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svg" ContentType="image/svg+xml"/>
  <Default Extension="tiff" ContentType="image/tiff"/>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customXml/itemProps6.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2.xml" ContentType="application/vnd.openxmlformats-officedocument.theme+xml"/>
  <Override PartName="/ppt/tags/tag68.xml" ContentType="application/vnd.openxmlformats-officedocument.presentationml.tags+xml"/>
  <Override PartName="/ppt/tags/tag69.xml" ContentType="application/vnd.openxmlformats-officedocument.presentationml.tags+xml"/>
  <Override PartName="/ppt/theme/theme3.xml" ContentType="application/vnd.openxmlformats-officedocument.theme+xml"/>
  <Override PartName="/ppt/tags/tag70.xml" ContentType="application/vnd.openxmlformats-officedocument.presentationml.tags+xml"/>
  <Override PartName="/ppt/tags/tag71.xml" ContentType="application/vnd.openxmlformats-officedocument.presentationml.tags+xml"/>
  <Override PartName="/ppt/notesSlides/notesSlide1.xml" ContentType="application/vnd.openxmlformats-officedocument.presentationml.notesSlide+xml"/>
  <Override PartName="/ppt/comments/modernComment_7FFFF6BE_FEDF5ACB.xml" ContentType="application/vnd.ms-powerpoint.comments+xml"/>
  <Override PartName="/ppt/tags/tag72.xml" ContentType="application/vnd.openxmlformats-officedocument.presentationml.tags+xml"/>
  <Override PartName="/ppt/notesSlides/notesSlide2.xml" ContentType="application/vnd.openxmlformats-officedocument.presentationml.notesSlide+xml"/>
  <Override PartName="/ppt/tags/tag73.xml" ContentType="application/vnd.openxmlformats-officedocument.presentationml.tags+xml"/>
  <Override PartName="/ppt/notesSlides/notesSlide3.xml" ContentType="application/vnd.openxmlformats-officedocument.presentationml.notesSlide+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ags/tag77.xml" ContentType="application/vnd.openxmlformats-officedocument.presentationml.tags+xml"/>
  <Override PartName="/ppt/notesSlides/notesSlide5.xml" ContentType="application/vnd.openxmlformats-officedocument.presentationml.notesSlide+xml"/>
  <Override PartName="/ppt/tags/tag78.xml" ContentType="application/vnd.openxmlformats-officedocument.presentationml.tags+xml"/>
  <Override PartName="/ppt/notesSlides/notesSlide6.xml" ContentType="application/vnd.openxmlformats-officedocument.presentationml.notesSlide+xml"/>
  <Override PartName="/ppt/tags/tag79.xml" ContentType="application/vnd.openxmlformats-officedocument.presentationml.tags+xml"/>
  <Override PartName="/ppt/notesSlides/notesSlide7.xml" ContentType="application/vnd.openxmlformats-officedocument.presentationml.notesSlide+xml"/>
  <Override PartName="/ppt/tags/tag80.xml" ContentType="application/vnd.openxmlformats-officedocument.presentationml.tags+xml"/>
  <Override PartName="/ppt/notesSlides/notesSlide8.xml" ContentType="application/vnd.openxmlformats-officedocument.presentationml.notesSlide+xml"/>
  <Override PartName="/ppt/tags/tag81.xml" ContentType="application/vnd.openxmlformats-officedocument.presentationml.tags+xml"/>
  <Override PartName="/ppt/notesSlides/notesSlide9.xml" ContentType="application/vnd.openxmlformats-officedocument.presentationml.notesSlide+xml"/>
  <Override PartName="/ppt/tags/tag82.xml" ContentType="application/vnd.openxmlformats-officedocument.presentationml.tags+xml"/>
  <Override PartName="/ppt/notesSlides/notesSlide10.xml" ContentType="application/vnd.openxmlformats-officedocument.presentationml.notesSlide+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notesSlides/notesSlide11.xml" ContentType="application/vnd.openxmlformats-officedocument.presentationml.notesSlide+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notesSlides/notesSlide12.xml" ContentType="application/vnd.openxmlformats-officedocument.presentationml.notesSlide+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notesSlides/notesSlide13.xml" ContentType="application/vnd.openxmlformats-officedocument.presentationml.notesSlide+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notesSlides/notesSlide14.xml" ContentType="application/vnd.openxmlformats-officedocument.presentationml.notesSlide+xml"/>
  <Override PartName="/ppt/tags/tag105.xml" ContentType="application/vnd.openxmlformats-officedocument.presentationml.tags+xml"/>
  <Override PartName="/ppt/tags/tag106.xml" ContentType="application/vnd.openxmlformats-officedocument.presentationml.tags+xml"/>
  <Override PartName="/ppt/notesSlides/notesSlide15.xml" ContentType="application/vnd.openxmlformats-officedocument.presentationml.notesSlide+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tags/tag116.xml" ContentType="application/vnd.openxmlformats-officedocument.presentationml.tags+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tags/tag117.xml" ContentType="application/vnd.openxmlformats-officedocument.presentationml.tags+xml"/>
  <Override PartName="/ppt/notesSlides/notesSlide16.xml" ContentType="application/vnd.openxmlformats-officedocument.presentationml.notesSlide+xml"/>
  <Override PartName="/ppt/tags/tag118.xml" ContentType="application/vnd.openxmlformats-officedocument.presentationml.tags+xml"/>
  <Override PartName="/ppt/comments/modernComment_10B_DD26AADD.xml" ContentType="application/vnd.ms-powerpoint.comments+xml"/>
  <Override PartName="/ppt/tags/tag119.xml" ContentType="application/vnd.openxmlformats-officedocument.presentationml.tags+xml"/>
  <Override PartName="/ppt/tags/tag120.xml" ContentType="application/vnd.openxmlformats-officedocument.presentationml.tags+xml"/>
  <Override PartName="/ppt/notesSlides/notesSlide17.xml" ContentType="application/vnd.openxmlformats-officedocument.presentationml.notesSlide+xml"/>
  <Override PartName="/ppt/tags/tag121.xml" ContentType="application/vnd.openxmlformats-officedocument.presentationml.tags+xml"/>
  <Override PartName="/ppt/notesSlides/notesSlide18.xml" ContentType="application/vnd.openxmlformats-officedocument.presentationml.notesSlide+xml"/>
  <Override PartName="/ppt/comments/modernComment_116_74C7B678.xml" ContentType="application/vnd.ms-powerpoint.comments+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customXml/itemProps7.xml" ContentType="application/vnd.openxmlformats-officedocument.customXml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p:sldMasterIdLst>
    <p:sldMasterId id="2147483660" r:id="rId7"/>
    <p:sldMasterId id="2147483856" r:id="rId8"/>
  </p:sldMasterIdLst>
  <p:notesMasterIdLst>
    <p:notesMasterId r:id="rId49"/>
  </p:notesMasterIdLst>
  <p:sldIdLst>
    <p:sldId id="2147481278" r:id="rId9"/>
    <p:sldId id="263" r:id="rId10"/>
    <p:sldId id="260" r:id="rId11"/>
    <p:sldId id="268" r:id="rId12"/>
    <p:sldId id="2147472136" r:id="rId13"/>
    <p:sldId id="2147472138" r:id="rId14"/>
    <p:sldId id="269" r:id="rId15"/>
    <p:sldId id="282" r:id="rId16"/>
    <p:sldId id="2147483634" r:id="rId17"/>
    <p:sldId id="2147483635" r:id="rId18"/>
    <p:sldId id="2147483636" r:id="rId19"/>
    <p:sldId id="264" r:id="rId20"/>
    <p:sldId id="2147472143" r:id="rId21"/>
    <p:sldId id="276" r:id="rId22"/>
    <p:sldId id="2147472145" r:id="rId23"/>
    <p:sldId id="270" r:id="rId24"/>
    <p:sldId id="2147472146" r:id="rId25"/>
    <p:sldId id="2147472147" r:id="rId26"/>
    <p:sldId id="2147472148" r:id="rId27"/>
    <p:sldId id="279" r:id="rId28"/>
    <p:sldId id="2147472151" r:id="rId29"/>
    <p:sldId id="2147472152" r:id="rId30"/>
    <p:sldId id="280" r:id="rId31"/>
    <p:sldId id="328" r:id="rId32"/>
    <p:sldId id="330" r:id="rId33"/>
    <p:sldId id="331" r:id="rId34"/>
    <p:sldId id="332" r:id="rId35"/>
    <p:sldId id="333" r:id="rId36"/>
    <p:sldId id="2147483639" r:id="rId37"/>
    <p:sldId id="2147479764" r:id="rId38"/>
    <p:sldId id="2147479765" r:id="rId39"/>
    <p:sldId id="2147483637" r:id="rId40"/>
    <p:sldId id="2147483640" r:id="rId41"/>
    <p:sldId id="2147483641" r:id="rId42"/>
    <p:sldId id="2147479876" r:id="rId43"/>
    <p:sldId id="2147482129" r:id="rId44"/>
    <p:sldId id="281" r:id="rId45"/>
    <p:sldId id="267" r:id="rId46"/>
    <p:sldId id="2147483554" r:id="rId47"/>
    <p:sldId id="278" r:id="rId48"/>
  </p:sldIdLst>
  <p:sldSz cx="12192000" cy="6858000"/>
  <p:notesSz cx="6858000" cy="9144000"/>
  <p:custDataLst>
    <p:tags r:id="rId50"/>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TTILLP Pitch Deck" id="{70E1F574-D6D2-4C26-8420-5218BAF76B7B}">
          <p14:sldIdLst>
            <p14:sldId id="2147481278"/>
            <p14:sldId id="263"/>
          </p14:sldIdLst>
        </p14:section>
        <p14:section name="Industry Overview" id="{8A1FBA30-8C37-4B5B-830C-29901500A135}">
          <p14:sldIdLst>
            <p14:sldId id="260"/>
            <p14:sldId id="268"/>
            <p14:sldId id="2147472136"/>
            <p14:sldId id="2147472138"/>
          </p14:sldIdLst>
        </p14:section>
        <p14:section name="Our Offerings" id="{CEC0A6F2-B8FD-4372-A5EA-5E0991CC612D}">
          <p14:sldIdLst>
            <p14:sldId id="269"/>
            <p14:sldId id="282"/>
            <p14:sldId id="2147483634"/>
            <p14:sldId id="2147483635"/>
            <p14:sldId id="2147483636"/>
          </p14:sldIdLst>
        </p14:section>
        <p14:section name="Our Assets and Accelerators" id="{8BD1CA8D-A450-48F5-8876-5145D243BA55}">
          <p14:sldIdLst>
            <p14:sldId id="264"/>
            <p14:sldId id="2147472143"/>
            <p14:sldId id="276"/>
            <p14:sldId id="2147472145"/>
          </p14:sldIdLst>
        </p14:section>
        <p14:section name="Our Alliances" id="{BEFB5485-A04B-4164-899A-D78810933FFA}">
          <p14:sldIdLst>
            <p14:sldId id="270"/>
            <p14:sldId id="2147472146"/>
            <p14:sldId id="2147472147"/>
            <p14:sldId id="2147472148"/>
          </p14:sldIdLst>
        </p14:section>
        <p14:section name="Eminence &amp; Thought Leadership" id="{34EBDC4E-91A6-49F9-BC34-F681CEB0AC27}">
          <p14:sldIdLst>
            <p14:sldId id="279"/>
            <p14:sldId id="2147472151"/>
            <p14:sldId id="2147472152"/>
          </p14:sldIdLst>
        </p14:section>
        <p14:section name="Key Credentials" id="{4C4DD7C2-52DB-45BE-91FB-4857E0E71860}">
          <p14:sldIdLst>
            <p14:sldId id="280"/>
            <p14:sldId id="328"/>
            <p14:sldId id="330"/>
            <p14:sldId id="331"/>
            <p14:sldId id="332"/>
            <p14:sldId id="333"/>
          </p14:sldIdLst>
        </p14:section>
        <p14:section name="Case Studies" id="{1915CE72-A09A-45BF-9CF4-182B457D41A3}">
          <p14:sldIdLst>
            <p14:sldId id="2147483639"/>
            <p14:sldId id="2147479764"/>
            <p14:sldId id="2147479765"/>
            <p14:sldId id="2147483637"/>
            <p14:sldId id="2147483640"/>
            <p14:sldId id="2147483641"/>
            <p14:sldId id="2147479876"/>
            <p14:sldId id="2147482129"/>
          </p14:sldIdLst>
        </p14:section>
        <p14:section name="Partner Profiles" id="{F5792AB0-8532-4DCF-BA45-30ECAD3E0C88}">
          <p14:sldIdLst>
            <p14:sldId id="281"/>
            <p14:sldId id="267"/>
            <p14:sldId id="2147483554"/>
            <p14:sldId id="278"/>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8F6CF"/>
    <a:srgbClr val="BCEBFF"/>
    <a:srgbClr val="86BC25"/>
    <a:srgbClr val="FFFFFF"/>
    <a:srgbClr val="9E9E9E"/>
    <a:srgbClr val="E3E48D"/>
    <a:srgbClr val="A6A6A6"/>
    <a:srgbClr val="F2F2F2"/>
    <a:srgbClr val="EBF5FB"/>
    <a:srgbClr val="EDEDE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C189CCB-B956-4F80-9427-4AA060646CB0}" v="49" dt="2025-01-22T16:06:16.00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054" autoAdjust="0"/>
    <p:restoredTop sz="94660"/>
  </p:normalViewPr>
  <p:slideViewPr>
    <p:cSldViewPr snapToGrid="0">
      <p:cViewPr varScale="1">
        <p:scale>
          <a:sx n="78" d="100"/>
          <a:sy n="78" d="100"/>
        </p:scale>
        <p:origin x="96" y="211"/>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9" Type="http://schemas.openxmlformats.org/officeDocument/2006/relationships/slide" Target="slides/slide31.xml"/><Relationship Id="rId21" Type="http://schemas.openxmlformats.org/officeDocument/2006/relationships/slide" Target="slides/slide13.xml"/><Relationship Id="rId34" Type="http://schemas.openxmlformats.org/officeDocument/2006/relationships/slide" Target="slides/slide26.xml"/><Relationship Id="rId42" Type="http://schemas.openxmlformats.org/officeDocument/2006/relationships/slide" Target="slides/slide34.xml"/><Relationship Id="rId47" Type="http://schemas.openxmlformats.org/officeDocument/2006/relationships/slide" Target="slides/slide39.xml"/><Relationship Id="rId50" Type="http://schemas.openxmlformats.org/officeDocument/2006/relationships/tags" Target="tags/tag1.xml"/><Relationship Id="rId55" Type="http://schemas.microsoft.com/office/2015/10/relationships/revisionInfo" Target="revisionInfo.xml"/><Relationship Id="rId7" Type="http://schemas.openxmlformats.org/officeDocument/2006/relationships/slideMaster" Target="slideMasters/slideMaster1.xml"/><Relationship Id="rId2" Type="http://schemas.openxmlformats.org/officeDocument/2006/relationships/customXml" Target="../customXml/item2.xml"/><Relationship Id="rId16" Type="http://schemas.openxmlformats.org/officeDocument/2006/relationships/slide" Target="slides/slide8.xml"/><Relationship Id="rId29" Type="http://schemas.openxmlformats.org/officeDocument/2006/relationships/slide" Target="slides/slide21.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slide" Target="slides/slide24.xml"/><Relationship Id="rId37" Type="http://schemas.openxmlformats.org/officeDocument/2006/relationships/slide" Target="slides/slide29.xml"/><Relationship Id="rId40" Type="http://schemas.openxmlformats.org/officeDocument/2006/relationships/slide" Target="slides/slide32.xml"/><Relationship Id="rId45" Type="http://schemas.openxmlformats.org/officeDocument/2006/relationships/slide" Target="slides/slide37.xml"/><Relationship Id="rId53" Type="http://schemas.openxmlformats.org/officeDocument/2006/relationships/theme" Target="theme/theme1.xml"/><Relationship Id="rId5" Type="http://schemas.openxmlformats.org/officeDocument/2006/relationships/customXml" Target="../customXml/item5.xml"/><Relationship Id="rId19" Type="http://schemas.openxmlformats.org/officeDocument/2006/relationships/slide" Target="slides/slide11.xml"/><Relationship Id="rId4" Type="http://schemas.openxmlformats.org/officeDocument/2006/relationships/customXml" Target="../customXml/item4.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slide" Target="slides/slide27.xml"/><Relationship Id="rId43" Type="http://schemas.openxmlformats.org/officeDocument/2006/relationships/slide" Target="slides/slide35.xml"/><Relationship Id="rId48" Type="http://schemas.openxmlformats.org/officeDocument/2006/relationships/slide" Target="slides/slide40.xml"/><Relationship Id="rId56" Type="http://schemas.microsoft.com/office/2018/10/relationships/authors" Target="authors.xml"/><Relationship Id="rId8" Type="http://schemas.openxmlformats.org/officeDocument/2006/relationships/slideMaster" Target="slideMasters/slideMaster2.xml"/><Relationship Id="rId51" Type="http://schemas.openxmlformats.org/officeDocument/2006/relationships/presProps" Target="presProps.xml"/><Relationship Id="rId3" Type="http://schemas.openxmlformats.org/officeDocument/2006/relationships/customXml" Target="../customXml/item3.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slide" Target="slides/slide30.xml"/><Relationship Id="rId46" Type="http://schemas.openxmlformats.org/officeDocument/2006/relationships/slide" Target="slides/slide38.xml"/><Relationship Id="rId20" Type="http://schemas.openxmlformats.org/officeDocument/2006/relationships/slide" Target="slides/slide12.xml"/><Relationship Id="rId41" Type="http://schemas.openxmlformats.org/officeDocument/2006/relationships/slide" Target="slides/slide33.xml"/><Relationship Id="rId54"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customXml" Target="../customXml/item6.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slide" Target="slides/slide28.xml"/><Relationship Id="rId49" Type="http://schemas.openxmlformats.org/officeDocument/2006/relationships/notesMaster" Target="notesMasters/notesMaster1.xml"/><Relationship Id="rId57" Type="http://schemas.openxmlformats.org/officeDocument/2006/relationships/customXml" Target="../customXml/item7.xml"/><Relationship Id="rId10" Type="http://schemas.openxmlformats.org/officeDocument/2006/relationships/slide" Target="slides/slide2.xml"/><Relationship Id="rId31" Type="http://schemas.openxmlformats.org/officeDocument/2006/relationships/slide" Target="slides/slide23.xml"/><Relationship Id="rId44" Type="http://schemas.openxmlformats.org/officeDocument/2006/relationships/slide" Target="slides/slide36.xml"/><Relationship Id="rId52" Type="http://schemas.openxmlformats.org/officeDocument/2006/relationships/viewProps" Target="viewProps.xml"/></Relationships>
</file>

<file path=ppt/comments/modernComment_7FFFF6BE_FEDF5ACB.xml><?xml version="1.0" encoding="utf-8"?>
<p188:cmLst xmlns:a="http://schemas.openxmlformats.org/drawingml/2006/main" xmlns:r="http://schemas.openxmlformats.org/officeDocument/2006/relationships" xmlns:p188="http://schemas.microsoft.com/office/powerpoint/2018/8/main">
  <p188:cm id="{760F631F-F9F6-40F7-ADCA-8AAA850F8B0C}" authorId="{00000000-0000-0000-0000-000000000000}" created="2025-01-21T11:34:02.984">
    <pc:sldMkLst xmlns:pc="http://schemas.microsoft.com/office/powerpoint/2013/main/command">
      <pc:docMk/>
      <pc:sldMk cId="4276050635" sldId="2147481278"/>
    </pc:sldMkLst>
    <p188:txBody>
      <a:bodyPr/>
      <a:lstStyle/>
      <a:p>
        <a:r>
          <a:rPr lang="en-US"/>
          <a:t>Full form of PU&amp;R. Also can name it capabilities deck. </a:t>
        </a:r>
      </a:p>
    </p188:txBody>
  </p188:cm>
</p188:cmLst>
</file>

<file path=ppt/comments/modernComment_10B_DD26AADD.xml><?xml version="1.0" encoding="utf-8"?>
<p188:cmLst xmlns:a="http://schemas.openxmlformats.org/drawingml/2006/main" xmlns:r="http://schemas.openxmlformats.org/officeDocument/2006/relationships" xmlns:p188="http://schemas.microsoft.com/office/powerpoint/2018/8/main">
  <p188:cm id="{55CB4F77-1763-4D9A-B27D-BBCA3F84DB63}" authorId="{00000000-0000-0000-0000-000000000000}" created="2025-01-21T11:39:23.948">
    <pc:sldMkLst xmlns:pc="http://schemas.microsoft.com/office/powerpoint/2013/main/command">
      <pc:docMk/>
      <pc:sldMk cId="3710298845" sldId="267"/>
    </pc:sldMkLst>
    <p188:txBody>
      <a:bodyPr/>
      <a:lstStyle/>
      <a:p>
        <a:r>
          <a:rPr lang="en-US"/>
          <a:t>This is dated. Pls update. 
 Pattu, Anujesh, Amitabh should be fine</a:t>
        </a:r>
      </a:p>
    </p188:txBody>
  </p188:cm>
</p188:cmLst>
</file>

<file path=ppt/comments/modernComment_116_74C7B678.xml><?xml version="1.0" encoding="utf-8"?>
<p188:cmLst xmlns:a="http://schemas.openxmlformats.org/drawingml/2006/main" xmlns:r="http://schemas.openxmlformats.org/officeDocument/2006/relationships" xmlns:p188="http://schemas.microsoft.com/office/powerpoint/2018/8/main">
  <p188:cm id="{BD316F40-BCEE-417E-A6C7-12F76B5E9CD6}" authorId="{00000000-0000-0000-0000-000000000000}" created="2025-01-21T11:36:51.942">
    <pc:sldMkLst xmlns:pc="http://schemas.microsoft.com/office/powerpoint/2013/main/command">
      <pc:docMk/>
      <pc:sldMk cId="1959245432" sldId="278"/>
    </pc:sldMkLst>
    <p188:txBody>
      <a:bodyPr/>
      <a:lstStyle/>
      <a:p>
        <a:r>
          <a:rPr lang="en-US"/>
          <a:t>Repetitive, no?</a:t>
        </a:r>
      </a:p>
    </p188:txBody>
  </p188:cm>
</p188:cmLst>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FAC5264-3AF9-4BEC-9299-5E5CC79522C9}" type="doc">
      <dgm:prSet loTypeId="urn:microsoft.com/office/officeart/2005/8/layout/list1" loCatId="list" qsTypeId="urn:microsoft.com/office/officeart/2005/8/quickstyle/simple3" qsCatId="simple" csTypeId="urn:microsoft.com/office/officeart/2005/8/colors/accent1_2" csCatId="accent1" phldr="1"/>
      <dgm:spPr/>
      <dgm:t>
        <a:bodyPr/>
        <a:lstStyle/>
        <a:p>
          <a:endParaRPr lang="en-IN"/>
        </a:p>
      </dgm:t>
    </dgm:pt>
    <dgm:pt modelId="{97F198C9-52FB-4B55-8B39-B466A5AACA7D}">
      <dgm:prSet phldrT="[Text]" custT="1"/>
      <dgm:spPr>
        <a:gradFill flip="none" rotWithShape="1">
          <a:gsLst>
            <a:gs pos="0">
              <a:schemeClr val="accent1">
                <a:lumMod val="5000"/>
                <a:lumOff val="95000"/>
              </a:schemeClr>
            </a:gs>
            <a:gs pos="5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dgm:spPr>
      <dgm:t>
        <a:bodyPr/>
        <a:lstStyle/>
        <a:p>
          <a:pPr>
            <a:buClrTx/>
            <a:buSzTx/>
            <a:buFontTx/>
            <a:buNone/>
          </a:pPr>
          <a:r>
            <a:rPr kumimoji="0" lang="en-US" sz="1200" b="0" i="0" u="none" strike="noStrike" cap="none" spc="0" normalizeH="0" baseline="0" noProof="0" dirty="0">
              <a:ln/>
              <a:effectLst/>
              <a:uLnTx/>
              <a:uFillTx/>
              <a:latin typeface="Calibri"/>
              <a:ea typeface="Verdana" panose="020B0604030504040204" pitchFamily="34" charset="0"/>
              <a:cs typeface="Verdana" panose="020B0604030504040204" pitchFamily="34" charset="0"/>
            </a:rPr>
            <a:t>More than </a:t>
          </a:r>
          <a:r>
            <a:rPr lang="en-US" sz="1200" dirty="0">
              <a:latin typeface="Calibri"/>
              <a:ea typeface="Verdana" panose="020B0604030504040204" pitchFamily="34" charset="0"/>
              <a:cs typeface="Verdana" panose="020B0604030504040204" pitchFamily="34" charset="0"/>
            </a:rPr>
            <a:t>400</a:t>
          </a:r>
          <a:r>
            <a:rPr kumimoji="0" lang="en-US" sz="1200" b="0" i="0" u="none" strike="noStrike" cap="none" spc="0" normalizeH="0" baseline="0" noProof="0" dirty="0">
              <a:ln/>
              <a:effectLst/>
              <a:uLnTx/>
              <a:uFillTx/>
              <a:latin typeface="Calibri"/>
              <a:ea typeface="Verdana" panose="020B0604030504040204" pitchFamily="34" charset="0"/>
              <a:cs typeface="Verdana" panose="020B0604030504040204" pitchFamily="34" charset="0"/>
            </a:rPr>
            <a:t> professionals spread across 13 cities in India</a:t>
          </a:r>
          <a:endParaRPr lang="en-IN" sz="1200" dirty="0"/>
        </a:p>
      </dgm:t>
    </dgm:pt>
    <dgm:pt modelId="{D3AE21C1-C6D3-441B-9775-F8BDB7DB7433}" type="parTrans" cxnId="{923630A0-9549-45A0-81BB-67344B0BBD0A}">
      <dgm:prSet/>
      <dgm:spPr/>
      <dgm:t>
        <a:bodyPr/>
        <a:lstStyle/>
        <a:p>
          <a:endParaRPr lang="en-IN" sz="1200"/>
        </a:p>
      </dgm:t>
    </dgm:pt>
    <dgm:pt modelId="{3F0AAFC6-C359-4472-BC65-E7D03CB958D2}" type="sibTrans" cxnId="{923630A0-9549-45A0-81BB-67344B0BBD0A}">
      <dgm:prSet/>
      <dgm:spPr/>
      <dgm:t>
        <a:bodyPr/>
        <a:lstStyle/>
        <a:p>
          <a:endParaRPr lang="en-IN" sz="1200"/>
        </a:p>
      </dgm:t>
    </dgm:pt>
    <dgm:pt modelId="{9414D15A-9661-45F2-911C-0537DE9D0A43}">
      <dgm:prSet phldrT="[Text]" custT="1"/>
      <dgm:spPr>
        <a:gradFill flip="none" rotWithShape="1">
          <a:gsLst>
            <a:gs pos="0">
              <a:schemeClr val="accent1">
                <a:lumMod val="5000"/>
                <a:lumOff val="95000"/>
              </a:schemeClr>
            </a:gs>
            <a:gs pos="5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dgm:spPr>
      <dgm:t>
        <a:bodyPr/>
        <a:lstStyle/>
        <a:p>
          <a:pPr>
            <a:buClrTx/>
            <a:buSzTx/>
            <a:buFontTx/>
            <a:buNone/>
          </a:pPr>
          <a:r>
            <a:rPr kumimoji="0" lang="en-US" sz="1200" b="0" i="0" u="none" strike="noStrike" cap="none" spc="0" normalizeH="0" baseline="0" noProof="0" dirty="0">
              <a:ln/>
              <a:effectLst/>
              <a:uLnTx/>
              <a:uFillTx/>
              <a:latin typeface="Calibri"/>
              <a:ea typeface="Verdana" panose="020B0604030504040204" pitchFamily="34" charset="0"/>
              <a:cs typeface="Verdana" panose="020B0604030504040204" pitchFamily="34" charset="0"/>
            </a:rPr>
            <a:t>Significant experience in the energy sector with focus on policy reviews, regulatory assistance, development of business/ strategic plans for various departments and public sector organizations</a:t>
          </a:r>
          <a:endParaRPr lang="en-IN" sz="1200" dirty="0"/>
        </a:p>
      </dgm:t>
    </dgm:pt>
    <dgm:pt modelId="{DAB83A6D-2893-481D-9D7E-7162D9DC7C08}" type="parTrans" cxnId="{63C71059-4D91-47E2-9AD1-4D5CD2AFEED9}">
      <dgm:prSet/>
      <dgm:spPr/>
      <dgm:t>
        <a:bodyPr/>
        <a:lstStyle/>
        <a:p>
          <a:endParaRPr lang="en-IN" sz="1200"/>
        </a:p>
      </dgm:t>
    </dgm:pt>
    <dgm:pt modelId="{82CAD9B8-00CD-4BCD-A519-F267837E89ED}" type="sibTrans" cxnId="{63C71059-4D91-47E2-9AD1-4D5CD2AFEED9}">
      <dgm:prSet/>
      <dgm:spPr/>
      <dgm:t>
        <a:bodyPr/>
        <a:lstStyle/>
        <a:p>
          <a:endParaRPr lang="en-IN" sz="1200"/>
        </a:p>
      </dgm:t>
    </dgm:pt>
    <dgm:pt modelId="{2B8ECB3F-068A-4E5B-9E1A-B6976675B476}">
      <dgm:prSet phldrT="[Text]" custT="1"/>
      <dgm:spPr>
        <a:gradFill flip="none" rotWithShape="1">
          <a:gsLst>
            <a:gs pos="0">
              <a:schemeClr val="accent1">
                <a:lumMod val="5000"/>
                <a:lumOff val="95000"/>
              </a:schemeClr>
            </a:gs>
            <a:gs pos="5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dgm:spPr>
      <dgm:t>
        <a:bodyPr/>
        <a:lstStyle/>
        <a:p>
          <a:pPr>
            <a:buClrTx/>
            <a:buSzTx/>
            <a:buFontTx/>
            <a:buNone/>
          </a:pPr>
          <a:r>
            <a:rPr kumimoji="0" lang="en-US" sz="1200" b="0" i="0" u="none" strike="noStrike" cap="none" spc="0" normalizeH="0" baseline="0" noProof="0" dirty="0">
              <a:ln/>
              <a:effectLst/>
              <a:uLnTx/>
              <a:uFillTx/>
              <a:latin typeface="Calibri"/>
              <a:ea typeface="+mn-ea"/>
              <a:cs typeface="+mn-cs"/>
            </a:rPr>
            <a:t>Excellent mix of expertise with energy economics, technical, commercial, accounting, financial modeling</a:t>
          </a:r>
          <a:endParaRPr lang="en-IN" sz="1200" dirty="0"/>
        </a:p>
      </dgm:t>
    </dgm:pt>
    <dgm:pt modelId="{8C1205D2-308D-4F07-BBD9-06E04C234890}" type="parTrans" cxnId="{5FC8969E-774F-4F50-B8F2-1F4DD4139DDF}">
      <dgm:prSet/>
      <dgm:spPr/>
      <dgm:t>
        <a:bodyPr/>
        <a:lstStyle/>
        <a:p>
          <a:endParaRPr lang="en-IN" sz="1200"/>
        </a:p>
      </dgm:t>
    </dgm:pt>
    <dgm:pt modelId="{7CC9EEDE-1FAA-4DAC-B2EA-7B1D8D33263A}" type="sibTrans" cxnId="{5FC8969E-774F-4F50-B8F2-1F4DD4139DDF}">
      <dgm:prSet/>
      <dgm:spPr/>
      <dgm:t>
        <a:bodyPr/>
        <a:lstStyle/>
        <a:p>
          <a:endParaRPr lang="en-IN" sz="1200"/>
        </a:p>
      </dgm:t>
    </dgm:pt>
    <dgm:pt modelId="{1175237A-9814-44A8-9206-54ADC9A926FB}" type="pres">
      <dgm:prSet presAssocID="{EFAC5264-3AF9-4BEC-9299-5E5CC79522C9}" presName="linear" presStyleCnt="0">
        <dgm:presLayoutVars>
          <dgm:dir/>
          <dgm:animLvl val="lvl"/>
          <dgm:resizeHandles val="exact"/>
        </dgm:presLayoutVars>
      </dgm:prSet>
      <dgm:spPr/>
    </dgm:pt>
    <dgm:pt modelId="{D4D0461D-8ED0-418E-9531-5F3705285D09}" type="pres">
      <dgm:prSet presAssocID="{97F198C9-52FB-4B55-8B39-B466A5AACA7D}" presName="parentLin" presStyleCnt="0"/>
      <dgm:spPr/>
    </dgm:pt>
    <dgm:pt modelId="{E1AE9983-9913-47BE-9B59-C415A56C8070}" type="pres">
      <dgm:prSet presAssocID="{97F198C9-52FB-4B55-8B39-B466A5AACA7D}" presName="parentLeftMargin" presStyleLbl="node1" presStyleIdx="0" presStyleCnt="3"/>
      <dgm:spPr/>
    </dgm:pt>
    <dgm:pt modelId="{E797A7F0-4B14-4BFE-975A-D49F51387414}" type="pres">
      <dgm:prSet presAssocID="{97F198C9-52FB-4B55-8B39-B466A5AACA7D}" presName="parentText" presStyleLbl="node1" presStyleIdx="0" presStyleCnt="3" custScaleX="142857" custScaleY="205564">
        <dgm:presLayoutVars>
          <dgm:chMax val="0"/>
          <dgm:bulletEnabled val="1"/>
        </dgm:presLayoutVars>
      </dgm:prSet>
      <dgm:spPr/>
    </dgm:pt>
    <dgm:pt modelId="{0C6709D6-65FF-487F-B789-BEAA9DF164A4}" type="pres">
      <dgm:prSet presAssocID="{97F198C9-52FB-4B55-8B39-B466A5AACA7D}" presName="negativeSpace" presStyleCnt="0"/>
      <dgm:spPr/>
    </dgm:pt>
    <dgm:pt modelId="{C0307CDD-96FB-4A97-A4F6-5EAA3754709E}" type="pres">
      <dgm:prSet presAssocID="{97F198C9-52FB-4B55-8B39-B466A5AACA7D}" presName="childText" presStyleLbl="conFgAcc1" presStyleIdx="0" presStyleCnt="3">
        <dgm:presLayoutVars>
          <dgm:bulletEnabled val="1"/>
        </dgm:presLayoutVars>
      </dgm:prSet>
      <dgm:spPr/>
    </dgm:pt>
    <dgm:pt modelId="{3FABCDF6-B848-447A-A163-A7C604C4CE39}" type="pres">
      <dgm:prSet presAssocID="{3F0AAFC6-C359-4472-BC65-E7D03CB958D2}" presName="spaceBetweenRectangles" presStyleCnt="0"/>
      <dgm:spPr/>
    </dgm:pt>
    <dgm:pt modelId="{4E94AF5C-D899-4853-B5DB-36DC380F165F}" type="pres">
      <dgm:prSet presAssocID="{9414D15A-9661-45F2-911C-0537DE9D0A43}" presName="parentLin" presStyleCnt="0"/>
      <dgm:spPr/>
    </dgm:pt>
    <dgm:pt modelId="{6D5AD39D-9A9B-4761-8EA2-96604E86FBD3}" type="pres">
      <dgm:prSet presAssocID="{9414D15A-9661-45F2-911C-0537DE9D0A43}" presName="parentLeftMargin" presStyleLbl="node1" presStyleIdx="0" presStyleCnt="3"/>
      <dgm:spPr/>
    </dgm:pt>
    <dgm:pt modelId="{B2783F5B-DA36-4EAC-A2C1-B546F8970B3E}" type="pres">
      <dgm:prSet presAssocID="{9414D15A-9661-45F2-911C-0537DE9D0A43}" presName="parentText" presStyleLbl="node1" presStyleIdx="1" presStyleCnt="3" custScaleX="139612" custScaleY="215657">
        <dgm:presLayoutVars>
          <dgm:chMax val="0"/>
          <dgm:bulletEnabled val="1"/>
        </dgm:presLayoutVars>
      </dgm:prSet>
      <dgm:spPr/>
    </dgm:pt>
    <dgm:pt modelId="{C3C83CA8-DF19-4DE0-9584-BE813052632E}" type="pres">
      <dgm:prSet presAssocID="{9414D15A-9661-45F2-911C-0537DE9D0A43}" presName="negativeSpace" presStyleCnt="0"/>
      <dgm:spPr/>
    </dgm:pt>
    <dgm:pt modelId="{E371E17B-B889-402D-9EC0-3757D679DC38}" type="pres">
      <dgm:prSet presAssocID="{9414D15A-9661-45F2-911C-0537DE9D0A43}" presName="childText" presStyleLbl="conFgAcc1" presStyleIdx="1" presStyleCnt="3">
        <dgm:presLayoutVars>
          <dgm:bulletEnabled val="1"/>
        </dgm:presLayoutVars>
      </dgm:prSet>
      <dgm:spPr/>
    </dgm:pt>
    <dgm:pt modelId="{83F1A728-62DA-4BD4-A37C-25A8CF43A4B9}" type="pres">
      <dgm:prSet presAssocID="{82CAD9B8-00CD-4BCD-A519-F267837E89ED}" presName="spaceBetweenRectangles" presStyleCnt="0"/>
      <dgm:spPr/>
    </dgm:pt>
    <dgm:pt modelId="{9B32D11C-EFEF-4832-9BE3-88F69F394A73}" type="pres">
      <dgm:prSet presAssocID="{2B8ECB3F-068A-4E5B-9E1A-B6976675B476}" presName="parentLin" presStyleCnt="0"/>
      <dgm:spPr/>
    </dgm:pt>
    <dgm:pt modelId="{01E4AF2B-E978-4C9F-A49A-AC83751C1737}" type="pres">
      <dgm:prSet presAssocID="{2B8ECB3F-068A-4E5B-9E1A-B6976675B476}" presName="parentLeftMargin" presStyleLbl="node1" presStyleIdx="1" presStyleCnt="3"/>
      <dgm:spPr/>
    </dgm:pt>
    <dgm:pt modelId="{DA75AD85-9852-4CAF-933C-9101D911D303}" type="pres">
      <dgm:prSet presAssocID="{2B8ECB3F-068A-4E5B-9E1A-B6976675B476}" presName="parentText" presStyleLbl="node1" presStyleIdx="2" presStyleCnt="3" custScaleX="142857" custScaleY="206946">
        <dgm:presLayoutVars>
          <dgm:chMax val="0"/>
          <dgm:bulletEnabled val="1"/>
        </dgm:presLayoutVars>
      </dgm:prSet>
      <dgm:spPr/>
    </dgm:pt>
    <dgm:pt modelId="{1FF5542E-6D38-4337-94FD-30DF6D9E5692}" type="pres">
      <dgm:prSet presAssocID="{2B8ECB3F-068A-4E5B-9E1A-B6976675B476}" presName="negativeSpace" presStyleCnt="0"/>
      <dgm:spPr/>
    </dgm:pt>
    <dgm:pt modelId="{29880C28-CD0D-4F37-9209-5860B8078F0C}" type="pres">
      <dgm:prSet presAssocID="{2B8ECB3F-068A-4E5B-9E1A-B6976675B476}" presName="childText" presStyleLbl="conFgAcc1" presStyleIdx="2" presStyleCnt="3">
        <dgm:presLayoutVars>
          <dgm:bulletEnabled val="1"/>
        </dgm:presLayoutVars>
      </dgm:prSet>
      <dgm:spPr/>
    </dgm:pt>
  </dgm:ptLst>
  <dgm:cxnLst>
    <dgm:cxn modelId="{CA18CD31-4E87-434D-AAAD-30EE43990E5F}" type="presOf" srcId="{2B8ECB3F-068A-4E5B-9E1A-B6976675B476}" destId="{DA75AD85-9852-4CAF-933C-9101D911D303}" srcOrd="1" destOrd="0" presId="urn:microsoft.com/office/officeart/2005/8/layout/list1"/>
    <dgm:cxn modelId="{1162A266-7EA8-463B-9554-E9709469B78F}" type="presOf" srcId="{97F198C9-52FB-4B55-8B39-B466A5AACA7D}" destId="{E1AE9983-9913-47BE-9B59-C415A56C8070}" srcOrd="0" destOrd="0" presId="urn:microsoft.com/office/officeart/2005/8/layout/list1"/>
    <dgm:cxn modelId="{63C71059-4D91-47E2-9AD1-4D5CD2AFEED9}" srcId="{EFAC5264-3AF9-4BEC-9299-5E5CC79522C9}" destId="{9414D15A-9661-45F2-911C-0537DE9D0A43}" srcOrd="1" destOrd="0" parTransId="{DAB83A6D-2893-481D-9D7E-7162D9DC7C08}" sibTransId="{82CAD9B8-00CD-4BCD-A519-F267837E89ED}"/>
    <dgm:cxn modelId="{17916283-6C64-4F14-B48D-3D7A8FF9B279}" type="presOf" srcId="{9414D15A-9661-45F2-911C-0537DE9D0A43}" destId="{6D5AD39D-9A9B-4761-8EA2-96604E86FBD3}" srcOrd="0" destOrd="0" presId="urn:microsoft.com/office/officeart/2005/8/layout/list1"/>
    <dgm:cxn modelId="{C65F9C95-1B34-4357-BCD0-28ACA2C0F634}" type="presOf" srcId="{2B8ECB3F-068A-4E5B-9E1A-B6976675B476}" destId="{01E4AF2B-E978-4C9F-A49A-AC83751C1737}" srcOrd="0" destOrd="0" presId="urn:microsoft.com/office/officeart/2005/8/layout/list1"/>
    <dgm:cxn modelId="{11E25197-EF4D-4FB6-8A2A-136DE77E9784}" type="presOf" srcId="{97F198C9-52FB-4B55-8B39-B466A5AACA7D}" destId="{E797A7F0-4B14-4BFE-975A-D49F51387414}" srcOrd="1" destOrd="0" presId="urn:microsoft.com/office/officeart/2005/8/layout/list1"/>
    <dgm:cxn modelId="{5FC8969E-774F-4F50-B8F2-1F4DD4139DDF}" srcId="{EFAC5264-3AF9-4BEC-9299-5E5CC79522C9}" destId="{2B8ECB3F-068A-4E5B-9E1A-B6976675B476}" srcOrd="2" destOrd="0" parTransId="{8C1205D2-308D-4F07-BBD9-06E04C234890}" sibTransId="{7CC9EEDE-1FAA-4DAC-B2EA-7B1D8D33263A}"/>
    <dgm:cxn modelId="{923630A0-9549-45A0-81BB-67344B0BBD0A}" srcId="{EFAC5264-3AF9-4BEC-9299-5E5CC79522C9}" destId="{97F198C9-52FB-4B55-8B39-B466A5AACA7D}" srcOrd="0" destOrd="0" parTransId="{D3AE21C1-C6D3-441B-9775-F8BDB7DB7433}" sibTransId="{3F0AAFC6-C359-4472-BC65-E7D03CB958D2}"/>
    <dgm:cxn modelId="{BE1628AB-23D1-453F-8C6E-D175DF186004}" type="presOf" srcId="{9414D15A-9661-45F2-911C-0537DE9D0A43}" destId="{B2783F5B-DA36-4EAC-A2C1-B546F8970B3E}" srcOrd="1" destOrd="0" presId="urn:microsoft.com/office/officeart/2005/8/layout/list1"/>
    <dgm:cxn modelId="{26CB87F8-7D71-4AC8-A49F-734FC254D3A6}" type="presOf" srcId="{EFAC5264-3AF9-4BEC-9299-5E5CC79522C9}" destId="{1175237A-9814-44A8-9206-54ADC9A926FB}" srcOrd="0" destOrd="0" presId="urn:microsoft.com/office/officeart/2005/8/layout/list1"/>
    <dgm:cxn modelId="{43EC1319-2225-479A-AC6C-D18BB0B6B2A3}" type="presParOf" srcId="{1175237A-9814-44A8-9206-54ADC9A926FB}" destId="{D4D0461D-8ED0-418E-9531-5F3705285D09}" srcOrd="0" destOrd="0" presId="urn:microsoft.com/office/officeart/2005/8/layout/list1"/>
    <dgm:cxn modelId="{34A983DB-2F71-4295-B31C-1A31B5371EAA}" type="presParOf" srcId="{D4D0461D-8ED0-418E-9531-5F3705285D09}" destId="{E1AE9983-9913-47BE-9B59-C415A56C8070}" srcOrd="0" destOrd="0" presId="urn:microsoft.com/office/officeart/2005/8/layout/list1"/>
    <dgm:cxn modelId="{B9427C38-A761-487E-9F7E-A9E10B334CEF}" type="presParOf" srcId="{D4D0461D-8ED0-418E-9531-5F3705285D09}" destId="{E797A7F0-4B14-4BFE-975A-D49F51387414}" srcOrd="1" destOrd="0" presId="urn:microsoft.com/office/officeart/2005/8/layout/list1"/>
    <dgm:cxn modelId="{008ABB65-8684-4D42-97B3-F3AD878334FB}" type="presParOf" srcId="{1175237A-9814-44A8-9206-54ADC9A926FB}" destId="{0C6709D6-65FF-487F-B789-BEAA9DF164A4}" srcOrd="1" destOrd="0" presId="urn:microsoft.com/office/officeart/2005/8/layout/list1"/>
    <dgm:cxn modelId="{A6EE24B1-C245-44B0-86D1-0B0F2FB1A5CC}" type="presParOf" srcId="{1175237A-9814-44A8-9206-54ADC9A926FB}" destId="{C0307CDD-96FB-4A97-A4F6-5EAA3754709E}" srcOrd="2" destOrd="0" presId="urn:microsoft.com/office/officeart/2005/8/layout/list1"/>
    <dgm:cxn modelId="{496AAFED-433C-4A4A-B30F-9D14A8BCFAC7}" type="presParOf" srcId="{1175237A-9814-44A8-9206-54ADC9A926FB}" destId="{3FABCDF6-B848-447A-A163-A7C604C4CE39}" srcOrd="3" destOrd="0" presId="urn:microsoft.com/office/officeart/2005/8/layout/list1"/>
    <dgm:cxn modelId="{F5947EB5-990D-42F4-95B7-92BD2CF27909}" type="presParOf" srcId="{1175237A-9814-44A8-9206-54ADC9A926FB}" destId="{4E94AF5C-D899-4853-B5DB-36DC380F165F}" srcOrd="4" destOrd="0" presId="urn:microsoft.com/office/officeart/2005/8/layout/list1"/>
    <dgm:cxn modelId="{9D049A79-037A-4E49-9046-6AA64116E66D}" type="presParOf" srcId="{4E94AF5C-D899-4853-B5DB-36DC380F165F}" destId="{6D5AD39D-9A9B-4761-8EA2-96604E86FBD3}" srcOrd="0" destOrd="0" presId="urn:microsoft.com/office/officeart/2005/8/layout/list1"/>
    <dgm:cxn modelId="{4BDFC5D1-5D89-4CAB-889F-0B8A865F7192}" type="presParOf" srcId="{4E94AF5C-D899-4853-B5DB-36DC380F165F}" destId="{B2783F5B-DA36-4EAC-A2C1-B546F8970B3E}" srcOrd="1" destOrd="0" presId="urn:microsoft.com/office/officeart/2005/8/layout/list1"/>
    <dgm:cxn modelId="{4B8C5C12-BA90-4BDD-B2A3-93B7B55B7D81}" type="presParOf" srcId="{1175237A-9814-44A8-9206-54ADC9A926FB}" destId="{C3C83CA8-DF19-4DE0-9584-BE813052632E}" srcOrd="5" destOrd="0" presId="urn:microsoft.com/office/officeart/2005/8/layout/list1"/>
    <dgm:cxn modelId="{67ED69A1-56CB-49BE-BA10-C3D848601FB4}" type="presParOf" srcId="{1175237A-9814-44A8-9206-54ADC9A926FB}" destId="{E371E17B-B889-402D-9EC0-3757D679DC38}" srcOrd="6" destOrd="0" presId="urn:microsoft.com/office/officeart/2005/8/layout/list1"/>
    <dgm:cxn modelId="{E3044BEA-9985-4838-ACFA-45490275129C}" type="presParOf" srcId="{1175237A-9814-44A8-9206-54ADC9A926FB}" destId="{83F1A728-62DA-4BD4-A37C-25A8CF43A4B9}" srcOrd="7" destOrd="0" presId="urn:microsoft.com/office/officeart/2005/8/layout/list1"/>
    <dgm:cxn modelId="{896D554F-13E6-40AE-A4B6-98F2F8ABB6DD}" type="presParOf" srcId="{1175237A-9814-44A8-9206-54ADC9A926FB}" destId="{9B32D11C-EFEF-4832-9BE3-88F69F394A73}" srcOrd="8" destOrd="0" presId="urn:microsoft.com/office/officeart/2005/8/layout/list1"/>
    <dgm:cxn modelId="{C74A6755-E598-423D-AC2F-B5B29FB35EC4}" type="presParOf" srcId="{9B32D11C-EFEF-4832-9BE3-88F69F394A73}" destId="{01E4AF2B-E978-4C9F-A49A-AC83751C1737}" srcOrd="0" destOrd="0" presId="urn:microsoft.com/office/officeart/2005/8/layout/list1"/>
    <dgm:cxn modelId="{6727D9E6-B14B-4A90-8D98-BAB071C5D775}" type="presParOf" srcId="{9B32D11C-EFEF-4832-9BE3-88F69F394A73}" destId="{DA75AD85-9852-4CAF-933C-9101D911D303}" srcOrd="1" destOrd="0" presId="urn:microsoft.com/office/officeart/2005/8/layout/list1"/>
    <dgm:cxn modelId="{0D0FAB21-0988-4206-8878-F16A8520D5D1}" type="presParOf" srcId="{1175237A-9814-44A8-9206-54ADC9A926FB}" destId="{1FF5542E-6D38-4337-94FD-30DF6D9E5692}" srcOrd="9" destOrd="0" presId="urn:microsoft.com/office/officeart/2005/8/layout/list1"/>
    <dgm:cxn modelId="{BA3B25DE-EC7B-4F99-8EA9-C6EC9665323B}" type="presParOf" srcId="{1175237A-9814-44A8-9206-54ADC9A926FB}" destId="{29880C28-CD0D-4F37-9209-5860B8078F0C}" srcOrd="10" destOrd="0" presId="urn:microsoft.com/office/officeart/2005/8/layout/list1"/>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6982EF3-55D7-4CB9-9F9E-C8BD3BE35ED7}" type="doc">
      <dgm:prSet loTypeId="urn:microsoft.com/office/officeart/2005/8/layout/matrix1" loCatId="matrix" qsTypeId="urn:microsoft.com/office/officeart/2005/8/quickstyle/simple4" qsCatId="simple" csTypeId="urn:microsoft.com/office/officeart/2005/8/colors/colorful1" csCatId="colorful" phldr="1"/>
      <dgm:spPr/>
      <dgm:t>
        <a:bodyPr/>
        <a:lstStyle/>
        <a:p>
          <a:endParaRPr lang="en-US"/>
        </a:p>
      </dgm:t>
    </dgm:pt>
    <dgm:pt modelId="{DAF4B205-D677-4F9F-BE95-B956F74169C5}">
      <dgm:prSet phldrT="[Text]" custT="1"/>
      <dgm:spPr/>
      <dgm:t>
        <a:bodyPr/>
        <a:lstStyle/>
        <a:p>
          <a:r>
            <a:rPr lang="en-US" sz="1600"/>
            <a:t>Modules Implemented</a:t>
          </a:r>
        </a:p>
      </dgm:t>
    </dgm:pt>
    <dgm:pt modelId="{228729F5-F8AD-4231-BFDB-31C9B7E61E05}" type="parTrans" cxnId="{55A897D4-50C0-4EC1-A2EA-30267E6B194C}">
      <dgm:prSet/>
      <dgm:spPr/>
      <dgm:t>
        <a:bodyPr/>
        <a:lstStyle/>
        <a:p>
          <a:endParaRPr lang="en-US" sz="2000"/>
        </a:p>
      </dgm:t>
    </dgm:pt>
    <dgm:pt modelId="{B0ABF434-7663-4BAD-998B-005B18BA8FCC}" type="sibTrans" cxnId="{55A897D4-50C0-4EC1-A2EA-30267E6B194C}">
      <dgm:prSet/>
      <dgm:spPr/>
      <dgm:t>
        <a:bodyPr/>
        <a:lstStyle/>
        <a:p>
          <a:endParaRPr lang="en-US" sz="2000"/>
        </a:p>
      </dgm:t>
    </dgm:pt>
    <dgm:pt modelId="{F93543D7-F66E-4B78-B871-9B933AA32035}">
      <dgm:prSet phldrT="[Text]" custT="1"/>
      <dgm:spPr/>
      <dgm:t>
        <a:bodyPr/>
        <a:lstStyle/>
        <a:p>
          <a:r>
            <a:rPr lang="en-US" sz="1600" b="1">
              <a:effectLst/>
            </a:rPr>
            <a:t>Finance &amp; Controlling Module (FICO)</a:t>
          </a:r>
          <a:endParaRPr lang="en-US" sz="1600"/>
        </a:p>
      </dgm:t>
    </dgm:pt>
    <dgm:pt modelId="{E22FA062-6D81-4BCB-82C9-514235B6ADD6}" type="parTrans" cxnId="{871E68F6-6715-4AD1-8F55-ADB4E89FE30D}">
      <dgm:prSet/>
      <dgm:spPr/>
      <dgm:t>
        <a:bodyPr/>
        <a:lstStyle/>
        <a:p>
          <a:endParaRPr lang="en-US" sz="2000"/>
        </a:p>
      </dgm:t>
    </dgm:pt>
    <dgm:pt modelId="{B14F3E71-9E86-4D3F-ABE0-F50CFA8EE01F}" type="sibTrans" cxnId="{871E68F6-6715-4AD1-8F55-ADB4E89FE30D}">
      <dgm:prSet/>
      <dgm:spPr/>
      <dgm:t>
        <a:bodyPr/>
        <a:lstStyle/>
        <a:p>
          <a:endParaRPr lang="en-US" sz="2000"/>
        </a:p>
      </dgm:t>
    </dgm:pt>
    <dgm:pt modelId="{B0E645F7-4080-4FA2-94F6-1F52B51E02DE}">
      <dgm:prSet phldrT="[Text]" custT="1"/>
      <dgm:spPr/>
      <dgm:t>
        <a:bodyPr/>
        <a:lstStyle/>
        <a:p>
          <a:r>
            <a:rPr lang="en-US" sz="1600" b="1">
              <a:effectLst/>
            </a:rPr>
            <a:t>Material Management Module (MM)</a:t>
          </a:r>
          <a:endParaRPr lang="en-US" sz="1600"/>
        </a:p>
      </dgm:t>
    </dgm:pt>
    <dgm:pt modelId="{F7CEBCC9-D6C1-4F82-87F3-505A7AA295C1}" type="parTrans" cxnId="{35ACDCF0-BDB7-4891-9E8B-69FE152CFA17}">
      <dgm:prSet/>
      <dgm:spPr/>
      <dgm:t>
        <a:bodyPr/>
        <a:lstStyle/>
        <a:p>
          <a:endParaRPr lang="en-US" sz="2000"/>
        </a:p>
      </dgm:t>
    </dgm:pt>
    <dgm:pt modelId="{6A7A376F-4FC2-4F22-A657-817D751B1202}" type="sibTrans" cxnId="{35ACDCF0-BDB7-4891-9E8B-69FE152CFA17}">
      <dgm:prSet/>
      <dgm:spPr/>
      <dgm:t>
        <a:bodyPr/>
        <a:lstStyle/>
        <a:p>
          <a:endParaRPr lang="en-US" sz="2000"/>
        </a:p>
      </dgm:t>
    </dgm:pt>
    <dgm:pt modelId="{58485179-3F2F-4EB3-B277-EDF8233B6881}">
      <dgm:prSet phldrT="[Text]" custT="1"/>
      <dgm:spPr/>
      <dgm:t>
        <a:bodyPr/>
        <a:lstStyle/>
        <a:p>
          <a:r>
            <a:rPr lang="en-US" sz="1600" b="1">
              <a:effectLst/>
            </a:rPr>
            <a:t>Sales and Distribution Module (SD)</a:t>
          </a:r>
          <a:endParaRPr lang="en-US" sz="1600"/>
        </a:p>
      </dgm:t>
    </dgm:pt>
    <dgm:pt modelId="{81DE223C-366D-497C-9F6B-37BEEEAE75E7}" type="parTrans" cxnId="{44C4DEFA-9645-4811-88F7-4599A3C25795}">
      <dgm:prSet/>
      <dgm:spPr/>
      <dgm:t>
        <a:bodyPr/>
        <a:lstStyle/>
        <a:p>
          <a:endParaRPr lang="en-US" sz="2000"/>
        </a:p>
      </dgm:t>
    </dgm:pt>
    <dgm:pt modelId="{1484DCAC-2AEF-4730-AD42-FCC833BFE3A9}" type="sibTrans" cxnId="{44C4DEFA-9645-4811-88F7-4599A3C25795}">
      <dgm:prSet/>
      <dgm:spPr/>
      <dgm:t>
        <a:bodyPr/>
        <a:lstStyle/>
        <a:p>
          <a:endParaRPr lang="en-US" sz="2000"/>
        </a:p>
      </dgm:t>
    </dgm:pt>
    <dgm:pt modelId="{24DE7B9E-C414-406E-8734-A51658938CF0}">
      <dgm:prSet phldrT="[Text]" custT="1"/>
      <dgm:spPr/>
      <dgm:t>
        <a:bodyPr/>
        <a:lstStyle/>
        <a:p>
          <a:r>
            <a:rPr lang="en-US" sz="1600" b="1">
              <a:effectLst/>
            </a:rPr>
            <a:t>Human Capital Management Module (HCM)</a:t>
          </a:r>
          <a:endParaRPr lang="en-US" sz="1600"/>
        </a:p>
      </dgm:t>
    </dgm:pt>
    <dgm:pt modelId="{FF91202A-3D01-4140-BF57-D13E5B13885D}" type="parTrans" cxnId="{BB9FDBE4-D7FE-466E-93E7-88937EA356ED}">
      <dgm:prSet/>
      <dgm:spPr/>
      <dgm:t>
        <a:bodyPr/>
        <a:lstStyle/>
        <a:p>
          <a:endParaRPr lang="en-US" sz="2000"/>
        </a:p>
      </dgm:t>
    </dgm:pt>
    <dgm:pt modelId="{EDF367CB-E5AF-4C94-935B-5C968BEB71EC}" type="sibTrans" cxnId="{BB9FDBE4-D7FE-466E-93E7-88937EA356ED}">
      <dgm:prSet/>
      <dgm:spPr/>
      <dgm:t>
        <a:bodyPr/>
        <a:lstStyle/>
        <a:p>
          <a:endParaRPr lang="en-US" sz="2000"/>
        </a:p>
      </dgm:t>
    </dgm:pt>
    <dgm:pt modelId="{7F16E2A8-E3EE-43DD-8F03-542FDEF633DC}" type="pres">
      <dgm:prSet presAssocID="{B6982EF3-55D7-4CB9-9F9E-C8BD3BE35ED7}" presName="diagram" presStyleCnt="0">
        <dgm:presLayoutVars>
          <dgm:chMax val="1"/>
          <dgm:dir/>
          <dgm:animLvl val="ctr"/>
          <dgm:resizeHandles val="exact"/>
        </dgm:presLayoutVars>
      </dgm:prSet>
      <dgm:spPr/>
    </dgm:pt>
    <dgm:pt modelId="{5A789FC4-08E8-4EE9-913C-EA585AE6DE3A}" type="pres">
      <dgm:prSet presAssocID="{B6982EF3-55D7-4CB9-9F9E-C8BD3BE35ED7}" presName="matrix" presStyleCnt="0"/>
      <dgm:spPr/>
    </dgm:pt>
    <dgm:pt modelId="{D95632D8-CD68-4E74-A35C-936B9E337B59}" type="pres">
      <dgm:prSet presAssocID="{B6982EF3-55D7-4CB9-9F9E-C8BD3BE35ED7}" presName="tile1" presStyleLbl="node1" presStyleIdx="0" presStyleCnt="4" custLinFactNeighborX="-4892" custLinFactNeighborY="0"/>
      <dgm:spPr/>
    </dgm:pt>
    <dgm:pt modelId="{FE5400B6-9962-4762-97D9-5D640458EAB1}" type="pres">
      <dgm:prSet presAssocID="{B6982EF3-55D7-4CB9-9F9E-C8BD3BE35ED7}" presName="tile1text" presStyleLbl="node1" presStyleIdx="0" presStyleCnt="4">
        <dgm:presLayoutVars>
          <dgm:chMax val="0"/>
          <dgm:chPref val="0"/>
          <dgm:bulletEnabled val="1"/>
        </dgm:presLayoutVars>
      </dgm:prSet>
      <dgm:spPr/>
    </dgm:pt>
    <dgm:pt modelId="{ECA7A6AB-41BF-4EE8-98C9-535C82F2E3DD}" type="pres">
      <dgm:prSet presAssocID="{B6982EF3-55D7-4CB9-9F9E-C8BD3BE35ED7}" presName="tile2" presStyleLbl="node1" presStyleIdx="1" presStyleCnt="4"/>
      <dgm:spPr/>
    </dgm:pt>
    <dgm:pt modelId="{93FEAE55-8CD9-4A96-96B9-5CAD447FF257}" type="pres">
      <dgm:prSet presAssocID="{B6982EF3-55D7-4CB9-9F9E-C8BD3BE35ED7}" presName="tile2text" presStyleLbl="node1" presStyleIdx="1" presStyleCnt="4">
        <dgm:presLayoutVars>
          <dgm:chMax val="0"/>
          <dgm:chPref val="0"/>
          <dgm:bulletEnabled val="1"/>
        </dgm:presLayoutVars>
      </dgm:prSet>
      <dgm:spPr/>
    </dgm:pt>
    <dgm:pt modelId="{4FD511D8-45A9-47BE-B9C5-1A4D2A92D8FC}" type="pres">
      <dgm:prSet presAssocID="{B6982EF3-55D7-4CB9-9F9E-C8BD3BE35ED7}" presName="tile3" presStyleLbl="node1" presStyleIdx="2" presStyleCnt="4"/>
      <dgm:spPr/>
    </dgm:pt>
    <dgm:pt modelId="{7B8A0F1E-8AC6-4E46-A9CA-395F97D2E39F}" type="pres">
      <dgm:prSet presAssocID="{B6982EF3-55D7-4CB9-9F9E-C8BD3BE35ED7}" presName="tile3text" presStyleLbl="node1" presStyleIdx="2" presStyleCnt="4">
        <dgm:presLayoutVars>
          <dgm:chMax val="0"/>
          <dgm:chPref val="0"/>
          <dgm:bulletEnabled val="1"/>
        </dgm:presLayoutVars>
      </dgm:prSet>
      <dgm:spPr/>
    </dgm:pt>
    <dgm:pt modelId="{163589FC-1DBB-4AB2-8B2B-276AFF1208D3}" type="pres">
      <dgm:prSet presAssocID="{B6982EF3-55D7-4CB9-9F9E-C8BD3BE35ED7}" presName="tile4" presStyleLbl="node1" presStyleIdx="3" presStyleCnt="4"/>
      <dgm:spPr/>
    </dgm:pt>
    <dgm:pt modelId="{7736DE66-DE03-4EDE-B93D-68306FD34746}" type="pres">
      <dgm:prSet presAssocID="{B6982EF3-55D7-4CB9-9F9E-C8BD3BE35ED7}" presName="tile4text" presStyleLbl="node1" presStyleIdx="3" presStyleCnt="4">
        <dgm:presLayoutVars>
          <dgm:chMax val="0"/>
          <dgm:chPref val="0"/>
          <dgm:bulletEnabled val="1"/>
        </dgm:presLayoutVars>
      </dgm:prSet>
      <dgm:spPr/>
    </dgm:pt>
    <dgm:pt modelId="{49C65A08-17D6-47D6-AE87-2CE29B6E497A}" type="pres">
      <dgm:prSet presAssocID="{B6982EF3-55D7-4CB9-9F9E-C8BD3BE35ED7}" presName="centerTile" presStyleLbl="fgShp" presStyleIdx="0" presStyleCnt="1" custScaleX="108753">
        <dgm:presLayoutVars>
          <dgm:chMax val="0"/>
          <dgm:chPref val="0"/>
        </dgm:presLayoutVars>
      </dgm:prSet>
      <dgm:spPr/>
    </dgm:pt>
  </dgm:ptLst>
  <dgm:cxnLst>
    <dgm:cxn modelId="{119BC32C-DD05-4DF8-B5AD-FEC9D9B6DF7C}" type="presOf" srcId="{B0E645F7-4080-4FA2-94F6-1F52B51E02DE}" destId="{ECA7A6AB-41BF-4EE8-98C9-535C82F2E3DD}" srcOrd="0" destOrd="0" presId="urn:microsoft.com/office/officeart/2005/8/layout/matrix1"/>
    <dgm:cxn modelId="{34D64546-DAF1-4351-8D12-1346FA846FD7}" type="presOf" srcId="{58485179-3F2F-4EB3-B277-EDF8233B6881}" destId="{7B8A0F1E-8AC6-4E46-A9CA-395F97D2E39F}" srcOrd="1" destOrd="0" presId="urn:microsoft.com/office/officeart/2005/8/layout/matrix1"/>
    <dgm:cxn modelId="{EC713579-93B0-4B5F-97AC-79F7C45607AB}" type="presOf" srcId="{F93543D7-F66E-4B78-B871-9B933AA32035}" destId="{FE5400B6-9962-4762-97D9-5D640458EAB1}" srcOrd="1" destOrd="0" presId="urn:microsoft.com/office/officeart/2005/8/layout/matrix1"/>
    <dgm:cxn modelId="{4733CB5A-7CB7-46A5-ABCD-7164A7EDF0BE}" type="presOf" srcId="{58485179-3F2F-4EB3-B277-EDF8233B6881}" destId="{4FD511D8-45A9-47BE-B9C5-1A4D2A92D8FC}" srcOrd="0" destOrd="0" presId="urn:microsoft.com/office/officeart/2005/8/layout/matrix1"/>
    <dgm:cxn modelId="{4ECCEA84-AEB7-44A0-9B13-0780180F451B}" type="presOf" srcId="{B6982EF3-55D7-4CB9-9F9E-C8BD3BE35ED7}" destId="{7F16E2A8-E3EE-43DD-8F03-542FDEF633DC}" srcOrd="0" destOrd="0" presId="urn:microsoft.com/office/officeart/2005/8/layout/matrix1"/>
    <dgm:cxn modelId="{DDAA67C3-B7AD-4997-9D59-3449D155A654}" type="presOf" srcId="{24DE7B9E-C414-406E-8734-A51658938CF0}" destId="{7736DE66-DE03-4EDE-B93D-68306FD34746}" srcOrd="1" destOrd="0" presId="urn:microsoft.com/office/officeart/2005/8/layout/matrix1"/>
    <dgm:cxn modelId="{55A897D4-50C0-4EC1-A2EA-30267E6B194C}" srcId="{B6982EF3-55D7-4CB9-9F9E-C8BD3BE35ED7}" destId="{DAF4B205-D677-4F9F-BE95-B956F74169C5}" srcOrd="0" destOrd="0" parTransId="{228729F5-F8AD-4231-BFDB-31C9B7E61E05}" sibTransId="{B0ABF434-7663-4BAD-998B-005B18BA8FCC}"/>
    <dgm:cxn modelId="{0FC34BDA-2D00-4B77-A33D-B40CDC16045A}" type="presOf" srcId="{DAF4B205-D677-4F9F-BE95-B956F74169C5}" destId="{49C65A08-17D6-47D6-AE87-2CE29B6E497A}" srcOrd="0" destOrd="0" presId="urn:microsoft.com/office/officeart/2005/8/layout/matrix1"/>
    <dgm:cxn modelId="{BB9FDBE4-D7FE-466E-93E7-88937EA356ED}" srcId="{DAF4B205-D677-4F9F-BE95-B956F74169C5}" destId="{24DE7B9E-C414-406E-8734-A51658938CF0}" srcOrd="3" destOrd="0" parTransId="{FF91202A-3D01-4140-BF57-D13E5B13885D}" sibTransId="{EDF367CB-E5AF-4C94-935B-5C968BEB71EC}"/>
    <dgm:cxn modelId="{F0AD1BE8-D89E-42DA-89DC-A0C6FA5FF3D6}" type="presOf" srcId="{F93543D7-F66E-4B78-B871-9B933AA32035}" destId="{D95632D8-CD68-4E74-A35C-936B9E337B59}" srcOrd="0" destOrd="0" presId="urn:microsoft.com/office/officeart/2005/8/layout/matrix1"/>
    <dgm:cxn modelId="{35ACDCF0-BDB7-4891-9E8B-69FE152CFA17}" srcId="{DAF4B205-D677-4F9F-BE95-B956F74169C5}" destId="{B0E645F7-4080-4FA2-94F6-1F52B51E02DE}" srcOrd="1" destOrd="0" parTransId="{F7CEBCC9-D6C1-4F82-87F3-505A7AA295C1}" sibTransId="{6A7A376F-4FC2-4F22-A657-817D751B1202}"/>
    <dgm:cxn modelId="{871E68F6-6715-4AD1-8F55-ADB4E89FE30D}" srcId="{DAF4B205-D677-4F9F-BE95-B956F74169C5}" destId="{F93543D7-F66E-4B78-B871-9B933AA32035}" srcOrd="0" destOrd="0" parTransId="{E22FA062-6D81-4BCB-82C9-514235B6ADD6}" sibTransId="{B14F3E71-9E86-4D3F-ABE0-F50CFA8EE01F}"/>
    <dgm:cxn modelId="{7C8239F9-F086-458E-8C03-DACDFB831C90}" type="presOf" srcId="{B0E645F7-4080-4FA2-94F6-1F52B51E02DE}" destId="{93FEAE55-8CD9-4A96-96B9-5CAD447FF257}" srcOrd="1" destOrd="0" presId="urn:microsoft.com/office/officeart/2005/8/layout/matrix1"/>
    <dgm:cxn modelId="{368A84FA-CCC7-4C2F-B50A-020D93EDCFC0}" type="presOf" srcId="{24DE7B9E-C414-406E-8734-A51658938CF0}" destId="{163589FC-1DBB-4AB2-8B2B-276AFF1208D3}" srcOrd="0" destOrd="0" presId="urn:microsoft.com/office/officeart/2005/8/layout/matrix1"/>
    <dgm:cxn modelId="{44C4DEFA-9645-4811-88F7-4599A3C25795}" srcId="{DAF4B205-D677-4F9F-BE95-B956F74169C5}" destId="{58485179-3F2F-4EB3-B277-EDF8233B6881}" srcOrd="2" destOrd="0" parTransId="{81DE223C-366D-497C-9F6B-37BEEEAE75E7}" sibTransId="{1484DCAC-2AEF-4730-AD42-FCC833BFE3A9}"/>
    <dgm:cxn modelId="{9C63517B-6BB6-43D3-8A65-3FEEE030C45F}" type="presParOf" srcId="{7F16E2A8-E3EE-43DD-8F03-542FDEF633DC}" destId="{5A789FC4-08E8-4EE9-913C-EA585AE6DE3A}" srcOrd="0" destOrd="0" presId="urn:microsoft.com/office/officeart/2005/8/layout/matrix1"/>
    <dgm:cxn modelId="{E2D79861-0BD8-4EF7-8D60-FFACE617E057}" type="presParOf" srcId="{5A789FC4-08E8-4EE9-913C-EA585AE6DE3A}" destId="{D95632D8-CD68-4E74-A35C-936B9E337B59}" srcOrd="0" destOrd="0" presId="urn:microsoft.com/office/officeart/2005/8/layout/matrix1"/>
    <dgm:cxn modelId="{6DA72CA9-4E67-4616-8F4C-68DCF56C0A00}" type="presParOf" srcId="{5A789FC4-08E8-4EE9-913C-EA585AE6DE3A}" destId="{FE5400B6-9962-4762-97D9-5D640458EAB1}" srcOrd="1" destOrd="0" presId="urn:microsoft.com/office/officeart/2005/8/layout/matrix1"/>
    <dgm:cxn modelId="{B64DCAB1-6C40-43A8-A141-62B66FE590C7}" type="presParOf" srcId="{5A789FC4-08E8-4EE9-913C-EA585AE6DE3A}" destId="{ECA7A6AB-41BF-4EE8-98C9-535C82F2E3DD}" srcOrd="2" destOrd="0" presId="urn:microsoft.com/office/officeart/2005/8/layout/matrix1"/>
    <dgm:cxn modelId="{F3838FF8-3DAA-4731-A12C-9A48A2BE54DC}" type="presParOf" srcId="{5A789FC4-08E8-4EE9-913C-EA585AE6DE3A}" destId="{93FEAE55-8CD9-4A96-96B9-5CAD447FF257}" srcOrd="3" destOrd="0" presId="urn:microsoft.com/office/officeart/2005/8/layout/matrix1"/>
    <dgm:cxn modelId="{6D178E19-9EDD-46B1-BD96-8E67FBB225CF}" type="presParOf" srcId="{5A789FC4-08E8-4EE9-913C-EA585AE6DE3A}" destId="{4FD511D8-45A9-47BE-B9C5-1A4D2A92D8FC}" srcOrd="4" destOrd="0" presId="urn:microsoft.com/office/officeart/2005/8/layout/matrix1"/>
    <dgm:cxn modelId="{782F2695-E80E-41BB-9954-6F2D98F9DD2F}" type="presParOf" srcId="{5A789FC4-08E8-4EE9-913C-EA585AE6DE3A}" destId="{7B8A0F1E-8AC6-4E46-A9CA-395F97D2E39F}" srcOrd="5" destOrd="0" presId="urn:microsoft.com/office/officeart/2005/8/layout/matrix1"/>
    <dgm:cxn modelId="{0863FF35-625E-4F48-B399-233123E1B2B5}" type="presParOf" srcId="{5A789FC4-08E8-4EE9-913C-EA585AE6DE3A}" destId="{163589FC-1DBB-4AB2-8B2B-276AFF1208D3}" srcOrd="6" destOrd="0" presId="urn:microsoft.com/office/officeart/2005/8/layout/matrix1"/>
    <dgm:cxn modelId="{60C50700-BC08-497B-87FC-A5B683CCCE84}" type="presParOf" srcId="{5A789FC4-08E8-4EE9-913C-EA585AE6DE3A}" destId="{7736DE66-DE03-4EDE-B93D-68306FD34746}" srcOrd="7" destOrd="0" presId="urn:microsoft.com/office/officeart/2005/8/layout/matrix1"/>
    <dgm:cxn modelId="{31F9F394-2E12-4688-A62E-4B5FAC013030}" type="presParOf" srcId="{7F16E2A8-E3EE-43DD-8F03-542FDEF633DC}" destId="{49C65A08-17D6-47D6-AE87-2CE29B6E497A}" srcOrd="1" destOrd="0" presId="urn:microsoft.com/office/officeart/2005/8/layout/matrix1"/>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C6988ED2-B4A0-48F7-AB55-C5327FC7134B}" type="doc">
      <dgm:prSet loTypeId="urn:microsoft.com/office/officeart/2008/layout/LinedList" loCatId="list" qsTypeId="urn:microsoft.com/office/officeart/2005/8/quickstyle/simple5" qsCatId="simple" csTypeId="urn:microsoft.com/office/officeart/2005/8/colors/colorful1" csCatId="colorful" phldr="1"/>
      <dgm:spPr/>
      <dgm:t>
        <a:bodyPr/>
        <a:lstStyle/>
        <a:p>
          <a:endParaRPr lang="en-US"/>
        </a:p>
      </dgm:t>
    </dgm:pt>
    <dgm:pt modelId="{4EE943FB-B470-4F9C-90A7-036DB0F84F18}">
      <dgm:prSet custT="1"/>
      <dgm:spPr/>
      <dgm:t>
        <a:bodyPr/>
        <a:lstStyle/>
        <a:p>
          <a:r>
            <a:rPr lang="en-US" sz="1200"/>
            <a:t>Deloitte was appointed by GIZ to assist Himurja (Himachal Pradesh) in the operation, testing and stabilization of the Roof Top Solar (RTS) portal</a:t>
          </a:r>
        </a:p>
      </dgm:t>
    </dgm:pt>
    <dgm:pt modelId="{9BE3AB93-A50A-450C-9623-3C19A76E3B36}" type="parTrans" cxnId="{F62742D5-597D-4317-AC55-FE64F2F73992}">
      <dgm:prSet/>
      <dgm:spPr/>
      <dgm:t>
        <a:bodyPr/>
        <a:lstStyle/>
        <a:p>
          <a:endParaRPr lang="en-US" sz="1200"/>
        </a:p>
      </dgm:t>
    </dgm:pt>
    <dgm:pt modelId="{F811F32A-F506-4205-B624-B1A9DBBC8B5F}" type="sibTrans" cxnId="{F62742D5-597D-4317-AC55-FE64F2F73992}">
      <dgm:prSet/>
      <dgm:spPr/>
      <dgm:t>
        <a:bodyPr/>
        <a:lstStyle/>
        <a:p>
          <a:endParaRPr lang="en-US" sz="1200"/>
        </a:p>
      </dgm:t>
    </dgm:pt>
    <dgm:pt modelId="{17385E16-164C-4744-8CD3-80C3CB03DEB7}">
      <dgm:prSet custT="1"/>
      <dgm:spPr/>
      <dgm:t>
        <a:bodyPr/>
        <a:lstStyle/>
        <a:p>
          <a:r>
            <a:rPr lang="en-US" sz="1200"/>
            <a:t>Deloitte was also appointed to develop institutional capabilities within Himurja and other state agencies for effectively managing engagement of consumers into the RTS portal. </a:t>
          </a:r>
        </a:p>
      </dgm:t>
    </dgm:pt>
    <dgm:pt modelId="{3A345E47-6DB1-4A59-BB9B-ABD752B2077B}" type="parTrans" cxnId="{83237AD9-3C19-4C39-8C03-4C68F58B2135}">
      <dgm:prSet/>
      <dgm:spPr/>
      <dgm:t>
        <a:bodyPr/>
        <a:lstStyle/>
        <a:p>
          <a:endParaRPr lang="en-US" sz="1200"/>
        </a:p>
      </dgm:t>
    </dgm:pt>
    <dgm:pt modelId="{9BD54B82-47BA-44E3-B2A7-B8967D5A7D1C}" type="sibTrans" cxnId="{83237AD9-3C19-4C39-8C03-4C68F58B2135}">
      <dgm:prSet/>
      <dgm:spPr/>
      <dgm:t>
        <a:bodyPr/>
        <a:lstStyle/>
        <a:p>
          <a:endParaRPr lang="en-US" sz="1200"/>
        </a:p>
      </dgm:t>
    </dgm:pt>
    <dgm:pt modelId="{2F181E4E-25A0-479B-BE55-F9477E39F145}">
      <dgm:prSet custT="1"/>
      <dgm:spPr/>
      <dgm:t>
        <a:bodyPr/>
        <a:lstStyle/>
        <a:p>
          <a:r>
            <a:rPr lang="en-US" sz="1200"/>
            <a:t>The portal has been live since April 2019.</a:t>
          </a:r>
        </a:p>
      </dgm:t>
    </dgm:pt>
    <dgm:pt modelId="{D28D6309-D144-45C9-B201-6187253D2453}" type="parTrans" cxnId="{CDD7AB10-C62C-4359-AA33-FC0650EDDA00}">
      <dgm:prSet/>
      <dgm:spPr/>
      <dgm:t>
        <a:bodyPr/>
        <a:lstStyle/>
        <a:p>
          <a:endParaRPr lang="en-US" sz="1200"/>
        </a:p>
      </dgm:t>
    </dgm:pt>
    <dgm:pt modelId="{6C811B14-A795-4E9A-A560-D018065C1101}" type="sibTrans" cxnId="{CDD7AB10-C62C-4359-AA33-FC0650EDDA00}">
      <dgm:prSet/>
      <dgm:spPr/>
      <dgm:t>
        <a:bodyPr/>
        <a:lstStyle/>
        <a:p>
          <a:endParaRPr lang="en-US" sz="1200"/>
        </a:p>
      </dgm:t>
    </dgm:pt>
    <dgm:pt modelId="{73DEB167-3D62-45FF-A92F-17634B2EE973}">
      <dgm:prSet custT="1"/>
      <dgm:spPr/>
      <dgm:t>
        <a:bodyPr/>
        <a:lstStyle/>
        <a:p>
          <a:r>
            <a:rPr lang="en-US" sz="1200"/>
            <a:t>Along with assistance in the stabilization and enhancement of portal, Deloitte developed the mobile application for Himurja officers. </a:t>
          </a:r>
        </a:p>
      </dgm:t>
    </dgm:pt>
    <dgm:pt modelId="{F313A2EB-23CF-4056-901C-47A9F639A25E}" type="parTrans" cxnId="{BA29DEBC-1F1A-4ACF-B33F-300000CF0689}">
      <dgm:prSet/>
      <dgm:spPr/>
      <dgm:t>
        <a:bodyPr/>
        <a:lstStyle/>
        <a:p>
          <a:endParaRPr lang="en-US" sz="1200"/>
        </a:p>
      </dgm:t>
    </dgm:pt>
    <dgm:pt modelId="{B950EB3E-1CD3-42C2-A35E-6848195827C6}" type="sibTrans" cxnId="{BA29DEBC-1F1A-4ACF-B33F-300000CF0689}">
      <dgm:prSet/>
      <dgm:spPr/>
      <dgm:t>
        <a:bodyPr/>
        <a:lstStyle/>
        <a:p>
          <a:endParaRPr lang="en-US" sz="1200"/>
        </a:p>
      </dgm:t>
    </dgm:pt>
    <dgm:pt modelId="{901F439B-6FCB-492F-A768-288DEDA9EB37}">
      <dgm:prSet custT="1"/>
      <dgm:spPr/>
      <dgm:t>
        <a:bodyPr/>
        <a:lstStyle/>
        <a:p>
          <a:r>
            <a:rPr lang="en-US" sz="1200"/>
            <a:t>We also undertook troubleshooting and update of web based RTS portal based on feedback from Himurja. </a:t>
          </a:r>
        </a:p>
      </dgm:t>
    </dgm:pt>
    <dgm:pt modelId="{26B6A2C3-A422-4B0E-9EA4-DFE561DE0F73}" type="parTrans" cxnId="{15F7FE8D-5B1D-45D9-81AD-2C1FD6B9C04E}">
      <dgm:prSet/>
      <dgm:spPr/>
      <dgm:t>
        <a:bodyPr/>
        <a:lstStyle/>
        <a:p>
          <a:endParaRPr lang="en-US" sz="1200"/>
        </a:p>
      </dgm:t>
    </dgm:pt>
    <dgm:pt modelId="{456BF80E-56F0-4FF7-8672-62290295D490}" type="sibTrans" cxnId="{15F7FE8D-5B1D-45D9-81AD-2C1FD6B9C04E}">
      <dgm:prSet/>
      <dgm:spPr/>
      <dgm:t>
        <a:bodyPr/>
        <a:lstStyle/>
        <a:p>
          <a:endParaRPr lang="en-US" sz="1200"/>
        </a:p>
      </dgm:t>
    </dgm:pt>
    <dgm:pt modelId="{74339ECB-9A45-4DE1-BA3D-51BC0D4A0955}">
      <dgm:prSet custT="1"/>
      <dgm:spPr/>
      <dgm:t>
        <a:bodyPr/>
        <a:lstStyle/>
        <a:p>
          <a:r>
            <a:rPr lang="en-US" sz="1200"/>
            <a:t>Resolution of safety issues pursuant to security audit and training to Himurja officials on operation of the portal was also provided.</a:t>
          </a:r>
        </a:p>
      </dgm:t>
    </dgm:pt>
    <dgm:pt modelId="{55F7DFC4-BDBD-488A-AD60-EE53C125D23D}" type="parTrans" cxnId="{8F463C43-E279-4530-9969-FB3EFAB575FD}">
      <dgm:prSet/>
      <dgm:spPr/>
      <dgm:t>
        <a:bodyPr/>
        <a:lstStyle/>
        <a:p>
          <a:endParaRPr lang="en-US" sz="1200"/>
        </a:p>
      </dgm:t>
    </dgm:pt>
    <dgm:pt modelId="{AE29BE1B-FC78-40E1-ACBC-713096098B7C}" type="sibTrans" cxnId="{8F463C43-E279-4530-9969-FB3EFAB575FD}">
      <dgm:prSet/>
      <dgm:spPr/>
      <dgm:t>
        <a:bodyPr/>
        <a:lstStyle/>
        <a:p>
          <a:endParaRPr lang="en-US" sz="1200"/>
        </a:p>
      </dgm:t>
    </dgm:pt>
    <dgm:pt modelId="{CC390512-0972-4FF1-A925-FFB75F374A24}" type="pres">
      <dgm:prSet presAssocID="{C6988ED2-B4A0-48F7-AB55-C5327FC7134B}" presName="vert0" presStyleCnt="0">
        <dgm:presLayoutVars>
          <dgm:dir/>
          <dgm:animOne val="branch"/>
          <dgm:animLvl val="lvl"/>
        </dgm:presLayoutVars>
      </dgm:prSet>
      <dgm:spPr/>
    </dgm:pt>
    <dgm:pt modelId="{6A404288-0340-43DD-8426-8BE7DFC3F1E2}" type="pres">
      <dgm:prSet presAssocID="{4EE943FB-B470-4F9C-90A7-036DB0F84F18}" presName="thickLine" presStyleLbl="alignNode1" presStyleIdx="0" presStyleCnt="6"/>
      <dgm:spPr/>
    </dgm:pt>
    <dgm:pt modelId="{8423C59C-F14D-47EC-9205-9F83BFF9E25B}" type="pres">
      <dgm:prSet presAssocID="{4EE943FB-B470-4F9C-90A7-036DB0F84F18}" presName="horz1" presStyleCnt="0"/>
      <dgm:spPr/>
    </dgm:pt>
    <dgm:pt modelId="{F43BE024-C2A7-43FF-89B4-2467A2C1389B}" type="pres">
      <dgm:prSet presAssocID="{4EE943FB-B470-4F9C-90A7-036DB0F84F18}" presName="tx1" presStyleLbl="revTx" presStyleIdx="0" presStyleCnt="6" custScaleY="74181"/>
      <dgm:spPr/>
    </dgm:pt>
    <dgm:pt modelId="{89005822-BDF8-4BA0-A6E7-12ECF3728036}" type="pres">
      <dgm:prSet presAssocID="{4EE943FB-B470-4F9C-90A7-036DB0F84F18}" presName="vert1" presStyleCnt="0"/>
      <dgm:spPr/>
    </dgm:pt>
    <dgm:pt modelId="{9F2E3C65-69CF-472B-A9F9-08295343B58D}" type="pres">
      <dgm:prSet presAssocID="{17385E16-164C-4744-8CD3-80C3CB03DEB7}" presName="thickLine" presStyleLbl="alignNode1" presStyleIdx="1" presStyleCnt="6"/>
      <dgm:spPr/>
    </dgm:pt>
    <dgm:pt modelId="{4D055DB7-525B-4F34-9893-F758AB84566C}" type="pres">
      <dgm:prSet presAssocID="{17385E16-164C-4744-8CD3-80C3CB03DEB7}" presName="horz1" presStyleCnt="0"/>
      <dgm:spPr/>
    </dgm:pt>
    <dgm:pt modelId="{200CA41C-ABD9-45BB-AB66-A7B3BF94A5B4}" type="pres">
      <dgm:prSet presAssocID="{17385E16-164C-4744-8CD3-80C3CB03DEB7}" presName="tx1" presStyleLbl="revTx" presStyleIdx="1" presStyleCnt="6"/>
      <dgm:spPr/>
    </dgm:pt>
    <dgm:pt modelId="{F264014D-1E77-4AFD-ABA1-655BC51AC9D5}" type="pres">
      <dgm:prSet presAssocID="{17385E16-164C-4744-8CD3-80C3CB03DEB7}" presName="vert1" presStyleCnt="0"/>
      <dgm:spPr/>
    </dgm:pt>
    <dgm:pt modelId="{EA28A148-BCF1-414F-8AC2-32538C6AE987}" type="pres">
      <dgm:prSet presAssocID="{2F181E4E-25A0-479B-BE55-F9477E39F145}" presName="thickLine" presStyleLbl="alignNode1" presStyleIdx="2" presStyleCnt="6"/>
      <dgm:spPr/>
    </dgm:pt>
    <dgm:pt modelId="{49CA8DEE-411A-48A7-9191-DDB03AA01AA1}" type="pres">
      <dgm:prSet presAssocID="{2F181E4E-25A0-479B-BE55-F9477E39F145}" presName="horz1" presStyleCnt="0"/>
      <dgm:spPr/>
    </dgm:pt>
    <dgm:pt modelId="{BCC50849-F2C4-48E6-9595-18ECD58BA885}" type="pres">
      <dgm:prSet presAssocID="{2F181E4E-25A0-479B-BE55-F9477E39F145}" presName="tx1" presStyleLbl="revTx" presStyleIdx="2" presStyleCnt="6" custScaleY="43742"/>
      <dgm:spPr/>
    </dgm:pt>
    <dgm:pt modelId="{AF36A77B-2D9E-4AC0-8234-44A516955E3E}" type="pres">
      <dgm:prSet presAssocID="{2F181E4E-25A0-479B-BE55-F9477E39F145}" presName="vert1" presStyleCnt="0"/>
      <dgm:spPr/>
    </dgm:pt>
    <dgm:pt modelId="{3AA96686-61C6-402E-A603-7B37E6DA2D49}" type="pres">
      <dgm:prSet presAssocID="{73DEB167-3D62-45FF-A92F-17634B2EE973}" presName="thickLine" presStyleLbl="alignNode1" presStyleIdx="3" presStyleCnt="6"/>
      <dgm:spPr/>
    </dgm:pt>
    <dgm:pt modelId="{F1FF42AF-6AAC-4D98-B596-A237984B158F}" type="pres">
      <dgm:prSet presAssocID="{73DEB167-3D62-45FF-A92F-17634B2EE973}" presName="horz1" presStyleCnt="0"/>
      <dgm:spPr/>
    </dgm:pt>
    <dgm:pt modelId="{F3C653B4-A546-497E-8C57-8C1DB2D8AC21}" type="pres">
      <dgm:prSet presAssocID="{73DEB167-3D62-45FF-A92F-17634B2EE973}" presName="tx1" presStyleLbl="revTx" presStyleIdx="3" presStyleCnt="6" custScaleY="78960"/>
      <dgm:spPr/>
    </dgm:pt>
    <dgm:pt modelId="{159F7859-1595-4BD8-9E19-6CACAAFCFF54}" type="pres">
      <dgm:prSet presAssocID="{73DEB167-3D62-45FF-A92F-17634B2EE973}" presName="vert1" presStyleCnt="0"/>
      <dgm:spPr/>
    </dgm:pt>
    <dgm:pt modelId="{336E73FE-881A-4CF3-B2ED-4CED9EAD12AA}" type="pres">
      <dgm:prSet presAssocID="{901F439B-6FCB-492F-A768-288DEDA9EB37}" presName="thickLine" presStyleLbl="alignNode1" presStyleIdx="4" presStyleCnt="6"/>
      <dgm:spPr/>
    </dgm:pt>
    <dgm:pt modelId="{948734C7-3AD7-4622-84C5-DC1C1B8B363E}" type="pres">
      <dgm:prSet presAssocID="{901F439B-6FCB-492F-A768-288DEDA9EB37}" presName="horz1" presStyleCnt="0"/>
      <dgm:spPr/>
    </dgm:pt>
    <dgm:pt modelId="{9ADD2D95-D5B8-4199-90BA-BE9502986E62}" type="pres">
      <dgm:prSet presAssocID="{901F439B-6FCB-492F-A768-288DEDA9EB37}" presName="tx1" presStyleLbl="revTx" presStyleIdx="4" presStyleCnt="6" custScaleY="72098"/>
      <dgm:spPr/>
    </dgm:pt>
    <dgm:pt modelId="{803D9F7A-2CF7-45B2-BC27-F94DCA5D59AF}" type="pres">
      <dgm:prSet presAssocID="{901F439B-6FCB-492F-A768-288DEDA9EB37}" presName="vert1" presStyleCnt="0"/>
      <dgm:spPr/>
    </dgm:pt>
    <dgm:pt modelId="{0AC99A55-C502-4972-A9DB-0CF04E46798E}" type="pres">
      <dgm:prSet presAssocID="{74339ECB-9A45-4DE1-BA3D-51BC0D4A0955}" presName="thickLine" presStyleLbl="alignNode1" presStyleIdx="5" presStyleCnt="6"/>
      <dgm:spPr/>
    </dgm:pt>
    <dgm:pt modelId="{BD582234-AB83-4A62-9DC6-6FEE12F0D85A}" type="pres">
      <dgm:prSet presAssocID="{74339ECB-9A45-4DE1-BA3D-51BC0D4A0955}" presName="horz1" presStyleCnt="0"/>
      <dgm:spPr/>
    </dgm:pt>
    <dgm:pt modelId="{86A206DF-7087-4FC7-B92E-89FABECE4000}" type="pres">
      <dgm:prSet presAssocID="{74339ECB-9A45-4DE1-BA3D-51BC0D4A0955}" presName="tx1" presStyleLbl="revTx" presStyleIdx="5" presStyleCnt="6" custScaleY="73985"/>
      <dgm:spPr/>
    </dgm:pt>
    <dgm:pt modelId="{D58CF506-5D2A-4BDE-B1B5-73A75D76F005}" type="pres">
      <dgm:prSet presAssocID="{74339ECB-9A45-4DE1-BA3D-51BC0D4A0955}" presName="vert1" presStyleCnt="0"/>
      <dgm:spPr/>
    </dgm:pt>
  </dgm:ptLst>
  <dgm:cxnLst>
    <dgm:cxn modelId="{2A541E0D-F7F5-4E1F-A921-6E6AD31723FE}" type="presOf" srcId="{C6988ED2-B4A0-48F7-AB55-C5327FC7134B}" destId="{CC390512-0972-4FF1-A925-FFB75F374A24}" srcOrd="0" destOrd="0" presId="urn:microsoft.com/office/officeart/2008/layout/LinedList"/>
    <dgm:cxn modelId="{CDD7AB10-C62C-4359-AA33-FC0650EDDA00}" srcId="{C6988ED2-B4A0-48F7-AB55-C5327FC7134B}" destId="{2F181E4E-25A0-479B-BE55-F9477E39F145}" srcOrd="2" destOrd="0" parTransId="{D28D6309-D144-45C9-B201-6187253D2453}" sibTransId="{6C811B14-A795-4E9A-A560-D018065C1101}"/>
    <dgm:cxn modelId="{4A8B2A17-035E-4F35-8898-3F2AA5C1ABB5}" type="presOf" srcId="{17385E16-164C-4744-8CD3-80C3CB03DEB7}" destId="{200CA41C-ABD9-45BB-AB66-A7B3BF94A5B4}" srcOrd="0" destOrd="0" presId="urn:microsoft.com/office/officeart/2008/layout/LinedList"/>
    <dgm:cxn modelId="{8F463C43-E279-4530-9969-FB3EFAB575FD}" srcId="{C6988ED2-B4A0-48F7-AB55-C5327FC7134B}" destId="{74339ECB-9A45-4DE1-BA3D-51BC0D4A0955}" srcOrd="5" destOrd="0" parTransId="{55F7DFC4-BDBD-488A-AD60-EE53C125D23D}" sibTransId="{AE29BE1B-FC78-40E1-ACBC-713096098B7C}"/>
    <dgm:cxn modelId="{15F7FE8D-5B1D-45D9-81AD-2C1FD6B9C04E}" srcId="{C6988ED2-B4A0-48F7-AB55-C5327FC7134B}" destId="{901F439B-6FCB-492F-A768-288DEDA9EB37}" srcOrd="4" destOrd="0" parTransId="{26B6A2C3-A422-4B0E-9EA4-DFE561DE0F73}" sibTransId="{456BF80E-56F0-4FF7-8672-62290295D490}"/>
    <dgm:cxn modelId="{22B6838E-2918-48F1-8BCE-DE206B0AA750}" type="presOf" srcId="{2F181E4E-25A0-479B-BE55-F9477E39F145}" destId="{BCC50849-F2C4-48E6-9595-18ECD58BA885}" srcOrd="0" destOrd="0" presId="urn:microsoft.com/office/officeart/2008/layout/LinedList"/>
    <dgm:cxn modelId="{8E47D39B-438C-491F-A2D1-5AD9AD70BBA0}" type="presOf" srcId="{73DEB167-3D62-45FF-A92F-17634B2EE973}" destId="{F3C653B4-A546-497E-8C57-8C1DB2D8AC21}" srcOrd="0" destOrd="0" presId="urn:microsoft.com/office/officeart/2008/layout/LinedList"/>
    <dgm:cxn modelId="{25E5A3A8-18DB-4EB2-8FA0-864C1D66EBB3}" type="presOf" srcId="{901F439B-6FCB-492F-A768-288DEDA9EB37}" destId="{9ADD2D95-D5B8-4199-90BA-BE9502986E62}" srcOrd="0" destOrd="0" presId="urn:microsoft.com/office/officeart/2008/layout/LinedList"/>
    <dgm:cxn modelId="{BA29DEBC-1F1A-4ACF-B33F-300000CF0689}" srcId="{C6988ED2-B4A0-48F7-AB55-C5327FC7134B}" destId="{73DEB167-3D62-45FF-A92F-17634B2EE973}" srcOrd="3" destOrd="0" parTransId="{F313A2EB-23CF-4056-901C-47A9F639A25E}" sibTransId="{B950EB3E-1CD3-42C2-A35E-6848195827C6}"/>
    <dgm:cxn modelId="{F62742D5-597D-4317-AC55-FE64F2F73992}" srcId="{C6988ED2-B4A0-48F7-AB55-C5327FC7134B}" destId="{4EE943FB-B470-4F9C-90A7-036DB0F84F18}" srcOrd="0" destOrd="0" parTransId="{9BE3AB93-A50A-450C-9623-3C19A76E3B36}" sibTransId="{F811F32A-F506-4205-B624-B1A9DBBC8B5F}"/>
    <dgm:cxn modelId="{83237AD9-3C19-4C39-8C03-4C68F58B2135}" srcId="{C6988ED2-B4A0-48F7-AB55-C5327FC7134B}" destId="{17385E16-164C-4744-8CD3-80C3CB03DEB7}" srcOrd="1" destOrd="0" parTransId="{3A345E47-6DB1-4A59-BB9B-ABD752B2077B}" sibTransId="{9BD54B82-47BA-44E3-B2A7-B8967D5A7D1C}"/>
    <dgm:cxn modelId="{926E5AF9-B3D9-42FB-90F9-52BF9826D0E8}" type="presOf" srcId="{74339ECB-9A45-4DE1-BA3D-51BC0D4A0955}" destId="{86A206DF-7087-4FC7-B92E-89FABECE4000}" srcOrd="0" destOrd="0" presId="urn:microsoft.com/office/officeart/2008/layout/LinedList"/>
    <dgm:cxn modelId="{DF35B0FE-EF38-4011-BA8C-DF76C95CFD45}" type="presOf" srcId="{4EE943FB-B470-4F9C-90A7-036DB0F84F18}" destId="{F43BE024-C2A7-43FF-89B4-2467A2C1389B}" srcOrd="0" destOrd="0" presId="urn:microsoft.com/office/officeart/2008/layout/LinedList"/>
    <dgm:cxn modelId="{ADC06D43-91DE-4636-82DA-1081DBFA0DA6}" type="presParOf" srcId="{CC390512-0972-4FF1-A925-FFB75F374A24}" destId="{6A404288-0340-43DD-8426-8BE7DFC3F1E2}" srcOrd="0" destOrd="0" presId="urn:microsoft.com/office/officeart/2008/layout/LinedList"/>
    <dgm:cxn modelId="{AD8C2DF0-A99B-4BDF-96C5-77164C6C2A51}" type="presParOf" srcId="{CC390512-0972-4FF1-A925-FFB75F374A24}" destId="{8423C59C-F14D-47EC-9205-9F83BFF9E25B}" srcOrd="1" destOrd="0" presId="urn:microsoft.com/office/officeart/2008/layout/LinedList"/>
    <dgm:cxn modelId="{E1DEB342-9CD0-4544-919A-A6DEC45627E8}" type="presParOf" srcId="{8423C59C-F14D-47EC-9205-9F83BFF9E25B}" destId="{F43BE024-C2A7-43FF-89B4-2467A2C1389B}" srcOrd="0" destOrd="0" presId="urn:microsoft.com/office/officeart/2008/layout/LinedList"/>
    <dgm:cxn modelId="{3B78161C-9451-404F-9F43-5B51BDC8845D}" type="presParOf" srcId="{8423C59C-F14D-47EC-9205-9F83BFF9E25B}" destId="{89005822-BDF8-4BA0-A6E7-12ECF3728036}" srcOrd="1" destOrd="0" presId="urn:microsoft.com/office/officeart/2008/layout/LinedList"/>
    <dgm:cxn modelId="{A2C8F108-01D8-4011-9CF3-4912ACD9D092}" type="presParOf" srcId="{CC390512-0972-4FF1-A925-FFB75F374A24}" destId="{9F2E3C65-69CF-472B-A9F9-08295343B58D}" srcOrd="2" destOrd="0" presId="urn:microsoft.com/office/officeart/2008/layout/LinedList"/>
    <dgm:cxn modelId="{87DFB35F-3770-4B20-97D0-6E7481C9602B}" type="presParOf" srcId="{CC390512-0972-4FF1-A925-FFB75F374A24}" destId="{4D055DB7-525B-4F34-9893-F758AB84566C}" srcOrd="3" destOrd="0" presId="urn:microsoft.com/office/officeart/2008/layout/LinedList"/>
    <dgm:cxn modelId="{85D6D902-14E4-455A-8795-995B156B5456}" type="presParOf" srcId="{4D055DB7-525B-4F34-9893-F758AB84566C}" destId="{200CA41C-ABD9-45BB-AB66-A7B3BF94A5B4}" srcOrd="0" destOrd="0" presId="urn:microsoft.com/office/officeart/2008/layout/LinedList"/>
    <dgm:cxn modelId="{239D0296-6E45-460D-A5B1-5A8B1FA0B9DC}" type="presParOf" srcId="{4D055DB7-525B-4F34-9893-F758AB84566C}" destId="{F264014D-1E77-4AFD-ABA1-655BC51AC9D5}" srcOrd="1" destOrd="0" presId="urn:microsoft.com/office/officeart/2008/layout/LinedList"/>
    <dgm:cxn modelId="{3E6A7237-29AA-455A-BCB1-6D10CBD713A2}" type="presParOf" srcId="{CC390512-0972-4FF1-A925-FFB75F374A24}" destId="{EA28A148-BCF1-414F-8AC2-32538C6AE987}" srcOrd="4" destOrd="0" presId="urn:microsoft.com/office/officeart/2008/layout/LinedList"/>
    <dgm:cxn modelId="{3DCE75C5-D134-49F6-82E2-837EE4D5EFE1}" type="presParOf" srcId="{CC390512-0972-4FF1-A925-FFB75F374A24}" destId="{49CA8DEE-411A-48A7-9191-DDB03AA01AA1}" srcOrd="5" destOrd="0" presId="urn:microsoft.com/office/officeart/2008/layout/LinedList"/>
    <dgm:cxn modelId="{BF64CDEC-08CE-4A70-BCB1-3A9F4EF51EF3}" type="presParOf" srcId="{49CA8DEE-411A-48A7-9191-DDB03AA01AA1}" destId="{BCC50849-F2C4-48E6-9595-18ECD58BA885}" srcOrd="0" destOrd="0" presId="urn:microsoft.com/office/officeart/2008/layout/LinedList"/>
    <dgm:cxn modelId="{D9B0FF4D-695D-4301-BC15-B34B94064B95}" type="presParOf" srcId="{49CA8DEE-411A-48A7-9191-DDB03AA01AA1}" destId="{AF36A77B-2D9E-4AC0-8234-44A516955E3E}" srcOrd="1" destOrd="0" presId="urn:microsoft.com/office/officeart/2008/layout/LinedList"/>
    <dgm:cxn modelId="{F14DBD62-B131-4D01-BEBE-5BD83080A172}" type="presParOf" srcId="{CC390512-0972-4FF1-A925-FFB75F374A24}" destId="{3AA96686-61C6-402E-A603-7B37E6DA2D49}" srcOrd="6" destOrd="0" presId="urn:microsoft.com/office/officeart/2008/layout/LinedList"/>
    <dgm:cxn modelId="{C2FE077D-F344-414A-B459-327005FE9C38}" type="presParOf" srcId="{CC390512-0972-4FF1-A925-FFB75F374A24}" destId="{F1FF42AF-6AAC-4D98-B596-A237984B158F}" srcOrd="7" destOrd="0" presId="urn:microsoft.com/office/officeart/2008/layout/LinedList"/>
    <dgm:cxn modelId="{214230FA-E727-4E87-ADF6-A5C39666D0B8}" type="presParOf" srcId="{F1FF42AF-6AAC-4D98-B596-A237984B158F}" destId="{F3C653B4-A546-497E-8C57-8C1DB2D8AC21}" srcOrd="0" destOrd="0" presId="urn:microsoft.com/office/officeart/2008/layout/LinedList"/>
    <dgm:cxn modelId="{CB6C3A33-6ED3-4B7D-9F90-6533A5AFF2A0}" type="presParOf" srcId="{F1FF42AF-6AAC-4D98-B596-A237984B158F}" destId="{159F7859-1595-4BD8-9E19-6CACAAFCFF54}" srcOrd="1" destOrd="0" presId="urn:microsoft.com/office/officeart/2008/layout/LinedList"/>
    <dgm:cxn modelId="{EA9D3989-0B14-4340-9337-BE97E8DED21C}" type="presParOf" srcId="{CC390512-0972-4FF1-A925-FFB75F374A24}" destId="{336E73FE-881A-4CF3-B2ED-4CED9EAD12AA}" srcOrd="8" destOrd="0" presId="urn:microsoft.com/office/officeart/2008/layout/LinedList"/>
    <dgm:cxn modelId="{2EAFE567-4079-4654-9175-46BD47612964}" type="presParOf" srcId="{CC390512-0972-4FF1-A925-FFB75F374A24}" destId="{948734C7-3AD7-4622-84C5-DC1C1B8B363E}" srcOrd="9" destOrd="0" presId="urn:microsoft.com/office/officeart/2008/layout/LinedList"/>
    <dgm:cxn modelId="{1E9F773C-9549-4F26-AD3D-5A064CFD2923}" type="presParOf" srcId="{948734C7-3AD7-4622-84C5-DC1C1B8B363E}" destId="{9ADD2D95-D5B8-4199-90BA-BE9502986E62}" srcOrd="0" destOrd="0" presId="urn:microsoft.com/office/officeart/2008/layout/LinedList"/>
    <dgm:cxn modelId="{1F1E0F22-A610-4B8B-8DC0-40604DE030D2}" type="presParOf" srcId="{948734C7-3AD7-4622-84C5-DC1C1B8B363E}" destId="{803D9F7A-2CF7-45B2-BC27-F94DCA5D59AF}" srcOrd="1" destOrd="0" presId="urn:microsoft.com/office/officeart/2008/layout/LinedList"/>
    <dgm:cxn modelId="{5FC523DB-3D69-4619-A9DE-6448E04A6865}" type="presParOf" srcId="{CC390512-0972-4FF1-A925-FFB75F374A24}" destId="{0AC99A55-C502-4972-A9DB-0CF04E46798E}" srcOrd="10" destOrd="0" presId="urn:microsoft.com/office/officeart/2008/layout/LinedList"/>
    <dgm:cxn modelId="{4F9B9F66-3DF2-46B0-94C1-C08D1DC70391}" type="presParOf" srcId="{CC390512-0972-4FF1-A925-FFB75F374A24}" destId="{BD582234-AB83-4A62-9DC6-6FEE12F0D85A}" srcOrd="11" destOrd="0" presId="urn:microsoft.com/office/officeart/2008/layout/LinedList"/>
    <dgm:cxn modelId="{6D35AB00-3D69-4D84-A0B5-DAB6CCB7B7D5}" type="presParOf" srcId="{BD582234-AB83-4A62-9DC6-6FEE12F0D85A}" destId="{86A206DF-7087-4FC7-B92E-89FABECE4000}" srcOrd="0" destOrd="0" presId="urn:microsoft.com/office/officeart/2008/layout/LinedList"/>
    <dgm:cxn modelId="{CFEDD089-A0B1-41DA-8C94-5F529587A41D}" type="presParOf" srcId="{BD582234-AB83-4A62-9DC6-6FEE12F0D85A}" destId="{D58CF506-5D2A-4BDE-B1B5-73A75D76F005}" srcOrd="1" destOrd="0" presId="urn:microsoft.com/office/officeart/2008/layout/LinedList"/>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0307CDD-96FB-4A97-A4F6-5EAA3754709E}">
      <dsp:nvSpPr>
        <dsp:cNvPr id="0" name=""/>
        <dsp:cNvSpPr/>
      </dsp:nvSpPr>
      <dsp:spPr>
        <a:xfrm>
          <a:off x="0" y="483135"/>
          <a:ext cx="8397303" cy="226800"/>
        </a:xfrm>
        <a:prstGeom prst="rect">
          <a:avLst/>
        </a:prstGeom>
        <a:solidFill>
          <a:schemeClr val="lt1">
            <a:alpha val="90000"/>
            <a:hueOff val="0"/>
            <a:satOff val="0"/>
            <a:lumOff val="0"/>
            <a:alphaOff val="0"/>
          </a:schemeClr>
        </a:solidFill>
        <a:ln w="9525" cap="flat" cmpd="sng" algn="ctr">
          <a:solidFill>
            <a:schemeClr val="accent1">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sp>
    <dsp:sp modelId="{E797A7F0-4B14-4BFE-975A-D49F51387414}">
      <dsp:nvSpPr>
        <dsp:cNvPr id="0" name=""/>
        <dsp:cNvSpPr/>
      </dsp:nvSpPr>
      <dsp:spPr>
        <a:xfrm>
          <a:off x="399773" y="69832"/>
          <a:ext cx="7995470" cy="546142"/>
        </a:xfrm>
        <a:prstGeom prst="roundRect">
          <a:avLst/>
        </a:prstGeom>
        <a:gradFill flip="none" rotWithShape="1">
          <a:gsLst>
            <a:gs pos="0">
              <a:schemeClr val="accent1">
                <a:lumMod val="5000"/>
                <a:lumOff val="95000"/>
              </a:schemeClr>
            </a:gs>
            <a:gs pos="5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2179" tIns="0" rIns="222179" bIns="0" numCol="1" spcCol="1270" anchor="ctr" anchorCtr="0">
          <a:noAutofit/>
        </a:bodyPr>
        <a:lstStyle/>
        <a:p>
          <a:pPr marL="0" lvl="0" indent="0" algn="l" defTabSz="533400">
            <a:lnSpc>
              <a:spcPct val="90000"/>
            </a:lnSpc>
            <a:spcBef>
              <a:spcPct val="0"/>
            </a:spcBef>
            <a:spcAft>
              <a:spcPct val="35000"/>
            </a:spcAft>
            <a:buClrTx/>
            <a:buSzTx/>
            <a:buFontTx/>
            <a:buNone/>
          </a:pPr>
          <a:r>
            <a:rPr kumimoji="0" lang="en-US" sz="1200" b="0" i="0" u="none" strike="noStrike" kern="1200" cap="none" spc="0" normalizeH="0" baseline="0" noProof="0" dirty="0">
              <a:ln/>
              <a:effectLst/>
              <a:uLnTx/>
              <a:uFillTx/>
              <a:latin typeface="Calibri"/>
              <a:ea typeface="Verdana" panose="020B0604030504040204" pitchFamily="34" charset="0"/>
              <a:cs typeface="Verdana" panose="020B0604030504040204" pitchFamily="34" charset="0"/>
            </a:rPr>
            <a:t>More than </a:t>
          </a:r>
          <a:r>
            <a:rPr lang="en-US" sz="1200" kern="1200" dirty="0">
              <a:latin typeface="Calibri"/>
              <a:ea typeface="Verdana" panose="020B0604030504040204" pitchFamily="34" charset="0"/>
              <a:cs typeface="Verdana" panose="020B0604030504040204" pitchFamily="34" charset="0"/>
            </a:rPr>
            <a:t>400</a:t>
          </a:r>
          <a:r>
            <a:rPr kumimoji="0" lang="en-US" sz="1200" b="0" i="0" u="none" strike="noStrike" kern="1200" cap="none" spc="0" normalizeH="0" baseline="0" noProof="0" dirty="0">
              <a:ln/>
              <a:effectLst/>
              <a:uLnTx/>
              <a:uFillTx/>
              <a:latin typeface="Calibri"/>
              <a:ea typeface="Verdana" panose="020B0604030504040204" pitchFamily="34" charset="0"/>
              <a:cs typeface="Verdana" panose="020B0604030504040204" pitchFamily="34" charset="0"/>
            </a:rPr>
            <a:t> professionals spread across 13 cities in India</a:t>
          </a:r>
          <a:endParaRPr lang="en-IN" sz="1200" kern="1200" dirty="0"/>
        </a:p>
      </dsp:txBody>
      <dsp:txXfrm>
        <a:off x="426433" y="96492"/>
        <a:ext cx="7942150" cy="492822"/>
      </dsp:txXfrm>
    </dsp:sp>
    <dsp:sp modelId="{E371E17B-B889-402D-9EC0-3757D679DC38}">
      <dsp:nvSpPr>
        <dsp:cNvPr id="0" name=""/>
        <dsp:cNvSpPr/>
      </dsp:nvSpPr>
      <dsp:spPr>
        <a:xfrm>
          <a:off x="0" y="1198652"/>
          <a:ext cx="8397303" cy="226800"/>
        </a:xfrm>
        <a:prstGeom prst="rect">
          <a:avLst/>
        </a:prstGeom>
        <a:solidFill>
          <a:schemeClr val="lt1">
            <a:alpha val="90000"/>
            <a:hueOff val="0"/>
            <a:satOff val="0"/>
            <a:lumOff val="0"/>
            <a:alphaOff val="0"/>
          </a:schemeClr>
        </a:solidFill>
        <a:ln w="9525" cap="flat" cmpd="sng" algn="ctr">
          <a:solidFill>
            <a:schemeClr val="accent1">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sp>
    <dsp:sp modelId="{B2783F5B-DA36-4EAC-A2C1-B546F8970B3E}">
      <dsp:nvSpPr>
        <dsp:cNvPr id="0" name=""/>
        <dsp:cNvSpPr/>
      </dsp:nvSpPr>
      <dsp:spPr>
        <a:xfrm>
          <a:off x="408384" y="758535"/>
          <a:ext cx="7982152" cy="572957"/>
        </a:xfrm>
        <a:prstGeom prst="roundRect">
          <a:avLst/>
        </a:prstGeom>
        <a:gradFill flip="none" rotWithShape="1">
          <a:gsLst>
            <a:gs pos="0">
              <a:schemeClr val="accent1">
                <a:lumMod val="5000"/>
                <a:lumOff val="95000"/>
              </a:schemeClr>
            </a:gs>
            <a:gs pos="5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2179" tIns="0" rIns="222179" bIns="0" numCol="1" spcCol="1270" anchor="ctr" anchorCtr="0">
          <a:noAutofit/>
        </a:bodyPr>
        <a:lstStyle/>
        <a:p>
          <a:pPr marL="0" lvl="0" indent="0" algn="l" defTabSz="533400">
            <a:lnSpc>
              <a:spcPct val="90000"/>
            </a:lnSpc>
            <a:spcBef>
              <a:spcPct val="0"/>
            </a:spcBef>
            <a:spcAft>
              <a:spcPct val="35000"/>
            </a:spcAft>
            <a:buClrTx/>
            <a:buSzTx/>
            <a:buFontTx/>
            <a:buNone/>
          </a:pPr>
          <a:r>
            <a:rPr kumimoji="0" lang="en-US" sz="1200" b="0" i="0" u="none" strike="noStrike" kern="1200" cap="none" spc="0" normalizeH="0" baseline="0" noProof="0" dirty="0">
              <a:ln/>
              <a:effectLst/>
              <a:uLnTx/>
              <a:uFillTx/>
              <a:latin typeface="Calibri"/>
              <a:ea typeface="Verdana" panose="020B0604030504040204" pitchFamily="34" charset="0"/>
              <a:cs typeface="Verdana" panose="020B0604030504040204" pitchFamily="34" charset="0"/>
            </a:rPr>
            <a:t>Significant experience in the energy sector with focus on policy reviews, regulatory assistance, development of business/ strategic plans for various departments and public sector organizations</a:t>
          </a:r>
          <a:endParaRPr lang="en-IN" sz="1200" kern="1200" dirty="0"/>
        </a:p>
      </dsp:txBody>
      <dsp:txXfrm>
        <a:off x="436353" y="786504"/>
        <a:ext cx="7926214" cy="517019"/>
      </dsp:txXfrm>
    </dsp:sp>
    <dsp:sp modelId="{29880C28-CD0D-4F37-9209-5860B8078F0C}">
      <dsp:nvSpPr>
        <dsp:cNvPr id="0" name=""/>
        <dsp:cNvSpPr/>
      </dsp:nvSpPr>
      <dsp:spPr>
        <a:xfrm>
          <a:off x="0" y="1891027"/>
          <a:ext cx="8397303" cy="226800"/>
        </a:xfrm>
        <a:prstGeom prst="rect">
          <a:avLst/>
        </a:prstGeom>
        <a:solidFill>
          <a:schemeClr val="lt1">
            <a:alpha val="90000"/>
            <a:hueOff val="0"/>
            <a:satOff val="0"/>
            <a:lumOff val="0"/>
            <a:alphaOff val="0"/>
          </a:schemeClr>
        </a:solidFill>
        <a:ln w="9525" cap="flat" cmpd="sng" algn="ctr">
          <a:solidFill>
            <a:schemeClr val="accent1">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sp>
    <dsp:sp modelId="{DA75AD85-9852-4CAF-933C-9101D911D303}">
      <dsp:nvSpPr>
        <dsp:cNvPr id="0" name=""/>
        <dsp:cNvSpPr/>
      </dsp:nvSpPr>
      <dsp:spPr>
        <a:xfrm>
          <a:off x="399773" y="1474052"/>
          <a:ext cx="7995470" cy="549814"/>
        </a:xfrm>
        <a:prstGeom prst="roundRect">
          <a:avLst/>
        </a:prstGeom>
        <a:gradFill flip="none" rotWithShape="1">
          <a:gsLst>
            <a:gs pos="0">
              <a:schemeClr val="accent1">
                <a:lumMod val="5000"/>
                <a:lumOff val="95000"/>
              </a:schemeClr>
            </a:gs>
            <a:gs pos="5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22179" tIns="0" rIns="222179" bIns="0" numCol="1" spcCol="1270" anchor="ctr" anchorCtr="0">
          <a:noAutofit/>
        </a:bodyPr>
        <a:lstStyle/>
        <a:p>
          <a:pPr marL="0" lvl="0" indent="0" algn="l" defTabSz="533400">
            <a:lnSpc>
              <a:spcPct val="90000"/>
            </a:lnSpc>
            <a:spcBef>
              <a:spcPct val="0"/>
            </a:spcBef>
            <a:spcAft>
              <a:spcPct val="35000"/>
            </a:spcAft>
            <a:buClrTx/>
            <a:buSzTx/>
            <a:buFontTx/>
            <a:buNone/>
          </a:pPr>
          <a:r>
            <a:rPr kumimoji="0" lang="en-US" sz="1200" b="0" i="0" u="none" strike="noStrike" kern="1200" cap="none" spc="0" normalizeH="0" baseline="0" noProof="0" dirty="0">
              <a:ln/>
              <a:effectLst/>
              <a:uLnTx/>
              <a:uFillTx/>
              <a:latin typeface="Calibri"/>
              <a:ea typeface="+mn-ea"/>
              <a:cs typeface="+mn-cs"/>
            </a:rPr>
            <a:t>Excellent mix of expertise with energy economics, technical, commercial, accounting, financial modeling</a:t>
          </a:r>
          <a:endParaRPr lang="en-IN" sz="1200" kern="1200" dirty="0"/>
        </a:p>
      </dsp:txBody>
      <dsp:txXfrm>
        <a:off x="426613" y="1500892"/>
        <a:ext cx="7941790" cy="49613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95632D8-CD68-4E74-A35C-936B9E337B59}">
      <dsp:nvSpPr>
        <dsp:cNvPr id="0" name=""/>
        <dsp:cNvSpPr/>
      </dsp:nvSpPr>
      <dsp:spPr>
        <a:xfrm rot="16200000">
          <a:off x="138180" y="-138180"/>
          <a:ext cx="1930126" cy="2206487"/>
        </a:xfrm>
        <a:prstGeom prst="round1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US" sz="1600" b="1" kern="1200">
              <a:effectLst/>
            </a:rPr>
            <a:t>Finance &amp; Controlling Module (FICO)</a:t>
          </a:r>
          <a:endParaRPr lang="en-US" sz="1600" kern="1200"/>
        </a:p>
      </dsp:txBody>
      <dsp:txXfrm rot="5400000">
        <a:off x="0" y="0"/>
        <a:ext cx="2206487" cy="1447594"/>
      </dsp:txXfrm>
    </dsp:sp>
    <dsp:sp modelId="{ECA7A6AB-41BF-4EE8-98C9-535C82F2E3DD}">
      <dsp:nvSpPr>
        <dsp:cNvPr id="0" name=""/>
        <dsp:cNvSpPr/>
      </dsp:nvSpPr>
      <dsp:spPr>
        <a:xfrm>
          <a:off x="2206487" y="0"/>
          <a:ext cx="2206487" cy="1930126"/>
        </a:xfrm>
        <a:prstGeom prst="round1Rect">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US" sz="1600" b="1" kern="1200">
              <a:effectLst/>
            </a:rPr>
            <a:t>Material Management Module (MM)</a:t>
          </a:r>
          <a:endParaRPr lang="en-US" sz="1600" kern="1200"/>
        </a:p>
      </dsp:txBody>
      <dsp:txXfrm>
        <a:off x="2206487" y="0"/>
        <a:ext cx="2206487" cy="1447594"/>
      </dsp:txXfrm>
    </dsp:sp>
    <dsp:sp modelId="{4FD511D8-45A9-47BE-B9C5-1A4D2A92D8FC}">
      <dsp:nvSpPr>
        <dsp:cNvPr id="0" name=""/>
        <dsp:cNvSpPr/>
      </dsp:nvSpPr>
      <dsp:spPr>
        <a:xfrm rot="10800000">
          <a:off x="0" y="1930126"/>
          <a:ext cx="2206487" cy="1930126"/>
        </a:xfrm>
        <a:prstGeom prst="round1Rect">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US" sz="1600" b="1" kern="1200">
              <a:effectLst/>
            </a:rPr>
            <a:t>Sales and Distribution Module (SD)</a:t>
          </a:r>
          <a:endParaRPr lang="en-US" sz="1600" kern="1200"/>
        </a:p>
      </dsp:txBody>
      <dsp:txXfrm rot="10800000">
        <a:off x="0" y="2412657"/>
        <a:ext cx="2206487" cy="1447594"/>
      </dsp:txXfrm>
    </dsp:sp>
    <dsp:sp modelId="{163589FC-1DBB-4AB2-8B2B-276AFF1208D3}">
      <dsp:nvSpPr>
        <dsp:cNvPr id="0" name=""/>
        <dsp:cNvSpPr/>
      </dsp:nvSpPr>
      <dsp:spPr>
        <a:xfrm rot="5400000">
          <a:off x="2344667" y="1791945"/>
          <a:ext cx="1930126" cy="2206487"/>
        </a:xfrm>
        <a:prstGeom prst="round1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US" sz="1600" b="1" kern="1200">
              <a:effectLst/>
            </a:rPr>
            <a:t>Human Capital Management Module (HCM)</a:t>
          </a:r>
          <a:endParaRPr lang="en-US" sz="1600" kern="1200"/>
        </a:p>
      </dsp:txBody>
      <dsp:txXfrm rot="-5400000">
        <a:off x="2206487" y="2412657"/>
        <a:ext cx="2206487" cy="1447594"/>
      </dsp:txXfrm>
    </dsp:sp>
    <dsp:sp modelId="{49C65A08-17D6-47D6-AE87-2CE29B6E497A}">
      <dsp:nvSpPr>
        <dsp:cNvPr id="0" name=""/>
        <dsp:cNvSpPr/>
      </dsp:nvSpPr>
      <dsp:spPr>
        <a:xfrm>
          <a:off x="1486600" y="1447594"/>
          <a:ext cx="1439772" cy="965063"/>
        </a:xfrm>
        <a:prstGeom prst="roundRect">
          <a:avLst/>
        </a:prstGeom>
        <a:gradFill rotWithShape="0">
          <a:gsLst>
            <a:gs pos="0">
              <a:schemeClr val="accent2">
                <a:tint val="40000"/>
                <a:hueOff val="0"/>
                <a:satOff val="0"/>
                <a:lumOff val="0"/>
                <a:alphaOff val="0"/>
                <a:shade val="51000"/>
                <a:satMod val="130000"/>
              </a:schemeClr>
            </a:gs>
            <a:gs pos="80000">
              <a:schemeClr val="accent2">
                <a:tint val="40000"/>
                <a:hueOff val="0"/>
                <a:satOff val="0"/>
                <a:lumOff val="0"/>
                <a:alphaOff val="0"/>
                <a:shade val="93000"/>
                <a:satMod val="130000"/>
              </a:schemeClr>
            </a:gs>
            <a:gs pos="100000">
              <a:schemeClr val="accent2">
                <a:tint val="4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a:t>Modules Implemented</a:t>
          </a:r>
        </a:p>
      </dsp:txBody>
      <dsp:txXfrm>
        <a:off x="1533710" y="1494704"/>
        <a:ext cx="1345552" cy="87084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A404288-0340-43DD-8426-8BE7DFC3F1E2}">
      <dsp:nvSpPr>
        <dsp:cNvPr id="0" name=""/>
        <dsp:cNvSpPr/>
      </dsp:nvSpPr>
      <dsp:spPr>
        <a:xfrm>
          <a:off x="0" y="1770"/>
          <a:ext cx="3690014" cy="0"/>
        </a:xfrm>
        <a:prstGeom prst="line">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F43BE024-C2A7-43FF-89B4-2467A2C1389B}">
      <dsp:nvSpPr>
        <dsp:cNvPr id="0" name=""/>
        <dsp:cNvSpPr/>
      </dsp:nvSpPr>
      <dsp:spPr>
        <a:xfrm>
          <a:off x="0" y="1770"/>
          <a:ext cx="3690014" cy="81043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US" sz="1200" kern="1200"/>
            <a:t>Deloitte was appointed by GIZ to assist Himurja (Himachal Pradesh) in the operation, testing and stabilization of the Roof Top Solar (RTS) portal</a:t>
          </a:r>
        </a:p>
      </dsp:txBody>
      <dsp:txXfrm>
        <a:off x="0" y="1770"/>
        <a:ext cx="3690014" cy="810439"/>
      </dsp:txXfrm>
    </dsp:sp>
    <dsp:sp modelId="{9F2E3C65-69CF-472B-A9F9-08295343B58D}">
      <dsp:nvSpPr>
        <dsp:cNvPr id="0" name=""/>
        <dsp:cNvSpPr/>
      </dsp:nvSpPr>
      <dsp:spPr>
        <a:xfrm>
          <a:off x="0" y="812209"/>
          <a:ext cx="3690014" cy="0"/>
        </a:xfrm>
        <a:prstGeom prst="line">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w="9525" cap="flat" cmpd="sng" algn="ctr">
          <a:solidFill>
            <a:schemeClr val="accent3">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200CA41C-ABD9-45BB-AB66-A7B3BF94A5B4}">
      <dsp:nvSpPr>
        <dsp:cNvPr id="0" name=""/>
        <dsp:cNvSpPr/>
      </dsp:nvSpPr>
      <dsp:spPr>
        <a:xfrm>
          <a:off x="0" y="812209"/>
          <a:ext cx="3690014" cy="109251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US" sz="1200" kern="1200"/>
            <a:t>Deloitte was also appointed to develop institutional capabilities within Himurja and other state agencies for effectively managing engagement of consumers into the RTS portal. </a:t>
          </a:r>
        </a:p>
      </dsp:txBody>
      <dsp:txXfrm>
        <a:off x="0" y="812209"/>
        <a:ext cx="3690014" cy="1092515"/>
      </dsp:txXfrm>
    </dsp:sp>
    <dsp:sp modelId="{EA28A148-BCF1-414F-8AC2-32538C6AE987}">
      <dsp:nvSpPr>
        <dsp:cNvPr id="0" name=""/>
        <dsp:cNvSpPr/>
      </dsp:nvSpPr>
      <dsp:spPr>
        <a:xfrm>
          <a:off x="0" y="1904725"/>
          <a:ext cx="3690014" cy="0"/>
        </a:xfrm>
        <a:prstGeom prst="line">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w="9525" cap="flat" cmpd="sng" algn="ctr">
          <a:solidFill>
            <a:schemeClr val="accent4">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BCC50849-F2C4-48E6-9595-18ECD58BA885}">
      <dsp:nvSpPr>
        <dsp:cNvPr id="0" name=""/>
        <dsp:cNvSpPr/>
      </dsp:nvSpPr>
      <dsp:spPr>
        <a:xfrm>
          <a:off x="0" y="1904725"/>
          <a:ext cx="3690014" cy="47788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US" sz="1200" kern="1200"/>
            <a:t>The portal has been live since April 2019.</a:t>
          </a:r>
        </a:p>
      </dsp:txBody>
      <dsp:txXfrm>
        <a:off x="0" y="1904725"/>
        <a:ext cx="3690014" cy="477888"/>
      </dsp:txXfrm>
    </dsp:sp>
    <dsp:sp modelId="{3AA96686-61C6-402E-A603-7B37E6DA2D49}">
      <dsp:nvSpPr>
        <dsp:cNvPr id="0" name=""/>
        <dsp:cNvSpPr/>
      </dsp:nvSpPr>
      <dsp:spPr>
        <a:xfrm>
          <a:off x="0" y="2382613"/>
          <a:ext cx="3690014" cy="0"/>
        </a:xfrm>
        <a:prstGeom prst="line">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w="9525" cap="flat" cmpd="sng" algn="ctr">
          <a:solidFill>
            <a:schemeClr val="accent5">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F3C653B4-A546-497E-8C57-8C1DB2D8AC21}">
      <dsp:nvSpPr>
        <dsp:cNvPr id="0" name=""/>
        <dsp:cNvSpPr/>
      </dsp:nvSpPr>
      <dsp:spPr>
        <a:xfrm>
          <a:off x="0" y="2382613"/>
          <a:ext cx="3690014" cy="8626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US" sz="1200" kern="1200"/>
            <a:t>Along with assistance in the stabilization and enhancement of portal, Deloitte developed the mobile application for Himurja officers. </a:t>
          </a:r>
        </a:p>
      </dsp:txBody>
      <dsp:txXfrm>
        <a:off x="0" y="2382613"/>
        <a:ext cx="3690014" cy="862650"/>
      </dsp:txXfrm>
    </dsp:sp>
    <dsp:sp modelId="{336E73FE-881A-4CF3-B2ED-4CED9EAD12AA}">
      <dsp:nvSpPr>
        <dsp:cNvPr id="0" name=""/>
        <dsp:cNvSpPr/>
      </dsp:nvSpPr>
      <dsp:spPr>
        <a:xfrm>
          <a:off x="0" y="3245263"/>
          <a:ext cx="3690014" cy="0"/>
        </a:xfrm>
        <a:prstGeom prst="line">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w="9525" cap="flat" cmpd="sng" algn="ctr">
          <a:solidFill>
            <a:schemeClr val="accent6">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9ADD2D95-D5B8-4199-90BA-BE9502986E62}">
      <dsp:nvSpPr>
        <dsp:cNvPr id="0" name=""/>
        <dsp:cNvSpPr/>
      </dsp:nvSpPr>
      <dsp:spPr>
        <a:xfrm>
          <a:off x="0" y="3245263"/>
          <a:ext cx="3690014" cy="78768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US" sz="1200" kern="1200"/>
            <a:t>We also undertook troubleshooting and update of web based RTS portal based on feedback from Himurja. </a:t>
          </a:r>
        </a:p>
      </dsp:txBody>
      <dsp:txXfrm>
        <a:off x="0" y="3245263"/>
        <a:ext cx="3690014" cy="787682"/>
      </dsp:txXfrm>
    </dsp:sp>
    <dsp:sp modelId="{0AC99A55-C502-4972-A9DB-0CF04E46798E}">
      <dsp:nvSpPr>
        <dsp:cNvPr id="0" name=""/>
        <dsp:cNvSpPr/>
      </dsp:nvSpPr>
      <dsp:spPr>
        <a:xfrm>
          <a:off x="0" y="4032946"/>
          <a:ext cx="3690014" cy="0"/>
        </a:xfrm>
        <a:prstGeom prst="line">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86A206DF-7087-4FC7-B92E-89FABECE4000}">
      <dsp:nvSpPr>
        <dsp:cNvPr id="0" name=""/>
        <dsp:cNvSpPr/>
      </dsp:nvSpPr>
      <dsp:spPr>
        <a:xfrm>
          <a:off x="0" y="4032946"/>
          <a:ext cx="3690014" cy="8082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US" sz="1200" kern="1200"/>
            <a:t>Resolution of safety issues pursuant to security audit and training to Himurja officials on operation of the portal was also provided.</a:t>
          </a:r>
        </a:p>
      </dsp:txBody>
      <dsp:txXfrm>
        <a:off x="0" y="4032946"/>
        <a:ext cx="3690014" cy="808297"/>
      </dsp:txXfrm>
    </dsp:sp>
  </dsp:spTree>
</dsp:drawing>
</file>

<file path=ppt/diagrams/layout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3.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rtl="0">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rtl="0">
              <a:defRPr sz="1200"/>
            </a:lvl1pPr>
          </a:lstStyle>
          <a:p>
            <a:fld id="{1EE66AF5-9056-4C1B-AEBD-2D08829B3EEF}" type="datetimeFigureOut">
              <a:rPr lang="en-US" smtClean="0"/>
              <a:pPr/>
              <a:t>1/22/2025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de-DE"/>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rtl="0">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rtl="0">
              <a:defRPr sz="1200"/>
            </a:lvl1pPr>
          </a:lstStyle>
          <a:p>
            <a:fld id="{A0C13732-0567-4F92-BBE7-D7EE10C97467}" type="slidenum">
              <a:rPr lang="en-US" smtClean="0"/>
              <a:pPr/>
              <a:t>‹#›</a:t>
            </a:fld>
            <a:endParaRPr lang="en-US"/>
          </a:p>
        </p:txBody>
      </p:sp>
    </p:spTree>
    <p:extLst>
      <p:ext uri="{BB962C8B-B14F-4D97-AF65-F5344CB8AC3E}">
        <p14:creationId xmlns:p14="http://schemas.microsoft.com/office/powerpoint/2010/main" val="192722342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1</a:t>
            </a:fld>
            <a:endParaRPr lang="en-US"/>
          </a:p>
        </p:txBody>
      </p:sp>
    </p:spTree>
    <p:extLst>
      <p:ext uri="{BB962C8B-B14F-4D97-AF65-F5344CB8AC3E}">
        <p14:creationId xmlns:p14="http://schemas.microsoft.com/office/powerpoint/2010/main" val="25526743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2</a:t>
            </a:fld>
            <a:endParaRPr lang="en-US"/>
          </a:p>
        </p:txBody>
      </p:sp>
    </p:spTree>
    <p:extLst>
      <p:ext uri="{BB962C8B-B14F-4D97-AF65-F5344CB8AC3E}">
        <p14:creationId xmlns:p14="http://schemas.microsoft.com/office/powerpoint/2010/main" val="38066921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3</a:t>
            </a:fld>
            <a:endParaRPr lang="en-US"/>
          </a:p>
        </p:txBody>
      </p:sp>
    </p:spTree>
    <p:extLst>
      <p:ext uri="{BB962C8B-B14F-4D97-AF65-F5344CB8AC3E}">
        <p14:creationId xmlns:p14="http://schemas.microsoft.com/office/powerpoint/2010/main" val="321365998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609EB42-2B0A-4957-BE6E-5E52A9A40A2E}" type="slidenum">
              <a:rPr lang="en-US" smtClean="0"/>
              <a:t>6</a:t>
            </a:fld>
            <a:endParaRPr lang="en-US"/>
          </a:p>
        </p:txBody>
      </p:sp>
    </p:spTree>
    <p:extLst>
      <p:ext uri="{BB962C8B-B14F-4D97-AF65-F5344CB8AC3E}">
        <p14:creationId xmlns:p14="http://schemas.microsoft.com/office/powerpoint/2010/main" val="116031837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7</a:t>
            </a:fld>
            <a:endParaRPr lang="en-US"/>
          </a:p>
        </p:txBody>
      </p:sp>
    </p:spTree>
    <p:extLst>
      <p:ext uri="{BB962C8B-B14F-4D97-AF65-F5344CB8AC3E}">
        <p14:creationId xmlns:p14="http://schemas.microsoft.com/office/powerpoint/2010/main" val="23757432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8</a:t>
            </a:fld>
            <a:endParaRPr lang="en-US"/>
          </a:p>
        </p:txBody>
      </p:sp>
    </p:spTree>
    <p:extLst>
      <p:ext uri="{BB962C8B-B14F-4D97-AF65-F5344CB8AC3E}">
        <p14:creationId xmlns:p14="http://schemas.microsoft.com/office/powerpoint/2010/main" val="56698203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9</a:t>
            </a:fld>
            <a:endParaRPr lang="en-US"/>
          </a:p>
        </p:txBody>
      </p:sp>
    </p:spTree>
    <p:extLst>
      <p:ext uri="{BB962C8B-B14F-4D97-AF65-F5344CB8AC3E}">
        <p14:creationId xmlns:p14="http://schemas.microsoft.com/office/powerpoint/2010/main" val="37991532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10</a:t>
            </a:fld>
            <a:endParaRPr lang="en-US"/>
          </a:p>
        </p:txBody>
      </p:sp>
    </p:spTree>
    <p:extLst>
      <p:ext uri="{BB962C8B-B14F-4D97-AF65-F5344CB8AC3E}">
        <p14:creationId xmlns:p14="http://schemas.microsoft.com/office/powerpoint/2010/main" val="267906269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11</a:t>
            </a:fld>
            <a:endParaRPr lang="en-US"/>
          </a:p>
        </p:txBody>
      </p:sp>
    </p:spTree>
    <p:extLst>
      <p:ext uri="{BB962C8B-B14F-4D97-AF65-F5344CB8AC3E}">
        <p14:creationId xmlns:p14="http://schemas.microsoft.com/office/powerpoint/2010/main" val="359814435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12</a:t>
            </a:fld>
            <a:endParaRPr lang="en-US"/>
          </a:p>
        </p:txBody>
      </p:sp>
    </p:spTree>
    <p:extLst>
      <p:ext uri="{BB962C8B-B14F-4D97-AF65-F5344CB8AC3E}">
        <p14:creationId xmlns:p14="http://schemas.microsoft.com/office/powerpoint/2010/main" val="367916452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16</a:t>
            </a:fld>
            <a:endParaRPr lang="en-US"/>
          </a:p>
        </p:txBody>
      </p:sp>
    </p:spTree>
    <p:extLst>
      <p:ext uri="{BB962C8B-B14F-4D97-AF65-F5344CB8AC3E}">
        <p14:creationId xmlns:p14="http://schemas.microsoft.com/office/powerpoint/2010/main" val="346916741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20</a:t>
            </a:fld>
            <a:endParaRPr lang="en-US"/>
          </a:p>
        </p:txBody>
      </p:sp>
    </p:spTree>
    <p:extLst>
      <p:ext uri="{BB962C8B-B14F-4D97-AF65-F5344CB8AC3E}">
        <p14:creationId xmlns:p14="http://schemas.microsoft.com/office/powerpoint/2010/main" val="410603668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23</a:t>
            </a:fld>
            <a:endParaRPr lang="en-US"/>
          </a:p>
        </p:txBody>
      </p:sp>
    </p:spTree>
    <p:extLst>
      <p:ext uri="{BB962C8B-B14F-4D97-AF65-F5344CB8AC3E}">
        <p14:creationId xmlns:p14="http://schemas.microsoft.com/office/powerpoint/2010/main" val="33726705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29</a:t>
            </a:fld>
            <a:endParaRPr lang="en-US"/>
          </a:p>
        </p:txBody>
      </p:sp>
    </p:spTree>
    <p:extLst>
      <p:ext uri="{BB962C8B-B14F-4D97-AF65-F5344CB8AC3E}">
        <p14:creationId xmlns:p14="http://schemas.microsoft.com/office/powerpoint/2010/main" val="34832521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ZA"/>
          </a:p>
        </p:txBody>
      </p:sp>
      <p:sp>
        <p:nvSpPr>
          <p:cNvPr id="4" name="Slide Number Placeholder 3"/>
          <p:cNvSpPr>
            <a:spLocks noGrp="1"/>
          </p:cNvSpPr>
          <p:nvPr>
            <p:ph type="sldNum" sz="quarter" idx="5"/>
          </p:nvPr>
        </p:nvSpPr>
        <p:spPr/>
        <p:txBody>
          <a:bodyPr/>
          <a:lstStyle/>
          <a:p>
            <a:fld id="{0B035D6C-8020-4D68-8856-65D9BD49D089}" type="slidenum">
              <a:rPr lang="en-ZA" smtClean="0"/>
              <a:t>31</a:t>
            </a:fld>
            <a:endParaRPr lang="en-ZA"/>
          </a:p>
        </p:txBody>
      </p:sp>
    </p:spTree>
    <p:extLst>
      <p:ext uri="{BB962C8B-B14F-4D97-AF65-F5344CB8AC3E}">
        <p14:creationId xmlns:p14="http://schemas.microsoft.com/office/powerpoint/2010/main" val="110128640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37</a:t>
            </a:fld>
            <a:endParaRPr lang="en-US"/>
          </a:p>
        </p:txBody>
      </p:sp>
    </p:spTree>
    <p:extLst>
      <p:ext uri="{BB962C8B-B14F-4D97-AF65-F5344CB8AC3E}">
        <p14:creationId xmlns:p14="http://schemas.microsoft.com/office/powerpoint/2010/main" val="40505394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a:xfrm>
            <a:off x="4143375" y="9120188"/>
            <a:ext cx="3170238" cy="481012"/>
          </a:xfrm>
          <a:prstGeom prst="rect">
            <a:avLst/>
          </a:prstGeom>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B1FEB637-BC42-497E-9119-65CA0380A6E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57897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A0C13732-0567-4F92-BBE7-D7EE10C97467}" type="slidenum">
              <a:rPr lang="en-US" smtClean="0"/>
              <a:pPr/>
              <a:t>40</a:t>
            </a:fld>
            <a:endParaRPr lang="en-US"/>
          </a:p>
        </p:txBody>
      </p:sp>
    </p:spTree>
    <p:extLst>
      <p:ext uri="{BB962C8B-B14F-4D97-AF65-F5344CB8AC3E}">
        <p14:creationId xmlns:p14="http://schemas.microsoft.com/office/powerpoint/2010/main" val="3312194423"/>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6.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emf"/></Relationships>
</file>

<file path=ppt/slideLayouts/_rels/slideLayout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7.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1.emf"/></Relationships>
</file>

<file path=ppt/slideLayouts/_rels/slideLayout3.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1.xml"/><Relationship Id="rId1" Type="http://schemas.openxmlformats.org/officeDocument/2006/relationships/tags" Target="../tags/tag8.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1.emf"/></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1.xml"/><Relationship Id="rId1" Type="http://schemas.openxmlformats.org/officeDocument/2006/relationships/tags" Target="../tags/tag9.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emf"/></Relationships>
</file>

<file path=ppt/slideLayouts/_rels/slideLayout5.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Master" Target="../slideMasters/slideMaster1.xml"/><Relationship Id="rId1" Type="http://schemas.openxmlformats.org/officeDocument/2006/relationships/tags" Target="../tags/tag10.xml"/><Relationship Id="rId4" Type="http://schemas.openxmlformats.org/officeDocument/2006/relationships/image" Target="../media/image1.emf"/></Relationships>
</file>

<file path=ppt/slideLayouts/_rels/slideLayout6.xml.rels><?xml version="1.0" encoding="UTF-8" standalone="yes"?>
<Relationships xmlns="http://schemas.openxmlformats.org/package/2006/relationships"><Relationship Id="rId3" Type="http://schemas.openxmlformats.org/officeDocument/2006/relationships/tags" Target="../tags/tag13.xml"/><Relationship Id="rId2" Type="http://schemas.openxmlformats.org/officeDocument/2006/relationships/tags" Target="../tags/tag12.xml"/><Relationship Id="rId1" Type="http://schemas.openxmlformats.org/officeDocument/2006/relationships/tags" Target="../tags/tag11.xml"/><Relationship Id="rId6" Type="http://schemas.openxmlformats.org/officeDocument/2006/relationships/image" Target="../media/image1.emf"/><Relationship Id="rId5" Type="http://schemas.openxmlformats.org/officeDocument/2006/relationships/oleObject" Target="../embeddings/oleObject7.bin"/><Relationship Id="rId4"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tags" Target="../tags/tag16.xml"/><Relationship Id="rId2" Type="http://schemas.openxmlformats.org/officeDocument/2006/relationships/tags" Target="../tags/tag15.xml"/><Relationship Id="rId1" Type="http://schemas.openxmlformats.org/officeDocument/2006/relationships/tags" Target="../tags/tag14.xml"/><Relationship Id="rId6" Type="http://schemas.openxmlformats.org/officeDocument/2006/relationships/image" Target="../media/image1.emf"/><Relationship Id="rId5" Type="http://schemas.openxmlformats.org/officeDocument/2006/relationships/oleObject" Target="../embeddings/oleObject8.bin"/><Relationship Id="rId4"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tags" Target="../tags/tag19.xml"/><Relationship Id="rId2" Type="http://schemas.openxmlformats.org/officeDocument/2006/relationships/tags" Target="../tags/tag18.xml"/><Relationship Id="rId1" Type="http://schemas.openxmlformats.org/officeDocument/2006/relationships/tags" Target="../tags/tag17.xml"/><Relationship Id="rId6" Type="http://schemas.openxmlformats.org/officeDocument/2006/relationships/image" Target="../media/image1.emf"/><Relationship Id="rId5" Type="http://schemas.openxmlformats.org/officeDocument/2006/relationships/oleObject" Target="../embeddings/oleObject9.bin"/><Relationship Id="rId4"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tags" Target="../tags/tag22.xml"/><Relationship Id="rId2" Type="http://schemas.openxmlformats.org/officeDocument/2006/relationships/tags" Target="../tags/tag21.xml"/><Relationship Id="rId1" Type="http://schemas.openxmlformats.org/officeDocument/2006/relationships/tags" Target="../tags/tag20.xml"/><Relationship Id="rId6" Type="http://schemas.openxmlformats.org/officeDocument/2006/relationships/image" Target="../media/image1.emf"/><Relationship Id="rId5" Type="http://schemas.openxmlformats.org/officeDocument/2006/relationships/oleObject" Target="../embeddings/oleObject10.bin"/><Relationship Id="rId4"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tags" Target="../tags/tag25.xml"/><Relationship Id="rId2" Type="http://schemas.openxmlformats.org/officeDocument/2006/relationships/tags" Target="../tags/tag24.xml"/><Relationship Id="rId1" Type="http://schemas.openxmlformats.org/officeDocument/2006/relationships/tags" Target="../tags/tag23.xml"/><Relationship Id="rId6" Type="http://schemas.openxmlformats.org/officeDocument/2006/relationships/image" Target="../media/image1.emf"/><Relationship Id="rId5" Type="http://schemas.openxmlformats.org/officeDocument/2006/relationships/oleObject" Target="../embeddings/oleObject11.bin"/><Relationship Id="rId4"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tags" Target="../tags/tag28.xml"/><Relationship Id="rId2" Type="http://schemas.openxmlformats.org/officeDocument/2006/relationships/tags" Target="../tags/tag27.xml"/><Relationship Id="rId1" Type="http://schemas.openxmlformats.org/officeDocument/2006/relationships/tags" Target="../tags/tag26.xml"/><Relationship Id="rId6" Type="http://schemas.openxmlformats.org/officeDocument/2006/relationships/image" Target="../media/image1.emf"/><Relationship Id="rId5" Type="http://schemas.openxmlformats.org/officeDocument/2006/relationships/oleObject" Target="../embeddings/oleObject12.bin"/><Relationship Id="rId4"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tags" Target="../tags/tag31.xml"/><Relationship Id="rId2" Type="http://schemas.openxmlformats.org/officeDocument/2006/relationships/tags" Target="../tags/tag30.xml"/><Relationship Id="rId1" Type="http://schemas.openxmlformats.org/officeDocument/2006/relationships/tags" Target="../tags/tag29.xml"/><Relationship Id="rId6" Type="http://schemas.openxmlformats.org/officeDocument/2006/relationships/image" Target="../media/image1.emf"/><Relationship Id="rId5" Type="http://schemas.openxmlformats.org/officeDocument/2006/relationships/oleObject" Target="../embeddings/oleObject13.bin"/><Relationship Id="rId4"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tags" Target="../tags/tag34.xml"/><Relationship Id="rId2" Type="http://schemas.openxmlformats.org/officeDocument/2006/relationships/tags" Target="../tags/tag33.xml"/><Relationship Id="rId1" Type="http://schemas.openxmlformats.org/officeDocument/2006/relationships/tags" Target="../tags/tag32.xml"/><Relationship Id="rId6" Type="http://schemas.openxmlformats.org/officeDocument/2006/relationships/image" Target="../media/image1.emf"/><Relationship Id="rId5" Type="http://schemas.openxmlformats.org/officeDocument/2006/relationships/oleObject" Target="../embeddings/oleObject14.bin"/><Relationship Id="rId4"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tags" Target="../tags/tag37.xml"/><Relationship Id="rId2" Type="http://schemas.openxmlformats.org/officeDocument/2006/relationships/tags" Target="../tags/tag36.xml"/><Relationship Id="rId1" Type="http://schemas.openxmlformats.org/officeDocument/2006/relationships/tags" Target="../tags/tag35.xml"/><Relationship Id="rId6" Type="http://schemas.openxmlformats.org/officeDocument/2006/relationships/image" Target="../media/image1.emf"/><Relationship Id="rId5" Type="http://schemas.openxmlformats.org/officeDocument/2006/relationships/oleObject" Target="../embeddings/oleObject15.bin"/><Relationship Id="rId4"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Master" Target="../slideMasters/slideMaster1.xml"/><Relationship Id="rId1" Type="http://schemas.openxmlformats.org/officeDocument/2006/relationships/tags" Target="../tags/tag38.xml"/><Relationship Id="rId4" Type="http://schemas.openxmlformats.org/officeDocument/2006/relationships/image" Target="../media/image1.emf"/></Relationships>
</file>

<file path=ppt/slideLayouts/_rels/slideLayout16.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Master" Target="../slideMasters/slideMaster1.xml"/><Relationship Id="rId1" Type="http://schemas.openxmlformats.org/officeDocument/2006/relationships/tags" Target="../tags/tag39.xml"/><Relationship Id="rId4" Type="http://schemas.openxmlformats.org/officeDocument/2006/relationships/image" Target="../media/image1.emf"/></Relationships>
</file>

<file path=ppt/slideLayouts/_rels/slideLayout17.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Master" Target="../slideMasters/slideMaster1.xml"/><Relationship Id="rId1" Type="http://schemas.openxmlformats.org/officeDocument/2006/relationships/tags" Target="../tags/tag40.xml"/><Relationship Id="rId4" Type="http://schemas.openxmlformats.org/officeDocument/2006/relationships/image" Target="../media/image1.emf"/></Relationships>
</file>

<file path=ppt/slideLayouts/_rels/slideLayout18.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Master" Target="../slideMasters/slideMaster1.xml"/><Relationship Id="rId1" Type="http://schemas.openxmlformats.org/officeDocument/2006/relationships/tags" Target="../tags/tag41.xml"/><Relationship Id="rId5" Type="http://schemas.openxmlformats.org/officeDocument/2006/relationships/image" Target="../media/image3.png"/><Relationship Id="rId4" Type="http://schemas.openxmlformats.org/officeDocument/2006/relationships/image" Target="../media/image1.emf"/></Relationships>
</file>

<file path=ppt/slideLayouts/_rels/slideLayout19.xml.rels><?xml version="1.0" encoding="UTF-8" standalone="yes"?>
<Relationships xmlns="http://schemas.openxmlformats.org/package/2006/relationships"><Relationship Id="rId3" Type="http://schemas.openxmlformats.org/officeDocument/2006/relationships/oleObject" Target="../embeddings/oleObject20.bin"/><Relationship Id="rId2" Type="http://schemas.openxmlformats.org/officeDocument/2006/relationships/slideMaster" Target="../slideMasters/slideMaster1.xml"/><Relationship Id="rId1" Type="http://schemas.openxmlformats.org/officeDocument/2006/relationships/tags" Target="../tags/tag42.xml"/><Relationship Id="rId4" Type="http://schemas.openxmlformats.org/officeDocument/2006/relationships/image" Target="../media/image1.emf"/></Relationships>
</file>

<file path=ppt/slideLayouts/_rels/slideLayout20.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Master" Target="../slideMasters/slideMaster1.xml"/><Relationship Id="rId1" Type="http://schemas.openxmlformats.org/officeDocument/2006/relationships/tags" Target="../tags/tag43.xml"/><Relationship Id="rId4" Type="http://schemas.openxmlformats.org/officeDocument/2006/relationships/image" Target="../media/image1.emf"/></Relationships>
</file>

<file path=ppt/slideLayouts/_rels/slideLayout21.xml.rels><?xml version="1.0" encoding="UTF-8" standalone="yes"?>
<Relationships xmlns="http://schemas.openxmlformats.org/package/2006/relationships"><Relationship Id="rId3" Type="http://schemas.openxmlformats.org/officeDocument/2006/relationships/oleObject" Target="../embeddings/oleObject22.bin"/><Relationship Id="rId2" Type="http://schemas.openxmlformats.org/officeDocument/2006/relationships/slideMaster" Target="../slideMasters/slideMaster1.xml"/><Relationship Id="rId1" Type="http://schemas.openxmlformats.org/officeDocument/2006/relationships/tags" Target="../tags/tag44.xml"/><Relationship Id="rId4" Type="http://schemas.openxmlformats.org/officeDocument/2006/relationships/image" Target="../media/image1.emf"/></Relationships>
</file>

<file path=ppt/slideLayouts/_rels/slideLayout22.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Master" Target="../slideMasters/slideMaster1.xml"/><Relationship Id="rId1" Type="http://schemas.openxmlformats.org/officeDocument/2006/relationships/tags" Target="../tags/tag45.xml"/><Relationship Id="rId4" Type="http://schemas.openxmlformats.org/officeDocument/2006/relationships/image" Target="../media/image1.emf"/></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Master" Target="../slideMasters/slideMaster1.xml"/><Relationship Id="rId1" Type="http://schemas.openxmlformats.org/officeDocument/2006/relationships/tags" Target="../tags/tag46.xml"/><Relationship Id="rId4" Type="http://schemas.openxmlformats.org/officeDocument/2006/relationships/image" Target="../media/image1.emf"/></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25.bin"/><Relationship Id="rId2" Type="http://schemas.openxmlformats.org/officeDocument/2006/relationships/slideMaster" Target="../slideMasters/slideMaster1.xml"/><Relationship Id="rId1" Type="http://schemas.openxmlformats.org/officeDocument/2006/relationships/tags" Target="../tags/tag47.xml"/><Relationship Id="rId4" Type="http://schemas.openxmlformats.org/officeDocument/2006/relationships/image" Target="../media/image1.emf"/></Relationships>
</file>

<file path=ppt/slideLayouts/_rels/slideLayout25.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Master" Target="../slideMasters/slideMaster1.xml"/><Relationship Id="rId1" Type="http://schemas.openxmlformats.org/officeDocument/2006/relationships/tags" Target="../tags/tag48.xml"/><Relationship Id="rId4" Type="http://schemas.openxmlformats.org/officeDocument/2006/relationships/image" Target="../media/image1.emf"/></Relationships>
</file>

<file path=ppt/slideLayouts/_rels/slideLayout26.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Master" Target="../slideMasters/slideMaster1.xml"/><Relationship Id="rId1" Type="http://schemas.openxmlformats.org/officeDocument/2006/relationships/tags" Target="../tags/tag49.xml"/><Relationship Id="rId4" Type="http://schemas.openxmlformats.org/officeDocument/2006/relationships/image" Target="../media/image1.emf"/></Relationships>
</file>

<file path=ppt/slideLayouts/_rels/slideLayout27.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Master" Target="../slideMasters/slideMaster1.xml"/><Relationship Id="rId1" Type="http://schemas.openxmlformats.org/officeDocument/2006/relationships/tags" Target="../tags/tag50.xml"/><Relationship Id="rId4" Type="http://schemas.openxmlformats.org/officeDocument/2006/relationships/image" Target="../media/image1.emf"/></Relationships>
</file>

<file path=ppt/slideLayouts/_rels/slideLayout28.xml.rels><?xml version="1.0" encoding="UTF-8" standalone="yes"?>
<Relationships xmlns="http://schemas.openxmlformats.org/package/2006/relationships"><Relationship Id="rId3" Type="http://schemas.openxmlformats.org/officeDocument/2006/relationships/oleObject" Target="../embeddings/oleObject29.bin"/><Relationship Id="rId2" Type="http://schemas.openxmlformats.org/officeDocument/2006/relationships/slideMaster" Target="../slideMasters/slideMaster1.xml"/><Relationship Id="rId1" Type="http://schemas.openxmlformats.org/officeDocument/2006/relationships/tags" Target="../tags/tag51.xml"/><Relationship Id="rId4" Type="http://schemas.openxmlformats.org/officeDocument/2006/relationships/image" Target="../media/image1.emf"/></Relationships>
</file>

<file path=ppt/slideLayouts/_rels/slideLayout29.xml.rels><?xml version="1.0" encoding="UTF-8" standalone="yes"?>
<Relationships xmlns="http://schemas.openxmlformats.org/package/2006/relationships"><Relationship Id="rId3" Type="http://schemas.openxmlformats.org/officeDocument/2006/relationships/oleObject" Target="../embeddings/oleObject30.bin"/><Relationship Id="rId2" Type="http://schemas.openxmlformats.org/officeDocument/2006/relationships/slideMaster" Target="../slideMasters/slideMaster1.xml"/><Relationship Id="rId1" Type="http://schemas.openxmlformats.org/officeDocument/2006/relationships/tags" Target="../tags/tag52.xml"/><Relationship Id="rId4" Type="http://schemas.openxmlformats.org/officeDocument/2006/relationships/image" Target="../media/image1.emf"/></Relationships>
</file>

<file path=ppt/slideLayouts/_rels/slideLayout30.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Master" Target="../slideMasters/slideMaster1.xml"/><Relationship Id="rId1" Type="http://schemas.openxmlformats.org/officeDocument/2006/relationships/tags" Target="../tags/tag53.xml"/><Relationship Id="rId4" Type="http://schemas.openxmlformats.org/officeDocument/2006/relationships/image" Target="../media/image1.emf"/></Relationships>
</file>

<file path=ppt/slideLayouts/_rels/slideLayout31.xml.rels><?xml version="1.0" encoding="UTF-8" standalone="yes"?>
<Relationships xmlns="http://schemas.openxmlformats.org/package/2006/relationships"><Relationship Id="rId3" Type="http://schemas.openxmlformats.org/officeDocument/2006/relationships/oleObject" Target="../embeddings/oleObject32.bin"/><Relationship Id="rId2" Type="http://schemas.openxmlformats.org/officeDocument/2006/relationships/slideMaster" Target="../slideMasters/slideMaster1.xml"/><Relationship Id="rId1" Type="http://schemas.openxmlformats.org/officeDocument/2006/relationships/tags" Target="../tags/tag54.xml"/><Relationship Id="rId4" Type="http://schemas.openxmlformats.org/officeDocument/2006/relationships/image" Target="../media/image1.emf"/></Relationships>
</file>

<file path=ppt/slideLayouts/_rels/slideLayout32.xml.rels><?xml version="1.0" encoding="UTF-8" standalone="yes"?>
<Relationships xmlns="http://schemas.openxmlformats.org/package/2006/relationships"><Relationship Id="rId3" Type="http://schemas.openxmlformats.org/officeDocument/2006/relationships/tags" Target="../tags/tag57.xml"/><Relationship Id="rId2" Type="http://schemas.openxmlformats.org/officeDocument/2006/relationships/tags" Target="../tags/tag56.xml"/><Relationship Id="rId1" Type="http://schemas.openxmlformats.org/officeDocument/2006/relationships/tags" Target="../tags/tag55.xml"/><Relationship Id="rId6" Type="http://schemas.openxmlformats.org/officeDocument/2006/relationships/image" Target="../media/image1.emf"/><Relationship Id="rId5" Type="http://schemas.openxmlformats.org/officeDocument/2006/relationships/oleObject" Target="../embeddings/oleObject33.bin"/><Relationship Id="rId4"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oleObject" Target="../embeddings/oleObject34.bin"/><Relationship Id="rId2" Type="http://schemas.openxmlformats.org/officeDocument/2006/relationships/slideMaster" Target="../slideMasters/slideMaster1.xml"/><Relationship Id="rId1" Type="http://schemas.openxmlformats.org/officeDocument/2006/relationships/tags" Target="../tags/tag58.xml"/><Relationship Id="rId4" Type="http://schemas.openxmlformats.org/officeDocument/2006/relationships/image" Target="../media/image1.emf"/></Relationships>
</file>

<file path=ppt/slideLayouts/_rels/slideLayout34.xml.rels><?xml version="1.0" encoding="UTF-8" standalone="yes"?>
<Relationships xmlns="http://schemas.openxmlformats.org/package/2006/relationships"><Relationship Id="rId3" Type="http://schemas.openxmlformats.org/officeDocument/2006/relationships/oleObject" Target="../embeddings/oleObject35.bin"/><Relationship Id="rId2" Type="http://schemas.openxmlformats.org/officeDocument/2006/relationships/slideMaster" Target="../slideMasters/slideMaster1.xml"/><Relationship Id="rId1" Type="http://schemas.openxmlformats.org/officeDocument/2006/relationships/tags" Target="../tags/tag59.xml"/><Relationship Id="rId5" Type="http://schemas.openxmlformats.org/officeDocument/2006/relationships/image" Target="../media/image3.png"/><Relationship Id="rId4" Type="http://schemas.openxmlformats.org/officeDocument/2006/relationships/image" Target="../media/image1.emf"/></Relationships>
</file>

<file path=ppt/slideLayouts/_rels/slideLayout35.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slideMaster" Target="../slideMasters/slideMaster1.xml"/><Relationship Id="rId1" Type="http://schemas.openxmlformats.org/officeDocument/2006/relationships/tags" Target="../tags/tag60.xml"/><Relationship Id="rId4" Type="http://schemas.openxmlformats.org/officeDocument/2006/relationships/image" Target="../media/image1.emf"/></Relationships>
</file>

<file path=ppt/slideLayouts/_rels/slideLayout36.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62.xml"/><Relationship Id="rId1" Type="http://schemas.openxmlformats.org/officeDocument/2006/relationships/tags" Target="../tags/tag61.xml"/><Relationship Id="rId5" Type="http://schemas.openxmlformats.org/officeDocument/2006/relationships/image" Target="../media/image6.emf"/><Relationship Id="rId4" Type="http://schemas.openxmlformats.org/officeDocument/2006/relationships/oleObject" Target="../embeddings/oleObject37.bin"/></Relationships>
</file>

<file path=ppt/slideLayouts/_rels/slideLayout37.xml.rels><?xml version="1.0" encoding="UTF-8" standalone="yes"?>
<Relationships xmlns="http://schemas.openxmlformats.org/package/2006/relationships"><Relationship Id="rId3" Type="http://schemas.openxmlformats.org/officeDocument/2006/relationships/oleObject" Target="../embeddings/oleObject38.bin"/><Relationship Id="rId2" Type="http://schemas.openxmlformats.org/officeDocument/2006/relationships/slideMaster" Target="../slideMasters/slideMaster1.xml"/><Relationship Id="rId1" Type="http://schemas.openxmlformats.org/officeDocument/2006/relationships/tags" Target="../tags/tag63.xml"/><Relationship Id="rId4" Type="http://schemas.openxmlformats.org/officeDocument/2006/relationships/image" Target="../media/image7.emf"/></Relationships>
</file>

<file path=ppt/slideLayouts/_rels/slideLayout38.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Master" Target="../slideMasters/slideMaster1.xml"/><Relationship Id="rId1" Type="http://schemas.openxmlformats.org/officeDocument/2006/relationships/tags" Target="../tags/tag64.xml"/><Relationship Id="rId4" Type="http://schemas.openxmlformats.org/officeDocument/2006/relationships/image" Target="../media/image7.emf"/></Relationships>
</file>

<file path=ppt/slideLayouts/_rels/slideLayout3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66.xml"/><Relationship Id="rId1" Type="http://schemas.openxmlformats.org/officeDocument/2006/relationships/tags" Target="../tags/tag65.xml"/><Relationship Id="rId5" Type="http://schemas.openxmlformats.org/officeDocument/2006/relationships/image" Target="../media/image8.emf"/><Relationship Id="rId4" Type="http://schemas.openxmlformats.org/officeDocument/2006/relationships/oleObject" Target="../embeddings/oleObject40.bin"/></Relationships>
</file>

<file path=ppt/slideLayouts/_rels/slideLayout40.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Master" Target="../slideMasters/slideMaster1.xml"/><Relationship Id="rId1" Type="http://schemas.openxmlformats.org/officeDocument/2006/relationships/tags" Target="../tags/tag67.xml"/><Relationship Id="rId4" Type="http://schemas.openxmlformats.org/officeDocument/2006/relationships/image" Target="../media/image7.emf"/></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 Id="rId5" Type="http://schemas.openxmlformats.org/officeDocument/2006/relationships/image" Target="../media/image14.png"/><Relationship Id="rId4" Type="http://schemas.openxmlformats.org/officeDocument/2006/relationships/image" Target="../media/image13.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2.xml"/><Relationship Id="rId5" Type="http://schemas.openxmlformats.org/officeDocument/2006/relationships/image" Target="../media/image18.png"/><Relationship Id="rId4" Type="http://schemas.openxmlformats.org/officeDocument/2006/relationships/image" Target="../media/image17.jpe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 White">
    <p:bg bwMode="gray">
      <p:bgPr>
        <a:solidFill>
          <a:schemeClr val="bg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C80564DB-2FCF-D14F-9DB0-976A128C3BC3}"/>
              </a:ext>
            </a:extLst>
          </p:cNvPr>
          <p:cNvGraphicFramePr>
            <a:graphicFrameLocks noChangeAspect="1"/>
          </p:cNvGraphicFramePr>
          <p:nvPr userDrawn="1">
            <p:custDataLst>
              <p:tags r:id="rId1"/>
            </p:custDataLst>
            <p:extLst>
              <p:ext uri="{D42A27DB-BD31-4B8C-83A1-F6EECF244321}">
                <p14:modId xmlns:p14="http://schemas.microsoft.com/office/powerpoint/2010/main" val="95386104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C80564DB-2FCF-D14F-9DB0-976A128C3BC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3" name="Text Placeholder">
            <a:extLst>
              <a:ext uri="{FF2B5EF4-FFF2-40B4-BE49-F238E27FC236}">
                <a16:creationId xmlns:a16="http://schemas.microsoft.com/office/drawing/2014/main" id="{470C5F18-5824-4737-AA04-AA61C1FBBF1A}"/>
              </a:ext>
            </a:extLst>
          </p:cNvPr>
          <p:cNvSpPr>
            <a:spLocks noGrp="1"/>
          </p:cNvSpPr>
          <p:nvPr>
            <p:ph type="body" sz="quarter" idx="10"/>
          </p:nvPr>
        </p:nvSpPr>
        <p:spPr>
          <a:xfrm>
            <a:off x="457201" y="6365848"/>
            <a:ext cx="4490721" cy="273050"/>
          </a:xfrm>
          <a:prstGeom prst="rect">
            <a:avLst/>
          </a:prstGeom>
        </p:spPr>
        <p:txBody>
          <a:bodyPr anchor="t">
            <a:noAutofit/>
          </a:bodyPr>
          <a:lstStyle>
            <a:lvl1pPr rtl="0">
              <a:spcAft>
                <a:spcPts val="0"/>
              </a:spcAft>
              <a:defRPr sz="1400" b="1">
                <a:solidFill>
                  <a:schemeClr val="tx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sp>
        <p:nvSpPr>
          <p:cNvPr id="44" name="Picture Placeholder 8">
            <a:extLst>
              <a:ext uri="{FF2B5EF4-FFF2-40B4-BE49-F238E27FC236}">
                <a16:creationId xmlns:a16="http://schemas.microsoft.com/office/drawing/2014/main" id="{932C736B-20BB-4603-9DD1-FEB85AD9DC39}"/>
              </a:ext>
            </a:extLst>
          </p:cNvPr>
          <p:cNvSpPr>
            <a:spLocks noGrp="1"/>
          </p:cNvSpPr>
          <p:nvPr>
            <p:ph type="pic" sz="quarter" idx="11"/>
          </p:nvPr>
        </p:nvSpPr>
        <p:spPr>
          <a:xfrm>
            <a:off x="3319272" y="688848"/>
            <a:ext cx="5562600" cy="5556504"/>
          </a:xfrm>
          <a:prstGeom prst="rect">
            <a:avLst/>
          </a:prstGeom>
        </p:spPr>
        <p:txBody>
          <a:bodyPr/>
          <a:lstStyle>
            <a:lvl1pPr rtl="0">
              <a:defRPr/>
            </a:lvl1pPr>
          </a:lstStyle>
          <a:p>
            <a:r>
              <a:rPr lang="en-US" noProof="0"/>
              <a:t>Click icon to add picture</a:t>
            </a:r>
          </a:p>
        </p:txBody>
      </p:sp>
      <p:sp>
        <p:nvSpPr>
          <p:cNvPr id="16" name="MIO_AGENDA_IGNORE_NAVIGATION" hidden="1">
            <a:extLst>
              <a:ext uri="{FF2B5EF4-FFF2-40B4-BE49-F238E27FC236}">
                <a16:creationId xmlns:a16="http://schemas.microsoft.com/office/drawing/2014/main" id="{D35CEE80-9913-49B6-AD2D-CD6015DCEA12}"/>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17" name="MIO_AGENDA_IGNORE_CHAPTER_REFERENCE" hidden="1">
            <a:extLst>
              <a:ext uri="{FF2B5EF4-FFF2-40B4-BE49-F238E27FC236}">
                <a16:creationId xmlns:a16="http://schemas.microsoft.com/office/drawing/2014/main" id="{6BB5887F-93D5-475B-917E-FCC7B89F3723}"/>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pic>
        <p:nvPicPr>
          <p:cNvPr id="18" name="Picture 17">
            <a:extLst>
              <a:ext uri="{FF2B5EF4-FFF2-40B4-BE49-F238E27FC236}">
                <a16:creationId xmlns:a16="http://schemas.microsoft.com/office/drawing/2014/main" id="{6D37D77E-C437-42FD-91ED-699060885533}"/>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p:blipFill>
        <p:spPr>
          <a:xfrm>
            <a:off x="10694852" y="5659120"/>
            <a:ext cx="1198880" cy="1198880"/>
          </a:xfrm>
          <a:prstGeom prst="rect">
            <a:avLst/>
          </a:prstGeom>
        </p:spPr>
      </p:pic>
      <p:sp>
        <p:nvSpPr>
          <p:cNvPr id="42" name="Title">
            <a:extLst>
              <a:ext uri="{FF2B5EF4-FFF2-40B4-BE49-F238E27FC236}">
                <a16:creationId xmlns:a16="http://schemas.microsoft.com/office/drawing/2014/main" id="{B345DB50-CB94-4421-9E14-33DABF973475}"/>
              </a:ext>
            </a:extLst>
          </p:cNvPr>
          <p:cNvSpPr>
            <a:spLocks noGrp="1"/>
          </p:cNvSpPr>
          <p:nvPr>
            <p:ph type="ctrTitle"/>
          </p:nvPr>
        </p:nvSpPr>
        <p:spPr bwMode="gray">
          <a:xfrm>
            <a:off x="457201" y="5186209"/>
            <a:ext cx="4490721" cy="895983"/>
          </a:xfrm>
          <a:prstGeom prst="rect">
            <a:avLst/>
          </a:prstGeom>
        </p:spPr>
        <p:txBody>
          <a:bodyPr vert="horz" anchor="b" anchorCtr="0">
            <a:noAutofit/>
          </a:bodyPr>
          <a:lstStyle>
            <a:lvl1pPr algn="l" rtl="0">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a:t>Click to edit Master title style</a:t>
            </a:r>
          </a:p>
        </p:txBody>
      </p:sp>
      <p:pic>
        <p:nvPicPr>
          <p:cNvPr id="19" name="Grafik 18">
            <a:extLst>
              <a:ext uri="{FF2B5EF4-FFF2-40B4-BE49-F238E27FC236}">
                <a16:creationId xmlns:a16="http://schemas.microsoft.com/office/drawing/2014/main" id="{831349D2-DAF0-41C5-BA94-B41BAA89F582}"/>
              </a:ext>
            </a:extLst>
          </p:cNvPr>
          <p:cNvPicPr>
            <a:picLocks noChangeAspect="1"/>
          </p:cNvPicPr>
          <p:nvPr/>
        </p:nvPicPr>
        <p:blipFill>
          <a:blip r:embed="rId6"/>
          <a:stretch>
            <a:fillRect/>
          </a:stretch>
        </p:blipFill>
        <p:spPr>
          <a:xfrm>
            <a:off x="458636" y="342232"/>
            <a:ext cx="1818000" cy="339914"/>
          </a:xfrm>
          <a:prstGeom prst="rect">
            <a:avLst/>
          </a:prstGeom>
        </p:spPr>
      </p:pic>
    </p:spTree>
    <p:extLst>
      <p:ext uri="{BB962C8B-B14F-4D97-AF65-F5344CB8AC3E}">
        <p14:creationId xmlns:p14="http://schemas.microsoft.com/office/powerpoint/2010/main" val="2004760348"/>
      </p:ext>
    </p:extLst>
  </p:cSld>
  <p:clrMapOvr>
    <a:masterClrMapping/>
  </p:clrMapOvr>
  <p:transition>
    <p:fade/>
  </p:transition>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Title Slide - Black">
    <p:bg bwMode="gray">
      <p:bgPr>
        <a:solidFill>
          <a:schemeClr val="tx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897CB061-ED7C-4046-9864-063454653227}"/>
              </a:ext>
            </a:extLst>
          </p:cNvPr>
          <p:cNvGraphicFramePr>
            <a:graphicFrameLocks noChangeAspect="1"/>
          </p:cNvGraphicFramePr>
          <p:nvPr userDrawn="1">
            <p:custDataLst>
              <p:tags r:id="rId1"/>
            </p:custDataLst>
            <p:extLst>
              <p:ext uri="{D42A27DB-BD31-4B8C-83A1-F6EECF244321}">
                <p14:modId xmlns:p14="http://schemas.microsoft.com/office/powerpoint/2010/main" val="399402569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897CB061-ED7C-4046-9864-06345465322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3" name="Text Placeholder">
            <a:extLst>
              <a:ext uri="{FF2B5EF4-FFF2-40B4-BE49-F238E27FC236}">
                <a16:creationId xmlns:a16="http://schemas.microsoft.com/office/drawing/2014/main" id="{470C5F18-5824-4737-AA04-AA61C1FBBF1A}"/>
              </a:ext>
            </a:extLst>
          </p:cNvPr>
          <p:cNvSpPr>
            <a:spLocks noGrp="1"/>
          </p:cNvSpPr>
          <p:nvPr>
            <p:ph type="body" sz="quarter" idx="10"/>
          </p:nvPr>
        </p:nvSpPr>
        <p:spPr>
          <a:xfrm>
            <a:off x="463296" y="6365848"/>
            <a:ext cx="4446269" cy="273050"/>
          </a:xfrm>
          <a:prstGeom prst="rect">
            <a:avLst/>
          </a:prstGeom>
        </p:spPr>
        <p:txBody>
          <a:bodyPr anchor="t">
            <a:noAutofit/>
          </a:bodyPr>
          <a:lstStyle>
            <a:lvl1pPr rtl="0">
              <a:spcAft>
                <a:spcPts val="0"/>
              </a:spcAft>
              <a:defRPr sz="1400" b="1">
                <a:solidFill>
                  <a:schemeClr val="bg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sp>
        <p:nvSpPr>
          <p:cNvPr id="17" name="Picture Placeholder 8">
            <a:extLst>
              <a:ext uri="{FF2B5EF4-FFF2-40B4-BE49-F238E27FC236}">
                <a16:creationId xmlns:a16="http://schemas.microsoft.com/office/drawing/2014/main" id="{AA5D9D6B-8AE5-40BD-B06B-DB5F7F3841FC}"/>
              </a:ext>
            </a:extLst>
          </p:cNvPr>
          <p:cNvSpPr>
            <a:spLocks noGrp="1"/>
          </p:cNvSpPr>
          <p:nvPr>
            <p:ph type="pic" sz="quarter" idx="11"/>
          </p:nvPr>
        </p:nvSpPr>
        <p:spPr>
          <a:xfrm>
            <a:off x="3316942" y="688848"/>
            <a:ext cx="5562600" cy="5556504"/>
          </a:xfrm>
          <a:prstGeom prst="rect">
            <a:avLst/>
          </a:prstGeom>
        </p:spPr>
        <p:txBody>
          <a:bodyPr/>
          <a:lstStyle>
            <a:lvl1pPr rtl="0">
              <a:defRPr/>
            </a:lvl1pPr>
          </a:lstStyle>
          <a:p>
            <a:r>
              <a:rPr lang="en-US" noProof="0"/>
              <a:t>Click icon to add picture</a:t>
            </a:r>
          </a:p>
        </p:txBody>
      </p:sp>
      <p:sp>
        <p:nvSpPr>
          <p:cNvPr id="16" name="MIO_AGENDA_IGNORE_NAVIGATION" hidden="1">
            <a:extLst>
              <a:ext uri="{FF2B5EF4-FFF2-40B4-BE49-F238E27FC236}">
                <a16:creationId xmlns:a16="http://schemas.microsoft.com/office/drawing/2014/main" id="{E87F14BC-2A89-442C-A2A4-F8C495F64EDE}"/>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18" name="MIO_AGENDA_IGNORE_CHAPTER_REFERENCE" hidden="1">
            <a:extLst>
              <a:ext uri="{FF2B5EF4-FFF2-40B4-BE49-F238E27FC236}">
                <a16:creationId xmlns:a16="http://schemas.microsoft.com/office/drawing/2014/main" id="{47AE036B-D905-4E75-9AA0-BBD4F9B323D9}"/>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pic>
        <p:nvPicPr>
          <p:cNvPr id="19" name="Picture 18">
            <a:extLst>
              <a:ext uri="{FF2B5EF4-FFF2-40B4-BE49-F238E27FC236}">
                <a16:creationId xmlns:a16="http://schemas.microsoft.com/office/drawing/2014/main" id="{462EDD38-A67F-487C-BB7B-5F5DC45273C2}"/>
              </a:ext>
            </a:extLst>
          </p:cNvPr>
          <p:cNvPicPr>
            <a:picLocks noChangeAspect="1"/>
          </p:cNvPicPr>
          <p:nvPr/>
        </p:nvPicPr>
        <p:blipFill>
          <a:blip r:embed="rId5"/>
          <a:srcRect/>
          <a:stretch/>
        </p:blipFill>
        <p:spPr>
          <a:xfrm>
            <a:off x="10694852" y="5659120"/>
            <a:ext cx="1198880" cy="1198880"/>
          </a:xfrm>
          <a:prstGeom prst="rect">
            <a:avLst/>
          </a:prstGeom>
        </p:spPr>
      </p:pic>
      <p:sp>
        <p:nvSpPr>
          <p:cNvPr id="53" name="Title">
            <a:extLst>
              <a:ext uri="{FF2B5EF4-FFF2-40B4-BE49-F238E27FC236}">
                <a16:creationId xmlns:a16="http://schemas.microsoft.com/office/drawing/2014/main" id="{647FBB06-57A1-478F-8BCE-57D05265516A}"/>
              </a:ext>
            </a:extLst>
          </p:cNvPr>
          <p:cNvSpPr>
            <a:spLocks noGrp="1"/>
          </p:cNvSpPr>
          <p:nvPr>
            <p:ph type="ctrTitle"/>
          </p:nvPr>
        </p:nvSpPr>
        <p:spPr bwMode="gray">
          <a:xfrm>
            <a:off x="463296" y="5186209"/>
            <a:ext cx="4446269" cy="895983"/>
          </a:xfrm>
          <a:prstGeom prst="rect">
            <a:avLst/>
          </a:prstGeom>
        </p:spPr>
        <p:txBody>
          <a:bodyPr vert="horz" anchor="b" anchorCtr="0">
            <a:noAutofit/>
          </a:bodyPr>
          <a:lstStyle>
            <a:lvl1pPr algn="l" rtl="0">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a:t>Click to edit Master title style</a:t>
            </a:r>
          </a:p>
        </p:txBody>
      </p:sp>
      <p:pic>
        <p:nvPicPr>
          <p:cNvPr id="20" name="Grafik 19">
            <a:extLst>
              <a:ext uri="{FF2B5EF4-FFF2-40B4-BE49-F238E27FC236}">
                <a16:creationId xmlns:a16="http://schemas.microsoft.com/office/drawing/2014/main" id="{C412CF89-26F0-4AB2-8D88-137CCA6147C5}"/>
              </a:ext>
            </a:extLst>
          </p:cNvPr>
          <p:cNvPicPr>
            <a:picLocks noChangeAspect="1"/>
          </p:cNvPicPr>
          <p:nvPr/>
        </p:nvPicPr>
        <p:blipFill>
          <a:blip r:embed="rId6"/>
          <a:stretch>
            <a:fillRect/>
          </a:stretch>
        </p:blipFill>
        <p:spPr>
          <a:xfrm>
            <a:off x="458636" y="342232"/>
            <a:ext cx="1818000" cy="339914"/>
          </a:xfrm>
          <a:prstGeom prst="rect">
            <a:avLst/>
          </a:prstGeom>
        </p:spPr>
      </p:pic>
    </p:spTree>
    <p:extLst>
      <p:ext uri="{BB962C8B-B14F-4D97-AF65-F5344CB8AC3E}">
        <p14:creationId xmlns:p14="http://schemas.microsoft.com/office/powerpoint/2010/main" val="1645250855"/>
      </p:ext>
    </p:extLst>
  </p:cSld>
  <p:clrMapOvr>
    <a:masterClrMapping/>
  </p:clrMapOvr>
  <p:transition>
    <p:fade/>
  </p:transition>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Title Slide - Black Page Image">
    <p:bg bwMode="gray">
      <p:bgPr>
        <a:solidFill>
          <a:schemeClr val="tx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FE099215-BE13-48B7-11F9-2B8804D785FA}"/>
              </a:ext>
            </a:extLst>
          </p:cNvPr>
          <p:cNvGraphicFramePr>
            <a:graphicFrameLocks noChangeAspect="1"/>
          </p:cNvGraphicFramePr>
          <p:nvPr userDrawn="1">
            <p:custDataLst>
              <p:tags r:id="rId1"/>
            </p:custDataLst>
            <p:extLst>
              <p:ext uri="{D42A27DB-BD31-4B8C-83A1-F6EECF244321}">
                <p14:modId xmlns:p14="http://schemas.microsoft.com/office/powerpoint/2010/main" val="10941351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FE099215-BE13-48B7-11F9-2B8804D785F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7" name="Picture Placeholder 8">
            <a:extLst>
              <a:ext uri="{FF2B5EF4-FFF2-40B4-BE49-F238E27FC236}">
                <a16:creationId xmlns:a16="http://schemas.microsoft.com/office/drawing/2014/main" id="{DEF77F0F-DE6A-48C9-92BD-013174DD643C}"/>
              </a:ext>
            </a:extLst>
          </p:cNvPr>
          <p:cNvSpPr>
            <a:spLocks noGrp="1"/>
          </p:cNvSpPr>
          <p:nvPr>
            <p:ph type="pic" sz="quarter" idx="11"/>
          </p:nvPr>
        </p:nvSpPr>
        <p:spPr>
          <a:xfrm>
            <a:off x="0" y="0"/>
            <a:ext cx="12192000" cy="6858000"/>
          </a:xfrm>
          <a:prstGeom prst="rect">
            <a:avLst/>
          </a:prstGeom>
        </p:spPr>
        <p:txBody>
          <a:bodyPr/>
          <a:lstStyle>
            <a:lvl1pPr rtl="0">
              <a:defRPr>
                <a:solidFill>
                  <a:schemeClr val="bg1"/>
                </a:solidFill>
              </a:defRPr>
            </a:lvl1pPr>
          </a:lstStyle>
          <a:p>
            <a:r>
              <a:rPr lang="en-US" noProof="0"/>
              <a:t>Click icon to add picture</a:t>
            </a:r>
          </a:p>
        </p:txBody>
      </p:sp>
      <p:sp>
        <p:nvSpPr>
          <p:cNvPr id="28" name="Text Placeholder">
            <a:extLst>
              <a:ext uri="{FF2B5EF4-FFF2-40B4-BE49-F238E27FC236}">
                <a16:creationId xmlns:a16="http://schemas.microsoft.com/office/drawing/2014/main" id="{7843742C-26CB-411F-8564-50309241988E}"/>
              </a:ext>
            </a:extLst>
          </p:cNvPr>
          <p:cNvSpPr>
            <a:spLocks noGrp="1"/>
          </p:cNvSpPr>
          <p:nvPr>
            <p:ph type="body" sz="quarter" idx="10"/>
          </p:nvPr>
        </p:nvSpPr>
        <p:spPr>
          <a:xfrm>
            <a:off x="463296" y="6364224"/>
            <a:ext cx="4446269" cy="273050"/>
          </a:xfrm>
          <a:prstGeom prst="rect">
            <a:avLst/>
          </a:prstGeom>
        </p:spPr>
        <p:txBody>
          <a:bodyPr anchor="t">
            <a:noAutofit/>
          </a:bodyPr>
          <a:lstStyle>
            <a:lvl1pPr rtl="0">
              <a:spcAft>
                <a:spcPts val="0"/>
              </a:spcAft>
              <a:defRPr sz="1400" b="1">
                <a:solidFill>
                  <a:schemeClr val="bg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sp>
        <p:nvSpPr>
          <p:cNvPr id="29" name="Title">
            <a:extLst>
              <a:ext uri="{FF2B5EF4-FFF2-40B4-BE49-F238E27FC236}">
                <a16:creationId xmlns:a16="http://schemas.microsoft.com/office/drawing/2014/main" id="{A7C729B7-24CD-4887-BCB2-9B9E69736AAE}"/>
              </a:ext>
            </a:extLst>
          </p:cNvPr>
          <p:cNvSpPr>
            <a:spLocks noGrp="1"/>
          </p:cNvSpPr>
          <p:nvPr>
            <p:ph type="ctrTitle"/>
          </p:nvPr>
        </p:nvSpPr>
        <p:spPr bwMode="gray">
          <a:xfrm>
            <a:off x="463296" y="5186209"/>
            <a:ext cx="4446269" cy="895983"/>
          </a:xfrm>
          <a:prstGeom prst="rect">
            <a:avLst/>
          </a:prstGeom>
        </p:spPr>
        <p:txBody>
          <a:bodyPr vert="horz" anchor="b" anchorCtr="0">
            <a:noAutofit/>
          </a:bodyPr>
          <a:lstStyle>
            <a:lvl1pPr algn="l" rtl="0">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a:t>Click to edit Master title style</a:t>
            </a:r>
          </a:p>
        </p:txBody>
      </p:sp>
      <p:sp>
        <p:nvSpPr>
          <p:cNvPr id="30" name="MIO_AGENDA_IGNORE_NAVIGATION" hidden="1">
            <a:extLst>
              <a:ext uri="{FF2B5EF4-FFF2-40B4-BE49-F238E27FC236}">
                <a16:creationId xmlns:a16="http://schemas.microsoft.com/office/drawing/2014/main" id="{21E6B44B-2911-4D90-ADF1-345D287BEC40}"/>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31" name="MIO_AGENDA_IGNORE_CHAPTER_REFERENCE" hidden="1">
            <a:extLst>
              <a:ext uri="{FF2B5EF4-FFF2-40B4-BE49-F238E27FC236}">
                <a16:creationId xmlns:a16="http://schemas.microsoft.com/office/drawing/2014/main" id="{D22541A4-6CCB-49E3-87E5-CEF66BC7C1D8}"/>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pic>
        <p:nvPicPr>
          <p:cNvPr id="32" name="Picture 31">
            <a:extLst>
              <a:ext uri="{FF2B5EF4-FFF2-40B4-BE49-F238E27FC236}">
                <a16:creationId xmlns:a16="http://schemas.microsoft.com/office/drawing/2014/main" id="{81AB6879-BEBD-4350-977F-6C88566174B5}"/>
              </a:ext>
            </a:extLst>
          </p:cNvPr>
          <p:cNvPicPr>
            <a:picLocks noChangeAspect="1"/>
          </p:cNvPicPr>
          <p:nvPr/>
        </p:nvPicPr>
        <p:blipFill>
          <a:blip r:embed="rId5"/>
          <a:srcRect/>
          <a:stretch/>
        </p:blipFill>
        <p:spPr>
          <a:xfrm>
            <a:off x="10694852" y="5659120"/>
            <a:ext cx="1198880" cy="1198880"/>
          </a:xfrm>
          <a:prstGeom prst="rect">
            <a:avLst/>
          </a:prstGeom>
        </p:spPr>
      </p:pic>
      <p:pic>
        <p:nvPicPr>
          <p:cNvPr id="33" name="Grafik 32">
            <a:extLst>
              <a:ext uri="{FF2B5EF4-FFF2-40B4-BE49-F238E27FC236}">
                <a16:creationId xmlns:a16="http://schemas.microsoft.com/office/drawing/2014/main" id="{25B7AF9E-742A-47DF-A61D-D1C76DE36B38}"/>
              </a:ext>
            </a:extLst>
          </p:cNvPr>
          <p:cNvPicPr>
            <a:picLocks noChangeAspect="1"/>
          </p:cNvPicPr>
          <p:nvPr/>
        </p:nvPicPr>
        <p:blipFill>
          <a:blip r:embed="rId6"/>
          <a:stretch>
            <a:fillRect/>
          </a:stretch>
        </p:blipFill>
        <p:spPr>
          <a:xfrm>
            <a:off x="458636" y="342232"/>
            <a:ext cx="1818000" cy="339914"/>
          </a:xfrm>
          <a:prstGeom prst="rect">
            <a:avLst/>
          </a:prstGeom>
        </p:spPr>
      </p:pic>
    </p:spTree>
    <p:extLst>
      <p:ext uri="{BB962C8B-B14F-4D97-AF65-F5344CB8AC3E}">
        <p14:creationId xmlns:p14="http://schemas.microsoft.com/office/powerpoint/2010/main" val="742858386"/>
      </p:ext>
    </p:extLst>
  </p:cSld>
  <p:clrMapOvr>
    <a:masterClrMapping/>
  </p:clrMapOvr>
  <p:transition>
    <p:fade/>
  </p:transition>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Title Slide - Circle with text">
    <p:bg bwMode="gray">
      <p:bgPr>
        <a:solidFill>
          <a:schemeClr val="bg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C12E4684-5405-6C93-553E-034752DD9290}"/>
              </a:ext>
            </a:extLst>
          </p:cNvPr>
          <p:cNvGraphicFramePr>
            <a:graphicFrameLocks noChangeAspect="1"/>
          </p:cNvGraphicFramePr>
          <p:nvPr userDrawn="1">
            <p:custDataLst>
              <p:tags r:id="rId1"/>
            </p:custDataLst>
            <p:extLst>
              <p:ext uri="{D42A27DB-BD31-4B8C-83A1-F6EECF244321}">
                <p14:modId xmlns:p14="http://schemas.microsoft.com/office/powerpoint/2010/main" val="39320278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C12E4684-5405-6C93-553E-034752DD929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9" name="Picture Placeholder 8">
            <a:extLst>
              <a:ext uri="{FF2B5EF4-FFF2-40B4-BE49-F238E27FC236}">
                <a16:creationId xmlns:a16="http://schemas.microsoft.com/office/drawing/2014/main" id="{1222750D-2EAF-4C12-8740-B6E6A9615013}"/>
              </a:ext>
            </a:extLst>
          </p:cNvPr>
          <p:cNvSpPr>
            <a:spLocks noGrp="1"/>
          </p:cNvSpPr>
          <p:nvPr>
            <p:ph type="pic" sz="quarter" idx="11"/>
          </p:nvPr>
        </p:nvSpPr>
        <p:spPr>
          <a:xfrm>
            <a:off x="0" y="0"/>
            <a:ext cx="12192000" cy="6858000"/>
          </a:xfrm>
          <a:prstGeom prst="rect">
            <a:avLst/>
          </a:prstGeom>
        </p:spPr>
        <p:txBody>
          <a:bodyPr/>
          <a:lstStyle>
            <a:lvl1pPr rtl="0">
              <a:defRPr>
                <a:solidFill>
                  <a:schemeClr val="tx1"/>
                </a:solidFill>
              </a:defRPr>
            </a:lvl1pPr>
          </a:lstStyle>
          <a:p>
            <a:r>
              <a:rPr lang="en-US" noProof="0"/>
              <a:t>Click icon to add picture</a:t>
            </a:r>
          </a:p>
        </p:txBody>
      </p:sp>
      <p:sp>
        <p:nvSpPr>
          <p:cNvPr id="44" name="Text Placeholder">
            <a:extLst>
              <a:ext uri="{FF2B5EF4-FFF2-40B4-BE49-F238E27FC236}">
                <a16:creationId xmlns:a16="http://schemas.microsoft.com/office/drawing/2014/main" id="{E65ED79E-D6FD-4D90-9073-C8776CB6AD10}"/>
              </a:ext>
            </a:extLst>
          </p:cNvPr>
          <p:cNvSpPr>
            <a:spLocks noGrp="1"/>
          </p:cNvSpPr>
          <p:nvPr>
            <p:ph type="body" sz="quarter" idx="10"/>
          </p:nvPr>
        </p:nvSpPr>
        <p:spPr>
          <a:xfrm>
            <a:off x="457201" y="6365848"/>
            <a:ext cx="4490721" cy="273050"/>
          </a:xfrm>
          <a:prstGeom prst="rect">
            <a:avLst/>
          </a:prstGeom>
        </p:spPr>
        <p:txBody>
          <a:bodyPr anchor="t">
            <a:noAutofit/>
          </a:bodyPr>
          <a:lstStyle>
            <a:lvl1pPr rtl="0">
              <a:spcAft>
                <a:spcPts val="0"/>
              </a:spcAft>
              <a:defRPr sz="1400" b="1">
                <a:solidFill>
                  <a:schemeClr val="tx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sp>
        <p:nvSpPr>
          <p:cNvPr id="16" name="MIO_AGENDA_IGNORE_NAVIGATION" hidden="1">
            <a:extLst>
              <a:ext uri="{FF2B5EF4-FFF2-40B4-BE49-F238E27FC236}">
                <a16:creationId xmlns:a16="http://schemas.microsoft.com/office/drawing/2014/main" id="{9970BE9A-08D6-4159-A7B6-88479C7815D6}"/>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27" name="MIO_AGENDA_IGNORE_CHAPTER_REFERENCE" hidden="1">
            <a:extLst>
              <a:ext uri="{FF2B5EF4-FFF2-40B4-BE49-F238E27FC236}">
                <a16:creationId xmlns:a16="http://schemas.microsoft.com/office/drawing/2014/main" id="{470398AC-9E3C-4202-BC74-310D36FEDC82}"/>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pic>
        <p:nvPicPr>
          <p:cNvPr id="28" name="Picture 27">
            <a:extLst>
              <a:ext uri="{FF2B5EF4-FFF2-40B4-BE49-F238E27FC236}">
                <a16:creationId xmlns:a16="http://schemas.microsoft.com/office/drawing/2014/main" id="{91CFDFEF-967E-43B5-BC07-2E7BB4B58757}"/>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p:blipFill>
        <p:spPr>
          <a:xfrm>
            <a:off x="10694852" y="5659120"/>
            <a:ext cx="1198880" cy="1198880"/>
          </a:xfrm>
          <a:prstGeom prst="rect">
            <a:avLst/>
          </a:prstGeom>
        </p:spPr>
      </p:pic>
      <p:sp>
        <p:nvSpPr>
          <p:cNvPr id="41" name="Title">
            <a:extLst>
              <a:ext uri="{FF2B5EF4-FFF2-40B4-BE49-F238E27FC236}">
                <a16:creationId xmlns:a16="http://schemas.microsoft.com/office/drawing/2014/main" id="{70F15D73-40F4-4F95-9E2A-7A67F615DB4A}"/>
              </a:ext>
            </a:extLst>
          </p:cNvPr>
          <p:cNvSpPr>
            <a:spLocks noGrp="1"/>
          </p:cNvSpPr>
          <p:nvPr>
            <p:ph type="ctrTitle"/>
          </p:nvPr>
        </p:nvSpPr>
        <p:spPr bwMode="gray">
          <a:xfrm>
            <a:off x="457201" y="5186209"/>
            <a:ext cx="4490721" cy="895983"/>
          </a:xfrm>
          <a:prstGeom prst="rect">
            <a:avLst/>
          </a:prstGeom>
        </p:spPr>
        <p:txBody>
          <a:bodyPr vert="horz" anchor="b" anchorCtr="0">
            <a:noAutofit/>
          </a:bodyPr>
          <a:lstStyle>
            <a:lvl1pPr algn="l" rtl="0">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a:t>Click to edit Master title style</a:t>
            </a:r>
          </a:p>
        </p:txBody>
      </p:sp>
      <p:pic>
        <p:nvPicPr>
          <p:cNvPr id="30" name="Grafik 29">
            <a:extLst>
              <a:ext uri="{FF2B5EF4-FFF2-40B4-BE49-F238E27FC236}">
                <a16:creationId xmlns:a16="http://schemas.microsoft.com/office/drawing/2014/main" id="{1A2DAA7F-8705-4A88-8757-C05EBC23AB1F}"/>
              </a:ext>
            </a:extLst>
          </p:cNvPr>
          <p:cNvPicPr>
            <a:picLocks noChangeAspect="1"/>
          </p:cNvPicPr>
          <p:nvPr/>
        </p:nvPicPr>
        <p:blipFill>
          <a:blip r:embed="rId6"/>
          <a:stretch>
            <a:fillRect/>
          </a:stretch>
        </p:blipFill>
        <p:spPr>
          <a:xfrm>
            <a:off x="458636" y="342232"/>
            <a:ext cx="1818000" cy="339914"/>
          </a:xfrm>
          <a:prstGeom prst="rect">
            <a:avLst/>
          </a:prstGeom>
        </p:spPr>
      </p:pic>
    </p:spTree>
    <p:extLst>
      <p:ext uri="{BB962C8B-B14F-4D97-AF65-F5344CB8AC3E}">
        <p14:creationId xmlns:p14="http://schemas.microsoft.com/office/powerpoint/2010/main" val="530665719"/>
      </p:ext>
    </p:extLst>
  </p:cSld>
  <p:clrMapOvr>
    <a:masterClrMapping/>
  </p:clrMapOvr>
  <p:transition>
    <p:fade/>
  </p:transition>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Divider - Deloitte white">
    <p:bg bwMode="gray">
      <p:bgPr>
        <a:solidFill>
          <a:schemeClr val="bg1"/>
        </a:solidFill>
        <a:effectLst/>
      </p:bgPr>
    </p:bg>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69D3B845-3E49-20DA-A010-E159258EFA66}"/>
              </a:ext>
            </a:extLst>
          </p:cNvPr>
          <p:cNvGraphicFramePr>
            <a:graphicFrameLocks noChangeAspect="1"/>
          </p:cNvGraphicFramePr>
          <p:nvPr userDrawn="1">
            <p:custDataLst>
              <p:tags r:id="rId1"/>
            </p:custDataLst>
            <p:extLst>
              <p:ext uri="{D42A27DB-BD31-4B8C-83A1-F6EECF244321}">
                <p14:modId xmlns:p14="http://schemas.microsoft.com/office/powerpoint/2010/main" val="211263299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7" name="think-cell data - do not delete" hidden="1">
                        <a:extLst>
                          <a:ext uri="{FF2B5EF4-FFF2-40B4-BE49-F238E27FC236}">
                            <a16:creationId xmlns:a16="http://schemas.microsoft.com/office/drawing/2014/main" id="{69D3B845-3E49-20DA-A010-E159258EFA6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p:cNvSpPr>
            <a:spLocks noGrp="1"/>
          </p:cNvSpPr>
          <p:nvPr>
            <p:ph type="title"/>
          </p:nvPr>
        </p:nvSpPr>
        <p:spPr bwMode="gray">
          <a:xfrm>
            <a:off x="463296" y="1724001"/>
            <a:ext cx="11271504" cy="1592403"/>
          </a:xfrm>
          <a:prstGeom prst="rect">
            <a:avLst/>
          </a:prstGeom>
        </p:spPr>
        <p:txBody>
          <a:bodyPr vert="horz" anchor="b"/>
          <a:lstStyle>
            <a:lvl1pPr rtl="0">
              <a:lnSpc>
                <a:spcPct val="95000"/>
              </a:lnSpc>
              <a:defRPr sz="3600" b="1">
                <a:solidFill>
                  <a:schemeClr val="tx1"/>
                </a:solidFill>
                <a:latin typeface="+mj-lt"/>
                <a:ea typeface="Open Sans" panose="020B0606030504020204" pitchFamily="34" charset="0"/>
                <a:cs typeface="Calibri" panose="020F0502020204030204" pitchFamily="34" charset="0"/>
              </a:defRPr>
            </a:lvl1pPr>
          </a:lstStyle>
          <a:p>
            <a:r>
              <a:rPr lang="en-US" noProof="0"/>
              <a:t>Click to edit Master title style</a:t>
            </a:r>
          </a:p>
        </p:txBody>
      </p:sp>
      <p:sp>
        <p:nvSpPr>
          <p:cNvPr id="3" name="Text Placeholder"/>
          <p:cNvSpPr>
            <a:spLocks noGrp="1"/>
          </p:cNvSpPr>
          <p:nvPr>
            <p:ph type="body" idx="1"/>
          </p:nvPr>
        </p:nvSpPr>
        <p:spPr bwMode="gray">
          <a:xfrm>
            <a:off x="463296" y="3471532"/>
            <a:ext cx="11271504" cy="1566532"/>
          </a:xfrm>
        </p:spPr>
        <p:txBody>
          <a:bodyPr lIns="0" tIns="0" rIns="0" bIns="0">
            <a:noAutofit/>
          </a:bodyPr>
          <a:lstStyle>
            <a:lvl1pPr marL="0" indent="0" rtl="0">
              <a:lnSpc>
                <a:spcPct val="95000"/>
              </a:lnSpc>
              <a:spcAft>
                <a:spcPts val="0"/>
              </a:spcAft>
              <a:buNone/>
              <a:defRPr sz="3600">
                <a:solidFill>
                  <a:schemeClr val="tx1"/>
                </a:solidFill>
                <a:latin typeface="+mn-lt"/>
                <a:cs typeface="Calibri" panose="020F0502020204030204" pitchFamily="34" charset="0"/>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noProof="0"/>
              <a:t>Click to edit Master text styles</a:t>
            </a:r>
          </a:p>
        </p:txBody>
      </p:sp>
      <p:sp>
        <p:nvSpPr>
          <p:cNvPr id="4" name="MIO_AGENDA_IGNORE_NAVIGATION" hidden="1">
            <a:extLst>
              <a:ext uri="{FF2B5EF4-FFF2-40B4-BE49-F238E27FC236}">
                <a16:creationId xmlns:a16="http://schemas.microsoft.com/office/drawing/2014/main" id="{A2163211-8843-4B3A-A173-4CC8DE6FF39B}"/>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5" name="MIO_AGENDA_IGNORE_CHAPTER_REFERENCE" hidden="1">
            <a:extLst>
              <a:ext uri="{FF2B5EF4-FFF2-40B4-BE49-F238E27FC236}">
                <a16:creationId xmlns:a16="http://schemas.microsoft.com/office/drawing/2014/main" id="{8F02921B-CECB-4A04-AB2B-50AE546A3B6D}"/>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Tree>
    <p:extLst>
      <p:ext uri="{BB962C8B-B14F-4D97-AF65-F5344CB8AC3E}">
        <p14:creationId xmlns:p14="http://schemas.microsoft.com/office/powerpoint/2010/main" val="2755349901"/>
      </p:ext>
    </p:extLst>
  </p:cSld>
  <p:clrMapOvr>
    <a:masterClrMapping/>
  </p:clrMapOvr>
  <p:transition>
    <p:fade/>
  </p:transition>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Divider - Deloitte green accent 4">
    <p:bg bwMode="gray">
      <p:bgPr>
        <a:solidFill>
          <a:schemeClr val="accent4"/>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13CA2A03-AAA0-847B-BB36-5DB62AC5621E}"/>
              </a:ext>
            </a:extLst>
          </p:cNvPr>
          <p:cNvGraphicFramePr>
            <a:graphicFrameLocks noChangeAspect="1"/>
          </p:cNvGraphicFramePr>
          <p:nvPr userDrawn="1">
            <p:custDataLst>
              <p:tags r:id="rId1"/>
            </p:custDataLst>
            <p:extLst>
              <p:ext uri="{D42A27DB-BD31-4B8C-83A1-F6EECF244321}">
                <p14:modId xmlns:p14="http://schemas.microsoft.com/office/powerpoint/2010/main" val="16345869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3" name="think-cell data - do not delete" hidden="1">
                        <a:extLst>
                          <a:ext uri="{FF2B5EF4-FFF2-40B4-BE49-F238E27FC236}">
                            <a16:creationId xmlns:a16="http://schemas.microsoft.com/office/drawing/2014/main" id="{13CA2A03-AAA0-847B-BB36-5DB62AC5621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8" name="Title"/>
          <p:cNvSpPr>
            <a:spLocks noGrp="1"/>
          </p:cNvSpPr>
          <p:nvPr>
            <p:ph type="title"/>
          </p:nvPr>
        </p:nvSpPr>
        <p:spPr bwMode="gray">
          <a:xfrm>
            <a:off x="469901" y="1726936"/>
            <a:ext cx="11264900" cy="1592403"/>
          </a:xfrm>
          <a:prstGeom prst="rect">
            <a:avLst/>
          </a:prstGeom>
        </p:spPr>
        <p:txBody>
          <a:bodyPr vert="horz" anchor="b"/>
          <a:lstStyle>
            <a:lvl1pPr rtl="0">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19" name="Text Placeholder"/>
          <p:cNvSpPr>
            <a:spLocks noGrp="1"/>
          </p:cNvSpPr>
          <p:nvPr>
            <p:ph type="body" idx="1"/>
          </p:nvPr>
        </p:nvSpPr>
        <p:spPr bwMode="gray">
          <a:xfrm>
            <a:off x="469901" y="3474720"/>
            <a:ext cx="11264900" cy="1566532"/>
          </a:xfrm>
        </p:spPr>
        <p:txBody>
          <a:bodyPr lIns="0" tIns="0" rIns="0" bIns="0">
            <a:noAutofit/>
          </a:bodyPr>
          <a:lstStyle>
            <a:lvl1pPr marL="0" indent="0" rtl="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a:t>Click to edit Master text styles</a:t>
            </a:r>
          </a:p>
        </p:txBody>
      </p:sp>
      <p:sp>
        <p:nvSpPr>
          <p:cNvPr id="7" name="MIO_AGENDA_IGNORE_NAVIGATION" hidden="1">
            <a:extLst>
              <a:ext uri="{FF2B5EF4-FFF2-40B4-BE49-F238E27FC236}">
                <a16:creationId xmlns:a16="http://schemas.microsoft.com/office/drawing/2014/main" id="{B33AFD28-F06F-4496-B660-E40557BF44B7}"/>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9" name="MIO_AGENDA_IGNORE_CHAPTER_REFERENCE" hidden="1">
            <a:extLst>
              <a:ext uri="{FF2B5EF4-FFF2-40B4-BE49-F238E27FC236}">
                <a16:creationId xmlns:a16="http://schemas.microsoft.com/office/drawing/2014/main" id="{9233F6B7-3A6D-4D1B-A7FB-196EDC508EEF}"/>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10" name="CaseCode">
            <a:extLst>
              <a:ext uri="{FF2B5EF4-FFF2-40B4-BE49-F238E27FC236}">
                <a16:creationId xmlns:a16="http://schemas.microsoft.com/office/drawing/2014/main" id="{882A5C28-0BF5-4D8F-94C9-8EE9CE72457D}"/>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1" name="Copyright">
            <a:extLst>
              <a:ext uri="{FF2B5EF4-FFF2-40B4-BE49-F238E27FC236}">
                <a16:creationId xmlns:a16="http://schemas.microsoft.com/office/drawing/2014/main" id="{8F3C3DFA-9FB3-46AB-BDF5-39E1DC272933}"/>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2" name="TextBox 11">
            <a:extLst>
              <a:ext uri="{FF2B5EF4-FFF2-40B4-BE49-F238E27FC236}">
                <a16:creationId xmlns:a16="http://schemas.microsoft.com/office/drawing/2014/main" id="{DF6FC1D4-487D-4C1C-A92F-A0C6E30EA16B}"/>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145297552"/>
      </p:ext>
    </p:extLst>
  </p:cSld>
  <p:clrMapOvr>
    <a:masterClrMapping/>
  </p:clrMapOvr>
  <p:transition>
    <p:fade/>
  </p:transition>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Divider - Deloitte black">
    <p:bg bwMode="gray">
      <p:bgPr>
        <a:solidFill>
          <a:schemeClr val="tx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591740CB-57BD-3D32-0D37-8CB85305CF1F}"/>
              </a:ext>
            </a:extLst>
          </p:cNvPr>
          <p:cNvGraphicFramePr>
            <a:graphicFrameLocks noChangeAspect="1"/>
          </p:cNvGraphicFramePr>
          <p:nvPr userDrawn="1">
            <p:custDataLst>
              <p:tags r:id="rId1"/>
            </p:custDataLst>
            <p:extLst>
              <p:ext uri="{D42A27DB-BD31-4B8C-83A1-F6EECF244321}">
                <p14:modId xmlns:p14="http://schemas.microsoft.com/office/powerpoint/2010/main" val="4194895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3" name="think-cell data - do not delete" hidden="1">
                        <a:extLst>
                          <a:ext uri="{FF2B5EF4-FFF2-40B4-BE49-F238E27FC236}">
                            <a16:creationId xmlns:a16="http://schemas.microsoft.com/office/drawing/2014/main" id="{591740CB-57BD-3D32-0D37-8CB85305CF1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8" name="Title"/>
          <p:cNvSpPr>
            <a:spLocks noGrp="1"/>
          </p:cNvSpPr>
          <p:nvPr>
            <p:ph type="title"/>
          </p:nvPr>
        </p:nvSpPr>
        <p:spPr bwMode="gray">
          <a:xfrm>
            <a:off x="469901" y="1728217"/>
            <a:ext cx="11264900" cy="1592403"/>
          </a:xfrm>
          <a:prstGeom prst="rect">
            <a:avLst/>
          </a:prstGeom>
        </p:spPr>
        <p:txBody>
          <a:bodyPr vert="horz" anchor="b"/>
          <a:lstStyle>
            <a:lvl1pPr rtl="0">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19" name="Text Placeholder"/>
          <p:cNvSpPr>
            <a:spLocks noGrp="1"/>
          </p:cNvSpPr>
          <p:nvPr>
            <p:ph type="body" idx="1"/>
          </p:nvPr>
        </p:nvSpPr>
        <p:spPr bwMode="gray">
          <a:xfrm>
            <a:off x="469901" y="3474720"/>
            <a:ext cx="11264900" cy="1566532"/>
          </a:xfrm>
        </p:spPr>
        <p:txBody>
          <a:bodyPr lIns="0" tIns="0" rIns="0" bIns="0">
            <a:noAutofit/>
          </a:bodyPr>
          <a:lstStyle>
            <a:lvl1pPr marL="0" indent="0" rtl="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a:t>Click to edit Master text styles</a:t>
            </a:r>
          </a:p>
        </p:txBody>
      </p:sp>
      <p:sp>
        <p:nvSpPr>
          <p:cNvPr id="7" name="MIO_AGENDA_IGNORE_NAVIGATION" hidden="1">
            <a:extLst>
              <a:ext uri="{FF2B5EF4-FFF2-40B4-BE49-F238E27FC236}">
                <a16:creationId xmlns:a16="http://schemas.microsoft.com/office/drawing/2014/main" id="{8361DA31-7C99-49AA-A40D-CC798429750C}"/>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8" name="MIO_AGENDA_IGNORE_CHAPTER_REFERENCE" hidden="1">
            <a:extLst>
              <a:ext uri="{FF2B5EF4-FFF2-40B4-BE49-F238E27FC236}">
                <a16:creationId xmlns:a16="http://schemas.microsoft.com/office/drawing/2014/main" id="{D1BC51F7-D24C-4262-85CD-7EFD0E8E4885}"/>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9" name="CaseCode">
            <a:extLst>
              <a:ext uri="{FF2B5EF4-FFF2-40B4-BE49-F238E27FC236}">
                <a16:creationId xmlns:a16="http://schemas.microsoft.com/office/drawing/2014/main" id="{7D770CEC-7A1C-4675-B9F6-4684B6BC5EEF}"/>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0" name="Copyright">
            <a:extLst>
              <a:ext uri="{FF2B5EF4-FFF2-40B4-BE49-F238E27FC236}">
                <a16:creationId xmlns:a16="http://schemas.microsoft.com/office/drawing/2014/main" id="{32612B95-CBCE-43BD-ACD5-F7E8E28AD6C4}"/>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1" name="TextBox 10">
            <a:extLst>
              <a:ext uri="{FF2B5EF4-FFF2-40B4-BE49-F238E27FC236}">
                <a16:creationId xmlns:a16="http://schemas.microsoft.com/office/drawing/2014/main" id="{20997DD9-C2E6-4412-906F-CEA396FE065F}"/>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27106466"/>
      </p:ext>
    </p:extLst>
  </p:cSld>
  <p:clrMapOvr>
    <a:masterClrMapping/>
  </p:clrMapOvr>
  <p:transition>
    <p:fade/>
  </p:transition>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p:cSld name="Divider - Deloitte green accent 1">
    <p:bg bwMode="gray">
      <p:bgPr>
        <a:solidFill>
          <a:schemeClr val="accent1"/>
        </a:solidFill>
        <a:effectLst/>
      </p:bgPr>
    </p:bg>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2817E265-9C47-7BE9-97AC-FA92EB2FDAEC}"/>
              </a:ext>
            </a:extLst>
          </p:cNvPr>
          <p:cNvGraphicFramePr>
            <a:graphicFrameLocks noChangeAspect="1"/>
          </p:cNvGraphicFramePr>
          <p:nvPr userDrawn="1">
            <p:custDataLst>
              <p:tags r:id="rId1"/>
            </p:custDataLst>
            <p:extLst>
              <p:ext uri="{D42A27DB-BD31-4B8C-83A1-F6EECF244321}">
                <p14:modId xmlns:p14="http://schemas.microsoft.com/office/powerpoint/2010/main" val="100786629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5" name="think-cell data - do not delete" hidden="1">
                        <a:extLst>
                          <a:ext uri="{FF2B5EF4-FFF2-40B4-BE49-F238E27FC236}">
                            <a16:creationId xmlns:a16="http://schemas.microsoft.com/office/drawing/2014/main" id="{2817E265-9C47-7BE9-97AC-FA92EB2FDAEC}"/>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 name="Title"/>
          <p:cNvSpPr>
            <a:spLocks noGrp="1"/>
          </p:cNvSpPr>
          <p:nvPr>
            <p:ph type="title"/>
          </p:nvPr>
        </p:nvSpPr>
        <p:spPr bwMode="gray">
          <a:xfrm>
            <a:off x="463296" y="1728217"/>
            <a:ext cx="11271504" cy="1592403"/>
          </a:xfrm>
          <a:prstGeom prst="rect">
            <a:avLst/>
          </a:prstGeom>
        </p:spPr>
        <p:txBody>
          <a:bodyPr vert="horz" anchor="b"/>
          <a:lstStyle>
            <a:lvl1pPr rtl="0">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p:cNvSpPr>
            <a:spLocks noGrp="1"/>
          </p:cNvSpPr>
          <p:nvPr>
            <p:ph type="body" idx="1"/>
          </p:nvPr>
        </p:nvSpPr>
        <p:spPr bwMode="gray">
          <a:xfrm>
            <a:off x="463296" y="3474720"/>
            <a:ext cx="11271504" cy="1566532"/>
          </a:xfrm>
        </p:spPr>
        <p:txBody>
          <a:bodyPr lIns="0" tIns="0" rIns="0" bIns="0">
            <a:noAutofit/>
          </a:bodyPr>
          <a:lstStyle>
            <a:lvl1pPr marL="0" indent="0" rtl="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a:t>Click to edit Master text styles</a:t>
            </a:r>
          </a:p>
        </p:txBody>
      </p:sp>
      <p:sp>
        <p:nvSpPr>
          <p:cNvPr id="7" name="MIO_AGENDA_IGNORE_NAVIGATION" hidden="1">
            <a:extLst>
              <a:ext uri="{FF2B5EF4-FFF2-40B4-BE49-F238E27FC236}">
                <a16:creationId xmlns:a16="http://schemas.microsoft.com/office/drawing/2014/main" id="{0837ED46-4108-4499-BE40-E17599CFD675}"/>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8" name="MIO_AGENDA_IGNORE_CHAPTER_REFERENCE" hidden="1">
            <a:extLst>
              <a:ext uri="{FF2B5EF4-FFF2-40B4-BE49-F238E27FC236}">
                <a16:creationId xmlns:a16="http://schemas.microsoft.com/office/drawing/2014/main" id="{BD69D7E4-8FB7-4417-A428-3FC842962DF0}"/>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9" name="CaseCode">
            <a:extLst>
              <a:ext uri="{FF2B5EF4-FFF2-40B4-BE49-F238E27FC236}">
                <a16:creationId xmlns:a16="http://schemas.microsoft.com/office/drawing/2014/main" id="{EE7151CE-534A-4DA8-B077-606246FFE4AA}"/>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3" name="Copyright">
            <a:extLst>
              <a:ext uri="{FF2B5EF4-FFF2-40B4-BE49-F238E27FC236}">
                <a16:creationId xmlns:a16="http://schemas.microsoft.com/office/drawing/2014/main" id="{9F6D2D6D-4A12-45B7-A359-4B35E6BD19C6}"/>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4" name="TextBox 13">
            <a:extLst>
              <a:ext uri="{FF2B5EF4-FFF2-40B4-BE49-F238E27FC236}">
                <a16:creationId xmlns:a16="http://schemas.microsoft.com/office/drawing/2014/main" id="{9F5B17B4-6589-41B3-A983-093BB26C9BCC}"/>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694301616"/>
      </p:ext>
    </p:extLst>
  </p:cSld>
  <p:clrMapOvr>
    <a:masterClrMapping/>
  </p:clrMapOvr>
  <p:transition>
    <p:fade/>
  </p:transition>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p:cSld name="Divider - Deloitte green accent 2">
    <p:bg bwMode="gray">
      <p:bgPr>
        <a:solidFill>
          <a:schemeClr val="accent2"/>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3D32920F-A7BC-0D5A-4983-3D965C6B3722}"/>
              </a:ext>
            </a:extLst>
          </p:cNvPr>
          <p:cNvGraphicFramePr>
            <a:graphicFrameLocks noChangeAspect="1"/>
          </p:cNvGraphicFramePr>
          <p:nvPr userDrawn="1">
            <p:custDataLst>
              <p:tags r:id="rId1"/>
            </p:custDataLst>
            <p:extLst>
              <p:ext uri="{D42A27DB-BD31-4B8C-83A1-F6EECF244321}">
                <p14:modId xmlns:p14="http://schemas.microsoft.com/office/powerpoint/2010/main" val="7606855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3" name="think-cell data - do not delete" hidden="1">
                        <a:extLst>
                          <a:ext uri="{FF2B5EF4-FFF2-40B4-BE49-F238E27FC236}">
                            <a16:creationId xmlns:a16="http://schemas.microsoft.com/office/drawing/2014/main" id="{3D32920F-A7BC-0D5A-4983-3D965C6B3722}"/>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8" name="Title"/>
          <p:cNvSpPr>
            <a:spLocks noGrp="1"/>
          </p:cNvSpPr>
          <p:nvPr>
            <p:ph type="title"/>
          </p:nvPr>
        </p:nvSpPr>
        <p:spPr bwMode="gray">
          <a:xfrm>
            <a:off x="463296" y="1728217"/>
            <a:ext cx="11227056" cy="1592403"/>
          </a:xfrm>
          <a:prstGeom prst="rect">
            <a:avLst/>
          </a:prstGeom>
        </p:spPr>
        <p:txBody>
          <a:bodyPr vert="horz" anchor="b"/>
          <a:lstStyle>
            <a:lvl1pPr rtl="0">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19" name="Text Placeholder"/>
          <p:cNvSpPr>
            <a:spLocks noGrp="1"/>
          </p:cNvSpPr>
          <p:nvPr>
            <p:ph type="body" idx="1"/>
          </p:nvPr>
        </p:nvSpPr>
        <p:spPr bwMode="gray">
          <a:xfrm>
            <a:off x="463296" y="3474720"/>
            <a:ext cx="11227056" cy="1566532"/>
          </a:xfrm>
        </p:spPr>
        <p:txBody>
          <a:bodyPr lIns="0" tIns="0" rIns="0" bIns="0">
            <a:noAutofit/>
          </a:bodyPr>
          <a:lstStyle>
            <a:lvl1pPr marL="0" indent="0" rtl="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a:t>Click to edit Master text styles</a:t>
            </a:r>
          </a:p>
        </p:txBody>
      </p:sp>
      <p:sp>
        <p:nvSpPr>
          <p:cNvPr id="7" name="MIO_AGENDA_IGNORE_NAVIGATION" hidden="1">
            <a:extLst>
              <a:ext uri="{FF2B5EF4-FFF2-40B4-BE49-F238E27FC236}">
                <a16:creationId xmlns:a16="http://schemas.microsoft.com/office/drawing/2014/main" id="{9FC4547F-C195-4067-8008-B68776595B5D}"/>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8" name="MIO_AGENDA_IGNORE_CHAPTER_REFERENCE" hidden="1">
            <a:extLst>
              <a:ext uri="{FF2B5EF4-FFF2-40B4-BE49-F238E27FC236}">
                <a16:creationId xmlns:a16="http://schemas.microsoft.com/office/drawing/2014/main" id="{12EACD47-41DE-4CD2-A21A-14DBE7C985AF}"/>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9" name="CaseCode">
            <a:extLst>
              <a:ext uri="{FF2B5EF4-FFF2-40B4-BE49-F238E27FC236}">
                <a16:creationId xmlns:a16="http://schemas.microsoft.com/office/drawing/2014/main" id="{6354E020-0B8B-4490-8FBE-69D3AA2C5D8E}"/>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3" name="Copyright">
            <a:extLst>
              <a:ext uri="{FF2B5EF4-FFF2-40B4-BE49-F238E27FC236}">
                <a16:creationId xmlns:a16="http://schemas.microsoft.com/office/drawing/2014/main" id="{1775EE3B-1424-455C-B471-9011952BEC3A}"/>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4" name="TextBox 13">
            <a:extLst>
              <a:ext uri="{FF2B5EF4-FFF2-40B4-BE49-F238E27FC236}">
                <a16:creationId xmlns:a16="http://schemas.microsoft.com/office/drawing/2014/main" id="{18004DD8-5CCD-47AF-881E-102D039801F2}"/>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552626520"/>
      </p:ext>
    </p:extLst>
  </p:cSld>
  <p:clrMapOvr>
    <a:masterClrMapping/>
  </p:clrMapOvr>
  <p:transition>
    <p:fade/>
  </p:transition>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p:cSld name="Divider - Deloitte green accent 3">
    <p:bg bwMode="gray">
      <p:bgPr>
        <a:solidFill>
          <a:schemeClr val="accent3"/>
        </a:solidFill>
        <a:effectLst/>
      </p:bgPr>
    </p:bg>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1FBC0580-ACF4-E28E-625F-4E03AE600876}"/>
              </a:ext>
            </a:extLst>
          </p:cNvPr>
          <p:cNvGraphicFramePr>
            <a:graphicFrameLocks noChangeAspect="1"/>
          </p:cNvGraphicFramePr>
          <p:nvPr userDrawn="1">
            <p:custDataLst>
              <p:tags r:id="rId1"/>
            </p:custDataLst>
            <p:extLst>
              <p:ext uri="{D42A27DB-BD31-4B8C-83A1-F6EECF244321}">
                <p14:modId xmlns:p14="http://schemas.microsoft.com/office/powerpoint/2010/main" val="40566934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5" name="think-cell data - do not delete" hidden="1">
                        <a:extLst>
                          <a:ext uri="{FF2B5EF4-FFF2-40B4-BE49-F238E27FC236}">
                            <a16:creationId xmlns:a16="http://schemas.microsoft.com/office/drawing/2014/main" id="{1FBC0580-ACF4-E28E-625F-4E03AE600876}"/>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 name="Title"/>
          <p:cNvSpPr>
            <a:spLocks noGrp="1"/>
          </p:cNvSpPr>
          <p:nvPr>
            <p:ph type="title"/>
          </p:nvPr>
        </p:nvSpPr>
        <p:spPr bwMode="gray">
          <a:xfrm>
            <a:off x="463296" y="1728217"/>
            <a:ext cx="11227056" cy="1592403"/>
          </a:xfrm>
          <a:prstGeom prst="rect">
            <a:avLst/>
          </a:prstGeom>
        </p:spPr>
        <p:txBody>
          <a:bodyPr vert="horz" anchor="b"/>
          <a:lstStyle>
            <a:lvl1pPr rtl="0">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p>
        </p:txBody>
      </p:sp>
      <p:sp>
        <p:nvSpPr>
          <p:cNvPr id="3" name="Text Placeholder"/>
          <p:cNvSpPr>
            <a:spLocks noGrp="1"/>
          </p:cNvSpPr>
          <p:nvPr>
            <p:ph type="body" idx="1"/>
          </p:nvPr>
        </p:nvSpPr>
        <p:spPr bwMode="gray">
          <a:xfrm>
            <a:off x="463296" y="3474720"/>
            <a:ext cx="11227056" cy="1566532"/>
          </a:xfrm>
        </p:spPr>
        <p:txBody>
          <a:bodyPr lIns="0" tIns="0" rIns="0" bIns="0">
            <a:noAutofit/>
          </a:bodyPr>
          <a:lstStyle>
            <a:lvl1pPr marL="0" indent="0" rtl="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a:t>Click to edit Master text styles</a:t>
            </a:r>
          </a:p>
        </p:txBody>
      </p:sp>
      <p:sp>
        <p:nvSpPr>
          <p:cNvPr id="10" name="MIO_AGENDA_IGNORE_NAVIGATION" hidden="1">
            <a:extLst>
              <a:ext uri="{FF2B5EF4-FFF2-40B4-BE49-F238E27FC236}">
                <a16:creationId xmlns:a16="http://schemas.microsoft.com/office/drawing/2014/main" id="{27CF3F4C-5874-4930-8527-36305B15F574}"/>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11" name="MIO_AGENDA_IGNORE_CHAPTER_REFERENCE" hidden="1">
            <a:extLst>
              <a:ext uri="{FF2B5EF4-FFF2-40B4-BE49-F238E27FC236}">
                <a16:creationId xmlns:a16="http://schemas.microsoft.com/office/drawing/2014/main" id="{BBDF0290-19AC-4946-8A62-805CF2CCDC9C}"/>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12" name="CaseCode">
            <a:extLst>
              <a:ext uri="{FF2B5EF4-FFF2-40B4-BE49-F238E27FC236}">
                <a16:creationId xmlns:a16="http://schemas.microsoft.com/office/drawing/2014/main" id="{A5F15993-9A11-497E-9B56-FBC6CFC14D87}"/>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3" name="Copyright">
            <a:extLst>
              <a:ext uri="{FF2B5EF4-FFF2-40B4-BE49-F238E27FC236}">
                <a16:creationId xmlns:a16="http://schemas.microsoft.com/office/drawing/2014/main" id="{9688FFC8-7352-479D-AA3C-FD6DC60CED1B}"/>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4" name="TextBox 13">
            <a:extLst>
              <a:ext uri="{FF2B5EF4-FFF2-40B4-BE49-F238E27FC236}">
                <a16:creationId xmlns:a16="http://schemas.microsoft.com/office/drawing/2014/main" id="{46829B2D-FBA8-486E-BA8A-D44EBE6D7A73}"/>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262538971"/>
      </p:ext>
    </p:extLst>
  </p:cSld>
  <p:clrMapOvr>
    <a:masterClrMapping/>
  </p:clrMapOvr>
  <p:transition>
    <p:fade/>
  </p:transition>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p:cSld name="Key statement green accent 2">
    <p:bg>
      <p:bgPr>
        <a:solidFill>
          <a:schemeClr val="accent2"/>
        </a:solidFill>
        <a:effectLst/>
      </p:bgPr>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700E3877-2D2E-A00E-41DE-EB7F10E4B077}"/>
              </a:ext>
            </a:extLst>
          </p:cNvPr>
          <p:cNvGraphicFramePr>
            <a:graphicFrameLocks noChangeAspect="1"/>
          </p:cNvGraphicFramePr>
          <p:nvPr userDrawn="1">
            <p:custDataLst>
              <p:tags r:id="rId1"/>
            </p:custDataLst>
            <p:extLst>
              <p:ext uri="{D42A27DB-BD31-4B8C-83A1-F6EECF244321}">
                <p14:modId xmlns:p14="http://schemas.microsoft.com/office/powerpoint/2010/main" val="408149716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2" name="think-cell data - do not delete" hidden="1">
                        <a:extLst>
                          <a:ext uri="{FF2B5EF4-FFF2-40B4-BE49-F238E27FC236}">
                            <a16:creationId xmlns:a16="http://schemas.microsoft.com/office/drawing/2014/main" id="{700E3877-2D2E-A00E-41DE-EB7F10E4B077}"/>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Text Placeholder"/>
          <p:cNvSpPr>
            <a:spLocks noGrp="1"/>
          </p:cNvSpPr>
          <p:nvPr>
            <p:ph type="body" sz="quarter" idx="10"/>
          </p:nvPr>
        </p:nvSpPr>
        <p:spPr>
          <a:xfrm>
            <a:off x="463297" y="1714500"/>
            <a:ext cx="9323916" cy="4648200"/>
          </a:xfrm>
          <a:prstGeom prst="rect">
            <a:avLst/>
          </a:prstGeom>
        </p:spPr>
        <p:txBody>
          <a:bodyPr>
            <a:noAutofit/>
          </a:bodyPr>
          <a:lstStyle>
            <a:lvl1pPr rtl="0">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a:t>Click to edit Master text styles</a:t>
            </a:r>
          </a:p>
        </p:txBody>
      </p:sp>
      <p:sp>
        <p:nvSpPr>
          <p:cNvPr id="6" name="MIO_AGENDA_IGNORE_NAVIGATION" hidden="1">
            <a:extLst>
              <a:ext uri="{FF2B5EF4-FFF2-40B4-BE49-F238E27FC236}">
                <a16:creationId xmlns:a16="http://schemas.microsoft.com/office/drawing/2014/main" id="{CAC30FC8-4769-493E-8A50-EE686BE7D3B5}"/>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7" name="MIO_AGENDA_IGNORE_CHAPTER_REFERENCE" hidden="1">
            <a:extLst>
              <a:ext uri="{FF2B5EF4-FFF2-40B4-BE49-F238E27FC236}">
                <a16:creationId xmlns:a16="http://schemas.microsoft.com/office/drawing/2014/main" id="{A86122FE-538F-4A32-A4D5-095A77004C94}"/>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8" name="CaseCode">
            <a:extLst>
              <a:ext uri="{FF2B5EF4-FFF2-40B4-BE49-F238E27FC236}">
                <a16:creationId xmlns:a16="http://schemas.microsoft.com/office/drawing/2014/main" id="{8543C88E-E176-4291-8A87-994374277F5E}"/>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2" name="Copyright">
            <a:extLst>
              <a:ext uri="{FF2B5EF4-FFF2-40B4-BE49-F238E27FC236}">
                <a16:creationId xmlns:a16="http://schemas.microsoft.com/office/drawing/2014/main" id="{2A178BA9-7781-4CBD-AA26-059841B96E10}"/>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3" name="TextBox 12">
            <a:extLst>
              <a:ext uri="{FF2B5EF4-FFF2-40B4-BE49-F238E27FC236}">
                <a16:creationId xmlns:a16="http://schemas.microsoft.com/office/drawing/2014/main" id="{17DB4A35-A981-4070-976E-FF0B78FCCF1C}"/>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677920004"/>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p:cSld name="Key statement Green Accent 4">
    <p:bg>
      <p:bgPr>
        <a:solidFill>
          <a:schemeClr val="accent4"/>
        </a:solidFill>
        <a:effectLst/>
      </p:bgPr>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6D24AFF7-0BF5-926A-B2EF-1415F391FE9D}"/>
              </a:ext>
            </a:extLst>
          </p:cNvPr>
          <p:cNvGraphicFramePr>
            <a:graphicFrameLocks noChangeAspect="1"/>
          </p:cNvGraphicFramePr>
          <p:nvPr userDrawn="1">
            <p:custDataLst>
              <p:tags r:id="rId1"/>
            </p:custDataLst>
            <p:extLst>
              <p:ext uri="{D42A27DB-BD31-4B8C-83A1-F6EECF244321}">
                <p14:modId xmlns:p14="http://schemas.microsoft.com/office/powerpoint/2010/main" val="8069947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2" name="think-cell data - do not delete" hidden="1">
                        <a:extLst>
                          <a:ext uri="{FF2B5EF4-FFF2-40B4-BE49-F238E27FC236}">
                            <a16:creationId xmlns:a16="http://schemas.microsoft.com/office/drawing/2014/main" id="{6D24AFF7-0BF5-926A-B2EF-1415F391FE9D}"/>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3" name="Text Placeholder"/>
          <p:cNvSpPr>
            <a:spLocks noGrp="1"/>
          </p:cNvSpPr>
          <p:nvPr>
            <p:ph type="body" sz="quarter" idx="10"/>
          </p:nvPr>
        </p:nvSpPr>
        <p:spPr>
          <a:xfrm>
            <a:off x="463296" y="1714500"/>
            <a:ext cx="9341104" cy="4648200"/>
          </a:xfrm>
          <a:prstGeom prst="rect">
            <a:avLst/>
          </a:prstGeom>
        </p:spPr>
        <p:txBody>
          <a:bodyPr>
            <a:noAutofit/>
          </a:bodyPr>
          <a:lstStyle>
            <a:lvl1pPr rtl="0">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a:t>Click to edit Master text styles</a:t>
            </a:r>
          </a:p>
        </p:txBody>
      </p:sp>
      <p:sp>
        <p:nvSpPr>
          <p:cNvPr id="6" name="MIO_AGENDA_IGNORE_NAVIGATION" hidden="1">
            <a:extLst>
              <a:ext uri="{FF2B5EF4-FFF2-40B4-BE49-F238E27FC236}">
                <a16:creationId xmlns:a16="http://schemas.microsoft.com/office/drawing/2014/main" id="{8AC01345-8637-49F7-B27A-1F3623D0EA44}"/>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7" name="MIO_AGENDA_IGNORE_CHAPTER_REFERENCE" hidden="1">
            <a:extLst>
              <a:ext uri="{FF2B5EF4-FFF2-40B4-BE49-F238E27FC236}">
                <a16:creationId xmlns:a16="http://schemas.microsoft.com/office/drawing/2014/main" id="{1537F287-C3D9-41AB-A895-877ED68E01DE}"/>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8" name="CaseCode">
            <a:extLst>
              <a:ext uri="{FF2B5EF4-FFF2-40B4-BE49-F238E27FC236}">
                <a16:creationId xmlns:a16="http://schemas.microsoft.com/office/drawing/2014/main" id="{3937E4FF-E016-44F3-AD4A-BD40518CEBF5}"/>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2" name="Copyright">
            <a:extLst>
              <a:ext uri="{FF2B5EF4-FFF2-40B4-BE49-F238E27FC236}">
                <a16:creationId xmlns:a16="http://schemas.microsoft.com/office/drawing/2014/main" id="{70F3F35D-F2C2-4AB4-B366-EEC863736AF6}"/>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4" name="TextBox 13">
            <a:extLst>
              <a:ext uri="{FF2B5EF4-FFF2-40B4-BE49-F238E27FC236}">
                <a16:creationId xmlns:a16="http://schemas.microsoft.com/office/drawing/2014/main" id="{34DB589F-A6FF-45A0-9279-59580FC81C96}"/>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394920642"/>
      </p:ext>
    </p:extLst>
  </p:cSld>
  <p:clrMapOvr>
    <a:masterClrMapping/>
  </p:clrMapOvr>
  <p:transition>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p:cSld name="Key statement teal">
    <p:bg>
      <p:bgPr>
        <a:solidFill>
          <a:schemeClr val="accent5"/>
        </a:solidFill>
        <a:effectLst/>
      </p:bgPr>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5A3C254B-9682-3717-3B26-BBA3EE6176EF}"/>
              </a:ext>
            </a:extLst>
          </p:cNvPr>
          <p:cNvGraphicFramePr>
            <a:graphicFrameLocks noChangeAspect="1"/>
          </p:cNvGraphicFramePr>
          <p:nvPr userDrawn="1">
            <p:custDataLst>
              <p:tags r:id="rId1"/>
            </p:custDataLst>
            <p:extLst>
              <p:ext uri="{D42A27DB-BD31-4B8C-83A1-F6EECF244321}">
                <p14:modId xmlns:p14="http://schemas.microsoft.com/office/powerpoint/2010/main" val="39936815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2" name="think-cell data - do not delete" hidden="1">
                        <a:extLst>
                          <a:ext uri="{FF2B5EF4-FFF2-40B4-BE49-F238E27FC236}">
                            <a16:creationId xmlns:a16="http://schemas.microsoft.com/office/drawing/2014/main" id="{5A3C254B-9682-3717-3B26-BBA3EE6176E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MIO_AGENDA_IGNORE_NAVIGATION" hidden="1">
            <a:extLst>
              <a:ext uri="{FF2B5EF4-FFF2-40B4-BE49-F238E27FC236}">
                <a16:creationId xmlns:a16="http://schemas.microsoft.com/office/drawing/2014/main" id="{8A2ACF0E-68DE-4019-9B26-9765BBDE1FC4}"/>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7" name="MIO_AGENDA_IGNORE_CHAPTER_REFERENCE" hidden="1">
            <a:extLst>
              <a:ext uri="{FF2B5EF4-FFF2-40B4-BE49-F238E27FC236}">
                <a16:creationId xmlns:a16="http://schemas.microsoft.com/office/drawing/2014/main" id="{8170BC7A-230F-4CFF-B510-7C11B6B6B394}"/>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8" name="CaseCode">
            <a:extLst>
              <a:ext uri="{FF2B5EF4-FFF2-40B4-BE49-F238E27FC236}">
                <a16:creationId xmlns:a16="http://schemas.microsoft.com/office/drawing/2014/main" id="{11B7F5CA-811D-4AE2-962B-BF8A99E307A8}"/>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2" name="Copyright">
            <a:extLst>
              <a:ext uri="{FF2B5EF4-FFF2-40B4-BE49-F238E27FC236}">
                <a16:creationId xmlns:a16="http://schemas.microsoft.com/office/drawing/2014/main" id="{7EB031C3-69E1-4133-9550-E7CB21DD10E3}"/>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3" name="TextBox 12">
            <a:extLst>
              <a:ext uri="{FF2B5EF4-FFF2-40B4-BE49-F238E27FC236}">
                <a16:creationId xmlns:a16="http://schemas.microsoft.com/office/drawing/2014/main" id="{8E089A2F-E1F6-41D3-964D-CBD86C232A5E}"/>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
        <p:nvSpPr>
          <p:cNvPr id="9" name="Text Placeholder">
            <a:extLst>
              <a:ext uri="{FF2B5EF4-FFF2-40B4-BE49-F238E27FC236}">
                <a16:creationId xmlns:a16="http://schemas.microsoft.com/office/drawing/2014/main" id="{49B5320A-11DF-45D8-82E3-989BED6B597C}"/>
              </a:ext>
            </a:extLst>
          </p:cNvPr>
          <p:cNvSpPr>
            <a:spLocks noGrp="1"/>
          </p:cNvSpPr>
          <p:nvPr>
            <p:ph type="body" sz="quarter" idx="10"/>
          </p:nvPr>
        </p:nvSpPr>
        <p:spPr>
          <a:xfrm>
            <a:off x="463296" y="1714500"/>
            <a:ext cx="9341104" cy="4648200"/>
          </a:xfrm>
          <a:prstGeom prst="rect">
            <a:avLst/>
          </a:prstGeom>
        </p:spPr>
        <p:txBody>
          <a:bodyPr>
            <a:noAutofit/>
          </a:bodyPr>
          <a:lstStyle>
            <a:lvl1pPr rtl="0">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a:t>Click to edit Master text styles</a:t>
            </a:r>
          </a:p>
        </p:txBody>
      </p:sp>
    </p:spTree>
    <p:extLst>
      <p:ext uri="{BB962C8B-B14F-4D97-AF65-F5344CB8AC3E}">
        <p14:creationId xmlns:p14="http://schemas.microsoft.com/office/powerpoint/2010/main" val="2519026365"/>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p:cSld name="Key statement black">
    <p:bg>
      <p:bgPr>
        <a:solidFill>
          <a:schemeClr val="tx1"/>
        </a:solidFill>
        <a:effectLst/>
      </p:bgPr>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C9792607-ACE4-18CD-BD0F-E7A9AA0ED72C}"/>
              </a:ext>
            </a:extLst>
          </p:cNvPr>
          <p:cNvGraphicFramePr>
            <a:graphicFrameLocks noChangeAspect="1"/>
          </p:cNvGraphicFramePr>
          <p:nvPr userDrawn="1">
            <p:custDataLst>
              <p:tags r:id="rId1"/>
            </p:custDataLst>
            <p:extLst>
              <p:ext uri="{D42A27DB-BD31-4B8C-83A1-F6EECF244321}">
                <p14:modId xmlns:p14="http://schemas.microsoft.com/office/powerpoint/2010/main" val="386495804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2" name="think-cell data - do not delete" hidden="1">
                        <a:extLst>
                          <a:ext uri="{FF2B5EF4-FFF2-40B4-BE49-F238E27FC236}">
                            <a16:creationId xmlns:a16="http://schemas.microsoft.com/office/drawing/2014/main" id="{C9792607-ACE4-18CD-BD0F-E7A9AA0ED72C}"/>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MIO_AGENDA_IGNORE_NAVIGATION" hidden="1">
            <a:extLst>
              <a:ext uri="{FF2B5EF4-FFF2-40B4-BE49-F238E27FC236}">
                <a16:creationId xmlns:a16="http://schemas.microsoft.com/office/drawing/2014/main" id="{BE26B797-9949-48A3-976D-A898E3C18E42}"/>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7" name="MIO_AGENDA_IGNORE_CHAPTER_REFERENCE" hidden="1">
            <a:extLst>
              <a:ext uri="{FF2B5EF4-FFF2-40B4-BE49-F238E27FC236}">
                <a16:creationId xmlns:a16="http://schemas.microsoft.com/office/drawing/2014/main" id="{14E60C47-69F3-4ABA-80FD-E5DF82E7BA19}"/>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8" name="CaseCode">
            <a:extLst>
              <a:ext uri="{FF2B5EF4-FFF2-40B4-BE49-F238E27FC236}">
                <a16:creationId xmlns:a16="http://schemas.microsoft.com/office/drawing/2014/main" id="{09112F48-72C6-45E5-A1E0-1581DF24E17A}"/>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2" name="Copyright">
            <a:extLst>
              <a:ext uri="{FF2B5EF4-FFF2-40B4-BE49-F238E27FC236}">
                <a16:creationId xmlns:a16="http://schemas.microsoft.com/office/drawing/2014/main" id="{A22A7399-BED7-4421-B384-268352145493}"/>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14" name="TextBox 13">
            <a:extLst>
              <a:ext uri="{FF2B5EF4-FFF2-40B4-BE49-F238E27FC236}">
                <a16:creationId xmlns:a16="http://schemas.microsoft.com/office/drawing/2014/main" id="{9FBAD39A-8E4D-4CED-BFA6-6A113684235A}"/>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
        <p:nvSpPr>
          <p:cNvPr id="9" name="Text Placeholder">
            <a:extLst>
              <a:ext uri="{FF2B5EF4-FFF2-40B4-BE49-F238E27FC236}">
                <a16:creationId xmlns:a16="http://schemas.microsoft.com/office/drawing/2014/main" id="{0B218C54-9132-4035-AE4B-9AB4B0A07EDB}"/>
              </a:ext>
            </a:extLst>
          </p:cNvPr>
          <p:cNvSpPr>
            <a:spLocks noGrp="1"/>
          </p:cNvSpPr>
          <p:nvPr>
            <p:ph type="body" sz="quarter" idx="10"/>
          </p:nvPr>
        </p:nvSpPr>
        <p:spPr>
          <a:xfrm>
            <a:off x="463296" y="1714500"/>
            <a:ext cx="9341104" cy="4648200"/>
          </a:xfrm>
          <a:prstGeom prst="rect">
            <a:avLst/>
          </a:prstGeom>
        </p:spPr>
        <p:txBody>
          <a:bodyPr>
            <a:noAutofit/>
          </a:bodyPr>
          <a:lstStyle>
            <a:lvl1pPr rtl="0">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a:t>Click to edit Master text styles</a:t>
            </a:r>
          </a:p>
        </p:txBody>
      </p:sp>
    </p:spTree>
    <p:extLst>
      <p:ext uri="{BB962C8B-B14F-4D97-AF65-F5344CB8AC3E}">
        <p14:creationId xmlns:p14="http://schemas.microsoft.com/office/powerpoint/2010/main" val="480337000"/>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Key statement white">
    <p:bg>
      <p:bgRef idx="1001">
        <a:schemeClr val="bg1"/>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4A50607F-FBA8-B422-4507-CD56BCBA304E}"/>
              </a:ext>
            </a:extLst>
          </p:cNvPr>
          <p:cNvGraphicFramePr>
            <a:graphicFrameLocks noChangeAspect="1"/>
          </p:cNvGraphicFramePr>
          <p:nvPr userDrawn="1">
            <p:custDataLst>
              <p:tags r:id="rId1"/>
            </p:custDataLst>
            <p:extLst>
              <p:ext uri="{D42A27DB-BD31-4B8C-83A1-F6EECF244321}">
                <p14:modId xmlns:p14="http://schemas.microsoft.com/office/powerpoint/2010/main" val="4287401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2" name="think-cell data - do not delete" hidden="1">
                        <a:extLst>
                          <a:ext uri="{FF2B5EF4-FFF2-40B4-BE49-F238E27FC236}">
                            <a16:creationId xmlns:a16="http://schemas.microsoft.com/office/drawing/2014/main" id="{4A50607F-FBA8-B422-4507-CD56BCBA304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ext Placeholder"/>
          <p:cNvSpPr>
            <a:spLocks noGrp="1"/>
          </p:cNvSpPr>
          <p:nvPr>
            <p:ph type="body" sz="quarter" idx="10"/>
          </p:nvPr>
        </p:nvSpPr>
        <p:spPr>
          <a:xfrm>
            <a:off x="475488" y="1719072"/>
            <a:ext cx="9328912" cy="4643628"/>
          </a:xfrm>
          <a:prstGeom prst="rect">
            <a:avLst/>
          </a:prstGeom>
        </p:spPr>
        <p:txBody>
          <a:bodyPr>
            <a:noAutofit/>
          </a:bodyPr>
          <a:lstStyle>
            <a:lvl1pPr marL="0" indent="0" algn="l" rtl="0">
              <a:spcBef>
                <a:spcPts val="2700"/>
              </a:spcBef>
              <a:buFontTx/>
              <a:buNone/>
              <a:defRPr sz="3600">
                <a:solidFill>
                  <a:schemeClr val="tx1"/>
                </a:solidFill>
              </a:defRPr>
            </a:lvl1pPr>
            <a:lvl2pPr marL="342900" indent="-342900">
              <a:defRPr sz="2250">
                <a:solidFill>
                  <a:schemeClr val="bg2"/>
                </a:solidFill>
              </a:defRPr>
            </a:lvl2pPr>
            <a:lvl3pPr>
              <a:defRPr sz="2250">
                <a:solidFill>
                  <a:schemeClr val="bg2"/>
                </a:solidFill>
              </a:defRPr>
            </a:lvl3pPr>
            <a:lvl4pPr>
              <a:defRPr sz="2250">
                <a:solidFill>
                  <a:schemeClr val="bg2"/>
                </a:solidFill>
              </a:defRPr>
            </a:lvl4pPr>
            <a:lvl5pPr>
              <a:defRPr sz="2250">
                <a:solidFill>
                  <a:schemeClr val="bg2"/>
                </a:solidFill>
              </a:defRPr>
            </a:lvl5pPr>
          </a:lstStyle>
          <a:p>
            <a:pPr lvl="0"/>
            <a:r>
              <a:rPr lang="en-US" noProof="0"/>
              <a:t>Click to edit Master text styles</a:t>
            </a:r>
          </a:p>
        </p:txBody>
      </p:sp>
      <p:sp>
        <p:nvSpPr>
          <p:cNvPr id="3" name="MIO_AGENDA_IGNORE_NAVIGATION" hidden="1">
            <a:extLst>
              <a:ext uri="{FF2B5EF4-FFF2-40B4-BE49-F238E27FC236}">
                <a16:creationId xmlns:a16="http://schemas.microsoft.com/office/drawing/2014/main" id="{7583F471-57B6-4DAA-89A7-6E0D0C078BFC}"/>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5" name="MIO_AGENDA_IGNORE_CHAPTER_REFERENCE" hidden="1">
            <a:extLst>
              <a:ext uri="{FF2B5EF4-FFF2-40B4-BE49-F238E27FC236}">
                <a16:creationId xmlns:a16="http://schemas.microsoft.com/office/drawing/2014/main" id="{D1E299B4-0A88-451E-904B-278ECCE2D8C1}"/>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Tree>
    <p:extLst>
      <p:ext uri="{BB962C8B-B14F-4D97-AF65-F5344CB8AC3E}">
        <p14:creationId xmlns:p14="http://schemas.microsoft.com/office/powerpoint/2010/main" val="2357809283"/>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itle &amp; 1 column text">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E3BEBCF8-BA12-33A2-40FD-B3119B624984}"/>
              </a:ext>
            </a:extLst>
          </p:cNvPr>
          <p:cNvGraphicFramePr>
            <a:graphicFrameLocks noChangeAspect="1"/>
          </p:cNvGraphicFramePr>
          <p:nvPr userDrawn="1">
            <p:custDataLst>
              <p:tags r:id="rId1"/>
            </p:custDataLst>
            <p:extLst>
              <p:ext uri="{D42A27DB-BD31-4B8C-83A1-F6EECF244321}">
                <p14:modId xmlns:p14="http://schemas.microsoft.com/office/powerpoint/2010/main" val="225252628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E3BEBCF8-BA12-33A2-40FD-B3119B62498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4" name="Content Placeholder"/>
          <p:cNvSpPr>
            <a:spLocks noGrp="1"/>
          </p:cNvSpPr>
          <p:nvPr>
            <p:ph idx="1"/>
          </p:nvPr>
        </p:nvSpPr>
        <p:spPr>
          <a:xfrm>
            <a:off x="463296" y="1714500"/>
            <a:ext cx="11277600" cy="4648200"/>
          </a:xfrm>
          <a:prstGeom prst="rect">
            <a:avLst/>
          </a:prstGeom>
        </p:spPr>
        <p:txBody>
          <a:bodyPr vert="horz" lIns="0" tIns="0" rIns="0" bIns="0" rtlCol="0">
            <a:noAutofit/>
          </a:bodyPr>
          <a:lstStyle>
            <a:lvl1pPr marL="0" indent="0" algn="l" rtl="0">
              <a:buFontTx/>
              <a:buNone/>
              <a:defRPr sz="1200">
                <a:latin typeface="+mn-lt"/>
              </a:defRPr>
            </a:lvl1pPr>
            <a:lvl2pPr marL="104775" indent="-104775" algn="l" rtl="0">
              <a:buClrTx/>
              <a:buSzPct val="100000"/>
              <a:buFont typeface="Arial" panose="020B0604020202020204" pitchFamily="34" charset="0"/>
              <a:buChar char="•"/>
              <a:defRPr sz="1200">
                <a:latin typeface="+mj-lt"/>
              </a:defRPr>
            </a:lvl2pPr>
            <a:lvl3pPr marL="228600" indent="-104775" algn="l" rtl="0">
              <a:buClrTx/>
              <a:buSzPct val="100000"/>
              <a:buFont typeface="Arial" panose="020B0604020202020204" pitchFamily="34" charset="0"/>
              <a:buChar char="−"/>
              <a:defRPr sz="1200">
                <a:latin typeface="+mn-lt"/>
              </a:defRPr>
            </a:lvl3pPr>
            <a:lvl4pPr marL="352425" indent="-104775" algn="l" rtl="0">
              <a:buClrTx/>
              <a:buSzPct val="100000"/>
              <a:buFont typeface="Arial" panose="020B0604020202020204" pitchFamily="34" charset="0"/>
              <a:buChar char="◦"/>
              <a:defRPr sz="1200">
                <a:latin typeface="+mn-lt"/>
              </a:defRPr>
            </a:lvl4pPr>
            <a:lvl5pPr marL="476250" indent="-104775" algn="l" rtl="0">
              <a:buClrTx/>
              <a:buSzPct val="100000"/>
              <a:buFont typeface="Arial" panose="020B0604020202020204" pitchFamily="34" charset="0"/>
              <a:buChar char="−"/>
              <a:defRPr sz="12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noProof="0"/>
          </a:p>
        </p:txBody>
      </p:sp>
      <p:sp>
        <p:nvSpPr>
          <p:cNvPr id="4" name="Title">
            <a:extLst>
              <a:ext uri="{FF2B5EF4-FFF2-40B4-BE49-F238E27FC236}">
                <a16:creationId xmlns:a16="http://schemas.microsoft.com/office/drawing/2014/main" id="{A1AF4B88-9BDB-4994-AE11-3A74CC55FE51}"/>
              </a:ext>
            </a:extLst>
          </p:cNvPr>
          <p:cNvSpPr>
            <a:spLocks noGrp="1"/>
          </p:cNvSpPr>
          <p:nvPr>
            <p:ph type="title" hasCustomPrompt="1"/>
          </p:nvPr>
        </p:nvSpPr>
        <p:spPr>
          <a:xfrm>
            <a:off x="463296" y="347473"/>
            <a:ext cx="11277600" cy="698501"/>
          </a:xfrm>
          <a:prstGeom prst="rect">
            <a:avLst/>
          </a:prstGeom>
        </p:spPr>
        <p:txBody>
          <a:bodyPr vert="horz" lIns="0" tIns="0" rIns="0" bIns="0" rtlCol="0" anchor="t" anchorCtr="0">
            <a:noAutofit/>
          </a:bodyPr>
          <a:lstStyle>
            <a:lvl1pPr rtl="0">
              <a:defRPr sz="2100"/>
            </a:lvl1pPr>
          </a:lstStyle>
          <a:p>
            <a:r>
              <a:rPr lang="en-US"/>
              <a:t>Click to add title</a:t>
            </a:r>
          </a:p>
        </p:txBody>
      </p:sp>
    </p:spTree>
    <p:extLst>
      <p:ext uri="{BB962C8B-B14F-4D97-AF65-F5344CB8AC3E}">
        <p14:creationId xmlns:p14="http://schemas.microsoft.com/office/powerpoint/2010/main" val="3136041367"/>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Contents">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3AAEAA78-03D1-99DE-E437-C456FC02692D}"/>
              </a:ext>
            </a:extLst>
          </p:cNvPr>
          <p:cNvGraphicFramePr>
            <a:graphicFrameLocks noChangeAspect="1"/>
          </p:cNvGraphicFramePr>
          <p:nvPr userDrawn="1">
            <p:custDataLst>
              <p:tags r:id="rId1"/>
            </p:custDataLst>
            <p:extLst>
              <p:ext uri="{D42A27DB-BD31-4B8C-83A1-F6EECF244321}">
                <p14:modId xmlns:p14="http://schemas.microsoft.com/office/powerpoint/2010/main" val="6117015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3AAEAA78-03D1-99DE-E437-C456FC02692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Content Placeholder"/>
          <p:cNvSpPr>
            <a:spLocks noGrp="1"/>
          </p:cNvSpPr>
          <p:nvPr>
            <p:ph sz="quarter" idx="10"/>
          </p:nvPr>
        </p:nvSpPr>
        <p:spPr>
          <a:xfrm>
            <a:off x="463296" y="1714500"/>
            <a:ext cx="9341104" cy="4648200"/>
          </a:xfrm>
          <a:prstGeom prst="rect">
            <a:avLst/>
          </a:prstGeom>
        </p:spPr>
        <p:txBody>
          <a:bodyPr>
            <a:noAutofit/>
          </a:bodyPr>
          <a:lstStyle>
            <a:lvl1pPr marL="0" indent="0" algn="l" rtl="0">
              <a:buFontTx/>
              <a:buNone/>
              <a:tabLst>
                <a:tab pos="5047060" algn="r"/>
              </a:tabLst>
              <a:defRPr sz="1200">
                <a:latin typeface="+mn-lt"/>
              </a:defRPr>
            </a:lvl1pPr>
            <a:lvl2pPr marL="104775" indent="-104775" algn="l" rtl="0">
              <a:buClrTx/>
              <a:buSzPct val="100000"/>
              <a:buFont typeface="Arial" panose="020B0604020202020204" pitchFamily="34" charset="0"/>
              <a:buChar char="•"/>
              <a:tabLst>
                <a:tab pos="5047060" algn="r"/>
              </a:tabLst>
              <a:defRPr sz="1200">
                <a:latin typeface="+mj-lt"/>
              </a:defRPr>
            </a:lvl2pPr>
            <a:lvl3pPr marL="228600" indent="-104775" algn="l" rtl="0">
              <a:buClrTx/>
              <a:buSzPct val="100000"/>
              <a:buFont typeface="Arial" panose="020B0604020202020204" pitchFamily="34" charset="0"/>
              <a:buChar char="−"/>
              <a:tabLst>
                <a:tab pos="5047060" algn="r"/>
              </a:tabLst>
              <a:defRPr sz="1200">
                <a:latin typeface="+mn-lt"/>
              </a:defRPr>
            </a:lvl3pPr>
            <a:lvl4pPr marL="352425" indent="-104775" algn="l" rtl="0">
              <a:buClrTx/>
              <a:buSzPct val="100000"/>
              <a:buFont typeface="Arial" panose="020B0604020202020204" pitchFamily="34" charset="0"/>
              <a:buChar char="◦"/>
              <a:tabLst>
                <a:tab pos="5047060" algn="r"/>
              </a:tabLst>
              <a:defRPr sz="1200">
                <a:latin typeface="+mn-lt"/>
              </a:defRPr>
            </a:lvl4pPr>
            <a:lvl5pPr marL="476250" indent="-104775" algn="l" rtl="0">
              <a:buClrTx/>
              <a:buSzPct val="100000"/>
              <a:buFont typeface="Arial" panose="020B0604020202020204" pitchFamily="34" charset="0"/>
              <a:buChar char="−"/>
              <a:tabLst>
                <a:tab pos="3771900" algn="r"/>
              </a:tabLst>
              <a:defRPr sz="1200" baseline="0">
                <a:latin typeface="+mn-lt"/>
              </a:defRPr>
            </a:lvl5pPr>
            <a:lvl6pPr>
              <a:tabLst>
                <a:tab pos="5047060" algn="r"/>
              </a:tabLst>
              <a:defRPr/>
            </a:lvl6pPr>
            <a:lvl7pPr>
              <a:tabLst>
                <a:tab pos="5047060" algn="r"/>
              </a:tabLst>
              <a:defRPr/>
            </a:lvl7pPr>
            <a:lvl8pPr>
              <a:tabLst>
                <a:tab pos="5047060" algn="r"/>
              </a:tabLst>
              <a:defRPr/>
            </a:lvl8pPr>
            <a:lvl9pPr>
              <a:tabLst>
                <a:tab pos="5047060" algn="r"/>
              </a:tabLst>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cNvSpPr>
            <a:spLocks noGrp="1"/>
          </p:cNvSpPr>
          <p:nvPr>
            <p:ph type="title" hasCustomPrompt="1"/>
          </p:nvPr>
        </p:nvSpPr>
        <p:spPr>
          <a:xfrm>
            <a:off x="463296" y="347473"/>
            <a:ext cx="11180232" cy="698501"/>
          </a:xfrm>
          <a:prstGeom prst="rect">
            <a:avLst/>
          </a:prstGeom>
        </p:spPr>
        <p:txBody>
          <a:bodyPr vert="horz" lIns="0" tIns="0" rIns="0" bIns="0" rtlCol="0" anchor="t" anchorCtr="0">
            <a:noAutofit/>
          </a:bodyPr>
          <a:lstStyle>
            <a:lvl1pPr rtl="0">
              <a:defRPr sz="2100"/>
            </a:lvl1pPr>
          </a:lstStyle>
          <a:p>
            <a:r>
              <a:rPr lang="en-US"/>
              <a:t>Click to add title</a:t>
            </a:r>
          </a:p>
        </p:txBody>
      </p:sp>
    </p:spTree>
    <p:extLst>
      <p:ext uri="{BB962C8B-B14F-4D97-AF65-F5344CB8AC3E}">
        <p14:creationId xmlns:p14="http://schemas.microsoft.com/office/powerpoint/2010/main" val="3722003519"/>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Letter Layout">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D5E1A760-B078-2213-8CE3-DF72EDE906ED}"/>
              </a:ext>
            </a:extLst>
          </p:cNvPr>
          <p:cNvGraphicFramePr>
            <a:graphicFrameLocks noChangeAspect="1"/>
          </p:cNvGraphicFramePr>
          <p:nvPr userDrawn="1">
            <p:custDataLst>
              <p:tags r:id="rId1"/>
            </p:custDataLst>
            <p:extLst>
              <p:ext uri="{D42A27DB-BD31-4B8C-83A1-F6EECF244321}">
                <p14:modId xmlns:p14="http://schemas.microsoft.com/office/powerpoint/2010/main" val="25431939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2" name="think-cell data - do not delete" hidden="1">
                        <a:extLst>
                          <a:ext uri="{FF2B5EF4-FFF2-40B4-BE49-F238E27FC236}">
                            <a16:creationId xmlns:a16="http://schemas.microsoft.com/office/drawing/2014/main" id="{D5E1A760-B078-2213-8CE3-DF72EDE906E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 upper right"/>
          <p:cNvSpPr>
            <a:spLocks noGrp="1"/>
          </p:cNvSpPr>
          <p:nvPr>
            <p:ph type="body" sz="quarter" idx="10"/>
          </p:nvPr>
        </p:nvSpPr>
        <p:spPr>
          <a:xfrm>
            <a:off x="8933144" y="345584"/>
            <a:ext cx="2804160" cy="1027760"/>
          </a:xfrm>
        </p:spPr>
        <p:txBody>
          <a:bodyPr>
            <a:noAutofit/>
          </a:bodyPr>
          <a:lstStyle>
            <a:lvl1pPr rtl="0">
              <a:spcBef>
                <a:spcPts val="139"/>
              </a:spcBef>
              <a:defRPr sz="800">
                <a:solidFill>
                  <a:schemeClr val="tx1"/>
                </a:solidFill>
              </a:defRPr>
            </a:lvl1pPr>
            <a:lvl2pPr>
              <a:defRPr sz="727">
                <a:solidFill>
                  <a:schemeClr val="tx2"/>
                </a:solidFill>
              </a:defRPr>
            </a:lvl2pPr>
            <a:lvl3pPr>
              <a:defRPr sz="727">
                <a:solidFill>
                  <a:schemeClr val="tx2"/>
                </a:solidFill>
              </a:defRPr>
            </a:lvl3pPr>
            <a:lvl4pPr>
              <a:defRPr sz="692">
                <a:solidFill>
                  <a:schemeClr val="tx2"/>
                </a:solidFill>
              </a:defRPr>
            </a:lvl4pPr>
            <a:lvl5pPr>
              <a:defRPr sz="692">
                <a:solidFill>
                  <a:schemeClr val="tx2"/>
                </a:solidFill>
              </a:defRPr>
            </a:lvl5pPr>
          </a:lstStyle>
          <a:p>
            <a:pPr lvl="0"/>
            <a:r>
              <a:rPr lang="en-US"/>
              <a:t>Click to edit Master text styles</a:t>
            </a:r>
          </a:p>
        </p:txBody>
      </p:sp>
      <p:sp>
        <p:nvSpPr>
          <p:cNvPr id="7" name="Text left"/>
          <p:cNvSpPr>
            <a:spLocks noGrp="1"/>
          </p:cNvSpPr>
          <p:nvPr>
            <p:ph type="body" sz="quarter" idx="11"/>
          </p:nvPr>
        </p:nvSpPr>
        <p:spPr>
          <a:xfrm>
            <a:off x="463296" y="1714500"/>
            <a:ext cx="3549904" cy="4648200"/>
          </a:xfrm>
        </p:spPr>
        <p:txBody>
          <a:bodyPr>
            <a:noAutofit/>
          </a:bodyPr>
          <a:lstStyle>
            <a:lvl1pPr rtl="0">
              <a:spcBef>
                <a:spcPts val="0"/>
              </a:spcBef>
              <a:spcAft>
                <a:spcPts val="416"/>
              </a:spcAft>
              <a:defRPr sz="1200"/>
            </a:lvl1pPr>
            <a:lvl2pPr>
              <a:spcBef>
                <a:spcPts val="208"/>
              </a:spcBef>
              <a:defRPr/>
            </a:lvl2pPr>
            <a:lvl3pPr>
              <a:spcBef>
                <a:spcPts val="208"/>
              </a:spcBef>
              <a:defRPr/>
            </a:lvl3pPr>
            <a:lvl4pPr>
              <a:spcBef>
                <a:spcPts val="208"/>
              </a:spcBef>
              <a:defRPr/>
            </a:lvl4pPr>
            <a:lvl5pPr>
              <a:spcBef>
                <a:spcPts val="208"/>
              </a:spcBef>
              <a:defRPr/>
            </a:lvl5pPr>
          </a:lstStyle>
          <a:p>
            <a:pPr lvl="0"/>
            <a:r>
              <a:rPr lang="en-US"/>
              <a:t>Click to edit Master text styles</a:t>
            </a:r>
          </a:p>
        </p:txBody>
      </p:sp>
      <p:sp>
        <p:nvSpPr>
          <p:cNvPr id="9" name="Text right"/>
          <p:cNvSpPr>
            <a:spLocks noGrp="1"/>
          </p:cNvSpPr>
          <p:nvPr>
            <p:ph type="body" sz="quarter" idx="12"/>
          </p:nvPr>
        </p:nvSpPr>
        <p:spPr>
          <a:xfrm>
            <a:off x="4318000" y="1719073"/>
            <a:ext cx="7416801" cy="4643628"/>
          </a:xfrm>
        </p:spPr>
        <p:txBody>
          <a:bodyPr>
            <a:noAutofit/>
          </a:bodyPr>
          <a:lstStyle>
            <a:lvl1pPr marL="0" indent="0" algn="l" rtl="0">
              <a:spcBef>
                <a:spcPts val="1247"/>
              </a:spcBef>
              <a:buFontTx/>
              <a:buNone/>
              <a:defRPr sz="1200"/>
            </a:lvl1pPr>
            <a:lvl2pPr marL="104775" indent="-104775" algn="l" rtl="0">
              <a:buClrTx/>
              <a:buSzPct val="100000"/>
              <a:buFont typeface="Arial" panose="020B0604020202020204" pitchFamily="34" charset="0"/>
              <a:buChar char="•"/>
              <a:defRPr sz="1200"/>
            </a:lvl2pPr>
            <a:lvl3pPr marL="228600" indent="-104775" algn="l" rtl="0">
              <a:buClrTx/>
              <a:buSzPct val="100000"/>
              <a:buFont typeface="Arial" panose="020B0604020202020204" pitchFamily="34" charset="0"/>
              <a:buChar char="−"/>
              <a:defRPr sz="1200"/>
            </a:lvl3pPr>
            <a:lvl4pPr marL="352425" indent="-104775" algn="l" rtl="0">
              <a:buClrTx/>
              <a:buSzPct val="100000"/>
              <a:buFont typeface="Arial" panose="020B0604020202020204" pitchFamily="34" charset="0"/>
              <a:buChar char="◦"/>
              <a:defRPr sz="1200"/>
            </a:lvl4pPr>
            <a:lvl5pPr marL="476250" indent="-104775" algn="l" rtl="0">
              <a:buClrTx/>
              <a:buSzPct val="100000"/>
              <a:buFont typeface="Arial" panose="020B0604020202020204" pitchFamily="34" charset="0"/>
              <a:buChar char="−"/>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noProof="0"/>
          </a:p>
        </p:txBody>
      </p:sp>
      <p:pic>
        <p:nvPicPr>
          <p:cNvPr id="27" name="Grafik 26">
            <a:extLst>
              <a:ext uri="{FF2B5EF4-FFF2-40B4-BE49-F238E27FC236}">
                <a16:creationId xmlns:a16="http://schemas.microsoft.com/office/drawing/2014/main" id="{0BEBA5BA-2E43-4386-B7E4-9B110BB162CA}"/>
              </a:ext>
            </a:extLst>
          </p:cNvPr>
          <p:cNvPicPr>
            <a:picLocks noChangeAspect="1"/>
          </p:cNvPicPr>
          <p:nvPr/>
        </p:nvPicPr>
        <p:blipFill>
          <a:blip r:embed="rId5"/>
          <a:stretch>
            <a:fillRect/>
          </a:stretch>
        </p:blipFill>
        <p:spPr>
          <a:xfrm>
            <a:off x="458636" y="342232"/>
            <a:ext cx="1818000" cy="339914"/>
          </a:xfrm>
          <a:prstGeom prst="rect">
            <a:avLst/>
          </a:prstGeom>
        </p:spPr>
      </p:pic>
    </p:spTree>
    <p:extLst>
      <p:ext uri="{BB962C8B-B14F-4D97-AF65-F5344CB8AC3E}">
        <p14:creationId xmlns:p14="http://schemas.microsoft.com/office/powerpoint/2010/main" val="3477438219"/>
      </p:ext>
    </p:extLst>
  </p:cSld>
  <p:clrMapOvr>
    <a:masterClrMapping/>
  </p:clrMapOvr>
  <p:transition>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Contents with image">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E7BECA87-8E02-1A1E-7933-119555C4890F}"/>
              </a:ext>
            </a:extLst>
          </p:cNvPr>
          <p:cNvGraphicFramePr>
            <a:graphicFrameLocks noChangeAspect="1"/>
          </p:cNvGraphicFramePr>
          <p:nvPr userDrawn="1">
            <p:custDataLst>
              <p:tags r:id="rId1"/>
            </p:custDataLst>
            <p:extLst>
              <p:ext uri="{D42A27DB-BD31-4B8C-83A1-F6EECF244321}">
                <p14:modId xmlns:p14="http://schemas.microsoft.com/office/powerpoint/2010/main" val="16117335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E7BECA87-8E02-1A1E-7933-119555C4890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Title"/>
          <p:cNvSpPr>
            <a:spLocks noGrp="1"/>
          </p:cNvSpPr>
          <p:nvPr>
            <p:ph type="title" hasCustomPrompt="1"/>
          </p:nvPr>
        </p:nvSpPr>
        <p:spPr>
          <a:xfrm>
            <a:off x="463295" y="347472"/>
            <a:ext cx="11228832" cy="698500"/>
          </a:xfrm>
          <a:prstGeom prst="rect">
            <a:avLst/>
          </a:prstGeom>
        </p:spPr>
        <p:txBody>
          <a:bodyPr vert="horz" lIns="0" tIns="0" rIns="0" bIns="0" rtlCol="0" anchor="t" anchorCtr="0">
            <a:noAutofit/>
          </a:bodyPr>
          <a:lstStyle>
            <a:lvl1pPr rtl="0">
              <a:defRPr sz="2100"/>
            </a:lvl1pPr>
          </a:lstStyle>
          <a:p>
            <a:r>
              <a:rPr lang="en-US" noProof="0"/>
              <a:t>Click to add title</a:t>
            </a:r>
          </a:p>
        </p:txBody>
      </p:sp>
      <p:sp>
        <p:nvSpPr>
          <p:cNvPr id="5" name="Picture Placeholder"/>
          <p:cNvSpPr>
            <a:spLocks noGrp="1"/>
          </p:cNvSpPr>
          <p:nvPr>
            <p:ph type="pic" sz="quarter" idx="15"/>
          </p:nvPr>
        </p:nvSpPr>
        <p:spPr>
          <a:xfrm>
            <a:off x="5450351" y="1714500"/>
            <a:ext cx="6240000" cy="4648200"/>
          </a:xfrm>
        </p:spPr>
        <p:txBody>
          <a:bodyPr>
            <a:noAutofit/>
          </a:bodyPr>
          <a:lstStyle>
            <a:lvl1pPr rtl="0">
              <a:defRPr sz="1200"/>
            </a:lvl1pPr>
          </a:lstStyle>
          <a:p>
            <a:r>
              <a:rPr lang="en-US" noProof="0"/>
              <a:t>Click icon to add picture</a:t>
            </a:r>
          </a:p>
        </p:txBody>
      </p:sp>
      <p:sp>
        <p:nvSpPr>
          <p:cNvPr id="6" name="Content"/>
          <p:cNvSpPr>
            <a:spLocks noGrp="1"/>
          </p:cNvSpPr>
          <p:nvPr>
            <p:ph sz="quarter" idx="10"/>
          </p:nvPr>
        </p:nvSpPr>
        <p:spPr>
          <a:xfrm>
            <a:off x="463296" y="1714500"/>
            <a:ext cx="4413504" cy="4648200"/>
          </a:xfrm>
          <a:prstGeom prst="rect">
            <a:avLst/>
          </a:prstGeom>
        </p:spPr>
        <p:txBody>
          <a:bodyPr>
            <a:noAutofit/>
          </a:bodyPr>
          <a:lstStyle>
            <a:lvl1pPr marL="0" indent="0" algn="l" rtl="0">
              <a:buFontTx/>
              <a:buNone/>
              <a:tabLst>
                <a:tab pos="3771900" algn="r"/>
              </a:tabLst>
              <a:defRPr sz="1200">
                <a:latin typeface="+mn-lt"/>
              </a:defRPr>
            </a:lvl1pPr>
            <a:lvl2pPr marL="104775" indent="-104775" algn="l" rtl="0">
              <a:buClrTx/>
              <a:buSzPct val="100000"/>
              <a:buFont typeface="Arial" panose="020B0604020202020204" pitchFamily="34" charset="0"/>
              <a:buChar char="•"/>
              <a:tabLst>
                <a:tab pos="3771900" algn="r"/>
              </a:tabLst>
              <a:defRPr sz="1200">
                <a:latin typeface="+mj-lt"/>
              </a:defRPr>
            </a:lvl2pPr>
            <a:lvl3pPr marL="228600" indent="-104775" algn="l" rtl="0">
              <a:buClrTx/>
              <a:buSzPct val="100000"/>
              <a:buFont typeface="Arial" panose="020B0604020202020204" pitchFamily="34" charset="0"/>
              <a:buChar char="−"/>
              <a:tabLst>
                <a:tab pos="3771900" algn="r"/>
              </a:tabLst>
              <a:defRPr sz="1200">
                <a:latin typeface="+mn-lt"/>
              </a:defRPr>
            </a:lvl3pPr>
            <a:lvl4pPr marL="352425" indent="-104775" algn="l" rtl="0">
              <a:buClrTx/>
              <a:buSzPct val="100000"/>
              <a:buFont typeface="Arial" panose="020B0604020202020204" pitchFamily="34" charset="0"/>
              <a:buChar char="◦"/>
              <a:tabLst>
                <a:tab pos="3771900" algn="r"/>
              </a:tabLst>
              <a:defRPr sz="1200">
                <a:latin typeface="+mn-lt"/>
              </a:defRPr>
            </a:lvl4pPr>
            <a:lvl5pPr marL="476250" indent="-104775" algn="l" rtl="0">
              <a:buClrTx/>
              <a:buSzPct val="100000"/>
              <a:buFont typeface="Arial" panose="020B0604020202020204" pitchFamily="34" charset="0"/>
              <a:buChar char="−"/>
              <a:tabLst>
                <a:tab pos="3771900" algn="r"/>
              </a:tabLst>
              <a:defRPr sz="1200" baseline="0">
                <a:latin typeface="+mn-lt"/>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473461090"/>
      </p:ext>
    </p:extLst>
  </p:cSld>
  <p:clrMapOvr>
    <a:masterClrMapping/>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2 columns - large">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23E6C00D-0502-3368-4319-BB4675CA24CC}"/>
              </a:ext>
            </a:extLst>
          </p:cNvPr>
          <p:cNvGraphicFramePr>
            <a:graphicFrameLocks noChangeAspect="1"/>
          </p:cNvGraphicFramePr>
          <p:nvPr userDrawn="1">
            <p:custDataLst>
              <p:tags r:id="rId1"/>
            </p:custDataLst>
            <p:extLst>
              <p:ext uri="{D42A27DB-BD31-4B8C-83A1-F6EECF244321}">
                <p14:modId xmlns:p14="http://schemas.microsoft.com/office/powerpoint/2010/main" val="134284274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23E6C00D-0502-3368-4319-BB4675CA24C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 Placeholder 8">
            <a:extLst>
              <a:ext uri="{FF2B5EF4-FFF2-40B4-BE49-F238E27FC236}">
                <a16:creationId xmlns:a16="http://schemas.microsoft.com/office/drawing/2014/main" id="{59A021DD-F549-41C3-B366-CFCBDD85997E}"/>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22" name="Title Placeholder 1">
            <a:extLst>
              <a:ext uri="{FF2B5EF4-FFF2-40B4-BE49-F238E27FC236}">
                <a16:creationId xmlns:a16="http://schemas.microsoft.com/office/drawing/2014/main" id="{ECC1F342-3C5A-4884-B063-1F96DE727F31}"/>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
        <p:nvSpPr>
          <p:cNvPr id="23" name="Content Placeholder 3">
            <a:extLst>
              <a:ext uri="{FF2B5EF4-FFF2-40B4-BE49-F238E27FC236}">
                <a16:creationId xmlns:a16="http://schemas.microsoft.com/office/drawing/2014/main" id="{BFED540D-3BF1-4047-9D69-9C3EB9B94551}"/>
              </a:ext>
            </a:extLst>
          </p:cNvPr>
          <p:cNvSpPr>
            <a:spLocks noGrp="1"/>
          </p:cNvSpPr>
          <p:nvPr>
            <p:ph sz="quarter" idx="10"/>
          </p:nvPr>
        </p:nvSpPr>
        <p:spPr>
          <a:xfrm>
            <a:off x="463296" y="1719072"/>
            <a:ext cx="5480304" cy="4643628"/>
          </a:xfrm>
          <a:prstGeom prst="rect">
            <a:avLst/>
          </a:prstGeom>
        </p:spPr>
        <p:txBody>
          <a:bodyPr>
            <a:noAutofit/>
          </a:bodyPr>
          <a:lstStyle>
            <a:lvl1pPr marL="0" indent="0" algn="l" rtl="0">
              <a:buFontTx/>
              <a:buNone/>
              <a:tabLst>
                <a:tab pos="3771900" algn="r"/>
              </a:tabLst>
              <a:defRPr sz="1200"/>
            </a:lvl1pPr>
            <a:lvl2pPr marL="104775" indent="-104775" algn="l" rtl="0">
              <a:buClrTx/>
              <a:buSzPct val="100000"/>
              <a:buFont typeface="Arial" panose="020B0604020202020204" pitchFamily="34" charset="0"/>
              <a:buChar char="•"/>
              <a:tabLst>
                <a:tab pos="3771900" algn="r"/>
              </a:tabLst>
              <a:defRPr sz="1200"/>
            </a:lvl2pPr>
            <a:lvl3pPr marL="228600" indent="-104775" algn="l" rtl="0">
              <a:buClrTx/>
              <a:buSzPct val="100000"/>
              <a:buFont typeface="Arial" panose="020B0604020202020204" pitchFamily="34" charset="0"/>
              <a:buChar char="−"/>
              <a:tabLst>
                <a:tab pos="3771900" algn="r"/>
              </a:tabLst>
              <a:defRPr sz="1200"/>
            </a:lvl3pPr>
            <a:lvl4pPr marL="352425" indent="-104775" algn="l" rtl="0">
              <a:buClrTx/>
              <a:buSzPct val="100000"/>
              <a:buFont typeface="Arial" panose="020B0604020202020204" pitchFamily="34" charset="0"/>
              <a:buChar char="◦"/>
              <a:tabLst>
                <a:tab pos="3771900" algn="r"/>
              </a:tabLst>
              <a:defRPr sz="1200"/>
            </a:lvl4pPr>
            <a:lvl5pPr marL="476250" indent="-104775" algn="l" rtl="0">
              <a:buClrTx/>
              <a:buSzPct val="100000"/>
              <a:buFont typeface="Arial" panose="020B0604020202020204" pitchFamily="34" charset="0"/>
              <a:buChar char="−"/>
              <a:tabLst>
                <a:tab pos="3771900" algn="r"/>
              </a:tabLst>
              <a:defRPr sz="1200"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4" name="Content Placeholder 3">
            <a:extLst>
              <a:ext uri="{FF2B5EF4-FFF2-40B4-BE49-F238E27FC236}">
                <a16:creationId xmlns:a16="http://schemas.microsoft.com/office/drawing/2014/main" id="{B2159D59-FAF6-4904-B82D-440C56566D86}"/>
              </a:ext>
            </a:extLst>
          </p:cNvPr>
          <p:cNvSpPr>
            <a:spLocks noGrp="1"/>
          </p:cNvSpPr>
          <p:nvPr>
            <p:ph sz="quarter" idx="14"/>
          </p:nvPr>
        </p:nvSpPr>
        <p:spPr>
          <a:xfrm>
            <a:off x="6260591" y="1714500"/>
            <a:ext cx="5480304" cy="4643628"/>
          </a:xfrm>
          <a:prstGeom prst="rect">
            <a:avLst/>
          </a:prstGeom>
        </p:spPr>
        <p:txBody>
          <a:bodyPr>
            <a:noAutofit/>
          </a:bodyPr>
          <a:lstStyle>
            <a:lvl1pPr marL="0" indent="0" algn="l" rtl="0">
              <a:buFontTx/>
              <a:buNone/>
              <a:tabLst>
                <a:tab pos="3771900" algn="r"/>
              </a:tabLst>
              <a:defRPr sz="1200"/>
            </a:lvl1pPr>
            <a:lvl2pPr marL="104775" indent="-104775" algn="l" rtl="0">
              <a:buClrTx/>
              <a:buSzPct val="100000"/>
              <a:buFont typeface="Arial" panose="020B0604020202020204" pitchFamily="34" charset="0"/>
              <a:buChar char="•"/>
              <a:tabLst>
                <a:tab pos="3771900" algn="r"/>
              </a:tabLst>
              <a:defRPr sz="1200"/>
            </a:lvl2pPr>
            <a:lvl3pPr marL="228600" indent="-104775" algn="l" rtl="0">
              <a:buClrTx/>
              <a:buSzPct val="100000"/>
              <a:buFont typeface="Arial" panose="020B0604020202020204" pitchFamily="34" charset="0"/>
              <a:buChar char="−"/>
              <a:tabLst>
                <a:tab pos="3771900" algn="r"/>
              </a:tabLst>
              <a:defRPr sz="1200"/>
            </a:lvl3pPr>
            <a:lvl4pPr marL="352425" indent="-104775" algn="l" rtl="0">
              <a:buClrTx/>
              <a:buSzPct val="100000"/>
              <a:buFont typeface="Arial" panose="020B0604020202020204" pitchFamily="34" charset="0"/>
              <a:buChar char="◦"/>
              <a:tabLst>
                <a:tab pos="3771900" algn="r"/>
              </a:tabLst>
              <a:defRPr sz="1200"/>
            </a:lvl4pPr>
            <a:lvl5pPr marL="476250" indent="-104775" algn="l" rtl="0">
              <a:buClrTx/>
              <a:buSzPct val="100000"/>
              <a:buFont typeface="Arial" panose="020B0604020202020204" pitchFamily="34" charset="0"/>
              <a:buChar char="−"/>
              <a:tabLst>
                <a:tab pos="3771900" algn="r"/>
              </a:tabLst>
              <a:defRPr sz="1200"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131464355"/>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itle, subtitle &amp; chart">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542348DA-9D7D-AE9F-2A68-6B3123DD2F50}"/>
              </a:ext>
            </a:extLst>
          </p:cNvPr>
          <p:cNvGraphicFramePr>
            <a:graphicFrameLocks noChangeAspect="1"/>
          </p:cNvGraphicFramePr>
          <p:nvPr userDrawn="1">
            <p:custDataLst>
              <p:tags r:id="rId1"/>
            </p:custDataLst>
            <p:extLst>
              <p:ext uri="{D42A27DB-BD31-4B8C-83A1-F6EECF244321}">
                <p14:modId xmlns:p14="http://schemas.microsoft.com/office/powerpoint/2010/main" val="214403827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542348DA-9D7D-AE9F-2A68-6B3123DD2F5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5" name="Subtitle"/>
          <p:cNvSpPr>
            <a:spLocks noGrp="1"/>
          </p:cNvSpPr>
          <p:nvPr>
            <p:ph type="body" sz="quarter" idx="13" hasCustomPrompt="1"/>
          </p:nvPr>
        </p:nvSpPr>
        <p:spPr>
          <a:xfrm>
            <a:off x="457201" y="685801"/>
            <a:ext cx="11277599" cy="1027633"/>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17" name="Chart Placeholder 3"/>
          <p:cNvSpPr>
            <a:spLocks noGrp="1"/>
          </p:cNvSpPr>
          <p:nvPr>
            <p:ph type="chart" sz="quarter" idx="15"/>
          </p:nvPr>
        </p:nvSpPr>
        <p:spPr>
          <a:xfrm>
            <a:off x="463296" y="2078281"/>
            <a:ext cx="11271504" cy="4042735"/>
          </a:xfrm>
          <a:prstGeom prst="rect">
            <a:avLst/>
          </a:prstGeom>
        </p:spPr>
        <p:txBody>
          <a:bodyPr>
            <a:noAutofit/>
          </a:bodyPr>
          <a:lstStyle>
            <a:lvl1pPr rtl="0">
              <a:defRPr sz="1200"/>
            </a:lvl1pPr>
          </a:lstStyle>
          <a:p>
            <a:r>
              <a:rPr lang="en-US"/>
              <a:t>Click icon to add chart</a:t>
            </a:r>
          </a:p>
        </p:txBody>
      </p:sp>
      <p:sp>
        <p:nvSpPr>
          <p:cNvPr id="7" name="Title">
            <a:extLst>
              <a:ext uri="{FF2B5EF4-FFF2-40B4-BE49-F238E27FC236}">
                <a16:creationId xmlns:a16="http://schemas.microsoft.com/office/drawing/2014/main" id="{8CFE9674-04ED-4C53-9426-4EA385799FE2}"/>
              </a:ext>
            </a:extLst>
          </p:cNvPr>
          <p:cNvSpPr>
            <a:spLocks noGrp="1"/>
          </p:cNvSpPr>
          <p:nvPr>
            <p:ph type="title" hasCustomPrompt="1"/>
          </p:nvPr>
        </p:nvSpPr>
        <p:spPr>
          <a:xfrm>
            <a:off x="463294" y="350300"/>
            <a:ext cx="11265412" cy="335500"/>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
        <p:nvSpPr>
          <p:cNvPr id="18" name="Chart Title / Headline"/>
          <p:cNvSpPr>
            <a:spLocks noGrp="1"/>
          </p:cNvSpPr>
          <p:nvPr>
            <p:ph type="body" sz="quarter" idx="18"/>
          </p:nvPr>
        </p:nvSpPr>
        <p:spPr>
          <a:xfrm>
            <a:off x="463296" y="1717263"/>
            <a:ext cx="11271504" cy="357187"/>
          </a:xfrm>
        </p:spPr>
        <p:txBody>
          <a:bodyPr>
            <a:noAutofit/>
          </a:bodyPr>
          <a:lstStyle>
            <a:lvl1pPr rtl="0">
              <a:defRPr sz="1200"/>
            </a:lvl1pPr>
          </a:lstStyle>
          <a:p>
            <a:pPr lvl="0"/>
            <a:r>
              <a:rPr lang="en-US" noProof="0"/>
              <a:t>Click to edit Master text styles</a:t>
            </a:r>
          </a:p>
        </p:txBody>
      </p:sp>
      <p:sp>
        <p:nvSpPr>
          <p:cNvPr id="8" name="Text bottom">
            <a:extLst>
              <a:ext uri="{FF2B5EF4-FFF2-40B4-BE49-F238E27FC236}">
                <a16:creationId xmlns:a16="http://schemas.microsoft.com/office/drawing/2014/main" id="{4B6E095B-6E26-41E6-AFC8-FF16F0C3C866}"/>
              </a:ext>
            </a:extLst>
          </p:cNvPr>
          <p:cNvSpPr>
            <a:spLocks noGrp="1"/>
          </p:cNvSpPr>
          <p:nvPr>
            <p:ph type="body" sz="quarter" idx="23"/>
          </p:nvPr>
        </p:nvSpPr>
        <p:spPr>
          <a:xfrm>
            <a:off x="463297" y="6121016"/>
            <a:ext cx="11273879" cy="241685"/>
          </a:xfrm>
        </p:spPr>
        <p:txBody>
          <a:bodyPr>
            <a:noAutofit/>
          </a:bodyPr>
          <a:lstStyle>
            <a:lvl1pPr rtl="0">
              <a:spcAft>
                <a:spcPts val="0"/>
              </a:spcAft>
              <a:defRPr sz="900"/>
            </a:lvl1pPr>
          </a:lstStyle>
          <a:p>
            <a:pPr lvl="0"/>
            <a:r>
              <a:rPr lang="en-US"/>
              <a:t>Click to edit Master text styles</a:t>
            </a:r>
          </a:p>
        </p:txBody>
      </p:sp>
    </p:spTree>
    <p:extLst>
      <p:ext uri="{BB962C8B-B14F-4D97-AF65-F5344CB8AC3E}">
        <p14:creationId xmlns:p14="http://schemas.microsoft.com/office/powerpoint/2010/main" val="2861006787"/>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Text and chart">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6DA9C19B-EF66-D858-0B4B-A1648845CA0B}"/>
              </a:ext>
            </a:extLst>
          </p:cNvPr>
          <p:cNvGraphicFramePr>
            <a:graphicFrameLocks noChangeAspect="1"/>
          </p:cNvGraphicFramePr>
          <p:nvPr userDrawn="1">
            <p:custDataLst>
              <p:tags r:id="rId1"/>
            </p:custDataLst>
            <p:extLst>
              <p:ext uri="{D42A27DB-BD31-4B8C-83A1-F6EECF244321}">
                <p14:modId xmlns:p14="http://schemas.microsoft.com/office/powerpoint/2010/main" val="15874774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4" name="think-cell data - do not delete" hidden="1">
                        <a:extLst>
                          <a:ext uri="{FF2B5EF4-FFF2-40B4-BE49-F238E27FC236}">
                            <a16:creationId xmlns:a16="http://schemas.microsoft.com/office/drawing/2014/main" id="{6DA9C19B-EF66-D858-0B4B-A1648845CA0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Chart Placeholder"/>
          <p:cNvSpPr>
            <a:spLocks noGrp="1"/>
          </p:cNvSpPr>
          <p:nvPr>
            <p:ph type="chart" sz="quarter" idx="21"/>
          </p:nvPr>
        </p:nvSpPr>
        <p:spPr>
          <a:xfrm>
            <a:off x="6256871" y="2137713"/>
            <a:ext cx="5480304" cy="3983302"/>
          </a:xfrm>
        </p:spPr>
        <p:txBody>
          <a:bodyPr>
            <a:noAutofit/>
          </a:bodyPr>
          <a:lstStyle>
            <a:lvl1pPr rtl="0">
              <a:defRPr sz="1200"/>
            </a:lvl1pPr>
          </a:lstStyle>
          <a:p>
            <a:r>
              <a:rPr lang="en-US" noProof="0"/>
              <a:t>Click icon to add chart</a:t>
            </a:r>
          </a:p>
        </p:txBody>
      </p:sp>
      <p:sp>
        <p:nvSpPr>
          <p:cNvPr id="6" name="Chart Title / Headline"/>
          <p:cNvSpPr>
            <a:spLocks noGrp="1"/>
          </p:cNvSpPr>
          <p:nvPr>
            <p:ph type="body" sz="quarter" idx="22"/>
          </p:nvPr>
        </p:nvSpPr>
        <p:spPr>
          <a:xfrm>
            <a:off x="6256871" y="1719074"/>
            <a:ext cx="5480304" cy="405940"/>
          </a:xfrm>
        </p:spPr>
        <p:txBody>
          <a:bodyPr>
            <a:noAutofit/>
          </a:bodyPr>
          <a:lstStyle>
            <a:lvl1pPr rtl="0">
              <a:defRPr sz="1200"/>
            </a:lvl1pPr>
          </a:lstStyle>
          <a:p>
            <a:pPr lvl="0"/>
            <a:r>
              <a:rPr lang="en-US" noProof="0"/>
              <a:t>Click to edit Master text styles</a:t>
            </a:r>
          </a:p>
        </p:txBody>
      </p:sp>
      <p:sp>
        <p:nvSpPr>
          <p:cNvPr id="15" name="Text bottom"/>
          <p:cNvSpPr>
            <a:spLocks noGrp="1"/>
          </p:cNvSpPr>
          <p:nvPr>
            <p:ph type="body" sz="quarter" idx="23"/>
          </p:nvPr>
        </p:nvSpPr>
        <p:spPr>
          <a:xfrm>
            <a:off x="463297" y="6121016"/>
            <a:ext cx="11273879" cy="241685"/>
          </a:xfrm>
        </p:spPr>
        <p:txBody>
          <a:bodyPr>
            <a:noAutofit/>
          </a:bodyPr>
          <a:lstStyle>
            <a:lvl1pPr rtl="0">
              <a:spcAft>
                <a:spcPts val="0"/>
              </a:spcAft>
              <a:defRPr sz="900"/>
            </a:lvl1pPr>
          </a:lstStyle>
          <a:p>
            <a:pPr lvl="0"/>
            <a:r>
              <a:rPr lang="en-US"/>
              <a:t>Click to edit Master text styles</a:t>
            </a:r>
          </a:p>
        </p:txBody>
      </p:sp>
      <p:sp>
        <p:nvSpPr>
          <p:cNvPr id="10" name="Subtitle">
            <a:extLst>
              <a:ext uri="{FF2B5EF4-FFF2-40B4-BE49-F238E27FC236}">
                <a16:creationId xmlns:a16="http://schemas.microsoft.com/office/drawing/2014/main" id="{CD00439A-130B-4E04-85CB-DABD856B2FAA}"/>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11" name="Title">
            <a:extLst>
              <a:ext uri="{FF2B5EF4-FFF2-40B4-BE49-F238E27FC236}">
                <a16:creationId xmlns:a16="http://schemas.microsoft.com/office/drawing/2014/main" id="{33B9B3F6-9F40-4388-9B79-8E0961AD2B9E}"/>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
        <p:nvSpPr>
          <p:cNvPr id="13" name="Content left">
            <a:extLst>
              <a:ext uri="{FF2B5EF4-FFF2-40B4-BE49-F238E27FC236}">
                <a16:creationId xmlns:a16="http://schemas.microsoft.com/office/drawing/2014/main" id="{81AD6F48-ECFC-4B93-B043-AEA877E0937F}"/>
              </a:ext>
            </a:extLst>
          </p:cNvPr>
          <p:cNvSpPr>
            <a:spLocks noGrp="1"/>
          </p:cNvSpPr>
          <p:nvPr>
            <p:ph sz="quarter" idx="10"/>
          </p:nvPr>
        </p:nvSpPr>
        <p:spPr>
          <a:xfrm>
            <a:off x="463296" y="1719073"/>
            <a:ext cx="5480304" cy="4401943"/>
          </a:xfrm>
          <a:prstGeom prst="rect">
            <a:avLst/>
          </a:prstGeom>
        </p:spPr>
        <p:txBody>
          <a:bodyPr>
            <a:noAutofit/>
          </a:bodyPr>
          <a:lstStyle>
            <a:lvl1pPr marL="0" indent="0" algn="l" rtl="0">
              <a:buFontTx/>
              <a:buNone/>
              <a:tabLst>
                <a:tab pos="3771900" algn="r"/>
              </a:tabLst>
              <a:defRPr sz="1200"/>
            </a:lvl1pPr>
            <a:lvl2pPr marL="104775" indent="-104775" algn="l" rtl="0">
              <a:buClrTx/>
              <a:buSzPct val="100000"/>
              <a:buFont typeface="Arial" panose="020B0604020202020204" pitchFamily="34" charset="0"/>
              <a:buChar char="•"/>
              <a:tabLst>
                <a:tab pos="3771900" algn="r"/>
              </a:tabLst>
              <a:defRPr sz="1200"/>
            </a:lvl2pPr>
            <a:lvl3pPr marL="228600" indent="-104775" algn="l" rtl="0">
              <a:buClrTx/>
              <a:buSzPct val="100000"/>
              <a:buFont typeface="Arial" panose="020B0604020202020204" pitchFamily="34" charset="0"/>
              <a:buChar char="−"/>
              <a:tabLst>
                <a:tab pos="3771900" algn="r"/>
              </a:tabLst>
              <a:defRPr sz="1200"/>
            </a:lvl3pPr>
            <a:lvl4pPr marL="352425" indent="-104775" algn="l" rtl="0">
              <a:buClrTx/>
              <a:buSzPct val="100000"/>
              <a:buFont typeface="Arial" panose="020B0604020202020204" pitchFamily="34" charset="0"/>
              <a:buChar char="◦"/>
              <a:tabLst>
                <a:tab pos="3771900" algn="r"/>
              </a:tabLst>
              <a:defRPr sz="1200"/>
            </a:lvl4pPr>
            <a:lvl5pPr marL="476250" indent="-104775" algn="l" rtl="0">
              <a:buClrTx/>
              <a:buSzPct val="100000"/>
              <a:buFont typeface="Arial" panose="020B0604020202020204" pitchFamily="34" charset="0"/>
              <a:buChar char="−"/>
              <a:tabLst>
                <a:tab pos="3771900" algn="r"/>
              </a:tabLst>
              <a:defRPr sz="1200"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696552944"/>
      </p:ext>
    </p:extLst>
  </p:cSld>
  <p:clrMapOvr>
    <a:masterClrMapping/>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2 chart">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5D5BF701-B873-89FE-28BE-4CB9687E2495}"/>
              </a:ext>
            </a:extLst>
          </p:cNvPr>
          <p:cNvGraphicFramePr>
            <a:graphicFrameLocks noChangeAspect="1"/>
          </p:cNvGraphicFramePr>
          <p:nvPr userDrawn="1">
            <p:custDataLst>
              <p:tags r:id="rId1"/>
            </p:custDataLst>
            <p:extLst>
              <p:ext uri="{D42A27DB-BD31-4B8C-83A1-F6EECF244321}">
                <p14:modId xmlns:p14="http://schemas.microsoft.com/office/powerpoint/2010/main" val="38137064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5D5BF701-B873-89FE-28BE-4CB9687E249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Chart Title right / Headline"/>
          <p:cNvSpPr>
            <a:spLocks noGrp="1"/>
          </p:cNvSpPr>
          <p:nvPr>
            <p:ph type="body" sz="quarter" idx="22"/>
          </p:nvPr>
        </p:nvSpPr>
        <p:spPr>
          <a:xfrm>
            <a:off x="6254379" y="1719073"/>
            <a:ext cx="5486516" cy="405939"/>
          </a:xfrm>
        </p:spPr>
        <p:txBody>
          <a:bodyPr>
            <a:noAutofit/>
          </a:bodyPr>
          <a:lstStyle>
            <a:lvl1pPr rtl="0">
              <a:defRPr sz="1200"/>
            </a:lvl1pPr>
          </a:lstStyle>
          <a:p>
            <a:pPr lvl="0"/>
            <a:r>
              <a:rPr lang="en-US" noProof="0"/>
              <a:t>Click to edit Master text styles</a:t>
            </a:r>
          </a:p>
        </p:txBody>
      </p:sp>
      <p:sp>
        <p:nvSpPr>
          <p:cNvPr id="15" name="Text bottom"/>
          <p:cNvSpPr>
            <a:spLocks noGrp="1"/>
          </p:cNvSpPr>
          <p:nvPr>
            <p:ph type="body" sz="quarter" idx="23"/>
          </p:nvPr>
        </p:nvSpPr>
        <p:spPr>
          <a:xfrm>
            <a:off x="463297" y="6121016"/>
            <a:ext cx="11273879" cy="241685"/>
          </a:xfrm>
        </p:spPr>
        <p:txBody>
          <a:bodyPr>
            <a:noAutofit/>
          </a:bodyPr>
          <a:lstStyle>
            <a:lvl1pPr rtl="0">
              <a:spcAft>
                <a:spcPts val="0"/>
              </a:spcAft>
              <a:defRPr sz="900"/>
            </a:lvl1pPr>
          </a:lstStyle>
          <a:p>
            <a:pPr lvl="0"/>
            <a:r>
              <a:rPr lang="en-US"/>
              <a:t>Click to edit Master text styles</a:t>
            </a:r>
          </a:p>
        </p:txBody>
      </p:sp>
      <p:sp>
        <p:nvSpPr>
          <p:cNvPr id="9" name="Chart Placeholder left"/>
          <p:cNvSpPr>
            <a:spLocks noGrp="1"/>
          </p:cNvSpPr>
          <p:nvPr>
            <p:ph type="chart" sz="quarter" idx="24"/>
          </p:nvPr>
        </p:nvSpPr>
        <p:spPr>
          <a:xfrm>
            <a:off x="460271" y="2115775"/>
            <a:ext cx="5480304" cy="3996002"/>
          </a:xfrm>
        </p:spPr>
        <p:txBody>
          <a:bodyPr>
            <a:noAutofit/>
          </a:bodyPr>
          <a:lstStyle>
            <a:lvl1pPr rtl="0">
              <a:defRPr sz="1200"/>
            </a:lvl1pPr>
          </a:lstStyle>
          <a:p>
            <a:r>
              <a:rPr lang="en-US"/>
              <a:t>Click icon to add chart</a:t>
            </a:r>
          </a:p>
        </p:txBody>
      </p:sp>
      <p:sp>
        <p:nvSpPr>
          <p:cNvPr id="12" name="Chart Title left / Headline"/>
          <p:cNvSpPr>
            <a:spLocks noGrp="1"/>
          </p:cNvSpPr>
          <p:nvPr>
            <p:ph type="body" sz="quarter" idx="25"/>
          </p:nvPr>
        </p:nvSpPr>
        <p:spPr>
          <a:xfrm>
            <a:off x="463296" y="1719073"/>
            <a:ext cx="5480304" cy="405939"/>
          </a:xfrm>
        </p:spPr>
        <p:txBody>
          <a:bodyPr>
            <a:noAutofit/>
          </a:bodyPr>
          <a:lstStyle>
            <a:lvl1pPr rtl="0">
              <a:defRPr sz="1200"/>
            </a:lvl1pPr>
          </a:lstStyle>
          <a:p>
            <a:pPr lvl="0"/>
            <a:r>
              <a:rPr lang="en-US" noProof="0"/>
              <a:t>Click to edit Master text styles</a:t>
            </a:r>
          </a:p>
        </p:txBody>
      </p:sp>
      <p:sp>
        <p:nvSpPr>
          <p:cNvPr id="11" name="Chart Placeholder right">
            <a:extLst>
              <a:ext uri="{FF2B5EF4-FFF2-40B4-BE49-F238E27FC236}">
                <a16:creationId xmlns:a16="http://schemas.microsoft.com/office/drawing/2014/main" id="{F1BD57FD-600D-430A-AB0C-89DFCC950E21}"/>
              </a:ext>
            </a:extLst>
          </p:cNvPr>
          <p:cNvSpPr>
            <a:spLocks noGrp="1"/>
          </p:cNvSpPr>
          <p:nvPr>
            <p:ph type="chart" sz="quarter" idx="26"/>
          </p:nvPr>
        </p:nvSpPr>
        <p:spPr>
          <a:xfrm>
            <a:off x="6248403" y="2125011"/>
            <a:ext cx="5486397" cy="3996000"/>
          </a:xfrm>
        </p:spPr>
        <p:txBody>
          <a:bodyPr>
            <a:noAutofit/>
          </a:bodyPr>
          <a:lstStyle>
            <a:lvl1pPr rtl="0">
              <a:defRPr sz="1200"/>
            </a:lvl1pPr>
          </a:lstStyle>
          <a:p>
            <a:r>
              <a:rPr lang="en-US"/>
              <a:t>Click icon to add chart</a:t>
            </a:r>
          </a:p>
        </p:txBody>
      </p:sp>
      <p:sp>
        <p:nvSpPr>
          <p:cNvPr id="13" name="Subtitle">
            <a:extLst>
              <a:ext uri="{FF2B5EF4-FFF2-40B4-BE49-F238E27FC236}">
                <a16:creationId xmlns:a16="http://schemas.microsoft.com/office/drawing/2014/main" id="{ACD26822-93FD-4865-A5E4-053695247E8C}"/>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16" name="Title">
            <a:extLst>
              <a:ext uri="{FF2B5EF4-FFF2-40B4-BE49-F238E27FC236}">
                <a16:creationId xmlns:a16="http://schemas.microsoft.com/office/drawing/2014/main" id="{B7DE9340-98F1-4431-9CA2-BA6425441E81}"/>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Tree>
    <p:extLst>
      <p:ext uri="{BB962C8B-B14F-4D97-AF65-F5344CB8AC3E}">
        <p14:creationId xmlns:p14="http://schemas.microsoft.com/office/powerpoint/2010/main" val="2999494224"/>
      </p:ext>
    </p:extLst>
  </p:cSld>
  <p:clrMapOvr>
    <a:masterClrMapping/>
  </p:clrMapOvr>
  <p:transition>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2 column content">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5CFA2C9A-CA18-1CEC-F973-9746CD9CAC2E}"/>
              </a:ext>
            </a:extLst>
          </p:cNvPr>
          <p:cNvGraphicFramePr>
            <a:graphicFrameLocks noChangeAspect="1"/>
          </p:cNvGraphicFramePr>
          <p:nvPr userDrawn="1">
            <p:custDataLst>
              <p:tags r:id="rId1"/>
            </p:custDataLst>
            <p:extLst>
              <p:ext uri="{D42A27DB-BD31-4B8C-83A1-F6EECF244321}">
                <p14:modId xmlns:p14="http://schemas.microsoft.com/office/powerpoint/2010/main" val="41570041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5CFA2C9A-CA18-1CEC-F973-9746CD9CAC2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Content right"/>
          <p:cNvSpPr>
            <a:spLocks noGrp="1"/>
          </p:cNvSpPr>
          <p:nvPr>
            <p:ph sz="quarter" idx="16"/>
          </p:nvPr>
        </p:nvSpPr>
        <p:spPr>
          <a:xfrm>
            <a:off x="5450349" y="1718455"/>
            <a:ext cx="6290545" cy="4716463"/>
          </a:xfrm>
          <a:prstGeom prst="rect">
            <a:avLst/>
          </a:prstGeom>
        </p:spPr>
        <p:txBody>
          <a:bodyPr>
            <a:noAutofit/>
          </a:bodyPr>
          <a:lstStyle>
            <a:lvl1pPr marL="0" indent="0" algn="l" rtl="0">
              <a:buFontTx/>
              <a:buNone/>
              <a:tabLst>
                <a:tab pos="3771900" algn="r"/>
              </a:tabLst>
              <a:defRPr sz="1200"/>
            </a:lvl1pPr>
            <a:lvl2pPr marL="104775" indent="-104775" algn="l" rtl="0">
              <a:buClrTx/>
              <a:buSzPct val="100000"/>
              <a:buFont typeface="Arial" panose="020B0604020202020204" pitchFamily="34" charset="0"/>
              <a:buChar char="•"/>
              <a:tabLst>
                <a:tab pos="3771900" algn="r"/>
              </a:tabLst>
              <a:defRPr sz="1200"/>
            </a:lvl2pPr>
            <a:lvl3pPr marL="228600" indent="-104775" algn="l" rtl="0">
              <a:buClrTx/>
              <a:buSzPct val="100000"/>
              <a:buFont typeface="Arial" panose="020B0604020202020204" pitchFamily="34" charset="0"/>
              <a:buChar char="−"/>
              <a:tabLst>
                <a:tab pos="3771900" algn="r"/>
              </a:tabLst>
              <a:defRPr sz="1200"/>
            </a:lvl3pPr>
            <a:lvl4pPr marL="352425" indent="-104775" algn="l" rtl="0">
              <a:buClrTx/>
              <a:buSzPct val="100000"/>
              <a:buFont typeface="Arial" panose="020B0604020202020204" pitchFamily="34" charset="0"/>
              <a:buChar char="◦"/>
              <a:tabLst>
                <a:tab pos="3771900" algn="r"/>
              </a:tabLst>
              <a:defRPr sz="1200"/>
            </a:lvl4pPr>
            <a:lvl5pPr marL="476250" indent="-104775" algn="l" rtl="0">
              <a:buClrTx/>
              <a:buSzPct val="100000"/>
              <a:buFont typeface="Arial" panose="020B0604020202020204" pitchFamily="34" charset="0"/>
              <a:buChar char="−"/>
              <a:tabLst>
                <a:tab pos="3771900" algn="r"/>
              </a:tabLst>
              <a:defRPr sz="1200"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Subtitle">
            <a:extLst>
              <a:ext uri="{FF2B5EF4-FFF2-40B4-BE49-F238E27FC236}">
                <a16:creationId xmlns:a16="http://schemas.microsoft.com/office/drawing/2014/main" id="{834EAC11-4B6F-4989-ADAB-DCA27D91F556}"/>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9" name="Title">
            <a:extLst>
              <a:ext uri="{FF2B5EF4-FFF2-40B4-BE49-F238E27FC236}">
                <a16:creationId xmlns:a16="http://schemas.microsoft.com/office/drawing/2014/main" id="{615E83D0-63FA-4C06-8888-31EF80337E8A}"/>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
        <p:nvSpPr>
          <p:cNvPr id="12" name="Content left">
            <a:extLst>
              <a:ext uri="{FF2B5EF4-FFF2-40B4-BE49-F238E27FC236}">
                <a16:creationId xmlns:a16="http://schemas.microsoft.com/office/drawing/2014/main" id="{593F994E-D5B3-4236-9E8D-771F764DB8E8}"/>
              </a:ext>
            </a:extLst>
          </p:cNvPr>
          <p:cNvSpPr>
            <a:spLocks noGrp="1"/>
          </p:cNvSpPr>
          <p:nvPr>
            <p:ph sz="quarter" idx="10"/>
          </p:nvPr>
        </p:nvSpPr>
        <p:spPr>
          <a:xfrm>
            <a:off x="463296" y="1714500"/>
            <a:ext cx="4413504" cy="4648200"/>
          </a:xfrm>
          <a:prstGeom prst="rect">
            <a:avLst/>
          </a:prstGeom>
        </p:spPr>
        <p:txBody>
          <a:bodyPr>
            <a:noAutofit/>
          </a:bodyPr>
          <a:lstStyle>
            <a:lvl1pPr marL="0" indent="0" algn="l" rtl="0">
              <a:buFontTx/>
              <a:buNone/>
              <a:tabLst>
                <a:tab pos="3771900" algn="r"/>
              </a:tabLst>
              <a:defRPr sz="1200">
                <a:latin typeface="+mn-lt"/>
              </a:defRPr>
            </a:lvl1pPr>
            <a:lvl2pPr marL="104775" indent="-104775" algn="l" rtl="0">
              <a:buClrTx/>
              <a:buSzPct val="100000"/>
              <a:buFont typeface="Arial" panose="020B0604020202020204" pitchFamily="34" charset="0"/>
              <a:buChar char="•"/>
              <a:tabLst>
                <a:tab pos="3771900" algn="r"/>
              </a:tabLst>
              <a:defRPr sz="1200">
                <a:latin typeface="+mj-lt"/>
              </a:defRPr>
            </a:lvl2pPr>
            <a:lvl3pPr marL="228600" indent="-104775" algn="l" rtl="0">
              <a:buClrTx/>
              <a:buSzPct val="100000"/>
              <a:buFont typeface="Arial" panose="020B0604020202020204" pitchFamily="34" charset="0"/>
              <a:buChar char="−"/>
              <a:tabLst>
                <a:tab pos="3771900" algn="r"/>
              </a:tabLst>
              <a:defRPr sz="1200">
                <a:latin typeface="+mn-lt"/>
              </a:defRPr>
            </a:lvl3pPr>
            <a:lvl4pPr marL="352425" indent="-104775" algn="l" rtl="0">
              <a:buClrTx/>
              <a:buSzPct val="100000"/>
              <a:buFont typeface="Arial" panose="020B0604020202020204" pitchFamily="34" charset="0"/>
              <a:buChar char="◦"/>
              <a:tabLst>
                <a:tab pos="3771900" algn="r"/>
              </a:tabLst>
              <a:defRPr sz="1200">
                <a:latin typeface="+mn-lt"/>
              </a:defRPr>
            </a:lvl4pPr>
            <a:lvl5pPr marL="476250" indent="-104775" algn="l" rtl="0">
              <a:buClrTx/>
              <a:buSzPct val="100000"/>
              <a:buFont typeface="Arial" panose="020B0604020202020204" pitchFamily="34" charset="0"/>
              <a:buChar char="−"/>
              <a:tabLst>
                <a:tab pos="3771900" algn="r"/>
              </a:tabLst>
              <a:defRPr sz="1200" baseline="0">
                <a:latin typeface="+mn-lt"/>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689743317"/>
      </p:ext>
    </p:extLst>
  </p:cSld>
  <p:clrMapOvr>
    <a:masterClrMapping/>
  </p:clrMapOvr>
  <p:transition>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2 content with quote ">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A7134693-2BDF-C5B6-49E4-6DCC6F97DB37}"/>
              </a:ext>
            </a:extLst>
          </p:cNvPr>
          <p:cNvGraphicFramePr>
            <a:graphicFrameLocks noChangeAspect="1"/>
          </p:cNvGraphicFramePr>
          <p:nvPr userDrawn="1">
            <p:custDataLst>
              <p:tags r:id="rId1"/>
            </p:custDataLst>
            <p:extLst>
              <p:ext uri="{D42A27DB-BD31-4B8C-83A1-F6EECF244321}">
                <p14:modId xmlns:p14="http://schemas.microsoft.com/office/powerpoint/2010/main" val="6441354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A7134693-2BDF-C5B6-49E4-6DCC6F97DB3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Content Right"/>
          <p:cNvSpPr>
            <a:spLocks noGrp="1"/>
          </p:cNvSpPr>
          <p:nvPr>
            <p:ph sz="quarter" idx="10"/>
          </p:nvPr>
        </p:nvSpPr>
        <p:spPr>
          <a:xfrm>
            <a:off x="8192978" y="1737504"/>
            <a:ext cx="3547917" cy="4644248"/>
          </a:xfrm>
          <a:prstGeom prst="rect">
            <a:avLst/>
          </a:prstGeom>
        </p:spPr>
        <p:txBody>
          <a:bodyPr>
            <a:noAutofit/>
          </a:bodyPr>
          <a:lstStyle>
            <a:lvl1pPr rtl="0">
              <a:tabLst>
                <a:tab pos="3771900" algn="r"/>
              </a:tabLst>
              <a:defRPr sz="1800">
                <a:solidFill>
                  <a:schemeClr val="accent3"/>
                </a:solidFill>
              </a:defRPr>
            </a:lvl1pPr>
            <a:lvl2pPr>
              <a:tabLst>
                <a:tab pos="3771900" algn="r"/>
              </a:tabLst>
              <a:defRPr/>
            </a:lvl2pPr>
            <a:lvl3pPr>
              <a:tabLst>
                <a:tab pos="3771900" algn="r"/>
              </a:tabLst>
              <a:defRPr/>
            </a:lvl3pPr>
            <a:lvl4pPr>
              <a:tabLst>
                <a:tab pos="3771900" algn="r"/>
              </a:tabLst>
              <a:defRPr/>
            </a:lvl4pPr>
            <a:lvl5pPr>
              <a:tabLst>
                <a:tab pos="3771900" algn="r"/>
              </a:tabLst>
              <a:defRPr baseline="0"/>
            </a:lvl5pPr>
          </a:lstStyle>
          <a:p>
            <a:pPr lvl="0"/>
            <a:r>
              <a:rPr lang="en-US" noProof="0"/>
              <a:t>Click to edit Master text styles</a:t>
            </a:r>
          </a:p>
        </p:txBody>
      </p:sp>
      <p:sp>
        <p:nvSpPr>
          <p:cNvPr id="8" name="Content Left"/>
          <p:cNvSpPr>
            <a:spLocks noGrp="1"/>
          </p:cNvSpPr>
          <p:nvPr>
            <p:ph sz="quarter" idx="16"/>
          </p:nvPr>
        </p:nvSpPr>
        <p:spPr>
          <a:xfrm>
            <a:off x="473296" y="1718454"/>
            <a:ext cx="7400704" cy="4644247"/>
          </a:xfrm>
          <a:prstGeom prst="rect">
            <a:avLst/>
          </a:prstGeom>
        </p:spPr>
        <p:txBody>
          <a:bodyPr>
            <a:noAutofit/>
          </a:bodyPr>
          <a:lstStyle>
            <a:lvl1pPr marL="0" indent="0" algn="l" rtl="0">
              <a:buFontTx/>
              <a:buNone/>
              <a:tabLst>
                <a:tab pos="3771900" algn="r"/>
              </a:tabLst>
              <a:defRPr sz="1200"/>
            </a:lvl1pPr>
            <a:lvl2pPr marL="104775" indent="-104775" algn="l" rtl="0">
              <a:buClrTx/>
              <a:buSzPct val="100000"/>
              <a:buFont typeface="Arial" panose="020B0604020202020204" pitchFamily="34" charset="0"/>
              <a:buChar char="•"/>
              <a:tabLst>
                <a:tab pos="3771900" algn="r"/>
              </a:tabLst>
              <a:defRPr sz="1200"/>
            </a:lvl2pPr>
            <a:lvl3pPr marL="228600" indent="-104775" algn="l" rtl="0">
              <a:buClrTx/>
              <a:buSzPct val="100000"/>
              <a:buFont typeface="Arial" panose="020B0604020202020204" pitchFamily="34" charset="0"/>
              <a:buChar char="−"/>
              <a:tabLst>
                <a:tab pos="3771900" algn="r"/>
              </a:tabLst>
              <a:defRPr sz="1200"/>
            </a:lvl3pPr>
            <a:lvl4pPr marL="352425" indent="-104775" algn="l" rtl="0">
              <a:buClrTx/>
              <a:buSzPct val="100000"/>
              <a:buFont typeface="Arial" panose="020B0604020202020204" pitchFamily="34" charset="0"/>
              <a:buChar char="◦"/>
              <a:tabLst>
                <a:tab pos="3771900" algn="r"/>
              </a:tabLst>
              <a:defRPr sz="1200"/>
            </a:lvl4pPr>
            <a:lvl5pPr marL="476250" indent="-104775" algn="l" rtl="0">
              <a:buClrTx/>
              <a:buSzPct val="100000"/>
              <a:buFont typeface="Arial" panose="020B0604020202020204" pitchFamily="34" charset="0"/>
              <a:buChar char="−"/>
              <a:tabLst>
                <a:tab pos="3771900" algn="r"/>
              </a:tabLst>
              <a:defRPr sz="1200"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Subtitle">
            <a:extLst>
              <a:ext uri="{FF2B5EF4-FFF2-40B4-BE49-F238E27FC236}">
                <a16:creationId xmlns:a16="http://schemas.microsoft.com/office/drawing/2014/main" id="{D58FC9CF-4F37-4309-BF5F-E64AE49426F2}"/>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9" name="Title">
            <a:extLst>
              <a:ext uri="{FF2B5EF4-FFF2-40B4-BE49-F238E27FC236}">
                <a16:creationId xmlns:a16="http://schemas.microsoft.com/office/drawing/2014/main" id="{6999054A-E358-4B12-B841-DE440A68D9B1}"/>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Tree>
    <p:extLst>
      <p:ext uri="{BB962C8B-B14F-4D97-AF65-F5344CB8AC3E}">
        <p14:creationId xmlns:p14="http://schemas.microsoft.com/office/powerpoint/2010/main" val="1293905128"/>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3 chart">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8CA242B8-32DA-8FD4-0E1E-2C77A21D9D57}"/>
              </a:ext>
            </a:extLst>
          </p:cNvPr>
          <p:cNvGraphicFramePr>
            <a:graphicFrameLocks noChangeAspect="1"/>
          </p:cNvGraphicFramePr>
          <p:nvPr userDrawn="1">
            <p:custDataLst>
              <p:tags r:id="rId1"/>
            </p:custDataLst>
            <p:extLst>
              <p:ext uri="{D42A27DB-BD31-4B8C-83A1-F6EECF244321}">
                <p14:modId xmlns:p14="http://schemas.microsoft.com/office/powerpoint/2010/main" val="20563394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8CA242B8-32DA-8FD4-0E1E-2C77A21D9D5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7" name="Chart Placeholder left"/>
          <p:cNvSpPr>
            <a:spLocks noGrp="1"/>
          </p:cNvSpPr>
          <p:nvPr>
            <p:ph type="chart" sz="quarter" idx="15"/>
          </p:nvPr>
        </p:nvSpPr>
        <p:spPr>
          <a:xfrm>
            <a:off x="461468" y="2115797"/>
            <a:ext cx="3549549" cy="4005216"/>
          </a:xfrm>
          <a:prstGeom prst="rect">
            <a:avLst/>
          </a:prstGeom>
        </p:spPr>
        <p:txBody>
          <a:bodyPr>
            <a:noAutofit/>
          </a:bodyPr>
          <a:lstStyle>
            <a:lvl1pPr rtl="0">
              <a:defRPr sz="1200"/>
            </a:lvl1pPr>
          </a:lstStyle>
          <a:p>
            <a:r>
              <a:rPr lang="en-US" noProof="0"/>
              <a:t>Click icon to add chart</a:t>
            </a:r>
          </a:p>
        </p:txBody>
      </p:sp>
      <p:sp>
        <p:nvSpPr>
          <p:cNvPr id="18" name="Chart Title left / Headline"/>
          <p:cNvSpPr>
            <a:spLocks noGrp="1"/>
          </p:cNvSpPr>
          <p:nvPr>
            <p:ph type="body" sz="quarter" idx="18"/>
          </p:nvPr>
        </p:nvSpPr>
        <p:spPr>
          <a:xfrm>
            <a:off x="459119" y="1722943"/>
            <a:ext cx="3549549" cy="392112"/>
          </a:xfrm>
        </p:spPr>
        <p:txBody>
          <a:bodyPr>
            <a:noAutofit/>
          </a:bodyPr>
          <a:lstStyle>
            <a:lvl1pPr rtl="0">
              <a:defRPr sz="1200"/>
            </a:lvl1pPr>
          </a:lstStyle>
          <a:p>
            <a:pPr lvl="0"/>
            <a:r>
              <a:rPr lang="en-US" noProof="0"/>
              <a:t>Click to edit Master text styles</a:t>
            </a:r>
          </a:p>
        </p:txBody>
      </p:sp>
      <p:sp>
        <p:nvSpPr>
          <p:cNvPr id="12" name="Text bottom"/>
          <p:cNvSpPr>
            <a:spLocks noGrp="1"/>
          </p:cNvSpPr>
          <p:nvPr>
            <p:ph type="body" sz="quarter" idx="23"/>
          </p:nvPr>
        </p:nvSpPr>
        <p:spPr>
          <a:xfrm>
            <a:off x="463297" y="6121016"/>
            <a:ext cx="11273879" cy="241685"/>
          </a:xfrm>
        </p:spPr>
        <p:txBody>
          <a:bodyPr>
            <a:noAutofit/>
          </a:bodyPr>
          <a:lstStyle>
            <a:lvl1pPr rtl="0">
              <a:spcAft>
                <a:spcPts val="0"/>
              </a:spcAft>
              <a:defRPr sz="900"/>
            </a:lvl1pPr>
          </a:lstStyle>
          <a:p>
            <a:pPr lvl="0"/>
            <a:r>
              <a:rPr lang="en-US" noProof="0"/>
              <a:t>Click to edit Master text styles</a:t>
            </a:r>
          </a:p>
        </p:txBody>
      </p:sp>
      <p:sp>
        <p:nvSpPr>
          <p:cNvPr id="19" name="Chart Placeholder center">
            <a:extLst>
              <a:ext uri="{FF2B5EF4-FFF2-40B4-BE49-F238E27FC236}">
                <a16:creationId xmlns:a16="http://schemas.microsoft.com/office/drawing/2014/main" id="{16889619-7368-4B21-B502-003FD717C954}"/>
              </a:ext>
            </a:extLst>
          </p:cNvPr>
          <p:cNvSpPr>
            <a:spLocks noGrp="1"/>
          </p:cNvSpPr>
          <p:nvPr>
            <p:ph type="chart" sz="quarter" idx="24"/>
          </p:nvPr>
        </p:nvSpPr>
        <p:spPr>
          <a:xfrm>
            <a:off x="4323575" y="2115798"/>
            <a:ext cx="3549549" cy="4005216"/>
          </a:xfrm>
          <a:prstGeom prst="rect">
            <a:avLst/>
          </a:prstGeom>
        </p:spPr>
        <p:txBody>
          <a:bodyPr>
            <a:noAutofit/>
          </a:bodyPr>
          <a:lstStyle>
            <a:lvl1pPr rtl="0">
              <a:defRPr sz="1200"/>
            </a:lvl1pPr>
          </a:lstStyle>
          <a:p>
            <a:r>
              <a:rPr lang="en-US" noProof="0"/>
              <a:t>Click icon to add chart</a:t>
            </a:r>
          </a:p>
        </p:txBody>
      </p:sp>
      <p:sp>
        <p:nvSpPr>
          <p:cNvPr id="20" name="Chart Title center / Headline">
            <a:extLst>
              <a:ext uri="{FF2B5EF4-FFF2-40B4-BE49-F238E27FC236}">
                <a16:creationId xmlns:a16="http://schemas.microsoft.com/office/drawing/2014/main" id="{7536B633-26E6-47E5-A809-A97D26199C41}"/>
              </a:ext>
            </a:extLst>
          </p:cNvPr>
          <p:cNvSpPr>
            <a:spLocks noGrp="1"/>
          </p:cNvSpPr>
          <p:nvPr>
            <p:ph type="body" sz="quarter" idx="25"/>
          </p:nvPr>
        </p:nvSpPr>
        <p:spPr>
          <a:xfrm>
            <a:off x="4321226" y="1722944"/>
            <a:ext cx="3549549" cy="392112"/>
          </a:xfrm>
        </p:spPr>
        <p:txBody>
          <a:bodyPr>
            <a:noAutofit/>
          </a:bodyPr>
          <a:lstStyle>
            <a:lvl1pPr rtl="0">
              <a:defRPr sz="1200"/>
            </a:lvl1pPr>
          </a:lstStyle>
          <a:p>
            <a:pPr lvl="0"/>
            <a:r>
              <a:rPr lang="en-US" noProof="0"/>
              <a:t>Click to edit Master text styles</a:t>
            </a:r>
          </a:p>
        </p:txBody>
      </p:sp>
      <p:sp>
        <p:nvSpPr>
          <p:cNvPr id="21" name="Chart Placeholder right">
            <a:extLst>
              <a:ext uri="{FF2B5EF4-FFF2-40B4-BE49-F238E27FC236}">
                <a16:creationId xmlns:a16="http://schemas.microsoft.com/office/drawing/2014/main" id="{B4691CB5-FF7F-4DAF-80B3-769541086497}"/>
              </a:ext>
            </a:extLst>
          </p:cNvPr>
          <p:cNvSpPr>
            <a:spLocks noGrp="1"/>
          </p:cNvSpPr>
          <p:nvPr>
            <p:ph type="chart" sz="quarter" idx="26"/>
          </p:nvPr>
        </p:nvSpPr>
        <p:spPr>
          <a:xfrm>
            <a:off x="8193695" y="2115798"/>
            <a:ext cx="3549549" cy="4005216"/>
          </a:xfrm>
          <a:prstGeom prst="rect">
            <a:avLst/>
          </a:prstGeom>
        </p:spPr>
        <p:txBody>
          <a:bodyPr>
            <a:noAutofit/>
          </a:bodyPr>
          <a:lstStyle>
            <a:lvl1pPr rtl="0">
              <a:defRPr sz="1200"/>
            </a:lvl1pPr>
          </a:lstStyle>
          <a:p>
            <a:r>
              <a:rPr lang="en-US" noProof="0"/>
              <a:t>Click icon to add chart</a:t>
            </a:r>
          </a:p>
        </p:txBody>
      </p:sp>
      <p:sp>
        <p:nvSpPr>
          <p:cNvPr id="22" name="Chart Title right / Headline">
            <a:extLst>
              <a:ext uri="{FF2B5EF4-FFF2-40B4-BE49-F238E27FC236}">
                <a16:creationId xmlns:a16="http://schemas.microsoft.com/office/drawing/2014/main" id="{D8875204-BB59-4C5F-ABB1-D0ECEC5A0701}"/>
              </a:ext>
            </a:extLst>
          </p:cNvPr>
          <p:cNvSpPr>
            <a:spLocks noGrp="1"/>
          </p:cNvSpPr>
          <p:nvPr>
            <p:ph type="body" sz="quarter" idx="27"/>
          </p:nvPr>
        </p:nvSpPr>
        <p:spPr>
          <a:xfrm>
            <a:off x="8191346" y="1722944"/>
            <a:ext cx="3549549" cy="392112"/>
          </a:xfrm>
        </p:spPr>
        <p:txBody>
          <a:bodyPr>
            <a:noAutofit/>
          </a:bodyPr>
          <a:lstStyle>
            <a:lvl1pPr rtl="0">
              <a:defRPr sz="1200"/>
            </a:lvl1pPr>
          </a:lstStyle>
          <a:p>
            <a:pPr lvl="0"/>
            <a:r>
              <a:rPr lang="en-US" noProof="0"/>
              <a:t>Click to edit Master text styles</a:t>
            </a:r>
          </a:p>
        </p:txBody>
      </p:sp>
      <p:sp>
        <p:nvSpPr>
          <p:cNvPr id="23" name="Subtitle">
            <a:extLst>
              <a:ext uri="{FF2B5EF4-FFF2-40B4-BE49-F238E27FC236}">
                <a16:creationId xmlns:a16="http://schemas.microsoft.com/office/drawing/2014/main" id="{272C8D47-97C8-4E6F-91CC-C3AB406C1C26}"/>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24" name="Title">
            <a:extLst>
              <a:ext uri="{FF2B5EF4-FFF2-40B4-BE49-F238E27FC236}">
                <a16:creationId xmlns:a16="http://schemas.microsoft.com/office/drawing/2014/main" id="{D65F0445-032D-4E6A-83EC-59A2184ED5F6}"/>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Tree>
    <p:extLst>
      <p:ext uri="{BB962C8B-B14F-4D97-AF65-F5344CB8AC3E}">
        <p14:creationId xmlns:p14="http://schemas.microsoft.com/office/powerpoint/2010/main" val="2153634519"/>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Title &amp; subtitle">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A34604A9-4A34-AFA4-9CB9-52BAEC57BD06}"/>
              </a:ext>
            </a:extLst>
          </p:cNvPr>
          <p:cNvGraphicFramePr>
            <a:graphicFrameLocks noChangeAspect="1"/>
          </p:cNvGraphicFramePr>
          <p:nvPr userDrawn="1">
            <p:custDataLst>
              <p:tags r:id="rId1"/>
            </p:custDataLst>
            <p:extLst>
              <p:ext uri="{D42A27DB-BD31-4B8C-83A1-F6EECF244321}">
                <p14:modId xmlns:p14="http://schemas.microsoft.com/office/powerpoint/2010/main" val="115222059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A34604A9-4A34-AFA4-9CB9-52BAEC57BD0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Subtitle">
            <a:extLst>
              <a:ext uri="{FF2B5EF4-FFF2-40B4-BE49-F238E27FC236}">
                <a16:creationId xmlns:a16="http://schemas.microsoft.com/office/drawing/2014/main" id="{8D89C7E6-37F5-4005-B8BE-658A5ADDE295}"/>
              </a:ext>
            </a:extLst>
          </p:cNvPr>
          <p:cNvSpPr>
            <a:spLocks noGrp="1"/>
          </p:cNvSpPr>
          <p:nvPr>
            <p:ph type="body" sz="quarter" idx="22"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7" name="Title">
            <a:extLst>
              <a:ext uri="{FF2B5EF4-FFF2-40B4-BE49-F238E27FC236}">
                <a16:creationId xmlns:a16="http://schemas.microsoft.com/office/drawing/2014/main" id="{0FA13130-E22F-4F71-97DB-A64E7A175EC6}"/>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Tree>
    <p:extLst>
      <p:ext uri="{BB962C8B-B14F-4D97-AF65-F5344CB8AC3E}">
        <p14:creationId xmlns:p14="http://schemas.microsoft.com/office/powerpoint/2010/main" val="180449834"/>
      </p:ext>
    </p:extLst>
  </p:cSld>
  <p:clrMapOvr>
    <a:masterClrMapping/>
  </p:clrMapOvr>
  <p:transition>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76FE27BD-02AF-E373-7C8B-5CD90E0E297E}"/>
              </a:ext>
            </a:extLst>
          </p:cNvPr>
          <p:cNvGraphicFramePr>
            <a:graphicFrameLocks noChangeAspect="1"/>
          </p:cNvGraphicFramePr>
          <p:nvPr userDrawn="1">
            <p:custDataLst>
              <p:tags r:id="rId1"/>
            </p:custDataLst>
            <p:extLst>
              <p:ext uri="{D42A27DB-BD31-4B8C-83A1-F6EECF244321}">
                <p14:modId xmlns:p14="http://schemas.microsoft.com/office/powerpoint/2010/main" val="32121186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76FE27BD-02AF-E373-7C8B-5CD90E0E297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itle">
            <a:extLst>
              <a:ext uri="{FF2B5EF4-FFF2-40B4-BE49-F238E27FC236}">
                <a16:creationId xmlns:a16="http://schemas.microsoft.com/office/drawing/2014/main" id="{26FB2E4B-5D1B-4250-844C-3D50DE4A9F69}"/>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Tree>
    <p:extLst>
      <p:ext uri="{BB962C8B-B14F-4D97-AF65-F5344CB8AC3E}">
        <p14:creationId xmlns:p14="http://schemas.microsoft.com/office/powerpoint/2010/main" val="3385648899"/>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Title, subtitle &amp; 1 column text">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5E07E567-7072-C71B-E602-19410E6F9BA9}"/>
              </a:ext>
            </a:extLst>
          </p:cNvPr>
          <p:cNvGraphicFramePr>
            <a:graphicFrameLocks noChangeAspect="1"/>
          </p:cNvGraphicFramePr>
          <p:nvPr userDrawn="1">
            <p:custDataLst>
              <p:tags r:id="rId1"/>
            </p:custDataLst>
            <p:extLst>
              <p:ext uri="{D42A27DB-BD31-4B8C-83A1-F6EECF244321}">
                <p14:modId xmlns:p14="http://schemas.microsoft.com/office/powerpoint/2010/main" val="29934575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5E07E567-7072-C71B-E602-19410E6F9BA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4" name="Content Placeholder"/>
          <p:cNvSpPr>
            <a:spLocks noGrp="1"/>
          </p:cNvSpPr>
          <p:nvPr>
            <p:ph idx="1"/>
          </p:nvPr>
        </p:nvSpPr>
        <p:spPr>
          <a:xfrm>
            <a:off x="461823" y="1714500"/>
            <a:ext cx="11277600" cy="4648200"/>
          </a:xfrm>
          <a:prstGeom prst="rect">
            <a:avLst/>
          </a:prstGeom>
        </p:spPr>
        <p:txBody>
          <a:bodyPr vert="horz" lIns="0" tIns="0" rIns="0" bIns="0" rtlCol="0">
            <a:noAutofit/>
          </a:bodyPr>
          <a:lstStyle>
            <a:lvl1pPr rtl="0">
              <a:defRPr sz="1200"/>
            </a:lvl1pPr>
            <a:lvl2pPr rtl="0">
              <a:defRPr sz="1200"/>
            </a:lvl2pPr>
            <a:lvl3pPr rtl="0">
              <a:defRPr sz="1200"/>
            </a:lvl3pPr>
            <a:lvl4pPr rtl="0">
              <a:defRPr sz="1200"/>
            </a:lvl4pPr>
            <a:lvl5pPr rtl="0">
              <a:defRPr sz="120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Subtitle">
            <a:extLst>
              <a:ext uri="{FF2B5EF4-FFF2-40B4-BE49-F238E27FC236}">
                <a16:creationId xmlns:a16="http://schemas.microsoft.com/office/drawing/2014/main" id="{259C2253-8D87-4928-94C4-A4D186A7A8BD}"/>
              </a:ext>
            </a:extLst>
          </p:cNvPr>
          <p:cNvSpPr>
            <a:spLocks noGrp="1"/>
          </p:cNvSpPr>
          <p:nvPr>
            <p:ph type="body" sz="quarter" idx="22"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6" name="Title">
            <a:extLst>
              <a:ext uri="{FF2B5EF4-FFF2-40B4-BE49-F238E27FC236}">
                <a16:creationId xmlns:a16="http://schemas.microsoft.com/office/drawing/2014/main" id="{96593EEB-1CDC-4080-8C11-602DEAE1026D}"/>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Tree>
    <p:extLst>
      <p:ext uri="{BB962C8B-B14F-4D97-AF65-F5344CB8AC3E}">
        <p14:creationId xmlns:p14="http://schemas.microsoft.com/office/powerpoint/2010/main" val="2650768663"/>
      </p:ext>
    </p:extLst>
  </p:cSld>
  <p:clrMapOvr>
    <a:masterClrMapping/>
  </p:clrMapOvr>
  <p:transition>
    <p:fade/>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3 column green line">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2F95B8E6-3342-511B-3A9E-11BB902A8AB9}"/>
              </a:ext>
            </a:extLst>
          </p:cNvPr>
          <p:cNvGraphicFramePr>
            <a:graphicFrameLocks noChangeAspect="1"/>
          </p:cNvGraphicFramePr>
          <p:nvPr userDrawn="1">
            <p:custDataLst>
              <p:tags r:id="rId1"/>
            </p:custDataLst>
            <p:extLst>
              <p:ext uri="{D42A27DB-BD31-4B8C-83A1-F6EECF244321}">
                <p14:modId xmlns:p14="http://schemas.microsoft.com/office/powerpoint/2010/main" val="5018157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2F95B8E6-3342-511B-3A9E-11BB902A8AB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0" name="Text middle">
            <a:extLst>
              <a:ext uri="{FF2B5EF4-FFF2-40B4-BE49-F238E27FC236}">
                <a16:creationId xmlns:a16="http://schemas.microsoft.com/office/drawing/2014/main" id="{09891263-8779-41FC-9383-3693CA16CB1D}"/>
              </a:ext>
            </a:extLst>
          </p:cNvPr>
          <p:cNvSpPr>
            <a:spLocks noGrp="1"/>
          </p:cNvSpPr>
          <p:nvPr>
            <p:ph type="body" sz="quarter" idx="22"/>
          </p:nvPr>
        </p:nvSpPr>
        <p:spPr>
          <a:xfrm>
            <a:off x="458730" y="1851440"/>
            <a:ext cx="3554471" cy="4511260"/>
          </a:xfrm>
        </p:spPr>
        <p:txBody>
          <a:bodyPr>
            <a:noAutofit/>
          </a:bodyPr>
          <a:lstStyle>
            <a:lvl1pPr marL="0" indent="0" algn="l" rtl="0">
              <a:buFontTx/>
              <a:buNone/>
              <a:defRPr sz="1200" b="1">
                <a:solidFill>
                  <a:schemeClr val="accent1"/>
                </a:solidFill>
              </a:defRPr>
            </a:lvl1pPr>
            <a:lvl2pPr marL="104775" indent="-104775" algn="l" rtl="0">
              <a:spcAft>
                <a:spcPts val="750"/>
              </a:spcAft>
              <a:buClrTx/>
              <a:buSzPct val="100000"/>
              <a:buFont typeface="Arial" panose="020B0604020202020204" pitchFamily="34" charset="0"/>
              <a:buChar char="•"/>
              <a:defRPr sz="1200"/>
            </a:lvl2pPr>
            <a:lvl3pPr marL="228600" indent="-104775" algn="l" rtl="0">
              <a:spcAft>
                <a:spcPts val="750"/>
              </a:spcAft>
              <a:buClrTx/>
              <a:buSzPct val="100000"/>
              <a:buFont typeface="Arial" panose="020B0604020202020204" pitchFamily="34" charset="0"/>
              <a:buChar char="−"/>
              <a:defRPr sz="1200"/>
            </a:lvl3pPr>
            <a:lvl4pPr marL="352425" indent="-104775" algn="l" rtl="0">
              <a:spcAft>
                <a:spcPts val="750"/>
              </a:spcAft>
              <a:buClrTx/>
              <a:buSzPct val="100000"/>
              <a:buFont typeface="Arial" panose="020B0604020202020204" pitchFamily="34" charset="0"/>
              <a:buChar char="◦"/>
              <a:defRPr sz="1200"/>
            </a:lvl4pPr>
            <a:lvl5pPr marL="476250" indent="-104775" algn="l" rtl="0">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center">
            <a:extLst>
              <a:ext uri="{FF2B5EF4-FFF2-40B4-BE49-F238E27FC236}">
                <a16:creationId xmlns:a16="http://schemas.microsoft.com/office/drawing/2014/main" id="{3F862111-A699-4618-9902-CD7B1ECC90ED}"/>
              </a:ext>
            </a:extLst>
          </p:cNvPr>
          <p:cNvSpPr>
            <a:spLocks noGrp="1"/>
          </p:cNvSpPr>
          <p:nvPr>
            <p:ph type="body" sz="quarter" idx="23"/>
          </p:nvPr>
        </p:nvSpPr>
        <p:spPr>
          <a:xfrm>
            <a:off x="4314826" y="1851440"/>
            <a:ext cx="3554471" cy="4511260"/>
          </a:xfrm>
        </p:spPr>
        <p:txBody>
          <a:bodyPr>
            <a:noAutofit/>
          </a:bodyPr>
          <a:lstStyle>
            <a:lvl1pPr marL="0" indent="0" algn="l" rtl="0">
              <a:buFontTx/>
              <a:buNone/>
              <a:defRPr sz="1200" b="1">
                <a:solidFill>
                  <a:schemeClr val="accent1"/>
                </a:solidFill>
              </a:defRPr>
            </a:lvl1pPr>
            <a:lvl2pPr marL="104775" indent="-104775" algn="l" rtl="0">
              <a:spcAft>
                <a:spcPts val="750"/>
              </a:spcAft>
              <a:buClrTx/>
              <a:buSzPct val="100000"/>
              <a:buFont typeface="Arial" panose="020B0604020202020204" pitchFamily="34" charset="0"/>
              <a:buChar char="•"/>
              <a:defRPr sz="1200"/>
            </a:lvl2pPr>
            <a:lvl3pPr marL="228600" indent="-104775" algn="l" rtl="0">
              <a:spcAft>
                <a:spcPts val="750"/>
              </a:spcAft>
              <a:buClrTx/>
              <a:buSzPct val="100000"/>
              <a:buFont typeface="Arial" panose="020B0604020202020204" pitchFamily="34" charset="0"/>
              <a:buChar char="−"/>
              <a:defRPr sz="1200"/>
            </a:lvl3pPr>
            <a:lvl4pPr marL="352425" indent="-104775" algn="l" rtl="0">
              <a:spcAft>
                <a:spcPts val="750"/>
              </a:spcAft>
              <a:buClrTx/>
              <a:buSzPct val="100000"/>
              <a:buFont typeface="Arial" panose="020B0604020202020204" pitchFamily="34" charset="0"/>
              <a:buChar char="◦"/>
              <a:defRPr sz="1200"/>
            </a:lvl4pPr>
            <a:lvl5pPr marL="476250" indent="-104775" algn="l" rtl="0">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Text right">
            <a:extLst>
              <a:ext uri="{FF2B5EF4-FFF2-40B4-BE49-F238E27FC236}">
                <a16:creationId xmlns:a16="http://schemas.microsoft.com/office/drawing/2014/main" id="{136FEA86-C43A-4BD9-AC25-65C16B3F484C}"/>
              </a:ext>
            </a:extLst>
          </p:cNvPr>
          <p:cNvSpPr>
            <a:spLocks noGrp="1"/>
          </p:cNvSpPr>
          <p:nvPr>
            <p:ph type="body" sz="quarter" idx="24"/>
          </p:nvPr>
        </p:nvSpPr>
        <p:spPr>
          <a:xfrm>
            <a:off x="8178800" y="1851440"/>
            <a:ext cx="3556000" cy="4511260"/>
          </a:xfrm>
        </p:spPr>
        <p:txBody>
          <a:bodyPr>
            <a:noAutofit/>
          </a:bodyPr>
          <a:lstStyle>
            <a:lvl1pPr marL="0" indent="0" algn="l" rtl="0">
              <a:buFontTx/>
              <a:buNone/>
              <a:defRPr sz="1200" b="1">
                <a:solidFill>
                  <a:schemeClr val="accent1"/>
                </a:solidFill>
              </a:defRPr>
            </a:lvl1pPr>
            <a:lvl2pPr marL="104775" indent="-104775" algn="l" rtl="0">
              <a:spcAft>
                <a:spcPts val="750"/>
              </a:spcAft>
              <a:buClrTx/>
              <a:buSzPct val="100000"/>
              <a:buFont typeface="Arial" panose="020B0604020202020204" pitchFamily="34" charset="0"/>
              <a:buChar char="•"/>
              <a:defRPr sz="1200"/>
            </a:lvl2pPr>
            <a:lvl3pPr marL="228600" indent="-104775" algn="l" rtl="0">
              <a:spcAft>
                <a:spcPts val="750"/>
              </a:spcAft>
              <a:buClrTx/>
              <a:buSzPct val="100000"/>
              <a:buFont typeface="Arial" panose="020B0604020202020204" pitchFamily="34" charset="0"/>
              <a:buChar char="−"/>
              <a:defRPr sz="1200"/>
            </a:lvl3pPr>
            <a:lvl4pPr marL="352425" indent="-104775" algn="l" rtl="0">
              <a:spcAft>
                <a:spcPts val="750"/>
              </a:spcAft>
              <a:buClrTx/>
              <a:buSzPct val="100000"/>
              <a:buFont typeface="Arial" panose="020B0604020202020204" pitchFamily="34" charset="0"/>
              <a:buChar char="◦"/>
              <a:defRPr sz="1200"/>
            </a:lvl4pPr>
            <a:lvl5pPr marL="476250" indent="-104775" algn="l" rtl="0">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Subtitle">
            <a:extLst>
              <a:ext uri="{FF2B5EF4-FFF2-40B4-BE49-F238E27FC236}">
                <a16:creationId xmlns:a16="http://schemas.microsoft.com/office/drawing/2014/main" id="{9D600A6A-61E2-4C72-A87B-39D905EFB4BC}"/>
              </a:ext>
            </a:extLst>
          </p:cNvPr>
          <p:cNvSpPr>
            <a:spLocks noGrp="1"/>
          </p:cNvSpPr>
          <p:nvPr>
            <p:ph type="body" sz="quarter" idx="25"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19" name="Title">
            <a:extLst>
              <a:ext uri="{FF2B5EF4-FFF2-40B4-BE49-F238E27FC236}">
                <a16:creationId xmlns:a16="http://schemas.microsoft.com/office/drawing/2014/main" id="{D5910C4A-3157-47A5-8677-1140132DE359}"/>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
        <p:nvSpPr>
          <p:cNvPr id="20" name="Rectangle 19">
            <a:extLst>
              <a:ext uri="{FF2B5EF4-FFF2-40B4-BE49-F238E27FC236}">
                <a16:creationId xmlns:a16="http://schemas.microsoft.com/office/drawing/2014/main" id="{221E1916-39D6-44A9-8C07-60C8660A0953}"/>
              </a:ext>
            </a:extLst>
          </p:cNvPr>
          <p:cNvSpPr/>
          <p:nvPr/>
        </p:nvSpPr>
        <p:spPr>
          <a:xfrm>
            <a:off x="458729" y="1715425"/>
            <a:ext cx="3560064" cy="54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rtl="0">
              <a:spcAft>
                <a:spcPts val="750"/>
              </a:spcAft>
            </a:pPr>
            <a:endParaRPr lang="en-US" sz="825" noProof="0">
              <a:solidFill>
                <a:schemeClr val="bg1"/>
              </a:solidFill>
            </a:endParaRPr>
          </a:p>
        </p:txBody>
      </p:sp>
      <p:sp>
        <p:nvSpPr>
          <p:cNvPr id="21" name="Rectangle 20">
            <a:extLst>
              <a:ext uri="{FF2B5EF4-FFF2-40B4-BE49-F238E27FC236}">
                <a16:creationId xmlns:a16="http://schemas.microsoft.com/office/drawing/2014/main" id="{F2178E01-9486-4723-8ECD-9A89CE53905A}"/>
              </a:ext>
            </a:extLst>
          </p:cNvPr>
          <p:cNvSpPr/>
          <p:nvPr/>
        </p:nvSpPr>
        <p:spPr>
          <a:xfrm>
            <a:off x="4314824" y="1715425"/>
            <a:ext cx="3560064" cy="54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rtl="0">
              <a:spcAft>
                <a:spcPts val="750"/>
              </a:spcAft>
            </a:pPr>
            <a:endParaRPr lang="en-US" sz="825" noProof="0">
              <a:solidFill>
                <a:schemeClr val="bg1"/>
              </a:solidFill>
            </a:endParaRPr>
          </a:p>
        </p:txBody>
      </p:sp>
      <p:sp>
        <p:nvSpPr>
          <p:cNvPr id="22" name="Rectangle 21">
            <a:extLst>
              <a:ext uri="{FF2B5EF4-FFF2-40B4-BE49-F238E27FC236}">
                <a16:creationId xmlns:a16="http://schemas.microsoft.com/office/drawing/2014/main" id="{082A3624-848D-4789-989D-4C19B95C8DD4}"/>
              </a:ext>
            </a:extLst>
          </p:cNvPr>
          <p:cNvSpPr/>
          <p:nvPr/>
        </p:nvSpPr>
        <p:spPr>
          <a:xfrm>
            <a:off x="8178800" y="1715425"/>
            <a:ext cx="3560064" cy="54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rtl="0">
              <a:spcAft>
                <a:spcPts val="750"/>
              </a:spcAft>
            </a:pPr>
            <a:endParaRPr lang="en-US" sz="825" noProof="0">
              <a:solidFill>
                <a:schemeClr val="bg1"/>
              </a:solidFill>
            </a:endParaRPr>
          </a:p>
        </p:txBody>
      </p:sp>
    </p:spTree>
    <p:extLst>
      <p:ext uri="{BB962C8B-B14F-4D97-AF65-F5344CB8AC3E}">
        <p14:creationId xmlns:p14="http://schemas.microsoft.com/office/powerpoint/2010/main" val="3695767925"/>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4 column icon">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A7A5E21C-DB5E-6944-9C69-F0448D077557}"/>
              </a:ext>
            </a:extLst>
          </p:cNvPr>
          <p:cNvGraphicFramePr>
            <a:graphicFrameLocks noChangeAspect="1"/>
          </p:cNvGraphicFramePr>
          <p:nvPr userDrawn="1">
            <p:custDataLst>
              <p:tags r:id="rId1"/>
            </p:custDataLst>
            <p:extLst>
              <p:ext uri="{D42A27DB-BD31-4B8C-83A1-F6EECF244321}">
                <p14:modId xmlns:p14="http://schemas.microsoft.com/office/powerpoint/2010/main" val="9643551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A7A5E21C-DB5E-6944-9C69-F0448D07755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9" name="Subtitle">
            <a:extLst>
              <a:ext uri="{FF2B5EF4-FFF2-40B4-BE49-F238E27FC236}">
                <a16:creationId xmlns:a16="http://schemas.microsoft.com/office/drawing/2014/main" id="{BAA35D0E-EBF0-4599-84F7-684DE89E56AE}"/>
              </a:ext>
            </a:extLst>
          </p:cNvPr>
          <p:cNvSpPr>
            <a:spLocks noGrp="1"/>
          </p:cNvSpPr>
          <p:nvPr>
            <p:ph type="body" sz="quarter" idx="25"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11" name="Title">
            <a:extLst>
              <a:ext uri="{FF2B5EF4-FFF2-40B4-BE49-F238E27FC236}">
                <a16:creationId xmlns:a16="http://schemas.microsoft.com/office/drawing/2014/main" id="{CBCDA542-DB63-41BB-89C0-73F35C7D17CA}"/>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
        <p:nvSpPr>
          <p:cNvPr id="12" name="Text left">
            <a:extLst>
              <a:ext uri="{FF2B5EF4-FFF2-40B4-BE49-F238E27FC236}">
                <a16:creationId xmlns:a16="http://schemas.microsoft.com/office/drawing/2014/main" id="{C73178E3-6490-436A-8FEB-CC4E21B542CE}"/>
              </a:ext>
            </a:extLst>
          </p:cNvPr>
          <p:cNvSpPr>
            <a:spLocks noGrp="1"/>
          </p:cNvSpPr>
          <p:nvPr>
            <p:ph type="body" sz="quarter" idx="17"/>
          </p:nvPr>
        </p:nvSpPr>
        <p:spPr>
          <a:xfrm>
            <a:off x="473297" y="3124200"/>
            <a:ext cx="2720468" cy="3238500"/>
          </a:xfrm>
        </p:spPr>
        <p:txBody>
          <a:bodyPr>
            <a:noAutofit/>
          </a:bodyPr>
          <a:lstStyle>
            <a:lvl1pPr marL="0" indent="0" algn="l" rtl="0">
              <a:buFontTx/>
              <a:buNone/>
              <a:defRPr sz="1200" b="1">
                <a:solidFill>
                  <a:schemeClr val="accent1"/>
                </a:solidFill>
              </a:defRPr>
            </a:lvl1pPr>
            <a:lvl2pPr marL="104775" indent="-104775" algn="l" rtl="0">
              <a:spcAft>
                <a:spcPts val="0"/>
              </a:spcAft>
              <a:buClrTx/>
              <a:buSzPct val="100000"/>
              <a:buFont typeface="Arial" panose="020B0604020202020204" pitchFamily="34" charset="0"/>
              <a:buChar char="•"/>
              <a:defRPr sz="1200"/>
            </a:lvl2pPr>
            <a:lvl3pPr marL="228600" indent="-104775" algn="l" rtl="0">
              <a:spcAft>
                <a:spcPts val="0"/>
              </a:spcAft>
              <a:buClrTx/>
              <a:buSzPct val="100000"/>
              <a:buFont typeface="Arial" panose="020B0604020202020204" pitchFamily="34" charset="0"/>
              <a:buChar char="−"/>
              <a:defRPr sz="1200"/>
            </a:lvl3pPr>
            <a:lvl4pPr marL="352425" indent="-104775" algn="l" rtl="0">
              <a:spcAft>
                <a:spcPts val="0"/>
              </a:spcAft>
              <a:buClrTx/>
              <a:buSzPct val="100000"/>
              <a:buFont typeface="Arial" panose="020B0604020202020204" pitchFamily="34" charset="0"/>
              <a:buChar char="◦"/>
              <a:defRPr sz="1200"/>
            </a:lvl4pPr>
            <a:lvl5pPr marL="476250" indent="-104775" algn="l" rtl="0">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Text center right">
            <a:extLst>
              <a:ext uri="{FF2B5EF4-FFF2-40B4-BE49-F238E27FC236}">
                <a16:creationId xmlns:a16="http://schemas.microsoft.com/office/drawing/2014/main" id="{1B5A2B37-A59A-4B85-9144-75BC73AD9DB2}"/>
              </a:ext>
            </a:extLst>
          </p:cNvPr>
          <p:cNvSpPr>
            <a:spLocks noGrp="1"/>
          </p:cNvSpPr>
          <p:nvPr>
            <p:ph type="body" sz="quarter" idx="18"/>
          </p:nvPr>
        </p:nvSpPr>
        <p:spPr>
          <a:xfrm>
            <a:off x="6171687" y="3120553"/>
            <a:ext cx="2712000" cy="3238500"/>
          </a:xfrm>
        </p:spPr>
        <p:txBody>
          <a:bodyPr>
            <a:noAutofit/>
          </a:bodyPr>
          <a:lstStyle>
            <a:lvl1pPr marL="0" indent="0" algn="l" rtl="0">
              <a:buFontTx/>
              <a:buNone/>
              <a:defRPr sz="1200" b="1">
                <a:solidFill>
                  <a:schemeClr val="accent1"/>
                </a:solidFill>
              </a:defRPr>
            </a:lvl1pPr>
            <a:lvl2pPr marL="104775" indent="-104775" algn="l" rtl="0">
              <a:spcAft>
                <a:spcPts val="0"/>
              </a:spcAft>
              <a:buClrTx/>
              <a:buSzPct val="100000"/>
              <a:buFont typeface="Arial" panose="020B0604020202020204" pitchFamily="34" charset="0"/>
              <a:buChar char="•"/>
              <a:defRPr sz="1200"/>
            </a:lvl2pPr>
            <a:lvl3pPr marL="228600" indent="-104775" algn="l" rtl="0">
              <a:spcAft>
                <a:spcPts val="0"/>
              </a:spcAft>
              <a:buClrTx/>
              <a:buSzPct val="100000"/>
              <a:buFont typeface="Arial" panose="020B0604020202020204" pitchFamily="34" charset="0"/>
              <a:buChar char="−"/>
              <a:defRPr sz="1200"/>
            </a:lvl3pPr>
            <a:lvl4pPr marL="352425" indent="-104775" algn="l" rtl="0">
              <a:spcAft>
                <a:spcPts val="0"/>
              </a:spcAft>
              <a:buClrTx/>
              <a:buSzPct val="100000"/>
              <a:buFont typeface="Arial" panose="020B0604020202020204" pitchFamily="34" charset="0"/>
              <a:buChar char="◦"/>
              <a:defRPr sz="1200"/>
            </a:lvl4pPr>
            <a:lvl5pPr marL="476250" indent="-104775" algn="l" rtl="0">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4" name="Text center left">
            <a:extLst>
              <a:ext uri="{FF2B5EF4-FFF2-40B4-BE49-F238E27FC236}">
                <a16:creationId xmlns:a16="http://schemas.microsoft.com/office/drawing/2014/main" id="{0EDB9492-A5FE-44CC-90D8-0E0E80A4E813}"/>
              </a:ext>
            </a:extLst>
          </p:cNvPr>
          <p:cNvSpPr>
            <a:spLocks noGrp="1"/>
          </p:cNvSpPr>
          <p:nvPr>
            <p:ph type="body" sz="quarter" idx="19"/>
          </p:nvPr>
        </p:nvSpPr>
        <p:spPr>
          <a:xfrm>
            <a:off x="3330040" y="3124202"/>
            <a:ext cx="2712000" cy="3238499"/>
          </a:xfrm>
        </p:spPr>
        <p:txBody>
          <a:bodyPr>
            <a:noAutofit/>
          </a:bodyPr>
          <a:lstStyle>
            <a:lvl1pPr marL="0" indent="0" algn="l" rtl="0">
              <a:buFontTx/>
              <a:buNone/>
              <a:defRPr sz="1200" b="1">
                <a:solidFill>
                  <a:schemeClr val="accent1"/>
                </a:solidFill>
              </a:defRPr>
            </a:lvl1pPr>
            <a:lvl2pPr marL="104775" indent="-104775" algn="l" rtl="0">
              <a:spcAft>
                <a:spcPts val="0"/>
              </a:spcAft>
              <a:buClrTx/>
              <a:buSzPct val="100000"/>
              <a:buFont typeface="Arial" panose="020B0604020202020204" pitchFamily="34" charset="0"/>
              <a:buChar char="•"/>
              <a:defRPr sz="1200"/>
            </a:lvl2pPr>
            <a:lvl3pPr marL="228600" indent="-104775" algn="l" rtl="0">
              <a:spcAft>
                <a:spcPts val="0"/>
              </a:spcAft>
              <a:buClrTx/>
              <a:buSzPct val="100000"/>
              <a:buFont typeface="Arial" panose="020B0604020202020204" pitchFamily="34" charset="0"/>
              <a:buChar char="−"/>
              <a:defRPr sz="1200"/>
            </a:lvl3pPr>
            <a:lvl4pPr marL="352425" indent="-104775" algn="l" rtl="0">
              <a:spcAft>
                <a:spcPts val="0"/>
              </a:spcAft>
              <a:buClrTx/>
              <a:buSzPct val="100000"/>
              <a:buFont typeface="Arial" panose="020B0604020202020204" pitchFamily="34" charset="0"/>
              <a:buChar char="◦"/>
              <a:defRPr sz="1200"/>
            </a:lvl4pPr>
            <a:lvl5pPr marL="476250" indent="-104775" algn="l" rtl="0">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Text right">
            <a:extLst>
              <a:ext uri="{FF2B5EF4-FFF2-40B4-BE49-F238E27FC236}">
                <a16:creationId xmlns:a16="http://schemas.microsoft.com/office/drawing/2014/main" id="{3D335E86-FA3A-4B76-B4D1-5D530C4E3791}"/>
              </a:ext>
            </a:extLst>
          </p:cNvPr>
          <p:cNvSpPr>
            <a:spLocks noGrp="1"/>
          </p:cNvSpPr>
          <p:nvPr>
            <p:ph type="body" sz="quarter" idx="20"/>
          </p:nvPr>
        </p:nvSpPr>
        <p:spPr>
          <a:xfrm>
            <a:off x="9035701" y="3108508"/>
            <a:ext cx="2697183" cy="3254192"/>
          </a:xfrm>
        </p:spPr>
        <p:txBody>
          <a:bodyPr>
            <a:noAutofit/>
          </a:bodyPr>
          <a:lstStyle>
            <a:lvl1pPr marL="0" indent="0" algn="l" rtl="0">
              <a:buFontTx/>
              <a:buNone/>
              <a:defRPr sz="1200" b="1">
                <a:solidFill>
                  <a:schemeClr val="accent1"/>
                </a:solidFill>
              </a:defRPr>
            </a:lvl1pPr>
            <a:lvl2pPr marL="104775" indent="-104775" algn="l" rtl="0">
              <a:spcAft>
                <a:spcPts val="0"/>
              </a:spcAft>
              <a:buClrTx/>
              <a:buSzPct val="100000"/>
              <a:buFont typeface="Arial" panose="020B0604020202020204" pitchFamily="34" charset="0"/>
              <a:buChar char="•"/>
              <a:defRPr sz="1200"/>
            </a:lvl2pPr>
            <a:lvl3pPr marL="228600" indent="-104775" algn="l" rtl="0">
              <a:spcAft>
                <a:spcPts val="0"/>
              </a:spcAft>
              <a:buClrTx/>
              <a:buSzPct val="100000"/>
              <a:buFont typeface="Arial" panose="020B0604020202020204" pitchFamily="34" charset="0"/>
              <a:buChar char="−"/>
              <a:defRPr sz="1200"/>
            </a:lvl3pPr>
            <a:lvl4pPr marL="352425" indent="-104775" algn="l" rtl="0">
              <a:spcAft>
                <a:spcPts val="0"/>
              </a:spcAft>
              <a:buClrTx/>
              <a:buSzPct val="100000"/>
              <a:buFont typeface="Arial" panose="020B0604020202020204" pitchFamily="34" charset="0"/>
              <a:buChar char="◦"/>
              <a:defRPr sz="1200"/>
            </a:lvl4pPr>
            <a:lvl5pPr marL="476250" indent="-104775" algn="l" rtl="0">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291385896"/>
      </p:ext>
    </p:extLst>
  </p:cSld>
  <p:clrMapOvr>
    <a:masterClrMapping/>
  </p:clrMapOvr>
  <p:transition>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p:cSld name="4 column icon green">
    <p:bg>
      <p:bgPr>
        <a:solidFill>
          <a:schemeClr val="accent2"/>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70EABA0B-4F07-3EB0-C358-A2E0FF7068AA}"/>
              </a:ext>
            </a:extLst>
          </p:cNvPr>
          <p:cNvGraphicFramePr>
            <a:graphicFrameLocks noChangeAspect="1"/>
          </p:cNvGraphicFramePr>
          <p:nvPr userDrawn="1">
            <p:custDataLst>
              <p:tags r:id="rId1"/>
            </p:custDataLst>
            <p:extLst>
              <p:ext uri="{D42A27DB-BD31-4B8C-83A1-F6EECF244321}">
                <p14:modId xmlns:p14="http://schemas.microsoft.com/office/powerpoint/2010/main" val="172215936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3" name="think-cell data - do not delete" hidden="1">
                        <a:extLst>
                          <a:ext uri="{FF2B5EF4-FFF2-40B4-BE49-F238E27FC236}">
                            <a16:creationId xmlns:a16="http://schemas.microsoft.com/office/drawing/2014/main" id="{70EABA0B-4F07-3EB0-C358-A2E0FF7068AA}"/>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3" name="Subtitle">
            <a:extLst>
              <a:ext uri="{FF2B5EF4-FFF2-40B4-BE49-F238E27FC236}">
                <a16:creationId xmlns:a16="http://schemas.microsoft.com/office/drawing/2014/main" id="{5BECBA53-5CA5-4826-B507-38E5EDBC4936}"/>
              </a:ext>
            </a:extLst>
          </p:cNvPr>
          <p:cNvSpPr>
            <a:spLocks noGrp="1"/>
          </p:cNvSpPr>
          <p:nvPr>
            <p:ph type="body" sz="quarter" idx="25"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bg1"/>
                </a:solidFill>
              </a:defRPr>
            </a:lvl1pPr>
          </a:lstStyle>
          <a:p>
            <a:pPr lvl="0"/>
            <a:r>
              <a:rPr lang="en-US"/>
              <a:t>Click to add subtitle</a:t>
            </a:r>
          </a:p>
        </p:txBody>
      </p:sp>
      <p:sp>
        <p:nvSpPr>
          <p:cNvPr id="14" name="Title">
            <a:extLst>
              <a:ext uri="{FF2B5EF4-FFF2-40B4-BE49-F238E27FC236}">
                <a16:creationId xmlns:a16="http://schemas.microsoft.com/office/drawing/2014/main" id="{83571CF0-9FB3-44B1-BE19-B891DD1B11A0}"/>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solidFill>
                  <a:schemeClr val="bg1"/>
                </a:solidFill>
                <a:latin typeface="+mj-lt"/>
              </a:defRPr>
            </a:lvl1pPr>
          </a:lstStyle>
          <a:p>
            <a:r>
              <a:rPr lang="en-US"/>
              <a:t>Click to add title</a:t>
            </a:r>
          </a:p>
        </p:txBody>
      </p:sp>
      <p:sp>
        <p:nvSpPr>
          <p:cNvPr id="15" name="Text left">
            <a:extLst>
              <a:ext uri="{FF2B5EF4-FFF2-40B4-BE49-F238E27FC236}">
                <a16:creationId xmlns:a16="http://schemas.microsoft.com/office/drawing/2014/main" id="{CA32CD74-2C13-40B4-A25F-8871032067FB}"/>
              </a:ext>
            </a:extLst>
          </p:cNvPr>
          <p:cNvSpPr>
            <a:spLocks noGrp="1"/>
          </p:cNvSpPr>
          <p:nvPr>
            <p:ph type="body" sz="quarter" idx="17"/>
          </p:nvPr>
        </p:nvSpPr>
        <p:spPr>
          <a:xfrm>
            <a:off x="473297" y="3124200"/>
            <a:ext cx="2720468" cy="3238500"/>
          </a:xfrm>
        </p:spPr>
        <p:txBody>
          <a:bodyPr>
            <a:noAutofit/>
          </a:bodyPr>
          <a:lstStyle>
            <a:lvl1pPr marL="0" indent="0" algn="l" rtl="0">
              <a:buFontTx/>
              <a:buNone/>
              <a:defRPr sz="1200" b="1">
                <a:solidFill>
                  <a:schemeClr val="bg1"/>
                </a:solidFill>
              </a:defRPr>
            </a:lvl1pPr>
            <a:lvl2pPr marL="104775" indent="-104775" algn="l" rtl="0">
              <a:spcAft>
                <a:spcPts val="0"/>
              </a:spcAft>
              <a:buClrTx/>
              <a:buSzPct val="100000"/>
              <a:buFont typeface="Arial" panose="020B0604020202020204" pitchFamily="34" charset="0"/>
              <a:buChar char="•"/>
              <a:defRPr sz="1200">
                <a:solidFill>
                  <a:schemeClr val="bg1"/>
                </a:solidFill>
              </a:defRPr>
            </a:lvl2pPr>
            <a:lvl3pPr marL="228600" indent="-104775" algn="l" rtl="0">
              <a:spcAft>
                <a:spcPts val="0"/>
              </a:spcAft>
              <a:buClrTx/>
              <a:buSzPct val="100000"/>
              <a:buFont typeface="Arial" panose="020B0604020202020204" pitchFamily="34" charset="0"/>
              <a:buChar char="−"/>
              <a:defRPr sz="1200">
                <a:solidFill>
                  <a:schemeClr val="bg1"/>
                </a:solidFill>
              </a:defRPr>
            </a:lvl3pPr>
            <a:lvl4pPr marL="352425" indent="-104775" algn="l" rtl="0">
              <a:spcAft>
                <a:spcPts val="0"/>
              </a:spcAft>
              <a:buClrTx/>
              <a:buSzPct val="100000"/>
              <a:buFont typeface="Arial" panose="020B0604020202020204" pitchFamily="34" charset="0"/>
              <a:buChar char="◦"/>
              <a:defRPr sz="1200">
                <a:solidFill>
                  <a:schemeClr val="bg1"/>
                </a:solidFill>
              </a:defRPr>
            </a:lvl4pPr>
            <a:lvl5pPr marL="476250" indent="-104775" algn="l" rtl="0">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9" name="Text center right">
            <a:extLst>
              <a:ext uri="{FF2B5EF4-FFF2-40B4-BE49-F238E27FC236}">
                <a16:creationId xmlns:a16="http://schemas.microsoft.com/office/drawing/2014/main" id="{0BD8344B-373A-4CA8-9F91-E02B0DA48BC6}"/>
              </a:ext>
            </a:extLst>
          </p:cNvPr>
          <p:cNvSpPr>
            <a:spLocks noGrp="1"/>
          </p:cNvSpPr>
          <p:nvPr>
            <p:ph type="body" sz="quarter" idx="18"/>
          </p:nvPr>
        </p:nvSpPr>
        <p:spPr>
          <a:xfrm>
            <a:off x="6171687" y="3120553"/>
            <a:ext cx="2712000" cy="3238500"/>
          </a:xfrm>
        </p:spPr>
        <p:txBody>
          <a:bodyPr>
            <a:noAutofit/>
          </a:bodyPr>
          <a:lstStyle>
            <a:lvl1pPr marL="0" indent="0" algn="l" rtl="0">
              <a:buFontTx/>
              <a:buNone/>
              <a:defRPr sz="1200" b="1">
                <a:solidFill>
                  <a:schemeClr val="bg1"/>
                </a:solidFill>
              </a:defRPr>
            </a:lvl1pPr>
            <a:lvl2pPr marL="104775" indent="-104775" algn="l" rtl="0">
              <a:spcAft>
                <a:spcPts val="0"/>
              </a:spcAft>
              <a:buClrTx/>
              <a:buSzPct val="100000"/>
              <a:buFont typeface="Arial" panose="020B0604020202020204" pitchFamily="34" charset="0"/>
              <a:buChar char="•"/>
              <a:defRPr sz="1200">
                <a:solidFill>
                  <a:schemeClr val="bg1"/>
                </a:solidFill>
              </a:defRPr>
            </a:lvl2pPr>
            <a:lvl3pPr marL="228600" indent="-104775" algn="l" rtl="0">
              <a:spcAft>
                <a:spcPts val="0"/>
              </a:spcAft>
              <a:buClrTx/>
              <a:buSzPct val="100000"/>
              <a:buFont typeface="Arial" panose="020B0604020202020204" pitchFamily="34" charset="0"/>
              <a:buChar char="−"/>
              <a:defRPr sz="1200">
                <a:solidFill>
                  <a:schemeClr val="bg1"/>
                </a:solidFill>
              </a:defRPr>
            </a:lvl3pPr>
            <a:lvl4pPr marL="352425" indent="-104775" algn="l" rtl="0">
              <a:spcAft>
                <a:spcPts val="0"/>
              </a:spcAft>
              <a:buClrTx/>
              <a:buSzPct val="100000"/>
              <a:buFont typeface="Arial" panose="020B0604020202020204" pitchFamily="34" charset="0"/>
              <a:buChar char="◦"/>
              <a:defRPr sz="1200">
                <a:solidFill>
                  <a:schemeClr val="bg1"/>
                </a:solidFill>
              </a:defRPr>
            </a:lvl4pPr>
            <a:lvl5pPr marL="476250" indent="-104775" algn="l" rtl="0">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0" name="Text center left">
            <a:extLst>
              <a:ext uri="{FF2B5EF4-FFF2-40B4-BE49-F238E27FC236}">
                <a16:creationId xmlns:a16="http://schemas.microsoft.com/office/drawing/2014/main" id="{55636606-D676-4661-AF12-C0DF71DF3A73}"/>
              </a:ext>
            </a:extLst>
          </p:cNvPr>
          <p:cNvSpPr>
            <a:spLocks noGrp="1"/>
          </p:cNvSpPr>
          <p:nvPr>
            <p:ph type="body" sz="quarter" idx="19"/>
          </p:nvPr>
        </p:nvSpPr>
        <p:spPr>
          <a:xfrm>
            <a:off x="3330040" y="3124202"/>
            <a:ext cx="2712000" cy="3238499"/>
          </a:xfrm>
        </p:spPr>
        <p:txBody>
          <a:bodyPr>
            <a:noAutofit/>
          </a:bodyPr>
          <a:lstStyle>
            <a:lvl1pPr marL="0" indent="0" algn="l" rtl="0">
              <a:buFontTx/>
              <a:buNone/>
              <a:defRPr sz="1200" b="1">
                <a:solidFill>
                  <a:schemeClr val="bg1"/>
                </a:solidFill>
              </a:defRPr>
            </a:lvl1pPr>
            <a:lvl2pPr marL="104775" indent="-104775" algn="l" rtl="0">
              <a:spcAft>
                <a:spcPts val="0"/>
              </a:spcAft>
              <a:buClrTx/>
              <a:buSzPct val="100000"/>
              <a:buFont typeface="Arial" panose="020B0604020202020204" pitchFamily="34" charset="0"/>
              <a:buChar char="•"/>
              <a:defRPr sz="1200">
                <a:solidFill>
                  <a:schemeClr val="bg1"/>
                </a:solidFill>
              </a:defRPr>
            </a:lvl2pPr>
            <a:lvl3pPr marL="228600" indent="-104775" algn="l" rtl="0">
              <a:spcAft>
                <a:spcPts val="0"/>
              </a:spcAft>
              <a:buClrTx/>
              <a:buSzPct val="100000"/>
              <a:buFont typeface="Arial" panose="020B0604020202020204" pitchFamily="34" charset="0"/>
              <a:buChar char="−"/>
              <a:defRPr sz="1200">
                <a:solidFill>
                  <a:schemeClr val="bg1"/>
                </a:solidFill>
              </a:defRPr>
            </a:lvl3pPr>
            <a:lvl4pPr marL="352425" indent="-104775" algn="l" rtl="0">
              <a:spcAft>
                <a:spcPts val="0"/>
              </a:spcAft>
              <a:buClrTx/>
              <a:buSzPct val="100000"/>
              <a:buFont typeface="Arial" panose="020B0604020202020204" pitchFamily="34" charset="0"/>
              <a:buChar char="◦"/>
              <a:defRPr sz="1200">
                <a:solidFill>
                  <a:schemeClr val="bg1"/>
                </a:solidFill>
              </a:defRPr>
            </a:lvl4pPr>
            <a:lvl5pPr marL="476250" indent="-104775" algn="l" rtl="0">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1" name="Text right">
            <a:extLst>
              <a:ext uri="{FF2B5EF4-FFF2-40B4-BE49-F238E27FC236}">
                <a16:creationId xmlns:a16="http://schemas.microsoft.com/office/drawing/2014/main" id="{59A4F706-D410-4A3E-B5DE-E6CD51845EA7}"/>
              </a:ext>
            </a:extLst>
          </p:cNvPr>
          <p:cNvSpPr>
            <a:spLocks noGrp="1"/>
          </p:cNvSpPr>
          <p:nvPr>
            <p:ph type="body" sz="quarter" idx="20"/>
          </p:nvPr>
        </p:nvSpPr>
        <p:spPr>
          <a:xfrm>
            <a:off x="9035701" y="3108508"/>
            <a:ext cx="2697183" cy="3254192"/>
          </a:xfrm>
        </p:spPr>
        <p:txBody>
          <a:bodyPr>
            <a:noAutofit/>
          </a:bodyPr>
          <a:lstStyle>
            <a:lvl1pPr marL="0" indent="0" algn="l" rtl="0">
              <a:buFontTx/>
              <a:buNone/>
              <a:defRPr sz="1200" b="1">
                <a:solidFill>
                  <a:schemeClr val="bg1"/>
                </a:solidFill>
              </a:defRPr>
            </a:lvl1pPr>
            <a:lvl2pPr marL="104775" indent="-104775" algn="l" rtl="0">
              <a:spcAft>
                <a:spcPts val="0"/>
              </a:spcAft>
              <a:buClrTx/>
              <a:buSzPct val="100000"/>
              <a:buFont typeface="Arial" panose="020B0604020202020204" pitchFamily="34" charset="0"/>
              <a:buChar char="•"/>
              <a:defRPr sz="1200">
                <a:solidFill>
                  <a:schemeClr val="bg1"/>
                </a:solidFill>
              </a:defRPr>
            </a:lvl2pPr>
            <a:lvl3pPr marL="228600" indent="-104775" algn="l" rtl="0">
              <a:spcAft>
                <a:spcPts val="0"/>
              </a:spcAft>
              <a:buClrTx/>
              <a:buSzPct val="100000"/>
              <a:buFont typeface="Arial" panose="020B0604020202020204" pitchFamily="34" charset="0"/>
              <a:buChar char="−"/>
              <a:defRPr sz="1200">
                <a:solidFill>
                  <a:schemeClr val="bg1"/>
                </a:solidFill>
              </a:defRPr>
            </a:lvl3pPr>
            <a:lvl4pPr marL="352425" indent="-104775" algn="l" rtl="0">
              <a:spcAft>
                <a:spcPts val="0"/>
              </a:spcAft>
              <a:buClrTx/>
              <a:buSzPct val="100000"/>
              <a:buFont typeface="Arial" panose="020B0604020202020204" pitchFamily="34" charset="0"/>
              <a:buChar char="◦"/>
              <a:defRPr sz="1200">
                <a:solidFill>
                  <a:schemeClr val="bg1"/>
                </a:solidFill>
              </a:defRPr>
            </a:lvl4pPr>
            <a:lvl5pPr marL="476250" indent="-104775" algn="l" rtl="0">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6" name="CaseCode">
            <a:extLst>
              <a:ext uri="{FF2B5EF4-FFF2-40B4-BE49-F238E27FC236}">
                <a16:creationId xmlns:a16="http://schemas.microsoft.com/office/drawing/2014/main" id="{80722BCF-EAC6-4563-95CB-8DBE842E9D04}"/>
              </a:ext>
            </a:extLst>
          </p:cNvPr>
          <p:cNvSpPr txBox="1"/>
          <p:nvPr>
            <p:custDataLst>
              <p:tags r:id="rId2"/>
            </p:custDataLst>
          </p:nvPr>
        </p:nvSpPr>
        <p:spPr>
          <a:xfrm>
            <a:off x="6335184" y="6519673"/>
            <a:ext cx="4896560" cy="276999"/>
          </a:xfrm>
          <a:prstGeom prst="rect">
            <a:avLst/>
          </a:prstGeom>
          <a:noFill/>
        </p:spPr>
        <p:txBody>
          <a:bodyPr wrap="square" lIns="0" tIns="0" rIns="0" bIns="0" rtlCol="0">
            <a:spAutoFit/>
          </a:bodyPr>
          <a:lstStyle/>
          <a:p>
            <a:pPr marL="0" indent="0" algn="r" rtl="0">
              <a:spcBef>
                <a:spcPts val="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Presentation title</a:t>
            </a:r>
            <a:br>
              <a:rPr lang="en-US" sz="900" baseline="0" noProof="0">
                <a:solidFill>
                  <a:schemeClr val="bg1"/>
                </a:solidFill>
                <a:latin typeface="Calibri" panose="020F0502020204030204" pitchFamily="34" charset="0"/>
                <a:cs typeface="Calibri" panose="020F0502020204030204" pitchFamily="34" charset="0"/>
              </a:rPr>
            </a:br>
            <a:r>
              <a:rPr lang="en-US" sz="900" baseline="0" noProof="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7" name="Copyright">
            <a:extLst>
              <a:ext uri="{FF2B5EF4-FFF2-40B4-BE49-F238E27FC236}">
                <a16:creationId xmlns:a16="http://schemas.microsoft.com/office/drawing/2014/main" id="{C900FBF6-54F6-4B67-A1F3-CFB545048C2A}"/>
              </a:ext>
            </a:extLst>
          </p:cNvPr>
          <p:cNvSpPr txBox="1"/>
          <p:nvPr>
            <p:custDataLst>
              <p:tags r:id="rId3"/>
            </p:custDataLst>
          </p:nvPr>
        </p:nvSpPr>
        <p:spPr>
          <a:xfrm>
            <a:off x="457200" y="6515063"/>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baseline="0" noProof="0">
                <a:solidFill>
                  <a:schemeClr val="bg1"/>
                </a:solidFill>
                <a:latin typeface="Calibri" panose="020F0502020204030204" pitchFamily="34" charset="0"/>
                <a:cs typeface="Calibri" panose="020F0502020204030204" pitchFamily="34" charset="0"/>
              </a:rPr>
              <a:t>Deloitte 2023</a:t>
            </a:r>
          </a:p>
        </p:txBody>
      </p:sp>
      <p:sp>
        <p:nvSpPr>
          <p:cNvPr id="22" name="TextBox 21">
            <a:extLst>
              <a:ext uri="{FF2B5EF4-FFF2-40B4-BE49-F238E27FC236}">
                <a16:creationId xmlns:a16="http://schemas.microsoft.com/office/drawing/2014/main" id="{168D3198-C277-4239-A0FE-263D3F9A09AF}"/>
              </a:ext>
            </a:extLst>
          </p:cNvPr>
          <p:cNvSpPr txBox="1"/>
          <p:nvPr/>
        </p:nvSpPr>
        <p:spPr>
          <a:xfrm>
            <a:off x="11426826" y="6519673"/>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baseline="0" noProof="0" smtClean="0">
                <a:solidFill>
                  <a:schemeClr val="bg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baseline="0" noProof="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522144615"/>
      </p:ext>
    </p:extLst>
  </p:cSld>
  <p:clrMapOvr>
    <a:masterClrMapping/>
  </p:clrMapOvr>
  <p:transition>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Qualifications 2 x 2">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1C64221F-3505-7EC6-0D61-3231BE5CBF21}"/>
              </a:ext>
            </a:extLst>
          </p:cNvPr>
          <p:cNvGraphicFramePr>
            <a:graphicFrameLocks noChangeAspect="1"/>
          </p:cNvGraphicFramePr>
          <p:nvPr userDrawn="1">
            <p:custDataLst>
              <p:tags r:id="rId1"/>
            </p:custDataLst>
            <p:extLst>
              <p:ext uri="{D42A27DB-BD31-4B8C-83A1-F6EECF244321}">
                <p14:modId xmlns:p14="http://schemas.microsoft.com/office/powerpoint/2010/main" val="420135234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3" name="think-cell data - do not delete" hidden="1">
                        <a:extLst>
                          <a:ext uri="{FF2B5EF4-FFF2-40B4-BE49-F238E27FC236}">
                            <a16:creationId xmlns:a16="http://schemas.microsoft.com/office/drawing/2014/main" id="{1C64221F-3505-7EC6-0D61-3231BE5CBF2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Picture Placeholder 29"/>
          <p:cNvSpPr>
            <a:spLocks noGrp="1"/>
          </p:cNvSpPr>
          <p:nvPr>
            <p:ph type="pic" sz="quarter" idx="20" hasCustomPrompt="1"/>
          </p:nvPr>
        </p:nvSpPr>
        <p:spPr>
          <a:xfrm>
            <a:off x="10485324" y="1853601"/>
            <a:ext cx="1244161"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a:solidFill>
                  <a:schemeClr val="bg1"/>
                </a:solidFill>
              </a:rPr>
              <a:t>Co-brand</a:t>
            </a:r>
            <a:br>
              <a:rPr lang="en-US" sz="900">
                <a:solidFill>
                  <a:schemeClr val="bg1"/>
                </a:solidFill>
              </a:rPr>
            </a:br>
            <a:r>
              <a:rPr lang="en-US" sz="900">
                <a:solidFill>
                  <a:schemeClr val="bg1"/>
                </a:solidFill>
              </a:rPr>
              <a:t>Logo</a:t>
            </a:r>
          </a:p>
          <a:p>
            <a:endParaRPr lang="en-US"/>
          </a:p>
        </p:txBody>
      </p:sp>
      <p:sp>
        <p:nvSpPr>
          <p:cNvPr id="14" name="Picture Placeholder 29"/>
          <p:cNvSpPr>
            <a:spLocks noGrp="1"/>
          </p:cNvSpPr>
          <p:nvPr>
            <p:ph type="pic" sz="quarter" idx="24" hasCustomPrompt="1"/>
          </p:nvPr>
        </p:nvSpPr>
        <p:spPr>
          <a:xfrm>
            <a:off x="4702979" y="4258270"/>
            <a:ext cx="1239381"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a:solidFill>
                  <a:schemeClr val="bg1"/>
                </a:solidFill>
              </a:rPr>
              <a:t>Co-brand</a:t>
            </a:r>
            <a:br>
              <a:rPr lang="en-US" sz="900">
                <a:solidFill>
                  <a:schemeClr val="bg1"/>
                </a:solidFill>
              </a:rPr>
            </a:br>
            <a:r>
              <a:rPr lang="en-US" sz="900">
                <a:solidFill>
                  <a:schemeClr val="bg1"/>
                </a:solidFill>
              </a:rPr>
              <a:t>Logo</a:t>
            </a:r>
          </a:p>
          <a:p>
            <a:endParaRPr lang="en-US"/>
          </a:p>
        </p:txBody>
      </p:sp>
      <p:sp>
        <p:nvSpPr>
          <p:cNvPr id="15" name="Picture Placeholder 29"/>
          <p:cNvSpPr>
            <a:spLocks noGrp="1"/>
          </p:cNvSpPr>
          <p:nvPr>
            <p:ph type="pic" sz="quarter" idx="25" hasCustomPrompt="1"/>
          </p:nvPr>
        </p:nvSpPr>
        <p:spPr>
          <a:xfrm>
            <a:off x="10500785" y="4258270"/>
            <a:ext cx="1244160"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a:solidFill>
                  <a:schemeClr val="bg1"/>
                </a:solidFill>
              </a:rPr>
              <a:t>Co-brand</a:t>
            </a:r>
            <a:br>
              <a:rPr lang="en-US" sz="900">
                <a:solidFill>
                  <a:schemeClr val="bg1"/>
                </a:solidFill>
              </a:rPr>
            </a:br>
            <a:r>
              <a:rPr lang="en-US" sz="900">
                <a:solidFill>
                  <a:schemeClr val="bg1"/>
                </a:solidFill>
              </a:rPr>
              <a:t>Logo</a:t>
            </a:r>
          </a:p>
          <a:p>
            <a:endParaRPr lang="en-US"/>
          </a:p>
        </p:txBody>
      </p:sp>
      <p:sp>
        <p:nvSpPr>
          <p:cNvPr id="17" name="Picture Placeholder 29"/>
          <p:cNvSpPr>
            <a:spLocks noGrp="1"/>
          </p:cNvSpPr>
          <p:nvPr>
            <p:ph type="pic" sz="quarter" idx="19" hasCustomPrompt="1"/>
          </p:nvPr>
        </p:nvSpPr>
        <p:spPr>
          <a:xfrm>
            <a:off x="4735149" y="1857894"/>
            <a:ext cx="1210207"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a:solidFill>
                  <a:schemeClr val="bg1"/>
                </a:solidFill>
              </a:rPr>
              <a:t>Co-brand</a:t>
            </a:r>
            <a:br>
              <a:rPr lang="en-US" sz="900">
                <a:solidFill>
                  <a:schemeClr val="bg1"/>
                </a:solidFill>
              </a:rPr>
            </a:br>
            <a:r>
              <a:rPr lang="en-US" sz="900">
                <a:solidFill>
                  <a:schemeClr val="bg1"/>
                </a:solidFill>
              </a:rPr>
              <a:t>Logo</a:t>
            </a:r>
          </a:p>
          <a:p>
            <a:endParaRPr lang="en-US"/>
          </a:p>
        </p:txBody>
      </p:sp>
      <p:sp>
        <p:nvSpPr>
          <p:cNvPr id="28" name="Text top left">
            <a:extLst>
              <a:ext uri="{FF2B5EF4-FFF2-40B4-BE49-F238E27FC236}">
                <a16:creationId xmlns:a16="http://schemas.microsoft.com/office/drawing/2014/main" id="{0D485CFD-E778-438B-9F95-AA857AF5CACE}"/>
              </a:ext>
            </a:extLst>
          </p:cNvPr>
          <p:cNvSpPr>
            <a:spLocks noGrp="1"/>
          </p:cNvSpPr>
          <p:nvPr>
            <p:ph type="body" sz="quarter" idx="17"/>
          </p:nvPr>
        </p:nvSpPr>
        <p:spPr>
          <a:xfrm>
            <a:off x="470344" y="1856232"/>
            <a:ext cx="5473257" cy="1695450"/>
          </a:xfrm>
        </p:spPr>
        <p:txBody>
          <a:bodyPr>
            <a:noAutofit/>
          </a:bodyPr>
          <a:lstStyle>
            <a:lvl1pPr marL="0" indent="0" algn="l" rtl="0">
              <a:buFontTx/>
              <a:buNone/>
              <a:defRPr sz="1200" b="1">
                <a:solidFill>
                  <a:schemeClr val="accent1"/>
                </a:solidFill>
              </a:defRPr>
            </a:lvl1pPr>
            <a:lvl2pPr marL="104775" indent="-104775" algn="l" rtl="0">
              <a:spcAft>
                <a:spcPts val="750"/>
              </a:spcAft>
              <a:buClrTx/>
              <a:buSzPct val="100000"/>
              <a:buFont typeface="Arial" panose="020B0604020202020204" pitchFamily="34" charset="0"/>
              <a:buChar char="•"/>
              <a:defRPr sz="1200"/>
            </a:lvl2pPr>
            <a:lvl3pPr marL="228600" indent="-104775" algn="l" rtl="0">
              <a:spcAft>
                <a:spcPts val="750"/>
              </a:spcAft>
              <a:buClrTx/>
              <a:buSzPct val="100000"/>
              <a:buFont typeface="Arial" panose="020B0604020202020204" pitchFamily="34" charset="0"/>
              <a:buChar char="−"/>
              <a:defRPr sz="1200"/>
            </a:lvl3pPr>
            <a:lvl4pPr marL="352425" indent="-104775" algn="l" rtl="0">
              <a:spcAft>
                <a:spcPts val="750"/>
              </a:spcAft>
              <a:buClrTx/>
              <a:buSzPct val="100000"/>
              <a:buFont typeface="Arial" panose="020B0604020202020204" pitchFamily="34" charset="0"/>
              <a:buChar char="◦"/>
              <a:defRPr sz="1200"/>
            </a:lvl4pPr>
            <a:lvl5pPr marL="476250" indent="-104775" algn="l" rtl="0">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9" name="Text top right">
            <a:extLst>
              <a:ext uri="{FF2B5EF4-FFF2-40B4-BE49-F238E27FC236}">
                <a16:creationId xmlns:a16="http://schemas.microsoft.com/office/drawing/2014/main" id="{1995C2BA-4183-48F4-92D9-4620CCDF5C16}"/>
              </a:ext>
            </a:extLst>
          </p:cNvPr>
          <p:cNvSpPr>
            <a:spLocks noGrp="1"/>
          </p:cNvSpPr>
          <p:nvPr>
            <p:ph type="body" sz="quarter" idx="26"/>
          </p:nvPr>
        </p:nvSpPr>
        <p:spPr>
          <a:xfrm>
            <a:off x="6257042" y="1847618"/>
            <a:ext cx="5464615" cy="1695450"/>
          </a:xfrm>
        </p:spPr>
        <p:txBody>
          <a:bodyPr>
            <a:noAutofit/>
          </a:bodyPr>
          <a:lstStyle>
            <a:lvl1pPr marL="0" indent="0" algn="l" rtl="0">
              <a:buFontTx/>
              <a:buNone/>
              <a:defRPr sz="1200" b="1">
                <a:solidFill>
                  <a:schemeClr val="accent1"/>
                </a:solidFill>
              </a:defRPr>
            </a:lvl1pPr>
            <a:lvl2pPr marL="104775" indent="-104775" algn="l" rtl="0">
              <a:spcAft>
                <a:spcPts val="750"/>
              </a:spcAft>
              <a:buClrTx/>
              <a:buSzPct val="100000"/>
              <a:buFont typeface="Arial" panose="020B0604020202020204" pitchFamily="34" charset="0"/>
              <a:buChar char="•"/>
              <a:defRPr sz="1200"/>
            </a:lvl2pPr>
            <a:lvl3pPr marL="228600" indent="-104775" algn="l" rtl="0">
              <a:spcAft>
                <a:spcPts val="750"/>
              </a:spcAft>
              <a:buClrTx/>
              <a:buSzPct val="100000"/>
              <a:buFont typeface="Arial" panose="020B0604020202020204" pitchFamily="34" charset="0"/>
              <a:buChar char="−"/>
              <a:defRPr sz="1200"/>
            </a:lvl3pPr>
            <a:lvl4pPr marL="352425" indent="-104775" algn="l" rtl="0">
              <a:spcAft>
                <a:spcPts val="750"/>
              </a:spcAft>
              <a:buClrTx/>
              <a:buSzPct val="100000"/>
              <a:buFont typeface="Arial" panose="020B0604020202020204" pitchFamily="34" charset="0"/>
              <a:buChar char="◦"/>
              <a:defRPr sz="1200"/>
            </a:lvl4pPr>
            <a:lvl5pPr marL="476250" indent="-104775" algn="l" rtl="0">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0" name="Text bottom left">
            <a:extLst>
              <a:ext uri="{FF2B5EF4-FFF2-40B4-BE49-F238E27FC236}">
                <a16:creationId xmlns:a16="http://schemas.microsoft.com/office/drawing/2014/main" id="{2DC3B9DA-0A51-491C-923B-09D36118ADA0}"/>
              </a:ext>
            </a:extLst>
          </p:cNvPr>
          <p:cNvSpPr>
            <a:spLocks noGrp="1"/>
          </p:cNvSpPr>
          <p:nvPr>
            <p:ph type="body" sz="quarter" idx="27"/>
          </p:nvPr>
        </p:nvSpPr>
        <p:spPr>
          <a:xfrm>
            <a:off x="470344" y="4256623"/>
            <a:ext cx="5473257" cy="1695450"/>
          </a:xfrm>
        </p:spPr>
        <p:txBody>
          <a:bodyPr>
            <a:noAutofit/>
          </a:bodyPr>
          <a:lstStyle>
            <a:lvl1pPr marL="0" indent="0" algn="l" rtl="0">
              <a:buFontTx/>
              <a:buNone/>
              <a:defRPr sz="1200" b="1">
                <a:solidFill>
                  <a:schemeClr val="accent1"/>
                </a:solidFill>
              </a:defRPr>
            </a:lvl1pPr>
            <a:lvl2pPr marL="104775" indent="-104775" algn="l" rtl="0">
              <a:spcAft>
                <a:spcPts val="750"/>
              </a:spcAft>
              <a:buClrTx/>
              <a:buSzPct val="100000"/>
              <a:buFont typeface="Arial" panose="020B0604020202020204" pitchFamily="34" charset="0"/>
              <a:buChar char="•"/>
              <a:defRPr sz="1200"/>
            </a:lvl2pPr>
            <a:lvl3pPr marL="228600" indent="-104775" algn="l" rtl="0">
              <a:spcAft>
                <a:spcPts val="750"/>
              </a:spcAft>
              <a:buClrTx/>
              <a:buSzPct val="100000"/>
              <a:buFont typeface="Arial" panose="020B0604020202020204" pitchFamily="34" charset="0"/>
              <a:buChar char="−"/>
              <a:defRPr sz="1200"/>
            </a:lvl3pPr>
            <a:lvl4pPr marL="352425" indent="-104775" algn="l" rtl="0">
              <a:spcAft>
                <a:spcPts val="750"/>
              </a:spcAft>
              <a:buClrTx/>
              <a:buSzPct val="100000"/>
              <a:buFont typeface="Arial" panose="020B0604020202020204" pitchFamily="34" charset="0"/>
              <a:buChar char="◦"/>
              <a:defRPr sz="1200"/>
            </a:lvl4pPr>
            <a:lvl5pPr marL="476250" indent="-104775" algn="l" rtl="0">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1" name="Text bottom right">
            <a:extLst>
              <a:ext uri="{FF2B5EF4-FFF2-40B4-BE49-F238E27FC236}">
                <a16:creationId xmlns:a16="http://schemas.microsoft.com/office/drawing/2014/main" id="{70BD43BA-DF89-409F-B9BF-2853EC358260}"/>
              </a:ext>
            </a:extLst>
          </p:cNvPr>
          <p:cNvSpPr>
            <a:spLocks noGrp="1"/>
          </p:cNvSpPr>
          <p:nvPr>
            <p:ph type="body" sz="quarter" idx="28"/>
          </p:nvPr>
        </p:nvSpPr>
        <p:spPr>
          <a:xfrm>
            <a:off x="6257043" y="4256623"/>
            <a:ext cx="5483852" cy="1695450"/>
          </a:xfrm>
        </p:spPr>
        <p:txBody>
          <a:bodyPr>
            <a:noAutofit/>
          </a:bodyPr>
          <a:lstStyle>
            <a:lvl1pPr marL="0" indent="0" algn="l" rtl="0">
              <a:buFontTx/>
              <a:buNone/>
              <a:defRPr sz="1200" b="1">
                <a:solidFill>
                  <a:schemeClr val="accent1"/>
                </a:solidFill>
              </a:defRPr>
            </a:lvl1pPr>
            <a:lvl2pPr marL="104775" indent="-104775" algn="l" rtl="0">
              <a:spcAft>
                <a:spcPts val="750"/>
              </a:spcAft>
              <a:buClrTx/>
              <a:buSzPct val="100000"/>
              <a:buFont typeface="Arial" panose="020B0604020202020204" pitchFamily="34" charset="0"/>
              <a:buChar char="•"/>
              <a:defRPr sz="1200"/>
            </a:lvl2pPr>
            <a:lvl3pPr marL="228600" indent="-104775" algn="l" rtl="0">
              <a:spcAft>
                <a:spcPts val="750"/>
              </a:spcAft>
              <a:buClrTx/>
              <a:buSzPct val="100000"/>
              <a:buFont typeface="Arial" panose="020B0604020202020204" pitchFamily="34" charset="0"/>
              <a:buChar char="−"/>
              <a:defRPr sz="1200"/>
            </a:lvl3pPr>
            <a:lvl4pPr marL="352425" indent="-104775" algn="l" rtl="0">
              <a:spcAft>
                <a:spcPts val="750"/>
              </a:spcAft>
              <a:buClrTx/>
              <a:buSzPct val="100000"/>
              <a:buFont typeface="Arial" panose="020B0604020202020204" pitchFamily="34" charset="0"/>
              <a:buChar char="◦"/>
              <a:defRPr sz="1200"/>
            </a:lvl4pPr>
            <a:lvl5pPr marL="476250" indent="-104775" algn="l" rtl="0">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6" name="Subtitle">
            <a:extLst>
              <a:ext uri="{FF2B5EF4-FFF2-40B4-BE49-F238E27FC236}">
                <a16:creationId xmlns:a16="http://schemas.microsoft.com/office/drawing/2014/main" id="{E3C8C216-A0D5-48CE-BB18-6E34DE5AE099}"/>
              </a:ext>
            </a:extLst>
          </p:cNvPr>
          <p:cNvSpPr>
            <a:spLocks noGrp="1"/>
          </p:cNvSpPr>
          <p:nvPr>
            <p:ph type="body" sz="quarter" idx="29" hasCustomPrompt="1"/>
          </p:nvPr>
        </p:nvSpPr>
        <p:spPr>
          <a:xfrm>
            <a:off x="463295" y="682940"/>
            <a:ext cx="11277600" cy="757255"/>
          </a:xfrm>
          <a:prstGeom prst="rect">
            <a:avLst/>
          </a:prstGeom>
        </p:spPr>
        <p:txBody>
          <a:bodyPr lIns="0" tIns="0" rIns="0" bIns="0">
            <a:noAutofit/>
          </a:bodyPr>
          <a:lstStyle>
            <a:lvl1pPr marL="0" indent="0" rtl="0">
              <a:buNone/>
              <a:defRPr sz="1800" b="0">
                <a:solidFill>
                  <a:schemeClr val="tx2"/>
                </a:solidFill>
              </a:defRPr>
            </a:lvl1pPr>
          </a:lstStyle>
          <a:p>
            <a:pPr lvl="0"/>
            <a:r>
              <a:rPr lang="en-US"/>
              <a:t>Click to add subtitle</a:t>
            </a:r>
          </a:p>
        </p:txBody>
      </p:sp>
      <p:sp>
        <p:nvSpPr>
          <p:cNvPr id="18" name="Title">
            <a:extLst>
              <a:ext uri="{FF2B5EF4-FFF2-40B4-BE49-F238E27FC236}">
                <a16:creationId xmlns:a16="http://schemas.microsoft.com/office/drawing/2014/main" id="{A6B3ABAE-3971-4ECC-8E25-1E94617FBFBE}"/>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rtl="0">
              <a:defRPr sz="2100">
                <a:latin typeface="+mj-lt"/>
              </a:defRPr>
            </a:lvl1pPr>
          </a:lstStyle>
          <a:p>
            <a:r>
              <a:rPr lang="en-US"/>
              <a:t>Click to add title</a:t>
            </a:r>
          </a:p>
        </p:txBody>
      </p:sp>
      <p:sp>
        <p:nvSpPr>
          <p:cNvPr id="33" name="Rectangle 32">
            <a:extLst>
              <a:ext uri="{FF2B5EF4-FFF2-40B4-BE49-F238E27FC236}">
                <a16:creationId xmlns:a16="http://schemas.microsoft.com/office/drawing/2014/main" id="{9D3E3D5E-69E0-409C-B43B-3D03BAF8E640}"/>
              </a:ext>
            </a:extLst>
          </p:cNvPr>
          <p:cNvSpPr/>
          <p:nvPr/>
        </p:nvSpPr>
        <p:spPr>
          <a:xfrm>
            <a:off x="470343" y="1715425"/>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rtl="0">
              <a:spcAft>
                <a:spcPts val="750"/>
              </a:spcAft>
            </a:pPr>
            <a:endParaRPr lang="en-US" sz="825" noProof="0">
              <a:solidFill>
                <a:schemeClr val="bg1"/>
              </a:solidFill>
            </a:endParaRPr>
          </a:p>
        </p:txBody>
      </p:sp>
      <p:sp>
        <p:nvSpPr>
          <p:cNvPr id="34" name="Rectangle 33">
            <a:extLst>
              <a:ext uri="{FF2B5EF4-FFF2-40B4-BE49-F238E27FC236}">
                <a16:creationId xmlns:a16="http://schemas.microsoft.com/office/drawing/2014/main" id="{8AC51DC9-50A0-4091-8F6F-9150D453B6B1}"/>
              </a:ext>
            </a:extLst>
          </p:cNvPr>
          <p:cNvSpPr/>
          <p:nvPr/>
        </p:nvSpPr>
        <p:spPr>
          <a:xfrm>
            <a:off x="6246196" y="1718774"/>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rtl="0">
              <a:spcAft>
                <a:spcPts val="750"/>
              </a:spcAft>
            </a:pPr>
            <a:endParaRPr lang="en-US" sz="825" noProof="0">
              <a:solidFill>
                <a:schemeClr val="bg1"/>
              </a:solidFill>
            </a:endParaRPr>
          </a:p>
        </p:txBody>
      </p:sp>
      <p:sp>
        <p:nvSpPr>
          <p:cNvPr id="35" name="Rectangle 34">
            <a:extLst>
              <a:ext uri="{FF2B5EF4-FFF2-40B4-BE49-F238E27FC236}">
                <a16:creationId xmlns:a16="http://schemas.microsoft.com/office/drawing/2014/main" id="{A118D7C8-CEED-48A7-ADB2-7610B12C1B07}"/>
              </a:ext>
            </a:extLst>
          </p:cNvPr>
          <p:cNvSpPr/>
          <p:nvPr/>
        </p:nvSpPr>
        <p:spPr>
          <a:xfrm>
            <a:off x="470343" y="4126942"/>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rtl="0">
              <a:spcAft>
                <a:spcPts val="750"/>
              </a:spcAft>
            </a:pPr>
            <a:endParaRPr lang="en-US" sz="825" noProof="0">
              <a:solidFill>
                <a:schemeClr val="bg1"/>
              </a:solidFill>
            </a:endParaRPr>
          </a:p>
        </p:txBody>
      </p:sp>
      <p:sp>
        <p:nvSpPr>
          <p:cNvPr id="36" name="Rectangle 35">
            <a:extLst>
              <a:ext uri="{FF2B5EF4-FFF2-40B4-BE49-F238E27FC236}">
                <a16:creationId xmlns:a16="http://schemas.microsoft.com/office/drawing/2014/main" id="{C7A403C2-4204-4E69-B696-73BE1FE1F740}"/>
              </a:ext>
            </a:extLst>
          </p:cNvPr>
          <p:cNvSpPr/>
          <p:nvPr/>
        </p:nvSpPr>
        <p:spPr>
          <a:xfrm>
            <a:off x="6246196" y="4130291"/>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rtl="0">
              <a:spcAft>
                <a:spcPts val="750"/>
              </a:spcAft>
            </a:pPr>
            <a:endParaRPr lang="en-US" sz="825" noProof="0">
              <a:solidFill>
                <a:schemeClr val="bg1"/>
              </a:solidFill>
            </a:endParaRPr>
          </a:p>
        </p:txBody>
      </p:sp>
    </p:spTree>
    <p:extLst>
      <p:ext uri="{BB962C8B-B14F-4D97-AF65-F5344CB8AC3E}">
        <p14:creationId xmlns:p14="http://schemas.microsoft.com/office/powerpoint/2010/main" val="3541421133"/>
      </p:ext>
    </p:extLst>
  </p:cSld>
  <p:clrMapOvr>
    <a:masterClrMapping/>
  </p:clrMapOvr>
  <p:transition>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p:cSld name="End slide">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FDEE2193-2977-EDBA-8D98-6AFCA553BC81}"/>
              </a:ext>
            </a:extLst>
          </p:cNvPr>
          <p:cNvGraphicFramePr>
            <a:graphicFrameLocks noChangeAspect="1"/>
          </p:cNvGraphicFramePr>
          <p:nvPr userDrawn="1">
            <p:custDataLst>
              <p:tags r:id="rId1"/>
            </p:custDataLst>
            <p:extLst>
              <p:ext uri="{D42A27DB-BD31-4B8C-83A1-F6EECF244321}">
                <p14:modId xmlns:p14="http://schemas.microsoft.com/office/powerpoint/2010/main" val="20774070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2" name="think-cell data - do not delete" hidden="1">
                        <a:extLst>
                          <a:ext uri="{FF2B5EF4-FFF2-40B4-BE49-F238E27FC236}">
                            <a16:creationId xmlns:a16="http://schemas.microsoft.com/office/drawing/2014/main" id="{FDEE2193-2977-EDBA-8D98-6AFCA553BC8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ext left"/>
          <p:cNvSpPr>
            <a:spLocks noGrp="1"/>
          </p:cNvSpPr>
          <p:nvPr>
            <p:ph type="body" sz="quarter" idx="13"/>
          </p:nvPr>
        </p:nvSpPr>
        <p:spPr>
          <a:xfrm>
            <a:off x="464481" y="4189870"/>
            <a:ext cx="8566108" cy="2169796"/>
          </a:xfrm>
        </p:spPr>
        <p:txBody>
          <a:bodyPr anchor="b" anchorCtr="0">
            <a:normAutofit/>
          </a:bodyPr>
          <a:lstStyle>
            <a:lvl1pPr rtl="0">
              <a:lnSpc>
                <a:spcPct val="100000"/>
              </a:lnSpc>
              <a:spcAft>
                <a:spcPts val="450"/>
              </a:spcAft>
              <a:defRPr sz="800"/>
            </a:lvl1pPr>
          </a:lstStyle>
          <a:p>
            <a:pPr lvl="0"/>
            <a:r>
              <a:rPr lang="en-US"/>
              <a:t>Click to edit Master text styles</a:t>
            </a:r>
          </a:p>
        </p:txBody>
      </p:sp>
      <p:sp>
        <p:nvSpPr>
          <p:cNvPr id="3" name="Picture Placeholder 2"/>
          <p:cNvSpPr>
            <a:spLocks noGrp="1"/>
          </p:cNvSpPr>
          <p:nvPr>
            <p:ph type="pic" sz="quarter" idx="14" hasCustomPrompt="1"/>
          </p:nvPr>
        </p:nvSpPr>
        <p:spPr>
          <a:xfrm>
            <a:off x="9406185" y="4189870"/>
            <a:ext cx="2319503" cy="1725448"/>
          </a:xfrm>
        </p:spPr>
        <p:txBody>
          <a:bodyPr anchor="ctr" anchorCtr="0">
            <a:normAutofit/>
          </a:bodyPr>
          <a:lstStyle>
            <a:lvl1pPr algn="ctr" rtl="0">
              <a:defRPr sz="800"/>
            </a:lvl1pPr>
          </a:lstStyle>
          <a:p>
            <a:r>
              <a:rPr lang="en-US" sz="675"/>
              <a:t>Insert sponsorship mark here</a:t>
            </a:r>
            <a:endParaRPr lang="en-US"/>
          </a:p>
        </p:txBody>
      </p:sp>
      <p:sp>
        <p:nvSpPr>
          <p:cNvPr id="8" name="Text bottom right"/>
          <p:cNvSpPr>
            <a:spLocks noGrp="1"/>
          </p:cNvSpPr>
          <p:nvPr>
            <p:ph type="body" sz="quarter" idx="15"/>
          </p:nvPr>
        </p:nvSpPr>
        <p:spPr>
          <a:xfrm>
            <a:off x="9406187" y="5995943"/>
            <a:ext cx="2319501" cy="363722"/>
          </a:xfrm>
        </p:spPr>
        <p:txBody>
          <a:bodyPr anchor="b" anchorCtr="0">
            <a:normAutofit/>
          </a:bodyPr>
          <a:lstStyle>
            <a:lvl1pPr rtl="0">
              <a:lnSpc>
                <a:spcPct val="100000"/>
              </a:lnSpc>
              <a:defRPr sz="800"/>
            </a:lvl1pPr>
          </a:lstStyle>
          <a:p>
            <a:pPr lvl="0"/>
            <a:r>
              <a:rPr lang="en-US"/>
              <a:t>Click to edit Master text styles</a:t>
            </a:r>
          </a:p>
        </p:txBody>
      </p:sp>
      <p:sp>
        <p:nvSpPr>
          <p:cNvPr id="17" name="MIO_AGENDA_LAST_SLIDE" hidden="1">
            <a:extLst>
              <a:ext uri="{FF2B5EF4-FFF2-40B4-BE49-F238E27FC236}">
                <a16:creationId xmlns:a16="http://schemas.microsoft.com/office/drawing/2014/main" id="{249491D1-41CC-455A-8F05-5CEA24B33A18}"/>
              </a:ext>
            </a:extLst>
          </p:cNvPr>
          <p:cNvSpPr/>
          <p:nvPr/>
        </p:nvSpPr>
        <p:spPr>
          <a:xfrm>
            <a:off x="116356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18" name="MIO_AGENDA_IGNORE_NAVIGATION" hidden="1">
            <a:extLst>
              <a:ext uri="{FF2B5EF4-FFF2-40B4-BE49-F238E27FC236}">
                <a16:creationId xmlns:a16="http://schemas.microsoft.com/office/drawing/2014/main" id="{9518ECE1-C45A-4DB9-B0F0-E67A14C77DA2}"/>
              </a:ext>
            </a:extLst>
          </p:cNvPr>
          <p:cNvSpPr/>
          <p:nvPr/>
        </p:nvSpPr>
        <p:spPr>
          <a:xfrm>
            <a:off x="1134480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sp>
        <p:nvSpPr>
          <p:cNvPr id="19" name="MIO_AGENDA_IGNORE_CHAPTER_REFERENCE" hidden="1">
            <a:extLst>
              <a:ext uri="{FF2B5EF4-FFF2-40B4-BE49-F238E27FC236}">
                <a16:creationId xmlns:a16="http://schemas.microsoft.com/office/drawing/2014/main" id="{642E351A-DEBD-43E5-AD67-7FEDF79D24F3}"/>
              </a:ext>
            </a:extLst>
          </p:cNvPr>
          <p:cNvSpPr/>
          <p:nvPr/>
        </p:nvSpPr>
        <p:spPr>
          <a:xfrm>
            <a:off x="11053950" y="513625"/>
            <a:ext cx="194400" cy="194400"/>
          </a:xfrm>
          <a:prstGeom prst="noSmoking">
            <a:avLst/>
          </a:prstGeom>
          <a:solidFill>
            <a:srgbClr val="FF0000"/>
          </a:solidFill>
          <a:ln>
            <a:noFill/>
          </a:ln>
        </p:spPr>
        <p:style>
          <a:lnRef idx="3">
            <a:schemeClr val="lt1"/>
          </a:lnRef>
          <a:fillRef idx="1">
            <a:schemeClr val="accent1"/>
          </a:fillRef>
          <a:effectRef idx="2">
            <a:schemeClr val="accent1"/>
          </a:effectRef>
          <a:fontRef idx="minor">
            <a:schemeClr val="lt1"/>
          </a:fontRef>
        </p:style>
        <p:txBody>
          <a:bodyPr lIns="97200" tIns="97200" rIns="97200" bIns="97200" rtlCol="0" anchor="ctr"/>
          <a:lstStyle/>
          <a:p>
            <a:pPr algn="ctr" defTabSz="972000" rtl="0"/>
            <a:endParaRPr lang="en-US">
              <a:solidFill>
                <a:schemeClr val="tx1"/>
              </a:solidFill>
            </a:endParaRPr>
          </a:p>
        </p:txBody>
      </p:sp>
      <p:pic>
        <p:nvPicPr>
          <p:cNvPr id="31" name="Grafik 30">
            <a:extLst>
              <a:ext uri="{FF2B5EF4-FFF2-40B4-BE49-F238E27FC236}">
                <a16:creationId xmlns:a16="http://schemas.microsoft.com/office/drawing/2014/main" id="{D109A4F2-59E7-4F3B-A1C3-E78CBC0CDAEE}"/>
              </a:ext>
            </a:extLst>
          </p:cNvPr>
          <p:cNvPicPr>
            <a:picLocks noChangeAspect="1"/>
          </p:cNvPicPr>
          <p:nvPr/>
        </p:nvPicPr>
        <p:blipFill>
          <a:blip r:embed="rId5"/>
          <a:stretch>
            <a:fillRect/>
          </a:stretch>
        </p:blipFill>
        <p:spPr>
          <a:xfrm>
            <a:off x="458636" y="342232"/>
            <a:ext cx="1818000" cy="339914"/>
          </a:xfrm>
          <a:prstGeom prst="rect">
            <a:avLst/>
          </a:prstGeom>
        </p:spPr>
      </p:pic>
    </p:spTree>
    <p:extLst>
      <p:ext uri="{BB962C8B-B14F-4D97-AF65-F5344CB8AC3E}">
        <p14:creationId xmlns:p14="http://schemas.microsoft.com/office/powerpoint/2010/main" val="4199769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cSld name="Title, Subhea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DA99B403-034E-EB10-144C-5918E4AD219B}"/>
              </a:ext>
            </a:extLst>
          </p:cNvPr>
          <p:cNvGraphicFramePr>
            <a:graphicFrameLocks noChangeAspect="1"/>
          </p:cNvGraphicFramePr>
          <p:nvPr userDrawn="1">
            <p:custDataLst>
              <p:tags r:id="rId1"/>
            </p:custDataLst>
            <p:extLst>
              <p:ext uri="{D42A27DB-BD31-4B8C-83A1-F6EECF244321}">
                <p14:modId xmlns:p14="http://schemas.microsoft.com/office/powerpoint/2010/main" val="13057837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8" imgH="499" progId="TCLayout.ActiveDocument.1">
                  <p:embed/>
                </p:oleObj>
              </mc:Choice>
              <mc:Fallback>
                <p:oleObj name="think-cell Slide" r:id="rId3" imgW="498" imgH="499" progId="TCLayout.ActiveDocument.1">
                  <p:embed/>
                  <p:pic>
                    <p:nvPicPr>
                      <p:cNvPr id="5" name="think-cell data - do not delete" hidden="1">
                        <a:extLst>
                          <a:ext uri="{FF2B5EF4-FFF2-40B4-BE49-F238E27FC236}">
                            <a16:creationId xmlns:a16="http://schemas.microsoft.com/office/drawing/2014/main" id="{DA99B403-034E-EB10-144C-5918E4AD219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a:xfrm>
            <a:off x="914400" y="694944"/>
            <a:ext cx="10363200" cy="594360"/>
          </a:xfrm>
        </p:spPr>
        <p:txBody>
          <a:bodyPr vert="horz" lIns="0" tIns="45720" rIns="0" bIns="0" rtlCol="0" anchor="b" anchorCtr="0">
            <a:noAutofit/>
          </a:bodyPr>
          <a:lstStyle>
            <a:lvl1pPr rtl="0">
              <a:defRPr lang="en-US" sz="3600" b="0" spc="-75" dirty="0">
                <a:latin typeface="+mj-lt"/>
              </a:defRPr>
            </a:lvl1pPr>
          </a:lstStyle>
          <a:p>
            <a:pPr lvl="0" defTabSz="685800">
              <a:lnSpc>
                <a:spcPct val="85000"/>
              </a:lnSpc>
            </a:pPr>
            <a:r>
              <a:rPr lang="en-US"/>
              <a:t>Click to edit Master title style</a:t>
            </a:r>
          </a:p>
        </p:txBody>
      </p:sp>
      <p:sp>
        <p:nvSpPr>
          <p:cNvPr id="4" name="Text Placeholder 8"/>
          <p:cNvSpPr>
            <a:spLocks noGrp="1"/>
          </p:cNvSpPr>
          <p:nvPr>
            <p:ph type="body" sz="quarter" idx="14" hasCustomPrompt="1"/>
          </p:nvPr>
        </p:nvSpPr>
        <p:spPr>
          <a:xfrm>
            <a:off x="914721" y="1353312"/>
            <a:ext cx="10362880" cy="475488"/>
          </a:xfrm>
        </p:spPr>
        <p:txBody>
          <a:bodyPr vert="horz" lIns="0" tIns="0" rIns="0" bIns="0" rtlCol="0">
            <a:noAutofit/>
          </a:bodyPr>
          <a:lstStyle>
            <a:lvl1pPr marL="0" indent="0" rtl="0">
              <a:buNone/>
              <a:defRPr lang="en-US" sz="1200"/>
            </a:lvl1pPr>
          </a:lstStyle>
          <a:p>
            <a:pPr marL="228600" lvl="0" indent="-228600">
              <a:lnSpc>
                <a:spcPct val="130000"/>
              </a:lnSpc>
            </a:pPr>
            <a:r>
              <a:rPr lang="en-US"/>
              <a:t>Edit Master text styles</a:t>
            </a:r>
          </a:p>
        </p:txBody>
      </p:sp>
    </p:spTree>
    <p:extLst>
      <p:ext uri="{BB962C8B-B14F-4D97-AF65-F5344CB8AC3E}">
        <p14:creationId xmlns:p14="http://schemas.microsoft.com/office/powerpoint/2010/main" val="173321589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_Title, Subhead &amp; Breadcrumb">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
            </p:custDataLst>
            <p:extLst>
              <p:ext uri="{D42A27DB-BD31-4B8C-83A1-F6EECF244321}">
                <p14:modId xmlns:p14="http://schemas.microsoft.com/office/powerpoint/2010/main" val="3893531820"/>
              </p:ex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3" name="Object 2"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5" name="Rectangle 4" hidden="1"/>
          <p:cNvSpPr/>
          <p:nvPr userDrawn="1">
            <p:custDataLst>
              <p:tags r:id="rId2"/>
            </p:custDataLst>
          </p:nvPr>
        </p:nvSpPr>
        <p:spPr>
          <a:xfrm>
            <a:off x="0" y="0"/>
            <a:ext cx="158750" cy="1587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lvl="0" indent="0" algn="ctr" rtl="0" eaLnBrk="1">
              <a:lnSpc>
                <a:spcPct val="85000"/>
              </a:lnSpc>
              <a:spcBef>
                <a:spcPct val="0"/>
              </a:spcBef>
              <a:spcAft>
                <a:spcPct val="0"/>
              </a:spcAft>
            </a:pPr>
            <a:endParaRPr lang="en-US" sz="3600" b="0" i="0" baseline="0">
              <a:latin typeface="Chronicle Display Black"/>
              <a:sym typeface="Chronicle Display Black"/>
            </a:endParaRPr>
          </a:p>
        </p:txBody>
      </p:sp>
      <p:sp>
        <p:nvSpPr>
          <p:cNvPr id="2" name="Title 1"/>
          <p:cNvSpPr>
            <a:spLocks noGrp="1"/>
          </p:cNvSpPr>
          <p:nvPr>
            <p:ph type="title"/>
          </p:nvPr>
        </p:nvSpPr>
        <p:spPr>
          <a:xfrm>
            <a:off x="914400" y="694944"/>
            <a:ext cx="10363200" cy="594360"/>
          </a:xfrm>
        </p:spPr>
        <p:txBody>
          <a:bodyPr vert="horz" lIns="0" tIns="45720" rIns="0" bIns="0" rtlCol="0" anchor="b" anchorCtr="0">
            <a:noAutofit/>
          </a:bodyPr>
          <a:lstStyle>
            <a:lvl1pPr rtl="0">
              <a:defRPr lang="en-US" sz="3600" spc="-75" dirty="0">
                <a:latin typeface="+mj-lt"/>
              </a:defRPr>
            </a:lvl1pPr>
          </a:lstStyle>
          <a:p>
            <a:pPr lvl="0" defTabSz="685800">
              <a:lnSpc>
                <a:spcPct val="85000"/>
              </a:lnSpc>
            </a:pPr>
            <a:r>
              <a:rPr lang="en-US"/>
              <a:t>Click to edit Master title style</a:t>
            </a:r>
          </a:p>
        </p:txBody>
      </p:sp>
      <p:sp>
        <p:nvSpPr>
          <p:cNvPr id="4" name="Text Placeholder 8"/>
          <p:cNvSpPr>
            <a:spLocks noGrp="1"/>
          </p:cNvSpPr>
          <p:nvPr>
            <p:ph type="body" sz="quarter" idx="14"/>
          </p:nvPr>
        </p:nvSpPr>
        <p:spPr>
          <a:xfrm>
            <a:off x="914721" y="1353312"/>
            <a:ext cx="10362880" cy="475488"/>
          </a:xfrm>
        </p:spPr>
        <p:txBody>
          <a:bodyPr vert="horz" lIns="0" tIns="0" rIns="0" bIns="0" rtlCol="0">
            <a:noAutofit/>
          </a:bodyPr>
          <a:lstStyle>
            <a:lvl1pPr marL="0" indent="0" rtl="0">
              <a:buNone/>
              <a:defRPr lang="en-US" sz="1200"/>
            </a:lvl1pPr>
          </a:lstStyle>
          <a:p>
            <a:pPr marL="228600" lvl="0" indent="-228600">
              <a:lnSpc>
                <a:spcPct val="130000"/>
              </a:lnSpc>
            </a:pPr>
            <a:r>
              <a:rPr lang="en-US"/>
              <a:t>Click to edit Master text styles</a:t>
            </a:r>
          </a:p>
        </p:txBody>
      </p:sp>
      <p:sp>
        <p:nvSpPr>
          <p:cNvPr id="8" name="Text Placeholder 5"/>
          <p:cNvSpPr>
            <a:spLocks noGrp="1"/>
          </p:cNvSpPr>
          <p:nvPr>
            <p:ph type="body" sz="quarter" idx="15" hasCustomPrompt="1"/>
          </p:nvPr>
        </p:nvSpPr>
        <p:spPr>
          <a:xfrm>
            <a:off x="914971" y="466344"/>
            <a:ext cx="3355848" cy="203200"/>
          </a:xfrm>
        </p:spPr>
        <p:txBody>
          <a:bodyPr vert="horz" lIns="0" tIns="0" rIns="0" bIns="0" rtlCol="0">
            <a:noAutofit/>
          </a:bodyPr>
          <a:lstStyle>
            <a:lvl1pPr marL="0" indent="0" rtl="0">
              <a:buNone/>
              <a:defRPr lang="en-US" sz="900" b="1" kern="0" cap="all" spc="250" baseline="0" dirty="0">
                <a:solidFill>
                  <a:schemeClr val="accent5">
                    <a:lumMod val="60000"/>
                    <a:lumOff val="40000"/>
                  </a:schemeClr>
                </a:solidFill>
                <a:ea typeface="Nexa Black" charset="0"/>
                <a:cs typeface="Nexa Black" charset="0"/>
              </a:defRPr>
            </a:lvl1pPr>
          </a:lstStyle>
          <a:p>
            <a:pPr marL="228600" lvl="0" indent="-228600"/>
            <a:r>
              <a:rPr lang="en-US"/>
              <a:t>BREADCRUMBS</a:t>
            </a:r>
          </a:p>
        </p:txBody>
      </p:sp>
      <p:sp>
        <p:nvSpPr>
          <p:cNvPr id="7" name="Text Placeholder 2"/>
          <p:cNvSpPr>
            <a:spLocks noGrp="1"/>
          </p:cNvSpPr>
          <p:nvPr>
            <p:ph idx="1" hasCustomPrompt="1"/>
          </p:nvPr>
        </p:nvSpPr>
        <p:spPr>
          <a:xfrm>
            <a:off x="914400" y="1881187"/>
            <a:ext cx="4835769" cy="4319587"/>
          </a:xfrm>
          <a:prstGeom prst="rect">
            <a:avLst/>
          </a:prstGeom>
        </p:spPr>
        <p:txBody>
          <a:bodyPr vert="horz" lIns="0" tIns="0" rIns="0" bIns="0" rtlCol="0">
            <a:noAutofit/>
          </a:bodyPr>
          <a:lstStyle>
            <a:lvl1pPr rtl="0">
              <a:defRPr/>
            </a:lvl1pPr>
            <a:lvl2pPr rtl="0">
              <a:defRPr/>
            </a:lvl2pPr>
            <a:lvl3pPr rtl="0">
              <a:defRPr/>
            </a:lvl3pPr>
            <a:lvl4pPr rtl="0">
              <a:defRPr/>
            </a:lvl4pPr>
            <a:lvl5pPr rtl="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2"/>
          <p:cNvSpPr>
            <a:spLocks noGrp="1"/>
          </p:cNvSpPr>
          <p:nvPr>
            <p:ph idx="16" hasCustomPrompt="1"/>
          </p:nvPr>
        </p:nvSpPr>
        <p:spPr>
          <a:xfrm>
            <a:off x="6453554" y="1881187"/>
            <a:ext cx="4824046" cy="4319587"/>
          </a:xfrm>
          <a:prstGeom prst="rect">
            <a:avLst/>
          </a:prstGeom>
        </p:spPr>
        <p:txBody>
          <a:bodyPr vert="horz" lIns="0" tIns="0" rIns="0" bIns="0" rtlCol="0">
            <a:noAutofit/>
          </a:bodyPr>
          <a:lstStyle>
            <a:lvl1pPr rtl="0">
              <a:defRPr/>
            </a:lvl1pPr>
            <a:lvl2pPr rtl="0">
              <a:defRPr/>
            </a:lvl2pPr>
            <a:lvl3pPr rtl="0">
              <a:defRPr/>
            </a:lvl3pPr>
            <a:lvl4pPr rtl="0">
              <a:defRPr/>
            </a:lvl4pPr>
            <a:lvl5pPr rtl="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3974270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20D44E03-76B1-8649-FF5C-28D26AD96E8D}"/>
              </a:ext>
            </a:extLst>
          </p:cNvPr>
          <p:cNvGraphicFramePr>
            <a:graphicFrameLocks noChangeAspect="1"/>
          </p:cNvGraphicFramePr>
          <p:nvPr userDrawn="1">
            <p:custDataLst>
              <p:tags r:id="rId1"/>
            </p:custDataLst>
            <p:extLst>
              <p:ext uri="{D42A27DB-BD31-4B8C-83A1-F6EECF244321}">
                <p14:modId xmlns:p14="http://schemas.microsoft.com/office/powerpoint/2010/main" val="31542400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8" name="think-cell data - do not delete" hidden="1">
                        <a:extLst>
                          <a:ext uri="{FF2B5EF4-FFF2-40B4-BE49-F238E27FC236}">
                            <a16:creationId xmlns:a16="http://schemas.microsoft.com/office/drawing/2014/main" id="{20D44E03-76B1-8649-FF5C-28D26AD96E8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4DB54FE3-82E7-0AB7-6B44-10B9BA35BD81}"/>
              </a:ext>
            </a:extLst>
          </p:cNvPr>
          <p:cNvSpPr>
            <a:spLocks noGrp="1"/>
          </p:cNvSpPr>
          <p:nvPr>
            <p:ph type="title"/>
          </p:nvPr>
        </p:nvSpPr>
        <p:spPr/>
        <p:txBody>
          <a:bodyPr vert="horz"/>
          <a:lstStyle>
            <a:lvl1pPr rtl="0">
              <a:defRPr/>
            </a:lvl1pPr>
          </a:lstStyle>
          <a:p>
            <a:r>
              <a:rPr lang="en-US"/>
              <a:t>Click to edit Master title style</a:t>
            </a:r>
          </a:p>
        </p:txBody>
      </p:sp>
      <p:sp>
        <p:nvSpPr>
          <p:cNvPr id="3" name="Content Placeholder 2">
            <a:extLst>
              <a:ext uri="{FF2B5EF4-FFF2-40B4-BE49-F238E27FC236}">
                <a16:creationId xmlns:a16="http://schemas.microsoft.com/office/drawing/2014/main" id="{73C7D151-D3BD-39A8-3F86-296EBBD844C1}"/>
              </a:ext>
            </a:extLst>
          </p:cNvPr>
          <p:cNvSpPr>
            <a:spLocks noGrp="1"/>
          </p:cNvSpPr>
          <p:nvPr>
            <p:ph idx="1"/>
          </p:nvPr>
        </p:nvSpPr>
        <p:spPr/>
        <p:txBody>
          <a:bodyPr/>
          <a:lstStyle>
            <a:lvl1pPr rtl="0">
              <a:defRPr/>
            </a:lvl1pPr>
            <a:lvl2pPr rtl="0">
              <a:defRPr/>
            </a:lvl2pPr>
            <a:lvl3pPr rtl="0">
              <a:defRPr/>
            </a:lvl3pPr>
            <a:lvl4pPr rtl="0">
              <a:defRPr/>
            </a:lvl4pPr>
            <a:lvl5pPr rtl="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C6A151E-575D-5EAB-3F15-3CF0E11762F6}"/>
              </a:ext>
            </a:extLst>
          </p:cNvPr>
          <p:cNvSpPr>
            <a:spLocks noGrp="1"/>
          </p:cNvSpPr>
          <p:nvPr>
            <p:ph type="dt" sz="half" idx="10"/>
          </p:nvPr>
        </p:nvSpPr>
        <p:spPr/>
        <p:txBody>
          <a:bodyPr/>
          <a:lstStyle>
            <a:lvl1pPr rtl="0">
              <a:defRPr/>
            </a:lvl1pPr>
          </a:lstStyle>
          <a:p>
            <a:fld id="{3EFE6798-DECA-493C-A9E2-8BF3AF5FF442}" type="datetimeFigureOut">
              <a:rPr lang="en-US" smtClean="0"/>
              <a:pPr/>
              <a:t>1/22/2025</a:t>
            </a:fld>
            <a:endParaRPr lang="en-US"/>
          </a:p>
        </p:txBody>
      </p:sp>
      <p:sp>
        <p:nvSpPr>
          <p:cNvPr id="5" name="Footer Placeholder 4">
            <a:extLst>
              <a:ext uri="{FF2B5EF4-FFF2-40B4-BE49-F238E27FC236}">
                <a16:creationId xmlns:a16="http://schemas.microsoft.com/office/drawing/2014/main" id="{A0AD3DD8-390D-ABAE-9585-336058AD1915}"/>
              </a:ext>
            </a:extLst>
          </p:cNvPr>
          <p:cNvSpPr>
            <a:spLocks noGrp="1"/>
          </p:cNvSpPr>
          <p:nvPr>
            <p:ph type="ftr" sz="quarter" idx="11"/>
          </p:nvPr>
        </p:nvSpPr>
        <p:spPr/>
        <p:txBody>
          <a:bodyPr/>
          <a:lstStyle>
            <a:lvl1pPr rtl="0">
              <a:defRPr/>
            </a:lvl1pPr>
          </a:lstStyle>
          <a:p>
            <a:endParaRPr lang="en-US"/>
          </a:p>
        </p:txBody>
      </p:sp>
      <p:sp>
        <p:nvSpPr>
          <p:cNvPr id="6" name="Slide Number Placeholder 5">
            <a:extLst>
              <a:ext uri="{FF2B5EF4-FFF2-40B4-BE49-F238E27FC236}">
                <a16:creationId xmlns:a16="http://schemas.microsoft.com/office/drawing/2014/main" id="{95F3695B-82B1-C748-8507-1B3FF0C80161}"/>
              </a:ext>
            </a:extLst>
          </p:cNvPr>
          <p:cNvSpPr>
            <a:spLocks noGrp="1"/>
          </p:cNvSpPr>
          <p:nvPr>
            <p:ph type="sldNum" sz="quarter" idx="12"/>
          </p:nvPr>
        </p:nvSpPr>
        <p:spPr/>
        <p:txBody>
          <a:bodyPr/>
          <a:lstStyle>
            <a:lvl1pPr rtl="0">
              <a:defRPr/>
            </a:lvl1pPr>
          </a:lstStyle>
          <a:p>
            <a:fld id="{DC509E94-8201-4A07-A8CF-8D3B431AF07D}" type="slidenum">
              <a:rPr lang="en-US" smtClean="0"/>
              <a:pPr/>
              <a:t>‹#›</a:t>
            </a:fld>
            <a:endParaRPr lang="en-US"/>
          </a:p>
        </p:txBody>
      </p:sp>
    </p:spTree>
    <p:extLst>
      <p:ext uri="{BB962C8B-B14F-4D97-AF65-F5344CB8AC3E}">
        <p14:creationId xmlns:p14="http://schemas.microsoft.com/office/powerpoint/2010/main" val="191420456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Title, Subhead &amp; Breadcrumb">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8598EFB2-4CE0-0A02-20A3-2BCA53380470}"/>
              </a:ext>
            </a:extLst>
          </p:cNvPr>
          <p:cNvGraphicFramePr>
            <a:graphicFrameLocks noChangeAspect="1"/>
          </p:cNvGraphicFramePr>
          <p:nvPr userDrawn="1">
            <p:custDataLst>
              <p:tags r:id="rId1"/>
            </p:custDataLst>
            <p:extLst>
              <p:ext uri="{D42A27DB-BD31-4B8C-83A1-F6EECF244321}">
                <p14:modId xmlns:p14="http://schemas.microsoft.com/office/powerpoint/2010/main" val="384683471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5" name="think-cell data - do not delete" hidden="1">
                        <a:extLst>
                          <a:ext uri="{FF2B5EF4-FFF2-40B4-BE49-F238E27FC236}">
                            <a16:creationId xmlns:a16="http://schemas.microsoft.com/office/drawing/2014/main" id="{8598EFB2-4CE0-0A02-20A3-2BCA5338047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hasCustomPrompt="1"/>
          </p:nvPr>
        </p:nvSpPr>
        <p:spPr>
          <a:xfrm>
            <a:off x="914400" y="694944"/>
            <a:ext cx="10363200" cy="594360"/>
          </a:xfrm>
        </p:spPr>
        <p:txBody>
          <a:bodyPr vert="horz" lIns="0" tIns="45720" rIns="91440" bIns="0" rtlCol="0" anchor="b" anchorCtr="0">
            <a:noAutofit/>
          </a:bodyPr>
          <a:lstStyle>
            <a:lvl1pPr rtl="0">
              <a:defRPr lang="en-US" sz="3600" dirty="0">
                <a:latin typeface="+mn-lt"/>
              </a:defRPr>
            </a:lvl1pPr>
          </a:lstStyle>
          <a:p>
            <a:pPr lvl="0">
              <a:lnSpc>
                <a:spcPct val="85000"/>
              </a:lnSpc>
            </a:pPr>
            <a:r>
              <a:rPr lang="en-US"/>
              <a:t>Click to edit title</a:t>
            </a:r>
          </a:p>
        </p:txBody>
      </p:sp>
      <p:sp>
        <p:nvSpPr>
          <p:cNvPr id="4" name="Text Placeholder 8"/>
          <p:cNvSpPr>
            <a:spLocks noGrp="1"/>
          </p:cNvSpPr>
          <p:nvPr>
            <p:ph type="body" sz="quarter" idx="14" hasCustomPrompt="1"/>
          </p:nvPr>
        </p:nvSpPr>
        <p:spPr>
          <a:xfrm>
            <a:off x="914721" y="1353312"/>
            <a:ext cx="10362880" cy="475488"/>
          </a:xfrm>
        </p:spPr>
        <p:txBody>
          <a:bodyPr vert="horz" lIns="0" tIns="0" rIns="0" bIns="0" rtlCol="0">
            <a:noAutofit/>
          </a:bodyPr>
          <a:lstStyle>
            <a:lvl1pPr marL="0" indent="0" rtl="0">
              <a:buNone/>
              <a:defRPr lang="en-US" sz="1400" spc="-20" baseline="0"/>
            </a:lvl1pPr>
          </a:lstStyle>
          <a:p>
            <a:pPr marL="228600" lvl="0" indent="-228600">
              <a:lnSpc>
                <a:spcPct val="130000"/>
              </a:lnSpc>
            </a:pPr>
            <a:r>
              <a:rPr lang="en-US"/>
              <a:t>Click to edit subhead</a:t>
            </a:r>
          </a:p>
        </p:txBody>
      </p:sp>
    </p:spTree>
    <p:extLst>
      <p:ext uri="{BB962C8B-B14F-4D97-AF65-F5344CB8AC3E}">
        <p14:creationId xmlns:p14="http://schemas.microsoft.com/office/powerpoint/2010/main" val="42462909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Nur Titel">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userDrawn="1">
            <p:custDataLst>
              <p:tags r:id="rId1"/>
            </p:custDataLst>
            <p:extLst>
              <p:ext uri="{D42A27DB-BD31-4B8C-83A1-F6EECF244321}">
                <p14:modId xmlns:p14="http://schemas.microsoft.com/office/powerpoint/2010/main" val="3525767506"/>
              </p:ext>
            </p:extLst>
          </p:nvPr>
        </p:nvGraphicFramePr>
        <p:xfrm>
          <a:off x="1587"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5" name="Object 4" hidden="1"/>
                      <p:cNvPicPr/>
                      <p:nvPr/>
                    </p:nvPicPr>
                    <p:blipFill>
                      <a:blip r:embed="rId5"/>
                      <a:stretch>
                        <a:fillRect/>
                      </a:stretch>
                    </p:blipFill>
                    <p:spPr>
                      <a:xfrm>
                        <a:off x="1587" y="1588"/>
                        <a:ext cx="1588" cy="1588"/>
                      </a:xfrm>
                      <a:prstGeom prst="rect">
                        <a:avLst/>
                      </a:prstGeom>
                    </p:spPr>
                  </p:pic>
                </p:oleObj>
              </mc:Fallback>
            </mc:AlternateContent>
          </a:graphicData>
        </a:graphic>
      </p:graphicFrame>
      <p:sp>
        <p:nvSpPr>
          <p:cNvPr id="2" name="Rectangle 1" hidden="1"/>
          <p:cNvSpPr/>
          <p:nvPr userDrawn="1">
            <p:custDataLst>
              <p:tags r:id="rId2"/>
            </p:custDataLst>
          </p:nvPr>
        </p:nvSpPr>
        <p:spPr bwMode="gray">
          <a:xfrm>
            <a:off x="0" y="0"/>
            <a:ext cx="158709" cy="15875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buClr>
                <a:schemeClr val="tx2"/>
              </a:buClr>
            </a:pPr>
            <a:endParaRPr lang="en-US" sz="3599" b="1" i="0" baseline="0">
              <a:solidFill>
                <a:schemeClr val="tx1"/>
              </a:solidFill>
              <a:latin typeface="Futura Std Book"/>
              <a:ea typeface="+mn-ea"/>
              <a:cs typeface="+mn-cs"/>
              <a:sym typeface="Futura Std Book"/>
            </a:endParaRPr>
          </a:p>
        </p:txBody>
      </p:sp>
      <p:sp>
        <p:nvSpPr>
          <p:cNvPr id="3" name="Title 2"/>
          <p:cNvSpPr>
            <a:spLocks noGrp="1"/>
          </p:cNvSpPr>
          <p:nvPr>
            <p:ph type="title"/>
          </p:nvPr>
        </p:nvSpPr>
        <p:spPr bwMode="gray"/>
        <p:txBody>
          <a:bodyPr vert="horz"/>
          <a:lstStyle>
            <a:lvl1pPr rtl="0">
              <a:defRPr>
                <a:solidFill>
                  <a:schemeClr val="tx1"/>
                </a:solidFill>
              </a:defRPr>
            </a:lvl1pPr>
          </a:lstStyle>
          <a:p>
            <a:r>
              <a:rPr lang="en-US" noProof="0"/>
              <a:t>Click to edit Master title style</a:t>
            </a:r>
          </a:p>
        </p:txBody>
      </p:sp>
      <p:sp>
        <p:nvSpPr>
          <p:cNvPr id="8" name="Textplatzhalter 7"/>
          <p:cNvSpPr>
            <a:spLocks noGrp="1"/>
          </p:cNvSpPr>
          <p:nvPr>
            <p:ph type="body" sz="quarter" idx="51" hasCustomPrompt="1"/>
          </p:nvPr>
        </p:nvSpPr>
        <p:spPr bwMode="gray">
          <a:xfrm>
            <a:off x="336463" y="6109635"/>
            <a:ext cx="10222871" cy="199554"/>
          </a:xfrm>
          <a:prstGeom prst="rect">
            <a:avLst/>
          </a:prstGeom>
        </p:spPr>
        <p:txBody>
          <a:bodyPr bIns="36000" anchor="b">
            <a:noAutofit/>
          </a:bodyPr>
          <a:lstStyle>
            <a:lvl1pPr marL="0" indent="0" rtl="0">
              <a:spcBef>
                <a:spcPts val="0"/>
              </a:spcBef>
              <a:buFont typeface="Arial" panose="020B0604020202020204" pitchFamily="34" charset="0"/>
              <a:buNone/>
              <a:defRPr sz="1000">
                <a:solidFill>
                  <a:srgbClr val="7C7C7C"/>
                </a:solidFill>
                <a:latin typeface="Futura Com Light" panose="020B0402020204020303" pitchFamily="34" charset="0"/>
              </a:defRPr>
            </a:lvl1pPr>
            <a:lvl2pPr marL="0" indent="0">
              <a:spcBef>
                <a:spcPts val="0"/>
              </a:spcBef>
              <a:buNone/>
              <a:defRPr sz="1000"/>
            </a:lvl2pPr>
            <a:lvl3pPr marL="0" indent="0">
              <a:spcBef>
                <a:spcPts val="0"/>
              </a:spcBef>
              <a:buNone/>
              <a:defRPr sz="1000"/>
            </a:lvl3pPr>
            <a:lvl4pPr marL="0" indent="0">
              <a:spcBef>
                <a:spcPts val="0"/>
              </a:spcBef>
              <a:buNone/>
              <a:defRPr sz="1000"/>
            </a:lvl4pPr>
            <a:lvl5pPr marL="0" indent="0">
              <a:spcBef>
                <a:spcPts val="0"/>
              </a:spcBef>
              <a:buNone/>
              <a:defRPr sz="1000"/>
            </a:lvl5pPr>
            <a:lvl6pPr marL="0" indent="0">
              <a:spcBef>
                <a:spcPts val="0"/>
              </a:spcBef>
              <a:buNone/>
              <a:defRPr sz="1000"/>
            </a:lvl6pPr>
            <a:lvl7pPr marL="0" indent="0">
              <a:spcBef>
                <a:spcPts val="0"/>
              </a:spcBef>
              <a:buNone/>
              <a:defRPr sz="1000"/>
            </a:lvl7pPr>
            <a:lvl8pPr marL="0" indent="0">
              <a:spcBef>
                <a:spcPts val="0"/>
              </a:spcBef>
              <a:buNone/>
              <a:defRPr sz="1000"/>
            </a:lvl8pPr>
            <a:lvl9pPr marL="0" indent="0">
              <a:spcBef>
                <a:spcPts val="0"/>
              </a:spcBef>
              <a:buNone/>
              <a:defRPr sz="1000"/>
            </a:lvl9pPr>
          </a:lstStyle>
          <a:p>
            <a:pPr lvl="0"/>
            <a:r>
              <a:rPr lang="en-US" noProof="0"/>
              <a:t>Quelle:</a:t>
            </a:r>
          </a:p>
        </p:txBody>
      </p:sp>
      <p:sp>
        <p:nvSpPr>
          <p:cNvPr id="7" name="Textplatzhalter 3"/>
          <p:cNvSpPr>
            <a:spLocks noGrp="1"/>
          </p:cNvSpPr>
          <p:nvPr>
            <p:ph type="body" sz="quarter" idx="53" hasCustomPrompt="1"/>
          </p:nvPr>
        </p:nvSpPr>
        <p:spPr>
          <a:xfrm>
            <a:off x="696805" y="1268039"/>
            <a:ext cx="10798464" cy="360141"/>
          </a:xfrm>
          <a:prstGeom prst="rect">
            <a:avLst/>
          </a:prstGeom>
        </p:spPr>
        <p:txBody>
          <a:bodyPr/>
          <a:lstStyle>
            <a:lvl1pPr rtl="0">
              <a:defRPr lang="de-DE" b="0" baseline="0" dirty="0" smtClean="0">
                <a:solidFill>
                  <a:schemeClr val="tx1"/>
                </a:solidFill>
              </a:defRPr>
            </a:lvl1pPr>
            <a:lvl2pPr>
              <a:defRPr lang="de-DE" dirty="0" smtClean="0">
                <a:solidFill>
                  <a:schemeClr val="tx1"/>
                </a:solidFill>
              </a:defRPr>
            </a:lvl2pPr>
            <a:lvl3pPr>
              <a:defRPr lang="de-DE" dirty="0" smtClean="0">
                <a:solidFill>
                  <a:schemeClr val="tx1"/>
                </a:solidFill>
              </a:defRPr>
            </a:lvl3pPr>
            <a:lvl4pPr>
              <a:defRPr lang="de-DE" dirty="0" smtClean="0">
                <a:solidFill>
                  <a:schemeClr val="tx1"/>
                </a:solidFill>
              </a:defRPr>
            </a:lvl4pPr>
            <a:lvl5pPr>
              <a:defRPr lang="de-DE" dirty="0">
                <a:solidFill>
                  <a:schemeClr val="tx1"/>
                </a:solidFill>
              </a:defRPr>
            </a:lvl5pPr>
          </a:lstStyle>
          <a:p>
            <a:pPr marL="0" lvl="0" indent="0">
              <a:lnSpc>
                <a:spcPct val="114000"/>
              </a:lnSpc>
              <a:spcAft>
                <a:spcPts val="600"/>
              </a:spcAft>
            </a:pPr>
            <a:r>
              <a:rPr lang="en-US"/>
              <a:t>Edit potential Sub-Title</a:t>
            </a:r>
          </a:p>
        </p:txBody>
      </p:sp>
    </p:spTree>
    <p:extLst>
      <p:ext uri="{BB962C8B-B14F-4D97-AF65-F5344CB8AC3E}">
        <p14:creationId xmlns:p14="http://schemas.microsoft.com/office/powerpoint/2010/main" val="103577153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P TOC">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CCE3F309-0E79-7C58-C4C3-08A2509E1EC4}"/>
              </a:ext>
            </a:extLst>
          </p:cNvPr>
          <p:cNvGraphicFramePr>
            <a:graphicFrameLocks noChangeAspect="1"/>
          </p:cNvGraphicFramePr>
          <p:nvPr userDrawn="1">
            <p:custDataLst>
              <p:tags r:id="rId1"/>
            </p:custDataLst>
            <p:extLst>
              <p:ext uri="{D42A27DB-BD31-4B8C-83A1-F6EECF244321}">
                <p14:modId xmlns:p14="http://schemas.microsoft.com/office/powerpoint/2010/main" val="15491843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5" name="think-cell data - do not delete" hidden="1">
                        <a:extLst>
                          <a:ext uri="{FF2B5EF4-FFF2-40B4-BE49-F238E27FC236}">
                            <a16:creationId xmlns:a16="http://schemas.microsoft.com/office/drawing/2014/main" id="{CCE3F309-0E79-7C58-C4C3-08A2509E1EC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3" name="SP Agenda Section" hidden="1"/>
          <p:cNvGrpSpPr/>
          <p:nvPr userDrawn="1"/>
        </p:nvGrpSpPr>
        <p:grpSpPr>
          <a:xfrm>
            <a:off x="1797664" y="2085631"/>
            <a:ext cx="8657275" cy="369332"/>
            <a:chOff x="1797664" y="2085631"/>
            <a:chExt cx="8657274" cy="369332"/>
          </a:xfrm>
        </p:grpSpPr>
        <p:sp>
          <p:nvSpPr>
            <p:cNvPr id="20" name="Section Title" hidden="1"/>
            <p:cNvSpPr txBox="1">
              <a:spLocks/>
            </p:cNvSpPr>
            <p:nvPr userDrawn="1"/>
          </p:nvSpPr>
          <p:spPr>
            <a:xfrm>
              <a:off x="2267220" y="2085631"/>
              <a:ext cx="3843347" cy="369332"/>
            </a:xfrm>
            <a:prstGeom prst="rect">
              <a:avLst/>
            </a:prstGeom>
            <a:noFill/>
          </p:spPr>
          <p:txBody>
            <a:bodyPr wrap="square" rtlCol="0" anchor="ctr">
              <a:normAutofit/>
            </a:bodyPr>
            <a:lstStyle/>
            <a:p>
              <a:pPr defTabSz="9334267" rtl="0">
                <a:tabLst>
                  <a:tab pos="9512062" algn="l"/>
                </a:tabLst>
              </a:pPr>
              <a:r>
                <a:rPr lang="en-US" sz="1400"/>
                <a:t>&lt;TEXT&gt;</a:t>
              </a:r>
            </a:p>
          </p:txBody>
        </p:sp>
        <p:sp>
          <p:nvSpPr>
            <p:cNvPr id="21" name="Section Number" hidden="1"/>
            <p:cNvSpPr txBox="1">
              <a:spLocks/>
            </p:cNvSpPr>
            <p:nvPr userDrawn="1"/>
          </p:nvSpPr>
          <p:spPr>
            <a:xfrm>
              <a:off x="1797664" y="2085631"/>
              <a:ext cx="379556" cy="369332"/>
            </a:xfrm>
            <a:prstGeom prst="rect">
              <a:avLst/>
            </a:prstGeom>
            <a:noFill/>
          </p:spPr>
          <p:txBody>
            <a:bodyPr wrap="none" rtlCol="0" anchor="ctr">
              <a:noAutofit/>
            </a:bodyPr>
            <a:lstStyle/>
            <a:p>
              <a:pPr algn="ctr" rtl="0"/>
              <a:r>
                <a:rPr lang="en-US" sz="1400"/>
                <a:t>&lt;N&gt;</a:t>
              </a:r>
            </a:p>
          </p:txBody>
        </p:sp>
        <p:sp>
          <p:nvSpPr>
            <p:cNvPr id="22" name="Slide Number" hidden="1"/>
            <p:cNvSpPr txBox="1">
              <a:spLocks/>
            </p:cNvSpPr>
            <p:nvPr userDrawn="1"/>
          </p:nvSpPr>
          <p:spPr>
            <a:xfrm>
              <a:off x="9817944" y="2085631"/>
              <a:ext cx="636994" cy="369332"/>
            </a:xfrm>
            <a:prstGeom prst="rect">
              <a:avLst/>
            </a:prstGeom>
            <a:noFill/>
          </p:spPr>
          <p:txBody>
            <a:bodyPr wrap="none" rtlCol="0" anchor="ctr">
              <a:noAutofit/>
            </a:bodyPr>
            <a:lstStyle/>
            <a:p>
              <a:pPr algn="r" rtl="0"/>
              <a:r>
                <a:rPr lang="en-US" sz="1400"/>
                <a:t>&lt;P&gt;</a:t>
              </a:r>
            </a:p>
          </p:txBody>
        </p:sp>
        <p:sp>
          <p:nvSpPr>
            <p:cNvPr id="24" name="Timeslot" hidden="1"/>
            <p:cNvSpPr txBox="1">
              <a:spLocks/>
            </p:cNvSpPr>
            <p:nvPr userDrawn="1"/>
          </p:nvSpPr>
          <p:spPr>
            <a:xfrm>
              <a:off x="7696160" y="2085631"/>
              <a:ext cx="1257061" cy="369332"/>
            </a:xfrm>
            <a:prstGeom prst="rect">
              <a:avLst/>
            </a:prstGeom>
            <a:noFill/>
          </p:spPr>
          <p:txBody>
            <a:bodyPr wrap="none" rtlCol="0" anchor="ctr">
              <a:noAutofit/>
            </a:bodyPr>
            <a:lstStyle/>
            <a:p>
              <a:pPr algn="l" rtl="0"/>
              <a:r>
                <a:rPr lang="en-US" sz="1400"/>
                <a:t>&lt;TIMESLOT&gt;</a:t>
              </a:r>
            </a:p>
          </p:txBody>
        </p:sp>
        <p:sp>
          <p:nvSpPr>
            <p:cNvPr id="28" name="Responsible" hidden="1"/>
            <p:cNvSpPr txBox="1">
              <a:spLocks/>
            </p:cNvSpPr>
            <p:nvPr userDrawn="1"/>
          </p:nvSpPr>
          <p:spPr>
            <a:xfrm>
              <a:off x="6209330" y="2085631"/>
              <a:ext cx="1388067" cy="369332"/>
            </a:xfrm>
            <a:prstGeom prst="rect">
              <a:avLst/>
            </a:prstGeom>
            <a:noFill/>
          </p:spPr>
          <p:txBody>
            <a:bodyPr wrap="none" rtlCol="0" anchor="ctr">
              <a:noAutofit/>
            </a:bodyPr>
            <a:lstStyle/>
            <a:p>
              <a:pPr algn="l" rtl="0"/>
              <a:r>
                <a:rPr lang="en-US" sz="1400"/>
                <a:t>&lt;RESPONSIBLE&gt;</a:t>
              </a:r>
            </a:p>
          </p:txBody>
        </p:sp>
        <p:sp>
          <p:nvSpPr>
            <p:cNvPr id="29" name="Duration" hidden="1"/>
            <p:cNvSpPr txBox="1">
              <a:spLocks/>
            </p:cNvSpPr>
            <p:nvPr userDrawn="1"/>
          </p:nvSpPr>
          <p:spPr>
            <a:xfrm>
              <a:off x="9043221" y="2085631"/>
              <a:ext cx="684723" cy="369332"/>
            </a:xfrm>
            <a:prstGeom prst="rect">
              <a:avLst/>
            </a:prstGeom>
            <a:noFill/>
          </p:spPr>
          <p:txBody>
            <a:bodyPr wrap="none" rtlCol="0" anchor="ctr">
              <a:noAutofit/>
            </a:bodyPr>
            <a:lstStyle/>
            <a:p>
              <a:pPr algn="l" rtl="0"/>
              <a:r>
                <a:rPr lang="en-US" sz="1400"/>
                <a:t>&lt;DURATION&gt;</a:t>
              </a:r>
            </a:p>
          </p:txBody>
        </p:sp>
      </p:grpSp>
      <p:grpSp>
        <p:nvGrpSpPr>
          <p:cNvPr id="4" name="SP Agenda Section Highlight" hidden="1"/>
          <p:cNvGrpSpPr>
            <a:grpSpLocks/>
          </p:cNvGrpSpPr>
          <p:nvPr userDrawn="1"/>
        </p:nvGrpSpPr>
        <p:grpSpPr>
          <a:xfrm>
            <a:off x="1797664" y="2616963"/>
            <a:ext cx="8657274" cy="369332"/>
            <a:chOff x="1797664" y="2616963"/>
            <a:chExt cx="8657274" cy="369332"/>
          </a:xfrm>
          <a:solidFill>
            <a:schemeClr val="accent1">
              <a:lumMod val="60000"/>
              <a:lumOff val="40000"/>
            </a:schemeClr>
          </a:solidFill>
        </p:grpSpPr>
        <p:sp>
          <p:nvSpPr>
            <p:cNvPr id="32" name="Section Title" hidden="1"/>
            <p:cNvSpPr txBox="1">
              <a:spLocks/>
            </p:cNvSpPr>
            <p:nvPr userDrawn="1"/>
          </p:nvSpPr>
          <p:spPr>
            <a:xfrm>
              <a:off x="2267220" y="2616963"/>
              <a:ext cx="3843347" cy="369332"/>
            </a:xfrm>
            <a:prstGeom prst="rect">
              <a:avLst/>
            </a:prstGeom>
            <a:grpFill/>
          </p:spPr>
          <p:txBody>
            <a:bodyPr wrap="square" rtlCol="0" anchor="ctr">
              <a:normAutofit/>
            </a:bodyPr>
            <a:lstStyle/>
            <a:p>
              <a:pPr defTabSz="9334267" rtl="0">
                <a:tabLst>
                  <a:tab pos="9512062" algn="l"/>
                </a:tabLst>
              </a:pPr>
              <a:r>
                <a:rPr lang="en-US" sz="1400" b="1"/>
                <a:t>&lt;TEXT&gt;</a:t>
              </a:r>
            </a:p>
          </p:txBody>
        </p:sp>
        <p:sp>
          <p:nvSpPr>
            <p:cNvPr id="33" name="Section Number" hidden="1"/>
            <p:cNvSpPr txBox="1">
              <a:spLocks/>
            </p:cNvSpPr>
            <p:nvPr userDrawn="1"/>
          </p:nvSpPr>
          <p:spPr>
            <a:xfrm>
              <a:off x="1797664" y="2616963"/>
              <a:ext cx="379556" cy="369332"/>
            </a:xfrm>
            <a:prstGeom prst="rect">
              <a:avLst/>
            </a:prstGeom>
            <a:grpFill/>
          </p:spPr>
          <p:txBody>
            <a:bodyPr wrap="none" rtlCol="0" anchor="ctr">
              <a:noAutofit/>
            </a:bodyPr>
            <a:lstStyle/>
            <a:p>
              <a:pPr algn="ctr" rtl="0"/>
              <a:r>
                <a:rPr lang="en-US" sz="1400" b="1"/>
                <a:t>&lt;N&gt;</a:t>
              </a:r>
            </a:p>
          </p:txBody>
        </p:sp>
        <p:sp>
          <p:nvSpPr>
            <p:cNvPr id="34" name="Slide Number" hidden="1"/>
            <p:cNvSpPr txBox="1">
              <a:spLocks/>
            </p:cNvSpPr>
            <p:nvPr userDrawn="1"/>
          </p:nvSpPr>
          <p:spPr>
            <a:xfrm>
              <a:off x="9817944" y="2616963"/>
              <a:ext cx="636994" cy="369332"/>
            </a:xfrm>
            <a:prstGeom prst="rect">
              <a:avLst/>
            </a:prstGeom>
            <a:grpFill/>
          </p:spPr>
          <p:txBody>
            <a:bodyPr wrap="none" rtlCol="0" anchor="ctr">
              <a:noAutofit/>
            </a:bodyPr>
            <a:lstStyle/>
            <a:p>
              <a:pPr algn="r" rtl="0"/>
              <a:r>
                <a:rPr lang="en-US" sz="1400" b="1"/>
                <a:t>&lt;P&gt;</a:t>
              </a:r>
            </a:p>
          </p:txBody>
        </p:sp>
        <p:sp>
          <p:nvSpPr>
            <p:cNvPr id="35" name="Timeslot" hidden="1"/>
            <p:cNvSpPr txBox="1">
              <a:spLocks/>
            </p:cNvSpPr>
            <p:nvPr userDrawn="1"/>
          </p:nvSpPr>
          <p:spPr>
            <a:xfrm>
              <a:off x="7696160" y="2616963"/>
              <a:ext cx="1257061" cy="369332"/>
            </a:xfrm>
            <a:prstGeom prst="rect">
              <a:avLst/>
            </a:prstGeom>
            <a:grpFill/>
          </p:spPr>
          <p:txBody>
            <a:bodyPr wrap="none" rtlCol="0" anchor="ctr">
              <a:noAutofit/>
            </a:bodyPr>
            <a:lstStyle/>
            <a:p>
              <a:pPr algn="l" rtl="0"/>
              <a:r>
                <a:rPr lang="en-US" sz="1400" b="1"/>
                <a:t>&lt;TIMESLOT&gt;</a:t>
              </a:r>
            </a:p>
          </p:txBody>
        </p:sp>
        <p:sp>
          <p:nvSpPr>
            <p:cNvPr id="36" name="Responsible" hidden="1"/>
            <p:cNvSpPr txBox="1">
              <a:spLocks/>
            </p:cNvSpPr>
            <p:nvPr userDrawn="1"/>
          </p:nvSpPr>
          <p:spPr>
            <a:xfrm>
              <a:off x="6209330" y="2616963"/>
              <a:ext cx="1388067" cy="369332"/>
            </a:xfrm>
            <a:prstGeom prst="rect">
              <a:avLst/>
            </a:prstGeom>
            <a:grpFill/>
          </p:spPr>
          <p:txBody>
            <a:bodyPr wrap="none" rtlCol="0" anchor="ctr">
              <a:noAutofit/>
            </a:bodyPr>
            <a:lstStyle/>
            <a:p>
              <a:pPr algn="l" rtl="0"/>
              <a:r>
                <a:rPr lang="en-US" sz="1400" b="1"/>
                <a:t>&lt;RESPONSIBLE&gt;</a:t>
              </a:r>
            </a:p>
          </p:txBody>
        </p:sp>
        <p:sp>
          <p:nvSpPr>
            <p:cNvPr id="37" name="Duration" hidden="1"/>
            <p:cNvSpPr txBox="1">
              <a:spLocks/>
            </p:cNvSpPr>
            <p:nvPr userDrawn="1"/>
          </p:nvSpPr>
          <p:spPr>
            <a:xfrm>
              <a:off x="9043221" y="2616963"/>
              <a:ext cx="684723" cy="369332"/>
            </a:xfrm>
            <a:prstGeom prst="rect">
              <a:avLst/>
            </a:prstGeom>
            <a:grpFill/>
          </p:spPr>
          <p:txBody>
            <a:bodyPr wrap="none" rtlCol="0" anchor="ctr">
              <a:noAutofit/>
            </a:bodyPr>
            <a:lstStyle/>
            <a:p>
              <a:pPr algn="l" rtl="0"/>
              <a:r>
                <a:rPr lang="en-US" sz="1400" b="1"/>
                <a:t>&lt;DURATION&gt;</a:t>
              </a:r>
            </a:p>
          </p:txBody>
        </p:sp>
      </p:grpSp>
      <p:grpSp>
        <p:nvGrpSpPr>
          <p:cNvPr id="8" name="SP Agenda Subsection" hidden="1"/>
          <p:cNvGrpSpPr>
            <a:grpSpLocks/>
          </p:cNvGrpSpPr>
          <p:nvPr userDrawn="1"/>
        </p:nvGrpSpPr>
        <p:grpSpPr>
          <a:xfrm>
            <a:off x="2265805" y="3148295"/>
            <a:ext cx="8189135" cy="369332"/>
            <a:chOff x="2265804" y="3155687"/>
            <a:chExt cx="8189134" cy="369332"/>
          </a:xfrm>
        </p:grpSpPr>
        <p:sp>
          <p:nvSpPr>
            <p:cNvPr id="39" name="Section Title" hidden="1"/>
            <p:cNvSpPr txBox="1">
              <a:spLocks/>
            </p:cNvSpPr>
            <p:nvPr userDrawn="1"/>
          </p:nvSpPr>
          <p:spPr>
            <a:xfrm>
              <a:off x="2744123" y="3155687"/>
              <a:ext cx="3366444" cy="369332"/>
            </a:xfrm>
            <a:prstGeom prst="rect">
              <a:avLst/>
            </a:prstGeom>
            <a:noFill/>
          </p:spPr>
          <p:txBody>
            <a:bodyPr wrap="square" rtlCol="0" anchor="ctr">
              <a:normAutofit/>
            </a:bodyPr>
            <a:lstStyle/>
            <a:p>
              <a:pPr defTabSz="9334267" rtl="0">
                <a:tabLst>
                  <a:tab pos="9512062" algn="l"/>
                </a:tabLst>
              </a:pPr>
              <a:r>
                <a:rPr lang="en-US" sz="1400"/>
                <a:t>&lt;TEXT&gt;</a:t>
              </a:r>
            </a:p>
          </p:txBody>
        </p:sp>
        <p:sp>
          <p:nvSpPr>
            <p:cNvPr id="40" name="Section Number" hidden="1"/>
            <p:cNvSpPr txBox="1">
              <a:spLocks/>
            </p:cNvSpPr>
            <p:nvPr userDrawn="1"/>
          </p:nvSpPr>
          <p:spPr>
            <a:xfrm>
              <a:off x="2265804" y="3155687"/>
              <a:ext cx="379556" cy="369332"/>
            </a:xfrm>
            <a:prstGeom prst="rect">
              <a:avLst/>
            </a:prstGeom>
            <a:noFill/>
          </p:spPr>
          <p:txBody>
            <a:bodyPr wrap="none" rtlCol="0" anchor="ctr">
              <a:noAutofit/>
            </a:bodyPr>
            <a:lstStyle/>
            <a:p>
              <a:pPr algn="ctr" rtl="0"/>
              <a:r>
                <a:rPr lang="en-US" sz="1400"/>
                <a:t>&lt;N&gt;</a:t>
              </a:r>
            </a:p>
          </p:txBody>
        </p:sp>
        <p:sp>
          <p:nvSpPr>
            <p:cNvPr id="41" name="Slide Number" hidden="1"/>
            <p:cNvSpPr txBox="1">
              <a:spLocks/>
            </p:cNvSpPr>
            <p:nvPr userDrawn="1"/>
          </p:nvSpPr>
          <p:spPr>
            <a:xfrm>
              <a:off x="9817944" y="3155687"/>
              <a:ext cx="636994" cy="369332"/>
            </a:xfrm>
            <a:prstGeom prst="rect">
              <a:avLst/>
            </a:prstGeom>
            <a:noFill/>
          </p:spPr>
          <p:txBody>
            <a:bodyPr wrap="none" rtlCol="0" anchor="ctr">
              <a:noAutofit/>
            </a:bodyPr>
            <a:lstStyle/>
            <a:p>
              <a:pPr algn="r" rtl="0"/>
              <a:r>
                <a:rPr lang="en-US" sz="1400"/>
                <a:t>&lt;P&gt;</a:t>
              </a:r>
            </a:p>
          </p:txBody>
        </p:sp>
        <p:sp>
          <p:nvSpPr>
            <p:cNvPr id="42" name="Timeslot" hidden="1"/>
            <p:cNvSpPr txBox="1">
              <a:spLocks/>
            </p:cNvSpPr>
            <p:nvPr userDrawn="1"/>
          </p:nvSpPr>
          <p:spPr>
            <a:xfrm>
              <a:off x="7696160" y="3155687"/>
              <a:ext cx="1257061" cy="369332"/>
            </a:xfrm>
            <a:prstGeom prst="rect">
              <a:avLst/>
            </a:prstGeom>
            <a:noFill/>
          </p:spPr>
          <p:txBody>
            <a:bodyPr wrap="none" rtlCol="0" anchor="ctr">
              <a:noAutofit/>
            </a:bodyPr>
            <a:lstStyle/>
            <a:p>
              <a:pPr algn="l" rtl="0"/>
              <a:r>
                <a:rPr lang="en-US" sz="1400"/>
                <a:t>&lt;TIMESLOT&gt;</a:t>
              </a:r>
            </a:p>
          </p:txBody>
        </p:sp>
        <p:sp>
          <p:nvSpPr>
            <p:cNvPr id="43" name="Responsible" hidden="1"/>
            <p:cNvSpPr txBox="1">
              <a:spLocks/>
            </p:cNvSpPr>
            <p:nvPr userDrawn="1"/>
          </p:nvSpPr>
          <p:spPr>
            <a:xfrm>
              <a:off x="6209330" y="3155687"/>
              <a:ext cx="1388067" cy="369332"/>
            </a:xfrm>
            <a:prstGeom prst="rect">
              <a:avLst/>
            </a:prstGeom>
            <a:noFill/>
          </p:spPr>
          <p:txBody>
            <a:bodyPr wrap="none" rtlCol="0" anchor="ctr">
              <a:noAutofit/>
            </a:bodyPr>
            <a:lstStyle/>
            <a:p>
              <a:pPr algn="l" rtl="0"/>
              <a:r>
                <a:rPr lang="en-US" sz="1400"/>
                <a:t>&lt;RESPONSIBLE&gt;</a:t>
              </a:r>
            </a:p>
          </p:txBody>
        </p:sp>
        <p:sp>
          <p:nvSpPr>
            <p:cNvPr id="44" name="Duration" hidden="1"/>
            <p:cNvSpPr txBox="1">
              <a:spLocks/>
            </p:cNvSpPr>
            <p:nvPr userDrawn="1"/>
          </p:nvSpPr>
          <p:spPr>
            <a:xfrm>
              <a:off x="9043221" y="3155687"/>
              <a:ext cx="684723" cy="369332"/>
            </a:xfrm>
            <a:prstGeom prst="rect">
              <a:avLst/>
            </a:prstGeom>
            <a:noFill/>
          </p:spPr>
          <p:txBody>
            <a:bodyPr wrap="none" rtlCol="0" anchor="ctr">
              <a:noAutofit/>
            </a:bodyPr>
            <a:lstStyle/>
            <a:p>
              <a:pPr algn="l" rtl="0"/>
              <a:r>
                <a:rPr lang="en-US" sz="1400"/>
                <a:t>&lt;DURATION&gt;</a:t>
              </a:r>
            </a:p>
          </p:txBody>
        </p:sp>
      </p:grpSp>
      <p:grpSp>
        <p:nvGrpSpPr>
          <p:cNvPr id="9" name="SP Agenda Subsection Highlight" hidden="1"/>
          <p:cNvGrpSpPr>
            <a:grpSpLocks/>
          </p:cNvGrpSpPr>
          <p:nvPr userDrawn="1"/>
        </p:nvGrpSpPr>
        <p:grpSpPr>
          <a:xfrm>
            <a:off x="2265804" y="3679627"/>
            <a:ext cx="8189134" cy="369332"/>
            <a:chOff x="2265804" y="3694411"/>
            <a:chExt cx="8189134" cy="369332"/>
          </a:xfrm>
          <a:solidFill>
            <a:schemeClr val="accent1">
              <a:lumMod val="60000"/>
              <a:lumOff val="40000"/>
            </a:schemeClr>
          </a:solidFill>
        </p:grpSpPr>
        <p:sp>
          <p:nvSpPr>
            <p:cNvPr id="46" name="Section Title" hidden="1"/>
            <p:cNvSpPr txBox="1">
              <a:spLocks/>
            </p:cNvSpPr>
            <p:nvPr userDrawn="1"/>
          </p:nvSpPr>
          <p:spPr>
            <a:xfrm>
              <a:off x="2744123" y="3694411"/>
              <a:ext cx="3366444" cy="369332"/>
            </a:xfrm>
            <a:prstGeom prst="rect">
              <a:avLst/>
            </a:prstGeom>
            <a:grpFill/>
          </p:spPr>
          <p:txBody>
            <a:bodyPr wrap="square" rtlCol="0" anchor="ctr">
              <a:normAutofit/>
            </a:bodyPr>
            <a:lstStyle/>
            <a:p>
              <a:pPr defTabSz="9334267" rtl="0">
                <a:tabLst>
                  <a:tab pos="9512062" algn="l"/>
                </a:tabLst>
              </a:pPr>
              <a:r>
                <a:rPr lang="en-US" sz="1400" b="1"/>
                <a:t>&lt;TEXT&gt;</a:t>
              </a:r>
            </a:p>
          </p:txBody>
        </p:sp>
        <p:sp>
          <p:nvSpPr>
            <p:cNvPr id="47" name="Section Number" hidden="1"/>
            <p:cNvSpPr txBox="1">
              <a:spLocks/>
            </p:cNvSpPr>
            <p:nvPr userDrawn="1"/>
          </p:nvSpPr>
          <p:spPr>
            <a:xfrm>
              <a:off x="2265804" y="3694411"/>
              <a:ext cx="379556" cy="369332"/>
            </a:xfrm>
            <a:prstGeom prst="rect">
              <a:avLst/>
            </a:prstGeom>
            <a:grpFill/>
          </p:spPr>
          <p:txBody>
            <a:bodyPr wrap="none" rtlCol="0" anchor="ctr">
              <a:noAutofit/>
            </a:bodyPr>
            <a:lstStyle/>
            <a:p>
              <a:pPr algn="ctr" rtl="0"/>
              <a:r>
                <a:rPr lang="en-US" sz="1400" b="1"/>
                <a:t>&lt;N&gt;</a:t>
              </a:r>
            </a:p>
          </p:txBody>
        </p:sp>
        <p:sp>
          <p:nvSpPr>
            <p:cNvPr id="48" name="Slide Number" hidden="1"/>
            <p:cNvSpPr txBox="1">
              <a:spLocks/>
            </p:cNvSpPr>
            <p:nvPr userDrawn="1"/>
          </p:nvSpPr>
          <p:spPr>
            <a:xfrm>
              <a:off x="9817944" y="3694411"/>
              <a:ext cx="636994" cy="369332"/>
            </a:xfrm>
            <a:prstGeom prst="rect">
              <a:avLst/>
            </a:prstGeom>
            <a:grpFill/>
          </p:spPr>
          <p:txBody>
            <a:bodyPr wrap="none" rtlCol="0" anchor="ctr">
              <a:noAutofit/>
            </a:bodyPr>
            <a:lstStyle/>
            <a:p>
              <a:pPr algn="r" rtl="0"/>
              <a:r>
                <a:rPr lang="en-US" sz="1400" b="1"/>
                <a:t>&lt;P&gt;</a:t>
              </a:r>
            </a:p>
          </p:txBody>
        </p:sp>
        <p:sp>
          <p:nvSpPr>
            <p:cNvPr id="49" name="Timeslot" hidden="1"/>
            <p:cNvSpPr txBox="1">
              <a:spLocks/>
            </p:cNvSpPr>
            <p:nvPr userDrawn="1"/>
          </p:nvSpPr>
          <p:spPr>
            <a:xfrm>
              <a:off x="7696160" y="3694411"/>
              <a:ext cx="1257061" cy="369332"/>
            </a:xfrm>
            <a:prstGeom prst="rect">
              <a:avLst/>
            </a:prstGeom>
            <a:grpFill/>
          </p:spPr>
          <p:txBody>
            <a:bodyPr wrap="none" rtlCol="0" anchor="ctr">
              <a:noAutofit/>
            </a:bodyPr>
            <a:lstStyle/>
            <a:p>
              <a:pPr algn="l" rtl="0"/>
              <a:r>
                <a:rPr lang="en-US" sz="1400" b="1"/>
                <a:t>&lt;TIMESLOT&gt;</a:t>
              </a:r>
            </a:p>
          </p:txBody>
        </p:sp>
        <p:sp>
          <p:nvSpPr>
            <p:cNvPr id="50" name="Responsible" hidden="1"/>
            <p:cNvSpPr txBox="1">
              <a:spLocks/>
            </p:cNvSpPr>
            <p:nvPr userDrawn="1"/>
          </p:nvSpPr>
          <p:spPr>
            <a:xfrm>
              <a:off x="6209330" y="3694411"/>
              <a:ext cx="1388067" cy="369332"/>
            </a:xfrm>
            <a:prstGeom prst="rect">
              <a:avLst/>
            </a:prstGeom>
            <a:grpFill/>
          </p:spPr>
          <p:txBody>
            <a:bodyPr wrap="none" rtlCol="0" anchor="ctr">
              <a:noAutofit/>
            </a:bodyPr>
            <a:lstStyle/>
            <a:p>
              <a:pPr algn="l" rtl="0"/>
              <a:r>
                <a:rPr lang="en-US" sz="1400" b="1"/>
                <a:t>&lt;RESPONSIBLE&gt;</a:t>
              </a:r>
            </a:p>
          </p:txBody>
        </p:sp>
        <p:sp>
          <p:nvSpPr>
            <p:cNvPr id="51" name="Duration" hidden="1"/>
            <p:cNvSpPr txBox="1">
              <a:spLocks/>
            </p:cNvSpPr>
            <p:nvPr userDrawn="1"/>
          </p:nvSpPr>
          <p:spPr>
            <a:xfrm>
              <a:off x="9043221" y="3694411"/>
              <a:ext cx="684723" cy="369332"/>
            </a:xfrm>
            <a:prstGeom prst="rect">
              <a:avLst/>
            </a:prstGeom>
            <a:grpFill/>
          </p:spPr>
          <p:txBody>
            <a:bodyPr wrap="none" rtlCol="0" anchor="ctr">
              <a:noAutofit/>
            </a:bodyPr>
            <a:lstStyle/>
            <a:p>
              <a:pPr algn="l" rtl="0"/>
              <a:r>
                <a:rPr lang="en-US" sz="1400" b="1"/>
                <a:t>&lt;DURATION&gt;</a:t>
              </a:r>
            </a:p>
          </p:txBody>
        </p:sp>
      </p:grpSp>
      <p:sp>
        <p:nvSpPr>
          <p:cNvPr id="2" name="Titel 1">
            <a:extLst>
              <a:ext uri="{FF2B5EF4-FFF2-40B4-BE49-F238E27FC236}">
                <a16:creationId xmlns:a16="http://schemas.microsoft.com/office/drawing/2014/main" id="{750E9018-A263-3F5B-FEDF-4C499EF5102C}"/>
              </a:ext>
            </a:extLst>
          </p:cNvPr>
          <p:cNvSpPr>
            <a:spLocks noGrp="1"/>
          </p:cNvSpPr>
          <p:nvPr>
            <p:ph type="title" idx="10" hasCustomPrompt="1"/>
          </p:nvPr>
        </p:nvSpPr>
        <p:spPr/>
        <p:txBody>
          <a:bodyPr vert="horz"/>
          <a:lstStyle>
            <a:lvl1pPr rtl="0">
              <a:defRPr/>
            </a:lvl1pPr>
          </a:lstStyle>
          <a:p>
            <a:r>
              <a:rPr lang="en-US"/>
              <a:t>Agenda</a:t>
            </a:r>
          </a:p>
        </p:txBody>
      </p:sp>
    </p:spTree>
    <p:extLst>
      <p:ext uri="{BB962C8B-B14F-4D97-AF65-F5344CB8AC3E}">
        <p14:creationId xmlns:p14="http://schemas.microsoft.com/office/powerpoint/2010/main" val="2011726688"/>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guide id="2" pos="1164">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cSld name="1_Title &amp; subtitle">
    <p:spTree>
      <p:nvGrpSpPr>
        <p:cNvPr id="1" name=""/>
        <p:cNvGrpSpPr/>
        <p:nvPr/>
      </p:nvGrpSpPr>
      <p:grpSpPr>
        <a:xfrm>
          <a:off x="0" y="0"/>
          <a:ext cx="0" cy="0"/>
          <a:chOff x="0" y="0"/>
          <a:chExt cx="0" cy="0"/>
        </a:xfrm>
      </p:grpSpPr>
      <p:sp>
        <p:nvSpPr>
          <p:cNvPr id="4" name="Text Placeholder 8">
            <a:extLst>
              <a:ext uri="{FF2B5EF4-FFF2-40B4-BE49-F238E27FC236}">
                <a16:creationId xmlns:a16="http://schemas.microsoft.com/office/drawing/2014/main" id="{D1AFA9E9-5EB8-42BF-B15A-3D95DDA547A4}"/>
              </a:ext>
            </a:extLst>
          </p:cNvPr>
          <p:cNvSpPr>
            <a:spLocks noGrp="1"/>
          </p:cNvSpPr>
          <p:nvPr>
            <p:ph type="body" sz="quarter" idx="13" hasCustomPrompt="1"/>
          </p:nvPr>
        </p:nvSpPr>
        <p:spPr>
          <a:xfrm>
            <a:off x="501652"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5" name="Title Placeholder 1">
            <a:extLst>
              <a:ext uri="{FF2B5EF4-FFF2-40B4-BE49-F238E27FC236}">
                <a16:creationId xmlns:a16="http://schemas.microsoft.com/office/drawing/2014/main" id="{C3F5B0ED-A4CB-4D19-B6B8-CA9E1139E702}"/>
              </a:ext>
            </a:extLst>
          </p:cNvPr>
          <p:cNvSpPr>
            <a:spLocks noGrp="1"/>
          </p:cNvSpPr>
          <p:nvPr>
            <p:ph type="title" hasCustomPrompt="1"/>
          </p:nvPr>
        </p:nvSpPr>
        <p:spPr>
          <a:xfrm>
            <a:off x="501652" y="317504"/>
            <a:ext cx="111887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4138329623"/>
      </p:ext>
    </p:extLst>
  </p:cSld>
  <p:clrMapOvr>
    <a:masterClrMapping/>
  </p:clrMapOvr>
  <p:transition>
    <p:fade/>
  </p:transition>
  <p:hf hdr="0" dt="0"/>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2_Title, subtitle &amp; 1 column text">
    <p:spTree>
      <p:nvGrpSpPr>
        <p:cNvPr id="1" name=""/>
        <p:cNvGrpSpPr/>
        <p:nvPr/>
      </p:nvGrpSpPr>
      <p:grpSpPr>
        <a:xfrm>
          <a:off x="0" y="0"/>
          <a:ext cx="0" cy="0"/>
          <a:chOff x="0" y="0"/>
          <a:chExt cx="0" cy="0"/>
        </a:xfrm>
      </p:grpSpPr>
      <p:sp>
        <p:nvSpPr>
          <p:cNvPr id="14" name="Title Placeholder 1"/>
          <p:cNvSpPr>
            <a:spLocks noGrp="1"/>
          </p:cNvSpPr>
          <p:nvPr>
            <p:ph type="title"/>
          </p:nvPr>
        </p:nvSpPr>
        <p:spPr>
          <a:xfrm>
            <a:off x="469900" y="402586"/>
            <a:ext cx="11252200" cy="698501"/>
          </a:xfrm>
          <a:prstGeom prst="rect">
            <a:avLst/>
          </a:prstGeom>
        </p:spPr>
        <p:txBody>
          <a:bodyPr vert="horz" lIns="0" tIns="0" rIns="0" bIns="0" rtlCol="0" anchor="t" anchorCtr="0">
            <a:noAutofit/>
          </a:bodyPr>
          <a:lstStyle>
            <a:lvl1pPr>
              <a:defRPr sz="2000"/>
            </a:lvl1pPr>
          </a:lstStyle>
          <a:p>
            <a:r>
              <a:rPr lang="en-GB" noProof="0"/>
              <a:t>Click to edit Master title style</a:t>
            </a:r>
          </a:p>
        </p:txBody>
      </p:sp>
      <p:sp>
        <p:nvSpPr>
          <p:cNvPr id="9" name="Text Placeholder 8"/>
          <p:cNvSpPr>
            <a:spLocks noGrp="1"/>
          </p:cNvSpPr>
          <p:nvPr>
            <p:ph type="body" sz="quarter" idx="13" hasCustomPrompt="1"/>
          </p:nvPr>
        </p:nvSpPr>
        <p:spPr>
          <a:xfrm>
            <a:off x="469900" y="736688"/>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GB" noProof="0"/>
              <a:t>Click to add subtitle</a:t>
            </a:r>
            <a:endParaRPr lang="en-GB"/>
          </a:p>
        </p:txBody>
      </p:sp>
      <p:sp>
        <p:nvSpPr>
          <p:cNvPr id="8" name="Text Placeholder 18"/>
          <p:cNvSpPr>
            <a:spLocks noGrp="1"/>
          </p:cNvSpPr>
          <p:nvPr>
            <p:ph idx="1"/>
          </p:nvPr>
        </p:nvSpPr>
        <p:spPr>
          <a:xfrm>
            <a:off x="469900" y="1665818"/>
            <a:ext cx="11252200" cy="4633383"/>
          </a:xfrm>
          <a:prstGeom prst="rect">
            <a:avLst/>
          </a:prstGeom>
        </p:spPr>
        <p:txBody>
          <a:bodyPr vert="horz" lIns="0" tIns="0" rIns="0" bIns="0" rtlCol="0">
            <a:noAutofit/>
          </a:bodyPr>
          <a:lstStyle/>
          <a:p>
            <a:pPr lvl="0"/>
            <a:r>
              <a:rPr lang="en-GB" noProof="0"/>
              <a:t>Edit Master text styles</a:t>
            </a:r>
            <a:endParaRPr lang="en-GB"/>
          </a:p>
          <a:p>
            <a:pPr lvl="1"/>
            <a:r>
              <a:rPr lang="en-GB" noProof="0"/>
              <a:t>Second level</a:t>
            </a:r>
            <a:endParaRPr lang="en-GB"/>
          </a:p>
          <a:p>
            <a:pPr lvl="2"/>
            <a:r>
              <a:rPr lang="en-GB" noProof="0"/>
              <a:t>Third level</a:t>
            </a:r>
            <a:endParaRPr lang="en-GB"/>
          </a:p>
          <a:p>
            <a:pPr lvl="3"/>
            <a:r>
              <a:rPr lang="en-GB" noProof="0"/>
              <a:t>Fourth level</a:t>
            </a:r>
            <a:endParaRPr lang="en-GB"/>
          </a:p>
          <a:p>
            <a:pPr lvl="4"/>
            <a:r>
              <a:rPr lang="en-GB" noProof="0"/>
              <a:t>Fifth level</a:t>
            </a:r>
          </a:p>
        </p:txBody>
      </p:sp>
    </p:spTree>
    <p:extLst>
      <p:ext uri="{BB962C8B-B14F-4D97-AF65-F5344CB8AC3E}">
        <p14:creationId xmlns:p14="http://schemas.microsoft.com/office/powerpoint/2010/main" val="2214066851"/>
      </p:ext>
    </p:extLst>
  </p:cSld>
  <p:clrMapOvr>
    <a:masterClrMapping/>
  </p:clrMapOvr>
  <p:transition>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Titelfolie MB Cars">
    <p:bg bwMode="black">
      <p:bgRef idx="1001">
        <a:schemeClr val="bg1"/>
      </p:bgRef>
    </p:bg>
    <p:spTree>
      <p:nvGrpSpPr>
        <p:cNvPr id="1" name=""/>
        <p:cNvGrpSpPr/>
        <p:nvPr/>
      </p:nvGrpSpPr>
      <p:grpSpPr>
        <a:xfrm>
          <a:off x="0" y="0"/>
          <a:ext cx="0" cy="0"/>
          <a:chOff x="0" y="0"/>
          <a:chExt cx="0" cy="0"/>
        </a:xfrm>
      </p:grpSpPr>
      <p:pic>
        <p:nvPicPr>
          <p:cNvPr id="39" name="Picture 2"/>
          <p:cNvPicPr>
            <a:picLocks noChangeAspect="1" noChangeArrowheads="1"/>
          </p:cNvPicPr>
          <p:nvPr userDrawn="1"/>
        </p:nvPicPr>
        <p:blipFill>
          <a:blip r:embed="rId2">
            <a:extLst>
              <a:ext uri="{28A0092B-C50C-407E-A947-70E740481C1C}">
                <a14:useLocalDpi xmlns:a14="http://schemas.microsoft.com/office/drawing/2010/main" val="0"/>
              </a:ext>
            </a:extLst>
          </a:blip>
          <a:stretch>
            <a:fillRect/>
          </a:stretch>
        </p:blipFill>
        <p:spPr bwMode="gray">
          <a:xfrm>
            <a:off x="32" y="0"/>
            <a:ext cx="12193523" cy="6858000"/>
          </a:xfrm>
          <a:prstGeom prst="rect">
            <a:avLst/>
          </a:prstGeom>
          <a:noFill/>
          <a:extLst>
            <a:ext uri="{909E8E84-426E-40DD-AFC4-6F175D3DCCD1}">
              <a14:hiddenFill xmlns:a14="http://schemas.microsoft.com/office/drawing/2010/main">
                <a:solidFill>
                  <a:srgbClr val="FFFFFF"/>
                </a:solidFill>
              </a14:hiddenFill>
            </a:ext>
          </a:extLst>
        </p:spPr>
      </p:pic>
      <p:sp>
        <p:nvSpPr>
          <p:cNvPr id="14" name="Titel 1"/>
          <p:cNvSpPr>
            <a:spLocks noGrp="1"/>
          </p:cNvSpPr>
          <p:nvPr>
            <p:ph type="ctrTitle" hasCustomPrompt="1"/>
          </p:nvPr>
        </p:nvSpPr>
        <p:spPr bwMode="white">
          <a:xfrm>
            <a:off x="395286" y="3848402"/>
            <a:ext cx="9396000" cy="1044000"/>
          </a:xfrm>
        </p:spPr>
        <p:txBody>
          <a:bodyPr/>
          <a:lstStyle>
            <a:lvl1pPr>
              <a:lnSpc>
                <a:spcPts val="3999"/>
              </a:lnSpc>
              <a:defRPr sz="3000"/>
            </a:lvl1pPr>
          </a:lstStyle>
          <a:p>
            <a:r>
              <a:rPr lang="de-DE" noProof="0"/>
              <a:t>Präsentationstitel einzeilig in CorpoA (Überschriften) 30 pt.</a:t>
            </a:r>
            <a:br>
              <a:rPr lang="de-DE" noProof="0"/>
            </a:br>
            <a:r>
              <a:rPr lang="de-DE" noProof="0"/>
              <a:t>Zweite Zeile möglich.</a:t>
            </a:r>
          </a:p>
        </p:txBody>
      </p:sp>
      <p:sp>
        <p:nvSpPr>
          <p:cNvPr id="15" name="Untertitel 2"/>
          <p:cNvSpPr>
            <a:spLocks noGrp="1"/>
          </p:cNvSpPr>
          <p:nvPr>
            <p:ph type="subTitle" idx="1" hasCustomPrompt="1"/>
          </p:nvPr>
        </p:nvSpPr>
        <p:spPr bwMode="white">
          <a:xfrm>
            <a:off x="396000" y="4932000"/>
            <a:ext cx="9396000" cy="756000"/>
          </a:xfrm>
        </p:spPr>
        <p:txBody>
          <a:bodyPr/>
          <a:lstStyle>
            <a:lvl1pPr marL="0" indent="0" algn="l">
              <a:lnSpc>
                <a:spcPct val="100000"/>
              </a:lnSpc>
              <a:spcAft>
                <a:spcPts val="0"/>
              </a:spcAft>
              <a:buFont typeface="Arial" panose="020B0604020202020204" pitchFamily="34" charset="0"/>
              <a:buNone/>
              <a:defRPr sz="1500">
                <a:solidFill>
                  <a:schemeClr val="tx1"/>
                </a:solidFill>
                <a:latin typeface="+mn-lt"/>
              </a:defRPr>
            </a:lvl1pPr>
            <a:lvl2pPr marL="0" indent="0" algn="l">
              <a:lnSpc>
                <a:spcPct val="100000"/>
              </a:lnSpc>
              <a:spcAft>
                <a:spcPts val="0"/>
              </a:spcAft>
              <a:buFont typeface="Arial" panose="020B0604020202020204" pitchFamily="34" charset="0"/>
              <a:buNone/>
              <a:defRPr sz="1500">
                <a:solidFill>
                  <a:schemeClr val="tx1"/>
                </a:solidFill>
                <a:latin typeface="+mn-lt"/>
              </a:defRPr>
            </a:lvl2pPr>
            <a:lvl3pPr marL="0" indent="0" algn="l">
              <a:lnSpc>
                <a:spcPct val="100000"/>
              </a:lnSpc>
              <a:spcAft>
                <a:spcPts val="0"/>
              </a:spcAft>
              <a:buFont typeface="Arial" panose="020B0604020202020204" pitchFamily="34" charset="0"/>
              <a:buNone/>
              <a:defRPr sz="1500">
                <a:solidFill>
                  <a:schemeClr val="tx1"/>
                </a:solidFill>
                <a:latin typeface="+mn-lt"/>
              </a:defRPr>
            </a:lvl3pPr>
            <a:lvl4pPr marL="0" indent="0" algn="l">
              <a:lnSpc>
                <a:spcPct val="100000"/>
              </a:lnSpc>
              <a:spcAft>
                <a:spcPts val="0"/>
              </a:spcAft>
              <a:buFont typeface="Arial" panose="020B0604020202020204" pitchFamily="34" charset="0"/>
              <a:buNone/>
              <a:defRPr sz="1500">
                <a:solidFill>
                  <a:schemeClr val="tx1"/>
                </a:solidFill>
                <a:latin typeface="+mn-lt"/>
              </a:defRPr>
            </a:lvl4pPr>
            <a:lvl5pPr marL="0" indent="0" algn="l">
              <a:lnSpc>
                <a:spcPct val="100000"/>
              </a:lnSpc>
              <a:spcAft>
                <a:spcPts val="0"/>
              </a:spcAft>
              <a:buFont typeface="Arial" panose="020B0604020202020204" pitchFamily="34" charset="0"/>
              <a:buNone/>
              <a:defRPr sz="1500">
                <a:solidFill>
                  <a:schemeClr val="tx1"/>
                </a:solidFill>
                <a:latin typeface="+mn-lt"/>
              </a:defRPr>
            </a:lvl5pPr>
            <a:lvl6pPr marL="0" indent="0" algn="l">
              <a:lnSpc>
                <a:spcPct val="100000"/>
              </a:lnSpc>
              <a:spcAft>
                <a:spcPts val="0"/>
              </a:spcAft>
              <a:buFont typeface="Arial" panose="020B0604020202020204" pitchFamily="34" charset="0"/>
              <a:buNone/>
              <a:defRPr sz="1500">
                <a:solidFill>
                  <a:schemeClr val="tx1"/>
                </a:solidFill>
                <a:latin typeface="+mn-lt"/>
              </a:defRPr>
            </a:lvl6pPr>
            <a:lvl7pPr marL="0" indent="0" algn="l">
              <a:lnSpc>
                <a:spcPct val="100000"/>
              </a:lnSpc>
              <a:spcAft>
                <a:spcPts val="0"/>
              </a:spcAft>
              <a:buFont typeface="Arial" panose="020B0604020202020204" pitchFamily="34" charset="0"/>
              <a:buNone/>
              <a:defRPr sz="1500">
                <a:solidFill>
                  <a:schemeClr val="tx1"/>
                </a:solidFill>
                <a:latin typeface="+mn-lt"/>
              </a:defRPr>
            </a:lvl7pPr>
            <a:lvl8pPr marL="0" indent="0" algn="l">
              <a:lnSpc>
                <a:spcPct val="100000"/>
              </a:lnSpc>
              <a:spcAft>
                <a:spcPts val="0"/>
              </a:spcAft>
              <a:buFont typeface="Arial" panose="020B0604020202020204" pitchFamily="34" charset="0"/>
              <a:buNone/>
              <a:defRPr sz="1500">
                <a:solidFill>
                  <a:schemeClr val="tx1"/>
                </a:solidFill>
                <a:latin typeface="+mn-lt"/>
              </a:defRPr>
            </a:lvl8pPr>
            <a:lvl9pPr marL="0" indent="0" algn="l">
              <a:lnSpc>
                <a:spcPct val="100000"/>
              </a:lnSpc>
              <a:spcAft>
                <a:spcPts val="0"/>
              </a:spcAft>
              <a:buFont typeface="Arial" panose="020B0604020202020204" pitchFamily="34" charset="0"/>
              <a:buNone/>
              <a:defRPr sz="1500">
                <a:solidFill>
                  <a:schemeClr val="tx1"/>
                </a:solidFill>
                <a:latin typeface="+mn-lt"/>
              </a:defRPr>
            </a:lvl9pPr>
          </a:lstStyle>
          <a:p>
            <a:pPr lvl="0"/>
            <a:r>
              <a:rPr lang="de-DE" noProof="0"/>
              <a:t>Zusatztext zur Präsentation 15 pt.</a:t>
            </a:r>
            <a:br>
              <a:rPr lang="de-DE" noProof="0"/>
            </a:br>
            <a:r>
              <a:rPr lang="de-DE" noProof="0"/>
              <a:t>Referent, Abteilung, Ort, Datum</a:t>
            </a:r>
          </a:p>
        </p:txBody>
      </p:sp>
      <p:sp>
        <p:nvSpPr>
          <p:cNvPr id="16" name="Bildplatzhalter 8"/>
          <p:cNvSpPr>
            <a:spLocks noGrp="1"/>
          </p:cNvSpPr>
          <p:nvPr>
            <p:ph type="pic" sz="quarter" idx="10" hasCustomPrompt="1"/>
          </p:nvPr>
        </p:nvSpPr>
        <p:spPr bwMode="gray">
          <a:xfrm>
            <a:off x="2" y="313201"/>
            <a:ext cx="12193200" cy="34056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r>
              <a:rPr lang="de-DE" noProof="0"/>
              <a:t>Bild einfügen</a:t>
            </a:r>
          </a:p>
        </p:txBody>
      </p:sp>
      <p:grpSp>
        <p:nvGrpSpPr>
          <p:cNvPr id="3" name="Gruppieren 2"/>
          <p:cNvGrpSpPr/>
          <p:nvPr userDrawn="1"/>
        </p:nvGrpSpPr>
        <p:grpSpPr>
          <a:xfrm>
            <a:off x="-2088000" y="-555675"/>
            <a:ext cx="13875807" cy="7893048"/>
            <a:chOff x="-2088000" y="-555675"/>
            <a:chExt cx="13875807" cy="7893048"/>
          </a:xfrm>
        </p:grpSpPr>
        <p:grpSp>
          <p:nvGrpSpPr>
            <p:cNvPr id="28" name="Gruppieren 27"/>
            <p:cNvGrpSpPr/>
            <p:nvPr userDrawn="1"/>
          </p:nvGrpSpPr>
          <p:grpSpPr>
            <a:xfrm>
              <a:off x="-2088000" y="-468001"/>
              <a:ext cx="13875807" cy="7805374"/>
              <a:chOff x="-2088000" y="-468001"/>
              <a:chExt cx="13875807" cy="7805374"/>
            </a:xfrm>
          </p:grpSpPr>
          <p:sp>
            <p:nvSpPr>
              <p:cNvPr id="29" name="Folie Wechsel/Zurücksetzen/Textebenen"/>
              <p:cNvSpPr txBox="1"/>
              <p:nvPr userDrawn="1"/>
            </p:nvSpPr>
            <p:spPr>
              <a:xfrm rot="10800000" flipH="1" flipV="1">
                <a:off x="-2088000" y="1547999"/>
                <a:ext cx="1980000" cy="198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000" b="0" baseline="0" noProof="0">
                    <a:solidFill>
                      <a:schemeClr val="accent5"/>
                    </a:solidFill>
                    <a:latin typeface="+mn-lt"/>
                  </a:rPr>
                  <a:t>Folie in Ursprungsform </a:t>
                </a:r>
              </a:p>
              <a:p>
                <a:pPr indent="0" algn="r">
                  <a:lnSpc>
                    <a:spcPct val="100000"/>
                  </a:lnSpc>
                  <a:spcBef>
                    <a:spcPts val="0"/>
                  </a:spcBef>
                  <a:spcAft>
                    <a:spcPts val="0"/>
                  </a:spcAft>
                </a:pPr>
                <a:r>
                  <a:rPr lang="de-DE" sz="1000" b="0" baseline="0" noProof="0">
                    <a:solidFill>
                      <a:schemeClr val="accent5"/>
                    </a:solidFill>
                    <a:latin typeface="+mn-lt"/>
                  </a:rPr>
                  <a:t>bringen über Menü:</a:t>
                </a:r>
              </a:p>
              <a:p>
                <a:pPr indent="0" algn="r">
                  <a:lnSpc>
                    <a:spcPct val="100000"/>
                  </a:lnSpc>
                  <a:spcBef>
                    <a:spcPts val="0"/>
                  </a:spcBef>
                  <a:spcAft>
                    <a:spcPts val="0"/>
                  </a:spcAft>
                </a:pPr>
                <a:r>
                  <a:rPr lang="de-DE" sz="1000" b="0" baseline="0" noProof="0">
                    <a:solidFill>
                      <a:schemeClr val="accent5"/>
                    </a:solidFill>
                    <a:latin typeface="+mn-lt"/>
                  </a:rPr>
                  <a:t>Start // Folien // Zurücksetzen</a:t>
                </a:r>
              </a:p>
              <a:p>
                <a:pPr indent="0" algn="r">
                  <a:lnSpc>
                    <a:spcPct val="100000"/>
                  </a:lnSpc>
                  <a:spcBef>
                    <a:spcPts val="0"/>
                  </a:spcBef>
                  <a:spcAft>
                    <a:spcPts val="0"/>
                  </a:spcAft>
                </a:pPr>
                <a:endParaRPr lang="de-DE" sz="1000" b="0" baseline="0" noProof="0">
                  <a:solidFill>
                    <a:schemeClr val="accent5"/>
                  </a:solidFill>
                  <a:latin typeface="+mn-lt"/>
                </a:endParaRPr>
              </a:p>
              <a:p>
                <a:pPr indent="0" algn="r">
                  <a:lnSpc>
                    <a:spcPct val="100000"/>
                  </a:lnSpc>
                  <a:spcBef>
                    <a:spcPts val="0"/>
                  </a:spcBef>
                  <a:spcAft>
                    <a:spcPts val="0"/>
                  </a:spcAft>
                </a:pPr>
                <a:r>
                  <a:rPr lang="de-DE" sz="1000" b="0" baseline="0" noProof="0">
                    <a:solidFill>
                      <a:schemeClr val="accent5"/>
                    </a:solidFill>
                    <a:latin typeface="+mn-lt"/>
                  </a:rPr>
                  <a:t>Wechsel des Folienlayouts </a:t>
                </a:r>
                <a:br>
                  <a:rPr lang="de-DE" sz="1000" b="0" baseline="0" noProof="0">
                    <a:solidFill>
                      <a:schemeClr val="accent5"/>
                    </a:solidFill>
                    <a:latin typeface="+mn-lt"/>
                  </a:rPr>
                </a:br>
                <a:r>
                  <a:rPr lang="de-DE" sz="1000" b="0" baseline="0" noProof="0">
                    <a:solidFill>
                      <a:schemeClr val="accent5"/>
                    </a:solidFill>
                    <a:latin typeface="+mn-lt"/>
                  </a:rPr>
                  <a:t>im Menü über:</a:t>
                </a:r>
              </a:p>
              <a:p>
                <a:pPr marL="0" marR="0" lvl="0" indent="0" algn="r" defTabSz="914271"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Start // Folien // Layout</a:t>
                </a:r>
              </a:p>
              <a:p>
                <a:pPr marL="0" marR="0" lvl="0" indent="0" algn="r" defTabSz="914271" rtl="0" eaLnBrk="1" fontAlgn="auto" latinLnBrk="0" hangingPunct="1">
                  <a:lnSpc>
                    <a:spcPct val="100000"/>
                  </a:lnSpc>
                  <a:spcBef>
                    <a:spcPts val="0"/>
                  </a:spcBef>
                  <a:spcAft>
                    <a:spcPts val="0"/>
                  </a:spcAft>
                  <a:buClrTx/>
                  <a:buSzTx/>
                  <a:buFontTx/>
                  <a:buNone/>
                  <a:tabLst/>
                  <a:defRPr/>
                </a:pPr>
                <a:endParaRPr lang="de-DE" sz="1000" b="0" baseline="0" noProof="0">
                  <a:solidFill>
                    <a:schemeClr val="accent5"/>
                  </a:solidFill>
                  <a:latin typeface="+mn-lt"/>
                </a:endParaRPr>
              </a:p>
              <a:p>
                <a:pPr marL="0" marR="0" lvl="0" indent="0" algn="r" defTabSz="914271"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Wechsel der Textebene</a:t>
                </a:r>
              </a:p>
              <a:p>
                <a:pPr marL="0" marR="0" lvl="0" indent="0" algn="r" defTabSz="914271"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im Menü über: </a:t>
                </a:r>
                <a:br>
                  <a:rPr lang="de-DE" sz="1000" b="0" baseline="0" noProof="0">
                    <a:solidFill>
                      <a:schemeClr val="accent5"/>
                    </a:solidFill>
                    <a:latin typeface="+mn-lt"/>
                  </a:rPr>
                </a:br>
                <a:r>
                  <a:rPr lang="de-DE" sz="1000" b="0" baseline="0" noProof="0">
                    <a:solidFill>
                      <a:schemeClr val="accent5"/>
                    </a:solidFill>
                    <a:latin typeface="+mn-lt"/>
                  </a:rPr>
                  <a:t>Start // Absatz // Listenebene erhöhen/verringern</a:t>
                </a:r>
              </a:p>
            </p:txBody>
          </p:sp>
          <p:sp>
            <p:nvSpPr>
              <p:cNvPr id="30" name="Design wechsel"/>
              <p:cNvSpPr txBox="1"/>
              <p:nvPr userDrawn="1"/>
            </p:nvSpPr>
            <p:spPr>
              <a:xfrm rot="10800000" flipH="1" flipV="1">
                <a:off x="-2088000" y="403199"/>
                <a:ext cx="1980000" cy="900000"/>
              </a:xfrm>
              <a:prstGeom prst="rect">
                <a:avLst/>
              </a:prstGeom>
              <a:noFill/>
              <a:ln w="12700">
                <a:noFill/>
              </a:ln>
            </p:spPr>
            <p:txBody>
              <a:bodyPr vert="horz" wrap="square" lIns="0" tIns="0" rIns="0" bIns="0" rtlCol="0" anchor="t" anchorCtr="0">
                <a:noAutofit/>
              </a:bodyPr>
              <a:ls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gn="r">
                  <a:lnSpc>
                    <a:spcPct val="100000"/>
                  </a:lnSpc>
                  <a:spcBef>
                    <a:spcPts val="0"/>
                  </a:spcBef>
                  <a:spcAft>
                    <a:spcPts val="0"/>
                  </a:spcAft>
                </a:pPr>
                <a:r>
                  <a:rPr lang="de-DE" sz="1000" b="0" baseline="0" noProof="0">
                    <a:solidFill>
                      <a:schemeClr val="accent5"/>
                    </a:solidFill>
                    <a:latin typeface="+mn-lt"/>
                  </a:rPr>
                  <a:t>Wechsel zwischen weißem und schwarzem Folienlayout über Menü: </a:t>
                </a:r>
                <a:br>
                  <a:rPr lang="de-DE" sz="1000" b="0" baseline="0" noProof="0">
                    <a:solidFill>
                      <a:schemeClr val="accent5"/>
                    </a:solidFill>
                    <a:latin typeface="+mn-lt"/>
                  </a:rPr>
                </a:br>
                <a:r>
                  <a:rPr lang="de-DE" sz="1000" b="0" baseline="0" noProof="0">
                    <a:solidFill>
                      <a:schemeClr val="accent5"/>
                    </a:solidFill>
                    <a:latin typeface="+mn-lt"/>
                  </a:rPr>
                  <a:t>Entwurf // Designs</a:t>
                </a:r>
              </a:p>
              <a:p>
                <a:pPr indent="0" algn="r">
                  <a:lnSpc>
                    <a:spcPct val="100000"/>
                  </a:lnSpc>
                  <a:spcBef>
                    <a:spcPts val="0"/>
                  </a:spcBef>
                  <a:spcAft>
                    <a:spcPts val="0"/>
                  </a:spcAft>
                </a:pPr>
                <a:r>
                  <a:rPr lang="de-DE" sz="1000" b="0" baseline="0" noProof="0">
                    <a:solidFill>
                      <a:schemeClr val="accent5"/>
                    </a:solidFill>
                    <a:latin typeface="+mn-lt"/>
                  </a:rPr>
                  <a:t>(Rechtsklick: </a:t>
                </a:r>
                <a:r>
                  <a:rPr lang="de-DE" sz="1000" b="0" i="1" baseline="0" noProof="0">
                    <a:solidFill>
                      <a:schemeClr val="accent5"/>
                    </a:solidFill>
                    <a:latin typeface="+mn-lt"/>
                  </a:rPr>
                  <a:t>Für alle Folien </a:t>
                </a:r>
                <a:r>
                  <a:rPr lang="de-DE" sz="1000" b="0" baseline="0" noProof="0">
                    <a:solidFill>
                      <a:schemeClr val="accent5"/>
                    </a:solidFill>
                    <a:latin typeface="+mn-lt"/>
                  </a:rPr>
                  <a:t>oder </a:t>
                </a:r>
                <a:br>
                  <a:rPr lang="de-DE" sz="1000" b="0" baseline="0" noProof="0">
                    <a:solidFill>
                      <a:schemeClr val="accent5"/>
                    </a:solidFill>
                    <a:latin typeface="+mn-lt"/>
                  </a:rPr>
                </a:br>
                <a:r>
                  <a:rPr lang="de-DE" sz="1000" b="0" i="1" baseline="0" noProof="0">
                    <a:solidFill>
                      <a:schemeClr val="accent5"/>
                    </a:solidFill>
                    <a:latin typeface="+mn-lt"/>
                  </a:rPr>
                  <a:t>Für ausgewählte Folien </a:t>
                </a:r>
                <a:r>
                  <a:rPr lang="de-DE" sz="1000" b="0" baseline="0" noProof="0">
                    <a:solidFill>
                      <a:schemeClr val="accent5"/>
                    </a:solidFill>
                    <a:latin typeface="+mn-lt"/>
                  </a:rPr>
                  <a:t>übernehmen)</a:t>
                </a:r>
              </a:p>
            </p:txBody>
          </p:sp>
          <p:pic>
            <p:nvPicPr>
              <p:cNvPr id="31" name="Listenebene erhöhen"/>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45200" y="3563999"/>
                <a:ext cx="635538"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 name="Listenebene verringern"/>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745200" y="4031999"/>
                <a:ext cx="635538"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xt // Listenebene erhöhen"/>
              <p:cNvSpPr txBox="1"/>
              <p:nvPr userDrawn="1"/>
            </p:nvSpPr>
            <p:spPr>
              <a:xfrm>
                <a:off x="-1548000" y="3563999"/>
                <a:ext cx="720000" cy="324000"/>
              </a:xfrm>
              <a:prstGeom prst="rect">
                <a:avLst/>
              </a:prstGeom>
              <a:noFill/>
            </p:spPr>
            <p:txBody>
              <a:bodyPr wrap="square" lIns="0" tIns="0" rIns="0" bIns="0" rtlCol="0">
                <a:noAutofit/>
              </a:bodyPr>
              <a:lstStyle/>
              <a:p>
                <a:pPr marL="0" marR="0" lvl="0" indent="0" algn="r" defTabSz="914271"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Listenebene</a:t>
                </a:r>
              </a:p>
              <a:p>
                <a:pPr marL="0" marR="0" lvl="0" indent="0" algn="r" defTabSz="914271"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erhöhen</a:t>
                </a:r>
              </a:p>
            </p:txBody>
          </p:sp>
          <p:sp>
            <p:nvSpPr>
              <p:cNvPr id="34" name="Text // Listenebene verringern"/>
              <p:cNvSpPr txBox="1"/>
              <p:nvPr userDrawn="1"/>
            </p:nvSpPr>
            <p:spPr>
              <a:xfrm>
                <a:off x="-1548000" y="4031999"/>
                <a:ext cx="720000" cy="324000"/>
              </a:xfrm>
              <a:prstGeom prst="rect">
                <a:avLst/>
              </a:prstGeom>
              <a:noFill/>
            </p:spPr>
            <p:txBody>
              <a:bodyPr wrap="square" lIns="0" tIns="0" rIns="0" bIns="0" rtlCol="0">
                <a:noAutofit/>
              </a:bodyPr>
              <a:lstStyle/>
              <a:p>
                <a:pPr marL="0" marR="0" lvl="0" indent="0" algn="r" defTabSz="914271"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Listenebene</a:t>
                </a:r>
              </a:p>
              <a:p>
                <a:pPr marL="0" marR="0" lvl="0" indent="0" algn="r" defTabSz="914271"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verringern</a:t>
                </a:r>
              </a:p>
            </p:txBody>
          </p:sp>
          <p:sp>
            <p:nvSpPr>
              <p:cNvPr id="36" name="Hilfslinien"/>
              <p:cNvSpPr txBox="1"/>
              <p:nvPr userDrawn="1"/>
            </p:nvSpPr>
            <p:spPr>
              <a:xfrm rot="10800000" flipH="1" flipV="1">
                <a:off x="432775" y="-468001"/>
                <a:ext cx="5090336"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042909"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chemeClr val="accent5"/>
                    </a:solidFill>
                    <a:effectLst/>
                    <a:uLnTx/>
                    <a:uFillTx/>
                    <a:latin typeface="+mn-lt"/>
                    <a:ea typeface="+mn-ea"/>
                    <a:cs typeface="+mn-cs"/>
                  </a:rPr>
                  <a:t>Hilfslinien anzeigen über Menü: Ansicht // Anzeigen // Haken bei Führungslinien setzen</a:t>
                </a:r>
              </a:p>
            </p:txBody>
          </p:sp>
          <p:sp>
            <p:nvSpPr>
              <p:cNvPr id="37" name="Hilfslinien"/>
              <p:cNvSpPr txBox="1"/>
              <p:nvPr userDrawn="1"/>
            </p:nvSpPr>
            <p:spPr>
              <a:xfrm rot="10800000" flipH="1" flipV="1">
                <a:off x="7107287" y="-468000"/>
                <a:ext cx="4680520"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042909"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chemeClr val="accent5"/>
                    </a:solidFill>
                    <a:effectLst/>
                    <a:uLnTx/>
                    <a:uFillTx/>
                    <a:latin typeface="+mn-lt"/>
                    <a:ea typeface="+mn-ea"/>
                    <a:cs typeface="+mn-cs"/>
                  </a:rPr>
                  <a:t>Reservierte Bereiche für Stempel oder Icons</a:t>
                </a:r>
              </a:p>
            </p:txBody>
          </p:sp>
          <p:sp>
            <p:nvSpPr>
              <p:cNvPr id="38" name="Fußzeile"/>
              <p:cNvSpPr txBox="1"/>
              <p:nvPr userDrawn="1"/>
            </p:nvSpPr>
            <p:spPr>
              <a:xfrm rot="10800000" flipH="1" flipV="1">
                <a:off x="432775" y="6977373"/>
                <a:ext cx="10993626"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2909" rtl="0" eaLnBrk="1" fontAlgn="auto" latinLnBrk="0" hangingPunct="1">
                  <a:lnSpc>
                    <a:spcPct val="100000"/>
                  </a:lnSpc>
                  <a:spcBef>
                    <a:spcPts val="0"/>
                  </a:spcBef>
                  <a:spcAft>
                    <a:spcPts val="0"/>
                  </a:spcAft>
                  <a:buClrTx/>
                  <a:buSzTx/>
                  <a:buFontTx/>
                  <a:buNone/>
                  <a:tabLst/>
                  <a:defRPr/>
                </a:pPr>
                <a:r>
                  <a:rPr lang="de-DE" sz="1000" b="0" baseline="0" noProof="0">
                    <a:solidFill>
                      <a:schemeClr val="accent5"/>
                    </a:solidFill>
                    <a:latin typeface="+mn-lt"/>
                  </a:rPr>
                  <a:t>Fußzeile pro Folie oder für alle/mehrere anpassen über Menü: Einfügen // Text // Kopf- und Fußzeile</a:t>
                </a:r>
              </a:p>
            </p:txBody>
          </p:sp>
        </p:grpSp>
        <p:pic>
          <p:nvPicPr>
            <p:cNvPr id="24" name="Picture 3"/>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1527026" y="-555675"/>
              <a:ext cx="1428750" cy="895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1"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2"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3"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547251741"/>
      </p:ext>
    </p:extLst>
  </p:cSld>
  <p:clrMapOvr>
    <a:masterClrMapping/>
  </p:clrMapOvr>
  <p:extLst>
    <p:ext uri="{DCECCB84-F9BA-43D5-87BE-67443E8EF086}">
      <p15:sldGuideLst xmlns:p15="http://schemas.microsoft.com/office/powerpoint/2012/main">
        <p15:guide id="1" pos="7433">
          <p15:clr>
            <a:srgbClr val="A4A3A4"/>
          </p15:clr>
        </p15:guide>
        <p15:guide id="2" orient="horz" pos="2343">
          <p15:clr>
            <a:srgbClr val="A4A3A4"/>
          </p15:clr>
        </p15:guide>
        <p15:guide id="3" pos="251">
          <p15:clr>
            <a:srgbClr val="A4A3A4"/>
          </p15:clr>
        </p15:guide>
        <p15:guide id="4" orient="horz" pos="4047">
          <p15:clr>
            <a:srgbClr val="A4A3A4"/>
          </p15:clr>
        </p15:guide>
        <p15:guide id="5" orient="horz" pos="195">
          <p15:clr>
            <a:srgbClr val="A4A3A4"/>
          </p15:clr>
        </p15:guide>
        <p15:guide id="6" orient="horz" pos="2424">
          <p15:clr>
            <a:srgbClr val="A4A3A4"/>
          </p15:clr>
        </p15:guide>
        <p15:guide id="7" orient="horz" pos="3107">
          <p15:clr>
            <a:srgbClr val="A4A3A4"/>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Agenda (zwei Spalten)">
    <p:spTree>
      <p:nvGrpSpPr>
        <p:cNvPr id="1" name=""/>
        <p:cNvGrpSpPr/>
        <p:nvPr/>
      </p:nvGrpSpPr>
      <p:grpSpPr>
        <a:xfrm>
          <a:off x="0" y="0"/>
          <a:ext cx="0" cy="0"/>
          <a:chOff x="0" y="0"/>
          <a:chExt cx="0" cy="0"/>
        </a:xfrm>
      </p:grpSpPr>
      <p:sp>
        <p:nvSpPr>
          <p:cNvPr id="12"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3" name="Textplatzhalter 7"/>
          <p:cNvSpPr>
            <a:spLocks noGrp="1"/>
          </p:cNvSpPr>
          <p:nvPr>
            <p:ph type="body" sz="quarter" idx="13" hasCustomPrompt="1"/>
          </p:nvPr>
        </p:nvSpPr>
        <p:spPr>
          <a:xfrm>
            <a:off x="396001" y="151202"/>
            <a:ext cx="5507285"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17" name="Textplatzhalter 10"/>
          <p:cNvSpPr>
            <a:spLocks noGrp="1"/>
          </p:cNvSpPr>
          <p:nvPr>
            <p:ph type="body" sz="quarter" idx="20" hasCustomPrompt="1"/>
          </p:nvPr>
        </p:nvSpPr>
        <p:spPr>
          <a:xfrm>
            <a:off x="396001" y="1511300"/>
            <a:ext cx="11404800" cy="4140000"/>
          </a:xfrm>
        </p:spPr>
        <p:txBody>
          <a:bodyPr numCol="2" spcCol="244765"/>
          <a:lstStyle>
            <a:lvl1pPr marL="431939" indent="-431939">
              <a:buFont typeface="+mj-lt"/>
              <a:buAutoNum type="arabicPeriod"/>
              <a:defRPr baseline="0"/>
            </a:lvl1pPr>
            <a:lvl2pPr marL="863878" indent="-431939">
              <a:buFont typeface="+mj-lt"/>
              <a:buAutoNum type="alphaLcPeriod"/>
              <a:defRPr/>
            </a:lvl2pPr>
            <a:lvl3pPr marL="863878" indent="-431939">
              <a:buFont typeface="+mj-lt"/>
              <a:buAutoNum type="alphaLcPeriod"/>
              <a:defRPr sz="2000"/>
            </a:lvl3pPr>
            <a:lvl4pPr marL="863878" indent="-431939">
              <a:buFont typeface="+mj-lt"/>
              <a:buAutoNum type="alphaLcPeriod"/>
              <a:defRPr sz="2000"/>
            </a:lvl4pPr>
            <a:lvl5pPr marL="863878" indent="-431939">
              <a:buFont typeface="+mj-lt"/>
              <a:buAutoNum type="alphaLcPeriod"/>
              <a:defRPr sz="2000"/>
            </a:lvl5pPr>
            <a:lvl6pPr marL="863878" indent="-431939">
              <a:buFont typeface="+mj-lt"/>
              <a:buAutoNum type="alphaLcPeriod"/>
              <a:defRPr sz="2000"/>
            </a:lvl6pPr>
            <a:lvl7pPr marL="863878" indent="-431939">
              <a:buFont typeface="+mj-lt"/>
              <a:buAutoNum type="alphaLcPeriod"/>
              <a:defRPr sz="2000"/>
            </a:lvl7pPr>
            <a:lvl8pPr marL="863878" indent="-431939">
              <a:buFont typeface="+mj-lt"/>
              <a:buAutoNum type="alphaLcPeriod"/>
              <a:defRPr sz="2000"/>
            </a:lvl8pPr>
            <a:lvl9pPr marL="863878" indent="-431939">
              <a:buFont typeface="+mj-lt"/>
              <a:buAutoNum type="alphaLcPeriod"/>
              <a:defRPr sz="2000"/>
            </a:lvl9pPr>
          </a:lstStyle>
          <a:p>
            <a:pPr lvl="0"/>
            <a:r>
              <a:rPr lang="de-DE" noProof="0"/>
              <a:t>Agenda Punkt in CorpoS (Textkörper) in 20 pt. einfügen // für Unterpunkt: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11"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8"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9"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0"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302625433"/>
      </p:ext>
    </p:extLst>
  </p:cSld>
  <p:clrMapOvr>
    <a:masterClrMapping/>
  </p:clrMapOvr>
  <p:extLst>
    <p:ext uri="{DCECCB84-F9BA-43D5-87BE-67443E8EF086}">
      <p15:sldGuideLst xmlns:p15="http://schemas.microsoft.com/office/powerpoint/2012/main">
        <p15:guide id="1" orient="horz" pos="232">
          <p15:clr>
            <a:srgbClr val="A4A3A4"/>
          </p15:clr>
        </p15:guide>
        <p15:guide id="2" pos="251">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Headline // Inhalt">
    <p:spTree>
      <p:nvGrpSpPr>
        <p:cNvPr id="1" name=""/>
        <p:cNvGrpSpPr/>
        <p:nvPr/>
      </p:nvGrpSpPr>
      <p:grpSpPr>
        <a:xfrm>
          <a:off x="0" y="0"/>
          <a:ext cx="0" cy="0"/>
          <a:chOff x="0" y="0"/>
          <a:chExt cx="0" cy="0"/>
        </a:xfrm>
      </p:grpSpPr>
      <p:sp>
        <p:nvSpPr>
          <p:cNvPr id="10"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1"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15" name="Inhaltsplatzhalter 6"/>
          <p:cNvSpPr>
            <a:spLocks noGrp="1"/>
          </p:cNvSpPr>
          <p:nvPr>
            <p:ph sz="quarter" idx="14" hasCustomPrompt="1"/>
          </p:nvPr>
        </p:nvSpPr>
        <p:spPr>
          <a:xfrm>
            <a:off x="395288" y="1511301"/>
            <a:ext cx="11406187" cy="4914900"/>
          </a:xfrm>
        </p:spPr>
        <p:txBody>
          <a:bodyPr/>
          <a:lstStyle>
            <a:lvl1pPr>
              <a:defRPr/>
            </a:lvl1pPr>
          </a:lstStyle>
          <a:p>
            <a:pPr lvl="0"/>
            <a:r>
              <a:rPr lang="de-DE" noProof="0"/>
              <a:t>Inhalt oder 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12"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3"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4"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9"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0"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992046569"/>
      </p:ext>
    </p:extLst>
  </p:cSld>
  <p:clrMapOvr>
    <a:masterClrMapping/>
  </p:clrMapOvr>
  <p:extLst>
    <p:ext uri="{DCECCB84-F9BA-43D5-87BE-67443E8EF086}">
      <p15:sldGuideLst xmlns:p15="http://schemas.microsoft.com/office/powerpoint/2012/main">
        <p15:guide id="1" orient="horz" pos="232">
          <p15:clr>
            <a:srgbClr val="A4A3A4"/>
          </p15:clr>
        </p15:guide>
        <p15:guide id="2" pos="7433">
          <p15:clr>
            <a:srgbClr val="A4A3A4"/>
          </p15:clr>
        </p15:guide>
        <p15:guide id="3" pos="251">
          <p15:clr>
            <a:srgbClr val="A4A3A4"/>
          </p15:clr>
        </p15:guide>
        <p15:guide id="4" orient="horz" pos="951">
          <p15:clr>
            <a:srgbClr val="A4A3A4"/>
          </p15:clr>
        </p15:guide>
        <p15:guide id="5" orient="horz" pos="4047">
          <p15:clr>
            <a:srgbClr val="A4A3A4"/>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Headline // Inhalt im weißen Satzspiegel">
    <p:spTree>
      <p:nvGrpSpPr>
        <p:cNvPr id="1" name=""/>
        <p:cNvGrpSpPr/>
        <p:nvPr/>
      </p:nvGrpSpPr>
      <p:grpSpPr>
        <a:xfrm>
          <a:off x="0" y="0"/>
          <a:ext cx="0" cy="0"/>
          <a:chOff x="0" y="0"/>
          <a:chExt cx="0" cy="0"/>
        </a:xfrm>
      </p:grpSpPr>
      <p:sp>
        <p:nvSpPr>
          <p:cNvPr id="10"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1"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15" name="Inhaltsplatzhalter 6"/>
          <p:cNvSpPr>
            <a:spLocks noGrp="1"/>
          </p:cNvSpPr>
          <p:nvPr>
            <p:ph sz="quarter" idx="14" hasCustomPrompt="1"/>
          </p:nvPr>
        </p:nvSpPr>
        <p:spPr bwMode="gray">
          <a:xfrm>
            <a:off x="395288" y="1511301"/>
            <a:ext cx="11406187" cy="4914900"/>
          </a:xfrm>
          <a:solidFill>
            <a:srgbClr val="FFFFFF"/>
          </a:solidFill>
        </p:spPr>
        <p:txBody>
          <a:bodyPr lIns="72000" tIns="72000" rIns="72000" bIns="72000"/>
          <a:lstStyle>
            <a:lvl1pPr>
              <a:defRPr>
                <a:solidFill>
                  <a:srgbClr val="000000"/>
                </a:solidFill>
              </a:defRPr>
            </a:lvl1pPr>
            <a:lvl2pPr>
              <a:defRPr>
                <a:solidFill>
                  <a:srgbClr val="000000"/>
                </a:solidFill>
              </a:defRPr>
            </a:lvl2pPr>
            <a:lvl3pPr>
              <a:defRPr>
                <a:solidFill>
                  <a:srgbClr val="000000"/>
                </a:solidFill>
              </a:defRPr>
            </a:lvl3pPr>
            <a:lvl4pPr>
              <a:defRPr>
                <a:solidFill>
                  <a:srgbClr val="000000"/>
                </a:solidFill>
              </a:defRPr>
            </a:lvl4pPr>
            <a:lvl5pPr>
              <a:defRPr>
                <a:solidFill>
                  <a:srgbClr val="000000"/>
                </a:solidFill>
              </a:defRPr>
            </a:lvl5pPr>
            <a:lvl6pPr>
              <a:defRPr>
                <a:solidFill>
                  <a:srgbClr val="000000"/>
                </a:solidFill>
              </a:defRPr>
            </a:lvl6pPr>
            <a:lvl7pPr>
              <a:defRPr>
                <a:solidFill>
                  <a:srgbClr val="000000"/>
                </a:solidFill>
              </a:defRPr>
            </a:lvl7pPr>
            <a:lvl8pPr>
              <a:defRPr>
                <a:solidFill>
                  <a:srgbClr val="000000"/>
                </a:solidFill>
              </a:defRPr>
            </a:lvl8pPr>
            <a:lvl9pPr>
              <a:defRPr>
                <a:solidFill>
                  <a:srgbClr val="000000"/>
                </a:solidFill>
              </a:defRPr>
            </a:lvl9pPr>
          </a:lstStyle>
          <a:p>
            <a:pPr lvl="0"/>
            <a:r>
              <a:rPr lang="de-DE" noProof="0"/>
              <a:t>Inhalt oder 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12"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3"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4"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9"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0"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232475089"/>
      </p:ext>
    </p:extLst>
  </p:cSld>
  <p:clrMapOvr>
    <a:masterClrMapping/>
  </p:clrMapOvr>
  <p:extLst>
    <p:ext uri="{DCECCB84-F9BA-43D5-87BE-67443E8EF086}">
      <p15:sldGuideLst xmlns:p15="http://schemas.microsoft.com/office/powerpoint/2012/main">
        <p15:guide id="1" pos="251">
          <p15:clr>
            <a:srgbClr val="A4A3A4"/>
          </p15:clr>
        </p15:guide>
        <p15:guide id="2" orient="horz" pos="232">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Headline // Inhalt mit Unterschrift">
    <p:spTree>
      <p:nvGrpSpPr>
        <p:cNvPr id="1" name=""/>
        <p:cNvGrpSpPr/>
        <p:nvPr/>
      </p:nvGrpSpPr>
      <p:grpSpPr>
        <a:xfrm>
          <a:off x="0" y="0"/>
          <a:ext cx="0" cy="0"/>
          <a:chOff x="0" y="0"/>
          <a:chExt cx="0" cy="0"/>
        </a:xfrm>
      </p:grpSpPr>
      <p:sp>
        <p:nvSpPr>
          <p:cNvPr id="11"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2"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13" name="Inhaltsplatzhalter 6"/>
          <p:cNvSpPr>
            <a:spLocks noGrp="1"/>
          </p:cNvSpPr>
          <p:nvPr>
            <p:ph sz="quarter" idx="14" hasCustomPrompt="1"/>
          </p:nvPr>
        </p:nvSpPr>
        <p:spPr>
          <a:xfrm>
            <a:off x="395288" y="1511301"/>
            <a:ext cx="11406187" cy="4248499"/>
          </a:xfrm>
        </p:spPr>
        <p:txBody>
          <a:bodyPr/>
          <a:lstStyle>
            <a:lvl1pPr>
              <a:defRPr/>
            </a:lvl1pPr>
          </a:lstStyle>
          <a:p>
            <a:pPr lvl="0"/>
            <a:r>
              <a:rPr lang="de-DE" noProof="0"/>
              <a:t>Inhalt oder 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10" name="Textplatzhalter 6"/>
          <p:cNvSpPr>
            <a:spLocks noGrp="1"/>
          </p:cNvSpPr>
          <p:nvPr>
            <p:ph type="body" sz="quarter" idx="22" hasCustomPrompt="1"/>
          </p:nvPr>
        </p:nvSpPr>
        <p:spPr>
          <a:xfrm>
            <a:off x="395289" y="5904000"/>
            <a:ext cx="11405511" cy="522000"/>
          </a:xfrm>
        </p:spPr>
        <p:txBody>
          <a:bodyPr/>
          <a:lstStyle>
            <a:lvl1pPr marL="0" indent="0">
              <a:spcAft>
                <a:spcPts val="0"/>
              </a:spcAft>
              <a:buFont typeface="Arial" panose="020B0604020202020204" pitchFamily="34" charset="0"/>
              <a:buNone/>
              <a:defRPr sz="1500"/>
            </a:lvl1pPr>
            <a:lvl2pPr marL="0" indent="0">
              <a:spcAft>
                <a:spcPts val="0"/>
              </a:spcAft>
              <a:buNone/>
              <a:defRPr sz="1500"/>
            </a:lvl2pPr>
            <a:lvl3pPr marL="0" indent="0">
              <a:spcAft>
                <a:spcPts val="0"/>
              </a:spcAft>
              <a:buNone/>
              <a:defRPr sz="1500"/>
            </a:lvl3pPr>
            <a:lvl4pPr marL="0" indent="0">
              <a:spcAft>
                <a:spcPts val="0"/>
              </a:spcAft>
              <a:buNone/>
              <a:defRPr sz="1500"/>
            </a:lvl4pPr>
            <a:lvl5pPr marL="0" indent="0">
              <a:spcAft>
                <a:spcPts val="0"/>
              </a:spcAft>
              <a:buNone/>
              <a:defRPr sz="1500"/>
            </a:lvl5pPr>
            <a:lvl6pPr marL="0" indent="0">
              <a:spcAft>
                <a:spcPts val="0"/>
              </a:spcAft>
              <a:buNone/>
              <a:defRPr sz="1500"/>
            </a:lvl6pPr>
            <a:lvl7pPr marL="0" indent="0">
              <a:spcAft>
                <a:spcPts val="0"/>
              </a:spcAft>
              <a:buNone/>
              <a:defRPr sz="1500"/>
            </a:lvl7pPr>
            <a:lvl8pPr marL="0" indent="0">
              <a:spcAft>
                <a:spcPts val="0"/>
              </a:spcAft>
              <a:buNone/>
              <a:defRPr sz="1500"/>
            </a:lvl8pPr>
            <a:lvl9pPr marL="0" indent="0">
              <a:spcAft>
                <a:spcPts val="0"/>
              </a:spcAft>
              <a:buNone/>
              <a:defRPr sz="1500"/>
            </a:lvl9pPr>
          </a:lstStyle>
          <a:p>
            <a:pPr lvl="0"/>
            <a:r>
              <a:rPr lang="de-DE" noProof="0"/>
              <a:t>Inhaltsunterschriften in CorpoS (Textkörper) in 15 pt. einfügen </a:t>
            </a:r>
          </a:p>
          <a:p>
            <a:pPr lvl="1"/>
            <a:r>
              <a:rPr lang="de-DE" noProof="0"/>
              <a:t>Zweite Ebene</a:t>
            </a:r>
          </a:p>
        </p:txBody>
      </p:sp>
      <p:sp>
        <p:nvSpPr>
          <p:cNvPr id="19"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20"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4"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5"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1"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587166168"/>
      </p:ext>
    </p:extLst>
  </p:cSld>
  <p:clrMapOvr>
    <a:masterClrMapping/>
  </p:clrMapOvr>
  <p:extLst>
    <p:ext uri="{DCECCB84-F9BA-43D5-87BE-67443E8EF086}">
      <p15:sldGuideLst xmlns:p15="http://schemas.microsoft.com/office/powerpoint/2012/main">
        <p15:guide id="1" pos="251">
          <p15:clr>
            <a:srgbClr val="A4A3A4"/>
          </p15:clr>
        </p15:guide>
        <p15:guide id="2" orient="horz" pos="232">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abelle mit Überschrift">
    <p:spTree>
      <p:nvGrpSpPr>
        <p:cNvPr id="1" name=""/>
        <p:cNvGrpSpPr/>
        <p:nvPr/>
      </p:nvGrpSpPr>
      <p:grpSpPr>
        <a:xfrm>
          <a:off x="0" y="0"/>
          <a:ext cx="0" cy="0"/>
          <a:chOff x="0" y="0"/>
          <a:chExt cx="0" cy="0"/>
        </a:xfrm>
      </p:grpSpPr>
      <p:sp>
        <p:nvSpPr>
          <p:cNvPr id="3" name="Tabellenplatzhalter 2"/>
          <p:cNvSpPr>
            <a:spLocks noGrp="1"/>
          </p:cNvSpPr>
          <p:nvPr>
            <p:ph type="tbl" sz="quarter" idx="20" hasCustomPrompt="1"/>
          </p:nvPr>
        </p:nvSpPr>
        <p:spPr>
          <a:xfrm>
            <a:off x="395287" y="2484000"/>
            <a:ext cx="11406189" cy="2700000"/>
          </a:xfrm>
        </p:spPr>
        <p:txBody>
          <a:bodyPr/>
          <a:lstStyle>
            <a:lvl1pPr algn="ctr">
              <a:spcAft>
                <a:spcPts val="0"/>
              </a:spcAft>
              <a:defRPr/>
            </a:lvl1pPr>
          </a:lstStyle>
          <a:p>
            <a:br>
              <a:rPr lang="de-DE" noProof="0"/>
            </a:br>
            <a:br>
              <a:rPr lang="de-DE" noProof="0"/>
            </a:br>
            <a:br>
              <a:rPr lang="de-DE" noProof="0"/>
            </a:br>
            <a:br>
              <a:rPr lang="de-DE" noProof="0"/>
            </a:br>
            <a:br>
              <a:rPr lang="de-DE" noProof="0"/>
            </a:br>
            <a:r>
              <a:rPr lang="de-DE" noProof="0"/>
              <a:t>Tabelle einfügen</a:t>
            </a:r>
          </a:p>
        </p:txBody>
      </p:sp>
      <p:sp>
        <p:nvSpPr>
          <p:cNvPr id="11"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2"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5" name="Textplatzhalter 4"/>
          <p:cNvSpPr>
            <a:spLocks noGrp="1"/>
          </p:cNvSpPr>
          <p:nvPr>
            <p:ph type="body" sz="quarter" idx="21" hasCustomPrompt="1"/>
          </p:nvPr>
        </p:nvSpPr>
        <p:spPr>
          <a:xfrm>
            <a:off x="395286" y="1512001"/>
            <a:ext cx="11405514" cy="720000"/>
          </a:xfrm>
        </p:spPr>
        <p:txBody>
          <a:bodyPr/>
          <a:lstStyle>
            <a:lvl1pPr>
              <a:spcAft>
                <a:spcPts val="0"/>
              </a:spcAft>
              <a:defRPr b="1"/>
            </a:lvl1pPr>
            <a:lvl2pPr marL="0" indent="0">
              <a:spcAft>
                <a:spcPts val="0"/>
              </a:spcAft>
              <a:buNone/>
              <a:defRPr sz="2000" b="1"/>
            </a:lvl2pPr>
            <a:lvl3pPr marL="0" indent="0">
              <a:spcAft>
                <a:spcPts val="0"/>
              </a:spcAft>
              <a:buNone/>
              <a:defRPr sz="2000" b="1"/>
            </a:lvl3pPr>
            <a:lvl4pPr marL="0" indent="0">
              <a:spcAft>
                <a:spcPts val="0"/>
              </a:spcAft>
              <a:buNone/>
              <a:defRPr sz="2000" b="1"/>
            </a:lvl4pPr>
            <a:lvl5pPr marL="0" indent="0">
              <a:spcAft>
                <a:spcPts val="0"/>
              </a:spcAft>
              <a:buNone/>
              <a:defRPr sz="2000" b="1"/>
            </a:lvl5pPr>
            <a:lvl6pPr marL="0" indent="0">
              <a:spcAft>
                <a:spcPts val="0"/>
              </a:spcAft>
              <a:buNone/>
              <a:defRPr sz="2000" b="1"/>
            </a:lvl6pPr>
            <a:lvl7pPr marL="0" indent="0">
              <a:spcAft>
                <a:spcPts val="0"/>
              </a:spcAft>
              <a:buNone/>
              <a:defRPr sz="2000" b="1"/>
            </a:lvl7pPr>
            <a:lvl8pPr marL="0" indent="0">
              <a:spcAft>
                <a:spcPts val="0"/>
              </a:spcAft>
              <a:buNone/>
              <a:defRPr sz="2000" b="1"/>
            </a:lvl8pPr>
            <a:lvl9pPr marL="0" indent="0">
              <a:spcAft>
                <a:spcPts val="0"/>
              </a:spcAft>
              <a:buNone/>
              <a:defRPr sz="2000" b="1"/>
            </a:lvl9pPr>
          </a:lstStyle>
          <a:p>
            <a:pPr lvl="0"/>
            <a:r>
              <a:rPr lang="de-DE" noProof="0"/>
              <a:t>Tabellenüberschrift in CorpoS (Textkörper) in 20 pt. bold einfügen</a:t>
            </a:r>
          </a:p>
        </p:txBody>
      </p:sp>
      <p:sp>
        <p:nvSpPr>
          <p:cNvPr id="7" name="Textplatzhalter 6"/>
          <p:cNvSpPr>
            <a:spLocks noGrp="1"/>
          </p:cNvSpPr>
          <p:nvPr>
            <p:ph type="body" sz="quarter" idx="22" hasCustomPrompt="1"/>
          </p:nvPr>
        </p:nvSpPr>
        <p:spPr>
          <a:xfrm>
            <a:off x="395287" y="5327650"/>
            <a:ext cx="11405514" cy="1098551"/>
          </a:xfrm>
        </p:spPr>
        <p:txBody>
          <a:bodyPr/>
          <a:lstStyle>
            <a:lvl1pPr marL="0" indent="0">
              <a:spcAft>
                <a:spcPts val="0"/>
              </a:spcAft>
              <a:buFont typeface="Arial" panose="020B0604020202020204" pitchFamily="34" charset="0"/>
              <a:buNone/>
              <a:defRPr sz="1500"/>
            </a:lvl1pPr>
            <a:lvl2pPr marL="0" indent="0">
              <a:spcAft>
                <a:spcPts val="0"/>
              </a:spcAft>
              <a:buNone/>
              <a:defRPr sz="1500"/>
            </a:lvl2pPr>
            <a:lvl3pPr marL="0" indent="0">
              <a:spcAft>
                <a:spcPts val="0"/>
              </a:spcAft>
              <a:buNone/>
              <a:defRPr sz="1500"/>
            </a:lvl3pPr>
            <a:lvl4pPr marL="0" indent="0">
              <a:spcAft>
                <a:spcPts val="0"/>
              </a:spcAft>
              <a:buNone/>
              <a:defRPr sz="1500"/>
            </a:lvl4pPr>
            <a:lvl5pPr marL="0" indent="0">
              <a:spcAft>
                <a:spcPts val="0"/>
              </a:spcAft>
              <a:buNone/>
              <a:defRPr sz="1500"/>
            </a:lvl5pPr>
            <a:lvl6pPr marL="0" indent="0">
              <a:spcAft>
                <a:spcPts val="0"/>
              </a:spcAft>
              <a:buNone/>
              <a:defRPr sz="1500"/>
            </a:lvl6pPr>
            <a:lvl7pPr marL="0" indent="0">
              <a:spcAft>
                <a:spcPts val="0"/>
              </a:spcAft>
              <a:buNone/>
              <a:defRPr sz="1500"/>
            </a:lvl7pPr>
            <a:lvl8pPr marL="0" indent="0">
              <a:spcAft>
                <a:spcPts val="0"/>
              </a:spcAft>
              <a:buNone/>
              <a:defRPr sz="1500"/>
            </a:lvl8pPr>
            <a:lvl9pPr marL="0" indent="0">
              <a:spcAft>
                <a:spcPts val="0"/>
              </a:spcAft>
              <a:buNone/>
              <a:defRPr sz="1500"/>
            </a:lvl9pPr>
          </a:lstStyle>
          <a:p>
            <a:pPr lvl="0"/>
            <a:r>
              <a:rPr lang="de-DE" noProof="0"/>
              <a:t>Tabellenunterschriften in CorpoS (Textkörper) in 15 pt. einfügen </a:t>
            </a:r>
          </a:p>
          <a:p>
            <a:pPr lvl="1"/>
            <a:r>
              <a:rPr lang="de-DE" noProof="0"/>
              <a:t>Zweite Ebene</a:t>
            </a:r>
          </a:p>
          <a:p>
            <a:pPr lvl="2"/>
            <a:r>
              <a:rPr lang="de-DE" noProof="0"/>
              <a:t>Dritte Ebene</a:t>
            </a:r>
          </a:p>
        </p:txBody>
      </p:sp>
      <p:sp>
        <p:nvSpPr>
          <p:cNvPr id="13"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9"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4"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5"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0"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818487465"/>
      </p:ext>
    </p:extLst>
  </p:cSld>
  <p:clrMapOvr>
    <a:masterClrMapping/>
  </p:clrMapOvr>
  <p:extLst>
    <p:ext uri="{DCECCB84-F9BA-43D5-87BE-67443E8EF086}">
      <p15:sldGuideLst xmlns:p15="http://schemas.microsoft.com/office/powerpoint/2012/main">
        <p15:guide id="1" pos="251">
          <p15:clr>
            <a:srgbClr val="A4A3A4"/>
          </p15:clr>
        </p15:guide>
        <p15:guide id="2" orient="horz" pos="232">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Headline // Zwei Inhalt">
    <p:spTree>
      <p:nvGrpSpPr>
        <p:cNvPr id="1" name=""/>
        <p:cNvGrpSpPr/>
        <p:nvPr/>
      </p:nvGrpSpPr>
      <p:grpSpPr>
        <a:xfrm>
          <a:off x="0" y="0"/>
          <a:ext cx="0" cy="0"/>
          <a:chOff x="0" y="0"/>
          <a:chExt cx="0" cy="0"/>
        </a:xfrm>
      </p:grpSpPr>
      <p:sp>
        <p:nvSpPr>
          <p:cNvPr id="12"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3"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14" name="Inhaltsplatzhalter 6"/>
          <p:cNvSpPr>
            <a:spLocks noGrp="1"/>
          </p:cNvSpPr>
          <p:nvPr>
            <p:ph sz="quarter" idx="14" hasCustomPrompt="1"/>
          </p:nvPr>
        </p:nvSpPr>
        <p:spPr>
          <a:xfrm>
            <a:off x="395288" y="1511301"/>
            <a:ext cx="5580000" cy="4914900"/>
          </a:xfrm>
        </p:spPr>
        <p:txBody>
          <a:bodyPr/>
          <a:lstStyle>
            <a:lvl1pPr>
              <a:defRPr/>
            </a:lvl1pPr>
          </a:lstStyle>
          <a:p>
            <a:pPr lvl="0"/>
            <a:r>
              <a:rPr lang="de-DE" noProof="0"/>
              <a:t>Inhalt oder 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20" name="Inhaltsplatzhalter 6"/>
          <p:cNvSpPr>
            <a:spLocks noGrp="1"/>
          </p:cNvSpPr>
          <p:nvPr>
            <p:ph sz="quarter" idx="20" hasCustomPrompt="1"/>
          </p:nvPr>
        </p:nvSpPr>
        <p:spPr>
          <a:xfrm>
            <a:off x="6221476" y="1511301"/>
            <a:ext cx="5580000" cy="4914900"/>
          </a:xfrm>
        </p:spPr>
        <p:txBody>
          <a:bodyPr/>
          <a:lstStyle>
            <a:lvl1pPr>
              <a:defRPr/>
            </a:lvl1pPr>
          </a:lstStyle>
          <a:p>
            <a:pPr lvl="0"/>
            <a:r>
              <a:rPr lang="de-DE" noProof="0"/>
              <a:t>Inhalt oder 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11"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21"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5"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6"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2"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862834505"/>
      </p:ext>
    </p:extLst>
  </p:cSld>
  <p:clrMapOvr>
    <a:masterClrMapping/>
  </p:clrMapOvr>
  <p:extLst>
    <p:ext uri="{DCECCB84-F9BA-43D5-87BE-67443E8EF086}">
      <p15:sldGuideLst xmlns:p15="http://schemas.microsoft.com/office/powerpoint/2012/main">
        <p15:guide id="1" orient="horz" pos="951">
          <p15:clr>
            <a:srgbClr val="A4A3A4"/>
          </p15:clr>
        </p15:guide>
        <p15:guide id="2" pos="251">
          <p15:clr>
            <a:srgbClr val="A4A3A4"/>
          </p15:clr>
        </p15:guide>
        <p15:guide id="3" pos="7433">
          <p15:clr>
            <a:srgbClr val="A4A3A4"/>
          </p15:clr>
        </p15:guide>
        <p15:guide id="4" orient="horz" pos="232">
          <p15:clr>
            <a:srgbClr val="A4A3A4"/>
          </p15:clr>
        </p15:guide>
        <p15:guide id="5" orient="horz" pos="4047">
          <p15:clr>
            <a:srgbClr val="A4A3A4"/>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Headline // Bild/Text">
    <p:spTree>
      <p:nvGrpSpPr>
        <p:cNvPr id="1" name=""/>
        <p:cNvGrpSpPr/>
        <p:nvPr/>
      </p:nvGrpSpPr>
      <p:grpSpPr>
        <a:xfrm>
          <a:off x="0" y="0"/>
          <a:ext cx="0" cy="0"/>
          <a:chOff x="0" y="0"/>
          <a:chExt cx="0" cy="0"/>
        </a:xfrm>
      </p:grpSpPr>
      <p:sp>
        <p:nvSpPr>
          <p:cNvPr id="21"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22"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26" name="Bildplatzhalter 8"/>
          <p:cNvSpPr>
            <a:spLocks noGrp="1"/>
          </p:cNvSpPr>
          <p:nvPr>
            <p:ph type="pic" sz="quarter" idx="10" hasCustomPrompt="1"/>
          </p:nvPr>
        </p:nvSpPr>
        <p:spPr bwMode="gray">
          <a:xfrm>
            <a:off x="396001" y="1512000"/>
            <a:ext cx="5579999" cy="4914201"/>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27" name="Textplatzhalter 13"/>
          <p:cNvSpPr>
            <a:spLocks noGrp="1"/>
          </p:cNvSpPr>
          <p:nvPr>
            <p:ph type="body" sz="quarter" idx="20" hasCustomPrompt="1"/>
          </p:nvPr>
        </p:nvSpPr>
        <p:spPr>
          <a:xfrm>
            <a:off x="6220799" y="1512000"/>
            <a:ext cx="5580676" cy="4914201"/>
          </a:xfrm>
        </p:spPr>
        <p:txBody>
          <a:bodyPr/>
          <a:lstStyle/>
          <a:p>
            <a:pPr lvl="0"/>
            <a:r>
              <a:rPr lang="de-DE" noProof="0"/>
              <a:t>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11"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2"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3"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4"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5"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2727641090"/>
      </p:ext>
    </p:extLst>
  </p:cSld>
  <p:clrMapOvr>
    <a:masterClrMapping/>
  </p:clrMapOvr>
  <p:extLst>
    <p:ext uri="{DCECCB84-F9BA-43D5-87BE-67443E8EF086}">
      <p15:sldGuideLst xmlns:p15="http://schemas.microsoft.com/office/powerpoint/2012/main">
        <p15:guide id="1" orient="horz" pos="951">
          <p15:clr>
            <a:srgbClr val="A4A3A4"/>
          </p15:clr>
        </p15:guide>
        <p15:guide id="2" pos="251">
          <p15:clr>
            <a:srgbClr val="A4A3A4"/>
          </p15:clr>
        </p15:guide>
        <p15:guide id="3" pos="7433">
          <p15:clr>
            <a:srgbClr val="A4A3A4"/>
          </p15:clr>
        </p15:guide>
        <p15:guide id="4" orient="horz" pos="232">
          <p15:clr>
            <a:srgbClr val="A4A3A4"/>
          </p15:clr>
        </p15:guide>
        <p15:guide id="5" orient="horz" pos="4047">
          <p15:clr>
            <a:srgbClr val="A4A3A4"/>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Headline // 2 Bilder/2 Texte">
    <p:spTree>
      <p:nvGrpSpPr>
        <p:cNvPr id="1" name=""/>
        <p:cNvGrpSpPr/>
        <p:nvPr/>
      </p:nvGrpSpPr>
      <p:grpSpPr>
        <a:xfrm>
          <a:off x="0" y="0"/>
          <a:ext cx="0" cy="0"/>
          <a:chOff x="0" y="0"/>
          <a:chExt cx="0" cy="0"/>
        </a:xfrm>
      </p:grpSpPr>
      <p:sp>
        <p:nvSpPr>
          <p:cNvPr id="24"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25"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29" name="Bildplatzhalter 8"/>
          <p:cNvSpPr>
            <a:spLocks noGrp="1"/>
          </p:cNvSpPr>
          <p:nvPr>
            <p:ph type="pic" sz="quarter" idx="10" hasCustomPrompt="1"/>
          </p:nvPr>
        </p:nvSpPr>
        <p:spPr bwMode="gray">
          <a:xfrm>
            <a:off x="396001" y="1512000"/>
            <a:ext cx="5579999"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30" name="Bildplatzhalter 8"/>
          <p:cNvSpPr>
            <a:spLocks noGrp="1"/>
          </p:cNvSpPr>
          <p:nvPr>
            <p:ph type="pic" sz="quarter" idx="25" hasCustomPrompt="1"/>
          </p:nvPr>
        </p:nvSpPr>
        <p:spPr bwMode="gray">
          <a:xfrm>
            <a:off x="6221476" y="1511300"/>
            <a:ext cx="5579999"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31" name="Textplatzhalter 13"/>
          <p:cNvSpPr>
            <a:spLocks noGrp="1"/>
          </p:cNvSpPr>
          <p:nvPr>
            <p:ph type="body" sz="quarter" idx="20" hasCustomPrompt="1"/>
          </p:nvPr>
        </p:nvSpPr>
        <p:spPr>
          <a:xfrm>
            <a:off x="6221476" y="3502801"/>
            <a:ext cx="5579999" cy="2923400"/>
          </a:xfrm>
        </p:spPr>
        <p:txBody>
          <a:bodyPr/>
          <a:lstStyle/>
          <a:p>
            <a:pPr lvl="0"/>
            <a:r>
              <a:rPr lang="de-DE" noProof="0"/>
              <a:t>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p:txBody>
      </p:sp>
      <p:sp>
        <p:nvSpPr>
          <p:cNvPr id="32" name="Textplatzhalter 13"/>
          <p:cNvSpPr>
            <a:spLocks noGrp="1"/>
          </p:cNvSpPr>
          <p:nvPr>
            <p:ph type="body" sz="quarter" idx="26" hasCustomPrompt="1"/>
          </p:nvPr>
        </p:nvSpPr>
        <p:spPr>
          <a:xfrm>
            <a:off x="395287" y="3502801"/>
            <a:ext cx="5579999" cy="2923400"/>
          </a:xfrm>
        </p:spPr>
        <p:txBody>
          <a:bodyPr/>
          <a:lstStyle/>
          <a:p>
            <a:pPr lvl="0"/>
            <a:r>
              <a:rPr lang="de-DE" noProof="0"/>
              <a:t>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p:txBody>
      </p:sp>
      <p:sp>
        <p:nvSpPr>
          <p:cNvPr id="13"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4"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5"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6"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7"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754575604"/>
      </p:ext>
    </p:extLst>
  </p:cSld>
  <p:clrMapOvr>
    <a:masterClrMapping/>
  </p:clrMapOvr>
  <p:extLst>
    <p:ext uri="{DCECCB84-F9BA-43D5-87BE-67443E8EF086}">
      <p15:sldGuideLst xmlns:p15="http://schemas.microsoft.com/office/powerpoint/2012/main">
        <p15:guide id="1" orient="horz" pos="232">
          <p15:clr>
            <a:srgbClr val="A4A3A4"/>
          </p15:clr>
        </p15:guide>
        <p15:guide id="2" pos="251">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Headline // Bild // Bildunterschrift">
    <p:spTree>
      <p:nvGrpSpPr>
        <p:cNvPr id="1" name=""/>
        <p:cNvGrpSpPr/>
        <p:nvPr/>
      </p:nvGrpSpPr>
      <p:grpSpPr>
        <a:xfrm>
          <a:off x="0" y="0"/>
          <a:ext cx="0" cy="0"/>
          <a:chOff x="0" y="0"/>
          <a:chExt cx="0" cy="0"/>
        </a:xfrm>
      </p:grpSpPr>
      <p:sp>
        <p:nvSpPr>
          <p:cNvPr id="12"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4"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18" name="Bildplatzhalter 8"/>
          <p:cNvSpPr>
            <a:spLocks noGrp="1"/>
          </p:cNvSpPr>
          <p:nvPr>
            <p:ph type="pic" sz="quarter" idx="10" hasCustomPrompt="1"/>
          </p:nvPr>
        </p:nvSpPr>
        <p:spPr bwMode="gray">
          <a:xfrm>
            <a:off x="396000" y="1512000"/>
            <a:ext cx="11405475" cy="4476227"/>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9" name="Textplatzhalter 3"/>
          <p:cNvSpPr>
            <a:spLocks noGrp="1"/>
          </p:cNvSpPr>
          <p:nvPr>
            <p:ph type="body" sz="quarter" idx="20" hasCustomPrompt="1"/>
          </p:nvPr>
        </p:nvSpPr>
        <p:spPr>
          <a:xfrm>
            <a:off x="396000" y="6030980"/>
            <a:ext cx="11404799"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grpSp>
        <p:nvGrpSpPr>
          <p:cNvPr id="11" name="Gruppieren 10"/>
          <p:cNvGrpSpPr/>
          <p:nvPr userDrawn="1"/>
        </p:nvGrpSpPr>
        <p:grpSpPr>
          <a:xfrm>
            <a:off x="12304800" y="403200"/>
            <a:ext cx="1800000" cy="6454800"/>
            <a:chOff x="12304800" y="403200"/>
            <a:chExt cx="1800000" cy="6454800"/>
          </a:xfrm>
        </p:grpSpPr>
        <p:grpSp>
          <p:nvGrpSpPr>
            <p:cNvPr id="13" name="Bildhandling"/>
            <p:cNvGrpSpPr/>
            <p:nvPr userDrawn="1"/>
          </p:nvGrpSpPr>
          <p:grpSpPr>
            <a:xfrm>
              <a:off x="12304800" y="403200"/>
              <a:ext cx="1800000" cy="6454800"/>
              <a:chOff x="12304800" y="403200"/>
              <a:chExt cx="1800000" cy="6454800"/>
            </a:xfrm>
          </p:grpSpPr>
          <p:sp>
            <p:nvSpPr>
              <p:cNvPr id="23" name="Headline"/>
              <p:cNvSpPr txBox="1"/>
              <p:nvPr userDrawn="1"/>
            </p:nvSpPr>
            <p:spPr>
              <a:xfrm rot="10800000" flipH="1" flipV="1">
                <a:off x="12304800" y="403200"/>
                <a:ext cx="1800000" cy="1072800"/>
              </a:xfrm>
              <a:prstGeom prst="rect">
                <a:avLst/>
              </a:prstGeom>
              <a:noFill/>
              <a:ln w="12700">
                <a:noFill/>
              </a:ln>
            </p:spPr>
            <p:txBody>
              <a:bodyPr vert="horz" wrap="none" lIns="0" tIns="0" rIns="0" bIns="3600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l">
                  <a:lnSpc>
                    <a:spcPct val="100000"/>
                  </a:lnSpc>
                  <a:spcBef>
                    <a:spcPts val="0"/>
                  </a:spcBef>
                  <a:spcAft>
                    <a:spcPts val="0"/>
                  </a:spcAft>
                </a:pPr>
                <a:r>
                  <a:rPr lang="de-DE" sz="1500" b="0" noProof="0">
                    <a:solidFill>
                      <a:schemeClr val="accent5"/>
                    </a:solidFill>
                    <a:latin typeface="+mn-lt"/>
                    <a:cs typeface="Arial" panose="020B0604020202020204" pitchFamily="34" charset="0"/>
                    <a:sym typeface="Webdings"/>
                  </a:rPr>
                  <a:t></a:t>
                </a:r>
                <a:r>
                  <a:rPr lang="de-DE" sz="1500" b="1" baseline="0" noProof="0">
                    <a:solidFill>
                      <a:schemeClr val="accent5"/>
                    </a:solidFill>
                    <a:latin typeface="+mn-lt"/>
                    <a:cs typeface="Arial" panose="020B0604020202020204" pitchFamily="34" charset="0"/>
                    <a:sym typeface="Webdings"/>
                  </a:rPr>
                  <a:t> </a:t>
                </a:r>
                <a:r>
                  <a:rPr lang="de-DE" sz="1000" b="1" noProof="0">
                    <a:solidFill>
                      <a:schemeClr val="accent5"/>
                    </a:solidFill>
                    <a:latin typeface="+mn-lt"/>
                    <a:cs typeface="Arial" panose="020B0604020202020204" pitchFamily="34" charset="0"/>
                    <a:sym typeface="Webdings"/>
                  </a:rPr>
                  <a:t>Bilder Handling</a:t>
                </a:r>
                <a:endParaRPr lang="de-DE" sz="1500" b="1" noProof="0">
                  <a:solidFill>
                    <a:schemeClr val="accent5"/>
                  </a:solidFill>
                  <a:latin typeface="+mn-lt"/>
                  <a:cs typeface="Arial" panose="020B0604020202020204" pitchFamily="34" charset="0"/>
                </a:endParaRPr>
              </a:p>
            </p:txBody>
          </p:sp>
          <p:pic>
            <p:nvPicPr>
              <p:cNvPr id="24" name="Bildtools // Format"/>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304800" y="2700000"/>
                <a:ext cx="670041" cy="43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Zuschneiden"/>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3068000" y="2592000"/>
                <a:ext cx="768914" cy="54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 name="Beispielbild"/>
              <p:cNvPicPr>
                <a:picLocks noChangeAspect="1" noChangeArrowheads="1"/>
              </p:cNvPicPr>
              <p:nvPr userDrawn="1"/>
            </p:nvPicPr>
            <p:blipFill rotWithShape="1">
              <a:blip r:embed="rId4">
                <a:extLst>
                  <a:ext uri="{28A0092B-C50C-407E-A947-70E740481C1C}">
                    <a14:useLocalDpi xmlns:a14="http://schemas.microsoft.com/office/drawing/2010/main" val="0"/>
                  </a:ext>
                </a:extLst>
              </a:blip>
              <a:srcRect/>
              <a:stretch/>
            </p:blipFill>
            <p:spPr bwMode="auto">
              <a:xfrm>
                <a:off x="12304800" y="4248000"/>
                <a:ext cx="1800000" cy="9688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 name="Einpassen"/>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12996929" y="5886000"/>
                <a:ext cx="1107871" cy="97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2" name="Bilder zuschneiden etc."/>
            <p:cNvSpPr txBox="1"/>
            <p:nvPr userDrawn="1"/>
          </p:nvSpPr>
          <p:spPr>
            <a:xfrm rot="10800000" flipH="1" flipV="1">
              <a:off x="12304800" y="1548000"/>
              <a:ext cx="1800000" cy="4842000"/>
            </a:xfrm>
            <a:prstGeom prst="rect">
              <a:avLst/>
            </a:prstGeom>
            <a:noFill/>
            <a:ln w="12700">
              <a:noFill/>
            </a:ln>
          </p:spPr>
          <p:txBody>
            <a:bodyPr vert="horz" wrap="square" lIns="0" tIns="0" rIns="0" bIns="0" rtlCol="0" anchor="t" anchorCtr="0">
              <a:noAutofit/>
            </a:bodyPr>
            <a:ls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71990" indent="-71990" algn="l">
                <a:lnSpc>
                  <a:spcPct val="100000"/>
                </a:lnSpc>
                <a:spcBef>
                  <a:spcPts val="0"/>
                </a:spcBef>
                <a:spcAft>
                  <a:spcPts val="0"/>
                </a:spcAft>
                <a:buFont typeface="Arial" panose="020B0604020202020204" pitchFamily="34" charset="0"/>
                <a:buChar char="•"/>
              </a:pPr>
              <a:r>
                <a:rPr lang="de-DE" sz="1000" b="0" baseline="0" noProof="0">
                  <a:solidFill>
                    <a:schemeClr val="accent5"/>
                  </a:solidFill>
                  <a:latin typeface="+mn-lt"/>
                </a:rPr>
                <a:t>Bildausschnitt verändern über Menü: Bildtools // Format // Größe // Zuschneiden</a:t>
              </a:r>
            </a:p>
            <a:p>
              <a:pPr marL="71990" indent="-71990" algn="l">
                <a:lnSpc>
                  <a:spcPct val="100000"/>
                </a:lnSpc>
                <a:spcBef>
                  <a:spcPts val="0"/>
                </a:spcBef>
                <a:spcAft>
                  <a:spcPts val="0"/>
                </a:spcAft>
                <a:buFont typeface="Arial" panose="020B0604020202020204" pitchFamily="34" charset="0"/>
                <a:buChar char="•"/>
              </a:pPr>
              <a:r>
                <a:rPr lang="de-DE" sz="1000" b="0" baseline="0" noProof="0">
                  <a:solidFill>
                    <a:schemeClr val="accent5"/>
                  </a:solidFill>
                  <a:latin typeface="+mn-lt"/>
                </a:rPr>
                <a:t>Bild kann innerhalb der schwarzen Begrenzungen bei gedrückter alt-Taste bewegt werden.</a:t>
              </a: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r>
                <a:rPr lang="de-DE" sz="1000" b="0" baseline="0" noProof="0">
                  <a:solidFill>
                    <a:schemeClr val="accent5"/>
                  </a:solidFill>
                  <a:latin typeface="+mn-lt"/>
                </a:rPr>
                <a:t>Bildgröße zuschneiden über Menü: Bildtools // Format // Größe // Zuschneiden</a:t>
              </a:r>
            </a:p>
            <a:p>
              <a:pPr marL="71990" indent="-71990" algn="l">
                <a:lnSpc>
                  <a:spcPct val="100000"/>
                </a:lnSpc>
                <a:spcBef>
                  <a:spcPts val="0"/>
                </a:spcBef>
                <a:spcAft>
                  <a:spcPts val="0"/>
                </a:spcAft>
                <a:buFont typeface="Arial" panose="020B0604020202020204" pitchFamily="34" charset="0"/>
                <a:buChar char="•"/>
              </a:pPr>
              <a:r>
                <a:rPr lang="de-DE" sz="1000" b="0" baseline="0" noProof="0">
                  <a:solidFill>
                    <a:schemeClr val="accent5"/>
                  </a:solidFill>
                  <a:latin typeface="+mn-lt"/>
                </a:rPr>
                <a:t>Bild bei gedrückter Umschalt-Taste über die hellen Eckpunkte auf die passende Größe ziehen. </a:t>
              </a: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a:p>
              <a:pPr marL="0" indent="0" algn="l">
                <a:lnSpc>
                  <a:spcPct val="100000"/>
                </a:lnSpc>
                <a:spcBef>
                  <a:spcPts val="0"/>
                </a:spcBef>
                <a:spcAft>
                  <a:spcPts val="0"/>
                </a:spcAft>
                <a:buFont typeface="Arial" panose="020B0604020202020204" pitchFamily="34" charset="0"/>
                <a:buNone/>
              </a:pPr>
              <a:endParaRPr lang="de-DE" sz="1000" b="0" baseline="0" noProof="0">
                <a:solidFill>
                  <a:schemeClr val="accent5"/>
                </a:solidFill>
                <a:latin typeface="+mn-lt"/>
              </a:endParaRPr>
            </a:p>
            <a:p>
              <a:pPr marL="71990" indent="-71990" algn="l">
                <a:lnSpc>
                  <a:spcPct val="100000"/>
                </a:lnSpc>
                <a:spcBef>
                  <a:spcPts val="0"/>
                </a:spcBef>
                <a:spcAft>
                  <a:spcPts val="0"/>
                </a:spcAft>
                <a:buFont typeface="Arial" panose="020B0604020202020204" pitchFamily="34" charset="0"/>
                <a:buChar char="•"/>
              </a:pPr>
              <a:r>
                <a:rPr lang="de-DE" sz="1000" b="0" baseline="0" noProof="0">
                  <a:solidFill>
                    <a:schemeClr val="accent5"/>
                  </a:solidFill>
                  <a:latin typeface="+mn-lt"/>
                </a:rPr>
                <a:t>Bildgröße einpassen über Menü: Bildtools // Format // Größe // Zuschneiden // Einpassen</a:t>
              </a:r>
            </a:p>
            <a:p>
              <a:pPr marL="71990" indent="-71990" algn="l">
                <a:lnSpc>
                  <a:spcPct val="100000"/>
                </a:lnSpc>
                <a:spcBef>
                  <a:spcPts val="0"/>
                </a:spcBef>
                <a:spcAft>
                  <a:spcPts val="0"/>
                </a:spcAft>
                <a:buFont typeface="Arial" panose="020B0604020202020204" pitchFamily="34" charset="0"/>
                <a:buChar char="•"/>
              </a:pPr>
              <a:endParaRPr lang="de-DE" sz="1000" b="0" baseline="0" noProof="0">
                <a:solidFill>
                  <a:schemeClr val="accent5"/>
                </a:solidFill>
                <a:latin typeface="+mn-lt"/>
              </a:endParaRPr>
            </a:p>
          </p:txBody>
        </p:sp>
      </p:grpSp>
      <p:sp>
        <p:nvSpPr>
          <p:cNvPr id="28"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29"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20"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1"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30"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278392108"/>
      </p:ext>
    </p:extLst>
  </p:cSld>
  <p:clrMapOvr>
    <a:masterClrMapping/>
  </p:clrMapOvr>
  <p:extLst>
    <p:ext uri="{DCECCB84-F9BA-43D5-87BE-67443E8EF086}">
      <p15:sldGuideLst xmlns:p15="http://schemas.microsoft.com/office/powerpoint/2012/main">
        <p15:guide id="1" pos="7433">
          <p15:clr>
            <a:srgbClr val="A4A3A4"/>
          </p15:clr>
        </p15:guide>
        <p15:guide id="2" orient="horz" pos="232">
          <p15:clr>
            <a:srgbClr val="A4A3A4"/>
          </p15:clr>
        </p15:guide>
        <p15:guide id="3" pos="251">
          <p15:clr>
            <a:srgbClr val="A4A3A4"/>
          </p15:clr>
        </p15:guide>
        <p15:guide id="4" orient="horz" pos="951">
          <p15:clr>
            <a:srgbClr val="A4A3A4"/>
          </p15:clr>
        </p15:guide>
        <p15:guide id="5" orient="horz" pos="4047">
          <p15:clr>
            <a:srgbClr val="A4A3A4"/>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11"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12"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9"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0"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6"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7"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8"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084064415"/>
      </p:ext>
    </p:extLst>
  </p:cSld>
  <p:clrMapOvr>
    <a:masterClrMapping/>
  </p:clrMapOvr>
  <p:extLst>
    <p:ext uri="{DCECCB84-F9BA-43D5-87BE-67443E8EF086}">
      <p15:sldGuideLst xmlns:p15="http://schemas.microsoft.com/office/powerpoint/2012/main">
        <p15:guide id="1" orient="horz" pos="951">
          <p15:clr>
            <a:srgbClr val="A4A3A4"/>
          </p15:clr>
        </p15:guide>
        <p15:guide id="2" pos="251">
          <p15:clr>
            <a:srgbClr val="A4A3A4"/>
          </p15:clr>
        </p15:guide>
        <p15:guide id="3" pos="7433">
          <p15:clr>
            <a:srgbClr val="A4A3A4"/>
          </p15:clr>
        </p15:guide>
        <p15:guide id="4" orient="horz" pos="4047">
          <p15:clr>
            <a:srgbClr val="A4A3A4"/>
          </p15:clr>
        </p15:guide>
        <p15:guide id="5" orient="horz" pos="232">
          <p15:clr>
            <a:srgbClr val="A4A3A4"/>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oolbox 8 Bilder mit Text">
    <p:spTree>
      <p:nvGrpSpPr>
        <p:cNvPr id="1" name=""/>
        <p:cNvGrpSpPr/>
        <p:nvPr/>
      </p:nvGrpSpPr>
      <p:grpSpPr>
        <a:xfrm>
          <a:off x="0" y="0"/>
          <a:ext cx="0" cy="0"/>
          <a:chOff x="0" y="0"/>
          <a:chExt cx="0" cy="0"/>
        </a:xfrm>
      </p:grpSpPr>
      <p:sp>
        <p:nvSpPr>
          <p:cNvPr id="65" name="Textplatzhalter 3"/>
          <p:cNvSpPr>
            <a:spLocks noGrp="1"/>
          </p:cNvSpPr>
          <p:nvPr>
            <p:ph type="body" sz="quarter" idx="41" hasCustomPrompt="1"/>
          </p:nvPr>
        </p:nvSpPr>
        <p:spPr bwMode="gray">
          <a:xfrm>
            <a:off x="6203607" y="5252601"/>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66" name="Textplatzhalter 3"/>
          <p:cNvSpPr>
            <a:spLocks noGrp="1"/>
          </p:cNvSpPr>
          <p:nvPr>
            <p:ph type="body" sz="quarter" idx="42" hasCustomPrompt="1"/>
          </p:nvPr>
        </p:nvSpPr>
        <p:spPr bwMode="gray">
          <a:xfrm>
            <a:off x="6207176" y="2758401"/>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67" name="Textplatzhalter 3"/>
          <p:cNvSpPr>
            <a:spLocks noGrp="1"/>
          </p:cNvSpPr>
          <p:nvPr>
            <p:ph type="body" sz="quarter" idx="44" hasCustomPrompt="1"/>
          </p:nvPr>
        </p:nvSpPr>
        <p:spPr bwMode="gray">
          <a:xfrm>
            <a:off x="6207176" y="1511301"/>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68" name="Textplatzhalter 3"/>
          <p:cNvSpPr>
            <a:spLocks noGrp="1"/>
          </p:cNvSpPr>
          <p:nvPr>
            <p:ph type="body" sz="quarter" idx="43" hasCustomPrompt="1"/>
          </p:nvPr>
        </p:nvSpPr>
        <p:spPr bwMode="gray">
          <a:xfrm>
            <a:off x="6207176" y="4005501"/>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69"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70"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88" name="Textplatzhalter 3"/>
          <p:cNvSpPr>
            <a:spLocks noGrp="1"/>
          </p:cNvSpPr>
          <p:nvPr>
            <p:ph type="body" sz="quarter" idx="19" hasCustomPrompt="1"/>
          </p:nvPr>
        </p:nvSpPr>
        <p:spPr bwMode="gray">
          <a:xfrm>
            <a:off x="4479175" y="1512000"/>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89" name="Textplatzhalter 3"/>
          <p:cNvSpPr>
            <a:spLocks noGrp="1"/>
          </p:cNvSpPr>
          <p:nvPr>
            <p:ph type="body" sz="quarter" idx="38" hasCustomPrompt="1"/>
          </p:nvPr>
        </p:nvSpPr>
        <p:spPr bwMode="gray">
          <a:xfrm>
            <a:off x="4479175" y="2758867"/>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90" name="Textplatzhalter 3"/>
          <p:cNvSpPr>
            <a:spLocks noGrp="1"/>
          </p:cNvSpPr>
          <p:nvPr>
            <p:ph type="body" sz="quarter" idx="39" hasCustomPrompt="1"/>
          </p:nvPr>
        </p:nvSpPr>
        <p:spPr bwMode="gray">
          <a:xfrm>
            <a:off x="4479175" y="4005734"/>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91" name="Textplatzhalter 3"/>
          <p:cNvSpPr>
            <a:spLocks noGrp="1"/>
          </p:cNvSpPr>
          <p:nvPr>
            <p:ph type="body" sz="quarter" idx="40" hasCustomPrompt="1"/>
          </p:nvPr>
        </p:nvSpPr>
        <p:spPr bwMode="gray">
          <a:xfrm>
            <a:off x="4479175" y="5252601"/>
            <a:ext cx="1512000" cy="1173600"/>
          </a:xfrm>
          <a:solidFill>
            <a:schemeClr val="tx2"/>
          </a:solidFill>
          <a:ln>
            <a:solidFill>
              <a:schemeClr val="tx2"/>
            </a:solidFill>
          </a:ln>
        </p:spPr>
        <p:txBody>
          <a:bodyPr lIns="72000" rIns="72000" anchor="ctr" anchorCtr="0"/>
          <a:lstStyle>
            <a:lvl1pPr marL="0" indent="0" algn="l">
              <a:lnSpc>
                <a:spcPct val="100000"/>
              </a:lnSpc>
              <a:spcAft>
                <a:spcPts val="0"/>
              </a:spcAft>
              <a:buFont typeface="Arial" panose="020B0604020202020204" pitchFamily="34" charset="0"/>
              <a:buNone/>
              <a:defRPr sz="1500">
                <a:solidFill>
                  <a:schemeClr val="bg1"/>
                </a:solidFill>
              </a:defRPr>
            </a:lvl1pPr>
            <a:lvl2pPr marL="0" indent="0" algn="l">
              <a:lnSpc>
                <a:spcPct val="100000"/>
              </a:lnSpc>
              <a:spcAft>
                <a:spcPts val="0"/>
              </a:spcAft>
              <a:buNone/>
              <a:defRPr sz="1500">
                <a:solidFill>
                  <a:schemeClr val="bg1"/>
                </a:solidFill>
              </a:defRPr>
            </a:lvl2pPr>
            <a:lvl3pPr marL="0" indent="0" algn="l">
              <a:lnSpc>
                <a:spcPct val="100000"/>
              </a:lnSpc>
              <a:spcAft>
                <a:spcPts val="0"/>
              </a:spcAft>
              <a:buNone/>
              <a:defRPr sz="1500">
                <a:solidFill>
                  <a:schemeClr val="bg1"/>
                </a:solidFill>
              </a:defRPr>
            </a:lvl3pPr>
            <a:lvl4pPr marL="0" indent="0" algn="l">
              <a:lnSpc>
                <a:spcPct val="100000"/>
              </a:lnSpc>
              <a:spcAft>
                <a:spcPts val="0"/>
              </a:spcAft>
              <a:buNone/>
              <a:defRPr sz="1500">
                <a:solidFill>
                  <a:schemeClr val="bg1"/>
                </a:solidFill>
              </a:defRPr>
            </a:lvl4pPr>
            <a:lvl5pPr marL="0" indent="0" algn="l">
              <a:lnSpc>
                <a:spcPct val="100000"/>
              </a:lnSpc>
              <a:spcAft>
                <a:spcPts val="0"/>
              </a:spcAft>
              <a:buNone/>
              <a:defRPr sz="1500">
                <a:solidFill>
                  <a:schemeClr val="bg1"/>
                </a:solidFill>
              </a:defRPr>
            </a:lvl5pPr>
            <a:lvl6pPr marL="0" indent="0" algn="l">
              <a:lnSpc>
                <a:spcPct val="100000"/>
              </a:lnSpc>
              <a:spcAft>
                <a:spcPts val="0"/>
              </a:spcAft>
              <a:buNone/>
              <a:defRPr sz="1500">
                <a:solidFill>
                  <a:schemeClr val="bg1"/>
                </a:solidFill>
              </a:defRPr>
            </a:lvl6pPr>
            <a:lvl7pPr marL="0" indent="0" algn="l">
              <a:lnSpc>
                <a:spcPct val="100000"/>
              </a:lnSpc>
              <a:spcAft>
                <a:spcPts val="0"/>
              </a:spcAft>
              <a:buNone/>
              <a:defRPr sz="1500">
                <a:solidFill>
                  <a:schemeClr val="bg1"/>
                </a:solidFill>
              </a:defRPr>
            </a:lvl7pPr>
            <a:lvl8pPr marL="0" indent="0" algn="l">
              <a:lnSpc>
                <a:spcPct val="100000"/>
              </a:lnSpc>
              <a:spcAft>
                <a:spcPts val="0"/>
              </a:spcAft>
              <a:buNone/>
              <a:defRPr sz="1500">
                <a:solidFill>
                  <a:schemeClr val="bg1"/>
                </a:solidFill>
              </a:defRPr>
            </a:lvl8pPr>
            <a:lvl9pPr marL="0" indent="0" algn="l">
              <a:lnSpc>
                <a:spcPct val="100000"/>
              </a:lnSpc>
              <a:spcAft>
                <a:spcPts val="0"/>
              </a:spcAft>
              <a:buNone/>
              <a:defRPr sz="1500">
                <a:solidFill>
                  <a:schemeClr val="bg1"/>
                </a:solidFill>
              </a:defRPr>
            </a:lvl9pPr>
          </a:lstStyle>
          <a:p>
            <a:pPr lvl="0"/>
            <a:r>
              <a:rPr lang="de-DE" noProof="0"/>
              <a:t>Text in CorpoS (Textkörper) </a:t>
            </a:r>
            <a:br>
              <a:rPr lang="de-DE" noProof="0"/>
            </a:br>
            <a:r>
              <a:rPr lang="de-DE" noProof="0"/>
              <a:t>in 15 pt. einfügen</a:t>
            </a:r>
          </a:p>
        </p:txBody>
      </p:sp>
      <p:sp>
        <p:nvSpPr>
          <p:cNvPr id="92" name="Textplatzhalter 3"/>
          <p:cNvSpPr>
            <a:spLocks noGrp="1"/>
          </p:cNvSpPr>
          <p:nvPr>
            <p:ph type="body" sz="quarter" idx="34" hasCustomPrompt="1"/>
          </p:nvPr>
        </p:nvSpPr>
        <p:spPr>
          <a:xfrm>
            <a:off x="396000" y="1512000"/>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93" name="Textplatzhalter 3"/>
          <p:cNvSpPr>
            <a:spLocks noGrp="1"/>
          </p:cNvSpPr>
          <p:nvPr>
            <p:ph type="body" sz="quarter" idx="35" hasCustomPrompt="1"/>
          </p:nvPr>
        </p:nvSpPr>
        <p:spPr>
          <a:xfrm>
            <a:off x="396000" y="5252601"/>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94" name="Textplatzhalter 3"/>
          <p:cNvSpPr>
            <a:spLocks noGrp="1"/>
          </p:cNvSpPr>
          <p:nvPr>
            <p:ph type="body" sz="quarter" idx="36" hasCustomPrompt="1"/>
          </p:nvPr>
        </p:nvSpPr>
        <p:spPr>
          <a:xfrm>
            <a:off x="396000" y="4005734"/>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95" name="Textplatzhalter 3"/>
          <p:cNvSpPr>
            <a:spLocks noGrp="1"/>
          </p:cNvSpPr>
          <p:nvPr>
            <p:ph type="body" sz="quarter" idx="37" hasCustomPrompt="1"/>
          </p:nvPr>
        </p:nvSpPr>
        <p:spPr>
          <a:xfrm>
            <a:off x="396000" y="2758867"/>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96" name="Textplatzhalter 3"/>
          <p:cNvSpPr>
            <a:spLocks noGrp="1"/>
          </p:cNvSpPr>
          <p:nvPr>
            <p:ph type="body" sz="quarter" idx="30" hasCustomPrompt="1"/>
          </p:nvPr>
        </p:nvSpPr>
        <p:spPr>
          <a:xfrm>
            <a:off x="10001474" y="1511301"/>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97" name="Textplatzhalter 3"/>
          <p:cNvSpPr>
            <a:spLocks noGrp="1"/>
          </p:cNvSpPr>
          <p:nvPr>
            <p:ph type="body" sz="quarter" idx="31" hasCustomPrompt="1"/>
          </p:nvPr>
        </p:nvSpPr>
        <p:spPr>
          <a:xfrm>
            <a:off x="10001474" y="5252601"/>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98" name="Textplatzhalter 3"/>
          <p:cNvSpPr>
            <a:spLocks noGrp="1"/>
          </p:cNvSpPr>
          <p:nvPr>
            <p:ph type="body" sz="quarter" idx="32" hasCustomPrompt="1"/>
          </p:nvPr>
        </p:nvSpPr>
        <p:spPr>
          <a:xfrm>
            <a:off x="10001474" y="4005501"/>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99" name="Textplatzhalter 3"/>
          <p:cNvSpPr>
            <a:spLocks noGrp="1"/>
          </p:cNvSpPr>
          <p:nvPr>
            <p:ph type="body" sz="quarter" idx="33" hasCustomPrompt="1"/>
          </p:nvPr>
        </p:nvSpPr>
        <p:spPr>
          <a:xfrm>
            <a:off x="10001474" y="2758401"/>
            <a:ext cx="1800000" cy="1173600"/>
          </a:xfrm>
        </p:spPr>
        <p:txBody>
          <a:bodyPr anchor="ctr" anchorCtr="0"/>
          <a:lstStyle>
            <a:lvl1pPr marL="0" indent="0" algn="l">
              <a:lnSpc>
                <a:spcPct val="100000"/>
              </a:lnSpc>
              <a:spcAft>
                <a:spcPts val="0"/>
              </a:spcAft>
              <a:buFont typeface="Arial" panose="020B0604020202020204" pitchFamily="34" charset="0"/>
              <a:buNone/>
              <a:defRPr sz="1500"/>
            </a:lvl1pPr>
            <a:lvl2pPr marL="0" indent="0" algn="l">
              <a:lnSpc>
                <a:spcPct val="100000"/>
              </a:lnSpc>
              <a:spcAft>
                <a:spcPts val="0"/>
              </a:spcAft>
              <a:buNone/>
              <a:defRPr sz="1000"/>
            </a:lvl2pPr>
            <a:lvl3pPr marL="0" indent="0" algn="l">
              <a:lnSpc>
                <a:spcPct val="100000"/>
              </a:lnSpc>
              <a:spcAft>
                <a:spcPts val="0"/>
              </a:spcAft>
              <a:buNone/>
              <a:defRPr sz="1000"/>
            </a:lvl3pPr>
            <a:lvl4pPr marL="0" indent="0" algn="l">
              <a:lnSpc>
                <a:spcPct val="100000"/>
              </a:lnSpc>
              <a:spcAft>
                <a:spcPts val="0"/>
              </a:spcAft>
              <a:buNone/>
              <a:defRPr sz="1000"/>
            </a:lvl4pPr>
            <a:lvl5pPr marL="0" indent="0" algn="l">
              <a:lnSpc>
                <a:spcPct val="100000"/>
              </a:lnSpc>
              <a:spcAft>
                <a:spcPts val="0"/>
              </a:spcAft>
              <a:buNone/>
              <a:defRPr sz="1000"/>
            </a:lvl5pPr>
            <a:lvl6pPr marL="0" indent="0" algn="l">
              <a:lnSpc>
                <a:spcPct val="100000"/>
              </a:lnSpc>
              <a:spcAft>
                <a:spcPts val="0"/>
              </a:spcAft>
              <a:buNone/>
              <a:defRPr sz="1000"/>
            </a:lvl6pPr>
            <a:lvl7pPr marL="0" indent="0" algn="l">
              <a:lnSpc>
                <a:spcPct val="100000"/>
              </a:lnSpc>
              <a:spcAft>
                <a:spcPts val="0"/>
              </a:spcAft>
              <a:buNone/>
              <a:defRPr sz="1000"/>
            </a:lvl7pPr>
            <a:lvl8pPr marL="0" indent="0" algn="l">
              <a:lnSpc>
                <a:spcPct val="100000"/>
              </a:lnSpc>
              <a:spcAft>
                <a:spcPts val="0"/>
              </a:spcAft>
              <a:buNone/>
              <a:defRPr sz="1000"/>
            </a:lvl8pPr>
            <a:lvl9pPr marL="0" indent="0" algn="l">
              <a:lnSpc>
                <a:spcPct val="100000"/>
              </a:lnSpc>
              <a:spcAft>
                <a:spcPts val="0"/>
              </a:spcAft>
              <a:buNone/>
              <a:defRPr sz="1000"/>
            </a:lvl9pPr>
          </a:lstStyle>
          <a:p>
            <a:pPr lvl="0"/>
            <a:r>
              <a:rPr lang="de-DE" noProof="0"/>
              <a:t>Text in CorpoS in 15 pt. einfügen // für kleineren Text: Start // Absatz // Listenebene erhöhen</a:t>
            </a:r>
          </a:p>
        </p:txBody>
      </p:sp>
      <p:sp>
        <p:nvSpPr>
          <p:cNvPr id="100" name="Bildplatzhalter 8"/>
          <p:cNvSpPr>
            <a:spLocks noGrp="1" noChangeAspect="1"/>
          </p:cNvSpPr>
          <p:nvPr>
            <p:ph type="pic" sz="quarter" idx="11" hasCustomPrompt="1"/>
          </p:nvPr>
        </p:nvSpPr>
        <p:spPr bwMode="gray">
          <a:xfrm>
            <a:off x="8198671" y="1511301"/>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sp>
        <p:nvSpPr>
          <p:cNvPr id="101" name="Bildplatzhalter 8"/>
          <p:cNvSpPr>
            <a:spLocks noGrp="1" noChangeAspect="1"/>
          </p:cNvSpPr>
          <p:nvPr>
            <p:ph type="pic" sz="quarter" idx="17" hasCustomPrompt="1"/>
          </p:nvPr>
        </p:nvSpPr>
        <p:spPr bwMode="gray">
          <a:xfrm>
            <a:off x="8198671" y="4005501"/>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sp>
        <p:nvSpPr>
          <p:cNvPr id="102" name="Bildplatzhalter 8"/>
          <p:cNvSpPr>
            <a:spLocks noGrp="1" noChangeAspect="1"/>
          </p:cNvSpPr>
          <p:nvPr>
            <p:ph type="pic" sz="quarter" idx="18" hasCustomPrompt="1"/>
          </p:nvPr>
        </p:nvSpPr>
        <p:spPr bwMode="gray">
          <a:xfrm>
            <a:off x="8198671" y="2758401"/>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sp>
        <p:nvSpPr>
          <p:cNvPr id="103" name="Bildplatzhalter 8"/>
          <p:cNvSpPr>
            <a:spLocks noGrp="1" noChangeAspect="1"/>
          </p:cNvSpPr>
          <p:nvPr>
            <p:ph type="pic" sz="quarter" idx="29" hasCustomPrompt="1"/>
          </p:nvPr>
        </p:nvSpPr>
        <p:spPr bwMode="gray">
          <a:xfrm>
            <a:off x="8198671" y="5252601"/>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sp>
        <p:nvSpPr>
          <p:cNvPr id="104" name="Bildplatzhalter 8"/>
          <p:cNvSpPr>
            <a:spLocks noGrp="1" noChangeAspect="1"/>
          </p:cNvSpPr>
          <p:nvPr>
            <p:ph type="pic" sz="quarter" idx="10" hasCustomPrompt="1"/>
          </p:nvPr>
        </p:nvSpPr>
        <p:spPr bwMode="gray">
          <a:xfrm>
            <a:off x="2304000" y="1512000"/>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sp>
        <p:nvSpPr>
          <p:cNvPr id="105" name="Bildplatzhalter 8"/>
          <p:cNvSpPr>
            <a:spLocks noGrp="1" noChangeAspect="1"/>
          </p:cNvSpPr>
          <p:nvPr>
            <p:ph type="pic" sz="quarter" idx="12" hasCustomPrompt="1"/>
          </p:nvPr>
        </p:nvSpPr>
        <p:spPr bwMode="gray">
          <a:xfrm>
            <a:off x="2304000" y="4005734"/>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sp>
        <p:nvSpPr>
          <p:cNvPr id="106" name="Bildplatzhalter 8"/>
          <p:cNvSpPr>
            <a:spLocks noGrp="1" noChangeAspect="1"/>
          </p:cNvSpPr>
          <p:nvPr>
            <p:ph type="pic" sz="quarter" idx="14" hasCustomPrompt="1"/>
          </p:nvPr>
        </p:nvSpPr>
        <p:spPr bwMode="gray">
          <a:xfrm>
            <a:off x="2304000" y="2758867"/>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sp>
        <p:nvSpPr>
          <p:cNvPr id="107" name="Bildplatzhalter 8"/>
          <p:cNvSpPr>
            <a:spLocks noGrp="1" noChangeAspect="1"/>
          </p:cNvSpPr>
          <p:nvPr>
            <p:ph type="pic" sz="quarter" idx="28" hasCustomPrompt="1"/>
          </p:nvPr>
        </p:nvSpPr>
        <p:spPr bwMode="gray">
          <a:xfrm>
            <a:off x="2304000" y="5252601"/>
            <a:ext cx="1692005" cy="1173600"/>
          </a:xfrm>
          <a:solidFill>
            <a:srgbClr val="9F0002"/>
          </a:solidFill>
          <a:ln w="3175">
            <a:noFill/>
            <a:miter lim="800000"/>
          </a:ln>
        </p:spPr>
        <p:txBody>
          <a:bodyPr/>
          <a:lstStyle>
            <a:lvl1pPr algn="ctr">
              <a:lnSpc>
                <a:spcPct val="100000"/>
              </a:lnSpc>
              <a:spcAft>
                <a:spcPts val="0"/>
              </a:spcAft>
              <a:defRPr sz="1500">
                <a:solidFill>
                  <a:schemeClr val="tx1"/>
                </a:solidFill>
              </a:defRPr>
            </a:lvl1pPr>
          </a:lstStyle>
          <a:p>
            <a:br>
              <a:rPr lang="de-DE" noProof="0"/>
            </a:br>
            <a:br>
              <a:rPr lang="de-DE" noProof="0"/>
            </a:br>
            <a:br>
              <a:rPr lang="de-DE" noProof="0"/>
            </a:br>
            <a:br>
              <a:rPr lang="de-DE" noProof="0"/>
            </a:br>
            <a:r>
              <a:rPr lang="de-DE" noProof="0"/>
              <a:t>Bild einfügen</a:t>
            </a:r>
          </a:p>
        </p:txBody>
      </p:sp>
      <p:cxnSp>
        <p:nvCxnSpPr>
          <p:cNvPr id="108" name="Gerade Verbindung 53"/>
          <p:cNvCxnSpPr>
            <a:stCxn id="104" idx="3"/>
            <a:endCxn id="88" idx="1"/>
          </p:cNvCxnSpPr>
          <p:nvPr userDrawn="1"/>
        </p:nvCxnSpPr>
        <p:spPr bwMode="auto">
          <a:xfrm>
            <a:off x="3996005" y="2098800"/>
            <a:ext cx="483170"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cxnSp>
        <p:nvCxnSpPr>
          <p:cNvPr id="109" name="Gerade Verbindung 54"/>
          <p:cNvCxnSpPr>
            <a:stCxn id="106" idx="3"/>
            <a:endCxn id="89" idx="1"/>
          </p:cNvCxnSpPr>
          <p:nvPr userDrawn="1"/>
        </p:nvCxnSpPr>
        <p:spPr bwMode="auto">
          <a:xfrm>
            <a:off x="3996005" y="3345667"/>
            <a:ext cx="483170"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cxnSp>
        <p:nvCxnSpPr>
          <p:cNvPr id="110" name="Gerade Verbindung 55"/>
          <p:cNvCxnSpPr>
            <a:stCxn id="100" idx="1"/>
            <a:endCxn id="67" idx="3"/>
          </p:cNvCxnSpPr>
          <p:nvPr userDrawn="1"/>
        </p:nvCxnSpPr>
        <p:spPr bwMode="auto">
          <a:xfrm flipH="1">
            <a:off x="7719176" y="2098101"/>
            <a:ext cx="479495"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cxnSp>
        <p:nvCxnSpPr>
          <p:cNvPr id="111" name="Gerade Verbindung 56"/>
          <p:cNvCxnSpPr>
            <a:stCxn id="66" idx="3"/>
            <a:endCxn id="102" idx="1"/>
          </p:cNvCxnSpPr>
          <p:nvPr userDrawn="1"/>
        </p:nvCxnSpPr>
        <p:spPr bwMode="auto">
          <a:xfrm>
            <a:off x="7719176" y="3345201"/>
            <a:ext cx="479495"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cxnSp>
        <p:nvCxnSpPr>
          <p:cNvPr id="112" name="Gerade Verbindung 57"/>
          <p:cNvCxnSpPr>
            <a:stCxn id="68" idx="3"/>
            <a:endCxn id="101" idx="1"/>
          </p:cNvCxnSpPr>
          <p:nvPr userDrawn="1"/>
        </p:nvCxnSpPr>
        <p:spPr bwMode="auto">
          <a:xfrm>
            <a:off x="7719176" y="4592301"/>
            <a:ext cx="479495"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cxnSp>
        <p:nvCxnSpPr>
          <p:cNvPr id="113" name="Gerade Verbindung 58"/>
          <p:cNvCxnSpPr>
            <a:stCxn id="65" idx="3"/>
            <a:endCxn id="103" idx="1"/>
          </p:cNvCxnSpPr>
          <p:nvPr userDrawn="1"/>
        </p:nvCxnSpPr>
        <p:spPr bwMode="auto">
          <a:xfrm>
            <a:off x="7715607" y="5839401"/>
            <a:ext cx="483064"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cxnSp>
        <p:nvCxnSpPr>
          <p:cNvPr id="114" name="Gerade Verbindung 59"/>
          <p:cNvCxnSpPr>
            <a:stCxn id="107" idx="3"/>
            <a:endCxn id="91" idx="1"/>
          </p:cNvCxnSpPr>
          <p:nvPr userDrawn="1"/>
        </p:nvCxnSpPr>
        <p:spPr bwMode="auto">
          <a:xfrm>
            <a:off x="3996005" y="5839401"/>
            <a:ext cx="483170"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cxnSp>
        <p:nvCxnSpPr>
          <p:cNvPr id="115" name="Gerade Verbindung 60"/>
          <p:cNvCxnSpPr>
            <a:stCxn id="105" idx="3"/>
            <a:endCxn id="90" idx="1"/>
          </p:cNvCxnSpPr>
          <p:nvPr userDrawn="1"/>
        </p:nvCxnSpPr>
        <p:spPr bwMode="auto">
          <a:xfrm>
            <a:off x="3996005" y="4592534"/>
            <a:ext cx="483170" cy="0"/>
          </a:xfrm>
          <a:prstGeom prst="line">
            <a:avLst/>
          </a:prstGeom>
          <a:ln w="3175">
            <a:solidFill>
              <a:schemeClr val="tx2"/>
            </a:solidFill>
            <a:miter lim="800000"/>
          </a:ln>
        </p:spPr>
        <p:style>
          <a:lnRef idx="1">
            <a:schemeClr val="accent1"/>
          </a:lnRef>
          <a:fillRef idx="0">
            <a:schemeClr val="accent1"/>
          </a:fillRef>
          <a:effectRef idx="0">
            <a:schemeClr val="accent1"/>
          </a:effectRef>
          <a:fontRef idx="minor">
            <a:schemeClr val="tx1"/>
          </a:fontRef>
        </p:style>
      </p:cxnSp>
      <p:sp>
        <p:nvSpPr>
          <p:cNvPr id="41"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42"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43" name="Textplatzhalter 3"/>
          <p:cNvSpPr>
            <a:spLocks noGrp="1"/>
          </p:cNvSpPr>
          <p:nvPr>
            <p:ph type="body" sz="quarter" idx="45"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44" name="Textplatzhalter 3"/>
          <p:cNvSpPr>
            <a:spLocks noGrp="1"/>
          </p:cNvSpPr>
          <p:nvPr>
            <p:ph type="body" sz="quarter" idx="46"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45" name="Textplatzhalter 3"/>
          <p:cNvSpPr>
            <a:spLocks noGrp="1"/>
          </p:cNvSpPr>
          <p:nvPr>
            <p:ph type="body" sz="quarter" idx="47"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789110478"/>
      </p:ext>
    </p:extLst>
  </p:cSld>
  <p:clrMapOvr>
    <a:masterClrMapping/>
  </p:clrMapOvr>
  <p:extLst>
    <p:ext uri="{DCECCB84-F9BA-43D5-87BE-67443E8EF086}">
      <p15:sldGuideLst xmlns:p15="http://schemas.microsoft.com/office/powerpoint/2012/main">
        <p15:guide id="1" orient="horz" pos="232">
          <p15:clr>
            <a:srgbClr val="A4A3A4"/>
          </p15:clr>
        </p15:guide>
        <p15:guide id="2" pos="251">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Produkt Highlights">
    <p:spTree>
      <p:nvGrpSpPr>
        <p:cNvPr id="1" name=""/>
        <p:cNvGrpSpPr/>
        <p:nvPr/>
      </p:nvGrpSpPr>
      <p:grpSpPr>
        <a:xfrm>
          <a:off x="0" y="0"/>
          <a:ext cx="0" cy="0"/>
          <a:chOff x="0" y="0"/>
          <a:chExt cx="0" cy="0"/>
        </a:xfrm>
      </p:grpSpPr>
      <p:sp>
        <p:nvSpPr>
          <p:cNvPr id="49" name="Bildplatzhalter 8"/>
          <p:cNvSpPr>
            <a:spLocks noGrp="1"/>
          </p:cNvSpPr>
          <p:nvPr>
            <p:ph type="pic" sz="quarter" idx="10" hasCustomPrompt="1"/>
          </p:nvPr>
        </p:nvSpPr>
        <p:spPr bwMode="gray">
          <a:xfrm>
            <a:off x="3024337" y="2757600"/>
            <a:ext cx="6148800" cy="2421734"/>
          </a:xfrm>
          <a:solidFill>
            <a:srgbClr val="9F0002"/>
          </a:solidFill>
          <a:ln w="3175">
            <a:noFill/>
            <a:miter lim="800000"/>
          </a:ln>
        </p:spPr>
        <p:txBody>
          <a:bodyPr/>
          <a:lstStyle>
            <a:lvl1pPr algn="ctr">
              <a:lnSpc>
                <a:spcPct val="100000"/>
              </a:lnSpc>
              <a:spcAft>
                <a:spcPts val="0"/>
              </a:spcAft>
              <a:defRPr sz="2000">
                <a:solidFill>
                  <a:schemeClr val="tx1"/>
                </a:solidFill>
              </a:defRPr>
            </a:lvl1pPr>
          </a:lstStyle>
          <a:p>
            <a:br>
              <a:rPr lang="de-DE" noProof="0"/>
            </a:br>
            <a:br>
              <a:rPr lang="de-DE" noProof="0"/>
            </a:br>
            <a:br>
              <a:rPr lang="de-DE" noProof="0"/>
            </a:br>
            <a:br>
              <a:rPr lang="de-DE" noProof="0"/>
            </a:br>
            <a:br>
              <a:rPr lang="de-DE" noProof="0"/>
            </a:br>
            <a:r>
              <a:rPr lang="de-DE" noProof="0"/>
              <a:t>Bild einfügen</a:t>
            </a:r>
          </a:p>
        </p:txBody>
      </p:sp>
      <p:sp>
        <p:nvSpPr>
          <p:cNvPr id="50" name="Textplatzhalter 3"/>
          <p:cNvSpPr>
            <a:spLocks noGrp="1" noChangeAspect="1"/>
          </p:cNvSpPr>
          <p:nvPr>
            <p:ph type="body" sz="quarter" idx="67" hasCustomPrompt="1"/>
          </p:nvPr>
        </p:nvSpPr>
        <p:spPr>
          <a:xfrm rot="9427937">
            <a:off x="2425691" y="5284427"/>
            <a:ext cx="1909937" cy="91569"/>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 name="connsiteX0" fmla="*/ 72839 w 2596021"/>
              <a:gd name="connsiteY0" fmla="*/ 35294 h 124463"/>
              <a:gd name="connsiteX1" fmla="*/ 36219 w 2596021"/>
              <a:gd name="connsiteY1" fmla="*/ 73396 h 124463"/>
              <a:gd name="connsiteX2" fmla="*/ 0 w 2596021"/>
              <a:gd name="connsiteY2" fmla="*/ 37306 h 124463"/>
              <a:gd name="connsiteX3" fmla="*/ 35816 w 2596021"/>
              <a:gd name="connsiteY3" fmla="*/ 8 h 124463"/>
              <a:gd name="connsiteX4" fmla="*/ 73065 w 2596021"/>
              <a:gd name="connsiteY4" fmla="*/ 35540 h 124463"/>
              <a:gd name="connsiteX5" fmla="*/ 2596020 w 2596021"/>
              <a:gd name="connsiteY5" fmla="*/ 124462 h 12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6021" h="124463">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2596020" y="124462"/>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1" name="Textplatzhalter 3"/>
          <p:cNvSpPr>
            <a:spLocks noGrp="1" noChangeAspect="1"/>
          </p:cNvSpPr>
          <p:nvPr>
            <p:ph type="body" sz="quarter" idx="56" hasCustomPrompt="1"/>
          </p:nvPr>
        </p:nvSpPr>
        <p:spPr>
          <a:xfrm rot="17090839">
            <a:off x="7964704" y="2808900"/>
            <a:ext cx="1284521" cy="54000"/>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5944" h="73398">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1745944" y="52049"/>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2" name="Textplatzhalter 3"/>
          <p:cNvSpPr>
            <a:spLocks noGrp="1" noChangeAspect="1"/>
          </p:cNvSpPr>
          <p:nvPr>
            <p:ph type="body" sz="quarter" idx="57" hasCustomPrompt="1"/>
          </p:nvPr>
        </p:nvSpPr>
        <p:spPr>
          <a:xfrm rot="18468895">
            <a:off x="6090519" y="2581063"/>
            <a:ext cx="1284521" cy="54000"/>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5944" h="73398">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1745944" y="52049"/>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3" name="Textplatzhalter 3"/>
          <p:cNvSpPr>
            <a:spLocks noGrp="1" noChangeAspect="1"/>
          </p:cNvSpPr>
          <p:nvPr>
            <p:ph type="body" sz="quarter" idx="58" hasCustomPrompt="1"/>
          </p:nvPr>
        </p:nvSpPr>
        <p:spPr>
          <a:xfrm rot="11041244">
            <a:off x="2483054" y="3144224"/>
            <a:ext cx="2204126" cy="80242"/>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 name="connsiteX0" fmla="*/ 72839 w 2995888"/>
              <a:gd name="connsiteY0" fmla="*/ 35294 h 109067"/>
              <a:gd name="connsiteX1" fmla="*/ 36219 w 2995888"/>
              <a:gd name="connsiteY1" fmla="*/ 73396 h 109067"/>
              <a:gd name="connsiteX2" fmla="*/ 0 w 2995888"/>
              <a:gd name="connsiteY2" fmla="*/ 37306 h 109067"/>
              <a:gd name="connsiteX3" fmla="*/ 35816 w 2995888"/>
              <a:gd name="connsiteY3" fmla="*/ 8 h 109067"/>
              <a:gd name="connsiteX4" fmla="*/ 73065 w 2995888"/>
              <a:gd name="connsiteY4" fmla="*/ 35540 h 109067"/>
              <a:gd name="connsiteX5" fmla="*/ 2995888 w 2995888"/>
              <a:gd name="connsiteY5" fmla="*/ 109067 h 10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95888" h="109067">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2995888" y="109067"/>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4" name="Textplatzhalter 3"/>
          <p:cNvSpPr>
            <a:spLocks noGrp="1" noChangeAspect="1"/>
          </p:cNvSpPr>
          <p:nvPr>
            <p:ph type="body" sz="quarter" idx="59" hasCustomPrompt="1"/>
          </p:nvPr>
        </p:nvSpPr>
        <p:spPr>
          <a:xfrm rot="10320000">
            <a:off x="2608500" y="4603312"/>
            <a:ext cx="3267222" cy="79333"/>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 name="connsiteX0" fmla="*/ 72839 w 2995888"/>
              <a:gd name="connsiteY0" fmla="*/ 35294 h 109067"/>
              <a:gd name="connsiteX1" fmla="*/ 36219 w 2995888"/>
              <a:gd name="connsiteY1" fmla="*/ 73396 h 109067"/>
              <a:gd name="connsiteX2" fmla="*/ 0 w 2995888"/>
              <a:gd name="connsiteY2" fmla="*/ 37306 h 109067"/>
              <a:gd name="connsiteX3" fmla="*/ 35816 w 2995888"/>
              <a:gd name="connsiteY3" fmla="*/ 8 h 109067"/>
              <a:gd name="connsiteX4" fmla="*/ 73065 w 2995888"/>
              <a:gd name="connsiteY4" fmla="*/ 35540 h 109067"/>
              <a:gd name="connsiteX5" fmla="*/ 2995888 w 2995888"/>
              <a:gd name="connsiteY5" fmla="*/ 109067 h 109067"/>
              <a:gd name="connsiteX0" fmla="*/ 72839 w 4440867"/>
              <a:gd name="connsiteY0" fmla="*/ 35294 h 107831"/>
              <a:gd name="connsiteX1" fmla="*/ 36219 w 4440867"/>
              <a:gd name="connsiteY1" fmla="*/ 73396 h 107831"/>
              <a:gd name="connsiteX2" fmla="*/ 0 w 4440867"/>
              <a:gd name="connsiteY2" fmla="*/ 37306 h 107831"/>
              <a:gd name="connsiteX3" fmla="*/ 35816 w 4440867"/>
              <a:gd name="connsiteY3" fmla="*/ 8 h 107831"/>
              <a:gd name="connsiteX4" fmla="*/ 73065 w 4440867"/>
              <a:gd name="connsiteY4" fmla="*/ 35540 h 107831"/>
              <a:gd name="connsiteX5" fmla="*/ 4440867 w 4440867"/>
              <a:gd name="connsiteY5" fmla="*/ 107831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0867" h="107831">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4440867" y="107831"/>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5" name="Textplatzhalter 3"/>
          <p:cNvSpPr>
            <a:spLocks noGrp="1" noChangeAspect="1"/>
          </p:cNvSpPr>
          <p:nvPr>
            <p:ph type="body" sz="quarter" idx="60" hasCustomPrompt="1"/>
          </p:nvPr>
        </p:nvSpPr>
        <p:spPr>
          <a:xfrm rot="3540000">
            <a:off x="5861589" y="4897309"/>
            <a:ext cx="1909937" cy="91569"/>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 name="connsiteX0" fmla="*/ 72839 w 2596021"/>
              <a:gd name="connsiteY0" fmla="*/ 35294 h 124463"/>
              <a:gd name="connsiteX1" fmla="*/ 36219 w 2596021"/>
              <a:gd name="connsiteY1" fmla="*/ 73396 h 124463"/>
              <a:gd name="connsiteX2" fmla="*/ 0 w 2596021"/>
              <a:gd name="connsiteY2" fmla="*/ 37306 h 124463"/>
              <a:gd name="connsiteX3" fmla="*/ 35816 w 2596021"/>
              <a:gd name="connsiteY3" fmla="*/ 8 h 124463"/>
              <a:gd name="connsiteX4" fmla="*/ 73065 w 2596021"/>
              <a:gd name="connsiteY4" fmla="*/ 35540 h 124463"/>
              <a:gd name="connsiteX5" fmla="*/ 2596020 w 2596021"/>
              <a:gd name="connsiteY5" fmla="*/ 124462 h 12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6021" h="124463">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2596020" y="124462"/>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6" name="Textplatzhalter 3"/>
          <p:cNvSpPr>
            <a:spLocks noGrp="1" noChangeAspect="1"/>
          </p:cNvSpPr>
          <p:nvPr>
            <p:ph type="body" sz="quarter" idx="61" hasCustomPrompt="1"/>
          </p:nvPr>
        </p:nvSpPr>
        <p:spPr>
          <a:xfrm rot="12197832">
            <a:off x="2201247" y="2579449"/>
            <a:ext cx="3267222" cy="79333"/>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 name="connsiteX0" fmla="*/ 72839 w 2995888"/>
              <a:gd name="connsiteY0" fmla="*/ 35294 h 109067"/>
              <a:gd name="connsiteX1" fmla="*/ 36219 w 2995888"/>
              <a:gd name="connsiteY1" fmla="*/ 73396 h 109067"/>
              <a:gd name="connsiteX2" fmla="*/ 0 w 2995888"/>
              <a:gd name="connsiteY2" fmla="*/ 37306 h 109067"/>
              <a:gd name="connsiteX3" fmla="*/ 35816 w 2995888"/>
              <a:gd name="connsiteY3" fmla="*/ 8 h 109067"/>
              <a:gd name="connsiteX4" fmla="*/ 73065 w 2995888"/>
              <a:gd name="connsiteY4" fmla="*/ 35540 h 109067"/>
              <a:gd name="connsiteX5" fmla="*/ 2995888 w 2995888"/>
              <a:gd name="connsiteY5" fmla="*/ 109067 h 109067"/>
              <a:gd name="connsiteX0" fmla="*/ 72839 w 4440867"/>
              <a:gd name="connsiteY0" fmla="*/ 35294 h 107831"/>
              <a:gd name="connsiteX1" fmla="*/ 36219 w 4440867"/>
              <a:gd name="connsiteY1" fmla="*/ 73396 h 107831"/>
              <a:gd name="connsiteX2" fmla="*/ 0 w 4440867"/>
              <a:gd name="connsiteY2" fmla="*/ 37306 h 107831"/>
              <a:gd name="connsiteX3" fmla="*/ 35816 w 4440867"/>
              <a:gd name="connsiteY3" fmla="*/ 8 h 107831"/>
              <a:gd name="connsiteX4" fmla="*/ 73065 w 4440867"/>
              <a:gd name="connsiteY4" fmla="*/ 35540 h 107831"/>
              <a:gd name="connsiteX5" fmla="*/ 4440867 w 4440867"/>
              <a:gd name="connsiteY5" fmla="*/ 107831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0867" h="107831">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4440867" y="107831"/>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7" name="Textplatzhalter 3"/>
          <p:cNvSpPr>
            <a:spLocks noGrp="1" noChangeAspect="1"/>
          </p:cNvSpPr>
          <p:nvPr>
            <p:ph type="body" sz="quarter" idx="62" hasCustomPrompt="1"/>
          </p:nvPr>
        </p:nvSpPr>
        <p:spPr>
          <a:xfrm rot="13889278">
            <a:off x="4708703" y="2520680"/>
            <a:ext cx="1284521" cy="54000"/>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5944" h="73398">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1745944" y="52049"/>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8" name="Textplatzhalter 3"/>
          <p:cNvSpPr>
            <a:spLocks noGrp="1" noChangeAspect="1"/>
          </p:cNvSpPr>
          <p:nvPr>
            <p:ph type="body" sz="quarter" idx="63" hasCustomPrompt="1"/>
          </p:nvPr>
        </p:nvSpPr>
        <p:spPr>
          <a:xfrm rot="17090839" flipH="1" flipV="1">
            <a:off x="4827733" y="5382220"/>
            <a:ext cx="1284521" cy="54000"/>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5944" h="73398">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1745944" y="52049"/>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59" name="Textplatzhalter 3"/>
          <p:cNvSpPr>
            <a:spLocks noGrp="1" noChangeAspect="1"/>
          </p:cNvSpPr>
          <p:nvPr>
            <p:ph type="body" sz="quarter" idx="64" hasCustomPrompt="1"/>
          </p:nvPr>
        </p:nvSpPr>
        <p:spPr>
          <a:xfrm rot="12243241" flipH="1" flipV="1">
            <a:off x="8587331" y="4580694"/>
            <a:ext cx="1284521" cy="54000"/>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5944" h="73398">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1745944" y="52049"/>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60" name="Textplatzhalter 3"/>
          <p:cNvSpPr>
            <a:spLocks noGrp="1" noChangeAspect="1"/>
          </p:cNvSpPr>
          <p:nvPr>
            <p:ph type="body" sz="quarter" idx="65" hasCustomPrompt="1"/>
          </p:nvPr>
        </p:nvSpPr>
        <p:spPr>
          <a:xfrm rot="10046435" flipH="1" flipV="1">
            <a:off x="8610544" y="3345727"/>
            <a:ext cx="1284521" cy="54000"/>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5944" h="73398">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1745944" y="52049"/>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61" name="Textplatzhalter 3"/>
          <p:cNvSpPr>
            <a:spLocks noGrp="1" noChangeAspect="1"/>
          </p:cNvSpPr>
          <p:nvPr>
            <p:ph type="body" sz="quarter" idx="66" hasCustomPrompt="1"/>
          </p:nvPr>
        </p:nvSpPr>
        <p:spPr>
          <a:xfrm rot="2851924">
            <a:off x="6698739" y="4854467"/>
            <a:ext cx="3267222" cy="79333"/>
          </a:xfrm>
          <a:custGeom>
            <a:avLst/>
            <a:gdLst>
              <a:gd name="connsiteX0" fmla="*/ 0 w 73241"/>
              <a:gd name="connsiteY0" fmla="*/ 36493 h 72986"/>
              <a:gd name="connsiteX1" fmla="*/ 36621 w 73241"/>
              <a:gd name="connsiteY1" fmla="*/ 0 h 72986"/>
              <a:gd name="connsiteX2" fmla="*/ 73242 w 73241"/>
              <a:gd name="connsiteY2" fmla="*/ 36493 h 72986"/>
              <a:gd name="connsiteX3" fmla="*/ 36621 w 73241"/>
              <a:gd name="connsiteY3" fmla="*/ 72986 h 72986"/>
              <a:gd name="connsiteX4" fmla="*/ 0 w 73241"/>
              <a:gd name="connsiteY4" fmla="*/ 36493 h 72986"/>
              <a:gd name="connsiteX0" fmla="*/ 73242 w 164682"/>
              <a:gd name="connsiteY0" fmla="*/ 36493 h 127933"/>
              <a:gd name="connsiteX1" fmla="*/ 36621 w 164682"/>
              <a:gd name="connsiteY1" fmla="*/ 72986 h 127933"/>
              <a:gd name="connsiteX2" fmla="*/ 0 w 164682"/>
              <a:gd name="connsiteY2" fmla="*/ 36493 h 127933"/>
              <a:gd name="connsiteX3" fmla="*/ 36621 w 164682"/>
              <a:gd name="connsiteY3" fmla="*/ 0 h 127933"/>
              <a:gd name="connsiteX4" fmla="*/ 164682 w 164682"/>
              <a:gd name="connsiteY4" fmla="*/ 127933 h 127933"/>
              <a:gd name="connsiteX0" fmla="*/ 119683 w 1020748"/>
              <a:gd name="connsiteY0" fmla="*/ 65383 h 101876"/>
              <a:gd name="connsiteX1" fmla="*/ 83062 w 1020748"/>
              <a:gd name="connsiteY1" fmla="*/ 101876 h 101876"/>
              <a:gd name="connsiteX2" fmla="*/ 46441 w 1020748"/>
              <a:gd name="connsiteY2" fmla="*/ 65383 h 101876"/>
              <a:gd name="connsiteX3" fmla="*/ 83062 w 1020748"/>
              <a:gd name="connsiteY3" fmla="*/ 28890 h 101876"/>
              <a:gd name="connsiteX4" fmla="*/ 1020748 w 1020748"/>
              <a:gd name="connsiteY4" fmla="*/ 59192 h 101876"/>
              <a:gd name="connsiteX0" fmla="*/ 73242 w 974307"/>
              <a:gd name="connsiteY0" fmla="*/ 66817 h 103310"/>
              <a:gd name="connsiteX1" fmla="*/ 36621 w 974307"/>
              <a:gd name="connsiteY1" fmla="*/ 103310 h 103310"/>
              <a:gd name="connsiteX2" fmla="*/ 0 w 974307"/>
              <a:gd name="connsiteY2" fmla="*/ 66817 h 103310"/>
              <a:gd name="connsiteX3" fmla="*/ 36621 w 974307"/>
              <a:gd name="connsiteY3" fmla="*/ 30324 h 103310"/>
              <a:gd name="connsiteX4" fmla="*/ 974307 w 974307"/>
              <a:gd name="connsiteY4" fmla="*/ 60626 h 103310"/>
              <a:gd name="connsiteX0" fmla="*/ 73242 w 974307"/>
              <a:gd name="connsiteY0" fmla="*/ 42200 h 78693"/>
              <a:gd name="connsiteX1" fmla="*/ 36621 w 974307"/>
              <a:gd name="connsiteY1" fmla="*/ 78693 h 78693"/>
              <a:gd name="connsiteX2" fmla="*/ 0 w 974307"/>
              <a:gd name="connsiteY2" fmla="*/ 42200 h 78693"/>
              <a:gd name="connsiteX3" fmla="*/ 36621 w 974307"/>
              <a:gd name="connsiteY3" fmla="*/ 5707 h 78693"/>
              <a:gd name="connsiteX4" fmla="*/ 80240 w 974307"/>
              <a:gd name="connsiteY4" fmla="*/ 3172 h 78693"/>
              <a:gd name="connsiteX5" fmla="*/ 974307 w 974307"/>
              <a:gd name="connsiteY5" fmla="*/ 36009 h 78693"/>
              <a:gd name="connsiteX0" fmla="*/ 75441 w 976506"/>
              <a:gd name="connsiteY0" fmla="*/ 36496 h 72989"/>
              <a:gd name="connsiteX1" fmla="*/ 38820 w 976506"/>
              <a:gd name="connsiteY1" fmla="*/ 72989 h 72989"/>
              <a:gd name="connsiteX2" fmla="*/ 2199 w 976506"/>
              <a:gd name="connsiteY2" fmla="*/ 36496 h 72989"/>
              <a:gd name="connsiteX3" fmla="*/ 38820 w 976506"/>
              <a:gd name="connsiteY3" fmla="*/ 3 h 72989"/>
              <a:gd name="connsiteX4" fmla="*/ 77677 w 976506"/>
              <a:gd name="connsiteY4" fmla="*/ 37949 h 72989"/>
              <a:gd name="connsiteX5" fmla="*/ 976506 w 976506"/>
              <a:gd name="connsiteY5" fmla="*/ 30305 h 72989"/>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7247 h 73740"/>
              <a:gd name="connsiteX1" fmla="*/ 36621 w 974307"/>
              <a:gd name="connsiteY1" fmla="*/ 73740 h 73740"/>
              <a:gd name="connsiteX2" fmla="*/ 0 w 974307"/>
              <a:gd name="connsiteY2" fmla="*/ 37247 h 73740"/>
              <a:gd name="connsiteX3" fmla="*/ 36621 w 974307"/>
              <a:gd name="connsiteY3" fmla="*/ 754 h 73740"/>
              <a:gd name="connsiteX4" fmla="*/ 75478 w 974307"/>
              <a:gd name="connsiteY4" fmla="*/ 38700 h 73740"/>
              <a:gd name="connsiteX5" fmla="*/ 974307 w 974307"/>
              <a:gd name="connsiteY5" fmla="*/ 31056 h 73740"/>
              <a:gd name="connsiteX0" fmla="*/ 73242 w 974307"/>
              <a:gd name="connsiteY0" fmla="*/ 36496 h 72989"/>
              <a:gd name="connsiteX1" fmla="*/ 36621 w 974307"/>
              <a:gd name="connsiteY1" fmla="*/ 72989 h 72989"/>
              <a:gd name="connsiteX2" fmla="*/ 0 w 974307"/>
              <a:gd name="connsiteY2" fmla="*/ 36496 h 72989"/>
              <a:gd name="connsiteX3" fmla="*/ 36621 w 974307"/>
              <a:gd name="connsiteY3" fmla="*/ 3 h 72989"/>
              <a:gd name="connsiteX4" fmla="*/ 75478 w 974307"/>
              <a:gd name="connsiteY4" fmla="*/ 37949 h 72989"/>
              <a:gd name="connsiteX5" fmla="*/ 974307 w 974307"/>
              <a:gd name="connsiteY5" fmla="*/ 3030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49355 h 72989"/>
              <a:gd name="connsiteX0" fmla="*/ 73242 w 967163"/>
              <a:gd name="connsiteY0" fmla="*/ 36496 h 72989"/>
              <a:gd name="connsiteX1" fmla="*/ 36621 w 967163"/>
              <a:gd name="connsiteY1" fmla="*/ 72989 h 72989"/>
              <a:gd name="connsiteX2" fmla="*/ 0 w 967163"/>
              <a:gd name="connsiteY2" fmla="*/ 36496 h 72989"/>
              <a:gd name="connsiteX3" fmla="*/ 36621 w 967163"/>
              <a:gd name="connsiteY3" fmla="*/ 3 h 72989"/>
              <a:gd name="connsiteX4" fmla="*/ 75478 w 967163"/>
              <a:gd name="connsiteY4" fmla="*/ 37949 h 72989"/>
              <a:gd name="connsiteX5" fmla="*/ 967163 w 967163"/>
              <a:gd name="connsiteY5" fmla="*/ 58880 h 72989"/>
              <a:gd name="connsiteX0" fmla="*/ 73242 w 967163"/>
              <a:gd name="connsiteY0" fmla="*/ 36516 h 73009"/>
              <a:gd name="connsiteX1" fmla="*/ 36621 w 967163"/>
              <a:gd name="connsiteY1" fmla="*/ 73009 h 73009"/>
              <a:gd name="connsiteX2" fmla="*/ 0 w 967163"/>
              <a:gd name="connsiteY2" fmla="*/ 36516 h 73009"/>
              <a:gd name="connsiteX3" fmla="*/ 36621 w 967163"/>
              <a:gd name="connsiteY3" fmla="*/ 23 h 73009"/>
              <a:gd name="connsiteX4" fmla="*/ 72662 w 967163"/>
              <a:gd name="connsiteY4" fmla="*/ 35555 h 73009"/>
              <a:gd name="connsiteX5" fmla="*/ 967163 w 967163"/>
              <a:gd name="connsiteY5" fmla="*/ 58900 h 73009"/>
              <a:gd name="connsiteX0" fmla="*/ 73242 w 967163"/>
              <a:gd name="connsiteY0" fmla="*/ 37354 h 73847"/>
              <a:gd name="connsiteX1" fmla="*/ 36621 w 967163"/>
              <a:gd name="connsiteY1" fmla="*/ 73847 h 73847"/>
              <a:gd name="connsiteX2" fmla="*/ 0 w 967163"/>
              <a:gd name="connsiteY2" fmla="*/ 37354 h 73847"/>
              <a:gd name="connsiteX3" fmla="*/ 36621 w 967163"/>
              <a:gd name="connsiteY3" fmla="*/ 861 h 73847"/>
              <a:gd name="connsiteX4" fmla="*/ 75076 w 967163"/>
              <a:gd name="connsiteY4" fmla="*/ 30760 h 73847"/>
              <a:gd name="connsiteX5" fmla="*/ 967163 w 967163"/>
              <a:gd name="connsiteY5" fmla="*/ 59738 h 7384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467 w 967163"/>
              <a:gd name="connsiteY4" fmla="*/ 36337 h 72987"/>
              <a:gd name="connsiteX5" fmla="*/ 967163 w 967163"/>
              <a:gd name="connsiteY5" fmla="*/ 58878 h 72987"/>
              <a:gd name="connsiteX0" fmla="*/ 73242 w 967163"/>
              <a:gd name="connsiteY0" fmla="*/ 38590 h 75083"/>
              <a:gd name="connsiteX1" fmla="*/ 36621 w 967163"/>
              <a:gd name="connsiteY1" fmla="*/ 75083 h 75083"/>
              <a:gd name="connsiteX2" fmla="*/ 0 w 967163"/>
              <a:gd name="connsiteY2" fmla="*/ 38590 h 75083"/>
              <a:gd name="connsiteX3" fmla="*/ 36621 w 967163"/>
              <a:gd name="connsiteY3" fmla="*/ 2097 h 75083"/>
              <a:gd name="connsiteX4" fmla="*/ 78295 w 967163"/>
              <a:gd name="connsiteY4" fmla="*/ 27973 h 75083"/>
              <a:gd name="connsiteX5" fmla="*/ 967163 w 967163"/>
              <a:gd name="connsiteY5" fmla="*/ 60974 h 75083"/>
              <a:gd name="connsiteX0" fmla="*/ 73242 w 967163"/>
              <a:gd name="connsiteY0" fmla="*/ 36517 h 73010"/>
              <a:gd name="connsiteX1" fmla="*/ 36621 w 967163"/>
              <a:gd name="connsiteY1" fmla="*/ 73010 h 73010"/>
              <a:gd name="connsiteX2" fmla="*/ 0 w 967163"/>
              <a:gd name="connsiteY2" fmla="*/ 36517 h 73010"/>
              <a:gd name="connsiteX3" fmla="*/ 36621 w 967163"/>
              <a:gd name="connsiteY3" fmla="*/ 24 h 73010"/>
              <a:gd name="connsiteX4" fmla="*/ 73467 w 967163"/>
              <a:gd name="connsiteY4" fmla="*/ 35556 h 73010"/>
              <a:gd name="connsiteX5" fmla="*/ 967163 w 967163"/>
              <a:gd name="connsiteY5" fmla="*/ 58901 h 73010"/>
              <a:gd name="connsiteX0" fmla="*/ 73242 w 967163"/>
              <a:gd name="connsiteY0" fmla="*/ 37791 h 74284"/>
              <a:gd name="connsiteX1" fmla="*/ 36621 w 967163"/>
              <a:gd name="connsiteY1" fmla="*/ 74284 h 74284"/>
              <a:gd name="connsiteX2" fmla="*/ 0 w 967163"/>
              <a:gd name="connsiteY2" fmla="*/ 37791 h 74284"/>
              <a:gd name="connsiteX3" fmla="*/ 36621 w 967163"/>
              <a:gd name="connsiteY3" fmla="*/ 1298 h 74284"/>
              <a:gd name="connsiteX4" fmla="*/ 77088 w 967163"/>
              <a:gd name="connsiteY4" fmla="*/ 29588 h 74284"/>
              <a:gd name="connsiteX5" fmla="*/ 967163 w 967163"/>
              <a:gd name="connsiteY5" fmla="*/ 60175 h 74284"/>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1230 w 965151"/>
              <a:gd name="connsiteY0" fmla="*/ 36494 h 72987"/>
              <a:gd name="connsiteX1" fmla="*/ 34609 w 965151"/>
              <a:gd name="connsiteY1" fmla="*/ 72987 h 72987"/>
              <a:gd name="connsiteX2" fmla="*/ 0 w 965151"/>
              <a:gd name="connsiteY2" fmla="*/ 36494 h 72987"/>
              <a:gd name="connsiteX3" fmla="*/ 34609 w 965151"/>
              <a:gd name="connsiteY3" fmla="*/ 1 h 72987"/>
              <a:gd name="connsiteX4" fmla="*/ 71053 w 965151"/>
              <a:gd name="connsiteY4" fmla="*/ 36740 h 72987"/>
              <a:gd name="connsiteX5" fmla="*/ 965151 w 965151"/>
              <a:gd name="connsiteY5" fmla="*/ 58878 h 72987"/>
              <a:gd name="connsiteX0" fmla="*/ 75656 w 969577"/>
              <a:gd name="connsiteY0" fmla="*/ 36494 h 72987"/>
              <a:gd name="connsiteX1" fmla="*/ 39035 w 969577"/>
              <a:gd name="connsiteY1" fmla="*/ 72987 h 72987"/>
              <a:gd name="connsiteX2" fmla="*/ 0 w 969577"/>
              <a:gd name="connsiteY2" fmla="*/ 36494 h 72987"/>
              <a:gd name="connsiteX3" fmla="*/ 39035 w 969577"/>
              <a:gd name="connsiteY3" fmla="*/ 1 h 72987"/>
              <a:gd name="connsiteX4" fmla="*/ 75479 w 969577"/>
              <a:gd name="connsiteY4" fmla="*/ 36740 h 72987"/>
              <a:gd name="connsiteX5" fmla="*/ 969577 w 969577"/>
              <a:gd name="connsiteY5" fmla="*/ 58878 h 72987"/>
              <a:gd name="connsiteX0" fmla="*/ 73242 w 967163"/>
              <a:gd name="connsiteY0" fmla="*/ 36494 h 72987"/>
              <a:gd name="connsiteX1" fmla="*/ 36621 w 967163"/>
              <a:gd name="connsiteY1" fmla="*/ 72987 h 72987"/>
              <a:gd name="connsiteX2" fmla="*/ 0 w 967163"/>
              <a:gd name="connsiteY2" fmla="*/ 36494 h 72987"/>
              <a:gd name="connsiteX3" fmla="*/ 36621 w 967163"/>
              <a:gd name="connsiteY3" fmla="*/ 1 h 72987"/>
              <a:gd name="connsiteX4" fmla="*/ 73065 w 967163"/>
              <a:gd name="connsiteY4" fmla="*/ 36740 h 72987"/>
              <a:gd name="connsiteX5" fmla="*/ 967163 w 967163"/>
              <a:gd name="connsiteY5" fmla="*/ 58878 h 72987"/>
              <a:gd name="connsiteX0" fmla="*/ 73244 w 967165"/>
              <a:gd name="connsiteY0" fmla="*/ 36494 h 77412"/>
              <a:gd name="connsiteX1" fmla="*/ 35014 w 967165"/>
              <a:gd name="connsiteY1" fmla="*/ 77412 h 77412"/>
              <a:gd name="connsiteX2" fmla="*/ 2 w 967165"/>
              <a:gd name="connsiteY2" fmla="*/ 36494 h 77412"/>
              <a:gd name="connsiteX3" fmla="*/ 36623 w 967165"/>
              <a:gd name="connsiteY3" fmla="*/ 1 h 77412"/>
              <a:gd name="connsiteX4" fmla="*/ 73067 w 967165"/>
              <a:gd name="connsiteY4" fmla="*/ 36740 h 77412"/>
              <a:gd name="connsiteX5" fmla="*/ 967165 w 967165"/>
              <a:gd name="connsiteY5" fmla="*/ 58878 h 77412"/>
              <a:gd name="connsiteX0" fmla="*/ 73243 w 967164"/>
              <a:gd name="connsiteY0" fmla="*/ 36494 h 72986"/>
              <a:gd name="connsiteX1" fmla="*/ 35818 w 967164"/>
              <a:gd name="connsiteY1" fmla="*/ 72986 h 72986"/>
              <a:gd name="connsiteX2" fmla="*/ 1 w 967164"/>
              <a:gd name="connsiteY2" fmla="*/ 36494 h 72986"/>
              <a:gd name="connsiteX3" fmla="*/ 36622 w 967164"/>
              <a:gd name="connsiteY3" fmla="*/ 1 h 72986"/>
              <a:gd name="connsiteX4" fmla="*/ 73066 w 967164"/>
              <a:gd name="connsiteY4" fmla="*/ 36740 h 72986"/>
              <a:gd name="connsiteX5" fmla="*/ 967164 w 967164"/>
              <a:gd name="connsiteY5" fmla="*/ 58878 h 72986"/>
              <a:gd name="connsiteX0" fmla="*/ 73242 w 967163"/>
              <a:gd name="connsiteY0" fmla="*/ 36494 h 75400"/>
              <a:gd name="connsiteX1" fmla="*/ 36622 w 967163"/>
              <a:gd name="connsiteY1" fmla="*/ 75400 h 75400"/>
              <a:gd name="connsiteX2" fmla="*/ 0 w 967163"/>
              <a:gd name="connsiteY2" fmla="*/ 36494 h 75400"/>
              <a:gd name="connsiteX3" fmla="*/ 36621 w 967163"/>
              <a:gd name="connsiteY3" fmla="*/ 1 h 75400"/>
              <a:gd name="connsiteX4" fmla="*/ 73065 w 967163"/>
              <a:gd name="connsiteY4" fmla="*/ 36740 h 75400"/>
              <a:gd name="connsiteX5" fmla="*/ 967163 w 967163"/>
              <a:gd name="connsiteY5" fmla="*/ 58878 h 75400"/>
              <a:gd name="connsiteX0" fmla="*/ 73242 w 967163"/>
              <a:gd name="connsiteY0" fmla="*/ 36494 h 73791"/>
              <a:gd name="connsiteX1" fmla="*/ 35817 w 967163"/>
              <a:gd name="connsiteY1" fmla="*/ 73791 h 73791"/>
              <a:gd name="connsiteX2" fmla="*/ 0 w 967163"/>
              <a:gd name="connsiteY2" fmla="*/ 36494 h 73791"/>
              <a:gd name="connsiteX3" fmla="*/ 36621 w 967163"/>
              <a:gd name="connsiteY3" fmla="*/ 1 h 73791"/>
              <a:gd name="connsiteX4" fmla="*/ 73065 w 967163"/>
              <a:gd name="connsiteY4" fmla="*/ 36740 h 73791"/>
              <a:gd name="connsiteX5" fmla="*/ 967163 w 967163"/>
              <a:gd name="connsiteY5" fmla="*/ 58878 h 73791"/>
              <a:gd name="connsiteX0" fmla="*/ 73242 w 967163"/>
              <a:gd name="connsiteY0" fmla="*/ 36494 h 77814"/>
              <a:gd name="connsiteX1" fmla="*/ 35817 w 967163"/>
              <a:gd name="connsiteY1" fmla="*/ 77814 h 77814"/>
              <a:gd name="connsiteX2" fmla="*/ 0 w 967163"/>
              <a:gd name="connsiteY2" fmla="*/ 36494 h 77814"/>
              <a:gd name="connsiteX3" fmla="*/ 36621 w 967163"/>
              <a:gd name="connsiteY3" fmla="*/ 1 h 77814"/>
              <a:gd name="connsiteX4" fmla="*/ 73065 w 967163"/>
              <a:gd name="connsiteY4" fmla="*/ 36740 h 77814"/>
              <a:gd name="connsiteX5" fmla="*/ 967163 w 967163"/>
              <a:gd name="connsiteY5" fmla="*/ 58878 h 77814"/>
              <a:gd name="connsiteX0" fmla="*/ 73242 w 967163"/>
              <a:gd name="connsiteY0" fmla="*/ 36494 h 73389"/>
              <a:gd name="connsiteX1" fmla="*/ 35817 w 967163"/>
              <a:gd name="connsiteY1" fmla="*/ 73389 h 73389"/>
              <a:gd name="connsiteX2" fmla="*/ 0 w 967163"/>
              <a:gd name="connsiteY2" fmla="*/ 36494 h 73389"/>
              <a:gd name="connsiteX3" fmla="*/ 36621 w 967163"/>
              <a:gd name="connsiteY3" fmla="*/ 1 h 73389"/>
              <a:gd name="connsiteX4" fmla="*/ 73065 w 967163"/>
              <a:gd name="connsiteY4" fmla="*/ 36740 h 73389"/>
              <a:gd name="connsiteX5" fmla="*/ 967163 w 967163"/>
              <a:gd name="connsiteY5" fmla="*/ 58878 h 73389"/>
              <a:gd name="connsiteX0" fmla="*/ 84507 w 978428"/>
              <a:gd name="connsiteY0" fmla="*/ 36495 h 73391"/>
              <a:gd name="connsiteX1" fmla="*/ 47082 w 978428"/>
              <a:gd name="connsiteY1" fmla="*/ 73390 h 73391"/>
              <a:gd name="connsiteX2" fmla="*/ 0 w 978428"/>
              <a:gd name="connsiteY2" fmla="*/ 37702 h 73391"/>
              <a:gd name="connsiteX3" fmla="*/ 47886 w 978428"/>
              <a:gd name="connsiteY3" fmla="*/ 2 h 73391"/>
              <a:gd name="connsiteX4" fmla="*/ 84330 w 978428"/>
              <a:gd name="connsiteY4" fmla="*/ 36741 h 73391"/>
              <a:gd name="connsiteX5" fmla="*/ 978428 w 978428"/>
              <a:gd name="connsiteY5" fmla="*/ 58879 h 73391"/>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93760 w 987681"/>
              <a:gd name="connsiteY0" fmla="*/ 36494 h 73390"/>
              <a:gd name="connsiteX1" fmla="*/ 56335 w 987681"/>
              <a:gd name="connsiteY1" fmla="*/ 73389 h 73390"/>
              <a:gd name="connsiteX2" fmla="*/ 0 w 987681"/>
              <a:gd name="connsiteY2" fmla="*/ 35287 h 73390"/>
              <a:gd name="connsiteX3" fmla="*/ 57139 w 987681"/>
              <a:gd name="connsiteY3" fmla="*/ 1 h 73390"/>
              <a:gd name="connsiteX4" fmla="*/ 93583 w 987681"/>
              <a:gd name="connsiteY4" fmla="*/ 36740 h 73390"/>
              <a:gd name="connsiteX5" fmla="*/ 987681 w 987681"/>
              <a:gd name="connsiteY5" fmla="*/ 58878 h 73390"/>
              <a:gd name="connsiteX0" fmla="*/ 73645 w 967566"/>
              <a:gd name="connsiteY0" fmla="*/ 36494 h 73389"/>
              <a:gd name="connsiteX1" fmla="*/ 36220 w 967566"/>
              <a:gd name="connsiteY1" fmla="*/ 73389 h 73389"/>
              <a:gd name="connsiteX2" fmla="*/ 1 w 967566"/>
              <a:gd name="connsiteY2" fmla="*/ 37299 h 73389"/>
              <a:gd name="connsiteX3" fmla="*/ 37024 w 967566"/>
              <a:gd name="connsiteY3" fmla="*/ 1 h 73389"/>
              <a:gd name="connsiteX4" fmla="*/ 73468 w 967566"/>
              <a:gd name="connsiteY4" fmla="*/ 36740 h 73389"/>
              <a:gd name="connsiteX5" fmla="*/ 967566 w 967566"/>
              <a:gd name="connsiteY5" fmla="*/ 58878 h 73389"/>
              <a:gd name="connsiteX0" fmla="*/ 73652 w 967573"/>
              <a:gd name="connsiteY0" fmla="*/ 36494 h 73390"/>
              <a:gd name="connsiteX1" fmla="*/ 36227 w 967573"/>
              <a:gd name="connsiteY1" fmla="*/ 73389 h 73390"/>
              <a:gd name="connsiteX2" fmla="*/ 8 w 967573"/>
              <a:gd name="connsiteY2" fmla="*/ 37299 h 73390"/>
              <a:gd name="connsiteX3" fmla="*/ 37031 w 967573"/>
              <a:gd name="connsiteY3" fmla="*/ 1 h 73390"/>
              <a:gd name="connsiteX4" fmla="*/ 73475 w 967573"/>
              <a:gd name="connsiteY4" fmla="*/ 36740 h 73390"/>
              <a:gd name="connsiteX5" fmla="*/ 967573 w 967573"/>
              <a:gd name="connsiteY5" fmla="*/ 58878 h 73390"/>
              <a:gd name="connsiteX0" fmla="*/ 73655 w 967576"/>
              <a:gd name="connsiteY0" fmla="*/ 36494 h 73487"/>
              <a:gd name="connsiteX1" fmla="*/ 36230 w 967576"/>
              <a:gd name="connsiteY1" fmla="*/ 73389 h 73487"/>
              <a:gd name="connsiteX2" fmla="*/ 11 w 967576"/>
              <a:gd name="connsiteY2" fmla="*/ 37299 h 73487"/>
              <a:gd name="connsiteX3" fmla="*/ 37034 w 967576"/>
              <a:gd name="connsiteY3" fmla="*/ 1 h 73487"/>
              <a:gd name="connsiteX4" fmla="*/ 73478 w 967576"/>
              <a:gd name="connsiteY4" fmla="*/ 36740 h 73487"/>
              <a:gd name="connsiteX5" fmla="*/ 967576 w 967576"/>
              <a:gd name="connsiteY5" fmla="*/ 58878 h 73487"/>
              <a:gd name="connsiteX0" fmla="*/ 73655 w 967576"/>
              <a:gd name="connsiteY0" fmla="*/ 36494 h 73407"/>
              <a:gd name="connsiteX1" fmla="*/ 36230 w 967576"/>
              <a:gd name="connsiteY1" fmla="*/ 73389 h 73407"/>
              <a:gd name="connsiteX2" fmla="*/ 11 w 967576"/>
              <a:gd name="connsiteY2" fmla="*/ 37299 h 73407"/>
              <a:gd name="connsiteX3" fmla="*/ 37034 w 967576"/>
              <a:gd name="connsiteY3" fmla="*/ 1 h 73407"/>
              <a:gd name="connsiteX4" fmla="*/ 73478 w 967576"/>
              <a:gd name="connsiteY4" fmla="*/ 36740 h 73407"/>
              <a:gd name="connsiteX5" fmla="*/ 967576 w 967576"/>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47 w 967568"/>
              <a:gd name="connsiteY0" fmla="*/ 36494 h 73407"/>
              <a:gd name="connsiteX1" fmla="*/ 36222 w 967568"/>
              <a:gd name="connsiteY1" fmla="*/ 73389 h 73407"/>
              <a:gd name="connsiteX2" fmla="*/ 3 w 967568"/>
              <a:gd name="connsiteY2" fmla="*/ 37299 h 73407"/>
              <a:gd name="connsiteX3" fmla="*/ 37026 w 967568"/>
              <a:gd name="connsiteY3" fmla="*/ 1 h 73407"/>
              <a:gd name="connsiteX4" fmla="*/ 73470 w 967568"/>
              <a:gd name="connsiteY4" fmla="*/ 36740 h 73407"/>
              <a:gd name="connsiteX5" fmla="*/ 967568 w 967568"/>
              <a:gd name="connsiteY5" fmla="*/ 58878 h 73407"/>
              <a:gd name="connsiteX0" fmla="*/ 73676 w 967597"/>
              <a:gd name="connsiteY0" fmla="*/ 36494 h 73407"/>
              <a:gd name="connsiteX1" fmla="*/ 36251 w 967597"/>
              <a:gd name="connsiteY1" fmla="*/ 73389 h 73407"/>
              <a:gd name="connsiteX2" fmla="*/ 32 w 967597"/>
              <a:gd name="connsiteY2" fmla="*/ 37299 h 73407"/>
              <a:gd name="connsiteX3" fmla="*/ 37055 w 967597"/>
              <a:gd name="connsiteY3" fmla="*/ 1 h 73407"/>
              <a:gd name="connsiteX4" fmla="*/ 73499 w 967597"/>
              <a:gd name="connsiteY4" fmla="*/ 36740 h 73407"/>
              <a:gd name="connsiteX5" fmla="*/ 967597 w 967597"/>
              <a:gd name="connsiteY5" fmla="*/ 58878 h 73407"/>
              <a:gd name="connsiteX0" fmla="*/ 73658 w 967579"/>
              <a:gd name="connsiteY0" fmla="*/ 36494 h 73407"/>
              <a:gd name="connsiteX1" fmla="*/ 36233 w 967579"/>
              <a:gd name="connsiteY1" fmla="*/ 73389 h 73407"/>
              <a:gd name="connsiteX2" fmla="*/ 14 w 967579"/>
              <a:gd name="connsiteY2" fmla="*/ 37299 h 73407"/>
              <a:gd name="connsiteX3" fmla="*/ 37037 w 967579"/>
              <a:gd name="connsiteY3" fmla="*/ 1 h 73407"/>
              <a:gd name="connsiteX4" fmla="*/ 73481 w 967579"/>
              <a:gd name="connsiteY4" fmla="*/ 36740 h 73407"/>
              <a:gd name="connsiteX5" fmla="*/ 967579 w 967579"/>
              <a:gd name="connsiteY5" fmla="*/ 58878 h 73407"/>
              <a:gd name="connsiteX0" fmla="*/ 73644 w 967565"/>
              <a:gd name="connsiteY0" fmla="*/ 36494 h 73407"/>
              <a:gd name="connsiteX1" fmla="*/ 36219 w 967565"/>
              <a:gd name="connsiteY1" fmla="*/ 73389 h 73407"/>
              <a:gd name="connsiteX2" fmla="*/ 0 w 967565"/>
              <a:gd name="connsiteY2" fmla="*/ 37299 h 73407"/>
              <a:gd name="connsiteX3" fmla="*/ 37023 w 967565"/>
              <a:gd name="connsiteY3" fmla="*/ 1 h 73407"/>
              <a:gd name="connsiteX4" fmla="*/ 73467 w 967565"/>
              <a:gd name="connsiteY4" fmla="*/ 36740 h 73407"/>
              <a:gd name="connsiteX5" fmla="*/ 967565 w 967565"/>
              <a:gd name="connsiteY5" fmla="*/ 58878 h 73407"/>
              <a:gd name="connsiteX0" fmla="*/ 73644 w 967565"/>
              <a:gd name="connsiteY0" fmla="*/ 36530 h 73443"/>
              <a:gd name="connsiteX1" fmla="*/ 36219 w 967565"/>
              <a:gd name="connsiteY1" fmla="*/ 73425 h 73443"/>
              <a:gd name="connsiteX2" fmla="*/ 0 w 967565"/>
              <a:gd name="connsiteY2" fmla="*/ 37335 h 73443"/>
              <a:gd name="connsiteX3" fmla="*/ 37023 w 967565"/>
              <a:gd name="connsiteY3" fmla="*/ 37 h 73443"/>
              <a:gd name="connsiteX4" fmla="*/ 73467 w 967565"/>
              <a:gd name="connsiteY4" fmla="*/ 36776 h 73443"/>
              <a:gd name="connsiteX5" fmla="*/ 967565 w 967565"/>
              <a:gd name="connsiteY5" fmla="*/ 58914 h 73443"/>
              <a:gd name="connsiteX0" fmla="*/ 73644 w 967565"/>
              <a:gd name="connsiteY0" fmla="*/ 36501 h 73414"/>
              <a:gd name="connsiteX1" fmla="*/ 36219 w 967565"/>
              <a:gd name="connsiteY1" fmla="*/ 73396 h 73414"/>
              <a:gd name="connsiteX2" fmla="*/ 0 w 967565"/>
              <a:gd name="connsiteY2" fmla="*/ 37306 h 73414"/>
              <a:gd name="connsiteX3" fmla="*/ 37023 w 967565"/>
              <a:gd name="connsiteY3" fmla="*/ 8 h 73414"/>
              <a:gd name="connsiteX4" fmla="*/ 73467 w 967565"/>
              <a:gd name="connsiteY4" fmla="*/ 36747 h 73414"/>
              <a:gd name="connsiteX5" fmla="*/ 967565 w 967565"/>
              <a:gd name="connsiteY5" fmla="*/ 58885 h 73414"/>
              <a:gd name="connsiteX0" fmla="*/ 73644 w 967565"/>
              <a:gd name="connsiteY0" fmla="*/ 36514 h 73427"/>
              <a:gd name="connsiteX1" fmla="*/ 36219 w 967565"/>
              <a:gd name="connsiteY1" fmla="*/ 73409 h 73427"/>
              <a:gd name="connsiteX2" fmla="*/ 0 w 967565"/>
              <a:gd name="connsiteY2" fmla="*/ 37319 h 73427"/>
              <a:gd name="connsiteX3" fmla="*/ 37023 w 967565"/>
              <a:gd name="connsiteY3" fmla="*/ 21 h 73427"/>
              <a:gd name="connsiteX4" fmla="*/ 73467 w 967565"/>
              <a:gd name="connsiteY4" fmla="*/ 36760 h 73427"/>
              <a:gd name="connsiteX5" fmla="*/ 967565 w 967565"/>
              <a:gd name="connsiteY5" fmla="*/ 58898 h 73427"/>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22"/>
              <a:gd name="connsiteX1" fmla="*/ 36219 w 967565"/>
              <a:gd name="connsiteY1" fmla="*/ 73404 h 73422"/>
              <a:gd name="connsiteX2" fmla="*/ 0 w 967565"/>
              <a:gd name="connsiteY2" fmla="*/ 37314 h 73422"/>
              <a:gd name="connsiteX3" fmla="*/ 37023 w 967565"/>
              <a:gd name="connsiteY3" fmla="*/ 16 h 73422"/>
              <a:gd name="connsiteX4" fmla="*/ 73467 w 967565"/>
              <a:gd name="connsiteY4" fmla="*/ 36755 h 73422"/>
              <a:gd name="connsiteX5" fmla="*/ 967565 w 967565"/>
              <a:gd name="connsiteY5" fmla="*/ 58893 h 73422"/>
              <a:gd name="connsiteX0" fmla="*/ 73644 w 967565"/>
              <a:gd name="connsiteY0" fmla="*/ 36509 h 73404"/>
              <a:gd name="connsiteX1" fmla="*/ 36219 w 967565"/>
              <a:gd name="connsiteY1" fmla="*/ 73404 h 73404"/>
              <a:gd name="connsiteX2" fmla="*/ 0 w 967565"/>
              <a:gd name="connsiteY2" fmla="*/ 37314 h 73404"/>
              <a:gd name="connsiteX3" fmla="*/ 37023 w 967565"/>
              <a:gd name="connsiteY3" fmla="*/ 16 h 73404"/>
              <a:gd name="connsiteX4" fmla="*/ 73467 w 967565"/>
              <a:gd name="connsiteY4" fmla="*/ 36755 h 73404"/>
              <a:gd name="connsiteX5" fmla="*/ 967565 w 967565"/>
              <a:gd name="connsiteY5" fmla="*/ 58893 h 73404"/>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9 h 73450"/>
              <a:gd name="connsiteX1" fmla="*/ 36219 w 967565"/>
              <a:gd name="connsiteY1" fmla="*/ 73404 h 73450"/>
              <a:gd name="connsiteX2" fmla="*/ 0 w 967565"/>
              <a:gd name="connsiteY2" fmla="*/ 37314 h 73450"/>
              <a:gd name="connsiteX3" fmla="*/ 37023 w 967565"/>
              <a:gd name="connsiteY3" fmla="*/ 16 h 73450"/>
              <a:gd name="connsiteX4" fmla="*/ 73467 w 967565"/>
              <a:gd name="connsiteY4" fmla="*/ 36755 h 73450"/>
              <a:gd name="connsiteX5" fmla="*/ 967565 w 967565"/>
              <a:gd name="connsiteY5" fmla="*/ 58893 h 73450"/>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3467 w 967565"/>
              <a:gd name="connsiteY4" fmla="*/ 36747 h 73442"/>
              <a:gd name="connsiteX5" fmla="*/ 967565 w 967565"/>
              <a:gd name="connsiteY5" fmla="*/ 58885 h 73442"/>
              <a:gd name="connsiteX0" fmla="*/ 73644 w 967565"/>
              <a:gd name="connsiteY0" fmla="*/ 36501 h 73442"/>
              <a:gd name="connsiteX1" fmla="*/ 36219 w 967565"/>
              <a:gd name="connsiteY1" fmla="*/ 73396 h 73442"/>
              <a:gd name="connsiteX2" fmla="*/ 0 w 967565"/>
              <a:gd name="connsiteY2" fmla="*/ 37306 h 73442"/>
              <a:gd name="connsiteX3" fmla="*/ 37023 w 967565"/>
              <a:gd name="connsiteY3" fmla="*/ 8 h 73442"/>
              <a:gd name="connsiteX4" fmla="*/ 72260 w 967565"/>
              <a:gd name="connsiteY4" fmla="*/ 36345 h 73442"/>
              <a:gd name="connsiteX5" fmla="*/ 967565 w 967565"/>
              <a:gd name="connsiteY5" fmla="*/ 58885 h 73442"/>
              <a:gd name="connsiteX0" fmla="*/ 73644 w 967565"/>
              <a:gd name="connsiteY0" fmla="*/ 36501 h 73396"/>
              <a:gd name="connsiteX1" fmla="*/ 36219 w 967565"/>
              <a:gd name="connsiteY1" fmla="*/ 73396 h 73396"/>
              <a:gd name="connsiteX2" fmla="*/ 0 w 967565"/>
              <a:gd name="connsiteY2" fmla="*/ 37306 h 73396"/>
              <a:gd name="connsiteX3" fmla="*/ 37023 w 967565"/>
              <a:gd name="connsiteY3" fmla="*/ 8 h 73396"/>
              <a:gd name="connsiteX4" fmla="*/ 72260 w 967565"/>
              <a:gd name="connsiteY4" fmla="*/ 36345 h 73396"/>
              <a:gd name="connsiteX5" fmla="*/ 967565 w 967565"/>
              <a:gd name="connsiteY5" fmla="*/ 58885 h 73396"/>
              <a:gd name="connsiteX0" fmla="*/ 73644 w 967565"/>
              <a:gd name="connsiteY0" fmla="*/ 36501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9"/>
              <a:gd name="connsiteX1" fmla="*/ 36219 w 967565"/>
              <a:gd name="connsiteY1" fmla="*/ 73396 h 73399"/>
              <a:gd name="connsiteX2" fmla="*/ 0 w 967565"/>
              <a:gd name="connsiteY2" fmla="*/ 37306 h 73399"/>
              <a:gd name="connsiteX3" fmla="*/ 37023 w 967565"/>
              <a:gd name="connsiteY3" fmla="*/ 8 h 73399"/>
              <a:gd name="connsiteX4" fmla="*/ 72260 w 967565"/>
              <a:gd name="connsiteY4" fmla="*/ 36345 h 73399"/>
              <a:gd name="connsiteX5" fmla="*/ 967565 w 967565"/>
              <a:gd name="connsiteY5" fmla="*/ 58885 h 73399"/>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2260 w 967565"/>
              <a:gd name="connsiteY4" fmla="*/ 36345 h 73398"/>
              <a:gd name="connsiteX5" fmla="*/ 967565 w 967565"/>
              <a:gd name="connsiteY5" fmla="*/ 58885 h 73398"/>
              <a:gd name="connsiteX0" fmla="*/ 71632 w 967565"/>
              <a:gd name="connsiteY0" fmla="*/ 36903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4448 w 967565"/>
              <a:gd name="connsiteY0" fmla="*/ 45352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400"/>
              <a:gd name="connsiteX1" fmla="*/ 36219 w 967565"/>
              <a:gd name="connsiteY1" fmla="*/ 73396 h 73400"/>
              <a:gd name="connsiteX2" fmla="*/ 0 w 967565"/>
              <a:gd name="connsiteY2" fmla="*/ 37306 h 73400"/>
              <a:gd name="connsiteX3" fmla="*/ 37023 w 967565"/>
              <a:gd name="connsiteY3" fmla="*/ 8 h 73400"/>
              <a:gd name="connsiteX4" fmla="*/ 73065 w 967565"/>
              <a:gd name="connsiteY4" fmla="*/ 35540 h 73400"/>
              <a:gd name="connsiteX5" fmla="*/ 967565 w 967565"/>
              <a:gd name="connsiteY5" fmla="*/ 58885 h 73400"/>
              <a:gd name="connsiteX0" fmla="*/ 72839 w 967565"/>
              <a:gd name="connsiteY0" fmla="*/ 35294 h 73399"/>
              <a:gd name="connsiteX1" fmla="*/ 36219 w 967565"/>
              <a:gd name="connsiteY1" fmla="*/ 73396 h 73399"/>
              <a:gd name="connsiteX2" fmla="*/ 0 w 967565"/>
              <a:gd name="connsiteY2" fmla="*/ 37306 h 73399"/>
              <a:gd name="connsiteX3" fmla="*/ 37023 w 967565"/>
              <a:gd name="connsiteY3" fmla="*/ 8 h 73399"/>
              <a:gd name="connsiteX4" fmla="*/ 73065 w 967565"/>
              <a:gd name="connsiteY4" fmla="*/ 35540 h 73399"/>
              <a:gd name="connsiteX5" fmla="*/ 967565 w 967565"/>
              <a:gd name="connsiteY5" fmla="*/ 58885 h 73399"/>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7023 w 967565"/>
              <a:gd name="connsiteY3" fmla="*/ 8 h 73398"/>
              <a:gd name="connsiteX4" fmla="*/ 73065 w 967565"/>
              <a:gd name="connsiteY4" fmla="*/ 35540 h 73398"/>
              <a:gd name="connsiteX5" fmla="*/ 967565 w 967565"/>
              <a:gd name="connsiteY5" fmla="*/ 58885 h 73398"/>
              <a:gd name="connsiteX0" fmla="*/ 72839 w 967565"/>
              <a:gd name="connsiteY0" fmla="*/ 35303 h 73407"/>
              <a:gd name="connsiteX1" fmla="*/ 36219 w 967565"/>
              <a:gd name="connsiteY1" fmla="*/ 73405 h 73407"/>
              <a:gd name="connsiteX2" fmla="*/ 0 w 967565"/>
              <a:gd name="connsiteY2" fmla="*/ 37315 h 73407"/>
              <a:gd name="connsiteX3" fmla="*/ 37023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303 h 73407"/>
              <a:gd name="connsiteX1" fmla="*/ 36219 w 967565"/>
              <a:gd name="connsiteY1" fmla="*/ 73405 h 73407"/>
              <a:gd name="connsiteX2" fmla="*/ 0 w 967565"/>
              <a:gd name="connsiteY2" fmla="*/ 37315 h 73407"/>
              <a:gd name="connsiteX3" fmla="*/ 35816 w 967565"/>
              <a:gd name="connsiteY3" fmla="*/ 17 h 73407"/>
              <a:gd name="connsiteX4" fmla="*/ 73065 w 967565"/>
              <a:gd name="connsiteY4" fmla="*/ 35549 h 73407"/>
              <a:gd name="connsiteX5" fmla="*/ 967565 w 967565"/>
              <a:gd name="connsiteY5" fmla="*/ 58894 h 73407"/>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967565"/>
              <a:gd name="connsiteY0" fmla="*/ 35294 h 73398"/>
              <a:gd name="connsiteX1" fmla="*/ 36219 w 967565"/>
              <a:gd name="connsiteY1" fmla="*/ 73396 h 73398"/>
              <a:gd name="connsiteX2" fmla="*/ 0 w 967565"/>
              <a:gd name="connsiteY2" fmla="*/ 37306 h 73398"/>
              <a:gd name="connsiteX3" fmla="*/ 35816 w 967565"/>
              <a:gd name="connsiteY3" fmla="*/ 8 h 73398"/>
              <a:gd name="connsiteX4" fmla="*/ 73065 w 967565"/>
              <a:gd name="connsiteY4" fmla="*/ 35540 h 73398"/>
              <a:gd name="connsiteX5" fmla="*/ 967565 w 967565"/>
              <a:gd name="connsiteY5" fmla="*/ 58885 h 73398"/>
              <a:gd name="connsiteX0" fmla="*/ 72839 w 1300939"/>
              <a:gd name="connsiteY0" fmla="*/ 35294 h 73398"/>
              <a:gd name="connsiteX1" fmla="*/ 36219 w 1300939"/>
              <a:gd name="connsiteY1" fmla="*/ 73396 h 73398"/>
              <a:gd name="connsiteX2" fmla="*/ 0 w 1300939"/>
              <a:gd name="connsiteY2" fmla="*/ 37306 h 73398"/>
              <a:gd name="connsiteX3" fmla="*/ 35816 w 1300939"/>
              <a:gd name="connsiteY3" fmla="*/ 8 h 73398"/>
              <a:gd name="connsiteX4" fmla="*/ 73065 w 1300939"/>
              <a:gd name="connsiteY4" fmla="*/ 35540 h 73398"/>
              <a:gd name="connsiteX5" fmla="*/ 1300939 w 1300939"/>
              <a:gd name="connsiteY5" fmla="*/ 65360 h 73398"/>
              <a:gd name="connsiteX0" fmla="*/ 72839 w 1745944"/>
              <a:gd name="connsiteY0" fmla="*/ 35294 h 73398"/>
              <a:gd name="connsiteX1" fmla="*/ 36219 w 1745944"/>
              <a:gd name="connsiteY1" fmla="*/ 73396 h 73398"/>
              <a:gd name="connsiteX2" fmla="*/ 0 w 1745944"/>
              <a:gd name="connsiteY2" fmla="*/ 37306 h 73398"/>
              <a:gd name="connsiteX3" fmla="*/ 35816 w 1745944"/>
              <a:gd name="connsiteY3" fmla="*/ 8 h 73398"/>
              <a:gd name="connsiteX4" fmla="*/ 73065 w 1745944"/>
              <a:gd name="connsiteY4" fmla="*/ 35540 h 73398"/>
              <a:gd name="connsiteX5" fmla="*/ 1745944 w 1745944"/>
              <a:gd name="connsiteY5" fmla="*/ 52049 h 73398"/>
              <a:gd name="connsiteX0" fmla="*/ 72839 w 2995888"/>
              <a:gd name="connsiteY0" fmla="*/ 35294 h 109067"/>
              <a:gd name="connsiteX1" fmla="*/ 36219 w 2995888"/>
              <a:gd name="connsiteY1" fmla="*/ 73396 h 109067"/>
              <a:gd name="connsiteX2" fmla="*/ 0 w 2995888"/>
              <a:gd name="connsiteY2" fmla="*/ 37306 h 109067"/>
              <a:gd name="connsiteX3" fmla="*/ 35816 w 2995888"/>
              <a:gd name="connsiteY3" fmla="*/ 8 h 109067"/>
              <a:gd name="connsiteX4" fmla="*/ 73065 w 2995888"/>
              <a:gd name="connsiteY4" fmla="*/ 35540 h 109067"/>
              <a:gd name="connsiteX5" fmla="*/ 2995888 w 2995888"/>
              <a:gd name="connsiteY5" fmla="*/ 109067 h 109067"/>
              <a:gd name="connsiteX0" fmla="*/ 72839 w 4440867"/>
              <a:gd name="connsiteY0" fmla="*/ 35294 h 107831"/>
              <a:gd name="connsiteX1" fmla="*/ 36219 w 4440867"/>
              <a:gd name="connsiteY1" fmla="*/ 73396 h 107831"/>
              <a:gd name="connsiteX2" fmla="*/ 0 w 4440867"/>
              <a:gd name="connsiteY2" fmla="*/ 37306 h 107831"/>
              <a:gd name="connsiteX3" fmla="*/ 35816 w 4440867"/>
              <a:gd name="connsiteY3" fmla="*/ 8 h 107831"/>
              <a:gd name="connsiteX4" fmla="*/ 73065 w 4440867"/>
              <a:gd name="connsiteY4" fmla="*/ 35540 h 107831"/>
              <a:gd name="connsiteX5" fmla="*/ 4440867 w 4440867"/>
              <a:gd name="connsiteY5" fmla="*/ 107831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0867" h="107831">
                <a:moveTo>
                  <a:pt x="72839" y="35294"/>
                </a:moveTo>
                <a:cubicBezTo>
                  <a:pt x="74850" y="55852"/>
                  <a:pt x="56538" y="73664"/>
                  <a:pt x="36219" y="73396"/>
                </a:cubicBezTo>
                <a:cubicBezTo>
                  <a:pt x="17508" y="72725"/>
                  <a:pt x="1073" y="59595"/>
                  <a:pt x="0" y="37306"/>
                </a:cubicBezTo>
                <a:cubicBezTo>
                  <a:pt x="536" y="8578"/>
                  <a:pt x="23974" y="-302"/>
                  <a:pt x="35816" y="8"/>
                </a:cubicBezTo>
                <a:cubicBezTo>
                  <a:pt x="50071" y="-85"/>
                  <a:pt x="72032" y="9592"/>
                  <a:pt x="73065" y="35540"/>
                </a:cubicBezTo>
                <a:lnTo>
                  <a:pt x="4440867" y="107831"/>
                </a:lnTo>
              </a:path>
            </a:pathLst>
          </a:custGeom>
          <a:solidFill>
            <a:schemeClr val="accent1"/>
          </a:solidFill>
          <a:ln w="22225">
            <a:solidFill>
              <a:schemeClr val="tx2"/>
            </a:solidFill>
            <a:miter lim="800000"/>
          </a:ln>
        </p:spPr>
        <p:txBody>
          <a:bodyPr/>
          <a:lstStyle>
            <a:lvl1pPr marL="0" indent="0">
              <a:lnSpc>
                <a:spcPct val="100000"/>
              </a:lnSpc>
              <a:spcAft>
                <a:spcPts val="0"/>
              </a:spcAft>
              <a:buFont typeface="Arial" panose="020B0604020202020204" pitchFamily="34" charset="0"/>
              <a:buNone/>
              <a:defRPr sz="600" baseline="0">
                <a:solidFill>
                  <a:schemeClr val="bg1"/>
                </a:solidFill>
              </a:defRPr>
            </a:lvl1pPr>
            <a:lvl2pPr marL="0" indent="0">
              <a:lnSpc>
                <a:spcPct val="100000"/>
              </a:lnSpc>
              <a:spcAft>
                <a:spcPts val="0"/>
              </a:spcAft>
              <a:buNone/>
              <a:defRPr sz="600">
                <a:solidFill>
                  <a:schemeClr val="bg1"/>
                </a:solidFill>
              </a:defRPr>
            </a:lvl2pPr>
            <a:lvl3pPr marL="0" indent="0">
              <a:lnSpc>
                <a:spcPct val="100000"/>
              </a:lnSpc>
              <a:spcAft>
                <a:spcPts val="0"/>
              </a:spcAft>
              <a:buNone/>
              <a:defRPr sz="600">
                <a:solidFill>
                  <a:schemeClr val="bg1"/>
                </a:solidFill>
              </a:defRPr>
            </a:lvl3pPr>
            <a:lvl4pPr marL="0" indent="0">
              <a:lnSpc>
                <a:spcPct val="100000"/>
              </a:lnSpc>
              <a:spcAft>
                <a:spcPts val="0"/>
              </a:spcAft>
              <a:buNone/>
              <a:defRPr sz="600">
                <a:solidFill>
                  <a:schemeClr val="bg1"/>
                </a:solidFill>
              </a:defRPr>
            </a:lvl4pPr>
            <a:lvl5pPr marL="0" indent="0">
              <a:lnSpc>
                <a:spcPct val="100000"/>
              </a:lnSpc>
              <a:spcAft>
                <a:spcPts val="0"/>
              </a:spcAft>
              <a:buNone/>
              <a:defRPr sz="600">
                <a:solidFill>
                  <a:schemeClr val="bg1"/>
                </a:solidFill>
              </a:defRPr>
            </a:lvl5pPr>
            <a:lvl6pPr marL="0" indent="0">
              <a:lnSpc>
                <a:spcPct val="100000"/>
              </a:lnSpc>
              <a:spcAft>
                <a:spcPts val="0"/>
              </a:spcAft>
              <a:buNone/>
              <a:defRPr sz="600">
                <a:solidFill>
                  <a:schemeClr val="bg1"/>
                </a:solidFill>
              </a:defRPr>
            </a:lvl6pPr>
            <a:lvl7pPr marL="0" indent="0">
              <a:lnSpc>
                <a:spcPct val="100000"/>
              </a:lnSpc>
              <a:spcAft>
                <a:spcPts val="0"/>
              </a:spcAft>
              <a:buNone/>
              <a:defRPr sz="600">
                <a:solidFill>
                  <a:schemeClr val="bg1"/>
                </a:solidFill>
              </a:defRPr>
            </a:lvl7pPr>
            <a:lvl8pPr marL="0" indent="0">
              <a:lnSpc>
                <a:spcPct val="100000"/>
              </a:lnSpc>
              <a:spcAft>
                <a:spcPts val="0"/>
              </a:spcAft>
              <a:buNone/>
              <a:defRPr sz="600">
                <a:solidFill>
                  <a:schemeClr val="bg1"/>
                </a:solidFill>
              </a:defRPr>
            </a:lvl8pPr>
            <a:lvl9pPr marL="0" indent="0">
              <a:lnSpc>
                <a:spcPct val="100000"/>
              </a:lnSpc>
              <a:spcAft>
                <a:spcPts val="0"/>
              </a:spcAft>
              <a:buNone/>
              <a:defRPr sz="600">
                <a:solidFill>
                  <a:schemeClr val="bg1"/>
                </a:solidFill>
              </a:defRPr>
            </a:lvl9pPr>
          </a:lstStyle>
          <a:p>
            <a:pPr lvl="0"/>
            <a:r>
              <a:rPr lang="de-DE" noProof="0"/>
              <a:t>                                                  </a:t>
            </a:r>
          </a:p>
        </p:txBody>
      </p:sp>
      <p:sp>
        <p:nvSpPr>
          <p:cNvPr id="62"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63"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67" name="Textplatzhalter 3"/>
          <p:cNvSpPr>
            <a:spLocks noGrp="1"/>
          </p:cNvSpPr>
          <p:nvPr>
            <p:ph type="body" sz="quarter" idx="53" hasCustomPrompt="1"/>
          </p:nvPr>
        </p:nvSpPr>
        <p:spPr bwMode="gray">
          <a:xfrm>
            <a:off x="396000" y="5252601"/>
            <a:ext cx="37548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68" name="Textplatzhalter 3"/>
          <p:cNvSpPr>
            <a:spLocks noGrp="1"/>
          </p:cNvSpPr>
          <p:nvPr>
            <p:ph type="body" sz="quarter" idx="54" hasCustomPrompt="1"/>
          </p:nvPr>
        </p:nvSpPr>
        <p:spPr bwMode="gray">
          <a:xfrm>
            <a:off x="4223026" y="5252601"/>
            <a:ext cx="18396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CorpoS 15 pt. // kleineren Text: Listenebene erhöhen</a:t>
            </a:r>
          </a:p>
        </p:txBody>
      </p:sp>
      <p:sp>
        <p:nvSpPr>
          <p:cNvPr id="69" name="Textplatzhalter 3"/>
          <p:cNvSpPr>
            <a:spLocks noGrp="1"/>
          </p:cNvSpPr>
          <p:nvPr>
            <p:ph type="body" sz="quarter" idx="55" hasCustomPrompt="1"/>
          </p:nvPr>
        </p:nvSpPr>
        <p:spPr bwMode="gray">
          <a:xfrm>
            <a:off x="6134851" y="5252601"/>
            <a:ext cx="18396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CorpoS 15 pt. // kleineren Text: Listenebene erhöhen</a:t>
            </a:r>
          </a:p>
        </p:txBody>
      </p:sp>
      <p:sp>
        <p:nvSpPr>
          <p:cNvPr id="70" name="Textplatzhalter 3"/>
          <p:cNvSpPr>
            <a:spLocks noGrp="1"/>
          </p:cNvSpPr>
          <p:nvPr>
            <p:ph type="body" sz="quarter" idx="34" hasCustomPrompt="1"/>
          </p:nvPr>
        </p:nvSpPr>
        <p:spPr bwMode="gray">
          <a:xfrm>
            <a:off x="396000" y="1516936"/>
            <a:ext cx="37548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71" name="Textplatzhalter 3"/>
          <p:cNvSpPr>
            <a:spLocks noGrp="1"/>
          </p:cNvSpPr>
          <p:nvPr>
            <p:ph type="body" sz="quarter" idx="48" hasCustomPrompt="1"/>
          </p:nvPr>
        </p:nvSpPr>
        <p:spPr bwMode="gray">
          <a:xfrm>
            <a:off x="396000" y="2758867"/>
            <a:ext cx="25560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72" name="Textplatzhalter 3"/>
          <p:cNvSpPr>
            <a:spLocks noGrp="1"/>
          </p:cNvSpPr>
          <p:nvPr>
            <p:ph type="body" sz="quarter" idx="49" hasCustomPrompt="1"/>
          </p:nvPr>
        </p:nvSpPr>
        <p:spPr bwMode="gray">
          <a:xfrm>
            <a:off x="396000" y="4005735"/>
            <a:ext cx="25560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73" name="Textplatzhalter 3"/>
          <p:cNvSpPr>
            <a:spLocks noGrp="1"/>
          </p:cNvSpPr>
          <p:nvPr>
            <p:ph type="body" sz="quarter" idx="45" hasCustomPrompt="1"/>
          </p:nvPr>
        </p:nvSpPr>
        <p:spPr bwMode="gray">
          <a:xfrm>
            <a:off x="8046674" y="1516936"/>
            <a:ext cx="37548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74" name="Textplatzhalter 3"/>
          <p:cNvSpPr>
            <a:spLocks noGrp="1"/>
          </p:cNvSpPr>
          <p:nvPr>
            <p:ph type="body" sz="quarter" idx="50" hasCustomPrompt="1"/>
          </p:nvPr>
        </p:nvSpPr>
        <p:spPr bwMode="gray">
          <a:xfrm>
            <a:off x="9245474" y="2763803"/>
            <a:ext cx="25560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76" name="Textplatzhalter 3"/>
          <p:cNvSpPr>
            <a:spLocks noGrp="1"/>
          </p:cNvSpPr>
          <p:nvPr>
            <p:ph type="body" sz="quarter" idx="51" hasCustomPrompt="1"/>
          </p:nvPr>
        </p:nvSpPr>
        <p:spPr bwMode="gray">
          <a:xfrm>
            <a:off x="9245474" y="4010671"/>
            <a:ext cx="25560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77" name="Textplatzhalter 3"/>
          <p:cNvSpPr>
            <a:spLocks noGrp="1"/>
          </p:cNvSpPr>
          <p:nvPr>
            <p:ph type="body" sz="quarter" idx="47" hasCustomPrompt="1"/>
          </p:nvPr>
        </p:nvSpPr>
        <p:spPr bwMode="gray">
          <a:xfrm>
            <a:off x="6134851" y="1516936"/>
            <a:ext cx="1839600" cy="1173600"/>
          </a:xfrm>
          <a:solidFill>
            <a:schemeClr val="tx2"/>
          </a:solidFill>
        </p:spPr>
        <p:txBody>
          <a:bodyPr lIns="71990" tIns="71990" rIns="71990" anchor="t" anchorCtr="0"/>
          <a:lstStyle>
            <a:lvl1pPr marL="0" marR="0" indent="0" algn="l" defTabSz="914271" rtl="0" eaLnBrk="1" fontAlgn="auto" latinLnBrk="0" hangingPunct="1">
              <a:lnSpc>
                <a:spcPct val="100000"/>
              </a:lnSpc>
              <a:spcBef>
                <a:spcPts val="0"/>
              </a:spcBef>
              <a:spcAft>
                <a:spcPts val="0"/>
              </a:spcAft>
              <a:buClrTx/>
              <a:buSzTx/>
              <a:buFont typeface="Arial" panose="020B0604020202020204" pitchFamily="34" charset="0"/>
              <a:buNone/>
              <a:tabLst/>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CorpoS 15 pt. // kleineren Text: Listenebene erhöhen</a:t>
            </a:r>
          </a:p>
        </p:txBody>
      </p:sp>
      <p:sp>
        <p:nvSpPr>
          <p:cNvPr id="78" name="Textplatzhalter 3"/>
          <p:cNvSpPr>
            <a:spLocks noGrp="1"/>
          </p:cNvSpPr>
          <p:nvPr>
            <p:ph type="body" sz="quarter" idx="52" hasCustomPrompt="1"/>
          </p:nvPr>
        </p:nvSpPr>
        <p:spPr bwMode="gray">
          <a:xfrm>
            <a:off x="8046674" y="5252601"/>
            <a:ext cx="37548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in CorpoS in 15 pt. einfügen // für kleineren Text: Start // Absatz // Listenebene erhöhen</a:t>
            </a:r>
          </a:p>
        </p:txBody>
      </p:sp>
      <p:sp>
        <p:nvSpPr>
          <p:cNvPr id="79" name="Textplatzhalter 3"/>
          <p:cNvSpPr>
            <a:spLocks noGrp="1"/>
          </p:cNvSpPr>
          <p:nvPr>
            <p:ph type="body" sz="quarter" idx="46" hasCustomPrompt="1"/>
          </p:nvPr>
        </p:nvSpPr>
        <p:spPr bwMode="gray">
          <a:xfrm>
            <a:off x="4223026" y="1516936"/>
            <a:ext cx="1839600" cy="1173600"/>
          </a:xfrm>
          <a:solidFill>
            <a:schemeClr val="tx2"/>
          </a:solidFill>
        </p:spPr>
        <p:txBody>
          <a:bodyPr lIns="71990" tIns="71990" rIns="71990" anchor="t" anchorCtr="0"/>
          <a:lstStyle>
            <a:lvl1pPr marL="0" indent="0" algn="l">
              <a:lnSpc>
                <a:spcPct val="100000"/>
              </a:lnSpc>
              <a:spcAft>
                <a:spcPts val="0"/>
              </a:spcAft>
              <a:buFont typeface="Arial" panose="020B0604020202020204" pitchFamily="34" charset="0"/>
              <a:buNone/>
              <a:defRPr sz="1500" b="1">
                <a:solidFill>
                  <a:schemeClr val="bg1"/>
                </a:solidFill>
              </a:defRPr>
            </a:lvl1pPr>
            <a:lvl2pPr marL="0" indent="0" algn="l">
              <a:lnSpc>
                <a:spcPct val="100000"/>
              </a:lnSpc>
              <a:spcAft>
                <a:spcPts val="0"/>
              </a:spcAft>
              <a:buNone/>
              <a:defRPr sz="1000">
                <a:solidFill>
                  <a:schemeClr val="bg1"/>
                </a:solidFill>
              </a:defRPr>
            </a:lvl2pPr>
            <a:lvl3pPr marL="0" indent="0" algn="l">
              <a:lnSpc>
                <a:spcPct val="100000"/>
              </a:lnSpc>
              <a:spcAft>
                <a:spcPts val="0"/>
              </a:spcAft>
              <a:buNone/>
              <a:defRPr sz="1300">
                <a:solidFill>
                  <a:schemeClr val="bg1"/>
                </a:solidFill>
              </a:defRPr>
            </a:lvl3pPr>
            <a:lvl4pPr marL="0" indent="0" algn="l">
              <a:lnSpc>
                <a:spcPct val="100000"/>
              </a:lnSpc>
              <a:spcAft>
                <a:spcPts val="0"/>
              </a:spcAft>
              <a:buNone/>
              <a:defRPr sz="1300">
                <a:solidFill>
                  <a:schemeClr val="bg1"/>
                </a:solidFill>
              </a:defRPr>
            </a:lvl4pPr>
            <a:lvl5pPr marL="0" indent="0" algn="l">
              <a:lnSpc>
                <a:spcPct val="100000"/>
              </a:lnSpc>
              <a:spcAft>
                <a:spcPts val="0"/>
              </a:spcAft>
              <a:buNone/>
              <a:defRPr sz="1300">
                <a:solidFill>
                  <a:schemeClr val="bg1"/>
                </a:solidFill>
              </a:defRPr>
            </a:lvl5pPr>
            <a:lvl6pPr marL="0" indent="0" algn="l">
              <a:lnSpc>
                <a:spcPct val="100000"/>
              </a:lnSpc>
              <a:spcAft>
                <a:spcPts val="0"/>
              </a:spcAft>
              <a:buNone/>
              <a:defRPr sz="1300">
                <a:solidFill>
                  <a:schemeClr val="bg1"/>
                </a:solidFill>
              </a:defRPr>
            </a:lvl6pPr>
            <a:lvl7pPr marL="0" indent="0" algn="l">
              <a:lnSpc>
                <a:spcPct val="100000"/>
              </a:lnSpc>
              <a:spcAft>
                <a:spcPts val="0"/>
              </a:spcAft>
              <a:buNone/>
              <a:defRPr sz="1300">
                <a:solidFill>
                  <a:schemeClr val="bg1"/>
                </a:solidFill>
              </a:defRPr>
            </a:lvl7pPr>
            <a:lvl8pPr marL="0" indent="0" algn="l">
              <a:lnSpc>
                <a:spcPct val="100000"/>
              </a:lnSpc>
              <a:spcAft>
                <a:spcPts val="0"/>
              </a:spcAft>
              <a:buNone/>
              <a:defRPr sz="1300">
                <a:solidFill>
                  <a:schemeClr val="bg1"/>
                </a:solidFill>
              </a:defRPr>
            </a:lvl8pPr>
            <a:lvl9pPr marL="0" indent="0" algn="l">
              <a:lnSpc>
                <a:spcPct val="100000"/>
              </a:lnSpc>
              <a:spcAft>
                <a:spcPts val="0"/>
              </a:spcAft>
              <a:buNone/>
              <a:defRPr sz="1300">
                <a:solidFill>
                  <a:schemeClr val="bg1"/>
                </a:solidFill>
              </a:defRPr>
            </a:lvl9pPr>
          </a:lstStyle>
          <a:p>
            <a:pPr lvl="0"/>
            <a:r>
              <a:rPr lang="de-DE" noProof="0"/>
              <a:t>Text CorpoS 15 pt. // kleineren Text: Listenebene erhöhen</a:t>
            </a:r>
          </a:p>
        </p:txBody>
      </p:sp>
      <p:sp>
        <p:nvSpPr>
          <p:cNvPr id="34"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35"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36"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37"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38"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672192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500"/>
                                        <p:tgtEl>
                                          <p:spTgt spid="7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fade">
                                      <p:cBhvr>
                                        <p:cTn id="11" dur="500"/>
                                        <p:tgtEl>
                                          <p:spTgt spid="5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79"/>
                                        </p:tgtEl>
                                        <p:attrNameLst>
                                          <p:attrName>style.visibility</p:attrName>
                                        </p:attrNameLst>
                                      </p:cBhvr>
                                      <p:to>
                                        <p:strVal val="visible"/>
                                      </p:to>
                                    </p:set>
                                    <p:animEffect transition="in" filter="fade">
                                      <p:cBhvr>
                                        <p:cTn id="16" dur="500"/>
                                        <p:tgtEl>
                                          <p:spTgt spid="79"/>
                                        </p:tgtEl>
                                      </p:cBhvr>
                                    </p:animEffec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fade">
                                      <p:cBhvr>
                                        <p:cTn id="20" dur="500"/>
                                        <p:tgtEl>
                                          <p:spTgt spid="5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7"/>
                                        </p:tgtEl>
                                        <p:attrNameLst>
                                          <p:attrName>style.visibility</p:attrName>
                                        </p:attrNameLst>
                                      </p:cBhvr>
                                      <p:to>
                                        <p:strVal val="visible"/>
                                      </p:to>
                                    </p:set>
                                    <p:animEffect transition="in" filter="fade">
                                      <p:cBhvr>
                                        <p:cTn id="25" dur="500"/>
                                        <p:tgtEl>
                                          <p:spTgt spid="77"/>
                                        </p:tgtEl>
                                      </p:cBhvr>
                                    </p:animEffect>
                                  </p:childTnLst>
                                </p:cTn>
                              </p:par>
                            </p:childTnLst>
                          </p:cTn>
                        </p:par>
                        <p:par>
                          <p:cTn id="26"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fad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73"/>
                                        </p:tgtEl>
                                        <p:attrNameLst>
                                          <p:attrName>style.visibility</p:attrName>
                                        </p:attrNameLst>
                                      </p:cBhvr>
                                      <p:to>
                                        <p:strVal val="visible"/>
                                      </p:to>
                                    </p:set>
                                    <p:animEffect transition="in" filter="fade">
                                      <p:cBhvr>
                                        <p:cTn id="34" dur="500"/>
                                        <p:tgtEl>
                                          <p:spTgt spid="73"/>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51"/>
                                        </p:tgtEl>
                                        <p:attrNameLst>
                                          <p:attrName>style.visibility</p:attrName>
                                        </p:attrNameLst>
                                      </p:cBhvr>
                                      <p:to>
                                        <p:strVal val="visible"/>
                                      </p:to>
                                    </p:set>
                                    <p:animEffect transition="in" filter="fade">
                                      <p:cBhvr>
                                        <p:cTn id="38" dur="500"/>
                                        <p:tgtEl>
                                          <p:spTgt spid="5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fade">
                                      <p:cBhvr>
                                        <p:cTn id="43" dur="500"/>
                                        <p:tgtEl>
                                          <p:spTgt spid="74"/>
                                        </p:tgtEl>
                                      </p:cBhvr>
                                    </p:animEffect>
                                  </p:childTnLst>
                                </p:cTn>
                              </p:par>
                            </p:childTnLst>
                          </p:cTn>
                        </p:par>
                        <p:par>
                          <p:cTn id="44" fill="hold">
                            <p:stCondLst>
                              <p:cond delay="500"/>
                            </p:stCondLst>
                            <p:childTnLst>
                              <p:par>
                                <p:cTn id="45" presetID="10" presetClass="entr" presetSubtype="0" fill="hold" grpId="0" nodeType="after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76"/>
                                        </p:tgtEl>
                                        <p:attrNameLst>
                                          <p:attrName>style.visibility</p:attrName>
                                        </p:attrNameLst>
                                      </p:cBhvr>
                                      <p:to>
                                        <p:strVal val="visible"/>
                                      </p:to>
                                    </p:set>
                                    <p:animEffect transition="in" filter="fade">
                                      <p:cBhvr>
                                        <p:cTn id="52" dur="500"/>
                                        <p:tgtEl>
                                          <p:spTgt spid="76"/>
                                        </p:tgtEl>
                                      </p:cBhvr>
                                    </p:animEffect>
                                  </p:childTnLst>
                                </p:cTn>
                              </p:par>
                            </p:childTnLst>
                          </p:cTn>
                        </p:par>
                        <p:par>
                          <p:cTn id="53" fill="hold">
                            <p:stCondLst>
                              <p:cond delay="500"/>
                            </p:stCondLst>
                            <p:childTnLst>
                              <p:par>
                                <p:cTn id="54" presetID="10" presetClass="entr" presetSubtype="0" fill="hold" grpId="0" nodeType="afterEffect">
                                  <p:stCondLst>
                                    <p:cond delay="0"/>
                                  </p:stCondLst>
                                  <p:childTnLst>
                                    <p:set>
                                      <p:cBhvr>
                                        <p:cTn id="55" dur="1" fill="hold">
                                          <p:stCondLst>
                                            <p:cond delay="0"/>
                                          </p:stCondLst>
                                        </p:cTn>
                                        <p:tgtEl>
                                          <p:spTgt spid="59"/>
                                        </p:tgtEl>
                                        <p:attrNameLst>
                                          <p:attrName>style.visibility</p:attrName>
                                        </p:attrNameLst>
                                      </p:cBhvr>
                                      <p:to>
                                        <p:strVal val="visible"/>
                                      </p:to>
                                    </p:set>
                                    <p:animEffect transition="in" filter="fade">
                                      <p:cBhvr>
                                        <p:cTn id="56" dur="500"/>
                                        <p:tgtEl>
                                          <p:spTgt spid="59"/>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78"/>
                                        </p:tgtEl>
                                        <p:attrNameLst>
                                          <p:attrName>style.visibility</p:attrName>
                                        </p:attrNameLst>
                                      </p:cBhvr>
                                      <p:to>
                                        <p:strVal val="visible"/>
                                      </p:to>
                                    </p:set>
                                    <p:animEffect transition="in" filter="fade">
                                      <p:cBhvr>
                                        <p:cTn id="61" dur="500"/>
                                        <p:tgtEl>
                                          <p:spTgt spid="78"/>
                                        </p:tgtEl>
                                      </p:cBhvr>
                                    </p:animEffect>
                                  </p:childTnLst>
                                </p:cTn>
                              </p:par>
                            </p:childTnLst>
                          </p:cTn>
                        </p:par>
                        <p:par>
                          <p:cTn id="62" fill="hold">
                            <p:stCondLst>
                              <p:cond delay="500"/>
                            </p:stCondLst>
                            <p:childTnLst>
                              <p:par>
                                <p:cTn id="63" presetID="10" presetClass="entr" presetSubtype="0" fill="hold" grpId="0" nodeType="afterEffect">
                                  <p:stCondLst>
                                    <p:cond delay="0"/>
                                  </p:stCondLst>
                                  <p:childTnLst>
                                    <p:set>
                                      <p:cBhvr>
                                        <p:cTn id="64" dur="1" fill="hold">
                                          <p:stCondLst>
                                            <p:cond delay="0"/>
                                          </p:stCondLst>
                                        </p:cTn>
                                        <p:tgtEl>
                                          <p:spTgt spid="61"/>
                                        </p:tgtEl>
                                        <p:attrNameLst>
                                          <p:attrName>style.visibility</p:attrName>
                                        </p:attrNameLst>
                                      </p:cBhvr>
                                      <p:to>
                                        <p:strVal val="visible"/>
                                      </p:to>
                                    </p:set>
                                    <p:animEffect transition="in" filter="fade">
                                      <p:cBhvr>
                                        <p:cTn id="65" dur="500"/>
                                        <p:tgtEl>
                                          <p:spTgt spid="6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69"/>
                                        </p:tgtEl>
                                        <p:attrNameLst>
                                          <p:attrName>style.visibility</p:attrName>
                                        </p:attrNameLst>
                                      </p:cBhvr>
                                      <p:to>
                                        <p:strVal val="visible"/>
                                      </p:to>
                                    </p:set>
                                    <p:animEffect transition="in" filter="fade">
                                      <p:cBhvr>
                                        <p:cTn id="70" dur="500"/>
                                        <p:tgtEl>
                                          <p:spTgt spid="69"/>
                                        </p:tgtEl>
                                      </p:cBhvr>
                                    </p:animEffect>
                                  </p:childTnLst>
                                </p:cTn>
                              </p:par>
                            </p:childTnLst>
                          </p:cTn>
                        </p:par>
                        <p:par>
                          <p:cTn id="71" fill="hold">
                            <p:stCondLst>
                              <p:cond delay="500"/>
                            </p:stCondLst>
                            <p:childTnLst>
                              <p:par>
                                <p:cTn id="72" presetID="10" presetClass="entr" presetSubtype="0" fill="hold" grpId="0" nodeType="afterEffect">
                                  <p:stCondLst>
                                    <p:cond delay="0"/>
                                  </p:stCondLst>
                                  <p:childTnLst>
                                    <p:set>
                                      <p:cBhvr>
                                        <p:cTn id="73" dur="1" fill="hold">
                                          <p:stCondLst>
                                            <p:cond delay="0"/>
                                          </p:stCondLst>
                                        </p:cTn>
                                        <p:tgtEl>
                                          <p:spTgt spid="55"/>
                                        </p:tgtEl>
                                        <p:attrNameLst>
                                          <p:attrName>style.visibility</p:attrName>
                                        </p:attrNameLst>
                                      </p:cBhvr>
                                      <p:to>
                                        <p:strVal val="visible"/>
                                      </p:to>
                                    </p:set>
                                    <p:animEffect transition="in" filter="fade">
                                      <p:cBhvr>
                                        <p:cTn id="74" dur="500"/>
                                        <p:tgtEl>
                                          <p:spTgt spid="55"/>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500"/>
                                        <p:tgtEl>
                                          <p:spTgt spid="68"/>
                                        </p:tgtEl>
                                      </p:cBhvr>
                                    </p:animEffect>
                                  </p:childTnLst>
                                </p:cTn>
                              </p:par>
                            </p:childTnLst>
                          </p:cTn>
                        </p:par>
                        <p:par>
                          <p:cTn id="80" fill="hold">
                            <p:stCondLst>
                              <p:cond delay="500"/>
                            </p:stCondLst>
                            <p:childTnLst>
                              <p:par>
                                <p:cTn id="81" presetID="10" presetClass="entr" presetSubtype="0" fill="hold" grpId="0" nodeType="afterEffect">
                                  <p:stCondLst>
                                    <p:cond delay="0"/>
                                  </p:stCondLst>
                                  <p:childTnLst>
                                    <p:set>
                                      <p:cBhvr>
                                        <p:cTn id="82" dur="1" fill="hold">
                                          <p:stCondLst>
                                            <p:cond delay="0"/>
                                          </p:stCondLst>
                                        </p:cTn>
                                        <p:tgtEl>
                                          <p:spTgt spid="58"/>
                                        </p:tgtEl>
                                        <p:attrNameLst>
                                          <p:attrName>style.visibility</p:attrName>
                                        </p:attrNameLst>
                                      </p:cBhvr>
                                      <p:to>
                                        <p:strVal val="visible"/>
                                      </p:to>
                                    </p:set>
                                    <p:animEffect transition="in" filter="fade">
                                      <p:cBhvr>
                                        <p:cTn id="83" dur="500"/>
                                        <p:tgtEl>
                                          <p:spTgt spid="5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67"/>
                                        </p:tgtEl>
                                        <p:attrNameLst>
                                          <p:attrName>style.visibility</p:attrName>
                                        </p:attrNameLst>
                                      </p:cBhvr>
                                      <p:to>
                                        <p:strVal val="visible"/>
                                      </p:to>
                                    </p:set>
                                    <p:animEffect transition="in" filter="fade">
                                      <p:cBhvr>
                                        <p:cTn id="88" dur="500"/>
                                        <p:tgtEl>
                                          <p:spTgt spid="67"/>
                                        </p:tgtEl>
                                      </p:cBhvr>
                                    </p:animEffect>
                                  </p:childTnLst>
                                </p:cTn>
                              </p:par>
                            </p:childTnLst>
                          </p:cTn>
                        </p:par>
                        <p:par>
                          <p:cTn id="89" fill="hold">
                            <p:stCondLst>
                              <p:cond delay="500"/>
                            </p:stCondLst>
                            <p:childTnLst>
                              <p:par>
                                <p:cTn id="90" presetID="10" presetClass="entr" presetSubtype="0" fill="hold" grpId="0" nodeType="afterEffect">
                                  <p:stCondLst>
                                    <p:cond delay="0"/>
                                  </p:stCondLst>
                                  <p:childTnLst>
                                    <p:set>
                                      <p:cBhvr>
                                        <p:cTn id="91" dur="1" fill="hold">
                                          <p:stCondLst>
                                            <p:cond delay="0"/>
                                          </p:stCondLst>
                                        </p:cTn>
                                        <p:tgtEl>
                                          <p:spTgt spid="50"/>
                                        </p:tgtEl>
                                        <p:attrNameLst>
                                          <p:attrName>style.visibility</p:attrName>
                                        </p:attrNameLst>
                                      </p:cBhvr>
                                      <p:to>
                                        <p:strVal val="visible"/>
                                      </p:to>
                                    </p:set>
                                    <p:animEffect transition="in" filter="fade">
                                      <p:cBhvr>
                                        <p:cTn id="92" dur="500"/>
                                        <p:tgtEl>
                                          <p:spTgt spid="50"/>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72"/>
                                        </p:tgtEl>
                                        <p:attrNameLst>
                                          <p:attrName>style.visibility</p:attrName>
                                        </p:attrNameLst>
                                      </p:cBhvr>
                                      <p:to>
                                        <p:strVal val="visible"/>
                                      </p:to>
                                    </p:set>
                                    <p:animEffect transition="in" filter="fade">
                                      <p:cBhvr>
                                        <p:cTn id="97" dur="500"/>
                                        <p:tgtEl>
                                          <p:spTgt spid="72"/>
                                        </p:tgtEl>
                                      </p:cBhvr>
                                    </p:animEffect>
                                  </p:childTnLst>
                                </p:cTn>
                              </p:par>
                            </p:childTnLst>
                          </p:cTn>
                        </p:par>
                        <p:par>
                          <p:cTn id="98" fill="hold">
                            <p:stCondLst>
                              <p:cond delay="500"/>
                            </p:stCondLst>
                            <p:childTnLst>
                              <p:par>
                                <p:cTn id="99" presetID="10" presetClass="entr" presetSubtype="0" fill="hold" grpId="0" nodeType="afterEffect">
                                  <p:stCondLst>
                                    <p:cond delay="0"/>
                                  </p:stCondLst>
                                  <p:childTnLst>
                                    <p:set>
                                      <p:cBhvr>
                                        <p:cTn id="100" dur="1" fill="hold">
                                          <p:stCondLst>
                                            <p:cond delay="0"/>
                                          </p:stCondLst>
                                        </p:cTn>
                                        <p:tgtEl>
                                          <p:spTgt spid="54"/>
                                        </p:tgtEl>
                                        <p:attrNameLst>
                                          <p:attrName>style.visibility</p:attrName>
                                        </p:attrNameLst>
                                      </p:cBhvr>
                                      <p:to>
                                        <p:strVal val="visible"/>
                                      </p:to>
                                    </p:set>
                                    <p:animEffect transition="in" filter="fade">
                                      <p:cBhvr>
                                        <p:cTn id="101" dur="500"/>
                                        <p:tgtEl>
                                          <p:spTgt spid="54"/>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71"/>
                                        </p:tgtEl>
                                        <p:attrNameLst>
                                          <p:attrName>style.visibility</p:attrName>
                                        </p:attrNameLst>
                                      </p:cBhvr>
                                      <p:to>
                                        <p:strVal val="visible"/>
                                      </p:to>
                                    </p:set>
                                    <p:animEffect transition="in" filter="fade">
                                      <p:cBhvr>
                                        <p:cTn id="106" dur="500"/>
                                        <p:tgtEl>
                                          <p:spTgt spid="71"/>
                                        </p:tgtEl>
                                      </p:cBhvr>
                                    </p:animEffect>
                                  </p:childTnLst>
                                </p:cTn>
                              </p:par>
                            </p:childTnLst>
                          </p:cTn>
                        </p:par>
                        <p:par>
                          <p:cTn id="107" fill="hold">
                            <p:stCondLst>
                              <p:cond delay="500"/>
                            </p:stCondLst>
                            <p:childTnLst>
                              <p:par>
                                <p:cTn id="108" presetID="10" presetClass="entr" presetSubtype="0" fill="hold" grpId="0" nodeType="afterEffect">
                                  <p:stCondLst>
                                    <p:cond delay="0"/>
                                  </p:stCondLst>
                                  <p:childTnLst>
                                    <p:set>
                                      <p:cBhvr>
                                        <p:cTn id="109" dur="1" fill="hold">
                                          <p:stCondLst>
                                            <p:cond delay="0"/>
                                          </p:stCondLst>
                                        </p:cTn>
                                        <p:tgtEl>
                                          <p:spTgt spid="53"/>
                                        </p:tgtEl>
                                        <p:attrNameLst>
                                          <p:attrName>style.visibility</p:attrName>
                                        </p:attrNameLst>
                                      </p:cBhvr>
                                      <p:to>
                                        <p:strVal val="visible"/>
                                      </p:to>
                                    </p:set>
                                    <p:animEffect transition="in" filter="fade">
                                      <p:cBhvr>
                                        <p:cTn id="110"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tmplLst>
          <p:tmpl>
            <p:tnLst>
              <p:par>
                <p:cTn presetID="10" presetClass="entr" presetSubtype="0"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childTnLst>
                </p:cTn>
              </p:par>
            </p:tnLst>
          </p:tmpl>
        </p:tmplLst>
      </p:bldP>
      <p:bldP spid="51" grpId="0" animBg="1">
        <p:tmplLst>
          <p:tmpl>
            <p:tnLst>
              <p:par>
                <p:cTn presetID="10" presetClass="entr" presetSubtype="0"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childTnLst>
                </p:cTn>
              </p:par>
            </p:tnLst>
          </p:tmpl>
        </p:tmplLst>
      </p:bldP>
      <p:bldP spid="52" grpId="0" animBg="1">
        <p:tmplLst>
          <p:tmpl>
            <p:tnLst>
              <p:par>
                <p:cTn presetID="10" presetClass="entr" presetSubtype="0"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childTnLst>
                </p:cTn>
              </p:par>
            </p:tnLst>
          </p:tmpl>
        </p:tmplLst>
      </p:bldP>
      <p:bldP spid="53" grpId="0" animBg="1">
        <p:tmplLst>
          <p:tmpl>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animBg="1">
        <p:tmplLst>
          <p:tmpl>
            <p:tnLst>
              <p:par>
                <p:cTn presetID="10" presetClass="entr" presetSubtype="0"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childTnLst>
                </p:cTn>
              </p:par>
            </p:tnLst>
          </p:tmpl>
        </p:tmplLst>
      </p:bldP>
      <p:bldP spid="55" grpId="0" animBg="1">
        <p:tmplLst>
          <p:tmpl>
            <p:tnLst>
              <p:par>
                <p:cTn presetID="10" presetClass="entr" presetSubtype="0"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6" grpId="0" animBg="1">
        <p:tmplLst>
          <p:tmpl>
            <p:tnLst>
              <p:par>
                <p:cTn presetID="10" presetClass="entr" presetSubtype="0"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P spid="57" grpId="0" animBg="1">
        <p:tmplLst>
          <p:tmpl>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animBg="1">
        <p:tmplLst>
          <p:tmpl>
            <p:tnLst>
              <p:par>
                <p:cTn presetID="10" presetClass="entr" presetSubtype="0"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animBg="1">
        <p:tmplLst>
          <p:tmpl>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animBg="1">
        <p:tmplLst>
          <p:tmpl>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animBg="1">
        <p:tmplLst>
          <p:tmpl>
            <p:tnLst>
              <p:par>
                <p:cTn presetID="10" presetClass="entr" presetSubtype="0"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7" grpId="0" animBg="1">
        <p:tmplLst>
          <p:tmpl>
            <p:tnLst>
              <p:par>
                <p:cTn presetID="10" presetClass="entr" presetSubtype="0" fill="hold" nodeType="click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fade">
                      <p:cBhvr>
                        <p:cTn dur="500"/>
                        <p:tgtEl>
                          <p:spTgt spid="67"/>
                        </p:tgtEl>
                      </p:cBhvr>
                    </p:animEffect>
                  </p:childTnLst>
                </p:cTn>
              </p:par>
            </p:tnLst>
          </p:tmpl>
        </p:tmplLst>
      </p:bldP>
      <p:bldP spid="68" grpId="0" animBg="1">
        <p:tmplLst>
          <p:tmpl>
            <p:tnLst>
              <p:par>
                <p:cTn presetID="10" presetClass="entr" presetSubtype="0" fill="hold" nodeType="click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P spid="69" grpId="0" animBg="1">
        <p:tmplLst>
          <p:tmpl>
            <p:tnLst>
              <p:par>
                <p:cTn presetID="10" presetClass="entr" presetSubtype="0" fill="hold" nodeType="click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animBg="1">
        <p:tmplLst>
          <p:tmpl>
            <p:tnLst>
              <p:par>
                <p:cTn presetID="10" presetClass="entr" presetSubtype="0" fill="hold" nodeType="click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P spid="71" grpId="0" animBg="1">
        <p:tmplLst>
          <p:tmpl>
            <p:tnLst>
              <p:par>
                <p:cTn presetID="10" presetClass="entr" presetSubtype="0" fill="hold" nodeType="click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P spid="72" grpId="0" animBg="1">
        <p:tmplLst>
          <p:tmpl>
            <p:tnLst>
              <p:par>
                <p:cTn presetID="10" presetClass="entr" presetSubtype="0" fill="hold" nodeType="click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500"/>
                        <p:tgtEl>
                          <p:spTgt spid="72"/>
                        </p:tgtEl>
                      </p:cBhvr>
                    </p:animEffect>
                  </p:childTnLst>
                </p:cTn>
              </p:par>
            </p:tnLst>
          </p:tmpl>
        </p:tmplLst>
      </p:bldP>
      <p:bldP spid="73" grpId="0" animBg="1">
        <p:tmplLst>
          <p:tmpl>
            <p:tnLst>
              <p:par>
                <p:cTn presetID="10" presetClass="entr" presetSubtype="0" fill="hold" nodeType="click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P spid="74" grpId="0" animBg="1">
        <p:tmplLst>
          <p:tmpl>
            <p:tnLst>
              <p:par>
                <p:cTn presetID="10" presetClass="entr" presetSubtype="0" fill="hold" nodeType="click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childTnLst>
                </p:cTn>
              </p:par>
            </p:tnLst>
          </p:tmpl>
        </p:tmplLst>
      </p:bldP>
      <p:bldP spid="76" grpId="0" animBg="1">
        <p:tmplLst>
          <p:tmpl>
            <p:tnLst>
              <p:par>
                <p:cTn presetID="10" presetClass="entr" presetSubtype="0" fill="hold" nodeType="click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fade">
                      <p:cBhvr>
                        <p:cTn dur="500"/>
                        <p:tgtEl>
                          <p:spTgt spid="76"/>
                        </p:tgtEl>
                      </p:cBhvr>
                    </p:animEffect>
                  </p:childTnLst>
                </p:cTn>
              </p:par>
            </p:tnLst>
          </p:tmpl>
        </p:tmplLst>
      </p:bldP>
      <p:bldP spid="77" grpId="0" animBg="1">
        <p:tmplLst>
          <p:tmpl>
            <p:tnLst>
              <p:par>
                <p:cTn presetID="10" presetClass="entr" presetSubtype="0" fill="hold" nodeType="click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fade">
                      <p:cBhvr>
                        <p:cTn dur="500"/>
                        <p:tgtEl>
                          <p:spTgt spid="77"/>
                        </p:tgtEl>
                      </p:cBhvr>
                    </p:animEffect>
                  </p:childTnLst>
                </p:cTn>
              </p:par>
            </p:tnLst>
          </p:tmpl>
        </p:tmplLst>
      </p:bldP>
      <p:bldP spid="78" grpId="0" animBg="1">
        <p:tmplLst>
          <p:tmpl>
            <p:tnLst>
              <p:par>
                <p:cTn presetID="10" presetClass="entr" presetSubtype="0" fill="hold" nodeType="click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childTnLst>
                </p:cTn>
              </p:par>
            </p:tnLst>
          </p:tmpl>
        </p:tmplLst>
      </p:bldP>
      <p:bldP spid="79" grpId="0" animBg="1">
        <p:tmplLst>
          <p:tmpl>
            <p:tnLst>
              <p:par>
                <p:cTn presetID="10" presetClass="entr" presetSubtype="0" fill="hold" nodeType="click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fade">
                      <p:cBhvr>
                        <p:cTn dur="500"/>
                        <p:tgtEl>
                          <p:spTgt spid="79"/>
                        </p:tgtEl>
                      </p:cBhvr>
                    </p:animEffect>
                  </p:childTnLst>
                </p:cTn>
              </p:par>
            </p:tnLst>
          </p:tmpl>
        </p:tmplLst>
      </p:bldP>
    </p:bldLst>
  </p:timing>
  <p:extLst>
    <p:ext uri="{DCECCB84-F9BA-43D5-87BE-67443E8EF086}">
      <p15:sldGuideLst xmlns:p15="http://schemas.microsoft.com/office/powerpoint/2012/main">
        <p15:guide id="1" orient="horz" pos="232">
          <p15:clr>
            <a:srgbClr val="A4A3A4"/>
          </p15:clr>
        </p15:guide>
        <p15:guide id="2" pos="251">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Highlights">
    <p:spTree>
      <p:nvGrpSpPr>
        <p:cNvPr id="1" name=""/>
        <p:cNvGrpSpPr/>
        <p:nvPr/>
      </p:nvGrpSpPr>
      <p:grpSpPr>
        <a:xfrm>
          <a:off x="0" y="0"/>
          <a:ext cx="0" cy="0"/>
          <a:chOff x="0" y="0"/>
          <a:chExt cx="0" cy="0"/>
        </a:xfrm>
      </p:grpSpPr>
      <p:sp>
        <p:nvSpPr>
          <p:cNvPr id="28" name="Textplatzhalter 3"/>
          <p:cNvSpPr>
            <a:spLocks noGrp="1"/>
          </p:cNvSpPr>
          <p:nvPr>
            <p:ph type="body" sz="quarter" idx="32" hasCustomPrompt="1"/>
          </p:nvPr>
        </p:nvSpPr>
        <p:spPr bwMode="gray">
          <a:xfrm>
            <a:off x="396000" y="3851886"/>
            <a:ext cx="3754800" cy="396000"/>
          </a:xfrm>
          <a:solidFill>
            <a:schemeClr val="tx2"/>
          </a:solidFill>
        </p:spPr>
        <p:txBody>
          <a:bodyPr lIns="107985" tIns="35995" rIns="107985" bIns="35995" anchor="ctr" anchorCtr="0"/>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 </a:t>
            </a:r>
          </a:p>
        </p:txBody>
      </p:sp>
      <p:sp>
        <p:nvSpPr>
          <p:cNvPr id="29" name="Textplatzhalter 3"/>
          <p:cNvSpPr>
            <a:spLocks noGrp="1"/>
          </p:cNvSpPr>
          <p:nvPr>
            <p:ph type="body" sz="quarter" idx="33" hasCustomPrompt="1"/>
          </p:nvPr>
        </p:nvSpPr>
        <p:spPr bwMode="gray">
          <a:xfrm>
            <a:off x="396000" y="3383769"/>
            <a:ext cx="3754800" cy="396000"/>
          </a:xfrm>
          <a:solidFill>
            <a:schemeClr val="tx2"/>
          </a:solidFill>
        </p:spPr>
        <p:txBody>
          <a:bodyPr lIns="107985" tIns="35995" rIns="107985" bIns="35995" anchor="ctr" anchorCtr="0"/>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 </a:t>
            </a:r>
          </a:p>
        </p:txBody>
      </p:sp>
      <p:sp>
        <p:nvSpPr>
          <p:cNvPr id="30"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31"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35" name="Textplatzhalter 3"/>
          <p:cNvSpPr>
            <a:spLocks noGrp="1"/>
          </p:cNvSpPr>
          <p:nvPr>
            <p:ph type="body" sz="quarter" idx="19" hasCustomPrompt="1"/>
          </p:nvPr>
        </p:nvSpPr>
        <p:spPr bwMode="gray">
          <a:xfrm>
            <a:off x="396000" y="1511301"/>
            <a:ext cx="3754800" cy="396000"/>
          </a:xfrm>
          <a:solidFill>
            <a:schemeClr val="tx2"/>
          </a:solidFill>
        </p:spPr>
        <p:txBody>
          <a:bodyPr lIns="107985" tIns="35995" rIns="107985" bIns="35995" anchor="ctr" anchorCtr="0"/>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 </a:t>
            </a:r>
          </a:p>
        </p:txBody>
      </p:sp>
      <p:sp>
        <p:nvSpPr>
          <p:cNvPr id="36" name="Textplatzhalter 3"/>
          <p:cNvSpPr>
            <a:spLocks noGrp="1"/>
          </p:cNvSpPr>
          <p:nvPr>
            <p:ph type="body" sz="quarter" idx="28" hasCustomPrompt="1"/>
          </p:nvPr>
        </p:nvSpPr>
        <p:spPr bwMode="gray">
          <a:xfrm>
            <a:off x="396000" y="1980001"/>
            <a:ext cx="3754800" cy="396000"/>
          </a:xfrm>
          <a:solidFill>
            <a:schemeClr val="tx2"/>
          </a:solidFill>
        </p:spPr>
        <p:txBody>
          <a:bodyPr lIns="107985" tIns="35995" rIns="107985" bIns="35995" anchor="ctr" anchorCtr="0"/>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 </a:t>
            </a:r>
          </a:p>
        </p:txBody>
      </p:sp>
      <p:sp>
        <p:nvSpPr>
          <p:cNvPr id="37" name="Textplatzhalter 3"/>
          <p:cNvSpPr>
            <a:spLocks noGrp="1"/>
          </p:cNvSpPr>
          <p:nvPr>
            <p:ph type="body" sz="quarter" idx="29" hasCustomPrompt="1"/>
          </p:nvPr>
        </p:nvSpPr>
        <p:spPr bwMode="gray">
          <a:xfrm>
            <a:off x="396000" y="2915651"/>
            <a:ext cx="3754800" cy="396000"/>
          </a:xfrm>
          <a:solidFill>
            <a:schemeClr val="tx2"/>
          </a:solidFill>
        </p:spPr>
        <p:txBody>
          <a:bodyPr lIns="107985" tIns="35995" rIns="107985" bIns="35995" anchor="ctr" anchorCtr="0"/>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 </a:t>
            </a:r>
          </a:p>
        </p:txBody>
      </p:sp>
      <p:sp>
        <p:nvSpPr>
          <p:cNvPr id="38" name="Textplatzhalter 3"/>
          <p:cNvSpPr>
            <a:spLocks noGrp="1"/>
          </p:cNvSpPr>
          <p:nvPr>
            <p:ph type="body" sz="quarter" idx="30" hasCustomPrompt="1"/>
          </p:nvPr>
        </p:nvSpPr>
        <p:spPr bwMode="gray">
          <a:xfrm>
            <a:off x="396000" y="4320000"/>
            <a:ext cx="3754800" cy="396000"/>
          </a:xfrm>
          <a:solidFill>
            <a:schemeClr val="tx2"/>
          </a:solidFill>
        </p:spPr>
        <p:txBody>
          <a:bodyPr lIns="107985" tIns="35995" rIns="107985" bIns="35995" anchor="ctr" anchorCtr="0"/>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 </a:t>
            </a:r>
          </a:p>
        </p:txBody>
      </p:sp>
      <p:sp>
        <p:nvSpPr>
          <p:cNvPr id="39" name="Textplatzhalter 3"/>
          <p:cNvSpPr>
            <a:spLocks noGrp="1"/>
          </p:cNvSpPr>
          <p:nvPr>
            <p:ph type="body" sz="quarter" idx="31" hasCustomPrompt="1"/>
          </p:nvPr>
        </p:nvSpPr>
        <p:spPr bwMode="gray">
          <a:xfrm>
            <a:off x="396000" y="2447534"/>
            <a:ext cx="3754800" cy="396000"/>
          </a:xfrm>
          <a:solidFill>
            <a:schemeClr val="tx2"/>
          </a:solidFill>
        </p:spPr>
        <p:txBody>
          <a:bodyPr lIns="107985" tIns="35995" rIns="107985" bIns="35995" anchor="ctr" anchorCtr="0"/>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 </a:t>
            </a:r>
          </a:p>
        </p:txBody>
      </p:sp>
      <p:sp>
        <p:nvSpPr>
          <p:cNvPr id="40" name="Bildplatzhalter 8"/>
          <p:cNvSpPr>
            <a:spLocks noGrp="1"/>
          </p:cNvSpPr>
          <p:nvPr>
            <p:ph type="pic" sz="quarter" idx="10" hasCustomPrompt="1"/>
          </p:nvPr>
        </p:nvSpPr>
        <p:spPr bwMode="gray">
          <a:xfrm>
            <a:off x="4222800" y="1511300"/>
            <a:ext cx="7578675" cy="32047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r>
              <a:rPr lang="de-DE" noProof="0"/>
              <a:t>Bild einfügen</a:t>
            </a:r>
          </a:p>
        </p:txBody>
      </p:sp>
      <p:sp>
        <p:nvSpPr>
          <p:cNvPr id="17"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8"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9"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0"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1" name="Textplatzhalter 3"/>
          <p:cNvSpPr>
            <a:spLocks noGrp="1"/>
          </p:cNvSpPr>
          <p:nvPr>
            <p:ph type="body" sz="quarter" idx="34"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2877534491"/>
      </p:ext>
    </p:extLst>
  </p:cSld>
  <p:clrMapOvr>
    <a:masterClrMapping/>
  </p:clrMapOvr>
  <p:extLst>
    <p:ext uri="{DCECCB84-F9BA-43D5-87BE-67443E8EF086}">
      <p15:sldGuideLst xmlns:p15="http://schemas.microsoft.com/office/powerpoint/2012/main">
        <p15:guide id="1" orient="horz" pos="4047">
          <p15:clr>
            <a:srgbClr val="A4A3A4"/>
          </p15:clr>
        </p15:guide>
        <p15:guide id="2" pos="251">
          <p15:clr>
            <a:srgbClr val="A4A3A4"/>
          </p15:clr>
        </p15:guide>
        <p15:guide id="3" orient="horz" pos="951">
          <p15:clr>
            <a:srgbClr val="A4A3A4"/>
          </p15:clr>
        </p15:guide>
        <p15:guide id="4" orient="horz" pos="232">
          <p15:clr>
            <a:srgbClr val="A4A3A4"/>
          </p15:clr>
        </p15:guide>
        <p15:guide id="5" pos="7433">
          <p15:clr>
            <a:srgbClr val="A4A3A4"/>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6 Bilder mit Beschriftung">
    <p:spTree>
      <p:nvGrpSpPr>
        <p:cNvPr id="1" name=""/>
        <p:cNvGrpSpPr/>
        <p:nvPr/>
      </p:nvGrpSpPr>
      <p:grpSpPr>
        <a:xfrm>
          <a:off x="0" y="0"/>
          <a:ext cx="0" cy="0"/>
          <a:chOff x="0" y="0"/>
          <a:chExt cx="0" cy="0"/>
        </a:xfrm>
      </p:grpSpPr>
      <p:sp>
        <p:nvSpPr>
          <p:cNvPr id="36"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37"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38" name="Bildplatzhalter 8"/>
          <p:cNvSpPr>
            <a:spLocks noGrp="1"/>
          </p:cNvSpPr>
          <p:nvPr>
            <p:ph type="pic" sz="quarter" idx="10" hasCustomPrompt="1"/>
          </p:nvPr>
        </p:nvSpPr>
        <p:spPr bwMode="gray">
          <a:xfrm>
            <a:off x="396000" y="1512000"/>
            <a:ext cx="37548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39" name="Bildplatzhalter 8"/>
          <p:cNvSpPr>
            <a:spLocks noGrp="1"/>
          </p:cNvSpPr>
          <p:nvPr>
            <p:ph type="pic" sz="quarter" idx="11" hasCustomPrompt="1"/>
          </p:nvPr>
        </p:nvSpPr>
        <p:spPr bwMode="gray">
          <a:xfrm>
            <a:off x="396000" y="4044227"/>
            <a:ext cx="37548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0" name="Bildplatzhalter 8"/>
          <p:cNvSpPr>
            <a:spLocks noGrp="1"/>
          </p:cNvSpPr>
          <p:nvPr>
            <p:ph type="pic" sz="quarter" idx="12" hasCustomPrompt="1"/>
          </p:nvPr>
        </p:nvSpPr>
        <p:spPr bwMode="gray">
          <a:xfrm>
            <a:off x="8046676" y="1512000"/>
            <a:ext cx="37548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1" name="Bildplatzhalter 8"/>
          <p:cNvSpPr>
            <a:spLocks noGrp="1"/>
          </p:cNvSpPr>
          <p:nvPr>
            <p:ph type="pic" sz="quarter" idx="17" hasCustomPrompt="1"/>
          </p:nvPr>
        </p:nvSpPr>
        <p:spPr bwMode="gray">
          <a:xfrm>
            <a:off x="8046676" y="4044227"/>
            <a:ext cx="37548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2" name="Bildplatzhalter 8"/>
          <p:cNvSpPr>
            <a:spLocks noGrp="1"/>
          </p:cNvSpPr>
          <p:nvPr>
            <p:ph type="pic" sz="quarter" idx="14" hasCustomPrompt="1"/>
          </p:nvPr>
        </p:nvSpPr>
        <p:spPr bwMode="gray">
          <a:xfrm>
            <a:off x="4221337" y="1512000"/>
            <a:ext cx="37548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3" name="Bildplatzhalter 8"/>
          <p:cNvSpPr>
            <a:spLocks noGrp="1"/>
          </p:cNvSpPr>
          <p:nvPr>
            <p:ph type="pic" sz="quarter" idx="18" hasCustomPrompt="1"/>
          </p:nvPr>
        </p:nvSpPr>
        <p:spPr bwMode="gray">
          <a:xfrm>
            <a:off x="4221337" y="4044227"/>
            <a:ext cx="37548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4" name="Textplatzhalter 3"/>
          <p:cNvSpPr>
            <a:spLocks noGrp="1"/>
          </p:cNvSpPr>
          <p:nvPr>
            <p:ph type="body" sz="quarter" idx="19" hasCustomPrompt="1"/>
          </p:nvPr>
        </p:nvSpPr>
        <p:spPr>
          <a:xfrm>
            <a:off x="395999" y="3501248"/>
            <a:ext cx="3754800" cy="324000"/>
          </a:xfrm>
        </p:spPr>
        <p:txBody>
          <a:bodyPr/>
          <a:lstStyle>
            <a:lvl1pPr marL="0" indent="0">
              <a:lnSpc>
                <a:spcPct val="100000"/>
              </a:lnSpc>
              <a:spcAft>
                <a:spcPts val="0"/>
              </a:spcAft>
              <a:buFont typeface="Arial" panose="020B0604020202020204" pitchFamily="34" charset="0"/>
              <a:buNone/>
              <a:defRPr sz="1500" baseline="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in CorpoS 15 pt.</a:t>
            </a:r>
          </a:p>
        </p:txBody>
      </p:sp>
      <p:sp>
        <p:nvSpPr>
          <p:cNvPr id="45" name="Textplatzhalter 3"/>
          <p:cNvSpPr>
            <a:spLocks noGrp="1"/>
          </p:cNvSpPr>
          <p:nvPr>
            <p:ph type="body" sz="quarter" idx="20" hasCustomPrompt="1"/>
          </p:nvPr>
        </p:nvSpPr>
        <p:spPr>
          <a:xfrm>
            <a:off x="396001" y="6030980"/>
            <a:ext cx="37548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in CorpoS 15 pt.</a:t>
            </a:r>
          </a:p>
        </p:txBody>
      </p:sp>
      <p:sp>
        <p:nvSpPr>
          <p:cNvPr id="46" name="Textplatzhalter 3"/>
          <p:cNvSpPr>
            <a:spLocks noGrp="1"/>
          </p:cNvSpPr>
          <p:nvPr>
            <p:ph type="body" sz="quarter" idx="21" hasCustomPrompt="1"/>
          </p:nvPr>
        </p:nvSpPr>
        <p:spPr>
          <a:xfrm>
            <a:off x="4221337" y="3501248"/>
            <a:ext cx="3754800" cy="324000"/>
          </a:xfrm>
        </p:spPr>
        <p:txBody>
          <a:bodyPr/>
          <a:lstStyle>
            <a:lvl1pPr marL="0" marR="0" indent="0" algn="l" defTabSz="914271" rtl="0" eaLnBrk="1" fontAlgn="auto" latinLnBrk="0" hangingPunct="1">
              <a:lnSpc>
                <a:spcPct val="100000"/>
              </a:lnSpc>
              <a:spcBef>
                <a:spcPts val="0"/>
              </a:spcBef>
              <a:spcAft>
                <a:spcPts val="0"/>
              </a:spcAft>
              <a:buClrTx/>
              <a:buSzTx/>
              <a:buFont typeface="Arial" panose="020B0604020202020204" pitchFamily="34" charset="0"/>
              <a:buNone/>
              <a:tabLst/>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in CorpoS 15 pt.</a:t>
            </a:r>
          </a:p>
        </p:txBody>
      </p:sp>
      <p:sp>
        <p:nvSpPr>
          <p:cNvPr id="47" name="Textplatzhalter 3"/>
          <p:cNvSpPr>
            <a:spLocks noGrp="1"/>
          </p:cNvSpPr>
          <p:nvPr>
            <p:ph type="body" sz="quarter" idx="22" hasCustomPrompt="1"/>
          </p:nvPr>
        </p:nvSpPr>
        <p:spPr>
          <a:xfrm>
            <a:off x="8046676" y="3501248"/>
            <a:ext cx="3754800" cy="324000"/>
          </a:xfrm>
        </p:spPr>
        <p:txBody>
          <a:bodyPr/>
          <a:lstStyle>
            <a:lvl1pPr marL="0" marR="0" indent="0" algn="l" defTabSz="914271" rtl="0" eaLnBrk="1" fontAlgn="auto" latinLnBrk="0" hangingPunct="1">
              <a:lnSpc>
                <a:spcPct val="100000"/>
              </a:lnSpc>
              <a:spcBef>
                <a:spcPts val="0"/>
              </a:spcBef>
              <a:spcAft>
                <a:spcPts val="0"/>
              </a:spcAft>
              <a:buClrTx/>
              <a:buSzTx/>
              <a:buFont typeface="Arial" panose="020B0604020202020204" pitchFamily="34" charset="0"/>
              <a:buNone/>
              <a:tabLst/>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in CorpoS 15 pt.</a:t>
            </a:r>
          </a:p>
        </p:txBody>
      </p:sp>
      <p:sp>
        <p:nvSpPr>
          <p:cNvPr id="48" name="Textplatzhalter 3"/>
          <p:cNvSpPr>
            <a:spLocks noGrp="1"/>
          </p:cNvSpPr>
          <p:nvPr>
            <p:ph type="body" sz="quarter" idx="23" hasCustomPrompt="1"/>
          </p:nvPr>
        </p:nvSpPr>
        <p:spPr>
          <a:xfrm>
            <a:off x="4221338" y="6030980"/>
            <a:ext cx="37548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in CorpoS 15 pt.</a:t>
            </a:r>
          </a:p>
        </p:txBody>
      </p:sp>
      <p:sp>
        <p:nvSpPr>
          <p:cNvPr id="49" name="Textplatzhalter 3"/>
          <p:cNvSpPr>
            <a:spLocks noGrp="1"/>
          </p:cNvSpPr>
          <p:nvPr>
            <p:ph type="body" sz="quarter" idx="24" hasCustomPrompt="1"/>
          </p:nvPr>
        </p:nvSpPr>
        <p:spPr>
          <a:xfrm>
            <a:off x="8046676" y="6030980"/>
            <a:ext cx="37548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in CorpoS 15 pt.</a:t>
            </a:r>
          </a:p>
        </p:txBody>
      </p:sp>
      <p:sp>
        <p:nvSpPr>
          <p:cNvPr id="21"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22"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23" name="Textplatzhalter 3"/>
          <p:cNvSpPr>
            <a:spLocks noGrp="1"/>
          </p:cNvSpPr>
          <p:nvPr>
            <p:ph type="body" sz="quarter" idx="25"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4" name="Textplatzhalter 3"/>
          <p:cNvSpPr>
            <a:spLocks noGrp="1"/>
          </p:cNvSpPr>
          <p:nvPr>
            <p:ph type="body" sz="quarter" idx="26"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5" name="Textplatzhalter 3"/>
          <p:cNvSpPr>
            <a:spLocks noGrp="1"/>
          </p:cNvSpPr>
          <p:nvPr>
            <p:ph type="body" sz="quarter" idx="27"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761943217"/>
      </p:ext>
    </p:extLst>
  </p:cSld>
  <p:clrMapOvr>
    <a:masterClrMapping/>
  </p:clrMapOvr>
  <p:extLst>
    <p:ext uri="{DCECCB84-F9BA-43D5-87BE-67443E8EF086}">
      <p15:sldGuideLst xmlns:p15="http://schemas.microsoft.com/office/powerpoint/2012/main">
        <p15:guide id="1" orient="horz" pos="951">
          <p15:clr>
            <a:srgbClr val="A4A3A4"/>
          </p15:clr>
        </p15:guide>
        <p15:guide id="2" pos="251">
          <p15:clr>
            <a:srgbClr val="A4A3A4"/>
          </p15:clr>
        </p15:guide>
        <p15:guide id="3" pos="7433">
          <p15:clr>
            <a:srgbClr val="A4A3A4"/>
          </p15:clr>
        </p15:guide>
        <p15:guide id="4" orient="horz" pos="4047">
          <p15:clr>
            <a:srgbClr val="A4A3A4"/>
          </p15:clr>
        </p15:guide>
        <p15:guide id="5" orient="horz" pos="232">
          <p15:clr>
            <a:srgbClr val="A4A3A4"/>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 Bilder mit Beschriftung">
    <p:spTree>
      <p:nvGrpSpPr>
        <p:cNvPr id="1" name=""/>
        <p:cNvGrpSpPr/>
        <p:nvPr/>
      </p:nvGrpSpPr>
      <p:grpSpPr>
        <a:xfrm>
          <a:off x="0" y="0"/>
          <a:ext cx="0" cy="0"/>
          <a:chOff x="0" y="0"/>
          <a:chExt cx="0" cy="0"/>
        </a:xfrm>
      </p:grpSpPr>
      <p:sp>
        <p:nvSpPr>
          <p:cNvPr id="23"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24"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25" name="Bildplatzhalter 8"/>
          <p:cNvSpPr>
            <a:spLocks noGrp="1"/>
          </p:cNvSpPr>
          <p:nvPr>
            <p:ph type="pic" sz="quarter" idx="10" hasCustomPrompt="1"/>
          </p:nvPr>
        </p:nvSpPr>
        <p:spPr bwMode="gray">
          <a:xfrm>
            <a:off x="396000" y="1512000"/>
            <a:ext cx="3754800" cy="37548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26" name="Bildplatzhalter 8"/>
          <p:cNvSpPr>
            <a:spLocks noGrp="1"/>
          </p:cNvSpPr>
          <p:nvPr>
            <p:ph type="pic" sz="quarter" idx="12" hasCustomPrompt="1"/>
          </p:nvPr>
        </p:nvSpPr>
        <p:spPr bwMode="gray">
          <a:xfrm>
            <a:off x="8046676" y="1512000"/>
            <a:ext cx="3754800" cy="37548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27" name="Bildplatzhalter 8"/>
          <p:cNvSpPr>
            <a:spLocks noGrp="1"/>
          </p:cNvSpPr>
          <p:nvPr>
            <p:ph type="pic" sz="quarter" idx="14" hasCustomPrompt="1"/>
          </p:nvPr>
        </p:nvSpPr>
        <p:spPr bwMode="gray">
          <a:xfrm>
            <a:off x="4221337" y="1512000"/>
            <a:ext cx="3754800" cy="37548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28" name="Textplatzhalter 3"/>
          <p:cNvSpPr>
            <a:spLocks noGrp="1"/>
          </p:cNvSpPr>
          <p:nvPr>
            <p:ph type="body" sz="quarter" idx="19" hasCustomPrompt="1"/>
          </p:nvPr>
        </p:nvSpPr>
        <p:spPr>
          <a:xfrm>
            <a:off x="395999" y="5313600"/>
            <a:ext cx="37548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29" name="Textplatzhalter 3"/>
          <p:cNvSpPr>
            <a:spLocks noGrp="1"/>
          </p:cNvSpPr>
          <p:nvPr>
            <p:ph type="body" sz="quarter" idx="21" hasCustomPrompt="1"/>
          </p:nvPr>
        </p:nvSpPr>
        <p:spPr>
          <a:xfrm>
            <a:off x="4221337" y="5313600"/>
            <a:ext cx="37548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38" name="Textplatzhalter 3"/>
          <p:cNvSpPr>
            <a:spLocks noGrp="1"/>
          </p:cNvSpPr>
          <p:nvPr>
            <p:ph type="body" sz="quarter" idx="22" hasCustomPrompt="1"/>
          </p:nvPr>
        </p:nvSpPr>
        <p:spPr>
          <a:xfrm>
            <a:off x="8046676" y="5313600"/>
            <a:ext cx="37548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15"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6"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7"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8"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9" name="Textplatzhalter 3"/>
          <p:cNvSpPr>
            <a:spLocks noGrp="1"/>
          </p:cNvSpPr>
          <p:nvPr>
            <p:ph type="body" sz="quarter" idx="23"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388092313"/>
      </p:ext>
    </p:extLst>
  </p:cSld>
  <p:clrMapOvr>
    <a:masterClrMapping/>
  </p:clrMapOvr>
  <p:extLst>
    <p:ext uri="{DCECCB84-F9BA-43D5-87BE-67443E8EF086}">
      <p15:sldGuideLst xmlns:p15="http://schemas.microsoft.com/office/powerpoint/2012/main">
        <p15:guide id="1" orient="horz" pos="951">
          <p15:clr>
            <a:srgbClr val="A4A3A4"/>
          </p15:clr>
        </p15:guide>
        <p15:guide id="2" pos="251">
          <p15:clr>
            <a:srgbClr val="A4A3A4"/>
          </p15:clr>
        </p15:guide>
        <p15:guide id="3" pos="7433">
          <p15:clr>
            <a:srgbClr val="A4A3A4"/>
          </p15:clr>
        </p15:guide>
        <p15:guide id="4" orient="horz" pos="4047">
          <p15:clr>
            <a:srgbClr val="A4A3A4"/>
          </p15:clr>
        </p15:guide>
        <p15:guide id="5" orient="horz" pos="232">
          <p15:clr>
            <a:srgbClr val="A4A3A4"/>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4 Bilder mit Beschriftung">
    <p:spTree>
      <p:nvGrpSpPr>
        <p:cNvPr id="1" name=""/>
        <p:cNvGrpSpPr/>
        <p:nvPr/>
      </p:nvGrpSpPr>
      <p:grpSpPr>
        <a:xfrm>
          <a:off x="0" y="0"/>
          <a:ext cx="0" cy="0"/>
          <a:chOff x="0" y="0"/>
          <a:chExt cx="0" cy="0"/>
        </a:xfrm>
      </p:grpSpPr>
      <p:sp>
        <p:nvSpPr>
          <p:cNvPr id="25"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26"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27" name="Bildplatzhalter 8"/>
          <p:cNvSpPr>
            <a:spLocks noGrp="1"/>
          </p:cNvSpPr>
          <p:nvPr>
            <p:ph type="pic" sz="quarter" idx="10" hasCustomPrompt="1"/>
          </p:nvPr>
        </p:nvSpPr>
        <p:spPr bwMode="gray">
          <a:xfrm>
            <a:off x="396001" y="1512000"/>
            <a:ext cx="5666399"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28" name="Bildplatzhalter 8"/>
          <p:cNvSpPr>
            <a:spLocks noGrp="1"/>
          </p:cNvSpPr>
          <p:nvPr>
            <p:ph type="pic" sz="quarter" idx="11" hasCustomPrompt="1"/>
          </p:nvPr>
        </p:nvSpPr>
        <p:spPr bwMode="gray">
          <a:xfrm>
            <a:off x="396001" y="4044227"/>
            <a:ext cx="5666399"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37" name="Textplatzhalter 3"/>
          <p:cNvSpPr>
            <a:spLocks noGrp="1"/>
          </p:cNvSpPr>
          <p:nvPr>
            <p:ph type="body" sz="quarter" idx="19" hasCustomPrompt="1"/>
          </p:nvPr>
        </p:nvSpPr>
        <p:spPr>
          <a:xfrm>
            <a:off x="396001" y="3501248"/>
            <a:ext cx="5666399"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38" name="Textplatzhalter 3"/>
          <p:cNvSpPr>
            <a:spLocks noGrp="1"/>
          </p:cNvSpPr>
          <p:nvPr>
            <p:ph type="body" sz="quarter" idx="20" hasCustomPrompt="1"/>
          </p:nvPr>
        </p:nvSpPr>
        <p:spPr>
          <a:xfrm>
            <a:off x="396002" y="6030980"/>
            <a:ext cx="5666399"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39" name="Bildplatzhalter 8"/>
          <p:cNvSpPr>
            <a:spLocks noGrp="1"/>
          </p:cNvSpPr>
          <p:nvPr>
            <p:ph type="pic" sz="quarter" idx="25" hasCustomPrompt="1"/>
          </p:nvPr>
        </p:nvSpPr>
        <p:spPr bwMode="gray">
          <a:xfrm>
            <a:off x="6135076" y="1511300"/>
            <a:ext cx="5666399"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0" name="Bildplatzhalter 8"/>
          <p:cNvSpPr>
            <a:spLocks noGrp="1"/>
          </p:cNvSpPr>
          <p:nvPr>
            <p:ph type="pic" sz="quarter" idx="26" hasCustomPrompt="1"/>
          </p:nvPr>
        </p:nvSpPr>
        <p:spPr bwMode="gray">
          <a:xfrm>
            <a:off x="6135076" y="4043527"/>
            <a:ext cx="5666399"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1" name="Textplatzhalter 3"/>
          <p:cNvSpPr>
            <a:spLocks noGrp="1"/>
          </p:cNvSpPr>
          <p:nvPr>
            <p:ph type="body" sz="quarter" idx="27" hasCustomPrompt="1"/>
          </p:nvPr>
        </p:nvSpPr>
        <p:spPr>
          <a:xfrm>
            <a:off x="6135076" y="3500548"/>
            <a:ext cx="5666399"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42" name="Textplatzhalter 3"/>
          <p:cNvSpPr>
            <a:spLocks noGrp="1"/>
          </p:cNvSpPr>
          <p:nvPr>
            <p:ph type="body" sz="quarter" idx="28" hasCustomPrompt="1"/>
          </p:nvPr>
        </p:nvSpPr>
        <p:spPr>
          <a:xfrm>
            <a:off x="6135076" y="6030280"/>
            <a:ext cx="5666399"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17"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18"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19"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0"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1" name="Textplatzhalter 3"/>
          <p:cNvSpPr>
            <a:spLocks noGrp="1"/>
          </p:cNvSpPr>
          <p:nvPr>
            <p:ph type="body" sz="quarter" idx="2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921036789"/>
      </p:ext>
    </p:extLst>
  </p:cSld>
  <p:clrMapOvr>
    <a:masterClrMapping/>
  </p:clrMapOvr>
  <p:extLst>
    <p:ext uri="{DCECCB84-F9BA-43D5-87BE-67443E8EF086}">
      <p15:sldGuideLst xmlns:p15="http://schemas.microsoft.com/office/powerpoint/2012/main">
        <p15:guide id="1" pos="251">
          <p15:clr>
            <a:srgbClr val="A4A3A4"/>
          </p15:clr>
        </p15:guide>
        <p15:guide id="2" pos="7433">
          <p15:clr>
            <a:srgbClr val="A4A3A4"/>
          </p15:clr>
        </p15:guide>
        <p15:guide id="3" orient="horz" pos="232">
          <p15:clr>
            <a:srgbClr val="A4A3A4"/>
          </p15:clr>
        </p15:guide>
        <p15:guide id="4" orient="horz" pos="4047">
          <p15:clr>
            <a:srgbClr val="A4A3A4"/>
          </p15:clr>
        </p15:guide>
        <p15:guide id="5" orient="horz" pos="951">
          <p15:clr>
            <a:srgbClr val="A4A3A4"/>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8 Bilder mit Beschriftung">
    <p:spTree>
      <p:nvGrpSpPr>
        <p:cNvPr id="1" name=""/>
        <p:cNvGrpSpPr/>
        <p:nvPr/>
      </p:nvGrpSpPr>
      <p:grpSpPr>
        <a:xfrm>
          <a:off x="0" y="0"/>
          <a:ext cx="0" cy="0"/>
          <a:chOff x="0" y="0"/>
          <a:chExt cx="0" cy="0"/>
        </a:xfrm>
      </p:grpSpPr>
      <p:sp>
        <p:nvSpPr>
          <p:cNvPr id="33"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34" name="Textplatzhalter 7"/>
          <p:cNvSpPr>
            <a:spLocks noGrp="1"/>
          </p:cNvSpPr>
          <p:nvPr>
            <p:ph type="body" sz="quarter" idx="13"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35" name="Bildplatzhalter 8"/>
          <p:cNvSpPr>
            <a:spLocks noGrp="1"/>
          </p:cNvSpPr>
          <p:nvPr>
            <p:ph type="pic" sz="quarter" idx="10" hasCustomPrompt="1"/>
          </p:nvPr>
        </p:nvSpPr>
        <p:spPr bwMode="gray">
          <a:xfrm>
            <a:off x="396000" y="1512000"/>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36" name="Bildplatzhalter 8"/>
          <p:cNvSpPr>
            <a:spLocks noGrp="1"/>
          </p:cNvSpPr>
          <p:nvPr>
            <p:ph type="pic" sz="quarter" idx="11" hasCustomPrompt="1"/>
          </p:nvPr>
        </p:nvSpPr>
        <p:spPr bwMode="gray">
          <a:xfrm>
            <a:off x="396000" y="4044227"/>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5" name="Textplatzhalter 3"/>
          <p:cNvSpPr>
            <a:spLocks noGrp="1"/>
          </p:cNvSpPr>
          <p:nvPr>
            <p:ph type="body" sz="quarter" idx="19" hasCustomPrompt="1"/>
          </p:nvPr>
        </p:nvSpPr>
        <p:spPr>
          <a:xfrm>
            <a:off x="396000" y="3501248"/>
            <a:ext cx="27972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46" name="Textplatzhalter 3"/>
          <p:cNvSpPr>
            <a:spLocks noGrp="1"/>
          </p:cNvSpPr>
          <p:nvPr>
            <p:ph type="body" sz="quarter" idx="20" hasCustomPrompt="1"/>
          </p:nvPr>
        </p:nvSpPr>
        <p:spPr>
          <a:xfrm>
            <a:off x="396001" y="6030980"/>
            <a:ext cx="27972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47" name="Bildplatzhalter 8"/>
          <p:cNvSpPr>
            <a:spLocks noGrp="1"/>
          </p:cNvSpPr>
          <p:nvPr>
            <p:ph type="pic" sz="quarter" idx="25" hasCustomPrompt="1"/>
          </p:nvPr>
        </p:nvSpPr>
        <p:spPr bwMode="gray">
          <a:xfrm>
            <a:off x="6134849" y="1511300"/>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8" name="Bildplatzhalter 8"/>
          <p:cNvSpPr>
            <a:spLocks noGrp="1"/>
          </p:cNvSpPr>
          <p:nvPr>
            <p:ph type="pic" sz="quarter" idx="26" hasCustomPrompt="1"/>
          </p:nvPr>
        </p:nvSpPr>
        <p:spPr bwMode="gray">
          <a:xfrm>
            <a:off x="6134849" y="4043527"/>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49" name="Textplatzhalter 3"/>
          <p:cNvSpPr>
            <a:spLocks noGrp="1"/>
          </p:cNvSpPr>
          <p:nvPr>
            <p:ph type="body" sz="quarter" idx="27" hasCustomPrompt="1"/>
          </p:nvPr>
        </p:nvSpPr>
        <p:spPr>
          <a:xfrm>
            <a:off x="6134849" y="3500548"/>
            <a:ext cx="27972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50" name="Textplatzhalter 3"/>
          <p:cNvSpPr>
            <a:spLocks noGrp="1"/>
          </p:cNvSpPr>
          <p:nvPr>
            <p:ph type="body" sz="quarter" idx="28" hasCustomPrompt="1"/>
          </p:nvPr>
        </p:nvSpPr>
        <p:spPr>
          <a:xfrm>
            <a:off x="6134851" y="6030280"/>
            <a:ext cx="27972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51" name="Bildplatzhalter 8"/>
          <p:cNvSpPr>
            <a:spLocks noGrp="1"/>
          </p:cNvSpPr>
          <p:nvPr>
            <p:ph type="pic" sz="quarter" idx="29" hasCustomPrompt="1"/>
          </p:nvPr>
        </p:nvSpPr>
        <p:spPr bwMode="gray">
          <a:xfrm>
            <a:off x="3265425" y="1511300"/>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52" name="Bildplatzhalter 8"/>
          <p:cNvSpPr>
            <a:spLocks noGrp="1"/>
          </p:cNvSpPr>
          <p:nvPr>
            <p:ph type="pic" sz="quarter" idx="30" hasCustomPrompt="1"/>
          </p:nvPr>
        </p:nvSpPr>
        <p:spPr bwMode="gray">
          <a:xfrm>
            <a:off x="3265425" y="4043527"/>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53" name="Textplatzhalter 3"/>
          <p:cNvSpPr>
            <a:spLocks noGrp="1"/>
          </p:cNvSpPr>
          <p:nvPr>
            <p:ph type="body" sz="quarter" idx="31" hasCustomPrompt="1"/>
          </p:nvPr>
        </p:nvSpPr>
        <p:spPr>
          <a:xfrm>
            <a:off x="3265425" y="3500548"/>
            <a:ext cx="2797200" cy="324000"/>
          </a:xfrm>
        </p:spPr>
        <p:txBody>
          <a:bodyPr/>
          <a:lstStyle>
            <a:lvl1pPr marL="0" marR="0" indent="0" algn="l" defTabSz="914271" rtl="0" eaLnBrk="1" fontAlgn="auto" latinLnBrk="0" hangingPunct="1">
              <a:lnSpc>
                <a:spcPct val="100000"/>
              </a:lnSpc>
              <a:spcBef>
                <a:spcPts val="0"/>
              </a:spcBef>
              <a:spcAft>
                <a:spcPts val="0"/>
              </a:spcAft>
              <a:buClrTx/>
              <a:buSzTx/>
              <a:buFont typeface="Arial" panose="020B0604020202020204" pitchFamily="34" charset="0"/>
              <a:buNone/>
              <a:tabLst/>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54" name="Textplatzhalter 3"/>
          <p:cNvSpPr>
            <a:spLocks noGrp="1"/>
          </p:cNvSpPr>
          <p:nvPr>
            <p:ph type="body" sz="quarter" idx="32" hasCustomPrompt="1"/>
          </p:nvPr>
        </p:nvSpPr>
        <p:spPr>
          <a:xfrm>
            <a:off x="3265426" y="6030280"/>
            <a:ext cx="27972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55" name="Bildplatzhalter 8"/>
          <p:cNvSpPr>
            <a:spLocks noGrp="1"/>
          </p:cNvSpPr>
          <p:nvPr>
            <p:ph type="pic" sz="quarter" idx="33" hasCustomPrompt="1"/>
          </p:nvPr>
        </p:nvSpPr>
        <p:spPr bwMode="gray">
          <a:xfrm>
            <a:off x="9004275" y="1511300"/>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56" name="Bildplatzhalter 8"/>
          <p:cNvSpPr>
            <a:spLocks noGrp="1"/>
          </p:cNvSpPr>
          <p:nvPr>
            <p:ph type="pic" sz="quarter" idx="34" hasCustomPrompt="1"/>
          </p:nvPr>
        </p:nvSpPr>
        <p:spPr bwMode="gray">
          <a:xfrm>
            <a:off x="9004275" y="4043527"/>
            <a:ext cx="2797200" cy="1944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r>
              <a:rPr lang="de-DE" noProof="0"/>
              <a:t>Bild einfügen</a:t>
            </a:r>
          </a:p>
        </p:txBody>
      </p:sp>
      <p:sp>
        <p:nvSpPr>
          <p:cNvPr id="57" name="Textplatzhalter 3"/>
          <p:cNvSpPr>
            <a:spLocks noGrp="1"/>
          </p:cNvSpPr>
          <p:nvPr>
            <p:ph type="body" sz="quarter" idx="35" hasCustomPrompt="1"/>
          </p:nvPr>
        </p:nvSpPr>
        <p:spPr>
          <a:xfrm>
            <a:off x="9004275" y="3500548"/>
            <a:ext cx="27972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58" name="Textplatzhalter 3"/>
          <p:cNvSpPr>
            <a:spLocks noGrp="1"/>
          </p:cNvSpPr>
          <p:nvPr>
            <p:ph type="body" sz="quarter" idx="36" hasCustomPrompt="1"/>
          </p:nvPr>
        </p:nvSpPr>
        <p:spPr>
          <a:xfrm>
            <a:off x="9004275" y="6030280"/>
            <a:ext cx="2797200" cy="324000"/>
          </a:xfrm>
        </p:spPr>
        <p:txBody>
          <a:bodyPr/>
          <a:lstStyle>
            <a:lvl1pPr marL="0" indent="0">
              <a:lnSpc>
                <a:spcPct val="100000"/>
              </a:lnSpc>
              <a:spcAft>
                <a:spcPts val="0"/>
              </a:spcAft>
              <a:buFont typeface="Arial" panose="020B0604020202020204" pitchFamily="34" charset="0"/>
              <a:buNone/>
              <a:defRPr sz="1500"/>
            </a:lvl1pPr>
            <a:lvl2pPr marL="0" indent="0">
              <a:lnSpc>
                <a:spcPct val="100000"/>
              </a:lnSpc>
              <a:spcAft>
                <a:spcPts val="0"/>
              </a:spcAft>
              <a:buNone/>
              <a:defRPr sz="1500"/>
            </a:lvl2pPr>
            <a:lvl3pPr marL="0" indent="0">
              <a:lnSpc>
                <a:spcPct val="100000"/>
              </a:lnSpc>
              <a:spcAft>
                <a:spcPts val="0"/>
              </a:spcAft>
              <a:buNone/>
              <a:defRPr sz="1500"/>
            </a:lvl3pPr>
            <a:lvl4pPr marL="0" indent="0">
              <a:lnSpc>
                <a:spcPct val="100000"/>
              </a:lnSpc>
              <a:spcAft>
                <a:spcPts val="0"/>
              </a:spcAft>
              <a:buNone/>
              <a:defRPr sz="1500"/>
            </a:lvl4pPr>
            <a:lvl5pPr marL="0" indent="0">
              <a:lnSpc>
                <a:spcPct val="100000"/>
              </a:lnSpc>
              <a:spcAft>
                <a:spcPts val="0"/>
              </a:spcAft>
              <a:buNone/>
              <a:defRPr sz="1500"/>
            </a:lvl5pPr>
            <a:lvl6pPr marL="0" indent="0">
              <a:lnSpc>
                <a:spcPct val="100000"/>
              </a:lnSpc>
              <a:spcAft>
                <a:spcPts val="0"/>
              </a:spcAft>
              <a:buNone/>
              <a:defRPr sz="1500"/>
            </a:lvl6pPr>
            <a:lvl7pPr marL="0" indent="0">
              <a:lnSpc>
                <a:spcPct val="100000"/>
              </a:lnSpc>
              <a:spcAft>
                <a:spcPts val="0"/>
              </a:spcAft>
              <a:buNone/>
              <a:defRPr sz="1500"/>
            </a:lvl7pPr>
            <a:lvl8pPr marL="0" indent="0">
              <a:lnSpc>
                <a:spcPct val="100000"/>
              </a:lnSpc>
              <a:spcAft>
                <a:spcPts val="0"/>
              </a:spcAft>
              <a:buNone/>
              <a:defRPr sz="1500"/>
            </a:lvl8pPr>
            <a:lvl9pPr marL="0" indent="0">
              <a:lnSpc>
                <a:spcPct val="100000"/>
              </a:lnSpc>
              <a:spcAft>
                <a:spcPts val="0"/>
              </a:spcAft>
              <a:buNone/>
              <a:defRPr sz="1500"/>
            </a:lvl9pPr>
          </a:lstStyle>
          <a:p>
            <a:pPr lvl="0"/>
            <a:r>
              <a:rPr lang="de-DE" noProof="0"/>
              <a:t>Bildunterschrift CorpoS 15 pt.</a:t>
            </a:r>
          </a:p>
        </p:txBody>
      </p:sp>
      <p:sp>
        <p:nvSpPr>
          <p:cNvPr id="25"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26"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27"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8"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9" name="Textplatzhalter 3"/>
          <p:cNvSpPr>
            <a:spLocks noGrp="1"/>
          </p:cNvSpPr>
          <p:nvPr>
            <p:ph type="body" sz="quarter" idx="37"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144957230"/>
      </p:ext>
    </p:extLst>
  </p:cSld>
  <p:clrMapOvr>
    <a:masterClrMapping/>
  </p:clrMapOvr>
  <p:extLst>
    <p:ext uri="{DCECCB84-F9BA-43D5-87BE-67443E8EF086}">
      <p15:sldGuideLst xmlns:p15="http://schemas.microsoft.com/office/powerpoint/2012/main">
        <p15:guide id="1" pos="251">
          <p15:clr>
            <a:srgbClr val="A4A3A4"/>
          </p15:clr>
        </p15:guide>
        <p15:guide id="2" orient="horz" pos="232">
          <p15:clr>
            <a:srgbClr val="A4A3A4"/>
          </p15:clr>
        </p15:guide>
        <p15:guide id="3" pos="7433">
          <p15:clr>
            <a:srgbClr val="A4A3A4"/>
          </p15:clr>
        </p15:guide>
        <p15:guide id="4" orient="horz" pos="951">
          <p15:clr>
            <a:srgbClr val="A4A3A4"/>
          </p15:clr>
        </p15:guide>
        <p15:guide id="5" orient="horz" pos="4047">
          <p15:clr>
            <a:srgbClr val="A4A3A4"/>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MultiPictures mit Textanmerkung 3">
    <p:spTree>
      <p:nvGrpSpPr>
        <p:cNvPr id="1" name=""/>
        <p:cNvGrpSpPr/>
        <p:nvPr/>
      </p:nvGrpSpPr>
      <p:grpSpPr>
        <a:xfrm>
          <a:off x="0" y="0"/>
          <a:ext cx="0" cy="0"/>
          <a:chOff x="0" y="0"/>
          <a:chExt cx="0" cy="0"/>
        </a:xfrm>
      </p:grpSpPr>
      <p:sp>
        <p:nvSpPr>
          <p:cNvPr id="11" name="Komplett" hidden="1"/>
          <p:cNvSpPr/>
          <p:nvPr userDrawn="1"/>
        </p:nvSpPr>
        <p:spPr>
          <a:xfrm>
            <a:off x="395880" y="1511767"/>
            <a:ext cx="11399452" cy="3895508"/>
          </a:xfrm>
          <a:prstGeom prst="rect">
            <a:avLst/>
          </a:prstGeom>
          <a:solidFill>
            <a:schemeClr val="accent1"/>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nvGrpSpPr>
          <p:cNvPr id="64" name="Horizontal // fein" hidden="1"/>
          <p:cNvGrpSpPr/>
          <p:nvPr userDrawn="1"/>
        </p:nvGrpSpPr>
        <p:grpSpPr>
          <a:xfrm>
            <a:off x="395880" y="1511767"/>
            <a:ext cx="11399452" cy="3895508"/>
            <a:chOff x="396086" y="1511767"/>
            <a:chExt cx="11405389" cy="3895508"/>
          </a:xfrm>
        </p:grpSpPr>
        <p:sp>
          <p:nvSpPr>
            <p:cNvPr id="44" name="Links // Links"/>
            <p:cNvSpPr/>
            <p:nvPr userDrawn="1"/>
          </p:nvSpPr>
          <p:spPr>
            <a:xfrm>
              <a:off x="396086"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5" name="Links // Rechts"/>
            <p:cNvSpPr/>
            <p:nvPr userDrawn="1"/>
          </p:nvSpPr>
          <p:spPr>
            <a:xfrm>
              <a:off x="2308774"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6" name="Rechts // Links"/>
            <p:cNvSpPr/>
            <p:nvPr userDrawn="1"/>
          </p:nvSpPr>
          <p:spPr>
            <a:xfrm>
              <a:off x="8046838"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7" name="Rechts // Rechts"/>
            <p:cNvSpPr/>
            <p:nvPr userDrawn="1"/>
          </p:nvSpPr>
          <p:spPr>
            <a:xfrm>
              <a:off x="9959526"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8" name="Mitte // Links"/>
            <p:cNvSpPr/>
            <p:nvPr userDrawn="1"/>
          </p:nvSpPr>
          <p:spPr>
            <a:xfrm>
              <a:off x="4221462"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9" name="Mitte // Rechts"/>
            <p:cNvSpPr/>
            <p:nvPr userDrawn="1"/>
          </p:nvSpPr>
          <p:spPr>
            <a:xfrm>
              <a:off x="6134150"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0" name="Links // Links"/>
            <p:cNvSpPr/>
            <p:nvPr userDrawn="1"/>
          </p:nvSpPr>
          <p:spPr>
            <a:xfrm>
              <a:off x="1352430"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1" name="Links // Rechts"/>
            <p:cNvSpPr/>
            <p:nvPr userDrawn="1"/>
          </p:nvSpPr>
          <p:spPr>
            <a:xfrm>
              <a:off x="3265118"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2" name="Rechts // Links"/>
            <p:cNvSpPr/>
            <p:nvPr userDrawn="1"/>
          </p:nvSpPr>
          <p:spPr>
            <a:xfrm>
              <a:off x="9003182"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3" name="Rechts // Rechts"/>
            <p:cNvSpPr/>
            <p:nvPr userDrawn="1"/>
          </p:nvSpPr>
          <p:spPr>
            <a:xfrm>
              <a:off x="10915875"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4" name="Mitte // Links"/>
            <p:cNvSpPr/>
            <p:nvPr userDrawn="1"/>
          </p:nvSpPr>
          <p:spPr>
            <a:xfrm>
              <a:off x="5177806"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5" name="Mitte // Rechts"/>
            <p:cNvSpPr/>
            <p:nvPr userDrawn="1"/>
          </p:nvSpPr>
          <p:spPr>
            <a:xfrm>
              <a:off x="7090494"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65" name="Abstand Horizontal // fein" hidden="1"/>
          <p:cNvGrpSpPr/>
          <p:nvPr userDrawn="1"/>
        </p:nvGrpSpPr>
        <p:grpSpPr>
          <a:xfrm>
            <a:off x="1280393" y="1511767"/>
            <a:ext cx="9630427" cy="3895508"/>
            <a:chOff x="1281058" y="1511767"/>
            <a:chExt cx="9635443" cy="3895508"/>
          </a:xfrm>
        </p:grpSpPr>
        <p:sp>
          <p:nvSpPr>
            <p:cNvPr id="58" name="Abstand Rechts // Mitte"/>
            <p:cNvSpPr/>
            <p:nvPr userDrawn="1"/>
          </p:nvSpPr>
          <p:spPr>
            <a:xfrm>
              <a:off x="8931814"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9" name="Abstand Links // Mitte"/>
            <p:cNvSpPr/>
            <p:nvPr userDrawn="1"/>
          </p:nvSpPr>
          <p:spPr>
            <a:xfrm>
              <a:off x="1281058"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0" name="Abstand Mitte // Mitte"/>
            <p:cNvSpPr/>
            <p:nvPr userDrawn="1"/>
          </p:nvSpPr>
          <p:spPr>
            <a:xfrm>
              <a:off x="5106436"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1" name="Abstand Rechts // Mitte"/>
            <p:cNvSpPr/>
            <p:nvPr userDrawn="1"/>
          </p:nvSpPr>
          <p:spPr>
            <a:xfrm>
              <a:off x="10844501"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2" name="Abstand Links // Mitte"/>
            <p:cNvSpPr/>
            <p:nvPr userDrawn="1"/>
          </p:nvSpPr>
          <p:spPr>
            <a:xfrm>
              <a:off x="3193747"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3" name="Abstand Mitte // Mitte"/>
            <p:cNvSpPr/>
            <p:nvPr userDrawn="1"/>
          </p:nvSpPr>
          <p:spPr>
            <a:xfrm>
              <a:off x="7019125"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6" name="Horizontal // grob" hidden="1"/>
          <p:cNvGrpSpPr/>
          <p:nvPr userDrawn="1"/>
        </p:nvGrpSpPr>
        <p:grpSpPr>
          <a:xfrm>
            <a:off x="395880" y="1511300"/>
            <a:ext cx="11399452" cy="3895976"/>
            <a:chOff x="396086" y="1511300"/>
            <a:chExt cx="11405389" cy="3895976"/>
          </a:xfrm>
        </p:grpSpPr>
        <p:sp>
          <p:nvSpPr>
            <p:cNvPr id="25" name="Links // Links"/>
            <p:cNvSpPr/>
            <p:nvPr userDrawn="1"/>
          </p:nvSpPr>
          <p:spPr>
            <a:xfrm>
              <a:off x="396086"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6" name="Links // Rechts"/>
            <p:cNvSpPr/>
            <p:nvPr userDrawn="1"/>
          </p:nvSpPr>
          <p:spPr>
            <a:xfrm>
              <a:off x="2309244"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7" name="Rechts // Links"/>
            <p:cNvSpPr/>
            <p:nvPr userDrawn="1"/>
          </p:nvSpPr>
          <p:spPr>
            <a:xfrm>
              <a:off x="8048718" y="1511768"/>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8" name="Rechts // Rechts"/>
            <p:cNvSpPr/>
            <p:nvPr userDrawn="1"/>
          </p:nvSpPr>
          <p:spPr>
            <a:xfrm>
              <a:off x="9961875" y="1511768"/>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9" name="Mitte // Links"/>
            <p:cNvSpPr/>
            <p:nvPr userDrawn="1"/>
          </p:nvSpPr>
          <p:spPr>
            <a:xfrm>
              <a:off x="4222402"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0" name="Mitte // Rechts"/>
            <p:cNvSpPr/>
            <p:nvPr userDrawn="1"/>
          </p:nvSpPr>
          <p:spPr>
            <a:xfrm>
              <a:off x="6135560"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3" name="Links"/>
            <p:cNvSpPr/>
            <p:nvPr userDrawn="1"/>
          </p:nvSpPr>
          <p:spPr>
            <a:xfrm>
              <a:off x="396086" y="1511767"/>
              <a:ext cx="3754800" cy="3895508"/>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6" name="Mitte"/>
            <p:cNvSpPr/>
            <p:nvPr userDrawn="1"/>
          </p:nvSpPr>
          <p:spPr>
            <a:xfrm>
              <a:off x="4221380" y="1511767"/>
              <a:ext cx="3754800" cy="3895508"/>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4" name="Rechts"/>
            <p:cNvSpPr/>
            <p:nvPr userDrawn="1"/>
          </p:nvSpPr>
          <p:spPr>
            <a:xfrm>
              <a:off x="8046675" y="1511767"/>
              <a:ext cx="3754800" cy="3895508"/>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67" name="Abstand Horizontal // grob" hidden="1"/>
          <p:cNvGrpSpPr/>
          <p:nvPr userDrawn="1"/>
        </p:nvGrpSpPr>
        <p:grpSpPr>
          <a:xfrm>
            <a:off x="2235301" y="1511300"/>
            <a:ext cx="7720610" cy="3895508"/>
            <a:chOff x="2236465" y="1511300"/>
            <a:chExt cx="7724631" cy="3895508"/>
          </a:xfrm>
        </p:grpSpPr>
        <p:sp>
          <p:nvSpPr>
            <p:cNvPr id="33" name="Abstand Links"/>
            <p:cNvSpPr/>
            <p:nvPr userDrawn="1"/>
          </p:nvSpPr>
          <p:spPr>
            <a:xfrm>
              <a:off x="4150133"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5" name="Abstand Rechts"/>
            <p:cNvSpPr/>
            <p:nvPr userDrawn="1"/>
          </p:nvSpPr>
          <p:spPr>
            <a:xfrm>
              <a:off x="7975427"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1" name="Abstand Rechts // Mitte"/>
            <p:cNvSpPr/>
            <p:nvPr userDrawn="1"/>
          </p:nvSpPr>
          <p:spPr>
            <a:xfrm>
              <a:off x="9889096"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2" name="Abstand Links // Mitte"/>
            <p:cNvSpPr/>
            <p:nvPr userDrawn="1"/>
          </p:nvSpPr>
          <p:spPr>
            <a:xfrm>
              <a:off x="2236465"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3" name="Abstand Mitte // Mitte"/>
            <p:cNvSpPr/>
            <p:nvPr userDrawn="1"/>
          </p:nvSpPr>
          <p:spPr>
            <a:xfrm>
              <a:off x="6062781"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99" name="Vertikal" hidden="1"/>
          <p:cNvGrpSpPr/>
          <p:nvPr userDrawn="1"/>
        </p:nvGrpSpPr>
        <p:grpSpPr>
          <a:xfrm>
            <a:off x="395082" y="1511299"/>
            <a:ext cx="11400250" cy="3895976"/>
            <a:chOff x="395287" y="1511299"/>
            <a:chExt cx="11406188" cy="3895976"/>
          </a:xfrm>
        </p:grpSpPr>
        <p:sp>
          <p:nvSpPr>
            <p:cNvPr id="19" name="Oben // Oben"/>
            <p:cNvSpPr/>
            <p:nvPr userDrawn="1"/>
          </p:nvSpPr>
          <p:spPr>
            <a:xfrm>
              <a:off x="396086" y="1511299"/>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0" name="Oben // Unten"/>
            <p:cNvSpPr/>
            <p:nvPr userDrawn="1"/>
          </p:nvSpPr>
          <p:spPr>
            <a:xfrm>
              <a:off x="396086" y="2502758"/>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1" name="Unten // Oben"/>
            <p:cNvSpPr/>
            <p:nvPr userDrawn="1"/>
          </p:nvSpPr>
          <p:spPr>
            <a:xfrm>
              <a:off x="395287" y="3494217"/>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2" name="Unten // Unten"/>
            <p:cNvSpPr/>
            <p:nvPr userDrawn="1"/>
          </p:nvSpPr>
          <p:spPr>
            <a:xfrm>
              <a:off x="396086" y="4485675"/>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6" name="Oben"/>
            <p:cNvSpPr/>
            <p:nvPr userDrawn="1"/>
          </p:nvSpPr>
          <p:spPr>
            <a:xfrm>
              <a:off x="396086" y="1511300"/>
              <a:ext cx="11405389" cy="191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8" name="Unten"/>
            <p:cNvSpPr/>
            <p:nvPr userDrawn="1"/>
          </p:nvSpPr>
          <p:spPr>
            <a:xfrm>
              <a:off x="396086" y="3495675"/>
              <a:ext cx="11405389" cy="191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98" name="Abstand Vertikal" hidden="1"/>
          <p:cNvGrpSpPr/>
          <p:nvPr userDrawn="1"/>
        </p:nvGrpSpPr>
        <p:grpSpPr>
          <a:xfrm>
            <a:off x="395880" y="2431828"/>
            <a:ext cx="11399452" cy="2054918"/>
            <a:chOff x="396086" y="2431828"/>
            <a:chExt cx="11405389" cy="2054918"/>
          </a:xfrm>
        </p:grpSpPr>
        <p:sp>
          <p:nvSpPr>
            <p:cNvPr id="29" name="Abstand Mitte"/>
            <p:cNvSpPr/>
            <p:nvPr userDrawn="1"/>
          </p:nvSpPr>
          <p:spPr>
            <a:xfrm>
              <a:off x="396885" y="3423287"/>
              <a:ext cx="11404590"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1" name="Abstand Oben // Mitte"/>
            <p:cNvSpPr/>
            <p:nvPr userDrawn="1"/>
          </p:nvSpPr>
          <p:spPr>
            <a:xfrm>
              <a:off x="396086" y="2431828"/>
              <a:ext cx="11404590"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2" name="Abstand Unten // Mitte"/>
            <p:cNvSpPr/>
            <p:nvPr userDrawn="1"/>
          </p:nvSpPr>
          <p:spPr>
            <a:xfrm>
              <a:off x="396086" y="4414746"/>
              <a:ext cx="11404590"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sp>
        <p:nvSpPr>
          <p:cNvPr id="84"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86" name="Textplatzhalter 6"/>
          <p:cNvSpPr>
            <a:spLocks noGrp="1"/>
          </p:cNvSpPr>
          <p:nvPr>
            <p:ph type="body" sz="quarter" idx="12" hasCustomPrompt="1"/>
          </p:nvPr>
        </p:nvSpPr>
        <p:spPr>
          <a:xfrm>
            <a:off x="395288" y="5436002"/>
            <a:ext cx="11406187" cy="990200"/>
          </a:xfrm>
        </p:spPr>
        <p:txBody>
          <a:bodyPr/>
          <a:lstStyle>
            <a:lvl1pPr>
              <a:spcAft>
                <a:spcPts val="0"/>
              </a:spcAft>
              <a:defRPr/>
            </a:lvl1pPr>
            <a:lvl2pPr>
              <a:spcAft>
                <a:spcPts val="0"/>
              </a:spcAft>
              <a:defRPr/>
            </a:lvl2pPr>
            <a:lvl3pPr>
              <a:spcAft>
                <a:spcPts val="0"/>
              </a:spcAft>
              <a:defRPr/>
            </a:lvl3pPr>
            <a:lvl4pPr>
              <a:spcAft>
                <a:spcPts val="0"/>
              </a:spcAft>
              <a:defRPr/>
            </a:lvl4pPr>
            <a:lvl5pPr>
              <a:spcAft>
                <a:spcPts val="0"/>
              </a:spcAft>
              <a:defRPr/>
            </a:lvl5pPr>
            <a:lvl6pPr>
              <a:spcAft>
                <a:spcPts val="0"/>
              </a:spcAft>
              <a:defRPr/>
            </a:lvl6pPr>
            <a:lvl7pPr>
              <a:spcAft>
                <a:spcPts val="0"/>
              </a:spcAft>
              <a:defRPr/>
            </a:lvl7pPr>
            <a:lvl8pPr>
              <a:spcAft>
                <a:spcPts val="0"/>
              </a:spcAft>
              <a:defRPr/>
            </a:lvl8pPr>
            <a:lvl9pPr>
              <a:spcAft>
                <a:spcPts val="0"/>
              </a:spcAft>
              <a:defRPr/>
            </a:lvl9pPr>
          </a:lstStyle>
          <a:p>
            <a:pPr lvl="0"/>
            <a:r>
              <a:rPr lang="de-DE" noProof="0"/>
              <a:t>Text in CorpoS (Textkörper) in 20 pt. einfügen // für Aufzählungen: Start // Absatz // Listenebene erhöhen</a:t>
            </a:r>
          </a:p>
          <a:p>
            <a:pPr lvl="1"/>
            <a:r>
              <a:rPr lang="de-DE" noProof="0"/>
              <a:t>Zweite Ebene</a:t>
            </a:r>
          </a:p>
          <a:p>
            <a:pPr lvl="2"/>
            <a:r>
              <a:rPr lang="de-DE" noProof="0"/>
              <a:t>Dritte Ebene</a:t>
            </a:r>
          </a:p>
        </p:txBody>
      </p:sp>
      <p:sp>
        <p:nvSpPr>
          <p:cNvPr id="87" name="Bildplatzhalter 8"/>
          <p:cNvSpPr>
            <a:spLocks noGrp="1"/>
          </p:cNvSpPr>
          <p:nvPr>
            <p:ph type="pic" sz="quarter" idx="13" hasCustomPrompt="1"/>
          </p:nvPr>
        </p:nvSpPr>
        <p:spPr bwMode="gray">
          <a:xfrm>
            <a:off x="396885" y="1511768"/>
            <a:ext cx="1838802"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88" name="Bildplatzhalter 8"/>
          <p:cNvSpPr>
            <a:spLocks noGrp="1"/>
          </p:cNvSpPr>
          <p:nvPr>
            <p:ph type="pic" sz="quarter" idx="14" hasCustomPrompt="1"/>
          </p:nvPr>
        </p:nvSpPr>
        <p:spPr bwMode="gray">
          <a:xfrm>
            <a:off x="2308466" y="1511768"/>
            <a:ext cx="1842252"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90" name="Bildplatzhalter 8"/>
          <p:cNvSpPr>
            <a:spLocks noGrp="1"/>
          </p:cNvSpPr>
          <p:nvPr>
            <p:ph type="pic" sz="quarter" idx="16" hasCustomPrompt="1"/>
          </p:nvPr>
        </p:nvSpPr>
        <p:spPr bwMode="gray">
          <a:xfrm>
            <a:off x="395288" y="3495677"/>
            <a:ext cx="3753557" cy="191113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92" name="Bildplatzhalter 8"/>
          <p:cNvSpPr>
            <a:spLocks noGrp="1"/>
          </p:cNvSpPr>
          <p:nvPr>
            <p:ph type="pic" sz="quarter" idx="23" hasCustomPrompt="1"/>
          </p:nvPr>
        </p:nvSpPr>
        <p:spPr bwMode="gray">
          <a:xfrm>
            <a:off x="4222402" y="2503829"/>
            <a:ext cx="3752492" cy="1910916"/>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94" name="Bildplatzhalter 8"/>
          <p:cNvSpPr>
            <a:spLocks noGrp="1"/>
          </p:cNvSpPr>
          <p:nvPr>
            <p:ph type="pic" sz="quarter" idx="27" hasCustomPrompt="1"/>
          </p:nvPr>
        </p:nvSpPr>
        <p:spPr bwMode="gray">
          <a:xfrm>
            <a:off x="6134151" y="4486747"/>
            <a:ext cx="1841010" cy="92006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r>
              <a:rPr lang="de-DE" noProof="0"/>
              <a:t>Bild einfügen</a:t>
            </a:r>
          </a:p>
        </p:txBody>
      </p:sp>
      <p:sp>
        <p:nvSpPr>
          <p:cNvPr id="97" name="Bildplatzhalter 8"/>
          <p:cNvSpPr>
            <a:spLocks noGrp="1"/>
          </p:cNvSpPr>
          <p:nvPr>
            <p:ph type="pic" sz="quarter" idx="29" hasCustomPrompt="1"/>
          </p:nvPr>
        </p:nvSpPr>
        <p:spPr bwMode="gray">
          <a:xfrm>
            <a:off x="4222402" y="4486747"/>
            <a:ext cx="1839600" cy="92006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r>
              <a:rPr lang="de-DE" noProof="0"/>
              <a:t>Bild einfügen</a:t>
            </a:r>
          </a:p>
        </p:txBody>
      </p:sp>
      <p:sp>
        <p:nvSpPr>
          <p:cNvPr id="100" name="Bildplatzhalter 8"/>
          <p:cNvSpPr>
            <a:spLocks noGrp="1"/>
          </p:cNvSpPr>
          <p:nvPr>
            <p:ph type="pic" sz="quarter" idx="31" hasCustomPrompt="1"/>
          </p:nvPr>
        </p:nvSpPr>
        <p:spPr bwMode="gray">
          <a:xfrm>
            <a:off x="8046676" y="3495677"/>
            <a:ext cx="3754800" cy="191113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01" name="Bildplatzhalter 8"/>
          <p:cNvSpPr>
            <a:spLocks noGrp="1"/>
          </p:cNvSpPr>
          <p:nvPr>
            <p:ph type="pic" sz="quarter" idx="33" hasCustomPrompt="1"/>
          </p:nvPr>
        </p:nvSpPr>
        <p:spPr bwMode="gray">
          <a:xfrm>
            <a:off x="8046677" y="1511768"/>
            <a:ext cx="1842420"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02" name="Bildplatzhalter 8"/>
          <p:cNvSpPr>
            <a:spLocks noGrp="1"/>
          </p:cNvSpPr>
          <p:nvPr>
            <p:ph type="pic" sz="quarter" idx="34" hasCustomPrompt="1"/>
          </p:nvPr>
        </p:nvSpPr>
        <p:spPr bwMode="gray">
          <a:xfrm>
            <a:off x="9961876" y="1511768"/>
            <a:ext cx="1839600"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03" name="Bildplatzhalter 8"/>
          <p:cNvSpPr>
            <a:spLocks noGrp="1"/>
          </p:cNvSpPr>
          <p:nvPr>
            <p:ph type="pic" sz="quarter" idx="35" hasCustomPrompt="1"/>
          </p:nvPr>
        </p:nvSpPr>
        <p:spPr bwMode="gray">
          <a:xfrm>
            <a:off x="6133884" y="1511768"/>
            <a:ext cx="1841010" cy="92006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r>
              <a:rPr lang="de-DE" noProof="0"/>
              <a:t>Bild einfügen</a:t>
            </a:r>
          </a:p>
        </p:txBody>
      </p:sp>
      <p:sp>
        <p:nvSpPr>
          <p:cNvPr id="104" name="Bildplatzhalter 8"/>
          <p:cNvSpPr>
            <a:spLocks noGrp="1"/>
          </p:cNvSpPr>
          <p:nvPr>
            <p:ph type="pic" sz="quarter" idx="36" hasCustomPrompt="1"/>
          </p:nvPr>
        </p:nvSpPr>
        <p:spPr bwMode="gray">
          <a:xfrm>
            <a:off x="4222502" y="1511768"/>
            <a:ext cx="1839600" cy="92006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r>
              <a:rPr lang="de-DE" noProof="0"/>
              <a:t>Bild einfügen</a:t>
            </a:r>
          </a:p>
        </p:txBody>
      </p:sp>
      <p:sp>
        <p:nvSpPr>
          <p:cNvPr id="110" name="Textplatzhalter 7"/>
          <p:cNvSpPr>
            <a:spLocks noGrp="1"/>
          </p:cNvSpPr>
          <p:nvPr>
            <p:ph type="body" sz="quarter" idx="40"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69"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70"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71"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72"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73"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695370259"/>
      </p:ext>
    </p:extLst>
  </p:cSld>
  <p:clrMapOvr>
    <a:masterClrMapping/>
  </p:clrMapOvr>
  <p:extLst>
    <p:ext uri="{DCECCB84-F9BA-43D5-87BE-67443E8EF086}">
      <p15:sldGuideLst xmlns:p15="http://schemas.microsoft.com/office/powerpoint/2012/main">
        <p15:guide id="1" pos="251">
          <p15:clr>
            <a:srgbClr val="A4A3A4"/>
          </p15:clr>
        </p15:guide>
        <p15:guide id="2" orient="horz" pos="951">
          <p15:clr>
            <a:srgbClr val="A4A3A4"/>
          </p15:clr>
        </p15:guide>
        <p15:guide id="3" pos="7433">
          <p15:clr>
            <a:srgbClr val="A4A3A4"/>
          </p15:clr>
        </p15:guide>
        <p15:guide id="4" orient="horz" pos="4047">
          <p15:clr>
            <a:srgbClr val="A4A3A4"/>
          </p15:clr>
        </p15:guide>
        <p15:guide id="5" orient="horz" pos="232">
          <p15:clr>
            <a:srgbClr val="A4A3A4"/>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MultiPictures mit Textanmerkung 4">
    <p:spTree>
      <p:nvGrpSpPr>
        <p:cNvPr id="1" name=""/>
        <p:cNvGrpSpPr/>
        <p:nvPr/>
      </p:nvGrpSpPr>
      <p:grpSpPr>
        <a:xfrm>
          <a:off x="0" y="0"/>
          <a:ext cx="0" cy="0"/>
          <a:chOff x="0" y="0"/>
          <a:chExt cx="0" cy="0"/>
        </a:xfrm>
      </p:grpSpPr>
      <p:sp>
        <p:nvSpPr>
          <p:cNvPr id="11" name="Komplett" hidden="1"/>
          <p:cNvSpPr/>
          <p:nvPr userDrawn="1"/>
        </p:nvSpPr>
        <p:spPr>
          <a:xfrm>
            <a:off x="395880" y="1511767"/>
            <a:ext cx="11399452" cy="3895508"/>
          </a:xfrm>
          <a:prstGeom prst="rect">
            <a:avLst/>
          </a:prstGeom>
          <a:solidFill>
            <a:schemeClr val="accent1"/>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nvGrpSpPr>
          <p:cNvPr id="64" name="Horizontal // fein" hidden="1"/>
          <p:cNvGrpSpPr/>
          <p:nvPr userDrawn="1"/>
        </p:nvGrpSpPr>
        <p:grpSpPr>
          <a:xfrm>
            <a:off x="395880" y="1511767"/>
            <a:ext cx="11399452" cy="3895508"/>
            <a:chOff x="396086" y="1511767"/>
            <a:chExt cx="11405389" cy="3895508"/>
          </a:xfrm>
        </p:grpSpPr>
        <p:sp>
          <p:nvSpPr>
            <p:cNvPr id="44" name="Links // Links"/>
            <p:cNvSpPr/>
            <p:nvPr userDrawn="1"/>
          </p:nvSpPr>
          <p:spPr>
            <a:xfrm>
              <a:off x="396086"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5" name="Links // Rechts"/>
            <p:cNvSpPr/>
            <p:nvPr userDrawn="1"/>
          </p:nvSpPr>
          <p:spPr>
            <a:xfrm>
              <a:off x="2308774"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6" name="Rechts // Links"/>
            <p:cNvSpPr/>
            <p:nvPr userDrawn="1"/>
          </p:nvSpPr>
          <p:spPr>
            <a:xfrm>
              <a:off x="8046838"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7" name="Rechts // Rechts"/>
            <p:cNvSpPr/>
            <p:nvPr userDrawn="1"/>
          </p:nvSpPr>
          <p:spPr>
            <a:xfrm>
              <a:off x="9959526"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8" name="Mitte // Links"/>
            <p:cNvSpPr/>
            <p:nvPr userDrawn="1"/>
          </p:nvSpPr>
          <p:spPr>
            <a:xfrm>
              <a:off x="4221462"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9" name="Mitte // Rechts"/>
            <p:cNvSpPr/>
            <p:nvPr userDrawn="1"/>
          </p:nvSpPr>
          <p:spPr>
            <a:xfrm>
              <a:off x="6134150"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0" name="Links // Links"/>
            <p:cNvSpPr/>
            <p:nvPr userDrawn="1"/>
          </p:nvSpPr>
          <p:spPr>
            <a:xfrm>
              <a:off x="1352430"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1" name="Links // Rechts"/>
            <p:cNvSpPr/>
            <p:nvPr userDrawn="1"/>
          </p:nvSpPr>
          <p:spPr>
            <a:xfrm>
              <a:off x="3265118"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2" name="Rechts // Links"/>
            <p:cNvSpPr/>
            <p:nvPr userDrawn="1"/>
          </p:nvSpPr>
          <p:spPr>
            <a:xfrm>
              <a:off x="9003182"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3" name="Rechts // Rechts"/>
            <p:cNvSpPr/>
            <p:nvPr userDrawn="1"/>
          </p:nvSpPr>
          <p:spPr>
            <a:xfrm>
              <a:off x="10915875"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4" name="Mitte // Links"/>
            <p:cNvSpPr/>
            <p:nvPr userDrawn="1"/>
          </p:nvSpPr>
          <p:spPr>
            <a:xfrm>
              <a:off x="5177806"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5" name="Mitte // Rechts"/>
            <p:cNvSpPr/>
            <p:nvPr userDrawn="1"/>
          </p:nvSpPr>
          <p:spPr>
            <a:xfrm>
              <a:off x="7090494" y="1511767"/>
              <a:ext cx="885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65" name="Abstand Horizontal // fein" hidden="1"/>
          <p:cNvGrpSpPr/>
          <p:nvPr userDrawn="1"/>
        </p:nvGrpSpPr>
        <p:grpSpPr>
          <a:xfrm>
            <a:off x="1280393" y="1511767"/>
            <a:ext cx="9630427" cy="3895508"/>
            <a:chOff x="1281058" y="1511767"/>
            <a:chExt cx="9635443" cy="3895508"/>
          </a:xfrm>
        </p:grpSpPr>
        <p:sp>
          <p:nvSpPr>
            <p:cNvPr id="58" name="Abstand Rechts // Mitte"/>
            <p:cNvSpPr/>
            <p:nvPr userDrawn="1"/>
          </p:nvSpPr>
          <p:spPr>
            <a:xfrm>
              <a:off x="8931814"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9" name="Abstand Links // Mitte"/>
            <p:cNvSpPr/>
            <p:nvPr userDrawn="1"/>
          </p:nvSpPr>
          <p:spPr>
            <a:xfrm>
              <a:off x="1281058"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0" name="Abstand Mitte // Mitte"/>
            <p:cNvSpPr/>
            <p:nvPr userDrawn="1"/>
          </p:nvSpPr>
          <p:spPr>
            <a:xfrm>
              <a:off x="5106436"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1" name="Abstand Rechts // Mitte"/>
            <p:cNvSpPr/>
            <p:nvPr userDrawn="1"/>
          </p:nvSpPr>
          <p:spPr>
            <a:xfrm>
              <a:off x="10844501"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2" name="Abstand Links // Mitte"/>
            <p:cNvSpPr/>
            <p:nvPr userDrawn="1"/>
          </p:nvSpPr>
          <p:spPr>
            <a:xfrm>
              <a:off x="3193747"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3" name="Abstand Mitte // Mitte"/>
            <p:cNvSpPr/>
            <p:nvPr userDrawn="1"/>
          </p:nvSpPr>
          <p:spPr>
            <a:xfrm>
              <a:off x="7019125" y="1511767"/>
              <a:ext cx="72000" cy="38955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6" name="Horizontal // grob" hidden="1"/>
          <p:cNvGrpSpPr/>
          <p:nvPr userDrawn="1"/>
        </p:nvGrpSpPr>
        <p:grpSpPr>
          <a:xfrm>
            <a:off x="395880" y="1511300"/>
            <a:ext cx="11399452" cy="3895976"/>
            <a:chOff x="396086" y="1511300"/>
            <a:chExt cx="11405389" cy="3895976"/>
          </a:xfrm>
        </p:grpSpPr>
        <p:sp>
          <p:nvSpPr>
            <p:cNvPr id="25" name="Links // Links"/>
            <p:cNvSpPr/>
            <p:nvPr userDrawn="1"/>
          </p:nvSpPr>
          <p:spPr>
            <a:xfrm>
              <a:off x="396086"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6" name="Links // Rechts"/>
            <p:cNvSpPr/>
            <p:nvPr userDrawn="1"/>
          </p:nvSpPr>
          <p:spPr>
            <a:xfrm>
              <a:off x="2309244"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7" name="Rechts // Links"/>
            <p:cNvSpPr/>
            <p:nvPr userDrawn="1"/>
          </p:nvSpPr>
          <p:spPr>
            <a:xfrm>
              <a:off x="8048718" y="1511768"/>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8" name="Rechts // Rechts"/>
            <p:cNvSpPr/>
            <p:nvPr userDrawn="1"/>
          </p:nvSpPr>
          <p:spPr>
            <a:xfrm>
              <a:off x="9961875" y="1511768"/>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9" name="Mitte // Links"/>
            <p:cNvSpPr/>
            <p:nvPr userDrawn="1"/>
          </p:nvSpPr>
          <p:spPr>
            <a:xfrm>
              <a:off x="4222402"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0" name="Mitte // Rechts"/>
            <p:cNvSpPr/>
            <p:nvPr userDrawn="1"/>
          </p:nvSpPr>
          <p:spPr>
            <a:xfrm>
              <a:off x="6135560" y="1511300"/>
              <a:ext cx="1839600" cy="3895508"/>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3" name="Links"/>
            <p:cNvSpPr/>
            <p:nvPr userDrawn="1"/>
          </p:nvSpPr>
          <p:spPr>
            <a:xfrm>
              <a:off x="396086" y="1511767"/>
              <a:ext cx="3754800" cy="3895508"/>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6" name="Mitte"/>
            <p:cNvSpPr/>
            <p:nvPr userDrawn="1"/>
          </p:nvSpPr>
          <p:spPr>
            <a:xfrm>
              <a:off x="4221380" y="1511767"/>
              <a:ext cx="3754800" cy="3895508"/>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4" name="Rechts"/>
            <p:cNvSpPr/>
            <p:nvPr userDrawn="1"/>
          </p:nvSpPr>
          <p:spPr>
            <a:xfrm>
              <a:off x="8046675" y="1511767"/>
              <a:ext cx="3754800" cy="3895508"/>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67" name="Abstand Horizontal // grob" hidden="1"/>
          <p:cNvGrpSpPr/>
          <p:nvPr userDrawn="1"/>
        </p:nvGrpSpPr>
        <p:grpSpPr>
          <a:xfrm>
            <a:off x="2235301" y="1511300"/>
            <a:ext cx="7720610" cy="3895508"/>
            <a:chOff x="2236465" y="1511300"/>
            <a:chExt cx="7724631" cy="3895508"/>
          </a:xfrm>
        </p:grpSpPr>
        <p:sp>
          <p:nvSpPr>
            <p:cNvPr id="33" name="Abstand Links"/>
            <p:cNvSpPr/>
            <p:nvPr userDrawn="1"/>
          </p:nvSpPr>
          <p:spPr>
            <a:xfrm>
              <a:off x="4150133"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5" name="Abstand Rechts"/>
            <p:cNvSpPr/>
            <p:nvPr userDrawn="1"/>
          </p:nvSpPr>
          <p:spPr>
            <a:xfrm>
              <a:off x="7975427"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1" name="Abstand Rechts // Mitte"/>
            <p:cNvSpPr/>
            <p:nvPr userDrawn="1"/>
          </p:nvSpPr>
          <p:spPr>
            <a:xfrm>
              <a:off x="9889096"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2" name="Abstand Links // Mitte"/>
            <p:cNvSpPr/>
            <p:nvPr userDrawn="1"/>
          </p:nvSpPr>
          <p:spPr>
            <a:xfrm>
              <a:off x="2236465"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3" name="Abstand Mitte // Mitte"/>
            <p:cNvSpPr/>
            <p:nvPr userDrawn="1"/>
          </p:nvSpPr>
          <p:spPr>
            <a:xfrm>
              <a:off x="6062781" y="1511300"/>
              <a:ext cx="72000" cy="389550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99" name="Vertikal" hidden="1"/>
          <p:cNvGrpSpPr/>
          <p:nvPr userDrawn="1"/>
        </p:nvGrpSpPr>
        <p:grpSpPr>
          <a:xfrm>
            <a:off x="395082" y="1511299"/>
            <a:ext cx="11400250" cy="3895976"/>
            <a:chOff x="395287" y="1511299"/>
            <a:chExt cx="11406188" cy="3895976"/>
          </a:xfrm>
        </p:grpSpPr>
        <p:sp>
          <p:nvSpPr>
            <p:cNvPr id="19" name="Oben // Oben"/>
            <p:cNvSpPr/>
            <p:nvPr userDrawn="1"/>
          </p:nvSpPr>
          <p:spPr>
            <a:xfrm>
              <a:off x="396086" y="1511299"/>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0" name="Oben // Unten"/>
            <p:cNvSpPr/>
            <p:nvPr userDrawn="1"/>
          </p:nvSpPr>
          <p:spPr>
            <a:xfrm>
              <a:off x="396086" y="2502758"/>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1" name="Unten // Oben"/>
            <p:cNvSpPr/>
            <p:nvPr userDrawn="1"/>
          </p:nvSpPr>
          <p:spPr>
            <a:xfrm>
              <a:off x="395287" y="3494217"/>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2" name="Unten // Unten"/>
            <p:cNvSpPr/>
            <p:nvPr userDrawn="1"/>
          </p:nvSpPr>
          <p:spPr>
            <a:xfrm>
              <a:off x="396086" y="4485675"/>
              <a:ext cx="11405389" cy="92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6" name="Oben"/>
            <p:cNvSpPr/>
            <p:nvPr userDrawn="1"/>
          </p:nvSpPr>
          <p:spPr>
            <a:xfrm>
              <a:off x="396086" y="1511300"/>
              <a:ext cx="11405389" cy="191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8" name="Unten"/>
            <p:cNvSpPr/>
            <p:nvPr userDrawn="1"/>
          </p:nvSpPr>
          <p:spPr>
            <a:xfrm>
              <a:off x="396086" y="3495675"/>
              <a:ext cx="11405389" cy="1911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98" name="Abstand Vertikal" hidden="1"/>
          <p:cNvGrpSpPr/>
          <p:nvPr userDrawn="1"/>
        </p:nvGrpSpPr>
        <p:grpSpPr>
          <a:xfrm>
            <a:off x="395880" y="2431828"/>
            <a:ext cx="11399452" cy="2054918"/>
            <a:chOff x="396086" y="2431828"/>
            <a:chExt cx="11405389" cy="2054918"/>
          </a:xfrm>
        </p:grpSpPr>
        <p:sp>
          <p:nvSpPr>
            <p:cNvPr id="29" name="Abstand Mitte"/>
            <p:cNvSpPr/>
            <p:nvPr userDrawn="1"/>
          </p:nvSpPr>
          <p:spPr>
            <a:xfrm>
              <a:off x="396885" y="3423287"/>
              <a:ext cx="11404590"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1" name="Abstand Oben // Mitte"/>
            <p:cNvSpPr/>
            <p:nvPr userDrawn="1"/>
          </p:nvSpPr>
          <p:spPr>
            <a:xfrm>
              <a:off x="396086" y="2431828"/>
              <a:ext cx="11404590"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2" name="Abstand Unten // Mitte"/>
            <p:cNvSpPr/>
            <p:nvPr userDrawn="1"/>
          </p:nvSpPr>
          <p:spPr>
            <a:xfrm>
              <a:off x="396086" y="4414746"/>
              <a:ext cx="11404590"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sp>
        <p:nvSpPr>
          <p:cNvPr id="83" name="Titel 1"/>
          <p:cNvSpPr>
            <a:spLocks noGrp="1"/>
          </p:cNvSpPr>
          <p:nvPr>
            <p:ph type="title" hasCustomPrompt="1"/>
          </p:nvPr>
        </p:nvSpPr>
        <p:spPr>
          <a:xfrm>
            <a:off x="395289" y="368300"/>
            <a:ext cx="11406187" cy="1008360"/>
          </a:xfrm>
        </p:spPr>
        <p:txBody>
          <a:bodyPr/>
          <a:lstStyle/>
          <a:p>
            <a:r>
              <a:rPr lang="de-DE" noProof="0"/>
              <a:t>Headline zweizeilig in CorpoA (Überschriften) 30 pt. </a:t>
            </a:r>
            <a:br>
              <a:rPr lang="de-DE" noProof="0"/>
            </a:br>
            <a:r>
              <a:rPr lang="de-DE" noProof="0"/>
              <a:t>Lorem ipsum dolor sit amet.</a:t>
            </a:r>
          </a:p>
        </p:txBody>
      </p:sp>
      <p:sp>
        <p:nvSpPr>
          <p:cNvPr id="84" name="Textplatzhalter 6"/>
          <p:cNvSpPr>
            <a:spLocks noGrp="1"/>
          </p:cNvSpPr>
          <p:nvPr>
            <p:ph type="body" sz="quarter" idx="12" hasCustomPrompt="1"/>
          </p:nvPr>
        </p:nvSpPr>
        <p:spPr>
          <a:xfrm>
            <a:off x="395288" y="5436002"/>
            <a:ext cx="11406187" cy="990200"/>
          </a:xfrm>
        </p:spPr>
        <p:txBody>
          <a:bodyPr/>
          <a:lstStyle>
            <a:lvl1pPr>
              <a:spcAft>
                <a:spcPts val="0"/>
              </a:spcAft>
              <a:defRPr/>
            </a:lvl1pPr>
            <a:lvl2pPr>
              <a:spcAft>
                <a:spcPts val="0"/>
              </a:spcAft>
              <a:defRPr/>
            </a:lvl2pPr>
            <a:lvl3pPr>
              <a:spcAft>
                <a:spcPts val="0"/>
              </a:spcAft>
              <a:defRPr/>
            </a:lvl3pPr>
            <a:lvl4pPr>
              <a:spcAft>
                <a:spcPts val="0"/>
              </a:spcAft>
              <a:defRPr/>
            </a:lvl4pPr>
            <a:lvl5pPr>
              <a:spcAft>
                <a:spcPts val="0"/>
              </a:spcAft>
              <a:defRPr/>
            </a:lvl5pPr>
            <a:lvl6pPr>
              <a:spcAft>
                <a:spcPts val="0"/>
              </a:spcAft>
              <a:defRPr/>
            </a:lvl6pPr>
            <a:lvl7pPr>
              <a:spcAft>
                <a:spcPts val="0"/>
              </a:spcAft>
              <a:defRPr/>
            </a:lvl7pPr>
            <a:lvl8pPr>
              <a:spcAft>
                <a:spcPts val="0"/>
              </a:spcAft>
              <a:defRPr/>
            </a:lvl8pPr>
            <a:lvl9pPr>
              <a:spcAft>
                <a:spcPts val="0"/>
              </a:spcAft>
              <a:defRPr/>
            </a:lvl9pPr>
          </a:lstStyle>
          <a:p>
            <a:pPr lvl="0"/>
            <a:r>
              <a:rPr lang="de-DE" noProof="0"/>
              <a:t>Text in CorpoS (Textkörper) in 20 pt. einfügen // für Aufzählungen: Start // Absatz // Listenebene erhöhen</a:t>
            </a:r>
          </a:p>
          <a:p>
            <a:pPr lvl="1"/>
            <a:r>
              <a:rPr lang="de-DE" noProof="0"/>
              <a:t>Zweite Ebene</a:t>
            </a:r>
          </a:p>
          <a:p>
            <a:pPr lvl="2"/>
            <a:r>
              <a:rPr lang="de-DE" noProof="0"/>
              <a:t>Dritte Ebene</a:t>
            </a:r>
          </a:p>
        </p:txBody>
      </p:sp>
      <p:sp>
        <p:nvSpPr>
          <p:cNvPr id="85" name="Bildplatzhalter 8"/>
          <p:cNvSpPr>
            <a:spLocks noGrp="1"/>
          </p:cNvSpPr>
          <p:nvPr>
            <p:ph type="pic" sz="quarter" idx="13" hasCustomPrompt="1"/>
          </p:nvPr>
        </p:nvSpPr>
        <p:spPr bwMode="gray">
          <a:xfrm>
            <a:off x="396885" y="1511768"/>
            <a:ext cx="1838802"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86" name="Bildplatzhalter 8"/>
          <p:cNvSpPr>
            <a:spLocks noGrp="1"/>
          </p:cNvSpPr>
          <p:nvPr>
            <p:ph type="pic" sz="quarter" idx="14" hasCustomPrompt="1"/>
          </p:nvPr>
        </p:nvSpPr>
        <p:spPr bwMode="gray">
          <a:xfrm>
            <a:off x="2308466" y="1511768"/>
            <a:ext cx="1842252"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87" name="Bildplatzhalter 8"/>
          <p:cNvSpPr>
            <a:spLocks noGrp="1"/>
          </p:cNvSpPr>
          <p:nvPr>
            <p:ph type="pic" sz="quarter" idx="16" hasCustomPrompt="1"/>
          </p:nvPr>
        </p:nvSpPr>
        <p:spPr bwMode="gray">
          <a:xfrm>
            <a:off x="395288" y="3495677"/>
            <a:ext cx="3753557" cy="191113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88" name="Bildplatzhalter 8"/>
          <p:cNvSpPr>
            <a:spLocks noGrp="1"/>
          </p:cNvSpPr>
          <p:nvPr>
            <p:ph type="pic" sz="quarter" idx="27" hasCustomPrompt="1"/>
          </p:nvPr>
        </p:nvSpPr>
        <p:spPr bwMode="gray">
          <a:xfrm>
            <a:off x="6134151" y="3495677"/>
            <a:ext cx="1841010" cy="191113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90" name="Bildplatzhalter 8"/>
          <p:cNvSpPr>
            <a:spLocks noGrp="1"/>
          </p:cNvSpPr>
          <p:nvPr>
            <p:ph type="pic" sz="quarter" idx="29" hasCustomPrompt="1"/>
          </p:nvPr>
        </p:nvSpPr>
        <p:spPr bwMode="gray">
          <a:xfrm>
            <a:off x="4222402" y="3495677"/>
            <a:ext cx="1839600" cy="191113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92" name="Bildplatzhalter 8"/>
          <p:cNvSpPr>
            <a:spLocks noGrp="1"/>
          </p:cNvSpPr>
          <p:nvPr>
            <p:ph type="pic" sz="quarter" idx="31" hasCustomPrompt="1"/>
          </p:nvPr>
        </p:nvSpPr>
        <p:spPr bwMode="gray">
          <a:xfrm>
            <a:off x="8046676" y="3495677"/>
            <a:ext cx="3754800" cy="1911131"/>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94" name="Bildplatzhalter 8"/>
          <p:cNvSpPr>
            <a:spLocks noGrp="1"/>
          </p:cNvSpPr>
          <p:nvPr>
            <p:ph type="pic" sz="quarter" idx="33" hasCustomPrompt="1"/>
          </p:nvPr>
        </p:nvSpPr>
        <p:spPr bwMode="gray">
          <a:xfrm>
            <a:off x="8046677" y="1511768"/>
            <a:ext cx="1842420"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97" name="Bildplatzhalter 8"/>
          <p:cNvSpPr>
            <a:spLocks noGrp="1"/>
          </p:cNvSpPr>
          <p:nvPr>
            <p:ph type="pic" sz="quarter" idx="34" hasCustomPrompt="1"/>
          </p:nvPr>
        </p:nvSpPr>
        <p:spPr bwMode="gray">
          <a:xfrm>
            <a:off x="9961876" y="1511768"/>
            <a:ext cx="1839600"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00" name="Bildplatzhalter 8"/>
          <p:cNvSpPr>
            <a:spLocks noGrp="1"/>
          </p:cNvSpPr>
          <p:nvPr>
            <p:ph type="pic" sz="quarter" idx="36" hasCustomPrompt="1"/>
          </p:nvPr>
        </p:nvSpPr>
        <p:spPr bwMode="gray">
          <a:xfrm>
            <a:off x="4222501" y="1511768"/>
            <a:ext cx="3752659" cy="1912590"/>
          </a:xfrm>
          <a:solidFill>
            <a:srgbClr val="9F0002"/>
          </a:solidFill>
        </p:spPr>
        <p:txBody>
          <a:bodyPr/>
          <a:lstStyle>
            <a:lvl1pPr algn="ctr">
              <a:lnSpc>
                <a:spcPct val="100000"/>
              </a:lnSpc>
              <a:spcAft>
                <a:spcPts val="0"/>
              </a:spcAft>
              <a:defRPr sz="1000">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06" name="Textplatzhalter 7"/>
          <p:cNvSpPr>
            <a:spLocks noGrp="1"/>
          </p:cNvSpPr>
          <p:nvPr>
            <p:ph type="body" sz="quarter" idx="40"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68" name="Fußzeilenplatzhalter 4"/>
          <p:cNvSpPr>
            <a:spLocks noGrp="1"/>
          </p:cNvSpPr>
          <p:nvPr>
            <p:ph type="ftr" sz="quarter" idx="3"/>
          </p:nvPr>
        </p:nvSpPr>
        <p:spPr bwMode="black">
          <a:xfrm>
            <a:off x="3146400" y="6552000"/>
            <a:ext cx="7848000"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r">
              <a:spcBef>
                <a:spcPts val="0"/>
              </a:spcBef>
              <a:defRPr sz="1000"/>
            </a:lvl2pPr>
            <a:lvl3pPr marL="0" indent="0" algn="r">
              <a:spcBef>
                <a:spcPts val="0"/>
              </a:spcBef>
              <a:defRPr sz="1000"/>
            </a:lvl3pPr>
            <a:lvl4pPr marL="0" indent="0" algn="r">
              <a:spcBef>
                <a:spcPts val="0"/>
              </a:spcBef>
              <a:defRPr sz="1000"/>
            </a:lvl4pPr>
            <a:lvl5pPr marL="0" indent="0" algn="r">
              <a:spcBef>
                <a:spcPts val="0"/>
              </a:spcBef>
              <a:defRPr sz="1000"/>
            </a:lvl5pPr>
            <a:lvl6pPr marL="0" indent="0" algn="r">
              <a:spcBef>
                <a:spcPts val="0"/>
              </a:spcBef>
              <a:defRPr sz="1000"/>
            </a:lvl6pPr>
            <a:lvl7pPr marL="0" indent="0" algn="r">
              <a:spcBef>
                <a:spcPts val="0"/>
              </a:spcBef>
              <a:defRPr sz="1000"/>
            </a:lvl7pPr>
            <a:lvl8pPr marL="0" indent="0" algn="r">
              <a:spcBef>
                <a:spcPts val="0"/>
              </a:spcBef>
              <a:defRPr sz="1000"/>
            </a:lvl8pPr>
            <a:lvl9pPr marL="0" indent="0" algn="r">
              <a:spcBef>
                <a:spcPts val="0"/>
              </a:spcBef>
              <a:defRPr sz="1000"/>
            </a:lvl9pPr>
          </a:lstStyle>
          <a:p>
            <a:r>
              <a:rPr lang="en-US" noProof="0"/>
              <a:t>Project Overview in a Nutshell I MB.OS End-to-End Software Journey | 25.02.2022</a:t>
            </a:r>
            <a:endParaRPr lang="de-DE" noProof="0"/>
          </a:p>
        </p:txBody>
      </p:sp>
      <p:sp>
        <p:nvSpPr>
          <p:cNvPr id="69"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sp>
        <p:nvSpPr>
          <p:cNvPr id="70"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71"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72"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12671278"/>
      </p:ext>
    </p:extLst>
  </p:cSld>
  <p:clrMapOvr>
    <a:masterClrMapping/>
  </p:clrMapOvr>
  <p:extLst>
    <p:ext uri="{DCECCB84-F9BA-43D5-87BE-67443E8EF086}">
      <p15:sldGuideLst xmlns:p15="http://schemas.microsoft.com/office/powerpoint/2012/main">
        <p15:guide id="1" pos="251">
          <p15:clr>
            <a:srgbClr val="A4A3A4"/>
          </p15:clr>
        </p15:guide>
        <p15:guide id="2" orient="horz" pos="951">
          <p15:clr>
            <a:srgbClr val="A4A3A4"/>
          </p15:clr>
        </p15:guide>
        <p15:guide id="3" pos="7433">
          <p15:clr>
            <a:srgbClr val="A4A3A4"/>
          </p15:clr>
        </p15:guide>
        <p15:guide id="4" orient="horz" pos="232">
          <p15:clr>
            <a:srgbClr val="A4A3A4"/>
          </p15:clr>
        </p15:guide>
        <p15:guide id="5" orient="horz" pos="4047">
          <p15:clr>
            <a:srgbClr val="A4A3A4"/>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Vollbild mit Highlights">
    <p:spTree>
      <p:nvGrpSpPr>
        <p:cNvPr id="1" name=""/>
        <p:cNvGrpSpPr/>
        <p:nvPr/>
      </p:nvGrpSpPr>
      <p:grpSpPr>
        <a:xfrm>
          <a:off x="0" y="0"/>
          <a:ext cx="0" cy="0"/>
          <a:chOff x="0" y="0"/>
          <a:chExt cx="0" cy="0"/>
        </a:xfrm>
      </p:grpSpPr>
      <p:sp>
        <p:nvSpPr>
          <p:cNvPr id="87" name="Bildplatzhalter 8"/>
          <p:cNvSpPr>
            <a:spLocks noGrp="1"/>
          </p:cNvSpPr>
          <p:nvPr>
            <p:ph type="pic" sz="quarter" idx="10" hasCustomPrompt="1"/>
          </p:nvPr>
        </p:nvSpPr>
        <p:spPr bwMode="gray">
          <a:xfrm>
            <a:off x="1" y="1"/>
            <a:ext cx="12193200" cy="6858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00" name="Textplatzhalter 3"/>
          <p:cNvSpPr>
            <a:spLocks noGrp="1"/>
          </p:cNvSpPr>
          <p:nvPr>
            <p:ph type="body" sz="quarter" idx="77" hasCustomPrompt="1"/>
          </p:nvPr>
        </p:nvSpPr>
        <p:spPr bwMode="gray">
          <a:xfrm>
            <a:off x="4528931" y="366999"/>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1" name="Textplatzhalter 3"/>
          <p:cNvSpPr>
            <a:spLocks noGrp="1"/>
          </p:cNvSpPr>
          <p:nvPr>
            <p:ph type="body" sz="quarter" idx="71" hasCustomPrompt="1"/>
          </p:nvPr>
        </p:nvSpPr>
        <p:spPr bwMode="gray">
          <a:xfrm>
            <a:off x="396001" y="1786681"/>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2" name="Textplatzhalter 3"/>
          <p:cNvSpPr>
            <a:spLocks noGrp="1"/>
          </p:cNvSpPr>
          <p:nvPr>
            <p:ph type="body" sz="quarter" idx="72" hasCustomPrompt="1"/>
          </p:nvPr>
        </p:nvSpPr>
        <p:spPr bwMode="gray">
          <a:xfrm>
            <a:off x="396001" y="4626044"/>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3" name="Textplatzhalter 3"/>
          <p:cNvSpPr>
            <a:spLocks noGrp="1"/>
          </p:cNvSpPr>
          <p:nvPr>
            <p:ph type="body" sz="quarter" idx="75" hasCustomPrompt="1"/>
          </p:nvPr>
        </p:nvSpPr>
        <p:spPr bwMode="gray">
          <a:xfrm>
            <a:off x="396001" y="3206363"/>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4" name="Textplatzhalter 3"/>
          <p:cNvSpPr>
            <a:spLocks noGrp="1"/>
          </p:cNvSpPr>
          <p:nvPr>
            <p:ph type="body" sz="quarter" idx="19" hasCustomPrompt="1"/>
          </p:nvPr>
        </p:nvSpPr>
        <p:spPr bwMode="gray">
          <a:xfrm>
            <a:off x="396001" y="366999"/>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5" name="Textplatzhalter 3"/>
          <p:cNvSpPr>
            <a:spLocks noGrp="1"/>
          </p:cNvSpPr>
          <p:nvPr>
            <p:ph type="body" sz="quarter" idx="78" hasCustomPrompt="1"/>
          </p:nvPr>
        </p:nvSpPr>
        <p:spPr bwMode="gray">
          <a:xfrm>
            <a:off x="4528931" y="6043658"/>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6" name="Textplatzhalter 3"/>
          <p:cNvSpPr>
            <a:spLocks noGrp="1"/>
          </p:cNvSpPr>
          <p:nvPr>
            <p:ph type="body" sz="quarter" idx="68" hasCustomPrompt="1"/>
          </p:nvPr>
        </p:nvSpPr>
        <p:spPr bwMode="gray">
          <a:xfrm>
            <a:off x="396001" y="6045725"/>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7" name="Textplatzhalter 3"/>
          <p:cNvSpPr>
            <a:spLocks noGrp="1"/>
          </p:cNvSpPr>
          <p:nvPr>
            <p:ph type="body" sz="quarter" idx="73" hasCustomPrompt="1"/>
          </p:nvPr>
        </p:nvSpPr>
        <p:spPr bwMode="gray">
          <a:xfrm>
            <a:off x="8661861" y="1786164"/>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08" name="Textplatzhalter 3"/>
          <p:cNvSpPr>
            <a:spLocks noGrp="1"/>
          </p:cNvSpPr>
          <p:nvPr>
            <p:ph type="body" sz="quarter" idx="74" hasCustomPrompt="1"/>
          </p:nvPr>
        </p:nvSpPr>
        <p:spPr bwMode="gray">
          <a:xfrm>
            <a:off x="8661861" y="4624494"/>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14" name="Textplatzhalter 3"/>
          <p:cNvSpPr>
            <a:spLocks noGrp="1"/>
          </p:cNvSpPr>
          <p:nvPr>
            <p:ph type="body" sz="quarter" idx="76" hasCustomPrompt="1"/>
          </p:nvPr>
        </p:nvSpPr>
        <p:spPr bwMode="gray">
          <a:xfrm>
            <a:off x="8661861" y="3205329"/>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17" name="Textplatzhalter 3"/>
          <p:cNvSpPr>
            <a:spLocks noGrp="1"/>
          </p:cNvSpPr>
          <p:nvPr>
            <p:ph type="body" sz="quarter" idx="69" hasCustomPrompt="1"/>
          </p:nvPr>
        </p:nvSpPr>
        <p:spPr bwMode="gray">
          <a:xfrm>
            <a:off x="8661861" y="366999"/>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18" name="Textplatzhalter 3"/>
          <p:cNvSpPr>
            <a:spLocks noGrp="1"/>
          </p:cNvSpPr>
          <p:nvPr>
            <p:ph type="body" sz="quarter" idx="70" hasCustomPrompt="1"/>
          </p:nvPr>
        </p:nvSpPr>
        <p:spPr bwMode="gray">
          <a:xfrm>
            <a:off x="8661861" y="6043658"/>
            <a:ext cx="3139584" cy="380470"/>
          </a:xfrm>
          <a:solidFill>
            <a:schemeClr val="tx1"/>
          </a:solidFill>
        </p:spPr>
        <p:txBody>
          <a:bodyPr wrap="none" lIns="107985" tIns="35995" rIns="107985" bIns="35995" anchor="ctr" anchorCtr="0">
            <a:spAutoFit/>
          </a:bodyPr>
          <a:lstStyle>
            <a:lvl1pPr marL="0" indent="0" algn="l">
              <a:lnSpc>
                <a:spcPct val="100000"/>
              </a:lnSpc>
              <a:spcAft>
                <a:spcPts val="0"/>
              </a:spcAft>
              <a:buFont typeface="Arial" panose="020B0604020202020204" pitchFamily="34" charset="0"/>
              <a:buNone/>
              <a:defRPr sz="2000" b="0" i="0">
                <a:solidFill>
                  <a:schemeClr val="bg1"/>
                </a:solidFill>
              </a:defRPr>
            </a:lvl1pPr>
            <a:lvl2pPr marL="0" indent="0" algn="l">
              <a:lnSpc>
                <a:spcPct val="100000"/>
              </a:lnSpc>
              <a:spcAft>
                <a:spcPts val="0"/>
              </a:spcAft>
              <a:buNone/>
              <a:defRPr sz="2000" b="0" i="0">
                <a:solidFill>
                  <a:schemeClr val="bg1"/>
                </a:solidFill>
              </a:defRPr>
            </a:lvl2pPr>
            <a:lvl3pPr marL="0" indent="0" algn="l">
              <a:lnSpc>
                <a:spcPct val="100000"/>
              </a:lnSpc>
              <a:spcAft>
                <a:spcPts val="0"/>
              </a:spcAft>
              <a:buNone/>
              <a:defRPr sz="2000" b="0" i="0">
                <a:solidFill>
                  <a:schemeClr val="bg1"/>
                </a:solidFill>
              </a:defRPr>
            </a:lvl3pPr>
            <a:lvl4pPr marL="0" indent="0" algn="l">
              <a:lnSpc>
                <a:spcPct val="100000"/>
              </a:lnSpc>
              <a:spcAft>
                <a:spcPts val="0"/>
              </a:spcAft>
              <a:buNone/>
              <a:defRPr sz="2000" b="0" i="0">
                <a:solidFill>
                  <a:schemeClr val="bg1"/>
                </a:solidFill>
              </a:defRPr>
            </a:lvl4pPr>
            <a:lvl5pPr marL="0" indent="0" algn="l">
              <a:lnSpc>
                <a:spcPct val="100000"/>
              </a:lnSpc>
              <a:spcAft>
                <a:spcPts val="0"/>
              </a:spcAft>
              <a:buNone/>
              <a:defRPr sz="2000" b="0" i="0">
                <a:solidFill>
                  <a:schemeClr val="bg1"/>
                </a:solidFill>
              </a:defRPr>
            </a:lvl5pPr>
            <a:lvl6pPr marL="0" indent="0" algn="l">
              <a:lnSpc>
                <a:spcPct val="100000"/>
              </a:lnSpc>
              <a:spcAft>
                <a:spcPts val="0"/>
              </a:spcAft>
              <a:buNone/>
              <a:defRPr sz="2000" b="0" i="0">
                <a:solidFill>
                  <a:schemeClr val="bg1"/>
                </a:solidFill>
              </a:defRPr>
            </a:lvl6pPr>
            <a:lvl7pPr marL="0" indent="0" algn="l">
              <a:lnSpc>
                <a:spcPct val="100000"/>
              </a:lnSpc>
              <a:spcAft>
                <a:spcPts val="0"/>
              </a:spcAft>
              <a:buNone/>
              <a:defRPr sz="2000" b="0" i="0">
                <a:solidFill>
                  <a:schemeClr val="bg1"/>
                </a:solidFill>
              </a:defRPr>
            </a:lvl7pPr>
            <a:lvl8pPr marL="0" indent="0" algn="l">
              <a:lnSpc>
                <a:spcPct val="100000"/>
              </a:lnSpc>
              <a:spcAft>
                <a:spcPts val="0"/>
              </a:spcAft>
              <a:buNone/>
              <a:defRPr sz="2000" b="0" i="0">
                <a:solidFill>
                  <a:schemeClr val="bg1"/>
                </a:solidFill>
              </a:defRPr>
            </a:lvl8pPr>
            <a:lvl9pPr marL="0" indent="0" algn="l">
              <a:lnSpc>
                <a:spcPct val="100000"/>
              </a:lnSpc>
              <a:spcAft>
                <a:spcPts val="0"/>
              </a:spcAft>
              <a:buNone/>
              <a:defRPr sz="2000" b="0" i="0">
                <a:solidFill>
                  <a:schemeClr val="bg1"/>
                </a:solidFill>
              </a:defRPr>
            </a:lvl9pPr>
          </a:lstStyle>
          <a:p>
            <a:pPr lvl="0"/>
            <a:r>
              <a:rPr lang="de-DE" noProof="0"/>
              <a:t>Highlight in CorpoS in 20 pt.</a:t>
            </a:r>
          </a:p>
        </p:txBody>
      </p:sp>
      <p:sp>
        <p:nvSpPr>
          <p:cNvPr id="18"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19"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20" name="Textplatzhalter 3"/>
          <p:cNvSpPr>
            <a:spLocks noGrp="1"/>
          </p:cNvSpPr>
          <p:nvPr>
            <p:ph type="body" sz="quarter" idx="7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16253904"/>
      </p:ext>
    </p:extLst>
  </p:cSld>
  <p:clrMapOvr>
    <a:masterClrMapping/>
  </p:clrMapOvr>
  <p:extLst>
    <p:ext uri="{DCECCB84-F9BA-43D5-87BE-67443E8EF086}">
      <p15:sldGuideLst xmlns:p15="http://schemas.microsoft.com/office/powerpoint/2012/main">
        <p15:guide id="1" pos="7433">
          <p15:clr>
            <a:srgbClr val="A4A3A4"/>
          </p15:clr>
        </p15:guide>
        <p15:guide id="2" orient="horz" pos="232">
          <p15:clr>
            <a:srgbClr val="A4A3A4"/>
          </p15:clr>
        </p15:guide>
        <p15:guide id="3" pos="251">
          <p15:clr>
            <a:srgbClr val="A4A3A4"/>
          </p15:clr>
        </p15:guide>
        <p15:guide id="5" orient="horz" pos="4047">
          <p15:clr>
            <a:srgbClr val="A4A3A4"/>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Headline // Text/MultiPictures">
    <p:spTree>
      <p:nvGrpSpPr>
        <p:cNvPr id="1" name=""/>
        <p:cNvGrpSpPr/>
        <p:nvPr/>
      </p:nvGrpSpPr>
      <p:grpSpPr>
        <a:xfrm>
          <a:off x="0" y="0"/>
          <a:ext cx="0" cy="0"/>
          <a:chOff x="0" y="0"/>
          <a:chExt cx="0" cy="0"/>
        </a:xfrm>
      </p:grpSpPr>
      <p:grpSp>
        <p:nvGrpSpPr>
          <p:cNvPr id="6" name="Raster" hidden="1"/>
          <p:cNvGrpSpPr/>
          <p:nvPr userDrawn="1"/>
        </p:nvGrpSpPr>
        <p:grpSpPr>
          <a:xfrm>
            <a:off x="-853" y="1"/>
            <a:ext cx="12192855" cy="6858000"/>
            <a:chOff x="-855" y="0"/>
            <a:chExt cx="12199205" cy="6858000"/>
          </a:xfrm>
        </p:grpSpPr>
        <p:sp>
          <p:nvSpPr>
            <p:cNvPr id="24" name="Komplett"/>
            <p:cNvSpPr/>
            <p:nvPr userDrawn="1"/>
          </p:nvSpPr>
          <p:spPr>
            <a:xfrm>
              <a:off x="0" y="822"/>
              <a:ext cx="12198350" cy="6857177"/>
            </a:xfrm>
            <a:prstGeom prst="rect">
              <a:avLst/>
            </a:prstGeom>
            <a:solidFill>
              <a:schemeClr val="accent1"/>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nvGrpSpPr>
            <p:cNvPr id="2" name="Abstand Horizontal"/>
            <p:cNvGrpSpPr/>
            <p:nvPr userDrawn="1"/>
          </p:nvGrpSpPr>
          <p:grpSpPr>
            <a:xfrm>
              <a:off x="2995458" y="0"/>
              <a:ext cx="6207434" cy="6858000"/>
              <a:chOff x="2995458" y="0"/>
              <a:chExt cx="6207434" cy="6858000"/>
            </a:xfrm>
          </p:grpSpPr>
          <p:sp>
            <p:nvSpPr>
              <p:cNvPr id="28" name="Abstand Links"/>
              <p:cNvSpPr/>
              <p:nvPr userDrawn="1"/>
            </p:nvSpPr>
            <p:spPr>
              <a:xfrm>
                <a:off x="2995458" y="0"/>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9" name="Abstand Mitte"/>
              <p:cNvSpPr/>
              <p:nvPr userDrawn="1"/>
            </p:nvSpPr>
            <p:spPr>
              <a:xfrm>
                <a:off x="6063175" y="823"/>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4" name="Abstand Rechts"/>
              <p:cNvSpPr/>
              <p:nvPr userDrawn="1"/>
            </p:nvSpPr>
            <p:spPr>
              <a:xfrm>
                <a:off x="9130892" y="0"/>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3" name="Abstand Vertikal"/>
            <p:cNvGrpSpPr/>
            <p:nvPr userDrawn="1"/>
          </p:nvGrpSpPr>
          <p:grpSpPr>
            <a:xfrm>
              <a:off x="0" y="1083600"/>
              <a:ext cx="12198350" cy="4690800"/>
              <a:chOff x="0" y="1083600"/>
              <a:chExt cx="12198350" cy="4690800"/>
            </a:xfrm>
          </p:grpSpPr>
          <p:sp>
            <p:nvSpPr>
              <p:cNvPr id="45" name="Abstand Oben"/>
              <p:cNvSpPr/>
              <p:nvPr userDrawn="1"/>
            </p:nvSpPr>
            <p:spPr>
              <a:xfrm>
                <a:off x="855" y="22383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6" name="Abstand Unten"/>
              <p:cNvSpPr/>
              <p:nvPr userDrawn="1"/>
            </p:nvSpPr>
            <p:spPr>
              <a:xfrm>
                <a:off x="0" y="45477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7" name="Abstand Oben // Mitte"/>
              <p:cNvSpPr/>
              <p:nvPr userDrawn="1"/>
            </p:nvSpPr>
            <p:spPr>
              <a:xfrm>
                <a:off x="0" y="10836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1" name="Abstand Unten // Mitte"/>
              <p:cNvSpPr/>
              <p:nvPr userDrawn="1"/>
            </p:nvSpPr>
            <p:spPr>
              <a:xfrm>
                <a:off x="0" y="57024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 name="Horizontal" hidden="1"/>
            <p:cNvGrpSpPr/>
            <p:nvPr userDrawn="1"/>
          </p:nvGrpSpPr>
          <p:grpSpPr>
            <a:xfrm>
              <a:off x="0" y="0"/>
              <a:ext cx="12198350" cy="6858000"/>
              <a:chOff x="0" y="0"/>
              <a:chExt cx="12198350" cy="6858000"/>
            </a:xfrm>
          </p:grpSpPr>
          <p:sp>
            <p:nvSpPr>
              <p:cNvPr id="25" name="Links"/>
              <p:cNvSpPr/>
              <p:nvPr userDrawn="1"/>
            </p:nvSpPr>
            <p:spPr>
              <a:xfrm>
                <a:off x="0" y="823"/>
                <a:ext cx="6062400" cy="6857177"/>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27" name="Rechts"/>
              <p:cNvSpPr/>
              <p:nvPr userDrawn="1"/>
            </p:nvSpPr>
            <p:spPr>
              <a:xfrm>
                <a:off x="6135950" y="823"/>
                <a:ext cx="6062400" cy="6857177"/>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0" name="Links // Links"/>
              <p:cNvSpPr/>
              <p:nvPr userDrawn="1"/>
            </p:nvSpPr>
            <p:spPr>
              <a:xfrm>
                <a:off x="0" y="0"/>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1" name="Links // Rechts"/>
              <p:cNvSpPr/>
              <p:nvPr userDrawn="1"/>
            </p:nvSpPr>
            <p:spPr>
              <a:xfrm>
                <a:off x="3067717" y="0"/>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2" name="Rechts // Links"/>
              <p:cNvSpPr/>
              <p:nvPr userDrawn="1"/>
            </p:nvSpPr>
            <p:spPr>
              <a:xfrm>
                <a:off x="6135434" y="823"/>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33" name="Rechts // Rechts"/>
              <p:cNvSpPr/>
              <p:nvPr userDrawn="1"/>
            </p:nvSpPr>
            <p:spPr>
              <a:xfrm>
                <a:off x="9203150" y="823"/>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4" name="Vertikal" hidden="1"/>
            <p:cNvGrpSpPr/>
            <p:nvPr userDrawn="1"/>
          </p:nvGrpSpPr>
          <p:grpSpPr>
            <a:xfrm>
              <a:off x="-855" y="0"/>
              <a:ext cx="12199205" cy="6858000"/>
              <a:chOff x="-855" y="0"/>
              <a:chExt cx="12199205" cy="6858000"/>
            </a:xfrm>
          </p:grpSpPr>
          <p:sp>
            <p:nvSpPr>
              <p:cNvPr id="42" name="Oben"/>
              <p:cNvSpPr/>
              <p:nvPr userDrawn="1"/>
            </p:nvSpPr>
            <p:spPr>
              <a:xfrm>
                <a:off x="0" y="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3" name="Mitte"/>
              <p:cNvSpPr/>
              <p:nvPr userDrawn="1"/>
            </p:nvSpPr>
            <p:spPr>
              <a:xfrm>
                <a:off x="0" y="230940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44" name="Unten"/>
              <p:cNvSpPr/>
              <p:nvPr userDrawn="1"/>
            </p:nvSpPr>
            <p:spPr>
              <a:xfrm>
                <a:off x="0" y="461880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7" name="Oben // Oben"/>
              <p:cNvSpPr/>
              <p:nvPr userDrawn="1"/>
            </p:nvSpPr>
            <p:spPr>
              <a:xfrm>
                <a:off x="0" y="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8" name="Oben // Unten"/>
              <p:cNvSpPr/>
              <p:nvPr userDrawn="1"/>
            </p:nvSpPr>
            <p:spPr>
              <a:xfrm>
                <a:off x="0" y="11556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59" name="Unten // Oben"/>
              <p:cNvSpPr/>
              <p:nvPr userDrawn="1"/>
            </p:nvSpPr>
            <p:spPr>
              <a:xfrm>
                <a:off x="-855" y="46188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0" name="Unten // Unten"/>
              <p:cNvSpPr/>
              <p:nvPr userDrawn="1"/>
            </p:nvSpPr>
            <p:spPr>
              <a:xfrm>
                <a:off x="0" y="57744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sp>
        <p:nvSpPr>
          <p:cNvPr id="105" name="Bildplatzhalter 8"/>
          <p:cNvSpPr>
            <a:spLocks noGrp="1"/>
          </p:cNvSpPr>
          <p:nvPr>
            <p:ph type="pic" sz="quarter" idx="11" hasCustomPrompt="1"/>
          </p:nvPr>
        </p:nvSpPr>
        <p:spPr bwMode="gray">
          <a:xfrm>
            <a:off x="0" y="4619700"/>
            <a:ext cx="6062917" cy="2239123"/>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r>
              <a:rPr lang="de-DE" noProof="0"/>
              <a:t>Bild einfügen</a:t>
            </a:r>
          </a:p>
        </p:txBody>
      </p:sp>
      <p:sp>
        <p:nvSpPr>
          <p:cNvPr id="106" name="Bildplatzhalter 8"/>
          <p:cNvSpPr>
            <a:spLocks noGrp="1"/>
          </p:cNvSpPr>
          <p:nvPr>
            <p:ph type="pic" sz="quarter" idx="12" hasCustomPrompt="1"/>
          </p:nvPr>
        </p:nvSpPr>
        <p:spPr bwMode="gray">
          <a:xfrm>
            <a:off x="9203151" y="-824"/>
            <a:ext cx="2995201" cy="6858824"/>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07" name="Bildplatzhalter 8"/>
          <p:cNvSpPr>
            <a:spLocks noGrp="1"/>
          </p:cNvSpPr>
          <p:nvPr>
            <p:ph type="pic" sz="quarter" idx="13" hasCustomPrompt="1"/>
          </p:nvPr>
        </p:nvSpPr>
        <p:spPr bwMode="gray">
          <a:xfrm>
            <a:off x="6135175" y="0"/>
            <a:ext cx="2995717" cy="1083600"/>
          </a:xfrm>
          <a:solidFill>
            <a:srgbClr val="9F0002"/>
          </a:solidFill>
        </p:spPr>
        <p:txBody>
          <a:bodyPr/>
          <a:lstStyle>
            <a:lvl1pPr algn="ctr">
              <a:lnSpc>
                <a:spcPct val="100000"/>
              </a:lnSpc>
              <a:spcAft>
                <a:spcPts val="0"/>
              </a:spcAft>
              <a:defRPr/>
            </a:lvl1pPr>
          </a:lstStyle>
          <a:p>
            <a:br>
              <a:rPr lang="de-DE" noProof="0"/>
            </a:br>
            <a:br>
              <a:rPr lang="de-DE" noProof="0"/>
            </a:br>
            <a:r>
              <a:rPr lang="de-DE" noProof="0"/>
              <a:t>Bild einfügen</a:t>
            </a:r>
          </a:p>
        </p:txBody>
      </p:sp>
      <p:sp>
        <p:nvSpPr>
          <p:cNvPr id="108" name="Bildplatzhalter 8"/>
          <p:cNvSpPr>
            <a:spLocks noGrp="1"/>
          </p:cNvSpPr>
          <p:nvPr>
            <p:ph type="pic" sz="quarter" idx="14" hasCustomPrompt="1"/>
          </p:nvPr>
        </p:nvSpPr>
        <p:spPr bwMode="gray">
          <a:xfrm>
            <a:off x="6135175" y="1155600"/>
            <a:ext cx="2995717" cy="33921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r>
              <a:rPr lang="de-DE" noProof="0"/>
              <a:t>Bild einfügen</a:t>
            </a:r>
          </a:p>
        </p:txBody>
      </p:sp>
      <p:sp>
        <p:nvSpPr>
          <p:cNvPr id="109" name="Bildplatzhalter 8"/>
          <p:cNvSpPr>
            <a:spLocks noGrp="1"/>
          </p:cNvSpPr>
          <p:nvPr>
            <p:ph type="pic" sz="quarter" idx="15" hasCustomPrompt="1"/>
          </p:nvPr>
        </p:nvSpPr>
        <p:spPr bwMode="gray">
          <a:xfrm>
            <a:off x="6135175" y="4619700"/>
            <a:ext cx="2995459" cy="22383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r>
              <a:rPr lang="de-DE" noProof="0"/>
              <a:t>Bild einfügen</a:t>
            </a:r>
          </a:p>
        </p:txBody>
      </p:sp>
      <p:sp>
        <p:nvSpPr>
          <p:cNvPr id="110" name="Titel 6"/>
          <p:cNvSpPr>
            <a:spLocks noGrp="1"/>
          </p:cNvSpPr>
          <p:nvPr>
            <p:ph type="title" hasCustomPrompt="1"/>
          </p:nvPr>
        </p:nvSpPr>
        <p:spPr>
          <a:xfrm>
            <a:off x="395290" y="368300"/>
            <a:ext cx="5508000" cy="1008360"/>
          </a:xfrm>
        </p:spPr>
        <p:txBody>
          <a:bodyPr/>
          <a:lstStyle/>
          <a:p>
            <a:r>
              <a:rPr lang="de-DE" noProof="0"/>
              <a:t>Headline zweizeilig in CorpoA (Überschriften) 30 pt. </a:t>
            </a:r>
          </a:p>
        </p:txBody>
      </p:sp>
      <p:sp>
        <p:nvSpPr>
          <p:cNvPr id="111" name="Textplatzhalter 13"/>
          <p:cNvSpPr>
            <a:spLocks noGrp="1"/>
          </p:cNvSpPr>
          <p:nvPr>
            <p:ph type="body" sz="quarter" idx="20" hasCustomPrompt="1"/>
          </p:nvPr>
        </p:nvSpPr>
        <p:spPr>
          <a:xfrm>
            <a:off x="395289" y="1512000"/>
            <a:ext cx="5508000" cy="2949301"/>
          </a:xfrm>
        </p:spPr>
        <p:txBody>
          <a:bodyPr/>
          <a:lstStyle/>
          <a:p>
            <a:pPr lvl="0"/>
            <a:r>
              <a:rPr lang="de-DE" noProof="0"/>
              <a:t>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p:txBody>
      </p:sp>
      <p:sp>
        <p:nvSpPr>
          <p:cNvPr id="112" name="Textplatzhalter 7"/>
          <p:cNvSpPr>
            <a:spLocks noGrp="1"/>
          </p:cNvSpPr>
          <p:nvPr>
            <p:ph type="body" sz="quarter" idx="21" hasCustomPrompt="1"/>
          </p:nvPr>
        </p:nvSpPr>
        <p:spPr>
          <a:xfrm>
            <a:off x="395287" y="151202"/>
            <a:ext cx="5508000" cy="220274"/>
          </a:xfrm>
        </p:spPr>
        <p:txBody>
          <a:bodyPr/>
          <a:lstStyle>
            <a:lvl1pPr marL="0" indent="0">
              <a:lnSpc>
                <a:spcPct val="100000"/>
              </a:lnSpc>
              <a:spcAft>
                <a:spcPts val="0"/>
              </a:spcAft>
              <a:buFont typeface="Arial" panose="020B0604020202020204" pitchFamily="34" charset="0"/>
              <a:buNone/>
              <a:defRPr sz="1200"/>
            </a:lvl1pPr>
            <a:lvl2pPr marL="0" indent="0">
              <a:lnSpc>
                <a:spcPct val="100000"/>
              </a:lnSpc>
              <a:spcAft>
                <a:spcPts val="0"/>
              </a:spcAft>
              <a:buNone/>
              <a:defRPr sz="1200"/>
            </a:lvl2pPr>
            <a:lvl3pPr marL="0" indent="0">
              <a:lnSpc>
                <a:spcPct val="100000"/>
              </a:lnSpc>
              <a:spcAft>
                <a:spcPts val="0"/>
              </a:spcAft>
              <a:buNone/>
              <a:defRPr sz="1200"/>
            </a:lvl3pPr>
            <a:lvl4pPr marL="0" indent="0">
              <a:lnSpc>
                <a:spcPct val="100000"/>
              </a:lnSpc>
              <a:spcAft>
                <a:spcPts val="0"/>
              </a:spcAft>
              <a:buNone/>
              <a:defRPr sz="1200"/>
            </a:lvl4pPr>
            <a:lvl5pPr marL="0" indent="0">
              <a:lnSpc>
                <a:spcPct val="100000"/>
              </a:lnSpc>
              <a:spcAft>
                <a:spcPts val="0"/>
              </a:spcAft>
              <a:buNone/>
              <a:defRPr sz="1200"/>
            </a:lvl5pPr>
            <a:lvl6pPr marL="0" indent="0">
              <a:lnSpc>
                <a:spcPct val="100000"/>
              </a:lnSpc>
              <a:spcAft>
                <a:spcPts val="0"/>
              </a:spcAft>
              <a:buNone/>
              <a:defRPr sz="1200"/>
            </a:lvl6pPr>
            <a:lvl7pPr marL="0" indent="0">
              <a:lnSpc>
                <a:spcPct val="100000"/>
              </a:lnSpc>
              <a:spcAft>
                <a:spcPts val="0"/>
              </a:spcAft>
              <a:buNone/>
              <a:defRPr sz="1200"/>
            </a:lvl7pPr>
            <a:lvl8pPr marL="0" indent="0">
              <a:lnSpc>
                <a:spcPct val="100000"/>
              </a:lnSpc>
              <a:spcAft>
                <a:spcPts val="0"/>
              </a:spcAft>
              <a:buNone/>
              <a:defRPr sz="1200"/>
            </a:lvl8pPr>
            <a:lvl9pPr marL="0" indent="0">
              <a:lnSpc>
                <a:spcPct val="100000"/>
              </a:lnSpc>
              <a:spcAft>
                <a:spcPts val="0"/>
              </a:spcAft>
              <a:buNone/>
              <a:defRPr sz="1200"/>
            </a:lvl9pPr>
          </a:lstStyle>
          <a:p>
            <a:pPr lvl="0"/>
            <a:r>
              <a:rPr lang="de-DE" noProof="0"/>
              <a:t>Optionale Kapitelüberschrift</a:t>
            </a:r>
          </a:p>
        </p:txBody>
      </p:sp>
      <p:sp>
        <p:nvSpPr>
          <p:cNvPr id="39"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40"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41"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950139643"/>
      </p:ext>
    </p:extLst>
  </p:cSld>
  <p:clrMapOvr>
    <a:masterClrMapping/>
  </p:clrMapOvr>
  <p:extLst>
    <p:ext uri="{DCECCB84-F9BA-43D5-87BE-67443E8EF086}">
      <p15:sldGuideLst xmlns:p15="http://schemas.microsoft.com/office/powerpoint/2012/main">
        <p15:guide id="1" pos="7433">
          <p15:clr>
            <a:srgbClr val="A4A3A4"/>
          </p15:clr>
        </p15:guide>
        <p15:guide id="2" orient="horz" pos="232">
          <p15:clr>
            <a:srgbClr val="A4A3A4"/>
          </p15:clr>
        </p15:guide>
        <p15:guide id="3" pos="251">
          <p15:clr>
            <a:srgbClr val="A4A3A4"/>
          </p15:clr>
        </p15:guide>
        <p15:guide id="4" orient="horz" pos="951">
          <p15:clr>
            <a:srgbClr val="A4A3A4"/>
          </p15:clr>
        </p15:guide>
        <p15:guide id="5" orient="horz" pos="4047">
          <p15:clr>
            <a:srgbClr val="A4A3A4"/>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MultiPictures // 3">
    <p:spTree>
      <p:nvGrpSpPr>
        <p:cNvPr id="1" name=""/>
        <p:cNvGrpSpPr/>
        <p:nvPr/>
      </p:nvGrpSpPr>
      <p:grpSpPr>
        <a:xfrm>
          <a:off x="0" y="0"/>
          <a:ext cx="0" cy="0"/>
          <a:chOff x="0" y="0"/>
          <a:chExt cx="0" cy="0"/>
        </a:xfrm>
      </p:grpSpPr>
      <p:grpSp>
        <p:nvGrpSpPr>
          <p:cNvPr id="50" name="Raster" hidden="1"/>
          <p:cNvGrpSpPr/>
          <p:nvPr userDrawn="1"/>
        </p:nvGrpSpPr>
        <p:grpSpPr>
          <a:xfrm>
            <a:off x="-853" y="1"/>
            <a:ext cx="12192855" cy="6858000"/>
            <a:chOff x="-855" y="0"/>
            <a:chExt cx="12199205" cy="6858000"/>
          </a:xfrm>
        </p:grpSpPr>
        <p:sp>
          <p:nvSpPr>
            <p:cNvPr id="51" name="Komplett"/>
            <p:cNvSpPr/>
            <p:nvPr userDrawn="1"/>
          </p:nvSpPr>
          <p:spPr>
            <a:xfrm>
              <a:off x="0" y="822"/>
              <a:ext cx="12198350" cy="6857177"/>
            </a:xfrm>
            <a:prstGeom prst="rect">
              <a:avLst/>
            </a:prstGeom>
            <a:solidFill>
              <a:schemeClr val="accent1"/>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nvGrpSpPr>
            <p:cNvPr id="52" name="Abstand Horizontal" hidden="1"/>
            <p:cNvGrpSpPr/>
            <p:nvPr userDrawn="1"/>
          </p:nvGrpSpPr>
          <p:grpSpPr>
            <a:xfrm>
              <a:off x="2995458" y="0"/>
              <a:ext cx="6207434" cy="6858000"/>
              <a:chOff x="2995458" y="0"/>
              <a:chExt cx="6207434" cy="6858000"/>
            </a:xfrm>
          </p:grpSpPr>
          <p:sp>
            <p:nvSpPr>
              <p:cNvPr id="105" name="Abstand Links"/>
              <p:cNvSpPr/>
              <p:nvPr userDrawn="1"/>
            </p:nvSpPr>
            <p:spPr>
              <a:xfrm>
                <a:off x="2995458" y="0"/>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6" name="Abstand Mitte"/>
              <p:cNvSpPr/>
              <p:nvPr userDrawn="1"/>
            </p:nvSpPr>
            <p:spPr>
              <a:xfrm>
                <a:off x="6063175" y="823"/>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7" name="Abstand Rechts"/>
              <p:cNvSpPr/>
              <p:nvPr userDrawn="1"/>
            </p:nvSpPr>
            <p:spPr>
              <a:xfrm>
                <a:off x="9130892" y="823"/>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3" name="Abstand Vertikal" hidden="1"/>
            <p:cNvGrpSpPr/>
            <p:nvPr userDrawn="1"/>
          </p:nvGrpSpPr>
          <p:grpSpPr>
            <a:xfrm>
              <a:off x="0" y="1083600"/>
              <a:ext cx="12198350" cy="4690800"/>
              <a:chOff x="0" y="1083600"/>
              <a:chExt cx="12198350" cy="4690800"/>
            </a:xfrm>
          </p:grpSpPr>
          <p:sp>
            <p:nvSpPr>
              <p:cNvPr id="101" name="Abstand Oben"/>
              <p:cNvSpPr/>
              <p:nvPr userDrawn="1"/>
            </p:nvSpPr>
            <p:spPr>
              <a:xfrm>
                <a:off x="855" y="22383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2" name="Abstand Unten"/>
              <p:cNvSpPr/>
              <p:nvPr userDrawn="1"/>
            </p:nvSpPr>
            <p:spPr>
              <a:xfrm>
                <a:off x="0" y="45477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3" name="Abstand Oben // Mitte"/>
              <p:cNvSpPr/>
              <p:nvPr userDrawn="1"/>
            </p:nvSpPr>
            <p:spPr>
              <a:xfrm>
                <a:off x="0" y="10836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4" name="Abstand Unten // Mitte"/>
              <p:cNvSpPr/>
              <p:nvPr userDrawn="1"/>
            </p:nvSpPr>
            <p:spPr>
              <a:xfrm>
                <a:off x="0" y="57024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4" name="Horizontal" hidden="1"/>
            <p:cNvGrpSpPr/>
            <p:nvPr userDrawn="1"/>
          </p:nvGrpSpPr>
          <p:grpSpPr>
            <a:xfrm>
              <a:off x="0" y="0"/>
              <a:ext cx="12198350" cy="6858000"/>
              <a:chOff x="0" y="0"/>
              <a:chExt cx="12198350" cy="6858000"/>
            </a:xfrm>
          </p:grpSpPr>
          <p:sp>
            <p:nvSpPr>
              <p:cNvPr id="95" name="Links"/>
              <p:cNvSpPr/>
              <p:nvPr userDrawn="1"/>
            </p:nvSpPr>
            <p:spPr>
              <a:xfrm>
                <a:off x="0" y="823"/>
                <a:ext cx="6062400" cy="6857177"/>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6" name="Rechts"/>
              <p:cNvSpPr/>
              <p:nvPr userDrawn="1"/>
            </p:nvSpPr>
            <p:spPr>
              <a:xfrm>
                <a:off x="6135950" y="823"/>
                <a:ext cx="6062400" cy="6857177"/>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7" name="Links // Links"/>
              <p:cNvSpPr/>
              <p:nvPr userDrawn="1"/>
            </p:nvSpPr>
            <p:spPr>
              <a:xfrm>
                <a:off x="0" y="0"/>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8" name="Links // Rechts"/>
              <p:cNvSpPr/>
              <p:nvPr userDrawn="1"/>
            </p:nvSpPr>
            <p:spPr>
              <a:xfrm>
                <a:off x="3067717" y="0"/>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9" name="Rechts // Links"/>
              <p:cNvSpPr/>
              <p:nvPr userDrawn="1"/>
            </p:nvSpPr>
            <p:spPr>
              <a:xfrm>
                <a:off x="6135434" y="823"/>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0" name="Rechts // Rechts"/>
              <p:cNvSpPr/>
              <p:nvPr userDrawn="1"/>
            </p:nvSpPr>
            <p:spPr>
              <a:xfrm>
                <a:off x="9203150" y="823"/>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5" name="Vertikal" hidden="1"/>
            <p:cNvGrpSpPr/>
            <p:nvPr userDrawn="1"/>
          </p:nvGrpSpPr>
          <p:grpSpPr>
            <a:xfrm>
              <a:off x="-855" y="0"/>
              <a:ext cx="12199205" cy="6858000"/>
              <a:chOff x="-855" y="0"/>
              <a:chExt cx="12199205" cy="6858000"/>
            </a:xfrm>
          </p:grpSpPr>
          <p:sp>
            <p:nvSpPr>
              <p:cNvPr id="56" name="Oben"/>
              <p:cNvSpPr/>
              <p:nvPr userDrawn="1"/>
            </p:nvSpPr>
            <p:spPr>
              <a:xfrm>
                <a:off x="0" y="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2" name="Mitte"/>
              <p:cNvSpPr/>
              <p:nvPr userDrawn="1"/>
            </p:nvSpPr>
            <p:spPr>
              <a:xfrm>
                <a:off x="0" y="230940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4" name="Unten"/>
              <p:cNvSpPr/>
              <p:nvPr userDrawn="1"/>
            </p:nvSpPr>
            <p:spPr>
              <a:xfrm>
                <a:off x="0" y="461880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6" name="Oben // Oben"/>
              <p:cNvSpPr/>
              <p:nvPr userDrawn="1"/>
            </p:nvSpPr>
            <p:spPr>
              <a:xfrm>
                <a:off x="0" y="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2" name="Oben // Unten"/>
              <p:cNvSpPr/>
              <p:nvPr userDrawn="1"/>
            </p:nvSpPr>
            <p:spPr>
              <a:xfrm>
                <a:off x="0" y="11556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3" name="Unten // Oben"/>
              <p:cNvSpPr/>
              <p:nvPr userDrawn="1"/>
            </p:nvSpPr>
            <p:spPr>
              <a:xfrm>
                <a:off x="-855" y="46188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4" name="Unten // Unten"/>
              <p:cNvSpPr/>
              <p:nvPr userDrawn="1"/>
            </p:nvSpPr>
            <p:spPr>
              <a:xfrm>
                <a:off x="0" y="57744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sp>
        <p:nvSpPr>
          <p:cNvPr id="119" name="Bildplatzhalter 8"/>
          <p:cNvSpPr>
            <a:spLocks noGrp="1"/>
          </p:cNvSpPr>
          <p:nvPr>
            <p:ph type="pic" sz="quarter" idx="10" hasCustomPrompt="1"/>
          </p:nvPr>
        </p:nvSpPr>
        <p:spPr bwMode="gray">
          <a:xfrm>
            <a:off x="0" y="2310301"/>
            <a:ext cx="6062400" cy="45477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20" name="Bildplatzhalter 8"/>
          <p:cNvSpPr>
            <a:spLocks noGrp="1"/>
          </p:cNvSpPr>
          <p:nvPr>
            <p:ph type="pic" sz="quarter" idx="11" hasCustomPrompt="1"/>
          </p:nvPr>
        </p:nvSpPr>
        <p:spPr bwMode="gray">
          <a:xfrm>
            <a:off x="0" y="0"/>
            <a:ext cx="6062400" cy="22383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r>
              <a:rPr lang="de-DE" noProof="0"/>
              <a:t>Bild einfügen</a:t>
            </a:r>
          </a:p>
        </p:txBody>
      </p:sp>
      <p:sp>
        <p:nvSpPr>
          <p:cNvPr id="121" name="Bildplatzhalter 8"/>
          <p:cNvSpPr>
            <a:spLocks noGrp="1"/>
          </p:cNvSpPr>
          <p:nvPr>
            <p:ph type="pic" sz="quarter" idx="12" hasCustomPrompt="1"/>
          </p:nvPr>
        </p:nvSpPr>
        <p:spPr bwMode="gray">
          <a:xfrm>
            <a:off x="9203151" y="0"/>
            <a:ext cx="2995201" cy="6858001"/>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22" name="Bildplatzhalter 8"/>
          <p:cNvSpPr>
            <a:spLocks noGrp="1"/>
          </p:cNvSpPr>
          <p:nvPr>
            <p:ph type="pic" sz="quarter" idx="13" hasCustomPrompt="1"/>
          </p:nvPr>
        </p:nvSpPr>
        <p:spPr bwMode="gray">
          <a:xfrm>
            <a:off x="6135175" y="5774400"/>
            <a:ext cx="2995717" cy="1083600"/>
          </a:xfrm>
          <a:solidFill>
            <a:srgbClr val="9F0002"/>
          </a:solidFill>
        </p:spPr>
        <p:txBody>
          <a:bodyPr/>
          <a:lstStyle>
            <a:lvl1pPr algn="ctr">
              <a:lnSpc>
                <a:spcPct val="100000"/>
              </a:lnSpc>
              <a:spcAft>
                <a:spcPts val="0"/>
              </a:spcAft>
              <a:defRPr/>
            </a:lvl1pPr>
          </a:lstStyle>
          <a:p>
            <a:br>
              <a:rPr lang="de-DE" noProof="0"/>
            </a:br>
            <a:br>
              <a:rPr lang="de-DE" noProof="0"/>
            </a:br>
            <a:r>
              <a:rPr lang="de-DE" noProof="0"/>
              <a:t>Bild einfügen</a:t>
            </a:r>
          </a:p>
        </p:txBody>
      </p:sp>
      <p:sp>
        <p:nvSpPr>
          <p:cNvPr id="123" name="Bildplatzhalter 8"/>
          <p:cNvSpPr>
            <a:spLocks noGrp="1"/>
          </p:cNvSpPr>
          <p:nvPr>
            <p:ph type="pic" sz="quarter" idx="14" hasCustomPrompt="1"/>
          </p:nvPr>
        </p:nvSpPr>
        <p:spPr bwMode="gray">
          <a:xfrm>
            <a:off x="6135175" y="2309400"/>
            <a:ext cx="2995717" cy="33930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r>
              <a:rPr lang="de-DE" noProof="0"/>
              <a:t>Bild einfügen</a:t>
            </a:r>
          </a:p>
        </p:txBody>
      </p:sp>
      <p:sp>
        <p:nvSpPr>
          <p:cNvPr id="124" name="Bildplatzhalter 8"/>
          <p:cNvSpPr>
            <a:spLocks noGrp="1"/>
          </p:cNvSpPr>
          <p:nvPr>
            <p:ph type="pic" sz="quarter" idx="15" hasCustomPrompt="1"/>
          </p:nvPr>
        </p:nvSpPr>
        <p:spPr bwMode="gray">
          <a:xfrm>
            <a:off x="6135175" y="0"/>
            <a:ext cx="2995717" cy="22383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r>
              <a:rPr lang="de-DE" noProof="0"/>
              <a:t>Bild einfügen</a:t>
            </a:r>
          </a:p>
        </p:txBody>
      </p:sp>
      <p:sp>
        <p:nvSpPr>
          <p:cNvPr id="37"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38"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39"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1345577810"/>
      </p:ext>
    </p:extLst>
  </p:cSld>
  <p:clrMapOvr>
    <a:masterClrMapping/>
  </p:clrMapOvr>
  <p:extLst>
    <p:ext uri="{DCECCB84-F9BA-43D5-87BE-67443E8EF086}">
      <p15:sldGuideLst xmlns:p15="http://schemas.microsoft.com/office/powerpoint/2012/main">
        <p15:guide id="1" pos="7433">
          <p15:clr>
            <a:srgbClr val="A4A3A4"/>
          </p15:clr>
        </p15:guide>
        <p15:guide id="3" pos="251">
          <p15:clr>
            <a:srgbClr val="A4A3A4"/>
          </p15:clr>
        </p15:guide>
        <p15:guide id="4" orient="horz" pos="4047">
          <p15:clr>
            <a:srgbClr val="A4A3A4"/>
          </p15:clr>
        </p15:guide>
        <p15:guide id="5" orient="horz" pos="232">
          <p15:clr>
            <a:srgbClr val="A4A3A4"/>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MultiPictures // 4">
    <p:spTree>
      <p:nvGrpSpPr>
        <p:cNvPr id="1" name=""/>
        <p:cNvGrpSpPr/>
        <p:nvPr/>
      </p:nvGrpSpPr>
      <p:grpSpPr>
        <a:xfrm>
          <a:off x="0" y="0"/>
          <a:ext cx="0" cy="0"/>
          <a:chOff x="0" y="0"/>
          <a:chExt cx="0" cy="0"/>
        </a:xfrm>
      </p:grpSpPr>
      <p:grpSp>
        <p:nvGrpSpPr>
          <p:cNvPr id="51" name="Raster" hidden="1"/>
          <p:cNvGrpSpPr/>
          <p:nvPr userDrawn="1"/>
        </p:nvGrpSpPr>
        <p:grpSpPr>
          <a:xfrm>
            <a:off x="-853" y="1"/>
            <a:ext cx="12192855" cy="6858000"/>
            <a:chOff x="-855" y="0"/>
            <a:chExt cx="12199205" cy="6858000"/>
          </a:xfrm>
        </p:grpSpPr>
        <p:sp>
          <p:nvSpPr>
            <p:cNvPr id="52" name="Komplett"/>
            <p:cNvSpPr/>
            <p:nvPr userDrawn="1"/>
          </p:nvSpPr>
          <p:spPr>
            <a:xfrm>
              <a:off x="0" y="822"/>
              <a:ext cx="12198350" cy="6857177"/>
            </a:xfrm>
            <a:prstGeom prst="rect">
              <a:avLst/>
            </a:prstGeom>
            <a:solidFill>
              <a:schemeClr val="accent1"/>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nvGrpSpPr>
            <p:cNvPr id="53" name="Abstand Horizontal" hidden="1"/>
            <p:cNvGrpSpPr/>
            <p:nvPr userDrawn="1"/>
          </p:nvGrpSpPr>
          <p:grpSpPr>
            <a:xfrm>
              <a:off x="2995458" y="0"/>
              <a:ext cx="6207434" cy="6858000"/>
              <a:chOff x="2995458" y="0"/>
              <a:chExt cx="6207434" cy="6858000"/>
            </a:xfrm>
          </p:grpSpPr>
          <p:sp>
            <p:nvSpPr>
              <p:cNvPr id="105" name="Abstand Links"/>
              <p:cNvSpPr/>
              <p:nvPr userDrawn="1"/>
            </p:nvSpPr>
            <p:spPr>
              <a:xfrm>
                <a:off x="2995458" y="0"/>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6" name="Abstand Mitte"/>
              <p:cNvSpPr/>
              <p:nvPr userDrawn="1"/>
            </p:nvSpPr>
            <p:spPr>
              <a:xfrm>
                <a:off x="6063175" y="823"/>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7" name="Abstand Rechts"/>
              <p:cNvSpPr/>
              <p:nvPr userDrawn="1"/>
            </p:nvSpPr>
            <p:spPr>
              <a:xfrm>
                <a:off x="9130892" y="0"/>
                <a:ext cx="72000" cy="68571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4" name="Abstand Vertikal" hidden="1"/>
            <p:cNvGrpSpPr/>
            <p:nvPr userDrawn="1"/>
          </p:nvGrpSpPr>
          <p:grpSpPr>
            <a:xfrm>
              <a:off x="0" y="1083600"/>
              <a:ext cx="12198350" cy="4690800"/>
              <a:chOff x="0" y="1083600"/>
              <a:chExt cx="12198350" cy="4690800"/>
            </a:xfrm>
          </p:grpSpPr>
          <p:sp>
            <p:nvSpPr>
              <p:cNvPr id="101" name="Abstand Oben"/>
              <p:cNvSpPr/>
              <p:nvPr userDrawn="1"/>
            </p:nvSpPr>
            <p:spPr>
              <a:xfrm>
                <a:off x="855" y="22383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2" name="Abstand Unten"/>
              <p:cNvSpPr/>
              <p:nvPr userDrawn="1"/>
            </p:nvSpPr>
            <p:spPr>
              <a:xfrm>
                <a:off x="0" y="45477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3" name="Abstand Oben // Mitte"/>
              <p:cNvSpPr/>
              <p:nvPr userDrawn="1"/>
            </p:nvSpPr>
            <p:spPr>
              <a:xfrm>
                <a:off x="0" y="10836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4" name="Abstand Unten // Mitte"/>
              <p:cNvSpPr/>
              <p:nvPr userDrawn="1"/>
            </p:nvSpPr>
            <p:spPr>
              <a:xfrm>
                <a:off x="0" y="5702400"/>
                <a:ext cx="12197495" cy="7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5" name="Horizontal" hidden="1"/>
            <p:cNvGrpSpPr/>
            <p:nvPr userDrawn="1"/>
          </p:nvGrpSpPr>
          <p:grpSpPr>
            <a:xfrm>
              <a:off x="0" y="0"/>
              <a:ext cx="12198350" cy="6858000"/>
              <a:chOff x="0" y="0"/>
              <a:chExt cx="12198350" cy="6858000"/>
            </a:xfrm>
          </p:grpSpPr>
          <p:sp>
            <p:nvSpPr>
              <p:cNvPr id="95" name="Links"/>
              <p:cNvSpPr/>
              <p:nvPr userDrawn="1"/>
            </p:nvSpPr>
            <p:spPr>
              <a:xfrm>
                <a:off x="0" y="823"/>
                <a:ext cx="6062400" cy="6857177"/>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6" name="Rechts"/>
              <p:cNvSpPr/>
              <p:nvPr userDrawn="1"/>
            </p:nvSpPr>
            <p:spPr>
              <a:xfrm>
                <a:off x="6135950" y="823"/>
                <a:ext cx="6062400" cy="6857177"/>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7" name="Links // Links"/>
              <p:cNvSpPr/>
              <p:nvPr userDrawn="1"/>
            </p:nvSpPr>
            <p:spPr>
              <a:xfrm>
                <a:off x="0" y="0"/>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8" name="Links // Rechts"/>
              <p:cNvSpPr/>
              <p:nvPr userDrawn="1"/>
            </p:nvSpPr>
            <p:spPr>
              <a:xfrm>
                <a:off x="3067717" y="0"/>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9" name="Rechts // Links"/>
              <p:cNvSpPr/>
              <p:nvPr userDrawn="1"/>
            </p:nvSpPr>
            <p:spPr>
              <a:xfrm>
                <a:off x="6135434" y="823"/>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100" name="Rechts // Rechts"/>
              <p:cNvSpPr/>
              <p:nvPr userDrawn="1"/>
            </p:nvSpPr>
            <p:spPr>
              <a:xfrm>
                <a:off x="9203150" y="823"/>
                <a:ext cx="2995200" cy="6857177"/>
              </a:xfrm>
              <a:prstGeom prst="rect">
                <a:avLst/>
              </a:prstGeom>
              <a:solidFill>
                <a:schemeClr val="accent3"/>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nvGrpSpPr>
            <p:cNvPr id="56" name="Vertikal" hidden="1"/>
            <p:cNvGrpSpPr/>
            <p:nvPr userDrawn="1"/>
          </p:nvGrpSpPr>
          <p:grpSpPr>
            <a:xfrm>
              <a:off x="-855" y="0"/>
              <a:ext cx="12199205" cy="6858000"/>
              <a:chOff x="-855" y="0"/>
              <a:chExt cx="12199205" cy="6858000"/>
            </a:xfrm>
          </p:grpSpPr>
          <p:sp>
            <p:nvSpPr>
              <p:cNvPr id="62" name="Oben"/>
              <p:cNvSpPr/>
              <p:nvPr userDrawn="1"/>
            </p:nvSpPr>
            <p:spPr>
              <a:xfrm>
                <a:off x="0" y="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4" name="Mitte"/>
              <p:cNvSpPr/>
              <p:nvPr userDrawn="1"/>
            </p:nvSpPr>
            <p:spPr>
              <a:xfrm>
                <a:off x="0" y="230940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6" name="Unten"/>
              <p:cNvSpPr/>
              <p:nvPr userDrawn="1"/>
            </p:nvSpPr>
            <p:spPr>
              <a:xfrm>
                <a:off x="0" y="4618800"/>
                <a:ext cx="12198350" cy="22392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7" name="Oben // Oben"/>
              <p:cNvSpPr/>
              <p:nvPr userDrawn="1"/>
            </p:nvSpPr>
            <p:spPr>
              <a:xfrm>
                <a:off x="0" y="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68" name="Oben // Unten"/>
              <p:cNvSpPr/>
              <p:nvPr userDrawn="1"/>
            </p:nvSpPr>
            <p:spPr>
              <a:xfrm>
                <a:off x="0" y="11556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3" name="Unten // Oben"/>
              <p:cNvSpPr/>
              <p:nvPr userDrawn="1"/>
            </p:nvSpPr>
            <p:spPr>
              <a:xfrm>
                <a:off x="-855" y="46188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sp>
            <p:nvSpPr>
              <p:cNvPr id="94" name="Unten // Unten"/>
              <p:cNvSpPr/>
              <p:nvPr userDrawn="1"/>
            </p:nvSpPr>
            <p:spPr>
              <a:xfrm>
                <a:off x="0" y="5774400"/>
                <a:ext cx="12198350" cy="1083600"/>
              </a:xfrm>
              <a:prstGeom prst="rect">
                <a:avLst/>
              </a:prstGeom>
              <a:solidFill>
                <a:schemeClr val="accent2"/>
              </a:solidFill>
              <a:ln w="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algn="l">
                  <a:lnSpc>
                    <a:spcPct val="108000"/>
                  </a:lnSpc>
                  <a:spcAft>
                    <a:spcPts val="1008"/>
                  </a:spcAft>
                </a:pPr>
                <a:endParaRPr lang="de-DE" sz="2000"/>
              </a:p>
            </p:txBody>
          </p:sp>
        </p:grpSp>
      </p:grpSp>
      <p:sp>
        <p:nvSpPr>
          <p:cNvPr id="120" name="Bildplatzhalter 8"/>
          <p:cNvSpPr>
            <a:spLocks noGrp="1"/>
          </p:cNvSpPr>
          <p:nvPr>
            <p:ph type="pic" sz="quarter" idx="10" hasCustomPrompt="1"/>
          </p:nvPr>
        </p:nvSpPr>
        <p:spPr bwMode="gray">
          <a:xfrm>
            <a:off x="0" y="-1"/>
            <a:ext cx="6062400" cy="6858001"/>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121" name="Bildplatzhalter 8"/>
          <p:cNvSpPr>
            <a:spLocks noGrp="1"/>
          </p:cNvSpPr>
          <p:nvPr>
            <p:ph type="pic" sz="quarter" idx="12" hasCustomPrompt="1"/>
          </p:nvPr>
        </p:nvSpPr>
        <p:spPr bwMode="gray">
          <a:xfrm>
            <a:off x="9203151" y="0"/>
            <a:ext cx="2995201" cy="1083600"/>
          </a:xfrm>
          <a:solidFill>
            <a:srgbClr val="9F0002"/>
          </a:solidFill>
        </p:spPr>
        <p:txBody>
          <a:bodyPr/>
          <a:lstStyle>
            <a:lvl1pPr algn="ctr">
              <a:lnSpc>
                <a:spcPct val="100000"/>
              </a:lnSpc>
              <a:spcAft>
                <a:spcPts val="0"/>
              </a:spcAft>
              <a:defRPr/>
            </a:lvl1pPr>
          </a:lstStyle>
          <a:p>
            <a:br>
              <a:rPr lang="de-DE" noProof="0"/>
            </a:br>
            <a:br>
              <a:rPr lang="de-DE" noProof="0"/>
            </a:br>
            <a:r>
              <a:rPr lang="de-DE" noProof="0"/>
              <a:t>Bild einfügen</a:t>
            </a:r>
          </a:p>
        </p:txBody>
      </p:sp>
      <p:sp>
        <p:nvSpPr>
          <p:cNvPr id="122" name="Bildplatzhalter 8"/>
          <p:cNvSpPr>
            <a:spLocks noGrp="1"/>
          </p:cNvSpPr>
          <p:nvPr>
            <p:ph type="pic" sz="quarter" idx="13" hasCustomPrompt="1"/>
          </p:nvPr>
        </p:nvSpPr>
        <p:spPr bwMode="gray">
          <a:xfrm>
            <a:off x="6135951" y="5774400"/>
            <a:ext cx="2994942" cy="1083600"/>
          </a:xfrm>
          <a:solidFill>
            <a:srgbClr val="9F0002"/>
          </a:solidFill>
        </p:spPr>
        <p:txBody>
          <a:bodyPr/>
          <a:lstStyle>
            <a:lvl1pPr algn="ctr">
              <a:lnSpc>
                <a:spcPct val="100000"/>
              </a:lnSpc>
              <a:spcAft>
                <a:spcPts val="0"/>
              </a:spcAft>
              <a:defRPr/>
            </a:lvl1pPr>
          </a:lstStyle>
          <a:p>
            <a:br>
              <a:rPr lang="de-DE" noProof="0"/>
            </a:br>
            <a:br>
              <a:rPr lang="de-DE" noProof="0"/>
            </a:br>
            <a:r>
              <a:rPr lang="de-DE" noProof="0"/>
              <a:t>Bild einfügen</a:t>
            </a:r>
          </a:p>
        </p:txBody>
      </p:sp>
      <p:sp>
        <p:nvSpPr>
          <p:cNvPr id="123" name="Bildplatzhalter 8"/>
          <p:cNvSpPr>
            <a:spLocks noGrp="1"/>
          </p:cNvSpPr>
          <p:nvPr>
            <p:ph type="pic" sz="quarter" idx="14" hasCustomPrompt="1"/>
          </p:nvPr>
        </p:nvSpPr>
        <p:spPr bwMode="gray">
          <a:xfrm>
            <a:off x="6135951" y="2309400"/>
            <a:ext cx="2994942" cy="33930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r>
              <a:rPr lang="de-DE" noProof="0"/>
              <a:t>Bild einfügen</a:t>
            </a:r>
          </a:p>
        </p:txBody>
      </p:sp>
      <p:sp>
        <p:nvSpPr>
          <p:cNvPr id="124" name="Bildplatzhalter 8"/>
          <p:cNvSpPr>
            <a:spLocks noGrp="1"/>
          </p:cNvSpPr>
          <p:nvPr>
            <p:ph type="pic" sz="quarter" idx="15" hasCustomPrompt="1"/>
          </p:nvPr>
        </p:nvSpPr>
        <p:spPr bwMode="gray">
          <a:xfrm>
            <a:off x="6135951" y="0"/>
            <a:ext cx="2994684" cy="22383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r>
              <a:rPr lang="de-DE" noProof="0"/>
              <a:t>Bild einfügen</a:t>
            </a:r>
          </a:p>
        </p:txBody>
      </p:sp>
      <p:sp>
        <p:nvSpPr>
          <p:cNvPr id="125" name="Bildplatzhalter 8"/>
          <p:cNvSpPr>
            <a:spLocks noGrp="1"/>
          </p:cNvSpPr>
          <p:nvPr>
            <p:ph type="pic" sz="quarter" idx="16" hasCustomPrompt="1"/>
          </p:nvPr>
        </p:nvSpPr>
        <p:spPr bwMode="gray">
          <a:xfrm>
            <a:off x="9203151" y="1155600"/>
            <a:ext cx="2995199" cy="33921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br>
              <a:rPr lang="de-DE" noProof="0"/>
            </a:br>
            <a:br>
              <a:rPr lang="de-DE" noProof="0"/>
            </a:br>
            <a:r>
              <a:rPr lang="de-DE" noProof="0"/>
              <a:t>Bild einfügen</a:t>
            </a:r>
          </a:p>
        </p:txBody>
      </p:sp>
      <p:sp>
        <p:nvSpPr>
          <p:cNvPr id="126" name="Bildplatzhalter 8"/>
          <p:cNvSpPr>
            <a:spLocks noGrp="1"/>
          </p:cNvSpPr>
          <p:nvPr>
            <p:ph type="pic" sz="quarter" idx="17" hasCustomPrompt="1"/>
          </p:nvPr>
        </p:nvSpPr>
        <p:spPr bwMode="gray">
          <a:xfrm>
            <a:off x="9203151" y="4619700"/>
            <a:ext cx="2995199" cy="2238300"/>
          </a:xfrm>
          <a:solidFill>
            <a:srgbClr val="9F0002"/>
          </a:solidFill>
        </p:spPr>
        <p:txBody>
          <a:bodyPr/>
          <a:lstStyle>
            <a:lvl1pPr algn="ctr">
              <a:lnSpc>
                <a:spcPct val="100000"/>
              </a:lnSpc>
              <a:spcAft>
                <a:spcPts val="0"/>
              </a:spcAft>
              <a:defRPr/>
            </a:lvl1pPr>
          </a:lstStyle>
          <a:p>
            <a:br>
              <a:rPr lang="de-DE" noProof="0"/>
            </a:br>
            <a:br>
              <a:rPr lang="de-DE" noProof="0"/>
            </a:br>
            <a:br>
              <a:rPr lang="de-DE" noProof="0"/>
            </a:br>
            <a:br>
              <a:rPr lang="de-DE" noProof="0"/>
            </a:br>
            <a:r>
              <a:rPr lang="de-DE" noProof="0"/>
              <a:t>Bild einfügen</a:t>
            </a:r>
          </a:p>
        </p:txBody>
      </p:sp>
      <p:sp>
        <p:nvSpPr>
          <p:cNvPr id="38" name="Textplatzhalter 3"/>
          <p:cNvSpPr>
            <a:spLocks noGrp="1"/>
          </p:cNvSpPr>
          <p:nvPr>
            <p:ph type="body" sz="quarter" idx="18"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39" name="Textplatzhalter 3"/>
          <p:cNvSpPr>
            <a:spLocks noGrp="1"/>
          </p:cNvSpPr>
          <p:nvPr>
            <p:ph type="body" sz="quarter" idx="19"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40" name="Textplatzhalter 3"/>
          <p:cNvSpPr>
            <a:spLocks noGrp="1"/>
          </p:cNvSpPr>
          <p:nvPr>
            <p:ph type="body" sz="quarter" idx="20"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Tree>
    <p:extLst>
      <p:ext uri="{BB962C8B-B14F-4D97-AF65-F5344CB8AC3E}">
        <p14:creationId xmlns:p14="http://schemas.microsoft.com/office/powerpoint/2010/main" val="3176574017"/>
      </p:ext>
    </p:extLst>
  </p:cSld>
  <p:clrMapOvr>
    <a:masterClrMapping/>
  </p:clrMapOvr>
  <p:extLst>
    <p:ext uri="{DCECCB84-F9BA-43D5-87BE-67443E8EF086}">
      <p15:sldGuideLst xmlns:p15="http://schemas.microsoft.com/office/powerpoint/2012/main">
        <p15:guide id="1" pos="251">
          <p15:clr>
            <a:srgbClr val="A4A3A4"/>
          </p15:clr>
        </p15:guide>
        <p15:guide id="2" orient="horz" pos="232">
          <p15:clr>
            <a:srgbClr val="A4A3A4"/>
          </p15:clr>
        </p15:guide>
        <p15:guide id="3" pos="7433">
          <p15:clr>
            <a:srgbClr val="A4A3A4"/>
          </p15:clr>
        </p15:guide>
        <p15:guide id="5" orient="horz" pos="4047">
          <p15:clr>
            <a:srgbClr val="A4A3A4"/>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Vollbild">
    <p:spTree>
      <p:nvGrpSpPr>
        <p:cNvPr id="1" name=""/>
        <p:cNvGrpSpPr/>
        <p:nvPr/>
      </p:nvGrpSpPr>
      <p:grpSpPr>
        <a:xfrm>
          <a:off x="0" y="0"/>
          <a:ext cx="0" cy="0"/>
          <a:chOff x="0" y="0"/>
          <a:chExt cx="0" cy="0"/>
        </a:xfrm>
      </p:grpSpPr>
      <p:sp>
        <p:nvSpPr>
          <p:cNvPr id="42" name="Bildplatzhalter 8"/>
          <p:cNvSpPr>
            <a:spLocks noGrp="1"/>
          </p:cNvSpPr>
          <p:nvPr>
            <p:ph type="pic" sz="quarter" idx="10" hasCustomPrompt="1"/>
          </p:nvPr>
        </p:nvSpPr>
        <p:spPr bwMode="gray">
          <a:xfrm>
            <a:off x="1" y="1"/>
            <a:ext cx="12193200" cy="6858000"/>
          </a:xfrm>
          <a:solidFill>
            <a:srgbClr val="9F0002"/>
          </a:solidFill>
        </p:spPr>
        <p:txBody>
          <a:bodyPr/>
          <a:lstStyle>
            <a:lvl1pPr algn="ctr">
              <a:lnSpc>
                <a:spcPct val="100000"/>
              </a:lnSpc>
              <a:spcAft>
                <a:spcPts val="0"/>
              </a:spcAft>
              <a:defRPr>
                <a:solidFill>
                  <a:schemeClr val="tx1"/>
                </a:solidFill>
              </a:defRPr>
            </a:lvl1pPr>
          </a:lstStyle>
          <a:p>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br>
              <a:rPr lang="de-DE" noProof="0"/>
            </a:br>
            <a:r>
              <a:rPr lang="de-DE" noProof="0"/>
              <a:t>Bild einfügen</a:t>
            </a:r>
          </a:p>
        </p:txBody>
      </p:sp>
      <p:sp>
        <p:nvSpPr>
          <p:cNvPr id="43" name="Titel 1"/>
          <p:cNvSpPr>
            <a:spLocks noGrp="1"/>
          </p:cNvSpPr>
          <p:nvPr>
            <p:ph type="title" hasCustomPrompt="1"/>
          </p:nvPr>
        </p:nvSpPr>
        <p:spPr bwMode="auto">
          <a:xfrm>
            <a:off x="395289" y="368300"/>
            <a:ext cx="11406187" cy="540000"/>
          </a:xfrm>
        </p:spPr>
        <p:txBody>
          <a:bodyPr/>
          <a:lstStyle>
            <a:lvl1pPr>
              <a:defRPr sz="3000"/>
            </a:lvl1pPr>
          </a:lstStyle>
          <a:p>
            <a:r>
              <a:rPr lang="de-DE" noProof="0"/>
              <a:t>Optionale Headline einzeilig in CorpoA (Überschriften) 30 pt. </a:t>
            </a:r>
          </a:p>
        </p:txBody>
      </p:sp>
      <p:sp>
        <p:nvSpPr>
          <p:cNvPr id="7" name="Textplatzhalter 3"/>
          <p:cNvSpPr>
            <a:spLocks noGrp="1"/>
          </p:cNvSpPr>
          <p:nvPr>
            <p:ph type="body" sz="quarter" idx="17" hasCustomPrompt="1"/>
          </p:nvPr>
        </p:nvSpPr>
        <p:spPr>
          <a:xfrm>
            <a:off x="6973200" y="0"/>
            <a:ext cx="936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8" name="Textplatzhalter 3"/>
          <p:cNvSpPr>
            <a:spLocks noGrp="1"/>
          </p:cNvSpPr>
          <p:nvPr>
            <p:ph type="body" sz="quarter" idx="18" hasCustomPrompt="1"/>
          </p:nvPr>
        </p:nvSpPr>
        <p:spPr>
          <a:xfrm>
            <a:off x="7984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sp>
        <p:nvSpPr>
          <p:cNvPr id="9" name="Textplatzhalter 3"/>
          <p:cNvSpPr>
            <a:spLocks noGrp="1"/>
          </p:cNvSpPr>
          <p:nvPr>
            <p:ph type="body" sz="quarter" idx="19" hasCustomPrompt="1"/>
          </p:nvPr>
        </p:nvSpPr>
        <p:spPr>
          <a:xfrm>
            <a:off x="9928800" y="0"/>
            <a:ext cx="1872000" cy="306000"/>
          </a:xfrm>
        </p:spPr>
        <p:txBody>
          <a:bodyPr/>
          <a:lstStyle>
            <a:lvl1pPr marL="0" indent="0">
              <a:lnSpc>
                <a:spcPct val="100000"/>
              </a:lnSpc>
              <a:spcAft>
                <a:spcPts val="0"/>
              </a:spcAft>
              <a:buFont typeface="Arial" panose="020B0604020202020204" pitchFamily="34" charset="0"/>
              <a:buNone/>
              <a:defRPr sz="1200" baseline="0">
                <a:solidFill>
                  <a:schemeClr val="bg1"/>
                </a:solidFill>
              </a:defRPr>
            </a:lvl1pPr>
            <a:lvl2pPr marL="0" indent="0">
              <a:lnSpc>
                <a:spcPct val="100000"/>
              </a:lnSpc>
              <a:spcAft>
                <a:spcPts val="0"/>
              </a:spcAft>
              <a:buNone/>
              <a:defRPr sz="1200">
                <a:solidFill>
                  <a:schemeClr val="bg1"/>
                </a:solidFill>
              </a:defRPr>
            </a:lvl2pPr>
            <a:lvl3pPr marL="0" indent="0">
              <a:lnSpc>
                <a:spcPct val="100000"/>
              </a:lnSpc>
              <a:spcAft>
                <a:spcPts val="0"/>
              </a:spcAft>
              <a:buNone/>
              <a:defRPr sz="1200">
                <a:solidFill>
                  <a:schemeClr val="bg1"/>
                </a:solidFill>
              </a:defRPr>
            </a:lvl3pPr>
            <a:lvl4pPr marL="0" indent="0">
              <a:lnSpc>
                <a:spcPct val="100000"/>
              </a:lnSpc>
              <a:spcAft>
                <a:spcPts val="0"/>
              </a:spcAft>
              <a:buNone/>
              <a:defRPr sz="1200">
                <a:solidFill>
                  <a:schemeClr val="bg1"/>
                </a:solidFill>
              </a:defRPr>
            </a:lvl4pPr>
            <a:lvl5pPr marL="0" indent="0">
              <a:lnSpc>
                <a:spcPct val="100000"/>
              </a:lnSpc>
              <a:spcAft>
                <a:spcPts val="0"/>
              </a:spcAft>
              <a:buNone/>
              <a:defRPr sz="1200">
                <a:solidFill>
                  <a:schemeClr val="bg1"/>
                </a:solidFill>
              </a:defRPr>
            </a:lvl5pPr>
            <a:lvl6pPr marL="0" indent="0">
              <a:lnSpc>
                <a:spcPct val="100000"/>
              </a:lnSpc>
              <a:spcAft>
                <a:spcPts val="0"/>
              </a:spcAft>
              <a:buNone/>
              <a:defRPr sz="1200">
                <a:solidFill>
                  <a:schemeClr val="bg1"/>
                </a:solidFill>
              </a:defRPr>
            </a:lvl6pPr>
            <a:lvl7pPr marL="0" indent="0">
              <a:lnSpc>
                <a:spcPct val="100000"/>
              </a:lnSpc>
              <a:spcAft>
                <a:spcPts val="0"/>
              </a:spcAft>
              <a:buNone/>
              <a:defRPr sz="1200">
                <a:solidFill>
                  <a:schemeClr val="bg1"/>
                </a:solidFill>
              </a:defRPr>
            </a:lvl7pPr>
            <a:lvl8pPr marL="0" indent="0">
              <a:lnSpc>
                <a:spcPct val="100000"/>
              </a:lnSpc>
              <a:spcAft>
                <a:spcPts val="0"/>
              </a:spcAft>
              <a:buNone/>
              <a:defRPr sz="1200">
                <a:solidFill>
                  <a:schemeClr val="bg1"/>
                </a:solidFill>
              </a:defRPr>
            </a:lvl8pPr>
            <a:lvl9pPr marL="0" indent="0">
              <a:lnSpc>
                <a:spcPct val="100000"/>
              </a:lnSpc>
              <a:spcAft>
                <a:spcPts val="0"/>
              </a:spcAft>
              <a:buNone/>
              <a:defRPr sz="1200">
                <a:solidFill>
                  <a:schemeClr val="bg1"/>
                </a:solidFill>
              </a:defRPr>
            </a:lvl9pPr>
          </a:lstStyle>
          <a:p>
            <a:pPr lvl="0"/>
            <a:r>
              <a:rPr lang="de-DE" noProof="0"/>
              <a:t>                             </a:t>
            </a:r>
          </a:p>
        </p:txBody>
      </p:sp>
      <p:pic>
        <p:nvPicPr>
          <p:cNvPr id="10" name="Grafik 9">
            <a:extLst>
              <a:ext uri="{FF2B5EF4-FFF2-40B4-BE49-F238E27FC236}">
                <a16:creationId xmlns:a16="http://schemas.microsoft.com/office/drawing/2014/main" id="{EEFE196F-9236-4DEC-B85E-25363667A1BC}"/>
              </a:ext>
            </a:extLst>
          </p:cNvPr>
          <p:cNvPicPr>
            <a:picLocks noChangeAspect="1"/>
          </p:cNvPicPr>
          <p:nvPr userDrawn="1"/>
        </p:nvPicPr>
        <p:blipFill>
          <a:blip r:embed="rId2"/>
          <a:stretch>
            <a:fillRect/>
          </a:stretch>
        </p:blipFill>
        <p:spPr>
          <a:xfrm>
            <a:off x="11437157" y="72313"/>
            <a:ext cx="696628" cy="507600"/>
          </a:xfrm>
          <a:prstGeom prst="rect">
            <a:avLst/>
          </a:prstGeom>
        </p:spPr>
      </p:pic>
    </p:spTree>
    <p:extLst>
      <p:ext uri="{BB962C8B-B14F-4D97-AF65-F5344CB8AC3E}">
        <p14:creationId xmlns:p14="http://schemas.microsoft.com/office/powerpoint/2010/main" val="1119223626"/>
      </p:ext>
    </p:extLst>
  </p:cSld>
  <p:clrMapOvr>
    <a:masterClrMapping/>
  </p:clrMapOvr>
  <p:extLst>
    <p:ext uri="{DCECCB84-F9BA-43D5-87BE-67443E8EF086}">
      <p15:sldGuideLst xmlns:p15="http://schemas.microsoft.com/office/powerpoint/2012/main">
        <p15:guide id="1" pos="251">
          <p15:clr>
            <a:srgbClr val="A4A3A4"/>
          </p15:clr>
        </p15:guide>
        <p15:guide id="3" pos="7433">
          <p15:clr>
            <a:srgbClr val="A4A3A4"/>
          </p15:clr>
        </p15:guide>
        <p15:guide id="4" orient="horz" pos="4047">
          <p15:clr>
            <a:srgbClr val="A4A3A4"/>
          </p15:clr>
        </p15:guide>
        <p15:guide id="6" orient="horz" pos="232">
          <p15:clr>
            <a:srgbClr val="A4A3A4"/>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Lesson Review">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965D84D3-4FB6-7944-9D40-9DF599FA057F}"/>
              </a:ext>
            </a:extLst>
          </p:cNvPr>
          <p:cNvSpPr>
            <a:spLocks noGrp="1"/>
          </p:cNvSpPr>
          <p:nvPr>
            <p:ph sz="quarter" idx="11"/>
          </p:nvPr>
        </p:nvSpPr>
        <p:spPr>
          <a:xfrm>
            <a:off x="517737" y="1693933"/>
            <a:ext cx="11167162" cy="4686868"/>
          </a:xfrm>
          <a:prstGeom prst="rect">
            <a:avLst/>
          </a:prstGeom>
        </p:spPr>
        <p:txBody>
          <a:bodyPr>
            <a:normAutofit/>
          </a:bodyPr>
          <a:lstStyle>
            <a:lvl1pPr marL="389340" marR="0" indent="-389340" algn="l" defTabSz="914126" rtl="0" eaLnBrk="1" fontAlgn="base" latinLnBrk="0" hangingPunct="1">
              <a:lnSpc>
                <a:spcPct val="110000"/>
              </a:lnSpc>
              <a:spcBef>
                <a:spcPts val="1067"/>
              </a:spcBef>
              <a:spcAft>
                <a:spcPts val="1067"/>
              </a:spcAft>
              <a:buClr>
                <a:srgbClr val="FFFFFF">
                  <a:lumMod val="65000"/>
                </a:srgbClr>
              </a:buClr>
              <a:buSzPct val="80000"/>
              <a:buFont typeface=".Lucida Grande UI Regular"/>
              <a:buChar char="►"/>
              <a:tabLst/>
              <a:defRPr lang="en-US" sz="2799" b="0" i="0" dirty="0">
                <a:solidFill>
                  <a:schemeClr val="tx1"/>
                </a:solidFill>
                <a:latin typeface="Arial" panose="020B0604020202020204" pitchFamily="34" charset="0"/>
                <a:ea typeface="+mn-ea"/>
                <a:cs typeface="+mn-cs"/>
              </a:defRPr>
            </a:lvl1pPr>
            <a:lvl2pPr marL="765984" marR="0" indent="-296237" algn="l" defTabSz="914126" rtl="0" eaLnBrk="1" fontAlgn="base" latinLnBrk="0" hangingPunct="1">
              <a:lnSpc>
                <a:spcPct val="110000"/>
              </a:lnSpc>
              <a:spcBef>
                <a:spcPts val="800"/>
              </a:spcBef>
              <a:spcAft>
                <a:spcPts val="800"/>
              </a:spcAft>
              <a:buClr>
                <a:srgbClr val="565656">
                  <a:lumMod val="50000"/>
                  <a:lumOff val="50000"/>
                </a:srgbClr>
              </a:buClr>
              <a:buSzPct val="117000"/>
              <a:buFont typeface="Lucida Grande" panose="020B0600040502020204" pitchFamily="34" charset="0"/>
              <a:buChar char="-"/>
              <a:tabLst/>
              <a:defRPr lang="en-US" sz="2599" b="0" i="0" dirty="0">
                <a:solidFill>
                  <a:schemeClr val="tx1"/>
                </a:solidFill>
                <a:latin typeface="Arial" panose="020B0604020202020204" pitchFamily="34" charset="0"/>
                <a:ea typeface="+mn-ea"/>
                <a:cs typeface="+mn-cs"/>
              </a:defRPr>
            </a:lvl2pPr>
            <a:lvl3pPr marL="1070686" marR="0" indent="-270846" algn="l" defTabSz="914126" rtl="0" eaLnBrk="1" fontAlgn="base" latinLnBrk="0" hangingPunct="1">
              <a:lnSpc>
                <a:spcPct val="110000"/>
              </a:lnSpc>
              <a:spcBef>
                <a:spcPts val="800"/>
              </a:spcBef>
              <a:spcAft>
                <a:spcPts val="800"/>
              </a:spcAft>
              <a:buClr>
                <a:srgbClr val="565656">
                  <a:lumMod val="50000"/>
                  <a:lumOff val="50000"/>
                </a:srgbClr>
              </a:buClr>
              <a:buSzPct val="117000"/>
              <a:buFont typeface="Lucida Grande"/>
              <a:buChar char="-"/>
              <a:tabLst/>
              <a:defRPr lang="en-US" sz="2400" b="0" i="0" dirty="0">
                <a:solidFill>
                  <a:schemeClr val="tx1"/>
                </a:solidFill>
                <a:latin typeface="Arial" panose="020B0604020202020204" pitchFamily="34" charset="0"/>
                <a:ea typeface="+mn-ea"/>
                <a:cs typeface="+mn-cs"/>
              </a:defRPr>
            </a:lvl3pPr>
            <a:lvl4pPr algn="l" rtl="0" eaLnBrk="1" fontAlgn="base" hangingPunct="1">
              <a:lnSpc>
                <a:spcPct val="110000"/>
              </a:lnSpc>
              <a:tabLst/>
              <a:defRPr lang="en-US" sz="2932" dirty="0">
                <a:solidFill>
                  <a:schemeClr val="tx1"/>
                </a:solidFill>
                <a:latin typeface="Avenir Next" panose="020B0503020202020204" pitchFamily="34" charset="0"/>
                <a:ea typeface="+mn-ea"/>
                <a:cs typeface="+mn-cs"/>
              </a:defRPr>
            </a:lvl4pPr>
            <a:lvl5pPr algn="l" rtl="0" eaLnBrk="1" fontAlgn="base" hangingPunct="1">
              <a:lnSpc>
                <a:spcPct val="110000"/>
              </a:lnSpc>
              <a:tabLst/>
              <a:defRPr lang="en-US" sz="2932" dirty="0">
                <a:solidFill>
                  <a:schemeClr val="tx1"/>
                </a:solidFill>
                <a:latin typeface="Avenir Next" panose="020B0503020202020204" pitchFamily="34" charset="0"/>
                <a:ea typeface="+mn-ea"/>
                <a:cs typeface="+mn-cs"/>
              </a:defRPr>
            </a:lvl5pPr>
          </a:lstStyle>
          <a:p>
            <a:pPr marL="389340" marR="0" lvl="0" indent="-389340" algn="l" defTabSz="914126" rtl="0" eaLnBrk="1" fontAlgn="base" latinLnBrk="0" hangingPunct="1">
              <a:lnSpc>
                <a:spcPct val="110000"/>
              </a:lnSpc>
              <a:spcBef>
                <a:spcPts val="1067"/>
              </a:spcBef>
              <a:spcAft>
                <a:spcPts val="1067"/>
              </a:spcAft>
              <a:buClr>
                <a:srgbClr val="FFFFFF">
                  <a:lumMod val="65000"/>
                </a:srgbClr>
              </a:buClr>
              <a:buSzPct val="80000"/>
              <a:buFont typeface=".Lucida Grande UI Regular"/>
              <a:buChar char="►"/>
              <a:tabLst/>
              <a:defRPr/>
            </a:pPr>
            <a:r>
              <a:rPr kumimoji="0" lang="en-US" sz="2799" b="0" i="0" u="none" strike="noStrike" kern="0" cap="none" spc="0" normalizeH="0" baseline="0" noProof="0">
                <a:ln>
                  <a:noFill/>
                </a:ln>
                <a:solidFill>
                  <a:srgbClr val="565656"/>
                </a:solidFill>
                <a:effectLst/>
                <a:uLnTx/>
                <a:uFillTx/>
                <a:latin typeface="Arial" panose="020B0604020202020204" pitchFamily="34" charset="0"/>
                <a:ea typeface="+mn-ea"/>
                <a:cs typeface="+mn-cs"/>
              </a:rPr>
              <a:t>Click to edit Master text styles</a:t>
            </a:r>
          </a:p>
          <a:p>
            <a:pPr marL="765984" marR="0" lvl="1" indent="-296237" algn="l" defTabSz="914126" rtl="0" eaLnBrk="1" fontAlgn="base" latinLnBrk="0" hangingPunct="1">
              <a:lnSpc>
                <a:spcPct val="110000"/>
              </a:lnSpc>
              <a:spcBef>
                <a:spcPts val="800"/>
              </a:spcBef>
              <a:spcAft>
                <a:spcPts val="800"/>
              </a:spcAft>
              <a:buClr>
                <a:srgbClr val="565656">
                  <a:lumMod val="50000"/>
                  <a:lumOff val="50000"/>
                </a:srgbClr>
              </a:buClr>
              <a:buSzPct val="117000"/>
              <a:buFont typeface="Lucida Grande" panose="020B0600040502020204" pitchFamily="34" charset="0"/>
              <a:buChar char="-"/>
              <a:tabLst/>
              <a:defRPr/>
            </a:pPr>
            <a:r>
              <a:rPr kumimoji="0" lang="en-US" sz="2599" b="0" i="0" u="none" strike="noStrike" kern="0" cap="none" spc="0" normalizeH="0" baseline="0" noProof="0">
                <a:ln>
                  <a:noFill/>
                </a:ln>
                <a:solidFill>
                  <a:srgbClr val="565656"/>
                </a:solidFill>
                <a:effectLst/>
                <a:uLnTx/>
                <a:uFillTx/>
                <a:latin typeface="Arial" panose="020B0604020202020204" pitchFamily="34" charset="0"/>
                <a:cs typeface="+mn-cs"/>
              </a:rPr>
              <a:t>Second level</a:t>
            </a:r>
          </a:p>
          <a:p>
            <a:pPr marL="1070686" marR="0" lvl="2" indent="-270846" algn="l" defTabSz="914126" rtl="0" eaLnBrk="1" fontAlgn="base" latinLnBrk="0" hangingPunct="1">
              <a:lnSpc>
                <a:spcPct val="110000"/>
              </a:lnSpc>
              <a:spcBef>
                <a:spcPts val="800"/>
              </a:spcBef>
              <a:spcAft>
                <a:spcPts val="800"/>
              </a:spcAft>
              <a:buClr>
                <a:srgbClr val="565656">
                  <a:lumMod val="50000"/>
                  <a:lumOff val="50000"/>
                </a:srgbClr>
              </a:buClr>
              <a:buSzPct val="117000"/>
              <a:buFont typeface="Lucida Grande"/>
              <a:buChar char="-"/>
              <a:tabLst/>
              <a:defRPr/>
            </a:pPr>
            <a:r>
              <a:rPr kumimoji="0" lang="en-US" altLang="en-US" sz="2267" b="0" i="0" u="none" strike="noStrike" kern="0" cap="none" spc="0" normalizeH="0" baseline="0" noProof="0">
                <a:ln>
                  <a:noFill/>
                </a:ln>
                <a:solidFill>
                  <a:srgbClr val="565656"/>
                </a:solidFill>
                <a:effectLst/>
                <a:uLnTx/>
                <a:uFillTx/>
                <a:latin typeface="Avenir Next" panose="020B0503020202020204" pitchFamily="34" charset="0"/>
                <a:cs typeface="+mn-cs"/>
              </a:rPr>
              <a:t>Third level</a:t>
            </a:r>
          </a:p>
        </p:txBody>
      </p:sp>
      <p:sp>
        <p:nvSpPr>
          <p:cNvPr id="4" name="Text Placeholder 3"/>
          <p:cNvSpPr>
            <a:spLocks noGrp="1"/>
          </p:cNvSpPr>
          <p:nvPr>
            <p:ph type="body" sz="quarter" idx="10"/>
          </p:nvPr>
        </p:nvSpPr>
        <p:spPr>
          <a:xfrm>
            <a:off x="523209" y="987709"/>
            <a:ext cx="11155172" cy="598331"/>
          </a:xfrm>
          <a:prstGeom prst="rect">
            <a:avLst/>
          </a:prstGeom>
        </p:spPr>
        <p:txBody>
          <a:bodyPr lIns="0">
            <a:normAutofit/>
          </a:bodyPr>
          <a:lstStyle>
            <a:lvl1pPr marL="0" indent="0">
              <a:spcBef>
                <a:spcPts val="0"/>
              </a:spcBef>
              <a:spcAft>
                <a:spcPts val="0"/>
              </a:spcAft>
              <a:buNone/>
              <a:defRPr sz="2799" baseline="0">
                <a:solidFill>
                  <a:schemeClr val="tx1"/>
                </a:solidFill>
              </a:defRPr>
            </a:lvl1pPr>
            <a:lvl2pPr marL="469747" indent="0">
              <a:spcBef>
                <a:spcPts val="0"/>
              </a:spcBef>
              <a:spcAft>
                <a:spcPts val="0"/>
              </a:spcAft>
              <a:buNone/>
              <a:defRPr sz="2200"/>
            </a:lvl2pPr>
            <a:lvl3pPr marL="799840" indent="0">
              <a:spcBef>
                <a:spcPts val="0"/>
              </a:spcBef>
              <a:spcAft>
                <a:spcPts val="0"/>
              </a:spcAft>
              <a:buNone/>
              <a:defRPr sz="2200"/>
            </a:lvl3pPr>
            <a:lvl4pPr marL="1142628" indent="0">
              <a:spcBef>
                <a:spcPts val="0"/>
              </a:spcBef>
              <a:spcAft>
                <a:spcPts val="0"/>
              </a:spcAft>
              <a:buNone/>
              <a:defRPr sz="2200"/>
            </a:lvl4pPr>
            <a:lvl5pPr marL="1434633" indent="0">
              <a:spcBef>
                <a:spcPts val="0"/>
              </a:spcBef>
              <a:spcAft>
                <a:spcPts val="0"/>
              </a:spcAft>
              <a:buNone/>
              <a:defRPr sz="2200"/>
            </a:lvl5pPr>
          </a:lstStyle>
          <a:p>
            <a:pPr lvl="0"/>
            <a:endParaRPr lang="en-US"/>
          </a:p>
        </p:txBody>
      </p:sp>
      <p:sp>
        <p:nvSpPr>
          <p:cNvPr id="8" name="Title Placeholder 4">
            <a:extLst>
              <a:ext uri="{FF2B5EF4-FFF2-40B4-BE49-F238E27FC236}">
                <a16:creationId xmlns:a16="http://schemas.microsoft.com/office/drawing/2014/main" id="{79670FE5-5DC9-9145-A1A8-C0DE0F840C20}"/>
              </a:ext>
            </a:extLst>
          </p:cNvPr>
          <p:cNvSpPr>
            <a:spLocks noGrp="1"/>
          </p:cNvSpPr>
          <p:nvPr>
            <p:ph type="title"/>
          </p:nvPr>
        </p:nvSpPr>
        <p:spPr>
          <a:xfrm>
            <a:off x="524256" y="1"/>
            <a:ext cx="11160644" cy="881595"/>
          </a:xfrm>
          <a:prstGeom prst="rect">
            <a:avLst/>
          </a:prstGeom>
        </p:spPr>
        <p:txBody>
          <a:bodyPr vert="horz" lIns="0" tIns="36576" rIns="0" bIns="0" rtlCol="0" anchor="ctr">
            <a:normAutofit/>
          </a:bodyPr>
          <a:lstStyle/>
          <a:p>
            <a:r>
              <a:rPr lang="en-US"/>
              <a:t>Click to edit Master title style</a:t>
            </a:r>
          </a:p>
        </p:txBody>
      </p:sp>
    </p:spTree>
    <p:extLst>
      <p:ext uri="{BB962C8B-B14F-4D97-AF65-F5344CB8AC3E}">
        <p14:creationId xmlns:p14="http://schemas.microsoft.com/office/powerpoint/2010/main" val="1721957067"/>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tags" Target="../tags/tag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tags" Target="../tags/tag3.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image" Target="../media/image1.emf"/><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tags" Target="../tags/tag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theme" Target="../theme/theme1.xml"/><Relationship Id="rId48" Type="http://schemas.openxmlformats.org/officeDocument/2006/relationships/oleObject" Target="../embeddings/oleObject1.bin"/><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tags" Target="../tags/tag4.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50.xml"/><Relationship Id="rId13" Type="http://schemas.openxmlformats.org/officeDocument/2006/relationships/slideLayout" Target="../slideLayouts/slideLayout55.xml"/><Relationship Id="rId18" Type="http://schemas.openxmlformats.org/officeDocument/2006/relationships/slideLayout" Target="../slideLayouts/slideLayout60.xml"/><Relationship Id="rId26" Type="http://schemas.openxmlformats.org/officeDocument/2006/relationships/slideLayout" Target="../slideLayouts/slideLayout68.xml"/><Relationship Id="rId3" Type="http://schemas.openxmlformats.org/officeDocument/2006/relationships/slideLayout" Target="../slideLayouts/slideLayout45.xml"/><Relationship Id="rId21" Type="http://schemas.openxmlformats.org/officeDocument/2006/relationships/slideLayout" Target="../slideLayouts/slideLayout63.xml"/><Relationship Id="rId7" Type="http://schemas.openxmlformats.org/officeDocument/2006/relationships/slideLayout" Target="../slideLayouts/slideLayout49.xml"/><Relationship Id="rId12" Type="http://schemas.openxmlformats.org/officeDocument/2006/relationships/slideLayout" Target="../slideLayouts/slideLayout54.xml"/><Relationship Id="rId17" Type="http://schemas.openxmlformats.org/officeDocument/2006/relationships/slideLayout" Target="../slideLayouts/slideLayout59.xml"/><Relationship Id="rId25" Type="http://schemas.openxmlformats.org/officeDocument/2006/relationships/slideLayout" Target="../slideLayouts/slideLayout67.xml"/><Relationship Id="rId2" Type="http://schemas.openxmlformats.org/officeDocument/2006/relationships/slideLayout" Target="../slideLayouts/slideLayout44.xml"/><Relationship Id="rId16" Type="http://schemas.openxmlformats.org/officeDocument/2006/relationships/slideLayout" Target="../slideLayouts/slideLayout58.xml"/><Relationship Id="rId20" Type="http://schemas.openxmlformats.org/officeDocument/2006/relationships/slideLayout" Target="../slideLayouts/slideLayout62.xml"/><Relationship Id="rId29" Type="http://schemas.openxmlformats.org/officeDocument/2006/relationships/tags" Target="../tags/tag69.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24" Type="http://schemas.openxmlformats.org/officeDocument/2006/relationships/slideLayout" Target="../slideLayouts/slideLayout66.xml"/><Relationship Id="rId32" Type="http://schemas.openxmlformats.org/officeDocument/2006/relationships/image" Target="../media/image10.emf"/><Relationship Id="rId5" Type="http://schemas.openxmlformats.org/officeDocument/2006/relationships/slideLayout" Target="../slideLayouts/slideLayout47.xml"/><Relationship Id="rId15" Type="http://schemas.openxmlformats.org/officeDocument/2006/relationships/slideLayout" Target="../slideLayouts/slideLayout57.xml"/><Relationship Id="rId23" Type="http://schemas.openxmlformats.org/officeDocument/2006/relationships/slideLayout" Target="../slideLayouts/slideLayout65.xml"/><Relationship Id="rId28" Type="http://schemas.openxmlformats.org/officeDocument/2006/relationships/tags" Target="../tags/tag68.xml"/><Relationship Id="rId10" Type="http://schemas.openxmlformats.org/officeDocument/2006/relationships/slideLayout" Target="../slideLayouts/slideLayout52.xml"/><Relationship Id="rId19" Type="http://schemas.openxmlformats.org/officeDocument/2006/relationships/slideLayout" Target="../slideLayouts/slideLayout61.xml"/><Relationship Id="rId31" Type="http://schemas.openxmlformats.org/officeDocument/2006/relationships/image" Target="../media/image9.emf"/><Relationship Id="rId4" Type="http://schemas.openxmlformats.org/officeDocument/2006/relationships/slideLayout" Target="../slideLayouts/slideLayout46.xml"/><Relationship Id="rId9" Type="http://schemas.openxmlformats.org/officeDocument/2006/relationships/slideLayout" Target="../slideLayouts/slideLayout51.xml"/><Relationship Id="rId14" Type="http://schemas.openxmlformats.org/officeDocument/2006/relationships/slideLayout" Target="../slideLayouts/slideLayout56.xml"/><Relationship Id="rId22" Type="http://schemas.openxmlformats.org/officeDocument/2006/relationships/slideLayout" Target="../slideLayouts/slideLayout64.xml"/><Relationship Id="rId27" Type="http://schemas.openxmlformats.org/officeDocument/2006/relationships/theme" Target="../theme/theme2.xml"/><Relationship Id="rId30" Type="http://schemas.openxmlformats.org/officeDocument/2006/relationships/oleObject" Target="../embeddings/oleObject42.bin"/></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086B05CA-DC5A-855B-F035-DD0165729ADC}"/>
              </a:ext>
            </a:extLst>
          </p:cNvPr>
          <p:cNvGraphicFramePr>
            <a:graphicFrameLocks noChangeAspect="1"/>
          </p:cNvGraphicFramePr>
          <p:nvPr userDrawn="1">
            <p:custDataLst>
              <p:tags r:id="rId44"/>
            </p:custDataLst>
            <p:extLst>
              <p:ext uri="{D42A27DB-BD31-4B8C-83A1-F6EECF244321}">
                <p14:modId xmlns:p14="http://schemas.microsoft.com/office/powerpoint/2010/main" val="41454754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8" imgW="498" imgH="499" progId="TCLayout.ActiveDocument.1">
                  <p:embed/>
                </p:oleObj>
              </mc:Choice>
              <mc:Fallback>
                <p:oleObj name="think-cell Slide" r:id="rId48" imgW="498" imgH="499" progId="TCLayout.ActiveDocument.1">
                  <p:embed/>
                  <p:pic>
                    <p:nvPicPr>
                      <p:cNvPr id="7" name="think-cell data - do not delete" hidden="1">
                        <a:extLst>
                          <a:ext uri="{FF2B5EF4-FFF2-40B4-BE49-F238E27FC236}">
                            <a16:creationId xmlns:a16="http://schemas.microsoft.com/office/drawing/2014/main" id="{086B05CA-DC5A-855B-F035-DD0165729ADC}"/>
                          </a:ext>
                        </a:extLst>
                      </p:cNvPr>
                      <p:cNvPicPr/>
                      <p:nvPr/>
                    </p:nvPicPr>
                    <p:blipFill>
                      <a:blip r:embed="rId49"/>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bwMode="gray">
          <a:xfrm>
            <a:off x="457200" y="345664"/>
            <a:ext cx="11281285" cy="340136"/>
          </a:xfrm>
          <a:prstGeom prst="rect">
            <a:avLst/>
          </a:prstGeom>
        </p:spPr>
        <p:txBody>
          <a:bodyPr vert="horz" lIns="0" tIns="0" rIns="0" bIns="0" rtlCol="0" anchor="t" anchorCtr="0">
            <a:noAutofit/>
          </a:bodyPr>
          <a:lstStyle/>
          <a:p>
            <a:r>
              <a:rPr lang="en-US" noProof="0"/>
              <a:t>Click to edit Master title style</a:t>
            </a:r>
          </a:p>
        </p:txBody>
      </p:sp>
      <p:sp>
        <p:nvSpPr>
          <p:cNvPr id="18" name="Copyright"/>
          <p:cNvSpPr txBox="1"/>
          <p:nvPr>
            <p:custDataLst>
              <p:tags r:id="rId45"/>
            </p:custDataLst>
          </p:nvPr>
        </p:nvSpPr>
        <p:spPr>
          <a:xfrm>
            <a:off x="457199" y="6658172"/>
            <a:ext cx="5355168" cy="138499"/>
          </a:xfrm>
          <a:prstGeom prst="rect">
            <a:avLst/>
          </a:prstGeom>
          <a:noFill/>
        </p:spPr>
        <p:txBody>
          <a:bodyPr wrap="square" lIns="0" tIns="0" rIns="0" bIns="0" rtlCol="0">
            <a:spAutoFit/>
          </a:bodyPr>
          <a:lstStyle/>
          <a:p>
            <a:pPr marL="0" indent="0" rtl="0">
              <a:spcBef>
                <a:spcPts val="450"/>
              </a:spcBef>
              <a:buSzPct val="100000"/>
              <a:buFont typeface="Arial"/>
              <a:buNone/>
            </a:pPr>
            <a:r>
              <a:rPr lang="en-US" sz="900" noProof="0" dirty="0">
                <a:solidFill>
                  <a:schemeClr val="tx1"/>
                </a:solidFill>
                <a:latin typeface="Calibri" panose="020F0502020204030204" pitchFamily="34" charset="0"/>
                <a:cs typeface="Calibri" panose="020F0502020204030204" pitchFamily="34" charset="0"/>
              </a:rPr>
              <a:t>Deloitte Touché Tohmatsu India LLP 2025</a:t>
            </a:r>
          </a:p>
        </p:txBody>
      </p:sp>
      <p:sp>
        <p:nvSpPr>
          <p:cNvPr id="19" name="Text Placeholder 18"/>
          <p:cNvSpPr>
            <a:spLocks noGrp="1"/>
          </p:cNvSpPr>
          <p:nvPr>
            <p:ph type="body" idx="1"/>
          </p:nvPr>
        </p:nvSpPr>
        <p:spPr>
          <a:xfrm>
            <a:off x="460887" y="1714500"/>
            <a:ext cx="11277599" cy="4648200"/>
          </a:xfrm>
          <a:prstGeom prst="rect">
            <a:avLst/>
          </a:prstGeom>
        </p:spPr>
        <p:txBody>
          <a:bodyPr vert="horz" lIns="0" tIns="0" rIns="0" bIns="0" rtlCol="0">
            <a:norm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TextBox 2"/>
          <p:cNvSpPr txBox="1"/>
          <p:nvPr/>
        </p:nvSpPr>
        <p:spPr>
          <a:xfrm>
            <a:off x="11426826" y="6588922"/>
            <a:ext cx="307975" cy="138499"/>
          </a:xfrm>
          <a:prstGeom prst="rect">
            <a:avLst/>
          </a:prstGeom>
          <a:noFill/>
        </p:spPr>
        <p:txBody>
          <a:bodyPr wrap="square" lIns="0" tIns="0" rIns="0" bIns="0" rtlCol="0">
            <a:spAutoFit/>
          </a:bodyPr>
          <a:lstStyle/>
          <a:p>
            <a:pPr marL="0" indent="0" algn="r" rtl="0">
              <a:spcBef>
                <a:spcPts val="450"/>
              </a:spcBef>
              <a:buSzPct val="100000"/>
              <a:buFont typeface="Arial"/>
              <a:buNone/>
            </a:pPr>
            <a:fld id="{C58DF478-B544-4ED8-9ED4-6A2648E2D233}" type="slidenum">
              <a:rPr lang="en-US" sz="900" noProof="0" smtClean="0">
                <a:solidFill>
                  <a:schemeClr val="tx1"/>
                </a:solidFill>
                <a:latin typeface="Calibri" panose="020F0502020204030204" pitchFamily="34" charset="0"/>
                <a:cs typeface="Calibri" panose="020F0502020204030204" pitchFamily="34" charset="0"/>
              </a:rPr>
              <a:pPr marL="0" indent="0" algn="r" rtl="0">
                <a:spcBef>
                  <a:spcPts val="450"/>
                </a:spcBef>
                <a:buSzPct val="100000"/>
                <a:buFont typeface="Arial"/>
                <a:buNone/>
              </a:pPr>
              <a:t>‹#›</a:t>
            </a:fld>
            <a:endParaRPr lang="en-US" sz="900" noProof="0" dirty="0">
              <a:solidFill>
                <a:schemeClr val="tx1"/>
              </a:solidFill>
              <a:latin typeface="Calibri" panose="020F0502020204030204" pitchFamily="34" charset="0"/>
              <a:cs typeface="Calibri" panose="020F0502020204030204" pitchFamily="34" charset="0"/>
            </a:endParaRPr>
          </a:p>
        </p:txBody>
      </p:sp>
      <p:sp>
        <p:nvSpPr>
          <p:cNvPr id="5" name="empower - DO NOT DELETE!!!">
            <a:extLst>
              <a:ext uri="{FF2B5EF4-FFF2-40B4-BE49-F238E27FC236}">
                <a16:creationId xmlns:a16="http://schemas.microsoft.com/office/drawing/2014/main" id="{AF3F685E-75BA-4AAC-8247-5B8C55DC34A1}"/>
              </a:ext>
            </a:extLst>
          </p:cNvPr>
          <p:cNvSpPr/>
          <p:nvPr>
            <p:custDataLst>
              <p:tags r:id="rId46"/>
            </p:custDataLst>
          </p:nvPr>
        </p:nvSpPr>
        <p:spPr bwMode="gray">
          <a:xfrm>
            <a:off x="0" y="0"/>
            <a:ext cx="0" cy="0"/>
          </a:xfrm>
          <a:prstGeom prst="ellipse">
            <a:avLst/>
          </a:prstGeom>
          <a:solidFill>
            <a:schemeClr val="accent3"/>
          </a:solidFill>
          <a:ln w="19050" algn="ctr">
            <a:noFill/>
            <a:miter lim="800000"/>
            <a:headEnd/>
            <a:tailEnd/>
          </a:ln>
        </p:spPr>
        <p:txBody>
          <a:bodyPr wrap="square" lIns="88900" tIns="88900" rIns="88900" bIns="88900" rtlCol="0" anchor="ctr"/>
          <a:lstStyle/>
          <a:p>
            <a:pPr lvl="0" algn="ctr" rtl="0">
              <a:lnSpc>
                <a:spcPct val="106000"/>
              </a:lnSpc>
              <a:buFont typeface="Wingdings 2" pitchFamily="18" charset="2"/>
              <a:buNone/>
            </a:pPr>
            <a:endParaRPr lang="en-US" sz="1600" b="1">
              <a:solidFill>
                <a:schemeClr val="bg1"/>
              </a:solidFill>
            </a:endParaRPr>
          </a:p>
        </p:txBody>
      </p:sp>
      <p:sp>
        <p:nvSpPr>
          <p:cNvPr id="4" name="empower - DO NOT DELETE!!!" hidden="1">
            <a:extLst>
              <a:ext uri="{FF2B5EF4-FFF2-40B4-BE49-F238E27FC236}">
                <a16:creationId xmlns:a16="http://schemas.microsoft.com/office/drawing/2014/main" id="{010D3BDB-9505-4DFA-9DF5-8ABBE694D4C1}"/>
              </a:ext>
            </a:extLst>
          </p:cNvPr>
          <p:cNvSpPr/>
          <p:nvPr>
            <p:custDataLst>
              <p:tags r:id="rId47"/>
            </p:custDataLst>
          </p:nvPr>
        </p:nvSpPr>
        <p:spPr bwMode="gray">
          <a:xfrm>
            <a:off x="0" y="0"/>
            <a:ext cx="0" cy="0"/>
          </a:xfrm>
          <a:prstGeom prst="ellipse">
            <a:avLst/>
          </a:prstGeom>
          <a:solidFill>
            <a:schemeClr val="accent3"/>
          </a:solidFill>
          <a:ln w="19050" algn="ctr">
            <a:noFill/>
            <a:miter lim="800000"/>
            <a:headEnd/>
            <a:tailEnd/>
          </a:ln>
        </p:spPr>
        <p:txBody>
          <a:bodyPr wrap="square" lIns="88900" tIns="88900" rIns="88900" bIns="88900" rtlCol="0" anchor="ctr"/>
          <a:lstStyle/>
          <a:p>
            <a:pPr lvl="0" algn="ctr" rtl="0">
              <a:lnSpc>
                <a:spcPct val="106000"/>
              </a:lnSpc>
              <a:buFont typeface="Wingdings 2" pitchFamily="18" charset="2"/>
              <a:buNone/>
            </a:pPr>
            <a:endParaRPr lang="en-US" sz="1600" b="1">
              <a:solidFill>
                <a:schemeClr val="bg1"/>
              </a:solidFill>
            </a:endParaRPr>
          </a:p>
        </p:txBody>
      </p:sp>
    </p:spTree>
    <p:extLst>
      <p:ext uri="{BB962C8B-B14F-4D97-AF65-F5344CB8AC3E}">
        <p14:creationId xmlns:p14="http://schemas.microsoft.com/office/powerpoint/2010/main" val="346171274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1" r:id="rId20"/>
    <p:sldLayoutId id="2147483682" r:id="rId21"/>
    <p:sldLayoutId id="2147483683" r:id="rId22"/>
    <p:sldLayoutId id="2147483684" r:id="rId23"/>
    <p:sldLayoutId id="2147483685" r:id="rId24"/>
    <p:sldLayoutId id="2147483686" r:id="rId25"/>
    <p:sldLayoutId id="2147483687" r:id="rId26"/>
    <p:sldLayoutId id="2147483691" r:id="rId27"/>
    <p:sldLayoutId id="2147483692" r:id="rId28"/>
    <p:sldLayoutId id="2147483694" r:id="rId29"/>
    <p:sldLayoutId id="2147483695" r:id="rId30"/>
    <p:sldLayoutId id="2147483696" r:id="rId31"/>
    <p:sldLayoutId id="2147483697" r:id="rId32"/>
    <p:sldLayoutId id="2147483698" r:id="rId33"/>
    <p:sldLayoutId id="2147483699" r:id="rId34"/>
    <p:sldLayoutId id="2147483708" r:id="rId35"/>
    <p:sldLayoutId id="2147483709" r:id="rId36"/>
    <p:sldLayoutId id="2147483711" r:id="rId37"/>
    <p:sldLayoutId id="2147483718" r:id="rId38"/>
    <p:sldLayoutId id="2147483721" r:id="rId39"/>
    <p:sldLayoutId id="2147483855" r:id="rId40"/>
    <p:sldLayoutId id="2147483883" r:id="rId41"/>
    <p:sldLayoutId id="2147483884" r:id="rId42"/>
  </p:sldLayoutIdLst>
  <p:transition>
    <p:fade/>
  </p:transition>
  <p:txStyles>
    <p:titleStyle>
      <a:lvl1pPr algn="l" defTabSz="685800" rtl="0" eaLnBrk="1" latinLnBrk="0" hangingPunct="1">
        <a:spcBef>
          <a:spcPct val="0"/>
        </a:spcBef>
        <a:buNone/>
        <a:defRPr sz="2100" kern="1200">
          <a:solidFill>
            <a:schemeClr val="tx1"/>
          </a:solidFill>
          <a:latin typeface="+mn-lt"/>
          <a:ea typeface="+mj-ea"/>
          <a:cs typeface="Calibri Light" panose="020F0302020204030204" pitchFamily="34" charset="0"/>
        </a:defRPr>
      </a:lvl1pPr>
    </p:titleStyle>
    <p:body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dirty="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dirty="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dirty="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dirty="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267300" indent="0" algn="l" defTabSz="685800" rtl="0" eaLnBrk="1" latinLnBrk="0" hangingPunct="1">
        <a:spcBef>
          <a:spcPts val="0"/>
        </a:spcBef>
        <a:spcAft>
          <a:spcPts val="750"/>
        </a:spcAft>
        <a:buFont typeface="Verdana" panose="020B0604030504040204" pitchFamily="34" charset="0"/>
        <a:buNone/>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45" orient="horz" pos="4008">
          <p15:clr>
            <a:srgbClr val="F26B43"/>
          </p15:clr>
        </p15:guide>
        <p15:guide id="49" orient="horz" pos="436">
          <p15:clr>
            <a:srgbClr val="F26B43"/>
          </p15:clr>
        </p15:guide>
        <p15:guide id="68" orient="horz" pos="4104">
          <p15:clr>
            <a:srgbClr val="F26B43"/>
          </p15:clr>
        </p15:guide>
        <p15:guide id="69" orient="horz" pos="2088">
          <p15:clr>
            <a:srgbClr val="F26B43"/>
          </p15:clr>
        </p15:guide>
        <p15:guide id="70" orient="horz" pos="1080">
          <p15:clr>
            <a:srgbClr val="F26B43"/>
          </p15:clr>
        </p15:guide>
        <p15:guide id="71" orient="horz" pos="216">
          <p15:clr>
            <a:srgbClr val="F26B43"/>
          </p15:clr>
        </p15:guide>
        <p15:guide id="72" pos="3840">
          <p15:clr>
            <a:srgbClr val="F26B43"/>
          </p15:clr>
        </p15:guide>
        <p15:guide id="73" pos="3936">
          <p15:clr>
            <a:srgbClr val="F26B43"/>
          </p15:clr>
        </p15:guide>
        <p15:guide id="74" pos="288">
          <p15:clr>
            <a:srgbClr val="F26B43"/>
          </p15:clr>
        </p15:guide>
        <p15:guide id="75" pos="4960">
          <p15:clr>
            <a:srgbClr val="F26B43"/>
          </p15:clr>
        </p15:guide>
        <p15:guide id="76" pos="3744">
          <p15:clr>
            <a:srgbClr val="F26B43"/>
          </p15:clr>
        </p15:guide>
        <p15:guide id="77" pos="2720">
          <p15:clr>
            <a:srgbClr val="F26B43"/>
          </p15:clr>
        </p15:guide>
        <p15:guide id="78" pos="2528">
          <p15:clr>
            <a:srgbClr val="F26B43"/>
          </p15:clr>
        </p15:guide>
        <p15:guide id="79" pos="1312">
          <p15:clr>
            <a:srgbClr val="F26B43"/>
          </p15:clr>
        </p15:guide>
        <p15:guide id="80" pos="1504">
          <p15:clr>
            <a:srgbClr val="F26B43"/>
          </p15:clr>
        </p15:guide>
        <p15:guide id="81" pos="5152">
          <p15:clr>
            <a:srgbClr val="F26B43"/>
          </p15:clr>
        </p15:guide>
        <p15:guide id="82" pos="6176">
          <p15:clr>
            <a:srgbClr val="F26B43"/>
          </p15:clr>
        </p15:guide>
        <p15:guide id="83" pos="6368">
          <p15:clr>
            <a:srgbClr val="F26B43"/>
          </p15:clr>
        </p15:guide>
        <p15:guide id="84" pos="7392">
          <p15:clr>
            <a:srgbClr val="F26B43"/>
          </p15:clr>
        </p15:guide>
        <p15:guide id="85" orient="horz" pos="2184">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C33A0519-5984-412F-B22F-AF8FBDB89578}"/>
              </a:ext>
            </a:extLst>
          </p:cNvPr>
          <p:cNvGraphicFramePr>
            <a:graphicFrameLocks noChangeAspect="1"/>
          </p:cNvGraphicFramePr>
          <p:nvPr userDrawn="1">
            <p:custDataLst>
              <p:tags r:id="rId28"/>
            </p:custDataLst>
            <p:extLst>
              <p:ext uri="{D42A27DB-BD31-4B8C-83A1-F6EECF244321}">
                <p14:modId xmlns:p14="http://schemas.microsoft.com/office/powerpoint/2010/main" val="193314070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0" imgW="473" imgH="476" progId="TCLayout.ActiveDocument.1">
                  <p:embed/>
                </p:oleObj>
              </mc:Choice>
              <mc:Fallback>
                <p:oleObj name="think-cell Slide" r:id="rId30" imgW="473" imgH="476" progId="TCLayout.ActiveDocument.1">
                  <p:embed/>
                  <p:pic>
                    <p:nvPicPr>
                      <p:cNvPr id="3" name="Objekt 2" hidden="1">
                        <a:extLst>
                          <a:ext uri="{FF2B5EF4-FFF2-40B4-BE49-F238E27FC236}">
                            <a16:creationId xmlns:a16="http://schemas.microsoft.com/office/drawing/2014/main" id="{C33A0519-5984-412F-B22F-AF8FBDB89578}"/>
                          </a:ext>
                        </a:extLst>
                      </p:cNvPr>
                      <p:cNvPicPr/>
                      <p:nvPr/>
                    </p:nvPicPr>
                    <p:blipFill>
                      <a:blip r:embed="rId31"/>
                      <a:stretch>
                        <a:fillRect/>
                      </a:stretch>
                    </p:blipFill>
                    <p:spPr>
                      <a:xfrm>
                        <a:off x="1588" y="1588"/>
                        <a:ext cx="1588" cy="1588"/>
                      </a:xfrm>
                      <a:prstGeom prst="rect">
                        <a:avLst/>
                      </a:prstGeom>
                    </p:spPr>
                  </p:pic>
                </p:oleObj>
              </mc:Fallback>
            </mc:AlternateContent>
          </a:graphicData>
        </a:graphic>
      </p:graphicFrame>
      <p:sp>
        <p:nvSpPr>
          <p:cNvPr id="2" name="Rechteck 1" hidden="1">
            <a:extLst>
              <a:ext uri="{FF2B5EF4-FFF2-40B4-BE49-F238E27FC236}">
                <a16:creationId xmlns:a16="http://schemas.microsoft.com/office/drawing/2014/main" id="{3A1F8195-F1C3-49A8-89A3-4A61ACD0BD68}"/>
              </a:ext>
            </a:extLst>
          </p:cNvPr>
          <p:cNvSpPr/>
          <p:nvPr userDrawn="1">
            <p:custDataLst>
              <p:tags r:id="rId29"/>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a:endParaRPr lang="de-DE" sz="3000" b="0" i="0" baseline="0" err="1">
              <a:solidFill>
                <a:srgbClr val="FFFFFF"/>
              </a:solidFill>
              <a:latin typeface="CorpoA" pitchFamily="2" charset="0"/>
              <a:ea typeface="+mj-ea"/>
              <a:cs typeface="+mj-cs"/>
              <a:sym typeface="CorpoA" pitchFamily="2" charset="0"/>
            </a:endParaRPr>
          </a:p>
        </p:txBody>
      </p:sp>
      <p:sp>
        <p:nvSpPr>
          <p:cNvPr id="52" name="Titelplatzhalter 1"/>
          <p:cNvSpPr>
            <a:spLocks noGrp="1"/>
          </p:cNvSpPr>
          <p:nvPr>
            <p:ph type="title"/>
          </p:nvPr>
        </p:nvSpPr>
        <p:spPr bwMode="black">
          <a:xfrm>
            <a:off x="395289" y="368300"/>
            <a:ext cx="11406187" cy="1008360"/>
          </a:xfrm>
          <a:prstGeom prst="rect">
            <a:avLst/>
          </a:prstGeom>
        </p:spPr>
        <p:txBody>
          <a:bodyPr vert="horz" lIns="0" tIns="0" rIns="0" bIns="0" rtlCol="0" anchor="t" anchorCtr="0">
            <a:noAutofit/>
          </a:bodyPr>
          <a:lstStyle/>
          <a:p>
            <a:r>
              <a:rPr lang="de-DE" noProof="0"/>
              <a:t>Headline zweizeilig in CorpoA (Überschriften) 30 pt. </a:t>
            </a:r>
            <a:br>
              <a:rPr lang="de-DE" noProof="0"/>
            </a:br>
            <a:r>
              <a:rPr lang="de-DE" noProof="0"/>
              <a:t>Lorem ipsum dolor sit amet.</a:t>
            </a:r>
          </a:p>
        </p:txBody>
      </p:sp>
      <p:sp>
        <p:nvSpPr>
          <p:cNvPr id="57" name="Textplatzhalter 2"/>
          <p:cNvSpPr>
            <a:spLocks noGrp="1"/>
          </p:cNvSpPr>
          <p:nvPr>
            <p:ph type="body" idx="1"/>
          </p:nvPr>
        </p:nvSpPr>
        <p:spPr bwMode="black">
          <a:xfrm>
            <a:off x="395288" y="1511300"/>
            <a:ext cx="11406188" cy="4914899"/>
          </a:xfrm>
          <a:prstGeom prst="rect">
            <a:avLst/>
          </a:prstGeom>
        </p:spPr>
        <p:txBody>
          <a:bodyPr vert="horz" lIns="0" tIns="0" rIns="0" bIns="0" rtlCol="0" anchor="t" anchorCtr="0">
            <a:noAutofit/>
          </a:bodyPr>
          <a:lstStyle/>
          <a:p>
            <a:pPr lvl="0"/>
            <a:r>
              <a:rPr lang="de-DE" noProof="0"/>
              <a:t>Text in CorpoS (Textkörper) in 20 pt. einfügen // für Aufzählungen: Start // Absatz // Listenebene erhöhen</a:t>
            </a:r>
          </a:p>
          <a:p>
            <a:pPr lvl="1"/>
            <a:r>
              <a:rPr lang="de-DE" noProof="0"/>
              <a:t>Zweite Ebene</a:t>
            </a:r>
          </a:p>
          <a:p>
            <a:pPr lvl="2"/>
            <a:r>
              <a:rPr lang="de-DE" noProof="0"/>
              <a:t>Dritte Ebene</a:t>
            </a:r>
          </a:p>
          <a:p>
            <a:pPr lvl="3"/>
            <a:r>
              <a:rPr lang="de-DE" noProof="0"/>
              <a:t>Vierte Ebene</a:t>
            </a:r>
          </a:p>
          <a:p>
            <a:pPr lvl="4"/>
            <a:r>
              <a:rPr lang="de-DE" noProof="0"/>
              <a:t>Fünfte Ebene</a:t>
            </a:r>
          </a:p>
          <a:p>
            <a:pPr lvl="5"/>
            <a:r>
              <a:rPr lang="de-DE" noProof="0"/>
              <a:t>Sechste Ebene</a:t>
            </a:r>
          </a:p>
          <a:p>
            <a:pPr lvl="6"/>
            <a:r>
              <a:rPr lang="de-DE" noProof="0"/>
              <a:t>Siebte Ebene</a:t>
            </a:r>
          </a:p>
          <a:p>
            <a:pPr lvl="7"/>
            <a:r>
              <a:rPr lang="de-DE" noProof="0"/>
              <a:t>Achte Ebene</a:t>
            </a:r>
          </a:p>
          <a:p>
            <a:pPr lvl="8"/>
            <a:r>
              <a:rPr lang="de-DE" noProof="0"/>
              <a:t>Neunte Ebene</a:t>
            </a:r>
          </a:p>
        </p:txBody>
      </p:sp>
      <p:sp>
        <p:nvSpPr>
          <p:cNvPr id="60" name="Foliennummernplatzhalter 5"/>
          <p:cNvSpPr>
            <a:spLocks noGrp="1"/>
          </p:cNvSpPr>
          <p:nvPr>
            <p:ph type="sldNum" sz="quarter" idx="4"/>
          </p:nvPr>
        </p:nvSpPr>
        <p:spPr bwMode="black">
          <a:xfrm>
            <a:off x="11484000" y="6552000"/>
            <a:ext cx="323999" cy="306000"/>
          </a:xfrm>
          <a:prstGeom prst="rect">
            <a:avLst/>
          </a:prstGeom>
        </p:spPr>
        <p:txBody>
          <a:bodyPr vert="horz" lIns="0" tIns="0" rIns="0" bIns="0" rtlCol="0" anchor="ctr" anchorCtr="0">
            <a:noAutofit/>
          </a:bodyPr>
          <a:lstStyle>
            <a:lvl1pPr marL="0" indent="0" algn="r">
              <a:spcBef>
                <a:spcPts val="0"/>
              </a:spcBef>
              <a:buFont typeface="+mj-lt"/>
              <a:buNone/>
              <a:defRPr sz="1000" b="0" i="0">
                <a:solidFill>
                  <a:schemeClr val="tx1"/>
                </a:solidFill>
                <a:latin typeface="+mn-lt"/>
              </a:defRPr>
            </a:lvl1pPr>
            <a:lvl2pPr marL="0" indent="0" algn="l">
              <a:spcBef>
                <a:spcPts val="0"/>
              </a:spcBef>
              <a:defRPr sz="1000"/>
            </a:lvl2pPr>
            <a:lvl3pPr marL="0" indent="0" algn="l">
              <a:spcBef>
                <a:spcPts val="0"/>
              </a:spcBef>
              <a:defRPr sz="1000"/>
            </a:lvl3pPr>
            <a:lvl4pPr marL="0" indent="0" algn="l">
              <a:spcBef>
                <a:spcPts val="0"/>
              </a:spcBef>
              <a:defRPr sz="1000"/>
            </a:lvl4pPr>
            <a:lvl5pPr marL="0" indent="0" algn="l">
              <a:spcBef>
                <a:spcPts val="0"/>
              </a:spcBef>
              <a:defRPr sz="1000"/>
            </a:lvl5pPr>
            <a:lvl6pPr marL="0" indent="0" algn="l">
              <a:spcBef>
                <a:spcPts val="0"/>
              </a:spcBef>
              <a:defRPr sz="1000"/>
            </a:lvl6pPr>
            <a:lvl7pPr marL="0" indent="0" algn="l">
              <a:spcBef>
                <a:spcPts val="0"/>
              </a:spcBef>
              <a:defRPr sz="1000"/>
            </a:lvl7pPr>
            <a:lvl8pPr marL="0" indent="0" algn="l">
              <a:spcBef>
                <a:spcPts val="0"/>
              </a:spcBef>
              <a:defRPr sz="1000"/>
            </a:lvl8pPr>
            <a:lvl9pPr marL="0" indent="0" algn="l">
              <a:spcBef>
                <a:spcPts val="0"/>
              </a:spcBef>
              <a:defRPr sz="1000"/>
            </a:lvl9pPr>
          </a:lstStyle>
          <a:p>
            <a:fld id="{AD1D1349-391B-44DC-865F-5996B3E40F26}" type="slidenum">
              <a:rPr lang="de-DE" smtClean="0"/>
              <a:pPr/>
              <a:t>‹#›</a:t>
            </a:fld>
            <a:endParaRPr lang="de-DE"/>
          </a:p>
        </p:txBody>
      </p:sp>
      <p:pic>
        <p:nvPicPr>
          <p:cNvPr id="17" name="Wortmarke Mercedes-Benz"/>
          <p:cNvPicPr>
            <a:picLocks noChangeAspect="1"/>
          </p:cNvPicPr>
          <p:nvPr userDrawn="1"/>
        </p:nvPicPr>
        <p:blipFill>
          <a:blip r:embed="rId32" cstate="print">
            <a:extLst>
              <a:ext uri="{28A0092B-C50C-407E-A947-70E740481C1C}">
                <a14:useLocalDpi xmlns:a14="http://schemas.microsoft.com/office/drawing/2010/main" val="0"/>
              </a:ext>
            </a:extLst>
          </a:blip>
          <a:stretch>
            <a:fillRect/>
          </a:stretch>
        </p:blipFill>
        <p:spPr bwMode="black">
          <a:xfrm>
            <a:off x="396000" y="6613200"/>
            <a:ext cx="1188000" cy="148997"/>
          </a:xfrm>
          <a:prstGeom prst="rect">
            <a:avLst/>
          </a:prstGeom>
        </p:spPr>
      </p:pic>
    </p:spTree>
    <p:extLst>
      <p:ext uri="{BB962C8B-B14F-4D97-AF65-F5344CB8AC3E}">
        <p14:creationId xmlns:p14="http://schemas.microsoft.com/office/powerpoint/2010/main" val="1213307983"/>
      </p:ext>
    </p:extLst>
  </p:cSld>
  <p:clrMap bg1="dk1" tx1="lt1" bg2="dk2" tx2="lt2" accent1="accent1" accent2="accent2" accent3="accent3" accent4="accent4" accent5="accent5" accent6="accent6" hlink="hlink" folHlink="folHlink"/>
  <p:sldLayoutIdLst>
    <p:sldLayoutId id="2147483857" r:id="rId1"/>
    <p:sldLayoutId id="2147483858" r:id="rId2"/>
    <p:sldLayoutId id="2147483859" r:id="rId3"/>
    <p:sldLayoutId id="2147483860" r:id="rId4"/>
    <p:sldLayoutId id="2147483861" r:id="rId5"/>
    <p:sldLayoutId id="2147483862" r:id="rId6"/>
    <p:sldLayoutId id="2147483863" r:id="rId7"/>
    <p:sldLayoutId id="2147483864" r:id="rId8"/>
    <p:sldLayoutId id="2147483865" r:id="rId9"/>
    <p:sldLayoutId id="2147483866" r:id="rId10"/>
    <p:sldLayoutId id="2147483867" r:id="rId11"/>
    <p:sldLayoutId id="2147483868" r:id="rId12"/>
    <p:sldLayoutId id="2147483869" r:id="rId13"/>
    <p:sldLayoutId id="2147483870" r:id="rId14"/>
    <p:sldLayoutId id="2147483871" r:id="rId15"/>
    <p:sldLayoutId id="2147483872" r:id="rId16"/>
    <p:sldLayoutId id="2147483873" r:id="rId17"/>
    <p:sldLayoutId id="2147483874" r:id="rId18"/>
    <p:sldLayoutId id="2147483875" r:id="rId19"/>
    <p:sldLayoutId id="2147483876" r:id="rId20"/>
    <p:sldLayoutId id="2147483877" r:id="rId21"/>
    <p:sldLayoutId id="2147483878" r:id="rId22"/>
    <p:sldLayoutId id="2147483879" r:id="rId23"/>
    <p:sldLayoutId id="2147483880" r:id="rId24"/>
    <p:sldLayoutId id="2147483881" r:id="rId25"/>
    <p:sldLayoutId id="2147483882" r:id="rId26"/>
  </p:sldLayoutIdLst>
  <p:hf hdr="0" dt="0"/>
  <p:txStyles>
    <p:titleStyle>
      <a:lvl1pPr marL="0" indent="0" algn="l" defTabSz="914271" rtl="0" eaLnBrk="1" latinLnBrk="0" hangingPunct="1">
        <a:spcBef>
          <a:spcPts val="0"/>
        </a:spcBef>
        <a:buFont typeface="+mj-lt"/>
        <a:buNone/>
        <a:defRPr sz="3000" b="0" i="0" kern="1200">
          <a:solidFill>
            <a:schemeClr val="tx1"/>
          </a:solidFill>
          <a:latin typeface="+mj-lt"/>
          <a:ea typeface="+mj-ea"/>
          <a:cs typeface="+mj-cs"/>
        </a:defRPr>
      </a:lvl1pPr>
    </p:titleStyle>
    <p:bodyStyle>
      <a:lvl1pPr marL="0" indent="0" algn="l" defTabSz="914271" rtl="0" eaLnBrk="1" latinLnBrk="0" hangingPunct="1">
        <a:lnSpc>
          <a:spcPct val="108000"/>
        </a:lnSpc>
        <a:spcBef>
          <a:spcPts val="0"/>
        </a:spcBef>
        <a:spcAft>
          <a:spcPts val="1008"/>
        </a:spcAft>
        <a:buFont typeface="+mj-lt"/>
        <a:buNone/>
        <a:defRPr sz="2000" b="0" i="0" kern="1200">
          <a:solidFill>
            <a:schemeClr val="tx1"/>
          </a:solidFill>
          <a:latin typeface="+mn-lt"/>
          <a:ea typeface="+mn-ea"/>
          <a:cs typeface="+mn-cs"/>
        </a:defRPr>
      </a:lvl1pPr>
      <a:lvl2pPr marL="341952" indent="-341952" algn="l" defTabSz="914271" rtl="0" eaLnBrk="1" latinLnBrk="0" hangingPunct="1">
        <a:lnSpc>
          <a:spcPct val="108000"/>
        </a:lnSpc>
        <a:spcBef>
          <a:spcPts val="0"/>
        </a:spcBef>
        <a:spcAft>
          <a:spcPts val="1008"/>
        </a:spcAft>
        <a:buFont typeface="Arial" panose="020B0604020202020204" pitchFamily="34" charset="0"/>
        <a:buChar char="•"/>
        <a:defRPr sz="2000" b="0" i="0" kern="1200">
          <a:solidFill>
            <a:schemeClr val="tx1"/>
          </a:solidFill>
          <a:latin typeface="+mn-lt"/>
          <a:ea typeface="+mn-ea"/>
          <a:cs typeface="+mn-cs"/>
        </a:defRPr>
      </a:lvl2pPr>
      <a:lvl3pPr marL="539924" indent="-197972" algn="l" defTabSz="914271" rtl="0" eaLnBrk="1" latinLnBrk="0" hangingPunct="1">
        <a:lnSpc>
          <a:spcPct val="108000"/>
        </a:lnSpc>
        <a:spcBef>
          <a:spcPts val="0"/>
        </a:spcBef>
        <a:spcAft>
          <a:spcPts val="1008"/>
        </a:spcAft>
        <a:buFont typeface="Symbol" panose="05050102010706020507" pitchFamily="18" charset="2"/>
        <a:buChar char="-"/>
        <a:defRPr sz="1500" b="0" i="0" kern="1200">
          <a:solidFill>
            <a:schemeClr val="tx1"/>
          </a:solidFill>
          <a:latin typeface="+mn-lt"/>
          <a:ea typeface="+mn-ea"/>
          <a:cs typeface="+mn-cs"/>
        </a:defRPr>
      </a:lvl3pPr>
      <a:lvl4pPr marL="738000" indent="-197972" algn="l" defTabSz="914271" rtl="0" eaLnBrk="1" latinLnBrk="0" hangingPunct="1">
        <a:lnSpc>
          <a:spcPct val="108000"/>
        </a:lnSpc>
        <a:spcBef>
          <a:spcPts val="0"/>
        </a:spcBef>
        <a:spcAft>
          <a:spcPts val="1008"/>
        </a:spcAft>
        <a:buFont typeface="Symbol" panose="05050102010706020507" pitchFamily="18" charset="2"/>
        <a:buChar char="-"/>
        <a:defRPr sz="1500" b="0" i="0" kern="1200">
          <a:solidFill>
            <a:schemeClr val="tx1"/>
          </a:solidFill>
          <a:latin typeface="+mn-lt"/>
          <a:ea typeface="+mn-ea"/>
          <a:cs typeface="+mn-cs"/>
        </a:defRPr>
      </a:lvl4pPr>
      <a:lvl5pPr marL="738000" indent="-197972" algn="l" defTabSz="914271" rtl="0" eaLnBrk="1" latinLnBrk="0" hangingPunct="1">
        <a:lnSpc>
          <a:spcPct val="108000"/>
        </a:lnSpc>
        <a:spcBef>
          <a:spcPts val="0"/>
        </a:spcBef>
        <a:spcAft>
          <a:spcPts val="1008"/>
        </a:spcAft>
        <a:buFont typeface="Symbol" panose="05050102010706020507" pitchFamily="18" charset="2"/>
        <a:buChar char="-"/>
        <a:defRPr sz="1500" b="0" i="0" kern="1200">
          <a:solidFill>
            <a:schemeClr val="tx1"/>
          </a:solidFill>
          <a:latin typeface="+mn-lt"/>
          <a:ea typeface="+mn-ea"/>
          <a:cs typeface="+mn-cs"/>
        </a:defRPr>
      </a:lvl5pPr>
      <a:lvl6pPr marL="738000" indent="-197972" algn="l" defTabSz="914271" rtl="0" eaLnBrk="1" latinLnBrk="0" hangingPunct="1">
        <a:lnSpc>
          <a:spcPct val="108000"/>
        </a:lnSpc>
        <a:spcBef>
          <a:spcPts val="0"/>
        </a:spcBef>
        <a:spcAft>
          <a:spcPts val="1008"/>
        </a:spcAft>
        <a:buFont typeface="Symbol" panose="05050102010706020507" pitchFamily="18" charset="2"/>
        <a:buChar char="-"/>
        <a:defRPr sz="1500" b="0" i="0" kern="1200">
          <a:solidFill>
            <a:schemeClr val="tx1"/>
          </a:solidFill>
          <a:latin typeface="+mn-lt"/>
          <a:ea typeface="+mn-ea"/>
          <a:cs typeface="+mn-cs"/>
        </a:defRPr>
      </a:lvl6pPr>
      <a:lvl7pPr marL="738000" indent="-197972" algn="l" defTabSz="914271" rtl="0" eaLnBrk="1" latinLnBrk="0" hangingPunct="1">
        <a:lnSpc>
          <a:spcPct val="108000"/>
        </a:lnSpc>
        <a:spcBef>
          <a:spcPts val="0"/>
        </a:spcBef>
        <a:spcAft>
          <a:spcPts val="1008"/>
        </a:spcAft>
        <a:buFont typeface="Symbol" panose="05050102010706020507" pitchFamily="18" charset="2"/>
        <a:buChar char="-"/>
        <a:defRPr sz="1500" b="0" i="0" kern="1200">
          <a:solidFill>
            <a:schemeClr val="tx1"/>
          </a:solidFill>
          <a:latin typeface="+mn-lt"/>
          <a:ea typeface="+mn-ea"/>
          <a:cs typeface="+mn-cs"/>
        </a:defRPr>
      </a:lvl7pPr>
      <a:lvl8pPr marL="738000" indent="-197972" algn="l" defTabSz="914271" rtl="0" eaLnBrk="1" latinLnBrk="0" hangingPunct="1">
        <a:lnSpc>
          <a:spcPct val="108000"/>
        </a:lnSpc>
        <a:spcBef>
          <a:spcPts val="0"/>
        </a:spcBef>
        <a:spcAft>
          <a:spcPts val="1008"/>
        </a:spcAft>
        <a:buFont typeface="Symbol" panose="05050102010706020507" pitchFamily="18" charset="2"/>
        <a:buChar char="-"/>
        <a:defRPr sz="1500" b="0" i="0" kern="1200">
          <a:solidFill>
            <a:schemeClr val="tx1"/>
          </a:solidFill>
          <a:latin typeface="+mn-lt"/>
          <a:ea typeface="+mn-ea"/>
          <a:cs typeface="+mn-cs"/>
        </a:defRPr>
      </a:lvl8pPr>
      <a:lvl9pPr marL="738000" indent="-197972" algn="l" defTabSz="914271" rtl="0" eaLnBrk="1" latinLnBrk="0" hangingPunct="1">
        <a:lnSpc>
          <a:spcPct val="108000"/>
        </a:lnSpc>
        <a:spcBef>
          <a:spcPts val="0"/>
        </a:spcBef>
        <a:spcAft>
          <a:spcPts val="1008"/>
        </a:spcAft>
        <a:buFont typeface="Symbol" panose="05050102010706020507" pitchFamily="18" charset="2"/>
        <a:buChar char="-"/>
        <a:defRPr sz="1500" b="0" i="0" kern="1200">
          <a:solidFill>
            <a:schemeClr val="tx1"/>
          </a:solidFill>
          <a:latin typeface="+mn-lt"/>
          <a:ea typeface="+mn-ea"/>
          <a:cs typeface="+mn-cs"/>
        </a:defRPr>
      </a:lvl9pPr>
    </p:bodyStyle>
    <p:otherStyle>
      <a:defPPr>
        <a:defRPr lang="de-DE"/>
      </a:defPPr>
      <a:lvl1pPr marL="0" algn="l" defTabSz="914271" rtl="0" eaLnBrk="1" latinLnBrk="0" hangingPunct="1">
        <a:defRPr sz="1800" kern="1200">
          <a:solidFill>
            <a:schemeClr val="tx1"/>
          </a:solidFill>
          <a:latin typeface="+mn-lt"/>
          <a:ea typeface="+mn-ea"/>
          <a:cs typeface="+mn-cs"/>
        </a:defRPr>
      </a:lvl1pPr>
      <a:lvl2pPr marL="457135" algn="l" defTabSz="914271" rtl="0" eaLnBrk="1" latinLnBrk="0" hangingPunct="1">
        <a:defRPr sz="1800" kern="1200">
          <a:solidFill>
            <a:schemeClr val="tx1"/>
          </a:solidFill>
          <a:latin typeface="+mn-lt"/>
          <a:ea typeface="+mn-ea"/>
          <a:cs typeface="+mn-cs"/>
        </a:defRPr>
      </a:lvl2pPr>
      <a:lvl3pPr marL="914271" algn="l" defTabSz="914271" rtl="0" eaLnBrk="1" latinLnBrk="0" hangingPunct="1">
        <a:defRPr sz="1800" kern="1200">
          <a:solidFill>
            <a:schemeClr val="tx1"/>
          </a:solidFill>
          <a:latin typeface="+mn-lt"/>
          <a:ea typeface="+mn-ea"/>
          <a:cs typeface="+mn-cs"/>
        </a:defRPr>
      </a:lvl3pPr>
      <a:lvl4pPr marL="1371406" algn="l" defTabSz="914271" rtl="0" eaLnBrk="1" latinLnBrk="0" hangingPunct="1">
        <a:defRPr sz="1800" kern="1200">
          <a:solidFill>
            <a:schemeClr val="tx1"/>
          </a:solidFill>
          <a:latin typeface="+mn-lt"/>
          <a:ea typeface="+mn-ea"/>
          <a:cs typeface="+mn-cs"/>
        </a:defRPr>
      </a:lvl4pPr>
      <a:lvl5pPr marL="1828542" algn="l" defTabSz="914271" rtl="0" eaLnBrk="1" latinLnBrk="0" hangingPunct="1">
        <a:defRPr sz="1800" kern="1200">
          <a:solidFill>
            <a:schemeClr val="tx1"/>
          </a:solidFill>
          <a:latin typeface="+mn-lt"/>
          <a:ea typeface="+mn-ea"/>
          <a:cs typeface="+mn-cs"/>
        </a:defRPr>
      </a:lvl5pPr>
      <a:lvl6pPr marL="2285678" algn="l" defTabSz="914271" rtl="0" eaLnBrk="1" latinLnBrk="0" hangingPunct="1">
        <a:defRPr sz="1800" kern="1200">
          <a:solidFill>
            <a:schemeClr val="tx1"/>
          </a:solidFill>
          <a:latin typeface="+mn-lt"/>
          <a:ea typeface="+mn-ea"/>
          <a:cs typeface="+mn-cs"/>
        </a:defRPr>
      </a:lvl6pPr>
      <a:lvl7pPr marL="2742814" algn="l" defTabSz="914271" rtl="0" eaLnBrk="1" latinLnBrk="0" hangingPunct="1">
        <a:defRPr sz="1800" kern="1200">
          <a:solidFill>
            <a:schemeClr val="tx1"/>
          </a:solidFill>
          <a:latin typeface="+mn-lt"/>
          <a:ea typeface="+mn-ea"/>
          <a:cs typeface="+mn-cs"/>
        </a:defRPr>
      </a:lvl7pPr>
      <a:lvl8pPr marL="3199949" algn="l" defTabSz="914271" rtl="0" eaLnBrk="1" latinLnBrk="0" hangingPunct="1">
        <a:defRPr sz="1800" kern="1200">
          <a:solidFill>
            <a:schemeClr val="tx1"/>
          </a:solidFill>
          <a:latin typeface="+mn-lt"/>
          <a:ea typeface="+mn-ea"/>
          <a:cs typeface="+mn-cs"/>
        </a:defRPr>
      </a:lvl8pPr>
      <a:lvl9pPr marL="3657085" algn="l" defTabSz="914271"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slideLayout" Target="../slideLayouts/slideLayout2.xml"/><Relationship Id="rId7" Type="http://schemas.openxmlformats.org/officeDocument/2006/relationships/image" Target="../media/image1.emf"/><Relationship Id="rId2" Type="http://schemas.openxmlformats.org/officeDocument/2006/relationships/tags" Target="../tags/tag71.xml"/><Relationship Id="rId1" Type="http://schemas.openxmlformats.org/officeDocument/2006/relationships/tags" Target="../tags/tag70.xml"/><Relationship Id="rId6" Type="http://schemas.openxmlformats.org/officeDocument/2006/relationships/oleObject" Target="../embeddings/oleObject43.bin"/><Relationship Id="rId5" Type="http://schemas.microsoft.com/office/2018/10/relationships/comments" Target="../comments/modernComment_7FFFF6BE_FEDF5ACB.xml"/><Relationship Id="rId4"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7" Type="http://schemas.microsoft.com/office/2007/relationships/hdphoto" Target="../media/hdphoto1.wdp"/><Relationship Id="rId2" Type="http://schemas.openxmlformats.org/officeDocument/2006/relationships/slideLayout" Target="../slideLayouts/slideLayout27.xml"/><Relationship Id="rId1" Type="http://schemas.openxmlformats.org/officeDocument/2006/relationships/tags" Target="../tags/tag72.xml"/><Relationship Id="rId6" Type="http://schemas.openxmlformats.org/officeDocument/2006/relationships/image" Target="../media/image21.png"/><Relationship Id="rId5" Type="http://schemas.openxmlformats.org/officeDocument/2006/relationships/image" Target="../media/image7.emf"/><Relationship Id="rId4" Type="http://schemas.openxmlformats.org/officeDocument/2006/relationships/oleObject" Target="../embeddings/oleObject44.bin"/></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73.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45.bin"/></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5.xml.rels><?xml version="1.0" encoding="UTF-8" standalone="yes"?>
<Relationships xmlns="http://schemas.openxmlformats.org/package/2006/relationships"><Relationship Id="rId3" Type="http://schemas.openxmlformats.org/officeDocument/2006/relationships/oleObject" Target="../embeddings/oleObject46.bin"/><Relationship Id="rId2" Type="http://schemas.openxmlformats.org/officeDocument/2006/relationships/slideLayout" Target="../slideLayouts/slideLayout41.xml"/><Relationship Id="rId1" Type="http://schemas.openxmlformats.org/officeDocument/2006/relationships/tags" Target="../tags/tag74.xml"/><Relationship Id="rId5" Type="http://schemas.openxmlformats.org/officeDocument/2006/relationships/image" Target="../media/image22.png"/><Relationship Id="rId4" Type="http://schemas.openxmlformats.org/officeDocument/2006/relationships/image" Target="../media/image1.emf"/></Relationships>
</file>

<file path=ppt/slides/_rels/slide6.xml.rels><?xml version="1.0" encoding="UTF-8" standalone="yes"?>
<Relationships xmlns="http://schemas.openxmlformats.org/package/2006/relationships"><Relationship Id="rId8" Type="http://schemas.openxmlformats.org/officeDocument/2006/relationships/image" Target="../media/image24.emf"/><Relationship Id="rId13" Type="http://schemas.microsoft.com/office/2007/relationships/diagramDrawing" Target="../diagrams/drawing1.xml"/><Relationship Id="rId3" Type="http://schemas.openxmlformats.org/officeDocument/2006/relationships/slideLayout" Target="../slideLayouts/slideLayout41.xml"/><Relationship Id="rId7" Type="http://schemas.openxmlformats.org/officeDocument/2006/relationships/image" Target="../media/image23.png"/><Relationship Id="rId12" Type="http://schemas.openxmlformats.org/officeDocument/2006/relationships/diagramColors" Target="../diagrams/colors1.xml"/><Relationship Id="rId2" Type="http://schemas.openxmlformats.org/officeDocument/2006/relationships/tags" Target="../tags/tag76.xml"/><Relationship Id="rId1" Type="http://schemas.openxmlformats.org/officeDocument/2006/relationships/tags" Target="../tags/tag75.xml"/><Relationship Id="rId6" Type="http://schemas.openxmlformats.org/officeDocument/2006/relationships/image" Target="../media/image1.emf"/><Relationship Id="rId11" Type="http://schemas.openxmlformats.org/officeDocument/2006/relationships/diagramQuickStyle" Target="../diagrams/quickStyle1.xml"/><Relationship Id="rId5" Type="http://schemas.openxmlformats.org/officeDocument/2006/relationships/oleObject" Target="../embeddings/oleObject47.bin"/><Relationship Id="rId10" Type="http://schemas.openxmlformats.org/officeDocument/2006/relationships/diagramLayout" Target="../diagrams/layout1.xml"/><Relationship Id="rId4" Type="http://schemas.openxmlformats.org/officeDocument/2006/relationships/notesSlide" Target="../notesSlides/notesSlide4.xml"/><Relationship Id="rId9" Type="http://schemas.openxmlformats.org/officeDocument/2006/relationships/diagramData" Target="../diagrams/data1.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5.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77.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48.bin"/></Relationships>
</file>

<file path=ppt/slides/_rels/slide8.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32.svg"/><Relationship Id="rId3" Type="http://schemas.openxmlformats.org/officeDocument/2006/relationships/notesSlide" Target="../notesSlides/notesSlide6.xml"/><Relationship Id="rId7" Type="http://schemas.openxmlformats.org/officeDocument/2006/relationships/image" Target="../media/image26.svg"/><Relationship Id="rId12" Type="http://schemas.openxmlformats.org/officeDocument/2006/relationships/image" Target="../media/image31.png"/><Relationship Id="rId2" Type="http://schemas.openxmlformats.org/officeDocument/2006/relationships/slideLayout" Target="../slideLayouts/slideLayout27.xml"/><Relationship Id="rId1" Type="http://schemas.openxmlformats.org/officeDocument/2006/relationships/tags" Target="../tags/tag78.xml"/><Relationship Id="rId6" Type="http://schemas.openxmlformats.org/officeDocument/2006/relationships/image" Target="../media/image25.png"/><Relationship Id="rId11" Type="http://schemas.openxmlformats.org/officeDocument/2006/relationships/image" Target="../media/image30.svg"/><Relationship Id="rId5" Type="http://schemas.openxmlformats.org/officeDocument/2006/relationships/image" Target="../media/image1.emf"/><Relationship Id="rId15" Type="http://schemas.openxmlformats.org/officeDocument/2006/relationships/image" Target="../media/image34.svg"/><Relationship Id="rId10" Type="http://schemas.openxmlformats.org/officeDocument/2006/relationships/image" Target="../media/image29.png"/><Relationship Id="rId4" Type="http://schemas.openxmlformats.org/officeDocument/2006/relationships/oleObject" Target="../embeddings/oleObject49.bin"/><Relationship Id="rId9" Type="http://schemas.openxmlformats.org/officeDocument/2006/relationships/image" Target="../media/image28.svg"/><Relationship Id="rId14" Type="http://schemas.openxmlformats.org/officeDocument/2006/relationships/image" Target="../media/image33.png"/></Relationships>
</file>

<file path=ppt/slides/_rels/slide9.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notesSlide" Target="../notesSlides/notesSlide7.xml"/><Relationship Id="rId7" Type="http://schemas.openxmlformats.org/officeDocument/2006/relationships/image" Target="../media/image26.svg"/><Relationship Id="rId2" Type="http://schemas.openxmlformats.org/officeDocument/2006/relationships/slideLayout" Target="../slideLayouts/slideLayout27.xml"/><Relationship Id="rId1" Type="http://schemas.openxmlformats.org/officeDocument/2006/relationships/tags" Target="../tags/tag79.xml"/><Relationship Id="rId6" Type="http://schemas.openxmlformats.org/officeDocument/2006/relationships/image" Target="../media/image25.png"/><Relationship Id="rId11" Type="http://schemas.openxmlformats.org/officeDocument/2006/relationships/image" Target="../media/image36.svg"/><Relationship Id="rId5" Type="http://schemas.openxmlformats.org/officeDocument/2006/relationships/image" Target="../media/image1.emf"/><Relationship Id="rId10" Type="http://schemas.openxmlformats.org/officeDocument/2006/relationships/image" Target="../media/image35.png"/><Relationship Id="rId4" Type="http://schemas.openxmlformats.org/officeDocument/2006/relationships/oleObject" Target="../embeddings/oleObject50.bin"/><Relationship Id="rId9" Type="http://schemas.openxmlformats.org/officeDocument/2006/relationships/image" Target="../media/image32.svg"/></Relationships>
</file>

<file path=ppt/slides/_rels/slide10.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notesSlide" Target="../notesSlides/notesSlide8.xml"/><Relationship Id="rId7" Type="http://schemas.openxmlformats.org/officeDocument/2006/relationships/image" Target="../media/image36.svg"/><Relationship Id="rId2" Type="http://schemas.openxmlformats.org/officeDocument/2006/relationships/slideLayout" Target="../slideLayouts/slideLayout27.xml"/><Relationship Id="rId1" Type="http://schemas.openxmlformats.org/officeDocument/2006/relationships/tags" Target="../tags/tag80.xml"/><Relationship Id="rId6" Type="http://schemas.openxmlformats.org/officeDocument/2006/relationships/image" Target="../media/image35.png"/><Relationship Id="rId11" Type="http://schemas.openxmlformats.org/officeDocument/2006/relationships/image" Target="../media/image34.svg"/><Relationship Id="rId5" Type="http://schemas.openxmlformats.org/officeDocument/2006/relationships/image" Target="../media/image1.emf"/><Relationship Id="rId10" Type="http://schemas.openxmlformats.org/officeDocument/2006/relationships/image" Target="../media/image33.png"/><Relationship Id="rId4" Type="http://schemas.openxmlformats.org/officeDocument/2006/relationships/oleObject" Target="../embeddings/oleObject51.bin"/><Relationship Id="rId9" Type="http://schemas.openxmlformats.org/officeDocument/2006/relationships/image" Target="../media/image28.svg"/></Relationships>
</file>

<file path=ppt/slides/_rels/slide11.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notesSlide" Target="../notesSlides/notesSlide9.xml"/><Relationship Id="rId7" Type="http://schemas.openxmlformats.org/officeDocument/2006/relationships/image" Target="../media/image36.svg"/><Relationship Id="rId2" Type="http://schemas.openxmlformats.org/officeDocument/2006/relationships/slideLayout" Target="../slideLayouts/slideLayout27.xml"/><Relationship Id="rId1" Type="http://schemas.openxmlformats.org/officeDocument/2006/relationships/tags" Target="../tags/tag81.xml"/><Relationship Id="rId6" Type="http://schemas.openxmlformats.org/officeDocument/2006/relationships/image" Target="../media/image35.png"/><Relationship Id="rId5" Type="http://schemas.openxmlformats.org/officeDocument/2006/relationships/image" Target="../media/image1.emf"/><Relationship Id="rId4" Type="http://schemas.openxmlformats.org/officeDocument/2006/relationships/oleObject" Target="../embeddings/oleObject52.bin"/><Relationship Id="rId9" Type="http://schemas.openxmlformats.org/officeDocument/2006/relationships/image" Target="../media/image30.svg"/></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0.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82.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53.bin"/></Relationships>
</file>

<file path=ppt/slides/_rels/slide13.xml.rels><?xml version="1.0" encoding="UTF-8" standalone="yes"?>
<Relationships xmlns="http://schemas.openxmlformats.org/package/2006/relationships"><Relationship Id="rId8" Type="http://schemas.openxmlformats.org/officeDocument/2006/relationships/image" Target="../media/image39.png"/><Relationship Id="rId3" Type="http://schemas.openxmlformats.org/officeDocument/2006/relationships/oleObject" Target="../embeddings/oleObject54.bin"/><Relationship Id="rId7" Type="http://schemas.microsoft.com/office/2007/relationships/hdphoto" Target="../media/hdphoto2.wdp"/><Relationship Id="rId12" Type="http://schemas.openxmlformats.org/officeDocument/2006/relationships/image" Target="../media/image42.png"/><Relationship Id="rId2" Type="http://schemas.openxmlformats.org/officeDocument/2006/relationships/slideLayout" Target="../slideLayouts/slideLayout41.xml"/><Relationship Id="rId1" Type="http://schemas.openxmlformats.org/officeDocument/2006/relationships/tags" Target="../tags/tag83.xml"/><Relationship Id="rId6" Type="http://schemas.openxmlformats.org/officeDocument/2006/relationships/image" Target="../media/image38.png"/><Relationship Id="rId11" Type="http://schemas.microsoft.com/office/2007/relationships/hdphoto" Target="../media/hdphoto3.wdp"/><Relationship Id="rId5" Type="http://schemas.openxmlformats.org/officeDocument/2006/relationships/image" Target="../media/image37.emf"/><Relationship Id="rId10" Type="http://schemas.openxmlformats.org/officeDocument/2006/relationships/image" Target="../media/image41.png"/><Relationship Id="rId4" Type="http://schemas.openxmlformats.org/officeDocument/2006/relationships/image" Target="../media/image1.emf"/><Relationship Id="rId9" Type="http://schemas.openxmlformats.org/officeDocument/2006/relationships/image" Target="../media/image40.emf"/></Relationships>
</file>

<file path=ppt/slides/_rels/slide14.xml.rels><?xml version="1.0" encoding="UTF-8" standalone="yes"?>
<Relationships xmlns="http://schemas.openxmlformats.org/package/2006/relationships"><Relationship Id="rId8" Type="http://schemas.openxmlformats.org/officeDocument/2006/relationships/image" Target="../media/image46.emf"/><Relationship Id="rId3" Type="http://schemas.openxmlformats.org/officeDocument/2006/relationships/oleObject" Target="../embeddings/oleObject55.bin"/><Relationship Id="rId7" Type="http://schemas.openxmlformats.org/officeDocument/2006/relationships/image" Target="../media/image45.png"/><Relationship Id="rId2" Type="http://schemas.openxmlformats.org/officeDocument/2006/relationships/slideLayout" Target="../slideLayouts/slideLayout41.xml"/><Relationship Id="rId1" Type="http://schemas.openxmlformats.org/officeDocument/2006/relationships/tags" Target="../tags/tag84.xml"/><Relationship Id="rId6" Type="http://schemas.openxmlformats.org/officeDocument/2006/relationships/image" Target="../media/image44.png"/><Relationship Id="rId5" Type="http://schemas.openxmlformats.org/officeDocument/2006/relationships/image" Target="../media/image43.jpeg"/><Relationship Id="rId4" Type="http://schemas.openxmlformats.org/officeDocument/2006/relationships/image" Target="../media/image1.emf"/><Relationship Id="rId9" Type="http://schemas.openxmlformats.org/officeDocument/2006/relationships/image" Target="../media/image47.emf"/></Relationships>
</file>

<file path=ppt/slides/_rels/slide15.xml.rels><?xml version="1.0" encoding="UTF-8" standalone="yes"?>
<Relationships xmlns="http://schemas.openxmlformats.org/package/2006/relationships"><Relationship Id="rId3" Type="http://schemas.openxmlformats.org/officeDocument/2006/relationships/oleObject" Target="../embeddings/oleObject56.bin"/><Relationship Id="rId7" Type="http://schemas.openxmlformats.org/officeDocument/2006/relationships/image" Target="../media/image50.png"/><Relationship Id="rId2" Type="http://schemas.openxmlformats.org/officeDocument/2006/relationships/slideLayout" Target="../slideLayouts/slideLayout41.xml"/><Relationship Id="rId1" Type="http://schemas.openxmlformats.org/officeDocument/2006/relationships/tags" Target="../tags/tag85.xml"/><Relationship Id="rId6" Type="http://schemas.openxmlformats.org/officeDocument/2006/relationships/image" Target="../media/image49.png"/><Relationship Id="rId5" Type="http://schemas.openxmlformats.org/officeDocument/2006/relationships/image" Target="../media/image48.png"/><Relationship Id="rId4" Type="http://schemas.openxmlformats.org/officeDocument/2006/relationships/image" Target="../media/image1.emf"/></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1.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86.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57.bin"/></Relationships>
</file>

<file path=ppt/slides/_rels/slide17.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oleObject" Target="../embeddings/oleObject58.bin"/><Relationship Id="rId7" Type="http://schemas.openxmlformats.org/officeDocument/2006/relationships/image" Target="../media/image53.png"/><Relationship Id="rId2" Type="http://schemas.openxmlformats.org/officeDocument/2006/relationships/slideLayout" Target="../slideLayouts/slideLayout41.xml"/><Relationship Id="rId1" Type="http://schemas.openxmlformats.org/officeDocument/2006/relationships/tags" Target="../tags/tag87.xml"/><Relationship Id="rId6" Type="http://schemas.openxmlformats.org/officeDocument/2006/relationships/image" Target="../media/image52.png"/><Relationship Id="rId5" Type="http://schemas.openxmlformats.org/officeDocument/2006/relationships/image" Target="../media/image51.png"/><Relationship Id="rId10" Type="http://schemas.openxmlformats.org/officeDocument/2006/relationships/image" Target="../media/image56.jpeg"/><Relationship Id="rId4" Type="http://schemas.openxmlformats.org/officeDocument/2006/relationships/image" Target="../media/image1.emf"/><Relationship Id="rId9" Type="http://schemas.openxmlformats.org/officeDocument/2006/relationships/image" Target="../media/image55.png"/></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59.bin"/><Relationship Id="rId2" Type="http://schemas.openxmlformats.org/officeDocument/2006/relationships/slideLayout" Target="../slideLayouts/slideLayout41.xml"/><Relationship Id="rId1" Type="http://schemas.openxmlformats.org/officeDocument/2006/relationships/tags" Target="../tags/tag88.xml"/><Relationship Id="rId4" Type="http://schemas.openxmlformats.org/officeDocument/2006/relationships/image" Target="../media/image1.emf"/></Relationships>
</file>

<file path=ppt/slides/_rels/slide19.xml.rels><?xml version="1.0" encoding="UTF-8" standalone="yes"?>
<Relationships xmlns="http://schemas.openxmlformats.org/package/2006/relationships"><Relationship Id="rId3" Type="http://schemas.openxmlformats.org/officeDocument/2006/relationships/oleObject" Target="../embeddings/oleObject60.bin"/><Relationship Id="rId2" Type="http://schemas.openxmlformats.org/officeDocument/2006/relationships/slideLayout" Target="../slideLayouts/slideLayout41.xml"/><Relationship Id="rId1" Type="http://schemas.openxmlformats.org/officeDocument/2006/relationships/tags" Target="../tags/tag89.xml"/><Relationship Id="rId4" Type="http://schemas.openxmlformats.org/officeDocument/2006/relationships/image" Target="../media/image1.emf"/></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2.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90.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61.bin"/></Relationships>
</file>

<file path=ppt/slides/_rels/slide21.xml.rels><?xml version="1.0" encoding="UTF-8" standalone="yes"?>
<Relationships xmlns="http://schemas.openxmlformats.org/package/2006/relationships"><Relationship Id="rId8" Type="http://schemas.openxmlformats.org/officeDocument/2006/relationships/image" Target="../media/image59.png"/><Relationship Id="rId13" Type="http://schemas.openxmlformats.org/officeDocument/2006/relationships/image" Target="../media/image64.png"/><Relationship Id="rId3" Type="http://schemas.openxmlformats.org/officeDocument/2006/relationships/oleObject" Target="../embeddings/oleObject62.bin"/><Relationship Id="rId7" Type="http://schemas.openxmlformats.org/officeDocument/2006/relationships/image" Target="../media/image58.jpeg"/><Relationship Id="rId12" Type="http://schemas.openxmlformats.org/officeDocument/2006/relationships/image" Target="../media/image63.png"/><Relationship Id="rId2" Type="http://schemas.openxmlformats.org/officeDocument/2006/relationships/slideLayout" Target="../slideLayouts/slideLayout41.xml"/><Relationship Id="rId1" Type="http://schemas.openxmlformats.org/officeDocument/2006/relationships/tags" Target="../tags/tag91.xml"/><Relationship Id="rId6" Type="http://schemas.openxmlformats.org/officeDocument/2006/relationships/hyperlink" Target="https://www.km.deloitteresources.com/sites/live/industries/_layouts/DTTS.DR.KAMDocumentForms/KAMDisplay.aspx?List=7f252cfb-a43a-4e38-b37a-dca2703ae20e&amp;ID=564221" TargetMode="External"/><Relationship Id="rId11" Type="http://schemas.openxmlformats.org/officeDocument/2006/relationships/image" Target="../media/image62.png"/><Relationship Id="rId5" Type="http://schemas.openxmlformats.org/officeDocument/2006/relationships/image" Target="../media/image57.png"/><Relationship Id="rId10" Type="http://schemas.openxmlformats.org/officeDocument/2006/relationships/image" Target="../media/image61.png"/><Relationship Id="rId4" Type="http://schemas.openxmlformats.org/officeDocument/2006/relationships/image" Target="../media/image1.emf"/><Relationship Id="rId9" Type="http://schemas.openxmlformats.org/officeDocument/2006/relationships/image" Target="../media/image60.png"/><Relationship Id="rId14" Type="http://schemas.openxmlformats.org/officeDocument/2006/relationships/image" Target="../media/image65.png"/></Relationships>
</file>

<file path=ppt/slides/_rels/slide22.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oleObject" Target="../embeddings/oleObject63.bin"/><Relationship Id="rId7" Type="http://schemas.openxmlformats.org/officeDocument/2006/relationships/image" Target="../media/image68.png"/><Relationship Id="rId12" Type="http://schemas.openxmlformats.org/officeDocument/2006/relationships/image" Target="../media/image73.png"/><Relationship Id="rId2" Type="http://schemas.openxmlformats.org/officeDocument/2006/relationships/slideLayout" Target="../slideLayouts/slideLayout41.xml"/><Relationship Id="rId1" Type="http://schemas.openxmlformats.org/officeDocument/2006/relationships/tags" Target="../tags/tag92.xml"/><Relationship Id="rId6" Type="http://schemas.openxmlformats.org/officeDocument/2006/relationships/image" Target="../media/image67.png"/><Relationship Id="rId11" Type="http://schemas.openxmlformats.org/officeDocument/2006/relationships/image" Target="../media/image72.png"/><Relationship Id="rId5" Type="http://schemas.openxmlformats.org/officeDocument/2006/relationships/image" Target="../media/image66.png"/><Relationship Id="rId10" Type="http://schemas.openxmlformats.org/officeDocument/2006/relationships/image" Target="../media/image71.png"/><Relationship Id="rId4" Type="http://schemas.openxmlformats.org/officeDocument/2006/relationships/image" Target="../media/image1.emf"/><Relationship Id="rId9" Type="http://schemas.openxmlformats.org/officeDocument/2006/relationships/image" Target="../media/image70.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13.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93.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64.bin"/></Relationships>
</file>

<file path=ppt/slides/_rels/slide24.xml.rels><?xml version="1.0" encoding="UTF-8" standalone="yes"?>
<Relationships xmlns="http://schemas.openxmlformats.org/package/2006/relationships"><Relationship Id="rId8" Type="http://schemas.openxmlformats.org/officeDocument/2006/relationships/image" Target="../media/image76.jpeg"/><Relationship Id="rId13" Type="http://schemas.openxmlformats.org/officeDocument/2006/relationships/image" Target="../media/image81.png"/><Relationship Id="rId3" Type="http://schemas.openxmlformats.org/officeDocument/2006/relationships/slideLayout" Target="../slideLayouts/slideLayout42.xml"/><Relationship Id="rId7" Type="http://schemas.openxmlformats.org/officeDocument/2006/relationships/image" Target="../media/image75.png"/><Relationship Id="rId12" Type="http://schemas.openxmlformats.org/officeDocument/2006/relationships/image" Target="../media/image80.png"/><Relationship Id="rId2" Type="http://schemas.openxmlformats.org/officeDocument/2006/relationships/tags" Target="../tags/tag95.xml"/><Relationship Id="rId1" Type="http://schemas.openxmlformats.org/officeDocument/2006/relationships/tags" Target="../tags/tag94.xml"/><Relationship Id="rId6" Type="http://schemas.openxmlformats.org/officeDocument/2006/relationships/image" Target="../media/image74.jpeg"/><Relationship Id="rId11" Type="http://schemas.openxmlformats.org/officeDocument/2006/relationships/image" Target="../media/image79.jpeg"/><Relationship Id="rId5" Type="http://schemas.openxmlformats.org/officeDocument/2006/relationships/image" Target="../media/image8.emf"/><Relationship Id="rId10" Type="http://schemas.openxmlformats.org/officeDocument/2006/relationships/image" Target="../media/image78.emf"/><Relationship Id="rId4" Type="http://schemas.openxmlformats.org/officeDocument/2006/relationships/oleObject" Target="../embeddings/oleObject65.bin"/><Relationship Id="rId9" Type="http://schemas.openxmlformats.org/officeDocument/2006/relationships/image" Target="../media/image77.jpeg"/><Relationship Id="rId14" Type="http://schemas.openxmlformats.org/officeDocument/2006/relationships/image" Target="../media/image82.jpeg"/></Relationships>
</file>

<file path=ppt/slides/_rels/slide25.xml.rels><?xml version="1.0" encoding="UTF-8" standalone="yes"?>
<Relationships xmlns="http://schemas.openxmlformats.org/package/2006/relationships"><Relationship Id="rId8" Type="http://schemas.openxmlformats.org/officeDocument/2006/relationships/image" Target="../media/image85.jpeg"/><Relationship Id="rId13" Type="http://schemas.openxmlformats.org/officeDocument/2006/relationships/image" Target="../media/image80.png"/><Relationship Id="rId3" Type="http://schemas.openxmlformats.org/officeDocument/2006/relationships/slideLayout" Target="../slideLayouts/slideLayout42.xml"/><Relationship Id="rId7" Type="http://schemas.openxmlformats.org/officeDocument/2006/relationships/image" Target="../media/image84.jpeg"/><Relationship Id="rId12" Type="http://schemas.openxmlformats.org/officeDocument/2006/relationships/image" Target="../media/image89.jpeg"/><Relationship Id="rId2" Type="http://schemas.openxmlformats.org/officeDocument/2006/relationships/tags" Target="../tags/tag97.xml"/><Relationship Id="rId1" Type="http://schemas.openxmlformats.org/officeDocument/2006/relationships/tags" Target="../tags/tag96.xml"/><Relationship Id="rId6" Type="http://schemas.openxmlformats.org/officeDocument/2006/relationships/image" Target="../media/image83.png"/><Relationship Id="rId11" Type="http://schemas.openxmlformats.org/officeDocument/2006/relationships/image" Target="../media/image88.png"/><Relationship Id="rId5" Type="http://schemas.openxmlformats.org/officeDocument/2006/relationships/image" Target="../media/image8.emf"/><Relationship Id="rId10" Type="http://schemas.openxmlformats.org/officeDocument/2006/relationships/image" Target="../media/image87.jpeg"/><Relationship Id="rId4" Type="http://schemas.openxmlformats.org/officeDocument/2006/relationships/oleObject" Target="../embeddings/oleObject66.bin"/><Relationship Id="rId9" Type="http://schemas.openxmlformats.org/officeDocument/2006/relationships/image" Target="../media/image86.png"/></Relationships>
</file>

<file path=ppt/slides/_rels/slide26.xml.rels><?xml version="1.0" encoding="UTF-8" standalone="yes"?>
<Relationships xmlns="http://schemas.openxmlformats.org/package/2006/relationships"><Relationship Id="rId8" Type="http://schemas.openxmlformats.org/officeDocument/2006/relationships/image" Target="../media/image92.png"/><Relationship Id="rId13" Type="http://schemas.openxmlformats.org/officeDocument/2006/relationships/image" Target="../media/image97.jpeg"/><Relationship Id="rId18" Type="http://schemas.openxmlformats.org/officeDocument/2006/relationships/image" Target="../media/image102.png"/><Relationship Id="rId3" Type="http://schemas.openxmlformats.org/officeDocument/2006/relationships/slideLayout" Target="../slideLayouts/slideLayout42.xml"/><Relationship Id="rId7" Type="http://schemas.openxmlformats.org/officeDocument/2006/relationships/image" Target="../media/image91.png"/><Relationship Id="rId12" Type="http://schemas.openxmlformats.org/officeDocument/2006/relationships/image" Target="../media/image96.jpeg"/><Relationship Id="rId17" Type="http://schemas.openxmlformats.org/officeDocument/2006/relationships/image" Target="../media/image101.png"/><Relationship Id="rId2" Type="http://schemas.openxmlformats.org/officeDocument/2006/relationships/tags" Target="../tags/tag99.xml"/><Relationship Id="rId16" Type="http://schemas.openxmlformats.org/officeDocument/2006/relationships/image" Target="../media/image100.jpeg"/><Relationship Id="rId1" Type="http://schemas.openxmlformats.org/officeDocument/2006/relationships/tags" Target="../tags/tag98.xml"/><Relationship Id="rId6" Type="http://schemas.openxmlformats.org/officeDocument/2006/relationships/image" Target="../media/image90.png"/><Relationship Id="rId11" Type="http://schemas.openxmlformats.org/officeDocument/2006/relationships/image" Target="../media/image95.png"/><Relationship Id="rId5" Type="http://schemas.openxmlformats.org/officeDocument/2006/relationships/image" Target="../media/image8.emf"/><Relationship Id="rId15" Type="http://schemas.openxmlformats.org/officeDocument/2006/relationships/image" Target="../media/image99.jpeg"/><Relationship Id="rId10" Type="http://schemas.openxmlformats.org/officeDocument/2006/relationships/image" Target="../media/image94.png"/><Relationship Id="rId19" Type="http://schemas.openxmlformats.org/officeDocument/2006/relationships/image" Target="../media/image103.jpeg"/><Relationship Id="rId4" Type="http://schemas.openxmlformats.org/officeDocument/2006/relationships/oleObject" Target="../embeddings/oleObject67.bin"/><Relationship Id="rId9" Type="http://schemas.openxmlformats.org/officeDocument/2006/relationships/image" Target="../media/image93.png"/><Relationship Id="rId14" Type="http://schemas.openxmlformats.org/officeDocument/2006/relationships/image" Target="../media/image98.png"/></Relationships>
</file>

<file path=ppt/slides/_rels/slide27.xml.rels><?xml version="1.0" encoding="UTF-8" standalone="yes"?>
<Relationships xmlns="http://schemas.openxmlformats.org/package/2006/relationships"><Relationship Id="rId8" Type="http://schemas.openxmlformats.org/officeDocument/2006/relationships/image" Target="../media/image106.png"/><Relationship Id="rId13" Type="http://schemas.openxmlformats.org/officeDocument/2006/relationships/image" Target="../media/image110.png"/><Relationship Id="rId3" Type="http://schemas.openxmlformats.org/officeDocument/2006/relationships/slideLayout" Target="../slideLayouts/slideLayout42.xml"/><Relationship Id="rId7" Type="http://schemas.openxmlformats.org/officeDocument/2006/relationships/image" Target="../media/image105.png"/><Relationship Id="rId12" Type="http://schemas.openxmlformats.org/officeDocument/2006/relationships/image" Target="../media/image109.gif"/><Relationship Id="rId2" Type="http://schemas.openxmlformats.org/officeDocument/2006/relationships/tags" Target="../tags/tag101.xml"/><Relationship Id="rId1" Type="http://schemas.openxmlformats.org/officeDocument/2006/relationships/tags" Target="../tags/tag100.xml"/><Relationship Id="rId6" Type="http://schemas.openxmlformats.org/officeDocument/2006/relationships/image" Target="../media/image104.jpeg"/><Relationship Id="rId11" Type="http://schemas.openxmlformats.org/officeDocument/2006/relationships/image" Target="../media/image108.png"/><Relationship Id="rId5" Type="http://schemas.openxmlformats.org/officeDocument/2006/relationships/image" Target="../media/image8.emf"/><Relationship Id="rId10" Type="http://schemas.openxmlformats.org/officeDocument/2006/relationships/image" Target="../media/image107.jpeg"/><Relationship Id="rId4" Type="http://schemas.openxmlformats.org/officeDocument/2006/relationships/oleObject" Target="../embeddings/oleObject68.bin"/><Relationship Id="rId9" Type="http://schemas.openxmlformats.org/officeDocument/2006/relationships/image" Target="../media/image99.jpeg"/><Relationship Id="rId14" Type="http://schemas.openxmlformats.org/officeDocument/2006/relationships/image" Target="../media/image111.png"/></Relationships>
</file>

<file path=ppt/slides/_rels/slide28.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slideLayout" Target="../slideLayouts/slideLayout42.xml"/><Relationship Id="rId7" Type="http://schemas.openxmlformats.org/officeDocument/2006/relationships/image" Target="../media/image112.png"/><Relationship Id="rId2" Type="http://schemas.openxmlformats.org/officeDocument/2006/relationships/tags" Target="../tags/tag103.xml"/><Relationship Id="rId1" Type="http://schemas.openxmlformats.org/officeDocument/2006/relationships/tags" Target="../tags/tag102.xml"/><Relationship Id="rId6" Type="http://schemas.openxmlformats.org/officeDocument/2006/relationships/image" Target="../media/image75.png"/><Relationship Id="rId11" Type="http://schemas.openxmlformats.org/officeDocument/2006/relationships/image" Target="../media/image114.jpeg"/><Relationship Id="rId5" Type="http://schemas.openxmlformats.org/officeDocument/2006/relationships/image" Target="../media/image8.emf"/><Relationship Id="rId10" Type="http://schemas.openxmlformats.org/officeDocument/2006/relationships/image" Target="../media/image113.png"/><Relationship Id="rId4" Type="http://schemas.openxmlformats.org/officeDocument/2006/relationships/oleObject" Target="../embeddings/oleObject69.bin"/><Relationship Id="rId9" Type="http://schemas.openxmlformats.org/officeDocument/2006/relationships/image" Target="../media/image88.png"/></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14.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104.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70.bin"/></Relationships>
</file>

<file path=ppt/slides/_rels/slide30.xml.rels><?xml version="1.0" encoding="UTF-8" standalone="yes"?>
<Relationships xmlns="http://schemas.openxmlformats.org/package/2006/relationships"><Relationship Id="rId8" Type="http://schemas.openxmlformats.org/officeDocument/2006/relationships/image" Target="../media/image117.png"/><Relationship Id="rId3" Type="http://schemas.openxmlformats.org/officeDocument/2006/relationships/tags" Target="../tags/tag105.xml"/><Relationship Id="rId7" Type="http://schemas.openxmlformats.org/officeDocument/2006/relationships/image" Target="../media/image116.jpeg"/><Relationship Id="rId2" Type="http://schemas.openxmlformats.org/officeDocument/2006/relationships/customXml" Target="../../customXml/item4.xml"/><Relationship Id="rId1" Type="http://schemas.openxmlformats.org/officeDocument/2006/relationships/customXml" Target="../../customXml/item3.xml"/><Relationship Id="rId6" Type="http://schemas.openxmlformats.org/officeDocument/2006/relationships/image" Target="../media/image115.emf"/><Relationship Id="rId5" Type="http://schemas.openxmlformats.org/officeDocument/2006/relationships/oleObject" Target="../embeddings/oleObject71.bin"/><Relationship Id="rId4" Type="http://schemas.openxmlformats.org/officeDocument/2006/relationships/slideLayout" Target="../slideLayouts/slideLayout41.xml"/></Relationships>
</file>

<file path=ppt/slides/_rels/slide31.xml.rels><?xml version="1.0" encoding="UTF-8" standalone="yes"?>
<Relationships xmlns="http://schemas.openxmlformats.org/package/2006/relationships"><Relationship Id="rId8" Type="http://schemas.openxmlformats.org/officeDocument/2006/relationships/image" Target="../media/image118.jpeg"/><Relationship Id="rId13" Type="http://schemas.openxmlformats.org/officeDocument/2006/relationships/image" Target="../media/image123.jpeg"/><Relationship Id="rId3" Type="http://schemas.openxmlformats.org/officeDocument/2006/relationships/tags" Target="../tags/tag106.xml"/><Relationship Id="rId7" Type="http://schemas.openxmlformats.org/officeDocument/2006/relationships/image" Target="../media/image115.emf"/><Relationship Id="rId12" Type="http://schemas.openxmlformats.org/officeDocument/2006/relationships/image" Target="../media/image122.jpeg"/><Relationship Id="rId17" Type="http://schemas.openxmlformats.org/officeDocument/2006/relationships/image" Target="../media/image126.png"/><Relationship Id="rId2" Type="http://schemas.openxmlformats.org/officeDocument/2006/relationships/customXml" Target="../../customXml/item6.xml"/><Relationship Id="rId16" Type="http://schemas.microsoft.com/office/2007/relationships/hdphoto" Target="../media/hdphoto4.wdp"/><Relationship Id="rId1" Type="http://schemas.openxmlformats.org/officeDocument/2006/relationships/customXml" Target="../../customXml/item5.xml"/><Relationship Id="rId6" Type="http://schemas.openxmlformats.org/officeDocument/2006/relationships/oleObject" Target="../embeddings/oleObject72.bin"/><Relationship Id="rId11" Type="http://schemas.openxmlformats.org/officeDocument/2006/relationships/image" Target="../media/image121.jpeg"/><Relationship Id="rId5" Type="http://schemas.openxmlformats.org/officeDocument/2006/relationships/notesSlide" Target="../notesSlides/notesSlide15.xml"/><Relationship Id="rId15" Type="http://schemas.openxmlformats.org/officeDocument/2006/relationships/image" Target="../media/image125.png"/><Relationship Id="rId10" Type="http://schemas.openxmlformats.org/officeDocument/2006/relationships/image" Target="../media/image120.png"/><Relationship Id="rId4" Type="http://schemas.openxmlformats.org/officeDocument/2006/relationships/slideLayout" Target="../slideLayouts/slideLayout41.xml"/><Relationship Id="rId9" Type="http://schemas.openxmlformats.org/officeDocument/2006/relationships/image" Target="../media/image119.jpeg"/><Relationship Id="rId14" Type="http://schemas.openxmlformats.org/officeDocument/2006/relationships/image" Target="../media/image124.png"/></Relationships>
</file>

<file path=ppt/slides/_rels/slide32.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slideLayout" Target="../slideLayouts/slideLayout42.xml"/><Relationship Id="rId7" Type="http://schemas.openxmlformats.org/officeDocument/2006/relationships/image" Target="../media/image128.png"/><Relationship Id="rId2" Type="http://schemas.openxmlformats.org/officeDocument/2006/relationships/tags" Target="../tags/tag108.xml"/><Relationship Id="rId1" Type="http://schemas.openxmlformats.org/officeDocument/2006/relationships/tags" Target="../tags/tag107.xml"/><Relationship Id="rId6" Type="http://schemas.openxmlformats.org/officeDocument/2006/relationships/image" Target="../media/image127.png"/><Relationship Id="rId5" Type="http://schemas.openxmlformats.org/officeDocument/2006/relationships/image" Target="../media/image8.emf"/><Relationship Id="rId4" Type="http://schemas.openxmlformats.org/officeDocument/2006/relationships/oleObject" Target="../embeddings/oleObject73.bin"/></Relationships>
</file>

<file path=ppt/slides/_rels/slide33.xml.rels><?xml version="1.0" encoding="UTF-8" standalone="yes"?>
<Relationships xmlns="http://schemas.openxmlformats.org/package/2006/relationships"><Relationship Id="rId8" Type="http://schemas.openxmlformats.org/officeDocument/2006/relationships/image" Target="../media/image132.png"/><Relationship Id="rId3" Type="http://schemas.openxmlformats.org/officeDocument/2006/relationships/slideLayout" Target="../slideLayouts/slideLayout42.xml"/><Relationship Id="rId7" Type="http://schemas.openxmlformats.org/officeDocument/2006/relationships/image" Target="../media/image131.png"/><Relationship Id="rId2" Type="http://schemas.openxmlformats.org/officeDocument/2006/relationships/tags" Target="../tags/tag110.xml"/><Relationship Id="rId1" Type="http://schemas.openxmlformats.org/officeDocument/2006/relationships/tags" Target="../tags/tag109.xml"/><Relationship Id="rId6" Type="http://schemas.openxmlformats.org/officeDocument/2006/relationships/image" Target="../media/image130.jpeg"/><Relationship Id="rId5" Type="http://schemas.openxmlformats.org/officeDocument/2006/relationships/image" Target="../media/image8.emf"/><Relationship Id="rId10" Type="http://schemas.openxmlformats.org/officeDocument/2006/relationships/image" Target="../media/image134.tiff"/><Relationship Id="rId4" Type="http://schemas.openxmlformats.org/officeDocument/2006/relationships/oleObject" Target="../embeddings/oleObject74.bin"/><Relationship Id="rId9" Type="http://schemas.openxmlformats.org/officeDocument/2006/relationships/image" Target="../media/image133.png"/></Relationships>
</file>

<file path=ppt/slides/_rels/slide34.xml.rels><?xml version="1.0" encoding="UTF-8" standalone="yes"?>
<Relationships xmlns="http://schemas.openxmlformats.org/package/2006/relationships"><Relationship Id="rId8" Type="http://schemas.openxmlformats.org/officeDocument/2006/relationships/image" Target="../media/image135.jpeg"/><Relationship Id="rId3" Type="http://schemas.openxmlformats.org/officeDocument/2006/relationships/tags" Target="../tags/tag113.xml"/><Relationship Id="rId7" Type="http://schemas.openxmlformats.org/officeDocument/2006/relationships/image" Target="../media/image8.emf"/><Relationship Id="rId12" Type="http://schemas.openxmlformats.org/officeDocument/2006/relationships/image" Target="../media/image139.png"/><Relationship Id="rId2" Type="http://schemas.openxmlformats.org/officeDocument/2006/relationships/tags" Target="../tags/tag112.xml"/><Relationship Id="rId1" Type="http://schemas.openxmlformats.org/officeDocument/2006/relationships/tags" Target="../tags/tag111.xml"/><Relationship Id="rId6" Type="http://schemas.openxmlformats.org/officeDocument/2006/relationships/oleObject" Target="../embeddings/oleObject75.bin"/><Relationship Id="rId11" Type="http://schemas.openxmlformats.org/officeDocument/2006/relationships/image" Target="../media/image138.png"/><Relationship Id="rId5" Type="http://schemas.openxmlformats.org/officeDocument/2006/relationships/slideLayout" Target="../slideLayouts/slideLayout42.xml"/><Relationship Id="rId10" Type="http://schemas.openxmlformats.org/officeDocument/2006/relationships/image" Target="../media/image137.png"/><Relationship Id="rId4" Type="http://schemas.openxmlformats.org/officeDocument/2006/relationships/tags" Target="../tags/tag114.xml"/><Relationship Id="rId9" Type="http://schemas.openxmlformats.org/officeDocument/2006/relationships/image" Target="../media/image136.png"/></Relationships>
</file>

<file path=ppt/slides/_rels/slide35.xml.rels><?xml version="1.0" encoding="UTF-8" standalone="yes"?>
<Relationships xmlns="http://schemas.openxmlformats.org/package/2006/relationships"><Relationship Id="rId8" Type="http://schemas.openxmlformats.org/officeDocument/2006/relationships/diagramColors" Target="../diagrams/colors2.xml"/><Relationship Id="rId3" Type="http://schemas.openxmlformats.org/officeDocument/2006/relationships/oleObject" Target="../embeddings/oleObject76.bin"/><Relationship Id="rId7" Type="http://schemas.openxmlformats.org/officeDocument/2006/relationships/diagramQuickStyle" Target="../diagrams/quickStyle2.xml"/><Relationship Id="rId2" Type="http://schemas.openxmlformats.org/officeDocument/2006/relationships/slideLayout" Target="../slideLayouts/slideLayout41.xml"/><Relationship Id="rId1" Type="http://schemas.openxmlformats.org/officeDocument/2006/relationships/tags" Target="../tags/tag115.xml"/><Relationship Id="rId6" Type="http://schemas.openxmlformats.org/officeDocument/2006/relationships/diagramLayout" Target="../diagrams/layout2.xml"/><Relationship Id="rId5" Type="http://schemas.openxmlformats.org/officeDocument/2006/relationships/diagramData" Target="../diagrams/data2.xml"/><Relationship Id="rId4" Type="http://schemas.openxmlformats.org/officeDocument/2006/relationships/image" Target="../media/image6.emf"/><Relationship Id="rId9" Type="http://schemas.microsoft.com/office/2007/relationships/diagramDrawing" Target="../diagrams/drawing2.xml"/></Relationships>
</file>

<file path=ppt/slides/_rels/slide36.xml.rels><?xml version="1.0" encoding="UTF-8" standalone="yes"?>
<Relationships xmlns="http://schemas.openxmlformats.org/package/2006/relationships"><Relationship Id="rId8" Type="http://schemas.openxmlformats.org/officeDocument/2006/relationships/diagramColors" Target="../diagrams/colors3.xml"/><Relationship Id="rId13" Type="http://schemas.openxmlformats.org/officeDocument/2006/relationships/image" Target="../media/image143.jpeg"/><Relationship Id="rId3" Type="http://schemas.openxmlformats.org/officeDocument/2006/relationships/oleObject" Target="../embeddings/oleObject77.bin"/><Relationship Id="rId7" Type="http://schemas.openxmlformats.org/officeDocument/2006/relationships/diagramQuickStyle" Target="../diagrams/quickStyle3.xml"/><Relationship Id="rId12" Type="http://schemas.openxmlformats.org/officeDocument/2006/relationships/image" Target="../media/image142.jpeg"/><Relationship Id="rId2" Type="http://schemas.openxmlformats.org/officeDocument/2006/relationships/slideLayout" Target="../slideLayouts/slideLayout41.xml"/><Relationship Id="rId1" Type="http://schemas.openxmlformats.org/officeDocument/2006/relationships/tags" Target="../tags/tag116.xml"/><Relationship Id="rId6" Type="http://schemas.openxmlformats.org/officeDocument/2006/relationships/diagramLayout" Target="../diagrams/layout3.xml"/><Relationship Id="rId11" Type="http://schemas.openxmlformats.org/officeDocument/2006/relationships/image" Target="../media/image141.jpeg"/><Relationship Id="rId5" Type="http://schemas.openxmlformats.org/officeDocument/2006/relationships/diagramData" Target="../diagrams/data3.xml"/><Relationship Id="rId10" Type="http://schemas.openxmlformats.org/officeDocument/2006/relationships/image" Target="../media/image140.jpeg"/><Relationship Id="rId4" Type="http://schemas.openxmlformats.org/officeDocument/2006/relationships/image" Target="../media/image6.emf"/><Relationship Id="rId9" Type="http://schemas.microsoft.com/office/2007/relationships/diagramDrawing" Target="../diagrams/drawing3.xml"/><Relationship Id="rId14" Type="http://schemas.openxmlformats.org/officeDocument/2006/relationships/image" Target="../media/image144.pn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16.xml"/><Relationship Id="rId7" Type="http://schemas.microsoft.com/office/2007/relationships/hdphoto" Target="../media/hdphoto1.wdp"/><Relationship Id="rId2" Type="http://schemas.openxmlformats.org/officeDocument/2006/relationships/slideLayout" Target="../slideLayouts/slideLayout5.xml"/><Relationship Id="rId1" Type="http://schemas.openxmlformats.org/officeDocument/2006/relationships/tags" Target="../tags/tag117.xml"/><Relationship Id="rId6" Type="http://schemas.openxmlformats.org/officeDocument/2006/relationships/image" Target="../media/image21.png"/><Relationship Id="rId5" Type="http://schemas.openxmlformats.org/officeDocument/2006/relationships/image" Target="../media/image1.emf"/><Relationship Id="rId4" Type="http://schemas.openxmlformats.org/officeDocument/2006/relationships/oleObject" Target="../embeddings/oleObject78.bin"/></Relationships>
</file>

<file path=ppt/slides/_rels/slide38.xml.rels><?xml version="1.0" encoding="UTF-8" standalone="yes"?>
<Relationships xmlns="http://schemas.openxmlformats.org/package/2006/relationships"><Relationship Id="rId8" Type="http://schemas.openxmlformats.org/officeDocument/2006/relationships/image" Target="../media/image147.png"/><Relationship Id="rId3" Type="http://schemas.microsoft.com/office/2018/10/relationships/comments" Target="../comments/modernComment_10B_DD26AADD.xml"/><Relationship Id="rId7" Type="http://schemas.openxmlformats.org/officeDocument/2006/relationships/image" Target="../media/image146.png"/><Relationship Id="rId2" Type="http://schemas.openxmlformats.org/officeDocument/2006/relationships/slideLayout" Target="../slideLayouts/slideLayout41.xml"/><Relationship Id="rId1" Type="http://schemas.openxmlformats.org/officeDocument/2006/relationships/tags" Target="../tags/tag118.xml"/><Relationship Id="rId6" Type="http://schemas.openxmlformats.org/officeDocument/2006/relationships/image" Target="../media/image145.png"/><Relationship Id="rId5" Type="http://schemas.openxmlformats.org/officeDocument/2006/relationships/image" Target="../media/image6.emf"/><Relationship Id="rId4" Type="http://schemas.openxmlformats.org/officeDocument/2006/relationships/oleObject" Target="../embeddings/oleObject79.bin"/></Relationships>
</file>

<file path=ppt/slides/_rels/slide39.xml.rels><?xml version="1.0" encoding="UTF-8" standalone="yes"?>
<Relationships xmlns="http://schemas.openxmlformats.org/package/2006/relationships"><Relationship Id="rId8" Type="http://schemas.openxmlformats.org/officeDocument/2006/relationships/hyperlink" Target="http://www.deloitte.com/de" TargetMode="External"/><Relationship Id="rId3" Type="http://schemas.openxmlformats.org/officeDocument/2006/relationships/slideLayout" Target="../slideLayouts/slideLayout34.xml"/><Relationship Id="rId7" Type="http://schemas.openxmlformats.org/officeDocument/2006/relationships/hyperlink" Target="http://www.deloitte.com/de/UeberUns" TargetMode="External"/><Relationship Id="rId2" Type="http://schemas.openxmlformats.org/officeDocument/2006/relationships/tags" Target="../tags/tag120.xml"/><Relationship Id="rId1" Type="http://schemas.openxmlformats.org/officeDocument/2006/relationships/tags" Target="../tags/tag119.xml"/><Relationship Id="rId6" Type="http://schemas.openxmlformats.org/officeDocument/2006/relationships/image" Target="../media/image148.emf"/><Relationship Id="rId5" Type="http://schemas.openxmlformats.org/officeDocument/2006/relationships/oleObject" Target="../embeddings/oleObject80.bin"/><Relationship Id="rId4" Type="http://schemas.openxmlformats.org/officeDocument/2006/relationships/notesSlide" Target="../notesSlides/notesSlide17.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7.xml"/><Relationship Id="rId1" Type="http://schemas.openxmlformats.org/officeDocument/2006/relationships/tags" Target="../tags/tag121.xml"/><Relationship Id="rId6" Type="http://schemas.openxmlformats.org/officeDocument/2006/relationships/image" Target="../media/image1.emf"/><Relationship Id="rId5" Type="http://schemas.openxmlformats.org/officeDocument/2006/relationships/oleObject" Target="../embeddings/oleObject81.bin"/><Relationship Id="rId4" Type="http://schemas.microsoft.com/office/2018/10/relationships/comments" Target="../comments/modernComment_116_74C7B67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A891ADC3-C21A-1F2A-D5B1-81681B0EB85E}"/>
              </a:ext>
            </a:extLst>
          </p:cNvPr>
          <p:cNvGraphicFramePr>
            <a:graphicFrameLocks noChangeAspect="1"/>
          </p:cNvGraphicFramePr>
          <p:nvPr>
            <p:custDataLst>
              <p:tags r:id="rId2"/>
            </p:custDataLst>
            <p:extLst>
              <p:ext uri="{D42A27DB-BD31-4B8C-83A1-F6EECF244321}">
                <p14:modId xmlns:p14="http://schemas.microsoft.com/office/powerpoint/2010/main" val="36924572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98" imgH="499" progId="TCLayout.ActiveDocument.1">
                  <p:embed/>
                </p:oleObj>
              </mc:Choice>
              <mc:Fallback>
                <p:oleObj name="think-cell Slide" r:id="rId6" imgW="498" imgH="499" progId="TCLayout.ActiveDocument.1">
                  <p:embed/>
                  <p:pic>
                    <p:nvPicPr>
                      <p:cNvPr id="4" name="think-cell data - do not delete" hidden="1">
                        <a:extLst>
                          <a:ext uri="{FF2B5EF4-FFF2-40B4-BE49-F238E27FC236}">
                            <a16:creationId xmlns:a16="http://schemas.microsoft.com/office/drawing/2014/main" id="{A891ADC3-C21A-1F2A-D5B1-81681B0EB85E}"/>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1" name="Text Placeholder 30"/>
          <p:cNvSpPr>
            <a:spLocks noGrp="1"/>
          </p:cNvSpPr>
          <p:nvPr>
            <p:ph type="body" sz="quarter" idx="10"/>
          </p:nvPr>
        </p:nvSpPr>
        <p:spPr/>
        <p:txBody>
          <a:bodyPr/>
          <a:lstStyle/>
          <a:p>
            <a:r>
              <a:rPr lang="en-US" dirty="0"/>
              <a:t>Deloitte Touché Tohmatsu India LLP, January 2025</a:t>
            </a:r>
          </a:p>
        </p:txBody>
      </p:sp>
      <p:pic>
        <p:nvPicPr>
          <p:cNvPr id="18" name="Picture 17" descr="A green and yellow swirls on a black background&#10;&#10;Description automatically generated">
            <a:extLst>
              <a:ext uri="{FF2B5EF4-FFF2-40B4-BE49-F238E27FC236}">
                <a16:creationId xmlns:a16="http://schemas.microsoft.com/office/drawing/2014/main" id="{4C9C6D26-BF58-6BD2-E443-0882B808576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040911" y="393773"/>
            <a:ext cx="5571461" cy="5571461"/>
          </a:xfrm>
          <a:prstGeom prst="rect">
            <a:avLst/>
          </a:prstGeom>
        </p:spPr>
      </p:pic>
      <p:sp>
        <p:nvSpPr>
          <p:cNvPr id="25" name="Title 2"/>
          <p:cNvSpPr>
            <a:spLocks noGrp="1"/>
          </p:cNvSpPr>
          <p:nvPr>
            <p:ph type="ctrTitle"/>
          </p:nvPr>
        </p:nvSpPr>
        <p:spPr>
          <a:xfrm>
            <a:off x="463295" y="5186209"/>
            <a:ext cx="8149077" cy="895983"/>
          </a:xfrm>
        </p:spPr>
        <p:txBody>
          <a:bodyPr vert="horz"/>
          <a:lstStyle/>
          <a:p>
            <a:r>
              <a:rPr lang="en-US" b="1" dirty="0"/>
              <a:t>Power Utilities &amp; Renewables Capabilities Deck</a:t>
            </a:r>
            <a:endParaRPr lang="en-US" sz="2200" b="1" dirty="0">
              <a:solidFill>
                <a:schemeClr val="bg1"/>
              </a:solidFill>
            </a:endParaRPr>
          </a:p>
        </p:txBody>
      </p:sp>
    </p:spTree>
    <p:custDataLst>
      <p:tags r:id="rId1"/>
    </p:custDataLst>
    <p:extLst>
      <p:ext uri="{BB962C8B-B14F-4D97-AF65-F5344CB8AC3E}">
        <p14:creationId xmlns:p14="http://schemas.microsoft.com/office/powerpoint/2010/main" val="4276050635"/>
      </p:ext>
    </p:extLst>
  </p:cSld>
  <p:clrMapOvr>
    <a:masterClrMapping/>
  </p:clrMapOvr>
  <p:transition>
    <p:fade/>
  </p:transition>
  <p:extLst>
    <p:ext uri="{6950BFC3-D8DA-4A85-94F7-54DA5524770B}">
      <p188:commentRel xmlns:p188="http://schemas.microsoft.com/office/powerpoint/2018/8/main" r:id="rId5"/>
    </p:ext>
  </p:extLs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think-cell data - do not delete" hidden="1">
            <a:extLst>
              <a:ext uri="{FF2B5EF4-FFF2-40B4-BE49-F238E27FC236}">
                <a16:creationId xmlns:a16="http://schemas.microsoft.com/office/drawing/2014/main" id="{B05EEF92-72CC-047A-6983-A9BA8288EFFA}"/>
              </a:ext>
            </a:extLst>
          </p:cNvPr>
          <p:cNvGraphicFramePr>
            <a:graphicFrameLocks noChangeAspect="1"/>
          </p:cNvGraphicFramePr>
          <p:nvPr>
            <p:custDataLst>
              <p:tags r:id="rId1"/>
            </p:custDataLst>
            <p:extLst>
              <p:ext uri="{D42A27DB-BD31-4B8C-83A1-F6EECF244321}">
                <p14:modId xmlns:p14="http://schemas.microsoft.com/office/powerpoint/2010/main" val="24690476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6" progId="TCLayout.ActiveDocument.1">
                  <p:embed/>
                </p:oleObj>
              </mc:Choice>
              <mc:Fallback>
                <p:oleObj name="think-cell Slide" r:id="rId4" imgW="425" imgH="426" progId="TCLayout.ActiveDocument.1">
                  <p:embed/>
                  <p:pic>
                    <p:nvPicPr>
                      <p:cNvPr id="28" name="think-cell data - do not delete" hidden="1">
                        <a:extLst>
                          <a:ext uri="{FF2B5EF4-FFF2-40B4-BE49-F238E27FC236}">
                            <a16:creationId xmlns:a16="http://schemas.microsoft.com/office/drawing/2014/main" id="{B05EEF92-72CC-047A-6983-A9BA8288EFFA}"/>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Grafik 19">
            <a:extLst>
              <a:ext uri="{FF2B5EF4-FFF2-40B4-BE49-F238E27FC236}">
                <a16:creationId xmlns:a16="http://schemas.microsoft.com/office/drawing/2014/main" id="{C9A7AFAD-A79C-4141-73BA-19E41BF24352}"/>
              </a:ext>
            </a:extLst>
          </p:cNvPr>
          <p:cNvPicPr>
            <a:picLocks noChangeAspect="1"/>
          </p:cNvPicPr>
          <p:nvPr/>
        </p:nvPicPr>
        <p:blipFill rotWithShape="1">
          <a:blip r:embed="rId6">
            <a:extLst>
              <a:ext uri="{BEBA8EAE-BF5A-486C-A8C5-ECC9F3942E4B}">
                <a14:imgProps xmlns:a14="http://schemas.microsoft.com/office/drawing/2010/main">
                  <a14:imgLayer r:embed="rId7">
                    <a14:imgEffect>
                      <a14:saturation sat="0"/>
                    </a14:imgEffect>
                  </a14:imgLayer>
                </a14:imgProps>
              </a:ext>
            </a:extLst>
          </a:blip>
          <a:srcRect t="26032" b="9841"/>
          <a:stretch/>
        </p:blipFill>
        <p:spPr>
          <a:xfrm>
            <a:off x="0" y="1524000"/>
            <a:ext cx="12206176" cy="4397830"/>
          </a:xfrm>
          <a:prstGeom prst="rect">
            <a:avLst/>
          </a:prstGeom>
        </p:spPr>
      </p:pic>
      <p:sp>
        <p:nvSpPr>
          <p:cNvPr id="6" name="Rectangle 5">
            <a:extLst>
              <a:ext uri="{FF2B5EF4-FFF2-40B4-BE49-F238E27FC236}">
                <a16:creationId xmlns:a16="http://schemas.microsoft.com/office/drawing/2014/main" id="{514A0E0D-5151-A234-7A39-BFA336404F4A}"/>
              </a:ext>
            </a:extLst>
          </p:cNvPr>
          <p:cNvSpPr>
            <a:spLocks/>
          </p:cNvSpPr>
          <p:nvPr/>
        </p:nvSpPr>
        <p:spPr bwMode="gray">
          <a:xfrm>
            <a:off x="463295" y="1898301"/>
            <a:ext cx="11277600" cy="3337727"/>
          </a:xfrm>
          <a:prstGeom prst="rect">
            <a:avLst/>
          </a:prstGeom>
          <a:noFill/>
          <a:ln w="12700" algn="ctr">
            <a:solidFill>
              <a:schemeClr val="bg1"/>
            </a:solidFill>
            <a:miter lim="800000"/>
            <a:headEnd/>
            <a:tailEnd/>
          </a:ln>
          <a:effectLst>
            <a:glow rad="101600">
              <a:schemeClr val="bg1">
                <a:alpha val="60000"/>
              </a:schemeClr>
            </a:glow>
          </a:effectLst>
        </p:spPr>
        <p:txBody>
          <a:bodyPr wrap="square" lIns="88900" tIns="88900" rIns="88900" bIns="88900" rtlCol="0" anchor="ctr"/>
          <a:lstStyle/>
          <a:p>
            <a:pPr algn="ctr">
              <a:lnSpc>
                <a:spcPct val="106000"/>
              </a:lnSpc>
              <a:buFont typeface="Wingdings 2" pitchFamily="18" charset="2"/>
              <a:buNone/>
            </a:pPr>
            <a:endParaRPr lang="en-US" sz="1300">
              <a:solidFill>
                <a:schemeClr val="bg1"/>
              </a:solidFill>
            </a:endParaRPr>
          </a:p>
        </p:txBody>
      </p:sp>
      <p:sp>
        <p:nvSpPr>
          <p:cNvPr id="7" name="Rectangle 6">
            <a:extLst>
              <a:ext uri="{FF2B5EF4-FFF2-40B4-BE49-F238E27FC236}">
                <a16:creationId xmlns:a16="http://schemas.microsoft.com/office/drawing/2014/main" id="{AB772F8D-6BF4-BD18-4FA2-B875A7B66DC7}"/>
              </a:ext>
            </a:extLst>
          </p:cNvPr>
          <p:cNvSpPr>
            <a:spLocks/>
          </p:cNvSpPr>
          <p:nvPr/>
        </p:nvSpPr>
        <p:spPr bwMode="gray">
          <a:xfrm>
            <a:off x="702793" y="2100361"/>
            <a:ext cx="10816854" cy="2983267"/>
          </a:xfrm>
          <a:prstGeom prst="rect">
            <a:avLst/>
          </a:prstGeom>
          <a:solidFill>
            <a:srgbClr val="FFFFFF">
              <a:alpha val="69804"/>
            </a:srgbClr>
          </a:solidFill>
          <a:ln w="19050" algn="ctr">
            <a:noFill/>
            <a:miter lim="800000"/>
            <a:headEnd/>
            <a:tailEnd/>
          </a:ln>
          <a:effectLst/>
        </p:spPr>
        <p:txBody>
          <a:bodyPr wrap="square" lIns="88900" tIns="216000" rIns="88900" bIns="88900" rtlCol="0" anchor="t"/>
          <a:lstStyle/>
          <a:p>
            <a:pPr lvl="0" algn="ctr"/>
            <a:endParaRPr lang="en-US" sz="1400" b="1" spc="300"/>
          </a:p>
        </p:txBody>
      </p:sp>
      <p:sp>
        <p:nvSpPr>
          <p:cNvPr id="25" name="Title 24">
            <a:extLst>
              <a:ext uri="{FF2B5EF4-FFF2-40B4-BE49-F238E27FC236}">
                <a16:creationId xmlns:a16="http://schemas.microsoft.com/office/drawing/2014/main" id="{7B5C0F2B-8B09-950E-1863-A47AB3898E4D}"/>
              </a:ext>
            </a:extLst>
          </p:cNvPr>
          <p:cNvSpPr>
            <a:spLocks noGrp="1"/>
          </p:cNvSpPr>
          <p:nvPr>
            <p:ph type="title"/>
          </p:nvPr>
        </p:nvSpPr>
        <p:spPr/>
        <p:txBody>
          <a:bodyPr vert="horz"/>
          <a:lstStyle/>
          <a:p>
            <a:r>
              <a:rPr lang="en-US" dirty="0"/>
              <a:t>Contents</a:t>
            </a:r>
          </a:p>
        </p:txBody>
      </p:sp>
      <p:sp>
        <p:nvSpPr>
          <p:cNvPr id="3" name="Rectangle 7">
            <a:extLst>
              <a:ext uri="{FF2B5EF4-FFF2-40B4-BE49-F238E27FC236}">
                <a16:creationId xmlns:a16="http://schemas.microsoft.com/office/drawing/2014/main" id="{5ED57D83-08EF-A3AE-D07A-2FC9DDC2DCE5}"/>
              </a:ext>
            </a:extLst>
          </p:cNvPr>
          <p:cNvSpPr>
            <a:spLocks/>
          </p:cNvSpPr>
          <p:nvPr/>
        </p:nvSpPr>
        <p:spPr bwMode="gray">
          <a:xfrm>
            <a:off x="953589" y="2194225"/>
            <a:ext cx="4146183" cy="453473"/>
          </a:xfrm>
          <a:prstGeom prst="rect">
            <a:avLst/>
          </a:prstGeom>
          <a:no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t"/>
          <a:lstStyle/>
          <a:p>
            <a:pPr algn="ctr"/>
            <a:endParaRPr lang="en-US" sz="1600" b="1" spc="300" dirty="0"/>
          </a:p>
        </p:txBody>
      </p:sp>
      <p:grpSp>
        <p:nvGrpSpPr>
          <p:cNvPr id="46" name="Group 45">
            <a:extLst>
              <a:ext uri="{FF2B5EF4-FFF2-40B4-BE49-F238E27FC236}">
                <a16:creationId xmlns:a16="http://schemas.microsoft.com/office/drawing/2014/main" id="{02B53CD8-EDEE-2805-A636-264B66DFF12A}"/>
              </a:ext>
            </a:extLst>
          </p:cNvPr>
          <p:cNvGrpSpPr/>
          <p:nvPr/>
        </p:nvGrpSpPr>
        <p:grpSpPr>
          <a:xfrm>
            <a:off x="1042895" y="2201089"/>
            <a:ext cx="1983785" cy="1227911"/>
            <a:chOff x="9706935" y="2854392"/>
            <a:chExt cx="2034942" cy="1402712"/>
          </a:xfrm>
        </p:grpSpPr>
        <p:sp>
          <p:nvSpPr>
            <p:cNvPr id="47" name="Rectangle 7">
              <a:extLst>
                <a:ext uri="{FF2B5EF4-FFF2-40B4-BE49-F238E27FC236}">
                  <a16:creationId xmlns:a16="http://schemas.microsoft.com/office/drawing/2014/main" id="{F23AA166-87B2-EDA2-A1C4-B63386110728}"/>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48" name="TextBox 7">
              <a:extLst>
                <a:ext uri="{FF2B5EF4-FFF2-40B4-BE49-F238E27FC236}">
                  <a16:creationId xmlns:a16="http://schemas.microsoft.com/office/drawing/2014/main" id="{87E287F5-328C-00AC-ABD3-D9E6A10AC7FF}"/>
                </a:ext>
              </a:extLst>
            </p:cNvPr>
            <p:cNvSpPr txBox="1">
              <a:spLocks/>
            </p:cNvSpPr>
            <p:nvPr/>
          </p:nvSpPr>
          <p:spPr>
            <a:xfrm>
              <a:off x="9742934" y="3294138"/>
              <a:ext cx="1998943" cy="351591"/>
            </a:xfrm>
            <a:prstGeom prst="rect">
              <a:avLst/>
            </a:prstGeom>
            <a:noFill/>
          </p:spPr>
          <p:txBody>
            <a:bodyPr wrap="square">
              <a:spAutoFit/>
            </a:bodyPr>
            <a:lstStyle/>
            <a:p>
              <a:r>
                <a:rPr lang="en-US" sz="1400" b="1" dirty="0"/>
                <a:t>1| </a:t>
              </a:r>
              <a:r>
                <a:rPr lang="en-US" sz="1400" dirty="0"/>
                <a:t>Industry Overview</a:t>
              </a:r>
            </a:p>
          </p:txBody>
        </p:sp>
        <p:sp>
          <p:nvSpPr>
            <p:cNvPr id="49" name="Oval 3">
              <a:extLst>
                <a:ext uri="{FF2B5EF4-FFF2-40B4-BE49-F238E27FC236}">
                  <a16:creationId xmlns:a16="http://schemas.microsoft.com/office/drawing/2014/main" id="{AF0D3F10-AB6A-37B6-5496-117C2115AFE2}"/>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grpSp>
        <p:nvGrpSpPr>
          <p:cNvPr id="71" name="Group 70">
            <a:extLst>
              <a:ext uri="{FF2B5EF4-FFF2-40B4-BE49-F238E27FC236}">
                <a16:creationId xmlns:a16="http://schemas.microsoft.com/office/drawing/2014/main" id="{04438A1A-9AF1-FDDF-2E4E-AD72AC5E6CF4}"/>
              </a:ext>
            </a:extLst>
          </p:cNvPr>
          <p:cNvGrpSpPr/>
          <p:nvPr/>
        </p:nvGrpSpPr>
        <p:grpSpPr>
          <a:xfrm>
            <a:off x="3623245" y="2201089"/>
            <a:ext cx="1983785" cy="1227911"/>
            <a:chOff x="9706935" y="2854392"/>
            <a:chExt cx="2034942" cy="1402712"/>
          </a:xfrm>
        </p:grpSpPr>
        <p:sp>
          <p:nvSpPr>
            <p:cNvPr id="72" name="Rectangle 7">
              <a:extLst>
                <a:ext uri="{FF2B5EF4-FFF2-40B4-BE49-F238E27FC236}">
                  <a16:creationId xmlns:a16="http://schemas.microsoft.com/office/drawing/2014/main" id="{FF9EE30E-F816-3EDD-0492-7B52D63CC90F}"/>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73" name="TextBox 7">
              <a:extLst>
                <a:ext uri="{FF2B5EF4-FFF2-40B4-BE49-F238E27FC236}">
                  <a16:creationId xmlns:a16="http://schemas.microsoft.com/office/drawing/2014/main" id="{66814775-5DA8-3531-6D65-24FD9983865D}"/>
                </a:ext>
              </a:extLst>
            </p:cNvPr>
            <p:cNvSpPr txBox="1">
              <a:spLocks/>
            </p:cNvSpPr>
            <p:nvPr/>
          </p:nvSpPr>
          <p:spPr>
            <a:xfrm>
              <a:off x="9742934" y="3294138"/>
              <a:ext cx="1998943" cy="351591"/>
            </a:xfrm>
            <a:prstGeom prst="rect">
              <a:avLst/>
            </a:prstGeom>
            <a:noFill/>
          </p:spPr>
          <p:txBody>
            <a:bodyPr wrap="square">
              <a:spAutoFit/>
            </a:bodyPr>
            <a:lstStyle/>
            <a:p>
              <a:r>
                <a:rPr lang="en-US" sz="1400" b="1" dirty="0"/>
                <a:t>2| </a:t>
              </a:r>
              <a:r>
                <a:rPr lang="en-US" sz="1400" dirty="0"/>
                <a:t>Our Offerings</a:t>
              </a:r>
            </a:p>
          </p:txBody>
        </p:sp>
        <p:sp>
          <p:nvSpPr>
            <p:cNvPr id="74" name="Oval 3">
              <a:extLst>
                <a:ext uri="{FF2B5EF4-FFF2-40B4-BE49-F238E27FC236}">
                  <a16:creationId xmlns:a16="http://schemas.microsoft.com/office/drawing/2014/main" id="{CDCDE7DB-0E32-671F-7097-EE3CCD3B853E}"/>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grpSp>
        <p:nvGrpSpPr>
          <p:cNvPr id="75" name="Group 74">
            <a:extLst>
              <a:ext uri="{FF2B5EF4-FFF2-40B4-BE49-F238E27FC236}">
                <a16:creationId xmlns:a16="http://schemas.microsoft.com/office/drawing/2014/main" id="{3BF5728E-5225-A4C1-7F37-CB78EF18612F}"/>
              </a:ext>
            </a:extLst>
          </p:cNvPr>
          <p:cNvGrpSpPr/>
          <p:nvPr/>
        </p:nvGrpSpPr>
        <p:grpSpPr>
          <a:xfrm>
            <a:off x="6325924" y="2201089"/>
            <a:ext cx="1983785" cy="1227911"/>
            <a:chOff x="9706935" y="2854392"/>
            <a:chExt cx="2034942" cy="1402712"/>
          </a:xfrm>
        </p:grpSpPr>
        <p:sp>
          <p:nvSpPr>
            <p:cNvPr id="76" name="Rectangle 7">
              <a:extLst>
                <a:ext uri="{FF2B5EF4-FFF2-40B4-BE49-F238E27FC236}">
                  <a16:creationId xmlns:a16="http://schemas.microsoft.com/office/drawing/2014/main" id="{21E8EC2B-1F53-E41A-95FF-554B68979CBE}"/>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77" name="TextBox 7">
              <a:extLst>
                <a:ext uri="{FF2B5EF4-FFF2-40B4-BE49-F238E27FC236}">
                  <a16:creationId xmlns:a16="http://schemas.microsoft.com/office/drawing/2014/main" id="{D1F50DBC-5F6F-8BC8-0133-376452A0E063}"/>
                </a:ext>
              </a:extLst>
            </p:cNvPr>
            <p:cNvSpPr txBox="1">
              <a:spLocks/>
            </p:cNvSpPr>
            <p:nvPr/>
          </p:nvSpPr>
          <p:spPr>
            <a:xfrm>
              <a:off x="9742934" y="3294138"/>
              <a:ext cx="1998943" cy="597704"/>
            </a:xfrm>
            <a:prstGeom prst="rect">
              <a:avLst/>
            </a:prstGeom>
            <a:noFill/>
          </p:spPr>
          <p:txBody>
            <a:bodyPr wrap="square">
              <a:spAutoFit/>
            </a:bodyPr>
            <a:lstStyle/>
            <a:p>
              <a:r>
                <a:rPr lang="en-US" sz="1400" b="1" dirty="0"/>
                <a:t>3| </a:t>
              </a:r>
              <a:r>
                <a:rPr lang="en-US" sz="1400" dirty="0"/>
                <a:t>Our Assets &amp; Accelerators</a:t>
              </a:r>
            </a:p>
          </p:txBody>
        </p:sp>
        <p:sp>
          <p:nvSpPr>
            <p:cNvPr id="78" name="Oval 3">
              <a:extLst>
                <a:ext uri="{FF2B5EF4-FFF2-40B4-BE49-F238E27FC236}">
                  <a16:creationId xmlns:a16="http://schemas.microsoft.com/office/drawing/2014/main" id="{13DF9835-8C04-4C30-D678-8A275FAB90C8}"/>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grpSp>
        <p:nvGrpSpPr>
          <p:cNvPr id="79" name="Group 78">
            <a:extLst>
              <a:ext uri="{FF2B5EF4-FFF2-40B4-BE49-F238E27FC236}">
                <a16:creationId xmlns:a16="http://schemas.microsoft.com/office/drawing/2014/main" id="{F2FA5F9C-0FA5-9ADA-A989-03ADC0C76509}"/>
              </a:ext>
            </a:extLst>
          </p:cNvPr>
          <p:cNvGrpSpPr/>
          <p:nvPr/>
        </p:nvGrpSpPr>
        <p:grpSpPr>
          <a:xfrm>
            <a:off x="8997858" y="2201089"/>
            <a:ext cx="1983785" cy="1227911"/>
            <a:chOff x="9706935" y="2854392"/>
            <a:chExt cx="2034942" cy="1402712"/>
          </a:xfrm>
        </p:grpSpPr>
        <p:sp>
          <p:nvSpPr>
            <p:cNvPr id="80" name="Rectangle 7">
              <a:extLst>
                <a:ext uri="{FF2B5EF4-FFF2-40B4-BE49-F238E27FC236}">
                  <a16:creationId xmlns:a16="http://schemas.microsoft.com/office/drawing/2014/main" id="{FBE58A29-47EA-9349-895C-C482623E7F37}"/>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81" name="TextBox 7">
              <a:extLst>
                <a:ext uri="{FF2B5EF4-FFF2-40B4-BE49-F238E27FC236}">
                  <a16:creationId xmlns:a16="http://schemas.microsoft.com/office/drawing/2014/main" id="{5AF4C488-C2CD-C265-A776-A272F9B31890}"/>
                </a:ext>
              </a:extLst>
            </p:cNvPr>
            <p:cNvSpPr txBox="1">
              <a:spLocks/>
            </p:cNvSpPr>
            <p:nvPr/>
          </p:nvSpPr>
          <p:spPr>
            <a:xfrm>
              <a:off x="9742934" y="3294138"/>
              <a:ext cx="1998943" cy="351591"/>
            </a:xfrm>
            <a:prstGeom prst="rect">
              <a:avLst/>
            </a:prstGeom>
            <a:noFill/>
          </p:spPr>
          <p:txBody>
            <a:bodyPr wrap="square">
              <a:spAutoFit/>
            </a:bodyPr>
            <a:lstStyle/>
            <a:p>
              <a:r>
                <a:rPr lang="en-US" sz="1400" b="1" dirty="0"/>
                <a:t>4| </a:t>
              </a:r>
              <a:r>
                <a:rPr lang="en-US" sz="1400" dirty="0"/>
                <a:t>Our Alliances</a:t>
              </a:r>
            </a:p>
          </p:txBody>
        </p:sp>
        <p:sp>
          <p:nvSpPr>
            <p:cNvPr id="82" name="Oval 3">
              <a:extLst>
                <a:ext uri="{FF2B5EF4-FFF2-40B4-BE49-F238E27FC236}">
                  <a16:creationId xmlns:a16="http://schemas.microsoft.com/office/drawing/2014/main" id="{1C539F62-3DC6-75D3-9175-C46FAF246A0C}"/>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sp>
        <p:nvSpPr>
          <p:cNvPr id="83" name="Rectangle 7">
            <a:extLst>
              <a:ext uri="{FF2B5EF4-FFF2-40B4-BE49-F238E27FC236}">
                <a16:creationId xmlns:a16="http://schemas.microsoft.com/office/drawing/2014/main" id="{22451723-CE05-5EFA-1D16-1645900FE242}"/>
              </a:ext>
            </a:extLst>
          </p:cNvPr>
          <p:cNvSpPr>
            <a:spLocks/>
          </p:cNvSpPr>
          <p:nvPr/>
        </p:nvSpPr>
        <p:spPr bwMode="gray">
          <a:xfrm>
            <a:off x="904510" y="3655204"/>
            <a:ext cx="4146183" cy="453473"/>
          </a:xfrm>
          <a:prstGeom prst="rect">
            <a:avLst/>
          </a:prstGeom>
          <a:no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t"/>
          <a:lstStyle/>
          <a:p>
            <a:pPr algn="ctr"/>
            <a:endParaRPr lang="en-US" sz="1600" b="1" spc="300" dirty="0"/>
          </a:p>
        </p:txBody>
      </p:sp>
      <p:grpSp>
        <p:nvGrpSpPr>
          <p:cNvPr id="84" name="Group 83">
            <a:extLst>
              <a:ext uri="{FF2B5EF4-FFF2-40B4-BE49-F238E27FC236}">
                <a16:creationId xmlns:a16="http://schemas.microsoft.com/office/drawing/2014/main" id="{0ECDF59D-9715-31D1-8693-CC8CC1797D91}"/>
              </a:ext>
            </a:extLst>
          </p:cNvPr>
          <p:cNvGrpSpPr/>
          <p:nvPr/>
        </p:nvGrpSpPr>
        <p:grpSpPr>
          <a:xfrm>
            <a:off x="993816" y="3662068"/>
            <a:ext cx="1983785" cy="1227911"/>
            <a:chOff x="9706935" y="2854392"/>
            <a:chExt cx="2034942" cy="1402712"/>
          </a:xfrm>
        </p:grpSpPr>
        <p:sp>
          <p:nvSpPr>
            <p:cNvPr id="85" name="Rectangle 7">
              <a:extLst>
                <a:ext uri="{FF2B5EF4-FFF2-40B4-BE49-F238E27FC236}">
                  <a16:creationId xmlns:a16="http://schemas.microsoft.com/office/drawing/2014/main" id="{27D3DFEA-6A73-D8E5-CAD5-F2DB5FC531E2}"/>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86" name="TextBox 7">
              <a:extLst>
                <a:ext uri="{FF2B5EF4-FFF2-40B4-BE49-F238E27FC236}">
                  <a16:creationId xmlns:a16="http://schemas.microsoft.com/office/drawing/2014/main" id="{71EA2EBA-FE6F-D164-F226-FD0578B20DD0}"/>
                </a:ext>
              </a:extLst>
            </p:cNvPr>
            <p:cNvSpPr txBox="1">
              <a:spLocks/>
            </p:cNvSpPr>
            <p:nvPr/>
          </p:nvSpPr>
          <p:spPr>
            <a:xfrm>
              <a:off x="9742934" y="3294138"/>
              <a:ext cx="1998943" cy="597704"/>
            </a:xfrm>
            <a:prstGeom prst="rect">
              <a:avLst/>
            </a:prstGeom>
            <a:noFill/>
          </p:spPr>
          <p:txBody>
            <a:bodyPr wrap="square">
              <a:spAutoFit/>
            </a:bodyPr>
            <a:lstStyle/>
            <a:p>
              <a:r>
                <a:rPr lang="en-US" sz="1400" b="1" dirty="0"/>
                <a:t>5| </a:t>
              </a:r>
              <a:r>
                <a:rPr lang="en-US" sz="1400" dirty="0"/>
                <a:t>Eminence &amp; Thought Leadership</a:t>
              </a:r>
            </a:p>
          </p:txBody>
        </p:sp>
        <p:sp>
          <p:nvSpPr>
            <p:cNvPr id="87" name="Oval 3">
              <a:extLst>
                <a:ext uri="{FF2B5EF4-FFF2-40B4-BE49-F238E27FC236}">
                  <a16:creationId xmlns:a16="http://schemas.microsoft.com/office/drawing/2014/main" id="{174159C7-75BE-8A90-1DFC-BC6032A05CC5}"/>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grpSp>
        <p:nvGrpSpPr>
          <p:cNvPr id="88" name="Group 87">
            <a:extLst>
              <a:ext uri="{FF2B5EF4-FFF2-40B4-BE49-F238E27FC236}">
                <a16:creationId xmlns:a16="http://schemas.microsoft.com/office/drawing/2014/main" id="{BF3AD91D-E380-431D-BAFF-2C49F6AE9DE8}"/>
              </a:ext>
            </a:extLst>
          </p:cNvPr>
          <p:cNvGrpSpPr/>
          <p:nvPr/>
        </p:nvGrpSpPr>
        <p:grpSpPr>
          <a:xfrm>
            <a:off x="3574166" y="3662068"/>
            <a:ext cx="1983785" cy="1227911"/>
            <a:chOff x="9706935" y="2854392"/>
            <a:chExt cx="2034942" cy="1402712"/>
          </a:xfrm>
        </p:grpSpPr>
        <p:sp>
          <p:nvSpPr>
            <p:cNvPr id="89" name="Rectangle 7">
              <a:extLst>
                <a:ext uri="{FF2B5EF4-FFF2-40B4-BE49-F238E27FC236}">
                  <a16:creationId xmlns:a16="http://schemas.microsoft.com/office/drawing/2014/main" id="{B57D6F91-0FF0-E9DA-0450-9C94F82394FC}"/>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90" name="TextBox 7">
              <a:extLst>
                <a:ext uri="{FF2B5EF4-FFF2-40B4-BE49-F238E27FC236}">
                  <a16:creationId xmlns:a16="http://schemas.microsoft.com/office/drawing/2014/main" id="{234147FB-45E4-822A-D56F-EE6640BD4B59}"/>
                </a:ext>
              </a:extLst>
            </p:cNvPr>
            <p:cNvSpPr txBox="1">
              <a:spLocks/>
            </p:cNvSpPr>
            <p:nvPr/>
          </p:nvSpPr>
          <p:spPr>
            <a:xfrm>
              <a:off x="9742934" y="3294138"/>
              <a:ext cx="1998943" cy="351591"/>
            </a:xfrm>
            <a:prstGeom prst="rect">
              <a:avLst/>
            </a:prstGeom>
            <a:noFill/>
          </p:spPr>
          <p:txBody>
            <a:bodyPr wrap="square">
              <a:spAutoFit/>
            </a:bodyPr>
            <a:lstStyle/>
            <a:p>
              <a:r>
                <a:rPr lang="en-US" sz="1400" b="1" dirty="0"/>
                <a:t>6| </a:t>
              </a:r>
              <a:r>
                <a:rPr lang="en-US" sz="1400" dirty="0"/>
                <a:t>Key Credentials</a:t>
              </a:r>
            </a:p>
          </p:txBody>
        </p:sp>
        <p:sp>
          <p:nvSpPr>
            <p:cNvPr id="91" name="Oval 3">
              <a:extLst>
                <a:ext uri="{FF2B5EF4-FFF2-40B4-BE49-F238E27FC236}">
                  <a16:creationId xmlns:a16="http://schemas.microsoft.com/office/drawing/2014/main" id="{498268A1-0C21-FDF3-B939-5BBF798BD26C}"/>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grpSp>
        <p:nvGrpSpPr>
          <p:cNvPr id="92" name="Group 91">
            <a:extLst>
              <a:ext uri="{FF2B5EF4-FFF2-40B4-BE49-F238E27FC236}">
                <a16:creationId xmlns:a16="http://schemas.microsoft.com/office/drawing/2014/main" id="{A1F24472-FF09-4E93-9C78-37B6CF0BB4D8}"/>
              </a:ext>
            </a:extLst>
          </p:cNvPr>
          <p:cNvGrpSpPr/>
          <p:nvPr/>
        </p:nvGrpSpPr>
        <p:grpSpPr>
          <a:xfrm>
            <a:off x="6276845" y="3662068"/>
            <a:ext cx="1983785" cy="1227911"/>
            <a:chOff x="9706935" y="2854392"/>
            <a:chExt cx="2034942" cy="1402712"/>
          </a:xfrm>
        </p:grpSpPr>
        <p:sp>
          <p:nvSpPr>
            <p:cNvPr id="93" name="Rectangle 7">
              <a:extLst>
                <a:ext uri="{FF2B5EF4-FFF2-40B4-BE49-F238E27FC236}">
                  <a16:creationId xmlns:a16="http://schemas.microsoft.com/office/drawing/2014/main" id="{05395A74-8782-DDB9-A43A-A6FAA53259B7}"/>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94" name="TextBox 7">
              <a:extLst>
                <a:ext uri="{FF2B5EF4-FFF2-40B4-BE49-F238E27FC236}">
                  <a16:creationId xmlns:a16="http://schemas.microsoft.com/office/drawing/2014/main" id="{CFFD9578-E7B6-19F7-D284-AAD94EA070C1}"/>
                </a:ext>
              </a:extLst>
            </p:cNvPr>
            <p:cNvSpPr txBox="1">
              <a:spLocks/>
            </p:cNvSpPr>
            <p:nvPr/>
          </p:nvSpPr>
          <p:spPr>
            <a:xfrm>
              <a:off x="9742934" y="3294138"/>
              <a:ext cx="1998943" cy="351591"/>
            </a:xfrm>
            <a:prstGeom prst="rect">
              <a:avLst/>
            </a:prstGeom>
            <a:noFill/>
          </p:spPr>
          <p:txBody>
            <a:bodyPr wrap="square">
              <a:spAutoFit/>
            </a:bodyPr>
            <a:lstStyle/>
            <a:p>
              <a:r>
                <a:rPr lang="en-US" sz="1400" b="1" dirty="0"/>
                <a:t>7| </a:t>
              </a:r>
              <a:r>
                <a:rPr lang="en-US" sz="1400" dirty="0"/>
                <a:t>Case Studies</a:t>
              </a:r>
            </a:p>
          </p:txBody>
        </p:sp>
        <p:sp>
          <p:nvSpPr>
            <p:cNvPr id="95" name="Oval 3">
              <a:extLst>
                <a:ext uri="{FF2B5EF4-FFF2-40B4-BE49-F238E27FC236}">
                  <a16:creationId xmlns:a16="http://schemas.microsoft.com/office/drawing/2014/main" id="{6E686C1D-86D5-AF43-1267-602AEA49F69E}"/>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grpSp>
        <p:nvGrpSpPr>
          <p:cNvPr id="96" name="Group 95">
            <a:extLst>
              <a:ext uri="{FF2B5EF4-FFF2-40B4-BE49-F238E27FC236}">
                <a16:creationId xmlns:a16="http://schemas.microsoft.com/office/drawing/2014/main" id="{27D01866-1336-FA54-042E-63AD62CF856D}"/>
              </a:ext>
            </a:extLst>
          </p:cNvPr>
          <p:cNvGrpSpPr/>
          <p:nvPr/>
        </p:nvGrpSpPr>
        <p:grpSpPr>
          <a:xfrm>
            <a:off x="8948779" y="3662068"/>
            <a:ext cx="1983785" cy="1227911"/>
            <a:chOff x="9706935" y="2854392"/>
            <a:chExt cx="2034942" cy="1402712"/>
          </a:xfrm>
        </p:grpSpPr>
        <p:sp>
          <p:nvSpPr>
            <p:cNvPr id="97" name="Rectangle 7">
              <a:extLst>
                <a:ext uri="{FF2B5EF4-FFF2-40B4-BE49-F238E27FC236}">
                  <a16:creationId xmlns:a16="http://schemas.microsoft.com/office/drawing/2014/main" id="{858DF6A5-033E-51AB-9027-F2F8801B4474}"/>
                </a:ext>
              </a:extLst>
            </p:cNvPr>
            <p:cNvSpPr>
              <a:spLocks/>
            </p:cNvSpPr>
            <p:nvPr/>
          </p:nvSpPr>
          <p:spPr bwMode="gray">
            <a:xfrm>
              <a:off x="9757110" y="2854392"/>
              <a:ext cx="1983785" cy="1402712"/>
            </a:xfrm>
            <a:prstGeom prst="rect">
              <a:avLst/>
            </a:prstGeom>
            <a:solidFill>
              <a:schemeClr val="bg1"/>
            </a:solidFill>
            <a:ln w="19050" algn="ctr">
              <a:noFill/>
              <a:miter lim="800000"/>
              <a:headEnd/>
              <a:tailEnd/>
            </a:ln>
            <a:effectLst>
              <a:outerShdw blurRad="50800" dist="38100" dir="5400000" algn="t" rotWithShape="0">
                <a:prstClr val="black">
                  <a:alpha val="40000"/>
                </a:prstClr>
              </a:outerShdw>
            </a:effectLst>
          </p:spPr>
          <p:txBody>
            <a:bodyPr wrap="square" lIns="88900" tIns="216000" rIns="88900" bIns="88900" rtlCol="0" anchor="ctr" anchorCtr="0"/>
            <a:lstStyle/>
            <a:p>
              <a:pPr lvl="0" algn="ctr"/>
              <a:endParaRPr lang="en-US" sz="2000" b="1">
                <a:solidFill>
                  <a:srgbClr val="000000"/>
                </a:solidFill>
                <a:effectLst/>
                <a:latin typeface="Calibri" panose="020F0502020204030204" pitchFamily="34" charset="0"/>
                <a:ea typeface="Times New Roman" panose="02020603050405020304" pitchFamily="18" charset="0"/>
              </a:endParaRPr>
            </a:p>
          </p:txBody>
        </p:sp>
        <p:sp>
          <p:nvSpPr>
            <p:cNvPr id="98" name="TextBox 7">
              <a:extLst>
                <a:ext uri="{FF2B5EF4-FFF2-40B4-BE49-F238E27FC236}">
                  <a16:creationId xmlns:a16="http://schemas.microsoft.com/office/drawing/2014/main" id="{65495673-50AC-7611-BC3A-BC87BF18BE2A}"/>
                </a:ext>
              </a:extLst>
            </p:cNvPr>
            <p:cNvSpPr txBox="1">
              <a:spLocks/>
            </p:cNvSpPr>
            <p:nvPr/>
          </p:nvSpPr>
          <p:spPr>
            <a:xfrm>
              <a:off x="9742934" y="3294138"/>
              <a:ext cx="1998943" cy="351591"/>
            </a:xfrm>
            <a:prstGeom prst="rect">
              <a:avLst/>
            </a:prstGeom>
            <a:noFill/>
          </p:spPr>
          <p:txBody>
            <a:bodyPr wrap="square">
              <a:spAutoFit/>
            </a:bodyPr>
            <a:lstStyle/>
            <a:p>
              <a:r>
                <a:rPr lang="en-US" sz="1400" b="1" dirty="0"/>
                <a:t>8| </a:t>
              </a:r>
              <a:r>
                <a:rPr lang="en-US" sz="1400" dirty="0"/>
                <a:t>Partner Profiles</a:t>
              </a:r>
            </a:p>
          </p:txBody>
        </p:sp>
        <p:sp>
          <p:nvSpPr>
            <p:cNvPr id="99" name="Oval 3">
              <a:extLst>
                <a:ext uri="{FF2B5EF4-FFF2-40B4-BE49-F238E27FC236}">
                  <a16:creationId xmlns:a16="http://schemas.microsoft.com/office/drawing/2014/main" id="{B87208C4-9A8E-1FCB-34F8-89A61F838983}"/>
                </a:ext>
              </a:extLst>
            </p:cNvPr>
            <p:cNvSpPr/>
            <p:nvPr/>
          </p:nvSpPr>
          <p:spPr bwMode="gray">
            <a:xfrm rot="16200000">
              <a:off x="9297430" y="3519749"/>
              <a:ext cx="891010" cy="72000"/>
            </a:xfrm>
            <a:prstGeom prst="round2SameRect">
              <a:avLst/>
            </a:prstGeom>
            <a:solidFill>
              <a:schemeClr val="accent1"/>
            </a:solid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algn="ctr">
                <a:lnSpc>
                  <a:spcPct val="106000"/>
                </a:lnSpc>
                <a:buFont typeface="Wingdings 2" pitchFamily="18" charset="2"/>
                <a:buNone/>
              </a:pPr>
              <a:endParaRPr lang="en-US" sz="1400">
                <a:solidFill>
                  <a:schemeClr val="bg1"/>
                </a:solidFill>
              </a:endParaRPr>
            </a:p>
          </p:txBody>
        </p:sp>
      </p:grpSp>
    </p:spTree>
    <p:extLst>
      <p:ext uri="{BB962C8B-B14F-4D97-AF65-F5344CB8AC3E}">
        <p14:creationId xmlns:p14="http://schemas.microsoft.com/office/powerpoint/2010/main" val="390558971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Industry Overview</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3" y="3429000"/>
            <a:ext cx="8736931" cy="1015663"/>
          </a:xfrm>
          <a:prstGeom prst="rect">
            <a:avLst/>
          </a:prstGeom>
          <a:noFill/>
        </p:spPr>
        <p:txBody>
          <a:bodyPr wrap="square">
            <a:spAutoFit/>
          </a:bodyPr>
          <a:lstStyle/>
          <a:p>
            <a:r>
              <a:rPr lang="en-US" sz="2000" dirty="0">
                <a:solidFill>
                  <a:schemeClr val="bg1"/>
                </a:solidFill>
              </a:rPr>
              <a:t>The global power sector is evolving rapidly, driven by renewable energy adoption, digitalization, decarbonization, grid modernization, energy storage, and policy shifts towards sustainable and resilient energy systems</a:t>
            </a:r>
          </a:p>
        </p:txBody>
      </p:sp>
    </p:spTree>
    <p:extLst>
      <p:ext uri="{BB962C8B-B14F-4D97-AF65-F5344CB8AC3E}">
        <p14:creationId xmlns:p14="http://schemas.microsoft.com/office/powerpoint/2010/main" val="4042485764"/>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1">
            <a:extLst>
              <a:ext uri="{FF2B5EF4-FFF2-40B4-BE49-F238E27FC236}">
                <a16:creationId xmlns:a16="http://schemas.microsoft.com/office/drawing/2014/main" id="{BBD6AE51-8843-994A-F75A-6B0E20AC7283}"/>
              </a:ext>
            </a:extLst>
          </p:cNvPr>
          <p:cNvSpPr>
            <a:spLocks noGrp="1"/>
          </p:cNvSpPr>
          <p:nvPr>
            <p:ph type="body" sz="quarter" idx="13"/>
          </p:nvPr>
        </p:nvSpPr>
        <p:spPr>
          <a:xfrm>
            <a:off x="501652" y="651600"/>
            <a:ext cx="11188700" cy="757255"/>
          </a:xfrm>
        </p:spPr>
        <p:txBody>
          <a:bodyPr/>
          <a:lstStyle/>
          <a:p>
            <a:r>
              <a:rPr lang="en-US" dirty="0"/>
              <a:t>Digitalization is essential component for measuring and sustaining the transformation journey. The technical partner will help in achieving a ‘radical’ redefinition of the utility operating model - from ‘passive’ to ‘intelligent’ assets</a:t>
            </a:r>
          </a:p>
        </p:txBody>
      </p:sp>
      <p:sp>
        <p:nvSpPr>
          <p:cNvPr id="7" name="Title 2">
            <a:extLst>
              <a:ext uri="{FF2B5EF4-FFF2-40B4-BE49-F238E27FC236}">
                <a16:creationId xmlns:a16="http://schemas.microsoft.com/office/drawing/2014/main" id="{0BE47BDB-55ED-827D-F9E6-017C03425C87}"/>
              </a:ext>
            </a:extLst>
          </p:cNvPr>
          <p:cNvSpPr>
            <a:spLocks noGrp="1"/>
          </p:cNvSpPr>
          <p:nvPr>
            <p:ph type="title"/>
          </p:nvPr>
        </p:nvSpPr>
        <p:spPr>
          <a:xfrm>
            <a:off x="501652" y="317504"/>
            <a:ext cx="11188700" cy="334099"/>
          </a:xfrm>
        </p:spPr>
        <p:txBody>
          <a:bodyPr vert="horz"/>
          <a:lstStyle/>
          <a:p>
            <a:r>
              <a:rPr lang="en-US" dirty="0"/>
              <a:t>Utility of Future</a:t>
            </a:r>
          </a:p>
        </p:txBody>
      </p:sp>
      <p:grpSp>
        <p:nvGrpSpPr>
          <p:cNvPr id="8" name="Group 7">
            <a:extLst>
              <a:ext uri="{FF2B5EF4-FFF2-40B4-BE49-F238E27FC236}">
                <a16:creationId xmlns:a16="http://schemas.microsoft.com/office/drawing/2014/main" id="{71FECAEB-B7B8-2653-D0DA-40C7D3C63FAB}"/>
              </a:ext>
            </a:extLst>
          </p:cNvPr>
          <p:cNvGrpSpPr/>
          <p:nvPr/>
        </p:nvGrpSpPr>
        <p:grpSpPr>
          <a:xfrm>
            <a:off x="943353" y="2908152"/>
            <a:ext cx="7847629" cy="151140"/>
            <a:chOff x="773555" y="2843191"/>
            <a:chExt cx="7941294" cy="187209"/>
          </a:xfrm>
        </p:grpSpPr>
        <p:sp>
          <p:nvSpPr>
            <p:cNvPr id="9" name="object 8">
              <a:extLst>
                <a:ext uri="{FF2B5EF4-FFF2-40B4-BE49-F238E27FC236}">
                  <a16:creationId xmlns:a16="http://schemas.microsoft.com/office/drawing/2014/main" id="{739B45D1-9390-AFBE-8E4E-A318E76858AF}"/>
                </a:ext>
              </a:extLst>
            </p:cNvPr>
            <p:cNvSpPr/>
            <p:nvPr/>
          </p:nvSpPr>
          <p:spPr>
            <a:xfrm>
              <a:off x="773555" y="2848211"/>
              <a:ext cx="182880" cy="182189"/>
            </a:xfrm>
            <a:custGeom>
              <a:avLst/>
              <a:gdLst/>
              <a:ahLst/>
              <a:cxnLst/>
              <a:rect l="l" t="t" r="r" b="b"/>
              <a:pathLst>
                <a:path w="66675" h="65405">
                  <a:moveTo>
                    <a:pt x="66527" y="33459"/>
                  </a:moveTo>
                  <a:lnTo>
                    <a:pt x="63511" y="47358"/>
                  </a:lnTo>
                  <a:lnTo>
                    <a:pt x="55353" y="58416"/>
                  </a:lnTo>
                  <a:lnTo>
                    <a:pt x="43386" y="65300"/>
                  </a:lnTo>
                  <a:lnTo>
                    <a:pt x="25966" y="64002"/>
                  </a:lnTo>
                  <a:lnTo>
                    <a:pt x="12874" y="58511"/>
                  </a:lnTo>
                  <a:lnTo>
                    <a:pt x="4191" y="49740"/>
                  </a:lnTo>
                  <a:lnTo>
                    <a:pt x="0" y="38602"/>
                  </a:lnTo>
                  <a:lnTo>
                    <a:pt x="2345" y="22758"/>
                  </a:lnTo>
                  <a:lnTo>
                    <a:pt x="9256" y="10659"/>
                  </a:lnTo>
                  <a:lnTo>
                    <a:pt x="19656" y="2880"/>
                  </a:lnTo>
                  <a:lnTo>
                    <a:pt x="32463" y="0"/>
                  </a:lnTo>
                  <a:lnTo>
                    <a:pt x="46610" y="2960"/>
                  </a:lnTo>
                  <a:lnTo>
                    <a:pt x="57792" y="10984"/>
                  </a:lnTo>
                  <a:lnTo>
                    <a:pt x="64779" y="22774"/>
                  </a:lnTo>
                  <a:lnTo>
                    <a:pt x="66527" y="33459"/>
                  </a:lnTo>
                  <a:close/>
                </a:path>
              </a:pathLst>
            </a:custGeom>
            <a:noFill/>
            <a:ln w="19050" cap="flat" cmpd="sng" algn="ctr">
              <a:solidFill>
                <a:srgbClr val="007CB0"/>
              </a:solidFill>
              <a:prstDash val="solid"/>
              <a:miter lim="800000"/>
            </a:ln>
            <a:effectLst/>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dirty="0">
                <a:ln>
                  <a:noFill/>
                </a:ln>
                <a:solidFill>
                  <a:prstClr val="white"/>
                </a:solidFill>
                <a:effectLst/>
                <a:uLnTx/>
                <a:uFillTx/>
              </a:endParaRPr>
            </a:p>
          </p:txBody>
        </p:sp>
        <p:cxnSp>
          <p:nvCxnSpPr>
            <p:cNvPr id="10" name="Straight Connector 9">
              <a:extLst>
                <a:ext uri="{FF2B5EF4-FFF2-40B4-BE49-F238E27FC236}">
                  <a16:creationId xmlns:a16="http://schemas.microsoft.com/office/drawing/2014/main" id="{043A2E86-E508-EA9F-3D5B-1ECD0E36B56C}"/>
                </a:ext>
              </a:extLst>
            </p:cNvPr>
            <p:cNvCxnSpPr/>
            <p:nvPr/>
          </p:nvCxnSpPr>
          <p:spPr>
            <a:xfrm>
              <a:off x="943602" y="2936643"/>
              <a:ext cx="7593790" cy="0"/>
            </a:xfrm>
            <a:prstGeom prst="line">
              <a:avLst/>
            </a:prstGeom>
            <a:noFill/>
            <a:ln w="19050" cap="flat" cmpd="sng" algn="ctr">
              <a:solidFill>
                <a:srgbClr val="007CB0"/>
              </a:solidFill>
              <a:prstDash val="lgDashDot"/>
              <a:miter lim="800000"/>
            </a:ln>
            <a:effectLst/>
          </p:spPr>
        </p:cxnSp>
        <p:sp>
          <p:nvSpPr>
            <p:cNvPr id="11" name="object 8">
              <a:extLst>
                <a:ext uri="{FF2B5EF4-FFF2-40B4-BE49-F238E27FC236}">
                  <a16:creationId xmlns:a16="http://schemas.microsoft.com/office/drawing/2014/main" id="{87A3A729-2910-3464-8DAA-6A55F27F47C8}"/>
                </a:ext>
              </a:extLst>
            </p:cNvPr>
            <p:cNvSpPr/>
            <p:nvPr/>
          </p:nvSpPr>
          <p:spPr>
            <a:xfrm>
              <a:off x="8531969" y="2843191"/>
              <a:ext cx="182880" cy="182189"/>
            </a:xfrm>
            <a:custGeom>
              <a:avLst/>
              <a:gdLst/>
              <a:ahLst/>
              <a:cxnLst/>
              <a:rect l="l" t="t" r="r" b="b"/>
              <a:pathLst>
                <a:path w="66675" h="65405">
                  <a:moveTo>
                    <a:pt x="66527" y="33459"/>
                  </a:moveTo>
                  <a:lnTo>
                    <a:pt x="63511" y="47358"/>
                  </a:lnTo>
                  <a:lnTo>
                    <a:pt x="55353" y="58416"/>
                  </a:lnTo>
                  <a:lnTo>
                    <a:pt x="43386" y="65300"/>
                  </a:lnTo>
                  <a:lnTo>
                    <a:pt x="25966" y="64002"/>
                  </a:lnTo>
                  <a:lnTo>
                    <a:pt x="12874" y="58511"/>
                  </a:lnTo>
                  <a:lnTo>
                    <a:pt x="4191" y="49740"/>
                  </a:lnTo>
                  <a:lnTo>
                    <a:pt x="0" y="38602"/>
                  </a:lnTo>
                  <a:lnTo>
                    <a:pt x="2345" y="22758"/>
                  </a:lnTo>
                  <a:lnTo>
                    <a:pt x="9256" y="10659"/>
                  </a:lnTo>
                  <a:lnTo>
                    <a:pt x="19656" y="2880"/>
                  </a:lnTo>
                  <a:lnTo>
                    <a:pt x="32463" y="0"/>
                  </a:lnTo>
                  <a:lnTo>
                    <a:pt x="46610" y="2960"/>
                  </a:lnTo>
                  <a:lnTo>
                    <a:pt x="57792" y="10984"/>
                  </a:lnTo>
                  <a:lnTo>
                    <a:pt x="64779" y="22774"/>
                  </a:lnTo>
                  <a:lnTo>
                    <a:pt x="66527" y="33459"/>
                  </a:lnTo>
                  <a:close/>
                </a:path>
              </a:pathLst>
            </a:custGeom>
            <a:noFill/>
            <a:ln w="19050" cap="flat" cmpd="sng" algn="ctr">
              <a:solidFill>
                <a:srgbClr val="007CB0"/>
              </a:solidFill>
              <a:prstDash val="solid"/>
              <a:miter lim="800000"/>
            </a:ln>
            <a:effectLst/>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dirty="0">
                <a:ln>
                  <a:noFill/>
                </a:ln>
                <a:solidFill>
                  <a:prstClr val="white"/>
                </a:solidFill>
                <a:effectLst/>
                <a:uLnTx/>
                <a:uFillTx/>
              </a:endParaRPr>
            </a:p>
          </p:txBody>
        </p:sp>
      </p:grpSp>
      <p:sp>
        <p:nvSpPr>
          <p:cNvPr id="12" name="object 24">
            <a:extLst>
              <a:ext uri="{FF2B5EF4-FFF2-40B4-BE49-F238E27FC236}">
                <a16:creationId xmlns:a16="http://schemas.microsoft.com/office/drawing/2014/main" id="{FCE2DFDB-A179-23A9-F284-36594E2694F5}"/>
              </a:ext>
            </a:extLst>
          </p:cNvPr>
          <p:cNvSpPr txBox="1"/>
          <p:nvPr/>
        </p:nvSpPr>
        <p:spPr>
          <a:xfrm>
            <a:off x="476305" y="2615043"/>
            <a:ext cx="549559" cy="149593"/>
          </a:xfrm>
          <a:prstGeom prst="rect">
            <a:avLst/>
          </a:prstGeom>
          <a:solidFill>
            <a:sysClr val="window" lastClr="FFFFFF"/>
          </a:solidFill>
        </p:spPr>
        <p:txBody>
          <a:bodyPr vert="horz" wrap="square" lIns="0" tIns="0" rIns="0" bIns="0" rtlCol="0">
            <a:spAutoFit/>
          </a:bodyPr>
          <a:lstStyle/>
          <a:p>
            <a:pPr marL="0" marR="0" lvl="0" indent="0" defTabSz="806869" eaLnBrk="1" fontAlgn="auto" latinLnBrk="0" hangingPunct="1">
              <a:lnSpc>
                <a:spcPct val="100000"/>
              </a:lnSpc>
              <a:spcBef>
                <a:spcPts val="0"/>
              </a:spcBef>
              <a:spcAft>
                <a:spcPts val="0"/>
              </a:spcAft>
              <a:buClrTx/>
              <a:buSzTx/>
              <a:buFontTx/>
              <a:buNone/>
              <a:tabLst/>
              <a:defRPr/>
            </a:pPr>
            <a:r>
              <a:rPr kumimoji="0" lang="en-US" sz="972" b="1" i="0" u="none" strike="noStrike" kern="0" cap="none" spc="0" normalizeH="0" baseline="0" noProof="0" dirty="0">
                <a:ln>
                  <a:noFill/>
                </a:ln>
                <a:solidFill>
                  <a:srgbClr val="007CB0"/>
                </a:solidFill>
                <a:effectLst/>
                <a:uLnTx/>
                <a:uFillTx/>
              </a:rPr>
              <a:t>Legacy</a:t>
            </a:r>
          </a:p>
        </p:txBody>
      </p:sp>
      <p:sp>
        <p:nvSpPr>
          <p:cNvPr id="13" name="object 147">
            <a:extLst>
              <a:ext uri="{FF2B5EF4-FFF2-40B4-BE49-F238E27FC236}">
                <a16:creationId xmlns:a16="http://schemas.microsoft.com/office/drawing/2014/main" id="{9CE839C7-ED51-4B6E-EA6C-5F90DE8A71DA}"/>
              </a:ext>
            </a:extLst>
          </p:cNvPr>
          <p:cNvSpPr txBox="1"/>
          <p:nvPr/>
        </p:nvSpPr>
        <p:spPr>
          <a:xfrm>
            <a:off x="7377898" y="3534959"/>
            <a:ext cx="1537709" cy="418769"/>
          </a:xfrm>
          <a:prstGeom prst="rect">
            <a:avLst/>
          </a:prstGeom>
          <a:solidFill>
            <a:sysClr val="window" lastClr="FFFFFF"/>
          </a:solidFill>
        </p:spPr>
        <p:txBody>
          <a:bodyPr wrap="square" rtlCol="0">
            <a:spAutoFit/>
          </a:bodyPr>
          <a:lstStyle>
            <a:defPPr>
              <a:defRPr lang="en-US"/>
            </a:defPPr>
            <a:lvl1pPr algn="ctr">
              <a:defRPr sz="1200" b="1">
                <a:solidFill>
                  <a:schemeClr val="accent5"/>
                </a:solidFill>
              </a:defRPr>
            </a:lvl1pPr>
          </a:lstStyle>
          <a:p>
            <a:pPr marL="0" marR="0" lvl="0" indent="0" algn="l" defTabSz="806869" eaLnBrk="1" fontAlgn="auto" latinLnBrk="0" hangingPunct="1">
              <a:lnSpc>
                <a:spcPct val="100000"/>
              </a:lnSpc>
              <a:spcBef>
                <a:spcPts val="0"/>
              </a:spcBef>
              <a:spcAft>
                <a:spcPts val="0"/>
              </a:spcAft>
              <a:buClrTx/>
              <a:buSzTx/>
              <a:buFontTx/>
              <a:buNone/>
              <a:tabLst/>
              <a:defRPr/>
            </a:pPr>
            <a:r>
              <a:rPr kumimoji="0" lang="en-US" sz="707" b="0" i="0" u="none" strike="noStrike" kern="0" cap="none" spc="0" normalizeH="0" baseline="0" noProof="0" dirty="0">
                <a:ln>
                  <a:noFill/>
                </a:ln>
                <a:solidFill>
                  <a:prstClr val="black"/>
                </a:solidFill>
                <a:effectLst/>
                <a:uLnTx/>
                <a:uFillTx/>
              </a:rPr>
              <a:t>Automation of manual functions and activities and enhanced user experience and productivity</a:t>
            </a:r>
            <a:endParaRPr kumimoji="0" sz="707" b="0" i="0" u="none" strike="noStrike" kern="0" cap="none" spc="0" normalizeH="0" baseline="0" noProof="0" dirty="0">
              <a:ln>
                <a:noFill/>
              </a:ln>
              <a:solidFill>
                <a:prstClr val="black"/>
              </a:solidFill>
              <a:effectLst/>
              <a:uLnTx/>
              <a:uFillTx/>
            </a:endParaRPr>
          </a:p>
        </p:txBody>
      </p:sp>
      <p:sp>
        <p:nvSpPr>
          <p:cNvPr id="14" name="object 16">
            <a:extLst>
              <a:ext uri="{FF2B5EF4-FFF2-40B4-BE49-F238E27FC236}">
                <a16:creationId xmlns:a16="http://schemas.microsoft.com/office/drawing/2014/main" id="{602BFDA4-DBB1-BD28-15BE-FBFF56DDB3BB}"/>
              </a:ext>
            </a:extLst>
          </p:cNvPr>
          <p:cNvSpPr/>
          <p:nvPr/>
        </p:nvSpPr>
        <p:spPr>
          <a:xfrm>
            <a:off x="7584375" y="3159932"/>
            <a:ext cx="0" cy="0"/>
          </a:xfrm>
          <a:custGeom>
            <a:avLst/>
            <a:gdLst/>
            <a:ahLst/>
            <a:cxnLst/>
            <a:rect l="l" t="t" r="r" b="b"/>
            <a:pathLst>
              <a:path>
                <a:moveTo>
                  <a:pt x="0" y="0"/>
                </a:moveTo>
                <a:lnTo>
                  <a:pt x="0" y="0"/>
                </a:lnTo>
              </a:path>
            </a:pathLst>
          </a:custGeom>
          <a:ln w="12700">
            <a:solidFill>
              <a:srgbClr val="68CEF3"/>
            </a:solidFill>
          </a:ln>
        </p:spPr>
        <p:txBody>
          <a:bodyPr wrap="square" lIns="0" tIns="0" rIns="0" bIns="0" rtlCol="0"/>
          <a:lstStyle/>
          <a:p>
            <a:pPr defTabSz="806869">
              <a:defRPr/>
            </a:pPr>
            <a:endParaRPr sz="1587" kern="0" dirty="0">
              <a:solidFill>
                <a:prstClr val="white"/>
              </a:solidFill>
            </a:endParaRPr>
          </a:p>
        </p:txBody>
      </p:sp>
      <p:sp>
        <p:nvSpPr>
          <p:cNvPr id="15" name="object 145">
            <a:extLst>
              <a:ext uri="{FF2B5EF4-FFF2-40B4-BE49-F238E27FC236}">
                <a16:creationId xmlns:a16="http://schemas.microsoft.com/office/drawing/2014/main" id="{583D4B50-2370-7E38-B44D-88C9AF0789CA}"/>
              </a:ext>
            </a:extLst>
          </p:cNvPr>
          <p:cNvSpPr txBox="1"/>
          <p:nvPr/>
        </p:nvSpPr>
        <p:spPr>
          <a:xfrm>
            <a:off x="1850271" y="3109310"/>
            <a:ext cx="1006999" cy="418769"/>
          </a:xfrm>
          <a:prstGeom prst="rect">
            <a:avLst/>
          </a:prstGeom>
          <a:solidFill>
            <a:sysClr val="window" lastClr="FFFFFF"/>
          </a:solidFill>
        </p:spPr>
        <p:txBody>
          <a:bodyPr wrap="square" rtlCol="0">
            <a:spAutoFit/>
          </a:bodyPr>
          <a:lstStyle>
            <a:defPPr>
              <a:defRPr lang="en-US"/>
            </a:defPPr>
            <a:lvl1pPr algn="ctr">
              <a:defRPr sz="750" b="1">
                <a:solidFill>
                  <a:schemeClr val="accent5"/>
                </a:solidFill>
                <a:latin typeface="Trebuchet MS" panose="020B0603020202020204" pitchFamily="34" charset="0"/>
              </a:defRPr>
            </a:lvl1pPr>
          </a:lstStyle>
          <a:p>
            <a:pPr marL="0" marR="0" lvl="0" indent="0" algn="l" defTabSz="806869" eaLnBrk="1" fontAlgn="auto" latinLnBrk="0" hangingPunct="1">
              <a:lnSpc>
                <a:spcPct val="100000"/>
              </a:lnSpc>
              <a:spcBef>
                <a:spcPts val="0"/>
              </a:spcBef>
              <a:spcAft>
                <a:spcPts val="0"/>
              </a:spcAft>
              <a:buClrTx/>
              <a:buSzTx/>
              <a:buFontTx/>
              <a:buNone/>
              <a:tabLst/>
              <a:defRPr/>
            </a:pPr>
            <a:r>
              <a:rPr kumimoji="0" lang="en-US" sz="707" b="0" i="0" u="none" strike="noStrike" kern="0" cap="none" spc="0" normalizeH="0" baseline="0" noProof="0" dirty="0">
                <a:ln>
                  <a:noFill/>
                </a:ln>
                <a:solidFill>
                  <a:prstClr val="black"/>
                </a:solidFill>
                <a:effectLst/>
                <a:uLnTx/>
                <a:uFillTx/>
                <a:latin typeface="+mn-lt"/>
              </a:rPr>
              <a:t>Smart generation with advanced monitoring and controls</a:t>
            </a:r>
            <a:endParaRPr kumimoji="0" sz="707" b="0" i="0" u="none" strike="noStrike" kern="0" cap="none" spc="0" normalizeH="0" baseline="0" noProof="0" dirty="0">
              <a:ln>
                <a:noFill/>
              </a:ln>
              <a:solidFill>
                <a:prstClr val="black"/>
              </a:solidFill>
              <a:effectLst/>
              <a:uLnTx/>
              <a:uFillTx/>
              <a:latin typeface="+mn-lt"/>
            </a:endParaRPr>
          </a:p>
        </p:txBody>
      </p:sp>
      <p:sp>
        <p:nvSpPr>
          <p:cNvPr id="16" name="object 147">
            <a:extLst>
              <a:ext uri="{FF2B5EF4-FFF2-40B4-BE49-F238E27FC236}">
                <a16:creationId xmlns:a16="http://schemas.microsoft.com/office/drawing/2014/main" id="{3B46C5C9-F51E-F19F-AA28-1D2BBCCC24AF}"/>
              </a:ext>
            </a:extLst>
          </p:cNvPr>
          <p:cNvSpPr txBox="1"/>
          <p:nvPr/>
        </p:nvSpPr>
        <p:spPr>
          <a:xfrm>
            <a:off x="6240798" y="3110983"/>
            <a:ext cx="893688" cy="527580"/>
          </a:xfrm>
          <a:prstGeom prst="rect">
            <a:avLst/>
          </a:prstGeom>
          <a:solidFill>
            <a:sysClr val="window" lastClr="FFFFFF"/>
          </a:solidFill>
        </p:spPr>
        <p:txBody>
          <a:bodyPr wrap="square" rtlCol="0">
            <a:spAutoFit/>
          </a:bodyPr>
          <a:lstStyle>
            <a:defPPr>
              <a:defRPr lang="en-US"/>
            </a:defPPr>
            <a:lvl1pPr algn="ctr">
              <a:defRPr sz="1200" b="1">
                <a:solidFill>
                  <a:schemeClr val="accent5"/>
                </a:solidFill>
              </a:defRPr>
            </a:lvl1pPr>
          </a:lstStyle>
          <a:p>
            <a:pPr marL="0" marR="0" lvl="0" indent="0" algn="l" defTabSz="806869" eaLnBrk="1" fontAlgn="auto" latinLnBrk="0" hangingPunct="1">
              <a:lnSpc>
                <a:spcPct val="100000"/>
              </a:lnSpc>
              <a:spcBef>
                <a:spcPts val="0"/>
              </a:spcBef>
              <a:spcAft>
                <a:spcPts val="0"/>
              </a:spcAft>
              <a:buClrTx/>
              <a:buSzTx/>
              <a:buFontTx/>
              <a:buNone/>
              <a:tabLst/>
              <a:defRPr/>
            </a:pPr>
            <a:r>
              <a:rPr kumimoji="0" lang="en-US" sz="707" b="0" i="0" u="none" strike="noStrike" kern="0" cap="none" spc="0" normalizeH="0" baseline="0" noProof="0" dirty="0">
                <a:ln>
                  <a:noFill/>
                </a:ln>
                <a:solidFill>
                  <a:prstClr val="black"/>
                </a:solidFill>
                <a:effectLst/>
                <a:uLnTx/>
                <a:uFillTx/>
              </a:rPr>
              <a:t>Advanced inter-connected solutions and self-service</a:t>
            </a:r>
            <a:endParaRPr kumimoji="0" sz="707" b="0" i="0" u="none" strike="noStrike" kern="0" cap="none" spc="0" normalizeH="0" baseline="0" noProof="0" dirty="0">
              <a:ln>
                <a:noFill/>
              </a:ln>
              <a:solidFill>
                <a:prstClr val="black"/>
              </a:solidFill>
              <a:effectLst/>
              <a:uLnTx/>
              <a:uFillTx/>
            </a:endParaRPr>
          </a:p>
        </p:txBody>
      </p:sp>
      <p:sp>
        <p:nvSpPr>
          <p:cNvPr id="17" name="object 24">
            <a:extLst>
              <a:ext uri="{FF2B5EF4-FFF2-40B4-BE49-F238E27FC236}">
                <a16:creationId xmlns:a16="http://schemas.microsoft.com/office/drawing/2014/main" id="{F18E12CA-D757-72B2-2908-419C0A6FF0A9}"/>
              </a:ext>
            </a:extLst>
          </p:cNvPr>
          <p:cNvSpPr txBox="1"/>
          <p:nvPr/>
        </p:nvSpPr>
        <p:spPr>
          <a:xfrm>
            <a:off x="433613" y="3171060"/>
            <a:ext cx="724799" cy="149593"/>
          </a:xfrm>
          <a:prstGeom prst="rect">
            <a:avLst/>
          </a:prstGeom>
          <a:solidFill>
            <a:sysClr val="window" lastClr="FFFFFF"/>
          </a:solidFill>
        </p:spPr>
        <p:txBody>
          <a:bodyPr vert="horz" wrap="square" lIns="0" tIns="0" rIns="0" bIns="0" rtlCol="0">
            <a:spAutoFit/>
          </a:bodyPr>
          <a:lstStyle/>
          <a:p>
            <a:pPr marL="0" marR="0" lvl="0" indent="0" defTabSz="806869" eaLnBrk="1" fontAlgn="auto" latinLnBrk="0" hangingPunct="1">
              <a:lnSpc>
                <a:spcPct val="100000"/>
              </a:lnSpc>
              <a:spcBef>
                <a:spcPts val="0"/>
              </a:spcBef>
              <a:spcAft>
                <a:spcPts val="0"/>
              </a:spcAft>
              <a:buClrTx/>
              <a:buSzTx/>
              <a:buFontTx/>
              <a:buNone/>
              <a:tabLst/>
              <a:defRPr/>
            </a:pPr>
            <a:r>
              <a:rPr kumimoji="0" lang="en-US" sz="972" b="1" i="0" u="none" strike="noStrike" kern="0" cap="none" spc="0" normalizeH="0" baseline="0" noProof="0" dirty="0">
                <a:ln>
                  <a:noFill/>
                </a:ln>
                <a:solidFill>
                  <a:srgbClr val="92D400"/>
                </a:solidFill>
                <a:effectLst/>
                <a:uLnTx/>
                <a:uFillTx/>
              </a:rPr>
              <a:t>Evolving</a:t>
            </a:r>
          </a:p>
        </p:txBody>
      </p:sp>
      <p:sp>
        <p:nvSpPr>
          <p:cNvPr id="18" name="Freeform 74">
            <a:extLst>
              <a:ext uri="{FF2B5EF4-FFF2-40B4-BE49-F238E27FC236}">
                <a16:creationId xmlns:a16="http://schemas.microsoft.com/office/drawing/2014/main" id="{B2826266-56B2-5A21-7B9B-1A33AAE625DE}"/>
              </a:ext>
            </a:extLst>
          </p:cNvPr>
          <p:cNvSpPr/>
          <p:nvPr/>
        </p:nvSpPr>
        <p:spPr>
          <a:xfrm>
            <a:off x="8015471" y="3332813"/>
            <a:ext cx="236606" cy="219535"/>
          </a:xfrm>
          <a:custGeom>
            <a:avLst/>
            <a:gdLst>
              <a:gd name="connsiteX0" fmla="*/ 3661287 w 3709219"/>
              <a:gd name="connsiteY0" fmla="*/ 4022623 h 4203291"/>
              <a:gd name="connsiteX1" fmla="*/ 3661287 w 3709219"/>
              <a:gd name="connsiteY1" fmla="*/ 4203291 h 4203291"/>
              <a:gd name="connsiteX2" fmla="*/ 3185651 w 3709219"/>
              <a:gd name="connsiteY2" fmla="*/ 4203291 h 4203291"/>
              <a:gd name="connsiteX3" fmla="*/ 3185651 w 3709219"/>
              <a:gd name="connsiteY3" fmla="*/ 3897262 h 4203291"/>
              <a:gd name="connsiteX4" fmla="*/ 3406877 w 3709219"/>
              <a:gd name="connsiteY4" fmla="*/ 3808771 h 4203291"/>
              <a:gd name="connsiteX5" fmla="*/ 3709219 w 3709219"/>
              <a:gd name="connsiteY5" fmla="*/ 3808771 h 4203291"/>
              <a:gd name="connsiteX6" fmla="*/ 0 w 3709219"/>
              <a:gd name="connsiteY6" fmla="*/ 0 h 4203291"/>
              <a:gd name="connsiteX0" fmla="*/ 475636 w 741107"/>
              <a:gd name="connsiteY0" fmla="*/ 213852 h 394520"/>
              <a:gd name="connsiteX1" fmla="*/ 475636 w 741107"/>
              <a:gd name="connsiteY1" fmla="*/ 394520 h 394520"/>
              <a:gd name="connsiteX2" fmla="*/ 0 w 741107"/>
              <a:gd name="connsiteY2" fmla="*/ 394520 h 394520"/>
              <a:gd name="connsiteX3" fmla="*/ 0 w 741107"/>
              <a:gd name="connsiteY3" fmla="*/ 88491 h 394520"/>
              <a:gd name="connsiteX4" fmla="*/ 221226 w 741107"/>
              <a:gd name="connsiteY4" fmla="*/ 0 h 394520"/>
              <a:gd name="connsiteX5" fmla="*/ 523568 w 741107"/>
              <a:gd name="connsiteY5" fmla="*/ 0 h 394520"/>
              <a:gd name="connsiteX6" fmla="*/ 741107 w 741107"/>
              <a:gd name="connsiteY6" fmla="*/ 243348 h 394520"/>
              <a:gd name="connsiteX0" fmla="*/ 475636 w 523568"/>
              <a:gd name="connsiteY0" fmla="*/ 213852 h 394520"/>
              <a:gd name="connsiteX1" fmla="*/ 475636 w 523568"/>
              <a:gd name="connsiteY1" fmla="*/ 394520 h 394520"/>
              <a:gd name="connsiteX2" fmla="*/ 0 w 523568"/>
              <a:gd name="connsiteY2" fmla="*/ 394520 h 394520"/>
              <a:gd name="connsiteX3" fmla="*/ 0 w 523568"/>
              <a:gd name="connsiteY3" fmla="*/ 88491 h 394520"/>
              <a:gd name="connsiteX4" fmla="*/ 221226 w 523568"/>
              <a:gd name="connsiteY4" fmla="*/ 0 h 394520"/>
              <a:gd name="connsiteX5" fmla="*/ 523568 w 523568"/>
              <a:gd name="connsiteY5" fmla="*/ 0 h 394520"/>
              <a:gd name="connsiteX6" fmla="*/ 401894 w 523568"/>
              <a:gd name="connsiteY6" fmla="*/ 140109 h 394520"/>
              <a:gd name="connsiteX0" fmla="*/ 475636 w 475636"/>
              <a:gd name="connsiteY0" fmla="*/ 213852 h 394520"/>
              <a:gd name="connsiteX1" fmla="*/ 475636 w 475636"/>
              <a:gd name="connsiteY1" fmla="*/ 394520 h 394520"/>
              <a:gd name="connsiteX2" fmla="*/ 0 w 475636"/>
              <a:gd name="connsiteY2" fmla="*/ 394520 h 394520"/>
              <a:gd name="connsiteX3" fmla="*/ 0 w 475636"/>
              <a:gd name="connsiteY3" fmla="*/ 88491 h 394520"/>
              <a:gd name="connsiteX4" fmla="*/ 221226 w 475636"/>
              <a:gd name="connsiteY4" fmla="*/ 0 h 394520"/>
              <a:gd name="connsiteX5" fmla="*/ 247035 w 475636"/>
              <a:gd name="connsiteY5" fmla="*/ 110613 h 394520"/>
              <a:gd name="connsiteX6" fmla="*/ 401894 w 475636"/>
              <a:gd name="connsiteY6" fmla="*/ 140109 h 394520"/>
              <a:gd name="connsiteX0" fmla="*/ 475636 w 475636"/>
              <a:gd name="connsiteY0" fmla="*/ 213852 h 394520"/>
              <a:gd name="connsiteX1" fmla="*/ 475636 w 475636"/>
              <a:gd name="connsiteY1" fmla="*/ 394520 h 394520"/>
              <a:gd name="connsiteX2" fmla="*/ 0 w 475636"/>
              <a:gd name="connsiteY2" fmla="*/ 394520 h 394520"/>
              <a:gd name="connsiteX3" fmla="*/ 0 w 475636"/>
              <a:gd name="connsiteY3" fmla="*/ 88491 h 394520"/>
              <a:gd name="connsiteX4" fmla="*/ 221226 w 475636"/>
              <a:gd name="connsiteY4" fmla="*/ 0 h 394520"/>
              <a:gd name="connsiteX5" fmla="*/ 235973 w 475636"/>
              <a:gd name="connsiteY5" fmla="*/ 154858 h 394520"/>
              <a:gd name="connsiteX6" fmla="*/ 401894 w 475636"/>
              <a:gd name="connsiteY6" fmla="*/ 140109 h 394520"/>
              <a:gd name="connsiteX0" fmla="*/ 475636 w 475636"/>
              <a:gd name="connsiteY0" fmla="*/ 213852 h 394520"/>
              <a:gd name="connsiteX1" fmla="*/ 475636 w 475636"/>
              <a:gd name="connsiteY1" fmla="*/ 394520 h 394520"/>
              <a:gd name="connsiteX2" fmla="*/ 0 w 475636"/>
              <a:gd name="connsiteY2" fmla="*/ 394520 h 394520"/>
              <a:gd name="connsiteX3" fmla="*/ 0 w 475636"/>
              <a:gd name="connsiteY3" fmla="*/ 88491 h 394520"/>
              <a:gd name="connsiteX4" fmla="*/ 221226 w 475636"/>
              <a:gd name="connsiteY4" fmla="*/ 0 h 394520"/>
              <a:gd name="connsiteX5" fmla="*/ 235204 w 475636"/>
              <a:gd name="connsiteY5" fmla="*/ 62586 h 394520"/>
              <a:gd name="connsiteX6" fmla="*/ 235973 w 475636"/>
              <a:gd name="connsiteY6" fmla="*/ 154858 h 394520"/>
              <a:gd name="connsiteX7" fmla="*/ 401894 w 475636"/>
              <a:gd name="connsiteY7" fmla="*/ 140109 h 394520"/>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235204 w 475636"/>
              <a:gd name="connsiteY5" fmla="*/ 41043 h 372977"/>
              <a:gd name="connsiteX6" fmla="*/ 235973 w 475636"/>
              <a:gd name="connsiteY6" fmla="*/ 133315 h 372977"/>
              <a:gd name="connsiteX7" fmla="*/ 401894 w 475636"/>
              <a:gd name="connsiteY7" fmla="*/ 118566 h 372977"/>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307015 w 475636"/>
              <a:gd name="connsiteY5" fmla="*/ 76948 h 372977"/>
              <a:gd name="connsiteX6" fmla="*/ 235973 w 475636"/>
              <a:gd name="connsiteY6" fmla="*/ 133315 h 372977"/>
              <a:gd name="connsiteX7" fmla="*/ 401894 w 475636"/>
              <a:gd name="connsiteY7" fmla="*/ 118566 h 372977"/>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307015 w 475636"/>
              <a:gd name="connsiteY5" fmla="*/ 76948 h 372977"/>
              <a:gd name="connsiteX6" fmla="*/ 235973 w 475636"/>
              <a:gd name="connsiteY6" fmla="*/ 133315 h 372977"/>
              <a:gd name="connsiteX7" fmla="*/ 329755 w 475636"/>
              <a:gd name="connsiteY7" fmla="*/ 98492 h 372977"/>
              <a:gd name="connsiteX8" fmla="*/ 401894 w 475636"/>
              <a:gd name="connsiteY8" fmla="*/ 118566 h 372977"/>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307015 w 475636"/>
              <a:gd name="connsiteY5" fmla="*/ 76948 h 372977"/>
              <a:gd name="connsiteX6" fmla="*/ 235973 w 475636"/>
              <a:gd name="connsiteY6" fmla="*/ 133315 h 372977"/>
              <a:gd name="connsiteX7" fmla="*/ 329755 w 475636"/>
              <a:gd name="connsiteY7" fmla="*/ 98492 h 372977"/>
              <a:gd name="connsiteX8" fmla="*/ 365989 w 475636"/>
              <a:gd name="connsiteY8" fmla="*/ 141307 h 372977"/>
              <a:gd name="connsiteX0" fmla="*/ 475636 w 475636"/>
              <a:gd name="connsiteY0" fmla="*/ 192309 h 376567"/>
              <a:gd name="connsiteX1" fmla="*/ 397841 w 475636"/>
              <a:gd name="connsiteY1" fmla="*/ 376567 h 376567"/>
              <a:gd name="connsiteX2" fmla="*/ 0 w 475636"/>
              <a:gd name="connsiteY2" fmla="*/ 372977 h 376567"/>
              <a:gd name="connsiteX3" fmla="*/ 0 w 475636"/>
              <a:gd name="connsiteY3" fmla="*/ 66948 h 376567"/>
              <a:gd name="connsiteX4" fmla="*/ 239179 w 475636"/>
              <a:gd name="connsiteY4" fmla="*/ 0 h 376567"/>
              <a:gd name="connsiteX5" fmla="*/ 307015 w 475636"/>
              <a:gd name="connsiteY5" fmla="*/ 76948 h 376567"/>
              <a:gd name="connsiteX6" fmla="*/ 235973 w 475636"/>
              <a:gd name="connsiteY6" fmla="*/ 133315 h 376567"/>
              <a:gd name="connsiteX7" fmla="*/ 329755 w 475636"/>
              <a:gd name="connsiteY7" fmla="*/ 98492 h 376567"/>
              <a:gd name="connsiteX8" fmla="*/ 365989 w 475636"/>
              <a:gd name="connsiteY8" fmla="*/ 141307 h 376567"/>
              <a:gd name="connsiteX0" fmla="*/ 475636 w 475636"/>
              <a:gd name="connsiteY0" fmla="*/ 192309 h 376567"/>
              <a:gd name="connsiteX1" fmla="*/ 397976 w 475636"/>
              <a:gd name="connsiteY1" fmla="*/ 201422 h 376567"/>
              <a:gd name="connsiteX2" fmla="*/ 397841 w 475636"/>
              <a:gd name="connsiteY2" fmla="*/ 376567 h 376567"/>
              <a:gd name="connsiteX3" fmla="*/ 0 w 475636"/>
              <a:gd name="connsiteY3" fmla="*/ 372977 h 376567"/>
              <a:gd name="connsiteX4" fmla="*/ 0 w 475636"/>
              <a:gd name="connsiteY4" fmla="*/ 66948 h 376567"/>
              <a:gd name="connsiteX5" fmla="*/ 239179 w 475636"/>
              <a:gd name="connsiteY5" fmla="*/ 0 h 376567"/>
              <a:gd name="connsiteX6" fmla="*/ 307015 w 475636"/>
              <a:gd name="connsiteY6" fmla="*/ 76948 h 376567"/>
              <a:gd name="connsiteX7" fmla="*/ 235973 w 475636"/>
              <a:gd name="connsiteY7" fmla="*/ 133315 h 376567"/>
              <a:gd name="connsiteX8" fmla="*/ 329755 w 475636"/>
              <a:gd name="connsiteY8" fmla="*/ 98492 h 376567"/>
              <a:gd name="connsiteX9" fmla="*/ 365989 w 475636"/>
              <a:gd name="connsiteY9"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6" fmla="*/ 235973 w 397976"/>
              <a:gd name="connsiteY6" fmla="*/ 133315 h 376567"/>
              <a:gd name="connsiteX7" fmla="*/ 329755 w 397976"/>
              <a:gd name="connsiteY7" fmla="*/ 98492 h 376567"/>
              <a:gd name="connsiteX8" fmla="*/ 365989 w 397976"/>
              <a:gd name="connsiteY8"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6" fmla="*/ 235973 w 397976"/>
              <a:gd name="connsiteY6" fmla="*/ 133315 h 376567"/>
              <a:gd name="connsiteX7" fmla="*/ 365989 w 397976"/>
              <a:gd name="connsiteY7"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6" fmla="*/ 365989 w 397976"/>
              <a:gd name="connsiteY6"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97976 w 397976"/>
              <a:gd name="connsiteY5" fmla="*/ 201422 h 376567"/>
              <a:gd name="connsiteX0" fmla="*/ 397976 w 397976"/>
              <a:gd name="connsiteY0" fmla="*/ 134474 h 309619"/>
              <a:gd name="connsiteX1" fmla="*/ 397841 w 397976"/>
              <a:gd name="connsiteY1" fmla="*/ 309619 h 309619"/>
              <a:gd name="connsiteX2" fmla="*/ 0 w 397976"/>
              <a:gd name="connsiteY2" fmla="*/ 306029 h 309619"/>
              <a:gd name="connsiteX3" fmla="*/ 0 w 397976"/>
              <a:gd name="connsiteY3" fmla="*/ 0 h 309619"/>
              <a:gd name="connsiteX4" fmla="*/ 233195 w 397976"/>
              <a:gd name="connsiteY4" fmla="*/ 14439 h 309619"/>
              <a:gd name="connsiteX5" fmla="*/ 397976 w 397976"/>
              <a:gd name="connsiteY5" fmla="*/ 134474 h 309619"/>
              <a:gd name="connsiteX0" fmla="*/ 397976 w 397976"/>
              <a:gd name="connsiteY0" fmla="*/ 120035 h 295180"/>
              <a:gd name="connsiteX1" fmla="*/ 397841 w 397976"/>
              <a:gd name="connsiteY1" fmla="*/ 295180 h 295180"/>
              <a:gd name="connsiteX2" fmla="*/ 0 w 397976"/>
              <a:gd name="connsiteY2" fmla="*/ 291590 h 295180"/>
              <a:gd name="connsiteX3" fmla="*/ 5984 w 397976"/>
              <a:gd name="connsiteY3" fmla="*/ 51389 h 295180"/>
              <a:gd name="connsiteX4" fmla="*/ 233195 w 397976"/>
              <a:gd name="connsiteY4" fmla="*/ 0 h 295180"/>
              <a:gd name="connsiteX5" fmla="*/ 397976 w 397976"/>
              <a:gd name="connsiteY5" fmla="*/ 120035 h 295180"/>
              <a:gd name="connsiteX0" fmla="*/ 400370 w 400370"/>
              <a:gd name="connsiteY0" fmla="*/ 120035 h 295180"/>
              <a:gd name="connsiteX1" fmla="*/ 400235 w 400370"/>
              <a:gd name="connsiteY1" fmla="*/ 295180 h 295180"/>
              <a:gd name="connsiteX2" fmla="*/ 2394 w 400370"/>
              <a:gd name="connsiteY2" fmla="*/ 291590 h 295180"/>
              <a:gd name="connsiteX3" fmla="*/ 0 w 400370"/>
              <a:gd name="connsiteY3" fmla="*/ 53783 h 295180"/>
              <a:gd name="connsiteX4" fmla="*/ 235589 w 400370"/>
              <a:gd name="connsiteY4" fmla="*/ 0 h 295180"/>
              <a:gd name="connsiteX5" fmla="*/ 400370 w 400370"/>
              <a:gd name="connsiteY5" fmla="*/ 120035 h 295180"/>
              <a:gd name="connsiteX0" fmla="*/ 400370 w 400370"/>
              <a:gd name="connsiteY0" fmla="*/ 88917 h 264062"/>
              <a:gd name="connsiteX1" fmla="*/ 400235 w 400370"/>
              <a:gd name="connsiteY1" fmla="*/ 264062 h 264062"/>
              <a:gd name="connsiteX2" fmla="*/ 2394 w 400370"/>
              <a:gd name="connsiteY2" fmla="*/ 260472 h 264062"/>
              <a:gd name="connsiteX3" fmla="*/ 0 w 400370"/>
              <a:gd name="connsiteY3" fmla="*/ 22665 h 264062"/>
              <a:gd name="connsiteX4" fmla="*/ 243967 w 400370"/>
              <a:gd name="connsiteY4" fmla="*/ 0 h 264062"/>
              <a:gd name="connsiteX5" fmla="*/ 400370 w 400370"/>
              <a:gd name="connsiteY5" fmla="*/ 88917 h 26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370" h="264062">
                <a:moveTo>
                  <a:pt x="400370" y="88917"/>
                </a:moveTo>
                <a:lnTo>
                  <a:pt x="400235" y="264062"/>
                </a:lnTo>
                <a:lnTo>
                  <a:pt x="2394" y="260472"/>
                </a:lnTo>
                <a:lnTo>
                  <a:pt x="0" y="22665"/>
                </a:lnTo>
                <a:lnTo>
                  <a:pt x="243967" y="0"/>
                </a:lnTo>
                <a:lnTo>
                  <a:pt x="400370" y="88917"/>
                </a:lnTo>
                <a:close/>
              </a:path>
            </a:pathLst>
          </a:custGeom>
          <a:solidFill>
            <a:srgbClr val="92D400"/>
          </a:solidFill>
          <a:ln w="12700" cap="flat" cmpd="sng" algn="ctr">
            <a:noFill/>
            <a:prstDash val="solid"/>
            <a:miter lim="800000"/>
          </a:ln>
          <a:effectLst/>
        </p:spPr>
        <p:txBody>
          <a:bodyPr rtlCol="0" anchor="ctr"/>
          <a:lstStyle/>
          <a:p>
            <a:pPr algn="ctr" defTabSz="806869">
              <a:defRPr/>
            </a:pPr>
            <a:endParaRPr lang="en-US" sz="529" kern="0" dirty="0">
              <a:solidFill>
                <a:prstClr val="white"/>
              </a:solidFill>
            </a:endParaRPr>
          </a:p>
        </p:txBody>
      </p:sp>
      <p:sp>
        <p:nvSpPr>
          <p:cNvPr id="19" name="Freeform 35">
            <a:extLst>
              <a:ext uri="{FF2B5EF4-FFF2-40B4-BE49-F238E27FC236}">
                <a16:creationId xmlns:a16="http://schemas.microsoft.com/office/drawing/2014/main" id="{11AFEA4D-4180-4AC9-BD53-A5322B2BB0A1}"/>
              </a:ext>
            </a:extLst>
          </p:cNvPr>
          <p:cNvSpPr>
            <a:spLocks noEditPoints="1"/>
          </p:cNvSpPr>
          <p:nvPr/>
        </p:nvSpPr>
        <p:spPr bwMode="auto">
          <a:xfrm>
            <a:off x="7492708" y="3065083"/>
            <a:ext cx="514720" cy="487265"/>
          </a:xfrm>
          <a:custGeom>
            <a:avLst/>
            <a:gdLst>
              <a:gd name="T0" fmla="*/ 548 w 548"/>
              <a:gd name="T1" fmla="*/ 34 h 298"/>
              <a:gd name="T2" fmla="*/ 463 w 548"/>
              <a:gd name="T3" fmla="*/ 298 h 298"/>
              <a:gd name="T4" fmla="*/ 364 w 548"/>
              <a:gd name="T5" fmla="*/ 298 h 298"/>
              <a:gd name="T6" fmla="*/ 323 w 548"/>
              <a:gd name="T7" fmla="*/ 190 h 298"/>
              <a:gd name="T8" fmla="*/ 227 w 548"/>
              <a:gd name="T9" fmla="*/ 174 h 298"/>
              <a:gd name="T10" fmla="*/ 0 w 548"/>
              <a:gd name="T11" fmla="*/ 183 h 298"/>
              <a:gd name="T12" fmla="*/ 227 w 548"/>
              <a:gd name="T13" fmla="*/ 133 h 298"/>
              <a:gd name="T14" fmla="*/ 0 w 548"/>
              <a:gd name="T15" fmla="*/ 148 h 298"/>
              <a:gd name="T16" fmla="*/ 364 w 548"/>
              <a:gd name="T17" fmla="*/ 142 h 298"/>
              <a:gd name="T18" fmla="*/ 463 w 548"/>
              <a:gd name="T19" fmla="*/ 131 h 298"/>
              <a:gd name="T20" fmla="*/ 323 w 548"/>
              <a:gd name="T21" fmla="*/ 130 h 298"/>
              <a:gd name="T22" fmla="*/ 463 w 548"/>
              <a:gd name="T23" fmla="*/ 104 h 298"/>
              <a:gd name="T24" fmla="*/ 323 w 548"/>
              <a:gd name="T25" fmla="*/ 106 h 298"/>
              <a:gd name="T26" fmla="*/ 463 w 548"/>
              <a:gd name="T27" fmla="*/ 78 h 298"/>
              <a:gd name="T28" fmla="*/ 323 w 548"/>
              <a:gd name="T29" fmla="*/ 83 h 298"/>
              <a:gd name="T30" fmla="*/ 463 w 548"/>
              <a:gd name="T31" fmla="*/ 52 h 298"/>
              <a:gd name="T32" fmla="*/ 323 w 548"/>
              <a:gd name="T33" fmla="*/ 59 h 298"/>
              <a:gd name="T34" fmla="*/ 463 w 548"/>
              <a:gd name="T35" fmla="*/ 26 h 298"/>
              <a:gd name="T36" fmla="*/ 323 w 548"/>
              <a:gd name="T37" fmla="*/ 35 h 298"/>
              <a:gd name="T38" fmla="*/ 463 w 548"/>
              <a:gd name="T39" fmla="*/ 0 h 298"/>
              <a:gd name="T40" fmla="*/ 0 w 548"/>
              <a:gd name="T41" fmla="*/ 218 h 298"/>
              <a:gd name="T42" fmla="*/ 159 w 548"/>
              <a:gd name="T43" fmla="*/ 219 h 298"/>
              <a:gd name="T44" fmla="*/ 159 w 548"/>
              <a:gd name="T45" fmla="*/ 243 h 298"/>
              <a:gd name="T46" fmla="*/ 0 w 548"/>
              <a:gd name="T47" fmla="*/ 263 h 298"/>
              <a:gd name="T48" fmla="*/ 159 w 548"/>
              <a:gd name="T49" fmla="*/ 243 h 298"/>
              <a:gd name="T50" fmla="*/ 0 w 548"/>
              <a:gd name="T51" fmla="*/ 287 h 298"/>
              <a:gd name="T52" fmla="*/ 159 w 548"/>
              <a:gd name="T53" fmla="*/ 298 h 298"/>
              <a:gd name="T54" fmla="*/ 387 w 548"/>
              <a:gd name="T55" fmla="*/ 198 h 298"/>
              <a:gd name="T56" fmla="*/ 411 w 548"/>
              <a:gd name="T57" fmla="*/ 213 h 298"/>
              <a:gd name="T58" fmla="*/ 463 w 548"/>
              <a:gd name="T59" fmla="*/ 193 h 298"/>
              <a:gd name="T60" fmla="*/ 411 w 548"/>
              <a:gd name="T61" fmla="*/ 222 h 298"/>
              <a:gd name="T62" fmla="*/ 463 w 548"/>
              <a:gd name="T63" fmla="*/ 235 h 298"/>
              <a:gd name="T64" fmla="*/ 411 w 548"/>
              <a:gd name="T65" fmla="*/ 222 h 298"/>
              <a:gd name="T66" fmla="*/ 411 w 548"/>
              <a:gd name="T67" fmla="*/ 263 h 298"/>
              <a:gd name="T68" fmla="*/ 463 w 548"/>
              <a:gd name="T69" fmla="*/ 245 h 298"/>
              <a:gd name="T70" fmla="*/ 411 w 548"/>
              <a:gd name="T71" fmla="*/ 272 h 298"/>
              <a:gd name="T72" fmla="*/ 463 w 548"/>
              <a:gd name="T73" fmla="*/ 288 h 298"/>
              <a:gd name="T74" fmla="*/ 411 w 548"/>
              <a:gd name="T75" fmla="*/ 272 h 298"/>
              <a:gd name="T76" fmla="*/ 463 w 548"/>
              <a:gd name="T77" fmla="*/ 183 h 298"/>
              <a:gd name="T78" fmla="*/ 364 w 548"/>
              <a:gd name="T79" fmla="*/ 175 h 298"/>
              <a:gd name="T80" fmla="*/ 364 w 548"/>
              <a:gd name="T81" fmla="*/ 167 h 298"/>
              <a:gd name="T82" fmla="*/ 463 w 548"/>
              <a:gd name="T83" fmla="*/ 140 h 298"/>
              <a:gd name="T84" fmla="*/ 364 w 548"/>
              <a:gd name="T85" fmla="*/ 16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8" h="298">
                <a:moveTo>
                  <a:pt x="463" y="0"/>
                </a:moveTo>
                <a:cubicBezTo>
                  <a:pt x="548" y="34"/>
                  <a:pt x="548" y="34"/>
                  <a:pt x="548" y="34"/>
                </a:cubicBezTo>
                <a:cubicBezTo>
                  <a:pt x="548" y="298"/>
                  <a:pt x="548" y="298"/>
                  <a:pt x="548" y="298"/>
                </a:cubicBezTo>
                <a:cubicBezTo>
                  <a:pt x="463" y="298"/>
                  <a:pt x="463" y="298"/>
                  <a:pt x="463" y="298"/>
                </a:cubicBezTo>
                <a:cubicBezTo>
                  <a:pt x="411" y="298"/>
                  <a:pt x="411" y="298"/>
                  <a:pt x="411" y="298"/>
                </a:cubicBezTo>
                <a:cubicBezTo>
                  <a:pt x="364" y="298"/>
                  <a:pt x="364" y="298"/>
                  <a:pt x="364" y="298"/>
                </a:cubicBezTo>
                <a:cubicBezTo>
                  <a:pt x="323" y="298"/>
                  <a:pt x="323" y="298"/>
                  <a:pt x="323" y="298"/>
                </a:cubicBezTo>
                <a:cubicBezTo>
                  <a:pt x="323" y="190"/>
                  <a:pt x="323" y="190"/>
                  <a:pt x="323" y="190"/>
                </a:cubicBezTo>
                <a:cubicBezTo>
                  <a:pt x="227" y="197"/>
                  <a:pt x="227" y="197"/>
                  <a:pt x="227" y="197"/>
                </a:cubicBezTo>
                <a:cubicBezTo>
                  <a:pt x="227" y="174"/>
                  <a:pt x="227" y="174"/>
                  <a:pt x="227" y="174"/>
                </a:cubicBezTo>
                <a:cubicBezTo>
                  <a:pt x="152" y="181"/>
                  <a:pt x="76" y="187"/>
                  <a:pt x="0" y="194"/>
                </a:cubicBezTo>
                <a:cubicBezTo>
                  <a:pt x="0" y="190"/>
                  <a:pt x="0" y="187"/>
                  <a:pt x="0" y="183"/>
                </a:cubicBezTo>
                <a:cubicBezTo>
                  <a:pt x="76" y="174"/>
                  <a:pt x="152" y="166"/>
                  <a:pt x="227" y="157"/>
                </a:cubicBezTo>
                <a:cubicBezTo>
                  <a:pt x="227" y="133"/>
                  <a:pt x="227" y="133"/>
                  <a:pt x="227" y="133"/>
                </a:cubicBezTo>
                <a:cubicBezTo>
                  <a:pt x="0" y="159"/>
                  <a:pt x="0" y="159"/>
                  <a:pt x="0" y="159"/>
                </a:cubicBezTo>
                <a:cubicBezTo>
                  <a:pt x="0" y="148"/>
                  <a:pt x="0" y="148"/>
                  <a:pt x="0" y="148"/>
                </a:cubicBezTo>
                <a:cubicBezTo>
                  <a:pt x="227" y="116"/>
                  <a:pt x="227" y="116"/>
                  <a:pt x="227" y="116"/>
                </a:cubicBezTo>
                <a:cubicBezTo>
                  <a:pt x="364" y="142"/>
                  <a:pt x="364" y="142"/>
                  <a:pt x="364" y="142"/>
                </a:cubicBezTo>
                <a:cubicBezTo>
                  <a:pt x="364" y="142"/>
                  <a:pt x="364" y="142"/>
                  <a:pt x="364" y="142"/>
                </a:cubicBezTo>
                <a:cubicBezTo>
                  <a:pt x="463" y="131"/>
                  <a:pt x="463" y="131"/>
                  <a:pt x="463" y="131"/>
                </a:cubicBezTo>
                <a:cubicBezTo>
                  <a:pt x="463" y="114"/>
                  <a:pt x="463" y="114"/>
                  <a:pt x="463" y="114"/>
                </a:cubicBezTo>
                <a:cubicBezTo>
                  <a:pt x="417" y="120"/>
                  <a:pt x="370" y="125"/>
                  <a:pt x="323" y="130"/>
                </a:cubicBezTo>
                <a:cubicBezTo>
                  <a:pt x="323" y="128"/>
                  <a:pt x="323" y="125"/>
                  <a:pt x="323" y="123"/>
                </a:cubicBezTo>
                <a:cubicBezTo>
                  <a:pt x="370" y="117"/>
                  <a:pt x="417" y="111"/>
                  <a:pt x="463" y="104"/>
                </a:cubicBezTo>
                <a:cubicBezTo>
                  <a:pt x="463" y="88"/>
                  <a:pt x="463" y="88"/>
                  <a:pt x="463" y="88"/>
                </a:cubicBezTo>
                <a:cubicBezTo>
                  <a:pt x="417" y="94"/>
                  <a:pt x="370" y="100"/>
                  <a:pt x="323" y="106"/>
                </a:cubicBezTo>
                <a:cubicBezTo>
                  <a:pt x="323" y="104"/>
                  <a:pt x="323" y="102"/>
                  <a:pt x="323" y="99"/>
                </a:cubicBezTo>
                <a:cubicBezTo>
                  <a:pt x="370" y="92"/>
                  <a:pt x="417" y="85"/>
                  <a:pt x="463" y="78"/>
                </a:cubicBezTo>
                <a:cubicBezTo>
                  <a:pt x="463" y="62"/>
                  <a:pt x="463" y="62"/>
                  <a:pt x="463" y="62"/>
                </a:cubicBezTo>
                <a:cubicBezTo>
                  <a:pt x="417" y="69"/>
                  <a:pt x="370" y="76"/>
                  <a:pt x="323" y="83"/>
                </a:cubicBezTo>
                <a:cubicBezTo>
                  <a:pt x="323" y="80"/>
                  <a:pt x="323" y="78"/>
                  <a:pt x="323" y="75"/>
                </a:cubicBezTo>
                <a:cubicBezTo>
                  <a:pt x="370" y="67"/>
                  <a:pt x="417" y="60"/>
                  <a:pt x="463" y="52"/>
                </a:cubicBezTo>
                <a:cubicBezTo>
                  <a:pt x="463" y="36"/>
                  <a:pt x="463" y="36"/>
                  <a:pt x="463" y="36"/>
                </a:cubicBezTo>
                <a:cubicBezTo>
                  <a:pt x="417" y="43"/>
                  <a:pt x="370" y="51"/>
                  <a:pt x="323" y="59"/>
                </a:cubicBezTo>
                <a:cubicBezTo>
                  <a:pt x="323" y="56"/>
                  <a:pt x="323" y="54"/>
                  <a:pt x="323" y="51"/>
                </a:cubicBezTo>
                <a:cubicBezTo>
                  <a:pt x="370" y="43"/>
                  <a:pt x="417" y="34"/>
                  <a:pt x="463" y="26"/>
                </a:cubicBezTo>
                <a:cubicBezTo>
                  <a:pt x="463" y="9"/>
                  <a:pt x="463" y="9"/>
                  <a:pt x="463" y="9"/>
                </a:cubicBezTo>
                <a:cubicBezTo>
                  <a:pt x="323" y="35"/>
                  <a:pt x="323" y="35"/>
                  <a:pt x="323" y="35"/>
                </a:cubicBezTo>
                <a:cubicBezTo>
                  <a:pt x="323" y="27"/>
                  <a:pt x="323" y="27"/>
                  <a:pt x="323" y="27"/>
                </a:cubicBezTo>
                <a:cubicBezTo>
                  <a:pt x="463" y="0"/>
                  <a:pt x="463" y="0"/>
                  <a:pt x="463" y="0"/>
                </a:cubicBezTo>
                <a:close/>
                <a:moveTo>
                  <a:pt x="159" y="204"/>
                </a:moveTo>
                <a:cubicBezTo>
                  <a:pt x="0" y="218"/>
                  <a:pt x="0" y="218"/>
                  <a:pt x="0" y="218"/>
                </a:cubicBezTo>
                <a:cubicBezTo>
                  <a:pt x="0" y="221"/>
                  <a:pt x="0" y="225"/>
                  <a:pt x="0" y="228"/>
                </a:cubicBezTo>
                <a:cubicBezTo>
                  <a:pt x="159" y="219"/>
                  <a:pt x="159" y="219"/>
                  <a:pt x="159" y="219"/>
                </a:cubicBezTo>
                <a:cubicBezTo>
                  <a:pt x="159" y="204"/>
                  <a:pt x="159" y="204"/>
                  <a:pt x="159" y="204"/>
                </a:cubicBezTo>
                <a:close/>
                <a:moveTo>
                  <a:pt x="159" y="243"/>
                </a:moveTo>
                <a:cubicBezTo>
                  <a:pt x="0" y="252"/>
                  <a:pt x="0" y="252"/>
                  <a:pt x="0" y="252"/>
                </a:cubicBezTo>
                <a:cubicBezTo>
                  <a:pt x="0" y="256"/>
                  <a:pt x="0" y="259"/>
                  <a:pt x="0" y="263"/>
                </a:cubicBezTo>
                <a:cubicBezTo>
                  <a:pt x="159" y="259"/>
                  <a:pt x="159" y="259"/>
                  <a:pt x="159" y="259"/>
                </a:cubicBezTo>
                <a:cubicBezTo>
                  <a:pt x="159" y="243"/>
                  <a:pt x="159" y="243"/>
                  <a:pt x="159" y="243"/>
                </a:cubicBezTo>
                <a:close/>
                <a:moveTo>
                  <a:pt x="159" y="282"/>
                </a:moveTo>
                <a:cubicBezTo>
                  <a:pt x="0" y="287"/>
                  <a:pt x="0" y="287"/>
                  <a:pt x="0" y="287"/>
                </a:cubicBezTo>
                <a:cubicBezTo>
                  <a:pt x="0" y="298"/>
                  <a:pt x="0" y="298"/>
                  <a:pt x="0" y="298"/>
                </a:cubicBezTo>
                <a:cubicBezTo>
                  <a:pt x="159" y="298"/>
                  <a:pt x="159" y="298"/>
                  <a:pt x="159" y="298"/>
                </a:cubicBezTo>
                <a:cubicBezTo>
                  <a:pt x="159" y="282"/>
                  <a:pt x="159" y="282"/>
                  <a:pt x="159" y="282"/>
                </a:cubicBezTo>
                <a:close/>
                <a:moveTo>
                  <a:pt x="387" y="198"/>
                </a:moveTo>
                <a:cubicBezTo>
                  <a:pt x="411" y="201"/>
                  <a:pt x="411" y="201"/>
                  <a:pt x="411" y="201"/>
                </a:cubicBezTo>
                <a:cubicBezTo>
                  <a:pt x="411" y="213"/>
                  <a:pt x="411" y="213"/>
                  <a:pt x="411" y="213"/>
                </a:cubicBezTo>
                <a:cubicBezTo>
                  <a:pt x="463" y="209"/>
                  <a:pt x="463" y="209"/>
                  <a:pt x="463" y="209"/>
                </a:cubicBezTo>
                <a:cubicBezTo>
                  <a:pt x="463" y="193"/>
                  <a:pt x="463" y="193"/>
                  <a:pt x="463" y="193"/>
                </a:cubicBezTo>
                <a:cubicBezTo>
                  <a:pt x="387" y="198"/>
                  <a:pt x="387" y="198"/>
                  <a:pt x="387" y="198"/>
                </a:cubicBezTo>
                <a:close/>
                <a:moveTo>
                  <a:pt x="411" y="222"/>
                </a:moveTo>
                <a:cubicBezTo>
                  <a:pt x="411" y="238"/>
                  <a:pt x="411" y="238"/>
                  <a:pt x="411" y="238"/>
                </a:cubicBezTo>
                <a:cubicBezTo>
                  <a:pt x="463" y="235"/>
                  <a:pt x="463" y="235"/>
                  <a:pt x="463" y="235"/>
                </a:cubicBezTo>
                <a:cubicBezTo>
                  <a:pt x="463" y="219"/>
                  <a:pt x="463" y="219"/>
                  <a:pt x="463" y="219"/>
                </a:cubicBezTo>
                <a:cubicBezTo>
                  <a:pt x="411" y="222"/>
                  <a:pt x="411" y="222"/>
                  <a:pt x="411" y="222"/>
                </a:cubicBezTo>
                <a:close/>
                <a:moveTo>
                  <a:pt x="411" y="247"/>
                </a:moveTo>
                <a:cubicBezTo>
                  <a:pt x="411" y="263"/>
                  <a:pt x="411" y="263"/>
                  <a:pt x="411" y="263"/>
                </a:cubicBezTo>
                <a:cubicBezTo>
                  <a:pt x="463" y="262"/>
                  <a:pt x="463" y="262"/>
                  <a:pt x="463" y="262"/>
                </a:cubicBezTo>
                <a:cubicBezTo>
                  <a:pt x="463" y="245"/>
                  <a:pt x="463" y="245"/>
                  <a:pt x="463" y="245"/>
                </a:cubicBezTo>
                <a:cubicBezTo>
                  <a:pt x="411" y="247"/>
                  <a:pt x="411" y="247"/>
                  <a:pt x="411" y="247"/>
                </a:cubicBezTo>
                <a:close/>
                <a:moveTo>
                  <a:pt x="411" y="272"/>
                </a:moveTo>
                <a:cubicBezTo>
                  <a:pt x="411" y="289"/>
                  <a:pt x="411" y="289"/>
                  <a:pt x="411" y="289"/>
                </a:cubicBezTo>
                <a:cubicBezTo>
                  <a:pt x="463" y="288"/>
                  <a:pt x="463" y="288"/>
                  <a:pt x="463" y="288"/>
                </a:cubicBezTo>
                <a:cubicBezTo>
                  <a:pt x="463" y="271"/>
                  <a:pt x="463" y="271"/>
                  <a:pt x="463" y="271"/>
                </a:cubicBezTo>
                <a:cubicBezTo>
                  <a:pt x="411" y="272"/>
                  <a:pt x="411" y="272"/>
                  <a:pt x="411" y="272"/>
                </a:cubicBezTo>
                <a:close/>
                <a:moveTo>
                  <a:pt x="364" y="191"/>
                </a:moveTo>
                <a:cubicBezTo>
                  <a:pt x="463" y="183"/>
                  <a:pt x="463" y="183"/>
                  <a:pt x="463" y="183"/>
                </a:cubicBezTo>
                <a:cubicBezTo>
                  <a:pt x="463" y="167"/>
                  <a:pt x="463" y="167"/>
                  <a:pt x="463" y="167"/>
                </a:cubicBezTo>
                <a:cubicBezTo>
                  <a:pt x="364" y="175"/>
                  <a:pt x="364" y="175"/>
                  <a:pt x="364" y="175"/>
                </a:cubicBezTo>
                <a:cubicBezTo>
                  <a:pt x="364" y="191"/>
                  <a:pt x="364" y="191"/>
                  <a:pt x="364" y="191"/>
                </a:cubicBezTo>
                <a:close/>
                <a:moveTo>
                  <a:pt x="364" y="167"/>
                </a:moveTo>
                <a:cubicBezTo>
                  <a:pt x="463" y="157"/>
                  <a:pt x="463" y="157"/>
                  <a:pt x="463" y="157"/>
                </a:cubicBezTo>
                <a:cubicBezTo>
                  <a:pt x="463" y="140"/>
                  <a:pt x="463" y="140"/>
                  <a:pt x="463" y="140"/>
                </a:cubicBezTo>
                <a:cubicBezTo>
                  <a:pt x="364" y="150"/>
                  <a:pt x="364" y="150"/>
                  <a:pt x="364" y="150"/>
                </a:cubicBezTo>
                <a:lnTo>
                  <a:pt x="364" y="167"/>
                </a:lnTo>
                <a:close/>
              </a:path>
            </a:pathLst>
          </a:custGeom>
          <a:solidFill>
            <a:srgbClr val="92D400"/>
          </a:solidFill>
          <a:ln>
            <a:noFill/>
          </a:ln>
        </p:spPr>
        <p:txBody>
          <a:bodyPr vert="horz" wrap="square" lIns="80681" tIns="40341" rIns="80681" bIns="40341" numCol="1" anchor="t" anchorCtr="0" compatLnSpc="1">
            <a:prstTxWarp prst="textNoShape">
              <a:avLst/>
            </a:prstTxWarp>
          </a:bodyPr>
          <a:lstStyle/>
          <a:p>
            <a:pPr defTabSz="806869">
              <a:defRPr/>
            </a:pPr>
            <a:endParaRPr lang="en-US" sz="529" kern="0">
              <a:solidFill>
                <a:srgbClr val="FFC000"/>
              </a:solidFill>
            </a:endParaRPr>
          </a:p>
        </p:txBody>
      </p:sp>
      <p:sp>
        <p:nvSpPr>
          <p:cNvPr id="20" name="TextBox 19">
            <a:extLst>
              <a:ext uri="{FF2B5EF4-FFF2-40B4-BE49-F238E27FC236}">
                <a16:creationId xmlns:a16="http://schemas.microsoft.com/office/drawing/2014/main" id="{A8FEDDFC-72BE-E030-C4F6-38443255831A}"/>
              </a:ext>
            </a:extLst>
          </p:cNvPr>
          <p:cNvSpPr txBox="1"/>
          <p:nvPr/>
        </p:nvSpPr>
        <p:spPr>
          <a:xfrm>
            <a:off x="7536233" y="3397585"/>
            <a:ext cx="259299" cy="160333"/>
          </a:xfrm>
          <a:prstGeom prst="rect">
            <a:avLst/>
          </a:prstGeom>
          <a:solidFill>
            <a:sysClr val="window" lastClr="FFFFFF"/>
          </a:solidFill>
        </p:spPr>
        <p:txBody>
          <a:bodyPr wrap="none" lIns="0" tIns="0" rIns="0" bIns="0" rtlCol="0" anchor="ctr" anchorCtr="0">
            <a:noAutofit/>
          </a:bodyPr>
          <a:lstStyle/>
          <a:p>
            <a:pPr marL="0" marR="0" lvl="0" indent="0" algn="ctr" defTabSz="806869" eaLnBrk="1" fontAlgn="auto" latinLnBrk="0" hangingPunct="1">
              <a:lnSpc>
                <a:spcPct val="100000"/>
              </a:lnSpc>
              <a:spcBef>
                <a:spcPts val="0"/>
              </a:spcBef>
              <a:spcAft>
                <a:spcPts val="0"/>
              </a:spcAft>
              <a:buClr>
                <a:srgbClr val="0097A9"/>
              </a:buClr>
              <a:buSzPct val="120000"/>
              <a:buFontTx/>
              <a:buNone/>
              <a:tabLst/>
              <a:defRPr/>
            </a:pPr>
            <a:r>
              <a:rPr kumimoji="0" lang="en-US" sz="353" b="0" i="0" u="none" strike="noStrike" kern="0" cap="none" spc="0" normalizeH="0" baseline="0" noProof="0" dirty="0">
                <a:ln>
                  <a:noFill/>
                </a:ln>
                <a:solidFill>
                  <a:srgbClr val="86BC25"/>
                </a:solidFill>
                <a:effectLst/>
                <a:uLnTx/>
                <a:uFillTx/>
              </a:rPr>
              <a:t>FINANCE</a:t>
            </a:r>
          </a:p>
        </p:txBody>
      </p:sp>
      <p:sp>
        <p:nvSpPr>
          <p:cNvPr id="21" name="TextBox 20">
            <a:extLst>
              <a:ext uri="{FF2B5EF4-FFF2-40B4-BE49-F238E27FC236}">
                <a16:creationId xmlns:a16="http://schemas.microsoft.com/office/drawing/2014/main" id="{3D42E960-C8C3-A7FD-A33C-526A9CAF6CE9}"/>
              </a:ext>
            </a:extLst>
          </p:cNvPr>
          <p:cNvSpPr txBox="1"/>
          <p:nvPr/>
        </p:nvSpPr>
        <p:spPr>
          <a:xfrm>
            <a:off x="8044216" y="3387927"/>
            <a:ext cx="108076" cy="167246"/>
          </a:xfrm>
          <a:prstGeom prst="rect">
            <a:avLst/>
          </a:prstGeom>
          <a:solidFill>
            <a:sysClr val="window" lastClr="FFFFFF"/>
          </a:solidFill>
        </p:spPr>
        <p:txBody>
          <a:bodyPr wrap="none" lIns="0" tIns="0" rIns="0" bIns="0" rtlCol="0" anchor="ctr" anchorCtr="0">
            <a:noAutofit/>
          </a:bodyPr>
          <a:lstStyle/>
          <a:p>
            <a:pPr marL="0" marR="0" lvl="0" indent="0" algn="ctr" defTabSz="806869" eaLnBrk="1" fontAlgn="auto" latinLnBrk="0" hangingPunct="1">
              <a:lnSpc>
                <a:spcPct val="100000"/>
              </a:lnSpc>
              <a:spcBef>
                <a:spcPts val="0"/>
              </a:spcBef>
              <a:spcAft>
                <a:spcPts val="0"/>
              </a:spcAft>
              <a:buClr>
                <a:srgbClr val="0097A9"/>
              </a:buClr>
              <a:buSzPct val="120000"/>
              <a:buFontTx/>
              <a:buNone/>
              <a:tabLst/>
              <a:defRPr/>
            </a:pPr>
            <a:r>
              <a:rPr kumimoji="0" lang="en-US" sz="440" b="0" i="0" u="none" strike="noStrike" kern="0" cap="none" spc="0" normalizeH="0" baseline="0" noProof="0" dirty="0">
                <a:ln>
                  <a:noFill/>
                </a:ln>
                <a:solidFill>
                  <a:srgbClr val="86BC25"/>
                </a:solidFill>
                <a:effectLst/>
                <a:uLnTx/>
                <a:uFillTx/>
              </a:rPr>
              <a:t>IT</a:t>
            </a:r>
          </a:p>
        </p:txBody>
      </p:sp>
      <p:sp>
        <p:nvSpPr>
          <p:cNvPr id="22" name="TextBox 21">
            <a:extLst>
              <a:ext uri="{FF2B5EF4-FFF2-40B4-BE49-F238E27FC236}">
                <a16:creationId xmlns:a16="http://schemas.microsoft.com/office/drawing/2014/main" id="{96124690-C6FE-7E0B-DB60-E89E99538C4C}"/>
              </a:ext>
            </a:extLst>
          </p:cNvPr>
          <p:cNvSpPr txBox="1"/>
          <p:nvPr/>
        </p:nvSpPr>
        <p:spPr>
          <a:xfrm>
            <a:off x="7847123" y="3114909"/>
            <a:ext cx="118885" cy="167246"/>
          </a:xfrm>
          <a:prstGeom prst="rect">
            <a:avLst/>
          </a:prstGeom>
          <a:solidFill>
            <a:sysClr val="window" lastClr="FFFFFF"/>
          </a:solidFill>
        </p:spPr>
        <p:txBody>
          <a:bodyPr wrap="none" lIns="0" tIns="0" rIns="0" bIns="0" rtlCol="0" anchor="ctr" anchorCtr="0">
            <a:noAutofit/>
          </a:bodyPr>
          <a:lstStyle/>
          <a:p>
            <a:pPr marL="0" marR="0" lvl="0" indent="0" algn="ctr" defTabSz="806869" eaLnBrk="1" fontAlgn="auto" latinLnBrk="0" hangingPunct="1">
              <a:lnSpc>
                <a:spcPct val="100000"/>
              </a:lnSpc>
              <a:spcBef>
                <a:spcPts val="0"/>
              </a:spcBef>
              <a:spcAft>
                <a:spcPts val="0"/>
              </a:spcAft>
              <a:buClr>
                <a:srgbClr val="0097A9"/>
              </a:buClr>
              <a:buSzPct val="120000"/>
              <a:buFontTx/>
              <a:buNone/>
              <a:tabLst/>
              <a:defRPr/>
            </a:pPr>
            <a:r>
              <a:rPr kumimoji="0" lang="en-US" sz="440" b="0" i="0" u="none" strike="noStrike" kern="0" cap="none" spc="0" normalizeH="0" baseline="0" noProof="0" dirty="0">
                <a:ln>
                  <a:noFill/>
                </a:ln>
                <a:solidFill>
                  <a:srgbClr val="86BC25"/>
                </a:solidFill>
                <a:effectLst/>
                <a:uLnTx/>
                <a:uFillTx/>
              </a:rPr>
              <a:t>HR</a:t>
            </a:r>
          </a:p>
        </p:txBody>
      </p:sp>
      <p:cxnSp>
        <p:nvCxnSpPr>
          <p:cNvPr id="23" name="Straight Connector 22">
            <a:extLst>
              <a:ext uri="{FF2B5EF4-FFF2-40B4-BE49-F238E27FC236}">
                <a16:creationId xmlns:a16="http://schemas.microsoft.com/office/drawing/2014/main" id="{DDEF809B-1851-B08B-1199-5727DA77D2CC}"/>
              </a:ext>
            </a:extLst>
          </p:cNvPr>
          <p:cNvCxnSpPr/>
          <p:nvPr/>
        </p:nvCxnSpPr>
        <p:spPr>
          <a:xfrm>
            <a:off x="7927590" y="3399852"/>
            <a:ext cx="116627" cy="88756"/>
          </a:xfrm>
          <a:prstGeom prst="line">
            <a:avLst/>
          </a:prstGeom>
          <a:noFill/>
          <a:ln w="19050" cap="flat" cmpd="sng" algn="ctr">
            <a:solidFill>
              <a:sysClr val="window" lastClr="FFFFFF"/>
            </a:solidFill>
            <a:prstDash val="sysDot"/>
            <a:miter lim="800000"/>
          </a:ln>
          <a:effectLst/>
        </p:spPr>
      </p:cxnSp>
      <p:cxnSp>
        <p:nvCxnSpPr>
          <p:cNvPr id="24" name="Straight Connector 23">
            <a:extLst>
              <a:ext uri="{FF2B5EF4-FFF2-40B4-BE49-F238E27FC236}">
                <a16:creationId xmlns:a16="http://schemas.microsoft.com/office/drawing/2014/main" id="{AB857513-7B19-18C9-9DFF-812ECBB16806}"/>
              </a:ext>
            </a:extLst>
          </p:cNvPr>
          <p:cNvCxnSpPr/>
          <p:nvPr/>
        </p:nvCxnSpPr>
        <p:spPr>
          <a:xfrm flipH="1">
            <a:off x="7778331" y="3399852"/>
            <a:ext cx="116627" cy="88756"/>
          </a:xfrm>
          <a:prstGeom prst="line">
            <a:avLst/>
          </a:prstGeom>
          <a:noFill/>
          <a:ln w="19050" cap="flat" cmpd="sng" algn="ctr">
            <a:solidFill>
              <a:sysClr val="window" lastClr="FFFFFF"/>
            </a:solidFill>
            <a:prstDash val="sysDot"/>
            <a:miter lim="800000"/>
          </a:ln>
          <a:effectLst/>
        </p:spPr>
      </p:cxnSp>
      <p:cxnSp>
        <p:nvCxnSpPr>
          <p:cNvPr id="25" name="Straight Connector 24">
            <a:extLst>
              <a:ext uri="{FF2B5EF4-FFF2-40B4-BE49-F238E27FC236}">
                <a16:creationId xmlns:a16="http://schemas.microsoft.com/office/drawing/2014/main" id="{F85BBA67-6FB1-EE45-91B4-BAE7D8EE03C0}"/>
              </a:ext>
            </a:extLst>
          </p:cNvPr>
          <p:cNvCxnSpPr/>
          <p:nvPr/>
        </p:nvCxnSpPr>
        <p:spPr>
          <a:xfrm flipH="1">
            <a:off x="7906564" y="3282472"/>
            <a:ext cx="0" cy="88756"/>
          </a:xfrm>
          <a:prstGeom prst="line">
            <a:avLst/>
          </a:prstGeom>
          <a:noFill/>
          <a:ln w="19050" cap="flat" cmpd="sng" algn="ctr">
            <a:solidFill>
              <a:sysClr val="window" lastClr="FFFFFF"/>
            </a:solidFill>
            <a:prstDash val="sysDot"/>
            <a:miter lim="800000"/>
          </a:ln>
          <a:effectLst/>
        </p:spPr>
      </p:cxnSp>
      <p:sp>
        <p:nvSpPr>
          <p:cNvPr id="26" name="Oval 25">
            <a:extLst>
              <a:ext uri="{FF2B5EF4-FFF2-40B4-BE49-F238E27FC236}">
                <a16:creationId xmlns:a16="http://schemas.microsoft.com/office/drawing/2014/main" id="{F5CB91D6-863E-08B3-F10E-9C8E49B114F1}"/>
              </a:ext>
            </a:extLst>
          </p:cNvPr>
          <p:cNvSpPr/>
          <p:nvPr/>
        </p:nvSpPr>
        <p:spPr>
          <a:xfrm>
            <a:off x="7890411" y="3371230"/>
            <a:ext cx="32634" cy="45909"/>
          </a:xfrm>
          <a:prstGeom prst="ellipse">
            <a:avLst/>
          </a:prstGeom>
          <a:solidFill>
            <a:sysClr val="window" lastClr="FFFFFF"/>
          </a:solidFill>
          <a:ln w="12700" cap="flat" cmpd="sng" algn="ctr">
            <a:noFill/>
            <a:prstDash val="solid"/>
            <a:miter lim="800000"/>
          </a:ln>
          <a:effectLst/>
        </p:spPr>
        <p:txBody>
          <a:bodyPr rtlCol="0" anchor="ctr"/>
          <a:lstStyle/>
          <a:p>
            <a:pPr algn="ctr" defTabSz="806869">
              <a:defRPr/>
            </a:pPr>
            <a:endParaRPr lang="en-US" sz="529" kern="0">
              <a:solidFill>
                <a:prstClr val="white"/>
              </a:solidFill>
            </a:endParaRPr>
          </a:p>
        </p:txBody>
      </p:sp>
      <p:grpSp>
        <p:nvGrpSpPr>
          <p:cNvPr id="27" name="Group 26">
            <a:extLst>
              <a:ext uri="{FF2B5EF4-FFF2-40B4-BE49-F238E27FC236}">
                <a16:creationId xmlns:a16="http://schemas.microsoft.com/office/drawing/2014/main" id="{F261FA8C-1230-B66F-C659-FEC4B388FF70}"/>
              </a:ext>
            </a:extLst>
          </p:cNvPr>
          <p:cNvGrpSpPr/>
          <p:nvPr/>
        </p:nvGrpSpPr>
        <p:grpSpPr>
          <a:xfrm>
            <a:off x="5085107" y="3098519"/>
            <a:ext cx="1090046" cy="546117"/>
            <a:chOff x="5107467" y="3214133"/>
            <a:chExt cx="1090046" cy="546117"/>
          </a:xfrm>
        </p:grpSpPr>
        <p:sp>
          <p:nvSpPr>
            <p:cNvPr id="28" name="Oval 27">
              <a:extLst>
                <a:ext uri="{FF2B5EF4-FFF2-40B4-BE49-F238E27FC236}">
                  <a16:creationId xmlns:a16="http://schemas.microsoft.com/office/drawing/2014/main" id="{87947DB2-8603-829F-00CC-ADFB1CDA2B1E}"/>
                </a:ext>
              </a:extLst>
            </p:cNvPr>
            <p:cNvSpPr/>
            <p:nvPr/>
          </p:nvSpPr>
          <p:spPr>
            <a:xfrm>
              <a:off x="5107467" y="3378250"/>
              <a:ext cx="1090046" cy="314609"/>
            </a:xfrm>
            <a:prstGeom prst="ellipse">
              <a:avLst/>
            </a:prstGeom>
            <a:noFill/>
            <a:ln w="25400" cap="flat" cmpd="sng" algn="ctr">
              <a:solidFill>
                <a:sysClr val="windowText" lastClr="000000"/>
              </a:solidFill>
              <a:prstDash val="sysDot"/>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dirty="0">
                <a:ln>
                  <a:noFill/>
                </a:ln>
                <a:solidFill>
                  <a:prstClr val="white"/>
                </a:solidFill>
                <a:effectLst/>
                <a:uLnTx/>
                <a:uFillTx/>
              </a:endParaRPr>
            </a:p>
          </p:txBody>
        </p:sp>
        <p:sp>
          <p:nvSpPr>
            <p:cNvPr id="29" name="Oval 28">
              <a:extLst>
                <a:ext uri="{FF2B5EF4-FFF2-40B4-BE49-F238E27FC236}">
                  <a16:creationId xmlns:a16="http://schemas.microsoft.com/office/drawing/2014/main" id="{D3F1D0DA-288A-C0B6-A2B3-486340829259}"/>
                </a:ext>
              </a:extLst>
            </p:cNvPr>
            <p:cNvSpPr/>
            <p:nvPr/>
          </p:nvSpPr>
          <p:spPr>
            <a:xfrm>
              <a:off x="5330690" y="3423852"/>
              <a:ext cx="655754" cy="172401"/>
            </a:xfrm>
            <a:prstGeom prst="ellipse">
              <a:avLst/>
            </a:prstGeom>
            <a:noFill/>
            <a:ln w="25400" cap="flat" cmpd="sng" algn="ctr">
              <a:solidFill>
                <a:sysClr val="windowText" lastClr="000000"/>
              </a:solidFill>
              <a:prstDash val="sysDot"/>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dirty="0">
                <a:ln>
                  <a:noFill/>
                </a:ln>
                <a:solidFill>
                  <a:prstClr val="white"/>
                </a:solidFill>
                <a:effectLst/>
                <a:uLnTx/>
                <a:uFillTx/>
              </a:endParaRPr>
            </a:p>
          </p:txBody>
        </p:sp>
        <p:sp>
          <p:nvSpPr>
            <p:cNvPr id="30" name="Freeform 50">
              <a:extLst>
                <a:ext uri="{FF2B5EF4-FFF2-40B4-BE49-F238E27FC236}">
                  <a16:creationId xmlns:a16="http://schemas.microsoft.com/office/drawing/2014/main" id="{11171885-49E2-D795-3ABB-B8455F6CD74A}"/>
                </a:ext>
              </a:extLst>
            </p:cNvPr>
            <p:cNvSpPr>
              <a:spLocks noEditPoints="1"/>
            </p:cNvSpPr>
            <p:nvPr/>
          </p:nvSpPr>
          <p:spPr bwMode="auto">
            <a:xfrm flipH="1">
              <a:off x="5293262" y="3685114"/>
              <a:ext cx="63975" cy="75136"/>
            </a:xfrm>
            <a:custGeom>
              <a:avLst/>
              <a:gdLst>
                <a:gd name="T0" fmla="*/ 5 w 111"/>
                <a:gd name="T1" fmla="*/ 57 h 151"/>
                <a:gd name="T2" fmla="*/ 0 w 111"/>
                <a:gd name="T3" fmla="*/ 80 h 151"/>
                <a:gd name="T4" fmla="*/ 99 w 111"/>
                <a:gd name="T5" fmla="*/ 90 h 151"/>
                <a:gd name="T6" fmla="*/ 5 w 111"/>
                <a:gd name="T7" fmla="*/ 57 h 151"/>
                <a:gd name="T8" fmla="*/ 25 w 111"/>
                <a:gd name="T9" fmla="*/ 81 h 151"/>
                <a:gd name="T10" fmla="*/ 75 w 111"/>
                <a:gd name="T11" fmla="*/ 75 h 151"/>
                <a:gd name="T12" fmla="*/ 25 w 111"/>
                <a:gd name="T13" fmla="*/ 81 h 151"/>
              </a:gdLst>
              <a:ahLst/>
              <a:cxnLst>
                <a:cxn ang="0">
                  <a:pos x="T0" y="T1"/>
                </a:cxn>
                <a:cxn ang="0">
                  <a:pos x="T2" y="T3"/>
                </a:cxn>
                <a:cxn ang="0">
                  <a:pos x="T4" y="T5"/>
                </a:cxn>
                <a:cxn ang="0">
                  <a:pos x="T6" y="T7"/>
                </a:cxn>
                <a:cxn ang="0">
                  <a:pos x="T8" y="T9"/>
                </a:cxn>
                <a:cxn ang="0">
                  <a:pos x="T10" y="T11"/>
                </a:cxn>
                <a:cxn ang="0">
                  <a:pos x="T12" y="T13"/>
                </a:cxn>
              </a:cxnLst>
              <a:rect l="0" t="0" r="r" b="b"/>
              <a:pathLst>
                <a:path w="111" h="151">
                  <a:moveTo>
                    <a:pt x="5" y="57"/>
                  </a:moveTo>
                  <a:cubicBezTo>
                    <a:pt x="2" y="64"/>
                    <a:pt x="0" y="71"/>
                    <a:pt x="0" y="80"/>
                  </a:cubicBezTo>
                  <a:cubicBezTo>
                    <a:pt x="2" y="145"/>
                    <a:pt x="88" y="151"/>
                    <a:pt x="99" y="90"/>
                  </a:cubicBezTo>
                  <a:cubicBezTo>
                    <a:pt x="111" y="30"/>
                    <a:pt x="31" y="0"/>
                    <a:pt x="5" y="57"/>
                  </a:cubicBezTo>
                  <a:close/>
                  <a:moveTo>
                    <a:pt x="25" y="81"/>
                  </a:moveTo>
                  <a:cubicBezTo>
                    <a:pt x="25" y="48"/>
                    <a:pt x="69" y="45"/>
                    <a:pt x="75" y="75"/>
                  </a:cubicBezTo>
                  <a:cubicBezTo>
                    <a:pt x="82" y="113"/>
                    <a:pt x="25" y="120"/>
                    <a:pt x="25" y="81"/>
                  </a:cubicBezTo>
                  <a:close/>
                </a:path>
              </a:pathLst>
            </a:custGeom>
            <a:solidFill>
              <a:sysClr val="window" lastClr="FFFFFF"/>
            </a:solidFill>
            <a:ln>
              <a:solidFill>
                <a:srgbClr val="92D400"/>
              </a:solidFill>
            </a:ln>
          </p:spPr>
          <p:txBody>
            <a:bodyPr vert="horz" wrap="square" lIns="80681" tIns="40341" rIns="80681" bIns="40341" numCol="1" anchor="t" anchorCtr="0" compatLnSpc="1">
              <a:prstTxWarp prst="textNoShape">
                <a:avLst/>
              </a:prstTxWarp>
            </a:bodyPr>
            <a:lstStyle/>
            <a:p>
              <a:pPr marL="0" marR="0" lvl="0" indent="0"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srgbClr val="5C5C5C"/>
                </a:solidFill>
                <a:effectLst/>
                <a:uLnTx/>
                <a:uFillTx/>
              </a:endParaRPr>
            </a:p>
          </p:txBody>
        </p:sp>
        <p:sp>
          <p:nvSpPr>
            <p:cNvPr id="31" name="Freeform 51">
              <a:extLst>
                <a:ext uri="{FF2B5EF4-FFF2-40B4-BE49-F238E27FC236}">
                  <a16:creationId xmlns:a16="http://schemas.microsoft.com/office/drawing/2014/main" id="{33B4C5A1-828B-C1B7-F19C-898A347E5255}"/>
                </a:ext>
              </a:extLst>
            </p:cNvPr>
            <p:cNvSpPr>
              <a:spLocks noEditPoints="1"/>
            </p:cNvSpPr>
            <p:nvPr/>
          </p:nvSpPr>
          <p:spPr bwMode="auto">
            <a:xfrm flipH="1">
              <a:off x="5484084" y="3684479"/>
              <a:ext cx="62503" cy="74817"/>
            </a:xfrm>
            <a:custGeom>
              <a:avLst/>
              <a:gdLst>
                <a:gd name="T0" fmla="*/ 5 w 109"/>
                <a:gd name="T1" fmla="*/ 56 h 150"/>
                <a:gd name="T2" fmla="*/ 0 w 109"/>
                <a:gd name="T3" fmla="*/ 79 h 150"/>
                <a:gd name="T4" fmla="*/ 100 w 109"/>
                <a:gd name="T5" fmla="*/ 87 h 150"/>
                <a:gd name="T6" fmla="*/ 5 w 109"/>
                <a:gd name="T7" fmla="*/ 56 h 150"/>
                <a:gd name="T8" fmla="*/ 25 w 109"/>
                <a:gd name="T9" fmla="*/ 80 h 150"/>
                <a:gd name="T10" fmla="*/ 76 w 109"/>
                <a:gd name="T11" fmla="*/ 76 h 150"/>
                <a:gd name="T12" fmla="*/ 25 w 109"/>
                <a:gd name="T13" fmla="*/ 80 h 150"/>
              </a:gdLst>
              <a:ahLst/>
              <a:cxnLst>
                <a:cxn ang="0">
                  <a:pos x="T0" y="T1"/>
                </a:cxn>
                <a:cxn ang="0">
                  <a:pos x="T2" y="T3"/>
                </a:cxn>
                <a:cxn ang="0">
                  <a:pos x="T4" y="T5"/>
                </a:cxn>
                <a:cxn ang="0">
                  <a:pos x="T6" y="T7"/>
                </a:cxn>
                <a:cxn ang="0">
                  <a:pos x="T8" y="T9"/>
                </a:cxn>
                <a:cxn ang="0">
                  <a:pos x="T10" y="T11"/>
                </a:cxn>
                <a:cxn ang="0">
                  <a:pos x="T12" y="T13"/>
                </a:cxn>
              </a:cxnLst>
              <a:rect l="0" t="0" r="r" b="b"/>
              <a:pathLst>
                <a:path w="109" h="150">
                  <a:moveTo>
                    <a:pt x="5" y="56"/>
                  </a:moveTo>
                  <a:cubicBezTo>
                    <a:pt x="2" y="63"/>
                    <a:pt x="1" y="71"/>
                    <a:pt x="0" y="79"/>
                  </a:cubicBezTo>
                  <a:cubicBezTo>
                    <a:pt x="2" y="146"/>
                    <a:pt x="91" y="150"/>
                    <a:pt x="100" y="87"/>
                  </a:cubicBezTo>
                  <a:cubicBezTo>
                    <a:pt x="109" y="28"/>
                    <a:pt x="31" y="0"/>
                    <a:pt x="5" y="56"/>
                  </a:cubicBezTo>
                  <a:close/>
                  <a:moveTo>
                    <a:pt x="25" y="80"/>
                  </a:moveTo>
                  <a:cubicBezTo>
                    <a:pt x="26" y="46"/>
                    <a:pt x="71" y="44"/>
                    <a:pt x="76" y="76"/>
                  </a:cubicBezTo>
                  <a:cubicBezTo>
                    <a:pt x="81" y="113"/>
                    <a:pt x="26" y="119"/>
                    <a:pt x="25" y="80"/>
                  </a:cubicBezTo>
                  <a:close/>
                </a:path>
              </a:pathLst>
            </a:custGeom>
            <a:solidFill>
              <a:sysClr val="window" lastClr="FFFFFF"/>
            </a:solidFill>
            <a:ln>
              <a:solidFill>
                <a:srgbClr val="92D400"/>
              </a:solidFill>
            </a:ln>
          </p:spPr>
          <p:txBody>
            <a:bodyPr vert="horz" wrap="square" lIns="80681" tIns="40341" rIns="80681" bIns="40341" numCol="1" anchor="t" anchorCtr="0" compatLnSpc="1">
              <a:prstTxWarp prst="textNoShape">
                <a:avLst/>
              </a:prstTxWarp>
            </a:bodyPr>
            <a:lstStyle/>
            <a:p>
              <a:pPr marL="0" marR="0" lvl="0" indent="0"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srgbClr val="5C5C5C"/>
                </a:solidFill>
                <a:effectLst/>
                <a:uLnTx/>
                <a:uFillTx/>
              </a:endParaRPr>
            </a:p>
          </p:txBody>
        </p:sp>
        <p:sp>
          <p:nvSpPr>
            <p:cNvPr id="32" name="Freeform 52">
              <a:extLst>
                <a:ext uri="{FF2B5EF4-FFF2-40B4-BE49-F238E27FC236}">
                  <a16:creationId xmlns:a16="http://schemas.microsoft.com/office/drawing/2014/main" id="{2846F802-544E-4461-07A8-FE1D6B7FC48C}"/>
                </a:ext>
              </a:extLst>
            </p:cNvPr>
            <p:cNvSpPr>
              <a:spLocks noEditPoints="1"/>
            </p:cNvSpPr>
            <p:nvPr/>
          </p:nvSpPr>
          <p:spPr bwMode="auto">
            <a:xfrm flipH="1">
              <a:off x="5268822" y="3621440"/>
              <a:ext cx="302593" cy="105064"/>
            </a:xfrm>
            <a:custGeom>
              <a:avLst/>
              <a:gdLst>
                <a:gd name="T0" fmla="*/ 526 w 526"/>
                <a:gd name="T1" fmla="*/ 89 h 211"/>
                <a:gd name="T2" fmla="*/ 468 w 526"/>
                <a:gd name="T3" fmla="*/ 79 h 211"/>
                <a:gd name="T4" fmla="*/ 390 w 526"/>
                <a:gd name="T5" fmla="*/ 2 h 211"/>
                <a:gd name="T6" fmla="*/ 383 w 526"/>
                <a:gd name="T7" fmla="*/ 0 h 211"/>
                <a:gd name="T8" fmla="*/ 216 w 526"/>
                <a:gd name="T9" fmla="*/ 0 h 211"/>
                <a:gd name="T10" fmla="*/ 133 w 526"/>
                <a:gd name="T11" fmla="*/ 77 h 211"/>
                <a:gd name="T12" fmla="*/ 3 w 526"/>
                <a:gd name="T13" fmla="*/ 101 h 211"/>
                <a:gd name="T14" fmla="*/ 1 w 526"/>
                <a:gd name="T15" fmla="*/ 107 h 211"/>
                <a:gd name="T16" fmla="*/ 2 w 526"/>
                <a:gd name="T17" fmla="*/ 204 h 211"/>
                <a:gd name="T18" fmla="*/ 33 w 526"/>
                <a:gd name="T19" fmla="*/ 208 h 211"/>
                <a:gd name="T20" fmla="*/ 53 w 526"/>
                <a:gd name="T21" fmla="*/ 157 h 211"/>
                <a:gd name="T22" fmla="*/ 152 w 526"/>
                <a:gd name="T23" fmla="*/ 207 h 211"/>
                <a:gd name="T24" fmla="*/ 361 w 526"/>
                <a:gd name="T25" fmla="*/ 207 h 211"/>
                <a:gd name="T26" fmla="*/ 380 w 526"/>
                <a:gd name="T27" fmla="*/ 159 h 211"/>
                <a:gd name="T28" fmla="*/ 481 w 526"/>
                <a:gd name="T29" fmla="*/ 207 h 211"/>
                <a:gd name="T30" fmla="*/ 526 w 526"/>
                <a:gd name="T31" fmla="*/ 196 h 211"/>
                <a:gd name="T32" fmla="*/ 526 w 526"/>
                <a:gd name="T33" fmla="*/ 89 h 211"/>
                <a:gd name="T34" fmla="*/ 290 w 526"/>
                <a:gd name="T35" fmla="*/ 78 h 211"/>
                <a:gd name="T36" fmla="*/ 148 w 526"/>
                <a:gd name="T37" fmla="*/ 78 h 211"/>
                <a:gd name="T38" fmla="*/ 221 w 526"/>
                <a:gd name="T39" fmla="*/ 9 h 211"/>
                <a:gd name="T40" fmla="*/ 290 w 526"/>
                <a:gd name="T41" fmla="*/ 9 h 211"/>
                <a:gd name="T42" fmla="*/ 290 w 526"/>
                <a:gd name="T43" fmla="*/ 78 h 211"/>
                <a:gd name="T44" fmla="*/ 393 w 526"/>
                <a:gd name="T45" fmla="*/ 79 h 211"/>
                <a:gd name="T46" fmla="*/ 381 w 526"/>
                <a:gd name="T47" fmla="*/ 79 h 211"/>
                <a:gd name="T48" fmla="*/ 300 w 526"/>
                <a:gd name="T49" fmla="*/ 78 h 211"/>
                <a:gd name="T50" fmla="*/ 381 w 526"/>
                <a:gd name="T51" fmla="*/ 79 h 211"/>
                <a:gd name="T52" fmla="*/ 300 w 526"/>
                <a:gd name="T53" fmla="*/ 78 h 211"/>
                <a:gd name="T54" fmla="*/ 300 w 526"/>
                <a:gd name="T55" fmla="*/ 9 h 211"/>
                <a:gd name="T56" fmla="*/ 375 w 526"/>
                <a:gd name="T57" fmla="*/ 10 h 211"/>
                <a:gd name="T58" fmla="*/ 382 w 526"/>
                <a:gd name="T59" fmla="*/ 16 h 211"/>
                <a:gd name="T60" fmla="*/ 411 w 526"/>
                <a:gd name="T61" fmla="*/ 79 h 211"/>
                <a:gd name="T62" fmla="*/ 393 w 526"/>
                <a:gd name="T63"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6" h="211">
                  <a:moveTo>
                    <a:pt x="526" y="89"/>
                  </a:moveTo>
                  <a:cubicBezTo>
                    <a:pt x="524" y="74"/>
                    <a:pt x="481" y="88"/>
                    <a:pt x="468" y="79"/>
                  </a:cubicBezTo>
                  <a:cubicBezTo>
                    <a:pt x="460" y="74"/>
                    <a:pt x="398" y="5"/>
                    <a:pt x="390" y="2"/>
                  </a:cubicBezTo>
                  <a:cubicBezTo>
                    <a:pt x="383" y="0"/>
                    <a:pt x="383" y="0"/>
                    <a:pt x="383" y="0"/>
                  </a:cubicBezTo>
                  <a:cubicBezTo>
                    <a:pt x="216" y="0"/>
                    <a:pt x="216" y="0"/>
                    <a:pt x="216" y="0"/>
                  </a:cubicBezTo>
                  <a:cubicBezTo>
                    <a:pt x="133" y="77"/>
                    <a:pt x="133" y="77"/>
                    <a:pt x="133" y="77"/>
                  </a:cubicBezTo>
                  <a:cubicBezTo>
                    <a:pt x="128" y="79"/>
                    <a:pt x="7" y="97"/>
                    <a:pt x="3" y="101"/>
                  </a:cubicBezTo>
                  <a:cubicBezTo>
                    <a:pt x="1" y="107"/>
                    <a:pt x="1" y="107"/>
                    <a:pt x="1" y="107"/>
                  </a:cubicBezTo>
                  <a:cubicBezTo>
                    <a:pt x="1" y="117"/>
                    <a:pt x="0" y="200"/>
                    <a:pt x="2" y="204"/>
                  </a:cubicBezTo>
                  <a:cubicBezTo>
                    <a:pt x="6" y="210"/>
                    <a:pt x="22" y="208"/>
                    <a:pt x="33" y="208"/>
                  </a:cubicBezTo>
                  <a:cubicBezTo>
                    <a:pt x="33" y="187"/>
                    <a:pt x="37" y="172"/>
                    <a:pt x="53" y="157"/>
                  </a:cubicBezTo>
                  <a:cubicBezTo>
                    <a:pt x="90" y="123"/>
                    <a:pt x="154" y="146"/>
                    <a:pt x="152" y="207"/>
                  </a:cubicBezTo>
                  <a:cubicBezTo>
                    <a:pt x="361" y="207"/>
                    <a:pt x="361" y="207"/>
                    <a:pt x="361" y="207"/>
                  </a:cubicBezTo>
                  <a:cubicBezTo>
                    <a:pt x="363" y="189"/>
                    <a:pt x="366" y="174"/>
                    <a:pt x="380" y="159"/>
                  </a:cubicBezTo>
                  <a:cubicBezTo>
                    <a:pt x="410" y="127"/>
                    <a:pt x="481" y="145"/>
                    <a:pt x="481" y="207"/>
                  </a:cubicBezTo>
                  <a:cubicBezTo>
                    <a:pt x="510" y="207"/>
                    <a:pt x="526" y="211"/>
                    <a:pt x="526" y="196"/>
                  </a:cubicBezTo>
                  <a:lnTo>
                    <a:pt x="526" y="89"/>
                  </a:lnTo>
                  <a:close/>
                  <a:moveTo>
                    <a:pt x="290" y="78"/>
                  </a:moveTo>
                  <a:cubicBezTo>
                    <a:pt x="148" y="78"/>
                    <a:pt x="148" y="78"/>
                    <a:pt x="148" y="78"/>
                  </a:cubicBezTo>
                  <a:cubicBezTo>
                    <a:pt x="221" y="9"/>
                    <a:pt x="221" y="9"/>
                    <a:pt x="221" y="9"/>
                  </a:cubicBezTo>
                  <a:cubicBezTo>
                    <a:pt x="290" y="9"/>
                    <a:pt x="290" y="9"/>
                    <a:pt x="290" y="9"/>
                  </a:cubicBezTo>
                  <a:lnTo>
                    <a:pt x="290" y="78"/>
                  </a:lnTo>
                  <a:close/>
                  <a:moveTo>
                    <a:pt x="393" y="79"/>
                  </a:moveTo>
                  <a:cubicBezTo>
                    <a:pt x="389" y="79"/>
                    <a:pt x="385" y="79"/>
                    <a:pt x="381" y="79"/>
                  </a:cubicBezTo>
                  <a:cubicBezTo>
                    <a:pt x="348" y="79"/>
                    <a:pt x="302" y="79"/>
                    <a:pt x="300" y="78"/>
                  </a:cubicBezTo>
                  <a:cubicBezTo>
                    <a:pt x="302" y="79"/>
                    <a:pt x="348" y="79"/>
                    <a:pt x="381" y="79"/>
                  </a:cubicBezTo>
                  <a:cubicBezTo>
                    <a:pt x="348" y="79"/>
                    <a:pt x="302" y="79"/>
                    <a:pt x="300" y="78"/>
                  </a:cubicBezTo>
                  <a:cubicBezTo>
                    <a:pt x="300" y="9"/>
                    <a:pt x="300" y="9"/>
                    <a:pt x="300" y="9"/>
                  </a:cubicBezTo>
                  <a:cubicBezTo>
                    <a:pt x="311" y="9"/>
                    <a:pt x="370" y="8"/>
                    <a:pt x="375" y="10"/>
                  </a:cubicBezTo>
                  <a:cubicBezTo>
                    <a:pt x="382" y="16"/>
                    <a:pt x="382" y="16"/>
                    <a:pt x="382" y="16"/>
                  </a:cubicBezTo>
                  <a:cubicBezTo>
                    <a:pt x="411" y="79"/>
                    <a:pt x="411" y="79"/>
                    <a:pt x="411" y="79"/>
                  </a:cubicBezTo>
                  <a:cubicBezTo>
                    <a:pt x="411" y="79"/>
                    <a:pt x="404" y="79"/>
                    <a:pt x="393" y="79"/>
                  </a:cubicBezTo>
                  <a:close/>
                </a:path>
              </a:pathLst>
            </a:custGeom>
            <a:solidFill>
              <a:srgbClr val="92D400"/>
            </a:solidFill>
            <a:ln>
              <a:solidFill>
                <a:srgbClr val="92D400"/>
              </a:solid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33" name="Freeform 81">
              <a:extLst>
                <a:ext uri="{FF2B5EF4-FFF2-40B4-BE49-F238E27FC236}">
                  <a16:creationId xmlns:a16="http://schemas.microsoft.com/office/drawing/2014/main" id="{B384D9E3-A5BC-52F6-557F-41C45A340BBC}"/>
                </a:ext>
              </a:extLst>
            </p:cNvPr>
            <p:cNvSpPr>
              <a:spLocks/>
            </p:cNvSpPr>
            <p:nvPr/>
          </p:nvSpPr>
          <p:spPr bwMode="auto">
            <a:xfrm flipH="1">
              <a:off x="5963930" y="3600525"/>
              <a:ext cx="186102" cy="158413"/>
            </a:xfrm>
            <a:custGeom>
              <a:avLst/>
              <a:gdLst>
                <a:gd name="T0" fmla="*/ 230 w 369"/>
                <a:gd name="T1" fmla="*/ 363 h 363"/>
                <a:gd name="T2" fmla="*/ 230 w 369"/>
                <a:gd name="T3" fmla="*/ 213 h 363"/>
                <a:gd name="T4" fmla="*/ 126 w 369"/>
                <a:gd name="T5" fmla="*/ 213 h 363"/>
                <a:gd name="T6" fmla="*/ 126 w 369"/>
                <a:gd name="T7" fmla="*/ 363 h 363"/>
                <a:gd name="T8" fmla="*/ 58 w 369"/>
                <a:gd name="T9" fmla="*/ 363 h 363"/>
                <a:gd name="T10" fmla="*/ 0 w 369"/>
                <a:gd name="T11" fmla="*/ 306 h 363"/>
                <a:gd name="T12" fmla="*/ 0 w 369"/>
                <a:gd name="T13" fmla="*/ 139 h 363"/>
                <a:gd name="T14" fmla="*/ 181 w 369"/>
                <a:gd name="T15" fmla="*/ 0 h 363"/>
                <a:gd name="T16" fmla="*/ 369 w 369"/>
                <a:gd name="T17" fmla="*/ 139 h 363"/>
                <a:gd name="T18" fmla="*/ 369 w 369"/>
                <a:gd name="T19" fmla="*/ 306 h 363"/>
                <a:gd name="T20" fmla="*/ 311 w 369"/>
                <a:gd name="T21" fmla="*/ 363 h 363"/>
                <a:gd name="T22" fmla="*/ 230 w 369"/>
                <a:gd name="T23"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9" h="363">
                  <a:moveTo>
                    <a:pt x="230" y="363"/>
                  </a:moveTo>
                  <a:cubicBezTo>
                    <a:pt x="230" y="213"/>
                    <a:pt x="230" y="213"/>
                    <a:pt x="230" y="213"/>
                  </a:cubicBezTo>
                  <a:cubicBezTo>
                    <a:pt x="126" y="213"/>
                    <a:pt x="126" y="213"/>
                    <a:pt x="126" y="213"/>
                  </a:cubicBezTo>
                  <a:cubicBezTo>
                    <a:pt x="126" y="363"/>
                    <a:pt x="126" y="363"/>
                    <a:pt x="126" y="363"/>
                  </a:cubicBezTo>
                  <a:cubicBezTo>
                    <a:pt x="58" y="363"/>
                    <a:pt x="58" y="363"/>
                    <a:pt x="58" y="363"/>
                  </a:cubicBezTo>
                  <a:cubicBezTo>
                    <a:pt x="26" y="363"/>
                    <a:pt x="0" y="337"/>
                    <a:pt x="0" y="306"/>
                  </a:cubicBezTo>
                  <a:cubicBezTo>
                    <a:pt x="0" y="139"/>
                    <a:pt x="0" y="139"/>
                    <a:pt x="0" y="139"/>
                  </a:cubicBezTo>
                  <a:cubicBezTo>
                    <a:pt x="181" y="0"/>
                    <a:pt x="181" y="0"/>
                    <a:pt x="181" y="0"/>
                  </a:cubicBezTo>
                  <a:cubicBezTo>
                    <a:pt x="369" y="139"/>
                    <a:pt x="369" y="139"/>
                    <a:pt x="369" y="139"/>
                  </a:cubicBezTo>
                  <a:cubicBezTo>
                    <a:pt x="369" y="306"/>
                    <a:pt x="369" y="306"/>
                    <a:pt x="369" y="306"/>
                  </a:cubicBezTo>
                  <a:cubicBezTo>
                    <a:pt x="369" y="337"/>
                    <a:pt x="343" y="363"/>
                    <a:pt x="311" y="363"/>
                  </a:cubicBezTo>
                  <a:lnTo>
                    <a:pt x="230" y="363"/>
                  </a:lnTo>
                  <a:close/>
                </a:path>
              </a:pathLst>
            </a:custGeom>
            <a:solidFill>
              <a:srgbClr val="92D400"/>
            </a:solidFill>
            <a:ln>
              <a:solidFill>
                <a:srgbClr val="92D400"/>
              </a:solid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34" name="Rectangle 82">
              <a:extLst>
                <a:ext uri="{FF2B5EF4-FFF2-40B4-BE49-F238E27FC236}">
                  <a16:creationId xmlns:a16="http://schemas.microsoft.com/office/drawing/2014/main" id="{3092ABFC-FB81-19C3-B6D0-8C7847037F36}"/>
                </a:ext>
              </a:extLst>
            </p:cNvPr>
            <p:cNvSpPr>
              <a:spLocks noChangeArrowheads="1"/>
            </p:cNvSpPr>
            <p:nvPr/>
          </p:nvSpPr>
          <p:spPr bwMode="auto">
            <a:xfrm flipH="1">
              <a:off x="5986756" y="3590211"/>
              <a:ext cx="16152" cy="25235"/>
            </a:xfrm>
            <a:prstGeom prst="rect">
              <a:avLst/>
            </a:prstGeom>
            <a:solidFill>
              <a:srgbClr val="046A38"/>
            </a:solidFill>
            <a:ln>
              <a:solidFill>
                <a:srgbClr val="92D400"/>
              </a:solid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35" name="Freeform 83">
              <a:extLst>
                <a:ext uri="{FF2B5EF4-FFF2-40B4-BE49-F238E27FC236}">
                  <a16:creationId xmlns:a16="http://schemas.microsoft.com/office/drawing/2014/main" id="{72F68CC5-164D-A348-8D34-9B2874B20A98}"/>
                </a:ext>
              </a:extLst>
            </p:cNvPr>
            <p:cNvSpPr>
              <a:spLocks/>
            </p:cNvSpPr>
            <p:nvPr/>
          </p:nvSpPr>
          <p:spPr bwMode="auto">
            <a:xfrm flipH="1">
              <a:off x="6048906" y="3565884"/>
              <a:ext cx="127464" cy="91218"/>
            </a:xfrm>
            <a:custGeom>
              <a:avLst/>
              <a:gdLst>
                <a:gd name="T0" fmla="*/ 36 w 253"/>
                <a:gd name="T1" fmla="*/ 202 h 209"/>
                <a:gd name="T2" fmla="*/ 7 w 253"/>
                <a:gd name="T3" fmla="*/ 198 h 209"/>
                <a:gd name="T4" fmla="*/ 7 w 253"/>
                <a:gd name="T5" fmla="*/ 198 h 209"/>
                <a:gd name="T6" fmla="*/ 11 w 253"/>
                <a:gd name="T7" fmla="*/ 169 h 209"/>
                <a:gd name="T8" fmla="*/ 217 w 253"/>
                <a:gd name="T9" fmla="*/ 7 h 209"/>
                <a:gd name="T10" fmla="*/ 246 w 253"/>
                <a:gd name="T11" fmla="*/ 10 h 209"/>
                <a:gd name="T12" fmla="*/ 246 w 253"/>
                <a:gd name="T13" fmla="*/ 10 h 209"/>
                <a:gd name="T14" fmla="*/ 242 w 253"/>
                <a:gd name="T15" fmla="*/ 39 h 209"/>
                <a:gd name="T16" fmla="*/ 36 w 253"/>
                <a:gd name="T17" fmla="*/ 20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209">
                  <a:moveTo>
                    <a:pt x="36" y="202"/>
                  </a:moveTo>
                  <a:cubicBezTo>
                    <a:pt x="27" y="209"/>
                    <a:pt x="14" y="207"/>
                    <a:pt x="7" y="198"/>
                  </a:cubicBezTo>
                  <a:cubicBezTo>
                    <a:pt x="7" y="198"/>
                    <a:pt x="7" y="198"/>
                    <a:pt x="7" y="198"/>
                  </a:cubicBezTo>
                  <a:cubicBezTo>
                    <a:pt x="0" y="190"/>
                    <a:pt x="2" y="176"/>
                    <a:pt x="11" y="169"/>
                  </a:cubicBezTo>
                  <a:cubicBezTo>
                    <a:pt x="217" y="7"/>
                    <a:pt x="217" y="7"/>
                    <a:pt x="217" y="7"/>
                  </a:cubicBezTo>
                  <a:cubicBezTo>
                    <a:pt x="226" y="0"/>
                    <a:pt x="239" y="1"/>
                    <a:pt x="246" y="10"/>
                  </a:cubicBezTo>
                  <a:cubicBezTo>
                    <a:pt x="246" y="10"/>
                    <a:pt x="246" y="10"/>
                    <a:pt x="246" y="10"/>
                  </a:cubicBezTo>
                  <a:cubicBezTo>
                    <a:pt x="253" y="19"/>
                    <a:pt x="251" y="32"/>
                    <a:pt x="242" y="39"/>
                  </a:cubicBezTo>
                  <a:lnTo>
                    <a:pt x="36" y="202"/>
                  </a:lnTo>
                  <a:close/>
                </a:path>
              </a:pathLst>
            </a:custGeom>
            <a:solidFill>
              <a:srgbClr val="92D400"/>
            </a:solidFill>
            <a:ln>
              <a:solidFill>
                <a:srgbClr val="92D400"/>
              </a:solid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36" name="Freeform 84">
              <a:extLst>
                <a:ext uri="{FF2B5EF4-FFF2-40B4-BE49-F238E27FC236}">
                  <a16:creationId xmlns:a16="http://schemas.microsoft.com/office/drawing/2014/main" id="{84E1E6D6-650D-EED9-93CC-4D1517D15253}"/>
                </a:ext>
              </a:extLst>
            </p:cNvPr>
            <p:cNvSpPr>
              <a:spLocks/>
            </p:cNvSpPr>
            <p:nvPr/>
          </p:nvSpPr>
          <p:spPr bwMode="auto">
            <a:xfrm flipH="1">
              <a:off x="5938299" y="3565884"/>
              <a:ext cx="127464" cy="91218"/>
            </a:xfrm>
            <a:custGeom>
              <a:avLst/>
              <a:gdLst>
                <a:gd name="T0" fmla="*/ 217 w 253"/>
                <a:gd name="T1" fmla="*/ 202 h 209"/>
                <a:gd name="T2" fmla="*/ 246 w 253"/>
                <a:gd name="T3" fmla="*/ 198 h 209"/>
                <a:gd name="T4" fmla="*/ 246 w 253"/>
                <a:gd name="T5" fmla="*/ 198 h 209"/>
                <a:gd name="T6" fmla="*/ 242 w 253"/>
                <a:gd name="T7" fmla="*/ 169 h 209"/>
                <a:gd name="T8" fmla="*/ 36 w 253"/>
                <a:gd name="T9" fmla="*/ 7 h 209"/>
                <a:gd name="T10" fmla="*/ 7 w 253"/>
                <a:gd name="T11" fmla="*/ 10 h 209"/>
                <a:gd name="T12" fmla="*/ 7 w 253"/>
                <a:gd name="T13" fmla="*/ 10 h 209"/>
                <a:gd name="T14" fmla="*/ 10 w 253"/>
                <a:gd name="T15" fmla="*/ 39 h 209"/>
                <a:gd name="T16" fmla="*/ 217 w 253"/>
                <a:gd name="T17" fmla="*/ 20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209">
                  <a:moveTo>
                    <a:pt x="217" y="202"/>
                  </a:moveTo>
                  <a:cubicBezTo>
                    <a:pt x="226" y="209"/>
                    <a:pt x="239" y="207"/>
                    <a:pt x="246" y="198"/>
                  </a:cubicBezTo>
                  <a:cubicBezTo>
                    <a:pt x="246" y="198"/>
                    <a:pt x="246" y="198"/>
                    <a:pt x="246" y="198"/>
                  </a:cubicBezTo>
                  <a:cubicBezTo>
                    <a:pt x="253" y="190"/>
                    <a:pt x="251" y="176"/>
                    <a:pt x="242" y="169"/>
                  </a:cubicBezTo>
                  <a:cubicBezTo>
                    <a:pt x="36" y="7"/>
                    <a:pt x="36" y="7"/>
                    <a:pt x="36" y="7"/>
                  </a:cubicBezTo>
                  <a:cubicBezTo>
                    <a:pt x="27" y="0"/>
                    <a:pt x="14" y="1"/>
                    <a:pt x="7" y="10"/>
                  </a:cubicBezTo>
                  <a:cubicBezTo>
                    <a:pt x="7" y="10"/>
                    <a:pt x="7" y="10"/>
                    <a:pt x="7" y="10"/>
                  </a:cubicBezTo>
                  <a:cubicBezTo>
                    <a:pt x="0" y="19"/>
                    <a:pt x="1" y="32"/>
                    <a:pt x="10" y="39"/>
                  </a:cubicBezTo>
                  <a:lnTo>
                    <a:pt x="217" y="202"/>
                  </a:lnTo>
                  <a:close/>
                </a:path>
              </a:pathLst>
            </a:custGeom>
            <a:solidFill>
              <a:srgbClr val="92D400"/>
            </a:solidFill>
            <a:ln>
              <a:solidFill>
                <a:srgbClr val="92D400"/>
              </a:solid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37" name="Rectangle 36">
              <a:extLst>
                <a:ext uri="{FF2B5EF4-FFF2-40B4-BE49-F238E27FC236}">
                  <a16:creationId xmlns:a16="http://schemas.microsoft.com/office/drawing/2014/main" id="{B413C9B7-9E30-C336-B70D-42F758272FD7}"/>
                </a:ext>
              </a:extLst>
            </p:cNvPr>
            <p:cNvSpPr/>
            <p:nvPr/>
          </p:nvSpPr>
          <p:spPr>
            <a:xfrm flipH="1">
              <a:off x="6108183" y="3707721"/>
              <a:ext cx="40941" cy="51216"/>
            </a:xfrm>
            <a:prstGeom prst="rect">
              <a:avLst/>
            </a:prstGeom>
            <a:solidFill>
              <a:srgbClr val="92D400"/>
            </a:solidFill>
            <a:ln w="12700" cap="flat" cmpd="sng" algn="ctr">
              <a:solidFill>
                <a:srgbClr val="92D400"/>
              </a:solidFill>
              <a:prstDash val="solid"/>
              <a:miter lim="800000"/>
            </a:ln>
            <a:effectLst/>
          </p:spPr>
          <p:txBody>
            <a:bodyPr rtlCol="0" anchor="ctr"/>
            <a:lstStyle/>
            <a:p>
              <a:pPr algn="ctr" defTabSz="806869">
                <a:defRPr/>
              </a:pPr>
              <a:endParaRPr lang="en-US" sz="1587" kern="0">
                <a:solidFill>
                  <a:prstClr val="white"/>
                </a:solidFill>
              </a:endParaRPr>
            </a:p>
          </p:txBody>
        </p:sp>
        <p:sp>
          <p:nvSpPr>
            <p:cNvPr id="38" name="Rectangle 37">
              <a:extLst>
                <a:ext uri="{FF2B5EF4-FFF2-40B4-BE49-F238E27FC236}">
                  <a16:creationId xmlns:a16="http://schemas.microsoft.com/office/drawing/2014/main" id="{AB053CCF-2A39-4B7B-9ACB-C1D09BD9A053}"/>
                </a:ext>
              </a:extLst>
            </p:cNvPr>
            <p:cNvSpPr/>
            <p:nvPr/>
          </p:nvSpPr>
          <p:spPr>
            <a:xfrm flipH="1">
              <a:off x="5963934" y="3707721"/>
              <a:ext cx="40941" cy="51216"/>
            </a:xfrm>
            <a:prstGeom prst="rect">
              <a:avLst/>
            </a:prstGeom>
            <a:solidFill>
              <a:srgbClr val="92D400"/>
            </a:solidFill>
            <a:ln w="12700" cap="flat" cmpd="sng" algn="ctr">
              <a:solidFill>
                <a:srgbClr val="92D400"/>
              </a:solidFill>
              <a:prstDash val="solid"/>
              <a:miter lim="800000"/>
            </a:ln>
            <a:effectLst/>
          </p:spPr>
          <p:txBody>
            <a:bodyPr rtlCol="0" anchor="ctr"/>
            <a:lstStyle/>
            <a:p>
              <a:pPr algn="ctr" defTabSz="806869">
                <a:defRPr/>
              </a:pPr>
              <a:endParaRPr lang="en-US" sz="1587" kern="0">
                <a:solidFill>
                  <a:prstClr val="white"/>
                </a:solidFill>
              </a:endParaRPr>
            </a:p>
          </p:txBody>
        </p:sp>
        <p:sp>
          <p:nvSpPr>
            <p:cNvPr id="39" name="Rectangle 38">
              <a:extLst>
                <a:ext uri="{FF2B5EF4-FFF2-40B4-BE49-F238E27FC236}">
                  <a16:creationId xmlns:a16="http://schemas.microsoft.com/office/drawing/2014/main" id="{594E2354-7C9A-6F16-15C1-20AEDA1F9908}"/>
                </a:ext>
              </a:extLst>
            </p:cNvPr>
            <p:cNvSpPr>
              <a:spLocks noChangeAspect="1"/>
            </p:cNvSpPr>
            <p:nvPr/>
          </p:nvSpPr>
          <p:spPr>
            <a:xfrm flipH="1">
              <a:off x="5712473" y="3565441"/>
              <a:ext cx="112606" cy="151046"/>
            </a:xfrm>
            <a:prstGeom prst="rect">
              <a:avLst/>
            </a:prstGeom>
            <a:solidFill>
              <a:srgbClr val="92D400"/>
            </a:solidFill>
            <a:ln w="12700" cap="flat" cmpd="sng" algn="ctr">
              <a:solidFill>
                <a:srgbClr val="92D400"/>
              </a:solidFill>
              <a:prstDash val="solid"/>
              <a:miter lim="800000"/>
            </a:ln>
            <a:effectLst/>
          </p:spPr>
          <p:txBody>
            <a:bodyPr rtlCol="0" anchor="ctr"/>
            <a:lstStyle/>
            <a:p>
              <a:pPr algn="ctr" defTabSz="806869">
                <a:defRPr/>
              </a:pPr>
              <a:endParaRPr lang="en-US" sz="1587" kern="0">
                <a:solidFill>
                  <a:prstClr val="white"/>
                </a:solidFill>
              </a:endParaRPr>
            </a:p>
          </p:txBody>
        </p:sp>
        <p:sp>
          <p:nvSpPr>
            <p:cNvPr id="40" name="Lightning Bolt 39">
              <a:extLst>
                <a:ext uri="{FF2B5EF4-FFF2-40B4-BE49-F238E27FC236}">
                  <a16:creationId xmlns:a16="http://schemas.microsoft.com/office/drawing/2014/main" id="{2BF5DDA1-281E-5275-61C8-DD6ED6048D06}"/>
                </a:ext>
              </a:extLst>
            </p:cNvPr>
            <p:cNvSpPr>
              <a:spLocks noChangeAspect="1"/>
            </p:cNvSpPr>
            <p:nvPr/>
          </p:nvSpPr>
          <p:spPr>
            <a:xfrm flipH="1">
              <a:off x="5722018" y="3572045"/>
              <a:ext cx="91331" cy="127992"/>
            </a:xfrm>
            <a:prstGeom prst="lightningBolt">
              <a:avLst/>
            </a:prstGeom>
            <a:solidFill>
              <a:sysClr val="window" lastClr="FFFFFF"/>
            </a:solidFill>
            <a:ln w="12700" cap="flat" cmpd="sng" algn="ctr">
              <a:solidFill>
                <a:srgbClr val="92D400"/>
              </a:solidFill>
              <a:prstDash val="solid"/>
              <a:miter lim="800000"/>
            </a:ln>
            <a:effectLst/>
          </p:spPr>
          <p:txBody>
            <a:bodyPr rtlCol="0" anchor="ctr"/>
            <a:lstStyle/>
            <a:p>
              <a:pPr algn="ctr" defTabSz="806869">
                <a:defRPr/>
              </a:pPr>
              <a:endParaRPr lang="en-US" sz="1587" kern="0">
                <a:solidFill>
                  <a:prstClr val="white"/>
                </a:solidFill>
              </a:endParaRPr>
            </a:p>
          </p:txBody>
        </p:sp>
        <p:sp>
          <p:nvSpPr>
            <p:cNvPr id="41" name="object 47">
              <a:extLst>
                <a:ext uri="{FF2B5EF4-FFF2-40B4-BE49-F238E27FC236}">
                  <a16:creationId xmlns:a16="http://schemas.microsoft.com/office/drawing/2014/main" id="{8076492C-2145-26B6-715F-1E047077114F}"/>
                </a:ext>
              </a:extLst>
            </p:cNvPr>
            <p:cNvSpPr>
              <a:spLocks noChangeAspect="1"/>
            </p:cNvSpPr>
            <p:nvPr/>
          </p:nvSpPr>
          <p:spPr>
            <a:xfrm flipH="1">
              <a:off x="5191366" y="3237651"/>
              <a:ext cx="299678" cy="252646"/>
            </a:xfrm>
            <a:custGeom>
              <a:avLst/>
              <a:gdLst/>
              <a:ahLst/>
              <a:cxnLst/>
              <a:rect l="l" t="t" r="r" b="b"/>
              <a:pathLst>
                <a:path w="179705" h="189230">
                  <a:moveTo>
                    <a:pt x="89687" y="0"/>
                  </a:moveTo>
                  <a:lnTo>
                    <a:pt x="0" y="46774"/>
                  </a:lnTo>
                  <a:lnTo>
                    <a:pt x="0" y="189026"/>
                  </a:lnTo>
                  <a:lnTo>
                    <a:pt x="179374" y="189026"/>
                  </a:lnTo>
                  <a:lnTo>
                    <a:pt x="179374" y="46774"/>
                  </a:lnTo>
                  <a:lnTo>
                    <a:pt x="89687" y="0"/>
                  </a:lnTo>
                  <a:close/>
                </a:path>
              </a:pathLst>
            </a:custGeom>
            <a:solidFill>
              <a:srgbClr val="92D400"/>
            </a:solidFill>
            <a:ln>
              <a:solidFill>
                <a:srgbClr val="92D400"/>
              </a:solidFill>
            </a:ln>
          </p:spPr>
          <p:txBody>
            <a:bodyPr wrap="square" lIns="0" tIns="0" rIns="0" bIns="0" rtlCol="0"/>
            <a:lstStyle/>
            <a:p>
              <a:pPr defTabSz="806869">
                <a:defRPr/>
              </a:pPr>
              <a:endParaRPr sz="1587" kern="0">
                <a:solidFill>
                  <a:prstClr val="white"/>
                </a:solidFill>
              </a:endParaRPr>
            </a:p>
          </p:txBody>
        </p:sp>
        <p:sp>
          <p:nvSpPr>
            <p:cNvPr id="42" name="Rectangle 41">
              <a:extLst>
                <a:ext uri="{FF2B5EF4-FFF2-40B4-BE49-F238E27FC236}">
                  <a16:creationId xmlns:a16="http://schemas.microsoft.com/office/drawing/2014/main" id="{97030CCF-F486-741A-270E-C6E5F6194B51}"/>
                </a:ext>
              </a:extLst>
            </p:cNvPr>
            <p:cNvSpPr>
              <a:spLocks noChangeAspect="1"/>
            </p:cNvSpPr>
            <p:nvPr/>
          </p:nvSpPr>
          <p:spPr>
            <a:xfrm flipH="1">
              <a:off x="5217514" y="3269194"/>
              <a:ext cx="243978" cy="19533"/>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43" name="object 48">
              <a:extLst>
                <a:ext uri="{FF2B5EF4-FFF2-40B4-BE49-F238E27FC236}">
                  <a16:creationId xmlns:a16="http://schemas.microsoft.com/office/drawing/2014/main" id="{004D3F53-B61A-A26C-4621-78EDBA262F9F}"/>
                </a:ext>
              </a:extLst>
            </p:cNvPr>
            <p:cNvSpPr>
              <a:spLocks noChangeAspect="1"/>
            </p:cNvSpPr>
            <p:nvPr/>
          </p:nvSpPr>
          <p:spPr>
            <a:xfrm flipH="1">
              <a:off x="5191372" y="3214133"/>
              <a:ext cx="299678" cy="77151"/>
            </a:xfrm>
            <a:custGeom>
              <a:avLst/>
              <a:gdLst/>
              <a:ahLst/>
              <a:cxnLst/>
              <a:rect l="l" t="t" r="r" b="b"/>
              <a:pathLst>
                <a:path w="179705" h="57785">
                  <a:moveTo>
                    <a:pt x="89687" y="0"/>
                  </a:moveTo>
                  <a:lnTo>
                    <a:pt x="0" y="46774"/>
                  </a:lnTo>
                  <a:lnTo>
                    <a:pt x="0" y="57492"/>
                  </a:lnTo>
                  <a:lnTo>
                    <a:pt x="89687" y="10718"/>
                  </a:lnTo>
                  <a:lnTo>
                    <a:pt x="110240" y="10718"/>
                  </a:lnTo>
                  <a:lnTo>
                    <a:pt x="89687" y="0"/>
                  </a:lnTo>
                  <a:close/>
                </a:path>
                <a:path w="179705" h="57785">
                  <a:moveTo>
                    <a:pt x="110240" y="10718"/>
                  </a:moveTo>
                  <a:lnTo>
                    <a:pt x="89687" y="10718"/>
                  </a:lnTo>
                  <a:lnTo>
                    <a:pt x="179374" y="57492"/>
                  </a:lnTo>
                  <a:lnTo>
                    <a:pt x="179374" y="46774"/>
                  </a:lnTo>
                  <a:lnTo>
                    <a:pt x="110240" y="10718"/>
                  </a:lnTo>
                  <a:close/>
                </a:path>
              </a:pathLst>
            </a:custGeom>
            <a:solidFill>
              <a:sysClr val="window" lastClr="FFFFFF"/>
            </a:solidFill>
            <a:ln>
              <a:solidFill>
                <a:srgbClr val="92D400"/>
              </a:solidFill>
            </a:ln>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dirty="0">
                <a:ln>
                  <a:noFill/>
                </a:ln>
                <a:solidFill>
                  <a:prstClr val="white"/>
                </a:solidFill>
                <a:effectLst/>
                <a:uLnTx/>
                <a:uFillTx/>
              </a:endParaRPr>
            </a:p>
          </p:txBody>
        </p:sp>
        <p:grpSp>
          <p:nvGrpSpPr>
            <p:cNvPr id="44" name="Group 43">
              <a:extLst>
                <a:ext uri="{FF2B5EF4-FFF2-40B4-BE49-F238E27FC236}">
                  <a16:creationId xmlns:a16="http://schemas.microsoft.com/office/drawing/2014/main" id="{C8472280-4ED3-0F29-1BE8-03C1EBB93D45}"/>
                </a:ext>
              </a:extLst>
            </p:cNvPr>
            <p:cNvGrpSpPr/>
            <p:nvPr/>
          </p:nvGrpSpPr>
          <p:grpSpPr>
            <a:xfrm flipH="1">
              <a:off x="5217514" y="3306652"/>
              <a:ext cx="243978" cy="117200"/>
              <a:chOff x="11040795" y="1580306"/>
              <a:chExt cx="507849" cy="206099"/>
            </a:xfrm>
            <a:solidFill>
              <a:sysClr val="window" lastClr="FFFFFF"/>
            </a:solidFill>
          </p:grpSpPr>
          <p:sp>
            <p:nvSpPr>
              <p:cNvPr id="154" name="Rectangle 153">
                <a:extLst>
                  <a:ext uri="{FF2B5EF4-FFF2-40B4-BE49-F238E27FC236}">
                    <a16:creationId xmlns:a16="http://schemas.microsoft.com/office/drawing/2014/main" id="{6A512DBA-4C82-C6EA-BA58-A93A2DD1DBA2}"/>
                  </a:ext>
                </a:extLst>
              </p:cNvPr>
              <p:cNvSpPr>
                <a:spLocks noChangeAspect="1"/>
              </p:cNvSpPr>
              <p:nvPr/>
            </p:nvSpPr>
            <p:spPr>
              <a:xfrm>
                <a:off x="11502924" y="1580306"/>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55" name="Rectangle 154">
                <a:extLst>
                  <a:ext uri="{FF2B5EF4-FFF2-40B4-BE49-F238E27FC236}">
                    <a16:creationId xmlns:a16="http://schemas.microsoft.com/office/drawing/2014/main" id="{7FBD7527-DB8B-F46F-6CF0-2AB1C7C5366A}"/>
                  </a:ext>
                </a:extLst>
              </p:cNvPr>
              <p:cNvSpPr>
                <a:spLocks noChangeAspect="1"/>
              </p:cNvSpPr>
              <p:nvPr/>
            </p:nvSpPr>
            <p:spPr>
              <a:xfrm>
                <a:off x="11387391" y="1580306"/>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56" name="Rectangle 155">
                <a:extLst>
                  <a:ext uri="{FF2B5EF4-FFF2-40B4-BE49-F238E27FC236}">
                    <a16:creationId xmlns:a16="http://schemas.microsoft.com/office/drawing/2014/main" id="{B7844FD1-2D53-ACBB-B9B0-92A34F16A3B5}"/>
                  </a:ext>
                </a:extLst>
              </p:cNvPr>
              <p:cNvSpPr>
                <a:spLocks noChangeAspect="1"/>
              </p:cNvSpPr>
              <p:nvPr/>
            </p:nvSpPr>
            <p:spPr>
              <a:xfrm>
                <a:off x="11156327" y="1580306"/>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57" name="Rectangle 156">
                <a:extLst>
                  <a:ext uri="{FF2B5EF4-FFF2-40B4-BE49-F238E27FC236}">
                    <a16:creationId xmlns:a16="http://schemas.microsoft.com/office/drawing/2014/main" id="{96066551-4E83-004A-FB0A-CE66D08B5F75}"/>
                  </a:ext>
                </a:extLst>
              </p:cNvPr>
              <p:cNvSpPr>
                <a:spLocks noChangeAspect="1"/>
              </p:cNvSpPr>
              <p:nvPr/>
            </p:nvSpPr>
            <p:spPr>
              <a:xfrm>
                <a:off x="11040795" y="1580306"/>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58" name="Rectangle 157">
                <a:extLst>
                  <a:ext uri="{FF2B5EF4-FFF2-40B4-BE49-F238E27FC236}">
                    <a16:creationId xmlns:a16="http://schemas.microsoft.com/office/drawing/2014/main" id="{FF0AF8DA-FDE5-DE16-A288-1A5CA7559DFE}"/>
                  </a:ext>
                </a:extLst>
              </p:cNvPr>
              <p:cNvSpPr>
                <a:spLocks noChangeAspect="1"/>
              </p:cNvSpPr>
              <p:nvPr/>
            </p:nvSpPr>
            <p:spPr>
              <a:xfrm>
                <a:off x="11271859" y="1580306"/>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59" name="Rectangle 158">
                <a:extLst>
                  <a:ext uri="{FF2B5EF4-FFF2-40B4-BE49-F238E27FC236}">
                    <a16:creationId xmlns:a16="http://schemas.microsoft.com/office/drawing/2014/main" id="{290731DC-C73F-341C-3447-5724AE045560}"/>
                  </a:ext>
                </a:extLst>
              </p:cNvPr>
              <p:cNvSpPr>
                <a:spLocks noChangeAspect="1"/>
              </p:cNvSpPr>
              <p:nvPr/>
            </p:nvSpPr>
            <p:spPr>
              <a:xfrm>
                <a:off x="11502924" y="166049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0" name="Rectangle 159">
                <a:extLst>
                  <a:ext uri="{FF2B5EF4-FFF2-40B4-BE49-F238E27FC236}">
                    <a16:creationId xmlns:a16="http://schemas.microsoft.com/office/drawing/2014/main" id="{DB291BEE-58ED-7C5C-4787-6C1DF4297DEA}"/>
                  </a:ext>
                </a:extLst>
              </p:cNvPr>
              <p:cNvSpPr>
                <a:spLocks noChangeAspect="1"/>
              </p:cNvSpPr>
              <p:nvPr/>
            </p:nvSpPr>
            <p:spPr>
              <a:xfrm>
                <a:off x="11387391" y="166049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1" name="Rectangle 160">
                <a:extLst>
                  <a:ext uri="{FF2B5EF4-FFF2-40B4-BE49-F238E27FC236}">
                    <a16:creationId xmlns:a16="http://schemas.microsoft.com/office/drawing/2014/main" id="{4D6B53C5-0E37-ED53-02DF-7F91C6D79920}"/>
                  </a:ext>
                </a:extLst>
              </p:cNvPr>
              <p:cNvSpPr>
                <a:spLocks noChangeAspect="1"/>
              </p:cNvSpPr>
              <p:nvPr/>
            </p:nvSpPr>
            <p:spPr>
              <a:xfrm>
                <a:off x="11156327" y="166049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2" name="Rectangle 161">
                <a:extLst>
                  <a:ext uri="{FF2B5EF4-FFF2-40B4-BE49-F238E27FC236}">
                    <a16:creationId xmlns:a16="http://schemas.microsoft.com/office/drawing/2014/main" id="{29F6091B-F615-49E0-A31B-F25EF5CFA1BA}"/>
                  </a:ext>
                </a:extLst>
              </p:cNvPr>
              <p:cNvSpPr>
                <a:spLocks noChangeAspect="1"/>
              </p:cNvSpPr>
              <p:nvPr/>
            </p:nvSpPr>
            <p:spPr>
              <a:xfrm>
                <a:off x="11040795" y="166049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3" name="Rectangle 162">
                <a:extLst>
                  <a:ext uri="{FF2B5EF4-FFF2-40B4-BE49-F238E27FC236}">
                    <a16:creationId xmlns:a16="http://schemas.microsoft.com/office/drawing/2014/main" id="{AD576028-3D4E-5EFE-4FA9-03FDB8D30D84}"/>
                  </a:ext>
                </a:extLst>
              </p:cNvPr>
              <p:cNvSpPr>
                <a:spLocks noChangeAspect="1"/>
              </p:cNvSpPr>
              <p:nvPr/>
            </p:nvSpPr>
            <p:spPr>
              <a:xfrm>
                <a:off x="11271859" y="166049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4" name="Rectangle 163">
                <a:extLst>
                  <a:ext uri="{FF2B5EF4-FFF2-40B4-BE49-F238E27FC236}">
                    <a16:creationId xmlns:a16="http://schemas.microsoft.com/office/drawing/2014/main" id="{B83C57E8-CCB1-DD4B-A310-AB528373A811}"/>
                  </a:ext>
                </a:extLst>
              </p:cNvPr>
              <p:cNvSpPr>
                <a:spLocks noChangeAspect="1"/>
              </p:cNvSpPr>
              <p:nvPr/>
            </p:nvSpPr>
            <p:spPr>
              <a:xfrm>
                <a:off x="11502924" y="174068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5" name="Rectangle 164">
                <a:extLst>
                  <a:ext uri="{FF2B5EF4-FFF2-40B4-BE49-F238E27FC236}">
                    <a16:creationId xmlns:a16="http://schemas.microsoft.com/office/drawing/2014/main" id="{F6071979-97B7-0EB5-44DA-D9EAB0903875}"/>
                  </a:ext>
                </a:extLst>
              </p:cNvPr>
              <p:cNvSpPr>
                <a:spLocks noChangeAspect="1"/>
              </p:cNvSpPr>
              <p:nvPr/>
            </p:nvSpPr>
            <p:spPr>
              <a:xfrm>
                <a:off x="11387391" y="174068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6" name="Rectangle 165">
                <a:extLst>
                  <a:ext uri="{FF2B5EF4-FFF2-40B4-BE49-F238E27FC236}">
                    <a16:creationId xmlns:a16="http://schemas.microsoft.com/office/drawing/2014/main" id="{B60F1396-26E1-B50D-2B51-AB17A34E7494}"/>
                  </a:ext>
                </a:extLst>
              </p:cNvPr>
              <p:cNvSpPr>
                <a:spLocks noChangeAspect="1"/>
              </p:cNvSpPr>
              <p:nvPr/>
            </p:nvSpPr>
            <p:spPr>
              <a:xfrm>
                <a:off x="11156327" y="174068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7" name="Rectangle 166">
                <a:extLst>
                  <a:ext uri="{FF2B5EF4-FFF2-40B4-BE49-F238E27FC236}">
                    <a16:creationId xmlns:a16="http://schemas.microsoft.com/office/drawing/2014/main" id="{683F7291-8757-C2AF-8796-0E9BFF540FA1}"/>
                  </a:ext>
                </a:extLst>
              </p:cNvPr>
              <p:cNvSpPr>
                <a:spLocks noChangeAspect="1"/>
              </p:cNvSpPr>
              <p:nvPr/>
            </p:nvSpPr>
            <p:spPr>
              <a:xfrm>
                <a:off x="11040795" y="174068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68" name="Rectangle 167">
                <a:extLst>
                  <a:ext uri="{FF2B5EF4-FFF2-40B4-BE49-F238E27FC236}">
                    <a16:creationId xmlns:a16="http://schemas.microsoft.com/office/drawing/2014/main" id="{7F65168C-A311-C285-4055-7FC056EC1721}"/>
                  </a:ext>
                </a:extLst>
              </p:cNvPr>
              <p:cNvSpPr>
                <a:spLocks noChangeAspect="1"/>
              </p:cNvSpPr>
              <p:nvPr/>
            </p:nvSpPr>
            <p:spPr>
              <a:xfrm>
                <a:off x="11271859" y="174068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sp>
          <p:nvSpPr>
            <p:cNvPr id="45" name="Rectangle 44">
              <a:extLst>
                <a:ext uri="{FF2B5EF4-FFF2-40B4-BE49-F238E27FC236}">
                  <a16:creationId xmlns:a16="http://schemas.microsoft.com/office/drawing/2014/main" id="{E445EB4E-DC90-BFCA-1A46-BDF8CB4A1E5D}"/>
                </a:ext>
              </a:extLst>
            </p:cNvPr>
            <p:cNvSpPr>
              <a:spLocks noChangeAspect="1"/>
            </p:cNvSpPr>
            <p:nvPr/>
          </p:nvSpPr>
          <p:spPr>
            <a:xfrm flipH="1">
              <a:off x="5217515" y="3443837"/>
              <a:ext cx="21964" cy="26000"/>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46" name="Rectangle 45">
              <a:extLst>
                <a:ext uri="{FF2B5EF4-FFF2-40B4-BE49-F238E27FC236}">
                  <a16:creationId xmlns:a16="http://schemas.microsoft.com/office/drawing/2014/main" id="{87106BED-21BB-5C65-5487-34A54D3C25E3}"/>
                </a:ext>
              </a:extLst>
            </p:cNvPr>
            <p:cNvSpPr>
              <a:spLocks noChangeAspect="1"/>
            </p:cNvSpPr>
            <p:nvPr/>
          </p:nvSpPr>
          <p:spPr>
            <a:xfrm flipH="1">
              <a:off x="5273019" y="3443837"/>
              <a:ext cx="21964" cy="26000"/>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47" name="Rectangle 46">
              <a:extLst>
                <a:ext uri="{FF2B5EF4-FFF2-40B4-BE49-F238E27FC236}">
                  <a16:creationId xmlns:a16="http://schemas.microsoft.com/office/drawing/2014/main" id="{1AB53763-C6E8-8F79-A1E4-BB7F60E64D11}"/>
                </a:ext>
              </a:extLst>
            </p:cNvPr>
            <p:cNvSpPr>
              <a:spLocks noChangeAspect="1"/>
            </p:cNvSpPr>
            <p:nvPr/>
          </p:nvSpPr>
          <p:spPr>
            <a:xfrm flipH="1">
              <a:off x="5384025" y="3443837"/>
              <a:ext cx="21964" cy="26000"/>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48" name="Rectangle 47">
              <a:extLst>
                <a:ext uri="{FF2B5EF4-FFF2-40B4-BE49-F238E27FC236}">
                  <a16:creationId xmlns:a16="http://schemas.microsoft.com/office/drawing/2014/main" id="{3E68D3E0-C873-3DF7-3FFF-1F81EF1E9DFA}"/>
                </a:ext>
              </a:extLst>
            </p:cNvPr>
            <p:cNvSpPr>
              <a:spLocks noChangeAspect="1"/>
            </p:cNvSpPr>
            <p:nvPr/>
          </p:nvSpPr>
          <p:spPr>
            <a:xfrm flipH="1">
              <a:off x="5439530" y="3443837"/>
              <a:ext cx="21964" cy="26000"/>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49" name="Rectangle 48">
              <a:extLst>
                <a:ext uri="{FF2B5EF4-FFF2-40B4-BE49-F238E27FC236}">
                  <a16:creationId xmlns:a16="http://schemas.microsoft.com/office/drawing/2014/main" id="{72D95562-D29B-630B-DA0F-A930807C0C61}"/>
                </a:ext>
              </a:extLst>
            </p:cNvPr>
            <p:cNvSpPr>
              <a:spLocks noChangeAspect="1"/>
            </p:cNvSpPr>
            <p:nvPr/>
          </p:nvSpPr>
          <p:spPr>
            <a:xfrm flipH="1">
              <a:off x="5315105" y="3443837"/>
              <a:ext cx="48796" cy="45813"/>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50" name="object 46">
              <a:extLst>
                <a:ext uri="{FF2B5EF4-FFF2-40B4-BE49-F238E27FC236}">
                  <a16:creationId xmlns:a16="http://schemas.microsoft.com/office/drawing/2014/main" id="{51D90E2D-3D7B-C1C9-3421-D79A4A8B7B0D}"/>
                </a:ext>
              </a:extLst>
            </p:cNvPr>
            <p:cNvSpPr>
              <a:spLocks noChangeAspect="1"/>
            </p:cNvSpPr>
            <p:nvPr/>
          </p:nvSpPr>
          <p:spPr>
            <a:xfrm flipH="1">
              <a:off x="5526799" y="3367104"/>
              <a:ext cx="353240" cy="123192"/>
            </a:xfrm>
            <a:custGeom>
              <a:avLst/>
              <a:gdLst/>
              <a:ahLst/>
              <a:cxnLst/>
              <a:rect l="l" t="t" r="r" b="b"/>
              <a:pathLst>
                <a:path w="120650" h="104139">
                  <a:moveTo>
                    <a:pt x="0" y="104025"/>
                  </a:moveTo>
                  <a:lnTo>
                    <a:pt x="120459" y="104025"/>
                  </a:lnTo>
                  <a:lnTo>
                    <a:pt x="120459" y="0"/>
                  </a:lnTo>
                  <a:lnTo>
                    <a:pt x="0" y="0"/>
                  </a:lnTo>
                  <a:lnTo>
                    <a:pt x="0" y="104025"/>
                  </a:lnTo>
                  <a:close/>
                </a:path>
              </a:pathLst>
            </a:custGeom>
            <a:solidFill>
              <a:srgbClr val="92D400"/>
            </a:solidFill>
            <a:ln>
              <a:solidFill>
                <a:srgbClr val="92D400"/>
              </a:solidFill>
            </a:ln>
          </p:spPr>
          <p:txBody>
            <a:bodyPr wrap="square" lIns="0" tIns="0" rIns="0" bIns="0" rtlCol="0"/>
            <a:lstStyle/>
            <a:p>
              <a:pPr defTabSz="806869">
                <a:defRPr/>
              </a:pPr>
              <a:endParaRPr sz="1587" kern="0">
                <a:solidFill>
                  <a:prstClr val="white"/>
                </a:solidFill>
              </a:endParaRPr>
            </a:p>
          </p:txBody>
        </p:sp>
        <p:grpSp>
          <p:nvGrpSpPr>
            <p:cNvPr id="51" name="Group 50">
              <a:extLst>
                <a:ext uri="{FF2B5EF4-FFF2-40B4-BE49-F238E27FC236}">
                  <a16:creationId xmlns:a16="http://schemas.microsoft.com/office/drawing/2014/main" id="{26288C85-F6CA-1847-9A8B-EB715C1F3B44}"/>
                </a:ext>
              </a:extLst>
            </p:cNvPr>
            <p:cNvGrpSpPr>
              <a:grpSpLocks noChangeAspect="1"/>
            </p:cNvGrpSpPr>
            <p:nvPr/>
          </p:nvGrpSpPr>
          <p:grpSpPr>
            <a:xfrm flipH="1">
              <a:off x="5526277" y="3317622"/>
              <a:ext cx="173338" cy="42121"/>
              <a:chOff x="9839670" y="852034"/>
              <a:chExt cx="162412" cy="49293"/>
            </a:xfrm>
            <a:solidFill>
              <a:sysClr val="window" lastClr="FFFFFF"/>
            </a:solidFill>
          </p:grpSpPr>
          <p:sp>
            <p:nvSpPr>
              <p:cNvPr id="111" name="object 58">
                <a:extLst>
                  <a:ext uri="{FF2B5EF4-FFF2-40B4-BE49-F238E27FC236}">
                    <a16:creationId xmlns:a16="http://schemas.microsoft.com/office/drawing/2014/main" id="{D22433B3-6AD6-6E2F-0861-25670A440114}"/>
                  </a:ext>
                </a:extLst>
              </p:cNvPr>
              <p:cNvSpPr/>
              <p:nvPr/>
            </p:nvSpPr>
            <p:spPr>
              <a:xfrm>
                <a:off x="9859619" y="852034"/>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2" name="object 60">
                <a:extLst>
                  <a:ext uri="{FF2B5EF4-FFF2-40B4-BE49-F238E27FC236}">
                    <a16:creationId xmlns:a16="http://schemas.microsoft.com/office/drawing/2014/main" id="{BB2694FC-F40C-1FB8-3C7F-36DF7B8756A7}"/>
                  </a:ext>
                </a:extLst>
              </p:cNvPr>
              <p:cNvSpPr/>
              <p:nvPr/>
            </p:nvSpPr>
            <p:spPr>
              <a:xfrm>
                <a:off x="9896481" y="852034"/>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3" name="object 61">
                <a:extLst>
                  <a:ext uri="{FF2B5EF4-FFF2-40B4-BE49-F238E27FC236}">
                    <a16:creationId xmlns:a16="http://schemas.microsoft.com/office/drawing/2014/main" id="{876D3FB7-780E-3A04-C741-0F51ED5E1617}"/>
                  </a:ext>
                </a:extLst>
              </p:cNvPr>
              <p:cNvSpPr/>
              <p:nvPr/>
            </p:nvSpPr>
            <p:spPr>
              <a:xfrm>
                <a:off x="9878158" y="852034"/>
                <a:ext cx="20836" cy="8930"/>
              </a:xfrm>
              <a:custGeom>
                <a:avLst/>
                <a:gdLst/>
                <a:ahLst/>
                <a:cxnLst/>
                <a:rect l="l" t="t" r="r" b="b"/>
                <a:pathLst>
                  <a:path w="13334" h="5714">
                    <a:moveTo>
                      <a:pt x="12865" y="0"/>
                    </a:moveTo>
                    <a:lnTo>
                      <a:pt x="2806" y="0"/>
                    </a:lnTo>
                    <a:lnTo>
                      <a:pt x="0" y="5664"/>
                    </a:lnTo>
                    <a:lnTo>
                      <a:pt x="10058" y="5664"/>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4" name="object 62">
                <a:extLst>
                  <a:ext uri="{FF2B5EF4-FFF2-40B4-BE49-F238E27FC236}">
                    <a16:creationId xmlns:a16="http://schemas.microsoft.com/office/drawing/2014/main" id="{06A81CA4-F5E6-43D8-6C5F-7564AE5CDB86}"/>
                  </a:ext>
                </a:extLst>
              </p:cNvPr>
              <p:cNvSpPr/>
              <p:nvPr/>
            </p:nvSpPr>
            <p:spPr>
              <a:xfrm>
                <a:off x="9988191" y="852034"/>
                <a:ext cx="13891" cy="8930"/>
              </a:xfrm>
              <a:custGeom>
                <a:avLst/>
                <a:gdLst/>
                <a:ahLst/>
                <a:cxnLst/>
                <a:rect l="l" t="t" r="r" b="b"/>
                <a:pathLst>
                  <a:path w="8890" h="5714">
                    <a:moveTo>
                      <a:pt x="8394" y="0"/>
                    </a:moveTo>
                    <a:lnTo>
                      <a:pt x="2793" y="0"/>
                    </a:lnTo>
                    <a:lnTo>
                      <a:pt x="0" y="5664"/>
                    </a:lnTo>
                    <a:lnTo>
                      <a:pt x="8394" y="5664"/>
                    </a:lnTo>
                    <a:lnTo>
                      <a:pt x="8394"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5" name="object 63">
                <a:extLst>
                  <a:ext uri="{FF2B5EF4-FFF2-40B4-BE49-F238E27FC236}">
                    <a16:creationId xmlns:a16="http://schemas.microsoft.com/office/drawing/2014/main" id="{3FD63433-BE07-7E92-6795-FD0390266565}"/>
                  </a:ext>
                </a:extLst>
              </p:cNvPr>
              <p:cNvSpPr/>
              <p:nvPr/>
            </p:nvSpPr>
            <p:spPr>
              <a:xfrm>
                <a:off x="9969850" y="852034"/>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6" name="object 64">
                <a:extLst>
                  <a:ext uri="{FF2B5EF4-FFF2-40B4-BE49-F238E27FC236}">
                    <a16:creationId xmlns:a16="http://schemas.microsoft.com/office/drawing/2014/main" id="{03202D7F-FAB1-ED46-FF3B-1E5AEABBB0E3}"/>
                  </a:ext>
                </a:extLst>
              </p:cNvPr>
              <p:cNvSpPr/>
              <p:nvPr/>
            </p:nvSpPr>
            <p:spPr>
              <a:xfrm>
                <a:off x="9951508" y="852034"/>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7" name="object 65">
                <a:extLst>
                  <a:ext uri="{FF2B5EF4-FFF2-40B4-BE49-F238E27FC236}">
                    <a16:creationId xmlns:a16="http://schemas.microsoft.com/office/drawing/2014/main" id="{C823F7B1-F97B-6028-B037-CC2AB2DDA235}"/>
                  </a:ext>
                </a:extLst>
              </p:cNvPr>
              <p:cNvSpPr/>
              <p:nvPr/>
            </p:nvSpPr>
            <p:spPr>
              <a:xfrm>
                <a:off x="9933185" y="852034"/>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8" name="object 66">
                <a:extLst>
                  <a:ext uri="{FF2B5EF4-FFF2-40B4-BE49-F238E27FC236}">
                    <a16:creationId xmlns:a16="http://schemas.microsoft.com/office/drawing/2014/main" id="{03691C00-FCC0-A01B-BAD6-4C83AF878DB2}"/>
                  </a:ext>
                </a:extLst>
              </p:cNvPr>
              <p:cNvSpPr/>
              <p:nvPr/>
            </p:nvSpPr>
            <p:spPr>
              <a:xfrm>
                <a:off x="9914824" y="852034"/>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9" name="object 68">
                <a:extLst>
                  <a:ext uri="{FF2B5EF4-FFF2-40B4-BE49-F238E27FC236}">
                    <a16:creationId xmlns:a16="http://schemas.microsoft.com/office/drawing/2014/main" id="{F2E880E5-17F9-7B85-FEAF-11913B6818FF}"/>
                  </a:ext>
                </a:extLst>
              </p:cNvPr>
              <p:cNvSpPr/>
              <p:nvPr/>
            </p:nvSpPr>
            <p:spPr>
              <a:xfrm>
                <a:off x="9928183" y="862161"/>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0" name="object 69">
                <a:extLst>
                  <a:ext uri="{FF2B5EF4-FFF2-40B4-BE49-F238E27FC236}">
                    <a16:creationId xmlns:a16="http://schemas.microsoft.com/office/drawing/2014/main" id="{BCF3F27A-40C0-6A84-2C48-36F4296ED16C}"/>
                  </a:ext>
                </a:extLst>
              </p:cNvPr>
              <p:cNvSpPr/>
              <p:nvPr/>
            </p:nvSpPr>
            <p:spPr>
              <a:xfrm>
                <a:off x="9909842" y="862161"/>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1" name="object 70">
                <a:extLst>
                  <a:ext uri="{FF2B5EF4-FFF2-40B4-BE49-F238E27FC236}">
                    <a16:creationId xmlns:a16="http://schemas.microsoft.com/office/drawing/2014/main" id="{1A924CCD-A9BF-C02F-41BE-491963F265B4}"/>
                  </a:ext>
                </a:extLst>
              </p:cNvPr>
              <p:cNvSpPr/>
              <p:nvPr/>
            </p:nvSpPr>
            <p:spPr>
              <a:xfrm>
                <a:off x="9891481" y="862161"/>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2" name="object 71">
                <a:extLst>
                  <a:ext uri="{FF2B5EF4-FFF2-40B4-BE49-F238E27FC236}">
                    <a16:creationId xmlns:a16="http://schemas.microsoft.com/office/drawing/2014/main" id="{2D56709E-AC34-31A8-4548-4DB16C3E8E1C}"/>
                  </a:ext>
                </a:extLst>
              </p:cNvPr>
              <p:cNvSpPr/>
              <p:nvPr/>
            </p:nvSpPr>
            <p:spPr>
              <a:xfrm>
                <a:off x="9873156" y="862161"/>
                <a:ext cx="20836" cy="8930"/>
              </a:xfrm>
              <a:custGeom>
                <a:avLst/>
                <a:gdLst/>
                <a:ahLst/>
                <a:cxnLst/>
                <a:rect l="l" t="t" r="r" b="b"/>
                <a:pathLst>
                  <a:path w="13334" h="5714">
                    <a:moveTo>
                      <a:pt x="12865" y="0"/>
                    </a:moveTo>
                    <a:lnTo>
                      <a:pt x="2806" y="0"/>
                    </a:lnTo>
                    <a:lnTo>
                      <a:pt x="0" y="5651"/>
                    </a:lnTo>
                    <a:lnTo>
                      <a:pt x="10058" y="5651"/>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3" name="object 72">
                <a:extLst>
                  <a:ext uri="{FF2B5EF4-FFF2-40B4-BE49-F238E27FC236}">
                    <a16:creationId xmlns:a16="http://schemas.microsoft.com/office/drawing/2014/main" id="{32BCF26B-3185-CAD2-509F-0F7C58AA12EB}"/>
                  </a:ext>
                </a:extLst>
              </p:cNvPr>
              <p:cNvSpPr/>
              <p:nvPr/>
            </p:nvSpPr>
            <p:spPr>
              <a:xfrm>
                <a:off x="9854619" y="862161"/>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4" name="object 73">
                <a:extLst>
                  <a:ext uri="{FF2B5EF4-FFF2-40B4-BE49-F238E27FC236}">
                    <a16:creationId xmlns:a16="http://schemas.microsoft.com/office/drawing/2014/main" id="{47C548FF-07E7-BC2E-9A23-BA2080D62823}"/>
                  </a:ext>
                </a:extLst>
              </p:cNvPr>
              <p:cNvSpPr/>
              <p:nvPr/>
            </p:nvSpPr>
            <p:spPr>
              <a:xfrm>
                <a:off x="9946508" y="862161"/>
                <a:ext cx="20836" cy="8930"/>
              </a:xfrm>
              <a:custGeom>
                <a:avLst/>
                <a:gdLst/>
                <a:ahLst/>
                <a:cxnLst/>
                <a:rect l="l" t="t" r="r" b="b"/>
                <a:pathLst>
                  <a:path w="13334" h="5714">
                    <a:moveTo>
                      <a:pt x="12979" y="0"/>
                    </a:moveTo>
                    <a:lnTo>
                      <a:pt x="2793" y="0"/>
                    </a:lnTo>
                    <a:lnTo>
                      <a:pt x="0" y="5651"/>
                    </a:lnTo>
                    <a:lnTo>
                      <a:pt x="10185"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5" name="object 74">
                <a:extLst>
                  <a:ext uri="{FF2B5EF4-FFF2-40B4-BE49-F238E27FC236}">
                    <a16:creationId xmlns:a16="http://schemas.microsoft.com/office/drawing/2014/main" id="{AFC23AA2-CA7F-801D-16DF-B36B6D30A7DA}"/>
                  </a:ext>
                </a:extLst>
              </p:cNvPr>
              <p:cNvSpPr/>
              <p:nvPr/>
            </p:nvSpPr>
            <p:spPr>
              <a:xfrm>
                <a:off x="9983191" y="862161"/>
                <a:ext cx="18852" cy="8930"/>
              </a:xfrm>
              <a:custGeom>
                <a:avLst/>
                <a:gdLst/>
                <a:ahLst/>
                <a:cxnLst/>
                <a:rect l="l" t="t" r="r" b="b"/>
                <a:pathLst>
                  <a:path w="12065" h="5714">
                    <a:moveTo>
                      <a:pt x="11595" y="0"/>
                    </a:moveTo>
                    <a:lnTo>
                      <a:pt x="2793" y="0"/>
                    </a:lnTo>
                    <a:lnTo>
                      <a:pt x="0" y="5651"/>
                    </a:lnTo>
                    <a:lnTo>
                      <a:pt x="10172" y="5651"/>
                    </a:lnTo>
                    <a:lnTo>
                      <a:pt x="11595" y="2794"/>
                    </a:lnTo>
                    <a:lnTo>
                      <a:pt x="1159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6" name="object 75">
                <a:extLst>
                  <a:ext uri="{FF2B5EF4-FFF2-40B4-BE49-F238E27FC236}">
                    <a16:creationId xmlns:a16="http://schemas.microsoft.com/office/drawing/2014/main" id="{D0C2EF41-BF8E-3A29-F741-CA441A88276D}"/>
                  </a:ext>
                </a:extLst>
              </p:cNvPr>
              <p:cNvSpPr/>
              <p:nvPr/>
            </p:nvSpPr>
            <p:spPr>
              <a:xfrm>
                <a:off x="9964849" y="862161"/>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7" name="object 76">
                <a:extLst>
                  <a:ext uri="{FF2B5EF4-FFF2-40B4-BE49-F238E27FC236}">
                    <a16:creationId xmlns:a16="http://schemas.microsoft.com/office/drawing/2014/main" id="{D50454CD-DBD6-882E-7AA3-578B07414CF0}"/>
                  </a:ext>
                </a:extLst>
              </p:cNvPr>
              <p:cNvSpPr/>
              <p:nvPr/>
            </p:nvSpPr>
            <p:spPr>
              <a:xfrm>
                <a:off x="9849672" y="872162"/>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8" name="object 78">
                <a:extLst>
                  <a:ext uri="{FF2B5EF4-FFF2-40B4-BE49-F238E27FC236}">
                    <a16:creationId xmlns:a16="http://schemas.microsoft.com/office/drawing/2014/main" id="{82BF2C73-721E-1991-2A14-AD7898FF818E}"/>
                  </a:ext>
                </a:extLst>
              </p:cNvPr>
              <p:cNvSpPr/>
              <p:nvPr/>
            </p:nvSpPr>
            <p:spPr>
              <a:xfrm>
                <a:off x="9868211" y="872162"/>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29" name="object 79">
                <a:extLst>
                  <a:ext uri="{FF2B5EF4-FFF2-40B4-BE49-F238E27FC236}">
                    <a16:creationId xmlns:a16="http://schemas.microsoft.com/office/drawing/2014/main" id="{FB00548D-02EB-A8CF-C5C7-0F7EC2592A91}"/>
                  </a:ext>
                </a:extLst>
              </p:cNvPr>
              <p:cNvSpPr/>
              <p:nvPr/>
            </p:nvSpPr>
            <p:spPr>
              <a:xfrm>
                <a:off x="9886553" y="872162"/>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0" name="object 80">
                <a:extLst>
                  <a:ext uri="{FF2B5EF4-FFF2-40B4-BE49-F238E27FC236}">
                    <a16:creationId xmlns:a16="http://schemas.microsoft.com/office/drawing/2014/main" id="{75AA67A3-2635-78CC-4119-48741962D0CF}"/>
                  </a:ext>
                </a:extLst>
              </p:cNvPr>
              <p:cNvSpPr/>
              <p:nvPr/>
            </p:nvSpPr>
            <p:spPr>
              <a:xfrm>
                <a:off x="9904895" y="872162"/>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1" name="object 81">
                <a:extLst>
                  <a:ext uri="{FF2B5EF4-FFF2-40B4-BE49-F238E27FC236}">
                    <a16:creationId xmlns:a16="http://schemas.microsoft.com/office/drawing/2014/main" id="{5043450F-5F7D-31B2-5919-BBFEF08C7A8D}"/>
                  </a:ext>
                </a:extLst>
              </p:cNvPr>
              <p:cNvSpPr/>
              <p:nvPr/>
            </p:nvSpPr>
            <p:spPr>
              <a:xfrm>
                <a:off x="9941560" y="872162"/>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2" name="object 82">
                <a:extLst>
                  <a:ext uri="{FF2B5EF4-FFF2-40B4-BE49-F238E27FC236}">
                    <a16:creationId xmlns:a16="http://schemas.microsoft.com/office/drawing/2014/main" id="{1EE1F8D6-DFC9-7433-899D-74AA9AAA6D15}"/>
                  </a:ext>
                </a:extLst>
              </p:cNvPr>
              <p:cNvSpPr/>
              <p:nvPr/>
            </p:nvSpPr>
            <p:spPr>
              <a:xfrm>
                <a:off x="9923219" y="872162"/>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3" name="object 83">
                <a:extLst>
                  <a:ext uri="{FF2B5EF4-FFF2-40B4-BE49-F238E27FC236}">
                    <a16:creationId xmlns:a16="http://schemas.microsoft.com/office/drawing/2014/main" id="{215231BB-B399-B2A6-0E69-D30C4164ED53}"/>
                  </a:ext>
                </a:extLst>
              </p:cNvPr>
              <p:cNvSpPr/>
              <p:nvPr/>
            </p:nvSpPr>
            <p:spPr>
              <a:xfrm>
                <a:off x="9959881" y="872162"/>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4" name="object 84">
                <a:extLst>
                  <a:ext uri="{FF2B5EF4-FFF2-40B4-BE49-F238E27FC236}">
                    <a16:creationId xmlns:a16="http://schemas.microsoft.com/office/drawing/2014/main" id="{35E20EBF-0AC3-8C2D-E453-FB60D25D9002}"/>
                  </a:ext>
                </a:extLst>
              </p:cNvPr>
              <p:cNvSpPr/>
              <p:nvPr/>
            </p:nvSpPr>
            <p:spPr>
              <a:xfrm>
                <a:off x="9978224" y="872162"/>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5" name="object 85">
                <a:extLst>
                  <a:ext uri="{FF2B5EF4-FFF2-40B4-BE49-F238E27FC236}">
                    <a16:creationId xmlns:a16="http://schemas.microsoft.com/office/drawing/2014/main" id="{A08756B9-EAD5-AC04-9A8E-55FCD140CC96}"/>
                  </a:ext>
                </a:extLst>
              </p:cNvPr>
              <p:cNvSpPr/>
              <p:nvPr/>
            </p:nvSpPr>
            <p:spPr>
              <a:xfrm>
                <a:off x="9996567" y="872162"/>
                <a:ext cx="4961" cy="8930"/>
              </a:xfrm>
              <a:custGeom>
                <a:avLst/>
                <a:gdLst/>
                <a:ahLst/>
                <a:cxnLst/>
                <a:rect l="l" t="t" r="r" b="b"/>
                <a:pathLst>
                  <a:path w="3175" h="5714">
                    <a:moveTo>
                      <a:pt x="3039" y="0"/>
                    </a:moveTo>
                    <a:lnTo>
                      <a:pt x="2793" y="0"/>
                    </a:lnTo>
                    <a:lnTo>
                      <a:pt x="0" y="5664"/>
                    </a:lnTo>
                    <a:lnTo>
                      <a:pt x="3039" y="5664"/>
                    </a:lnTo>
                    <a:lnTo>
                      <a:pt x="303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6" name="object 86">
                <a:extLst>
                  <a:ext uri="{FF2B5EF4-FFF2-40B4-BE49-F238E27FC236}">
                    <a16:creationId xmlns:a16="http://schemas.microsoft.com/office/drawing/2014/main" id="{5FBB48FA-2D1D-55FD-D547-E986249EDB3F}"/>
                  </a:ext>
                </a:extLst>
              </p:cNvPr>
              <p:cNvSpPr/>
              <p:nvPr/>
            </p:nvSpPr>
            <p:spPr>
              <a:xfrm>
                <a:off x="9844670"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7" name="object 88">
                <a:extLst>
                  <a:ext uri="{FF2B5EF4-FFF2-40B4-BE49-F238E27FC236}">
                    <a16:creationId xmlns:a16="http://schemas.microsoft.com/office/drawing/2014/main" id="{8C93B57D-8D52-0DF4-34B2-3AD37DE44B33}"/>
                  </a:ext>
                </a:extLst>
              </p:cNvPr>
              <p:cNvSpPr/>
              <p:nvPr/>
            </p:nvSpPr>
            <p:spPr>
              <a:xfrm>
                <a:off x="9863230" y="882270"/>
                <a:ext cx="20836" cy="8930"/>
              </a:xfrm>
              <a:custGeom>
                <a:avLst/>
                <a:gdLst/>
                <a:ahLst/>
                <a:cxnLst/>
                <a:rect l="l" t="t" r="r" b="b"/>
                <a:pathLst>
                  <a:path w="13334" h="5714">
                    <a:moveTo>
                      <a:pt x="12852" y="0"/>
                    </a:moveTo>
                    <a:lnTo>
                      <a:pt x="2793" y="0"/>
                    </a:lnTo>
                    <a:lnTo>
                      <a:pt x="0" y="5664"/>
                    </a:lnTo>
                    <a:lnTo>
                      <a:pt x="10058" y="5664"/>
                    </a:lnTo>
                    <a:lnTo>
                      <a:pt x="1285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8" name="object 89">
                <a:extLst>
                  <a:ext uri="{FF2B5EF4-FFF2-40B4-BE49-F238E27FC236}">
                    <a16:creationId xmlns:a16="http://schemas.microsoft.com/office/drawing/2014/main" id="{9429C2B0-103F-5C32-4836-4D6A663BA310}"/>
                  </a:ext>
                </a:extLst>
              </p:cNvPr>
              <p:cNvSpPr/>
              <p:nvPr/>
            </p:nvSpPr>
            <p:spPr>
              <a:xfrm>
                <a:off x="9899894" y="882270"/>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39" name="object 90">
                <a:extLst>
                  <a:ext uri="{FF2B5EF4-FFF2-40B4-BE49-F238E27FC236}">
                    <a16:creationId xmlns:a16="http://schemas.microsoft.com/office/drawing/2014/main" id="{26F62897-5725-EF1B-8B7B-B819B5BB6D50}"/>
                  </a:ext>
                </a:extLst>
              </p:cNvPr>
              <p:cNvSpPr/>
              <p:nvPr/>
            </p:nvSpPr>
            <p:spPr>
              <a:xfrm>
                <a:off x="9881553" y="882270"/>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0" name="object 91">
                <a:extLst>
                  <a:ext uri="{FF2B5EF4-FFF2-40B4-BE49-F238E27FC236}">
                    <a16:creationId xmlns:a16="http://schemas.microsoft.com/office/drawing/2014/main" id="{B32C321C-9D95-6426-6D2B-8F2061C38A66}"/>
                  </a:ext>
                </a:extLst>
              </p:cNvPr>
              <p:cNvSpPr/>
              <p:nvPr/>
            </p:nvSpPr>
            <p:spPr>
              <a:xfrm>
                <a:off x="9954881"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1" name="object 92">
                <a:extLst>
                  <a:ext uri="{FF2B5EF4-FFF2-40B4-BE49-F238E27FC236}">
                    <a16:creationId xmlns:a16="http://schemas.microsoft.com/office/drawing/2014/main" id="{26C15AC2-6703-BA29-B253-79BA4B5DB332}"/>
                  </a:ext>
                </a:extLst>
              </p:cNvPr>
              <p:cNvSpPr/>
              <p:nvPr/>
            </p:nvSpPr>
            <p:spPr>
              <a:xfrm>
                <a:off x="9936539"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2" name="object 93">
                <a:extLst>
                  <a:ext uri="{FF2B5EF4-FFF2-40B4-BE49-F238E27FC236}">
                    <a16:creationId xmlns:a16="http://schemas.microsoft.com/office/drawing/2014/main" id="{E1ECE072-8525-0941-2046-0297E03C8E4F}"/>
                  </a:ext>
                </a:extLst>
              </p:cNvPr>
              <p:cNvSpPr/>
              <p:nvPr/>
            </p:nvSpPr>
            <p:spPr>
              <a:xfrm>
                <a:off x="9918217" y="882270"/>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3" name="object 94">
                <a:extLst>
                  <a:ext uri="{FF2B5EF4-FFF2-40B4-BE49-F238E27FC236}">
                    <a16:creationId xmlns:a16="http://schemas.microsoft.com/office/drawing/2014/main" id="{D2D93561-BCBD-D834-E35C-A7F9B68D6C4C}"/>
                  </a:ext>
                </a:extLst>
              </p:cNvPr>
              <p:cNvSpPr/>
              <p:nvPr/>
            </p:nvSpPr>
            <p:spPr>
              <a:xfrm>
                <a:off x="9991564" y="882270"/>
                <a:ext cx="9922" cy="8930"/>
              </a:xfrm>
              <a:custGeom>
                <a:avLst/>
                <a:gdLst/>
                <a:ahLst/>
                <a:cxnLst/>
                <a:rect l="l" t="t" r="r" b="b"/>
                <a:pathLst>
                  <a:path w="6350" h="5714">
                    <a:moveTo>
                      <a:pt x="6235" y="0"/>
                    </a:moveTo>
                    <a:lnTo>
                      <a:pt x="2806" y="0"/>
                    </a:lnTo>
                    <a:lnTo>
                      <a:pt x="0" y="5664"/>
                    </a:lnTo>
                    <a:lnTo>
                      <a:pt x="6235" y="5664"/>
                    </a:lnTo>
                    <a:lnTo>
                      <a:pt x="623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4" name="object 95">
                <a:extLst>
                  <a:ext uri="{FF2B5EF4-FFF2-40B4-BE49-F238E27FC236}">
                    <a16:creationId xmlns:a16="http://schemas.microsoft.com/office/drawing/2014/main" id="{86199346-186D-DDB6-C074-56D5C73B6732}"/>
                  </a:ext>
                </a:extLst>
              </p:cNvPr>
              <p:cNvSpPr/>
              <p:nvPr/>
            </p:nvSpPr>
            <p:spPr>
              <a:xfrm>
                <a:off x="9973224"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5" name="object 97">
                <a:extLst>
                  <a:ext uri="{FF2B5EF4-FFF2-40B4-BE49-F238E27FC236}">
                    <a16:creationId xmlns:a16="http://schemas.microsoft.com/office/drawing/2014/main" id="{2EC49FAC-517A-2942-96A6-AA168B1E1EDC}"/>
                  </a:ext>
                </a:extLst>
              </p:cNvPr>
              <p:cNvSpPr/>
              <p:nvPr/>
            </p:nvSpPr>
            <p:spPr>
              <a:xfrm>
                <a:off x="9839670"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6" name="object 98">
                <a:extLst>
                  <a:ext uri="{FF2B5EF4-FFF2-40B4-BE49-F238E27FC236}">
                    <a16:creationId xmlns:a16="http://schemas.microsoft.com/office/drawing/2014/main" id="{ECEB7C19-4246-5475-C0D9-F05D77EFC907}"/>
                  </a:ext>
                </a:extLst>
              </p:cNvPr>
              <p:cNvSpPr/>
              <p:nvPr/>
            </p:nvSpPr>
            <p:spPr>
              <a:xfrm>
                <a:off x="9894875" y="892397"/>
                <a:ext cx="20836" cy="8930"/>
              </a:xfrm>
              <a:custGeom>
                <a:avLst/>
                <a:gdLst/>
                <a:ahLst/>
                <a:cxnLst/>
                <a:rect l="l" t="t" r="r" b="b"/>
                <a:pathLst>
                  <a:path w="13334" h="5714">
                    <a:moveTo>
                      <a:pt x="12992" y="0"/>
                    </a:moveTo>
                    <a:lnTo>
                      <a:pt x="2793"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7" name="object 99">
                <a:extLst>
                  <a:ext uri="{FF2B5EF4-FFF2-40B4-BE49-F238E27FC236}">
                    <a16:creationId xmlns:a16="http://schemas.microsoft.com/office/drawing/2014/main" id="{5245B40A-3903-2B99-7C95-CB956DD2EBD5}"/>
                  </a:ext>
                </a:extLst>
              </p:cNvPr>
              <p:cNvSpPr/>
              <p:nvPr/>
            </p:nvSpPr>
            <p:spPr>
              <a:xfrm>
                <a:off x="9858211" y="892397"/>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8" name="object 100">
                <a:extLst>
                  <a:ext uri="{FF2B5EF4-FFF2-40B4-BE49-F238E27FC236}">
                    <a16:creationId xmlns:a16="http://schemas.microsoft.com/office/drawing/2014/main" id="{2CCC7A61-4795-05AB-9822-31A81F83732B}"/>
                  </a:ext>
                </a:extLst>
              </p:cNvPr>
              <p:cNvSpPr/>
              <p:nvPr/>
            </p:nvSpPr>
            <p:spPr>
              <a:xfrm>
                <a:off x="9876552" y="892397"/>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49" name="object 101">
                <a:extLst>
                  <a:ext uri="{FF2B5EF4-FFF2-40B4-BE49-F238E27FC236}">
                    <a16:creationId xmlns:a16="http://schemas.microsoft.com/office/drawing/2014/main" id="{06801CB1-38F5-1993-0DFC-DADC614F427A}"/>
                  </a:ext>
                </a:extLst>
              </p:cNvPr>
              <p:cNvSpPr/>
              <p:nvPr/>
            </p:nvSpPr>
            <p:spPr>
              <a:xfrm>
                <a:off x="9949881"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50" name="object 102">
                <a:extLst>
                  <a:ext uri="{FF2B5EF4-FFF2-40B4-BE49-F238E27FC236}">
                    <a16:creationId xmlns:a16="http://schemas.microsoft.com/office/drawing/2014/main" id="{FE3966CE-F8DA-955E-8179-E6999E4B244B}"/>
                  </a:ext>
                </a:extLst>
              </p:cNvPr>
              <p:cNvSpPr/>
              <p:nvPr/>
            </p:nvSpPr>
            <p:spPr>
              <a:xfrm>
                <a:off x="9931539"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51" name="object 103">
                <a:extLst>
                  <a:ext uri="{FF2B5EF4-FFF2-40B4-BE49-F238E27FC236}">
                    <a16:creationId xmlns:a16="http://schemas.microsoft.com/office/drawing/2014/main" id="{44CA40F8-F8F2-D869-2D49-32117275EE4F}"/>
                  </a:ext>
                </a:extLst>
              </p:cNvPr>
              <p:cNvSpPr/>
              <p:nvPr/>
            </p:nvSpPr>
            <p:spPr>
              <a:xfrm>
                <a:off x="9913197" y="892397"/>
                <a:ext cx="20836" cy="8930"/>
              </a:xfrm>
              <a:custGeom>
                <a:avLst/>
                <a:gdLst/>
                <a:ahLst/>
                <a:cxnLst/>
                <a:rect l="l" t="t" r="r" b="b"/>
                <a:pathLst>
                  <a:path w="13334" h="5714">
                    <a:moveTo>
                      <a:pt x="12992" y="0"/>
                    </a:moveTo>
                    <a:lnTo>
                      <a:pt x="2806" y="0"/>
                    </a:lnTo>
                    <a:lnTo>
                      <a:pt x="0" y="5664"/>
                    </a:lnTo>
                    <a:lnTo>
                      <a:pt x="10198"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52" name="object 104">
                <a:extLst>
                  <a:ext uri="{FF2B5EF4-FFF2-40B4-BE49-F238E27FC236}">
                    <a16:creationId xmlns:a16="http://schemas.microsoft.com/office/drawing/2014/main" id="{D78C8180-61FD-85AC-7D55-D06F8FFA64D1}"/>
                  </a:ext>
                </a:extLst>
              </p:cNvPr>
              <p:cNvSpPr/>
              <p:nvPr/>
            </p:nvSpPr>
            <p:spPr>
              <a:xfrm>
                <a:off x="9986566" y="892397"/>
                <a:ext cx="14883" cy="8930"/>
              </a:xfrm>
              <a:custGeom>
                <a:avLst/>
                <a:gdLst/>
                <a:ahLst/>
                <a:cxnLst/>
                <a:rect l="l" t="t" r="r" b="b"/>
                <a:pathLst>
                  <a:path w="9525" h="5714">
                    <a:moveTo>
                      <a:pt x="9436" y="0"/>
                    </a:moveTo>
                    <a:lnTo>
                      <a:pt x="2793" y="0"/>
                    </a:lnTo>
                    <a:lnTo>
                      <a:pt x="0" y="5664"/>
                    </a:lnTo>
                    <a:lnTo>
                      <a:pt x="9436" y="5664"/>
                    </a:lnTo>
                    <a:lnTo>
                      <a:pt x="9436"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53" name="object 105">
                <a:extLst>
                  <a:ext uri="{FF2B5EF4-FFF2-40B4-BE49-F238E27FC236}">
                    <a16:creationId xmlns:a16="http://schemas.microsoft.com/office/drawing/2014/main" id="{0F2627F1-D522-5529-929A-561A128AE3FE}"/>
                  </a:ext>
                </a:extLst>
              </p:cNvPr>
              <p:cNvSpPr/>
              <p:nvPr/>
            </p:nvSpPr>
            <p:spPr>
              <a:xfrm>
                <a:off x="9968222"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grpSp>
        <p:grpSp>
          <p:nvGrpSpPr>
            <p:cNvPr id="52" name="Group 51">
              <a:extLst>
                <a:ext uri="{FF2B5EF4-FFF2-40B4-BE49-F238E27FC236}">
                  <a16:creationId xmlns:a16="http://schemas.microsoft.com/office/drawing/2014/main" id="{57644410-27BD-CEE0-6624-CD8F1A8C83A4}"/>
                </a:ext>
              </a:extLst>
            </p:cNvPr>
            <p:cNvGrpSpPr>
              <a:grpSpLocks noChangeAspect="1"/>
            </p:cNvGrpSpPr>
            <p:nvPr/>
          </p:nvGrpSpPr>
          <p:grpSpPr>
            <a:xfrm flipH="1">
              <a:off x="5687883" y="3317622"/>
              <a:ext cx="180751" cy="42121"/>
              <a:chOff x="9616665" y="835833"/>
              <a:chExt cx="169358" cy="49293"/>
            </a:xfrm>
            <a:solidFill>
              <a:sysClr val="window" lastClr="FFFFFF"/>
            </a:solidFill>
          </p:grpSpPr>
          <p:sp>
            <p:nvSpPr>
              <p:cNvPr id="71" name="object 58">
                <a:extLst>
                  <a:ext uri="{FF2B5EF4-FFF2-40B4-BE49-F238E27FC236}">
                    <a16:creationId xmlns:a16="http://schemas.microsoft.com/office/drawing/2014/main" id="{5E745B5A-90FF-7555-66C5-F2BCE05B0194}"/>
                  </a:ext>
                </a:extLst>
              </p:cNvPr>
              <p:cNvSpPr/>
              <p:nvPr/>
            </p:nvSpPr>
            <p:spPr>
              <a:xfrm>
                <a:off x="9654956"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2" name="object 59">
                <a:extLst>
                  <a:ext uri="{FF2B5EF4-FFF2-40B4-BE49-F238E27FC236}">
                    <a16:creationId xmlns:a16="http://schemas.microsoft.com/office/drawing/2014/main" id="{0BF1EFC3-311D-C4B4-1894-86BBDE44D23B}"/>
                  </a:ext>
                </a:extLst>
              </p:cNvPr>
              <p:cNvSpPr/>
              <p:nvPr/>
            </p:nvSpPr>
            <p:spPr>
              <a:xfrm>
                <a:off x="9636615"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3" name="object 60">
                <a:extLst>
                  <a:ext uri="{FF2B5EF4-FFF2-40B4-BE49-F238E27FC236}">
                    <a16:creationId xmlns:a16="http://schemas.microsoft.com/office/drawing/2014/main" id="{82A06E84-D9EE-64AC-3DF1-CD9F3BFEA992}"/>
                  </a:ext>
                </a:extLst>
              </p:cNvPr>
              <p:cNvSpPr/>
              <p:nvPr/>
            </p:nvSpPr>
            <p:spPr>
              <a:xfrm>
                <a:off x="9691818"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4" name="object 61">
                <a:extLst>
                  <a:ext uri="{FF2B5EF4-FFF2-40B4-BE49-F238E27FC236}">
                    <a16:creationId xmlns:a16="http://schemas.microsoft.com/office/drawing/2014/main" id="{4CB69370-BAF1-2660-F5BA-AA2011A23E16}"/>
                  </a:ext>
                </a:extLst>
              </p:cNvPr>
              <p:cNvSpPr/>
              <p:nvPr/>
            </p:nvSpPr>
            <p:spPr>
              <a:xfrm>
                <a:off x="9673495" y="835833"/>
                <a:ext cx="20836" cy="8930"/>
              </a:xfrm>
              <a:custGeom>
                <a:avLst/>
                <a:gdLst/>
                <a:ahLst/>
                <a:cxnLst/>
                <a:rect l="l" t="t" r="r" b="b"/>
                <a:pathLst>
                  <a:path w="13334" h="5714">
                    <a:moveTo>
                      <a:pt x="12865" y="0"/>
                    </a:moveTo>
                    <a:lnTo>
                      <a:pt x="2806" y="0"/>
                    </a:lnTo>
                    <a:lnTo>
                      <a:pt x="0" y="5664"/>
                    </a:lnTo>
                    <a:lnTo>
                      <a:pt x="10058" y="5664"/>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5" name="object 63">
                <a:extLst>
                  <a:ext uri="{FF2B5EF4-FFF2-40B4-BE49-F238E27FC236}">
                    <a16:creationId xmlns:a16="http://schemas.microsoft.com/office/drawing/2014/main" id="{43F32418-742E-1B10-AAE2-2ED3F3567E52}"/>
                  </a:ext>
                </a:extLst>
              </p:cNvPr>
              <p:cNvSpPr/>
              <p:nvPr/>
            </p:nvSpPr>
            <p:spPr>
              <a:xfrm>
                <a:off x="9765187" y="835833"/>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6" name="object 64">
                <a:extLst>
                  <a:ext uri="{FF2B5EF4-FFF2-40B4-BE49-F238E27FC236}">
                    <a16:creationId xmlns:a16="http://schemas.microsoft.com/office/drawing/2014/main" id="{6025952E-1A92-25C2-78F9-CB9E3F42697B}"/>
                  </a:ext>
                </a:extLst>
              </p:cNvPr>
              <p:cNvSpPr/>
              <p:nvPr/>
            </p:nvSpPr>
            <p:spPr>
              <a:xfrm>
                <a:off x="9746845" y="835833"/>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7" name="object 65">
                <a:extLst>
                  <a:ext uri="{FF2B5EF4-FFF2-40B4-BE49-F238E27FC236}">
                    <a16:creationId xmlns:a16="http://schemas.microsoft.com/office/drawing/2014/main" id="{924AA269-7C2E-4F53-6EB0-E8FE0CD209F8}"/>
                  </a:ext>
                </a:extLst>
              </p:cNvPr>
              <p:cNvSpPr/>
              <p:nvPr/>
            </p:nvSpPr>
            <p:spPr>
              <a:xfrm>
                <a:off x="9728522" y="835833"/>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8" name="object 66">
                <a:extLst>
                  <a:ext uri="{FF2B5EF4-FFF2-40B4-BE49-F238E27FC236}">
                    <a16:creationId xmlns:a16="http://schemas.microsoft.com/office/drawing/2014/main" id="{2AA37B52-8D96-FF50-A41E-6DA98DF17FEB}"/>
                  </a:ext>
                </a:extLst>
              </p:cNvPr>
              <p:cNvSpPr/>
              <p:nvPr/>
            </p:nvSpPr>
            <p:spPr>
              <a:xfrm>
                <a:off x="9710161"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79" name="object 67">
                <a:extLst>
                  <a:ext uri="{FF2B5EF4-FFF2-40B4-BE49-F238E27FC236}">
                    <a16:creationId xmlns:a16="http://schemas.microsoft.com/office/drawing/2014/main" id="{2B2A21AF-5D2D-2348-4221-38E2BAAB1D49}"/>
                  </a:ext>
                </a:extLst>
              </p:cNvPr>
              <p:cNvSpPr/>
              <p:nvPr/>
            </p:nvSpPr>
            <p:spPr>
              <a:xfrm>
                <a:off x="9631614" y="845960"/>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0" name="object 68">
                <a:extLst>
                  <a:ext uri="{FF2B5EF4-FFF2-40B4-BE49-F238E27FC236}">
                    <a16:creationId xmlns:a16="http://schemas.microsoft.com/office/drawing/2014/main" id="{2C500006-633E-5DEE-03E9-CEF2BAC39ED1}"/>
                  </a:ext>
                </a:extLst>
              </p:cNvPr>
              <p:cNvSpPr/>
              <p:nvPr/>
            </p:nvSpPr>
            <p:spPr>
              <a:xfrm>
                <a:off x="9723520" y="845960"/>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1" name="object 69">
                <a:extLst>
                  <a:ext uri="{FF2B5EF4-FFF2-40B4-BE49-F238E27FC236}">
                    <a16:creationId xmlns:a16="http://schemas.microsoft.com/office/drawing/2014/main" id="{6D8A616E-8350-9410-3F80-E32AFA269C05}"/>
                  </a:ext>
                </a:extLst>
              </p:cNvPr>
              <p:cNvSpPr/>
              <p:nvPr/>
            </p:nvSpPr>
            <p:spPr>
              <a:xfrm>
                <a:off x="9705179" y="845960"/>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2" name="object 70">
                <a:extLst>
                  <a:ext uri="{FF2B5EF4-FFF2-40B4-BE49-F238E27FC236}">
                    <a16:creationId xmlns:a16="http://schemas.microsoft.com/office/drawing/2014/main" id="{3A1C64B6-8E7C-C659-AE75-8CEB11CB8835}"/>
                  </a:ext>
                </a:extLst>
              </p:cNvPr>
              <p:cNvSpPr/>
              <p:nvPr/>
            </p:nvSpPr>
            <p:spPr>
              <a:xfrm>
                <a:off x="9686818" y="845960"/>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3" name="object 71">
                <a:extLst>
                  <a:ext uri="{FF2B5EF4-FFF2-40B4-BE49-F238E27FC236}">
                    <a16:creationId xmlns:a16="http://schemas.microsoft.com/office/drawing/2014/main" id="{9199D56C-3363-D62F-D3C4-F4C64D70737C}"/>
                  </a:ext>
                </a:extLst>
              </p:cNvPr>
              <p:cNvSpPr/>
              <p:nvPr/>
            </p:nvSpPr>
            <p:spPr>
              <a:xfrm>
                <a:off x="9668493" y="845960"/>
                <a:ext cx="20836" cy="8930"/>
              </a:xfrm>
              <a:custGeom>
                <a:avLst/>
                <a:gdLst/>
                <a:ahLst/>
                <a:cxnLst/>
                <a:rect l="l" t="t" r="r" b="b"/>
                <a:pathLst>
                  <a:path w="13334" h="5714">
                    <a:moveTo>
                      <a:pt x="12865" y="0"/>
                    </a:moveTo>
                    <a:lnTo>
                      <a:pt x="2806" y="0"/>
                    </a:lnTo>
                    <a:lnTo>
                      <a:pt x="0" y="5651"/>
                    </a:lnTo>
                    <a:lnTo>
                      <a:pt x="10058" y="5651"/>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4" name="object 72">
                <a:extLst>
                  <a:ext uri="{FF2B5EF4-FFF2-40B4-BE49-F238E27FC236}">
                    <a16:creationId xmlns:a16="http://schemas.microsoft.com/office/drawing/2014/main" id="{B18ED071-C83E-95A8-3BD8-32F32BCD31BE}"/>
                  </a:ext>
                </a:extLst>
              </p:cNvPr>
              <p:cNvSpPr/>
              <p:nvPr/>
            </p:nvSpPr>
            <p:spPr>
              <a:xfrm>
                <a:off x="9649956" y="845960"/>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5" name="object 73">
                <a:extLst>
                  <a:ext uri="{FF2B5EF4-FFF2-40B4-BE49-F238E27FC236}">
                    <a16:creationId xmlns:a16="http://schemas.microsoft.com/office/drawing/2014/main" id="{2E5E0C03-6EA9-223A-6243-92FA55E04CA2}"/>
                  </a:ext>
                </a:extLst>
              </p:cNvPr>
              <p:cNvSpPr/>
              <p:nvPr/>
            </p:nvSpPr>
            <p:spPr>
              <a:xfrm>
                <a:off x="9741845" y="845960"/>
                <a:ext cx="20836" cy="8930"/>
              </a:xfrm>
              <a:custGeom>
                <a:avLst/>
                <a:gdLst/>
                <a:ahLst/>
                <a:cxnLst/>
                <a:rect l="l" t="t" r="r" b="b"/>
                <a:pathLst>
                  <a:path w="13334" h="5714">
                    <a:moveTo>
                      <a:pt x="12979" y="0"/>
                    </a:moveTo>
                    <a:lnTo>
                      <a:pt x="2793" y="0"/>
                    </a:lnTo>
                    <a:lnTo>
                      <a:pt x="0" y="5651"/>
                    </a:lnTo>
                    <a:lnTo>
                      <a:pt x="10185"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6" name="object 75">
                <a:extLst>
                  <a:ext uri="{FF2B5EF4-FFF2-40B4-BE49-F238E27FC236}">
                    <a16:creationId xmlns:a16="http://schemas.microsoft.com/office/drawing/2014/main" id="{13D69F73-1335-3FB8-4369-C1FEEED4C4A6}"/>
                  </a:ext>
                </a:extLst>
              </p:cNvPr>
              <p:cNvSpPr/>
              <p:nvPr/>
            </p:nvSpPr>
            <p:spPr>
              <a:xfrm>
                <a:off x="9760186" y="845960"/>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7" name="object 76">
                <a:extLst>
                  <a:ext uri="{FF2B5EF4-FFF2-40B4-BE49-F238E27FC236}">
                    <a16:creationId xmlns:a16="http://schemas.microsoft.com/office/drawing/2014/main" id="{345CF3FF-6A2F-8EE1-32C9-D7B7A87854B0}"/>
                  </a:ext>
                </a:extLst>
              </p:cNvPr>
              <p:cNvSpPr/>
              <p:nvPr/>
            </p:nvSpPr>
            <p:spPr>
              <a:xfrm>
                <a:off x="9645009" y="855961"/>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8" name="object 77">
                <a:extLst>
                  <a:ext uri="{FF2B5EF4-FFF2-40B4-BE49-F238E27FC236}">
                    <a16:creationId xmlns:a16="http://schemas.microsoft.com/office/drawing/2014/main" id="{756A3CC8-1855-482E-E08C-2393EB489295}"/>
                  </a:ext>
                </a:extLst>
              </p:cNvPr>
              <p:cNvSpPr/>
              <p:nvPr/>
            </p:nvSpPr>
            <p:spPr>
              <a:xfrm>
                <a:off x="9626667" y="855961"/>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89" name="object 78">
                <a:extLst>
                  <a:ext uri="{FF2B5EF4-FFF2-40B4-BE49-F238E27FC236}">
                    <a16:creationId xmlns:a16="http://schemas.microsoft.com/office/drawing/2014/main" id="{8907B8C4-7E5D-B2C5-10E9-D846CFEA20D3}"/>
                  </a:ext>
                </a:extLst>
              </p:cNvPr>
              <p:cNvSpPr/>
              <p:nvPr/>
            </p:nvSpPr>
            <p:spPr>
              <a:xfrm>
                <a:off x="9663548" y="855961"/>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0" name="object 79">
                <a:extLst>
                  <a:ext uri="{FF2B5EF4-FFF2-40B4-BE49-F238E27FC236}">
                    <a16:creationId xmlns:a16="http://schemas.microsoft.com/office/drawing/2014/main" id="{0DB9EF23-B109-946D-10D8-A26628318DF3}"/>
                  </a:ext>
                </a:extLst>
              </p:cNvPr>
              <p:cNvSpPr/>
              <p:nvPr/>
            </p:nvSpPr>
            <p:spPr>
              <a:xfrm>
                <a:off x="9681890" y="855961"/>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1" name="object 80">
                <a:extLst>
                  <a:ext uri="{FF2B5EF4-FFF2-40B4-BE49-F238E27FC236}">
                    <a16:creationId xmlns:a16="http://schemas.microsoft.com/office/drawing/2014/main" id="{566EB11D-8CBC-E54A-2D46-02C35BED3620}"/>
                  </a:ext>
                </a:extLst>
              </p:cNvPr>
              <p:cNvSpPr/>
              <p:nvPr/>
            </p:nvSpPr>
            <p:spPr>
              <a:xfrm>
                <a:off x="9700232" y="855961"/>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2" name="object 81">
                <a:extLst>
                  <a:ext uri="{FF2B5EF4-FFF2-40B4-BE49-F238E27FC236}">
                    <a16:creationId xmlns:a16="http://schemas.microsoft.com/office/drawing/2014/main" id="{310914B4-FBEC-8921-7103-E9167C8D28FD}"/>
                  </a:ext>
                </a:extLst>
              </p:cNvPr>
              <p:cNvSpPr/>
              <p:nvPr/>
            </p:nvSpPr>
            <p:spPr>
              <a:xfrm>
                <a:off x="9736897" y="855961"/>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3" name="object 82">
                <a:extLst>
                  <a:ext uri="{FF2B5EF4-FFF2-40B4-BE49-F238E27FC236}">
                    <a16:creationId xmlns:a16="http://schemas.microsoft.com/office/drawing/2014/main" id="{85F47909-11FF-3FCA-AAB1-3C330F3F7BBE}"/>
                  </a:ext>
                </a:extLst>
              </p:cNvPr>
              <p:cNvSpPr/>
              <p:nvPr/>
            </p:nvSpPr>
            <p:spPr>
              <a:xfrm>
                <a:off x="9718556" y="855961"/>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4" name="object 83">
                <a:extLst>
                  <a:ext uri="{FF2B5EF4-FFF2-40B4-BE49-F238E27FC236}">
                    <a16:creationId xmlns:a16="http://schemas.microsoft.com/office/drawing/2014/main" id="{E0F960D8-F3D3-DCA0-4291-BD6FE46EF4C6}"/>
                  </a:ext>
                </a:extLst>
              </p:cNvPr>
              <p:cNvSpPr/>
              <p:nvPr/>
            </p:nvSpPr>
            <p:spPr>
              <a:xfrm>
                <a:off x="9755218" y="855961"/>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5" name="object 86">
                <a:extLst>
                  <a:ext uri="{FF2B5EF4-FFF2-40B4-BE49-F238E27FC236}">
                    <a16:creationId xmlns:a16="http://schemas.microsoft.com/office/drawing/2014/main" id="{3166E68F-82DE-426B-DA44-89F328DCD7ED}"/>
                  </a:ext>
                </a:extLst>
              </p:cNvPr>
              <p:cNvSpPr/>
              <p:nvPr/>
            </p:nvSpPr>
            <p:spPr>
              <a:xfrm>
                <a:off x="9640007"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6" name="object 87">
                <a:extLst>
                  <a:ext uri="{FF2B5EF4-FFF2-40B4-BE49-F238E27FC236}">
                    <a16:creationId xmlns:a16="http://schemas.microsoft.com/office/drawing/2014/main" id="{20FD008B-7A10-6E4B-7492-1CCC68E0244B}"/>
                  </a:ext>
                </a:extLst>
              </p:cNvPr>
              <p:cNvSpPr/>
              <p:nvPr/>
            </p:nvSpPr>
            <p:spPr>
              <a:xfrm>
                <a:off x="9621667"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7" name="object 88">
                <a:extLst>
                  <a:ext uri="{FF2B5EF4-FFF2-40B4-BE49-F238E27FC236}">
                    <a16:creationId xmlns:a16="http://schemas.microsoft.com/office/drawing/2014/main" id="{2370D21B-68B9-88EB-25A1-12063E8C42C7}"/>
                  </a:ext>
                </a:extLst>
              </p:cNvPr>
              <p:cNvSpPr/>
              <p:nvPr/>
            </p:nvSpPr>
            <p:spPr>
              <a:xfrm>
                <a:off x="9658567" y="866069"/>
                <a:ext cx="20836" cy="8930"/>
              </a:xfrm>
              <a:custGeom>
                <a:avLst/>
                <a:gdLst/>
                <a:ahLst/>
                <a:cxnLst/>
                <a:rect l="l" t="t" r="r" b="b"/>
                <a:pathLst>
                  <a:path w="13334" h="5714">
                    <a:moveTo>
                      <a:pt x="12852" y="0"/>
                    </a:moveTo>
                    <a:lnTo>
                      <a:pt x="2793" y="0"/>
                    </a:lnTo>
                    <a:lnTo>
                      <a:pt x="0" y="5664"/>
                    </a:lnTo>
                    <a:lnTo>
                      <a:pt x="10058" y="5664"/>
                    </a:lnTo>
                    <a:lnTo>
                      <a:pt x="1285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8" name="object 89">
                <a:extLst>
                  <a:ext uri="{FF2B5EF4-FFF2-40B4-BE49-F238E27FC236}">
                    <a16:creationId xmlns:a16="http://schemas.microsoft.com/office/drawing/2014/main" id="{75C0B824-AAC1-C414-546E-F8AD9AF57837}"/>
                  </a:ext>
                </a:extLst>
              </p:cNvPr>
              <p:cNvSpPr/>
              <p:nvPr/>
            </p:nvSpPr>
            <p:spPr>
              <a:xfrm>
                <a:off x="9695231" y="866069"/>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99" name="object 90">
                <a:extLst>
                  <a:ext uri="{FF2B5EF4-FFF2-40B4-BE49-F238E27FC236}">
                    <a16:creationId xmlns:a16="http://schemas.microsoft.com/office/drawing/2014/main" id="{8ADFEF0C-1A95-7D5A-34E3-6B9762C4EDF2}"/>
                  </a:ext>
                </a:extLst>
              </p:cNvPr>
              <p:cNvSpPr/>
              <p:nvPr/>
            </p:nvSpPr>
            <p:spPr>
              <a:xfrm>
                <a:off x="9676890" y="866069"/>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0" name="object 91">
                <a:extLst>
                  <a:ext uri="{FF2B5EF4-FFF2-40B4-BE49-F238E27FC236}">
                    <a16:creationId xmlns:a16="http://schemas.microsoft.com/office/drawing/2014/main" id="{6F5AD581-155C-D4CC-5172-4423D5A63E26}"/>
                  </a:ext>
                </a:extLst>
              </p:cNvPr>
              <p:cNvSpPr/>
              <p:nvPr/>
            </p:nvSpPr>
            <p:spPr>
              <a:xfrm>
                <a:off x="9750218"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1" name="object 92">
                <a:extLst>
                  <a:ext uri="{FF2B5EF4-FFF2-40B4-BE49-F238E27FC236}">
                    <a16:creationId xmlns:a16="http://schemas.microsoft.com/office/drawing/2014/main" id="{90179923-0D3E-9157-2F62-03216E59F3D3}"/>
                  </a:ext>
                </a:extLst>
              </p:cNvPr>
              <p:cNvSpPr/>
              <p:nvPr/>
            </p:nvSpPr>
            <p:spPr>
              <a:xfrm>
                <a:off x="9731876"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2" name="object 93">
                <a:extLst>
                  <a:ext uri="{FF2B5EF4-FFF2-40B4-BE49-F238E27FC236}">
                    <a16:creationId xmlns:a16="http://schemas.microsoft.com/office/drawing/2014/main" id="{932CAAE8-C30D-2565-CEAC-F04E987E0CF4}"/>
                  </a:ext>
                </a:extLst>
              </p:cNvPr>
              <p:cNvSpPr/>
              <p:nvPr/>
            </p:nvSpPr>
            <p:spPr>
              <a:xfrm>
                <a:off x="9713554" y="866069"/>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3" name="object 96">
                <a:extLst>
                  <a:ext uri="{FF2B5EF4-FFF2-40B4-BE49-F238E27FC236}">
                    <a16:creationId xmlns:a16="http://schemas.microsoft.com/office/drawing/2014/main" id="{A3F1CC88-377E-69C7-A058-FE35B65D9BA9}"/>
                  </a:ext>
                </a:extLst>
              </p:cNvPr>
              <p:cNvSpPr/>
              <p:nvPr/>
            </p:nvSpPr>
            <p:spPr>
              <a:xfrm>
                <a:off x="9616665"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4" name="object 97">
                <a:extLst>
                  <a:ext uri="{FF2B5EF4-FFF2-40B4-BE49-F238E27FC236}">
                    <a16:creationId xmlns:a16="http://schemas.microsoft.com/office/drawing/2014/main" id="{3FD5CC84-91C3-C1CC-BB95-313FF55B8F28}"/>
                  </a:ext>
                </a:extLst>
              </p:cNvPr>
              <p:cNvSpPr/>
              <p:nvPr/>
            </p:nvSpPr>
            <p:spPr>
              <a:xfrm>
                <a:off x="9635007"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5" name="object 98">
                <a:extLst>
                  <a:ext uri="{FF2B5EF4-FFF2-40B4-BE49-F238E27FC236}">
                    <a16:creationId xmlns:a16="http://schemas.microsoft.com/office/drawing/2014/main" id="{52F5C7C1-2EB3-3D24-67BC-87F7388077E8}"/>
                  </a:ext>
                </a:extLst>
              </p:cNvPr>
              <p:cNvSpPr/>
              <p:nvPr/>
            </p:nvSpPr>
            <p:spPr>
              <a:xfrm>
                <a:off x="9690212" y="876196"/>
                <a:ext cx="20836" cy="8930"/>
              </a:xfrm>
              <a:custGeom>
                <a:avLst/>
                <a:gdLst/>
                <a:ahLst/>
                <a:cxnLst/>
                <a:rect l="l" t="t" r="r" b="b"/>
                <a:pathLst>
                  <a:path w="13334" h="5714">
                    <a:moveTo>
                      <a:pt x="12992" y="0"/>
                    </a:moveTo>
                    <a:lnTo>
                      <a:pt x="2793"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6" name="object 99">
                <a:extLst>
                  <a:ext uri="{FF2B5EF4-FFF2-40B4-BE49-F238E27FC236}">
                    <a16:creationId xmlns:a16="http://schemas.microsoft.com/office/drawing/2014/main" id="{9AEC2A6B-AA4B-00F5-6E2B-AE6EAD036A0F}"/>
                  </a:ext>
                </a:extLst>
              </p:cNvPr>
              <p:cNvSpPr/>
              <p:nvPr/>
            </p:nvSpPr>
            <p:spPr>
              <a:xfrm>
                <a:off x="9653548" y="876196"/>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7" name="object 100">
                <a:extLst>
                  <a:ext uri="{FF2B5EF4-FFF2-40B4-BE49-F238E27FC236}">
                    <a16:creationId xmlns:a16="http://schemas.microsoft.com/office/drawing/2014/main" id="{D701C962-0B18-4B20-1CBD-ECFB32AEAD91}"/>
                  </a:ext>
                </a:extLst>
              </p:cNvPr>
              <p:cNvSpPr/>
              <p:nvPr/>
            </p:nvSpPr>
            <p:spPr>
              <a:xfrm>
                <a:off x="9671889" y="876196"/>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8" name="object 101">
                <a:extLst>
                  <a:ext uri="{FF2B5EF4-FFF2-40B4-BE49-F238E27FC236}">
                    <a16:creationId xmlns:a16="http://schemas.microsoft.com/office/drawing/2014/main" id="{C01BC820-B199-4429-57D7-6A8937965676}"/>
                  </a:ext>
                </a:extLst>
              </p:cNvPr>
              <p:cNvSpPr/>
              <p:nvPr/>
            </p:nvSpPr>
            <p:spPr>
              <a:xfrm>
                <a:off x="9745218"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09" name="object 102">
                <a:extLst>
                  <a:ext uri="{FF2B5EF4-FFF2-40B4-BE49-F238E27FC236}">
                    <a16:creationId xmlns:a16="http://schemas.microsoft.com/office/drawing/2014/main" id="{D4F02C39-C26B-D660-8D05-09DC001305DD}"/>
                  </a:ext>
                </a:extLst>
              </p:cNvPr>
              <p:cNvSpPr/>
              <p:nvPr/>
            </p:nvSpPr>
            <p:spPr>
              <a:xfrm>
                <a:off x="9726876"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sp>
            <p:nvSpPr>
              <p:cNvPr id="110" name="object 103">
                <a:extLst>
                  <a:ext uri="{FF2B5EF4-FFF2-40B4-BE49-F238E27FC236}">
                    <a16:creationId xmlns:a16="http://schemas.microsoft.com/office/drawing/2014/main" id="{CB429F84-ED4A-F6A6-38F2-5302D998E12B}"/>
                  </a:ext>
                </a:extLst>
              </p:cNvPr>
              <p:cNvSpPr/>
              <p:nvPr/>
            </p:nvSpPr>
            <p:spPr>
              <a:xfrm>
                <a:off x="9708534" y="876196"/>
                <a:ext cx="20836" cy="8930"/>
              </a:xfrm>
              <a:custGeom>
                <a:avLst/>
                <a:gdLst/>
                <a:ahLst/>
                <a:cxnLst/>
                <a:rect l="l" t="t" r="r" b="b"/>
                <a:pathLst>
                  <a:path w="13334" h="5714">
                    <a:moveTo>
                      <a:pt x="12992" y="0"/>
                    </a:moveTo>
                    <a:lnTo>
                      <a:pt x="2806" y="0"/>
                    </a:lnTo>
                    <a:lnTo>
                      <a:pt x="0" y="5664"/>
                    </a:lnTo>
                    <a:lnTo>
                      <a:pt x="10198" y="5664"/>
                    </a:lnTo>
                    <a:lnTo>
                      <a:pt x="12992" y="0"/>
                    </a:lnTo>
                    <a:close/>
                  </a:path>
                </a:pathLst>
              </a:custGeom>
              <a:grpFill/>
              <a:ln>
                <a:solidFill>
                  <a:srgbClr val="92D400"/>
                </a:solidFill>
              </a:ln>
            </p:spPr>
            <p:txBody>
              <a:bodyPr wrap="square" lIns="0" tIns="0" rIns="0" bIns="0" rtlCol="0"/>
              <a:lstStyle/>
              <a:p>
                <a:pPr defTabSz="806869">
                  <a:defRPr/>
                </a:pPr>
                <a:endParaRPr sz="1587" kern="0">
                  <a:solidFill>
                    <a:prstClr val="white"/>
                  </a:solidFill>
                </a:endParaRPr>
              </a:p>
            </p:txBody>
          </p:sp>
        </p:grpSp>
        <p:grpSp>
          <p:nvGrpSpPr>
            <p:cNvPr id="53" name="Group 52">
              <a:extLst>
                <a:ext uri="{FF2B5EF4-FFF2-40B4-BE49-F238E27FC236}">
                  <a16:creationId xmlns:a16="http://schemas.microsoft.com/office/drawing/2014/main" id="{B3C0FF8D-E5A0-8920-93E6-E8A2A5522A06}"/>
                </a:ext>
              </a:extLst>
            </p:cNvPr>
            <p:cNvGrpSpPr/>
            <p:nvPr/>
          </p:nvGrpSpPr>
          <p:grpSpPr>
            <a:xfrm flipH="1">
              <a:off x="5570800" y="3382711"/>
              <a:ext cx="271006" cy="88053"/>
              <a:chOff x="10349010" y="1574415"/>
              <a:chExt cx="507849" cy="206099"/>
            </a:xfrm>
            <a:solidFill>
              <a:sysClr val="window" lastClr="FFFFFF"/>
            </a:solidFill>
          </p:grpSpPr>
          <p:sp>
            <p:nvSpPr>
              <p:cNvPr id="56" name="Rectangle 55">
                <a:extLst>
                  <a:ext uri="{FF2B5EF4-FFF2-40B4-BE49-F238E27FC236}">
                    <a16:creationId xmlns:a16="http://schemas.microsoft.com/office/drawing/2014/main" id="{20FFF3C1-F3A5-4F7A-2586-A2CBCD400D6E}"/>
                  </a:ext>
                </a:extLst>
              </p:cNvPr>
              <p:cNvSpPr>
                <a:spLocks noChangeAspect="1"/>
              </p:cNvSpPr>
              <p:nvPr/>
            </p:nvSpPr>
            <p:spPr>
              <a:xfrm>
                <a:off x="10811139" y="157441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57" name="Rectangle 56">
                <a:extLst>
                  <a:ext uri="{FF2B5EF4-FFF2-40B4-BE49-F238E27FC236}">
                    <a16:creationId xmlns:a16="http://schemas.microsoft.com/office/drawing/2014/main" id="{35E6E0E3-726B-D47F-79C9-5E284B3EB495}"/>
                  </a:ext>
                </a:extLst>
              </p:cNvPr>
              <p:cNvSpPr>
                <a:spLocks noChangeAspect="1"/>
              </p:cNvSpPr>
              <p:nvPr/>
            </p:nvSpPr>
            <p:spPr>
              <a:xfrm>
                <a:off x="10695606" y="157441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58" name="Rectangle 57">
                <a:extLst>
                  <a:ext uri="{FF2B5EF4-FFF2-40B4-BE49-F238E27FC236}">
                    <a16:creationId xmlns:a16="http://schemas.microsoft.com/office/drawing/2014/main" id="{9CB950AC-6191-98BE-E403-938A361C444B}"/>
                  </a:ext>
                </a:extLst>
              </p:cNvPr>
              <p:cNvSpPr>
                <a:spLocks noChangeAspect="1"/>
              </p:cNvSpPr>
              <p:nvPr/>
            </p:nvSpPr>
            <p:spPr>
              <a:xfrm>
                <a:off x="10464542" y="157441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59" name="Rectangle 58">
                <a:extLst>
                  <a:ext uri="{FF2B5EF4-FFF2-40B4-BE49-F238E27FC236}">
                    <a16:creationId xmlns:a16="http://schemas.microsoft.com/office/drawing/2014/main" id="{ABD69E08-4061-29EF-0B35-E42B6EE1C6B2}"/>
                  </a:ext>
                </a:extLst>
              </p:cNvPr>
              <p:cNvSpPr>
                <a:spLocks noChangeAspect="1"/>
              </p:cNvSpPr>
              <p:nvPr/>
            </p:nvSpPr>
            <p:spPr>
              <a:xfrm>
                <a:off x="10349010" y="157441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0" name="Rectangle 59">
                <a:extLst>
                  <a:ext uri="{FF2B5EF4-FFF2-40B4-BE49-F238E27FC236}">
                    <a16:creationId xmlns:a16="http://schemas.microsoft.com/office/drawing/2014/main" id="{1BF29B70-4202-5114-A030-CF88952DBB45}"/>
                  </a:ext>
                </a:extLst>
              </p:cNvPr>
              <p:cNvSpPr>
                <a:spLocks noChangeAspect="1"/>
              </p:cNvSpPr>
              <p:nvPr/>
            </p:nvSpPr>
            <p:spPr>
              <a:xfrm>
                <a:off x="10580074" y="1574415"/>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1" name="Rectangle 60">
                <a:extLst>
                  <a:ext uri="{FF2B5EF4-FFF2-40B4-BE49-F238E27FC236}">
                    <a16:creationId xmlns:a16="http://schemas.microsoft.com/office/drawing/2014/main" id="{25FB3956-994B-69BD-8793-DB1590C91B6E}"/>
                  </a:ext>
                </a:extLst>
              </p:cNvPr>
              <p:cNvSpPr>
                <a:spLocks noChangeAspect="1"/>
              </p:cNvSpPr>
              <p:nvPr/>
            </p:nvSpPr>
            <p:spPr>
              <a:xfrm>
                <a:off x="10811139" y="165460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2" name="Rectangle 61">
                <a:extLst>
                  <a:ext uri="{FF2B5EF4-FFF2-40B4-BE49-F238E27FC236}">
                    <a16:creationId xmlns:a16="http://schemas.microsoft.com/office/drawing/2014/main" id="{4F023331-B2D7-6D1E-6D6C-86584DC17888}"/>
                  </a:ext>
                </a:extLst>
              </p:cNvPr>
              <p:cNvSpPr>
                <a:spLocks noChangeAspect="1"/>
              </p:cNvSpPr>
              <p:nvPr/>
            </p:nvSpPr>
            <p:spPr>
              <a:xfrm>
                <a:off x="10695606" y="165460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3" name="Rectangle 62">
                <a:extLst>
                  <a:ext uri="{FF2B5EF4-FFF2-40B4-BE49-F238E27FC236}">
                    <a16:creationId xmlns:a16="http://schemas.microsoft.com/office/drawing/2014/main" id="{D55A139B-39A7-B803-0993-7EFEFC2E55A2}"/>
                  </a:ext>
                </a:extLst>
              </p:cNvPr>
              <p:cNvSpPr>
                <a:spLocks noChangeAspect="1"/>
              </p:cNvSpPr>
              <p:nvPr/>
            </p:nvSpPr>
            <p:spPr>
              <a:xfrm>
                <a:off x="10464542" y="165460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4" name="Rectangle 63">
                <a:extLst>
                  <a:ext uri="{FF2B5EF4-FFF2-40B4-BE49-F238E27FC236}">
                    <a16:creationId xmlns:a16="http://schemas.microsoft.com/office/drawing/2014/main" id="{E451250D-2F20-EF2D-EC09-6DAFBA00E3D2}"/>
                  </a:ext>
                </a:extLst>
              </p:cNvPr>
              <p:cNvSpPr>
                <a:spLocks noChangeAspect="1"/>
              </p:cNvSpPr>
              <p:nvPr/>
            </p:nvSpPr>
            <p:spPr>
              <a:xfrm>
                <a:off x="10349010" y="165460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5" name="Rectangle 64">
                <a:extLst>
                  <a:ext uri="{FF2B5EF4-FFF2-40B4-BE49-F238E27FC236}">
                    <a16:creationId xmlns:a16="http://schemas.microsoft.com/office/drawing/2014/main" id="{C6C4B8CE-D0E8-8E5B-A54A-583262358A77}"/>
                  </a:ext>
                </a:extLst>
              </p:cNvPr>
              <p:cNvSpPr>
                <a:spLocks noChangeAspect="1"/>
              </p:cNvSpPr>
              <p:nvPr/>
            </p:nvSpPr>
            <p:spPr>
              <a:xfrm>
                <a:off x="10580074" y="165460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6" name="Rectangle 65">
                <a:extLst>
                  <a:ext uri="{FF2B5EF4-FFF2-40B4-BE49-F238E27FC236}">
                    <a16:creationId xmlns:a16="http://schemas.microsoft.com/office/drawing/2014/main" id="{567BE0EC-985D-07B3-9070-2CA56A54D573}"/>
                  </a:ext>
                </a:extLst>
              </p:cNvPr>
              <p:cNvSpPr>
                <a:spLocks noChangeAspect="1"/>
              </p:cNvSpPr>
              <p:nvPr/>
            </p:nvSpPr>
            <p:spPr>
              <a:xfrm>
                <a:off x="10811139" y="173479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7" name="Rectangle 66">
                <a:extLst>
                  <a:ext uri="{FF2B5EF4-FFF2-40B4-BE49-F238E27FC236}">
                    <a16:creationId xmlns:a16="http://schemas.microsoft.com/office/drawing/2014/main" id="{A7CA5C0D-1BC5-3517-86DF-9844750FEAE9}"/>
                  </a:ext>
                </a:extLst>
              </p:cNvPr>
              <p:cNvSpPr>
                <a:spLocks noChangeAspect="1"/>
              </p:cNvSpPr>
              <p:nvPr/>
            </p:nvSpPr>
            <p:spPr>
              <a:xfrm>
                <a:off x="10695606" y="173479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8" name="Rectangle 67">
                <a:extLst>
                  <a:ext uri="{FF2B5EF4-FFF2-40B4-BE49-F238E27FC236}">
                    <a16:creationId xmlns:a16="http://schemas.microsoft.com/office/drawing/2014/main" id="{71CAD42A-8B9C-A8DB-0167-7A250F63609B}"/>
                  </a:ext>
                </a:extLst>
              </p:cNvPr>
              <p:cNvSpPr>
                <a:spLocks noChangeAspect="1"/>
              </p:cNvSpPr>
              <p:nvPr/>
            </p:nvSpPr>
            <p:spPr>
              <a:xfrm>
                <a:off x="10464542" y="173479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69" name="Rectangle 68">
                <a:extLst>
                  <a:ext uri="{FF2B5EF4-FFF2-40B4-BE49-F238E27FC236}">
                    <a16:creationId xmlns:a16="http://schemas.microsoft.com/office/drawing/2014/main" id="{40621418-1115-D720-D2C6-DD6A1CEA298F}"/>
                  </a:ext>
                </a:extLst>
              </p:cNvPr>
              <p:cNvSpPr>
                <a:spLocks noChangeAspect="1"/>
              </p:cNvSpPr>
              <p:nvPr/>
            </p:nvSpPr>
            <p:spPr>
              <a:xfrm>
                <a:off x="10349010" y="173479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70" name="Rectangle 69">
                <a:extLst>
                  <a:ext uri="{FF2B5EF4-FFF2-40B4-BE49-F238E27FC236}">
                    <a16:creationId xmlns:a16="http://schemas.microsoft.com/office/drawing/2014/main" id="{7939E8AB-BE01-4E86-5A99-52DAEE65A629}"/>
                  </a:ext>
                </a:extLst>
              </p:cNvPr>
              <p:cNvSpPr>
                <a:spLocks noChangeAspect="1"/>
              </p:cNvSpPr>
              <p:nvPr/>
            </p:nvSpPr>
            <p:spPr>
              <a:xfrm>
                <a:off x="10580074" y="1734794"/>
                <a:ext cx="45720" cy="45720"/>
              </a:xfrm>
              <a:prstGeom prst="rect">
                <a:avLst/>
              </a:prstGeom>
              <a:grp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sp>
          <p:nvSpPr>
            <p:cNvPr id="54" name="Rectangle 53">
              <a:extLst>
                <a:ext uri="{FF2B5EF4-FFF2-40B4-BE49-F238E27FC236}">
                  <a16:creationId xmlns:a16="http://schemas.microsoft.com/office/drawing/2014/main" id="{E712AF12-BAC4-A450-231C-E9804A429424}"/>
                </a:ext>
              </a:extLst>
            </p:cNvPr>
            <p:cNvSpPr>
              <a:spLocks noChangeAspect="1"/>
            </p:cNvSpPr>
            <p:nvPr/>
          </p:nvSpPr>
          <p:spPr>
            <a:xfrm flipH="1">
              <a:off x="5619920" y="3451229"/>
              <a:ext cx="48796" cy="39067"/>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55" name="Rectangle 54">
              <a:extLst>
                <a:ext uri="{FF2B5EF4-FFF2-40B4-BE49-F238E27FC236}">
                  <a16:creationId xmlns:a16="http://schemas.microsoft.com/office/drawing/2014/main" id="{E2B310A2-DB87-7F75-2C22-1F87B0EFFBFC}"/>
                </a:ext>
              </a:extLst>
            </p:cNvPr>
            <p:cNvSpPr>
              <a:spLocks noChangeAspect="1"/>
            </p:cNvSpPr>
            <p:nvPr/>
          </p:nvSpPr>
          <p:spPr>
            <a:xfrm flipH="1">
              <a:off x="5743929" y="3451229"/>
              <a:ext cx="48796" cy="39067"/>
            </a:xfrm>
            <a:prstGeom prst="rect">
              <a:avLst/>
            </a:prstGeom>
            <a:solidFill>
              <a:sysClr val="window" lastClr="FFFFFF"/>
            </a:solidFill>
            <a:ln w="12700" cap="flat" cmpd="sng" algn="ctr">
              <a:solidFill>
                <a:srgbClr val="92D400"/>
              </a:solid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grpSp>
        <p:nvGrpSpPr>
          <p:cNvPr id="169" name="Group 168">
            <a:extLst>
              <a:ext uri="{FF2B5EF4-FFF2-40B4-BE49-F238E27FC236}">
                <a16:creationId xmlns:a16="http://schemas.microsoft.com/office/drawing/2014/main" id="{B9B70010-CD6D-F184-7B9B-FB07DDEE13F8}"/>
              </a:ext>
            </a:extLst>
          </p:cNvPr>
          <p:cNvGrpSpPr>
            <a:grpSpLocks noChangeAspect="1"/>
          </p:cNvGrpSpPr>
          <p:nvPr/>
        </p:nvGrpSpPr>
        <p:grpSpPr>
          <a:xfrm>
            <a:off x="3284868" y="3057619"/>
            <a:ext cx="477456" cy="491344"/>
            <a:chOff x="9131304" y="3548423"/>
            <a:chExt cx="2303463" cy="2162175"/>
          </a:xfrm>
        </p:grpSpPr>
        <p:sp>
          <p:nvSpPr>
            <p:cNvPr id="170" name="Freeform 183">
              <a:extLst>
                <a:ext uri="{FF2B5EF4-FFF2-40B4-BE49-F238E27FC236}">
                  <a16:creationId xmlns:a16="http://schemas.microsoft.com/office/drawing/2014/main" id="{9410F294-2185-7733-7835-34346103CD2A}"/>
                </a:ext>
              </a:extLst>
            </p:cNvPr>
            <p:cNvSpPr>
              <a:spLocks/>
            </p:cNvSpPr>
            <p:nvPr/>
          </p:nvSpPr>
          <p:spPr bwMode="auto">
            <a:xfrm>
              <a:off x="10080630" y="3942123"/>
              <a:ext cx="403225" cy="212725"/>
            </a:xfrm>
            <a:custGeom>
              <a:avLst/>
              <a:gdLst>
                <a:gd name="T0" fmla="*/ 42 w 42"/>
                <a:gd name="T1" fmla="*/ 3 h 22"/>
                <a:gd name="T2" fmla="*/ 42 w 42"/>
                <a:gd name="T3" fmla="*/ 1 h 22"/>
                <a:gd name="T4" fmla="*/ 40 w 42"/>
                <a:gd name="T5" fmla="*/ 1 h 22"/>
                <a:gd name="T6" fmla="*/ 25 w 42"/>
                <a:gd name="T7" fmla="*/ 16 h 22"/>
                <a:gd name="T8" fmla="*/ 24 w 42"/>
                <a:gd name="T9" fmla="*/ 16 h 22"/>
                <a:gd name="T10" fmla="*/ 19 w 42"/>
                <a:gd name="T11" fmla="*/ 16 h 22"/>
                <a:gd name="T12" fmla="*/ 18 w 42"/>
                <a:gd name="T13" fmla="*/ 16 h 22"/>
                <a:gd name="T14" fmla="*/ 3 w 42"/>
                <a:gd name="T15" fmla="*/ 1 h 22"/>
                <a:gd name="T16" fmla="*/ 1 w 42"/>
                <a:gd name="T17" fmla="*/ 1 h 22"/>
                <a:gd name="T18" fmla="*/ 1 w 42"/>
                <a:gd name="T19" fmla="*/ 3 h 22"/>
                <a:gd name="T20" fmla="*/ 16 w 42"/>
                <a:gd name="T21" fmla="*/ 18 h 22"/>
                <a:gd name="T22" fmla="*/ 15 w 42"/>
                <a:gd name="T23" fmla="*/ 19 h 22"/>
                <a:gd name="T24" fmla="*/ 19 w 42"/>
                <a:gd name="T25" fmla="*/ 22 h 22"/>
                <a:gd name="T26" fmla="*/ 24 w 42"/>
                <a:gd name="T27" fmla="*/ 22 h 22"/>
                <a:gd name="T28" fmla="*/ 27 w 42"/>
                <a:gd name="T29" fmla="*/ 19 h 22"/>
                <a:gd name="T30" fmla="*/ 27 w 42"/>
                <a:gd name="T31" fmla="*/ 18 h 22"/>
                <a:gd name="T32" fmla="*/ 42 w 42"/>
                <a:gd name="T3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2" y="3"/>
                  </a:moveTo>
                  <a:cubicBezTo>
                    <a:pt x="42" y="2"/>
                    <a:pt x="42" y="1"/>
                    <a:pt x="42" y="1"/>
                  </a:cubicBezTo>
                  <a:cubicBezTo>
                    <a:pt x="41" y="0"/>
                    <a:pt x="40" y="0"/>
                    <a:pt x="40" y="1"/>
                  </a:cubicBezTo>
                  <a:cubicBezTo>
                    <a:pt x="25" y="16"/>
                    <a:pt x="25" y="16"/>
                    <a:pt x="25" y="16"/>
                  </a:cubicBezTo>
                  <a:cubicBezTo>
                    <a:pt x="24" y="16"/>
                    <a:pt x="24" y="16"/>
                    <a:pt x="24" y="16"/>
                  </a:cubicBezTo>
                  <a:cubicBezTo>
                    <a:pt x="19" y="16"/>
                    <a:pt x="19" y="16"/>
                    <a:pt x="19" y="16"/>
                  </a:cubicBezTo>
                  <a:cubicBezTo>
                    <a:pt x="18" y="16"/>
                    <a:pt x="18" y="16"/>
                    <a:pt x="18" y="16"/>
                  </a:cubicBezTo>
                  <a:cubicBezTo>
                    <a:pt x="3" y="1"/>
                    <a:pt x="3" y="1"/>
                    <a:pt x="3" y="1"/>
                  </a:cubicBezTo>
                  <a:cubicBezTo>
                    <a:pt x="2" y="0"/>
                    <a:pt x="1" y="0"/>
                    <a:pt x="1" y="1"/>
                  </a:cubicBezTo>
                  <a:cubicBezTo>
                    <a:pt x="0" y="1"/>
                    <a:pt x="0" y="2"/>
                    <a:pt x="1" y="3"/>
                  </a:cubicBezTo>
                  <a:cubicBezTo>
                    <a:pt x="16" y="18"/>
                    <a:pt x="16" y="18"/>
                    <a:pt x="16" y="18"/>
                  </a:cubicBezTo>
                  <a:cubicBezTo>
                    <a:pt x="15" y="18"/>
                    <a:pt x="15" y="19"/>
                    <a:pt x="15" y="19"/>
                  </a:cubicBezTo>
                  <a:cubicBezTo>
                    <a:pt x="15" y="21"/>
                    <a:pt x="17" y="22"/>
                    <a:pt x="19" y="22"/>
                  </a:cubicBezTo>
                  <a:cubicBezTo>
                    <a:pt x="24" y="22"/>
                    <a:pt x="24" y="22"/>
                    <a:pt x="24" y="22"/>
                  </a:cubicBezTo>
                  <a:cubicBezTo>
                    <a:pt x="26" y="22"/>
                    <a:pt x="27" y="21"/>
                    <a:pt x="27" y="19"/>
                  </a:cubicBezTo>
                  <a:cubicBezTo>
                    <a:pt x="27" y="19"/>
                    <a:pt x="27" y="18"/>
                    <a:pt x="27" y="18"/>
                  </a:cubicBezTo>
                  <a:lnTo>
                    <a:pt x="42" y="3"/>
                  </a:ln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171" name="Freeform 184">
              <a:extLst>
                <a:ext uri="{FF2B5EF4-FFF2-40B4-BE49-F238E27FC236}">
                  <a16:creationId xmlns:a16="http://schemas.microsoft.com/office/drawing/2014/main" id="{90986A66-2B4E-F843-DDB4-88DCCD2EEF35}"/>
                </a:ext>
              </a:extLst>
            </p:cNvPr>
            <p:cNvSpPr>
              <a:spLocks/>
            </p:cNvSpPr>
            <p:nvPr/>
          </p:nvSpPr>
          <p:spPr bwMode="auto">
            <a:xfrm>
              <a:off x="9342442" y="3942123"/>
              <a:ext cx="403225" cy="212725"/>
            </a:xfrm>
            <a:custGeom>
              <a:avLst/>
              <a:gdLst>
                <a:gd name="T0" fmla="*/ 40 w 42"/>
                <a:gd name="T1" fmla="*/ 1 h 22"/>
                <a:gd name="T2" fmla="*/ 25 w 42"/>
                <a:gd name="T3" fmla="*/ 16 h 22"/>
                <a:gd name="T4" fmla="*/ 24 w 42"/>
                <a:gd name="T5" fmla="*/ 16 h 22"/>
                <a:gd name="T6" fmla="*/ 18 w 42"/>
                <a:gd name="T7" fmla="*/ 16 h 22"/>
                <a:gd name="T8" fmla="*/ 17 w 42"/>
                <a:gd name="T9" fmla="*/ 16 h 22"/>
                <a:gd name="T10" fmla="*/ 2 w 42"/>
                <a:gd name="T11" fmla="*/ 1 h 22"/>
                <a:gd name="T12" fmla="*/ 1 w 42"/>
                <a:gd name="T13" fmla="*/ 1 h 22"/>
                <a:gd name="T14" fmla="*/ 1 w 42"/>
                <a:gd name="T15" fmla="*/ 3 h 22"/>
                <a:gd name="T16" fmla="*/ 15 w 42"/>
                <a:gd name="T17" fmla="*/ 18 h 22"/>
                <a:gd name="T18" fmla="*/ 15 w 42"/>
                <a:gd name="T19" fmla="*/ 19 h 22"/>
                <a:gd name="T20" fmla="*/ 18 w 42"/>
                <a:gd name="T21" fmla="*/ 22 h 22"/>
                <a:gd name="T22" fmla="*/ 24 w 42"/>
                <a:gd name="T23" fmla="*/ 22 h 22"/>
                <a:gd name="T24" fmla="*/ 27 w 42"/>
                <a:gd name="T25" fmla="*/ 19 h 22"/>
                <a:gd name="T26" fmla="*/ 27 w 42"/>
                <a:gd name="T27" fmla="*/ 18 h 22"/>
                <a:gd name="T28" fmla="*/ 42 w 42"/>
                <a:gd name="T29" fmla="*/ 3 h 22"/>
                <a:gd name="T30" fmla="*/ 42 w 42"/>
                <a:gd name="T31" fmla="*/ 1 h 22"/>
                <a:gd name="T32" fmla="*/ 40 w 42"/>
                <a:gd name="T3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0" y="1"/>
                  </a:moveTo>
                  <a:cubicBezTo>
                    <a:pt x="25" y="16"/>
                    <a:pt x="25" y="16"/>
                    <a:pt x="25" y="16"/>
                  </a:cubicBezTo>
                  <a:cubicBezTo>
                    <a:pt x="24" y="16"/>
                    <a:pt x="24" y="16"/>
                    <a:pt x="24" y="16"/>
                  </a:cubicBezTo>
                  <a:cubicBezTo>
                    <a:pt x="18" y="16"/>
                    <a:pt x="18" y="16"/>
                    <a:pt x="18" y="16"/>
                  </a:cubicBezTo>
                  <a:cubicBezTo>
                    <a:pt x="18" y="16"/>
                    <a:pt x="18" y="16"/>
                    <a:pt x="17" y="16"/>
                  </a:cubicBezTo>
                  <a:cubicBezTo>
                    <a:pt x="2" y="1"/>
                    <a:pt x="2" y="1"/>
                    <a:pt x="2" y="1"/>
                  </a:cubicBezTo>
                  <a:cubicBezTo>
                    <a:pt x="2" y="0"/>
                    <a:pt x="1" y="0"/>
                    <a:pt x="1" y="1"/>
                  </a:cubicBezTo>
                  <a:cubicBezTo>
                    <a:pt x="0" y="1"/>
                    <a:pt x="0" y="2"/>
                    <a:pt x="1" y="3"/>
                  </a:cubicBezTo>
                  <a:cubicBezTo>
                    <a:pt x="15" y="18"/>
                    <a:pt x="15" y="18"/>
                    <a:pt x="15" y="18"/>
                  </a:cubicBezTo>
                  <a:cubicBezTo>
                    <a:pt x="15" y="18"/>
                    <a:pt x="15" y="19"/>
                    <a:pt x="15" y="19"/>
                  </a:cubicBezTo>
                  <a:cubicBezTo>
                    <a:pt x="15" y="21"/>
                    <a:pt x="17" y="22"/>
                    <a:pt x="18" y="22"/>
                  </a:cubicBezTo>
                  <a:cubicBezTo>
                    <a:pt x="24" y="22"/>
                    <a:pt x="24" y="22"/>
                    <a:pt x="24" y="22"/>
                  </a:cubicBezTo>
                  <a:cubicBezTo>
                    <a:pt x="25" y="22"/>
                    <a:pt x="27" y="21"/>
                    <a:pt x="27" y="19"/>
                  </a:cubicBezTo>
                  <a:cubicBezTo>
                    <a:pt x="27" y="19"/>
                    <a:pt x="27" y="18"/>
                    <a:pt x="27" y="18"/>
                  </a:cubicBezTo>
                  <a:cubicBezTo>
                    <a:pt x="42" y="3"/>
                    <a:pt x="42" y="3"/>
                    <a:pt x="42" y="3"/>
                  </a:cubicBezTo>
                  <a:cubicBezTo>
                    <a:pt x="42" y="2"/>
                    <a:pt x="42" y="1"/>
                    <a:pt x="42" y="1"/>
                  </a:cubicBezTo>
                  <a:cubicBezTo>
                    <a:pt x="41" y="0"/>
                    <a:pt x="40" y="0"/>
                    <a:pt x="40" y="1"/>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172" name="Freeform 185">
              <a:extLst>
                <a:ext uri="{FF2B5EF4-FFF2-40B4-BE49-F238E27FC236}">
                  <a16:creationId xmlns:a16="http://schemas.microsoft.com/office/drawing/2014/main" id="{2CB090B8-1B66-44E0-CD6B-7D9B1A56D7FE}"/>
                </a:ext>
              </a:extLst>
            </p:cNvPr>
            <p:cNvSpPr>
              <a:spLocks noEditPoints="1"/>
            </p:cNvSpPr>
            <p:nvPr/>
          </p:nvSpPr>
          <p:spPr bwMode="auto">
            <a:xfrm>
              <a:off x="9131304" y="3548423"/>
              <a:ext cx="2303463" cy="2162175"/>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173" name="Freeform 186">
              <a:extLst>
                <a:ext uri="{FF2B5EF4-FFF2-40B4-BE49-F238E27FC236}">
                  <a16:creationId xmlns:a16="http://schemas.microsoft.com/office/drawing/2014/main" id="{B0038E54-2F1D-D732-325F-1445F28215F2}"/>
                </a:ext>
              </a:extLst>
            </p:cNvPr>
            <p:cNvSpPr>
              <a:spLocks/>
            </p:cNvSpPr>
            <p:nvPr/>
          </p:nvSpPr>
          <p:spPr bwMode="auto">
            <a:xfrm>
              <a:off x="10820405" y="3942123"/>
              <a:ext cx="403225" cy="212725"/>
            </a:xfrm>
            <a:custGeom>
              <a:avLst/>
              <a:gdLst>
                <a:gd name="T0" fmla="*/ 40 w 42"/>
                <a:gd name="T1" fmla="*/ 1 h 22"/>
                <a:gd name="T2" fmla="*/ 25 w 42"/>
                <a:gd name="T3" fmla="*/ 16 h 22"/>
                <a:gd name="T4" fmla="*/ 24 w 42"/>
                <a:gd name="T5" fmla="*/ 16 h 22"/>
                <a:gd name="T6" fmla="*/ 19 w 42"/>
                <a:gd name="T7" fmla="*/ 16 h 22"/>
                <a:gd name="T8" fmla="*/ 18 w 42"/>
                <a:gd name="T9" fmla="*/ 16 h 22"/>
                <a:gd name="T10" fmla="*/ 3 w 42"/>
                <a:gd name="T11" fmla="*/ 1 h 22"/>
                <a:gd name="T12" fmla="*/ 1 w 42"/>
                <a:gd name="T13" fmla="*/ 1 h 22"/>
                <a:gd name="T14" fmla="*/ 1 w 42"/>
                <a:gd name="T15" fmla="*/ 3 h 22"/>
                <a:gd name="T16" fmla="*/ 16 w 42"/>
                <a:gd name="T17" fmla="*/ 18 h 22"/>
                <a:gd name="T18" fmla="*/ 15 w 42"/>
                <a:gd name="T19" fmla="*/ 19 h 22"/>
                <a:gd name="T20" fmla="*/ 19 w 42"/>
                <a:gd name="T21" fmla="*/ 22 h 22"/>
                <a:gd name="T22" fmla="*/ 24 w 42"/>
                <a:gd name="T23" fmla="*/ 22 h 22"/>
                <a:gd name="T24" fmla="*/ 27 w 42"/>
                <a:gd name="T25" fmla="*/ 19 h 22"/>
                <a:gd name="T26" fmla="*/ 27 w 42"/>
                <a:gd name="T27" fmla="*/ 18 h 22"/>
                <a:gd name="T28" fmla="*/ 42 w 42"/>
                <a:gd name="T29" fmla="*/ 3 h 22"/>
                <a:gd name="T30" fmla="*/ 42 w 42"/>
                <a:gd name="T31" fmla="*/ 1 h 22"/>
                <a:gd name="T32" fmla="*/ 40 w 42"/>
                <a:gd name="T3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0" y="1"/>
                  </a:moveTo>
                  <a:cubicBezTo>
                    <a:pt x="25" y="16"/>
                    <a:pt x="25" y="16"/>
                    <a:pt x="25" y="16"/>
                  </a:cubicBezTo>
                  <a:cubicBezTo>
                    <a:pt x="25" y="16"/>
                    <a:pt x="24" y="16"/>
                    <a:pt x="24" y="16"/>
                  </a:cubicBezTo>
                  <a:cubicBezTo>
                    <a:pt x="19" y="16"/>
                    <a:pt x="19" y="16"/>
                    <a:pt x="19" y="16"/>
                  </a:cubicBezTo>
                  <a:cubicBezTo>
                    <a:pt x="18" y="16"/>
                    <a:pt x="18" y="16"/>
                    <a:pt x="18" y="16"/>
                  </a:cubicBezTo>
                  <a:cubicBezTo>
                    <a:pt x="3" y="1"/>
                    <a:pt x="3" y="1"/>
                    <a:pt x="3" y="1"/>
                  </a:cubicBezTo>
                  <a:cubicBezTo>
                    <a:pt x="2" y="0"/>
                    <a:pt x="1" y="0"/>
                    <a:pt x="1" y="1"/>
                  </a:cubicBezTo>
                  <a:cubicBezTo>
                    <a:pt x="0" y="1"/>
                    <a:pt x="0" y="2"/>
                    <a:pt x="1" y="3"/>
                  </a:cubicBezTo>
                  <a:cubicBezTo>
                    <a:pt x="16" y="18"/>
                    <a:pt x="16" y="18"/>
                    <a:pt x="16" y="18"/>
                  </a:cubicBezTo>
                  <a:cubicBezTo>
                    <a:pt x="15" y="18"/>
                    <a:pt x="15" y="19"/>
                    <a:pt x="15" y="19"/>
                  </a:cubicBezTo>
                  <a:cubicBezTo>
                    <a:pt x="15" y="21"/>
                    <a:pt x="17" y="22"/>
                    <a:pt x="19" y="22"/>
                  </a:cubicBezTo>
                  <a:cubicBezTo>
                    <a:pt x="24" y="22"/>
                    <a:pt x="24" y="22"/>
                    <a:pt x="24" y="22"/>
                  </a:cubicBezTo>
                  <a:cubicBezTo>
                    <a:pt x="26" y="22"/>
                    <a:pt x="27" y="21"/>
                    <a:pt x="27" y="19"/>
                  </a:cubicBezTo>
                  <a:cubicBezTo>
                    <a:pt x="27" y="19"/>
                    <a:pt x="27" y="18"/>
                    <a:pt x="27" y="18"/>
                  </a:cubicBezTo>
                  <a:cubicBezTo>
                    <a:pt x="42" y="3"/>
                    <a:pt x="42" y="3"/>
                    <a:pt x="42" y="3"/>
                  </a:cubicBezTo>
                  <a:cubicBezTo>
                    <a:pt x="42" y="2"/>
                    <a:pt x="42" y="1"/>
                    <a:pt x="42" y="1"/>
                  </a:cubicBezTo>
                  <a:cubicBezTo>
                    <a:pt x="41" y="0"/>
                    <a:pt x="40" y="0"/>
                    <a:pt x="40" y="1"/>
                  </a:cubicBezTo>
                  <a:close/>
                </a:path>
              </a:pathLst>
            </a:custGeom>
            <a:solidFill>
              <a:srgbClr val="43B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grpSp>
      <p:sp>
        <p:nvSpPr>
          <p:cNvPr id="174" name="object 112">
            <a:extLst>
              <a:ext uri="{FF2B5EF4-FFF2-40B4-BE49-F238E27FC236}">
                <a16:creationId xmlns:a16="http://schemas.microsoft.com/office/drawing/2014/main" id="{BE2EBDF8-7ECA-A7BC-7FB6-1B842DB1BD84}"/>
              </a:ext>
            </a:extLst>
          </p:cNvPr>
          <p:cNvSpPr/>
          <p:nvPr/>
        </p:nvSpPr>
        <p:spPr>
          <a:xfrm>
            <a:off x="3870510" y="3650148"/>
            <a:ext cx="63705" cy="49048"/>
          </a:xfrm>
          <a:custGeom>
            <a:avLst/>
            <a:gdLst/>
            <a:ahLst/>
            <a:cxnLst/>
            <a:rect l="l" t="t" r="r" b="b"/>
            <a:pathLst>
              <a:path w="83184" h="58419">
                <a:moveTo>
                  <a:pt x="83007" y="0"/>
                </a:moveTo>
                <a:lnTo>
                  <a:pt x="0" y="0"/>
                </a:lnTo>
                <a:lnTo>
                  <a:pt x="0" y="58026"/>
                </a:lnTo>
                <a:lnTo>
                  <a:pt x="83007" y="58026"/>
                </a:lnTo>
                <a:lnTo>
                  <a:pt x="83007" y="49872"/>
                </a:lnTo>
                <a:lnTo>
                  <a:pt x="45199" y="49872"/>
                </a:lnTo>
                <a:lnTo>
                  <a:pt x="45044" y="49733"/>
                </a:lnTo>
                <a:lnTo>
                  <a:pt x="8267" y="49733"/>
                </a:lnTo>
                <a:lnTo>
                  <a:pt x="8267" y="8407"/>
                </a:lnTo>
                <a:lnTo>
                  <a:pt x="83007" y="8407"/>
                </a:lnTo>
                <a:lnTo>
                  <a:pt x="83007" y="0"/>
                </a:lnTo>
                <a:close/>
              </a:path>
              <a:path w="83184" h="58419">
                <a:moveTo>
                  <a:pt x="83007" y="8407"/>
                </a:moveTo>
                <a:lnTo>
                  <a:pt x="74574" y="8407"/>
                </a:lnTo>
                <a:lnTo>
                  <a:pt x="74574" y="49834"/>
                </a:lnTo>
                <a:lnTo>
                  <a:pt x="45199" y="49872"/>
                </a:lnTo>
                <a:lnTo>
                  <a:pt x="83007" y="49872"/>
                </a:lnTo>
                <a:lnTo>
                  <a:pt x="83007" y="8407"/>
                </a:lnTo>
                <a:close/>
              </a:path>
              <a:path w="83184" h="58419">
                <a:moveTo>
                  <a:pt x="35623" y="16510"/>
                </a:moveTo>
                <a:lnTo>
                  <a:pt x="30099" y="18173"/>
                </a:lnTo>
                <a:lnTo>
                  <a:pt x="29188" y="25407"/>
                </a:lnTo>
                <a:lnTo>
                  <a:pt x="36410" y="49733"/>
                </a:lnTo>
                <a:lnTo>
                  <a:pt x="45044" y="49733"/>
                </a:lnTo>
                <a:lnTo>
                  <a:pt x="44691" y="49415"/>
                </a:lnTo>
                <a:lnTo>
                  <a:pt x="42990" y="43088"/>
                </a:lnTo>
                <a:lnTo>
                  <a:pt x="36258" y="18592"/>
                </a:lnTo>
                <a:lnTo>
                  <a:pt x="35623" y="16510"/>
                </a:lnTo>
                <a:close/>
              </a:path>
            </a:pathLst>
          </a:custGeom>
          <a:solidFill>
            <a:srgbClr val="86BC25"/>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black"/>
              </a:solidFill>
              <a:effectLst/>
              <a:uLnTx/>
              <a:uFillTx/>
            </a:endParaRPr>
          </a:p>
        </p:txBody>
      </p:sp>
      <p:sp>
        <p:nvSpPr>
          <p:cNvPr id="175" name="object 113">
            <a:extLst>
              <a:ext uri="{FF2B5EF4-FFF2-40B4-BE49-F238E27FC236}">
                <a16:creationId xmlns:a16="http://schemas.microsoft.com/office/drawing/2014/main" id="{C2CAE812-9829-8A8B-839B-F78DCCBF7770}"/>
              </a:ext>
            </a:extLst>
          </p:cNvPr>
          <p:cNvSpPr/>
          <p:nvPr/>
        </p:nvSpPr>
        <p:spPr>
          <a:xfrm>
            <a:off x="3838539" y="3629099"/>
            <a:ext cx="127896" cy="167940"/>
          </a:xfrm>
          <a:custGeom>
            <a:avLst/>
            <a:gdLst/>
            <a:ahLst/>
            <a:cxnLst/>
            <a:rect l="l" t="t" r="r" b="b"/>
            <a:pathLst>
              <a:path w="167005" h="200025">
                <a:moveTo>
                  <a:pt x="5194" y="182727"/>
                </a:moveTo>
                <a:lnTo>
                  <a:pt x="1651" y="184416"/>
                </a:lnTo>
                <a:lnTo>
                  <a:pt x="0" y="189191"/>
                </a:lnTo>
                <a:lnTo>
                  <a:pt x="0" y="199732"/>
                </a:lnTo>
                <a:lnTo>
                  <a:pt x="166573" y="199732"/>
                </a:lnTo>
                <a:lnTo>
                  <a:pt x="166408" y="186283"/>
                </a:lnTo>
                <a:lnTo>
                  <a:pt x="163195" y="183083"/>
                </a:lnTo>
                <a:lnTo>
                  <a:pt x="157911" y="183019"/>
                </a:lnTo>
                <a:lnTo>
                  <a:pt x="9994" y="182994"/>
                </a:lnTo>
                <a:lnTo>
                  <a:pt x="5194" y="182727"/>
                </a:lnTo>
                <a:close/>
              </a:path>
              <a:path w="167005" h="200025">
                <a:moveTo>
                  <a:pt x="146786" y="0"/>
                </a:moveTo>
                <a:lnTo>
                  <a:pt x="19735" y="0"/>
                </a:lnTo>
                <a:lnTo>
                  <a:pt x="16764" y="2933"/>
                </a:lnTo>
                <a:lnTo>
                  <a:pt x="16611" y="8712"/>
                </a:lnTo>
                <a:lnTo>
                  <a:pt x="16611" y="183007"/>
                </a:lnTo>
                <a:lnTo>
                  <a:pt x="149885" y="183007"/>
                </a:lnTo>
                <a:lnTo>
                  <a:pt x="33451" y="182880"/>
                </a:lnTo>
                <a:lnTo>
                  <a:pt x="33451" y="16852"/>
                </a:lnTo>
                <a:lnTo>
                  <a:pt x="149791" y="16852"/>
                </a:lnTo>
                <a:lnTo>
                  <a:pt x="149683" y="2933"/>
                </a:lnTo>
                <a:lnTo>
                  <a:pt x="146786" y="0"/>
                </a:lnTo>
                <a:close/>
              </a:path>
              <a:path w="167005" h="200025">
                <a:moveTo>
                  <a:pt x="149791" y="16852"/>
                </a:moveTo>
                <a:lnTo>
                  <a:pt x="132956" y="16852"/>
                </a:lnTo>
                <a:lnTo>
                  <a:pt x="132956" y="182880"/>
                </a:lnTo>
                <a:lnTo>
                  <a:pt x="149885" y="182880"/>
                </a:lnTo>
                <a:lnTo>
                  <a:pt x="149791" y="16852"/>
                </a:lnTo>
                <a:close/>
              </a:path>
            </a:pathLst>
          </a:custGeom>
          <a:solidFill>
            <a:srgbClr val="43B02A"/>
          </a:solidFill>
        </p:spPr>
        <p:txBody>
          <a:bodyPr wrap="square" lIns="0" tIns="0" rIns="0" bIns="0" rtlCol="0"/>
          <a:lstStyle/>
          <a:p>
            <a:pPr defTabSz="806869">
              <a:defRPr/>
            </a:pPr>
            <a:endParaRPr sz="1587" kern="0">
              <a:solidFill>
                <a:prstClr val="black"/>
              </a:solidFill>
            </a:endParaRPr>
          </a:p>
        </p:txBody>
      </p:sp>
      <p:grpSp>
        <p:nvGrpSpPr>
          <p:cNvPr id="176" name="Group 175">
            <a:extLst>
              <a:ext uri="{FF2B5EF4-FFF2-40B4-BE49-F238E27FC236}">
                <a16:creationId xmlns:a16="http://schemas.microsoft.com/office/drawing/2014/main" id="{B559DA88-FF56-56B6-115D-FA5DB0EDEB8F}"/>
              </a:ext>
            </a:extLst>
          </p:cNvPr>
          <p:cNvGrpSpPr/>
          <p:nvPr/>
        </p:nvGrpSpPr>
        <p:grpSpPr>
          <a:xfrm>
            <a:off x="4021912" y="3354281"/>
            <a:ext cx="127896" cy="167940"/>
            <a:chOff x="5776263" y="4061900"/>
            <a:chExt cx="167005" cy="200025"/>
          </a:xfrm>
          <a:solidFill>
            <a:srgbClr val="43B02A"/>
          </a:solidFill>
        </p:grpSpPr>
        <p:sp>
          <p:nvSpPr>
            <p:cNvPr id="177" name="object 112">
              <a:extLst>
                <a:ext uri="{FF2B5EF4-FFF2-40B4-BE49-F238E27FC236}">
                  <a16:creationId xmlns:a16="http://schemas.microsoft.com/office/drawing/2014/main" id="{4B9F7809-F054-A824-9CA4-CA73DF46F5C6}"/>
                </a:ext>
              </a:extLst>
            </p:cNvPr>
            <p:cNvSpPr/>
            <p:nvPr/>
          </p:nvSpPr>
          <p:spPr>
            <a:xfrm>
              <a:off x="5818011" y="4086971"/>
              <a:ext cx="83185" cy="58419"/>
            </a:xfrm>
            <a:custGeom>
              <a:avLst/>
              <a:gdLst/>
              <a:ahLst/>
              <a:cxnLst/>
              <a:rect l="l" t="t" r="r" b="b"/>
              <a:pathLst>
                <a:path w="83184" h="58419">
                  <a:moveTo>
                    <a:pt x="83007" y="0"/>
                  </a:moveTo>
                  <a:lnTo>
                    <a:pt x="0" y="0"/>
                  </a:lnTo>
                  <a:lnTo>
                    <a:pt x="0" y="58026"/>
                  </a:lnTo>
                  <a:lnTo>
                    <a:pt x="83007" y="58026"/>
                  </a:lnTo>
                  <a:lnTo>
                    <a:pt x="83007" y="49872"/>
                  </a:lnTo>
                  <a:lnTo>
                    <a:pt x="45199" y="49872"/>
                  </a:lnTo>
                  <a:lnTo>
                    <a:pt x="45044" y="49733"/>
                  </a:lnTo>
                  <a:lnTo>
                    <a:pt x="8267" y="49733"/>
                  </a:lnTo>
                  <a:lnTo>
                    <a:pt x="8267" y="8407"/>
                  </a:lnTo>
                  <a:lnTo>
                    <a:pt x="83007" y="8407"/>
                  </a:lnTo>
                  <a:lnTo>
                    <a:pt x="83007" y="0"/>
                  </a:lnTo>
                  <a:close/>
                </a:path>
                <a:path w="83184" h="58419">
                  <a:moveTo>
                    <a:pt x="83007" y="8407"/>
                  </a:moveTo>
                  <a:lnTo>
                    <a:pt x="74574" y="8407"/>
                  </a:lnTo>
                  <a:lnTo>
                    <a:pt x="74574" y="49834"/>
                  </a:lnTo>
                  <a:lnTo>
                    <a:pt x="45199" y="49872"/>
                  </a:lnTo>
                  <a:lnTo>
                    <a:pt x="83007" y="49872"/>
                  </a:lnTo>
                  <a:lnTo>
                    <a:pt x="83007" y="8407"/>
                  </a:lnTo>
                  <a:close/>
                </a:path>
                <a:path w="83184" h="58419">
                  <a:moveTo>
                    <a:pt x="35623" y="16510"/>
                  </a:moveTo>
                  <a:lnTo>
                    <a:pt x="30099" y="18173"/>
                  </a:lnTo>
                  <a:lnTo>
                    <a:pt x="29188" y="25407"/>
                  </a:lnTo>
                  <a:lnTo>
                    <a:pt x="36410" y="49733"/>
                  </a:lnTo>
                  <a:lnTo>
                    <a:pt x="45044" y="49733"/>
                  </a:lnTo>
                  <a:lnTo>
                    <a:pt x="44691" y="49415"/>
                  </a:lnTo>
                  <a:lnTo>
                    <a:pt x="42990" y="43088"/>
                  </a:lnTo>
                  <a:lnTo>
                    <a:pt x="36258" y="18592"/>
                  </a:lnTo>
                  <a:lnTo>
                    <a:pt x="35623" y="16510"/>
                  </a:lnTo>
                  <a:close/>
                </a:path>
              </a:pathLst>
            </a:custGeom>
            <a:solidFill>
              <a:sysClr val="window" lastClr="FFFFFF"/>
            </a:solidFill>
          </p:spPr>
          <p:txBody>
            <a:bodyPr wrap="square" lIns="0" tIns="0" rIns="0" bIns="0" rtlCol="0"/>
            <a:lstStyle/>
            <a:p>
              <a:pPr defTabSz="806869">
                <a:defRPr/>
              </a:pPr>
              <a:endParaRPr sz="1587" kern="0">
                <a:solidFill>
                  <a:prstClr val="black"/>
                </a:solidFill>
              </a:endParaRPr>
            </a:p>
          </p:txBody>
        </p:sp>
        <p:sp>
          <p:nvSpPr>
            <p:cNvPr id="178" name="object 113">
              <a:extLst>
                <a:ext uri="{FF2B5EF4-FFF2-40B4-BE49-F238E27FC236}">
                  <a16:creationId xmlns:a16="http://schemas.microsoft.com/office/drawing/2014/main" id="{20714BB0-D638-A9E1-0887-B89355474A3B}"/>
                </a:ext>
              </a:extLst>
            </p:cNvPr>
            <p:cNvSpPr/>
            <p:nvPr/>
          </p:nvSpPr>
          <p:spPr>
            <a:xfrm>
              <a:off x="5776263" y="4061900"/>
              <a:ext cx="167005" cy="200025"/>
            </a:xfrm>
            <a:custGeom>
              <a:avLst/>
              <a:gdLst/>
              <a:ahLst/>
              <a:cxnLst/>
              <a:rect l="l" t="t" r="r" b="b"/>
              <a:pathLst>
                <a:path w="167005" h="200025">
                  <a:moveTo>
                    <a:pt x="5194" y="182727"/>
                  </a:moveTo>
                  <a:lnTo>
                    <a:pt x="1651" y="184416"/>
                  </a:lnTo>
                  <a:lnTo>
                    <a:pt x="0" y="189191"/>
                  </a:lnTo>
                  <a:lnTo>
                    <a:pt x="0" y="199732"/>
                  </a:lnTo>
                  <a:lnTo>
                    <a:pt x="166573" y="199732"/>
                  </a:lnTo>
                  <a:lnTo>
                    <a:pt x="166408" y="186283"/>
                  </a:lnTo>
                  <a:lnTo>
                    <a:pt x="163195" y="183083"/>
                  </a:lnTo>
                  <a:lnTo>
                    <a:pt x="157911" y="183019"/>
                  </a:lnTo>
                  <a:lnTo>
                    <a:pt x="9994" y="182994"/>
                  </a:lnTo>
                  <a:lnTo>
                    <a:pt x="5194" y="182727"/>
                  </a:lnTo>
                  <a:close/>
                </a:path>
                <a:path w="167005" h="200025">
                  <a:moveTo>
                    <a:pt x="146786" y="0"/>
                  </a:moveTo>
                  <a:lnTo>
                    <a:pt x="19735" y="0"/>
                  </a:lnTo>
                  <a:lnTo>
                    <a:pt x="16764" y="2933"/>
                  </a:lnTo>
                  <a:lnTo>
                    <a:pt x="16611" y="8712"/>
                  </a:lnTo>
                  <a:lnTo>
                    <a:pt x="16611" y="183007"/>
                  </a:lnTo>
                  <a:lnTo>
                    <a:pt x="149885" y="183007"/>
                  </a:lnTo>
                  <a:lnTo>
                    <a:pt x="33451" y="182880"/>
                  </a:lnTo>
                  <a:lnTo>
                    <a:pt x="33451" y="16852"/>
                  </a:lnTo>
                  <a:lnTo>
                    <a:pt x="149791" y="16852"/>
                  </a:lnTo>
                  <a:lnTo>
                    <a:pt x="149683" y="2933"/>
                  </a:lnTo>
                  <a:lnTo>
                    <a:pt x="146786" y="0"/>
                  </a:lnTo>
                  <a:close/>
                </a:path>
                <a:path w="167005" h="200025">
                  <a:moveTo>
                    <a:pt x="149791" y="16852"/>
                  </a:moveTo>
                  <a:lnTo>
                    <a:pt x="132956" y="16852"/>
                  </a:lnTo>
                  <a:lnTo>
                    <a:pt x="132956" y="182880"/>
                  </a:lnTo>
                  <a:lnTo>
                    <a:pt x="149885" y="182880"/>
                  </a:lnTo>
                  <a:lnTo>
                    <a:pt x="149791" y="16852"/>
                  </a:lnTo>
                  <a:close/>
                </a:path>
              </a:pathLst>
            </a:custGeom>
            <a:grpFill/>
          </p:spPr>
          <p:txBody>
            <a:bodyPr wrap="square" lIns="0" tIns="0" rIns="0" bIns="0" rtlCol="0"/>
            <a:lstStyle/>
            <a:p>
              <a:pPr defTabSz="806869">
                <a:defRPr/>
              </a:pPr>
              <a:endParaRPr sz="1587" kern="0">
                <a:solidFill>
                  <a:prstClr val="black"/>
                </a:solidFill>
              </a:endParaRPr>
            </a:p>
          </p:txBody>
        </p:sp>
      </p:grpSp>
      <p:grpSp>
        <p:nvGrpSpPr>
          <p:cNvPr id="179" name="Group 178">
            <a:extLst>
              <a:ext uri="{FF2B5EF4-FFF2-40B4-BE49-F238E27FC236}">
                <a16:creationId xmlns:a16="http://schemas.microsoft.com/office/drawing/2014/main" id="{E84A26BF-8B73-68DA-416B-0621172CC093}"/>
              </a:ext>
            </a:extLst>
          </p:cNvPr>
          <p:cNvGrpSpPr/>
          <p:nvPr/>
        </p:nvGrpSpPr>
        <p:grpSpPr>
          <a:xfrm>
            <a:off x="3869614" y="3354281"/>
            <a:ext cx="127896" cy="167940"/>
            <a:chOff x="5776263" y="4061900"/>
            <a:chExt cx="167005" cy="200025"/>
          </a:xfrm>
          <a:solidFill>
            <a:srgbClr val="43B02A"/>
          </a:solidFill>
        </p:grpSpPr>
        <p:sp>
          <p:nvSpPr>
            <p:cNvPr id="180" name="object 112">
              <a:extLst>
                <a:ext uri="{FF2B5EF4-FFF2-40B4-BE49-F238E27FC236}">
                  <a16:creationId xmlns:a16="http://schemas.microsoft.com/office/drawing/2014/main" id="{6C4E9B0E-D3DF-62FD-8448-F3376ED0DFD2}"/>
                </a:ext>
              </a:extLst>
            </p:cNvPr>
            <p:cNvSpPr/>
            <p:nvPr/>
          </p:nvSpPr>
          <p:spPr>
            <a:xfrm>
              <a:off x="5818011" y="4086971"/>
              <a:ext cx="83185" cy="58419"/>
            </a:xfrm>
            <a:custGeom>
              <a:avLst/>
              <a:gdLst/>
              <a:ahLst/>
              <a:cxnLst/>
              <a:rect l="l" t="t" r="r" b="b"/>
              <a:pathLst>
                <a:path w="83184" h="58419">
                  <a:moveTo>
                    <a:pt x="83007" y="0"/>
                  </a:moveTo>
                  <a:lnTo>
                    <a:pt x="0" y="0"/>
                  </a:lnTo>
                  <a:lnTo>
                    <a:pt x="0" y="58026"/>
                  </a:lnTo>
                  <a:lnTo>
                    <a:pt x="83007" y="58026"/>
                  </a:lnTo>
                  <a:lnTo>
                    <a:pt x="83007" y="49872"/>
                  </a:lnTo>
                  <a:lnTo>
                    <a:pt x="45199" y="49872"/>
                  </a:lnTo>
                  <a:lnTo>
                    <a:pt x="45044" y="49733"/>
                  </a:lnTo>
                  <a:lnTo>
                    <a:pt x="8267" y="49733"/>
                  </a:lnTo>
                  <a:lnTo>
                    <a:pt x="8267" y="8407"/>
                  </a:lnTo>
                  <a:lnTo>
                    <a:pt x="83007" y="8407"/>
                  </a:lnTo>
                  <a:lnTo>
                    <a:pt x="83007" y="0"/>
                  </a:lnTo>
                  <a:close/>
                </a:path>
                <a:path w="83184" h="58419">
                  <a:moveTo>
                    <a:pt x="83007" y="8407"/>
                  </a:moveTo>
                  <a:lnTo>
                    <a:pt x="74574" y="8407"/>
                  </a:lnTo>
                  <a:lnTo>
                    <a:pt x="74574" y="49834"/>
                  </a:lnTo>
                  <a:lnTo>
                    <a:pt x="45199" y="49872"/>
                  </a:lnTo>
                  <a:lnTo>
                    <a:pt x="83007" y="49872"/>
                  </a:lnTo>
                  <a:lnTo>
                    <a:pt x="83007" y="8407"/>
                  </a:lnTo>
                  <a:close/>
                </a:path>
                <a:path w="83184" h="58419">
                  <a:moveTo>
                    <a:pt x="35623" y="16510"/>
                  </a:moveTo>
                  <a:lnTo>
                    <a:pt x="30099" y="18173"/>
                  </a:lnTo>
                  <a:lnTo>
                    <a:pt x="29188" y="25407"/>
                  </a:lnTo>
                  <a:lnTo>
                    <a:pt x="36410" y="49733"/>
                  </a:lnTo>
                  <a:lnTo>
                    <a:pt x="45044" y="49733"/>
                  </a:lnTo>
                  <a:lnTo>
                    <a:pt x="44691" y="49415"/>
                  </a:lnTo>
                  <a:lnTo>
                    <a:pt x="42990" y="43088"/>
                  </a:lnTo>
                  <a:lnTo>
                    <a:pt x="36258" y="18592"/>
                  </a:lnTo>
                  <a:lnTo>
                    <a:pt x="35623" y="16510"/>
                  </a:lnTo>
                  <a:close/>
                </a:path>
              </a:pathLst>
            </a:custGeom>
            <a:solidFill>
              <a:sysClr val="window" lastClr="FFFFFF"/>
            </a:solidFill>
          </p:spPr>
          <p:txBody>
            <a:bodyPr wrap="square" lIns="0" tIns="0" rIns="0" bIns="0" rtlCol="0"/>
            <a:lstStyle/>
            <a:p>
              <a:pPr defTabSz="806869">
                <a:defRPr/>
              </a:pPr>
              <a:endParaRPr sz="1587" kern="0">
                <a:solidFill>
                  <a:prstClr val="black"/>
                </a:solidFill>
              </a:endParaRPr>
            </a:p>
          </p:txBody>
        </p:sp>
        <p:sp>
          <p:nvSpPr>
            <p:cNvPr id="181" name="object 113">
              <a:extLst>
                <a:ext uri="{FF2B5EF4-FFF2-40B4-BE49-F238E27FC236}">
                  <a16:creationId xmlns:a16="http://schemas.microsoft.com/office/drawing/2014/main" id="{0D785BF7-3C23-9EEF-F519-067052041BD7}"/>
                </a:ext>
              </a:extLst>
            </p:cNvPr>
            <p:cNvSpPr/>
            <p:nvPr/>
          </p:nvSpPr>
          <p:spPr>
            <a:xfrm>
              <a:off x="5776263" y="4061900"/>
              <a:ext cx="167005" cy="200025"/>
            </a:xfrm>
            <a:custGeom>
              <a:avLst/>
              <a:gdLst/>
              <a:ahLst/>
              <a:cxnLst/>
              <a:rect l="l" t="t" r="r" b="b"/>
              <a:pathLst>
                <a:path w="167005" h="200025">
                  <a:moveTo>
                    <a:pt x="5194" y="182727"/>
                  </a:moveTo>
                  <a:lnTo>
                    <a:pt x="1651" y="184416"/>
                  </a:lnTo>
                  <a:lnTo>
                    <a:pt x="0" y="189191"/>
                  </a:lnTo>
                  <a:lnTo>
                    <a:pt x="0" y="199732"/>
                  </a:lnTo>
                  <a:lnTo>
                    <a:pt x="166573" y="199732"/>
                  </a:lnTo>
                  <a:lnTo>
                    <a:pt x="166408" y="186283"/>
                  </a:lnTo>
                  <a:lnTo>
                    <a:pt x="163195" y="183083"/>
                  </a:lnTo>
                  <a:lnTo>
                    <a:pt x="157911" y="183019"/>
                  </a:lnTo>
                  <a:lnTo>
                    <a:pt x="9994" y="182994"/>
                  </a:lnTo>
                  <a:lnTo>
                    <a:pt x="5194" y="182727"/>
                  </a:lnTo>
                  <a:close/>
                </a:path>
                <a:path w="167005" h="200025">
                  <a:moveTo>
                    <a:pt x="146786" y="0"/>
                  </a:moveTo>
                  <a:lnTo>
                    <a:pt x="19735" y="0"/>
                  </a:lnTo>
                  <a:lnTo>
                    <a:pt x="16764" y="2933"/>
                  </a:lnTo>
                  <a:lnTo>
                    <a:pt x="16611" y="8712"/>
                  </a:lnTo>
                  <a:lnTo>
                    <a:pt x="16611" y="183007"/>
                  </a:lnTo>
                  <a:lnTo>
                    <a:pt x="149885" y="183007"/>
                  </a:lnTo>
                  <a:lnTo>
                    <a:pt x="33451" y="182880"/>
                  </a:lnTo>
                  <a:lnTo>
                    <a:pt x="33451" y="16852"/>
                  </a:lnTo>
                  <a:lnTo>
                    <a:pt x="149791" y="16852"/>
                  </a:lnTo>
                  <a:lnTo>
                    <a:pt x="149683" y="2933"/>
                  </a:lnTo>
                  <a:lnTo>
                    <a:pt x="146786" y="0"/>
                  </a:lnTo>
                  <a:close/>
                </a:path>
                <a:path w="167005" h="200025">
                  <a:moveTo>
                    <a:pt x="149791" y="16852"/>
                  </a:moveTo>
                  <a:lnTo>
                    <a:pt x="132956" y="16852"/>
                  </a:lnTo>
                  <a:lnTo>
                    <a:pt x="132956" y="182880"/>
                  </a:lnTo>
                  <a:lnTo>
                    <a:pt x="149885" y="182880"/>
                  </a:lnTo>
                  <a:lnTo>
                    <a:pt x="149791" y="16852"/>
                  </a:lnTo>
                  <a:close/>
                </a:path>
              </a:pathLst>
            </a:custGeom>
            <a:grpFill/>
          </p:spPr>
          <p:txBody>
            <a:bodyPr wrap="square" lIns="0" tIns="0" rIns="0" bIns="0" rtlCol="0"/>
            <a:lstStyle/>
            <a:p>
              <a:pPr defTabSz="806869">
                <a:defRPr/>
              </a:pPr>
              <a:endParaRPr sz="1587" kern="0">
                <a:solidFill>
                  <a:prstClr val="black"/>
                </a:solidFill>
              </a:endParaRPr>
            </a:p>
          </p:txBody>
        </p:sp>
      </p:grpSp>
      <p:sp>
        <p:nvSpPr>
          <p:cNvPr id="182" name="Arc 181">
            <a:extLst>
              <a:ext uri="{FF2B5EF4-FFF2-40B4-BE49-F238E27FC236}">
                <a16:creationId xmlns:a16="http://schemas.microsoft.com/office/drawing/2014/main" id="{7585302E-0C65-F779-8828-6AE779CA1057}"/>
              </a:ext>
            </a:extLst>
          </p:cNvPr>
          <p:cNvSpPr/>
          <p:nvPr/>
        </p:nvSpPr>
        <p:spPr>
          <a:xfrm>
            <a:off x="3231673" y="3006885"/>
            <a:ext cx="143080" cy="545508"/>
          </a:xfrm>
          <a:prstGeom prst="arc">
            <a:avLst>
              <a:gd name="adj1" fmla="val 18765026"/>
              <a:gd name="adj2" fmla="val 5394058"/>
            </a:avLst>
          </a:prstGeom>
          <a:noFill/>
          <a:ln w="25400" cap="flat" cmpd="sng" algn="ctr">
            <a:solidFill>
              <a:sysClr val="windowText" lastClr="000000"/>
            </a:solidFill>
            <a:prstDash val="sysDot"/>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83" name="Arc 182">
            <a:extLst>
              <a:ext uri="{FF2B5EF4-FFF2-40B4-BE49-F238E27FC236}">
                <a16:creationId xmlns:a16="http://schemas.microsoft.com/office/drawing/2014/main" id="{1B7438F4-E655-72C0-AF48-36C824B183DD}"/>
              </a:ext>
            </a:extLst>
          </p:cNvPr>
          <p:cNvSpPr/>
          <p:nvPr/>
        </p:nvSpPr>
        <p:spPr>
          <a:xfrm>
            <a:off x="3651087" y="2729456"/>
            <a:ext cx="373136" cy="961024"/>
          </a:xfrm>
          <a:prstGeom prst="arc">
            <a:avLst>
              <a:gd name="adj1" fmla="val 5400006"/>
              <a:gd name="adj2" fmla="val 11174386"/>
            </a:avLst>
          </a:prstGeom>
          <a:noFill/>
          <a:ln w="25400" cap="flat" cmpd="sng" algn="ctr">
            <a:solidFill>
              <a:sysClr val="windowText" lastClr="000000"/>
            </a:solidFill>
            <a:prstDash val="sysDot"/>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184" name="object 112">
            <a:extLst>
              <a:ext uri="{FF2B5EF4-FFF2-40B4-BE49-F238E27FC236}">
                <a16:creationId xmlns:a16="http://schemas.microsoft.com/office/drawing/2014/main" id="{231F019B-083D-81F9-2374-8C0F6009B49D}"/>
              </a:ext>
            </a:extLst>
          </p:cNvPr>
          <p:cNvSpPr/>
          <p:nvPr/>
        </p:nvSpPr>
        <p:spPr>
          <a:xfrm>
            <a:off x="3718210" y="3650148"/>
            <a:ext cx="63705" cy="49048"/>
          </a:xfrm>
          <a:custGeom>
            <a:avLst/>
            <a:gdLst/>
            <a:ahLst/>
            <a:cxnLst/>
            <a:rect l="l" t="t" r="r" b="b"/>
            <a:pathLst>
              <a:path w="83184" h="58419">
                <a:moveTo>
                  <a:pt x="83007" y="0"/>
                </a:moveTo>
                <a:lnTo>
                  <a:pt x="0" y="0"/>
                </a:lnTo>
                <a:lnTo>
                  <a:pt x="0" y="58026"/>
                </a:lnTo>
                <a:lnTo>
                  <a:pt x="83007" y="58026"/>
                </a:lnTo>
                <a:lnTo>
                  <a:pt x="83007" y="49872"/>
                </a:lnTo>
                <a:lnTo>
                  <a:pt x="45199" y="49872"/>
                </a:lnTo>
                <a:lnTo>
                  <a:pt x="45044" y="49733"/>
                </a:lnTo>
                <a:lnTo>
                  <a:pt x="8267" y="49733"/>
                </a:lnTo>
                <a:lnTo>
                  <a:pt x="8267" y="8407"/>
                </a:lnTo>
                <a:lnTo>
                  <a:pt x="83007" y="8407"/>
                </a:lnTo>
                <a:lnTo>
                  <a:pt x="83007" y="0"/>
                </a:lnTo>
                <a:close/>
              </a:path>
              <a:path w="83184" h="58419">
                <a:moveTo>
                  <a:pt x="83007" y="8407"/>
                </a:moveTo>
                <a:lnTo>
                  <a:pt x="74574" y="8407"/>
                </a:lnTo>
                <a:lnTo>
                  <a:pt x="74574" y="49834"/>
                </a:lnTo>
                <a:lnTo>
                  <a:pt x="45199" y="49872"/>
                </a:lnTo>
                <a:lnTo>
                  <a:pt x="83007" y="49872"/>
                </a:lnTo>
                <a:lnTo>
                  <a:pt x="83007" y="8407"/>
                </a:lnTo>
                <a:close/>
              </a:path>
              <a:path w="83184" h="58419">
                <a:moveTo>
                  <a:pt x="35623" y="16510"/>
                </a:moveTo>
                <a:lnTo>
                  <a:pt x="30099" y="18173"/>
                </a:lnTo>
                <a:lnTo>
                  <a:pt x="29188" y="25407"/>
                </a:lnTo>
                <a:lnTo>
                  <a:pt x="36410" y="49733"/>
                </a:lnTo>
                <a:lnTo>
                  <a:pt x="45044" y="49733"/>
                </a:lnTo>
                <a:lnTo>
                  <a:pt x="44691" y="49415"/>
                </a:lnTo>
                <a:lnTo>
                  <a:pt x="42990" y="43088"/>
                </a:lnTo>
                <a:lnTo>
                  <a:pt x="36258" y="18592"/>
                </a:lnTo>
                <a:lnTo>
                  <a:pt x="35623" y="16510"/>
                </a:lnTo>
                <a:close/>
              </a:path>
            </a:pathLst>
          </a:custGeom>
          <a:solidFill>
            <a:srgbClr val="86BC25"/>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black"/>
              </a:solidFill>
              <a:effectLst/>
              <a:uLnTx/>
              <a:uFillTx/>
            </a:endParaRPr>
          </a:p>
        </p:txBody>
      </p:sp>
      <p:sp>
        <p:nvSpPr>
          <p:cNvPr id="185" name="object 113">
            <a:extLst>
              <a:ext uri="{FF2B5EF4-FFF2-40B4-BE49-F238E27FC236}">
                <a16:creationId xmlns:a16="http://schemas.microsoft.com/office/drawing/2014/main" id="{ACB11A58-688F-5E88-D550-E66A88F7EC86}"/>
              </a:ext>
            </a:extLst>
          </p:cNvPr>
          <p:cNvSpPr/>
          <p:nvPr/>
        </p:nvSpPr>
        <p:spPr>
          <a:xfrm>
            <a:off x="3686240" y="3629099"/>
            <a:ext cx="127896" cy="167940"/>
          </a:xfrm>
          <a:custGeom>
            <a:avLst/>
            <a:gdLst/>
            <a:ahLst/>
            <a:cxnLst/>
            <a:rect l="l" t="t" r="r" b="b"/>
            <a:pathLst>
              <a:path w="167005" h="200025">
                <a:moveTo>
                  <a:pt x="5194" y="182727"/>
                </a:moveTo>
                <a:lnTo>
                  <a:pt x="1651" y="184416"/>
                </a:lnTo>
                <a:lnTo>
                  <a:pt x="0" y="189191"/>
                </a:lnTo>
                <a:lnTo>
                  <a:pt x="0" y="199732"/>
                </a:lnTo>
                <a:lnTo>
                  <a:pt x="166573" y="199732"/>
                </a:lnTo>
                <a:lnTo>
                  <a:pt x="166408" y="186283"/>
                </a:lnTo>
                <a:lnTo>
                  <a:pt x="163195" y="183083"/>
                </a:lnTo>
                <a:lnTo>
                  <a:pt x="157911" y="183019"/>
                </a:lnTo>
                <a:lnTo>
                  <a:pt x="9994" y="182994"/>
                </a:lnTo>
                <a:lnTo>
                  <a:pt x="5194" y="182727"/>
                </a:lnTo>
                <a:close/>
              </a:path>
              <a:path w="167005" h="200025">
                <a:moveTo>
                  <a:pt x="146786" y="0"/>
                </a:moveTo>
                <a:lnTo>
                  <a:pt x="19735" y="0"/>
                </a:lnTo>
                <a:lnTo>
                  <a:pt x="16764" y="2933"/>
                </a:lnTo>
                <a:lnTo>
                  <a:pt x="16611" y="8712"/>
                </a:lnTo>
                <a:lnTo>
                  <a:pt x="16611" y="183007"/>
                </a:lnTo>
                <a:lnTo>
                  <a:pt x="149885" y="183007"/>
                </a:lnTo>
                <a:lnTo>
                  <a:pt x="33451" y="182880"/>
                </a:lnTo>
                <a:lnTo>
                  <a:pt x="33451" y="16852"/>
                </a:lnTo>
                <a:lnTo>
                  <a:pt x="149791" y="16852"/>
                </a:lnTo>
                <a:lnTo>
                  <a:pt x="149683" y="2933"/>
                </a:lnTo>
                <a:lnTo>
                  <a:pt x="146786" y="0"/>
                </a:lnTo>
                <a:close/>
              </a:path>
              <a:path w="167005" h="200025">
                <a:moveTo>
                  <a:pt x="149791" y="16852"/>
                </a:moveTo>
                <a:lnTo>
                  <a:pt x="132956" y="16852"/>
                </a:lnTo>
                <a:lnTo>
                  <a:pt x="132956" y="182880"/>
                </a:lnTo>
                <a:lnTo>
                  <a:pt x="149885" y="182880"/>
                </a:lnTo>
                <a:lnTo>
                  <a:pt x="149791" y="16852"/>
                </a:lnTo>
                <a:close/>
              </a:path>
            </a:pathLst>
          </a:custGeom>
          <a:solidFill>
            <a:srgbClr val="43B02A"/>
          </a:solidFill>
        </p:spPr>
        <p:txBody>
          <a:bodyPr wrap="square" lIns="0" tIns="0" rIns="0" bIns="0" rtlCol="0"/>
          <a:lstStyle/>
          <a:p>
            <a:pPr defTabSz="806869">
              <a:defRPr/>
            </a:pPr>
            <a:endParaRPr sz="1587" kern="0">
              <a:solidFill>
                <a:prstClr val="black"/>
              </a:solidFill>
            </a:endParaRPr>
          </a:p>
        </p:txBody>
      </p:sp>
      <p:sp>
        <p:nvSpPr>
          <p:cNvPr id="186" name="object 112">
            <a:extLst>
              <a:ext uri="{FF2B5EF4-FFF2-40B4-BE49-F238E27FC236}">
                <a16:creationId xmlns:a16="http://schemas.microsoft.com/office/drawing/2014/main" id="{BEE64B51-DA1B-CCB2-974B-426E2E181C85}"/>
              </a:ext>
            </a:extLst>
          </p:cNvPr>
          <p:cNvSpPr/>
          <p:nvPr/>
        </p:nvSpPr>
        <p:spPr>
          <a:xfrm>
            <a:off x="3228848" y="3510901"/>
            <a:ext cx="63705" cy="49048"/>
          </a:xfrm>
          <a:custGeom>
            <a:avLst/>
            <a:gdLst/>
            <a:ahLst/>
            <a:cxnLst/>
            <a:rect l="l" t="t" r="r" b="b"/>
            <a:pathLst>
              <a:path w="83184" h="58419">
                <a:moveTo>
                  <a:pt x="83007" y="0"/>
                </a:moveTo>
                <a:lnTo>
                  <a:pt x="0" y="0"/>
                </a:lnTo>
                <a:lnTo>
                  <a:pt x="0" y="58026"/>
                </a:lnTo>
                <a:lnTo>
                  <a:pt x="83007" y="58026"/>
                </a:lnTo>
                <a:lnTo>
                  <a:pt x="83007" y="49872"/>
                </a:lnTo>
                <a:lnTo>
                  <a:pt x="45199" y="49872"/>
                </a:lnTo>
                <a:lnTo>
                  <a:pt x="45044" y="49733"/>
                </a:lnTo>
                <a:lnTo>
                  <a:pt x="8267" y="49733"/>
                </a:lnTo>
                <a:lnTo>
                  <a:pt x="8267" y="8407"/>
                </a:lnTo>
                <a:lnTo>
                  <a:pt x="83007" y="8407"/>
                </a:lnTo>
                <a:lnTo>
                  <a:pt x="83007" y="0"/>
                </a:lnTo>
                <a:close/>
              </a:path>
              <a:path w="83184" h="58419">
                <a:moveTo>
                  <a:pt x="83007" y="8407"/>
                </a:moveTo>
                <a:lnTo>
                  <a:pt x="74574" y="8407"/>
                </a:lnTo>
                <a:lnTo>
                  <a:pt x="74574" y="49834"/>
                </a:lnTo>
                <a:lnTo>
                  <a:pt x="45199" y="49872"/>
                </a:lnTo>
                <a:lnTo>
                  <a:pt x="83007" y="49872"/>
                </a:lnTo>
                <a:lnTo>
                  <a:pt x="83007" y="8407"/>
                </a:lnTo>
                <a:close/>
              </a:path>
              <a:path w="83184" h="58419">
                <a:moveTo>
                  <a:pt x="35623" y="16510"/>
                </a:moveTo>
                <a:lnTo>
                  <a:pt x="30099" y="18173"/>
                </a:lnTo>
                <a:lnTo>
                  <a:pt x="29188" y="25407"/>
                </a:lnTo>
                <a:lnTo>
                  <a:pt x="36410" y="49733"/>
                </a:lnTo>
                <a:lnTo>
                  <a:pt x="45044" y="49733"/>
                </a:lnTo>
                <a:lnTo>
                  <a:pt x="44691" y="49415"/>
                </a:lnTo>
                <a:lnTo>
                  <a:pt x="42990" y="43088"/>
                </a:lnTo>
                <a:lnTo>
                  <a:pt x="36258" y="18592"/>
                </a:lnTo>
                <a:lnTo>
                  <a:pt x="35623" y="16510"/>
                </a:lnTo>
                <a:close/>
              </a:path>
            </a:pathLst>
          </a:custGeom>
          <a:solidFill>
            <a:srgbClr val="86BC25"/>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black"/>
              </a:solidFill>
              <a:effectLst/>
              <a:uLnTx/>
              <a:uFillTx/>
            </a:endParaRPr>
          </a:p>
        </p:txBody>
      </p:sp>
      <p:sp>
        <p:nvSpPr>
          <p:cNvPr id="187" name="object 113">
            <a:extLst>
              <a:ext uri="{FF2B5EF4-FFF2-40B4-BE49-F238E27FC236}">
                <a16:creationId xmlns:a16="http://schemas.microsoft.com/office/drawing/2014/main" id="{12EA8034-C43C-275C-2D9B-1B4305D3B870}"/>
              </a:ext>
            </a:extLst>
          </p:cNvPr>
          <p:cNvSpPr/>
          <p:nvPr/>
        </p:nvSpPr>
        <p:spPr>
          <a:xfrm>
            <a:off x="3196877" y="3489852"/>
            <a:ext cx="127896" cy="167940"/>
          </a:xfrm>
          <a:custGeom>
            <a:avLst/>
            <a:gdLst/>
            <a:ahLst/>
            <a:cxnLst/>
            <a:rect l="l" t="t" r="r" b="b"/>
            <a:pathLst>
              <a:path w="167005" h="200025">
                <a:moveTo>
                  <a:pt x="5194" y="182727"/>
                </a:moveTo>
                <a:lnTo>
                  <a:pt x="1651" y="184416"/>
                </a:lnTo>
                <a:lnTo>
                  <a:pt x="0" y="189191"/>
                </a:lnTo>
                <a:lnTo>
                  <a:pt x="0" y="199732"/>
                </a:lnTo>
                <a:lnTo>
                  <a:pt x="166573" y="199732"/>
                </a:lnTo>
                <a:lnTo>
                  <a:pt x="166408" y="186283"/>
                </a:lnTo>
                <a:lnTo>
                  <a:pt x="163195" y="183083"/>
                </a:lnTo>
                <a:lnTo>
                  <a:pt x="157911" y="183019"/>
                </a:lnTo>
                <a:lnTo>
                  <a:pt x="9994" y="182994"/>
                </a:lnTo>
                <a:lnTo>
                  <a:pt x="5194" y="182727"/>
                </a:lnTo>
                <a:close/>
              </a:path>
              <a:path w="167005" h="200025">
                <a:moveTo>
                  <a:pt x="146786" y="0"/>
                </a:moveTo>
                <a:lnTo>
                  <a:pt x="19735" y="0"/>
                </a:lnTo>
                <a:lnTo>
                  <a:pt x="16764" y="2933"/>
                </a:lnTo>
                <a:lnTo>
                  <a:pt x="16611" y="8712"/>
                </a:lnTo>
                <a:lnTo>
                  <a:pt x="16611" y="183007"/>
                </a:lnTo>
                <a:lnTo>
                  <a:pt x="149885" y="183007"/>
                </a:lnTo>
                <a:lnTo>
                  <a:pt x="33451" y="182880"/>
                </a:lnTo>
                <a:lnTo>
                  <a:pt x="33451" y="16852"/>
                </a:lnTo>
                <a:lnTo>
                  <a:pt x="149791" y="16852"/>
                </a:lnTo>
                <a:lnTo>
                  <a:pt x="149683" y="2933"/>
                </a:lnTo>
                <a:lnTo>
                  <a:pt x="146786" y="0"/>
                </a:lnTo>
                <a:close/>
              </a:path>
              <a:path w="167005" h="200025">
                <a:moveTo>
                  <a:pt x="149791" y="16852"/>
                </a:moveTo>
                <a:lnTo>
                  <a:pt x="132956" y="16852"/>
                </a:lnTo>
                <a:lnTo>
                  <a:pt x="132956" y="182880"/>
                </a:lnTo>
                <a:lnTo>
                  <a:pt x="149885" y="182880"/>
                </a:lnTo>
                <a:lnTo>
                  <a:pt x="149791" y="16852"/>
                </a:lnTo>
                <a:close/>
              </a:path>
            </a:pathLst>
          </a:custGeom>
          <a:solidFill>
            <a:srgbClr val="43B02A"/>
          </a:solidFill>
        </p:spPr>
        <p:txBody>
          <a:bodyPr wrap="square" lIns="0" tIns="0" rIns="0" bIns="0" rtlCol="0"/>
          <a:lstStyle/>
          <a:p>
            <a:pPr defTabSz="806869">
              <a:defRPr/>
            </a:pPr>
            <a:endParaRPr sz="1587" kern="0">
              <a:solidFill>
                <a:prstClr val="black"/>
              </a:solidFill>
            </a:endParaRPr>
          </a:p>
        </p:txBody>
      </p:sp>
      <p:cxnSp>
        <p:nvCxnSpPr>
          <p:cNvPr id="188" name="Straight Connector 187">
            <a:extLst>
              <a:ext uri="{FF2B5EF4-FFF2-40B4-BE49-F238E27FC236}">
                <a16:creationId xmlns:a16="http://schemas.microsoft.com/office/drawing/2014/main" id="{0E7F0C0C-7889-D909-6D20-789F0BE84EF9}"/>
              </a:ext>
            </a:extLst>
          </p:cNvPr>
          <p:cNvCxnSpPr/>
          <p:nvPr/>
        </p:nvCxnSpPr>
        <p:spPr>
          <a:xfrm>
            <a:off x="3800297" y="3692461"/>
            <a:ext cx="47498" cy="0"/>
          </a:xfrm>
          <a:prstGeom prst="line">
            <a:avLst/>
          </a:prstGeom>
          <a:noFill/>
          <a:ln w="19050" cap="flat" cmpd="sng" algn="ctr">
            <a:solidFill>
              <a:sysClr val="window" lastClr="FFFFFF"/>
            </a:solidFill>
            <a:prstDash val="sysDot"/>
            <a:miter lim="800000"/>
          </a:ln>
          <a:effectLst/>
        </p:spPr>
      </p:cxnSp>
      <p:cxnSp>
        <p:nvCxnSpPr>
          <p:cNvPr id="189" name="Straight Connector 188">
            <a:extLst>
              <a:ext uri="{FF2B5EF4-FFF2-40B4-BE49-F238E27FC236}">
                <a16:creationId xmlns:a16="http://schemas.microsoft.com/office/drawing/2014/main" id="{3C7C276B-7CA7-4616-F8AC-985357466D28}"/>
              </a:ext>
            </a:extLst>
          </p:cNvPr>
          <p:cNvCxnSpPr/>
          <p:nvPr/>
        </p:nvCxnSpPr>
        <p:spPr>
          <a:xfrm>
            <a:off x="3988731" y="3415208"/>
            <a:ext cx="47498" cy="0"/>
          </a:xfrm>
          <a:prstGeom prst="line">
            <a:avLst/>
          </a:prstGeom>
          <a:noFill/>
          <a:ln w="19050" cap="flat" cmpd="sng" algn="ctr">
            <a:solidFill>
              <a:sysClr val="window" lastClr="FFFFFF"/>
            </a:solidFill>
            <a:prstDash val="sysDot"/>
            <a:miter lim="800000"/>
          </a:ln>
          <a:effectLst/>
        </p:spPr>
      </p:cxnSp>
      <p:sp>
        <p:nvSpPr>
          <p:cNvPr id="190" name="object 147">
            <a:extLst>
              <a:ext uri="{FF2B5EF4-FFF2-40B4-BE49-F238E27FC236}">
                <a16:creationId xmlns:a16="http://schemas.microsoft.com/office/drawing/2014/main" id="{93350A37-6193-930F-A0F5-B9BFCF44C89F}"/>
              </a:ext>
            </a:extLst>
          </p:cNvPr>
          <p:cNvSpPr txBox="1"/>
          <p:nvPr/>
        </p:nvSpPr>
        <p:spPr>
          <a:xfrm>
            <a:off x="3988404" y="3530109"/>
            <a:ext cx="1089686" cy="309957"/>
          </a:xfrm>
          <a:prstGeom prst="rect">
            <a:avLst/>
          </a:prstGeom>
          <a:noFill/>
        </p:spPr>
        <p:txBody>
          <a:bodyPr wrap="square" rtlCol="0">
            <a:spAutoFit/>
          </a:bodyPr>
          <a:lstStyle>
            <a:defPPr>
              <a:defRPr lang="en-US"/>
            </a:defPPr>
            <a:lvl1pPr algn="ctr">
              <a:defRPr sz="1200" b="1">
                <a:solidFill>
                  <a:schemeClr val="accent5"/>
                </a:solidFill>
              </a:defRPr>
            </a:lvl1pPr>
          </a:lstStyle>
          <a:p>
            <a:pPr algn="l" defTabSz="806869">
              <a:defRPr/>
            </a:pPr>
            <a:r>
              <a:rPr sz="707" b="0" kern="0" dirty="0">
                <a:solidFill>
                  <a:prstClr val="black"/>
                </a:solidFill>
              </a:rPr>
              <a:t>Smart transmission</a:t>
            </a:r>
            <a:br>
              <a:rPr lang="en-US" sz="707" b="0" kern="0" dirty="0">
                <a:solidFill>
                  <a:prstClr val="black"/>
                </a:solidFill>
              </a:rPr>
            </a:br>
            <a:r>
              <a:rPr sz="707" b="0" kern="0" dirty="0">
                <a:solidFill>
                  <a:prstClr val="black"/>
                </a:solidFill>
              </a:rPr>
              <a:t>and distribution</a:t>
            </a:r>
          </a:p>
        </p:txBody>
      </p:sp>
      <p:sp>
        <p:nvSpPr>
          <p:cNvPr id="191" name="TextBox 190">
            <a:extLst>
              <a:ext uri="{FF2B5EF4-FFF2-40B4-BE49-F238E27FC236}">
                <a16:creationId xmlns:a16="http://schemas.microsoft.com/office/drawing/2014/main" id="{7813E352-99C3-5D88-38B6-1FB86F33CD10}"/>
              </a:ext>
            </a:extLst>
          </p:cNvPr>
          <p:cNvSpPr txBox="1"/>
          <p:nvPr/>
        </p:nvSpPr>
        <p:spPr>
          <a:xfrm>
            <a:off x="487622" y="4033398"/>
            <a:ext cx="8454565" cy="276999"/>
          </a:xfrm>
          <a:prstGeom prst="rect">
            <a:avLst/>
          </a:prstGeom>
          <a:solidFill>
            <a:srgbClr val="86BC25"/>
          </a:solidFill>
          <a:ln>
            <a:noFill/>
          </a:ln>
        </p:spPr>
        <p:txBody>
          <a:bodyPr wrap="square" rtlCol="0">
            <a:spAutoFit/>
          </a:bodyPr>
          <a:lstStyle/>
          <a:p>
            <a:pPr marL="0" marR="0" lvl="0" indent="0" algn="ctr" defTabSz="806869"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prstClr val="white"/>
                </a:solidFill>
                <a:effectLst/>
                <a:uLnTx/>
                <a:uFillTx/>
              </a:rPr>
              <a:t>Sensor and data communication network</a:t>
            </a:r>
          </a:p>
        </p:txBody>
      </p:sp>
      <p:grpSp>
        <p:nvGrpSpPr>
          <p:cNvPr id="192" name="Group 191">
            <a:extLst>
              <a:ext uri="{FF2B5EF4-FFF2-40B4-BE49-F238E27FC236}">
                <a16:creationId xmlns:a16="http://schemas.microsoft.com/office/drawing/2014/main" id="{46445754-C73F-5C6F-3F00-2A9B57F455AE}"/>
              </a:ext>
            </a:extLst>
          </p:cNvPr>
          <p:cNvGrpSpPr/>
          <p:nvPr/>
        </p:nvGrpSpPr>
        <p:grpSpPr>
          <a:xfrm>
            <a:off x="7686129" y="2487568"/>
            <a:ext cx="650153" cy="448631"/>
            <a:chOff x="9618345" y="2192885"/>
            <a:chExt cx="1284947" cy="586096"/>
          </a:xfrm>
          <a:solidFill>
            <a:srgbClr val="8C8C8C">
              <a:lumMod val="75000"/>
            </a:srgbClr>
          </a:solidFill>
        </p:grpSpPr>
        <p:sp>
          <p:nvSpPr>
            <p:cNvPr id="193" name="Freeform 35">
              <a:extLst>
                <a:ext uri="{FF2B5EF4-FFF2-40B4-BE49-F238E27FC236}">
                  <a16:creationId xmlns:a16="http://schemas.microsoft.com/office/drawing/2014/main" id="{BA4B9C11-AACA-62B1-7A96-784DFF8E9994}"/>
                </a:ext>
              </a:extLst>
            </p:cNvPr>
            <p:cNvSpPr>
              <a:spLocks noEditPoints="1"/>
            </p:cNvSpPr>
            <p:nvPr/>
          </p:nvSpPr>
          <p:spPr bwMode="auto">
            <a:xfrm>
              <a:off x="9618345" y="2192885"/>
              <a:ext cx="870971" cy="586096"/>
            </a:xfrm>
            <a:custGeom>
              <a:avLst/>
              <a:gdLst>
                <a:gd name="T0" fmla="*/ 548 w 548"/>
                <a:gd name="T1" fmla="*/ 34 h 298"/>
                <a:gd name="T2" fmla="*/ 463 w 548"/>
                <a:gd name="T3" fmla="*/ 298 h 298"/>
                <a:gd name="T4" fmla="*/ 364 w 548"/>
                <a:gd name="T5" fmla="*/ 298 h 298"/>
                <a:gd name="T6" fmla="*/ 323 w 548"/>
                <a:gd name="T7" fmla="*/ 190 h 298"/>
                <a:gd name="T8" fmla="*/ 227 w 548"/>
                <a:gd name="T9" fmla="*/ 174 h 298"/>
                <a:gd name="T10" fmla="*/ 0 w 548"/>
                <a:gd name="T11" fmla="*/ 183 h 298"/>
                <a:gd name="T12" fmla="*/ 227 w 548"/>
                <a:gd name="T13" fmla="*/ 133 h 298"/>
                <a:gd name="T14" fmla="*/ 0 w 548"/>
                <a:gd name="T15" fmla="*/ 148 h 298"/>
                <a:gd name="T16" fmla="*/ 364 w 548"/>
                <a:gd name="T17" fmla="*/ 142 h 298"/>
                <a:gd name="T18" fmla="*/ 463 w 548"/>
                <a:gd name="T19" fmla="*/ 131 h 298"/>
                <a:gd name="T20" fmla="*/ 323 w 548"/>
                <a:gd name="T21" fmla="*/ 130 h 298"/>
                <a:gd name="T22" fmla="*/ 463 w 548"/>
                <a:gd name="T23" fmla="*/ 104 h 298"/>
                <a:gd name="T24" fmla="*/ 323 w 548"/>
                <a:gd name="T25" fmla="*/ 106 h 298"/>
                <a:gd name="T26" fmla="*/ 463 w 548"/>
                <a:gd name="T27" fmla="*/ 78 h 298"/>
                <a:gd name="T28" fmla="*/ 323 w 548"/>
                <a:gd name="T29" fmla="*/ 83 h 298"/>
                <a:gd name="T30" fmla="*/ 463 w 548"/>
                <a:gd name="T31" fmla="*/ 52 h 298"/>
                <a:gd name="T32" fmla="*/ 323 w 548"/>
                <a:gd name="T33" fmla="*/ 59 h 298"/>
                <a:gd name="T34" fmla="*/ 463 w 548"/>
                <a:gd name="T35" fmla="*/ 26 h 298"/>
                <a:gd name="T36" fmla="*/ 323 w 548"/>
                <a:gd name="T37" fmla="*/ 35 h 298"/>
                <a:gd name="T38" fmla="*/ 463 w 548"/>
                <a:gd name="T39" fmla="*/ 0 h 298"/>
                <a:gd name="T40" fmla="*/ 0 w 548"/>
                <a:gd name="T41" fmla="*/ 218 h 298"/>
                <a:gd name="T42" fmla="*/ 159 w 548"/>
                <a:gd name="T43" fmla="*/ 219 h 298"/>
                <a:gd name="T44" fmla="*/ 159 w 548"/>
                <a:gd name="T45" fmla="*/ 243 h 298"/>
                <a:gd name="T46" fmla="*/ 0 w 548"/>
                <a:gd name="T47" fmla="*/ 263 h 298"/>
                <a:gd name="T48" fmla="*/ 159 w 548"/>
                <a:gd name="T49" fmla="*/ 243 h 298"/>
                <a:gd name="T50" fmla="*/ 0 w 548"/>
                <a:gd name="T51" fmla="*/ 287 h 298"/>
                <a:gd name="T52" fmla="*/ 159 w 548"/>
                <a:gd name="T53" fmla="*/ 298 h 298"/>
                <a:gd name="T54" fmla="*/ 387 w 548"/>
                <a:gd name="T55" fmla="*/ 198 h 298"/>
                <a:gd name="T56" fmla="*/ 411 w 548"/>
                <a:gd name="T57" fmla="*/ 213 h 298"/>
                <a:gd name="T58" fmla="*/ 463 w 548"/>
                <a:gd name="T59" fmla="*/ 193 h 298"/>
                <a:gd name="T60" fmla="*/ 411 w 548"/>
                <a:gd name="T61" fmla="*/ 222 h 298"/>
                <a:gd name="T62" fmla="*/ 463 w 548"/>
                <a:gd name="T63" fmla="*/ 235 h 298"/>
                <a:gd name="T64" fmla="*/ 411 w 548"/>
                <a:gd name="T65" fmla="*/ 222 h 298"/>
                <a:gd name="T66" fmla="*/ 411 w 548"/>
                <a:gd name="T67" fmla="*/ 263 h 298"/>
                <a:gd name="T68" fmla="*/ 463 w 548"/>
                <a:gd name="T69" fmla="*/ 245 h 298"/>
                <a:gd name="T70" fmla="*/ 411 w 548"/>
                <a:gd name="T71" fmla="*/ 272 h 298"/>
                <a:gd name="T72" fmla="*/ 463 w 548"/>
                <a:gd name="T73" fmla="*/ 288 h 298"/>
                <a:gd name="T74" fmla="*/ 411 w 548"/>
                <a:gd name="T75" fmla="*/ 272 h 298"/>
                <a:gd name="T76" fmla="*/ 463 w 548"/>
                <a:gd name="T77" fmla="*/ 183 h 298"/>
                <a:gd name="T78" fmla="*/ 364 w 548"/>
                <a:gd name="T79" fmla="*/ 175 h 298"/>
                <a:gd name="T80" fmla="*/ 364 w 548"/>
                <a:gd name="T81" fmla="*/ 167 h 298"/>
                <a:gd name="T82" fmla="*/ 463 w 548"/>
                <a:gd name="T83" fmla="*/ 140 h 298"/>
                <a:gd name="T84" fmla="*/ 364 w 548"/>
                <a:gd name="T85" fmla="*/ 16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8" h="298">
                  <a:moveTo>
                    <a:pt x="463" y="0"/>
                  </a:moveTo>
                  <a:cubicBezTo>
                    <a:pt x="548" y="34"/>
                    <a:pt x="548" y="34"/>
                    <a:pt x="548" y="34"/>
                  </a:cubicBezTo>
                  <a:cubicBezTo>
                    <a:pt x="548" y="298"/>
                    <a:pt x="548" y="298"/>
                    <a:pt x="548" y="298"/>
                  </a:cubicBezTo>
                  <a:cubicBezTo>
                    <a:pt x="463" y="298"/>
                    <a:pt x="463" y="298"/>
                    <a:pt x="463" y="298"/>
                  </a:cubicBezTo>
                  <a:cubicBezTo>
                    <a:pt x="411" y="298"/>
                    <a:pt x="411" y="298"/>
                    <a:pt x="411" y="298"/>
                  </a:cubicBezTo>
                  <a:cubicBezTo>
                    <a:pt x="364" y="298"/>
                    <a:pt x="364" y="298"/>
                    <a:pt x="364" y="298"/>
                  </a:cubicBezTo>
                  <a:cubicBezTo>
                    <a:pt x="323" y="298"/>
                    <a:pt x="323" y="298"/>
                    <a:pt x="323" y="298"/>
                  </a:cubicBezTo>
                  <a:cubicBezTo>
                    <a:pt x="323" y="190"/>
                    <a:pt x="323" y="190"/>
                    <a:pt x="323" y="190"/>
                  </a:cubicBezTo>
                  <a:cubicBezTo>
                    <a:pt x="227" y="197"/>
                    <a:pt x="227" y="197"/>
                    <a:pt x="227" y="197"/>
                  </a:cubicBezTo>
                  <a:cubicBezTo>
                    <a:pt x="227" y="174"/>
                    <a:pt x="227" y="174"/>
                    <a:pt x="227" y="174"/>
                  </a:cubicBezTo>
                  <a:cubicBezTo>
                    <a:pt x="152" y="181"/>
                    <a:pt x="76" y="187"/>
                    <a:pt x="0" y="194"/>
                  </a:cubicBezTo>
                  <a:cubicBezTo>
                    <a:pt x="0" y="190"/>
                    <a:pt x="0" y="187"/>
                    <a:pt x="0" y="183"/>
                  </a:cubicBezTo>
                  <a:cubicBezTo>
                    <a:pt x="76" y="174"/>
                    <a:pt x="152" y="166"/>
                    <a:pt x="227" y="157"/>
                  </a:cubicBezTo>
                  <a:cubicBezTo>
                    <a:pt x="227" y="133"/>
                    <a:pt x="227" y="133"/>
                    <a:pt x="227" y="133"/>
                  </a:cubicBezTo>
                  <a:cubicBezTo>
                    <a:pt x="0" y="159"/>
                    <a:pt x="0" y="159"/>
                    <a:pt x="0" y="159"/>
                  </a:cubicBezTo>
                  <a:cubicBezTo>
                    <a:pt x="0" y="148"/>
                    <a:pt x="0" y="148"/>
                    <a:pt x="0" y="148"/>
                  </a:cubicBezTo>
                  <a:cubicBezTo>
                    <a:pt x="227" y="116"/>
                    <a:pt x="227" y="116"/>
                    <a:pt x="227" y="116"/>
                  </a:cubicBezTo>
                  <a:cubicBezTo>
                    <a:pt x="364" y="142"/>
                    <a:pt x="364" y="142"/>
                    <a:pt x="364" y="142"/>
                  </a:cubicBezTo>
                  <a:cubicBezTo>
                    <a:pt x="364" y="142"/>
                    <a:pt x="364" y="142"/>
                    <a:pt x="364" y="142"/>
                  </a:cubicBezTo>
                  <a:cubicBezTo>
                    <a:pt x="463" y="131"/>
                    <a:pt x="463" y="131"/>
                    <a:pt x="463" y="131"/>
                  </a:cubicBezTo>
                  <a:cubicBezTo>
                    <a:pt x="463" y="114"/>
                    <a:pt x="463" y="114"/>
                    <a:pt x="463" y="114"/>
                  </a:cubicBezTo>
                  <a:cubicBezTo>
                    <a:pt x="417" y="120"/>
                    <a:pt x="370" y="125"/>
                    <a:pt x="323" y="130"/>
                  </a:cubicBezTo>
                  <a:cubicBezTo>
                    <a:pt x="323" y="128"/>
                    <a:pt x="323" y="125"/>
                    <a:pt x="323" y="123"/>
                  </a:cubicBezTo>
                  <a:cubicBezTo>
                    <a:pt x="370" y="117"/>
                    <a:pt x="417" y="111"/>
                    <a:pt x="463" y="104"/>
                  </a:cubicBezTo>
                  <a:cubicBezTo>
                    <a:pt x="463" y="88"/>
                    <a:pt x="463" y="88"/>
                    <a:pt x="463" y="88"/>
                  </a:cubicBezTo>
                  <a:cubicBezTo>
                    <a:pt x="417" y="94"/>
                    <a:pt x="370" y="100"/>
                    <a:pt x="323" y="106"/>
                  </a:cubicBezTo>
                  <a:cubicBezTo>
                    <a:pt x="323" y="104"/>
                    <a:pt x="323" y="102"/>
                    <a:pt x="323" y="99"/>
                  </a:cubicBezTo>
                  <a:cubicBezTo>
                    <a:pt x="370" y="92"/>
                    <a:pt x="417" y="85"/>
                    <a:pt x="463" y="78"/>
                  </a:cubicBezTo>
                  <a:cubicBezTo>
                    <a:pt x="463" y="62"/>
                    <a:pt x="463" y="62"/>
                    <a:pt x="463" y="62"/>
                  </a:cubicBezTo>
                  <a:cubicBezTo>
                    <a:pt x="417" y="69"/>
                    <a:pt x="370" y="76"/>
                    <a:pt x="323" y="83"/>
                  </a:cubicBezTo>
                  <a:cubicBezTo>
                    <a:pt x="323" y="80"/>
                    <a:pt x="323" y="78"/>
                    <a:pt x="323" y="75"/>
                  </a:cubicBezTo>
                  <a:cubicBezTo>
                    <a:pt x="370" y="67"/>
                    <a:pt x="417" y="60"/>
                    <a:pt x="463" y="52"/>
                  </a:cubicBezTo>
                  <a:cubicBezTo>
                    <a:pt x="463" y="36"/>
                    <a:pt x="463" y="36"/>
                    <a:pt x="463" y="36"/>
                  </a:cubicBezTo>
                  <a:cubicBezTo>
                    <a:pt x="417" y="43"/>
                    <a:pt x="370" y="51"/>
                    <a:pt x="323" y="59"/>
                  </a:cubicBezTo>
                  <a:cubicBezTo>
                    <a:pt x="323" y="56"/>
                    <a:pt x="323" y="54"/>
                    <a:pt x="323" y="51"/>
                  </a:cubicBezTo>
                  <a:cubicBezTo>
                    <a:pt x="370" y="43"/>
                    <a:pt x="417" y="34"/>
                    <a:pt x="463" y="26"/>
                  </a:cubicBezTo>
                  <a:cubicBezTo>
                    <a:pt x="463" y="9"/>
                    <a:pt x="463" y="9"/>
                    <a:pt x="463" y="9"/>
                  </a:cubicBezTo>
                  <a:cubicBezTo>
                    <a:pt x="323" y="35"/>
                    <a:pt x="323" y="35"/>
                    <a:pt x="323" y="35"/>
                  </a:cubicBezTo>
                  <a:cubicBezTo>
                    <a:pt x="323" y="27"/>
                    <a:pt x="323" y="27"/>
                    <a:pt x="323" y="27"/>
                  </a:cubicBezTo>
                  <a:cubicBezTo>
                    <a:pt x="463" y="0"/>
                    <a:pt x="463" y="0"/>
                    <a:pt x="463" y="0"/>
                  </a:cubicBezTo>
                  <a:close/>
                  <a:moveTo>
                    <a:pt x="159" y="204"/>
                  </a:moveTo>
                  <a:cubicBezTo>
                    <a:pt x="0" y="218"/>
                    <a:pt x="0" y="218"/>
                    <a:pt x="0" y="218"/>
                  </a:cubicBezTo>
                  <a:cubicBezTo>
                    <a:pt x="0" y="221"/>
                    <a:pt x="0" y="225"/>
                    <a:pt x="0" y="228"/>
                  </a:cubicBezTo>
                  <a:cubicBezTo>
                    <a:pt x="159" y="219"/>
                    <a:pt x="159" y="219"/>
                    <a:pt x="159" y="219"/>
                  </a:cubicBezTo>
                  <a:cubicBezTo>
                    <a:pt x="159" y="204"/>
                    <a:pt x="159" y="204"/>
                    <a:pt x="159" y="204"/>
                  </a:cubicBezTo>
                  <a:close/>
                  <a:moveTo>
                    <a:pt x="159" y="243"/>
                  </a:moveTo>
                  <a:cubicBezTo>
                    <a:pt x="0" y="252"/>
                    <a:pt x="0" y="252"/>
                    <a:pt x="0" y="252"/>
                  </a:cubicBezTo>
                  <a:cubicBezTo>
                    <a:pt x="0" y="256"/>
                    <a:pt x="0" y="259"/>
                    <a:pt x="0" y="263"/>
                  </a:cubicBezTo>
                  <a:cubicBezTo>
                    <a:pt x="159" y="259"/>
                    <a:pt x="159" y="259"/>
                    <a:pt x="159" y="259"/>
                  </a:cubicBezTo>
                  <a:cubicBezTo>
                    <a:pt x="159" y="243"/>
                    <a:pt x="159" y="243"/>
                    <a:pt x="159" y="243"/>
                  </a:cubicBezTo>
                  <a:close/>
                  <a:moveTo>
                    <a:pt x="159" y="282"/>
                  </a:moveTo>
                  <a:cubicBezTo>
                    <a:pt x="0" y="287"/>
                    <a:pt x="0" y="287"/>
                    <a:pt x="0" y="287"/>
                  </a:cubicBezTo>
                  <a:cubicBezTo>
                    <a:pt x="0" y="298"/>
                    <a:pt x="0" y="298"/>
                    <a:pt x="0" y="298"/>
                  </a:cubicBezTo>
                  <a:cubicBezTo>
                    <a:pt x="159" y="298"/>
                    <a:pt x="159" y="298"/>
                    <a:pt x="159" y="298"/>
                  </a:cubicBezTo>
                  <a:cubicBezTo>
                    <a:pt x="159" y="282"/>
                    <a:pt x="159" y="282"/>
                    <a:pt x="159" y="282"/>
                  </a:cubicBezTo>
                  <a:close/>
                  <a:moveTo>
                    <a:pt x="387" y="198"/>
                  </a:moveTo>
                  <a:cubicBezTo>
                    <a:pt x="411" y="201"/>
                    <a:pt x="411" y="201"/>
                    <a:pt x="411" y="201"/>
                  </a:cubicBezTo>
                  <a:cubicBezTo>
                    <a:pt x="411" y="213"/>
                    <a:pt x="411" y="213"/>
                    <a:pt x="411" y="213"/>
                  </a:cubicBezTo>
                  <a:cubicBezTo>
                    <a:pt x="463" y="209"/>
                    <a:pt x="463" y="209"/>
                    <a:pt x="463" y="209"/>
                  </a:cubicBezTo>
                  <a:cubicBezTo>
                    <a:pt x="463" y="193"/>
                    <a:pt x="463" y="193"/>
                    <a:pt x="463" y="193"/>
                  </a:cubicBezTo>
                  <a:cubicBezTo>
                    <a:pt x="387" y="198"/>
                    <a:pt x="387" y="198"/>
                    <a:pt x="387" y="198"/>
                  </a:cubicBezTo>
                  <a:close/>
                  <a:moveTo>
                    <a:pt x="411" y="222"/>
                  </a:moveTo>
                  <a:cubicBezTo>
                    <a:pt x="411" y="238"/>
                    <a:pt x="411" y="238"/>
                    <a:pt x="411" y="238"/>
                  </a:cubicBezTo>
                  <a:cubicBezTo>
                    <a:pt x="463" y="235"/>
                    <a:pt x="463" y="235"/>
                    <a:pt x="463" y="235"/>
                  </a:cubicBezTo>
                  <a:cubicBezTo>
                    <a:pt x="463" y="219"/>
                    <a:pt x="463" y="219"/>
                    <a:pt x="463" y="219"/>
                  </a:cubicBezTo>
                  <a:cubicBezTo>
                    <a:pt x="411" y="222"/>
                    <a:pt x="411" y="222"/>
                    <a:pt x="411" y="222"/>
                  </a:cubicBezTo>
                  <a:close/>
                  <a:moveTo>
                    <a:pt x="411" y="247"/>
                  </a:moveTo>
                  <a:cubicBezTo>
                    <a:pt x="411" y="263"/>
                    <a:pt x="411" y="263"/>
                    <a:pt x="411" y="263"/>
                  </a:cubicBezTo>
                  <a:cubicBezTo>
                    <a:pt x="463" y="262"/>
                    <a:pt x="463" y="262"/>
                    <a:pt x="463" y="262"/>
                  </a:cubicBezTo>
                  <a:cubicBezTo>
                    <a:pt x="463" y="245"/>
                    <a:pt x="463" y="245"/>
                    <a:pt x="463" y="245"/>
                  </a:cubicBezTo>
                  <a:cubicBezTo>
                    <a:pt x="411" y="247"/>
                    <a:pt x="411" y="247"/>
                    <a:pt x="411" y="247"/>
                  </a:cubicBezTo>
                  <a:close/>
                  <a:moveTo>
                    <a:pt x="411" y="272"/>
                  </a:moveTo>
                  <a:cubicBezTo>
                    <a:pt x="411" y="289"/>
                    <a:pt x="411" y="289"/>
                    <a:pt x="411" y="289"/>
                  </a:cubicBezTo>
                  <a:cubicBezTo>
                    <a:pt x="463" y="288"/>
                    <a:pt x="463" y="288"/>
                    <a:pt x="463" y="288"/>
                  </a:cubicBezTo>
                  <a:cubicBezTo>
                    <a:pt x="463" y="271"/>
                    <a:pt x="463" y="271"/>
                    <a:pt x="463" y="271"/>
                  </a:cubicBezTo>
                  <a:cubicBezTo>
                    <a:pt x="411" y="272"/>
                    <a:pt x="411" y="272"/>
                    <a:pt x="411" y="272"/>
                  </a:cubicBezTo>
                  <a:close/>
                  <a:moveTo>
                    <a:pt x="364" y="191"/>
                  </a:moveTo>
                  <a:cubicBezTo>
                    <a:pt x="463" y="183"/>
                    <a:pt x="463" y="183"/>
                    <a:pt x="463" y="183"/>
                  </a:cubicBezTo>
                  <a:cubicBezTo>
                    <a:pt x="463" y="167"/>
                    <a:pt x="463" y="167"/>
                    <a:pt x="463" y="167"/>
                  </a:cubicBezTo>
                  <a:cubicBezTo>
                    <a:pt x="364" y="175"/>
                    <a:pt x="364" y="175"/>
                    <a:pt x="364" y="175"/>
                  </a:cubicBezTo>
                  <a:cubicBezTo>
                    <a:pt x="364" y="191"/>
                    <a:pt x="364" y="191"/>
                    <a:pt x="364" y="191"/>
                  </a:cubicBezTo>
                  <a:close/>
                  <a:moveTo>
                    <a:pt x="364" y="167"/>
                  </a:moveTo>
                  <a:cubicBezTo>
                    <a:pt x="463" y="157"/>
                    <a:pt x="463" y="157"/>
                    <a:pt x="463" y="157"/>
                  </a:cubicBezTo>
                  <a:cubicBezTo>
                    <a:pt x="463" y="140"/>
                    <a:pt x="463" y="140"/>
                    <a:pt x="463" y="140"/>
                  </a:cubicBezTo>
                  <a:cubicBezTo>
                    <a:pt x="364" y="150"/>
                    <a:pt x="364" y="150"/>
                    <a:pt x="364" y="150"/>
                  </a:cubicBezTo>
                  <a:lnTo>
                    <a:pt x="364" y="167"/>
                  </a:lnTo>
                  <a:close/>
                </a:path>
              </a:pathLst>
            </a:custGeom>
            <a:grpFill/>
            <a:ln>
              <a:noFill/>
            </a:ln>
          </p:spPr>
          <p:txBody>
            <a:bodyPr vert="horz" wrap="square" lIns="80681" tIns="40341" rIns="80681" bIns="40341" numCol="1" anchor="t" anchorCtr="0" compatLnSpc="1">
              <a:prstTxWarp prst="textNoShape">
                <a:avLst/>
              </a:prstTxWarp>
            </a:bodyPr>
            <a:lstStyle/>
            <a:p>
              <a:pPr marL="0" marR="0" lvl="0" indent="0"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srgbClr val="FFC000"/>
                </a:solidFill>
                <a:effectLst/>
                <a:uLnTx/>
                <a:uFillTx/>
              </a:endParaRPr>
            </a:p>
          </p:txBody>
        </p:sp>
        <p:grpSp>
          <p:nvGrpSpPr>
            <p:cNvPr id="194" name="Group 193">
              <a:extLst>
                <a:ext uri="{FF2B5EF4-FFF2-40B4-BE49-F238E27FC236}">
                  <a16:creationId xmlns:a16="http://schemas.microsoft.com/office/drawing/2014/main" id="{3404A3D3-E6C8-AD11-BCA0-33B18AADE20E}"/>
                </a:ext>
              </a:extLst>
            </p:cNvPr>
            <p:cNvGrpSpPr/>
            <p:nvPr/>
          </p:nvGrpSpPr>
          <p:grpSpPr>
            <a:xfrm>
              <a:off x="10502922" y="2514919"/>
              <a:ext cx="400370" cy="264062"/>
              <a:chOff x="10502922" y="2531065"/>
              <a:chExt cx="400370" cy="264062"/>
            </a:xfrm>
            <a:grpFill/>
          </p:grpSpPr>
          <p:sp>
            <p:nvSpPr>
              <p:cNvPr id="195" name="Freeform 250">
                <a:extLst>
                  <a:ext uri="{FF2B5EF4-FFF2-40B4-BE49-F238E27FC236}">
                    <a16:creationId xmlns:a16="http://schemas.microsoft.com/office/drawing/2014/main" id="{5A097A83-687C-1E6E-0319-6E21DEC9E079}"/>
                  </a:ext>
                </a:extLst>
              </p:cNvPr>
              <p:cNvSpPr/>
              <p:nvPr/>
            </p:nvSpPr>
            <p:spPr>
              <a:xfrm>
                <a:off x="10502922" y="2531065"/>
                <a:ext cx="400370" cy="264062"/>
              </a:xfrm>
              <a:custGeom>
                <a:avLst/>
                <a:gdLst>
                  <a:gd name="connsiteX0" fmla="*/ 3661287 w 3709219"/>
                  <a:gd name="connsiteY0" fmla="*/ 4022623 h 4203291"/>
                  <a:gd name="connsiteX1" fmla="*/ 3661287 w 3709219"/>
                  <a:gd name="connsiteY1" fmla="*/ 4203291 h 4203291"/>
                  <a:gd name="connsiteX2" fmla="*/ 3185651 w 3709219"/>
                  <a:gd name="connsiteY2" fmla="*/ 4203291 h 4203291"/>
                  <a:gd name="connsiteX3" fmla="*/ 3185651 w 3709219"/>
                  <a:gd name="connsiteY3" fmla="*/ 3897262 h 4203291"/>
                  <a:gd name="connsiteX4" fmla="*/ 3406877 w 3709219"/>
                  <a:gd name="connsiteY4" fmla="*/ 3808771 h 4203291"/>
                  <a:gd name="connsiteX5" fmla="*/ 3709219 w 3709219"/>
                  <a:gd name="connsiteY5" fmla="*/ 3808771 h 4203291"/>
                  <a:gd name="connsiteX6" fmla="*/ 0 w 3709219"/>
                  <a:gd name="connsiteY6" fmla="*/ 0 h 4203291"/>
                  <a:gd name="connsiteX0" fmla="*/ 475636 w 741107"/>
                  <a:gd name="connsiteY0" fmla="*/ 213852 h 394520"/>
                  <a:gd name="connsiteX1" fmla="*/ 475636 w 741107"/>
                  <a:gd name="connsiteY1" fmla="*/ 394520 h 394520"/>
                  <a:gd name="connsiteX2" fmla="*/ 0 w 741107"/>
                  <a:gd name="connsiteY2" fmla="*/ 394520 h 394520"/>
                  <a:gd name="connsiteX3" fmla="*/ 0 w 741107"/>
                  <a:gd name="connsiteY3" fmla="*/ 88491 h 394520"/>
                  <a:gd name="connsiteX4" fmla="*/ 221226 w 741107"/>
                  <a:gd name="connsiteY4" fmla="*/ 0 h 394520"/>
                  <a:gd name="connsiteX5" fmla="*/ 523568 w 741107"/>
                  <a:gd name="connsiteY5" fmla="*/ 0 h 394520"/>
                  <a:gd name="connsiteX6" fmla="*/ 741107 w 741107"/>
                  <a:gd name="connsiteY6" fmla="*/ 243348 h 394520"/>
                  <a:gd name="connsiteX0" fmla="*/ 475636 w 523568"/>
                  <a:gd name="connsiteY0" fmla="*/ 213852 h 394520"/>
                  <a:gd name="connsiteX1" fmla="*/ 475636 w 523568"/>
                  <a:gd name="connsiteY1" fmla="*/ 394520 h 394520"/>
                  <a:gd name="connsiteX2" fmla="*/ 0 w 523568"/>
                  <a:gd name="connsiteY2" fmla="*/ 394520 h 394520"/>
                  <a:gd name="connsiteX3" fmla="*/ 0 w 523568"/>
                  <a:gd name="connsiteY3" fmla="*/ 88491 h 394520"/>
                  <a:gd name="connsiteX4" fmla="*/ 221226 w 523568"/>
                  <a:gd name="connsiteY4" fmla="*/ 0 h 394520"/>
                  <a:gd name="connsiteX5" fmla="*/ 523568 w 523568"/>
                  <a:gd name="connsiteY5" fmla="*/ 0 h 394520"/>
                  <a:gd name="connsiteX6" fmla="*/ 401894 w 523568"/>
                  <a:gd name="connsiteY6" fmla="*/ 140109 h 394520"/>
                  <a:gd name="connsiteX0" fmla="*/ 475636 w 475636"/>
                  <a:gd name="connsiteY0" fmla="*/ 213852 h 394520"/>
                  <a:gd name="connsiteX1" fmla="*/ 475636 w 475636"/>
                  <a:gd name="connsiteY1" fmla="*/ 394520 h 394520"/>
                  <a:gd name="connsiteX2" fmla="*/ 0 w 475636"/>
                  <a:gd name="connsiteY2" fmla="*/ 394520 h 394520"/>
                  <a:gd name="connsiteX3" fmla="*/ 0 w 475636"/>
                  <a:gd name="connsiteY3" fmla="*/ 88491 h 394520"/>
                  <a:gd name="connsiteX4" fmla="*/ 221226 w 475636"/>
                  <a:gd name="connsiteY4" fmla="*/ 0 h 394520"/>
                  <a:gd name="connsiteX5" fmla="*/ 247035 w 475636"/>
                  <a:gd name="connsiteY5" fmla="*/ 110613 h 394520"/>
                  <a:gd name="connsiteX6" fmla="*/ 401894 w 475636"/>
                  <a:gd name="connsiteY6" fmla="*/ 140109 h 394520"/>
                  <a:gd name="connsiteX0" fmla="*/ 475636 w 475636"/>
                  <a:gd name="connsiteY0" fmla="*/ 213852 h 394520"/>
                  <a:gd name="connsiteX1" fmla="*/ 475636 w 475636"/>
                  <a:gd name="connsiteY1" fmla="*/ 394520 h 394520"/>
                  <a:gd name="connsiteX2" fmla="*/ 0 w 475636"/>
                  <a:gd name="connsiteY2" fmla="*/ 394520 h 394520"/>
                  <a:gd name="connsiteX3" fmla="*/ 0 w 475636"/>
                  <a:gd name="connsiteY3" fmla="*/ 88491 h 394520"/>
                  <a:gd name="connsiteX4" fmla="*/ 221226 w 475636"/>
                  <a:gd name="connsiteY4" fmla="*/ 0 h 394520"/>
                  <a:gd name="connsiteX5" fmla="*/ 235973 w 475636"/>
                  <a:gd name="connsiteY5" fmla="*/ 154858 h 394520"/>
                  <a:gd name="connsiteX6" fmla="*/ 401894 w 475636"/>
                  <a:gd name="connsiteY6" fmla="*/ 140109 h 394520"/>
                  <a:gd name="connsiteX0" fmla="*/ 475636 w 475636"/>
                  <a:gd name="connsiteY0" fmla="*/ 213852 h 394520"/>
                  <a:gd name="connsiteX1" fmla="*/ 475636 w 475636"/>
                  <a:gd name="connsiteY1" fmla="*/ 394520 h 394520"/>
                  <a:gd name="connsiteX2" fmla="*/ 0 w 475636"/>
                  <a:gd name="connsiteY2" fmla="*/ 394520 h 394520"/>
                  <a:gd name="connsiteX3" fmla="*/ 0 w 475636"/>
                  <a:gd name="connsiteY3" fmla="*/ 88491 h 394520"/>
                  <a:gd name="connsiteX4" fmla="*/ 221226 w 475636"/>
                  <a:gd name="connsiteY4" fmla="*/ 0 h 394520"/>
                  <a:gd name="connsiteX5" fmla="*/ 235204 w 475636"/>
                  <a:gd name="connsiteY5" fmla="*/ 62586 h 394520"/>
                  <a:gd name="connsiteX6" fmla="*/ 235973 w 475636"/>
                  <a:gd name="connsiteY6" fmla="*/ 154858 h 394520"/>
                  <a:gd name="connsiteX7" fmla="*/ 401894 w 475636"/>
                  <a:gd name="connsiteY7" fmla="*/ 140109 h 394520"/>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235204 w 475636"/>
                  <a:gd name="connsiteY5" fmla="*/ 41043 h 372977"/>
                  <a:gd name="connsiteX6" fmla="*/ 235973 w 475636"/>
                  <a:gd name="connsiteY6" fmla="*/ 133315 h 372977"/>
                  <a:gd name="connsiteX7" fmla="*/ 401894 w 475636"/>
                  <a:gd name="connsiteY7" fmla="*/ 118566 h 372977"/>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307015 w 475636"/>
                  <a:gd name="connsiteY5" fmla="*/ 76948 h 372977"/>
                  <a:gd name="connsiteX6" fmla="*/ 235973 w 475636"/>
                  <a:gd name="connsiteY6" fmla="*/ 133315 h 372977"/>
                  <a:gd name="connsiteX7" fmla="*/ 401894 w 475636"/>
                  <a:gd name="connsiteY7" fmla="*/ 118566 h 372977"/>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307015 w 475636"/>
                  <a:gd name="connsiteY5" fmla="*/ 76948 h 372977"/>
                  <a:gd name="connsiteX6" fmla="*/ 235973 w 475636"/>
                  <a:gd name="connsiteY6" fmla="*/ 133315 h 372977"/>
                  <a:gd name="connsiteX7" fmla="*/ 329755 w 475636"/>
                  <a:gd name="connsiteY7" fmla="*/ 98492 h 372977"/>
                  <a:gd name="connsiteX8" fmla="*/ 401894 w 475636"/>
                  <a:gd name="connsiteY8" fmla="*/ 118566 h 372977"/>
                  <a:gd name="connsiteX0" fmla="*/ 475636 w 475636"/>
                  <a:gd name="connsiteY0" fmla="*/ 192309 h 372977"/>
                  <a:gd name="connsiteX1" fmla="*/ 475636 w 475636"/>
                  <a:gd name="connsiteY1" fmla="*/ 372977 h 372977"/>
                  <a:gd name="connsiteX2" fmla="*/ 0 w 475636"/>
                  <a:gd name="connsiteY2" fmla="*/ 372977 h 372977"/>
                  <a:gd name="connsiteX3" fmla="*/ 0 w 475636"/>
                  <a:gd name="connsiteY3" fmla="*/ 66948 h 372977"/>
                  <a:gd name="connsiteX4" fmla="*/ 239179 w 475636"/>
                  <a:gd name="connsiteY4" fmla="*/ 0 h 372977"/>
                  <a:gd name="connsiteX5" fmla="*/ 307015 w 475636"/>
                  <a:gd name="connsiteY5" fmla="*/ 76948 h 372977"/>
                  <a:gd name="connsiteX6" fmla="*/ 235973 w 475636"/>
                  <a:gd name="connsiteY6" fmla="*/ 133315 h 372977"/>
                  <a:gd name="connsiteX7" fmla="*/ 329755 w 475636"/>
                  <a:gd name="connsiteY7" fmla="*/ 98492 h 372977"/>
                  <a:gd name="connsiteX8" fmla="*/ 365989 w 475636"/>
                  <a:gd name="connsiteY8" fmla="*/ 141307 h 372977"/>
                  <a:gd name="connsiteX0" fmla="*/ 475636 w 475636"/>
                  <a:gd name="connsiteY0" fmla="*/ 192309 h 376567"/>
                  <a:gd name="connsiteX1" fmla="*/ 397841 w 475636"/>
                  <a:gd name="connsiteY1" fmla="*/ 376567 h 376567"/>
                  <a:gd name="connsiteX2" fmla="*/ 0 w 475636"/>
                  <a:gd name="connsiteY2" fmla="*/ 372977 h 376567"/>
                  <a:gd name="connsiteX3" fmla="*/ 0 w 475636"/>
                  <a:gd name="connsiteY3" fmla="*/ 66948 h 376567"/>
                  <a:gd name="connsiteX4" fmla="*/ 239179 w 475636"/>
                  <a:gd name="connsiteY4" fmla="*/ 0 h 376567"/>
                  <a:gd name="connsiteX5" fmla="*/ 307015 w 475636"/>
                  <a:gd name="connsiteY5" fmla="*/ 76948 h 376567"/>
                  <a:gd name="connsiteX6" fmla="*/ 235973 w 475636"/>
                  <a:gd name="connsiteY6" fmla="*/ 133315 h 376567"/>
                  <a:gd name="connsiteX7" fmla="*/ 329755 w 475636"/>
                  <a:gd name="connsiteY7" fmla="*/ 98492 h 376567"/>
                  <a:gd name="connsiteX8" fmla="*/ 365989 w 475636"/>
                  <a:gd name="connsiteY8" fmla="*/ 141307 h 376567"/>
                  <a:gd name="connsiteX0" fmla="*/ 475636 w 475636"/>
                  <a:gd name="connsiteY0" fmla="*/ 192309 h 376567"/>
                  <a:gd name="connsiteX1" fmla="*/ 397976 w 475636"/>
                  <a:gd name="connsiteY1" fmla="*/ 201422 h 376567"/>
                  <a:gd name="connsiteX2" fmla="*/ 397841 w 475636"/>
                  <a:gd name="connsiteY2" fmla="*/ 376567 h 376567"/>
                  <a:gd name="connsiteX3" fmla="*/ 0 w 475636"/>
                  <a:gd name="connsiteY3" fmla="*/ 372977 h 376567"/>
                  <a:gd name="connsiteX4" fmla="*/ 0 w 475636"/>
                  <a:gd name="connsiteY4" fmla="*/ 66948 h 376567"/>
                  <a:gd name="connsiteX5" fmla="*/ 239179 w 475636"/>
                  <a:gd name="connsiteY5" fmla="*/ 0 h 376567"/>
                  <a:gd name="connsiteX6" fmla="*/ 307015 w 475636"/>
                  <a:gd name="connsiteY6" fmla="*/ 76948 h 376567"/>
                  <a:gd name="connsiteX7" fmla="*/ 235973 w 475636"/>
                  <a:gd name="connsiteY7" fmla="*/ 133315 h 376567"/>
                  <a:gd name="connsiteX8" fmla="*/ 329755 w 475636"/>
                  <a:gd name="connsiteY8" fmla="*/ 98492 h 376567"/>
                  <a:gd name="connsiteX9" fmla="*/ 365989 w 475636"/>
                  <a:gd name="connsiteY9"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6" fmla="*/ 235973 w 397976"/>
                  <a:gd name="connsiteY6" fmla="*/ 133315 h 376567"/>
                  <a:gd name="connsiteX7" fmla="*/ 329755 w 397976"/>
                  <a:gd name="connsiteY7" fmla="*/ 98492 h 376567"/>
                  <a:gd name="connsiteX8" fmla="*/ 365989 w 397976"/>
                  <a:gd name="connsiteY8"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6" fmla="*/ 235973 w 397976"/>
                  <a:gd name="connsiteY6" fmla="*/ 133315 h 376567"/>
                  <a:gd name="connsiteX7" fmla="*/ 365989 w 397976"/>
                  <a:gd name="connsiteY7"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6" fmla="*/ 365989 w 397976"/>
                  <a:gd name="connsiteY6" fmla="*/ 141307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07015 w 397976"/>
                  <a:gd name="connsiteY5" fmla="*/ 76948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0" fmla="*/ 397976 w 397976"/>
                  <a:gd name="connsiteY0" fmla="*/ 201422 h 376567"/>
                  <a:gd name="connsiteX1" fmla="*/ 397841 w 397976"/>
                  <a:gd name="connsiteY1" fmla="*/ 376567 h 376567"/>
                  <a:gd name="connsiteX2" fmla="*/ 0 w 397976"/>
                  <a:gd name="connsiteY2" fmla="*/ 372977 h 376567"/>
                  <a:gd name="connsiteX3" fmla="*/ 0 w 397976"/>
                  <a:gd name="connsiteY3" fmla="*/ 66948 h 376567"/>
                  <a:gd name="connsiteX4" fmla="*/ 239179 w 397976"/>
                  <a:gd name="connsiteY4" fmla="*/ 0 h 376567"/>
                  <a:gd name="connsiteX5" fmla="*/ 397976 w 397976"/>
                  <a:gd name="connsiteY5" fmla="*/ 201422 h 376567"/>
                  <a:gd name="connsiteX0" fmla="*/ 397976 w 397976"/>
                  <a:gd name="connsiteY0" fmla="*/ 134474 h 309619"/>
                  <a:gd name="connsiteX1" fmla="*/ 397841 w 397976"/>
                  <a:gd name="connsiteY1" fmla="*/ 309619 h 309619"/>
                  <a:gd name="connsiteX2" fmla="*/ 0 w 397976"/>
                  <a:gd name="connsiteY2" fmla="*/ 306029 h 309619"/>
                  <a:gd name="connsiteX3" fmla="*/ 0 w 397976"/>
                  <a:gd name="connsiteY3" fmla="*/ 0 h 309619"/>
                  <a:gd name="connsiteX4" fmla="*/ 233195 w 397976"/>
                  <a:gd name="connsiteY4" fmla="*/ 14439 h 309619"/>
                  <a:gd name="connsiteX5" fmla="*/ 397976 w 397976"/>
                  <a:gd name="connsiteY5" fmla="*/ 134474 h 309619"/>
                  <a:gd name="connsiteX0" fmla="*/ 397976 w 397976"/>
                  <a:gd name="connsiteY0" fmla="*/ 120035 h 295180"/>
                  <a:gd name="connsiteX1" fmla="*/ 397841 w 397976"/>
                  <a:gd name="connsiteY1" fmla="*/ 295180 h 295180"/>
                  <a:gd name="connsiteX2" fmla="*/ 0 w 397976"/>
                  <a:gd name="connsiteY2" fmla="*/ 291590 h 295180"/>
                  <a:gd name="connsiteX3" fmla="*/ 5984 w 397976"/>
                  <a:gd name="connsiteY3" fmla="*/ 51389 h 295180"/>
                  <a:gd name="connsiteX4" fmla="*/ 233195 w 397976"/>
                  <a:gd name="connsiteY4" fmla="*/ 0 h 295180"/>
                  <a:gd name="connsiteX5" fmla="*/ 397976 w 397976"/>
                  <a:gd name="connsiteY5" fmla="*/ 120035 h 295180"/>
                  <a:gd name="connsiteX0" fmla="*/ 400370 w 400370"/>
                  <a:gd name="connsiteY0" fmla="*/ 120035 h 295180"/>
                  <a:gd name="connsiteX1" fmla="*/ 400235 w 400370"/>
                  <a:gd name="connsiteY1" fmla="*/ 295180 h 295180"/>
                  <a:gd name="connsiteX2" fmla="*/ 2394 w 400370"/>
                  <a:gd name="connsiteY2" fmla="*/ 291590 h 295180"/>
                  <a:gd name="connsiteX3" fmla="*/ 0 w 400370"/>
                  <a:gd name="connsiteY3" fmla="*/ 53783 h 295180"/>
                  <a:gd name="connsiteX4" fmla="*/ 235589 w 400370"/>
                  <a:gd name="connsiteY4" fmla="*/ 0 h 295180"/>
                  <a:gd name="connsiteX5" fmla="*/ 400370 w 400370"/>
                  <a:gd name="connsiteY5" fmla="*/ 120035 h 295180"/>
                  <a:gd name="connsiteX0" fmla="*/ 400370 w 400370"/>
                  <a:gd name="connsiteY0" fmla="*/ 88917 h 264062"/>
                  <a:gd name="connsiteX1" fmla="*/ 400235 w 400370"/>
                  <a:gd name="connsiteY1" fmla="*/ 264062 h 264062"/>
                  <a:gd name="connsiteX2" fmla="*/ 2394 w 400370"/>
                  <a:gd name="connsiteY2" fmla="*/ 260472 h 264062"/>
                  <a:gd name="connsiteX3" fmla="*/ 0 w 400370"/>
                  <a:gd name="connsiteY3" fmla="*/ 22665 h 264062"/>
                  <a:gd name="connsiteX4" fmla="*/ 243967 w 400370"/>
                  <a:gd name="connsiteY4" fmla="*/ 0 h 264062"/>
                  <a:gd name="connsiteX5" fmla="*/ 400370 w 400370"/>
                  <a:gd name="connsiteY5" fmla="*/ 88917 h 26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370" h="264062">
                    <a:moveTo>
                      <a:pt x="400370" y="88917"/>
                    </a:moveTo>
                    <a:lnTo>
                      <a:pt x="400235" y="264062"/>
                    </a:lnTo>
                    <a:lnTo>
                      <a:pt x="2394" y="260472"/>
                    </a:lnTo>
                    <a:lnTo>
                      <a:pt x="0" y="22665"/>
                    </a:lnTo>
                    <a:lnTo>
                      <a:pt x="243967" y="0"/>
                    </a:lnTo>
                    <a:lnTo>
                      <a:pt x="400370" y="88917"/>
                    </a:lnTo>
                    <a:close/>
                  </a:path>
                </a:pathLst>
              </a:cu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dirty="0">
                  <a:ln>
                    <a:noFill/>
                  </a:ln>
                  <a:solidFill>
                    <a:prstClr val="white"/>
                  </a:solidFill>
                  <a:effectLst/>
                  <a:uLnTx/>
                  <a:uFillTx/>
                </a:endParaRPr>
              </a:p>
            </p:txBody>
          </p:sp>
          <p:sp>
            <p:nvSpPr>
              <p:cNvPr id="196" name="Rectangle 195">
                <a:extLst>
                  <a:ext uri="{FF2B5EF4-FFF2-40B4-BE49-F238E27FC236}">
                    <a16:creationId xmlns:a16="http://schemas.microsoft.com/office/drawing/2014/main" id="{DA1AD52F-A16A-9E88-BA0C-CA96C69F6001}"/>
                  </a:ext>
                </a:extLst>
              </p:cNvPr>
              <p:cNvSpPr/>
              <p:nvPr/>
            </p:nvSpPr>
            <p:spPr>
              <a:xfrm>
                <a:off x="10570445" y="2623392"/>
                <a:ext cx="155448" cy="171735"/>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grpSp>
      <p:sp>
        <p:nvSpPr>
          <p:cNvPr id="197" name="Left-Right Arrow 277">
            <a:extLst>
              <a:ext uri="{FF2B5EF4-FFF2-40B4-BE49-F238E27FC236}">
                <a16:creationId xmlns:a16="http://schemas.microsoft.com/office/drawing/2014/main" id="{F85E30A7-8ECE-38E6-7F18-96B6AAD36358}"/>
              </a:ext>
            </a:extLst>
          </p:cNvPr>
          <p:cNvSpPr/>
          <p:nvPr/>
        </p:nvSpPr>
        <p:spPr>
          <a:xfrm>
            <a:off x="2760494" y="3292406"/>
            <a:ext cx="279269" cy="164025"/>
          </a:xfrm>
          <a:prstGeom prst="leftRightArrow">
            <a:avLst/>
          </a:prstGeom>
          <a:solidFill>
            <a:srgbClr val="92D400"/>
          </a:solidFill>
          <a:ln w="12700" cap="flat" cmpd="sng" algn="ctr">
            <a:noFill/>
            <a:prstDash val="solid"/>
            <a:miter lim="800000"/>
          </a:ln>
          <a:effectLst/>
        </p:spPr>
        <p:txBody>
          <a:bodyPr rtlCol="0" anchor="ctr"/>
          <a:lstStyle/>
          <a:p>
            <a:pPr algn="ctr" defTabSz="806869">
              <a:defRPr/>
            </a:pPr>
            <a:endParaRPr lang="en-US" sz="1587" kern="0">
              <a:solidFill>
                <a:prstClr val="white"/>
              </a:solidFill>
            </a:endParaRPr>
          </a:p>
        </p:txBody>
      </p:sp>
      <p:sp>
        <p:nvSpPr>
          <p:cNvPr id="198" name="Left-Right Arrow 278">
            <a:extLst>
              <a:ext uri="{FF2B5EF4-FFF2-40B4-BE49-F238E27FC236}">
                <a16:creationId xmlns:a16="http://schemas.microsoft.com/office/drawing/2014/main" id="{36DD83EA-2BD2-EAAA-CEA6-1659B23E7C9D}"/>
              </a:ext>
            </a:extLst>
          </p:cNvPr>
          <p:cNvSpPr/>
          <p:nvPr/>
        </p:nvSpPr>
        <p:spPr>
          <a:xfrm>
            <a:off x="4621734" y="3292084"/>
            <a:ext cx="260020" cy="157743"/>
          </a:xfrm>
          <a:prstGeom prst="leftRightArrow">
            <a:avLst/>
          </a:prstGeom>
          <a:solidFill>
            <a:srgbClr val="92D400"/>
          </a:solidFill>
          <a:ln w="12700" cap="flat" cmpd="sng" algn="ctr">
            <a:noFill/>
            <a:prstDash val="solid"/>
            <a:miter lim="800000"/>
          </a:ln>
          <a:effectLst/>
        </p:spPr>
        <p:txBody>
          <a:bodyPr rtlCol="0" anchor="ctr"/>
          <a:lstStyle/>
          <a:p>
            <a:pPr algn="ctr" defTabSz="806869">
              <a:defRPr/>
            </a:pPr>
            <a:endParaRPr lang="en-US" sz="1587" kern="0">
              <a:solidFill>
                <a:prstClr val="white"/>
              </a:solidFill>
            </a:endParaRPr>
          </a:p>
        </p:txBody>
      </p:sp>
      <p:grpSp>
        <p:nvGrpSpPr>
          <p:cNvPr id="199" name="Group 198">
            <a:extLst>
              <a:ext uri="{FF2B5EF4-FFF2-40B4-BE49-F238E27FC236}">
                <a16:creationId xmlns:a16="http://schemas.microsoft.com/office/drawing/2014/main" id="{98DFAB38-021F-5BFA-98C7-0D136BD430F8}"/>
              </a:ext>
            </a:extLst>
          </p:cNvPr>
          <p:cNvGrpSpPr/>
          <p:nvPr/>
        </p:nvGrpSpPr>
        <p:grpSpPr>
          <a:xfrm>
            <a:off x="3308957" y="2334594"/>
            <a:ext cx="1005812" cy="596560"/>
            <a:chOff x="3765288" y="1828650"/>
            <a:chExt cx="1904837" cy="890588"/>
          </a:xfrm>
        </p:grpSpPr>
        <p:sp>
          <p:nvSpPr>
            <p:cNvPr id="200" name="Arc 199">
              <a:extLst>
                <a:ext uri="{FF2B5EF4-FFF2-40B4-BE49-F238E27FC236}">
                  <a16:creationId xmlns:a16="http://schemas.microsoft.com/office/drawing/2014/main" id="{1AA4BC28-5D14-4E9F-8BB2-CC4235359FDE}"/>
                </a:ext>
              </a:extLst>
            </p:cNvPr>
            <p:cNvSpPr>
              <a:spLocks noChangeAspect="1"/>
            </p:cNvSpPr>
            <p:nvPr/>
          </p:nvSpPr>
          <p:spPr>
            <a:xfrm flipH="1" flipV="1">
              <a:off x="4454939" y="1828650"/>
              <a:ext cx="1215186" cy="727370"/>
            </a:xfrm>
            <a:prstGeom prst="arc">
              <a:avLst>
                <a:gd name="adj1" fmla="val 15230594"/>
                <a:gd name="adj2" fmla="val 21235661"/>
              </a:avLst>
            </a:prstGeom>
            <a:noFill/>
            <a:ln w="9525" cap="flat" cmpd="sng" algn="ctr">
              <a:solidFill>
                <a:srgbClr val="8C8C8C">
                  <a:lumMod val="75000"/>
                </a:srgbClr>
              </a:solidFill>
              <a:prstDash val="solid"/>
              <a:miter lim="800000"/>
            </a:ln>
            <a:effectLst/>
          </p:spPr>
          <p:txBody>
            <a:bodyPr rtlCol="0" anchor="ctr"/>
            <a:lstStyle/>
            <a:p>
              <a:pPr algn="ctr" defTabSz="806869">
                <a:defRPr/>
              </a:pPr>
              <a:endParaRPr lang="en-US" sz="1587" kern="0">
                <a:solidFill>
                  <a:srgbClr val="5C5C5C"/>
                </a:solidFill>
              </a:endParaRPr>
            </a:p>
          </p:txBody>
        </p:sp>
        <p:grpSp>
          <p:nvGrpSpPr>
            <p:cNvPr id="201" name="Group 200">
              <a:extLst>
                <a:ext uri="{FF2B5EF4-FFF2-40B4-BE49-F238E27FC236}">
                  <a16:creationId xmlns:a16="http://schemas.microsoft.com/office/drawing/2014/main" id="{AB898E7F-2CF7-4867-9757-2863DC2C3F6A}"/>
                </a:ext>
              </a:extLst>
            </p:cNvPr>
            <p:cNvGrpSpPr/>
            <p:nvPr/>
          </p:nvGrpSpPr>
          <p:grpSpPr>
            <a:xfrm>
              <a:off x="5138332" y="2450201"/>
              <a:ext cx="223108" cy="267221"/>
              <a:chOff x="5080869" y="2514246"/>
              <a:chExt cx="260945" cy="312539"/>
            </a:xfrm>
          </p:grpSpPr>
          <p:sp>
            <p:nvSpPr>
              <p:cNvPr id="217" name="object 112">
                <a:extLst>
                  <a:ext uri="{FF2B5EF4-FFF2-40B4-BE49-F238E27FC236}">
                    <a16:creationId xmlns:a16="http://schemas.microsoft.com/office/drawing/2014/main" id="{A2CFEEEA-4748-DF46-F3EA-9BA4186511FB}"/>
                  </a:ext>
                </a:extLst>
              </p:cNvPr>
              <p:cNvSpPr/>
              <p:nvPr/>
            </p:nvSpPr>
            <p:spPr>
              <a:xfrm>
                <a:off x="5146100" y="2553419"/>
                <a:ext cx="129976" cy="91280"/>
              </a:xfrm>
              <a:custGeom>
                <a:avLst/>
                <a:gdLst/>
                <a:ahLst/>
                <a:cxnLst/>
                <a:rect l="l" t="t" r="r" b="b"/>
                <a:pathLst>
                  <a:path w="83184" h="58419">
                    <a:moveTo>
                      <a:pt x="83007" y="0"/>
                    </a:moveTo>
                    <a:lnTo>
                      <a:pt x="0" y="0"/>
                    </a:lnTo>
                    <a:lnTo>
                      <a:pt x="0" y="58026"/>
                    </a:lnTo>
                    <a:lnTo>
                      <a:pt x="83007" y="58026"/>
                    </a:lnTo>
                    <a:lnTo>
                      <a:pt x="83007" y="49872"/>
                    </a:lnTo>
                    <a:lnTo>
                      <a:pt x="45199" y="49872"/>
                    </a:lnTo>
                    <a:lnTo>
                      <a:pt x="45044" y="49733"/>
                    </a:lnTo>
                    <a:lnTo>
                      <a:pt x="8267" y="49733"/>
                    </a:lnTo>
                    <a:lnTo>
                      <a:pt x="8267" y="8407"/>
                    </a:lnTo>
                    <a:lnTo>
                      <a:pt x="83007" y="8407"/>
                    </a:lnTo>
                    <a:lnTo>
                      <a:pt x="83007" y="0"/>
                    </a:lnTo>
                    <a:close/>
                  </a:path>
                  <a:path w="83184" h="58419">
                    <a:moveTo>
                      <a:pt x="83007" y="8407"/>
                    </a:moveTo>
                    <a:lnTo>
                      <a:pt x="74574" y="8407"/>
                    </a:lnTo>
                    <a:lnTo>
                      <a:pt x="74574" y="49834"/>
                    </a:lnTo>
                    <a:lnTo>
                      <a:pt x="45199" y="49872"/>
                    </a:lnTo>
                    <a:lnTo>
                      <a:pt x="83007" y="49872"/>
                    </a:lnTo>
                    <a:lnTo>
                      <a:pt x="83007" y="8407"/>
                    </a:lnTo>
                    <a:close/>
                  </a:path>
                  <a:path w="83184" h="58419">
                    <a:moveTo>
                      <a:pt x="35623" y="16510"/>
                    </a:moveTo>
                    <a:lnTo>
                      <a:pt x="30099" y="18173"/>
                    </a:lnTo>
                    <a:lnTo>
                      <a:pt x="29188" y="25407"/>
                    </a:lnTo>
                    <a:lnTo>
                      <a:pt x="36410" y="49733"/>
                    </a:lnTo>
                    <a:lnTo>
                      <a:pt x="45044" y="49733"/>
                    </a:lnTo>
                    <a:lnTo>
                      <a:pt x="44691" y="49415"/>
                    </a:lnTo>
                    <a:lnTo>
                      <a:pt x="42990" y="43088"/>
                    </a:lnTo>
                    <a:lnTo>
                      <a:pt x="36258" y="18592"/>
                    </a:lnTo>
                    <a:lnTo>
                      <a:pt x="35623" y="16510"/>
                    </a:lnTo>
                    <a:close/>
                  </a:path>
                </a:pathLst>
              </a:custGeom>
              <a:solidFill>
                <a:srgbClr val="8C8C8C">
                  <a:lumMod val="75000"/>
                </a:srgbClr>
              </a:solidFill>
            </p:spPr>
            <p:txBody>
              <a:bodyPr wrap="square" lIns="0" tIns="0" rIns="0" bIns="0" rtlCol="0"/>
              <a:lstStyle/>
              <a:p>
                <a:pPr defTabSz="806869">
                  <a:defRPr/>
                </a:pPr>
                <a:endParaRPr sz="1587" kern="0">
                  <a:solidFill>
                    <a:prstClr val="black"/>
                  </a:solidFill>
                </a:endParaRPr>
              </a:p>
            </p:txBody>
          </p:sp>
          <p:sp>
            <p:nvSpPr>
              <p:cNvPr id="218" name="object 113">
                <a:extLst>
                  <a:ext uri="{FF2B5EF4-FFF2-40B4-BE49-F238E27FC236}">
                    <a16:creationId xmlns:a16="http://schemas.microsoft.com/office/drawing/2014/main" id="{486574F4-EE34-FB2C-C9A3-5DD432582B39}"/>
                  </a:ext>
                </a:extLst>
              </p:cNvPr>
              <p:cNvSpPr/>
              <p:nvPr/>
            </p:nvSpPr>
            <p:spPr>
              <a:xfrm>
                <a:off x="5080869" y="2514246"/>
                <a:ext cx="260945" cy="312539"/>
              </a:xfrm>
              <a:custGeom>
                <a:avLst/>
                <a:gdLst/>
                <a:ahLst/>
                <a:cxnLst/>
                <a:rect l="l" t="t" r="r" b="b"/>
                <a:pathLst>
                  <a:path w="167005" h="200025">
                    <a:moveTo>
                      <a:pt x="5194" y="182727"/>
                    </a:moveTo>
                    <a:lnTo>
                      <a:pt x="1651" y="184416"/>
                    </a:lnTo>
                    <a:lnTo>
                      <a:pt x="0" y="189191"/>
                    </a:lnTo>
                    <a:lnTo>
                      <a:pt x="0" y="199732"/>
                    </a:lnTo>
                    <a:lnTo>
                      <a:pt x="166573" y="199732"/>
                    </a:lnTo>
                    <a:lnTo>
                      <a:pt x="166408" y="186283"/>
                    </a:lnTo>
                    <a:lnTo>
                      <a:pt x="163195" y="183083"/>
                    </a:lnTo>
                    <a:lnTo>
                      <a:pt x="157911" y="183019"/>
                    </a:lnTo>
                    <a:lnTo>
                      <a:pt x="9994" y="182994"/>
                    </a:lnTo>
                    <a:lnTo>
                      <a:pt x="5194" y="182727"/>
                    </a:lnTo>
                    <a:close/>
                  </a:path>
                  <a:path w="167005" h="200025">
                    <a:moveTo>
                      <a:pt x="146786" y="0"/>
                    </a:moveTo>
                    <a:lnTo>
                      <a:pt x="19735" y="0"/>
                    </a:lnTo>
                    <a:lnTo>
                      <a:pt x="16764" y="2933"/>
                    </a:lnTo>
                    <a:lnTo>
                      <a:pt x="16611" y="8712"/>
                    </a:lnTo>
                    <a:lnTo>
                      <a:pt x="16611" y="183007"/>
                    </a:lnTo>
                    <a:lnTo>
                      <a:pt x="149885" y="183007"/>
                    </a:lnTo>
                    <a:lnTo>
                      <a:pt x="33451" y="182880"/>
                    </a:lnTo>
                    <a:lnTo>
                      <a:pt x="33451" y="16852"/>
                    </a:lnTo>
                    <a:lnTo>
                      <a:pt x="149791" y="16852"/>
                    </a:lnTo>
                    <a:lnTo>
                      <a:pt x="149683" y="2933"/>
                    </a:lnTo>
                    <a:lnTo>
                      <a:pt x="146786" y="0"/>
                    </a:lnTo>
                    <a:close/>
                  </a:path>
                  <a:path w="167005" h="200025">
                    <a:moveTo>
                      <a:pt x="149791" y="16852"/>
                    </a:moveTo>
                    <a:lnTo>
                      <a:pt x="132956" y="16852"/>
                    </a:lnTo>
                    <a:lnTo>
                      <a:pt x="132956" y="182880"/>
                    </a:lnTo>
                    <a:lnTo>
                      <a:pt x="149885" y="182880"/>
                    </a:lnTo>
                    <a:lnTo>
                      <a:pt x="149791" y="16852"/>
                    </a:lnTo>
                    <a:close/>
                  </a:path>
                </a:pathLst>
              </a:custGeom>
              <a:solidFill>
                <a:srgbClr val="8C8C8C">
                  <a:lumMod val="75000"/>
                </a:srgbClr>
              </a:solidFill>
            </p:spPr>
            <p:txBody>
              <a:bodyPr wrap="square" lIns="0" tIns="0" rIns="0" bIns="0" rtlCol="0"/>
              <a:lstStyle/>
              <a:p>
                <a:pPr defTabSz="806869">
                  <a:defRPr/>
                </a:pPr>
                <a:endParaRPr sz="1587" kern="0">
                  <a:solidFill>
                    <a:prstClr val="black"/>
                  </a:solidFill>
                </a:endParaRPr>
              </a:p>
            </p:txBody>
          </p:sp>
        </p:grpSp>
        <p:grpSp>
          <p:nvGrpSpPr>
            <p:cNvPr id="202" name="Group 201">
              <a:extLst>
                <a:ext uri="{FF2B5EF4-FFF2-40B4-BE49-F238E27FC236}">
                  <a16:creationId xmlns:a16="http://schemas.microsoft.com/office/drawing/2014/main" id="{722A8218-7A44-3943-5561-E04593CA2B68}"/>
                </a:ext>
              </a:extLst>
            </p:cNvPr>
            <p:cNvGrpSpPr/>
            <p:nvPr/>
          </p:nvGrpSpPr>
          <p:grpSpPr>
            <a:xfrm>
              <a:off x="5382284" y="2450201"/>
              <a:ext cx="223108" cy="267221"/>
              <a:chOff x="5080869" y="2514246"/>
              <a:chExt cx="260945" cy="312539"/>
            </a:xfrm>
          </p:grpSpPr>
          <p:sp>
            <p:nvSpPr>
              <p:cNvPr id="215" name="object 112">
                <a:extLst>
                  <a:ext uri="{FF2B5EF4-FFF2-40B4-BE49-F238E27FC236}">
                    <a16:creationId xmlns:a16="http://schemas.microsoft.com/office/drawing/2014/main" id="{160AD9DE-3DD6-8531-8056-4FE7C756F053}"/>
                  </a:ext>
                </a:extLst>
              </p:cNvPr>
              <p:cNvSpPr/>
              <p:nvPr/>
            </p:nvSpPr>
            <p:spPr>
              <a:xfrm>
                <a:off x="5146100" y="2553419"/>
                <a:ext cx="129976" cy="91280"/>
              </a:xfrm>
              <a:custGeom>
                <a:avLst/>
                <a:gdLst/>
                <a:ahLst/>
                <a:cxnLst/>
                <a:rect l="l" t="t" r="r" b="b"/>
                <a:pathLst>
                  <a:path w="83184" h="58419">
                    <a:moveTo>
                      <a:pt x="83007" y="0"/>
                    </a:moveTo>
                    <a:lnTo>
                      <a:pt x="0" y="0"/>
                    </a:lnTo>
                    <a:lnTo>
                      <a:pt x="0" y="58026"/>
                    </a:lnTo>
                    <a:lnTo>
                      <a:pt x="83007" y="58026"/>
                    </a:lnTo>
                    <a:lnTo>
                      <a:pt x="83007" y="49872"/>
                    </a:lnTo>
                    <a:lnTo>
                      <a:pt x="45199" y="49872"/>
                    </a:lnTo>
                    <a:lnTo>
                      <a:pt x="45044" y="49733"/>
                    </a:lnTo>
                    <a:lnTo>
                      <a:pt x="8267" y="49733"/>
                    </a:lnTo>
                    <a:lnTo>
                      <a:pt x="8267" y="8407"/>
                    </a:lnTo>
                    <a:lnTo>
                      <a:pt x="83007" y="8407"/>
                    </a:lnTo>
                    <a:lnTo>
                      <a:pt x="83007" y="0"/>
                    </a:lnTo>
                    <a:close/>
                  </a:path>
                  <a:path w="83184" h="58419">
                    <a:moveTo>
                      <a:pt x="83007" y="8407"/>
                    </a:moveTo>
                    <a:lnTo>
                      <a:pt x="74574" y="8407"/>
                    </a:lnTo>
                    <a:lnTo>
                      <a:pt x="74574" y="49834"/>
                    </a:lnTo>
                    <a:lnTo>
                      <a:pt x="45199" y="49872"/>
                    </a:lnTo>
                    <a:lnTo>
                      <a:pt x="83007" y="49872"/>
                    </a:lnTo>
                    <a:lnTo>
                      <a:pt x="83007" y="8407"/>
                    </a:lnTo>
                    <a:close/>
                  </a:path>
                  <a:path w="83184" h="58419">
                    <a:moveTo>
                      <a:pt x="35623" y="16510"/>
                    </a:moveTo>
                    <a:lnTo>
                      <a:pt x="30099" y="18173"/>
                    </a:lnTo>
                    <a:lnTo>
                      <a:pt x="29188" y="25407"/>
                    </a:lnTo>
                    <a:lnTo>
                      <a:pt x="36410" y="49733"/>
                    </a:lnTo>
                    <a:lnTo>
                      <a:pt x="45044" y="49733"/>
                    </a:lnTo>
                    <a:lnTo>
                      <a:pt x="44691" y="49415"/>
                    </a:lnTo>
                    <a:lnTo>
                      <a:pt x="42990" y="43088"/>
                    </a:lnTo>
                    <a:lnTo>
                      <a:pt x="36258" y="18592"/>
                    </a:lnTo>
                    <a:lnTo>
                      <a:pt x="35623" y="16510"/>
                    </a:lnTo>
                    <a:close/>
                  </a:path>
                </a:pathLst>
              </a:custGeom>
              <a:solidFill>
                <a:srgbClr val="8C8C8C">
                  <a:lumMod val="75000"/>
                </a:srgbClr>
              </a:solidFill>
            </p:spPr>
            <p:txBody>
              <a:bodyPr wrap="square" lIns="0" tIns="0" rIns="0" bIns="0" rtlCol="0"/>
              <a:lstStyle/>
              <a:p>
                <a:pPr defTabSz="806869">
                  <a:defRPr/>
                </a:pPr>
                <a:endParaRPr sz="1587" kern="0">
                  <a:solidFill>
                    <a:prstClr val="black"/>
                  </a:solidFill>
                </a:endParaRPr>
              </a:p>
            </p:txBody>
          </p:sp>
          <p:sp>
            <p:nvSpPr>
              <p:cNvPr id="216" name="object 113">
                <a:extLst>
                  <a:ext uri="{FF2B5EF4-FFF2-40B4-BE49-F238E27FC236}">
                    <a16:creationId xmlns:a16="http://schemas.microsoft.com/office/drawing/2014/main" id="{D0E68F90-3EE4-99E4-1E7B-09F1FBFE1B98}"/>
                  </a:ext>
                </a:extLst>
              </p:cNvPr>
              <p:cNvSpPr/>
              <p:nvPr/>
            </p:nvSpPr>
            <p:spPr>
              <a:xfrm>
                <a:off x="5080869" y="2514246"/>
                <a:ext cx="260945" cy="312539"/>
              </a:xfrm>
              <a:custGeom>
                <a:avLst/>
                <a:gdLst/>
                <a:ahLst/>
                <a:cxnLst/>
                <a:rect l="l" t="t" r="r" b="b"/>
                <a:pathLst>
                  <a:path w="167005" h="200025">
                    <a:moveTo>
                      <a:pt x="5194" y="182727"/>
                    </a:moveTo>
                    <a:lnTo>
                      <a:pt x="1651" y="184416"/>
                    </a:lnTo>
                    <a:lnTo>
                      <a:pt x="0" y="189191"/>
                    </a:lnTo>
                    <a:lnTo>
                      <a:pt x="0" y="199732"/>
                    </a:lnTo>
                    <a:lnTo>
                      <a:pt x="166573" y="199732"/>
                    </a:lnTo>
                    <a:lnTo>
                      <a:pt x="166408" y="186283"/>
                    </a:lnTo>
                    <a:lnTo>
                      <a:pt x="163195" y="183083"/>
                    </a:lnTo>
                    <a:lnTo>
                      <a:pt x="157911" y="183019"/>
                    </a:lnTo>
                    <a:lnTo>
                      <a:pt x="9994" y="182994"/>
                    </a:lnTo>
                    <a:lnTo>
                      <a:pt x="5194" y="182727"/>
                    </a:lnTo>
                    <a:close/>
                  </a:path>
                  <a:path w="167005" h="200025">
                    <a:moveTo>
                      <a:pt x="146786" y="0"/>
                    </a:moveTo>
                    <a:lnTo>
                      <a:pt x="19735" y="0"/>
                    </a:lnTo>
                    <a:lnTo>
                      <a:pt x="16764" y="2933"/>
                    </a:lnTo>
                    <a:lnTo>
                      <a:pt x="16611" y="8712"/>
                    </a:lnTo>
                    <a:lnTo>
                      <a:pt x="16611" y="183007"/>
                    </a:lnTo>
                    <a:lnTo>
                      <a:pt x="149885" y="183007"/>
                    </a:lnTo>
                    <a:lnTo>
                      <a:pt x="33451" y="182880"/>
                    </a:lnTo>
                    <a:lnTo>
                      <a:pt x="33451" y="16852"/>
                    </a:lnTo>
                    <a:lnTo>
                      <a:pt x="149791" y="16852"/>
                    </a:lnTo>
                    <a:lnTo>
                      <a:pt x="149683" y="2933"/>
                    </a:lnTo>
                    <a:lnTo>
                      <a:pt x="146786" y="0"/>
                    </a:lnTo>
                    <a:close/>
                  </a:path>
                  <a:path w="167005" h="200025">
                    <a:moveTo>
                      <a:pt x="149791" y="16852"/>
                    </a:moveTo>
                    <a:lnTo>
                      <a:pt x="132956" y="16852"/>
                    </a:lnTo>
                    <a:lnTo>
                      <a:pt x="132956" y="182880"/>
                    </a:lnTo>
                    <a:lnTo>
                      <a:pt x="149885" y="182880"/>
                    </a:lnTo>
                    <a:lnTo>
                      <a:pt x="149791" y="16852"/>
                    </a:lnTo>
                    <a:close/>
                  </a:path>
                </a:pathLst>
              </a:custGeom>
              <a:solidFill>
                <a:srgbClr val="8C8C8C">
                  <a:lumMod val="75000"/>
                </a:srgbClr>
              </a:solidFill>
            </p:spPr>
            <p:txBody>
              <a:bodyPr wrap="square" lIns="0" tIns="0" rIns="0" bIns="0" rtlCol="0"/>
              <a:lstStyle/>
              <a:p>
                <a:pPr defTabSz="806869">
                  <a:defRPr/>
                </a:pPr>
                <a:endParaRPr sz="1587" kern="0">
                  <a:solidFill>
                    <a:prstClr val="black"/>
                  </a:solidFill>
                </a:endParaRPr>
              </a:p>
            </p:txBody>
          </p:sp>
        </p:grpSp>
        <p:grpSp>
          <p:nvGrpSpPr>
            <p:cNvPr id="203" name="Group 202">
              <a:extLst>
                <a:ext uri="{FF2B5EF4-FFF2-40B4-BE49-F238E27FC236}">
                  <a16:creationId xmlns:a16="http://schemas.microsoft.com/office/drawing/2014/main" id="{874C94F5-5CAD-3F49-1256-1B139C110ED0}"/>
                </a:ext>
              </a:extLst>
            </p:cNvPr>
            <p:cNvGrpSpPr>
              <a:grpSpLocks noChangeAspect="1"/>
            </p:cNvGrpSpPr>
            <p:nvPr/>
          </p:nvGrpSpPr>
          <p:grpSpPr>
            <a:xfrm>
              <a:off x="3807088" y="2262038"/>
              <a:ext cx="487075" cy="457200"/>
              <a:chOff x="9131304" y="3548423"/>
              <a:chExt cx="2303463" cy="2162175"/>
            </a:xfrm>
            <a:solidFill>
              <a:srgbClr val="8C8C8C">
                <a:lumMod val="75000"/>
              </a:srgbClr>
            </a:solidFill>
          </p:grpSpPr>
          <p:sp>
            <p:nvSpPr>
              <p:cNvPr id="211" name="Freeform 183">
                <a:extLst>
                  <a:ext uri="{FF2B5EF4-FFF2-40B4-BE49-F238E27FC236}">
                    <a16:creationId xmlns:a16="http://schemas.microsoft.com/office/drawing/2014/main" id="{16ABEBA4-61B5-D279-9D76-299CBDA2B4A8}"/>
                  </a:ext>
                </a:extLst>
              </p:cNvPr>
              <p:cNvSpPr>
                <a:spLocks/>
              </p:cNvSpPr>
              <p:nvPr/>
            </p:nvSpPr>
            <p:spPr bwMode="auto">
              <a:xfrm>
                <a:off x="10080630" y="3942123"/>
                <a:ext cx="403225" cy="212725"/>
              </a:xfrm>
              <a:custGeom>
                <a:avLst/>
                <a:gdLst>
                  <a:gd name="T0" fmla="*/ 42 w 42"/>
                  <a:gd name="T1" fmla="*/ 3 h 22"/>
                  <a:gd name="T2" fmla="*/ 42 w 42"/>
                  <a:gd name="T3" fmla="*/ 1 h 22"/>
                  <a:gd name="T4" fmla="*/ 40 w 42"/>
                  <a:gd name="T5" fmla="*/ 1 h 22"/>
                  <a:gd name="T6" fmla="*/ 25 w 42"/>
                  <a:gd name="T7" fmla="*/ 16 h 22"/>
                  <a:gd name="T8" fmla="*/ 24 w 42"/>
                  <a:gd name="T9" fmla="*/ 16 h 22"/>
                  <a:gd name="T10" fmla="*/ 19 w 42"/>
                  <a:gd name="T11" fmla="*/ 16 h 22"/>
                  <a:gd name="T12" fmla="*/ 18 w 42"/>
                  <a:gd name="T13" fmla="*/ 16 h 22"/>
                  <a:gd name="T14" fmla="*/ 3 w 42"/>
                  <a:gd name="T15" fmla="*/ 1 h 22"/>
                  <a:gd name="T16" fmla="*/ 1 w 42"/>
                  <a:gd name="T17" fmla="*/ 1 h 22"/>
                  <a:gd name="T18" fmla="*/ 1 w 42"/>
                  <a:gd name="T19" fmla="*/ 3 h 22"/>
                  <a:gd name="T20" fmla="*/ 16 w 42"/>
                  <a:gd name="T21" fmla="*/ 18 h 22"/>
                  <a:gd name="T22" fmla="*/ 15 w 42"/>
                  <a:gd name="T23" fmla="*/ 19 h 22"/>
                  <a:gd name="T24" fmla="*/ 19 w 42"/>
                  <a:gd name="T25" fmla="*/ 22 h 22"/>
                  <a:gd name="T26" fmla="*/ 24 w 42"/>
                  <a:gd name="T27" fmla="*/ 22 h 22"/>
                  <a:gd name="T28" fmla="*/ 27 w 42"/>
                  <a:gd name="T29" fmla="*/ 19 h 22"/>
                  <a:gd name="T30" fmla="*/ 27 w 42"/>
                  <a:gd name="T31" fmla="*/ 18 h 22"/>
                  <a:gd name="T32" fmla="*/ 42 w 42"/>
                  <a:gd name="T3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2" y="3"/>
                    </a:moveTo>
                    <a:cubicBezTo>
                      <a:pt x="42" y="2"/>
                      <a:pt x="42" y="1"/>
                      <a:pt x="42" y="1"/>
                    </a:cubicBezTo>
                    <a:cubicBezTo>
                      <a:pt x="41" y="0"/>
                      <a:pt x="40" y="0"/>
                      <a:pt x="40" y="1"/>
                    </a:cubicBezTo>
                    <a:cubicBezTo>
                      <a:pt x="25" y="16"/>
                      <a:pt x="25" y="16"/>
                      <a:pt x="25" y="16"/>
                    </a:cubicBezTo>
                    <a:cubicBezTo>
                      <a:pt x="24" y="16"/>
                      <a:pt x="24" y="16"/>
                      <a:pt x="24" y="16"/>
                    </a:cubicBezTo>
                    <a:cubicBezTo>
                      <a:pt x="19" y="16"/>
                      <a:pt x="19" y="16"/>
                      <a:pt x="19" y="16"/>
                    </a:cubicBezTo>
                    <a:cubicBezTo>
                      <a:pt x="18" y="16"/>
                      <a:pt x="18" y="16"/>
                      <a:pt x="18" y="16"/>
                    </a:cubicBezTo>
                    <a:cubicBezTo>
                      <a:pt x="3" y="1"/>
                      <a:pt x="3" y="1"/>
                      <a:pt x="3" y="1"/>
                    </a:cubicBezTo>
                    <a:cubicBezTo>
                      <a:pt x="2" y="0"/>
                      <a:pt x="1" y="0"/>
                      <a:pt x="1" y="1"/>
                    </a:cubicBezTo>
                    <a:cubicBezTo>
                      <a:pt x="0" y="1"/>
                      <a:pt x="0" y="2"/>
                      <a:pt x="1" y="3"/>
                    </a:cubicBezTo>
                    <a:cubicBezTo>
                      <a:pt x="16" y="18"/>
                      <a:pt x="16" y="18"/>
                      <a:pt x="16" y="18"/>
                    </a:cubicBezTo>
                    <a:cubicBezTo>
                      <a:pt x="15" y="18"/>
                      <a:pt x="15" y="19"/>
                      <a:pt x="15" y="19"/>
                    </a:cubicBezTo>
                    <a:cubicBezTo>
                      <a:pt x="15" y="21"/>
                      <a:pt x="17" y="22"/>
                      <a:pt x="19" y="22"/>
                    </a:cubicBezTo>
                    <a:cubicBezTo>
                      <a:pt x="24" y="22"/>
                      <a:pt x="24" y="22"/>
                      <a:pt x="24" y="22"/>
                    </a:cubicBezTo>
                    <a:cubicBezTo>
                      <a:pt x="26" y="22"/>
                      <a:pt x="27" y="21"/>
                      <a:pt x="27" y="19"/>
                    </a:cubicBezTo>
                    <a:cubicBezTo>
                      <a:pt x="27" y="19"/>
                      <a:pt x="27" y="18"/>
                      <a:pt x="27" y="18"/>
                    </a:cubicBezTo>
                    <a:lnTo>
                      <a:pt x="4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12" name="Freeform 184">
                <a:extLst>
                  <a:ext uri="{FF2B5EF4-FFF2-40B4-BE49-F238E27FC236}">
                    <a16:creationId xmlns:a16="http://schemas.microsoft.com/office/drawing/2014/main" id="{A2AD0BAE-76A7-9A67-FD92-CCD850EF9B6E}"/>
                  </a:ext>
                </a:extLst>
              </p:cNvPr>
              <p:cNvSpPr>
                <a:spLocks/>
              </p:cNvSpPr>
              <p:nvPr/>
            </p:nvSpPr>
            <p:spPr bwMode="auto">
              <a:xfrm>
                <a:off x="9342442" y="3942123"/>
                <a:ext cx="403225" cy="212725"/>
              </a:xfrm>
              <a:custGeom>
                <a:avLst/>
                <a:gdLst>
                  <a:gd name="T0" fmla="*/ 40 w 42"/>
                  <a:gd name="T1" fmla="*/ 1 h 22"/>
                  <a:gd name="T2" fmla="*/ 25 w 42"/>
                  <a:gd name="T3" fmla="*/ 16 h 22"/>
                  <a:gd name="T4" fmla="*/ 24 w 42"/>
                  <a:gd name="T5" fmla="*/ 16 h 22"/>
                  <a:gd name="T6" fmla="*/ 18 w 42"/>
                  <a:gd name="T7" fmla="*/ 16 h 22"/>
                  <a:gd name="T8" fmla="*/ 17 w 42"/>
                  <a:gd name="T9" fmla="*/ 16 h 22"/>
                  <a:gd name="T10" fmla="*/ 2 w 42"/>
                  <a:gd name="T11" fmla="*/ 1 h 22"/>
                  <a:gd name="T12" fmla="*/ 1 w 42"/>
                  <a:gd name="T13" fmla="*/ 1 h 22"/>
                  <a:gd name="T14" fmla="*/ 1 w 42"/>
                  <a:gd name="T15" fmla="*/ 3 h 22"/>
                  <a:gd name="T16" fmla="*/ 15 w 42"/>
                  <a:gd name="T17" fmla="*/ 18 h 22"/>
                  <a:gd name="T18" fmla="*/ 15 w 42"/>
                  <a:gd name="T19" fmla="*/ 19 h 22"/>
                  <a:gd name="T20" fmla="*/ 18 w 42"/>
                  <a:gd name="T21" fmla="*/ 22 h 22"/>
                  <a:gd name="T22" fmla="*/ 24 w 42"/>
                  <a:gd name="T23" fmla="*/ 22 h 22"/>
                  <a:gd name="T24" fmla="*/ 27 w 42"/>
                  <a:gd name="T25" fmla="*/ 19 h 22"/>
                  <a:gd name="T26" fmla="*/ 27 w 42"/>
                  <a:gd name="T27" fmla="*/ 18 h 22"/>
                  <a:gd name="T28" fmla="*/ 42 w 42"/>
                  <a:gd name="T29" fmla="*/ 3 h 22"/>
                  <a:gd name="T30" fmla="*/ 42 w 42"/>
                  <a:gd name="T31" fmla="*/ 1 h 22"/>
                  <a:gd name="T32" fmla="*/ 40 w 42"/>
                  <a:gd name="T3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0" y="1"/>
                    </a:moveTo>
                    <a:cubicBezTo>
                      <a:pt x="25" y="16"/>
                      <a:pt x="25" y="16"/>
                      <a:pt x="25" y="16"/>
                    </a:cubicBezTo>
                    <a:cubicBezTo>
                      <a:pt x="24" y="16"/>
                      <a:pt x="24" y="16"/>
                      <a:pt x="24" y="16"/>
                    </a:cubicBezTo>
                    <a:cubicBezTo>
                      <a:pt x="18" y="16"/>
                      <a:pt x="18" y="16"/>
                      <a:pt x="18" y="16"/>
                    </a:cubicBezTo>
                    <a:cubicBezTo>
                      <a:pt x="18" y="16"/>
                      <a:pt x="18" y="16"/>
                      <a:pt x="17" y="16"/>
                    </a:cubicBezTo>
                    <a:cubicBezTo>
                      <a:pt x="2" y="1"/>
                      <a:pt x="2" y="1"/>
                      <a:pt x="2" y="1"/>
                    </a:cubicBezTo>
                    <a:cubicBezTo>
                      <a:pt x="2" y="0"/>
                      <a:pt x="1" y="0"/>
                      <a:pt x="1" y="1"/>
                    </a:cubicBezTo>
                    <a:cubicBezTo>
                      <a:pt x="0" y="1"/>
                      <a:pt x="0" y="2"/>
                      <a:pt x="1" y="3"/>
                    </a:cubicBezTo>
                    <a:cubicBezTo>
                      <a:pt x="15" y="18"/>
                      <a:pt x="15" y="18"/>
                      <a:pt x="15" y="18"/>
                    </a:cubicBezTo>
                    <a:cubicBezTo>
                      <a:pt x="15" y="18"/>
                      <a:pt x="15" y="19"/>
                      <a:pt x="15" y="19"/>
                    </a:cubicBezTo>
                    <a:cubicBezTo>
                      <a:pt x="15" y="21"/>
                      <a:pt x="17" y="22"/>
                      <a:pt x="18" y="22"/>
                    </a:cubicBezTo>
                    <a:cubicBezTo>
                      <a:pt x="24" y="22"/>
                      <a:pt x="24" y="22"/>
                      <a:pt x="24" y="22"/>
                    </a:cubicBezTo>
                    <a:cubicBezTo>
                      <a:pt x="25" y="22"/>
                      <a:pt x="27" y="21"/>
                      <a:pt x="27" y="19"/>
                    </a:cubicBezTo>
                    <a:cubicBezTo>
                      <a:pt x="27" y="19"/>
                      <a:pt x="27" y="18"/>
                      <a:pt x="27" y="18"/>
                    </a:cubicBezTo>
                    <a:cubicBezTo>
                      <a:pt x="42" y="3"/>
                      <a:pt x="42" y="3"/>
                      <a:pt x="42" y="3"/>
                    </a:cubicBezTo>
                    <a:cubicBezTo>
                      <a:pt x="42" y="2"/>
                      <a:pt x="42" y="1"/>
                      <a:pt x="42" y="1"/>
                    </a:cubicBezTo>
                    <a:cubicBezTo>
                      <a:pt x="41" y="0"/>
                      <a:pt x="40" y="0"/>
                      <a:pt x="4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13" name="Freeform 185">
                <a:extLst>
                  <a:ext uri="{FF2B5EF4-FFF2-40B4-BE49-F238E27FC236}">
                    <a16:creationId xmlns:a16="http://schemas.microsoft.com/office/drawing/2014/main" id="{5CE2120B-9381-7426-2306-5124E1AD0A8A}"/>
                  </a:ext>
                </a:extLst>
              </p:cNvPr>
              <p:cNvSpPr>
                <a:spLocks noEditPoints="1"/>
              </p:cNvSpPr>
              <p:nvPr/>
            </p:nvSpPr>
            <p:spPr bwMode="auto">
              <a:xfrm>
                <a:off x="9131304" y="3548423"/>
                <a:ext cx="2303463" cy="2162175"/>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14" name="Freeform 186">
                <a:extLst>
                  <a:ext uri="{FF2B5EF4-FFF2-40B4-BE49-F238E27FC236}">
                    <a16:creationId xmlns:a16="http://schemas.microsoft.com/office/drawing/2014/main" id="{ABEE85EE-CBB3-BCF7-182E-B9AF99BAF381}"/>
                  </a:ext>
                </a:extLst>
              </p:cNvPr>
              <p:cNvSpPr>
                <a:spLocks/>
              </p:cNvSpPr>
              <p:nvPr/>
            </p:nvSpPr>
            <p:spPr bwMode="auto">
              <a:xfrm>
                <a:off x="10820405" y="3942123"/>
                <a:ext cx="403225" cy="212725"/>
              </a:xfrm>
              <a:custGeom>
                <a:avLst/>
                <a:gdLst>
                  <a:gd name="T0" fmla="*/ 40 w 42"/>
                  <a:gd name="T1" fmla="*/ 1 h 22"/>
                  <a:gd name="T2" fmla="*/ 25 w 42"/>
                  <a:gd name="T3" fmla="*/ 16 h 22"/>
                  <a:gd name="T4" fmla="*/ 24 w 42"/>
                  <a:gd name="T5" fmla="*/ 16 h 22"/>
                  <a:gd name="T6" fmla="*/ 19 w 42"/>
                  <a:gd name="T7" fmla="*/ 16 h 22"/>
                  <a:gd name="T8" fmla="*/ 18 w 42"/>
                  <a:gd name="T9" fmla="*/ 16 h 22"/>
                  <a:gd name="T10" fmla="*/ 3 w 42"/>
                  <a:gd name="T11" fmla="*/ 1 h 22"/>
                  <a:gd name="T12" fmla="*/ 1 w 42"/>
                  <a:gd name="T13" fmla="*/ 1 h 22"/>
                  <a:gd name="T14" fmla="*/ 1 w 42"/>
                  <a:gd name="T15" fmla="*/ 3 h 22"/>
                  <a:gd name="T16" fmla="*/ 16 w 42"/>
                  <a:gd name="T17" fmla="*/ 18 h 22"/>
                  <a:gd name="T18" fmla="*/ 15 w 42"/>
                  <a:gd name="T19" fmla="*/ 19 h 22"/>
                  <a:gd name="T20" fmla="*/ 19 w 42"/>
                  <a:gd name="T21" fmla="*/ 22 h 22"/>
                  <a:gd name="T22" fmla="*/ 24 w 42"/>
                  <a:gd name="T23" fmla="*/ 22 h 22"/>
                  <a:gd name="T24" fmla="*/ 27 w 42"/>
                  <a:gd name="T25" fmla="*/ 19 h 22"/>
                  <a:gd name="T26" fmla="*/ 27 w 42"/>
                  <a:gd name="T27" fmla="*/ 18 h 22"/>
                  <a:gd name="T28" fmla="*/ 42 w 42"/>
                  <a:gd name="T29" fmla="*/ 3 h 22"/>
                  <a:gd name="T30" fmla="*/ 42 w 42"/>
                  <a:gd name="T31" fmla="*/ 1 h 22"/>
                  <a:gd name="T32" fmla="*/ 40 w 42"/>
                  <a:gd name="T3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0" y="1"/>
                    </a:moveTo>
                    <a:cubicBezTo>
                      <a:pt x="25" y="16"/>
                      <a:pt x="25" y="16"/>
                      <a:pt x="25" y="16"/>
                    </a:cubicBezTo>
                    <a:cubicBezTo>
                      <a:pt x="25" y="16"/>
                      <a:pt x="24" y="16"/>
                      <a:pt x="24" y="16"/>
                    </a:cubicBezTo>
                    <a:cubicBezTo>
                      <a:pt x="19" y="16"/>
                      <a:pt x="19" y="16"/>
                      <a:pt x="19" y="16"/>
                    </a:cubicBezTo>
                    <a:cubicBezTo>
                      <a:pt x="18" y="16"/>
                      <a:pt x="18" y="16"/>
                      <a:pt x="18" y="16"/>
                    </a:cubicBezTo>
                    <a:cubicBezTo>
                      <a:pt x="3" y="1"/>
                      <a:pt x="3" y="1"/>
                      <a:pt x="3" y="1"/>
                    </a:cubicBezTo>
                    <a:cubicBezTo>
                      <a:pt x="2" y="0"/>
                      <a:pt x="1" y="0"/>
                      <a:pt x="1" y="1"/>
                    </a:cubicBezTo>
                    <a:cubicBezTo>
                      <a:pt x="0" y="1"/>
                      <a:pt x="0" y="2"/>
                      <a:pt x="1" y="3"/>
                    </a:cubicBezTo>
                    <a:cubicBezTo>
                      <a:pt x="16" y="18"/>
                      <a:pt x="16" y="18"/>
                      <a:pt x="16" y="18"/>
                    </a:cubicBezTo>
                    <a:cubicBezTo>
                      <a:pt x="15" y="18"/>
                      <a:pt x="15" y="19"/>
                      <a:pt x="15" y="19"/>
                    </a:cubicBezTo>
                    <a:cubicBezTo>
                      <a:pt x="15" y="21"/>
                      <a:pt x="17" y="22"/>
                      <a:pt x="19" y="22"/>
                    </a:cubicBezTo>
                    <a:cubicBezTo>
                      <a:pt x="24" y="22"/>
                      <a:pt x="24" y="22"/>
                      <a:pt x="24" y="22"/>
                    </a:cubicBezTo>
                    <a:cubicBezTo>
                      <a:pt x="26" y="22"/>
                      <a:pt x="27" y="21"/>
                      <a:pt x="27" y="19"/>
                    </a:cubicBezTo>
                    <a:cubicBezTo>
                      <a:pt x="27" y="19"/>
                      <a:pt x="27" y="18"/>
                      <a:pt x="27" y="18"/>
                    </a:cubicBezTo>
                    <a:cubicBezTo>
                      <a:pt x="42" y="3"/>
                      <a:pt x="42" y="3"/>
                      <a:pt x="42" y="3"/>
                    </a:cubicBezTo>
                    <a:cubicBezTo>
                      <a:pt x="42" y="2"/>
                      <a:pt x="42" y="1"/>
                      <a:pt x="42" y="1"/>
                    </a:cubicBezTo>
                    <a:cubicBezTo>
                      <a:pt x="41" y="0"/>
                      <a:pt x="40" y="0"/>
                      <a:pt x="4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grpSp>
        <p:grpSp>
          <p:nvGrpSpPr>
            <p:cNvPr id="204" name="Group 203">
              <a:extLst>
                <a:ext uri="{FF2B5EF4-FFF2-40B4-BE49-F238E27FC236}">
                  <a16:creationId xmlns:a16="http://schemas.microsoft.com/office/drawing/2014/main" id="{8573F3FA-08F7-8572-2C50-DAD5D98F5233}"/>
                </a:ext>
              </a:extLst>
            </p:cNvPr>
            <p:cNvGrpSpPr>
              <a:grpSpLocks noChangeAspect="1"/>
            </p:cNvGrpSpPr>
            <p:nvPr/>
          </p:nvGrpSpPr>
          <p:grpSpPr>
            <a:xfrm>
              <a:off x="4340288" y="2079158"/>
              <a:ext cx="681905" cy="640080"/>
              <a:chOff x="9131304" y="3548423"/>
              <a:chExt cx="2303463" cy="2162175"/>
            </a:xfrm>
            <a:solidFill>
              <a:srgbClr val="8C8C8C">
                <a:lumMod val="75000"/>
              </a:srgbClr>
            </a:solidFill>
          </p:grpSpPr>
          <p:sp>
            <p:nvSpPr>
              <p:cNvPr id="207" name="Freeform 183">
                <a:extLst>
                  <a:ext uri="{FF2B5EF4-FFF2-40B4-BE49-F238E27FC236}">
                    <a16:creationId xmlns:a16="http://schemas.microsoft.com/office/drawing/2014/main" id="{C6269575-B9AA-4CF0-E142-BC71C8645ED1}"/>
                  </a:ext>
                </a:extLst>
              </p:cNvPr>
              <p:cNvSpPr>
                <a:spLocks/>
              </p:cNvSpPr>
              <p:nvPr/>
            </p:nvSpPr>
            <p:spPr bwMode="auto">
              <a:xfrm>
                <a:off x="10080630" y="3942123"/>
                <a:ext cx="403225" cy="212725"/>
              </a:xfrm>
              <a:custGeom>
                <a:avLst/>
                <a:gdLst>
                  <a:gd name="T0" fmla="*/ 42 w 42"/>
                  <a:gd name="T1" fmla="*/ 3 h 22"/>
                  <a:gd name="T2" fmla="*/ 42 w 42"/>
                  <a:gd name="T3" fmla="*/ 1 h 22"/>
                  <a:gd name="T4" fmla="*/ 40 w 42"/>
                  <a:gd name="T5" fmla="*/ 1 h 22"/>
                  <a:gd name="T6" fmla="*/ 25 w 42"/>
                  <a:gd name="T7" fmla="*/ 16 h 22"/>
                  <a:gd name="T8" fmla="*/ 24 w 42"/>
                  <a:gd name="T9" fmla="*/ 16 h 22"/>
                  <a:gd name="T10" fmla="*/ 19 w 42"/>
                  <a:gd name="T11" fmla="*/ 16 h 22"/>
                  <a:gd name="T12" fmla="*/ 18 w 42"/>
                  <a:gd name="T13" fmla="*/ 16 h 22"/>
                  <a:gd name="T14" fmla="*/ 3 w 42"/>
                  <a:gd name="T15" fmla="*/ 1 h 22"/>
                  <a:gd name="T16" fmla="*/ 1 w 42"/>
                  <a:gd name="T17" fmla="*/ 1 h 22"/>
                  <a:gd name="T18" fmla="*/ 1 w 42"/>
                  <a:gd name="T19" fmla="*/ 3 h 22"/>
                  <a:gd name="T20" fmla="*/ 16 w 42"/>
                  <a:gd name="T21" fmla="*/ 18 h 22"/>
                  <a:gd name="T22" fmla="*/ 15 w 42"/>
                  <a:gd name="T23" fmla="*/ 19 h 22"/>
                  <a:gd name="T24" fmla="*/ 19 w 42"/>
                  <a:gd name="T25" fmla="*/ 22 h 22"/>
                  <a:gd name="T26" fmla="*/ 24 w 42"/>
                  <a:gd name="T27" fmla="*/ 22 h 22"/>
                  <a:gd name="T28" fmla="*/ 27 w 42"/>
                  <a:gd name="T29" fmla="*/ 19 h 22"/>
                  <a:gd name="T30" fmla="*/ 27 w 42"/>
                  <a:gd name="T31" fmla="*/ 18 h 22"/>
                  <a:gd name="T32" fmla="*/ 42 w 42"/>
                  <a:gd name="T3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2" y="3"/>
                    </a:moveTo>
                    <a:cubicBezTo>
                      <a:pt x="42" y="2"/>
                      <a:pt x="42" y="1"/>
                      <a:pt x="42" y="1"/>
                    </a:cubicBezTo>
                    <a:cubicBezTo>
                      <a:pt x="41" y="0"/>
                      <a:pt x="40" y="0"/>
                      <a:pt x="40" y="1"/>
                    </a:cubicBezTo>
                    <a:cubicBezTo>
                      <a:pt x="25" y="16"/>
                      <a:pt x="25" y="16"/>
                      <a:pt x="25" y="16"/>
                    </a:cubicBezTo>
                    <a:cubicBezTo>
                      <a:pt x="24" y="16"/>
                      <a:pt x="24" y="16"/>
                      <a:pt x="24" y="16"/>
                    </a:cubicBezTo>
                    <a:cubicBezTo>
                      <a:pt x="19" y="16"/>
                      <a:pt x="19" y="16"/>
                      <a:pt x="19" y="16"/>
                    </a:cubicBezTo>
                    <a:cubicBezTo>
                      <a:pt x="18" y="16"/>
                      <a:pt x="18" y="16"/>
                      <a:pt x="18" y="16"/>
                    </a:cubicBezTo>
                    <a:cubicBezTo>
                      <a:pt x="3" y="1"/>
                      <a:pt x="3" y="1"/>
                      <a:pt x="3" y="1"/>
                    </a:cubicBezTo>
                    <a:cubicBezTo>
                      <a:pt x="2" y="0"/>
                      <a:pt x="1" y="0"/>
                      <a:pt x="1" y="1"/>
                    </a:cubicBezTo>
                    <a:cubicBezTo>
                      <a:pt x="0" y="1"/>
                      <a:pt x="0" y="2"/>
                      <a:pt x="1" y="3"/>
                    </a:cubicBezTo>
                    <a:cubicBezTo>
                      <a:pt x="16" y="18"/>
                      <a:pt x="16" y="18"/>
                      <a:pt x="16" y="18"/>
                    </a:cubicBezTo>
                    <a:cubicBezTo>
                      <a:pt x="15" y="18"/>
                      <a:pt x="15" y="19"/>
                      <a:pt x="15" y="19"/>
                    </a:cubicBezTo>
                    <a:cubicBezTo>
                      <a:pt x="15" y="21"/>
                      <a:pt x="17" y="22"/>
                      <a:pt x="19" y="22"/>
                    </a:cubicBezTo>
                    <a:cubicBezTo>
                      <a:pt x="24" y="22"/>
                      <a:pt x="24" y="22"/>
                      <a:pt x="24" y="22"/>
                    </a:cubicBezTo>
                    <a:cubicBezTo>
                      <a:pt x="26" y="22"/>
                      <a:pt x="27" y="21"/>
                      <a:pt x="27" y="19"/>
                    </a:cubicBezTo>
                    <a:cubicBezTo>
                      <a:pt x="27" y="19"/>
                      <a:pt x="27" y="18"/>
                      <a:pt x="27" y="18"/>
                    </a:cubicBezTo>
                    <a:lnTo>
                      <a:pt x="4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08" name="Freeform 184">
                <a:extLst>
                  <a:ext uri="{FF2B5EF4-FFF2-40B4-BE49-F238E27FC236}">
                    <a16:creationId xmlns:a16="http://schemas.microsoft.com/office/drawing/2014/main" id="{E4726C64-B279-255C-A81A-A0BE8FBE11C6}"/>
                  </a:ext>
                </a:extLst>
              </p:cNvPr>
              <p:cNvSpPr>
                <a:spLocks/>
              </p:cNvSpPr>
              <p:nvPr/>
            </p:nvSpPr>
            <p:spPr bwMode="auto">
              <a:xfrm>
                <a:off x="9342442" y="3942123"/>
                <a:ext cx="403225" cy="212725"/>
              </a:xfrm>
              <a:custGeom>
                <a:avLst/>
                <a:gdLst>
                  <a:gd name="T0" fmla="*/ 40 w 42"/>
                  <a:gd name="T1" fmla="*/ 1 h 22"/>
                  <a:gd name="T2" fmla="*/ 25 w 42"/>
                  <a:gd name="T3" fmla="*/ 16 h 22"/>
                  <a:gd name="T4" fmla="*/ 24 w 42"/>
                  <a:gd name="T5" fmla="*/ 16 h 22"/>
                  <a:gd name="T6" fmla="*/ 18 w 42"/>
                  <a:gd name="T7" fmla="*/ 16 h 22"/>
                  <a:gd name="T8" fmla="*/ 17 w 42"/>
                  <a:gd name="T9" fmla="*/ 16 h 22"/>
                  <a:gd name="T10" fmla="*/ 2 w 42"/>
                  <a:gd name="T11" fmla="*/ 1 h 22"/>
                  <a:gd name="T12" fmla="*/ 1 w 42"/>
                  <a:gd name="T13" fmla="*/ 1 h 22"/>
                  <a:gd name="T14" fmla="*/ 1 w 42"/>
                  <a:gd name="T15" fmla="*/ 3 h 22"/>
                  <a:gd name="T16" fmla="*/ 15 w 42"/>
                  <a:gd name="T17" fmla="*/ 18 h 22"/>
                  <a:gd name="T18" fmla="*/ 15 w 42"/>
                  <a:gd name="T19" fmla="*/ 19 h 22"/>
                  <a:gd name="T20" fmla="*/ 18 w 42"/>
                  <a:gd name="T21" fmla="*/ 22 h 22"/>
                  <a:gd name="T22" fmla="*/ 24 w 42"/>
                  <a:gd name="T23" fmla="*/ 22 h 22"/>
                  <a:gd name="T24" fmla="*/ 27 w 42"/>
                  <a:gd name="T25" fmla="*/ 19 h 22"/>
                  <a:gd name="T26" fmla="*/ 27 w 42"/>
                  <a:gd name="T27" fmla="*/ 18 h 22"/>
                  <a:gd name="T28" fmla="*/ 42 w 42"/>
                  <a:gd name="T29" fmla="*/ 3 h 22"/>
                  <a:gd name="T30" fmla="*/ 42 w 42"/>
                  <a:gd name="T31" fmla="*/ 1 h 22"/>
                  <a:gd name="T32" fmla="*/ 40 w 42"/>
                  <a:gd name="T3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0" y="1"/>
                    </a:moveTo>
                    <a:cubicBezTo>
                      <a:pt x="25" y="16"/>
                      <a:pt x="25" y="16"/>
                      <a:pt x="25" y="16"/>
                    </a:cubicBezTo>
                    <a:cubicBezTo>
                      <a:pt x="24" y="16"/>
                      <a:pt x="24" y="16"/>
                      <a:pt x="24" y="16"/>
                    </a:cubicBezTo>
                    <a:cubicBezTo>
                      <a:pt x="18" y="16"/>
                      <a:pt x="18" y="16"/>
                      <a:pt x="18" y="16"/>
                    </a:cubicBezTo>
                    <a:cubicBezTo>
                      <a:pt x="18" y="16"/>
                      <a:pt x="18" y="16"/>
                      <a:pt x="17" y="16"/>
                    </a:cubicBezTo>
                    <a:cubicBezTo>
                      <a:pt x="2" y="1"/>
                      <a:pt x="2" y="1"/>
                      <a:pt x="2" y="1"/>
                    </a:cubicBezTo>
                    <a:cubicBezTo>
                      <a:pt x="2" y="0"/>
                      <a:pt x="1" y="0"/>
                      <a:pt x="1" y="1"/>
                    </a:cubicBezTo>
                    <a:cubicBezTo>
                      <a:pt x="0" y="1"/>
                      <a:pt x="0" y="2"/>
                      <a:pt x="1" y="3"/>
                    </a:cubicBezTo>
                    <a:cubicBezTo>
                      <a:pt x="15" y="18"/>
                      <a:pt x="15" y="18"/>
                      <a:pt x="15" y="18"/>
                    </a:cubicBezTo>
                    <a:cubicBezTo>
                      <a:pt x="15" y="18"/>
                      <a:pt x="15" y="19"/>
                      <a:pt x="15" y="19"/>
                    </a:cubicBezTo>
                    <a:cubicBezTo>
                      <a:pt x="15" y="21"/>
                      <a:pt x="17" y="22"/>
                      <a:pt x="18" y="22"/>
                    </a:cubicBezTo>
                    <a:cubicBezTo>
                      <a:pt x="24" y="22"/>
                      <a:pt x="24" y="22"/>
                      <a:pt x="24" y="22"/>
                    </a:cubicBezTo>
                    <a:cubicBezTo>
                      <a:pt x="25" y="22"/>
                      <a:pt x="27" y="21"/>
                      <a:pt x="27" y="19"/>
                    </a:cubicBezTo>
                    <a:cubicBezTo>
                      <a:pt x="27" y="19"/>
                      <a:pt x="27" y="18"/>
                      <a:pt x="27" y="18"/>
                    </a:cubicBezTo>
                    <a:cubicBezTo>
                      <a:pt x="42" y="3"/>
                      <a:pt x="42" y="3"/>
                      <a:pt x="42" y="3"/>
                    </a:cubicBezTo>
                    <a:cubicBezTo>
                      <a:pt x="42" y="2"/>
                      <a:pt x="42" y="1"/>
                      <a:pt x="42" y="1"/>
                    </a:cubicBezTo>
                    <a:cubicBezTo>
                      <a:pt x="41" y="0"/>
                      <a:pt x="40" y="0"/>
                      <a:pt x="4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09" name="Freeform 185">
                <a:extLst>
                  <a:ext uri="{FF2B5EF4-FFF2-40B4-BE49-F238E27FC236}">
                    <a16:creationId xmlns:a16="http://schemas.microsoft.com/office/drawing/2014/main" id="{2C4C7AD2-08CA-D4A7-5572-F6155B94F5D7}"/>
                  </a:ext>
                </a:extLst>
              </p:cNvPr>
              <p:cNvSpPr>
                <a:spLocks noEditPoints="1"/>
              </p:cNvSpPr>
              <p:nvPr/>
            </p:nvSpPr>
            <p:spPr bwMode="auto">
              <a:xfrm>
                <a:off x="9131304" y="3548423"/>
                <a:ext cx="2303463" cy="2162175"/>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10" name="Freeform 186">
                <a:extLst>
                  <a:ext uri="{FF2B5EF4-FFF2-40B4-BE49-F238E27FC236}">
                    <a16:creationId xmlns:a16="http://schemas.microsoft.com/office/drawing/2014/main" id="{9A97F4E1-5816-333B-BFB0-473C30A2CF76}"/>
                  </a:ext>
                </a:extLst>
              </p:cNvPr>
              <p:cNvSpPr>
                <a:spLocks/>
              </p:cNvSpPr>
              <p:nvPr/>
            </p:nvSpPr>
            <p:spPr bwMode="auto">
              <a:xfrm>
                <a:off x="10820405" y="3942123"/>
                <a:ext cx="403225" cy="212725"/>
              </a:xfrm>
              <a:custGeom>
                <a:avLst/>
                <a:gdLst>
                  <a:gd name="T0" fmla="*/ 40 w 42"/>
                  <a:gd name="T1" fmla="*/ 1 h 22"/>
                  <a:gd name="T2" fmla="*/ 25 w 42"/>
                  <a:gd name="T3" fmla="*/ 16 h 22"/>
                  <a:gd name="T4" fmla="*/ 24 w 42"/>
                  <a:gd name="T5" fmla="*/ 16 h 22"/>
                  <a:gd name="T6" fmla="*/ 19 w 42"/>
                  <a:gd name="T7" fmla="*/ 16 h 22"/>
                  <a:gd name="T8" fmla="*/ 18 w 42"/>
                  <a:gd name="T9" fmla="*/ 16 h 22"/>
                  <a:gd name="T10" fmla="*/ 3 w 42"/>
                  <a:gd name="T11" fmla="*/ 1 h 22"/>
                  <a:gd name="T12" fmla="*/ 1 w 42"/>
                  <a:gd name="T13" fmla="*/ 1 h 22"/>
                  <a:gd name="T14" fmla="*/ 1 w 42"/>
                  <a:gd name="T15" fmla="*/ 3 h 22"/>
                  <a:gd name="T16" fmla="*/ 16 w 42"/>
                  <a:gd name="T17" fmla="*/ 18 h 22"/>
                  <a:gd name="T18" fmla="*/ 15 w 42"/>
                  <a:gd name="T19" fmla="*/ 19 h 22"/>
                  <a:gd name="T20" fmla="*/ 19 w 42"/>
                  <a:gd name="T21" fmla="*/ 22 h 22"/>
                  <a:gd name="T22" fmla="*/ 24 w 42"/>
                  <a:gd name="T23" fmla="*/ 22 h 22"/>
                  <a:gd name="T24" fmla="*/ 27 w 42"/>
                  <a:gd name="T25" fmla="*/ 19 h 22"/>
                  <a:gd name="T26" fmla="*/ 27 w 42"/>
                  <a:gd name="T27" fmla="*/ 18 h 22"/>
                  <a:gd name="T28" fmla="*/ 42 w 42"/>
                  <a:gd name="T29" fmla="*/ 3 h 22"/>
                  <a:gd name="T30" fmla="*/ 42 w 42"/>
                  <a:gd name="T31" fmla="*/ 1 h 22"/>
                  <a:gd name="T32" fmla="*/ 40 w 42"/>
                  <a:gd name="T3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2">
                    <a:moveTo>
                      <a:pt x="40" y="1"/>
                    </a:moveTo>
                    <a:cubicBezTo>
                      <a:pt x="25" y="16"/>
                      <a:pt x="25" y="16"/>
                      <a:pt x="25" y="16"/>
                    </a:cubicBezTo>
                    <a:cubicBezTo>
                      <a:pt x="25" y="16"/>
                      <a:pt x="24" y="16"/>
                      <a:pt x="24" y="16"/>
                    </a:cubicBezTo>
                    <a:cubicBezTo>
                      <a:pt x="19" y="16"/>
                      <a:pt x="19" y="16"/>
                      <a:pt x="19" y="16"/>
                    </a:cubicBezTo>
                    <a:cubicBezTo>
                      <a:pt x="18" y="16"/>
                      <a:pt x="18" y="16"/>
                      <a:pt x="18" y="16"/>
                    </a:cubicBezTo>
                    <a:cubicBezTo>
                      <a:pt x="3" y="1"/>
                      <a:pt x="3" y="1"/>
                      <a:pt x="3" y="1"/>
                    </a:cubicBezTo>
                    <a:cubicBezTo>
                      <a:pt x="2" y="0"/>
                      <a:pt x="1" y="0"/>
                      <a:pt x="1" y="1"/>
                    </a:cubicBezTo>
                    <a:cubicBezTo>
                      <a:pt x="0" y="1"/>
                      <a:pt x="0" y="2"/>
                      <a:pt x="1" y="3"/>
                    </a:cubicBezTo>
                    <a:cubicBezTo>
                      <a:pt x="16" y="18"/>
                      <a:pt x="16" y="18"/>
                      <a:pt x="16" y="18"/>
                    </a:cubicBezTo>
                    <a:cubicBezTo>
                      <a:pt x="15" y="18"/>
                      <a:pt x="15" y="19"/>
                      <a:pt x="15" y="19"/>
                    </a:cubicBezTo>
                    <a:cubicBezTo>
                      <a:pt x="15" y="21"/>
                      <a:pt x="17" y="22"/>
                      <a:pt x="19" y="22"/>
                    </a:cubicBezTo>
                    <a:cubicBezTo>
                      <a:pt x="24" y="22"/>
                      <a:pt x="24" y="22"/>
                      <a:pt x="24" y="22"/>
                    </a:cubicBezTo>
                    <a:cubicBezTo>
                      <a:pt x="26" y="22"/>
                      <a:pt x="27" y="21"/>
                      <a:pt x="27" y="19"/>
                    </a:cubicBezTo>
                    <a:cubicBezTo>
                      <a:pt x="27" y="19"/>
                      <a:pt x="27" y="18"/>
                      <a:pt x="27" y="18"/>
                    </a:cubicBezTo>
                    <a:cubicBezTo>
                      <a:pt x="42" y="3"/>
                      <a:pt x="42" y="3"/>
                      <a:pt x="42" y="3"/>
                    </a:cubicBezTo>
                    <a:cubicBezTo>
                      <a:pt x="42" y="2"/>
                      <a:pt x="42" y="1"/>
                      <a:pt x="42" y="1"/>
                    </a:cubicBezTo>
                    <a:cubicBezTo>
                      <a:pt x="41" y="0"/>
                      <a:pt x="40" y="0"/>
                      <a:pt x="4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grpSp>
        <p:sp>
          <p:nvSpPr>
            <p:cNvPr id="205" name="Arc 204">
              <a:extLst>
                <a:ext uri="{FF2B5EF4-FFF2-40B4-BE49-F238E27FC236}">
                  <a16:creationId xmlns:a16="http://schemas.microsoft.com/office/drawing/2014/main" id="{5D2FB90E-26B6-3A5D-9EC8-723129EA167C}"/>
                </a:ext>
              </a:extLst>
            </p:cNvPr>
            <p:cNvSpPr>
              <a:spLocks noChangeAspect="1"/>
            </p:cNvSpPr>
            <p:nvPr/>
          </p:nvSpPr>
          <p:spPr>
            <a:xfrm flipH="1" flipV="1">
              <a:off x="4045668" y="1874940"/>
              <a:ext cx="876318" cy="576352"/>
            </a:xfrm>
            <a:prstGeom prst="arc">
              <a:avLst>
                <a:gd name="adj1" fmla="val 11577148"/>
                <a:gd name="adj2" fmla="val 19257702"/>
              </a:avLst>
            </a:prstGeom>
            <a:noFill/>
            <a:ln w="9525" cap="flat" cmpd="sng" algn="ctr">
              <a:solidFill>
                <a:srgbClr val="8C8C8C">
                  <a:lumMod val="75000"/>
                </a:srgbClr>
              </a:solidFill>
              <a:prstDash val="solid"/>
              <a:miter lim="800000"/>
            </a:ln>
            <a:effectLst/>
          </p:spPr>
          <p:txBody>
            <a:bodyPr rtlCol="0" anchor="ctr"/>
            <a:lstStyle/>
            <a:p>
              <a:pPr algn="ctr" defTabSz="806869">
                <a:defRPr/>
              </a:pPr>
              <a:endParaRPr lang="en-US" sz="1587" kern="0">
                <a:solidFill>
                  <a:srgbClr val="5C5C5C"/>
                </a:solidFill>
              </a:endParaRPr>
            </a:p>
          </p:txBody>
        </p:sp>
        <p:sp>
          <p:nvSpPr>
            <p:cNvPr id="206" name="Arc 205">
              <a:extLst>
                <a:ext uri="{FF2B5EF4-FFF2-40B4-BE49-F238E27FC236}">
                  <a16:creationId xmlns:a16="http://schemas.microsoft.com/office/drawing/2014/main" id="{B3F7C6C4-9054-AA16-0744-7336D2FB5C06}"/>
                </a:ext>
              </a:extLst>
            </p:cNvPr>
            <p:cNvSpPr>
              <a:spLocks noChangeAspect="1"/>
            </p:cNvSpPr>
            <p:nvPr/>
          </p:nvSpPr>
          <p:spPr>
            <a:xfrm flipH="1" flipV="1">
              <a:off x="3765288" y="1879029"/>
              <a:ext cx="718539" cy="576352"/>
            </a:xfrm>
            <a:prstGeom prst="arc">
              <a:avLst>
                <a:gd name="adj1" fmla="val 11577148"/>
                <a:gd name="adj2" fmla="val 19058909"/>
              </a:avLst>
            </a:prstGeom>
            <a:noFill/>
            <a:ln w="9525" cap="flat" cmpd="sng" algn="ctr">
              <a:solidFill>
                <a:srgbClr val="8C8C8C">
                  <a:lumMod val="75000"/>
                </a:srgbClr>
              </a:solidFill>
              <a:prstDash val="solid"/>
              <a:miter lim="800000"/>
            </a:ln>
            <a:effectLst/>
          </p:spPr>
          <p:txBody>
            <a:bodyPr rtlCol="0" anchor="ctr"/>
            <a:lstStyle/>
            <a:p>
              <a:pPr algn="ctr" defTabSz="806869">
                <a:defRPr/>
              </a:pPr>
              <a:endParaRPr lang="en-US" sz="1587" kern="0">
                <a:solidFill>
                  <a:srgbClr val="5C5C5C"/>
                </a:solidFill>
              </a:endParaRPr>
            </a:p>
          </p:txBody>
        </p:sp>
      </p:grpSp>
      <p:grpSp>
        <p:nvGrpSpPr>
          <p:cNvPr id="219" name="Group 218">
            <a:extLst>
              <a:ext uri="{FF2B5EF4-FFF2-40B4-BE49-F238E27FC236}">
                <a16:creationId xmlns:a16="http://schemas.microsoft.com/office/drawing/2014/main" id="{7119D969-D050-CF2D-9AF6-071DAFE9EC53}"/>
              </a:ext>
            </a:extLst>
          </p:cNvPr>
          <p:cNvGrpSpPr/>
          <p:nvPr/>
        </p:nvGrpSpPr>
        <p:grpSpPr>
          <a:xfrm>
            <a:off x="1322588" y="2573111"/>
            <a:ext cx="1195658" cy="340191"/>
            <a:chOff x="1185546" y="2245760"/>
            <a:chExt cx="1818430" cy="477165"/>
          </a:xfrm>
        </p:grpSpPr>
        <p:grpSp>
          <p:nvGrpSpPr>
            <p:cNvPr id="220" name="Group 219">
              <a:extLst>
                <a:ext uri="{FF2B5EF4-FFF2-40B4-BE49-F238E27FC236}">
                  <a16:creationId xmlns:a16="http://schemas.microsoft.com/office/drawing/2014/main" id="{726ACD8D-4429-91F2-36D6-4B5063E0E010}"/>
                </a:ext>
              </a:extLst>
            </p:cNvPr>
            <p:cNvGrpSpPr>
              <a:grpSpLocks noChangeAspect="1"/>
            </p:cNvGrpSpPr>
            <p:nvPr/>
          </p:nvGrpSpPr>
          <p:grpSpPr>
            <a:xfrm>
              <a:off x="2200288" y="2382154"/>
              <a:ext cx="456909" cy="337084"/>
              <a:chOff x="1880434" y="2382352"/>
              <a:chExt cx="793247" cy="585216"/>
            </a:xfrm>
            <a:solidFill>
              <a:srgbClr val="8C8C8C">
                <a:lumMod val="75000"/>
              </a:srgbClr>
            </a:solidFill>
          </p:grpSpPr>
          <p:sp>
            <p:nvSpPr>
              <p:cNvPr id="242" name="object 12">
                <a:extLst>
                  <a:ext uri="{FF2B5EF4-FFF2-40B4-BE49-F238E27FC236}">
                    <a16:creationId xmlns:a16="http://schemas.microsoft.com/office/drawing/2014/main" id="{645D55FC-B8B4-080E-2682-DA5A6A47131D}"/>
                  </a:ext>
                </a:extLst>
              </p:cNvPr>
              <p:cNvSpPr/>
              <p:nvPr/>
            </p:nvSpPr>
            <p:spPr>
              <a:xfrm>
                <a:off x="2141094" y="2659462"/>
                <a:ext cx="532587" cy="307050"/>
              </a:xfrm>
              <a:custGeom>
                <a:avLst/>
                <a:gdLst/>
                <a:ahLst/>
                <a:cxnLst/>
                <a:rect l="l" t="t" r="r" b="b"/>
                <a:pathLst>
                  <a:path w="181610" h="135255">
                    <a:moveTo>
                      <a:pt x="177343" y="0"/>
                    </a:moveTo>
                    <a:lnTo>
                      <a:pt x="140" y="165"/>
                    </a:lnTo>
                    <a:lnTo>
                      <a:pt x="0" y="8108"/>
                    </a:lnTo>
                    <a:lnTo>
                      <a:pt x="6728" y="71785"/>
                    </a:lnTo>
                    <a:lnTo>
                      <a:pt x="8020" y="83661"/>
                    </a:lnTo>
                    <a:lnTo>
                      <a:pt x="9351" y="96189"/>
                    </a:lnTo>
                    <a:lnTo>
                      <a:pt x="10659" y="109897"/>
                    </a:lnTo>
                    <a:lnTo>
                      <a:pt x="12204" y="122336"/>
                    </a:lnTo>
                    <a:lnTo>
                      <a:pt x="12040" y="134975"/>
                    </a:lnTo>
                    <a:lnTo>
                      <a:pt x="177635" y="135127"/>
                    </a:lnTo>
                    <a:lnTo>
                      <a:pt x="179858" y="133870"/>
                    </a:lnTo>
                    <a:lnTo>
                      <a:pt x="181267" y="131102"/>
                    </a:lnTo>
                    <a:lnTo>
                      <a:pt x="181267" y="78752"/>
                    </a:lnTo>
                    <a:lnTo>
                      <a:pt x="14885" y="78739"/>
                    </a:lnTo>
                    <a:lnTo>
                      <a:pt x="12787" y="76555"/>
                    </a:lnTo>
                    <a:lnTo>
                      <a:pt x="12824" y="24803"/>
                    </a:lnTo>
                    <a:lnTo>
                      <a:pt x="14935" y="22631"/>
                    </a:lnTo>
                    <a:lnTo>
                      <a:pt x="181267" y="22631"/>
                    </a:lnTo>
                    <a:lnTo>
                      <a:pt x="181267" y="3632"/>
                    </a:lnTo>
                    <a:lnTo>
                      <a:pt x="179489" y="1320"/>
                    </a:lnTo>
                    <a:lnTo>
                      <a:pt x="177343" y="0"/>
                    </a:lnTo>
                    <a:close/>
                  </a:path>
                  <a:path w="181610" h="135255">
                    <a:moveTo>
                      <a:pt x="181267" y="22631"/>
                    </a:moveTo>
                    <a:lnTo>
                      <a:pt x="66650" y="22631"/>
                    </a:lnTo>
                    <a:lnTo>
                      <a:pt x="68656" y="24637"/>
                    </a:lnTo>
                    <a:lnTo>
                      <a:pt x="68771" y="76873"/>
                    </a:lnTo>
                    <a:lnTo>
                      <a:pt x="66942" y="78739"/>
                    </a:lnTo>
                    <a:lnTo>
                      <a:pt x="14897" y="78752"/>
                    </a:lnTo>
                    <a:lnTo>
                      <a:pt x="93498" y="78752"/>
                    </a:lnTo>
                    <a:lnTo>
                      <a:pt x="91478" y="76555"/>
                    </a:lnTo>
                    <a:lnTo>
                      <a:pt x="91491" y="24637"/>
                    </a:lnTo>
                    <a:lnTo>
                      <a:pt x="93434" y="22669"/>
                    </a:lnTo>
                    <a:lnTo>
                      <a:pt x="181267" y="22656"/>
                    </a:lnTo>
                    <a:close/>
                  </a:path>
                  <a:path w="181610" h="135255">
                    <a:moveTo>
                      <a:pt x="181267" y="22656"/>
                    </a:moveTo>
                    <a:lnTo>
                      <a:pt x="145199" y="22656"/>
                    </a:lnTo>
                    <a:lnTo>
                      <a:pt x="147405" y="24803"/>
                    </a:lnTo>
                    <a:lnTo>
                      <a:pt x="147487" y="76555"/>
                    </a:lnTo>
                    <a:lnTo>
                      <a:pt x="145352" y="78752"/>
                    </a:lnTo>
                    <a:lnTo>
                      <a:pt x="181267" y="78752"/>
                    </a:lnTo>
                    <a:lnTo>
                      <a:pt x="181267" y="22656"/>
                    </a:lnTo>
                    <a:close/>
                  </a:path>
                </a:pathLst>
              </a:custGeom>
              <a:grpFill/>
            </p:spPr>
            <p:txBody>
              <a:bodyPr wrap="square" lIns="0" tIns="0" rIns="0" bIns="0" rtlCol="0"/>
              <a:lstStyle/>
              <a:p>
                <a:pPr defTabSz="806869">
                  <a:defRPr/>
                </a:pPr>
                <a:endParaRPr sz="1587" kern="0">
                  <a:solidFill>
                    <a:prstClr val="white"/>
                  </a:solidFill>
                </a:endParaRPr>
              </a:p>
            </p:txBody>
          </p:sp>
          <p:sp>
            <p:nvSpPr>
              <p:cNvPr id="243" name="object 13">
                <a:extLst>
                  <a:ext uri="{FF2B5EF4-FFF2-40B4-BE49-F238E27FC236}">
                    <a16:creationId xmlns:a16="http://schemas.microsoft.com/office/drawing/2014/main" id="{44E12DBB-9458-33A2-78F4-2EAF6BE8B7EE}"/>
                  </a:ext>
                </a:extLst>
              </p:cNvPr>
              <p:cNvSpPr/>
              <p:nvPr/>
            </p:nvSpPr>
            <p:spPr>
              <a:xfrm>
                <a:off x="1880434" y="2455817"/>
                <a:ext cx="268156" cy="511751"/>
              </a:xfrm>
              <a:custGeom>
                <a:avLst/>
                <a:gdLst/>
                <a:ahLst/>
                <a:cxnLst/>
                <a:rect l="l" t="t" r="r" b="b"/>
                <a:pathLst>
                  <a:path w="91440" h="225425">
                    <a:moveTo>
                      <a:pt x="65747" y="0"/>
                    </a:moveTo>
                    <a:lnTo>
                      <a:pt x="25095" y="0"/>
                    </a:lnTo>
                    <a:lnTo>
                      <a:pt x="23304" y="1523"/>
                    </a:lnTo>
                    <a:lnTo>
                      <a:pt x="22378" y="9688"/>
                    </a:lnTo>
                    <a:lnTo>
                      <a:pt x="21264" y="20167"/>
                    </a:lnTo>
                    <a:lnTo>
                      <a:pt x="14171" y="88694"/>
                    </a:lnTo>
                    <a:lnTo>
                      <a:pt x="7244" y="153518"/>
                    </a:lnTo>
                    <a:lnTo>
                      <a:pt x="0" y="222427"/>
                    </a:lnTo>
                    <a:lnTo>
                      <a:pt x="2120" y="224815"/>
                    </a:lnTo>
                    <a:lnTo>
                      <a:pt x="45326" y="224828"/>
                    </a:lnTo>
                    <a:lnTo>
                      <a:pt x="88125" y="224815"/>
                    </a:lnTo>
                    <a:lnTo>
                      <a:pt x="90830" y="222084"/>
                    </a:lnTo>
                    <a:lnTo>
                      <a:pt x="82838" y="147188"/>
                    </a:lnTo>
                    <a:lnTo>
                      <a:pt x="77552" y="96175"/>
                    </a:lnTo>
                    <a:lnTo>
                      <a:pt x="73681" y="60067"/>
                    </a:lnTo>
                    <a:lnTo>
                      <a:pt x="69313" y="18804"/>
                    </a:lnTo>
                    <a:lnTo>
                      <a:pt x="67449" y="1435"/>
                    </a:lnTo>
                    <a:lnTo>
                      <a:pt x="65747" y="0"/>
                    </a:lnTo>
                    <a:close/>
                  </a:path>
                </a:pathLst>
              </a:custGeom>
              <a:grpFill/>
            </p:spPr>
            <p:txBody>
              <a:bodyPr wrap="square" lIns="0" tIns="0" rIns="0" bIns="0" rtlCol="0"/>
              <a:lstStyle/>
              <a:p>
                <a:pPr defTabSz="806869">
                  <a:defRPr/>
                </a:pPr>
                <a:endParaRPr sz="1587" kern="0">
                  <a:solidFill>
                    <a:prstClr val="white"/>
                  </a:solidFill>
                </a:endParaRPr>
              </a:p>
            </p:txBody>
          </p:sp>
          <p:sp>
            <p:nvSpPr>
              <p:cNvPr id="244" name="object 14">
                <a:extLst>
                  <a:ext uri="{FF2B5EF4-FFF2-40B4-BE49-F238E27FC236}">
                    <a16:creationId xmlns:a16="http://schemas.microsoft.com/office/drawing/2014/main" id="{2BEB11E6-22C9-D777-4599-5205EB12BE62}"/>
                  </a:ext>
                </a:extLst>
              </p:cNvPr>
              <p:cNvSpPr/>
              <p:nvPr/>
            </p:nvSpPr>
            <p:spPr>
              <a:xfrm>
                <a:off x="2094405" y="2382352"/>
                <a:ext cx="465549" cy="102350"/>
              </a:xfrm>
              <a:custGeom>
                <a:avLst/>
                <a:gdLst/>
                <a:ahLst/>
                <a:cxnLst/>
                <a:rect l="l" t="t" r="r" b="b"/>
                <a:pathLst>
                  <a:path w="158750" h="45084">
                    <a:moveTo>
                      <a:pt x="154156" y="25436"/>
                    </a:moveTo>
                    <a:lnTo>
                      <a:pt x="10080" y="25436"/>
                    </a:lnTo>
                    <a:lnTo>
                      <a:pt x="22075" y="25825"/>
                    </a:lnTo>
                    <a:lnTo>
                      <a:pt x="35143" y="28848"/>
                    </a:lnTo>
                    <a:lnTo>
                      <a:pt x="71637" y="41109"/>
                    </a:lnTo>
                    <a:lnTo>
                      <a:pt x="83796" y="43810"/>
                    </a:lnTo>
                    <a:lnTo>
                      <a:pt x="95976" y="44904"/>
                    </a:lnTo>
                    <a:lnTo>
                      <a:pt x="108200" y="44250"/>
                    </a:lnTo>
                    <a:lnTo>
                      <a:pt x="120490" y="41712"/>
                    </a:lnTo>
                    <a:lnTo>
                      <a:pt x="132869" y="37149"/>
                    </a:lnTo>
                    <a:lnTo>
                      <a:pt x="144103" y="31261"/>
                    </a:lnTo>
                    <a:lnTo>
                      <a:pt x="154156" y="25436"/>
                    </a:lnTo>
                    <a:close/>
                  </a:path>
                  <a:path w="158750" h="45084">
                    <a:moveTo>
                      <a:pt x="52031" y="0"/>
                    </a:moveTo>
                    <a:lnTo>
                      <a:pt x="14908" y="9205"/>
                    </a:lnTo>
                    <a:lnTo>
                      <a:pt x="0" y="19100"/>
                    </a:lnTo>
                    <a:lnTo>
                      <a:pt x="1536" y="24206"/>
                    </a:lnTo>
                    <a:lnTo>
                      <a:pt x="3619" y="25628"/>
                    </a:lnTo>
                    <a:lnTo>
                      <a:pt x="7848" y="25615"/>
                    </a:lnTo>
                    <a:lnTo>
                      <a:pt x="10080" y="25436"/>
                    </a:lnTo>
                    <a:lnTo>
                      <a:pt x="154156" y="25436"/>
                    </a:lnTo>
                    <a:lnTo>
                      <a:pt x="157759" y="23368"/>
                    </a:lnTo>
                    <a:lnTo>
                      <a:pt x="158508" y="20383"/>
                    </a:lnTo>
                    <a:lnTo>
                      <a:pt x="157629" y="18287"/>
                    </a:lnTo>
                    <a:lnTo>
                      <a:pt x="127095" y="18287"/>
                    </a:lnTo>
                    <a:lnTo>
                      <a:pt x="114025" y="16263"/>
                    </a:lnTo>
                    <a:lnTo>
                      <a:pt x="104713" y="13521"/>
                    </a:lnTo>
                    <a:lnTo>
                      <a:pt x="77089" y="4445"/>
                    </a:lnTo>
                    <a:lnTo>
                      <a:pt x="64758" y="1476"/>
                    </a:lnTo>
                    <a:lnTo>
                      <a:pt x="52031" y="0"/>
                    </a:lnTo>
                    <a:close/>
                  </a:path>
                  <a:path w="158750" h="45084">
                    <a:moveTo>
                      <a:pt x="153644" y="13957"/>
                    </a:moveTo>
                    <a:lnTo>
                      <a:pt x="149771" y="14808"/>
                    </a:lnTo>
                    <a:lnTo>
                      <a:pt x="148958" y="15125"/>
                    </a:lnTo>
                    <a:lnTo>
                      <a:pt x="139295" y="17482"/>
                    </a:lnTo>
                    <a:lnTo>
                      <a:pt x="127095" y="18287"/>
                    </a:lnTo>
                    <a:lnTo>
                      <a:pt x="157629" y="18287"/>
                    </a:lnTo>
                    <a:lnTo>
                      <a:pt x="156349" y="15240"/>
                    </a:lnTo>
                    <a:lnTo>
                      <a:pt x="153644" y="13957"/>
                    </a:lnTo>
                    <a:close/>
                  </a:path>
                </a:pathLst>
              </a:custGeom>
              <a:grpFill/>
            </p:spPr>
            <p:txBody>
              <a:bodyPr wrap="square" lIns="0" tIns="0" rIns="0" bIns="0" rtlCol="0"/>
              <a:lstStyle/>
              <a:p>
                <a:pPr defTabSz="806869">
                  <a:defRPr/>
                </a:pPr>
                <a:endParaRPr sz="1587" kern="0">
                  <a:solidFill>
                    <a:prstClr val="white"/>
                  </a:solidFill>
                </a:endParaRPr>
              </a:p>
            </p:txBody>
          </p:sp>
          <p:sp>
            <p:nvSpPr>
              <p:cNvPr id="245" name="object 16">
                <a:extLst>
                  <a:ext uri="{FF2B5EF4-FFF2-40B4-BE49-F238E27FC236}">
                    <a16:creationId xmlns:a16="http://schemas.microsoft.com/office/drawing/2014/main" id="{E27B8D6E-31F3-19D5-25A7-81FED3E54EEC}"/>
                  </a:ext>
                </a:extLst>
              </p:cNvPr>
              <p:cNvSpPr/>
              <p:nvPr/>
            </p:nvSpPr>
            <p:spPr>
              <a:xfrm>
                <a:off x="2211426" y="2736450"/>
                <a:ext cx="98696" cy="76402"/>
              </a:xfrm>
              <a:custGeom>
                <a:avLst/>
                <a:gdLst/>
                <a:ahLst/>
                <a:cxnLst/>
                <a:rect l="l" t="t" r="r" b="b"/>
                <a:pathLst>
                  <a:path w="33655" h="33655">
                    <a:moveTo>
                      <a:pt x="0" y="16802"/>
                    </a:moveTo>
                    <a:lnTo>
                      <a:pt x="33566" y="16802"/>
                    </a:lnTo>
                  </a:path>
                </a:pathLst>
              </a:custGeom>
              <a:grpFill/>
              <a:ln w="34874">
                <a:solidFill>
                  <a:srgbClr val="8C8C8C">
                    <a:lumMod val="75000"/>
                  </a:srgbClr>
                </a:solidFill>
              </a:ln>
            </p:spPr>
            <p:txBody>
              <a:bodyPr wrap="square" lIns="0" tIns="0" rIns="0" bIns="0" rtlCol="0"/>
              <a:lstStyle/>
              <a:p>
                <a:pPr defTabSz="806869">
                  <a:defRPr/>
                </a:pPr>
                <a:endParaRPr sz="1587" kern="0">
                  <a:solidFill>
                    <a:prstClr val="white"/>
                  </a:solidFill>
                </a:endParaRPr>
              </a:p>
            </p:txBody>
          </p:sp>
          <p:sp>
            <p:nvSpPr>
              <p:cNvPr id="246" name="object 16">
                <a:extLst>
                  <a:ext uri="{FF2B5EF4-FFF2-40B4-BE49-F238E27FC236}">
                    <a16:creationId xmlns:a16="http://schemas.microsoft.com/office/drawing/2014/main" id="{5D63D44D-7485-1E4B-AE9A-FA6496F4610E}"/>
                  </a:ext>
                </a:extLst>
              </p:cNvPr>
              <p:cNvSpPr/>
              <p:nvPr/>
            </p:nvSpPr>
            <p:spPr>
              <a:xfrm>
                <a:off x="2438134" y="2736450"/>
                <a:ext cx="98696" cy="76402"/>
              </a:xfrm>
              <a:custGeom>
                <a:avLst/>
                <a:gdLst/>
                <a:ahLst/>
                <a:cxnLst/>
                <a:rect l="l" t="t" r="r" b="b"/>
                <a:pathLst>
                  <a:path w="33655" h="33655">
                    <a:moveTo>
                      <a:pt x="0" y="16802"/>
                    </a:moveTo>
                    <a:lnTo>
                      <a:pt x="33566" y="16802"/>
                    </a:lnTo>
                  </a:path>
                </a:pathLst>
              </a:custGeom>
              <a:grpFill/>
              <a:ln w="34874">
                <a:solidFill>
                  <a:srgbClr val="8C8C8C">
                    <a:lumMod val="75000"/>
                  </a:srgbClr>
                </a:solidFill>
              </a:ln>
            </p:spPr>
            <p:txBody>
              <a:bodyPr wrap="square" lIns="0" tIns="0" rIns="0" bIns="0" rtlCol="0"/>
              <a:lstStyle/>
              <a:p>
                <a:pPr defTabSz="806869">
                  <a:defRPr/>
                </a:pPr>
                <a:endParaRPr sz="1587" kern="0">
                  <a:solidFill>
                    <a:prstClr val="white"/>
                  </a:solidFill>
                </a:endParaRPr>
              </a:p>
            </p:txBody>
          </p:sp>
        </p:grpSp>
        <p:grpSp>
          <p:nvGrpSpPr>
            <p:cNvPr id="221" name="Group 220">
              <a:extLst>
                <a:ext uri="{FF2B5EF4-FFF2-40B4-BE49-F238E27FC236}">
                  <a16:creationId xmlns:a16="http://schemas.microsoft.com/office/drawing/2014/main" id="{6301CA5B-D74E-4A0C-6CCA-8E6319A5A5D9}"/>
                </a:ext>
              </a:extLst>
            </p:cNvPr>
            <p:cNvGrpSpPr>
              <a:grpSpLocks noChangeAspect="1"/>
            </p:cNvGrpSpPr>
            <p:nvPr/>
          </p:nvGrpSpPr>
          <p:grpSpPr>
            <a:xfrm>
              <a:off x="1185546" y="2405172"/>
              <a:ext cx="480251" cy="314066"/>
              <a:chOff x="1148676" y="2548966"/>
              <a:chExt cx="417610" cy="273101"/>
            </a:xfrm>
          </p:grpSpPr>
          <p:sp>
            <p:nvSpPr>
              <p:cNvPr id="239" name="Freeform 27">
                <a:extLst>
                  <a:ext uri="{FF2B5EF4-FFF2-40B4-BE49-F238E27FC236}">
                    <a16:creationId xmlns:a16="http://schemas.microsoft.com/office/drawing/2014/main" id="{17A15E60-3407-1371-81A0-BECEAD163581}"/>
                  </a:ext>
                </a:extLst>
              </p:cNvPr>
              <p:cNvSpPr>
                <a:spLocks/>
              </p:cNvSpPr>
              <p:nvPr/>
            </p:nvSpPr>
            <p:spPr bwMode="auto">
              <a:xfrm>
                <a:off x="1148676" y="2548966"/>
                <a:ext cx="89889" cy="273101"/>
              </a:xfrm>
              <a:custGeom>
                <a:avLst/>
                <a:gdLst>
                  <a:gd name="T0" fmla="*/ 144 w 144"/>
                  <a:gd name="T1" fmla="*/ 525 h 525"/>
                  <a:gd name="T2" fmla="*/ 0 w 144"/>
                  <a:gd name="T3" fmla="*/ 525 h 525"/>
                  <a:gd name="T4" fmla="*/ 0 w 144"/>
                  <a:gd name="T5" fmla="*/ 0 h 525"/>
                  <a:gd name="T6" fmla="*/ 78 w 144"/>
                  <a:gd name="T7" fmla="*/ 0 h 525"/>
                  <a:gd name="T8" fmla="*/ 144 w 144"/>
                  <a:gd name="T9" fmla="*/ 525 h 525"/>
                </a:gdLst>
                <a:ahLst/>
                <a:cxnLst>
                  <a:cxn ang="0">
                    <a:pos x="T0" y="T1"/>
                  </a:cxn>
                  <a:cxn ang="0">
                    <a:pos x="T2" y="T3"/>
                  </a:cxn>
                  <a:cxn ang="0">
                    <a:pos x="T4" y="T5"/>
                  </a:cxn>
                  <a:cxn ang="0">
                    <a:pos x="T6" y="T7"/>
                  </a:cxn>
                  <a:cxn ang="0">
                    <a:pos x="T8" y="T9"/>
                  </a:cxn>
                </a:cxnLst>
                <a:rect l="0" t="0" r="r" b="b"/>
                <a:pathLst>
                  <a:path w="144" h="525">
                    <a:moveTo>
                      <a:pt x="144" y="525"/>
                    </a:moveTo>
                    <a:lnTo>
                      <a:pt x="0" y="525"/>
                    </a:lnTo>
                    <a:lnTo>
                      <a:pt x="0" y="0"/>
                    </a:lnTo>
                    <a:lnTo>
                      <a:pt x="78" y="0"/>
                    </a:lnTo>
                    <a:lnTo>
                      <a:pt x="144" y="525"/>
                    </a:ln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40" name="Freeform 28">
                <a:extLst>
                  <a:ext uri="{FF2B5EF4-FFF2-40B4-BE49-F238E27FC236}">
                    <a16:creationId xmlns:a16="http://schemas.microsoft.com/office/drawing/2014/main" id="{FCF93829-C777-A7E4-AA67-EA7B6D165756}"/>
                  </a:ext>
                </a:extLst>
              </p:cNvPr>
              <p:cNvSpPr>
                <a:spLocks/>
              </p:cNvSpPr>
              <p:nvPr/>
            </p:nvSpPr>
            <p:spPr bwMode="auto">
              <a:xfrm>
                <a:off x="1216093" y="2548966"/>
                <a:ext cx="319606" cy="84791"/>
              </a:xfrm>
              <a:custGeom>
                <a:avLst/>
                <a:gdLst>
                  <a:gd name="T0" fmla="*/ 69 w 85"/>
                  <a:gd name="T1" fmla="*/ 0 h 27"/>
                  <a:gd name="T2" fmla="*/ 69 w 85"/>
                  <a:gd name="T3" fmla="*/ 4 h 27"/>
                  <a:gd name="T4" fmla="*/ 0 w 85"/>
                  <a:gd name="T5" fmla="*/ 4 h 27"/>
                  <a:gd name="T6" fmla="*/ 2 w 85"/>
                  <a:gd name="T7" fmla="*/ 27 h 27"/>
                  <a:gd name="T8" fmla="*/ 7 w 85"/>
                  <a:gd name="T9" fmla="*/ 27 h 27"/>
                  <a:gd name="T10" fmla="*/ 7 w 85"/>
                  <a:gd name="T11" fmla="*/ 16 h 27"/>
                  <a:gd name="T12" fmla="*/ 7 w 85"/>
                  <a:gd name="T13" fmla="*/ 12 h 27"/>
                  <a:gd name="T14" fmla="*/ 11 w 85"/>
                  <a:gd name="T15" fmla="*/ 12 h 27"/>
                  <a:gd name="T16" fmla="*/ 22 w 85"/>
                  <a:gd name="T17" fmla="*/ 12 h 27"/>
                  <a:gd name="T18" fmla="*/ 22 w 85"/>
                  <a:gd name="T19" fmla="*/ 16 h 27"/>
                  <a:gd name="T20" fmla="*/ 11 w 85"/>
                  <a:gd name="T21" fmla="*/ 16 h 27"/>
                  <a:gd name="T22" fmla="*/ 11 w 85"/>
                  <a:gd name="T23" fmla="*/ 27 h 27"/>
                  <a:gd name="T24" fmla="*/ 16 w 85"/>
                  <a:gd name="T25" fmla="*/ 27 h 27"/>
                  <a:gd name="T26" fmla="*/ 14 w 85"/>
                  <a:gd name="T27" fmla="*/ 19 h 27"/>
                  <a:gd name="T28" fmla="*/ 22 w 85"/>
                  <a:gd name="T29" fmla="*/ 19 h 27"/>
                  <a:gd name="T30" fmla="*/ 27 w 85"/>
                  <a:gd name="T31" fmla="*/ 27 h 27"/>
                  <a:gd name="T32" fmla="*/ 30 w 85"/>
                  <a:gd name="T33" fmla="*/ 27 h 27"/>
                  <a:gd name="T34" fmla="*/ 30 w 85"/>
                  <a:gd name="T35" fmla="*/ 16 h 27"/>
                  <a:gd name="T36" fmla="*/ 30 w 85"/>
                  <a:gd name="T37" fmla="*/ 12 h 27"/>
                  <a:gd name="T38" fmla="*/ 34 w 85"/>
                  <a:gd name="T39" fmla="*/ 12 h 27"/>
                  <a:gd name="T40" fmla="*/ 45 w 85"/>
                  <a:gd name="T41" fmla="*/ 12 h 27"/>
                  <a:gd name="T42" fmla="*/ 45 w 85"/>
                  <a:gd name="T43" fmla="*/ 16 h 27"/>
                  <a:gd name="T44" fmla="*/ 34 w 85"/>
                  <a:gd name="T45" fmla="*/ 16 h 27"/>
                  <a:gd name="T46" fmla="*/ 34 w 85"/>
                  <a:gd name="T47" fmla="*/ 27 h 27"/>
                  <a:gd name="T48" fmla="*/ 39 w 85"/>
                  <a:gd name="T49" fmla="*/ 27 h 27"/>
                  <a:gd name="T50" fmla="*/ 37 w 85"/>
                  <a:gd name="T51" fmla="*/ 19 h 27"/>
                  <a:gd name="T52" fmla="*/ 45 w 85"/>
                  <a:gd name="T53" fmla="*/ 19 h 27"/>
                  <a:gd name="T54" fmla="*/ 50 w 85"/>
                  <a:gd name="T55" fmla="*/ 27 h 27"/>
                  <a:gd name="T56" fmla="*/ 53 w 85"/>
                  <a:gd name="T57" fmla="*/ 27 h 27"/>
                  <a:gd name="T58" fmla="*/ 53 w 85"/>
                  <a:gd name="T59" fmla="*/ 16 h 27"/>
                  <a:gd name="T60" fmla="*/ 53 w 85"/>
                  <a:gd name="T61" fmla="*/ 12 h 27"/>
                  <a:gd name="T62" fmla="*/ 57 w 85"/>
                  <a:gd name="T63" fmla="*/ 12 h 27"/>
                  <a:gd name="T64" fmla="*/ 67 w 85"/>
                  <a:gd name="T65" fmla="*/ 12 h 27"/>
                  <a:gd name="T66" fmla="*/ 67 w 85"/>
                  <a:gd name="T67" fmla="*/ 16 h 27"/>
                  <a:gd name="T68" fmla="*/ 57 w 85"/>
                  <a:gd name="T69" fmla="*/ 16 h 27"/>
                  <a:gd name="T70" fmla="*/ 57 w 85"/>
                  <a:gd name="T71" fmla="*/ 27 h 27"/>
                  <a:gd name="T72" fmla="*/ 62 w 85"/>
                  <a:gd name="T73" fmla="*/ 27 h 27"/>
                  <a:gd name="T74" fmla="*/ 59 w 85"/>
                  <a:gd name="T75" fmla="*/ 19 h 27"/>
                  <a:gd name="T76" fmla="*/ 67 w 85"/>
                  <a:gd name="T77" fmla="*/ 19 h 27"/>
                  <a:gd name="T78" fmla="*/ 72 w 85"/>
                  <a:gd name="T79" fmla="*/ 27 h 27"/>
                  <a:gd name="T80" fmla="*/ 85 w 85"/>
                  <a:gd name="T81" fmla="*/ 27 h 27"/>
                  <a:gd name="T82" fmla="*/ 82 w 85"/>
                  <a:gd name="T83" fmla="*/ 0 h 27"/>
                  <a:gd name="T84" fmla="*/ 69 w 85"/>
                  <a:gd name="T8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27">
                    <a:moveTo>
                      <a:pt x="69" y="0"/>
                    </a:moveTo>
                    <a:cubicBezTo>
                      <a:pt x="69" y="4"/>
                      <a:pt x="69" y="4"/>
                      <a:pt x="69" y="4"/>
                    </a:cubicBezTo>
                    <a:cubicBezTo>
                      <a:pt x="0" y="4"/>
                      <a:pt x="0" y="4"/>
                      <a:pt x="0" y="4"/>
                    </a:cubicBezTo>
                    <a:cubicBezTo>
                      <a:pt x="2" y="27"/>
                      <a:pt x="2" y="27"/>
                      <a:pt x="2" y="27"/>
                    </a:cubicBezTo>
                    <a:cubicBezTo>
                      <a:pt x="7" y="27"/>
                      <a:pt x="7" y="27"/>
                      <a:pt x="7" y="27"/>
                    </a:cubicBezTo>
                    <a:cubicBezTo>
                      <a:pt x="7" y="16"/>
                      <a:pt x="7" y="16"/>
                      <a:pt x="7" y="16"/>
                    </a:cubicBezTo>
                    <a:cubicBezTo>
                      <a:pt x="7" y="12"/>
                      <a:pt x="7" y="12"/>
                      <a:pt x="7" y="12"/>
                    </a:cubicBezTo>
                    <a:cubicBezTo>
                      <a:pt x="11" y="12"/>
                      <a:pt x="11" y="12"/>
                      <a:pt x="11" y="12"/>
                    </a:cubicBezTo>
                    <a:cubicBezTo>
                      <a:pt x="22" y="12"/>
                      <a:pt x="22" y="12"/>
                      <a:pt x="22" y="12"/>
                    </a:cubicBezTo>
                    <a:cubicBezTo>
                      <a:pt x="22" y="16"/>
                      <a:pt x="22" y="16"/>
                      <a:pt x="22" y="16"/>
                    </a:cubicBezTo>
                    <a:cubicBezTo>
                      <a:pt x="11" y="16"/>
                      <a:pt x="11" y="16"/>
                      <a:pt x="11" y="16"/>
                    </a:cubicBezTo>
                    <a:cubicBezTo>
                      <a:pt x="11" y="27"/>
                      <a:pt x="11" y="27"/>
                      <a:pt x="11" y="27"/>
                    </a:cubicBezTo>
                    <a:cubicBezTo>
                      <a:pt x="16" y="27"/>
                      <a:pt x="16" y="27"/>
                      <a:pt x="16" y="27"/>
                    </a:cubicBezTo>
                    <a:cubicBezTo>
                      <a:pt x="15" y="21"/>
                      <a:pt x="14" y="19"/>
                      <a:pt x="14" y="19"/>
                    </a:cubicBezTo>
                    <a:cubicBezTo>
                      <a:pt x="22" y="19"/>
                      <a:pt x="22" y="19"/>
                      <a:pt x="22" y="19"/>
                    </a:cubicBezTo>
                    <a:cubicBezTo>
                      <a:pt x="22" y="19"/>
                      <a:pt x="24" y="21"/>
                      <a:pt x="27" y="27"/>
                    </a:cubicBezTo>
                    <a:cubicBezTo>
                      <a:pt x="30" y="27"/>
                      <a:pt x="30" y="27"/>
                      <a:pt x="30" y="27"/>
                    </a:cubicBezTo>
                    <a:cubicBezTo>
                      <a:pt x="30" y="16"/>
                      <a:pt x="30" y="16"/>
                      <a:pt x="30" y="16"/>
                    </a:cubicBezTo>
                    <a:cubicBezTo>
                      <a:pt x="30" y="12"/>
                      <a:pt x="30" y="12"/>
                      <a:pt x="30" y="12"/>
                    </a:cubicBezTo>
                    <a:cubicBezTo>
                      <a:pt x="34" y="12"/>
                      <a:pt x="34" y="12"/>
                      <a:pt x="34" y="12"/>
                    </a:cubicBezTo>
                    <a:cubicBezTo>
                      <a:pt x="45" y="12"/>
                      <a:pt x="45" y="12"/>
                      <a:pt x="45" y="12"/>
                    </a:cubicBezTo>
                    <a:cubicBezTo>
                      <a:pt x="45" y="16"/>
                      <a:pt x="45" y="16"/>
                      <a:pt x="45" y="16"/>
                    </a:cubicBezTo>
                    <a:cubicBezTo>
                      <a:pt x="34" y="16"/>
                      <a:pt x="34" y="16"/>
                      <a:pt x="34" y="16"/>
                    </a:cubicBezTo>
                    <a:cubicBezTo>
                      <a:pt x="34" y="27"/>
                      <a:pt x="34" y="27"/>
                      <a:pt x="34" y="27"/>
                    </a:cubicBezTo>
                    <a:cubicBezTo>
                      <a:pt x="39" y="27"/>
                      <a:pt x="39" y="27"/>
                      <a:pt x="39" y="27"/>
                    </a:cubicBezTo>
                    <a:cubicBezTo>
                      <a:pt x="38" y="21"/>
                      <a:pt x="37" y="19"/>
                      <a:pt x="37" y="19"/>
                    </a:cubicBezTo>
                    <a:cubicBezTo>
                      <a:pt x="45" y="19"/>
                      <a:pt x="45" y="19"/>
                      <a:pt x="45" y="19"/>
                    </a:cubicBezTo>
                    <a:cubicBezTo>
                      <a:pt x="45" y="19"/>
                      <a:pt x="47" y="21"/>
                      <a:pt x="50" y="27"/>
                    </a:cubicBezTo>
                    <a:cubicBezTo>
                      <a:pt x="53" y="27"/>
                      <a:pt x="53" y="27"/>
                      <a:pt x="53" y="27"/>
                    </a:cubicBezTo>
                    <a:cubicBezTo>
                      <a:pt x="53" y="16"/>
                      <a:pt x="53" y="16"/>
                      <a:pt x="53" y="16"/>
                    </a:cubicBezTo>
                    <a:cubicBezTo>
                      <a:pt x="53" y="12"/>
                      <a:pt x="53" y="12"/>
                      <a:pt x="53" y="12"/>
                    </a:cubicBezTo>
                    <a:cubicBezTo>
                      <a:pt x="57" y="12"/>
                      <a:pt x="57" y="12"/>
                      <a:pt x="57" y="12"/>
                    </a:cubicBezTo>
                    <a:cubicBezTo>
                      <a:pt x="67" y="12"/>
                      <a:pt x="67" y="12"/>
                      <a:pt x="67" y="12"/>
                    </a:cubicBezTo>
                    <a:cubicBezTo>
                      <a:pt x="67" y="16"/>
                      <a:pt x="67" y="16"/>
                      <a:pt x="67" y="16"/>
                    </a:cubicBezTo>
                    <a:cubicBezTo>
                      <a:pt x="57" y="16"/>
                      <a:pt x="57" y="16"/>
                      <a:pt x="57" y="16"/>
                    </a:cubicBezTo>
                    <a:cubicBezTo>
                      <a:pt x="57" y="27"/>
                      <a:pt x="57" y="27"/>
                      <a:pt x="57" y="27"/>
                    </a:cubicBezTo>
                    <a:cubicBezTo>
                      <a:pt x="62" y="27"/>
                      <a:pt x="62" y="27"/>
                      <a:pt x="62" y="27"/>
                    </a:cubicBezTo>
                    <a:cubicBezTo>
                      <a:pt x="60" y="21"/>
                      <a:pt x="59" y="19"/>
                      <a:pt x="59" y="19"/>
                    </a:cubicBezTo>
                    <a:cubicBezTo>
                      <a:pt x="67" y="19"/>
                      <a:pt x="67" y="19"/>
                      <a:pt x="67" y="19"/>
                    </a:cubicBezTo>
                    <a:cubicBezTo>
                      <a:pt x="67" y="19"/>
                      <a:pt x="69" y="21"/>
                      <a:pt x="72" y="27"/>
                    </a:cubicBezTo>
                    <a:cubicBezTo>
                      <a:pt x="85" y="27"/>
                      <a:pt x="85" y="27"/>
                      <a:pt x="85" y="27"/>
                    </a:cubicBezTo>
                    <a:cubicBezTo>
                      <a:pt x="82" y="0"/>
                      <a:pt x="82" y="0"/>
                      <a:pt x="82" y="0"/>
                    </a:cubicBezTo>
                    <a:lnTo>
                      <a:pt x="69" y="0"/>
                    </a:ln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41" name="Freeform 29">
                <a:extLst>
                  <a:ext uri="{FF2B5EF4-FFF2-40B4-BE49-F238E27FC236}">
                    <a16:creationId xmlns:a16="http://schemas.microsoft.com/office/drawing/2014/main" id="{2B7D5F47-017E-63FB-E881-DDC5E1FD24ED}"/>
                  </a:ext>
                </a:extLst>
              </p:cNvPr>
              <p:cNvSpPr>
                <a:spLocks/>
              </p:cNvSpPr>
              <p:nvPr/>
            </p:nvSpPr>
            <p:spPr bwMode="auto">
              <a:xfrm>
                <a:off x="1223584" y="2633757"/>
                <a:ext cx="342702" cy="188310"/>
              </a:xfrm>
              <a:custGeom>
                <a:avLst/>
                <a:gdLst>
                  <a:gd name="T0" fmla="*/ 84 w 91"/>
                  <a:gd name="T1" fmla="*/ 56 h 60"/>
                  <a:gd name="T2" fmla="*/ 65 w 91"/>
                  <a:gd name="T3" fmla="*/ 56 h 60"/>
                  <a:gd name="T4" fmla="*/ 60 w 91"/>
                  <a:gd name="T5" fmla="*/ 0 h 60"/>
                  <a:gd name="T6" fmla="*/ 55 w 91"/>
                  <a:gd name="T7" fmla="*/ 0 h 60"/>
                  <a:gd name="T8" fmla="*/ 51 w 91"/>
                  <a:gd name="T9" fmla="*/ 0 h 60"/>
                  <a:gd name="T10" fmla="*/ 48 w 91"/>
                  <a:gd name="T11" fmla="*/ 0 h 60"/>
                  <a:gd name="T12" fmla="*/ 61 w 91"/>
                  <a:gd name="T13" fmla="*/ 56 h 60"/>
                  <a:gd name="T14" fmla="*/ 43 w 91"/>
                  <a:gd name="T15" fmla="*/ 56 h 60"/>
                  <a:gd name="T16" fmla="*/ 37 w 91"/>
                  <a:gd name="T17" fmla="*/ 0 h 60"/>
                  <a:gd name="T18" fmla="*/ 32 w 91"/>
                  <a:gd name="T19" fmla="*/ 0 h 60"/>
                  <a:gd name="T20" fmla="*/ 28 w 91"/>
                  <a:gd name="T21" fmla="*/ 0 h 60"/>
                  <a:gd name="T22" fmla="*/ 25 w 91"/>
                  <a:gd name="T23" fmla="*/ 0 h 60"/>
                  <a:gd name="T24" fmla="*/ 39 w 91"/>
                  <a:gd name="T25" fmla="*/ 56 h 60"/>
                  <a:gd name="T26" fmla="*/ 20 w 91"/>
                  <a:gd name="T27" fmla="*/ 56 h 60"/>
                  <a:gd name="T28" fmla="*/ 14 w 91"/>
                  <a:gd name="T29" fmla="*/ 0 h 60"/>
                  <a:gd name="T30" fmla="*/ 9 w 91"/>
                  <a:gd name="T31" fmla="*/ 0 h 60"/>
                  <a:gd name="T32" fmla="*/ 5 w 91"/>
                  <a:gd name="T33" fmla="*/ 0 h 60"/>
                  <a:gd name="T34" fmla="*/ 0 w 91"/>
                  <a:gd name="T35" fmla="*/ 0 h 60"/>
                  <a:gd name="T36" fmla="*/ 8 w 91"/>
                  <a:gd name="T37" fmla="*/ 60 h 60"/>
                  <a:gd name="T38" fmla="*/ 67 w 91"/>
                  <a:gd name="T39" fmla="*/ 60 h 60"/>
                  <a:gd name="T40" fmla="*/ 71 w 91"/>
                  <a:gd name="T41" fmla="*/ 60 h 60"/>
                  <a:gd name="T42" fmla="*/ 91 w 91"/>
                  <a:gd name="T43" fmla="*/ 60 h 60"/>
                  <a:gd name="T44" fmla="*/ 83 w 91"/>
                  <a:gd name="T45" fmla="*/ 0 h 60"/>
                  <a:gd name="T46" fmla="*/ 70 w 91"/>
                  <a:gd name="T47" fmla="*/ 0 h 60"/>
                  <a:gd name="T48" fmla="*/ 84 w 91"/>
                  <a:gd name="T49"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60">
                    <a:moveTo>
                      <a:pt x="84" y="56"/>
                    </a:moveTo>
                    <a:cubicBezTo>
                      <a:pt x="65" y="56"/>
                      <a:pt x="65" y="56"/>
                      <a:pt x="65" y="56"/>
                    </a:cubicBezTo>
                    <a:cubicBezTo>
                      <a:pt x="65" y="27"/>
                      <a:pt x="62" y="9"/>
                      <a:pt x="60" y="0"/>
                    </a:cubicBezTo>
                    <a:cubicBezTo>
                      <a:pt x="55" y="0"/>
                      <a:pt x="55" y="0"/>
                      <a:pt x="55" y="0"/>
                    </a:cubicBezTo>
                    <a:cubicBezTo>
                      <a:pt x="51" y="0"/>
                      <a:pt x="51" y="0"/>
                      <a:pt x="51" y="0"/>
                    </a:cubicBezTo>
                    <a:cubicBezTo>
                      <a:pt x="48" y="0"/>
                      <a:pt x="48" y="0"/>
                      <a:pt x="48" y="0"/>
                    </a:cubicBezTo>
                    <a:cubicBezTo>
                      <a:pt x="53" y="10"/>
                      <a:pt x="61" y="30"/>
                      <a:pt x="61" y="56"/>
                    </a:cubicBezTo>
                    <a:cubicBezTo>
                      <a:pt x="43" y="56"/>
                      <a:pt x="43" y="56"/>
                      <a:pt x="43" y="56"/>
                    </a:cubicBezTo>
                    <a:cubicBezTo>
                      <a:pt x="43" y="27"/>
                      <a:pt x="39" y="9"/>
                      <a:pt x="37" y="0"/>
                    </a:cubicBezTo>
                    <a:cubicBezTo>
                      <a:pt x="32" y="0"/>
                      <a:pt x="32" y="0"/>
                      <a:pt x="32" y="0"/>
                    </a:cubicBezTo>
                    <a:cubicBezTo>
                      <a:pt x="28" y="0"/>
                      <a:pt x="28" y="0"/>
                      <a:pt x="28" y="0"/>
                    </a:cubicBezTo>
                    <a:cubicBezTo>
                      <a:pt x="25" y="0"/>
                      <a:pt x="25" y="0"/>
                      <a:pt x="25" y="0"/>
                    </a:cubicBezTo>
                    <a:cubicBezTo>
                      <a:pt x="30" y="10"/>
                      <a:pt x="39" y="30"/>
                      <a:pt x="39" y="56"/>
                    </a:cubicBezTo>
                    <a:cubicBezTo>
                      <a:pt x="20" y="56"/>
                      <a:pt x="20" y="56"/>
                      <a:pt x="20" y="56"/>
                    </a:cubicBezTo>
                    <a:cubicBezTo>
                      <a:pt x="20" y="27"/>
                      <a:pt x="17" y="9"/>
                      <a:pt x="14" y="0"/>
                    </a:cubicBezTo>
                    <a:cubicBezTo>
                      <a:pt x="9" y="0"/>
                      <a:pt x="9" y="0"/>
                      <a:pt x="9" y="0"/>
                    </a:cubicBezTo>
                    <a:cubicBezTo>
                      <a:pt x="5" y="0"/>
                      <a:pt x="5" y="0"/>
                      <a:pt x="5" y="0"/>
                    </a:cubicBezTo>
                    <a:cubicBezTo>
                      <a:pt x="0" y="0"/>
                      <a:pt x="0" y="0"/>
                      <a:pt x="0" y="0"/>
                    </a:cubicBezTo>
                    <a:cubicBezTo>
                      <a:pt x="8" y="60"/>
                      <a:pt x="8" y="60"/>
                      <a:pt x="8" y="60"/>
                    </a:cubicBezTo>
                    <a:cubicBezTo>
                      <a:pt x="67" y="60"/>
                      <a:pt x="67" y="60"/>
                      <a:pt x="67" y="60"/>
                    </a:cubicBezTo>
                    <a:cubicBezTo>
                      <a:pt x="71" y="60"/>
                      <a:pt x="71" y="60"/>
                      <a:pt x="71" y="60"/>
                    </a:cubicBezTo>
                    <a:cubicBezTo>
                      <a:pt x="91" y="60"/>
                      <a:pt x="91" y="60"/>
                      <a:pt x="91" y="60"/>
                    </a:cubicBezTo>
                    <a:cubicBezTo>
                      <a:pt x="83" y="0"/>
                      <a:pt x="83" y="0"/>
                      <a:pt x="83" y="0"/>
                    </a:cubicBezTo>
                    <a:cubicBezTo>
                      <a:pt x="70" y="0"/>
                      <a:pt x="70" y="0"/>
                      <a:pt x="70" y="0"/>
                    </a:cubicBezTo>
                    <a:cubicBezTo>
                      <a:pt x="76" y="10"/>
                      <a:pt x="84" y="30"/>
                      <a:pt x="84" y="56"/>
                    </a:cubicBez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grpSp>
        <p:grpSp>
          <p:nvGrpSpPr>
            <p:cNvPr id="222" name="Group 221">
              <a:extLst>
                <a:ext uri="{FF2B5EF4-FFF2-40B4-BE49-F238E27FC236}">
                  <a16:creationId xmlns:a16="http://schemas.microsoft.com/office/drawing/2014/main" id="{9FD4CDF1-0975-6E10-C2D7-A9F15313B78B}"/>
                </a:ext>
              </a:extLst>
            </p:cNvPr>
            <p:cNvGrpSpPr>
              <a:grpSpLocks noChangeAspect="1"/>
            </p:cNvGrpSpPr>
            <p:nvPr/>
          </p:nvGrpSpPr>
          <p:grpSpPr>
            <a:xfrm>
              <a:off x="1716756" y="2245760"/>
              <a:ext cx="455076" cy="473478"/>
              <a:chOff x="610539" y="3494734"/>
              <a:chExt cx="888821" cy="924761"/>
            </a:xfrm>
            <a:solidFill>
              <a:srgbClr val="8C8C8C">
                <a:lumMod val="75000"/>
              </a:srgbClr>
            </a:solidFill>
          </p:grpSpPr>
          <p:grpSp>
            <p:nvGrpSpPr>
              <p:cNvPr id="233" name="Group 232">
                <a:extLst>
                  <a:ext uri="{FF2B5EF4-FFF2-40B4-BE49-F238E27FC236}">
                    <a16:creationId xmlns:a16="http://schemas.microsoft.com/office/drawing/2014/main" id="{1327F64F-EA29-9F93-5737-60A3B9916E8C}"/>
                  </a:ext>
                </a:extLst>
              </p:cNvPr>
              <p:cNvGrpSpPr/>
              <p:nvPr/>
            </p:nvGrpSpPr>
            <p:grpSpPr>
              <a:xfrm>
                <a:off x="902885" y="3494734"/>
                <a:ext cx="596475" cy="924761"/>
                <a:chOff x="9962062" y="2023153"/>
                <a:chExt cx="339328" cy="526086"/>
              </a:xfrm>
              <a:grpFill/>
            </p:grpSpPr>
            <p:sp>
              <p:nvSpPr>
                <p:cNvPr id="237" name="object 127">
                  <a:extLst>
                    <a:ext uri="{FF2B5EF4-FFF2-40B4-BE49-F238E27FC236}">
                      <a16:creationId xmlns:a16="http://schemas.microsoft.com/office/drawing/2014/main" id="{A0B017FF-8274-CE65-9B33-DB631A3CA9F6}"/>
                    </a:ext>
                  </a:extLst>
                </p:cNvPr>
                <p:cNvSpPr/>
                <p:nvPr/>
              </p:nvSpPr>
              <p:spPr>
                <a:xfrm>
                  <a:off x="9962062" y="2023153"/>
                  <a:ext cx="339328" cy="315516"/>
                </a:xfrm>
                <a:custGeom>
                  <a:avLst/>
                  <a:gdLst/>
                  <a:ahLst/>
                  <a:cxnLst/>
                  <a:rect l="l" t="t" r="r" b="b"/>
                  <a:pathLst>
                    <a:path w="217169" h="201929">
                      <a:moveTo>
                        <a:pt x="50926" y="126568"/>
                      </a:moveTo>
                      <a:lnTo>
                        <a:pt x="49999" y="126898"/>
                      </a:lnTo>
                      <a:lnTo>
                        <a:pt x="33319" y="147053"/>
                      </a:lnTo>
                      <a:lnTo>
                        <a:pt x="0" y="187134"/>
                      </a:lnTo>
                      <a:lnTo>
                        <a:pt x="8635" y="201333"/>
                      </a:lnTo>
                      <a:lnTo>
                        <a:pt x="9829" y="200621"/>
                      </a:lnTo>
                      <a:lnTo>
                        <a:pt x="88582" y="147053"/>
                      </a:lnTo>
                      <a:lnTo>
                        <a:pt x="89877" y="147015"/>
                      </a:lnTo>
                      <a:lnTo>
                        <a:pt x="118959" y="147015"/>
                      </a:lnTo>
                      <a:lnTo>
                        <a:pt x="123024" y="144894"/>
                      </a:lnTo>
                      <a:lnTo>
                        <a:pt x="123977" y="144106"/>
                      </a:lnTo>
                      <a:lnTo>
                        <a:pt x="124790" y="142468"/>
                      </a:lnTo>
                      <a:lnTo>
                        <a:pt x="158476" y="142468"/>
                      </a:lnTo>
                      <a:lnTo>
                        <a:pt x="150022" y="137591"/>
                      </a:lnTo>
                      <a:lnTo>
                        <a:pt x="74040" y="137591"/>
                      </a:lnTo>
                      <a:lnTo>
                        <a:pt x="64922" y="132994"/>
                      </a:lnTo>
                      <a:lnTo>
                        <a:pt x="58762" y="130416"/>
                      </a:lnTo>
                      <a:lnTo>
                        <a:pt x="50926" y="126568"/>
                      </a:lnTo>
                      <a:close/>
                    </a:path>
                    <a:path w="217169" h="201929">
                      <a:moveTo>
                        <a:pt x="163099" y="145135"/>
                      </a:moveTo>
                      <a:lnTo>
                        <a:pt x="131241" y="145135"/>
                      </a:lnTo>
                      <a:lnTo>
                        <a:pt x="131013" y="155409"/>
                      </a:lnTo>
                      <a:lnTo>
                        <a:pt x="131394" y="162090"/>
                      </a:lnTo>
                      <a:lnTo>
                        <a:pt x="131381" y="170827"/>
                      </a:lnTo>
                      <a:lnTo>
                        <a:pt x="132168" y="171538"/>
                      </a:lnTo>
                      <a:lnTo>
                        <a:pt x="141439" y="173672"/>
                      </a:lnTo>
                      <a:lnTo>
                        <a:pt x="148729" y="175564"/>
                      </a:lnTo>
                      <a:lnTo>
                        <a:pt x="206705" y="189928"/>
                      </a:lnTo>
                      <a:lnTo>
                        <a:pt x="208368" y="189534"/>
                      </a:lnTo>
                      <a:lnTo>
                        <a:pt x="211696" y="184835"/>
                      </a:lnTo>
                      <a:lnTo>
                        <a:pt x="214287" y="180644"/>
                      </a:lnTo>
                      <a:lnTo>
                        <a:pt x="217068" y="176364"/>
                      </a:lnTo>
                      <a:lnTo>
                        <a:pt x="216115" y="175780"/>
                      </a:lnTo>
                      <a:lnTo>
                        <a:pt x="215315" y="175259"/>
                      </a:lnTo>
                      <a:lnTo>
                        <a:pt x="163099" y="145135"/>
                      </a:lnTo>
                      <a:close/>
                    </a:path>
                    <a:path w="217169" h="201929">
                      <a:moveTo>
                        <a:pt x="118959" y="147015"/>
                      </a:moveTo>
                      <a:lnTo>
                        <a:pt x="89877" y="147015"/>
                      </a:lnTo>
                      <a:lnTo>
                        <a:pt x="100076" y="151042"/>
                      </a:lnTo>
                      <a:lnTo>
                        <a:pt x="112111" y="150587"/>
                      </a:lnTo>
                      <a:lnTo>
                        <a:pt x="118959" y="147015"/>
                      </a:lnTo>
                      <a:close/>
                    </a:path>
                    <a:path w="217169" h="201929">
                      <a:moveTo>
                        <a:pt x="158476" y="142468"/>
                      </a:moveTo>
                      <a:lnTo>
                        <a:pt x="124790" y="142468"/>
                      </a:lnTo>
                      <a:lnTo>
                        <a:pt x="128155" y="145237"/>
                      </a:lnTo>
                      <a:lnTo>
                        <a:pt x="131241" y="145135"/>
                      </a:lnTo>
                      <a:lnTo>
                        <a:pt x="163099" y="145135"/>
                      </a:lnTo>
                      <a:lnTo>
                        <a:pt x="158476" y="142468"/>
                      </a:lnTo>
                      <a:close/>
                    </a:path>
                    <a:path w="217169" h="201929">
                      <a:moveTo>
                        <a:pt x="94627" y="0"/>
                      </a:moveTo>
                      <a:lnTo>
                        <a:pt x="94640" y="96583"/>
                      </a:lnTo>
                      <a:lnTo>
                        <a:pt x="94322" y="97574"/>
                      </a:lnTo>
                      <a:lnTo>
                        <a:pt x="82778" y="106445"/>
                      </a:lnTo>
                      <a:lnTo>
                        <a:pt x="77754" y="117297"/>
                      </a:lnTo>
                      <a:lnTo>
                        <a:pt x="77684" y="123443"/>
                      </a:lnTo>
                      <a:lnTo>
                        <a:pt x="77788" y="130416"/>
                      </a:lnTo>
                      <a:lnTo>
                        <a:pt x="78016" y="131419"/>
                      </a:lnTo>
                      <a:lnTo>
                        <a:pt x="78028" y="133324"/>
                      </a:lnTo>
                      <a:lnTo>
                        <a:pt x="75514" y="135051"/>
                      </a:lnTo>
                      <a:lnTo>
                        <a:pt x="74040" y="137591"/>
                      </a:lnTo>
                      <a:lnTo>
                        <a:pt x="150022" y="137591"/>
                      </a:lnTo>
                      <a:lnTo>
                        <a:pt x="145091" y="134746"/>
                      </a:lnTo>
                      <a:lnTo>
                        <a:pt x="111023" y="134746"/>
                      </a:lnTo>
                      <a:lnTo>
                        <a:pt x="98844" y="134531"/>
                      </a:lnTo>
                      <a:lnTo>
                        <a:pt x="93878" y="129527"/>
                      </a:lnTo>
                      <a:lnTo>
                        <a:pt x="93891" y="117297"/>
                      </a:lnTo>
                      <a:lnTo>
                        <a:pt x="98996" y="112229"/>
                      </a:lnTo>
                      <a:lnTo>
                        <a:pt x="131106" y="112229"/>
                      </a:lnTo>
                      <a:lnTo>
                        <a:pt x="124523" y="102158"/>
                      </a:lnTo>
                      <a:lnTo>
                        <a:pt x="118897" y="98272"/>
                      </a:lnTo>
                      <a:lnTo>
                        <a:pt x="111861" y="96227"/>
                      </a:lnTo>
                      <a:lnTo>
                        <a:pt x="111975" y="94373"/>
                      </a:lnTo>
                      <a:lnTo>
                        <a:pt x="111366" y="90589"/>
                      </a:lnTo>
                      <a:lnTo>
                        <a:pt x="112547" y="88823"/>
                      </a:lnTo>
                      <a:lnTo>
                        <a:pt x="120535" y="84454"/>
                      </a:lnTo>
                      <a:lnTo>
                        <a:pt x="125615" y="81064"/>
                      </a:lnTo>
                      <a:lnTo>
                        <a:pt x="132867" y="76987"/>
                      </a:lnTo>
                      <a:lnTo>
                        <a:pt x="133083" y="75933"/>
                      </a:lnTo>
                      <a:lnTo>
                        <a:pt x="130873" y="68986"/>
                      </a:lnTo>
                      <a:lnTo>
                        <a:pt x="129539" y="63944"/>
                      </a:lnTo>
                      <a:lnTo>
                        <a:pt x="111747" y="2362"/>
                      </a:lnTo>
                      <a:lnTo>
                        <a:pt x="100063" y="266"/>
                      </a:lnTo>
                      <a:lnTo>
                        <a:pt x="94627" y="0"/>
                      </a:lnTo>
                      <a:close/>
                    </a:path>
                    <a:path w="217169" h="201929">
                      <a:moveTo>
                        <a:pt x="131106" y="112229"/>
                      </a:moveTo>
                      <a:lnTo>
                        <a:pt x="98996" y="112229"/>
                      </a:lnTo>
                      <a:lnTo>
                        <a:pt x="111264" y="112420"/>
                      </a:lnTo>
                      <a:lnTo>
                        <a:pt x="116065" y="117297"/>
                      </a:lnTo>
                      <a:lnTo>
                        <a:pt x="116090" y="129666"/>
                      </a:lnTo>
                      <a:lnTo>
                        <a:pt x="111023" y="134746"/>
                      </a:lnTo>
                      <a:lnTo>
                        <a:pt x="145091" y="134746"/>
                      </a:lnTo>
                      <a:lnTo>
                        <a:pt x="133578" y="128104"/>
                      </a:lnTo>
                      <a:lnTo>
                        <a:pt x="132664" y="127139"/>
                      </a:lnTo>
                      <a:lnTo>
                        <a:pt x="133349" y="118783"/>
                      </a:lnTo>
                      <a:lnTo>
                        <a:pt x="131762" y="113233"/>
                      </a:lnTo>
                      <a:lnTo>
                        <a:pt x="131106" y="112229"/>
                      </a:lnTo>
                      <a:close/>
                    </a:path>
                  </a:pathLst>
                </a:custGeom>
                <a:grpFill/>
              </p:spPr>
              <p:txBody>
                <a:bodyPr wrap="square" lIns="0" tIns="0" rIns="0" bIns="0" rtlCol="0"/>
                <a:lstStyle/>
                <a:p>
                  <a:pPr defTabSz="806869">
                    <a:defRPr/>
                  </a:pPr>
                  <a:endParaRPr sz="1587" kern="0">
                    <a:solidFill>
                      <a:prstClr val="white"/>
                    </a:solidFill>
                  </a:endParaRPr>
                </a:p>
              </p:txBody>
            </p:sp>
            <p:sp>
              <p:nvSpPr>
                <p:cNvPr id="238" name="object 128">
                  <a:extLst>
                    <a:ext uri="{FF2B5EF4-FFF2-40B4-BE49-F238E27FC236}">
                      <a16:creationId xmlns:a16="http://schemas.microsoft.com/office/drawing/2014/main" id="{324DF544-C43B-2AD9-F8CE-B2BF1192EF88}"/>
                    </a:ext>
                  </a:extLst>
                </p:cNvPr>
                <p:cNvSpPr/>
                <p:nvPr/>
              </p:nvSpPr>
              <p:spPr>
                <a:xfrm>
                  <a:off x="10090585" y="2270434"/>
                  <a:ext cx="70445" cy="278805"/>
                </a:xfrm>
                <a:custGeom>
                  <a:avLst/>
                  <a:gdLst/>
                  <a:ahLst/>
                  <a:cxnLst/>
                  <a:rect l="l" t="t" r="r" b="b"/>
                  <a:pathLst>
                    <a:path w="45085" h="178435">
                      <a:moveTo>
                        <a:pt x="13690" y="0"/>
                      </a:moveTo>
                      <a:lnTo>
                        <a:pt x="12941" y="825"/>
                      </a:lnTo>
                      <a:lnTo>
                        <a:pt x="12246" y="16155"/>
                      </a:lnTo>
                      <a:lnTo>
                        <a:pt x="11008" y="41525"/>
                      </a:lnTo>
                      <a:lnTo>
                        <a:pt x="9660" y="96743"/>
                      </a:lnTo>
                      <a:lnTo>
                        <a:pt x="9180" y="148497"/>
                      </a:lnTo>
                      <a:lnTo>
                        <a:pt x="0" y="150863"/>
                      </a:lnTo>
                      <a:lnTo>
                        <a:pt x="0" y="178384"/>
                      </a:lnTo>
                      <a:lnTo>
                        <a:pt x="44602" y="178384"/>
                      </a:lnTo>
                      <a:lnTo>
                        <a:pt x="44602" y="150863"/>
                      </a:lnTo>
                      <a:lnTo>
                        <a:pt x="40322" y="150863"/>
                      </a:lnTo>
                      <a:lnTo>
                        <a:pt x="38658" y="145662"/>
                      </a:lnTo>
                      <a:lnTo>
                        <a:pt x="37519" y="132485"/>
                      </a:lnTo>
                      <a:lnTo>
                        <a:pt x="36797" y="114966"/>
                      </a:lnTo>
                      <a:lnTo>
                        <a:pt x="36388" y="96743"/>
                      </a:lnTo>
                      <a:lnTo>
                        <a:pt x="36075" y="72725"/>
                      </a:lnTo>
                      <a:lnTo>
                        <a:pt x="34203" y="34510"/>
                      </a:lnTo>
                      <a:lnTo>
                        <a:pt x="33197" y="14414"/>
                      </a:lnTo>
                      <a:lnTo>
                        <a:pt x="32753" y="7480"/>
                      </a:lnTo>
                      <a:lnTo>
                        <a:pt x="32341" y="292"/>
                      </a:lnTo>
                      <a:lnTo>
                        <a:pt x="21602" y="292"/>
                      </a:lnTo>
                      <a:lnTo>
                        <a:pt x="13690" y="0"/>
                      </a:lnTo>
                      <a:close/>
                    </a:path>
                    <a:path w="45085" h="178435">
                      <a:moveTo>
                        <a:pt x="32334" y="165"/>
                      </a:moveTo>
                      <a:lnTo>
                        <a:pt x="21602" y="292"/>
                      </a:lnTo>
                      <a:lnTo>
                        <a:pt x="32341" y="292"/>
                      </a:lnTo>
                      <a:close/>
                    </a:path>
                  </a:pathLst>
                </a:custGeom>
                <a:grpFill/>
              </p:spPr>
              <p:txBody>
                <a:bodyPr wrap="square" lIns="0" tIns="0" rIns="0" bIns="0" rtlCol="0"/>
                <a:lstStyle/>
                <a:p>
                  <a:pPr defTabSz="806869">
                    <a:defRPr/>
                  </a:pPr>
                  <a:endParaRPr sz="1587" kern="0">
                    <a:solidFill>
                      <a:prstClr val="white"/>
                    </a:solidFill>
                  </a:endParaRPr>
                </a:p>
              </p:txBody>
            </p:sp>
          </p:grpSp>
          <p:grpSp>
            <p:nvGrpSpPr>
              <p:cNvPr id="234" name="Group 233">
                <a:extLst>
                  <a:ext uri="{FF2B5EF4-FFF2-40B4-BE49-F238E27FC236}">
                    <a16:creationId xmlns:a16="http://schemas.microsoft.com/office/drawing/2014/main" id="{5C70B954-8E0A-5654-FD41-15419A14465E}"/>
                  </a:ext>
                </a:extLst>
              </p:cNvPr>
              <p:cNvGrpSpPr/>
              <p:nvPr/>
            </p:nvGrpSpPr>
            <p:grpSpPr>
              <a:xfrm>
                <a:off x="610539" y="3834672"/>
                <a:ext cx="376720" cy="584823"/>
                <a:chOff x="10249790" y="2217153"/>
                <a:chExt cx="214312" cy="332699"/>
              </a:xfrm>
              <a:grpFill/>
            </p:grpSpPr>
            <p:sp>
              <p:nvSpPr>
                <p:cNvPr id="235" name="object 129">
                  <a:extLst>
                    <a:ext uri="{FF2B5EF4-FFF2-40B4-BE49-F238E27FC236}">
                      <a16:creationId xmlns:a16="http://schemas.microsoft.com/office/drawing/2014/main" id="{D49BC167-74C7-BBF9-91A2-35D4A7D10A1C}"/>
                    </a:ext>
                  </a:extLst>
                </p:cNvPr>
                <p:cNvSpPr/>
                <p:nvPr/>
              </p:nvSpPr>
              <p:spPr>
                <a:xfrm>
                  <a:off x="10249790" y="2217153"/>
                  <a:ext cx="214312" cy="199430"/>
                </a:xfrm>
                <a:custGeom>
                  <a:avLst/>
                  <a:gdLst/>
                  <a:ahLst/>
                  <a:cxnLst/>
                  <a:rect l="l" t="t" r="r" b="b"/>
                  <a:pathLst>
                    <a:path w="137160" h="127635">
                      <a:moveTo>
                        <a:pt x="32143" y="79882"/>
                      </a:moveTo>
                      <a:lnTo>
                        <a:pt x="31559" y="80086"/>
                      </a:lnTo>
                      <a:lnTo>
                        <a:pt x="21034" y="92811"/>
                      </a:lnTo>
                      <a:lnTo>
                        <a:pt x="0" y="118122"/>
                      </a:lnTo>
                      <a:lnTo>
                        <a:pt x="5448" y="127076"/>
                      </a:lnTo>
                      <a:lnTo>
                        <a:pt x="6197" y="126631"/>
                      </a:lnTo>
                      <a:lnTo>
                        <a:pt x="55905" y="92811"/>
                      </a:lnTo>
                      <a:lnTo>
                        <a:pt x="56730" y="92786"/>
                      </a:lnTo>
                      <a:lnTo>
                        <a:pt x="76065" y="92786"/>
                      </a:lnTo>
                      <a:lnTo>
                        <a:pt x="78244" y="90957"/>
                      </a:lnTo>
                      <a:lnTo>
                        <a:pt x="78765" y="89928"/>
                      </a:lnTo>
                      <a:lnTo>
                        <a:pt x="100042" y="89928"/>
                      </a:lnTo>
                      <a:lnTo>
                        <a:pt x="94693" y="86842"/>
                      </a:lnTo>
                      <a:lnTo>
                        <a:pt x="46736" y="86842"/>
                      </a:lnTo>
                      <a:lnTo>
                        <a:pt x="40982" y="83934"/>
                      </a:lnTo>
                      <a:lnTo>
                        <a:pt x="37084" y="82321"/>
                      </a:lnTo>
                      <a:lnTo>
                        <a:pt x="32143" y="79882"/>
                      </a:lnTo>
                      <a:close/>
                    </a:path>
                    <a:path w="137160" h="127635">
                      <a:moveTo>
                        <a:pt x="102948" y="91605"/>
                      </a:moveTo>
                      <a:lnTo>
                        <a:pt x="82842" y="91605"/>
                      </a:lnTo>
                      <a:lnTo>
                        <a:pt x="82702" y="98082"/>
                      </a:lnTo>
                      <a:lnTo>
                        <a:pt x="82931" y="102311"/>
                      </a:lnTo>
                      <a:lnTo>
                        <a:pt x="83042" y="107923"/>
                      </a:lnTo>
                      <a:lnTo>
                        <a:pt x="83426" y="108267"/>
                      </a:lnTo>
                      <a:lnTo>
                        <a:pt x="89281" y="109613"/>
                      </a:lnTo>
                      <a:lnTo>
                        <a:pt x="93878" y="110807"/>
                      </a:lnTo>
                      <a:lnTo>
                        <a:pt x="130467" y="119887"/>
                      </a:lnTo>
                      <a:lnTo>
                        <a:pt x="131521" y="119633"/>
                      </a:lnTo>
                      <a:lnTo>
                        <a:pt x="133629" y="116662"/>
                      </a:lnTo>
                      <a:lnTo>
                        <a:pt x="135255" y="114020"/>
                      </a:lnTo>
                      <a:lnTo>
                        <a:pt x="137007" y="111315"/>
                      </a:lnTo>
                      <a:lnTo>
                        <a:pt x="135902" y="110616"/>
                      </a:lnTo>
                      <a:lnTo>
                        <a:pt x="102948" y="91605"/>
                      </a:lnTo>
                      <a:close/>
                    </a:path>
                    <a:path w="137160" h="127635">
                      <a:moveTo>
                        <a:pt x="76065" y="92786"/>
                      </a:moveTo>
                      <a:lnTo>
                        <a:pt x="56730" y="92786"/>
                      </a:lnTo>
                      <a:lnTo>
                        <a:pt x="64389" y="96977"/>
                      </a:lnTo>
                      <a:lnTo>
                        <a:pt x="72085" y="96126"/>
                      </a:lnTo>
                      <a:lnTo>
                        <a:pt x="76065" y="92786"/>
                      </a:lnTo>
                      <a:close/>
                    </a:path>
                    <a:path w="137160" h="127635">
                      <a:moveTo>
                        <a:pt x="100042" y="89928"/>
                      </a:moveTo>
                      <a:lnTo>
                        <a:pt x="78765" y="89928"/>
                      </a:lnTo>
                      <a:lnTo>
                        <a:pt x="80899" y="91668"/>
                      </a:lnTo>
                      <a:lnTo>
                        <a:pt x="82842" y="91605"/>
                      </a:lnTo>
                      <a:lnTo>
                        <a:pt x="102948" y="91605"/>
                      </a:lnTo>
                      <a:lnTo>
                        <a:pt x="100042" y="89928"/>
                      </a:lnTo>
                      <a:close/>
                    </a:path>
                    <a:path w="137160" h="127635">
                      <a:moveTo>
                        <a:pt x="59728" y="0"/>
                      </a:moveTo>
                      <a:lnTo>
                        <a:pt x="59740" y="60959"/>
                      </a:lnTo>
                      <a:lnTo>
                        <a:pt x="59537" y="61582"/>
                      </a:lnTo>
                      <a:lnTo>
                        <a:pt x="50914" y="65874"/>
                      </a:lnTo>
                      <a:lnTo>
                        <a:pt x="47180" y="74066"/>
                      </a:lnTo>
                      <a:lnTo>
                        <a:pt x="49250" y="82943"/>
                      </a:lnTo>
                      <a:lnTo>
                        <a:pt x="49250" y="84150"/>
                      </a:lnTo>
                      <a:lnTo>
                        <a:pt x="47663" y="85242"/>
                      </a:lnTo>
                      <a:lnTo>
                        <a:pt x="46736" y="86842"/>
                      </a:lnTo>
                      <a:lnTo>
                        <a:pt x="94693" y="86842"/>
                      </a:lnTo>
                      <a:lnTo>
                        <a:pt x="91589" y="85051"/>
                      </a:lnTo>
                      <a:lnTo>
                        <a:pt x="70078" y="85051"/>
                      </a:lnTo>
                      <a:lnTo>
                        <a:pt x="62382" y="84912"/>
                      </a:lnTo>
                      <a:lnTo>
                        <a:pt x="59358" y="81851"/>
                      </a:lnTo>
                      <a:lnTo>
                        <a:pt x="59271" y="74028"/>
                      </a:lnTo>
                      <a:lnTo>
                        <a:pt x="62484" y="70840"/>
                      </a:lnTo>
                      <a:lnTo>
                        <a:pt x="82760" y="70840"/>
                      </a:lnTo>
                      <a:lnTo>
                        <a:pt x="78587" y="64477"/>
                      </a:lnTo>
                      <a:lnTo>
                        <a:pt x="75057" y="62026"/>
                      </a:lnTo>
                      <a:lnTo>
                        <a:pt x="70599" y="60744"/>
                      </a:lnTo>
                      <a:lnTo>
                        <a:pt x="70586" y="59042"/>
                      </a:lnTo>
                      <a:lnTo>
                        <a:pt x="70294" y="57175"/>
                      </a:lnTo>
                      <a:lnTo>
                        <a:pt x="71043" y="56070"/>
                      </a:lnTo>
                      <a:lnTo>
                        <a:pt x="76085" y="53301"/>
                      </a:lnTo>
                      <a:lnTo>
                        <a:pt x="79286" y="51155"/>
                      </a:lnTo>
                      <a:lnTo>
                        <a:pt x="83870" y="48590"/>
                      </a:lnTo>
                      <a:lnTo>
                        <a:pt x="83997" y="47929"/>
                      </a:lnTo>
                      <a:lnTo>
                        <a:pt x="82600" y="43535"/>
                      </a:lnTo>
                      <a:lnTo>
                        <a:pt x="81762" y="40360"/>
                      </a:lnTo>
                      <a:lnTo>
                        <a:pt x="70523" y="1498"/>
                      </a:lnTo>
                      <a:lnTo>
                        <a:pt x="63157" y="165"/>
                      </a:lnTo>
                      <a:lnTo>
                        <a:pt x="59728" y="0"/>
                      </a:lnTo>
                      <a:close/>
                    </a:path>
                    <a:path w="137160" h="127635">
                      <a:moveTo>
                        <a:pt x="82760" y="70840"/>
                      </a:moveTo>
                      <a:lnTo>
                        <a:pt x="62484" y="70840"/>
                      </a:lnTo>
                      <a:lnTo>
                        <a:pt x="70231" y="70954"/>
                      </a:lnTo>
                      <a:lnTo>
                        <a:pt x="73253" y="74028"/>
                      </a:lnTo>
                      <a:lnTo>
                        <a:pt x="73279" y="81851"/>
                      </a:lnTo>
                      <a:lnTo>
                        <a:pt x="70078" y="85051"/>
                      </a:lnTo>
                      <a:lnTo>
                        <a:pt x="91589" y="85051"/>
                      </a:lnTo>
                      <a:lnTo>
                        <a:pt x="84302" y="80848"/>
                      </a:lnTo>
                      <a:lnTo>
                        <a:pt x="83731" y="80238"/>
                      </a:lnTo>
                      <a:lnTo>
                        <a:pt x="84162" y="74980"/>
                      </a:lnTo>
                      <a:lnTo>
                        <a:pt x="83172" y="71462"/>
                      </a:lnTo>
                      <a:lnTo>
                        <a:pt x="82760" y="70840"/>
                      </a:lnTo>
                      <a:close/>
                    </a:path>
                  </a:pathLst>
                </a:custGeom>
                <a:grpFill/>
              </p:spPr>
              <p:txBody>
                <a:bodyPr wrap="square" lIns="0" tIns="0" rIns="0" bIns="0" rtlCol="0"/>
                <a:lstStyle/>
                <a:p>
                  <a:pPr defTabSz="806869">
                    <a:defRPr/>
                  </a:pPr>
                  <a:endParaRPr sz="1587" kern="0">
                    <a:solidFill>
                      <a:prstClr val="white"/>
                    </a:solidFill>
                  </a:endParaRPr>
                </a:p>
              </p:txBody>
            </p:sp>
            <p:sp>
              <p:nvSpPr>
                <p:cNvPr id="236" name="object 130">
                  <a:extLst>
                    <a:ext uri="{FF2B5EF4-FFF2-40B4-BE49-F238E27FC236}">
                      <a16:creationId xmlns:a16="http://schemas.microsoft.com/office/drawing/2014/main" id="{56192EC1-85DE-7904-92DB-A7805AB1468A}"/>
                    </a:ext>
                  </a:extLst>
                </p:cNvPr>
                <p:cNvSpPr/>
                <p:nvPr/>
              </p:nvSpPr>
              <p:spPr>
                <a:xfrm>
                  <a:off x="10330927" y="2373243"/>
                  <a:ext cx="44648" cy="176609"/>
                </a:xfrm>
                <a:custGeom>
                  <a:avLst/>
                  <a:gdLst/>
                  <a:ahLst/>
                  <a:cxnLst/>
                  <a:rect l="l" t="t" r="r" b="b"/>
                  <a:pathLst>
                    <a:path w="28575" h="113029">
                      <a:moveTo>
                        <a:pt x="8623" y="0"/>
                      </a:moveTo>
                      <a:lnTo>
                        <a:pt x="8153" y="508"/>
                      </a:lnTo>
                      <a:lnTo>
                        <a:pt x="7490" y="15025"/>
                      </a:lnTo>
                      <a:lnTo>
                        <a:pt x="6228" y="40239"/>
                      </a:lnTo>
                      <a:lnTo>
                        <a:pt x="5778" y="93846"/>
                      </a:lnTo>
                      <a:lnTo>
                        <a:pt x="0" y="95211"/>
                      </a:lnTo>
                      <a:lnTo>
                        <a:pt x="0" y="112585"/>
                      </a:lnTo>
                      <a:lnTo>
                        <a:pt x="28143" y="112585"/>
                      </a:lnTo>
                      <a:lnTo>
                        <a:pt x="28143" y="95211"/>
                      </a:lnTo>
                      <a:lnTo>
                        <a:pt x="25450" y="95211"/>
                      </a:lnTo>
                      <a:lnTo>
                        <a:pt x="23936" y="87531"/>
                      </a:lnTo>
                      <a:lnTo>
                        <a:pt x="23159" y="70577"/>
                      </a:lnTo>
                      <a:lnTo>
                        <a:pt x="22849" y="53482"/>
                      </a:lnTo>
                      <a:lnTo>
                        <a:pt x="22283" y="37878"/>
                      </a:lnTo>
                      <a:lnTo>
                        <a:pt x="21756" y="25567"/>
                      </a:lnTo>
                      <a:lnTo>
                        <a:pt x="20942" y="9080"/>
                      </a:lnTo>
                      <a:lnTo>
                        <a:pt x="20400" y="177"/>
                      </a:lnTo>
                      <a:lnTo>
                        <a:pt x="13627" y="177"/>
                      </a:lnTo>
                      <a:lnTo>
                        <a:pt x="8623" y="0"/>
                      </a:lnTo>
                      <a:close/>
                    </a:path>
                    <a:path w="28575" h="113029">
                      <a:moveTo>
                        <a:pt x="20396" y="101"/>
                      </a:moveTo>
                      <a:lnTo>
                        <a:pt x="13627" y="177"/>
                      </a:lnTo>
                      <a:lnTo>
                        <a:pt x="20400" y="177"/>
                      </a:lnTo>
                      <a:close/>
                    </a:path>
                  </a:pathLst>
                </a:custGeom>
                <a:grpFill/>
              </p:spPr>
              <p:txBody>
                <a:bodyPr wrap="square" lIns="0" tIns="0" rIns="0" bIns="0" rtlCol="0"/>
                <a:lstStyle/>
                <a:p>
                  <a:pPr defTabSz="806869">
                    <a:defRPr/>
                  </a:pPr>
                  <a:endParaRPr sz="1587" kern="0">
                    <a:solidFill>
                      <a:prstClr val="white"/>
                    </a:solidFill>
                  </a:endParaRPr>
                </a:p>
              </p:txBody>
            </p:sp>
          </p:grpSp>
        </p:grpSp>
        <p:grpSp>
          <p:nvGrpSpPr>
            <p:cNvPr id="223" name="Group 222">
              <a:extLst>
                <a:ext uri="{FF2B5EF4-FFF2-40B4-BE49-F238E27FC236}">
                  <a16:creationId xmlns:a16="http://schemas.microsoft.com/office/drawing/2014/main" id="{5D24667E-BC0E-0811-C42A-2D610CED5F47}"/>
                </a:ext>
              </a:extLst>
            </p:cNvPr>
            <p:cNvGrpSpPr/>
            <p:nvPr/>
          </p:nvGrpSpPr>
          <p:grpSpPr>
            <a:xfrm>
              <a:off x="2720210" y="2412440"/>
              <a:ext cx="283766" cy="310485"/>
              <a:chOff x="2131557" y="3941199"/>
              <a:chExt cx="443385" cy="485133"/>
            </a:xfrm>
            <a:solidFill>
              <a:srgbClr val="8C8C8C">
                <a:lumMod val="75000"/>
              </a:srgbClr>
            </a:solidFill>
          </p:grpSpPr>
          <p:sp>
            <p:nvSpPr>
              <p:cNvPr id="224" name="object 134">
                <a:extLst>
                  <a:ext uri="{FF2B5EF4-FFF2-40B4-BE49-F238E27FC236}">
                    <a16:creationId xmlns:a16="http://schemas.microsoft.com/office/drawing/2014/main" id="{5047A681-1FB5-827D-52CE-27D043910EE6}"/>
                  </a:ext>
                </a:extLst>
              </p:cNvPr>
              <p:cNvSpPr/>
              <p:nvPr/>
            </p:nvSpPr>
            <p:spPr>
              <a:xfrm>
                <a:off x="2131557" y="4119709"/>
                <a:ext cx="443385" cy="238748"/>
              </a:xfrm>
              <a:custGeom>
                <a:avLst/>
                <a:gdLst/>
                <a:ahLst/>
                <a:cxnLst/>
                <a:rect l="l" t="t" r="r" b="b"/>
                <a:pathLst>
                  <a:path w="181610" h="97789">
                    <a:moveTo>
                      <a:pt x="28333" y="0"/>
                    </a:moveTo>
                    <a:lnTo>
                      <a:pt x="24333" y="139"/>
                    </a:lnTo>
                    <a:lnTo>
                      <a:pt x="22009" y="1955"/>
                    </a:lnTo>
                    <a:lnTo>
                      <a:pt x="3352" y="70332"/>
                    </a:lnTo>
                    <a:lnTo>
                      <a:pt x="1592" y="76504"/>
                    </a:lnTo>
                    <a:lnTo>
                      <a:pt x="0" y="82194"/>
                    </a:lnTo>
                    <a:lnTo>
                      <a:pt x="0" y="92100"/>
                    </a:lnTo>
                    <a:lnTo>
                      <a:pt x="444" y="92887"/>
                    </a:lnTo>
                    <a:lnTo>
                      <a:pt x="1879" y="95846"/>
                    </a:lnTo>
                    <a:lnTo>
                      <a:pt x="3860" y="97282"/>
                    </a:lnTo>
                    <a:lnTo>
                      <a:pt x="172681" y="97434"/>
                    </a:lnTo>
                    <a:lnTo>
                      <a:pt x="176809" y="97751"/>
                    </a:lnTo>
                    <a:lnTo>
                      <a:pt x="179781" y="96266"/>
                    </a:lnTo>
                    <a:lnTo>
                      <a:pt x="181051" y="92100"/>
                    </a:lnTo>
                    <a:lnTo>
                      <a:pt x="181051" y="81483"/>
                    </a:lnTo>
                    <a:lnTo>
                      <a:pt x="180784" y="80860"/>
                    </a:lnTo>
                    <a:lnTo>
                      <a:pt x="180428" y="80251"/>
                    </a:lnTo>
                    <a:lnTo>
                      <a:pt x="179401" y="76504"/>
                    </a:lnTo>
                    <a:lnTo>
                      <a:pt x="16116" y="76504"/>
                    </a:lnTo>
                    <a:lnTo>
                      <a:pt x="16649" y="74485"/>
                    </a:lnTo>
                    <a:lnTo>
                      <a:pt x="32994" y="14325"/>
                    </a:lnTo>
                    <a:lnTo>
                      <a:pt x="33604" y="13855"/>
                    </a:lnTo>
                    <a:lnTo>
                      <a:pt x="162300" y="13855"/>
                    </a:lnTo>
                    <a:lnTo>
                      <a:pt x="159423" y="3289"/>
                    </a:lnTo>
                    <a:lnTo>
                      <a:pt x="158064" y="1231"/>
                    </a:lnTo>
                    <a:lnTo>
                      <a:pt x="154139" y="50"/>
                    </a:lnTo>
                    <a:lnTo>
                      <a:pt x="28333" y="0"/>
                    </a:lnTo>
                    <a:close/>
                  </a:path>
                  <a:path w="181610" h="97789">
                    <a:moveTo>
                      <a:pt x="162300" y="13855"/>
                    </a:moveTo>
                    <a:lnTo>
                      <a:pt x="33604" y="13855"/>
                    </a:lnTo>
                    <a:lnTo>
                      <a:pt x="147434" y="13868"/>
                    </a:lnTo>
                    <a:lnTo>
                      <a:pt x="148031" y="14224"/>
                    </a:lnTo>
                    <a:lnTo>
                      <a:pt x="151084" y="25523"/>
                    </a:lnTo>
                    <a:lnTo>
                      <a:pt x="164617" y="75145"/>
                    </a:lnTo>
                    <a:lnTo>
                      <a:pt x="164719" y="75768"/>
                    </a:lnTo>
                    <a:lnTo>
                      <a:pt x="164896" y="76504"/>
                    </a:lnTo>
                    <a:lnTo>
                      <a:pt x="179401" y="76504"/>
                    </a:lnTo>
                    <a:lnTo>
                      <a:pt x="173588" y="55303"/>
                    </a:lnTo>
                    <a:lnTo>
                      <a:pt x="162300" y="13855"/>
                    </a:lnTo>
                    <a:close/>
                  </a:path>
                </a:pathLst>
              </a:custGeom>
              <a:grpFill/>
            </p:spPr>
            <p:txBody>
              <a:bodyPr wrap="square" lIns="0" tIns="0" rIns="0" bIns="0" rtlCol="0"/>
              <a:lstStyle/>
              <a:p>
                <a:pPr defTabSz="806869">
                  <a:defRPr/>
                </a:pPr>
                <a:endParaRPr sz="1587" kern="0">
                  <a:solidFill>
                    <a:prstClr val="white"/>
                  </a:solidFill>
                </a:endParaRPr>
              </a:p>
            </p:txBody>
          </p:sp>
          <p:sp>
            <p:nvSpPr>
              <p:cNvPr id="225" name="object 135">
                <a:extLst>
                  <a:ext uri="{FF2B5EF4-FFF2-40B4-BE49-F238E27FC236}">
                    <a16:creationId xmlns:a16="http://schemas.microsoft.com/office/drawing/2014/main" id="{10E23E13-820D-37A3-E419-5D9EB8AF296C}"/>
                  </a:ext>
                </a:extLst>
              </p:cNvPr>
              <p:cNvSpPr/>
              <p:nvPr/>
            </p:nvSpPr>
            <p:spPr>
              <a:xfrm>
                <a:off x="2267529" y="4375172"/>
                <a:ext cx="170533" cy="51160"/>
              </a:xfrm>
              <a:custGeom>
                <a:avLst/>
                <a:gdLst/>
                <a:ahLst/>
                <a:cxnLst/>
                <a:rect l="l" t="t" r="r" b="b"/>
                <a:pathLst>
                  <a:path w="69850" h="20954">
                    <a:moveTo>
                      <a:pt x="10312" y="6794"/>
                    </a:moveTo>
                    <a:lnTo>
                      <a:pt x="2882" y="7086"/>
                    </a:lnTo>
                    <a:lnTo>
                      <a:pt x="558" y="9131"/>
                    </a:lnTo>
                    <a:lnTo>
                      <a:pt x="0" y="14935"/>
                    </a:lnTo>
                    <a:lnTo>
                      <a:pt x="190" y="17830"/>
                    </a:lnTo>
                    <a:lnTo>
                      <a:pt x="177" y="20700"/>
                    </a:lnTo>
                    <a:lnTo>
                      <a:pt x="69494" y="20700"/>
                    </a:lnTo>
                    <a:lnTo>
                      <a:pt x="69570" y="9512"/>
                    </a:lnTo>
                    <a:lnTo>
                      <a:pt x="66878" y="6857"/>
                    </a:lnTo>
                    <a:lnTo>
                      <a:pt x="49151" y="6845"/>
                    </a:lnTo>
                    <a:lnTo>
                      <a:pt x="20472" y="6845"/>
                    </a:lnTo>
                    <a:lnTo>
                      <a:pt x="10312" y="6794"/>
                    </a:lnTo>
                    <a:close/>
                  </a:path>
                  <a:path w="69850" h="20954">
                    <a:moveTo>
                      <a:pt x="48717" y="0"/>
                    </a:moveTo>
                    <a:lnTo>
                      <a:pt x="20942" y="0"/>
                    </a:lnTo>
                    <a:lnTo>
                      <a:pt x="20853" y="3428"/>
                    </a:lnTo>
                    <a:lnTo>
                      <a:pt x="21069" y="6527"/>
                    </a:lnTo>
                    <a:lnTo>
                      <a:pt x="20472" y="6845"/>
                    </a:lnTo>
                    <a:lnTo>
                      <a:pt x="49151" y="6845"/>
                    </a:lnTo>
                    <a:lnTo>
                      <a:pt x="48590" y="6527"/>
                    </a:lnTo>
                    <a:lnTo>
                      <a:pt x="48816" y="3428"/>
                    </a:lnTo>
                    <a:lnTo>
                      <a:pt x="48717" y="0"/>
                    </a:lnTo>
                    <a:close/>
                  </a:path>
                </a:pathLst>
              </a:custGeom>
              <a:grpFill/>
            </p:spPr>
            <p:txBody>
              <a:bodyPr wrap="square" lIns="0" tIns="0" rIns="0" bIns="0" rtlCol="0"/>
              <a:lstStyle/>
              <a:p>
                <a:pPr defTabSz="806869">
                  <a:defRPr/>
                </a:pPr>
                <a:endParaRPr sz="1587" kern="0">
                  <a:solidFill>
                    <a:prstClr val="white"/>
                  </a:solidFill>
                </a:endParaRPr>
              </a:p>
            </p:txBody>
          </p:sp>
          <p:sp>
            <p:nvSpPr>
              <p:cNvPr id="226" name="object 136">
                <a:extLst>
                  <a:ext uri="{FF2B5EF4-FFF2-40B4-BE49-F238E27FC236}">
                    <a16:creationId xmlns:a16="http://schemas.microsoft.com/office/drawing/2014/main" id="{2694ADA6-E819-BC44-22A6-F371736FA92B}"/>
                  </a:ext>
                </a:extLst>
              </p:cNvPr>
              <p:cNvSpPr>
                <a:spLocks noChangeAspect="1"/>
              </p:cNvSpPr>
              <p:nvPr/>
            </p:nvSpPr>
            <p:spPr>
              <a:xfrm>
                <a:off x="2213785" y="3941199"/>
                <a:ext cx="277114" cy="166272"/>
              </a:xfrm>
              <a:custGeom>
                <a:avLst/>
                <a:gdLst/>
                <a:ahLst/>
                <a:cxnLst/>
                <a:rect l="l" t="t" r="r" b="b"/>
                <a:pathLst>
                  <a:path w="82550" h="49529">
                    <a:moveTo>
                      <a:pt x="67477" y="20414"/>
                    </a:moveTo>
                    <a:lnTo>
                      <a:pt x="43105" y="20414"/>
                    </a:lnTo>
                    <a:lnTo>
                      <a:pt x="55363" y="25656"/>
                    </a:lnTo>
                    <a:lnTo>
                      <a:pt x="61798" y="35798"/>
                    </a:lnTo>
                    <a:lnTo>
                      <a:pt x="61417" y="48386"/>
                    </a:lnTo>
                    <a:lnTo>
                      <a:pt x="65379" y="48640"/>
                    </a:lnTo>
                    <a:lnTo>
                      <a:pt x="69265" y="49060"/>
                    </a:lnTo>
                    <a:lnTo>
                      <a:pt x="72948" y="45821"/>
                    </a:lnTo>
                    <a:lnTo>
                      <a:pt x="73545" y="45618"/>
                    </a:lnTo>
                    <a:lnTo>
                      <a:pt x="82550" y="41541"/>
                    </a:lnTo>
                    <a:lnTo>
                      <a:pt x="81876" y="41274"/>
                    </a:lnTo>
                    <a:lnTo>
                      <a:pt x="81330" y="41084"/>
                    </a:lnTo>
                    <a:lnTo>
                      <a:pt x="77330" y="39281"/>
                    </a:lnTo>
                    <a:lnTo>
                      <a:pt x="73787" y="37845"/>
                    </a:lnTo>
                    <a:lnTo>
                      <a:pt x="67106" y="34289"/>
                    </a:lnTo>
                    <a:lnTo>
                      <a:pt x="65138" y="31508"/>
                    </a:lnTo>
                    <a:lnTo>
                      <a:pt x="66433" y="24637"/>
                    </a:lnTo>
                    <a:lnTo>
                      <a:pt x="67081" y="21767"/>
                    </a:lnTo>
                    <a:lnTo>
                      <a:pt x="67477" y="20414"/>
                    </a:lnTo>
                    <a:close/>
                  </a:path>
                  <a:path w="82550" h="49529">
                    <a:moveTo>
                      <a:pt x="11760" y="12191"/>
                    </a:moveTo>
                    <a:lnTo>
                      <a:pt x="12357" y="13563"/>
                    </a:lnTo>
                    <a:lnTo>
                      <a:pt x="14439" y="18999"/>
                    </a:lnTo>
                    <a:lnTo>
                      <a:pt x="16535" y="23812"/>
                    </a:lnTo>
                    <a:lnTo>
                      <a:pt x="17030" y="31191"/>
                    </a:lnTo>
                    <a:lnTo>
                      <a:pt x="16408" y="32880"/>
                    </a:lnTo>
                    <a:lnTo>
                      <a:pt x="12890" y="35255"/>
                    </a:lnTo>
                    <a:lnTo>
                      <a:pt x="11112" y="36537"/>
                    </a:lnTo>
                    <a:lnTo>
                      <a:pt x="6197" y="38950"/>
                    </a:lnTo>
                    <a:lnTo>
                      <a:pt x="3073" y="40157"/>
                    </a:lnTo>
                    <a:lnTo>
                      <a:pt x="0" y="41478"/>
                    </a:lnTo>
                    <a:lnTo>
                      <a:pt x="241" y="41770"/>
                    </a:lnTo>
                    <a:lnTo>
                      <a:pt x="13741" y="48183"/>
                    </a:lnTo>
                    <a:lnTo>
                      <a:pt x="14401" y="48475"/>
                    </a:lnTo>
                    <a:lnTo>
                      <a:pt x="18808" y="48488"/>
                    </a:lnTo>
                    <a:lnTo>
                      <a:pt x="22279" y="31940"/>
                    </a:lnTo>
                    <a:lnTo>
                      <a:pt x="31873" y="22276"/>
                    </a:lnTo>
                    <a:lnTo>
                      <a:pt x="43105" y="20414"/>
                    </a:lnTo>
                    <a:lnTo>
                      <a:pt x="67477" y="20414"/>
                    </a:lnTo>
                    <a:lnTo>
                      <a:pt x="68134" y="18173"/>
                    </a:lnTo>
                    <a:lnTo>
                      <a:pt x="54102" y="18173"/>
                    </a:lnTo>
                    <a:lnTo>
                      <a:pt x="51274" y="17513"/>
                    </a:lnTo>
                    <a:lnTo>
                      <a:pt x="30365" y="17513"/>
                    </a:lnTo>
                    <a:lnTo>
                      <a:pt x="22860" y="16776"/>
                    </a:lnTo>
                    <a:lnTo>
                      <a:pt x="17929" y="14592"/>
                    </a:lnTo>
                    <a:lnTo>
                      <a:pt x="13322" y="12776"/>
                    </a:lnTo>
                    <a:lnTo>
                      <a:pt x="11760" y="12191"/>
                    </a:lnTo>
                    <a:close/>
                  </a:path>
                  <a:path w="82550" h="49529">
                    <a:moveTo>
                      <a:pt x="70472" y="12204"/>
                    </a:moveTo>
                    <a:lnTo>
                      <a:pt x="69456" y="12687"/>
                    </a:lnTo>
                    <a:lnTo>
                      <a:pt x="65087" y="14325"/>
                    </a:lnTo>
                    <a:lnTo>
                      <a:pt x="61175" y="15963"/>
                    </a:lnTo>
                    <a:lnTo>
                      <a:pt x="54102" y="18173"/>
                    </a:lnTo>
                    <a:lnTo>
                      <a:pt x="68134" y="18173"/>
                    </a:lnTo>
                    <a:lnTo>
                      <a:pt x="68554" y="16738"/>
                    </a:lnTo>
                    <a:lnTo>
                      <a:pt x="69550" y="14592"/>
                    </a:lnTo>
                    <a:lnTo>
                      <a:pt x="70472" y="12204"/>
                    </a:lnTo>
                    <a:close/>
                  </a:path>
                  <a:path w="82550" h="49529">
                    <a:moveTo>
                      <a:pt x="41173" y="0"/>
                    </a:moveTo>
                    <a:lnTo>
                      <a:pt x="40843" y="800"/>
                    </a:lnTo>
                    <a:lnTo>
                      <a:pt x="40652" y="1320"/>
                    </a:lnTo>
                    <a:lnTo>
                      <a:pt x="38481" y="6438"/>
                    </a:lnTo>
                    <a:lnTo>
                      <a:pt x="36753" y="11150"/>
                    </a:lnTo>
                    <a:lnTo>
                      <a:pt x="32092" y="16840"/>
                    </a:lnTo>
                    <a:lnTo>
                      <a:pt x="30365" y="17513"/>
                    </a:lnTo>
                    <a:lnTo>
                      <a:pt x="51274" y="17513"/>
                    </a:lnTo>
                    <a:lnTo>
                      <a:pt x="45948" y="9143"/>
                    </a:lnTo>
                    <a:lnTo>
                      <a:pt x="43205" y="4381"/>
                    </a:lnTo>
                    <a:lnTo>
                      <a:pt x="42303" y="2298"/>
                    </a:lnTo>
                    <a:lnTo>
                      <a:pt x="41173" y="0"/>
                    </a:lnTo>
                    <a:close/>
                  </a:path>
                </a:pathLst>
              </a:custGeom>
              <a:grpFill/>
            </p:spPr>
            <p:txBody>
              <a:bodyPr wrap="square" lIns="0" tIns="0" rIns="0" bIns="0" rtlCol="0"/>
              <a:lstStyle/>
              <a:p>
                <a:pPr defTabSz="806869">
                  <a:defRPr/>
                </a:pPr>
                <a:endParaRPr sz="1587" kern="0">
                  <a:solidFill>
                    <a:prstClr val="white"/>
                  </a:solidFill>
                </a:endParaRPr>
              </a:p>
            </p:txBody>
          </p:sp>
          <p:sp>
            <p:nvSpPr>
              <p:cNvPr id="227" name="object 137">
                <a:extLst>
                  <a:ext uri="{FF2B5EF4-FFF2-40B4-BE49-F238E27FC236}">
                    <a16:creationId xmlns:a16="http://schemas.microsoft.com/office/drawing/2014/main" id="{549B5722-3334-49C7-9951-413C017A4FC8}"/>
                  </a:ext>
                </a:extLst>
              </p:cNvPr>
              <p:cNvSpPr/>
              <p:nvPr/>
            </p:nvSpPr>
            <p:spPr>
              <a:xfrm>
                <a:off x="2316342" y="4238622"/>
                <a:ext cx="72864" cy="51160"/>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defTabSz="806869">
                  <a:defRPr/>
                </a:pPr>
                <a:endParaRPr sz="1587" kern="0">
                  <a:solidFill>
                    <a:prstClr val="white"/>
                  </a:solidFill>
                </a:endParaRPr>
              </a:p>
            </p:txBody>
          </p:sp>
          <p:sp>
            <p:nvSpPr>
              <p:cNvPr id="228" name="object 138">
                <a:extLst>
                  <a:ext uri="{FF2B5EF4-FFF2-40B4-BE49-F238E27FC236}">
                    <a16:creationId xmlns:a16="http://schemas.microsoft.com/office/drawing/2014/main" id="{B6908E0D-67A1-8A98-5078-D8C9A5B64D6E}"/>
                  </a:ext>
                </a:extLst>
              </p:cNvPr>
              <p:cNvSpPr/>
              <p:nvPr/>
            </p:nvSpPr>
            <p:spPr>
              <a:xfrm>
                <a:off x="2418881" y="4238544"/>
                <a:ext cx="79063" cy="52710"/>
              </a:xfrm>
              <a:custGeom>
                <a:avLst/>
                <a:gdLst/>
                <a:ahLst/>
                <a:cxnLst/>
                <a:rect l="l" t="t" r="r" b="b"/>
                <a:pathLst>
                  <a:path w="32385" h="21589">
                    <a:moveTo>
                      <a:pt x="26568" y="0"/>
                    </a:moveTo>
                    <a:lnTo>
                      <a:pt x="0" y="152"/>
                    </a:lnTo>
                    <a:lnTo>
                      <a:pt x="215" y="2743"/>
                    </a:lnTo>
                    <a:lnTo>
                      <a:pt x="876" y="8178"/>
                    </a:lnTo>
                    <a:lnTo>
                      <a:pt x="1625" y="13601"/>
                    </a:lnTo>
                    <a:lnTo>
                      <a:pt x="2374" y="20510"/>
                    </a:lnTo>
                    <a:lnTo>
                      <a:pt x="2857" y="21005"/>
                    </a:lnTo>
                    <a:lnTo>
                      <a:pt x="32003" y="20853"/>
                    </a:lnTo>
                    <a:lnTo>
                      <a:pt x="31749" y="19202"/>
                    </a:lnTo>
                    <a:lnTo>
                      <a:pt x="30276" y="13322"/>
                    </a:lnTo>
                    <a:lnTo>
                      <a:pt x="28752" y="7467"/>
                    </a:lnTo>
                    <a:lnTo>
                      <a:pt x="27050" y="355"/>
                    </a:lnTo>
                    <a:lnTo>
                      <a:pt x="26568" y="0"/>
                    </a:lnTo>
                    <a:close/>
                  </a:path>
                </a:pathLst>
              </a:custGeom>
              <a:grpFill/>
            </p:spPr>
            <p:txBody>
              <a:bodyPr wrap="square" lIns="0" tIns="0" rIns="0" bIns="0" rtlCol="0"/>
              <a:lstStyle/>
              <a:p>
                <a:pPr defTabSz="806869">
                  <a:defRPr/>
                </a:pPr>
                <a:endParaRPr sz="1587" kern="0">
                  <a:solidFill>
                    <a:prstClr val="white"/>
                  </a:solidFill>
                </a:endParaRPr>
              </a:p>
            </p:txBody>
          </p:sp>
          <p:sp>
            <p:nvSpPr>
              <p:cNvPr id="229" name="object 139">
                <a:extLst>
                  <a:ext uri="{FF2B5EF4-FFF2-40B4-BE49-F238E27FC236}">
                    <a16:creationId xmlns:a16="http://schemas.microsoft.com/office/drawing/2014/main" id="{840157B7-7896-A78F-F3C5-43F17F50CFE9}"/>
                  </a:ext>
                </a:extLst>
              </p:cNvPr>
              <p:cNvSpPr/>
              <p:nvPr/>
            </p:nvSpPr>
            <p:spPr>
              <a:xfrm>
                <a:off x="2207888" y="4238569"/>
                <a:ext cx="79063" cy="51160"/>
              </a:xfrm>
              <a:custGeom>
                <a:avLst/>
                <a:gdLst/>
                <a:ahLst/>
                <a:cxnLst/>
                <a:rect l="l" t="t" r="r" b="b"/>
                <a:pathLst>
                  <a:path w="32385" h="20954">
                    <a:moveTo>
                      <a:pt x="5143" y="0"/>
                    </a:moveTo>
                    <a:lnTo>
                      <a:pt x="5041" y="673"/>
                    </a:lnTo>
                    <a:lnTo>
                      <a:pt x="1295" y="15430"/>
                    </a:lnTo>
                    <a:lnTo>
                      <a:pt x="0" y="20701"/>
                    </a:lnTo>
                    <a:lnTo>
                      <a:pt x="29552" y="20701"/>
                    </a:lnTo>
                    <a:lnTo>
                      <a:pt x="32130" y="368"/>
                    </a:lnTo>
                    <a:lnTo>
                      <a:pt x="31762" y="139"/>
                    </a:lnTo>
                    <a:lnTo>
                      <a:pt x="5143" y="0"/>
                    </a:lnTo>
                    <a:close/>
                  </a:path>
                </a:pathLst>
              </a:custGeom>
              <a:grpFill/>
            </p:spPr>
            <p:txBody>
              <a:bodyPr wrap="square" lIns="0" tIns="0" rIns="0" bIns="0" rtlCol="0"/>
              <a:lstStyle/>
              <a:p>
                <a:pPr defTabSz="806869">
                  <a:defRPr/>
                </a:pPr>
                <a:endParaRPr sz="1587" kern="0">
                  <a:solidFill>
                    <a:prstClr val="white"/>
                  </a:solidFill>
                </a:endParaRPr>
              </a:p>
            </p:txBody>
          </p:sp>
          <p:sp>
            <p:nvSpPr>
              <p:cNvPr id="230" name="object 140">
                <a:extLst>
                  <a:ext uri="{FF2B5EF4-FFF2-40B4-BE49-F238E27FC236}">
                    <a16:creationId xmlns:a16="http://schemas.microsoft.com/office/drawing/2014/main" id="{AC8C8BE3-5B2F-8538-7C53-BEE561B57E60}"/>
                  </a:ext>
                </a:extLst>
              </p:cNvPr>
              <p:cNvSpPr/>
              <p:nvPr/>
            </p:nvSpPr>
            <p:spPr>
              <a:xfrm>
                <a:off x="2410200" y="4170953"/>
                <a:ext cx="68213" cy="41858"/>
              </a:xfrm>
              <a:custGeom>
                <a:avLst/>
                <a:gdLst/>
                <a:ahLst/>
                <a:cxnLst/>
                <a:rect l="l" t="t" r="r" b="b"/>
                <a:pathLst>
                  <a:path w="27939" h="17145">
                    <a:moveTo>
                      <a:pt x="23139" y="0"/>
                    </a:moveTo>
                    <a:lnTo>
                      <a:pt x="1079" y="50"/>
                    </a:lnTo>
                    <a:lnTo>
                      <a:pt x="0" y="177"/>
                    </a:lnTo>
                    <a:lnTo>
                      <a:pt x="2095" y="16891"/>
                    </a:lnTo>
                    <a:lnTo>
                      <a:pt x="27762" y="16891"/>
                    </a:lnTo>
                    <a:lnTo>
                      <a:pt x="26441" y="11582"/>
                    </a:lnTo>
                    <a:lnTo>
                      <a:pt x="25133" y="6527"/>
                    </a:lnTo>
                    <a:lnTo>
                      <a:pt x="23672" y="254"/>
                    </a:lnTo>
                    <a:lnTo>
                      <a:pt x="23139" y="0"/>
                    </a:lnTo>
                    <a:close/>
                  </a:path>
                </a:pathLst>
              </a:custGeom>
              <a:grpFill/>
            </p:spPr>
            <p:txBody>
              <a:bodyPr wrap="square" lIns="0" tIns="0" rIns="0" bIns="0" rtlCol="0"/>
              <a:lstStyle/>
              <a:p>
                <a:pPr defTabSz="806869">
                  <a:defRPr/>
                </a:pPr>
                <a:endParaRPr sz="1587" kern="0">
                  <a:solidFill>
                    <a:prstClr val="white"/>
                  </a:solidFill>
                </a:endParaRPr>
              </a:p>
            </p:txBody>
          </p:sp>
          <p:sp>
            <p:nvSpPr>
              <p:cNvPr id="231" name="object 142">
                <a:extLst>
                  <a:ext uri="{FF2B5EF4-FFF2-40B4-BE49-F238E27FC236}">
                    <a16:creationId xmlns:a16="http://schemas.microsoft.com/office/drawing/2014/main" id="{D3C850F4-9AF9-F61E-8530-F7DC71333F39}"/>
                  </a:ext>
                </a:extLst>
              </p:cNvPr>
              <p:cNvSpPr/>
              <p:nvPr/>
            </p:nvSpPr>
            <p:spPr>
              <a:xfrm>
                <a:off x="2227668" y="4170929"/>
                <a:ext cx="68213" cy="41858"/>
              </a:xfrm>
              <a:custGeom>
                <a:avLst/>
                <a:gdLst/>
                <a:ahLst/>
                <a:cxnLst/>
                <a:rect l="l" t="t" r="r" b="b"/>
                <a:pathLst>
                  <a:path w="27939" h="17145">
                    <a:moveTo>
                      <a:pt x="4584" y="0"/>
                    </a:moveTo>
                    <a:lnTo>
                      <a:pt x="3911" y="736"/>
                    </a:lnTo>
                    <a:lnTo>
                      <a:pt x="2514" y="6019"/>
                    </a:lnTo>
                    <a:lnTo>
                      <a:pt x="165" y="15620"/>
                    </a:lnTo>
                    <a:lnTo>
                      <a:pt x="0" y="16878"/>
                    </a:lnTo>
                    <a:lnTo>
                      <a:pt x="25412" y="16878"/>
                    </a:lnTo>
                    <a:lnTo>
                      <a:pt x="26428" y="9347"/>
                    </a:lnTo>
                    <a:lnTo>
                      <a:pt x="26949" y="4787"/>
                    </a:lnTo>
                    <a:lnTo>
                      <a:pt x="27508" y="279"/>
                    </a:lnTo>
                    <a:lnTo>
                      <a:pt x="27190" y="88"/>
                    </a:lnTo>
                    <a:lnTo>
                      <a:pt x="4584" y="0"/>
                    </a:lnTo>
                    <a:close/>
                  </a:path>
                </a:pathLst>
              </a:custGeom>
              <a:grpFill/>
            </p:spPr>
            <p:txBody>
              <a:bodyPr wrap="square" lIns="0" tIns="0" rIns="0" bIns="0" rtlCol="0"/>
              <a:lstStyle/>
              <a:p>
                <a:pPr defTabSz="806869">
                  <a:defRPr/>
                </a:pPr>
                <a:endParaRPr sz="1587" kern="0">
                  <a:solidFill>
                    <a:prstClr val="white"/>
                  </a:solidFill>
                </a:endParaRPr>
              </a:p>
            </p:txBody>
          </p:sp>
          <p:sp>
            <p:nvSpPr>
              <p:cNvPr id="232" name="object 137">
                <a:extLst>
                  <a:ext uri="{FF2B5EF4-FFF2-40B4-BE49-F238E27FC236}">
                    <a16:creationId xmlns:a16="http://schemas.microsoft.com/office/drawing/2014/main" id="{2CCB3B1E-0330-4185-2D48-3A11FA20BABB}"/>
                  </a:ext>
                </a:extLst>
              </p:cNvPr>
              <p:cNvSpPr/>
              <p:nvPr/>
            </p:nvSpPr>
            <p:spPr>
              <a:xfrm>
                <a:off x="2316339" y="4169018"/>
                <a:ext cx="72864" cy="42863"/>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defTabSz="806869">
                  <a:defRPr/>
                </a:pPr>
                <a:endParaRPr sz="1587" kern="0">
                  <a:solidFill>
                    <a:prstClr val="white"/>
                  </a:solidFill>
                </a:endParaRPr>
              </a:p>
            </p:txBody>
          </p:sp>
        </p:grpSp>
      </p:grpSp>
      <p:sp>
        <p:nvSpPr>
          <p:cNvPr id="247" name="object 107">
            <a:extLst>
              <a:ext uri="{FF2B5EF4-FFF2-40B4-BE49-F238E27FC236}">
                <a16:creationId xmlns:a16="http://schemas.microsoft.com/office/drawing/2014/main" id="{614B6D79-1BD4-F151-E06C-82D327A0988B}"/>
              </a:ext>
            </a:extLst>
          </p:cNvPr>
          <p:cNvSpPr txBox="1"/>
          <p:nvPr/>
        </p:nvSpPr>
        <p:spPr>
          <a:xfrm>
            <a:off x="6667418" y="2741385"/>
            <a:ext cx="891546" cy="129652"/>
          </a:xfrm>
          <a:prstGeom prst="rect">
            <a:avLst/>
          </a:prstGeom>
          <a:noFill/>
        </p:spPr>
        <p:txBody>
          <a:bodyPr vert="horz" wrap="square" lIns="0" tIns="0" rIns="0" bIns="0" rtlCol="0">
            <a:noAutofit/>
          </a:bodyPr>
          <a:lstStyle/>
          <a:p>
            <a:pPr marL="11207" marR="4483" defTabSz="806869">
              <a:lnSpc>
                <a:spcPct val="102800"/>
              </a:lnSpc>
              <a:defRPr/>
            </a:pPr>
            <a:r>
              <a:rPr sz="707" kern="0" spc="-9" dirty="0">
                <a:solidFill>
                  <a:srgbClr val="8C8C8C">
                    <a:lumMod val="75000"/>
                  </a:srgbClr>
                </a:solidFill>
                <a:cs typeface="Trebuchet MS"/>
              </a:rPr>
              <a:t>Residential </a:t>
            </a:r>
            <a:r>
              <a:rPr sz="707" kern="0" spc="5" dirty="0">
                <a:solidFill>
                  <a:srgbClr val="8C8C8C">
                    <a:lumMod val="75000"/>
                  </a:srgbClr>
                </a:solidFill>
                <a:cs typeface="Trebuchet MS"/>
              </a:rPr>
              <a:t>consumers</a:t>
            </a:r>
            <a:endParaRPr sz="707" kern="0" dirty="0">
              <a:solidFill>
                <a:srgbClr val="8C8C8C">
                  <a:lumMod val="75000"/>
                </a:srgbClr>
              </a:solidFill>
              <a:cs typeface="Trebuchet MS"/>
            </a:endParaRPr>
          </a:p>
        </p:txBody>
      </p:sp>
      <p:sp>
        <p:nvSpPr>
          <p:cNvPr id="248" name="object 108">
            <a:extLst>
              <a:ext uri="{FF2B5EF4-FFF2-40B4-BE49-F238E27FC236}">
                <a16:creationId xmlns:a16="http://schemas.microsoft.com/office/drawing/2014/main" id="{D5D5FC17-8665-929B-1AFA-416A5249650C}"/>
              </a:ext>
            </a:extLst>
          </p:cNvPr>
          <p:cNvSpPr txBox="1"/>
          <p:nvPr/>
        </p:nvSpPr>
        <p:spPr>
          <a:xfrm>
            <a:off x="8359194" y="2682662"/>
            <a:ext cx="928407" cy="102060"/>
          </a:xfrm>
          <a:prstGeom prst="rect">
            <a:avLst/>
          </a:prstGeom>
          <a:noFill/>
        </p:spPr>
        <p:txBody>
          <a:bodyPr vert="horz" wrap="square" lIns="0" tIns="0" rIns="0" bIns="0" rtlCol="0">
            <a:noAutofit/>
          </a:bodyPr>
          <a:lstStyle/>
          <a:p>
            <a:pPr marL="11207" marR="4483" defTabSz="806869">
              <a:lnSpc>
                <a:spcPct val="102800"/>
              </a:lnSpc>
              <a:defRPr/>
            </a:pPr>
            <a:r>
              <a:rPr sz="707" kern="0" spc="9" dirty="0">
                <a:solidFill>
                  <a:srgbClr val="8C8C8C">
                    <a:lumMod val="75000"/>
                  </a:srgbClr>
                </a:solidFill>
                <a:cs typeface="Trebuchet MS"/>
              </a:rPr>
              <a:t>Comme</a:t>
            </a:r>
            <a:r>
              <a:rPr sz="707" kern="0" spc="-5" dirty="0">
                <a:solidFill>
                  <a:srgbClr val="8C8C8C">
                    <a:lumMod val="75000"/>
                  </a:srgbClr>
                </a:solidFill>
                <a:cs typeface="Trebuchet MS"/>
              </a:rPr>
              <a:t>r</a:t>
            </a:r>
            <a:r>
              <a:rPr sz="707" kern="0" spc="-22" dirty="0">
                <a:solidFill>
                  <a:srgbClr val="8C8C8C">
                    <a:lumMod val="75000"/>
                  </a:srgbClr>
                </a:solidFill>
                <a:cs typeface="Trebuchet MS"/>
              </a:rPr>
              <a:t>cial</a:t>
            </a:r>
            <a:r>
              <a:rPr lang="en-US" sz="707" kern="0" spc="-18" dirty="0">
                <a:solidFill>
                  <a:srgbClr val="8C8C8C">
                    <a:lumMod val="75000"/>
                  </a:srgbClr>
                </a:solidFill>
                <a:cs typeface="Trebuchet MS"/>
              </a:rPr>
              <a:t> </a:t>
            </a:r>
            <a:r>
              <a:rPr sz="707" kern="0" spc="5" dirty="0">
                <a:solidFill>
                  <a:srgbClr val="8C8C8C">
                    <a:lumMod val="75000"/>
                  </a:srgbClr>
                </a:solidFill>
                <a:cs typeface="Trebuchet MS"/>
              </a:rPr>
              <a:t>consumers</a:t>
            </a:r>
            <a:endParaRPr sz="707" kern="0" dirty="0">
              <a:solidFill>
                <a:srgbClr val="8C8C8C">
                  <a:lumMod val="75000"/>
                </a:srgbClr>
              </a:solidFill>
              <a:cs typeface="Trebuchet MS"/>
            </a:endParaRPr>
          </a:p>
        </p:txBody>
      </p:sp>
      <p:grpSp>
        <p:nvGrpSpPr>
          <p:cNvPr id="249" name="Group 248">
            <a:extLst>
              <a:ext uri="{FF2B5EF4-FFF2-40B4-BE49-F238E27FC236}">
                <a16:creationId xmlns:a16="http://schemas.microsoft.com/office/drawing/2014/main" id="{349FCA4F-BCE2-B993-11A1-C23F950224C5}"/>
              </a:ext>
            </a:extLst>
          </p:cNvPr>
          <p:cNvGrpSpPr/>
          <p:nvPr/>
        </p:nvGrpSpPr>
        <p:grpSpPr>
          <a:xfrm>
            <a:off x="6351587" y="2795160"/>
            <a:ext cx="257401" cy="146013"/>
            <a:chOff x="6585383" y="2702434"/>
            <a:chExt cx="291721" cy="165481"/>
          </a:xfrm>
        </p:grpSpPr>
        <p:sp>
          <p:nvSpPr>
            <p:cNvPr id="250" name="Freeform 50">
              <a:extLst>
                <a:ext uri="{FF2B5EF4-FFF2-40B4-BE49-F238E27FC236}">
                  <a16:creationId xmlns:a16="http://schemas.microsoft.com/office/drawing/2014/main" id="{3804A9B3-08D3-3F26-0977-4C57943FAE4E}"/>
                </a:ext>
              </a:extLst>
            </p:cNvPr>
            <p:cNvSpPr>
              <a:spLocks noEditPoints="1"/>
            </p:cNvSpPr>
            <p:nvPr/>
          </p:nvSpPr>
          <p:spPr bwMode="auto">
            <a:xfrm>
              <a:off x="6791864" y="2778343"/>
              <a:ext cx="61676" cy="89572"/>
            </a:xfrm>
            <a:custGeom>
              <a:avLst/>
              <a:gdLst>
                <a:gd name="T0" fmla="*/ 5 w 111"/>
                <a:gd name="T1" fmla="*/ 57 h 151"/>
                <a:gd name="T2" fmla="*/ 0 w 111"/>
                <a:gd name="T3" fmla="*/ 80 h 151"/>
                <a:gd name="T4" fmla="*/ 99 w 111"/>
                <a:gd name="T5" fmla="*/ 90 h 151"/>
                <a:gd name="T6" fmla="*/ 5 w 111"/>
                <a:gd name="T7" fmla="*/ 57 h 151"/>
                <a:gd name="T8" fmla="*/ 25 w 111"/>
                <a:gd name="T9" fmla="*/ 81 h 151"/>
                <a:gd name="T10" fmla="*/ 75 w 111"/>
                <a:gd name="T11" fmla="*/ 75 h 151"/>
                <a:gd name="T12" fmla="*/ 25 w 111"/>
                <a:gd name="T13" fmla="*/ 81 h 151"/>
              </a:gdLst>
              <a:ahLst/>
              <a:cxnLst>
                <a:cxn ang="0">
                  <a:pos x="T0" y="T1"/>
                </a:cxn>
                <a:cxn ang="0">
                  <a:pos x="T2" y="T3"/>
                </a:cxn>
                <a:cxn ang="0">
                  <a:pos x="T4" y="T5"/>
                </a:cxn>
                <a:cxn ang="0">
                  <a:pos x="T6" y="T7"/>
                </a:cxn>
                <a:cxn ang="0">
                  <a:pos x="T8" y="T9"/>
                </a:cxn>
                <a:cxn ang="0">
                  <a:pos x="T10" y="T11"/>
                </a:cxn>
                <a:cxn ang="0">
                  <a:pos x="T12" y="T13"/>
                </a:cxn>
              </a:cxnLst>
              <a:rect l="0" t="0" r="r" b="b"/>
              <a:pathLst>
                <a:path w="111" h="151">
                  <a:moveTo>
                    <a:pt x="5" y="57"/>
                  </a:moveTo>
                  <a:cubicBezTo>
                    <a:pt x="2" y="64"/>
                    <a:pt x="0" y="71"/>
                    <a:pt x="0" y="80"/>
                  </a:cubicBezTo>
                  <a:cubicBezTo>
                    <a:pt x="2" y="145"/>
                    <a:pt x="88" y="151"/>
                    <a:pt x="99" y="90"/>
                  </a:cubicBezTo>
                  <a:cubicBezTo>
                    <a:pt x="111" y="30"/>
                    <a:pt x="31" y="0"/>
                    <a:pt x="5" y="57"/>
                  </a:cubicBezTo>
                  <a:close/>
                  <a:moveTo>
                    <a:pt x="25" y="81"/>
                  </a:moveTo>
                  <a:cubicBezTo>
                    <a:pt x="25" y="48"/>
                    <a:pt x="69" y="45"/>
                    <a:pt x="75" y="75"/>
                  </a:cubicBezTo>
                  <a:cubicBezTo>
                    <a:pt x="82" y="113"/>
                    <a:pt x="25" y="120"/>
                    <a:pt x="25" y="81"/>
                  </a:cubicBez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51" name="Freeform 51">
              <a:extLst>
                <a:ext uri="{FF2B5EF4-FFF2-40B4-BE49-F238E27FC236}">
                  <a16:creationId xmlns:a16="http://schemas.microsoft.com/office/drawing/2014/main" id="{EA17D720-87D4-A5CB-E658-A7704190C88C}"/>
                </a:ext>
              </a:extLst>
            </p:cNvPr>
            <p:cNvSpPr>
              <a:spLocks noEditPoints="1"/>
            </p:cNvSpPr>
            <p:nvPr/>
          </p:nvSpPr>
          <p:spPr bwMode="auto">
            <a:xfrm>
              <a:off x="6609317" y="2777584"/>
              <a:ext cx="60258" cy="89193"/>
            </a:xfrm>
            <a:custGeom>
              <a:avLst/>
              <a:gdLst>
                <a:gd name="T0" fmla="*/ 5 w 109"/>
                <a:gd name="T1" fmla="*/ 56 h 150"/>
                <a:gd name="T2" fmla="*/ 0 w 109"/>
                <a:gd name="T3" fmla="*/ 79 h 150"/>
                <a:gd name="T4" fmla="*/ 100 w 109"/>
                <a:gd name="T5" fmla="*/ 87 h 150"/>
                <a:gd name="T6" fmla="*/ 5 w 109"/>
                <a:gd name="T7" fmla="*/ 56 h 150"/>
                <a:gd name="T8" fmla="*/ 25 w 109"/>
                <a:gd name="T9" fmla="*/ 80 h 150"/>
                <a:gd name="T10" fmla="*/ 76 w 109"/>
                <a:gd name="T11" fmla="*/ 76 h 150"/>
                <a:gd name="T12" fmla="*/ 25 w 109"/>
                <a:gd name="T13" fmla="*/ 80 h 150"/>
              </a:gdLst>
              <a:ahLst/>
              <a:cxnLst>
                <a:cxn ang="0">
                  <a:pos x="T0" y="T1"/>
                </a:cxn>
                <a:cxn ang="0">
                  <a:pos x="T2" y="T3"/>
                </a:cxn>
                <a:cxn ang="0">
                  <a:pos x="T4" y="T5"/>
                </a:cxn>
                <a:cxn ang="0">
                  <a:pos x="T6" y="T7"/>
                </a:cxn>
                <a:cxn ang="0">
                  <a:pos x="T8" y="T9"/>
                </a:cxn>
                <a:cxn ang="0">
                  <a:pos x="T10" y="T11"/>
                </a:cxn>
                <a:cxn ang="0">
                  <a:pos x="T12" y="T13"/>
                </a:cxn>
              </a:cxnLst>
              <a:rect l="0" t="0" r="r" b="b"/>
              <a:pathLst>
                <a:path w="109" h="150">
                  <a:moveTo>
                    <a:pt x="5" y="56"/>
                  </a:moveTo>
                  <a:cubicBezTo>
                    <a:pt x="2" y="63"/>
                    <a:pt x="1" y="71"/>
                    <a:pt x="0" y="79"/>
                  </a:cubicBezTo>
                  <a:cubicBezTo>
                    <a:pt x="2" y="146"/>
                    <a:pt x="91" y="150"/>
                    <a:pt x="100" y="87"/>
                  </a:cubicBezTo>
                  <a:cubicBezTo>
                    <a:pt x="109" y="28"/>
                    <a:pt x="31" y="0"/>
                    <a:pt x="5" y="56"/>
                  </a:cubicBezTo>
                  <a:close/>
                  <a:moveTo>
                    <a:pt x="25" y="80"/>
                  </a:moveTo>
                  <a:cubicBezTo>
                    <a:pt x="26" y="46"/>
                    <a:pt x="71" y="44"/>
                    <a:pt x="76" y="76"/>
                  </a:cubicBezTo>
                  <a:cubicBezTo>
                    <a:pt x="81" y="113"/>
                    <a:pt x="26" y="119"/>
                    <a:pt x="25" y="80"/>
                  </a:cubicBez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52" name="Freeform 52">
              <a:extLst>
                <a:ext uri="{FF2B5EF4-FFF2-40B4-BE49-F238E27FC236}">
                  <a16:creationId xmlns:a16="http://schemas.microsoft.com/office/drawing/2014/main" id="{B59A31A8-8743-EF2A-F530-97339A2F7F8B}"/>
                </a:ext>
              </a:extLst>
            </p:cNvPr>
            <p:cNvSpPr>
              <a:spLocks noEditPoints="1"/>
            </p:cNvSpPr>
            <p:nvPr/>
          </p:nvSpPr>
          <p:spPr bwMode="auto">
            <a:xfrm>
              <a:off x="6585383" y="2702434"/>
              <a:ext cx="291721" cy="125250"/>
            </a:xfrm>
            <a:custGeom>
              <a:avLst/>
              <a:gdLst>
                <a:gd name="T0" fmla="*/ 526 w 526"/>
                <a:gd name="T1" fmla="*/ 89 h 211"/>
                <a:gd name="T2" fmla="*/ 468 w 526"/>
                <a:gd name="T3" fmla="*/ 79 h 211"/>
                <a:gd name="T4" fmla="*/ 390 w 526"/>
                <a:gd name="T5" fmla="*/ 2 h 211"/>
                <a:gd name="T6" fmla="*/ 383 w 526"/>
                <a:gd name="T7" fmla="*/ 0 h 211"/>
                <a:gd name="T8" fmla="*/ 216 w 526"/>
                <a:gd name="T9" fmla="*/ 0 h 211"/>
                <a:gd name="T10" fmla="*/ 133 w 526"/>
                <a:gd name="T11" fmla="*/ 77 h 211"/>
                <a:gd name="T12" fmla="*/ 3 w 526"/>
                <a:gd name="T13" fmla="*/ 101 h 211"/>
                <a:gd name="T14" fmla="*/ 1 w 526"/>
                <a:gd name="T15" fmla="*/ 107 h 211"/>
                <a:gd name="T16" fmla="*/ 2 w 526"/>
                <a:gd name="T17" fmla="*/ 204 h 211"/>
                <a:gd name="T18" fmla="*/ 33 w 526"/>
                <a:gd name="T19" fmla="*/ 208 h 211"/>
                <a:gd name="T20" fmla="*/ 53 w 526"/>
                <a:gd name="T21" fmla="*/ 157 h 211"/>
                <a:gd name="T22" fmla="*/ 152 w 526"/>
                <a:gd name="T23" fmla="*/ 207 h 211"/>
                <a:gd name="T24" fmla="*/ 361 w 526"/>
                <a:gd name="T25" fmla="*/ 207 h 211"/>
                <a:gd name="T26" fmla="*/ 380 w 526"/>
                <a:gd name="T27" fmla="*/ 159 h 211"/>
                <a:gd name="T28" fmla="*/ 481 w 526"/>
                <a:gd name="T29" fmla="*/ 207 h 211"/>
                <a:gd name="T30" fmla="*/ 526 w 526"/>
                <a:gd name="T31" fmla="*/ 196 h 211"/>
                <a:gd name="T32" fmla="*/ 526 w 526"/>
                <a:gd name="T33" fmla="*/ 89 h 211"/>
                <a:gd name="T34" fmla="*/ 290 w 526"/>
                <a:gd name="T35" fmla="*/ 78 h 211"/>
                <a:gd name="T36" fmla="*/ 148 w 526"/>
                <a:gd name="T37" fmla="*/ 78 h 211"/>
                <a:gd name="T38" fmla="*/ 221 w 526"/>
                <a:gd name="T39" fmla="*/ 9 h 211"/>
                <a:gd name="T40" fmla="*/ 290 w 526"/>
                <a:gd name="T41" fmla="*/ 9 h 211"/>
                <a:gd name="T42" fmla="*/ 290 w 526"/>
                <a:gd name="T43" fmla="*/ 78 h 211"/>
                <a:gd name="T44" fmla="*/ 393 w 526"/>
                <a:gd name="T45" fmla="*/ 79 h 211"/>
                <a:gd name="T46" fmla="*/ 381 w 526"/>
                <a:gd name="T47" fmla="*/ 79 h 211"/>
                <a:gd name="T48" fmla="*/ 300 w 526"/>
                <a:gd name="T49" fmla="*/ 78 h 211"/>
                <a:gd name="T50" fmla="*/ 381 w 526"/>
                <a:gd name="T51" fmla="*/ 79 h 211"/>
                <a:gd name="T52" fmla="*/ 300 w 526"/>
                <a:gd name="T53" fmla="*/ 78 h 211"/>
                <a:gd name="T54" fmla="*/ 300 w 526"/>
                <a:gd name="T55" fmla="*/ 9 h 211"/>
                <a:gd name="T56" fmla="*/ 375 w 526"/>
                <a:gd name="T57" fmla="*/ 10 h 211"/>
                <a:gd name="T58" fmla="*/ 382 w 526"/>
                <a:gd name="T59" fmla="*/ 16 h 211"/>
                <a:gd name="T60" fmla="*/ 411 w 526"/>
                <a:gd name="T61" fmla="*/ 79 h 211"/>
                <a:gd name="T62" fmla="*/ 393 w 526"/>
                <a:gd name="T63"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6" h="211">
                  <a:moveTo>
                    <a:pt x="526" y="89"/>
                  </a:moveTo>
                  <a:cubicBezTo>
                    <a:pt x="524" y="74"/>
                    <a:pt x="481" y="88"/>
                    <a:pt x="468" y="79"/>
                  </a:cubicBezTo>
                  <a:cubicBezTo>
                    <a:pt x="460" y="74"/>
                    <a:pt x="398" y="5"/>
                    <a:pt x="390" y="2"/>
                  </a:cubicBezTo>
                  <a:cubicBezTo>
                    <a:pt x="383" y="0"/>
                    <a:pt x="383" y="0"/>
                    <a:pt x="383" y="0"/>
                  </a:cubicBezTo>
                  <a:cubicBezTo>
                    <a:pt x="216" y="0"/>
                    <a:pt x="216" y="0"/>
                    <a:pt x="216" y="0"/>
                  </a:cubicBezTo>
                  <a:cubicBezTo>
                    <a:pt x="133" y="77"/>
                    <a:pt x="133" y="77"/>
                    <a:pt x="133" y="77"/>
                  </a:cubicBezTo>
                  <a:cubicBezTo>
                    <a:pt x="128" y="79"/>
                    <a:pt x="7" y="97"/>
                    <a:pt x="3" y="101"/>
                  </a:cubicBezTo>
                  <a:cubicBezTo>
                    <a:pt x="1" y="107"/>
                    <a:pt x="1" y="107"/>
                    <a:pt x="1" y="107"/>
                  </a:cubicBezTo>
                  <a:cubicBezTo>
                    <a:pt x="1" y="117"/>
                    <a:pt x="0" y="200"/>
                    <a:pt x="2" y="204"/>
                  </a:cubicBezTo>
                  <a:cubicBezTo>
                    <a:pt x="6" y="210"/>
                    <a:pt x="22" y="208"/>
                    <a:pt x="33" y="208"/>
                  </a:cubicBezTo>
                  <a:cubicBezTo>
                    <a:pt x="33" y="187"/>
                    <a:pt x="37" y="172"/>
                    <a:pt x="53" y="157"/>
                  </a:cubicBezTo>
                  <a:cubicBezTo>
                    <a:pt x="90" y="123"/>
                    <a:pt x="154" y="146"/>
                    <a:pt x="152" y="207"/>
                  </a:cubicBezTo>
                  <a:cubicBezTo>
                    <a:pt x="361" y="207"/>
                    <a:pt x="361" y="207"/>
                    <a:pt x="361" y="207"/>
                  </a:cubicBezTo>
                  <a:cubicBezTo>
                    <a:pt x="363" y="189"/>
                    <a:pt x="366" y="174"/>
                    <a:pt x="380" y="159"/>
                  </a:cubicBezTo>
                  <a:cubicBezTo>
                    <a:pt x="410" y="127"/>
                    <a:pt x="481" y="145"/>
                    <a:pt x="481" y="207"/>
                  </a:cubicBezTo>
                  <a:cubicBezTo>
                    <a:pt x="510" y="207"/>
                    <a:pt x="526" y="211"/>
                    <a:pt x="526" y="196"/>
                  </a:cubicBezTo>
                  <a:lnTo>
                    <a:pt x="526" y="89"/>
                  </a:lnTo>
                  <a:close/>
                  <a:moveTo>
                    <a:pt x="290" y="78"/>
                  </a:moveTo>
                  <a:cubicBezTo>
                    <a:pt x="148" y="78"/>
                    <a:pt x="148" y="78"/>
                    <a:pt x="148" y="78"/>
                  </a:cubicBezTo>
                  <a:cubicBezTo>
                    <a:pt x="221" y="9"/>
                    <a:pt x="221" y="9"/>
                    <a:pt x="221" y="9"/>
                  </a:cubicBezTo>
                  <a:cubicBezTo>
                    <a:pt x="290" y="9"/>
                    <a:pt x="290" y="9"/>
                    <a:pt x="290" y="9"/>
                  </a:cubicBezTo>
                  <a:lnTo>
                    <a:pt x="290" y="78"/>
                  </a:lnTo>
                  <a:close/>
                  <a:moveTo>
                    <a:pt x="393" y="79"/>
                  </a:moveTo>
                  <a:cubicBezTo>
                    <a:pt x="389" y="79"/>
                    <a:pt x="385" y="79"/>
                    <a:pt x="381" y="79"/>
                  </a:cubicBezTo>
                  <a:cubicBezTo>
                    <a:pt x="348" y="79"/>
                    <a:pt x="302" y="79"/>
                    <a:pt x="300" y="78"/>
                  </a:cubicBezTo>
                  <a:cubicBezTo>
                    <a:pt x="302" y="79"/>
                    <a:pt x="348" y="79"/>
                    <a:pt x="381" y="79"/>
                  </a:cubicBezTo>
                  <a:cubicBezTo>
                    <a:pt x="348" y="79"/>
                    <a:pt x="302" y="79"/>
                    <a:pt x="300" y="78"/>
                  </a:cubicBezTo>
                  <a:cubicBezTo>
                    <a:pt x="300" y="9"/>
                    <a:pt x="300" y="9"/>
                    <a:pt x="300" y="9"/>
                  </a:cubicBezTo>
                  <a:cubicBezTo>
                    <a:pt x="311" y="9"/>
                    <a:pt x="370" y="8"/>
                    <a:pt x="375" y="10"/>
                  </a:cubicBezTo>
                  <a:cubicBezTo>
                    <a:pt x="382" y="16"/>
                    <a:pt x="382" y="16"/>
                    <a:pt x="382" y="16"/>
                  </a:cubicBezTo>
                  <a:cubicBezTo>
                    <a:pt x="411" y="79"/>
                    <a:pt x="411" y="79"/>
                    <a:pt x="411" y="79"/>
                  </a:cubicBezTo>
                  <a:cubicBezTo>
                    <a:pt x="411" y="79"/>
                    <a:pt x="404" y="79"/>
                    <a:pt x="393" y="79"/>
                  </a:cubicBez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53" name="Freeform 53">
              <a:extLst>
                <a:ext uri="{FF2B5EF4-FFF2-40B4-BE49-F238E27FC236}">
                  <a16:creationId xmlns:a16="http://schemas.microsoft.com/office/drawing/2014/main" id="{F9E86D00-B0A7-BF66-14D7-6622D5E33DE8}"/>
                </a:ext>
              </a:extLst>
            </p:cNvPr>
            <p:cNvSpPr>
              <a:spLocks/>
            </p:cNvSpPr>
            <p:nvPr/>
          </p:nvSpPr>
          <p:spPr bwMode="auto">
            <a:xfrm>
              <a:off x="6797181" y="2749118"/>
              <a:ext cx="6734" cy="0"/>
            </a:xfrm>
            <a:custGeom>
              <a:avLst/>
              <a:gdLst>
                <a:gd name="T0" fmla="*/ 0 w 12"/>
                <a:gd name="T1" fmla="*/ 12 w 12"/>
                <a:gd name="T2" fmla="*/ 0 w 12"/>
              </a:gdLst>
              <a:ahLst/>
              <a:cxnLst>
                <a:cxn ang="0">
                  <a:pos x="T0" y="0"/>
                </a:cxn>
                <a:cxn ang="0">
                  <a:pos x="T1" y="0"/>
                </a:cxn>
                <a:cxn ang="0">
                  <a:pos x="T2" y="0"/>
                </a:cxn>
              </a:cxnLst>
              <a:rect l="0" t="0" r="r" b="b"/>
              <a:pathLst>
                <a:path w="12">
                  <a:moveTo>
                    <a:pt x="0" y="0"/>
                  </a:moveTo>
                  <a:cubicBezTo>
                    <a:pt x="4" y="0"/>
                    <a:pt x="8" y="0"/>
                    <a:pt x="12" y="0"/>
                  </a:cubicBezTo>
                  <a:cubicBezTo>
                    <a:pt x="8" y="0"/>
                    <a:pt x="4" y="0"/>
                    <a:pt x="0" y="0"/>
                  </a:cubicBez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grpSp>
      <p:grpSp>
        <p:nvGrpSpPr>
          <p:cNvPr id="254" name="Group 253">
            <a:extLst>
              <a:ext uri="{FF2B5EF4-FFF2-40B4-BE49-F238E27FC236}">
                <a16:creationId xmlns:a16="http://schemas.microsoft.com/office/drawing/2014/main" id="{5F44ADC4-A174-2DDB-124E-C8738B7E1F4F}"/>
              </a:ext>
            </a:extLst>
          </p:cNvPr>
          <p:cNvGrpSpPr/>
          <p:nvPr/>
        </p:nvGrpSpPr>
        <p:grpSpPr>
          <a:xfrm>
            <a:off x="6077289" y="2669767"/>
            <a:ext cx="253144" cy="253834"/>
            <a:chOff x="6274512" y="2560324"/>
            <a:chExt cx="286896" cy="287678"/>
          </a:xfrm>
        </p:grpSpPr>
        <p:sp>
          <p:nvSpPr>
            <p:cNvPr id="255" name="Freeform 81">
              <a:extLst>
                <a:ext uri="{FF2B5EF4-FFF2-40B4-BE49-F238E27FC236}">
                  <a16:creationId xmlns:a16="http://schemas.microsoft.com/office/drawing/2014/main" id="{046B7A76-2F7C-4E1F-F13B-F308482FFF9F}"/>
                </a:ext>
              </a:extLst>
            </p:cNvPr>
            <p:cNvSpPr>
              <a:spLocks/>
            </p:cNvSpPr>
            <p:nvPr/>
          </p:nvSpPr>
          <p:spPr bwMode="auto">
            <a:xfrm>
              <a:off x="6306249" y="2611940"/>
              <a:ext cx="224270" cy="236062"/>
            </a:xfrm>
            <a:custGeom>
              <a:avLst/>
              <a:gdLst>
                <a:gd name="T0" fmla="*/ 230 w 369"/>
                <a:gd name="T1" fmla="*/ 363 h 363"/>
                <a:gd name="T2" fmla="*/ 230 w 369"/>
                <a:gd name="T3" fmla="*/ 213 h 363"/>
                <a:gd name="T4" fmla="*/ 126 w 369"/>
                <a:gd name="T5" fmla="*/ 213 h 363"/>
                <a:gd name="T6" fmla="*/ 126 w 369"/>
                <a:gd name="T7" fmla="*/ 363 h 363"/>
                <a:gd name="T8" fmla="*/ 58 w 369"/>
                <a:gd name="T9" fmla="*/ 363 h 363"/>
                <a:gd name="T10" fmla="*/ 0 w 369"/>
                <a:gd name="T11" fmla="*/ 306 h 363"/>
                <a:gd name="T12" fmla="*/ 0 w 369"/>
                <a:gd name="T13" fmla="*/ 139 h 363"/>
                <a:gd name="T14" fmla="*/ 181 w 369"/>
                <a:gd name="T15" fmla="*/ 0 h 363"/>
                <a:gd name="T16" fmla="*/ 369 w 369"/>
                <a:gd name="T17" fmla="*/ 139 h 363"/>
                <a:gd name="T18" fmla="*/ 369 w 369"/>
                <a:gd name="T19" fmla="*/ 306 h 363"/>
                <a:gd name="T20" fmla="*/ 311 w 369"/>
                <a:gd name="T21" fmla="*/ 363 h 363"/>
                <a:gd name="T22" fmla="*/ 230 w 369"/>
                <a:gd name="T23"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9" h="363">
                  <a:moveTo>
                    <a:pt x="230" y="363"/>
                  </a:moveTo>
                  <a:cubicBezTo>
                    <a:pt x="230" y="213"/>
                    <a:pt x="230" y="213"/>
                    <a:pt x="230" y="213"/>
                  </a:cubicBezTo>
                  <a:cubicBezTo>
                    <a:pt x="126" y="213"/>
                    <a:pt x="126" y="213"/>
                    <a:pt x="126" y="213"/>
                  </a:cubicBezTo>
                  <a:cubicBezTo>
                    <a:pt x="126" y="363"/>
                    <a:pt x="126" y="363"/>
                    <a:pt x="126" y="363"/>
                  </a:cubicBezTo>
                  <a:cubicBezTo>
                    <a:pt x="58" y="363"/>
                    <a:pt x="58" y="363"/>
                    <a:pt x="58" y="363"/>
                  </a:cubicBezTo>
                  <a:cubicBezTo>
                    <a:pt x="26" y="363"/>
                    <a:pt x="0" y="337"/>
                    <a:pt x="0" y="306"/>
                  </a:cubicBezTo>
                  <a:cubicBezTo>
                    <a:pt x="0" y="139"/>
                    <a:pt x="0" y="139"/>
                    <a:pt x="0" y="139"/>
                  </a:cubicBezTo>
                  <a:cubicBezTo>
                    <a:pt x="181" y="0"/>
                    <a:pt x="181" y="0"/>
                    <a:pt x="181" y="0"/>
                  </a:cubicBezTo>
                  <a:cubicBezTo>
                    <a:pt x="369" y="139"/>
                    <a:pt x="369" y="139"/>
                    <a:pt x="369" y="139"/>
                  </a:cubicBezTo>
                  <a:cubicBezTo>
                    <a:pt x="369" y="306"/>
                    <a:pt x="369" y="306"/>
                    <a:pt x="369" y="306"/>
                  </a:cubicBezTo>
                  <a:cubicBezTo>
                    <a:pt x="369" y="337"/>
                    <a:pt x="343" y="363"/>
                    <a:pt x="311" y="363"/>
                  </a:cubicBezTo>
                  <a:lnTo>
                    <a:pt x="230" y="363"/>
                  </a:ln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56" name="Rectangle 82">
              <a:extLst>
                <a:ext uri="{FF2B5EF4-FFF2-40B4-BE49-F238E27FC236}">
                  <a16:creationId xmlns:a16="http://schemas.microsoft.com/office/drawing/2014/main" id="{FE131834-7864-78A1-A07E-63D866DF2955}"/>
                </a:ext>
              </a:extLst>
            </p:cNvPr>
            <p:cNvSpPr>
              <a:spLocks noChangeArrowheads="1"/>
            </p:cNvSpPr>
            <p:nvPr/>
          </p:nvSpPr>
          <p:spPr bwMode="auto">
            <a:xfrm>
              <a:off x="6483549" y="2596571"/>
              <a:ext cx="19465" cy="37607"/>
            </a:xfrm>
            <a:prstGeom prst="rect">
              <a:avLst/>
            </a:pr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57" name="Freeform 83">
              <a:extLst>
                <a:ext uri="{FF2B5EF4-FFF2-40B4-BE49-F238E27FC236}">
                  <a16:creationId xmlns:a16="http://schemas.microsoft.com/office/drawing/2014/main" id="{262EC462-CDB3-4B86-BD96-1F0BFEDEEECF}"/>
                </a:ext>
              </a:extLst>
            </p:cNvPr>
            <p:cNvSpPr>
              <a:spLocks/>
            </p:cNvSpPr>
            <p:nvPr/>
          </p:nvSpPr>
          <p:spPr bwMode="auto">
            <a:xfrm>
              <a:off x="6274512" y="2560324"/>
              <a:ext cx="153604" cy="135929"/>
            </a:xfrm>
            <a:custGeom>
              <a:avLst/>
              <a:gdLst>
                <a:gd name="T0" fmla="*/ 36 w 253"/>
                <a:gd name="T1" fmla="*/ 202 h 209"/>
                <a:gd name="T2" fmla="*/ 7 w 253"/>
                <a:gd name="T3" fmla="*/ 198 h 209"/>
                <a:gd name="T4" fmla="*/ 7 w 253"/>
                <a:gd name="T5" fmla="*/ 198 h 209"/>
                <a:gd name="T6" fmla="*/ 11 w 253"/>
                <a:gd name="T7" fmla="*/ 169 h 209"/>
                <a:gd name="T8" fmla="*/ 217 w 253"/>
                <a:gd name="T9" fmla="*/ 7 h 209"/>
                <a:gd name="T10" fmla="*/ 246 w 253"/>
                <a:gd name="T11" fmla="*/ 10 h 209"/>
                <a:gd name="T12" fmla="*/ 246 w 253"/>
                <a:gd name="T13" fmla="*/ 10 h 209"/>
                <a:gd name="T14" fmla="*/ 242 w 253"/>
                <a:gd name="T15" fmla="*/ 39 h 209"/>
                <a:gd name="T16" fmla="*/ 36 w 253"/>
                <a:gd name="T17" fmla="*/ 20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209">
                  <a:moveTo>
                    <a:pt x="36" y="202"/>
                  </a:moveTo>
                  <a:cubicBezTo>
                    <a:pt x="27" y="209"/>
                    <a:pt x="14" y="207"/>
                    <a:pt x="7" y="198"/>
                  </a:cubicBezTo>
                  <a:cubicBezTo>
                    <a:pt x="7" y="198"/>
                    <a:pt x="7" y="198"/>
                    <a:pt x="7" y="198"/>
                  </a:cubicBezTo>
                  <a:cubicBezTo>
                    <a:pt x="0" y="190"/>
                    <a:pt x="2" y="176"/>
                    <a:pt x="11" y="169"/>
                  </a:cubicBezTo>
                  <a:cubicBezTo>
                    <a:pt x="217" y="7"/>
                    <a:pt x="217" y="7"/>
                    <a:pt x="217" y="7"/>
                  </a:cubicBezTo>
                  <a:cubicBezTo>
                    <a:pt x="226" y="0"/>
                    <a:pt x="239" y="1"/>
                    <a:pt x="246" y="10"/>
                  </a:cubicBezTo>
                  <a:cubicBezTo>
                    <a:pt x="246" y="10"/>
                    <a:pt x="246" y="10"/>
                    <a:pt x="246" y="10"/>
                  </a:cubicBezTo>
                  <a:cubicBezTo>
                    <a:pt x="253" y="19"/>
                    <a:pt x="251" y="32"/>
                    <a:pt x="242" y="39"/>
                  </a:cubicBezTo>
                  <a:lnTo>
                    <a:pt x="36" y="202"/>
                  </a:ln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58" name="Freeform 84">
              <a:extLst>
                <a:ext uri="{FF2B5EF4-FFF2-40B4-BE49-F238E27FC236}">
                  <a16:creationId xmlns:a16="http://schemas.microsoft.com/office/drawing/2014/main" id="{0F58C3A7-E258-A2F2-6513-D676916027A2}"/>
                </a:ext>
              </a:extLst>
            </p:cNvPr>
            <p:cNvSpPr>
              <a:spLocks/>
            </p:cNvSpPr>
            <p:nvPr/>
          </p:nvSpPr>
          <p:spPr bwMode="auto">
            <a:xfrm>
              <a:off x="6407804" y="2560324"/>
              <a:ext cx="153604" cy="135929"/>
            </a:xfrm>
            <a:custGeom>
              <a:avLst/>
              <a:gdLst>
                <a:gd name="T0" fmla="*/ 217 w 253"/>
                <a:gd name="T1" fmla="*/ 202 h 209"/>
                <a:gd name="T2" fmla="*/ 246 w 253"/>
                <a:gd name="T3" fmla="*/ 198 h 209"/>
                <a:gd name="T4" fmla="*/ 246 w 253"/>
                <a:gd name="T5" fmla="*/ 198 h 209"/>
                <a:gd name="T6" fmla="*/ 242 w 253"/>
                <a:gd name="T7" fmla="*/ 169 h 209"/>
                <a:gd name="T8" fmla="*/ 36 w 253"/>
                <a:gd name="T9" fmla="*/ 7 h 209"/>
                <a:gd name="T10" fmla="*/ 7 w 253"/>
                <a:gd name="T11" fmla="*/ 10 h 209"/>
                <a:gd name="T12" fmla="*/ 7 w 253"/>
                <a:gd name="T13" fmla="*/ 10 h 209"/>
                <a:gd name="T14" fmla="*/ 10 w 253"/>
                <a:gd name="T15" fmla="*/ 39 h 209"/>
                <a:gd name="T16" fmla="*/ 217 w 253"/>
                <a:gd name="T17" fmla="*/ 20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209">
                  <a:moveTo>
                    <a:pt x="217" y="202"/>
                  </a:moveTo>
                  <a:cubicBezTo>
                    <a:pt x="226" y="209"/>
                    <a:pt x="239" y="207"/>
                    <a:pt x="246" y="198"/>
                  </a:cubicBezTo>
                  <a:cubicBezTo>
                    <a:pt x="246" y="198"/>
                    <a:pt x="246" y="198"/>
                    <a:pt x="246" y="198"/>
                  </a:cubicBezTo>
                  <a:cubicBezTo>
                    <a:pt x="253" y="190"/>
                    <a:pt x="251" y="176"/>
                    <a:pt x="242" y="169"/>
                  </a:cubicBezTo>
                  <a:cubicBezTo>
                    <a:pt x="36" y="7"/>
                    <a:pt x="36" y="7"/>
                    <a:pt x="36" y="7"/>
                  </a:cubicBezTo>
                  <a:cubicBezTo>
                    <a:pt x="27" y="0"/>
                    <a:pt x="14" y="1"/>
                    <a:pt x="7" y="10"/>
                  </a:cubicBezTo>
                  <a:cubicBezTo>
                    <a:pt x="7" y="10"/>
                    <a:pt x="7" y="10"/>
                    <a:pt x="7" y="10"/>
                  </a:cubicBezTo>
                  <a:cubicBezTo>
                    <a:pt x="0" y="19"/>
                    <a:pt x="1" y="32"/>
                    <a:pt x="10" y="39"/>
                  </a:cubicBezTo>
                  <a:lnTo>
                    <a:pt x="217" y="202"/>
                  </a:lnTo>
                  <a:close/>
                </a:path>
              </a:pathLst>
            </a:custGeom>
            <a:solidFill>
              <a:srgbClr val="8C8C8C">
                <a:lumMod val="75000"/>
              </a:srgbClr>
            </a:solidFill>
            <a:ln>
              <a:noFill/>
            </a:ln>
          </p:spPr>
          <p:txBody>
            <a:bodyPr vert="horz" wrap="square" lIns="80681" tIns="40341" rIns="80681" bIns="40341" numCol="1" anchor="t" anchorCtr="0" compatLnSpc="1">
              <a:prstTxWarp prst="textNoShape">
                <a:avLst/>
              </a:prstTxWarp>
            </a:bodyPr>
            <a:lstStyle/>
            <a:p>
              <a:pPr defTabSz="806869">
                <a:defRPr/>
              </a:pPr>
              <a:endParaRPr lang="en-US" sz="1587" kern="0">
                <a:solidFill>
                  <a:srgbClr val="5C5C5C"/>
                </a:solidFill>
              </a:endParaRPr>
            </a:p>
          </p:txBody>
        </p:sp>
        <p:sp>
          <p:nvSpPr>
            <p:cNvPr id="259" name="Rectangle 258">
              <a:extLst>
                <a:ext uri="{FF2B5EF4-FFF2-40B4-BE49-F238E27FC236}">
                  <a16:creationId xmlns:a16="http://schemas.microsoft.com/office/drawing/2014/main" id="{D6871DB9-D2EA-2453-6445-FC359F48BF1A}"/>
                </a:ext>
              </a:extLst>
            </p:cNvPr>
            <p:cNvSpPr/>
            <p:nvPr/>
          </p:nvSpPr>
          <p:spPr>
            <a:xfrm>
              <a:off x="6304057" y="2771682"/>
              <a:ext cx="49339" cy="76320"/>
            </a:xfrm>
            <a:prstGeom prst="rect">
              <a:avLst/>
            </a:prstGeom>
            <a:solidFill>
              <a:srgbClr val="8C8C8C">
                <a:lumMod val="75000"/>
              </a:srgbClr>
            </a:solidFill>
            <a:ln w="12700" cap="flat" cmpd="sng" algn="ctr">
              <a:noFill/>
              <a:prstDash val="solid"/>
              <a:miter lim="800000"/>
            </a:ln>
            <a:effectLst/>
          </p:spPr>
          <p:txBody>
            <a:bodyPr rtlCol="0" anchor="ctr"/>
            <a:lstStyle/>
            <a:p>
              <a:pPr algn="ctr" defTabSz="806869">
                <a:defRPr/>
              </a:pPr>
              <a:endParaRPr lang="en-US" sz="1587" kern="0">
                <a:solidFill>
                  <a:prstClr val="white"/>
                </a:solidFill>
              </a:endParaRPr>
            </a:p>
          </p:txBody>
        </p:sp>
        <p:sp>
          <p:nvSpPr>
            <p:cNvPr id="260" name="Rectangle 259">
              <a:extLst>
                <a:ext uri="{FF2B5EF4-FFF2-40B4-BE49-F238E27FC236}">
                  <a16:creationId xmlns:a16="http://schemas.microsoft.com/office/drawing/2014/main" id="{3474C27D-6383-5883-C4A3-180E748AD288}"/>
                </a:ext>
              </a:extLst>
            </p:cNvPr>
            <p:cNvSpPr/>
            <p:nvPr/>
          </p:nvSpPr>
          <p:spPr>
            <a:xfrm>
              <a:off x="6481178" y="2771682"/>
              <a:ext cx="49339" cy="76320"/>
            </a:xfrm>
            <a:prstGeom prst="rect">
              <a:avLst/>
            </a:prstGeom>
            <a:solidFill>
              <a:srgbClr val="8C8C8C">
                <a:lumMod val="75000"/>
              </a:srgbClr>
            </a:solidFill>
            <a:ln w="12700" cap="flat" cmpd="sng" algn="ctr">
              <a:noFill/>
              <a:prstDash val="solid"/>
              <a:miter lim="800000"/>
            </a:ln>
            <a:effectLst/>
          </p:spPr>
          <p:txBody>
            <a:bodyPr rtlCol="0" anchor="ctr"/>
            <a:lstStyle/>
            <a:p>
              <a:pPr algn="ctr" defTabSz="806869">
                <a:defRPr/>
              </a:pPr>
              <a:endParaRPr lang="en-US" sz="1587" kern="0">
                <a:solidFill>
                  <a:prstClr val="white"/>
                </a:solidFill>
              </a:endParaRPr>
            </a:p>
          </p:txBody>
        </p:sp>
      </p:grpSp>
      <p:grpSp>
        <p:nvGrpSpPr>
          <p:cNvPr id="261" name="Group 260">
            <a:extLst>
              <a:ext uri="{FF2B5EF4-FFF2-40B4-BE49-F238E27FC236}">
                <a16:creationId xmlns:a16="http://schemas.microsoft.com/office/drawing/2014/main" id="{3F5BFBDE-A98C-4E54-BA2C-432AED814D33}"/>
              </a:ext>
            </a:extLst>
          </p:cNvPr>
          <p:cNvGrpSpPr/>
          <p:nvPr/>
        </p:nvGrpSpPr>
        <p:grpSpPr>
          <a:xfrm>
            <a:off x="5257986" y="2560479"/>
            <a:ext cx="318657" cy="363114"/>
            <a:chOff x="5345967" y="2436463"/>
            <a:chExt cx="361145" cy="411529"/>
          </a:xfrm>
        </p:grpSpPr>
        <p:sp>
          <p:nvSpPr>
            <p:cNvPr id="262" name="object 47">
              <a:extLst>
                <a:ext uri="{FF2B5EF4-FFF2-40B4-BE49-F238E27FC236}">
                  <a16:creationId xmlns:a16="http://schemas.microsoft.com/office/drawing/2014/main" id="{CE695507-3E10-04C6-5B7A-B8FADAF2D19A}"/>
                </a:ext>
              </a:extLst>
            </p:cNvPr>
            <p:cNvSpPr>
              <a:spLocks noChangeAspect="1"/>
            </p:cNvSpPr>
            <p:nvPr/>
          </p:nvSpPr>
          <p:spPr>
            <a:xfrm flipH="1">
              <a:off x="5345967" y="2471507"/>
              <a:ext cx="361137" cy="376485"/>
            </a:xfrm>
            <a:custGeom>
              <a:avLst/>
              <a:gdLst/>
              <a:ahLst/>
              <a:cxnLst/>
              <a:rect l="l" t="t" r="r" b="b"/>
              <a:pathLst>
                <a:path w="179705" h="189230">
                  <a:moveTo>
                    <a:pt x="89687" y="0"/>
                  </a:moveTo>
                  <a:lnTo>
                    <a:pt x="0" y="46774"/>
                  </a:lnTo>
                  <a:lnTo>
                    <a:pt x="0" y="189026"/>
                  </a:lnTo>
                  <a:lnTo>
                    <a:pt x="179374" y="189026"/>
                  </a:lnTo>
                  <a:lnTo>
                    <a:pt x="179374" y="46774"/>
                  </a:lnTo>
                  <a:lnTo>
                    <a:pt x="89687" y="0"/>
                  </a:lnTo>
                  <a:close/>
                </a:path>
              </a:pathLst>
            </a:custGeom>
            <a:solidFill>
              <a:srgbClr val="8C8C8C">
                <a:lumMod val="75000"/>
              </a:srgbClr>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263" name="Rectangle 262">
              <a:extLst>
                <a:ext uri="{FF2B5EF4-FFF2-40B4-BE49-F238E27FC236}">
                  <a16:creationId xmlns:a16="http://schemas.microsoft.com/office/drawing/2014/main" id="{200B38DD-0B7D-A984-2687-23E99DC288F5}"/>
                </a:ext>
              </a:extLst>
            </p:cNvPr>
            <p:cNvSpPr>
              <a:spLocks noChangeAspect="1"/>
            </p:cNvSpPr>
            <p:nvPr/>
          </p:nvSpPr>
          <p:spPr>
            <a:xfrm flipH="1">
              <a:off x="5377479" y="2518511"/>
              <a:ext cx="294015" cy="29107"/>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64" name="object 48">
              <a:extLst>
                <a:ext uri="{FF2B5EF4-FFF2-40B4-BE49-F238E27FC236}">
                  <a16:creationId xmlns:a16="http://schemas.microsoft.com/office/drawing/2014/main" id="{2E6635DC-2CE7-96F3-A10D-0D9FDBCD297B}"/>
                </a:ext>
              </a:extLst>
            </p:cNvPr>
            <p:cNvSpPr>
              <a:spLocks noChangeAspect="1"/>
            </p:cNvSpPr>
            <p:nvPr/>
          </p:nvSpPr>
          <p:spPr>
            <a:xfrm flipH="1">
              <a:off x="5345975" y="2436463"/>
              <a:ext cx="361137" cy="114966"/>
            </a:xfrm>
            <a:custGeom>
              <a:avLst/>
              <a:gdLst/>
              <a:ahLst/>
              <a:cxnLst/>
              <a:rect l="l" t="t" r="r" b="b"/>
              <a:pathLst>
                <a:path w="179705" h="57785">
                  <a:moveTo>
                    <a:pt x="89687" y="0"/>
                  </a:moveTo>
                  <a:lnTo>
                    <a:pt x="0" y="46774"/>
                  </a:lnTo>
                  <a:lnTo>
                    <a:pt x="0" y="57492"/>
                  </a:lnTo>
                  <a:lnTo>
                    <a:pt x="89687" y="10718"/>
                  </a:lnTo>
                  <a:lnTo>
                    <a:pt x="110240" y="10718"/>
                  </a:lnTo>
                  <a:lnTo>
                    <a:pt x="89687" y="0"/>
                  </a:lnTo>
                  <a:close/>
                </a:path>
                <a:path w="179705" h="57785">
                  <a:moveTo>
                    <a:pt x="110240" y="10718"/>
                  </a:moveTo>
                  <a:lnTo>
                    <a:pt x="89687" y="10718"/>
                  </a:lnTo>
                  <a:lnTo>
                    <a:pt x="179374" y="57492"/>
                  </a:lnTo>
                  <a:lnTo>
                    <a:pt x="179374" y="46774"/>
                  </a:lnTo>
                  <a:lnTo>
                    <a:pt x="110240" y="10718"/>
                  </a:lnTo>
                  <a:close/>
                </a:path>
              </a:pathLst>
            </a:custGeom>
            <a:solidFill>
              <a:srgbClr val="8C8C8C">
                <a:lumMod val="75000"/>
              </a:srgbClr>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dirty="0">
                <a:ln>
                  <a:noFill/>
                </a:ln>
                <a:solidFill>
                  <a:prstClr val="white"/>
                </a:solidFill>
                <a:effectLst/>
                <a:uLnTx/>
                <a:uFillTx/>
              </a:endParaRPr>
            </a:p>
          </p:txBody>
        </p:sp>
        <p:grpSp>
          <p:nvGrpSpPr>
            <p:cNvPr id="265" name="Group 264">
              <a:extLst>
                <a:ext uri="{FF2B5EF4-FFF2-40B4-BE49-F238E27FC236}">
                  <a16:creationId xmlns:a16="http://schemas.microsoft.com/office/drawing/2014/main" id="{3235C093-4A68-143F-D4B0-C1289F44A40C}"/>
                </a:ext>
              </a:extLst>
            </p:cNvPr>
            <p:cNvGrpSpPr/>
            <p:nvPr/>
          </p:nvGrpSpPr>
          <p:grpSpPr>
            <a:xfrm flipH="1">
              <a:off x="5377479" y="2574332"/>
              <a:ext cx="294015" cy="174648"/>
              <a:chOff x="11040795" y="1580306"/>
              <a:chExt cx="507849" cy="206099"/>
            </a:xfrm>
            <a:solidFill>
              <a:sysClr val="window" lastClr="FFFFFF"/>
            </a:solidFill>
          </p:grpSpPr>
          <p:sp>
            <p:nvSpPr>
              <p:cNvPr id="271" name="Rectangle 270">
                <a:extLst>
                  <a:ext uri="{FF2B5EF4-FFF2-40B4-BE49-F238E27FC236}">
                    <a16:creationId xmlns:a16="http://schemas.microsoft.com/office/drawing/2014/main" id="{C8291C1A-99AB-E454-C9EE-5DFAA42BCA87}"/>
                  </a:ext>
                </a:extLst>
              </p:cNvPr>
              <p:cNvSpPr>
                <a:spLocks noChangeAspect="1"/>
              </p:cNvSpPr>
              <p:nvPr/>
            </p:nvSpPr>
            <p:spPr>
              <a:xfrm>
                <a:off x="11502924" y="1580306"/>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2" name="Rectangle 271">
                <a:extLst>
                  <a:ext uri="{FF2B5EF4-FFF2-40B4-BE49-F238E27FC236}">
                    <a16:creationId xmlns:a16="http://schemas.microsoft.com/office/drawing/2014/main" id="{5690BF95-DC37-4A40-1BF2-CE201750A587}"/>
                  </a:ext>
                </a:extLst>
              </p:cNvPr>
              <p:cNvSpPr>
                <a:spLocks noChangeAspect="1"/>
              </p:cNvSpPr>
              <p:nvPr/>
            </p:nvSpPr>
            <p:spPr>
              <a:xfrm>
                <a:off x="11387391" y="1580306"/>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3" name="Rectangle 272">
                <a:extLst>
                  <a:ext uri="{FF2B5EF4-FFF2-40B4-BE49-F238E27FC236}">
                    <a16:creationId xmlns:a16="http://schemas.microsoft.com/office/drawing/2014/main" id="{89438DF5-ED51-E409-172A-9223A8D27566}"/>
                  </a:ext>
                </a:extLst>
              </p:cNvPr>
              <p:cNvSpPr>
                <a:spLocks noChangeAspect="1"/>
              </p:cNvSpPr>
              <p:nvPr/>
            </p:nvSpPr>
            <p:spPr>
              <a:xfrm>
                <a:off x="11156327" y="1580306"/>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4" name="Rectangle 273">
                <a:extLst>
                  <a:ext uri="{FF2B5EF4-FFF2-40B4-BE49-F238E27FC236}">
                    <a16:creationId xmlns:a16="http://schemas.microsoft.com/office/drawing/2014/main" id="{7993487E-2F84-CB11-1436-E7DBEDE4C9AC}"/>
                  </a:ext>
                </a:extLst>
              </p:cNvPr>
              <p:cNvSpPr>
                <a:spLocks noChangeAspect="1"/>
              </p:cNvSpPr>
              <p:nvPr/>
            </p:nvSpPr>
            <p:spPr>
              <a:xfrm>
                <a:off x="11040795" y="1580306"/>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5" name="Rectangle 274">
                <a:extLst>
                  <a:ext uri="{FF2B5EF4-FFF2-40B4-BE49-F238E27FC236}">
                    <a16:creationId xmlns:a16="http://schemas.microsoft.com/office/drawing/2014/main" id="{42F1201E-9F2A-A826-2C4C-ABD4D87A8FF5}"/>
                  </a:ext>
                </a:extLst>
              </p:cNvPr>
              <p:cNvSpPr>
                <a:spLocks noChangeAspect="1"/>
              </p:cNvSpPr>
              <p:nvPr/>
            </p:nvSpPr>
            <p:spPr>
              <a:xfrm>
                <a:off x="11271859" y="1580306"/>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6" name="Rectangle 275">
                <a:extLst>
                  <a:ext uri="{FF2B5EF4-FFF2-40B4-BE49-F238E27FC236}">
                    <a16:creationId xmlns:a16="http://schemas.microsoft.com/office/drawing/2014/main" id="{77EB8B7D-5C84-6C38-5491-50FA4C576CC9}"/>
                  </a:ext>
                </a:extLst>
              </p:cNvPr>
              <p:cNvSpPr>
                <a:spLocks noChangeAspect="1"/>
              </p:cNvSpPr>
              <p:nvPr/>
            </p:nvSpPr>
            <p:spPr>
              <a:xfrm>
                <a:off x="11502924" y="166049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7" name="Rectangle 276">
                <a:extLst>
                  <a:ext uri="{FF2B5EF4-FFF2-40B4-BE49-F238E27FC236}">
                    <a16:creationId xmlns:a16="http://schemas.microsoft.com/office/drawing/2014/main" id="{0586B203-C33C-B5D4-A28F-375E84535AFB}"/>
                  </a:ext>
                </a:extLst>
              </p:cNvPr>
              <p:cNvSpPr>
                <a:spLocks noChangeAspect="1"/>
              </p:cNvSpPr>
              <p:nvPr/>
            </p:nvSpPr>
            <p:spPr>
              <a:xfrm>
                <a:off x="11387391" y="166049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8" name="Rectangle 277">
                <a:extLst>
                  <a:ext uri="{FF2B5EF4-FFF2-40B4-BE49-F238E27FC236}">
                    <a16:creationId xmlns:a16="http://schemas.microsoft.com/office/drawing/2014/main" id="{BD86C74D-1622-2370-3B26-E0D50E9DA1ED}"/>
                  </a:ext>
                </a:extLst>
              </p:cNvPr>
              <p:cNvSpPr>
                <a:spLocks noChangeAspect="1"/>
              </p:cNvSpPr>
              <p:nvPr/>
            </p:nvSpPr>
            <p:spPr>
              <a:xfrm>
                <a:off x="11156327" y="166049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9" name="Rectangle 278">
                <a:extLst>
                  <a:ext uri="{FF2B5EF4-FFF2-40B4-BE49-F238E27FC236}">
                    <a16:creationId xmlns:a16="http://schemas.microsoft.com/office/drawing/2014/main" id="{2BDE747B-F8C4-CFD0-379F-D92974ACBD20}"/>
                  </a:ext>
                </a:extLst>
              </p:cNvPr>
              <p:cNvSpPr>
                <a:spLocks noChangeAspect="1"/>
              </p:cNvSpPr>
              <p:nvPr/>
            </p:nvSpPr>
            <p:spPr>
              <a:xfrm>
                <a:off x="11040795" y="166049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80" name="Rectangle 279">
                <a:extLst>
                  <a:ext uri="{FF2B5EF4-FFF2-40B4-BE49-F238E27FC236}">
                    <a16:creationId xmlns:a16="http://schemas.microsoft.com/office/drawing/2014/main" id="{6F4CDD5B-9C6D-1D00-E1F1-C524DF77D982}"/>
                  </a:ext>
                </a:extLst>
              </p:cNvPr>
              <p:cNvSpPr>
                <a:spLocks noChangeAspect="1"/>
              </p:cNvSpPr>
              <p:nvPr/>
            </p:nvSpPr>
            <p:spPr>
              <a:xfrm>
                <a:off x="11271859" y="166049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81" name="Rectangle 280">
                <a:extLst>
                  <a:ext uri="{FF2B5EF4-FFF2-40B4-BE49-F238E27FC236}">
                    <a16:creationId xmlns:a16="http://schemas.microsoft.com/office/drawing/2014/main" id="{EDC12C94-8E03-D3D3-0D34-D10AA26CE345}"/>
                  </a:ext>
                </a:extLst>
              </p:cNvPr>
              <p:cNvSpPr>
                <a:spLocks noChangeAspect="1"/>
              </p:cNvSpPr>
              <p:nvPr/>
            </p:nvSpPr>
            <p:spPr>
              <a:xfrm>
                <a:off x="11502924" y="174068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82" name="Rectangle 281">
                <a:extLst>
                  <a:ext uri="{FF2B5EF4-FFF2-40B4-BE49-F238E27FC236}">
                    <a16:creationId xmlns:a16="http://schemas.microsoft.com/office/drawing/2014/main" id="{1F849255-8A60-E23F-7AD2-6D5C3F0C25D0}"/>
                  </a:ext>
                </a:extLst>
              </p:cNvPr>
              <p:cNvSpPr>
                <a:spLocks noChangeAspect="1"/>
              </p:cNvSpPr>
              <p:nvPr/>
            </p:nvSpPr>
            <p:spPr>
              <a:xfrm>
                <a:off x="11387391" y="174068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83" name="Rectangle 282">
                <a:extLst>
                  <a:ext uri="{FF2B5EF4-FFF2-40B4-BE49-F238E27FC236}">
                    <a16:creationId xmlns:a16="http://schemas.microsoft.com/office/drawing/2014/main" id="{F9A97F8A-E3ED-EBEB-ABDC-CE17DF2A65F0}"/>
                  </a:ext>
                </a:extLst>
              </p:cNvPr>
              <p:cNvSpPr>
                <a:spLocks noChangeAspect="1"/>
              </p:cNvSpPr>
              <p:nvPr/>
            </p:nvSpPr>
            <p:spPr>
              <a:xfrm>
                <a:off x="11156327" y="174068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84" name="Rectangle 283">
                <a:extLst>
                  <a:ext uri="{FF2B5EF4-FFF2-40B4-BE49-F238E27FC236}">
                    <a16:creationId xmlns:a16="http://schemas.microsoft.com/office/drawing/2014/main" id="{C0A2AA1E-61BA-8488-BC6A-D61D837F078D}"/>
                  </a:ext>
                </a:extLst>
              </p:cNvPr>
              <p:cNvSpPr>
                <a:spLocks noChangeAspect="1"/>
              </p:cNvSpPr>
              <p:nvPr/>
            </p:nvSpPr>
            <p:spPr>
              <a:xfrm>
                <a:off x="11040795" y="174068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85" name="Rectangle 284">
                <a:extLst>
                  <a:ext uri="{FF2B5EF4-FFF2-40B4-BE49-F238E27FC236}">
                    <a16:creationId xmlns:a16="http://schemas.microsoft.com/office/drawing/2014/main" id="{A0DCC0AB-8B62-3971-E3B9-B4B46D902949}"/>
                  </a:ext>
                </a:extLst>
              </p:cNvPr>
              <p:cNvSpPr>
                <a:spLocks noChangeAspect="1"/>
              </p:cNvSpPr>
              <p:nvPr/>
            </p:nvSpPr>
            <p:spPr>
              <a:xfrm>
                <a:off x="11271859" y="174068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sp>
          <p:nvSpPr>
            <p:cNvPr id="266" name="Rectangle 265">
              <a:extLst>
                <a:ext uri="{FF2B5EF4-FFF2-40B4-BE49-F238E27FC236}">
                  <a16:creationId xmlns:a16="http://schemas.microsoft.com/office/drawing/2014/main" id="{69D64172-6157-721E-DF48-21C2E1BA57D5}"/>
                </a:ext>
              </a:extLst>
            </p:cNvPr>
            <p:cNvSpPr>
              <a:spLocks noChangeAspect="1"/>
            </p:cNvSpPr>
            <p:nvPr/>
          </p:nvSpPr>
          <p:spPr>
            <a:xfrm flipH="1">
              <a:off x="5377479" y="2778762"/>
              <a:ext cx="26469" cy="38743"/>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67" name="Rectangle 266">
              <a:extLst>
                <a:ext uri="{FF2B5EF4-FFF2-40B4-BE49-F238E27FC236}">
                  <a16:creationId xmlns:a16="http://schemas.microsoft.com/office/drawing/2014/main" id="{B855BEE6-07C5-FD95-2525-DD474E1C8957}"/>
                </a:ext>
              </a:extLst>
            </p:cNvPr>
            <p:cNvSpPr>
              <a:spLocks noChangeAspect="1"/>
            </p:cNvSpPr>
            <p:nvPr/>
          </p:nvSpPr>
          <p:spPr>
            <a:xfrm flipH="1">
              <a:off x="5444367" y="2778762"/>
              <a:ext cx="26469" cy="38743"/>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68" name="Rectangle 267">
              <a:extLst>
                <a:ext uri="{FF2B5EF4-FFF2-40B4-BE49-F238E27FC236}">
                  <a16:creationId xmlns:a16="http://schemas.microsoft.com/office/drawing/2014/main" id="{CF7EF249-1831-ADD4-7481-62C2D4E7D3EF}"/>
                </a:ext>
              </a:extLst>
            </p:cNvPr>
            <p:cNvSpPr>
              <a:spLocks noChangeAspect="1"/>
            </p:cNvSpPr>
            <p:nvPr/>
          </p:nvSpPr>
          <p:spPr>
            <a:xfrm flipH="1">
              <a:off x="5578139" y="2778762"/>
              <a:ext cx="26469" cy="38743"/>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69" name="Rectangle 268">
              <a:extLst>
                <a:ext uri="{FF2B5EF4-FFF2-40B4-BE49-F238E27FC236}">
                  <a16:creationId xmlns:a16="http://schemas.microsoft.com/office/drawing/2014/main" id="{45B99BCD-7E49-88AE-2A11-2B53029862C6}"/>
                </a:ext>
              </a:extLst>
            </p:cNvPr>
            <p:cNvSpPr>
              <a:spLocks noChangeAspect="1"/>
            </p:cNvSpPr>
            <p:nvPr/>
          </p:nvSpPr>
          <p:spPr>
            <a:xfrm flipH="1">
              <a:off x="5645025" y="2778759"/>
              <a:ext cx="26469" cy="38743"/>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70" name="Rectangle 269">
              <a:extLst>
                <a:ext uri="{FF2B5EF4-FFF2-40B4-BE49-F238E27FC236}">
                  <a16:creationId xmlns:a16="http://schemas.microsoft.com/office/drawing/2014/main" id="{4A73A7D7-2799-061A-B218-A337F58642F8}"/>
                </a:ext>
              </a:extLst>
            </p:cNvPr>
            <p:cNvSpPr>
              <a:spLocks noChangeAspect="1"/>
            </p:cNvSpPr>
            <p:nvPr/>
          </p:nvSpPr>
          <p:spPr>
            <a:xfrm flipH="1">
              <a:off x="5495085" y="2778765"/>
              <a:ext cx="58803" cy="68271"/>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grpSp>
        <p:nvGrpSpPr>
          <p:cNvPr id="286" name="Group 285">
            <a:extLst>
              <a:ext uri="{FF2B5EF4-FFF2-40B4-BE49-F238E27FC236}">
                <a16:creationId xmlns:a16="http://schemas.microsoft.com/office/drawing/2014/main" id="{4FC31ECA-17FF-3B61-98C5-E2FE2C900D7D}"/>
              </a:ext>
            </a:extLst>
          </p:cNvPr>
          <p:cNvGrpSpPr/>
          <p:nvPr/>
        </p:nvGrpSpPr>
        <p:grpSpPr>
          <a:xfrm>
            <a:off x="5597527" y="2696553"/>
            <a:ext cx="376159" cy="227051"/>
            <a:chOff x="5730781" y="2590678"/>
            <a:chExt cx="426313" cy="257325"/>
          </a:xfrm>
        </p:grpSpPr>
        <p:sp>
          <p:nvSpPr>
            <p:cNvPr id="287" name="object 46">
              <a:extLst>
                <a:ext uri="{FF2B5EF4-FFF2-40B4-BE49-F238E27FC236}">
                  <a16:creationId xmlns:a16="http://schemas.microsoft.com/office/drawing/2014/main" id="{17EF223C-F701-AB1B-D1F7-D44240D53EA1}"/>
                </a:ext>
              </a:extLst>
            </p:cNvPr>
            <p:cNvSpPr>
              <a:spLocks noChangeAspect="1"/>
            </p:cNvSpPr>
            <p:nvPr/>
          </p:nvSpPr>
          <p:spPr>
            <a:xfrm flipH="1">
              <a:off x="5731409" y="2664414"/>
              <a:ext cx="425685" cy="183577"/>
            </a:xfrm>
            <a:custGeom>
              <a:avLst/>
              <a:gdLst/>
              <a:ahLst/>
              <a:cxnLst/>
              <a:rect l="l" t="t" r="r" b="b"/>
              <a:pathLst>
                <a:path w="120650" h="104139">
                  <a:moveTo>
                    <a:pt x="0" y="104025"/>
                  </a:moveTo>
                  <a:lnTo>
                    <a:pt x="120459" y="104025"/>
                  </a:lnTo>
                  <a:lnTo>
                    <a:pt x="120459" y="0"/>
                  </a:lnTo>
                  <a:lnTo>
                    <a:pt x="0" y="0"/>
                  </a:lnTo>
                  <a:lnTo>
                    <a:pt x="0" y="104025"/>
                  </a:lnTo>
                  <a:close/>
                </a:path>
              </a:pathLst>
            </a:custGeom>
            <a:solidFill>
              <a:srgbClr val="8C8C8C">
                <a:lumMod val="75000"/>
              </a:srgbClr>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grpSp>
          <p:nvGrpSpPr>
            <p:cNvPr id="288" name="Group 287">
              <a:extLst>
                <a:ext uri="{FF2B5EF4-FFF2-40B4-BE49-F238E27FC236}">
                  <a16:creationId xmlns:a16="http://schemas.microsoft.com/office/drawing/2014/main" id="{1EEF37C8-49A8-A259-7196-FAC6D4D7B82E}"/>
                </a:ext>
              </a:extLst>
            </p:cNvPr>
            <p:cNvGrpSpPr>
              <a:grpSpLocks noChangeAspect="1"/>
            </p:cNvGrpSpPr>
            <p:nvPr/>
          </p:nvGrpSpPr>
          <p:grpSpPr>
            <a:xfrm flipH="1">
              <a:off x="5730781" y="2590678"/>
              <a:ext cx="208886" cy="62766"/>
              <a:chOff x="9839670" y="852034"/>
              <a:chExt cx="162412" cy="49293"/>
            </a:xfrm>
            <a:solidFill>
              <a:srgbClr val="8C8C8C">
                <a:lumMod val="75000"/>
              </a:srgbClr>
            </a:solidFill>
          </p:grpSpPr>
          <p:sp>
            <p:nvSpPr>
              <p:cNvPr id="348" name="object 58">
                <a:extLst>
                  <a:ext uri="{FF2B5EF4-FFF2-40B4-BE49-F238E27FC236}">
                    <a16:creationId xmlns:a16="http://schemas.microsoft.com/office/drawing/2014/main" id="{36B1A1F1-6B85-5F43-EE4D-3F4D25D57517}"/>
                  </a:ext>
                </a:extLst>
              </p:cNvPr>
              <p:cNvSpPr/>
              <p:nvPr/>
            </p:nvSpPr>
            <p:spPr>
              <a:xfrm>
                <a:off x="9859619" y="852034"/>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9" name="object 60">
                <a:extLst>
                  <a:ext uri="{FF2B5EF4-FFF2-40B4-BE49-F238E27FC236}">
                    <a16:creationId xmlns:a16="http://schemas.microsoft.com/office/drawing/2014/main" id="{508945D3-FBE9-ECE8-37E2-7C8BB242823E}"/>
                  </a:ext>
                </a:extLst>
              </p:cNvPr>
              <p:cNvSpPr/>
              <p:nvPr/>
            </p:nvSpPr>
            <p:spPr>
              <a:xfrm>
                <a:off x="9896481" y="852034"/>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0" name="object 61">
                <a:extLst>
                  <a:ext uri="{FF2B5EF4-FFF2-40B4-BE49-F238E27FC236}">
                    <a16:creationId xmlns:a16="http://schemas.microsoft.com/office/drawing/2014/main" id="{EF2B5DFF-A1A0-7BAA-CB5D-15459A67D3C7}"/>
                  </a:ext>
                </a:extLst>
              </p:cNvPr>
              <p:cNvSpPr/>
              <p:nvPr/>
            </p:nvSpPr>
            <p:spPr>
              <a:xfrm>
                <a:off x="9878158" y="852034"/>
                <a:ext cx="20836" cy="8930"/>
              </a:xfrm>
              <a:custGeom>
                <a:avLst/>
                <a:gdLst/>
                <a:ahLst/>
                <a:cxnLst/>
                <a:rect l="l" t="t" r="r" b="b"/>
                <a:pathLst>
                  <a:path w="13334" h="5714">
                    <a:moveTo>
                      <a:pt x="12865" y="0"/>
                    </a:moveTo>
                    <a:lnTo>
                      <a:pt x="2806" y="0"/>
                    </a:lnTo>
                    <a:lnTo>
                      <a:pt x="0" y="5664"/>
                    </a:lnTo>
                    <a:lnTo>
                      <a:pt x="10058" y="5664"/>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1" name="object 62">
                <a:extLst>
                  <a:ext uri="{FF2B5EF4-FFF2-40B4-BE49-F238E27FC236}">
                    <a16:creationId xmlns:a16="http://schemas.microsoft.com/office/drawing/2014/main" id="{537A5077-A657-5089-2E95-ED5F1233D681}"/>
                  </a:ext>
                </a:extLst>
              </p:cNvPr>
              <p:cNvSpPr/>
              <p:nvPr/>
            </p:nvSpPr>
            <p:spPr>
              <a:xfrm>
                <a:off x="9988191" y="852034"/>
                <a:ext cx="13891" cy="8930"/>
              </a:xfrm>
              <a:custGeom>
                <a:avLst/>
                <a:gdLst/>
                <a:ahLst/>
                <a:cxnLst/>
                <a:rect l="l" t="t" r="r" b="b"/>
                <a:pathLst>
                  <a:path w="8890" h="5714">
                    <a:moveTo>
                      <a:pt x="8394" y="0"/>
                    </a:moveTo>
                    <a:lnTo>
                      <a:pt x="2793" y="0"/>
                    </a:lnTo>
                    <a:lnTo>
                      <a:pt x="0" y="5664"/>
                    </a:lnTo>
                    <a:lnTo>
                      <a:pt x="8394" y="5664"/>
                    </a:lnTo>
                    <a:lnTo>
                      <a:pt x="8394"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2" name="object 63">
                <a:extLst>
                  <a:ext uri="{FF2B5EF4-FFF2-40B4-BE49-F238E27FC236}">
                    <a16:creationId xmlns:a16="http://schemas.microsoft.com/office/drawing/2014/main" id="{C6E6C340-75EE-59F4-CA34-0F68192D3D99}"/>
                  </a:ext>
                </a:extLst>
              </p:cNvPr>
              <p:cNvSpPr/>
              <p:nvPr/>
            </p:nvSpPr>
            <p:spPr>
              <a:xfrm>
                <a:off x="9969850" y="852034"/>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3" name="object 64">
                <a:extLst>
                  <a:ext uri="{FF2B5EF4-FFF2-40B4-BE49-F238E27FC236}">
                    <a16:creationId xmlns:a16="http://schemas.microsoft.com/office/drawing/2014/main" id="{78D8CCB7-3322-BFF8-6BA8-9FA9B26719CF}"/>
                  </a:ext>
                </a:extLst>
              </p:cNvPr>
              <p:cNvSpPr/>
              <p:nvPr/>
            </p:nvSpPr>
            <p:spPr>
              <a:xfrm>
                <a:off x="9951508" y="852034"/>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4" name="object 65">
                <a:extLst>
                  <a:ext uri="{FF2B5EF4-FFF2-40B4-BE49-F238E27FC236}">
                    <a16:creationId xmlns:a16="http://schemas.microsoft.com/office/drawing/2014/main" id="{7EDE0BD7-5CAF-52DC-5585-41D439F5BAC7}"/>
                  </a:ext>
                </a:extLst>
              </p:cNvPr>
              <p:cNvSpPr/>
              <p:nvPr/>
            </p:nvSpPr>
            <p:spPr>
              <a:xfrm>
                <a:off x="9933185" y="852034"/>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5" name="object 66">
                <a:extLst>
                  <a:ext uri="{FF2B5EF4-FFF2-40B4-BE49-F238E27FC236}">
                    <a16:creationId xmlns:a16="http://schemas.microsoft.com/office/drawing/2014/main" id="{C028C7EC-B1E4-CA77-516A-6580BF75110B}"/>
                  </a:ext>
                </a:extLst>
              </p:cNvPr>
              <p:cNvSpPr/>
              <p:nvPr/>
            </p:nvSpPr>
            <p:spPr>
              <a:xfrm>
                <a:off x="9914824" y="852034"/>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6" name="object 68">
                <a:extLst>
                  <a:ext uri="{FF2B5EF4-FFF2-40B4-BE49-F238E27FC236}">
                    <a16:creationId xmlns:a16="http://schemas.microsoft.com/office/drawing/2014/main" id="{74D1AA76-47FB-D95F-5072-71201E50A11D}"/>
                  </a:ext>
                </a:extLst>
              </p:cNvPr>
              <p:cNvSpPr/>
              <p:nvPr/>
            </p:nvSpPr>
            <p:spPr>
              <a:xfrm>
                <a:off x="9928183" y="862161"/>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7" name="object 69">
                <a:extLst>
                  <a:ext uri="{FF2B5EF4-FFF2-40B4-BE49-F238E27FC236}">
                    <a16:creationId xmlns:a16="http://schemas.microsoft.com/office/drawing/2014/main" id="{278D6448-3F80-6EE9-2A61-48904D496E2C}"/>
                  </a:ext>
                </a:extLst>
              </p:cNvPr>
              <p:cNvSpPr/>
              <p:nvPr/>
            </p:nvSpPr>
            <p:spPr>
              <a:xfrm>
                <a:off x="9909842" y="862161"/>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8" name="object 70">
                <a:extLst>
                  <a:ext uri="{FF2B5EF4-FFF2-40B4-BE49-F238E27FC236}">
                    <a16:creationId xmlns:a16="http://schemas.microsoft.com/office/drawing/2014/main" id="{FABCE354-4203-2B75-CC3C-61530925C4E5}"/>
                  </a:ext>
                </a:extLst>
              </p:cNvPr>
              <p:cNvSpPr/>
              <p:nvPr/>
            </p:nvSpPr>
            <p:spPr>
              <a:xfrm>
                <a:off x="9891481" y="862161"/>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59" name="object 71">
                <a:extLst>
                  <a:ext uri="{FF2B5EF4-FFF2-40B4-BE49-F238E27FC236}">
                    <a16:creationId xmlns:a16="http://schemas.microsoft.com/office/drawing/2014/main" id="{8E7468D6-2E4D-79DE-3047-B91859E8DF7C}"/>
                  </a:ext>
                </a:extLst>
              </p:cNvPr>
              <p:cNvSpPr/>
              <p:nvPr/>
            </p:nvSpPr>
            <p:spPr>
              <a:xfrm>
                <a:off x="9873156" y="862161"/>
                <a:ext cx="20836" cy="8930"/>
              </a:xfrm>
              <a:custGeom>
                <a:avLst/>
                <a:gdLst/>
                <a:ahLst/>
                <a:cxnLst/>
                <a:rect l="l" t="t" r="r" b="b"/>
                <a:pathLst>
                  <a:path w="13334" h="5714">
                    <a:moveTo>
                      <a:pt x="12865" y="0"/>
                    </a:moveTo>
                    <a:lnTo>
                      <a:pt x="2806" y="0"/>
                    </a:lnTo>
                    <a:lnTo>
                      <a:pt x="0" y="5651"/>
                    </a:lnTo>
                    <a:lnTo>
                      <a:pt x="10058" y="5651"/>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0" name="object 72">
                <a:extLst>
                  <a:ext uri="{FF2B5EF4-FFF2-40B4-BE49-F238E27FC236}">
                    <a16:creationId xmlns:a16="http://schemas.microsoft.com/office/drawing/2014/main" id="{075E0E7D-375E-7476-6A7D-C39AE75A0C9B}"/>
                  </a:ext>
                </a:extLst>
              </p:cNvPr>
              <p:cNvSpPr/>
              <p:nvPr/>
            </p:nvSpPr>
            <p:spPr>
              <a:xfrm>
                <a:off x="9854619" y="862161"/>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1" name="object 73">
                <a:extLst>
                  <a:ext uri="{FF2B5EF4-FFF2-40B4-BE49-F238E27FC236}">
                    <a16:creationId xmlns:a16="http://schemas.microsoft.com/office/drawing/2014/main" id="{337548BD-C4F9-3015-2F26-D83E7306A44B}"/>
                  </a:ext>
                </a:extLst>
              </p:cNvPr>
              <p:cNvSpPr/>
              <p:nvPr/>
            </p:nvSpPr>
            <p:spPr>
              <a:xfrm>
                <a:off x="9946508" y="862161"/>
                <a:ext cx="20836" cy="8930"/>
              </a:xfrm>
              <a:custGeom>
                <a:avLst/>
                <a:gdLst/>
                <a:ahLst/>
                <a:cxnLst/>
                <a:rect l="l" t="t" r="r" b="b"/>
                <a:pathLst>
                  <a:path w="13334" h="5714">
                    <a:moveTo>
                      <a:pt x="12979" y="0"/>
                    </a:moveTo>
                    <a:lnTo>
                      <a:pt x="2793" y="0"/>
                    </a:lnTo>
                    <a:lnTo>
                      <a:pt x="0" y="5651"/>
                    </a:lnTo>
                    <a:lnTo>
                      <a:pt x="10185"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2" name="object 74">
                <a:extLst>
                  <a:ext uri="{FF2B5EF4-FFF2-40B4-BE49-F238E27FC236}">
                    <a16:creationId xmlns:a16="http://schemas.microsoft.com/office/drawing/2014/main" id="{B45F21D1-07E0-1F2D-C4D2-645F44812E4E}"/>
                  </a:ext>
                </a:extLst>
              </p:cNvPr>
              <p:cNvSpPr/>
              <p:nvPr/>
            </p:nvSpPr>
            <p:spPr>
              <a:xfrm>
                <a:off x="9983191" y="862161"/>
                <a:ext cx="18852" cy="8930"/>
              </a:xfrm>
              <a:custGeom>
                <a:avLst/>
                <a:gdLst/>
                <a:ahLst/>
                <a:cxnLst/>
                <a:rect l="l" t="t" r="r" b="b"/>
                <a:pathLst>
                  <a:path w="12065" h="5714">
                    <a:moveTo>
                      <a:pt x="11595" y="0"/>
                    </a:moveTo>
                    <a:lnTo>
                      <a:pt x="2793" y="0"/>
                    </a:lnTo>
                    <a:lnTo>
                      <a:pt x="0" y="5651"/>
                    </a:lnTo>
                    <a:lnTo>
                      <a:pt x="10172" y="5651"/>
                    </a:lnTo>
                    <a:lnTo>
                      <a:pt x="11595" y="2794"/>
                    </a:lnTo>
                    <a:lnTo>
                      <a:pt x="1159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3" name="object 75">
                <a:extLst>
                  <a:ext uri="{FF2B5EF4-FFF2-40B4-BE49-F238E27FC236}">
                    <a16:creationId xmlns:a16="http://schemas.microsoft.com/office/drawing/2014/main" id="{4443A159-D488-D2D9-0FE6-3197C6582A31}"/>
                  </a:ext>
                </a:extLst>
              </p:cNvPr>
              <p:cNvSpPr/>
              <p:nvPr/>
            </p:nvSpPr>
            <p:spPr>
              <a:xfrm>
                <a:off x="9964849" y="862161"/>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4" name="object 76">
                <a:extLst>
                  <a:ext uri="{FF2B5EF4-FFF2-40B4-BE49-F238E27FC236}">
                    <a16:creationId xmlns:a16="http://schemas.microsoft.com/office/drawing/2014/main" id="{9A9A0121-FD22-BD24-6529-F81C8304F739}"/>
                  </a:ext>
                </a:extLst>
              </p:cNvPr>
              <p:cNvSpPr/>
              <p:nvPr/>
            </p:nvSpPr>
            <p:spPr>
              <a:xfrm>
                <a:off x="9849672" y="872162"/>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5" name="object 78">
                <a:extLst>
                  <a:ext uri="{FF2B5EF4-FFF2-40B4-BE49-F238E27FC236}">
                    <a16:creationId xmlns:a16="http://schemas.microsoft.com/office/drawing/2014/main" id="{1772BFB4-5204-99B5-B804-1F5DACDDE5D6}"/>
                  </a:ext>
                </a:extLst>
              </p:cNvPr>
              <p:cNvSpPr/>
              <p:nvPr/>
            </p:nvSpPr>
            <p:spPr>
              <a:xfrm>
                <a:off x="9868211" y="872162"/>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6" name="object 79">
                <a:extLst>
                  <a:ext uri="{FF2B5EF4-FFF2-40B4-BE49-F238E27FC236}">
                    <a16:creationId xmlns:a16="http://schemas.microsoft.com/office/drawing/2014/main" id="{BCF67CAF-4184-D157-A1AC-1B0C37C4CF33}"/>
                  </a:ext>
                </a:extLst>
              </p:cNvPr>
              <p:cNvSpPr/>
              <p:nvPr/>
            </p:nvSpPr>
            <p:spPr>
              <a:xfrm>
                <a:off x="9886553" y="872162"/>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7" name="object 80">
                <a:extLst>
                  <a:ext uri="{FF2B5EF4-FFF2-40B4-BE49-F238E27FC236}">
                    <a16:creationId xmlns:a16="http://schemas.microsoft.com/office/drawing/2014/main" id="{6366C277-AF08-D226-A3E8-DB4FCCA35582}"/>
                  </a:ext>
                </a:extLst>
              </p:cNvPr>
              <p:cNvSpPr/>
              <p:nvPr/>
            </p:nvSpPr>
            <p:spPr>
              <a:xfrm>
                <a:off x="9904895" y="872162"/>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8" name="object 81">
                <a:extLst>
                  <a:ext uri="{FF2B5EF4-FFF2-40B4-BE49-F238E27FC236}">
                    <a16:creationId xmlns:a16="http://schemas.microsoft.com/office/drawing/2014/main" id="{E1ACA9C9-CA6C-5B4E-6084-87861B0A75FA}"/>
                  </a:ext>
                </a:extLst>
              </p:cNvPr>
              <p:cNvSpPr/>
              <p:nvPr/>
            </p:nvSpPr>
            <p:spPr>
              <a:xfrm>
                <a:off x="9941560" y="872162"/>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69" name="object 82">
                <a:extLst>
                  <a:ext uri="{FF2B5EF4-FFF2-40B4-BE49-F238E27FC236}">
                    <a16:creationId xmlns:a16="http://schemas.microsoft.com/office/drawing/2014/main" id="{E1FB7C21-FA5D-42FE-A9D3-40E7FA8E111D}"/>
                  </a:ext>
                </a:extLst>
              </p:cNvPr>
              <p:cNvSpPr/>
              <p:nvPr/>
            </p:nvSpPr>
            <p:spPr>
              <a:xfrm>
                <a:off x="9923219" y="872162"/>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0" name="object 83">
                <a:extLst>
                  <a:ext uri="{FF2B5EF4-FFF2-40B4-BE49-F238E27FC236}">
                    <a16:creationId xmlns:a16="http://schemas.microsoft.com/office/drawing/2014/main" id="{1EE71882-970A-9DA5-0052-59EDE2200C9C}"/>
                  </a:ext>
                </a:extLst>
              </p:cNvPr>
              <p:cNvSpPr/>
              <p:nvPr/>
            </p:nvSpPr>
            <p:spPr>
              <a:xfrm>
                <a:off x="9959881" y="872162"/>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1" name="object 84">
                <a:extLst>
                  <a:ext uri="{FF2B5EF4-FFF2-40B4-BE49-F238E27FC236}">
                    <a16:creationId xmlns:a16="http://schemas.microsoft.com/office/drawing/2014/main" id="{1FD33A19-600C-2C0F-F55B-2B2B7A2FBDCB}"/>
                  </a:ext>
                </a:extLst>
              </p:cNvPr>
              <p:cNvSpPr/>
              <p:nvPr/>
            </p:nvSpPr>
            <p:spPr>
              <a:xfrm>
                <a:off x="9978224" y="872162"/>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2" name="object 85">
                <a:extLst>
                  <a:ext uri="{FF2B5EF4-FFF2-40B4-BE49-F238E27FC236}">
                    <a16:creationId xmlns:a16="http://schemas.microsoft.com/office/drawing/2014/main" id="{8788C90A-A414-2801-18E5-44B87DD73475}"/>
                  </a:ext>
                </a:extLst>
              </p:cNvPr>
              <p:cNvSpPr/>
              <p:nvPr/>
            </p:nvSpPr>
            <p:spPr>
              <a:xfrm>
                <a:off x="9996567" y="872162"/>
                <a:ext cx="4961" cy="8930"/>
              </a:xfrm>
              <a:custGeom>
                <a:avLst/>
                <a:gdLst/>
                <a:ahLst/>
                <a:cxnLst/>
                <a:rect l="l" t="t" r="r" b="b"/>
                <a:pathLst>
                  <a:path w="3175" h="5714">
                    <a:moveTo>
                      <a:pt x="3039" y="0"/>
                    </a:moveTo>
                    <a:lnTo>
                      <a:pt x="2793" y="0"/>
                    </a:lnTo>
                    <a:lnTo>
                      <a:pt x="0" y="5664"/>
                    </a:lnTo>
                    <a:lnTo>
                      <a:pt x="3039" y="5664"/>
                    </a:lnTo>
                    <a:lnTo>
                      <a:pt x="303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3" name="object 86">
                <a:extLst>
                  <a:ext uri="{FF2B5EF4-FFF2-40B4-BE49-F238E27FC236}">
                    <a16:creationId xmlns:a16="http://schemas.microsoft.com/office/drawing/2014/main" id="{3F06CB43-B421-F2F9-38E1-07B96724901F}"/>
                  </a:ext>
                </a:extLst>
              </p:cNvPr>
              <p:cNvSpPr/>
              <p:nvPr/>
            </p:nvSpPr>
            <p:spPr>
              <a:xfrm>
                <a:off x="9844670"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4" name="object 88">
                <a:extLst>
                  <a:ext uri="{FF2B5EF4-FFF2-40B4-BE49-F238E27FC236}">
                    <a16:creationId xmlns:a16="http://schemas.microsoft.com/office/drawing/2014/main" id="{66D4BF77-411F-57C1-4A86-244EA713E752}"/>
                  </a:ext>
                </a:extLst>
              </p:cNvPr>
              <p:cNvSpPr/>
              <p:nvPr/>
            </p:nvSpPr>
            <p:spPr>
              <a:xfrm>
                <a:off x="9863230" y="882270"/>
                <a:ext cx="20836" cy="8930"/>
              </a:xfrm>
              <a:custGeom>
                <a:avLst/>
                <a:gdLst/>
                <a:ahLst/>
                <a:cxnLst/>
                <a:rect l="l" t="t" r="r" b="b"/>
                <a:pathLst>
                  <a:path w="13334" h="5714">
                    <a:moveTo>
                      <a:pt x="12852" y="0"/>
                    </a:moveTo>
                    <a:lnTo>
                      <a:pt x="2793" y="0"/>
                    </a:lnTo>
                    <a:lnTo>
                      <a:pt x="0" y="5664"/>
                    </a:lnTo>
                    <a:lnTo>
                      <a:pt x="10058" y="5664"/>
                    </a:lnTo>
                    <a:lnTo>
                      <a:pt x="1285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5" name="object 89">
                <a:extLst>
                  <a:ext uri="{FF2B5EF4-FFF2-40B4-BE49-F238E27FC236}">
                    <a16:creationId xmlns:a16="http://schemas.microsoft.com/office/drawing/2014/main" id="{6A162A2A-4374-C0EF-9C98-40CFFE1965E2}"/>
                  </a:ext>
                </a:extLst>
              </p:cNvPr>
              <p:cNvSpPr/>
              <p:nvPr/>
            </p:nvSpPr>
            <p:spPr>
              <a:xfrm>
                <a:off x="9899894" y="882270"/>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6" name="object 90">
                <a:extLst>
                  <a:ext uri="{FF2B5EF4-FFF2-40B4-BE49-F238E27FC236}">
                    <a16:creationId xmlns:a16="http://schemas.microsoft.com/office/drawing/2014/main" id="{D3088A1A-7B94-25C0-A3A3-8619EDB5BE29}"/>
                  </a:ext>
                </a:extLst>
              </p:cNvPr>
              <p:cNvSpPr/>
              <p:nvPr/>
            </p:nvSpPr>
            <p:spPr>
              <a:xfrm>
                <a:off x="9881553" y="882270"/>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7" name="object 91">
                <a:extLst>
                  <a:ext uri="{FF2B5EF4-FFF2-40B4-BE49-F238E27FC236}">
                    <a16:creationId xmlns:a16="http://schemas.microsoft.com/office/drawing/2014/main" id="{EE27D5F9-A4AF-6C6E-7465-DFC93FFE4E49}"/>
                  </a:ext>
                </a:extLst>
              </p:cNvPr>
              <p:cNvSpPr/>
              <p:nvPr/>
            </p:nvSpPr>
            <p:spPr>
              <a:xfrm>
                <a:off x="9954881"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8" name="object 92">
                <a:extLst>
                  <a:ext uri="{FF2B5EF4-FFF2-40B4-BE49-F238E27FC236}">
                    <a16:creationId xmlns:a16="http://schemas.microsoft.com/office/drawing/2014/main" id="{ED7FE44A-F742-1858-17C0-D2AF7D48CC1B}"/>
                  </a:ext>
                </a:extLst>
              </p:cNvPr>
              <p:cNvSpPr/>
              <p:nvPr/>
            </p:nvSpPr>
            <p:spPr>
              <a:xfrm>
                <a:off x="9936539"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79" name="object 93">
                <a:extLst>
                  <a:ext uri="{FF2B5EF4-FFF2-40B4-BE49-F238E27FC236}">
                    <a16:creationId xmlns:a16="http://schemas.microsoft.com/office/drawing/2014/main" id="{84B8106A-6942-CBAB-4DE9-36787DE17A70}"/>
                  </a:ext>
                </a:extLst>
              </p:cNvPr>
              <p:cNvSpPr/>
              <p:nvPr/>
            </p:nvSpPr>
            <p:spPr>
              <a:xfrm>
                <a:off x="9918217" y="882270"/>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0" name="object 94">
                <a:extLst>
                  <a:ext uri="{FF2B5EF4-FFF2-40B4-BE49-F238E27FC236}">
                    <a16:creationId xmlns:a16="http://schemas.microsoft.com/office/drawing/2014/main" id="{DC3929C2-6A8D-992C-EC14-C55846990A17}"/>
                  </a:ext>
                </a:extLst>
              </p:cNvPr>
              <p:cNvSpPr/>
              <p:nvPr/>
            </p:nvSpPr>
            <p:spPr>
              <a:xfrm>
                <a:off x="9991564" y="882270"/>
                <a:ext cx="9922" cy="8930"/>
              </a:xfrm>
              <a:custGeom>
                <a:avLst/>
                <a:gdLst/>
                <a:ahLst/>
                <a:cxnLst/>
                <a:rect l="l" t="t" r="r" b="b"/>
                <a:pathLst>
                  <a:path w="6350" h="5714">
                    <a:moveTo>
                      <a:pt x="6235" y="0"/>
                    </a:moveTo>
                    <a:lnTo>
                      <a:pt x="2806" y="0"/>
                    </a:lnTo>
                    <a:lnTo>
                      <a:pt x="0" y="5664"/>
                    </a:lnTo>
                    <a:lnTo>
                      <a:pt x="6235" y="5664"/>
                    </a:lnTo>
                    <a:lnTo>
                      <a:pt x="623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1" name="object 95">
                <a:extLst>
                  <a:ext uri="{FF2B5EF4-FFF2-40B4-BE49-F238E27FC236}">
                    <a16:creationId xmlns:a16="http://schemas.microsoft.com/office/drawing/2014/main" id="{22A391B1-63F5-1809-9D4B-D1E4CA20CA02}"/>
                  </a:ext>
                </a:extLst>
              </p:cNvPr>
              <p:cNvSpPr/>
              <p:nvPr/>
            </p:nvSpPr>
            <p:spPr>
              <a:xfrm>
                <a:off x="9973224" y="882270"/>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2" name="object 97">
                <a:extLst>
                  <a:ext uri="{FF2B5EF4-FFF2-40B4-BE49-F238E27FC236}">
                    <a16:creationId xmlns:a16="http://schemas.microsoft.com/office/drawing/2014/main" id="{A2F0ECDF-5059-3E29-9089-277B756399BD}"/>
                  </a:ext>
                </a:extLst>
              </p:cNvPr>
              <p:cNvSpPr/>
              <p:nvPr/>
            </p:nvSpPr>
            <p:spPr>
              <a:xfrm>
                <a:off x="9839670"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3" name="object 98">
                <a:extLst>
                  <a:ext uri="{FF2B5EF4-FFF2-40B4-BE49-F238E27FC236}">
                    <a16:creationId xmlns:a16="http://schemas.microsoft.com/office/drawing/2014/main" id="{13BBDE9F-2E38-9724-A01A-21D5C3EF9D74}"/>
                  </a:ext>
                </a:extLst>
              </p:cNvPr>
              <p:cNvSpPr/>
              <p:nvPr/>
            </p:nvSpPr>
            <p:spPr>
              <a:xfrm>
                <a:off x="9894875" y="892397"/>
                <a:ext cx="20836" cy="8930"/>
              </a:xfrm>
              <a:custGeom>
                <a:avLst/>
                <a:gdLst/>
                <a:ahLst/>
                <a:cxnLst/>
                <a:rect l="l" t="t" r="r" b="b"/>
                <a:pathLst>
                  <a:path w="13334" h="5714">
                    <a:moveTo>
                      <a:pt x="12992" y="0"/>
                    </a:moveTo>
                    <a:lnTo>
                      <a:pt x="2793"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4" name="object 99">
                <a:extLst>
                  <a:ext uri="{FF2B5EF4-FFF2-40B4-BE49-F238E27FC236}">
                    <a16:creationId xmlns:a16="http://schemas.microsoft.com/office/drawing/2014/main" id="{68913F20-873D-6306-0C01-11D2B9B3ACDA}"/>
                  </a:ext>
                </a:extLst>
              </p:cNvPr>
              <p:cNvSpPr/>
              <p:nvPr/>
            </p:nvSpPr>
            <p:spPr>
              <a:xfrm>
                <a:off x="9858211" y="892397"/>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5" name="object 100">
                <a:extLst>
                  <a:ext uri="{FF2B5EF4-FFF2-40B4-BE49-F238E27FC236}">
                    <a16:creationId xmlns:a16="http://schemas.microsoft.com/office/drawing/2014/main" id="{BE450A41-72B6-E8EF-F399-A4D6199B74EF}"/>
                  </a:ext>
                </a:extLst>
              </p:cNvPr>
              <p:cNvSpPr/>
              <p:nvPr/>
            </p:nvSpPr>
            <p:spPr>
              <a:xfrm>
                <a:off x="9876552" y="892397"/>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6" name="object 101">
                <a:extLst>
                  <a:ext uri="{FF2B5EF4-FFF2-40B4-BE49-F238E27FC236}">
                    <a16:creationId xmlns:a16="http://schemas.microsoft.com/office/drawing/2014/main" id="{A7F554CA-118B-56BC-601A-775E72845DE9}"/>
                  </a:ext>
                </a:extLst>
              </p:cNvPr>
              <p:cNvSpPr/>
              <p:nvPr/>
            </p:nvSpPr>
            <p:spPr>
              <a:xfrm>
                <a:off x="9949881"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7" name="object 102">
                <a:extLst>
                  <a:ext uri="{FF2B5EF4-FFF2-40B4-BE49-F238E27FC236}">
                    <a16:creationId xmlns:a16="http://schemas.microsoft.com/office/drawing/2014/main" id="{BE2FFF8C-32F5-C8E7-0A81-59732D00DB58}"/>
                  </a:ext>
                </a:extLst>
              </p:cNvPr>
              <p:cNvSpPr/>
              <p:nvPr/>
            </p:nvSpPr>
            <p:spPr>
              <a:xfrm>
                <a:off x="9931539"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8" name="object 103">
                <a:extLst>
                  <a:ext uri="{FF2B5EF4-FFF2-40B4-BE49-F238E27FC236}">
                    <a16:creationId xmlns:a16="http://schemas.microsoft.com/office/drawing/2014/main" id="{D5394A59-63E7-1E38-F254-A83B61EEF8DA}"/>
                  </a:ext>
                </a:extLst>
              </p:cNvPr>
              <p:cNvSpPr/>
              <p:nvPr/>
            </p:nvSpPr>
            <p:spPr>
              <a:xfrm>
                <a:off x="9913197" y="892397"/>
                <a:ext cx="20836" cy="8930"/>
              </a:xfrm>
              <a:custGeom>
                <a:avLst/>
                <a:gdLst/>
                <a:ahLst/>
                <a:cxnLst/>
                <a:rect l="l" t="t" r="r" b="b"/>
                <a:pathLst>
                  <a:path w="13334" h="5714">
                    <a:moveTo>
                      <a:pt x="12992" y="0"/>
                    </a:moveTo>
                    <a:lnTo>
                      <a:pt x="2806" y="0"/>
                    </a:lnTo>
                    <a:lnTo>
                      <a:pt x="0" y="5664"/>
                    </a:lnTo>
                    <a:lnTo>
                      <a:pt x="10198"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89" name="object 104">
                <a:extLst>
                  <a:ext uri="{FF2B5EF4-FFF2-40B4-BE49-F238E27FC236}">
                    <a16:creationId xmlns:a16="http://schemas.microsoft.com/office/drawing/2014/main" id="{4D961FA0-1438-975E-69D6-61A76C893FDE}"/>
                  </a:ext>
                </a:extLst>
              </p:cNvPr>
              <p:cNvSpPr/>
              <p:nvPr/>
            </p:nvSpPr>
            <p:spPr>
              <a:xfrm>
                <a:off x="9986566" y="892397"/>
                <a:ext cx="14883" cy="8930"/>
              </a:xfrm>
              <a:custGeom>
                <a:avLst/>
                <a:gdLst/>
                <a:ahLst/>
                <a:cxnLst/>
                <a:rect l="l" t="t" r="r" b="b"/>
                <a:pathLst>
                  <a:path w="9525" h="5714">
                    <a:moveTo>
                      <a:pt x="9436" y="0"/>
                    </a:moveTo>
                    <a:lnTo>
                      <a:pt x="2793" y="0"/>
                    </a:lnTo>
                    <a:lnTo>
                      <a:pt x="0" y="5664"/>
                    </a:lnTo>
                    <a:lnTo>
                      <a:pt x="9436" y="5664"/>
                    </a:lnTo>
                    <a:lnTo>
                      <a:pt x="9436"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90" name="object 105">
                <a:extLst>
                  <a:ext uri="{FF2B5EF4-FFF2-40B4-BE49-F238E27FC236}">
                    <a16:creationId xmlns:a16="http://schemas.microsoft.com/office/drawing/2014/main" id="{0B535870-B6FD-AB77-732A-6C4BBFD5633C}"/>
                  </a:ext>
                </a:extLst>
              </p:cNvPr>
              <p:cNvSpPr/>
              <p:nvPr/>
            </p:nvSpPr>
            <p:spPr>
              <a:xfrm>
                <a:off x="9968222" y="892397"/>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grpSp>
        <p:grpSp>
          <p:nvGrpSpPr>
            <p:cNvPr id="289" name="Group 288">
              <a:extLst>
                <a:ext uri="{FF2B5EF4-FFF2-40B4-BE49-F238E27FC236}">
                  <a16:creationId xmlns:a16="http://schemas.microsoft.com/office/drawing/2014/main" id="{F8423E94-1E6E-ECDA-C370-CB191868A040}"/>
                </a:ext>
              </a:extLst>
            </p:cNvPr>
            <p:cNvGrpSpPr>
              <a:grpSpLocks noChangeAspect="1"/>
            </p:cNvGrpSpPr>
            <p:nvPr/>
          </p:nvGrpSpPr>
          <p:grpSpPr>
            <a:xfrm flipH="1">
              <a:off x="5925531" y="2590679"/>
              <a:ext cx="217820" cy="62766"/>
              <a:chOff x="9616665" y="835833"/>
              <a:chExt cx="169358" cy="49293"/>
            </a:xfrm>
            <a:solidFill>
              <a:srgbClr val="8C8C8C">
                <a:lumMod val="75000"/>
              </a:srgbClr>
            </a:solidFill>
          </p:grpSpPr>
          <p:sp>
            <p:nvSpPr>
              <p:cNvPr id="308" name="object 58">
                <a:extLst>
                  <a:ext uri="{FF2B5EF4-FFF2-40B4-BE49-F238E27FC236}">
                    <a16:creationId xmlns:a16="http://schemas.microsoft.com/office/drawing/2014/main" id="{BB18D2FB-FB99-D9DA-03F0-F2CFDAFAC44F}"/>
                  </a:ext>
                </a:extLst>
              </p:cNvPr>
              <p:cNvSpPr/>
              <p:nvPr/>
            </p:nvSpPr>
            <p:spPr>
              <a:xfrm>
                <a:off x="9654956"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09" name="object 59">
                <a:extLst>
                  <a:ext uri="{FF2B5EF4-FFF2-40B4-BE49-F238E27FC236}">
                    <a16:creationId xmlns:a16="http://schemas.microsoft.com/office/drawing/2014/main" id="{33317968-408F-1C53-4334-94826E3513E4}"/>
                  </a:ext>
                </a:extLst>
              </p:cNvPr>
              <p:cNvSpPr/>
              <p:nvPr/>
            </p:nvSpPr>
            <p:spPr>
              <a:xfrm>
                <a:off x="9636615"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0" name="object 60">
                <a:extLst>
                  <a:ext uri="{FF2B5EF4-FFF2-40B4-BE49-F238E27FC236}">
                    <a16:creationId xmlns:a16="http://schemas.microsoft.com/office/drawing/2014/main" id="{D87C4C58-A161-ECD6-ED07-CB4850586CF1}"/>
                  </a:ext>
                </a:extLst>
              </p:cNvPr>
              <p:cNvSpPr/>
              <p:nvPr/>
            </p:nvSpPr>
            <p:spPr>
              <a:xfrm>
                <a:off x="9691818"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1" name="object 61">
                <a:extLst>
                  <a:ext uri="{FF2B5EF4-FFF2-40B4-BE49-F238E27FC236}">
                    <a16:creationId xmlns:a16="http://schemas.microsoft.com/office/drawing/2014/main" id="{2B8070BE-FB62-54E1-5098-0CD6F8F6B7D7}"/>
                  </a:ext>
                </a:extLst>
              </p:cNvPr>
              <p:cNvSpPr/>
              <p:nvPr/>
            </p:nvSpPr>
            <p:spPr>
              <a:xfrm>
                <a:off x="9673495" y="835833"/>
                <a:ext cx="20836" cy="8930"/>
              </a:xfrm>
              <a:custGeom>
                <a:avLst/>
                <a:gdLst/>
                <a:ahLst/>
                <a:cxnLst/>
                <a:rect l="l" t="t" r="r" b="b"/>
                <a:pathLst>
                  <a:path w="13334" h="5714">
                    <a:moveTo>
                      <a:pt x="12865" y="0"/>
                    </a:moveTo>
                    <a:lnTo>
                      <a:pt x="2806" y="0"/>
                    </a:lnTo>
                    <a:lnTo>
                      <a:pt x="0" y="5664"/>
                    </a:lnTo>
                    <a:lnTo>
                      <a:pt x="10058" y="5664"/>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2" name="object 63">
                <a:extLst>
                  <a:ext uri="{FF2B5EF4-FFF2-40B4-BE49-F238E27FC236}">
                    <a16:creationId xmlns:a16="http://schemas.microsoft.com/office/drawing/2014/main" id="{824D70F4-05DB-5453-25BA-F40D1651761D}"/>
                  </a:ext>
                </a:extLst>
              </p:cNvPr>
              <p:cNvSpPr/>
              <p:nvPr/>
            </p:nvSpPr>
            <p:spPr>
              <a:xfrm>
                <a:off x="9765187" y="835833"/>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3" name="object 64">
                <a:extLst>
                  <a:ext uri="{FF2B5EF4-FFF2-40B4-BE49-F238E27FC236}">
                    <a16:creationId xmlns:a16="http://schemas.microsoft.com/office/drawing/2014/main" id="{2264D319-151D-1FDC-945F-B98FA4AF4FBF}"/>
                  </a:ext>
                </a:extLst>
              </p:cNvPr>
              <p:cNvSpPr/>
              <p:nvPr/>
            </p:nvSpPr>
            <p:spPr>
              <a:xfrm>
                <a:off x="9746845" y="835833"/>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4" name="object 65">
                <a:extLst>
                  <a:ext uri="{FF2B5EF4-FFF2-40B4-BE49-F238E27FC236}">
                    <a16:creationId xmlns:a16="http://schemas.microsoft.com/office/drawing/2014/main" id="{C2A50EBA-90DB-101F-A42C-52EFCC0402D4}"/>
                  </a:ext>
                </a:extLst>
              </p:cNvPr>
              <p:cNvSpPr/>
              <p:nvPr/>
            </p:nvSpPr>
            <p:spPr>
              <a:xfrm>
                <a:off x="9728522" y="835833"/>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5" name="object 66">
                <a:extLst>
                  <a:ext uri="{FF2B5EF4-FFF2-40B4-BE49-F238E27FC236}">
                    <a16:creationId xmlns:a16="http://schemas.microsoft.com/office/drawing/2014/main" id="{8843A740-8C50-578B-55A1-005C3EE05352}"/>
                  </a:ext>
                </a:extLst>
              </p:cNvPr>
              <p:cNvSpPr/>
              <p:nvPr/>
            </p:nvSpPr>
            <p:spPr>
              <a:xfrm>
                <a:off x="9710161" y="835833"/>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6" name="object 67">
                <a:extLst>
                  <a:ext uri="{FF2B5EF4-FFF2-40B4-BE49-F238E27FC236}">
                    <a16:creationId xmlns:a16="http://schemas.microsoft.com/office/drawing/2014/main" id="{6CAB86A1-98B6-36CE-879F-34A7574A556E}"/>
                  </a:ext>
                </a:extLst>
              </p:cNvPr>
              <p:cNvSpPr/>
              <p:nvPr/>
            </p:nvSpPr>
            <p:spPr>
              <a:xfrm>
                <a:off x="9631614" y="845960"/>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7" name="object 68">
                <a:extLst>
                  <a:ext uri="{FF2B5EF4-FFF2-40B4-BE49-F238E27FC236}">
                    <a16:creationId xmlns:a16="http://schemas.microsoft.com/office/drawing/2014/main" id="{CC8900DA-AE42-9785-1133-3F7D8EDB0537}"/>
                  </a:ext>
                </a:extLst>
              </p:cNvPr>
              <p:cNvSpPr/>
              <p:nvPr/>
            </p:nvSpPr>
            <p:spPr>
              <a:xfrm>
                <a:off x="9723520" y="845960"/>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8" name="object 69">
                <a:extLst>
                  <a:ext uri="{FF2B5EF4-FFF2-40B4-BE49-F238E27FC236}">
                    <a16:creationId xmlns:a16="http://schemas.microsoft.com/office/drawing/2014/main" id="{70649DB6-766A-8161-A309-DF1D5651AF5C}"/>
                  </a:ext>
                </a:extLst>
              </p:cNvPr>
              <p:cNvSpPr/>
              <p:nvPr/>
            </p:nvSpPr>
            <p:spPr>
              <a:xfrm>
                <a:off x="9705179" y="845960"/>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19" name="object 70">
                <a:extLst>
                  <a:ext uri="{FF2B5EF4-FFF2-40B4-BE49-F238E27FC236}">
                    <a16:creationId xmlns:a16="http://schemas.microsoft.com/office/drawing/2014/main" id="{B7899DDE-B701-C533-1354-FC4FDA3D0F03}"/>
                  </a:ext>
                </a:extLst>
              </p:cNvPr>
              <p:cNvSpPr/>
              <p:nvPr/>
            </p:nvSpPr>
            <p:spPr>
              <a:xfrm>
                <a:off x="9686818" y="845960"/>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0" name="object 71">
                <a:extLst>
                  <a:ext uri="{FF2B5EF4-FFF2-40B4-BE49-F238E27FC236}">
                    <a16:creationId xmlns:a16="http://schemas.microsoft.com/office/drawing/2014/main" id="{CFE7074B-9738-303D-AC80-652F82A01DF6}"/>
                  </a:ext>
                </a:extLst>
              </p:cNvPr>
              <p:cNvSpPr/>
              <p:nvPr/>
            </p:nvSpPr>
            <p:spPr>
              <a:xfrm>
                <a:off x="9668493" y="845960"/>
                <a:ext cx="20836" cy="8930"/>
              </a:xfrm>
              <a:custGeom>
                <a:avLst/>
                <a:gdLst/>
                <a:ahLst/>
                <a:cxnLst/>
                <a:rect l="l" t="t" r="r" b="b"/>
                <a:pathLst>
                  <a:path w="13334" h="5714">
                    <a:moveTo>
                      <a:pt x="12865" y="0"/>
                    </a:moveTo>
                    <a:lnTo>
                      <a:pt x="2806" y="0"/>
                    </a:lnTo>
                    <a:lnTo>
                      <a:pt x="0" y="5651"/>
                    </a:lnTo>
                    <a:lnTo>
                      <a:pt x="10058" y="5651"/>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1" name="object 72">
                <a:extLst>
                  <a:ext uri="{FF2B5EF4-FFF2-40B4-BE49-F238E27FC236}">
                    <a16:creationId xmlns:a16="http://schemas.microsoft.com/office/drawing/2014/main" id="{6A51C958-A667-C32D-D234-54A171DBF112}"/>
                  </a:ext>
                </a:extLst>
              </p:cNvPr>
              <p:cNvSpPr/>
              <p:nvPr/>
            </p:nvSpPr>
            <p:spPr>
              <a:xfrm>
                <a:off x="9649956" y="845960"/>
                <a:ext cx="20836" cy="8930"/>
              </a:xfrm>
              <a:custGeom>
                <a:avLst/>
                <a:gdLst/>
                <a:ahLst/>
                <a:cxnLst/>
                <a:rect l="l" t="t" r="r" b="b"/>
                <a:pathLst>
                  <a:path w="13334" h="5714">
                    <a:moveTo>
                      <a:pt x="12992" y="0"/>
                    </a:moveTo>
                    <a:lnTo>
                      <a:pt x="2806" y="0"/>
                    </a:lnTo>
                    <a:lnTo>
                      <a:pt x="0" y="5651"/>
                    </a:lnTo>
                    <a:lnTo>
                      <a:pt x="10185" y="5651"/>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2" name="object 73">
                <a:extLst>
                  <a:ext uri="{FF2B5EF4-FFF2-40B4-BE49-F238E27FC236}">
                    <a16:creationId xmlns:a16="http://schemas.microsoft.com/office/drawing/2014/main" id="{A52D2D6F-2585-E92D-775F-D625E5C1D7D8}"/>
                  </a:ext>
                </a:extLst>
              </p:cNvPr>
              <p:cNvSpPr/>
              <p:nvPr/>
            </p:nvSpPr>
            <p:spPr>
              <a:xfrm>
                <a:off x="9741845" y="845960"/>
                <a:ext cx="20836" cy="8930"/>
              </a:xfrm>
              <a:custGeom>
                <a:avLst/>
                <a:gdLst/>
                <a:ahLst/>
                <a:cxnLst/>
                <a:rect l="l" t="t" r="r" b="b"/>
                <a:pathLst>
                  <a:path w="13334" h="5714">
                    <a:moveTo>
                      <a:pt x="12979" y="0"/>
                    </a:moveTo>
                    <a:lnTo>
                      <a:pt x="2793" y="0"/>
                    </a:lnTo>
                    <a:lnTo>
                      <a:pt x="0" y="5651"/>
                    </a:lnTo>
                    <a:lnTo>
                      <a:pt x="10185"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3" name="object 75">
                <a:extLst>
                  <a:ext uri="{FF2B5EF4-FFF2-40B4-BE49-F238E27FC236}">
                    <a16:creationId xmlns:a16="http://schemas.microsoft.com/office/drawing/2014/main" id="{831EC289-8CCB-42DF-E57A-D630F6A995B4}"/>
                  </a:ext>
                </a:extLst>
              </p:cNvPr>
              <p:cNvSpPr/>
              <p:nvPr/>
            </p:nvSpPr>
            <p:spPr>
              <a:xfrm>
                <a:off x="9760186" y="845960"/>
                <a:ext cx="20836" cy="8930"/>
              </a:xfrm>
              <a:custGeom>
                <a:avLst/>
                <a:gdLst/>
                <a:ahLst/>
                <a:cxnLst/>
                <a:rect l="l" t="t" r="r" b="b"/>
                <a:pathLst>
                  <a:path w="13334" h="5714">
                    <a:moveTo>
                      <a:pt x="12979" y="0"/>
                    </a:moveTo>
                    <a:lnTo>
                      <a:pt x="2793" y="0"/>
                    </a:lnTo>
                    <a:lnTo>
                      <a:pt x="0" y="5651"/>
                    </a:lnTo>
                    <a:lnTo>
                      <a:pt x="10172" y="5651"/>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4" name="object 76">
                <a:extLst>
                  <a:ext uri="{FF2B5EF4-FFF2-40B4-BE49-F238E27FC236}">
                    <a16:creationId xmlns:a16="http://schemas.microsoft.com/office/drawing/2014/main" id="{6787F660-06AF-4595-64A1-DF603EAFFFEA}"/>
                  </a:ext>
                </a:extLst>
              </p:cNvPr>
              <p:cNvSpPr/>
              <p:nvPr/>
            </p:nvSpPr>
            <p:spPr>
              <a:xfrm>
                <a:off x="9645009" y="855961"/>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5" name="object 77">
                <a:extLst>
                  <a:ext uri="{FF2B5EF4-FFF2-40B4-BE49-F238E27FC236}">
                    <a16:creationId xmlns:a16="http://schemas.microsoft.com/office/drawing/2014/main" id="{BB70E897-011A-899E-9E39-9ADC16FB1680}"/>
                  </a:ext>
                </a:extLst>
              </p:cNvPr>
              <p:cNvSpPr/>
              <p:nvPr/>
            </p:nvSpPr>
            <p:spPr>
              <a:xfrm>
                <a:off x="9626667" y="855961"/>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6" name="object 78">
                <a:extLst>
                  <a:ext uri="{FF2B5EF4-FFF2-40B4-BE49-F238E27FC236}">
                    <a16:creationId xmlns:a16="http://schemas.microsoft.com/office/drawing/2014/main" id="{142721DF-9676-4C75-617F-0622E46605E9}"/>
                  </a:ext>
                </a:extLst>
              </p:cNvPr>
              <p:cNvSpPr/>
              <p:nvPr/>
            </p:nvSpPr>
            <p:spPr>
              <a:xfrm>
                <a:off x="9663548" y="855961"/>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7" name="object 79">
                <a:extLst>
                  <a:ext uri="{FF2B5EF4-FFF2-40B4-BE49-F238E27FC236}">
                    <a16:creationId xmlns:a16="http://schemas.microsoft.com/office/drawing/2014/main" id="{A11DA66E-224A-DCC6-67C9-DE664A2C34BF}"/>
                  </a:ext>
                </a:extLst>
              </p:cNvPr>
              <p:cNvSpPr/>
              <p:nvPr/>
            </p:nvSpPr>
            <p:spPr>
              <a:xfrm>
                <a:off x="9681890" y="855961"/>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8" name="object 80">
                <a:extLst>
                  <a:ext uri="{FF2B5EF4-FFF2-40B4-BE49-F238E27FC236}">
                    <a16:creationId xmlns:a16="http://schemas.microsoft.com/office/drawing/2014/main" id="{C36686AE-D0CF-6119-F364-65F50D20C7D7}"/>
                  </a:ext>
                </a:extLst>
              </p:cNvPr>
              <p:cNvSpPr/>
              <p:nvPr/>
            </p:nvSpPr>
            <p:spPr>
              <a:xfrm>
                <a:off x="9700232" y="855961"/>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29" name="object 81">
                <a:extLst>
                  <a:ext uri="{FF2B5EF4-FFF2-40B4-BE49-F238E27FC236}">
                    <a16:creationId xmlns:a16="http://schemas.microsoft.com/office/drawing/2014/main" id="{5F4BD276-D415-BF42-1F6B-6F5498EF6D34}"/>
                  </a:ext>
                </a:extLst>
              </p:cNvPr>
              <p:cNvSpPr/>
              <p:nvPr/>
            </p:nvSpPr>
            <p:spPr>
              <a:xfrm>
                <a:off x="9736897" y="855961"/>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0" name="object 82">
                <a:extLst>
                  <a:ext uri="{FF2B5EF4-FFF2-40B4-BE49-F238E27FC236}">
                    <a16:creationId xmlns:a16="http://schemas.microsoft.com/office/drawing/2014/main" id="{112A6E18-98D0-BD67-FC93-C7457FF3B7BA}"/>
                  </a:ext>
                </a:extLst>
              </p:cNvPr>
              <p:cNvSpPr/>
              <p:nvPr/>
            </p:nvSpPr>
            <p:spPr>
              <a:xfrm>
                <a:off x="9718556" y="855961"/>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1" name="object 83">
                <a:extLst>
                  <a:ext uri="{FF2B5EF4-FFF2-40B4-BE49-F238E27FC236}">
                    <a16:creationId xmlns:a16="http://schemas.microsoft.com/office/drawing/2014/main" id="{56CF34C9-92A5-CEED-8A72-7E25829F3248}"/>
                  </a:ext>
                </a:extLst>
              </p:cNvPr>
              <p:cNvSpPr/>
              <p:nvPr/>
            </p:nvSpPr>
            <p:spPr>
              <a:xfrm>
                <a:off x="9755218" y="855961"/>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2" name="object 86">
                <a:extLst>
                  <a:ext uri="{FF2B5EF4-FFF2-40B4-BE49-F238E27FC236}">
                    <a16:creationId xmlns:a16="http://schemas.microsoft.com/office/drawing/2014/main" id="{2ACC370E-3ED9-A58A-3211-D4D918897A37}"/>
                  </a:ext>
                </a:extLst>
              </p:cNvPr>
              <p:cNvSpPr/>
              <p:nvPr/>
            </p:nvSpPr>
            <p:spPr>
              <a:xfrm>
                <a:off x="9640007"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3" name="object 87">
                <a:extLst>
                  <a:ext uri="{FF2B5EF4-FFF2-40B4-BE49-F238E27FC236}">
                    <a16:creationId xmlns:a16="http://schemas.microsoft.com/office/drawing/2014/main" id="{F5C77300-55A3-43FB-EB72-C733BC0836B3}"/>
                  </a:ext>
                </a:extLst>
              </p:cNvPr>
              <p:cNvSpPr/>
              <p:nvPr/>
            </p:nvSpPr>
            <p:spPr>
              <a:xfrm>
                <a:off x="9621667"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4" name="object 88">
                <a:extLst>
                  <a:ext uri="{FF2B5EF4-FFF2-40B4-BE49-F238E27FC236}">
                    <a16:creationId xmlns:a16="http://schemas.microsoft.com/office/drawing/2014/main" id="{E085652F-7F5A-1154-9A8A-A34FFFDFBFB1}"/>
                  </a:ext>
                </a:extLst>
              </p:cNvPr>
              <p:cNvSpPr/>
              <p:nvPr/>
            </p:nvSpPr>
            <p:spPr>
              <a:xfrm>
                <a:off x="9658567" y="866069"/>
                <a:ext cx="20836" cy="8930"/>
              </a:xfrm>
              <a:custGeom>
                <a:avLst/>
                <a:gdLst/>
                <a:ahLst/>
                <a:cxnLst/>
                <a:rect l="l" t="t" r="r" b="b"/>
                <a:pathLst>
                  <a:path w="13334" h="5714">
                    <a:moveTo>
                      <a:pt x="12852" y="0"/>
                    </a:moveTo>
                    <a:lnTo>
                      <a:pt x="2793" y="0"/>
                    </a:lnTo>
                    <a:lnTo>
                      <a:pt x="0" y="5664"/>
                    </a:lnTo>
                    <a:lnTo>
                      <a:pt x="10058" y="5664"/>
                    </a:lnTo>
                    <a:lnTo>
                      <a:pt x="1285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5" name="object 89">
                <a:extLst>
                  <a:ext uri="{FF2B5EF4-FFF2-40B4-BE49-F238E27FC236}">
                    <a16:creationId xmlns:a16="http://schemas.microsoft.com/office/drawing/2014/main" id="{21220DFB-1E58-36E7-C43D-939A67388D9F}"/>
                  </a:ext>
                </a:extLst>
              </p:cNvPr>
              <p:cNvSpPr/>
              <p:nvPr/>
            </p:nvSpPr>
            <p:spPr>
              <a:xfrm>
                <a:off x="9695231" y="866069"/>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6" name="object 90">
                <a:extLst>
                  <a:ext uri="{FF2B5EF4-FFF2-40B4-BE49-F238E27FC236}">
                    <a16:creationId xmlns:a16="http://schemas.microsoft.com/office/drawing/2014/main" id="{B482B76B-8632-1839-35F0-B11A8BE18011}"/>
                  </a:ext>
                </a:extLst>
              </p:cNvPr>
              <p:cNvSpPr/>
              <p:nvPr/>
            </p:nvSpPr>
            <p:spPr>
              <a:xfrm>
                <a:off x="9676890" y="866069"/>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7" name="object 91">
                <a:extLst>
                  <a:ext uri="{FF2B5EF4-FFF2-40B4-BE49-F238E27FC236}">
                    <a16:creationId xmlns:a16="http://schemas.microsoft.com/office/drawing/2014/main" id="{BFDA0D3E-B30A-2865-1FFB-ED49F0849114}"/>
                  </a:ext>
                </a:extLst>
              </p:cNvPr>
              <p:cNvSpPr/>
              <p:nvPr/>
            </p:nvSpPr>
            <p:spPr>
              <a:xfrm>
                <a:off x="9750218"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8" name="object 92">
                <a:extLst>
                  <a:ext uri="{FF2B5EF4-FFF2-40B4-BE49-F238E27FC236}">
                    <a16:creationId xmlns:a16="http://schemas.microsoft.com/office/drawing/2014/main" id="{EA97EF07-67A4-B236-AF40-663A78415856}"/>
                  </a:ext>
                </a:extLst>
              </p:cNvPr>
              <p:cNvSpPr/>
              <p:nvPr/>
            </p:nvSpPr>
            <p:spPr>
              <a:xfrm>
                <a:off x="9731876" y="866069"/>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39" name="object 93">
                <a:extLst>
                  <a:ext uri="{FF2B5EF4-FFF2-40B4-BE49-F238E27FC236}">
                    <a16:creationId xmlns:a16="http://schemas.microsoft.com/office/drawing/2014/main" id="{243C18C6-F54D-96A4-1E34-E43F2C773332}"/>
                  </a:ext>
                </a:extLst>
              </p:cNvPr>
              <p:cNvSpPr/>
              <p:nvPr/>
            </p:nvSpPr>
            <p:spPr>
              <a:xfrm>
                <a:off x="9713554" y="866069"/>
                <a:ext cx="20836" cy="8930"/>
              </a:xfrm>
              <a:custGeom>
                <a:avLst/>
                <a:gdLst/>
                <a:ahLst/>
                <a:cxnLst/>
                <a:rect l="l" t="t" r="r" b="b"/>
                <a:pathLst>
                  <a:path w="13334" h="5714">
                    <a:moveTo>
                      <a:pt x="12979" y="0"/>
                    </a:moveTo>
                    <a:lnTo>
                      <a:pt x="2793" y="0"/>
                    </a:lnTo>
                    <a:lnTo>
                      <a:pt x="0" y="5664"/>
                    </a:lnTo>
                    <a:lnTo>
                      <a:pt x="10185"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0" name="object 96">
                <a:extLst>
                  <a:ext uri="{FF2B5EF4-FFF2-40B4-BE49-F238E27FC236}">
                    <a16:creationId xmlns:a16="http://schemas.microsoft.com/office/drawing/2014/main" id="{59F8C125-895C-78C3-4244-C4291178E79D}"/>
                  </a:ext>
                </a:extLst>
              </p:cNvPr>
              <p:cNvSpPr/>
              <p:nvPr/>
            </p:nvSpPr>
            <p:spPr>
              <a:xfrm>
                <a:off x="9616665"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1" name="object 97">
                <a:extLst>
                  <a:ext uri="{FF2B5EF4-FFF2-40B4-BE49-F238E27FC236}">
                    <a16:creationId xmlns:a16="http://schemas.microsoft.com/office/drawing/2014/main" id="{658A3F0A-6BC0-03D9-746E-5C80BE6AA103}"/>
                  </a:ext>
                </a:extLst>
              </p:cNvPr>
              <p:cNvSpPr/>
              <p:nvPr/>
            </p:nvSpPr>
            <p:spPr>
              <a:xfrm>
                <a:off x="9635007"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2" name="object 98">
                <a:extLst>
                  <a:ext uri="{FF2B5EF4-FFF2-40B4-BE49-F238E27FC236}">
                    <a16:creationId xmlns:a16="http://schemas.microsoft.com/office/drawing/2014/main" id="{D7E48732-F7DF-4E4B-E5DF-B346FF68EFEF}"/>
                  </a:ext>
                </a:extLst>
              </p:cNvPr>
              <p:cNvSpPr/>
              <p:nvPr/>
            </p:nvSpPr>
            <p:spPr>
              <a:xfrm>
                <a:off x="9690212" y="876196"/>
                <a:ext cx="20836" cy="8930"/>
              </a:xfrm>
              <a:custGeom>
                <a:avLst/>
                <a:gdLst/>
                <a:ahLst/>
                <a:cxnLst/>
                <a:rect l="l" t="t" r="r" b="b"/>
                <a:pathLst>
                  <a:path w="13334" h="5714">
                    <a:moveTo>
                      <a:pt x="12992" y="0"/>
                    </a:moveTo>
                    <a:lnTo>
                      <a:pt x="2793"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3" name="object 99">
                <a:extLst>
                  <a:ext uri="{FF2B5EF4-FFF2-40B4-BE49-F238E27FC236}">
                    <a16:creationId xmlns:a16="http://schemas.microsoft.com/office/drawing/2014/main" id="{1D99C9F1-5A0D-1FC2-B5F6-5F38561C9BDC}"/>
                  </a:ext>
                </a:extLst>
              </p:cNvPr>
              <p:cNvSpPr/>
              <p:nvPr/>
            </p:nvSpPr>
            <p:spPr>
              <a:xfrm>
                <a:off x="9653548" y="876196"/>
                <a:ext cx="20836" cy="8930"/>
              </a:xfrm>
              <a:custGeom>
                <a:avLst/>
                <a:gdLst/>
                <a:ahLst/>
                <a:cxnLst/>
                <a:rect l="l" t="t" r="r" b="b"/>
                <a:pathLst>
                  <a:path w="13334" h="5714">
                    <a:moveTo>
                      <a:pt x="12865" y="0"/>
                    </a:moveTo>
                    <a:lnTo>
                      <a:pt x="2793" y="0"/>
                    </a:lnTo>
                    <a:lnTo>
                      <a:pt x="0" y="5664"/>
                    </a:lnTo>
                    <a:lnTo>
                      <a:pt x="10058" y="5664"/>
                    </a:lnTo>
                    <a:lnTo>
                      <a:pt x="12865"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4" name="object 100">
                <a:extLst>
                  <a:ext uri="{FF2B5EF4-FFF2-40B4-BE49-F238E27FC236}">
                    <a16:creationId xmlns:a16="http://schemas.microsoft.com/office/drawing/2014/main" id="{B2C9AD6E-223A-5720-F124-BEB12DD240DA}"/>
                  </a:ext>
                </a:extLst>
              </p:cNvPr>
              <p:cNvSpPr/>
              <p:nvPr/>
            </p:nvSpPr>
            <p:spPr>
              <a:xfrm>
                <a:off x="9671889" y="876196"/>
                <a:ext cx="20836" cy="8930"/>
              </a:xfrm>
              <a:custGeom>
                <a:avLst/>
                <a:gdLst/>
                <a:ahLst/>
                <a:cxnLst/>
                <a:rect l="l" t="t" r="r" b="b"/>
                <a:pathLst>
                  <a:path w="13334" h="5714">
                    <a:moveTo>
                      <a:pt x="12979" y="0"/>
                    </a:moveTo>
                    <a:lnTo>
                      <a:pt x="2793" y="0"/>
                    </a:lnTo>
                    <a:lnTo>
                      <a:pt x="0" y="5664"/>
                    </a:lnTo>
                    <a:lnTo>
                      <a:pt x="10172" y="5664"/>
                    </a:lnTo>
                    <a:lnTo>
                      <a:pt x="12979"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5" name="object 101">
                <a:extLst>
                  <a:ext uri="{FF2B5EF4-FFF2-40B4-BE49-F238E27FC236}">
                    <a16:creationId xmlns:a16="http://schemas.microsoft.com/office/drawing/2014/main" id="{E2284F7C-B6C5-F51E-1C70-EAA715A9B5A3}"/>
                  </a:ext>
                </a:extLst>
              </p:cNvPr>
              <p:cNvSpPr/>
              <p:nvPr/>
            </p:nvSpPr>
            <p:spPr>
              <a:xfrm>
                <a:off x="9745218"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6" name="object 102">
                <a:extLst>
                  <a:ext uri="{FF2B5EF4-FFF2-40B4-BE49-F238E27FC236}">
                    <a16:creationId xmlns:a16="http://schemas.microsoft.com/office/drawing/2014/main" id="{A2C11D83-2BCC-C294-CEF2-21720069F6B9}"/>
                  </a:ext>
                </a:extLst>
              </p:cNvPr>
              <p:cNvSpPr/>
              <p:nvPr/>
            </p:nvSpPr>
            <p:spPr>
              <a:xfrm>
                <a:off x="9726876" y="876196"/>
                <a:ext cx="20836" cy="8930"/>
              </a:xfrm>
              <a:custGeom>
                <a:avLst/>
                <a:gdLst/>
                <a:ahLst/>
                <a:cxnLst/>
                <a:rect l="l" t="t" r="r" b="b"/>
                <a:pathLst>
                  <a:path w="13334" h="5714">
                    <a:moveTo>
                      <a:pt x="12992" y="0"/>
                    </a:moveTo>
                    <a:lnTo>
                      <a:pt x="2806" y="0"/>
                    </a:lnTo>
                    <a:lnTo>
                      <a:pt x="0" y="5664"/>
                    </a:lnTo>
                    <a:lnTo>
                      <a:pt x="10185"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47" name="object 103">
                <a:extLst>
                  <a:ext uri="{FF2B5EF4-FFF2-40B4-BE49-F238E27FC236}">
                    <a16:creationId xmlns:a16="http://schemas.microsoft.com/office/drawing/2014/main" id="{9E16B502-7F3E-0967-0BAF-28C7DEEAFB2C}"/>
                  </a:ext>
                </a:extLst>
              </p:cNvPr>
              <p:cNvSpPr/>
              <p:nvPr/>
            </p:nvSpPr>
            <p:spPr>
              <a:xfrm>
                <a:off x="9708534" y="876196"/>
                <a:ext cx="20836" cy="8930"/>
              </a:xfrm>
              <a:custGeom>
                <a:avLst/>
                <a:gdLst/>
                <a:ahLst/>
                <a:cxnLst/>
                <a:rect l="l" t="t" r="r" b="b"/>
                <a:pathLst>
                  <a:path w="13334" h="5714">
                    <a:moveTo>
                      <a:pt x="12992" y="0"/>
                    </a:moveTo>
                    <a:lnTo>
                      <a:pt x="2806" y="0"/>
                    </a:lnTo>
                    <a:lnTo>
                      <a:pt x="0" y="5664"/>
                    </a:lnTo>
                    <a:lnTo>
                      <a:pt x="10198" y="5664"/>
                    </a:lnTo>
                    <a:lnTo>
                      <a:pt x="12992" y="0"/>
                    </a:lnTo>
                    <a:close/>
                  </a:path>
                </a:pathLst>
              </a:custGeom>
              <a:grp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grpSp>
        <p:grpSp>
          <p:nvGrpSpPr>
            <p:cNvPr id="290" name="Group 289">
              <a:extLst>
                <a:ext uri="{FF2B5EF4-FFF2-40B4-BE49-F238E27FC236}">
                  <a16:creationId xmlns:a16="http://schemas.microsoft.com/office/drawing/2014/main" id="{C36E95D1-4555-8F4D-D686-85D23C28ADBC}"/>
                </a:ext>
              </a:extLst>
            </p:cNvPr>
            <p:cNvGrpSpPr/>
            <p:nvPr/>
          </p:nvGrpSpPr>
          <p:grpSpPr>
            <a:xfrm flipH="1">
              <a:off x="5784435" y="2687668"/>
              <a:ext cx="326585" cy="131214"/>
              <a:chOff x="10349010" y="1574415"/>
              <a:chExt cx="507849" cy="206099"/>
            </a:xfrm>
            <a:solidFill>
              <a:sysClr val="window" lastClr="FFFFFF"/>
            </a:solidFill>
          </p:grpSpPr>
          <p:sp>
            <p:nvSpPr>
              <p:cNvPr id="293" name="Rectangle 292">
                <a:extLst>
                  <a:ext uri="{FF2B5EF4-FFF2-40B4-BE49-F238E27FC236}">
                    <a16:creationId xmlns:a16="http://schemas.microsoft.com/office/drawing/2014/main" id="{FCFDC69A-8588-548A-8FA5-B7E30556B22A}"/>
                  </a:ext>
                </a:extLst>
              </p:cNvPr>
              <p:cNvSpPr>
                <a:spLocks noChangeAspect="1"/>
              </p:cNvSpPr>
              <p:nvPr/>
            </p:nvSpPr>
            <p:spPr>
              <a:xfrm>
                <a:off x="10811139" y="157441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94" name="Rectangle 293">
                <a:extLst>
                  <a:ext uri="{FF2B5EF4-FFF2-40B4-BE49-F238E27FC236}">
                    <a16:creationId xmlns:a16="http://schemas.microsoft.com/office/drawing/2014/main" id="{77331520-4C3E-CB0D-F963-7D6031270ED5}"/>
                  </a:ext>
                </a:extLst>
              </p:cNvPr>
              <p:cNvSpPr>
                <a:spLocks noChangeAspect="1"/>
              </p:cNvSpPr>
              <p:nvPr/>
            </p:nvSpPr>
            <p:spPr>
              <a:xfrm>
                <a:off x="10695606" y="157441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95" name="Rectangle 294">
                <a:extLst>
                  <a:ext uri="{FF2B5EF4-FFF2-40B4-BE49-F238E27FC236}">
                    <a16:creationId xmlns:a16="http://schemas.microsoft.com/office/drawing/2014/main" id="{0A710E71-EE9E-1F63-56C9-16395CF1FAFD}"/>
                  </a:ext>
                </a:extLst>
              </p:cNvPr>
              <p:cNvSpPr>
                <a:spLocks noChangeAspect="1"/>
              </p:cNvSpPr>
              <p:nvPr/>
            </p:nvSpPr>
            <p:spPr>
              <a:xfrm>
                <a:off x="10464542" y="157441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96" name="Rectangle 295">
                <a:extLst>
                  <a:ext uri="{FF2B5EF4-FFF2-40B4-BE49-F238E27FC236}">
                    <a16:creationId xmlns:a16="http://schemas.microsoft.com/office/drawing/2014/main" id="{429EA086-2D8D-20FA-D396-B21BCCC2A9A7}"/>
                  </a:ext>
                </a:extLst>
              </p:cNvPr>
              <p:cNvSpPr>
                <a:spLocks noChangeAspect="1"/>
              </p:cNvSpPr>
              <p:nvPr/>
            </p:nvSpPr>
            <p:spPr>
              <a:xfrm>
                <a:off x="10349010" y="157441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97" name="Rectangle 296">
                <a:extLst>
                  <a:ext uri="{FF2B5EF4-FFF2-40B4-BE49-F238E27FC236}">
                    <a16:creationId xmlns:a16="http://schemas.microsoft.com/office/drawing/2014/main" id="{AAA9F0EB-8603-E0D1-9FA9-D90E48997CFA}"/>
                  </a:ext>
                </a:extLst>
              </p:cNvPr>
              <p:cNvSpPr>
                <a:spLocks noChangeAspect="1"/>
              </p:cNvSpPr>
              <p:nvPr/>
            </p:nvSpPr>
            <p:spPr>
              <a:xfrm>
                <a:off x="10580074" y="1574415"/>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98" name="Rectangle 297">
                <a:extLst>
                  <a:ext uri="{FF2B5EF4-FFF2-40B4-BE49-F238E27FC236}">
                    <a16:creationId xmlns:a16="http://schemas.microsoft.com/office/drawing/2014/main" id="{9D1DF01D-EE9D-1DD4-3334-F48D3E39A5B1}"/>
                  </a:ext>
                </a:extLst>
              </p:cNvPr>
              <p:cNvSpPr>
                <a:spLocks noChangeAspect="1"/>
              </p:cNvSpPr>
              <p:nvPr/>
            </p:nvSpPr>
            <p:spPr>
              <a:xfrm>
                <a:off x="10811139" y="165460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99" name="Rectangle 298">
                <a:extLst>
                  <a:ext uri="{FF2B5EF4-FFF2-40B4-BE49-F238E27FC236}">
                    <a16:creationId xmlns:a16="http://schemas.microsoft.com/office/drawing/2014/main" id="{37535BC3-8709-B330-ABE0-97DF69464A32}"/>
                  </a:ext>
                </a:extLst>
              </p:cNvPr>
              <p:cNvSpPr>
                <a:spLocks noChangeAspect="1"/>
              </p:cNvSpPr>
              <p:nvPr/>
            </p:nvSpPr>
            <p:spPr>
              <a:xfrm>
                <a:off x="10695606" y="165460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0" name="Rectangle 299">
                <a:extLst>
                  <a:ext uri="{FF2B5EF4-FFF2-40B4-BE49-F238E27FC236}">
                    <a16:creationId xmlns:a16="http://schemas.microsoft.com/office/drawing/2014/main" id="{46D32FD0-D735-B7A4-9768-874894649B4A}"/>
                  </a:ext>
                </a:extLst>
              </p:cNvPr>
              <p:cNvSpPr>
                <a:spLocks noChangeAspect="1"/>
              </p:cNvSpPr>
              <p:nvPr/>
            </p:nvSpPr>
            <p:spPr>
              <a:xfrm>
                <a:off x="10464542" y="165460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1" name="Rectangle 300">
                <a:extLst>
                  <a:ext uri="{FF2B5EF4-FFF2-40B4-BE49-F238E27FC236}">
                    <a16:creationId xmlns:a16="http://schemas.microsoft.com/office/drawing/2014/main" id="{5DB4D251-43F5-C784-A366-B8D03D1858F3}"/>
                  </a:ext>
                </a:extLst>
              </p:cNvPr>
              <p:cNvSpPr>
                <a:spLocks noChangeAspect="1"/>
              </p:cNvSpPr>
              <p:nvPr/>
            </p:nvSpPr>
            <p:spPr>
              <a:xfrm>
                <a:off x="10349010" y="165460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2" name="Rectangle 301">
                <a:extLst>
                  <a:ext uri="{FF2B5EF4-FFF2-40B4-BE49-F238E27FC236}">
                    <a16:creationId xmlns:a16="http://schemas.microsoft.com/office/drawing/2014/main" id="{2DC22A2C-992A-9D8E-BF77-C67259AAF162}"/>
                  </a:ext>
                </a:extLst>
              </p:cNvPr>
              <p:cNvSpPr>
                <a:spLocks noChangeAspect="1"/>
              </p:cNvSpPr>
              <p:nvPr/>
            </p:nvSpPr>
            <p:spPr>
              <a:xfrm>
                <a:off x="10580074" y="165460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3" name="Rectangle 302">
                <a:extLst>
                  <a:ext uri="{FF2B5EF4-FFF2-40B4-BE49-F238E27FC236}">
                    <a16:creationId xmlns:a16="http://schemas.microsoft.com/office/drawing/2014/main" id="{F53B444A-A744-0B01-8C4C-B429385EEAB7}"/>
                  </a:ext>
                </a:extLst>
              </p:cNvPr>
              <p:cNvSpPr>
                <a:spLocks noChangeAspect="1"/>
              </p:cNvSpPr>
              <p:nvPr/>
            </p:nvSpPr>
            <p:spPr>
              <a:xfrm>
                <a:off x="10811139" y="173479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4" name="Rectangle 303">
                <a:extLst>
                  <a:ext uri="{FF2B5EF4-FFF2-40B4-BE49-F238E27FC236}">
                    <a16:creationId xmlns:a16="http://schemas.microsoft.com/office/drawing/2014/main" id="{AAC496CA-23E5-FBC2-DD7B-FEBE7C848967}"/>
                  </a:ext>
                </a:extLst>
              </p:cNvPr>
              <p:cNvSpPr>
                <a:spLocks noChangeAspect="1"/>
              </p:cNvSpPr>
              <p:nvPr/>
            </p:nvSpPr>
            <p:spPr>
              <a:xfrm>
                <a:off x="10695606" y="173479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5" name="Rectangle 304">
                <a:extLst>
                  <a:ext uri="{FF2B5EF4-FFF2-40B4-BE49-F238E27FC236}">
                    <a16:creationId xmlns:a16="http://schemas.microsoft.com/office/drawing/2014/main" id="{33A85AD4-2B79-B0BF-C9D6-3882B4C9EFE5}"/>
                  </a:ext>
                </a:extLst>
              </p:cNvPr>
              <p:cNvSpPr>
                <a:spLocks noChangeAspect="1"/>
              </p:cNvSpPr>
              <p:nvPr/>
            </p:nvSpPr>
            <p:spPr>
              <a:xfrm>
                <a:off x="10464542" y="173479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6" name="Rectangle 305">
                <a:extLst>
                  <a:ext uri="{FF2B5EF4-FFF2-40B4-BE49-F238E27FC236}">
                    <a16:creationId xmlns:a16="http://schemas.microsoft.com/office/drawing/2014/main" id="{A3E49876-66A3-5492-747E-CBCC77B5C00A}"/>
                  </a:ext>
                </a:extLst>
              </p:cNvPr>
              <p:cNvSpPr>
                <a:spLocks noChangeAspect="1"/>
              </p:cNvSpPr>
              <p:nvPr/>
            </p:nvSpPr>
            <p:spPr>
              <a:xfrm>
                <a:off x="10349010" y="173479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307" name="Rectangle 306">
                <a:extLst>
                  <a:ext uri="{FF2B5EF4-FFF2-40B4-BE49-F238E27FC236}">
                    <a16:creationId xmlns:a16="http://schemas.microsoft.com/office/drawing/2014/main" id="{709A2EB0-443E-2973-E0A6-70CB196FC246}"/>
                  </a:ext>
                </a:extLst>
              </p:cNvPr>
              <p:cNvSpPr>
                <a:spLocks noChangeAspect="1"/>
              </p:cNvSpPr>
              <p:nvPr/>
            </p:nvSpPr>
            <p:spPr>
              <a:xfrm>
                <a:off x="10580074" y="1734794"/>
                <a:ext cx="45720" cy="45720"/>
              </a:xfrm>
              <a:prstGeom prst="rect">
                <a:avLst/>
              </a:prstGeom>
              <a:grp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sp>
          <p:nvSpPr>
            <p:cNvPr id="291" name="Rectangle 290">
              <a:extLst>
                <a:ext uri="{FF2B5EF4-FFF2-40B4-BE49-F238E27FC236}">
                  <a16:creationId xmlns:a16="http://schemas.microsoft.com/office/drawing/2014/main" id="{CD04D727-549B-FDA3-E3C8-E0A67B25ABAA}"/>
                </a:ext>
              </a:extLst>
            </p:cNvPr>
            <p:cNvSpPr>
              <a:spLocks noChangeAspect="1"/>
            </p:cNvSpPr>
            <p:nvPr/>
          </p:nvSpPr>
          <p:spPr>
            <a:xfrm flipH="1">
              <a:off x="5843629" y="2789787"/>
              <a:ext cx="58803" cy="58216"/>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sp>
          <p:nvSpPr>
            <p:cNvPr id="292" name="Rectangle 291">
              <a:extLst>
                <a:ext uri="{FF2B5EF4-FFF2-40B4-BE49-F238E27FC236}">
                  <a16:creationId xmlns:a16="http://schemas.microsoft.com/office/drawing/2014/main" id="{0F4F041B-1694-96A5-B6F2-BF0E5EE295A1}"/>
                </a:ext>
              </a:extLst>
            </p:cNvPr>
            <p:cNvSpPr>
              <a:spLocks noChangeAspect="1"/>
            </p:cNvSpPr>
            <p:nvPr/>
          </p:nvSpPr>
          <p:spPr>
            <a:xfrm flipH="1">
              <a:off x="5993071" y="2789778"/>
              <a:ext cx="58803" cy="58216"/>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grpSp>
      <p:grpSp>
        <p:nvGrpSpPr>
          <p:cNvPr id="391" name="Group 390">
            <a:extLst>
              <a:ext uri="{FF2B5EF4-FFF2-40B4-BE49-F238E27FC236}">
                <a16:creationId xmlns:a16="http://schemas.microsoft.com/office/drawing/2014/main" id="{733A82D5-5695-1FFD-D9B7-F5B94A408A46}"/>
              </a:ext>
            </a:extLst>
          </p:cNvPr>
          <p:cNvGrpSpPr/>
          <p:nvPr/>
        </p:nvGrpSpPr>
        <p:grpSpPr>
          <a:xfrm>
            <a:off x="993887" y="3017534"/>
            <a:ext cx="857647" cy="583547"/>
            <a:chOff x="1151746" y="3636875"/>
            <a:chExt cx="982731" cy="661354"/>
          </a:xfrm>
        </p:grpSpPr>
        <p:sp>
          <p:nvSpPr>
            <p:cNvPr id="392" name="Trapezoid 391">
              <a:extLst>
                <a:ext uri="{FF2B5EF4-FFF2-40B4-BE49-F238E27FC236}">
                  <a16:creationId xmlns:a16="http://schemas.microsoft.com/office/drawing/2014/main" id="{CC4D6859-1B39-E84B-51A7-1BE6DA50DE91}"/>
                </a:ext>
              </a:extLst>
            </p:cNvPr>
            <p:cNvSpPr/>
            <p:nvPr/>
          </p:nvSpPr>
          <p:spPr>
            <a:xfrm>
              <a:off x="1369988" y="3796805"/>
              <a:ext cx="649388" cy="364782"/>
            </a:xfrm>
            <a:prstGeom prst="trapezoid">
              <a:avLst>
                <a:gd name="adj" fmla="val 35197"/>
              </a:avLst>
            </a:prstGeom>
            <a:noFill/>
            <a:ln w="19050" cap="flat" cmpd="sng" algn="ctr">
              <a:solidFill>
                <a:sysClr val="windowText" lastClr="000000"/>
              </a:solidFill>
              <a:prstDash val="sysDot"/>
              <a:miter lim="800000"/>
            </a:ln>
            <a:effectLst/>
          </p:spPr>
          <p:txBody>
            <a:bodyPr rtlCol="0" anchor="ctr"/>
            <a:lstStyle/>
            <a:p>
              <a:pPr marL="0" marR="0" lvl="0" indent="0" algn="ctr" defTabSz="806869" eaLnBrk="1" fontAlgn="auto" latinLnBrk="0" hangingPunct="1">
                <a:lnSpc>
                  <a:spcPct val="100000"/>
                </a:lnSpc>
                <a:spcBef>
                  <a:spcPts val="0"/>
                </a:spcBef>
                <a:spcAft>
                  <a:spcPts val="0"/>
                </a:spcAft>
                <a:buClrTx/>
                <a:buSzTx/>
                <a:buFontTx/>
                <a:buNone/>
                <a:tabLst/>
                <a:defRPr/>
              </a:pPr>
              <a:endParaRPr kumimoji="0" lang="en-US" sz="1587" b="0" i="0" u="none" strike="noStrike" kern="0" cap="none" spc="0" normalizeH="0" baseline="0" noProof="0">
                <a:ln>
                  <a:noFill/>
                </a:ln>
                <a:solidFill>
                  <a:prstClr val="white"/>
                </a:solidFill>
                <a:effectLst/>
                <a:uLnTx/>
                <a:uFillTx/>
              </a:endParaRPr>
            </a:p>
          </p:txBody>
        </p:sp>
        <p:cxnSp>
          <p:nvCxnSpPr>
            <p:cNvPr id="393" name="Straight Connector 392">
              <a:extLst>
                <a:ext uri="{FF2B5EF4-FFF2-40B4-BE49-F238E27FC236}">
                  <a16:creationId xmlns:a16="http://schemas.microsoft.com/office/drawing/2014/main" id="{6284F725-E8FA-837F-5244-127BBD5E8879}"/>
                </a:ext>
              </a:extLst>
            </p:cNvPr>
            <p:cNvCxnSpPr>
              <a:stCxn id="392" idx="1"/>
              <a:endCxn id="392" idx="3"/>
            </p:cNvCxnSpPr>
            <p:nvPr/>
          </p:nvCxnSpPr>
          <p:spPr>
            <a:xfrm>
              <a:off x="1417609" y="3979196"/>
              <a:ext cx="554147" cy="0"/>
            </a:xfrm>
            <a:prstGeom prst="line">
              <a:avLst/>
            </a:prstGeom>
            <a:noFill/>
            <a:ln w="19050" cap="flat" cmpd="sng" algn="ctr">
              <a:solidFill>
                <a:sysClr val="windowText" lastClr="000000"/>
              </a:solidFill>
              <a:prstDash val="sysDot"/>
              <a:miter lim="800000"/>
            </a:ln>
            <a:effectLst/>
          </p:spPr>
        </p:cxnSp>
        <p:sp>
          <p:nvSpPr>
            <p:cNvPr id="394" name="object 127">
              <a:extLst>
                <a:ext uri="{FF2B5EF4-FFF2-40B4-BE49-F238E27FC236}">
                  <a16:creationId xmlns:a16="http://schemas.microsoft.com/office/drawing/2014/main" id="{A9DF5802-CE6F-FD92-35A5-911CA46F03C1}"/>
                </a:ext>
              </a:extLst>
            </p:cNvPr>
            <p:cNvSpPr/>
            <p:nvPr/>
          </p:nvSpPr>
          <p:spPr>
            <a:xfrm>
              <a:off x="1257332" y="3980702"/>
              <a:ext cx="215438" cy="190434"/>
            </a:xfrm>
            <a:custGeom>
              <a:avLst/>
              <a:gdLst/>
              <a:ahLst/>
              <a:cxnLst/>
              <a:rect l="l" t="t" r="r" b="b"/>
              <a:pathLst>
                <a:path w="217169" h="201929">
                  <a:moveTo>
                    <a:pt x="50926" y="126568"/>
                  </a:moveTo>
                  <a:lnTo>
                    <a:pt x="49999" y="126898"/>
                  </a:lnTo>
                  <a:lnTo>
                    <a:pt x="33319" y="147053"/>
                  </a:lnTo>
                  <a:lnTo>
                    <a:pt x="0" y="187134"/>
                  </a:lnTo>
                  <a:lnTo>
                    <a:pt x="8635" y="201333"/>
                  </a:lnTo>
                  <a:lnTo>
                    <a:pt x="9829" y="200621"/>
                  </a:lnTo>
                  <a:lnTo>
                    <a:pt x="88582" y="147053"/>
                  </a:lnTo>
                  <a:lnTo>
                    <a:pt x="89877" y="147015"/>
                  </a:lnTo>
                  <a:lnTo>
                    <a:pt x="118959" y="147015"/>
                  </a:lnTo>
                  <a:lnTo>
                    <a:pt x="123024" y="144894"/>
                  </a:lnTo>
                  <a:lnTo>
                    <a:pt x="123977" y="144106"/>
                  </a:lnTo>
                  <a:lnTo>
                    <a:pt x="124790" y="142468"/>
                  </a:lnTo>
                  <a:lnTo>
                    <a:pt x="158476" y="142468"/>
                  </a:lnTo>
                  <a:lnTo>
                    <a:pt x="150022" y="137591"/>
                  </a:lnTo>
                  <a:lnTo>
                    <a:pt x="74040" y="137591"/>
                  </a:lnTo>
                  <a:lnTo>
                    <a:pt x="64922" y="132994"/>
                  </a:lnTo>
                  <a:lnTo>
                    <a:pt x="58762" y="130416"/>
                  </a:lnTo>
                  <a:lnTo>
                    <a:pt x="50926" y="126568"/>
                  </a:lnTo>
                  <a:close/>
                </a:path>
                <a:path w="217169" h="201929">
                  <a:moveTo>
                    <a:pt x="163099" y="145135"/>
                  </a:moveTo>
                  <a:lnTo>
                    <a:pt x="131241" y="145135"/>
                  </a:lnTo>
                  <a:lnTo>
                    <a:pt x="131013" y="155409"/>
                  </a:lnTo>
                  <a:lnTo>
                    <a:pt x="131394" y="162090"/>
                  </a:lnTo>
                  <a:lnTo>
                    <a:pt x="131381" y="170827"/>
                  </a:lnTo>
                  <a:lnTo>
                    <a:pt x="132168" y="171538"/>
                  </a:lnTo>
                  <a:lnTo>
                    <a:pt x="141439" y="173672"/>
                  </a:lnTo>
                  <a:lnTo>
                    <a:pt x="148729" y="175564"/>
                  </a:lnTo>
                  <a:lnTo>
                    <a:pt x="206705" y="189928"/>
                  </a:lnTo>
                  <a:lnTo>
                    <a:pt x="208368" y="189534"/>
                  </a:lnTo>
                  <a:lnTo>
                    <a:pt x="211696" y="184835"/>
                  </a:lnTo>
                  <a:lnTo>
                    <a:pt x="214287" y="180644"/>
                  </a:lnTo>
                  <a:lnTo>
                    <a:pt x="217068" y="176364"/>
                  </a:lnTo>
                  <a:lnTo>
                    <a:pt x="216115" y="175780"/>
                  </a:lnTo>
                  <a:lnTo>
                    <a:pt x="215315" y="175259"/>
                  </a:lnTo>
                  <a:lnTo>
                    <a:pt x="163099" y="145135"/>
                  </a:lnTo>
                  <a:close/>
                </a:path>
                <a:path w="217169" h="201929">
                  <a:moveTo>
                    <a:pt x="118959" y="147015"/>
                  </a:moveTo>
                  <a:lnTo>
                    <a:pt x="89877" y="147015"/>
                  </a:lnTo>
                  <a:lnTo>
                    <a:pt x="100076" y="151042"/>
                  </a:lnTo>
                  <a:lnTo>
                    <a:pt x="112111" y="150587"/>
                  </a:lnTo>
                  <a:lnTo>
                    <a:pt x="118959" y="147015"/>
                  </a:lnTo>
                  <a:close/>
                </a:path>
                <a:path w="217169" h="201929">
                  <a:moveTo>
                    <a:pt x="158476" y="142468"/>
                  </a:moveTo>
                  <a:lnTo>
                    <a:pt x="124790" y="142468"/>
                  </a:lnTo>
                  <a:lnTo>
                    <a:pt x="128155" y="145237"/>
                  </a:lnTo>
                  <a:lnTo>
                    <a:pt x="131241" y="145135"/>
                  </a:lnTo>
                  <a:lnTo>
                    <a:pt x="163099" y="145135"/>
                  </a:lnTo>
                  <a:lnTo>
                    <a:pt x="158476" y="142468"/>
                  </a:lnTo>
                  <a:close/>
                </a:path>
                <a:path w="217169" h="201929">
                  <a:moveTo>
                    <a:pt x="94627" y="0"/>
                  </a:moveTo>
                  <a:lnTo>
                    <a:pt x="94640" y="96583"/>
                  </a:lnTo>
                  <a:lnTo>
                    <a:pt x="94322" y="97574"/>
                  </a:lnTo>
                  <a:lnTo>
                    <a:pt x="82778" y="106445"/>
                  </a:lnTo>
                  <a:lnTo>
                    <a:pt x="77754" y="117297"/>
                  </a:lnTo>
                  <a:lnTo>
                    <a:pt x="77684" y="123443"/>
                  </a:lnTo>
                  <a:lnTo>
                    <a:pt x="77788" y="130416"/>
                  </a:lnTo>
                  <a:lnTo>
                    <a:pt x="78016" y="131419"/>
                  </a:lnTo>
                  <a:lnTo>
                    <a:pt x="78028" y="133324"/>
                  </a:lnTo>
                  <a:lnTo>
                    <a:pt x="75514" y="135051"/>
                  </a:lnTo>
                  <a:lnTo>
                    <a:pt x="74040" y="137591"/>
                  </a:lnTo>
                  <a:lnTo>
                    <a:pt x="150022" y="137591"/>
                  </a:lnTo>
                  <a:lnTo>
                    <a:pt x="145091" y="134746"/>
                  </a:lnTo>
                  <a:lnTo>
                    <a:pt x="111023" y="134746"/>
                  </a:lnTo>
                  <a:lnTo>
                    <a:pt x="98844" y="134531"/>
                  </a:lnTo>
                  <a:lnTo>
                    <a:pt x="93878" y="129527"/>
                  </a:lnTo>
                  <a:lnTo>
                    <a:pt x="93891" y="117297"/>
                  </a:lnTo>
                  <a:lnTo>
                    <a:pt x="98996" y="112229"/>
                  </a:lnTo>
                  <a:lnTo>
                    <a:pt x="131106" y="112229"/>
                  </a:lnTo>
                  <a:lnTo>
                    <a:pt x="124523" y="102158"/>
                  </a:lnTo>
                  <a:lnTo>
                    <a:pt x="118897" y="98272"/>
                  </a:lnTo>
                  <a:lnTo>
                    <a:pt x="111861" y="96227"/>
                  </a:lnTo>
                  <a:lnTo>
                    <a:pt x="111975" y="94373"/>
                  </a:lnTo>
                  <a:lnTo>
                    <a:pt x="111366" y="90589"/>
                  </a:lnTo>
                  <a:lnTo>
                    <a:pt x="112547" y="88823"/>
                  </a:lnTo>
                  <a:lnTo>
                    <a:pt x="120535" y="84454"/>
                  </a:lnTo>
                  <a:lnTo>
                    <a:pt x="125615" y="81064"/>
                  </a:lnTo>
                  <a:lnTo>
                    <a:pt x="132867" y="76987"/>
                  </a:lnTo>
                  <a:lnTo>
                    <a:pt x="133083" y="75933"/>
                  </a:lnTo>
                  <a:lnTo>
                    <a:pt x="130873" y="68986"/>
                  </a:lnTo>
                  <a:lnTo>
                    <a:pt x="129539" y="63944"/>
                  </a:lnTo>
                  <a:lnTo>
                    <a:pt x="111747" y="2362"/>
                  </a:lnTo>
                  <a:lnTo>
                    <a:pt x="100063" y="266"/>
                  </a:lnTo>
                  <a:lnTo>
                    <a:pt x="94627" y="0"/>
                  </a:lnTo>
                  <a:close/>
                </a:path>
                <a:path w="217169" h="201929">
                  <a:moveTo>
                    <a:pt x="131106" y="112229"/>
                  </a:moveTo>
                  <a:lnTo>
                    <a:pt x="98996" y="112229"/>
                  </a:lnTo>
                  <a:lnTo>
                    <a:pt x="111264" y="112420"/>
                  </a:lnTo>
                  <a:lnTo>
                    <a:pt x="116065" y="117297"/>
                  </a:lnTo>
                  <a:lnTo>
                    <a:pt x="116090" y="129666"/>
                  </a:lnTo>
                  <a:lnTo>
                    <a:pt x="111023" y="134746"/>
                  </a:lnTo>
                  <a:lnTo>
                    <a:pt x="145091" y="134746"/>
                  </a:lnTo>
                  <a:lnTo>
                    <a:pt x="133578" y="128104"/>
                  </a:lnTo>
                  <a:lnTo>
                    <a:pt x="132664" y="127139"/>
                  </a:lnTo>
                  <a:lnTo>
                    <a:pt x="133349" y="118783"/>
                  </a:lnTo>
                  <a:lnTo>
                    <a:pt x="131762" y="113233"/>
                  </a:lnTo>
                  <a:lnTo>
                    <a:pt x="131106" y="112229"/>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95" name="object 128">
              <a:extLst>
                <a:ext uri="{FF2B5EF4-FFF2-40B4-BE49-F238E27FC236}">
                  <a16:creationId xmlns:a16="http://schemas.microsoft.com/office/drawing/2014/main" id="{6C3AC767-229B-B974-424B-8EF6EF7377A1}"/>
                </a:ext>
              </a:extLst>
            </p:cNvPr>
            <p:cNvSpPr/>
            <p:nvPr/>
          </p:nvSpPr>
          <p:spPr>
            <a:xfrm>
              <a:off x="1338928" y="4129952"/>
              <a:ext cx="44726" cy="168276"/>
            </a:xfrm>
            <a:custGeom>
              <a:avLst/>
              <a:gdLst/>
              <a:ahLst/>
              <a:cxnLst/>
              <a:rect l="l" t="t" r="r" b="b"/>
              <a:pathLst>
                <a:path w="45085" h="178435">
                  <a:moveTo>
                    <a:pt x="13690" y="0"/>
                  </a:moveTo>
                  <a:lnTo>
                    <a:pt x="12941" y="825"/>
                  </a:lnTo>
                  <a:lnTo>
                    <a:pt x="12246" y="16155"/>
                  </a:lnTo>
                  <a:lnTo>
                    <a:pt x="11008" y="41525"/>
                  </a:lnTo>
                  <a:lnTo>
                    <a:pt x="9660" y="96743"/>
                  </a:lnTo>
                  <a:lnTo>
                    <a:pt x="9180" y="148497"/>
                  </a:lnTo>
                  <a:lnTo>
                    <a:pt x="0" y="150863"/>
                  </a:lnTo>
                  <a:lnTo>
                    <a:pt x="0" y="178384"/>
                  </a:lnTo>
                  <a:lnTo>
                    <a:pt x="44602" y="178384"/>
                  </a:lnTo>
                  <a:lnTo>
                    <a:pt x="44602" y="150863"/>
                  </a:lnTo>
                  <a:lnTo>
                    <a:pt x="40322" y="150863"/>
                  </a:lnTo>
                  <a:lnTo>
                    <a:pt x="38658" y="145662"/>
                  </a:lnTo>
                  <a:lnTo>
                    <a:pt x="37519" y="132485"/>
                  </a:lnTo>
                  <a:lnTo>
                    <a:pt x="36797" y="114966"/>
                  </a:lnTo>
                  <a:lnTo>
                    <a:pt x="36388" y="96743"/>
                  </a:lnTo>
                  <a:lnTo>
                    <a:pt x="36075" y="72725"/>
                  </a:lnTo>
                  <a:lnTo>
                    <a:pt x="34203" y="34510"/>
                  </a:lnTo>
                  <a:lnTo>
                    <a:pt x="33197" y="14414"/>
                  </a:lnTo>
                  <a:lnTo>
                    <a:pt x="32753" y="7480"/>
                  </a:lnTo>
                  <a:lnTo>
                    <a:pt x="32341" y="292"/>
                  </a:lnTo>
                  <a:lnTo>
                    <a:pt x="21602" y="292"/>
                  </a:lnTo>
                  <a:lnTo>
                    <a:pt x="13690" y="0"/>
                  </a:lnTo>
                  <a:close/>
                </a:path>
                <a:path w="45085" h="178435">
                  <a:moveTo>
                    <a:pt x="32334" y="165"/>
                  </a:moveTo>
                  <a:lnTo>
                    <a:pt x="21602" y="292"/>
                  </a:lnTo>
                  <a:lnTo>
                    <a:pt x="32341" y="292"/>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96" name="object 129">
              <a:extLst>
                <a:ext uri="{FF2B5EF4-FFF2-40B4-BE49-F238E27FC236}">
                  <a16:creationId xmlns:a16="http://schemas.microsoft.com/office/drawing/2014/main" id="{A8C068D9-3AE8-72CE-BDD7-FE321FAB77C5}"/>
                </a:ext>
              </a:extLst>
            </p:cNvPr>
            <p:cNvSpPr/>
            <p:nvPr/>
          </p:nvSpPr>
          <p:spPr>
            <a:xfrm>
              <a:off x="1151746" y="4097424"/>
              <a:ext cx="136067" cy="120370"/>
            </a:xfrm>
            <a:custGeom>
              <a:avLst/>
              <a:gdLst/>
              <a:ahLst/>
              <a:cxnLst/>
              <a:rect l="l" t="t" r="r" b="b"/>
              <a:pathLst>
                <a:path w="137160" h="127635">
                  <a:moveTo>
                    <a:pt x="32143" y="79882"/>
                  </a:moveTo>
                  <a:lnTo>
                    <a:pt x="31559" y="80086"/>
                  </a:lnTo>
                  <a:lnTo>
                    <a:pt x="21034" y="92811"/>
                  </a:lnTo>
                  <a:lnTo>
                    <a:pt x="0" y="118122"/>
                  </a:lnTo>
                  <a:lnTo>
                    <a:pt x="5448" y="127076"/>
                  </a:lnTo>
                  <a:lnTo>
                    <a:pt x="6197" y="126631"/>
                  </a:lnTo>
                  <a:lnTo>
                    <a:pt x="55905" y="92811"/>
                  </a:lnTo>
                  <a:lnTo>
                    <a:pt x="56730" y="92786"/>
                  </a:lnTo>
                  <a:lnTo>
                    <a:pt x="76065" y="92786"/>
                  </a:lnTo>
                  <a:lnTo>
                    <a:pt x="78244" y="90957"/>
                  </a:lnTo>
                  <a:lnTo>
                    <a:pt x="78765" y="89928"/>
                  </a:lnTo>
                  <a:lnTo>
                    <a:pt x="100042" y="89928"/>
                  </a:lnTo>
                  <a:lnTo>
                    <a:pt x="94693" y="86842"/>
                  </a:lnTo>
                  <a:lnTo>
                    <a:pt x="46736" y="86842"/>
                  </a:lnTo>
                  <a:lnTo>
                    <a:pt x="40982" y="83934"/>
                  </a:lnTo>
                  <a:lnTo>
                    <a:pt x="37084" y="82321"/>
                  </a:lnTo>
                  <a:lnTo>
                    <a:pt x="32143" y="79882"/>
                  </a:lnTo>
                  <a:close/>
                </a:path>
                <a:path w="137160" h="127635">
                  <a:moveTo>
                    <a:pt x="102948" y="91605"/>
                  </a:moveTo>
                  <a:lnTo>
                    <a:pt x="82842" y="91605"/>
                  </a:lnTo>
                  <a:lnTo>
                    <a:pt x="82702" y="98082"/>
                  </a:lnTo>
                  <a:lnTo>
                    <a:pt x="82931" y="102311"/>
                  </a:lnTo>
                  <a:lnTo>
                    <a:pt x="83042" y="107923"/>
                  </a:lnTo>
                  <a:lnTo>
                    <a:pt x="83426" y="108267"/>
                  </a:lnTo>
                  <a:lnTo>
                    <a:pt x="89281" y="109613"/>
                  </a:lnTo>
                  <a:lnTo>
                    <a:pt x="93878" y="110807"/>
                  </a:lnTo>
                  <a:lnTo>
                    <a:pt x="130467" y="119887"/>
                  </a:lnTo>
                  <a:lnTo>
                    <a:pt x="131521" y="119633"/>
                  </a:lnTo>
                  <a:lnTo>
                    <a:pt x="133629" y="116662"/>
                  </a:lnTo>
                  <a:lnTo>
                    <a:pt x="135255" y="114020"/>
                  </a:lnTo>
                  <a:lnTo>
                    <a:pt x="137007" y="111315"/>
                  </a:lnTo>
                  <a:lnTo>
                    <a:pt x="135902" y="110616"/>
                  </a:lnTo>
                  <a:lnTo>
                    <a:pt x="102948" y="91605"/>
                  </a:lnTo>
                  <a:close/>
                </a:path>
                <a:path w="137160" h="127635">
                  <a:moveTo>
                    <a:pt x="76065" y="92786"/>
                  </a:moveTo>
                  <a:lnTo>
                    <a:pt x="56730" y="92786"/>
                  </a:lnTo>
                  <a:lnTo>
                    <a:pt x="64389" y="96977"/>
                  </a:lnTo>
                  <a:lnTo>
                    <a:pt x="72085" y="96126"/>
                  </a:lnTo>
                  <a:lnTo>
                    <a:pt x="76065" y="92786"/>
                  </a:lnTo>
                  <a:close/>
                </a:path>
                <a:path w="137160" h="127635">
                  <a:moveTo>
                    <a:pt x="100042" y="89928"/>
                  </a:moveTo>
                  <a:lnTo>
                    <a:pt x="78765" y="89928"/>
                  </a:lnTo>
                  <a:lnTo>
                    <a:pt x="80899" y="91668"/>
                  </a:lnTo>
                  <a:lnTo>
                    <a:pt x="82842" y="91605"/>
                  </a:lnTo>
                  <a:lnTo>
                    <a:pt x="102948" y="91605"/>
                  </a:lnTo>
                  <a:lnTo>
                    <a:pt x="100042" y="89928"/>
                  </a:lnTo>
                  <a:close/>
                </a:path>
                <a:path w="137160" h="127635">
                  <a:moveTo>
                    <a:pt x="59728" y="0"/>
                  </a:moveTo>
                  <a:lnTo>
                    <a:pt x="59740" y="60959"/>
                  </a:lnTo>
                  <a:lnTo>
                    <a:pt x="59537" y="61582"/>
                  </a:lnTo>
                  <a:lnTo>
                    <a:pt x="50914" y="65874"/>
                  </a:lnTo>
                  <a:lnTo>
                    <a:pt x="47180" y="74066"/>
                  </a:lnTo>
                  <a:lnTo>
                    <a:pt x="49250" y="82943"/>
                  </a:lnTo>
                  <a:lnTo>
                    <a:pt x="49250" y="84150"/>
                  </a:lnTo>
                  <a:lnTo>
                    <a:pt x="47663" y="85242"/>
                  </a:lnTo>
                  <a:lnTo>
                    <a:pt x="46736" y="86842"/>
                  </a:lnTo>
                  <a:lnTo>
                    <a:pt x="94693" y="86842"/>
                  </a:lnTo>
                  <a:lnTo>
                    <a:pt x="91589" y="85051"/>
                  </a:lnTo>
                  <a:lnTo>
                    <a:pt x="70078" y="85051"/>
                  </a:lnTo>
                  <a:lnTo>
                    <a:pt x="62382" y="84912"/>
                  </a:lnTo>
                  <a:lnTo>
                    <a:pt x="59358" y="81851"/>
                  </a:lnTo>
                  <a:lnTo>
                    <a:pt x="59271" y="74028"/>
                  </a:lnTo>
                  <a:lnTo>
                    <a:pt x="62484" y="70840"/>
                  </a:lnTo>
                  <a:lnTo>
                    <a:pt x="82760" y="70840"/>
                  </a:lnTo>
                  <a:lnTo>
                    <a:pt x="78587" y="64477"/>
                  </a:lnTo>
                  <a:lnTo>
                    <a:pt x="75057" y="62026"/>
                  </a:lnTo>
                  <a:lnTo>
                    <a:pt x="70599" y="60744"/>
                  </a:lnTo>
                  <a:lnTo>
                    <a:pt x="70586" y="59042"/>
                  </a:lnTo>
                  <a:lnTo>
                    <a:pt x="70294" y="57175"/>
                  </a:lnTo>
                  <a:lnTo>
                    <a:pt x="71043" y="56070"/>
                  </a:lnTo>
                  <a:lnTo>
                    <a:pt x="76085" y="53301"/>
                  </a:lnTo>
                  <a:lnTo>
                    <a:pt x="79286" y="51155"/>
                  </a:lnTo>
                  <a:lnTo>
                    <a:pt x="83870" y="48590"/>
                  </a:lnTo>
                  <a:lnTo>
                    <a:pt x="83997" y="47929"/>
                  </a:lnTo>
                  <a:lnTo>
                    <a:pt x="82600" y="43535"/>
                  </a:lnTo>
                  <a:lnTo>
                    <a:pt x="81762" y="40360"/>
                  </a:lnTo>
                  <a:lnTo>
                    <a:pt x="70523" y="1498"/>
                  </a:lnTo>
                  <a:lnTo>
                    <a:pt x="63157" y="165"/>
                  </a:lnTo>
                  <a:lnTo>
                    <a:pt x="59728" y="0"/>
                  </a:lnTo>
                  <a:close/>
                </a:path>
                <a:path w="137160" h="127635">
                  <a:moveTo>
                    <a:pt x="82760" y="70840"/>
                  </a:moveTo>
                  <a:lnTo>
                    <a:pt x="62484" y="70840"/>
                  </a:lnTo>
                  <a:lnTo>
                    <a:pt x="70231" y="70954"/>
                  </a:lnTo>
                  <a:lnTo>
                    <a:pt x="73253" y="74028"/>
                  </a:lnTo>
                  <a:lnTo>
                    <a:pt x="73279" y="81851"/>
                  </a:lnTo>
                  <a:lnTo>
                    <a:pt x="70078" y="85051"/>
                  </a:lnTo>
                  <a:lnTo>
                    <a:pt x="91589" y="85051"/>
                  </a:lnTo>
                  <a:lnTo>
                    <a:pt x="84302" y="80848"/>
                  </a:lnTo>
                  <a:lnTo>
                    <a:pt x="83731" y="80238"/>
                  </a:lnTo>
                  <a:lnTo>
                    <a:pt x="84162" y="74980"/>
                  </a:lnTo>
                  <a:lnTo>
                    <a:pt x="83172" y="71462"/>
                  </a:lnTo>
                  <a:lnTo>
                    <a:pt x="82760" y="7084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97" name="object 130">
              <a:extLst>
                <a:ext uri="{FF2B5EF4-FFF2-40B4-BE49-F238E27FC236}">
                  <a16:creationId xmlns:a16="http://schemas.microsoft.com/office/drawing/2014/main" id="{EC48AA07-26D9-C3FF-F9A7-5BEED5033BE0}"/>
                </a:ext>
              </a:extLst>
            </p:cNvPr>
            <p:cNvSpPr/>
            <p:nvPr/>
          </p:nvSpPr>
          <p:spPr>
            <a:xfrm>
              <a:off x="1203257" y="4191634"/>
              <a:ext cx="28348" cy="106595"/>
            </a:xfrm>
            <a:custGeom>
              <a:avLst/>
              <a:gdLst/>
              <a:ahLst/>
              <a:cxnLst/>
              <a:rect l="l" t="t" r="r" b="b"/>
              <a:pathLst>
                <a:path w="28575" h="113029">
                  <a:moveTo>
                    <a:pt x="8623" y="0"/>
                  </a:moveTo>
                  <a:lnTo>
                    <a:pt x="8153" y="508"/>
                  </a:lnTo>
                  <a:lnTo>
                    <a:pt x="7490" y="15025"/>
                  </a:lnTo>
                  <a:lnTo>
                    <a:pt x="6228" y="40239"/>
                  </a:lnTo>
                  <a:lnTo>
                    <a:pt x="5778" y="93846"/>
                  </a:lnTo>
                  <a:lnTo>
                    <a:pt x="0" y="95211"/>
                  </a:lnTo>
                  <a:lnTo>
                    <a:pt x="0" y="112585"/>
                  </a:lnTo>
                  <a:lnTo>
                    <a:pt x="28143" y="112585"/>
                  </a:lnTo>
                  <a:lnTo>
                    <a:pt x="28143" y="95211"/>
                  </a:lnTo>
                  <a:lnTo>
                    <a:pt x="25450" y="95211"/>
                  </a:lnTo>
                  <a:lnTo>
                    <a:pt x="23936" y="87531"/>
                  </a:lnTo>
                  <a:lnTo>
                    <a:pt x="23159" y="70577"/>
                  </a:lnTo>
                  <a:lnTo>
                    <a:pt x="22849" y="53482"/>
                  </a:lnTo>
                  <a:lnTo>
                    <a:pt x="22283" y="37878"/>
                  </a:lnTo>
                  <a:lnTo>
                    <a:pt x="21756" y="25567"/>
                  </a:lnTo>
                  <a:lnTo>
                    <a:pt x="20942" y="9080"/>
                  </a:lnTo>
                  <a:lnTo>
                    <a:pt x="20400" y="177"/>
                  </a:lnTo>
                  <a:lnTo>
                    <a:pt x="13627" y="177"/>
                  </a:lnTo>
                  <a:lnTo>
                    <a:pt x="8623" y="0"/>
                  </a:lnTo>
                  <a:close/>
                </a:path>
                <a:path w="28575" h="113029">
                  <a:moveTo>
                    <a:pt x="20396" y="101"/>
                  </a:moveTo>
                  <a:lnTo>
                    <a:pt x="13627" y="177"/>
                  </a:lnTo>
                  <a:lnTo>
                    <a:pt x="20400" y="177"/>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98" name="object 134">
              <a:extLst>
                <a:ext uri="{FF2B5EF4-FFF2-40B4-BE49-F238E27FC236}">
                  <a16:creationId xmlns:a16="http://schemas.microsoft.com/office/drawing/2014/main" id="{F4DCBF9A-8C1C-3669-D174-F684A949C269}"/>
                </a:ext>
              </a:extLst>
            </p:cNvPr>
            <p:cNvSpPr/>
            <p:nvPr/>
          </p:nvSpPr>
          <p:spPr>
            <a:xfrm>
              <a:off x="1844584" y="3723514"/>
              <a:ext cx="185811" cy="134877"/>
            </a:xfrm>
            <a:custGeom>
              <a:avLst/>
              <a:gdLst/>
              <a:ahLst/>
              <a:cxnLst/>
              <a:rect l="l" t="t" r="r" b="b"/>
              <a:pathLst>
                <a:path w="181610" h="97789">
                  <a:moveTo>
                    <a:pt x="28333" y="0"/>
                  </a:moveTo>
                  <a:lnTo>
                    <a:pt x="24333" y="139"/>
                  </a:lnTo>
                  <a:lnTo>
                    <a:pt x="22009" y="1955"/>
                  </a:lnTo>
                  <a:lnTo>
                    <a:pt x="3352" y="70332"/>
                  </a:lnTo>
                  <a:lnTo>
                    <a:pt x="1592" y="76504"/>
                  </a:lnTo>
                  <a:lnTo>
                    <a:pt x="0" y="82194"/>
                  </a:lnTo>
                  <a:lnTo>
                    <a:pt x="0" y="92100"/>
                  </a:lnTo>
                  <a:lnTo>
                    <a:pt x="444" y="92887"/>
                  </a:lnTo>
                  <a:lnTo>
                    <a:pt x="1879" y="95846"/>
                  </a:lnTo>
                  <a:lnTo>
                    <a:pt x="3860" y="97282"/>
                  </a:lnTo>
                  <a:lnTo>
                    <a:pt x="172681" y="97434"/>
                  </a:lnTo>
                  <a:lnTo>
                    <a:pt x="176809" y="97751"/>
                  </a:lnTo>
                  <a:lnTo>
                    <a:pt x="179781" y="96266"/>
                  </a:lnTo>
                  <a:lnTo>
                    <a:pt x="181051" y="92100"/>
                  </a:lnTo>
                  <a:lnTo>
                    <a:pt x="181051" y="81483"/>
                  </a:lnTo>
                  <a:lnTo>
                    <a:pt x="180784" y="80860"/>
                  </a:lnTo>
                  <a:lnTo>
                    <a:pt x="180428" y="80251"/>
                  </a:lnTo>
                  <a:lnTo>
                    <a:pt x="179401" y="76504"/>
                  </a:lnTo>
                  <a:lnTo>
                    <a:pt x="16116" y="76504"/>
                  </a:lnTo>
                  <a:lnTo>
                    <a:pt x="16649" y="74485"/>
                  </a:lnTo>
                  <a:lnTo>
                    <a:pt x="32994" y="14325"/>
                  </a:lnTo>
                  <a:lnTo>
                    <a:pt x="33604" y="13855"/>
                  </a:lnTo>
                  <a:lnTo>
                    <a:pt x="162300" y="13855"/>
                  </a:lnTo>
                  <a:lnTo>
                    <a:pt x="159423" y="3289"/>
                  </a:lnTo>
                  <a:lnTo>
                    <a:pt x="158064" y="1231"/>
                  </a:lnTo>
                  <a:lnTo>
                    <a:pt x="154139" y="50"/>
                  </a:lnTo>
                  <a:lnTo>
                    <a:pt x="28333" y="0"/>
                  </a:lnTo>
                  <a:close/>
                </a:path>
                <a:path w="181610" h="97789">
                  <a:moveTo>
                    <a:pt x="162300" y="13855"/>
                  </a:moveTo>
                  <a:lnTo>
                    <a:pt x="33604" y="13855"/>
                  </a:lnTo>
                  <a:lnTo>
                    <a:pt x="147434" y="13868"/>
                  </a:lnTo>
                  <a:lnTo>
                    <a:pt x="148031" y="14224"/>
                  </a:lnTo>
                  <a:lnTo>
                    <a:pt x="151084" y="25523"/>
                  </a:lnTo>
                  <a:lnTo>
                    <a:pt x="164617" y="75145"/>
                  </a:lnTo>
                  <a:lnTo>
                    <a:pt x="164719" y="75768"/>
                  </a:lnTo>
                  <a:lnTo>
                    <a:pt x="164896" y="76504"/>
                  </a:lnTo>
                  <a:lnTo>
                    <a:pt x="179401" y="76504"/>
                  </a:lnTo>
                  <a:lnTo>
                    <a:pt x="173588" y="55303"/>
                  </a:lnTo>
                  <a:lnTo>
                    <a:pt x="162300" y="13855"/>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399" name="object 135">
              <a:extLst>
                <a:ext uri="{FF2B5EF4-FFF2-40B4-BE49-F238E27FC236}">
                  <a16:creationId xmlns:a16="http://schemas.microsoft.com/office/drawing/2014/main" id="{261DAD0B-EF70-54D1-7021-864A1F121305}"/>
                </a:ext>
              </a:extLst>
            </p:cNvPr>
            <p:cNvSpPr/>
            <p:nvPr/>
          </p:nvSpPr>
          <p:spPr>
            <a:xfrm>
              <a:off x="1901566" y="3867834"/>
              <a:ext cx="71466" cy="28902"/>
            </a:xfrm>
            <a:custGeom>
              <a:avLst/>
              <a:gdLst/>
              <a:ahLst/>
              <a:cxnLst/>
              <a:rect l="l" t="t" r="r" b="b"/>
              <a:pathLst>
                <a:path w="69850" h="20954">
                  <a:moveTo>
                    <a:pt x="10312" y="6794"/>
                  </a:moveTo>
                  <a:lnTo>
                    <a:pt x="2882" y="7086"/>
                  </a:lnTo>
                  <a:lnTo>
                    <a:pt x="558" y="9131"/>
                  </a:lnTo>
                  <a:lnTo>
                    <a:pt x="0" y="14935"/>
                  </a:lnTo>
                  <a:lnTo>
                    <a:pt x="190" y="17830"/>
                  </a:lnTo>
                  <a:lnTo>
                    <a:pt x="177" y="20700"/>
                  </a:lnTo>
                  <a:lnTo>
                    <a:pt x="69494" y="20700"/>
                  </a:lnTo>
                  <a:lnTo>
                    <a:pt x="69570" y="9512"/>
                  </a:lnTo>
                  <a:lnTo>
                    <a:pt x="66878" y="6857"/>
                  </a:lnTo>
                  <a:lnTo>
                    <a:pt x="49151" y="6845"/>
                  </a:lnTo>
                  <a:lnTo>
                    <a:pt x="20472" y="6845"/>
                  </a:lnTo>
                  <a:lnTo>
                    <a:pt x="10312" y="6794"/>
                  </a:lnTo>
                  <a:close/>
                </a:path>
                <a:path w="69850" h="20954">
                  <a:moveTo>
                    <a:pt x="48717" y="0"/>
                  </a:moveTo>
                  <a:lnTo>
                    <a:pt x="20942" y="0"/>
                  </a:lnTo>
                  <a:lnTo>
                    <a:pt x="20853" y="3428"/>
                  </a:lnTo>
                  <a:lnTo>
                    <a:pt x="21069" y="6527"/>
                  </a:lnTo>
                  <a:lnTo>
                    <a:pt x="20472" y="6845"/>
                  </a:lnTo>
                  <a:lnTo>
                    <a:pt x="49151" y="6845"/>
                  </a:lnTo>
                  <a:lnTo>
                    <a:pt x="48590" y="6527"/>
                  </a:lnTo>
                  <a:lnTo>
                    <a:pt x="48816" y="3428"/>
                  </a:lnTo>
                  <a:lnTo>
                    <a:pt x="48717"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0" name="object 137">
              <a:extLst>
                <a:ext uri="{FF2B5EF4-FFF2-40B4-BE49-F238E27FC236}">
                  <a16:creationId xmlns:a16="http://schemas.microsoft.com/office/drawing/2014/main" id="{2CD58279-335E-05E6-D1E5-3A01D9E2800D}"/>
                </a:ext>
              </a:extLst>
            </p:cNvPr>
            <p:cNvSpPr/>
            <p:nvPr/>
          </p:nvSpPr>
          <p:spPr>
            <a:xfrm>
              <a:off x="1922023" y="3790692"/>
              <a:ext cx="30535" cy="28902"/>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1" name="object 138">
              <a:extLst>
                <a:ext uri="{FF2B5EF4-FFF2-40B4-BE49-F238E27FC236}">
                  <a16:creationId xmlns:a16="http://schemas.microsoft.com/office/drawing/2014/main" id="{89CC97EB-C69C-A466-EB9A-6F9BC905DD0E}"/>
                </a:ext>
              </a:extLst>
            </p:cNvPr>
            <p:cNvSpPr/>
            <p:nvPr/>
          </p:nvSpPr>
          <p:spPr>
            <a:xfrm>
              <a:off x="1964994" y="3790648"/>
              <a:ext cx="33133" cy="29777"/>
            </a:xfrm>
            <a:custGeom>
              <a:avLst/>
              <a:gdLst/>
              <a:ahLst/>
              <a:cxnLst/>
              <a:rect l="l" t="t" r="r" b="b"/>
              <a:pathLst>
                <a:path w="32385" h="21589">
                  <a:moveTo>
                    <a:pt x="26568" y="0"/>
                  </a:moveTo>
                  <a:lnTo>
                    <a:pt x="0" y="152"/>
                  </a:lnTo>
                  <a:lnTo>
                    <a:pt x="215" y="2743"/>
                  </a:lnTo>
                  <a:lnTo>
                    <a:pt x="876" y="8178"/>
                  </a:lnTo>
                  <a:lnTo>
                    <a:pt x="1625" y="13601"/>
                  </a:lnTo>
                  <a:lnTo>
                    <a:pt x="2374" y="20510"/>
                  </a:lnTo>
                  <a:lnTo>
                    <a:pt x="2857" y="21005"/>
                  </a:lnTo>
                  <a:lnTo>
                    <a:pt x="32003" y="20853"/>
                  </a:lnTo>
                  <a:lnTo>
                    <a:pt x="31749" y="19202"/>
                  </a:lnTo>
                  <a:lnTo>
                    <a:pt x="30276" y="13322"/>
                  </a:lnTo>
                  <a:lnTo>
                    <a:pt x="28752" y="7467"/>
                  </a:lnTo>
                  <a:lnTo>
                    <a:pt x="27050" y="355"/>
                  </a:lnTo>
                  <a:lnTo>
                    <a:pt x="26568"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2" name="object 139">
              <a:extLst>
                <a:ext uri="{FF2B5EF4-FFF2-40B4-BE49-F238E27FC236}">
                  <a16:creationId xmlns:a16="http://schemas.microsoft.com/office/drawing/2014/main" id="{EE221892-9227-DF86-4332-A24664898ADF}"/>
                </a:ext>
              </a:extLst>
            </p:cNvPr>
            <p:cNvSpPr/>
            <p:nvPr/>
          </p:nvSpPr>
          <p:spPr>
            <a:xfrm>
              <a:off x="1876572" y="3790662"/>
              <a:ext cx="33133" cy="28902"/>
            </a:xfrm>
            <a:custGeom>
              <a:avLst/>
              <a:gdLst/>
              <a:ahLst/>
              <a:cxnLst/>
              <a:rect l="l" t="t" r="r" b="b"/>
              <a:pathLst>
                <a:path w="32385" h="20954">
                  <a:moveTo>
                    <a:pt x="5143" y="0"/>
                  </a:moveTo>
                  <a:lnTo>
                    <a:pt x="5041" y="673"/>
                  </a:lnTo>
                  <a:lnTo>
                    <a:pt x="1295" y="15430"/>
                  </a:lnTo>
                  <a:lnTo>
                    <a:pt x="0" y="20701"/>
                  </a:lnTo>
                  <a:lnTo>
                    <a:pt x="29552" y="20701"/>
                  </a:lnTo>
                  <a:lnTo>
                    <a:pt x="32130" y="368"/>
                  </a:lnTo>
                  <a:lnTo>
                    <a:pt x="31762" y="139"/>
                  </a:lnTo>
                  <a:lnTo>
                    <a:pt x="5143"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3" name="object 140">
              <a:extLst>
                <a:ext uri="{FF2B5EF4-FFF2-40B4-BE49-F238E27FC236}">
                  <a16:creationId xmlns:a16="http://schemas.microsoft.com/office/drawing/2014/main" id="{BD766F46-F52B-83EB-BC1E-80154945689D}"/>
                </a:ext>
              </a:extLst>
            </p:cNvPr>
            <p:cNvSpPr/>
            <p:nvPr/>
          </p:nvSpPr>
          <p:spPr>
            <a:xfrm>
              <a:off x="1961356" y="3752463"/>
              <a:ext cx="28586" cy="23647"/>
            </a:xfrm>
            <a:custGeom>
              <a:avLst/>
              <a:gdLst/>
              <a:ahLst/>
              <a:cxnLst/>
              <a:rect l="l" t="t" r="r" b="b"/>
              <a:pathLst>
                <a:path w="27939" h="17145">
                  <a:moveTo>
                    <a:pt x="23139" y="0"/>
                  </a:moveTo>
                  <a:lnTo>
                    <a:pt x="1079" y="50"/>
                  </a:lnTo>
                  <a:lnTo>
                    <a:pt x="0" y="177"/>
                  </a:lnTo>
                  <a:lnTo>
                    <a:pt x="2095" y="16891"/>
                  </a:lnTo>
                  <a:lnTo>
                    <a:pt x="27762" y="16891"/>
                  </a:lnTo>
                  <a:lnTo>
                    <a:pt x="26441" y="11582"/>
                  </a:lnTo>
                  <a:lnTo>
                    <a:pt x="25133" y="6527"/>
                  </a:lnTo>
                  <a:lnTo>
                    <a:pt x="23672" y="254"/>
                  </a:lnTo>
                  <a:lnTo>
                    <a:pt x="23139"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4" name="object 142">
              <a:extLst>
                <a:ext uri="{FF2B5EF4-FFF2-40B4-BE49-F238E27FC236}">
                  <a16:creationId xmlns:a16="http://schemas.microsoft.com/office/drawing/2014/main" id="{A2CBDD55-8B07-C601-F5D6-6A26444E3388}"/>
                </a:ext>
              </a:extLst>
            </p:cNvPr>
            <p:cNvSpPr/>
            <p:nvPr/>
          </p:nvSpPr>
          <p:spPr>
            <a:xfrm>
              <a:off x="1884862" y="3752450"/>
              <a:ext cx="28586" cy="23647"/>
            </a:xfrm>
            <a:custGeom>
              <a:avLst/>
              <a:gdLst/>
              <a:ahLst/>
              <a:cxnLst/>
              <a:rect l="l" t="t" r="r" b="b"/>
              <a:pathLst>
                <a:path w="27939" h="17145">
                  <a:moveTo>
                    <a:pt x="4584" y="0"/>
                  </a:moveTo>
                  <a:lnTo>
                    <a:pt x="3911" y="736"/>
                  </a:lnTo>
                  <a:lnTo>
                    <a:pt x="2514" y="6019"/>
                  </a:lnTo>
                  <a:lnTo>
                    <a:pt x="165" y="15620"/>
                  </a:lnTo>
                  <a:lnTo>
                    <a:pt x="0" y="16878"/>
                  </a:lnTo>
                  <a:lnTo>
                    <a:pt x="25412" y="16878"/>
                  </a:lnTo>
                  <a:lnTo>
                    <a:pt x="26428" y="9347"/>
                  </a:lnTo>
                  <a:lnTo>
                    <a:pt x="26949" y="4787"/>
                  </a:lnTo>
                  <a:lnTo>
                    <a:pt x="27508" y="279"/>
                  </a:lnTo>
                  <a:lnTo>
                    <a:pt x="27190" y="88"/>
                  </a:lnTo>
                  <a:lnTo>
                    <a:pt x="4584"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5" name="object 137">
              <a:extLst>
                <a:ext uri="{FF2B5EF4-FFF2-40B4-BE49-F238E27FC236}">
                  <a16:creationId xmlns:a16="http://schemas.microsoft.com/office/drawing/2014/main" id="{25822DFA-F3EA-53E9-C6F0-7B5B98189C65}"/>
                </a:ext>
              </a:extLst>
            </p:cNvPr>
            <p:cNvSpPr/>
            <p:nvPr/>
          </p:nvSpPr>
          <p:spPr>
            <a:xfrm>
              <a:off x="1922021" y="3751371"/>
              <a:ext cx="30535" cy="24214"/>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6" name="object 12">
              <a:extLst>
                <a:ext uri="{FF2B5EF4-FFF2-40B4-BE49-F238E27FC236}">
                  <a16:creationId xmlns:a16="http://schemas.microsoft.com/office/drawing/2014/main" id="{1BC61BBB-193F-8AF7-3A95-EC9AA794253F}"/>
                </a:ext>
              </a:extLst>
            </p:cNvPr>
            <p:cNvSpPr/>
            <p:nvPr/>
          </p:nvSpPr>
          <p:spPr>
            <a:xfrm>
              <a:off x="1955923" y="4153965"/>
              <a:ext cx="178554" cy="138772"/>
            </a:xfrm>
            <a:custGeom>
              <a:avLst/>
              <a:gdLst/>
              <a:ahLst/>
              <a:cxnLst/>
              <a:rect l="l" t="t" r="r" b="b"/>
              <a:pathLst>
                <a:path w="181610" h="135255">
                  <a:moveTo>
                    <a:pt x="177343" y="0"/>
                  </a:moveTo>
                  <a:lnTo>
                    <a:pt x="140" y="165"/>
                  </a:lnTo>
                  <a:lnTo>
                    <a:pt x="0" y="8108"/>
                  </a:lnTo>
                  <a:lnTo>
                    <a:pt x="6728" y="71785"/>
                  </a:lnTo>
                  <a:lnTo>
                    <a:pt x="8020" y="83661"/>
                  </a:lnTo>
                  <a:lnTo>
                    <a:pt x="9351" y="96189"/>
                  </a:lnTo>
                  <a:lnTo>
                    <a:pt x="10659" y="109897"/>
                  </a:lnTo>
                  <a:lnTo>
                    <a:pt x="12204" y="122336"/>
                  </a:lnTo>
                  <a:lnTo>
                    <a:pt x="12040" y="134975"/>
                  </a:lnTo>
                  <a:lnTo>
                    <a:pt x="177635" y="135127"/>
                  </a:lnTo>
                  <a:lnTo>
                    <a:pt x="179858" y="133870"/>
                  </a:lnTo>
                  <a:lnTo>
                    <a:pt x="181267" y="131102"/>
                  </a:lnTo>
                  <a:lnTo>
                    <a:pt x="181267" y="78752"/>
                  </a:lnTo>
                  <a:lnTo>
                    <a:pt x="14885" y="78739"/>
                  </a:lnTo>
                  <a:lnTo>
                    <a:pt x="12787" y="76555"/>
                  </a:lnTo>
                  <a:lnTo>
                    <a:pt x="12824" y="24803"/>
                  </a:lnTo>
                  <a:lnTo>
                    <a:pt x="14935" y="22631"/>
                  </a:lnTo>
                  <a:lnTo>
                    <a:pt x="181267" y="22631"/>
                  </a:lnTo>
                  <a:lnTo>
                    <a:pt x="181267" y="3632"/>
                  </a:lnTo>
                  <a:lnTo>
                    <a:pt x="179489" y="1320"/>
                  </a:lnTo>
                  <a:lnTo>
                    <a:pt x="177343" y="0"/>
                  </a:lnTo>
                  <a:close/>
                </a:path>
                <a:path w="181610" h="135255">
                  <a:moveTo>
                    <a:pt x="181267" y="22631"/>
                  </a:moveTo>
                  <a:lnTo>
                    <a:pt x="66650" y="22631"/>
                  </a:lnTo>
                  <a:lnTo>
                    <a:pt x="68656" y="24637"/>
                  </a:lnTo>
                  <a:lnTo>
                    <a:pt x="68771" y="76873"/>
                  </a:lnTo>
                  <a:lnTo>
                    <a:pt x="66942" y="78739"/>
                  </a:lnTo>
                  <a:lnTo>
                    <a:pt x="14897" y="78752"/>
                  </a:lnTo>
                  <a:lnTo>
                    <a:pt x="93498" y="78752"/>
                  </a:lnTo>
                  <a:lnTo>
                    <a:pt x="91478" y="76555"/>
                  </a:lnTo>
                  <a:lnTo>
                    <a:pt x="91491" y="24637"/>
                  </a:lnTo>
                  <a:lnTo>
                    <a:pt x="93434" y="22669"/>
                  </a:lnTo>
                  <a:lnTo>
                    <a:pt x="181267" y="22656"/>
                  </a:lnTo>
                  <a:close/>
                </a:path>
                <a:path w="181610" h="135255">
                  <a:moveTo>
                    <a:pt x="181267" y="22656"/>
                  </a:moveTo>
                  <a:lnTo>
                    <a:pt x="145199" y="22656"/>
                  </a:lnTo>
                  <a:lnTo>
                    <a:pt x="147405" y="24803"/>
                  </a:lnTo>
                  <a:lnTo>
                    <a:pt x="147487" y="76555"/>
                  </a:lnTo>
                  <a:lnTo>
                    <a:pt x="145352" y="78752"/>
                  </a:lnTo>
                  <a:lnTo>
                    <a:pt x="181267" y="78752"/>
                  </a:lnTo>
                  <a:lnTo>
                    <a:pt x="181267" y="22656"/>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7" name="object 13">
              <a:extLst>
                <a:ext uri="{FF2B5EF4-FFF2-40B4-BE49-F238E27FC236}">
                  <a16:creationId xmlns:a16="http://schemas.microsoft.com/office/drawing/2014/main" id="{6E566F1A-A601-B15C-13BA-2669017026BF}"/>
                </a:ext>
              </a:extLst>
            </p:cNvPr>
            <p:cNvSpPr/>
            <p:nvPr/>
          </p:nvSpPr>
          <p:spPr>
            <a:xfrm>
              <a:off x="1868534" y="4061927"/>
              <a:ext cx="89902" cy="231287"/>
            </a:xfrm>
            <a:custGeom>
              <a:avLst/>
              <a:gdLst/>
              <a:ahLst/>
              <a:cxnLst/>
              <a:rect l="l" t="t" r="r" b="b"/>
              <a:pathLst>
                <a:path w="91440" h="225425">
                  <a:moveTo>
                    <a:pt x="65747" y="0"/>
                  </a:moveTo>
                  <a:lnTo>
                    <a:pt x="25095" y="0"/>
                  </a:lnTo>
                  <a:lnTo>
                    <a:pt x="23304" y="1523"/>
                  </a:lnTo>
                  <a:lnTo>
                    <a:pt x="22378" y="9688"/>
                  </a:lnTo>
                  <a:lnTo>
                    <a:pt x="21264" y="20167"/>
                  </a:lnTo>
                  <a:lnTo>
                    <a:pt x="14171" y="88694"/>
                  </a:lnTo>
                  <a:lnTo>
                    <a:pt x="7244" y="153518"/>
                  </a:lnTo>
                  <a:lnTo>
                    <a:pt x="0" y="222427"/>
                  </a:lnTo>
                  <a:lnTo>
                    <a:pt x="2120" y="224815"/>
                  </a:lnTo>
                  <a:lnTo>
                    <a:pt x="45326" y="224828"/>
                  </a:lnTo>
                  <a:lnTo>
                    <a:pt x="88125" y="224815"/>
                  </a:lnTo>
                  <a:lnTo>
                    <a:pt x="90830" y="222084"/>
                  </a:lnTo>
                  <a:lnTo>
                    <a:pt x="82838" y="147188"/>
                  </a:lnTo>
                  <a:lnTo>
                    <a:pt x="77552" y="96175"/>
                  </a:lnTo>
                  <a:lnTo>
                    <a:pt x="73681" y="60067"/>
                  </a:lnTo>
                  <a:lnTo>
                    <a:pt x="69313" y="18804"/>
                  </a:lnTo>
                  <a:lnTo>
                    <a:pt x="67449" y="1435"/>
                  </a:lnTo>
                  <a:lnTo>
                    <a:pt x="65747"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8" name="object 14">
              <a:extLst>
                <a:ext uri="{FF2B5EF4-FFF2-40B4-BE49-F238E27FC236}">
                  <a16:creationId xmlns:a16="http://schemas.microsoft.com/office/drawing/2014/main" id="{AD78873E-CD82-CE9D-8CCC-774BA75CC63D}"/>
                </a:ext>
              </a:extLst>
            </p:cNvPr>
            <p:cNvSpPr/>
            <p:nvPr/>
          </p:nvSpPr>
          <p:spPr>
            <a:xfrm>
              <a:off x="1940270" y="4028724"/>
              <a:ext cx="156079" cy="46257"/>
            </a:xfrm>
            <a:custGeom>
              <a:avLst/>
              <a:gdLst/>
              <a:ahLst/>
              <a:cxnLst/>
              <a:rect l="l" t="t" r="r" b="b"/>
              <a:pathLst>
                <a:path w="158750" h="45084">
                  <a:moveTo>
                    <a:pt x="154156" y="25436"/>
                  </a:moveTo>
                  <a:lnTo>
                    <a:pt x="10080" y="25436"/>
                  </a:lnTo>
                  <a:lnTo>
                    <a:pt x="22075" y="25825"/>
                  </a:lnTo>
                  <a:lnTo>
                    <a:pt x="35143" y="28848"/>
                  </a:lnTo>
                  <a:lnTo>
                    <a:pt x="71637" y="41109"/>
                  </a:lnTo>
                  <a:lnTo>
                    <a:pt x="83796" y="43810"/>
                  </a:lnTo>
                  <a:lnTo>
                    <a:pt x="95976" y="44904"/>
                  </a:lnTo>
                  <a:lnTo>
                    <a:pt x="108200" y="44250"/>
                  </a:lnTo>
                  <a:lnTo>
                    <a:pt x="120490" y="41712"/>
                  </a:lnTo>
                  <a:lnTo>
                    <a:pt x="132869" y="37149"/>
                  </a:lnTo>
                  <a:lnTo>
                    <a:pt x="144103" y="31261"/>
                  </a:lnTo>
                  <a:lnTo>
                    <a:pt x="154156" y="25436"/>
                  </a:lnTo>
                  <a:close/>
                </a:path>
                <a:path w="158750" h="45084">
                  <a:moveTo>
                    <a:pt x="52031" y="0"/>
                  </a:moveTo>
                  <a:lnTo>
                    <a:pt x="14908" y="9205"/>
                  </a:lnTo>
                  <a:lnTo>
                    <a:pt x="0" y="19100"/>
                  </a:lnTo>
                  <a:lnTo>
                    <a:pt x="1536" y="24206"/>
                  </a:lnTo>
                  <a:lnTo>
                    <a:pt x="3619" y="25628"/>
                  </a:lnTo>
                  <a:lnTo>
                    <a:pt x="7848" y="25615"/>
                  </a:lnTo>
                  <a:lnTo>
                    <a:pt x="10080" y="25436"/>
                  </a:lnTo>
                  <a:lnTo>
                    <a:pt x="154156" y="25436"/>
                  </a:lnTo>
                  <a:lnTo>
                    <a:pt x="157759" y="23368"/>
                  </a:lnTo>
                  <a:lnTo>
                    <a:pt x="158508" y="20383"/>
                  </a:lnTo>
                  <a:lnTo>
                    <a:pt x="157629" y="18287"/>
                  </a:lnTo>
                  <a:lnTo>
                    <a:pt x="127095" y="18287"/>
                  </a:lnTo>
                  <a:lnTo>
                    <a:pt x="114025" y="16263"/>
                  </a:lnTo>
                  <a:lnTo>
                    <a:pt x="104713" y="13521"/>
                  </a:lnTo>
                  <a:lnTo>
                    <a:pt x="77089" y="4445"/>
                  </a:lnTo>
                  <a:lnTo>
                    <a:pt x="64758" y="1476"/>
                  </a:lnTo>
                  <a:lnTo>
                    <a:pt x="52031" y="0"/>
                  </a:lnTo>
                  <a:close/>
                </a:path>
                <a:path w="158750" h="45084">
                  <a:moveTo>
                    <a:pt x="153644" y="13957"/>
                  </a:moveTo>
                  <a:lnTo>
                    <a:pt x="149771" y="14808"/>
                  </a:lnTo>
                  <a:lnTo>
                    <a:pt x="148958" y="15125"/>
                  </a:lnTo>
                  <a:lnTo>
                    <a:pt x="139295" y="17482"/>
                  </a:lnTo>
                  <a:lnTo>
                    <a:pt x="127095" y="18287"/>
                  </a:lnTo>
                  <a:lnTo>
                    <a:pt x="157629" y="18287"/>
                  </a:lnTo>
                  <a:lnTo>
                    <a:pt x="156349" y="15240"/>
                  </a:lnTo>
                  <a:lnTo>
                    <a:pt x="153644" y="13957"/>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09" name="object 16">
              <a:extLst>
                <a:ext uri="{FF2B5EF4-FFF2-40B4-BE49-F238E27FC236}">
                  <a16:creationId xmlns:a16="http://schemas.microsoft.com/office/drawing/2014/main" id="{286E7A7E-6016-7F2F-0FB2-502949357836}"/>
                </a:ext>
              </a:extLst>
            </p:cNvPr>
            <p:cNvSpPr/>
            <p:nvPr/>
          </p:nvSpPr>
          <p:spPr>
            <a:xfrm>
              <a:off x="1979502" y="4188760"/>
              <a:ext cx="33089" cy="34530"/>
            </a:xfrm>
            <a:custGeom>
              <a:avLst/>
              <a:gdLst/>
              <a:ahLst/>
              <a:cxnLst/>
              <a:rect l="l" t="t" r="r" b="b"/>
              <a:pathLst>
                <a:path w="33655" h="33655">
                  <a:moveTo>
                    <a:pt x="0" y="16802"/>
                  </a:moveTo>
                  <a:lnTo>
                    <a:pt x="33566" y="16802"/>
                  </a:lnTo>
                </a:path>
              </a:pathLst>
            </a:custGeom>
            <a:solidFill>
              <a:srgbClr val="92D400"/>
            </a:solidFill>
            <a:ln w="34874">
              <a:solidFill>
                <a:srgbClr val="92D400"/>
              </a:solidFill>
            </a:ln>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0" name="object 16">
              <a:extLst>
                <a:ext uri="{FF2B5EF4-FFF2-40B4-BE49-F238E27FC236}">
                  <a16:creationId xmlns:a16="http://schemas.microsoft.com/office/drawing/2014/main" id="{E858C604-5EC1-FB41-70A3-DC08BEE969F1}"/>
                </a:ext>
              </a:extLst>
            </p:cNvPr>
            <p:cNvSpPr/>
            <p:nvPr/>
          </p:nvSpPr>
          <p:spPr>
            <a:xfrm>
              <a:off x="2055508" y="4188760"/>
              <a:ext cx="33089" cy="34530"/>
            </a:xfrm>
            <a:custGeom>
              <a:avLst/>
              <a:gdLst/>
              <a:ahLst/>
              <a:cxnLst/>
              <a:rect l="l" t="t" r="r" b="b"/>
              <a:pathLst>
                <a:path w="33655" h="33655">
                  <a:moveTo>
                    <a:pt x="0" y="16802"/>
                  </a:moveTo>
                  <a:lnTo>
                    <a:pt x="33566" y="16802"/>
                  </a:lnTo>
                </a:path>
              </a:pathLst>
            </a:custGeom>
            <a:solidFill>
              <a:srgbClr val="92D400"/>
            </a:solidFill>
            <a:ln w="34874">
              <a:solidFill>
                <a:srgbClr val="92D400"/>
              </a:solidFill>
            </a:ln>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1" name="object 134">
              <a:extLst>
                <a:ext uri="{FF2B5EF4-FFF2-40B4-BE49-F238E27FC236}">
                  <a16:creationId xmlns:a16="http://schemas.microsoft.com/office/drawing/2014/main" id="{0615CE0E-DB41-386C-A8AF-BDBC0FE7F952}"/>
                </a:ext>
              </a:extLst>
            </p:cNvPr>
            <p:cNvSpPr/>
            <p:nvPr/>
          </p:nvSpPr>
          <p:spPr>
            <a:xfrm>
              <a:off x="1398020" y="3737723"/>
              <a:ext cx="185811" cy="134879"/>
            </a:xfrm>
            <a:custGeom>
              <a:avLst/>
              <a:gdLst/>
              <a:ahLst/>
              <a:cxnLst/>
              <a:rect l="l" t="t" r="r" b="b"/>
              <a:pathLst>
                <a:path w="181610" h="97789">
                  <a:moveTo>
                    <a:pt x="28333" y="0"/>
                  </a:moveTo>
                  <a:lnTo>
                    <a:pt x="24333" y="139"/>
                  </a:lnTo>
                  <a:lnTo>
                    <a:pt x="22009" y="1955"/>
                  </a:lnTo>
                  <a:lnTo>
                    <a:pt x="3352" y="70332"/>
                  </a:lnTo>
                  <a:lnTo>
                    <a:pt x="1592" y="76504"/>
                  </a:lnTo>
                  <a:lnTo>
                    <a:pt x="0" y="82194"/>
                  </a:lnTo>
                  <a:lnTo>
                    <a:pt x="0" y="92100"/>
                  </a:lnTo>
                  <a:lnTo>
                    <a:pt x="444" y="92887"/>
                  </a:lnTo>
                  <a:lnTo>
                    <a:pt x="1879" y="95846"/>
                  </a:lnTo>
                  <a:lnTo>
                    <a:pt x="3860" y="97282"/>
                  </a:lnTo>
                  <a:lnTo>
                    <a:pt x="172681" y="97434"/>
                  </a:lnTo>
                  <a:lnTo>
                    <a:pt x="176809" y="97751"/>
                  </a:lnTo>
                  <a:lnTo>
                    <a:pt x="179781" y="96266"/>
                  </a:lnTo>
                  <a:lnTo>
                    <a:pt x="181051" y="92100"/>
                  </a:lnTo>
                  <a:lnTo>
                    <a:pt x="181051" y="81483"/>
                  </a:lnTo>
                  <a:lnTo>
                    <a:pt x="180784" y="80860"/>
                  </a:lnTo>
                  <a:lnTo>
                    <a:pt x="180428" y="80251"/>
                  </a:lnTo>
                  <a:lnTo>
                    <a:pt x="179401" y="76504"/>
                  </a:lnTo>
                  <a:lnTo>
                    <a:pt x="16116" y="76504"/>
                  </a:lnTo>
                  <a:lnTo>
                    <a:pt x="16649" y="74485"/>
                  </a:lnTo>
                  <a:lnTo>
                    <a:pt x="32994" y="14325"/>
                  </a:lnTo>
                  <a:lnTo>
                    <a:pt x="33604" y="13855"/>
                  </a:lnTo>
                  <a:lnTo>
                    <a:pt x="162300" y="13855"/>
                  </a:lnTo>
                  <a:lnTo>
                    <a:pt x="159423" y="3289"/>
                  </a:lnTo>
                  <a:lnTo>
                    <a:pt x="158064" y="1231"/>
                  </a:lnTo>
                  <a:lnTo>
                    <a:pt x="154139" y="50"/>
                  </a:lnTo>
                  <a:lnTo>
                    <a:pt x="28333" y="0"/>
                  </a:lnTo>
                  <a:close/>
                </a:path>
                <a:path w="181610" h="97789">
                  <a:moveTo>
                    <a:pt x="162300" y="13855"/>
                  </a:moveTo>
                  <a:lnTo>
                    <a:pt x="33604" y="13855"/>
                  </a:lnTo>
                  <a:lnTo>
                    <a:pt x="147434" y="13868"/>
                  </a:lnTo>
                  <a:lnTo>
                    <a:pt x="148031" y="14224"/>
                  </a:lnTo>
                  <a:lnTo>
                    <a:pt x="151084" y="25523"/>
                  </a:lnTo>
                  <a:lnTo>
                    <a:pt x="164617" y="75145"/>
                  </a:lnTo>
                  <a:lnTo>
                    <a:pt x="164719" y="75768"/>
                  </a:lnTo>
                  <a:lnTo>
                    <a:pt x="164896" y="76504"/>
                  </a:lnTo>
                  <a:lnTo>
                    <a:pt x="179401" y="76504"/>
                  </a:lnTo>
                  <a:lnTo>
                    <a:pt x="173588" y="55303"/>
                  </a:lnTo>
                  <a:lnTo>
                    <a:pt x="162300" y="13855"/>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2" name="object 135">
              <a:extLst>
                <a:ext uri="{FF2B5EF4-FFF2-40B4-BE49-F238E27FC236}">
                  <a16:creationId xmlns:a16="http://schemas.microsoft.com/office/drawing/2014/main" id="{BF68DE1B-1F22-DE8A-AD64-4FEA63C83FE8}"/>
                </a:ext>
              </a:extLst>
            </p:cNvPr>
            <p:cNvSpPr/>
            <p:nvPr/>
          </p:nvSpPr>
          <p:spPr>
            <a:xfrm>
              <a:off x="1455002" y="3882045"/>
              <a:ext cx="71466" cy="28902"/>
            </a:xfrm>
            <a:custGeom>
              <a:avLst/>
              <a:gdLst/>
              <a:ahLst/>
              <a:cxnLst/>
              <a:rect l="l" t="t" r="r" b="b"/>
              <a:pathLst>
                <a:path w="69850" h="20954">
                  <a:moveTo>
                    <a:pt x="10312" y="6794"/>
                  </a:moveTo>
                  <a:lnTo>
                    <a:pt x="2882" y="7086"/>
                  </a:lnTo>
                  <a:lnTo>
                    <a:pt x="558" y="9131"/>
                  </a:lnTo>
                  <a:lnTo>
                    <a:pt x="0" y="14935"/>
                  </a:lnTo>
                  <a:lnTo>
                    <a:pt x="190" y="17830"/>
                  </a:lnTo>
                  <a:lnTo>
                    <a:pt x="177" y="20700"/>
                  </a:lnTo>
                  <a:lnTo>
                    <a:pt x="69494" y="20700"/>
                  </a:lnTo>
                  <a:lnTo>
                    <a:pt x="69570" y="9512"/>
                  </a:lnTo>
                  <a:lnTo>
                    <a:pt x="66878" y="6857"/>
                  </a:lnTo>
                  <a:lnTo>
                    <a:pt x="49151" y="6845"/>
                  </a:lnTo>
                  <a:lnTo>
                    <a:pt x="20472" y="6845"/>
                  </a:lnTo>
                  <a:lnTo>
                    <a:pt x="10312" y="6794"/>
                  </a:lnTo>
                  <a:close/>
                </a:path>
                <a:path w="69850" h="20954">
                  <a:moveTo>
                    <a:pt x="48717" y="0"/>
                  </a:moveTo>
                  <a:lnTo>
                    <a:pt x="20942" y="0"/>
                  </a:lnTo>
                  <a:lnTo>
                    <a:pt x="20853" y="3428"/>
                  </a:lnTo>
                  <a:lnTo>
                    <a:pt x="21069" y="6527"/>
                  </a:lnTo>
                  <a:lnTo>
                    <a:pt x="20472" y="6845"/>
                  </a:lnTo>
                  <a:lnTo>
                    <a:pt x="49151" y="6845"/>
                  </a:lnTo>
                  <a:lnTo>
                    <a:pt x="48590" y="6527"/>
                  </a:lnTo>
                  <a:lnTo>
                    <a:pt x="48816" y="3428"/>
                  </a:lnTo>
                  <a:lnTo>
                    <a:pt x="48717"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3" name="object 136">
              <a:extLst>
                <a:ext uri="{FF2B5EF4-FFF2-40B4-BE49-F238E27FC236}">
                  <a16:creationId xmlns:a16="http://schemas.microsoft.com/office/drawing/2014/main" id="{01499D54-E596-C966-5FBF-F62B0C463655}"/>
                </a:ext>
              </a:extLst>
            </p:cNvPr>
            <p:cNvSpPr>
              <a:spLocks noChangeAspect="1"/>
            </p:cNvSpPr>
            <p:nvPr/>
          </p:nvSpPr>
          <p:spPr>
            <a:xfrm>
              <a:off x="1432480" y="3636875"/>
              <a:ext cx="116131" cy="93934"/>
            </a:xfrm>
            <a:custGeom>
              <a:avLst/>
              <a:gdLst/>
              <a:ahLst/>
              <a:cxnLst/>
              <a:rect l="l" t="t" r="r" b="b"/>
              <a:pathLst>
                <a:path w="82550" h="49529">
                  <a:moveTo>
                    <a:pt x="67477" y="20414"/>
                  </a:moveTo>
                  <a:lnTo>
                    <a:pt x="43105" y="20414"/>
                  </a:lnTo>
                  <a:lnTo>
                    <a:pt x="55363" y="25656"/>
                  </a:lnTo>
                  <a:lnTo>
                    <a:pt x="61798" y="35798"/>
                  </a:lnTo>
                  <a:lnTo>
                    <a:pt x="61417" y="48386"/>
                  </a:lnTo>
                  <a:lnTo>
                    <a:pt x="65379" y="48640"/>
                  </a:lnTo>
                  <a:lnTo>
                    <a:pt x="69265" y="49060"/>
                  </a:lnTo>
                  <a:lnTo>
                    <a:pt x="72948" y="45821"/>
                  </a:lnTo>
                  <a:lnTo>
                    <a:pt x="73545" y="45618"/>
                  </a:lnTo>
                  <a:lnTo>
                    <a:pt x="82550" y="41541"/>
                  </a:lnTo>
                  <a:lnTo>
                    <a:pt x="81876" y="41274"/>
                  </a:lnTo>
                  <a:lnTo>
                    <a:pt x="81330" y="41084"/>
                  </a:lnTo>
                  <a:lnTo>
                    <a:pt x="77330" y="39281"/>
                  </a:lnTo>
                  <a:lnTo>
                    <a:pt x="73787" y="37845"/>
                  </a:lnTo>
                  <a:lnTo>
                    <a:pt x="67106" y="34289"/>
                  </a:lnTo>
                  <a:lnTo>
                    <a:pt x="65138" y="31508"/>
                  </a:lnTo>
                  <a:lnTo>
                    <a:pt x="66433" y="24637"/>
                  </a:lnTo>
                  <a:lnTo>
                    <a:pt x="67081" y="21767"/>
                  </a:lnTo>
                  <a:lnTo>
                    <a:pt x="67477" y="20414"/>
                  </a:lnTo>
                  <a:close/>
                </a:path>
                <a:path w="82550" h="49529">
                  <a:moveTo>
                    <a:pt x="11760" y="12191"/>
                  </a:moveTo>
                  <a:lnTo>
                    <a:pt x="12357" y="13563"/>
                  </a:lnTo>
                  <a:lnTo>
                    <a:pt x="14439" y="18999"/>
                  </a:lnTo>
                  <a:lnTo>
                    <a:pt x="16535" y="23812"/>
                  </a:lnTo>
                  <a:lnTo>
                    <a:pt x="17030" y="31191"/>
                  </a:lnTo>
                  <a:lnTo>
                    <a:pt x="16408" y="32880"/>
                  </a:lnTo>
                  <a:lnTo>
                    <a:pt x="12890" y="35255"/>
                  </a:lnTo>
                  <a:lnTo>
                    <a:pt x="11112" y="36537"/>
                  </a:lnTo>
                  <a:lnTo>
                    <a:pt x="6197" y="38950"/>
                  </a:lnTo>
                  <a:lnTo>
                    <a:pt x="3073" y="40157"/>
                  </a:lnTo>
                  <a:lnTo>
                    <a:pt x="0" y="41478"/>
                  </a:lnTo>
                  <a:lnTo>
                    <a:pt x="241" y="41770"/>
                  </a:lnTo>
                  <a:lnTo>
                    <a:pt x="13741" y="48183"/>
                  </a:lnTo>
                  <a:lnTo>
                    <a:pt x="14401" y="48475"/>
                  </a:lnTo>
                  <a:lnTo>
                    <a:pt x="18808" y="48488"/>
                  </a:lnTo>
                  <a:lnTo>
                    <a:pt x="22279" y="31940"/>
                  </a:lnTo>
                  <a:lnTo>
                    <a:pt x="31873" y="22276"/>
                  </a:lnTo>
                  <a:lnTo>
                    <a:pt x="43105" y="20414"/>
                  </a:lnTo>
                  <a:lnTo>
                    <a:pt x="67477" y="20414"/>
                  </a:lnTo>
                  <a:lnTo>
                    <a:pt x="68134" y="18173"/>
                  </a:lnTo>
                  <a:lnTo>
                    <a:pt x="54102" y="18173"/>
                  </a:lnTo>
                  <a:lnTo>
                    <a:pt x="51274" y="17513"/>
                  </a:lnTo>
                  <a:lnTo>
                    <a:pt x="30365" y="17513"/>
                  </a:lnTo>
                  <a:lnTo>
                    <a:pt x="22860" y="16776"/>
                  </a:lnTo>
                  <a:lnTo>
                    <a:pt x="17929" y="14592"/>
                  </a:lnTo>
                  <a:lnTo>
                    <a:pt x="13322" y="12776"/>
                  </a:lnTo>
                  <a:lnTo>
                    <a:pt x="11760" y="12191"/>
                  </a:lnTo>
                  <a:close/>
                </a:path>
                <a:path w="82550" h="49529">
                  <a:moveTo>
                    <a:pt x="70472" y="12204"/>
                  </a:moveTo>
                  <a:lnTo>
                    <a:pt x="69456" y="12687"/>
                  </a:lnTo>
                  <a:lnTo>
                    <a:pt x="65087" y="14325"/>
                  </a:lnTo>
                  <a:lnTo>
                    <a:pt x="61175" y="15963"/>
                  </a:lnTo>
                  <a:lnTo>
                    <a:pt x="54102" y="18173"/>
                  </a:lnTo>
                  <a:lnTo>
                    <a:pt x="68134" y="18173"/>
                  </a:lnTo>
                  <a:lnTo>
                    <a:pt x="68554" y="16738"/>
                  </a:lnTo>
                  <a:lnTo>
                    <a:pt x="69550" y="14592"/>
                  </a:lnTo>
                  <a:lnTo>
                    <a:pt x="70472" y="12204"/>
                  </a:lnTo>
                  <a:close/>
                </a:path>
                <a:path w="82550" h="49529">
                  <a:moveTo>
                    <a:pt x="41173" y="0"/>
                  </a:moveTo>
                  <a:lnTo>
                    <a:pt x="40843" y="800"/>
                  </a:lnTo>
                  <a:lnTo>
                    <a:pt x="40652" y="1320"/>
                  </a:lnTo>
                  <a:lnTo>
                    <a:pt x="38481" y="6438"/>
                  </a:lnTo>
                  <a:lnTo>
                    <a:pt x="36753" y="11150"/>
                  </a:lnTo>
                  <a:lnTo>
                    <a:pt x="32092" y="16840"/>
                  </a:lnTo>
                  <a:lnTo>
                    <a:pt x="30365" y="17513"/>
                  </a:lnTo>
                  <a:lnTo>
                    <a:pt x="51274" y="17513"/>
                  </a:lnTo>
                  <a:lnTo>
                    <a:pt x="45948" y="9143"/>
                  </a:lnTo>
                  <a:lnTo>
                    <a:pt x="43205" y="4381"/>
                  </a:lnTo>
                  <a:lnTo>
                    <a:pt x="42303" y="2298"/>
                  </a:lnTo>
                  <a:lnTo>
                    <a:pt x="41173"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4" name="object 137">
              <a:extLst>
                <a:ext uri="{FF2B5EF4-FFF2-40B4-BE49-F238E27FC236}">
                  <a16:creationId xmlns:a16="http://schemas.microsoft.com/office/drawing/2014/main" id="{4363263D-F605-2462-7C4E-3F721DCF815A}"/>
                </a:ext>
              </a:extLst>
            </p:cNvPr>
            <p:cNvSpPr/>
            <p:nvPr/>
          </p:nvSpPr>
          <p:spPr>
            <a:xfrm>
              <a:off x="1475459" y="3804902"/>
              <a:ext cx="30535" cy="28902"/>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5" name="object 138">
              <a:extLst>
                <a:ext uri="{FF2B5EF4-FFF2-40B4-BE49-F238E27FC236}">
                  <a16:creationId xmlns:a16="http://schemas.microsoft.com/office/drawing/2014/main" id="{5B930C78-BA77-5E78-EB5A-603435EA8664}"/>
                </a:ext>
              </a:extLst>
            </p:cNvPr>
            <p:cNvSpPr>
              <a:spLocks noChangeAspect="1"/>
            </p:cNvSpPr>
            <p:nvPr/>
          </p:nvSpPr>
          <p:spPr>
            <a:xfrm>
              <a:off x="1518430" y="3804858"/>
              <a:ext cx="33133" cy="29778"/>
            </a:xfrm>
            <a:custGeom>
              <a:avLst/>
              <a:gdLst/>
              <a:ahLst/>
              <a:cxnLst/>
              <a:rect l="l" t="t" r="r" b="b"/>
              <a:pathLst>
                <a:path w="32385" h="21589">
                  <a:moveTo>
                    <a:pt x="26568" y="0"/>
                  </a:moveTo>
                  <a:lnTo>
                    <a:pt x="0" y="152"/>
                  </a:lnTo>
                  <a:lnTo>
                    <a:pt x="215" y="2743"/>
                  </a:lnTo>
                  <a:lnTo>
                    <a:pt x="876" y="8178"/>
                  </a:lnTo>
                  <a:lnTo>
                    <a:pt x="1625" y="13601"/>
                  </a:lnTo>
                  <a:lnTo>
                    <a:pt x="2374" y="20510"/>
                  </a:lnTo>
                  <a:lnTo>
                    <a:pt x="2857" y="21005"/>
                  </a:lnTo>
                  <a:lnTo>
                    <a:pt x="32003" y="20853"/>
                  </a:lnTo>
                  <a:lnTo>
                    <a:pt x="31749" y="19202"/>
                  </a:lnTo>
                  <a:lnTo>
                    <a:pt x="30276" y="13322"/>
                  </a:lnTo>
                  <a:lnTo>
                    <a:pt x="28752" y="7467"/>
                  </a:lnTo>
                  <a:lnTo>
                    <a:pt x="27050" y="355"/>
                  </a:lnTo>
                  <a:lnTo>
                    <a:pt x="26568"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6" name="object 139">
              <a:extLst>
                <a:ext uri="{FF2B5EF4-FFF2-40B4-BE49-F238E27FC236}">
                  <a16:creationId xmlns:a16="http://schemas.microsoft.com/office/drawing/2014/main" id="{4433C667-652C-678E-B102-AEED44A50830}"/>
                </a:ext>
              </a:extLst>
            </p:cNvPr>
            <p:cNvSpPr/>
            <p:nvPr/>
          </p:nvSpPr>
          <p:spPr>
            <a:xfrm>
              <a:off x="1430008" y="3804872"/>
              <a:ext cx="33133" cy="28902"/>
            </a:xfrm>
            <a:custGeom>
              <a:avLst/>
              <a:gdLst/>
              <a:ahLst/>
              <a:cxnLst/>
              <a:rect l="l" t="t" r="r" b="b"/>
              <a:pathLst>
                <a:path w="32385" h="20954">
                  <a:moveTo>
                    <a:pt x="5143" y="0"/>
                  </a:moveTo>
                  <a:lnTo>
                    <a:pt x="5041" y="673"/>
                  </a:lnTo>
                  <a:lnTo>
                    <a:pt x="1295" y="15430"/>
                  </a:lnTo>
                  <a:lnTo>
                    <a:pt x="0" y="20701"/>
                  </a:lnTo>
                  <a:lnTo>
                    <a:pt x="29552" y="20701"/>
                  </a:lnTo>
                  <a:lnTo>
                    <a:pt x="32130" y="368"/>
                  </a:lnTo>
                  <a:lnTo>
                    <a:pt x="31762" y="139"/>
                  </a:lnTo>
                  <a:lnTo>
                    <a:pt x="5143"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7" name="object 140">
              <a:extLst>
                <a:ext uri="{FF2B5EF4-FFF2-40B4-BE49-F238E27FC236}">
                  <a16:creationId xmlns:a16="http://schemas.microsoft.com/office/drawing/2014/main" id="{010D2DD8-4509-B336-29DD-7BE90A75603C}"/>
                </a:ext>
              </a:extLst>
            </p:cNvPr>
            <p:cNvSpPr/>
            <p:nvPr/>
          </p:nvSpPr>
          <p:spPr>
            <a:xfrm>
              <a:off x="1514792" y="3766673"/>
              <a:ext cx="28586" cy="23647"/>
            </a:xfrm>
            <a:custGeom>
              <a:avLst/>
              <a:gdLst/>
              <a:ahLst/>
              <a:cxnLst/>
              <a:rect l="l" t="t" r="r" b="b"/>
              <a:pathLst>
                <a:path w="27939" h="17145">
                  <a:moveTo>
                    <a:pt x="23139" y="0"/>
                  </a:moveTo>
                  <a:lnTo>
                    <a:pt x="1079" y="50"/>
                  </a:lnTo>
                  <a:lnTo>
                    <a:pt x="0" y="177"/>
                  </a:lnTo>
                  <a:lnTo>
                    <a:pt x="2095" y="16891"/>
                  </a:lnTo>
                  <a:lnTo>
                    <a:pt x="27762" y="16891"/>
                  </a:lnTo>
                  <a:lnTo>
                    <a:pt x="26441" y="11582"/>
                  </a:lnTo>
                  <a:lnTo>
                    <a:pt x="25133" y="6527"/>
                  </a:lnTo>
                  <a:lnTo>
                    <a:pt x="23672" y="254"/>
                  </a:lnTo>
                  <a:lnTo>
                    <a:pt x="23139"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8" name="object 142">
              <a:extLst>
                <a:ext uri="{FF2B5EF4-FFF2-40B4-BE49-F238E27FC236}">
                  <a16:creationId xmlns:a16="http://schemas.microsoft.com/office/drawing/2014/main" id="{3D0A4212-1B9F-F9DF-84EF-117FD73A110E}"/>
                </a:ext>
              </a:extLst>
            </p:cNvPr>
            <p:cNvSpPr/>
            <p:nvPr/>
          </p:nvSpPr>
          <p:spPr>
            <a:xfrm>
              <a:off x="1438298" y="3766659"/>
              <a:ext cx="28586" cy="23647"/>
            </a:xfrm>
            <a:custGeom>
              <a:avLst/>
              <a:gdLst/>
              <a:ahLst/>
              <a:cxnLst/>
              <a:rect l="l" t="t" r="r" b="b"/>
              <a:pathLst>
                <a:path w="27939" h="17145">
                  <a:moveTo>
                    <a:pt x="4584" y="0"/>
                  </a:moveTo>
                  <a:lnTo>
                    <a:pt x="3911" y="736"/>
                  </a:lnTo>
                  <a:lnTo>
                    <a:pt x="2514" y="6019"/>
                  </a:lnTo>
                  <a:lnTo>
                    <a:pt x="165" y="15620"/>
                  </a:lnTo>
                  <a:lnTo>
                    <a:pt x="0" y="16878"/>
                  </a:lnTo>
                  <a:lnTo>
                    <a:pt x="25412" y="16878"/>
                  </a:lnTo>
                  <a:lnTo>
                    <a:pt x="26428" y="9347"/>
                  </a:lnTo>
                  <a:lnTo>
                    <a:pt x="26949" y="4787"/>
                  </a:lnTo>
                  <a:lnTo>
                    <a:pt x="27508" y="279"/>
                  </a:lnTo>
                  <a:lnTo>
                    <a:pt x="27190" y="88"/>
                  </a:lnTo>
                  <a:lnTo>
                    <a:pt x="4584"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sp>
          <p:nvSpPr>
            <p:cNvPr id="419" name="object 137">
              <a:extLst>
                <a:ext uri="{FF2B5EF4-FFF2-40B4-BE49-F238E27FC236}">
                  <a16:creationId xmlns:a16="http://schemas.microsoft.com/office/drawing/2014/main" id="{32903877-5CD4-75D8-2283-A0076E2AA89F}"/>
                </a:ext>
              </a:extLst>
            </p:cNvPr>
            <p:cNvSpPr/>
            <p:nvPr/>
          </p:nvSpPr>
          <p:spPr>
            <a:xfrm>
              <a:off x="1475457" y="3765580"/>
              <a:ext cx="30535" cy="24215"/>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solidFill>
              <a:srgbClr val="92D400"/>
            </a:solidFill>
          </p:spPr>
          <p:txBody>
            <a:bodyPr wrap="square" lIns="0" tIns="0" rIns="0" bIns="0" rtlCol="0"/>
            <a:lstStyle/>
            <a:p>
              <a:pPr marL="0" marR="0" lvl="0" indent="0" defTabSz="806869" eaLnBrk="1" fontAlgn="auto" latinLnBrk="0" hangingPunct="1">
                <a:lnSpc>
                  <a:spcPct val="100000"/>
                </a:lnSpc>
                <a:spcBef>
                  <a:spcPts val="0"/>
                </a:spcBef>
                <a:spcAft>
                  <a:spcPts val="0"/>
                </a:spcAft>
                <a:buClrTx/>
                <a:buSzTx/>
                <a:buFontTx/>
                <a:buNone/>
                <a:tabLst/>
                <a:defRPr/>
              </a:pPr>
              <a:endParaRPr kumimoji="0" sz="1587" b="0" i="0" u="none" strike="noStrike" kern="0" cap="none" spc="0" normalizeH="0" baseline="0" noProof="0">
                <a:ln>
                  <a:noFill/>
                </a:ln>
                <a:solidFill>
                  <a:prstClr val="white"/>
                </a:solidFill>
                <a:effectLst/>
                <a:uLnTx/>
                <a:uFillTx/>
              </a:endParaRPr>
            </a:p>
          </p:txBody>
        </p:sp>
      </p:grpSp>
      <p:sp>
        <p:nvSpPr>
          <p:cNvPr id="420" name="Left-Right Arrow 516">
            <a:extLst>
              <a:ext uri="{FF2B5EF4-FFF2-40B4-BE49-F238E27FC236}">
                <a16:creationId xmlns:a16="http://schemas.microsoft.com/office/drawing/2014/main" id="{DD9BED5B-0309-2DF5-51E8-889EF340CDC4}"/>
              </a:ext>
            </a:extLst>
          </p:cNvPr>
          <p:cNvSpPr/>
          <p:nvPr/>
        </p:nvSpPr>
        <p:spPr>
          <a:xfrm>
            <a:off x="7027529" y="3292406"/>
            <a:ext cx="260020" cy="157743"/>
          </a:xfrm>
          <a:prstGeom prst="leftRightArrow">
            <a:avLst/>
          </a:prstGeom>
          <a:solidFill>
            <a:srgbClr val="92D400"/>
          </a:solidFill>
          <a:ln w="12700" cap="flat" cmpd="sng" algn="ctr">
            <a:noFill/>
            <a:prstDash val="solid"/>
            <a:miter lim="800000"/>
          </a:ln>
          <a:effectLst/>
        </p:spPr>
        <p:txBody>
          <a:bodyPr rtlCol="0" anchor="ctr"/>
          <a:lstStyle/>
          <a:p>
            <a:pPr algn="ctr" defTabSz="806869">
              <a:defRPr/>
            </a:pPr>
            <a:endParaRPr lang="en-US" sz="1587" kern="0">
              <a:solidFill>
                <a:prstClr val="white"/>
              </a:solidFill>
            </a:endParaRPr>
          </a:p>
        </p:txBody>
      </p:sp>
      <p:sp>
        <p:nvSpPr>
          <p:cNvPr id="421" name="TextBox 420">
            <a:extLst>
              <a:ext uri="{FF2B5EF4-FFF2-40B4-BE49-F238E27FC236}">
                <a16:creationId xmlns:a16="http://schemas.microsoft.com/office/drawing/2014/main" id="{328BF737-52EF-AADC-A932-A0E0909DE366}"/>
              </a:ext>
            </a:extLst>
          </p:cNvPr>
          <p:cNvSpPr txBox="1"/>
          <p:nvPr/>
        </p:nvSpPr>
        <p:spPr>
          <a:xfrm>
            <a:off x="4958338" y="2107851"/>
            <a:ext cx="953086" cy="162993"/>
          </a:xfrm>
          <a:prstGeom prst="rect">
            <a:avLst/>
          </a:prstGeom>
          <a:noFill/>
        </p:spPr>
        <p:txBody>
          <a:bodyPr wrap="square" lIns="0" tIns="0" rIns="0" bIns="0" rtlCol="0">
            <a:spAutoFit/>
          </a:bodyPr>
          <a:lstStyle/>
          <a:p>
            <a:pPr algn="ctr" defTabSz="914342">
              <a:spcBef>
                <a:spcPts val="529"/>
              </a:spcBef>
              <a:buSzPct val="100000"/>
              <a:defRPr/>
            </a:pPr>
            <a:r>
              <a:rPr lang="en-US" sz="1059" b="1" dirty="0">
                <a:solidFill>
                  <a:srgbClr val="313131"/>
                </a:solidFill>
              </a:rPr>
              <a:t>Customers</a:t>
            </a:r>
          </a:p>
        </p:txBody>
      </p:sp>
      <p:sp>
        <p:nvSpPr>
          <p:cNvPr id="422" name="Freeform 575">
            <a:extLst>
              <a:ext uri="{FF2B5EF4-FFF2-40B4-BE49-F238E27FC236}">
                <a16:creationId xmlns:a16="http://schemas.microsoft.com/office/drawing/2014/main" id="{6B523839-7949-1C9F-6551-8B5A754A1FC6}"/>
              </a:ext>
            </a:extLst>
          </p:cNvPr>
          <p:cNvSpPr>
            <a:spLocks noChangeAspect="1" noEditPoints="1"/>
          </p:cNvSpPr>
          <p:nvPr/>
        </p:nvSpPr>
        <p:spPr bwMode="auto">
          <a:xfrm>
            <a:off x="2319748" y="1624228"/>
            <a:ext cx="440129" cy="440129"/>
          </a:xfrm>
          <a:custGeom>
            <a:avLst/>
            <a:gdLst>
              <a:gd name="T0" fmla="*/ 213 w 512"/>
              <a:gd name="T1" fmla="*/ 265 h 512"/>
              <a:gd name="T2" fmla="*/ 283 w 512"/>
              <a:gd name="T3" fmla="*/ 312 h 512"/>
              <a:gd name="T4" fmla="*/ 278 w 512"/>
              <a:gd name="T5" fmla="*/ 352 h 512"/>
              <a:gd name="T6" fmla="*/ 213 w 512"/>
              <a:gd name="T7" fmla="*/ 352 h 512"/>
              <a:gd name="T8" fmla="*/ 213 w 512"/>
              <a:gd name="T9" fmla="*/ 265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347 w 512"/>
              <a:gd name="T21" fmla="*/ 117 h 512"/>
              <a:gd name="T22" fmla="*/ 355 w 512"/>
              <a:gd name="T23" fmla="*/ 135 h 512"/>
              <a:gd name="T24" fmla="*/ 355 w 512"/>
              <a:gd name="T25" fmla="*/ 141 h 512"/>
              <a:gd name="T26" fmla="*/ 355 w 512"/>
              <a:gd name="T27" fmla="*/ 156 h 512"/>
              <a:gd name="T28" fmla="*/ 362 w 512"/>
              <a:gd name="T29" fmla="*/ 160 h 512"/>
              <a:gd name="T30" fmla="*/ 370 w 512"/>
              <a:gd name="T31" fmla="*/ 157 h 512"/>
              <a:gd name="T32" fmla="*/ 378 w 512"/>
              <a:gd name="T33" fmla="*/ 138 h 512"/>
              <a:gd name="T34" fmla="*/ 370 w 512"/>
              <a:gd name="T35" fmla="*/ 120 h 512"/>
              <a:gd name="T36" fmla="*/ 370 w 512"/>
              <a:gd name="T37" fmla="*/ 114 h 512"/>
              <a:gd name="T38" fmla="*/ 370 w 512"/>
              <a:gd name="T39" fmla="*/ 99 h 512"/>
              <a:gd name="T40" fmla="*/ 355 w 512"/>
              <a:gd name="T41" fmla="*/ 99 h 512"/>
              <a:gd name="T42" fmla="*/ 347 w 512"/>
              <a:gd name="T43" fmla="*/ 117 h 512"/>
              <a:gd name="T44" fmla="*/ 304 w 512"/>
              <a:gd name="T45" fmla="*/ 117 h 512"/>
              <a:gd name="T46" fmla="*/ 312 w 512"/>
              <a:gd name="T47" fmla="*/ 135 h 512"/>
              <a:gd name="T48" fmla="*/ 312 w 512"/>
              <a:gd name="T49" fmla="*/ 141 h 512"/>
              <a:gd name="T50" fmla="*/ 312 w 512"/>
              <a:gd name="T51" fmla="*/ 156 h 512"/>
              <a:gd name="T52" fmla="*/ 320 w 512"/>
              <a:gd name="T53" fmla="*/ 160 h 512"/>
              <a:gd name="T54" fmla="*/ 327 w 512"/>
              <a:gd name="T55" fmla="*/ 157 h 512"/>
              <a:gd name="T56" fmla="*/ 335 w 512"/>
              <a:gd name="T57" fmla="*/ 138 h 512"/>
              <a:gd name="T58" fmla="*/ 327 w 512"/>
              <a:gd name="T59" fmla="*/ 120 h 512"/>
              <a:gd name="T60" fmla="*/ 327 w 512"/>
              <a:gd name="T61" fmla="*/ 114 h 512"/>
              <a:gd name="T62" fmla="*/ 327 w 512"/>
              <a:gd name="T63" fmla="*/ 99 h 512"/>
              <a:gd name="T64" fmla="*/ 312 w 512"/>
              <a:gd name="T65" fmla="*/ 99 h 512"/>
              <a:gd name="T66" fmla="*/ 304 w 512"/>
              <a:gd name="T67" fmla="*/ 117 h 512"/>
              <a:gd name="T68" fmla="*/ 415 w 512"/>
              <a:gd name="T69" fmla="*/ 360 h 512"/>
              <a:gd name="T70" fmla="*/ 383 w 512"/>
              <a:gd name="T71" fmla="*/ 190 h 512"/>
              <a:gd name="T72" fmla="*/ 373 w 512"/>
              <a:gd name="T73" fmla="*/ 181 h 512"/>
              <a:gd name="T74" fmla="*/ 309 w 512"/>
              <a:gd name="T75" fmla="*/ 181 h 512"/>
              <a:gd name="T76" fmla="*/ 298 w 512"/>
              <a:gd name="T77" fmla="*/ 190 h 512"/>
              <a:gd name="T78" fmla="*/ 286 w 512"/>
              <a:gd name="T79" fmla="*/ 288 h 512"/>
              <a:gd name="T80" fmla="*/ 208 w 512"/>
              <a:gd name="T81" fmla="*/ 236 h 512"/>
              <a:gd name="T82" fmla="*/ 197 w 512"/>
              <a:gd name="T83" fmla="*/ 236 h 512"/>
              <a:gd name="T84" fmla="*/ 192 w 512"/>
              <a:gd name="T85" fmla="*/ 245 h 512"/>
              <a:gd name="T86" fmla="*/ 192 w 512"/>
              <a:gd name="T87" fmla="*/ 289 h 512"/>
              <a:gd name="T88" fmla="*/ 112 w 512"/>
              <a:gd name="T89" fmla="*/ 236 h 512"/>
              <a:gd name="T90" fmla="*/ 101 w 512"/>
              <a:gd name="T91" fmla="*/ 236 h 512"/>
              <a:gd name="T92" fmla="*/ 96 w 512"/>
              <a:gd name="T93" fmla="*/ 245 h 512"/>
              <a:gd name="T94" fmla="*/ 96 w 512"/>
              <a:gd name="T95" fmla="*/ 362 h 512"/>
              <a:gd name="T96" fmla="*/ 106 w 512"/>
              <a:gd name="T97" fmla="*/ 373 h 512"/>
              <a:gd name="T98" fmla="*/ 405 w 512"/>
              <a:gd name="T99" fmla="*/ 373 h 512"/>
              <a:gd name="T100" fmla="*/ 413 w 512"/>
              <a:gd name="T101" fmla="*/ 369 h 512"/>
              <a:gd name="T102" fmla="*/ 415 w 512"/>
              <a:gd name="T103" fmla="*/ 360 h 512"/>
              <a:gd name="T104" fmla="*/ 117 w 512"/>
              <a:gd name="T105" fmla="*/ 352 h 512"/>
              <a:gd name="T106" fmla="*/ 192 w 512"/>
              <a:gd name="T107" fmla="*/ 352 h 512"/>
              <a:gd name="T108" fmla="*/ 192 w 512"/>
              <a:gd name="T109" fmla="*/ 315 h 512"/>
              <a:gd name="T110" fmla="*/ 117 w 512"/>
              <a:gd name="T111" fmla="*/ 265 h 512"/>
              <a:gd name="T112" fmla="*/ 117 w 512"/>
              <a:gd name="T113" fmla="*/ 352 h 512"/>
              <a:gd name="T114" fmla="*/ 318 w 512"/>
              <a:gd name="T115" fmla="*/ 202 h 512"/>
              <a:gd name="T116" fmla="*/ 300 w 512"/>
              <a:gd name="T117" fmla="*/ 352 h 512"/>
              <a:gd name="T118" fmla="*/ 392 w 512"/>
              <a:gd name="T119" fmla="*/ 352 h 512"/>
              <a:gd name="T120" fmla="*/ 364 w 512"/>
              <a:gd name="T121" fmla="*/ 202 h 512"/>
              <a:gd name="T122" fmla="*/ 318 w 512"/>
              <a:gd name="T123"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213" y="265"/>
                </a:moveTo>
                <a:cubicBezTo>
                  <a:pt x="283" y="312"/>
                  <a:pt x="283" y="312"/>
                  <a:pt x="283" y="312"/>
                </a:cubicBezTo>
                <a:cubicBezTo>
                  <a:pt x="278" y="352"/>
                  <a:pt x="278" y="352"/>
                  <a:pt x="278" y="352"/>
                </a:cubicBezTo>
                <a:cubicBezTo>
                  <a:pt x="213" y="352"/>
                  <a:pt x="213" y="352"/>
                  <a:pt x="213" y="352"/>
                </a:cubicBezTo>
                <a:lnTo>
                  <a:pt x="213" y="265"/>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47" y="117"/>
                </a:moveTo>
                <a:cubicBezTo>
                  <a:pt x="347" y="122"/>
                  <a:pt x="348" y="129"/>
                  <a:pt x="355" y="135"/>
                </a:cubicBezTo>
                <a:cubicBezTo>
                  <a:pt x="356" y="136"/>
                  <a:pt x="358" y="138"/>
                  <a:pt x="355" y="141"/>
                </a:cubicBezTo>
                <a:cubicBezTo>
                  <a:pt x="351" y="145"/>
                  <a:pt x="351" y="152"/>
                  <a:pt x="355" y="156"/>
                </a:cubicBezTo>
                <a:cubicBezTo>
                  <a:pt x="357" y="159"/>
                  <a:pt x="360" y="160"/>
                  <a:pt x="362" y="160"/>
                </a:cubicBezTo>
                <a:cubicBezTo>
                  <a:pt x="365" y="160"/>
                  <a:pt x="368" y="159"/>
                  <a:pt x="370" y="157"/>
                </a:cubicBezTo>
                <a:cubicBezTo>
                  <a:pt x="371" y="155"/>
                  <a:pt x="378" y="148"/>
                  <a:pt x="378" y="138"/>
                </a:cubicBezTo>
                <a:cubicBezTo>
                  <a:pt x="378" y="134"/>
                  <a:pt x="377" y="127"/>
                  <a:pt x="370" y="120"/>
                </a:cubicBezTo>
                <a:cubicBezTo>
                  <a:pt x="369" y="119"/>
                  <a:pt x="367" y="117"/>
                  <a:pt x="370" y="114"/>
                </a:cubicBezTo>
                <a:cubicBezTo>
                  <a:pt x="374" y="110"/>
                  <a:pt x="374" y="103"/>
                  <a:pt x="370" y="99"/>
                </a:cubicBezTo>
                <a:cubicBezTo>
                  <a:pt x="366" y="95"/>
                  <a:pt x="359" y="95"/>
                  <a:pt x="355" y="99"/>
                </a:cubicBezTo>
                <a:cubicBezTo>
                  <a:pt x="354" y="100"/>
                  <a:pt x="347" y="107"/>
                  <a:pt x="347" y="117"/>
                </a:cubicBezTo>
                <a:close/>
                <a:moveTo>
                  <a:pt x="304" y="117"/>
                </a:moveTo>
                <a:cubicBezTo>
                  <a:pt x="304" y="122"/>
                  <a:pt x="306" y="129"/>
                  <a:pt x="312" y="135"/>
                </a:cubicBezTo>
                <a:cubicBezTo>
                  <a:pt x="313" y="136"/>
                  <a:pt x="315" y="138"/>
                  <a:pt x="312" y="141"/>
                </a:cubicBezTo>
                <a:cubicBezTo>
                  <a:pt x="308" y="145"/>
                  <a:pt x="308" y="152"/>
                  <a:pt x="312" y="156"/>
                </a:cubicBezTo>
                <a:cubicBezTo>
                  <a:pt x="314" y="159"/>
                  <a:pt x="317" y="160"/>
                  <a:pt x="320" y="160"/>
                </a:cubicBezTo>
                <a:cubicBezTo>
                  <a:pt x="322" y="160"/>
                  <a:pt x="325" y="159"/>
                  <a:pt x="327" y="157"/>
                </a:cubicBezTo>
                <a:cubicBezTo>
                  <a:pt x="328" y="155"/>
                  <a:pt x="335" y="148"/>
                  <a:pt x="335" y="138"/>
                </a:cubicBezTo>
                <a:cubicBezTo>
                  <a:pt x="335" y="134"/>
                  <a:pt x="334" y="127"/>
                  <a:pt x="327" y="120"/>
                </a:cubicBezTo>
                <a:cubicBezTo>
                  <a:pt x="326" y="119"/>
                  <a:pt x="324" y="117"/>
                  <a:pt x="327" y="114"/>
                </a:cubicBezTo>
                <a:cubicBezTo>
                  <a:pt x="331" y="110"/>
                  <a:pt x="331" y="103"/>
                  <a:pt x="327" y="99"/>
                </a:cubicBezTo>
                <a:cubicBezTo>
                  <a:pt x="323" y="95"/>
                  <a:pt x="316" y="95"/>
                  <a:pt x="312" y="99"/>
                </a:cubicBezTo>
                <a:cubicBezTo>
                  <a:pt x="311" y="100"/>
                  <a:pt x="304" y="107"/>
                  <a:pt x="304" y="117"/>
                </a:cubicBezTo>
                <a:close/>
                <a:moveTo>
                  <a:pt x="415" y="360"/>
                </a:moveTo>
                <a:cubicBezTo>
                  <a:pt x="383" y="190"/>
                  <a:pt x="383" y="190"/>
                  <a:pt x="383" y="190"/>
                </a:cubicBezTo>
                <a:cubicBezTo>
                  <a:pt x="383" y="185"/>
                  <a:pt x="378" y="181"/>
                  <a:pt x="373" y="181"/>
                </a:cubicBezTo>
                <a:cubicBezTo>
                  <a:pt x="309" y="181"/>
                  <a:pt x="309" y="181"/>
                  <a:pt x="309" y="181"/>
                </a:cubicBezTo>
                <a:cubicBezTo>
                  <a:pt x="304" y="181"/>
                  <a:pt x="299" y="185"/>
                  <a:pt x="298" y="190"/>
                </a:cubicBezTo>
                <a:cubicBezTo>
                  <a:pt x="286" y="288"/>
                  <a:pt x="286" y="288"/>
                  <a:pt x="286" y="288"/>
                </a:cubicBezTo>
                <a:cubicBezTo>
                  <a:pt x="208" y="236"/>
                  <a:pt x="208" y="236"/>
                  <a:pt x="208" y="236"/>
                </a:cubicBezTo>
                <a:cubicBezTo>
                  <a:pt x="205" y="234"/>
                  <a:pt x="201" y="234"/>
                  <a:pt x="197" y="236"/>
                </a:cubicBezTo>
                <a:cubicBezTo>
                  <a:pt x="194" y="237"/>
                  <a:pt x="192" y="241"/>
                  <a:pt x="192" y="245"/>
                </a:cubicBezTo>
                <a:cubicBezTo>
                  <a:pt x="192" y="289"/>
                  <a:pt x="192" y="289"/>
                  <a:pt x="192" y="289"/>
                </a:cubicBezTo>
                <a:cubicBezTo>
                  <a:pt x="112" y="236"/>
                  <a:pt x="112" y="236"/>
                  <a:pt x="112" y="236"/>
                </a:cubicBezTo>
                <a:cubicBezTo>
                  <a:pt x="109" y="234"/>
                  <a:pt x="105" y="234"/>
                  <a:pt x="101" y="236"/>
                </a:cubicBezTo>
                <a:cubicBezTo>
                  <a:pt x="98" y="237"/>
                  <a:pt x="96" y="241"/>
                  <a:pt x="96" y="245"/>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3"/>
                  <a:pt x="415" y="360"/>
                </a:cubicBezTo>
                <a:close/>
                <a:moveTo>
                  <a:pt x="117" y="352"/>
                </a:moveTo>
                <a:cubicBezTo>
                  <a:pt x="192" y="352"/>
                  <a:pt x="192" y="352"/>
                  <a:pt x="192" y="352"/>
                </a:cubicBezTo>
                <a:cubicBezTo>
                  <a:pt x="192" y="315"/>
                  <a:pt x="192" y="315"/>
                  <a:pt x="192" y="315"/>
                </a:cubicBezTo>
                <a:cubicBezTo>
                  <a:pt x="117" y="265"/>
                  <a:pt x="117" y="265"/>
                  <a:pt x="117" y="265"/>
                </a:cubicBezTo>
                <a:lnTo>
                  <a:pt x="117" y="352"/>
                </a:lnTo>
                <a:close/>
                <a:moveTo>
                  <a:pt x="318" y="202"/>
                </a:moveTo>
                <a:cubicBezTo>
                  <a:pt x="300" y="352"/>
                  <a:pt x="300" y="352"/>
                  <a:pt x="300" y="352"/>
                </a:cubicBezTo>
                <a:cubicBezTo>
                  <a:pt x="392" y="352"/>
                  <a:pt x="392" y="352"/>
                  <a:pt x="392" y="352"/>
                </a:cubicBezTo>
                <a:cubicBezTo>
                  <a:pt x="364" y="202"/>
                  <a:pt x="364" y="202"/>
                  <a:pt x="364" y="202"/>
                </a:cubicBezTo>
                <a:lnTo>
                  <a:pt x="318" y="202"/>
                </a:lnTo>
                <a:close/>
              </a:path>
            </a:pathLst>
          </a:custGeom>
          <a:solidFill>
            <a:srgbClr val="26890D"/>
          </a:solidFill>
          <a:ln>
            <a:noFill/>
          </a:ln>
        </p:spPr>
        <p:txBody>
          <a:bodyPr vert="horz" wrap="square" lIns="80682" tIns="40341" rIns="80682" bIns="40341"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588" b="0" i="0" u="none" strike="noStrike" kern="0" cap="none" spc="0" normalizeH="0" baseline="0" noProof="0" dirty="0">
              <a:ln>
                <a:noFill/>
              </a:ln>
              <a:solidFill>
                <a:prstClr val="black"/>
              </a:solidFill>
              <a:effectLst/>
              <a:uLnTx/>
              <a:uFillTx/>
            </a:endParaRPr>
          </a:p>
        </p:txBody>
      </p:sp>
      <p:sp>
        <p:nvSpPr>
          <p:cNvPr id="423" name="Freeform 279">
            <a:extLst>
              <a:ext uri="{FF2B5EF4-FFF2-40B4-BE49-F238E27FC236}">
                <a16:creationId xmlns:a16="http://schemas.microsoft.com/office/drawing/2014/main" id="{E407BA88-24FC-5A41-73D2-D06A4D8C996E}"/>
              </a:ext>
            </a:extLst>
          </p:cNvPr>
          <p:cNvSpPr>
            <a:spLocks noChangeAspect="1" noEditPoints="1"/>
          </p:cNvSpPr>
          <p:nvPr/>
        </p:nvSpPr>
        <p:spPr bwMode="auto">
          <a:xfrm>
            <a:off x="7793200" y="1569210"/>
            <a:ext cx="441793" cy="441793"/>
          </a:xfrm>
          <a:custGeom>
            <a:avLst/>
            <a:gdLst>
              <a:gd name="T0" fmla="*/ 149 w 512"/>
              <a:gd name="T1" fmla="*/ 294 h 512"/>
              <a:gd name="T2" fmla="*/ 170 w 512"/>
              <a:gd name="T3" fmla="*/ 192 h 512"/>
              <a:gd name="T4" fmla="*/ 181 w 512"/>
              <a:gd name="T5" fmla="*/ 261 h 512"/>
              <a:gd name="T6" fmla="*/ 192 w 512"/>
              <a:gd name="T7" fmla="*/ 157 h 512"/>
              <a:gd name="T8" fmla="*/ 224 w 512"/>
              <a:gd name="T9" fmla="*/ 142 h 512"/>
              <a:gd name="T10" fmla="*/ 217 w 512"/>
              <a:gd name="T11" fmla="*/ 197 h 512"/>
              <a:gd name="T12" fmla="*/ 235 w 512"/>
              <a:gd name="T13" fmla="*/ 208 h 512"/>
              <a:gd name="T14" fmla="*/ 245 w 512"/>
              <a:gd name="T15" fmla="*/ 189 h 512"/>
              <a:gd name="T16" fmla="*/ 245 w 512"/>
              <a:gd name="T17" fmla="*/ 128 h 512"/>
              <a:gd name="T18" fmla="*/ 266 w 512"/>
              <a:gd name="T19" fmla="*/ 129 h 512"/>
              <a:gd name="T20" fmla="*/ 268 w 512"/>
              <a:gd name="T21" fmla="*/ 194 h 512"/>
              <a:gd name="T22" fmla="*/ 279 w 512"/>
              <a:gd name="T23" fmla="*/ 211 h 512"/>
              <a:gd name="T24" fmla="*/ 283 w 512"/>
              <a:gd name="T25" fmla="*/ 213 h 512"/>
              <a:gd name="T26" fmla="*/ 285 w 512"/>
              <a:gd name="T27" fmla="*/ 213 h 512"/>
              <a:gd name="T28" fmla="*/ 287 w 512"/>
              <a:gd name="T29" fmla="*/ 213 h 512"/>
              <a:gd name="T30" fmla="*/ 294 w 512"/>
              <a:gd name="T31" fmla="*/ 197 h 512"/>
              <a:gd name="T32" fmla="*/ 288 w 512"/>
              <a:gd name="T33" fmla="*/ 142 h 512"/>
              <a:gd name="T34" fmla="*/ 320 w 512"/>
              <a:gd name="T35" fmla="*/ 157 h 512"/>
              <a:gd name="T36" fmla="*/ 330 w 512"/>
              <a:gd name="T37" fmla="*/ 261 h 512"/>
              <a:gd name="T38" fmla="*/ 341 w 512"/>
              <a:gd name="T39" fmla="*/ 192 h 512"/>
              <a:gd name="T40" fmla="*/ 362 w 512"/>
              <a:gd name="T41" fmla="*/ 293 h 512"/>
              <a:gd name="T42" fmla="*/ 384 w 512"/>
              <a:gd name="T43" fmla="*/ 297 h 512"/>
              <a:gd name="T44" fmla="*/ 379 w 512"/>
              <a:gd name="T45" fmla="*/ 307 h 512"/>
              <a:gd name="T46" fmla="*/ 130 w 512"/>
              <a:gd name="T47" fmla="*/ 305 h 512"/>
              <a:gd name="T48" fmla="*/ 128 w 512"/>
              <a:gd name="T49" fmla="*/ 297 h 512"/>
              <a:gd name="T50" fmla="*/ 118 w 512"/>
              <a:gd name="T51" fmla="*/ 319 h 512"/>
              <a:gd name="T52" fmla="*/ 256 w 512"/>
              <a:gd name="T53" fmla="*/ 362 h 512"/>
              <a:gd name="T54" fmla="*/ 257 w 512"/>
              <a:gd name="T55" fmla="*/ 362 h 512"/>
              <a:gd name="T56" fmla="*/ 394 w 512"/>
              <a:gd name="T57" fmla="*/ 319 h 512"/>
              <a:gd name="T58" fmla="*/ 384 w 512"/>
              <a:gd name="T59" fmla="*/ 297 h 512"/>
              <a:gd name="T60" fmla="*/ 256 w 512"/>
              <a:gd name="T61" fmla="*/ 512 h 512"/>
              <a:gd name="T62" fmla="*/ 256 w 512"/>
              <a:gd name="T63" fmla="*/ 0 h 512"/>
              <a:gd name="T64" fmla="*/ 414 w 512"/>
              <a:gd name="T65" fmla="*/ 289 h 512"/>
              <a:gd name="T66" fmla="*/ 384 w 512"/>
              <a:gd name="T67" fmla="*/ 274 h 512"/>
              <a:gd name="T68" fmla="*/ 341 w 512"/>
              <a:gd name="T69" fmla="*/ 156 h 512"/>
              <a:gd name="T70" fmla="*/ 335 w 512"/>
              <a:gd name="T71" fmla="*/ 141 h 512"/>
              <a:gd name="T72" fmla="*/ 288 w 512"/>
              <a:gd name="T73" fmla="*/ 120 h 512"/>
              <a:gd name="T74" fmla="*/ 277 w 512"/>
              <a:gd name="T75" fmla="*/ 106 h 512"/>
              <a:gd name="T76" fmla="*/ 224 w 512"/>
              <a:gd name="T77" fmla="*/ 117 h 512"/>
              <a:gd name="T78" fmla="*/ 187 w 512"/>
              <a:gd name="T79" fmla="*/ 135 h 512"/>
              <a:gd name="T80" fmla="*/ 170 w 512"/>
              <a:gd name="T81" fmla="*/ 150 h 512"/>
              <a:gd name="T82" fmla="*/ 128 w 512"/>
              <a:gd name="T83" fmla="*/ 260 h 512"/>
              <a:gd name="T84" fmla="*/ 105 w 512"/>
              <a:gd name="T85" fmla="*/ 281 h 512"/>
              <a:gd name="T86" fmla="*/ 97 w 512"/>
              <a:gd name="T87" fmla="*/ 325 h 512"/>
              <a:gd name="T88" fmla="*/ 119 w 512"/>
              <a:gd name="T89" fmla="*/ 370 h 512"/>
              <a:gd name="T90" fmla="*/ 256 w 512"/>
              <a:gd name="T91" fmla="*/ 384 h 512"/>
              <a:gd name="T92" fmla="*/ 393 w 512"/>
              <a:gd name="T93" fmla="*/ 370 h 512"/>
              <a:gd name="T94" fmla="*/ 415 w 512"/>
              <a:gd name="T95" fmla="*/ 32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256" y="311"/>
                </a:moveTo>
                <a:cubicBezTo>
                  <a:pt x="182" y="311"/>
                  <a:pt x="160" y="298"/>
                  <a:pt x="149" y="294"/>
                </a:cubicBezTo>
                <a:cubicBezTo>
                  <a:pt x="149" y="260"/>
                  <a:pt x="149" y="260"/>
                  <a:pt x="149" y="260"/>
                </a:cubicBezTo>
                <a:cubicBezTo>
                  <a:pt x="149" y="232"/>
                  <a:pt x="160" y="209"/>
                  <a:pt x="170" y="192"/>
                </a:cubicBezTo>
                <a:cubicBezTo>
                  <a:pt x="170" y="250"/>
                  <a:pt x="170" y="250"/>
                  <a:pt x="170" y="250"/>
                </a:cubicBezTo>
                <a:cubicBezTo>
                  <a:pt x="170" y="256"/>
                  <a:pt x="175" y="261"/>
                  <a:pt x="181" y="261"/>
                </a:cubicBezTo>
                <a:cubicBezTo>
                  <a:pt x="187" y="261"/>
                  <a:pt x="192" y="256"/>
                  <a:pt x="192" y="250"/>
                </a:cubicBezTo>
                <a:cubicBezTo>
                  <a:pt x="192" y="157"/>
                  <a:pt x="192" y="157"/>
                  <a:pt x="192" y="157"/>
                </a:cubicBezTo>
                <a:cubicBezTo>
                  <a:pt x="192" y="156"/>
                  <a:pt x="195" y="155"/>
                  <a:pt x="197" y="154"/>
                </a:cubicBezTo>
                <a:cubicBezTo>
                  <a:pt x="207" y="149"/>
                  <a:pt x="213" y="145"/>
                  <a:pt x="224" y="142"/>
                </a:cubicBezTo>
                <a:cubicBezTo>
                  <a:pt x="224" y="186"/>
                  <a:pt x="224" y="186"/>
                  <a:pt x="224" y="186"/>
                </a:cubicBezTo>
                <a:cubicBezTo>
                  <a:pt x="217" y="197"/>
                  <a:pt x="217" y="197"/>
                  <a:pt x="217" y="197"/>
                </a:cubicBezTo>
                <a:cubicBezTo>
                  <a:pt x="214" y="202"/>
                  <a:pt x="215" y="208"/>
                  <a:pt x="220" y="211"/>
                </a:cubicBezTo>
                <a:cubicBezTo>
                  <a:pt x="225" y="214"/>
                  <a:pt x="232" y="213"/>
                  <a:pt x="235" y="208"/>
                </a:cubicBezTo>
                <a:cubicBezTo>
                  <a:pt x="243" y="194"/>
                  <a:pt x="243" y="194"/>
                  <a:pt x="243" y="194"/>
                </a:cubicBezTo>
                <a:cubicBezTo>
                  <a:pt x="244" y="193"/>
                  <a:pt x="245" y="191"/>
                  <a:pt x="245" y="189"/>
                </a:cubicBezTo>
                <a:cubicBezTo>
                  <a:pt x="245" y="129"/>
                  <a:pt x="245" y="129"/>
                  <a:pt x="245" y="129"/>
                </a:cubicBezTo>
                <a:cubicBezTo>
                  <a:pt x="245" y="128"/>
                  <a:pt x="245" y="128"/>
                  <a:pt x="245" y="128"/>
                </a:cubicBezTo>
                <a:cubicBezTo>
                  <a:pt x="266" y="128"/>
                  <a:pt x="266" y="128"/>
                  <a:pt x="266" y="128"/>
                </a:cubicBezTo>
                <a:cubicBezTo>
                  <a:pt x="266" y="129"/>
                  <a:pt x="266" y="129"/>
                  <a:pt x="266" y="129"/>
                </a:cubicBezTo>
                <a:cubicBezTo>
                  <a:pt x="266" y="189"/>
                  <a:pt x="266" y="189"/>
                  <a:pt x="266" y="189"/>
                </a:cubicBezTo>
                <a:cubicBezTo>
                  <a:pt x="266" y="191"/>
                  <a:pt x="267" y="193"/>
                  <a:pt x="268" y="194"/>
                </a:cubicBezTo>
                <a:cubicBezTo>
                  <a:pt x="276" y="208"/>
                  <a:pt x="276" y="208"/>
                  <a:pt x="276" y="208"/>
                </a:cubicBezTo>
                <a:cubicBezTo>
                  <a:pt x="277" y="209"/>
                  <a:pt x="278" y="210"/>
                  <a:pt x="279" y="211"/>
                </a:cubicBezTo>
                <a:cubicBezTo>
                  <a:pt x="279" y="211"/>
                  <a:pt x="279" y="211"/>
                  <a:pt x="279" y="211"/>
                </a:cubicBezTo>
                <a:cubicBezTo>
                  <a:pt x="280" y="212"/>
                  <a:pt x="281" y="212"/>
                  <a:pt x="283" y="213"/>
                </a:cubicBezTo>
                <a:cubicBezTo>
                  <a:pt x="283" y="213"/>
                  <a:pt x="283" y="213"/>
                  <a:pt x="283" y="213"/>
                </a:cubicBezTo>
                <a:cubicBezTo>
                  <a:pt x="284" y="213"/>
                  <a:pt x="284" y="213"/>
                  <a:pt x="285" y="213"/>
                </a:cubicBezTo>
                <a:cubicBezTo>
                  <a:pt x="286" y="213"/>
                  <a:pt x="286" y="213"/>
                  <a:pt x="286" y="213"/>
                </a:cubicBezTo>
                <a:cubicBezTo>
                  <a:pt x="287" y="213"/>
                  <a:pt x="287" y="213"/>
                  <a:pt x="287" y="213"/>
                </a:cubicBezTo>
                <a:cubicBezTo>
                  <a:pt x="288" y="213"/>
                  <a:pt x="290" y="212"/>
                  <a:pt x="291" y="211"/>
                </a:cubicBezTo>
                <a:cubicBezTo>
                  <a:pt x="296" y="208"/>
                  <a:pt x="297" y="202"/>
                  <a:pt x="294" y="197"/>
                </a:cubicBezTo>
                <a:cubicBezTo>
                  <a:pt x="288" y="186"/>
                  <a:pt x="288" y="186"/>
                  <a:pt x="288" y="186"/>
                </a:cubicBezTo>
                <a:cubicBezTo>
                  <a:pt x="288" y="142"/>
                  <a:pt x="288" y="142"/>
                  <a:pt x="288" y="142"/>
                </a:cubicBezTo>
                <a:cubicBezTo>
                  <a:pt x="298" y="145"/>
                  <a:pt x="304" y="149"/>
                  <a:pt x="314" y="154"/>
                </a:cubicBezTo>
                <a:cubicBezTo>
                  <a:pt x="316" y="155"/>
                  <a:pt x="320" y="156"/>
                  <a:pt x="320" y="157"/>
                </a:cubicBezTo>
                <a:cubicBezTo>
                  <a:pt x="320" y="250"/>
                  <a:pt x="320" y="250"/>
                  <a:pt x="320" y="250"/>
                </a:cubicBezTo>
                <a:cubicBezTo>
                  <a:pt x="320" y="256"/>
                  <a:pt x="324" y="261"/>
                  <a:pt x="330" y="261"/>
                </a:cubicBezTo>
                <a:cubicBezTo>
                  <a:pt x="336" y="261"/>
                  <a:pt x="341" y="256"/>
                  <a:pt x="341" y="250"/>
                </a:cubicBezTo>
                <a:cubicBezTo>
                  <a:pt x="341" y="192"/>
                  <a:pt x="341" y="192"/>
                  <a:pt x="341" y="192"/>
                </a:cubicBezTo>
                <a:cubicBezTo>
                  <a:pt x="352" y="209"/>
                  <a:pt x="362" y="232"/>
                  <a:pt x="362" y="260"/>
                </a:cubicBezTo>
                <a:cubicBezTo>
                  <a:pt x="362" y="293"/>
                  <a:pt x="362" y="293"/>
                  <a:pt x="362" y="293"/>
                </a:cubicBezTo>
                <a:cubicBezTo>
                  <a:pt x="352" y="298"/>
                  <a:pt x="329" y="311"/>
                  <a:pt x="256" y="311"/>
                </a:cubicBezTo>
                <a:close/>
                <a:moveTo>
                  <a:pt x="384" y="297"/>
                </a:moveTo>
                <a:cubicBezTo>
                  <a:pt x="384" y="298"/>
                  <a:pt x="384" y="298"/>
                  <a:pt x="384" y="298"/>
                </a:cubicBezTo>
                <a:cubicBezTo>
                  <a:pt x="384" y="302"/>
                  <a:pt x="382" y="305"/>
                  <a:pt x="379" y="307"/>
                </a:cubicBezTo>
                <a:cubicBezTo>
                  <a:pt x="371" y="314"/>
                  <a:pt x="343" y="332"/>
                  <a:pt x="256" y="332"/>
                </a:cubicBezTo>
                <a:cubicBezTo>
                  <a:pt x="155" y="332"/>
                  <a:pt x="133" y="309"/>
                  <a:pt x="130" y="305"/>
                </a:cubicBezTo>
                <a:cubicBezTo>
                  <a:pt x="128" y="303"/>
                  <a:pt x="128" y="301"/>
                  <a:pt x="128" y="298"/>
                </a:cubicBezTo>
                <a:cubicBezTo>
                  <a:pt x="128" y="297"/>
                  <a:pt x="128" y="297"/>
                  <a:pt x="128" y="297"/>
                </a:cubicBezTo>
                <a:cubicBezTo>
                  <a:pt x="118" y="300"/>
                  <a:pt x="118" y="300"/>
                  <a:pt x="118" y="300"/>
                </a:cubicBezTo>
                <a:cubicBezTo>
                  <a:pt x="117" y="306"/>
                  <a:pt x="116" y="314"/>
                  <a:pt x="118" y="319"/>
                </a:cubicBezTo>
                <a:cubicBezTo>
                  <a:pt x="120" y="328"/>
                  <a:pt x="130" y="346"/>
                  <a:pt x="135" y="355"/>
                </a:cubicBezTo>
                <a:cubicBezTo>
                  <a:pt x="141" y="357"/>
                  <a:pt x="167" y="362"/>
                  <a:pt x="256" y="362"/>
                </a:cubicBezTo>
                <a:cubicBezTo>
                  <a:pt x="256" y="362"/>
                  <a:pt x="256" y="362"/>
                  <a:pt x="256" y="362"/>
                </a:cubicBezTo>
                <a:cubicBezTo>
                  <a:pt x="256" y="362"/>
                  <a:pt x="256" y="362"/>
                  <a:pt x="257" y="362"/>
                </a:cubicBezTo>
                <a:cubicBezTo>
                  <a:pt x="345" y="362"/>
                  <a:pt x="371" y="357"/>
                  <a:pt x="377" y="355"/>
                </a:cubicBezTo>
                <a:cubicBezTo>
                  <a:pt x="383" y="346"/>
                  <a:pt x="392" y="328"/>
                  <a:pt x="394" y="319"/>
                </a:cubicBezTo>
                <a:cubicBezTo>
                  <a:pt x="396" y="314"/>
                  <a:pt x="395" y="306"/>
                  <a:pt x="395" y="300"/>
                </a:cubicBezTo>
                <a:lnTo>
                  <a:pt x="384" y="297"/>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4" y="289"/>
                </a:moveTo>
                <a:cubicBezTo>
                  <a:pt x="414" y="286"/>
                  <a:pt x="411" y="282"/>
                  <a:pt x="407" y="281"/>
                </a:cubicBezTo>
                <a:cubicBezTo>
                  <a:pt x="384" y="274"/>
                  <a:pt x="384" y="274"/>
                  <a:pt x="384" y="274"/>
                </a:cubicBezTo>
                <a:cubicBezTo>
                  <a:pt x="384" y="260"/>
                  <a:pt x="384" y="260"/>
                  <a:pt x="384" y="260"/>
                </a:cubicBezTo>
                <a:cubicBezTo>
                  <a:pt x="384" y="225"/>
                  <a:pt x="373" y="186"/>
                  <a:pt x="341" y="156"/>
                </a:cubicBezTo>
                <a:cubicBezTo>
                  <a:pt x="341" y="150"/>
                  <a:pt x="341" y="150"/>
                  <a:pt x="341" y="150"/>
                </a:cubicBezTo>
                <a:cubicBezTo>
                  <a:pt x="341" y="146"/>
                  <a:pt x="339" y="143"/>
                  <a:pt x="335" y="141"/>
                </a:cubicBezTo>
                <a:cubicBezTo>
                  <a:pt x="331" y="139"/>
                  <a:pt x="327" y="137"/>
                  <a:pt x="324" y="135"/>
                </a:cubicBezTo>
                <a:cubicBezTo>
                  <a:pt x="312" y="129"/>
                  <a:pt x="301" y="123"/>
                  <a:pt x="288" y="120"/>
                </a:cubicBezTo>
                <a:cubicBezTo>
                  <a:pt x="288" y="117"/>
                  <a:pt x="288" y="117"/>
                  <a:pt x="288" y="117"/>
                </a:cubicBezTo>
                <a:cubicBezTo>
                  <a:pt x="288" y="111"/>
                  <a:pt x="283" y="106"/>
                  <a:pt x="277" y="106"/>
                </a:cubicBezTo>
                <a:cubicBezTo>
                  <a:pt x="234" y="106"/>
                  <a:pt x="234" y="106"/>
                  <a:pt x="234" y="106"/>
                </a:cubicBezTo>
                <a:cubicBezTo>
                  <a:pt x="228" y="106"/>
                  <a:pt x="224" y="111"/>
                  <a:pt x="224" y="117"/>
                </a:cubicBezTo>
                <a:cubicBezTo>
                  <a:pt x="224" y="120"/>
                  <a:pt x="224" y="120"/>
                  <a:pt x="224" y="120"/>
                </a:cubicBezTo>
                <a:cubicBezTo>
                  <a:pt x="210" y="123"/>
                  <a:pt x="200" y="129"/>
                  <a:pt x="187" y="135"/>
                </a:cubicBezTo>
                <a:cubicBezTo>
                  <a:pt x="184" y="137"/>
                  <a:pt x="180" y="139"/>
                  <a:pt x="176" y="141"/>
                </a:cubicBezTo>
                <a:cubicBezTo>
                  <a:pt x="173" y="143"/>
                  <a:pt x="170" y="146"/>
                  <a:pt x="170" y="150"/>
                </a:cubicBezTo>
                <a:cubicBezTo>
                  <a:pt x="170" y="156"/>
                  <a:pt x="170" y="156"/>
                  <a:pt x="170" y="156"/>
                </a:cubicBezTo>
                <a:cubicBezTo>
                  <a:pt x="138" y="186"/>
                  <a:pt x="128" y="225"/>
                  <a:pt x="128" y="260"/>
                </a:cubicBezTo>
                <a:cubicBezTo>
                  <a:pt x="128" y="274"/>
                  <a:pt x="128" y="274"/>
                  <a:pt x="128" y="274"/>
                </a:cubicBezTo>
                <a:cubicBezTo>
                  <a:pt x="105" y="281"/>
                  <a:pt x="105" y="281"/>
                  <a:pt x="105" y="281"/>
                </a:cubicBezTo>
                <a:cubicBezTo>
                  <a:pt x="101" y="283"/>
                  <a:pt x="99" y="286"/>
                  <a:pt x="98" y="289"/>
                </a:cubicBezTo>
                <a:cubicBezTo>
                  <a:pt x="97" y="291"/>
                  <a:pt x="94" y="310"/>
                  <a:pt x="97" y="325"/>
                </a:cubicBezTo>
                <a:cubicBezTo>
                  <a:pt x="101" y="339"/>
                  <a:pt x="116" y="365"/>
                  <a:pt x="118" y="368"/>
                </a:cubicBezTo>
                <a:cubicBezTo>
                  <a:pt x="118" y="369"/>
                  <a:pt x="119" y="370"/>
                  <a:pt x="119" y="370"/>
                </a:cubicBezTo>
                <a:cubicBezTo>
                  <a:pt x="128" y="379"/>
                  <a:pt x="174" y="384"/>
                  <a:pt x="256" y="384"/>
                </a:cubicBezTo>
                <a:cubicBezTo>
                  <a:pt x="256" y="384"/>
                  <a:pt x="256" y="384"/>
                  <a:pt x="256" y="384"/>
                </a:cubicBezTo>
                <a:cubicBezTo>
                  <a:pt x="256" y="384"/>
                  <a:pt x="256" y="384"/>
                  <a:pt x="257" y="384"/>
                </a:cubicBezTo>
                <a:cubicBezTo>
                  <a:pt x="338" y="384"/>
                  <a:pt x="384" y="379"/>
                  <a:pt x="393" y="370"/>
                </a:cubicBezTo>
                <a:cubicBezTo>
                  <a:pt x="393" y="370"/>
                  <a:pt x="394" y="369"/>
                  <a:pt x="394" y="368"/>
                </a:cubicBezTo>
                <a:cubicBezTo>
                  <a:pt x="396" y="365"/>
                  <a:pt x="411" y="339"/>
                  <a:pt x="415" y="325"/>
                </a:cubicBezTo>
                <a:cubicBezTo>
                  <a:pt x="419" y="310"/>
                  <a:pt x="415" y="291"/>
                  <a:pt x="414" y="289"/>
                </a:cubicBezTo>
                <a:close/>
              </a:path>
            </a:pathLst>
          </a:custGeom>
          <a:solidFill>
            <a:srgbClr val="86BC25"/>
          </a:solidFill>
          <a:ln>
            <a:noFill/>
          </a:ln>
        </p:spPr>
        <p:txBody>
          <a:bodyPr vert="horz" wrap="square" lIns="80682" tIns="40341" rIns="80682" bIns="40341"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588" b="0" i="0" u="none" strike="noStrike" kern="0" cap="none" spc="0" normalizeH="0" baseline="0" noProof="0" dirty="0">
              <a:ln>
                <a:noFill/>
              </a:ln>
              <a:solidFill>
                <a:prstClr val="black"/>
              </a:solidFill>
              <a:effectLst/>
              <a:uLnTx/>
              <a:uFillTx/>
            </a:endParaRPr>
          </a:p>
        </p:txBody>
      </p:sp>
      <p:grpSp>
        <p:nvGrpSpPr>
          <p:cNvPr id="424" name="Group 836">
            <a:extLst>
              <a:ext uri="{FF2B5EF4-FFF2-40B4-BE49-F238E27FC236}">
                <a16:creationId xmlns:a16="http://schemas.microsoft.com/office/drawing/2014/main" id="{0913DA36-A02D-5AF9-720C-AB5F0616ECF4}"/>
              </a:ext>
            </a:extLst>
          </p:cNvPr>
          <p:cNvGrpSpPr>
            <a:grpSpLocks noChangeAspect="1"/>
          </p:cNvGrpSpPr>
          <p:nvPr/>
        </p:nvGrpSpPr>
        <p:grpSpPr bwMode="auto">
          <a:xfrm>
            <a:off x="5256973" y="1580119"/>
            <a:ext cx="440131" cy="440131"/>
            <a:chOff x="4676" y="3030"/>
            <a:chExt cx="340" cy="340"/>
          </a:xfrm>
          <a:solidFill>
            <a:srgbClr val="43B02A"/>
          </a:solidFill>
        </p:grpSpPr>
        <p:sp>
          <p:nvSpPr>
            <p:cNvPr id="425" name="Oval 837">
              <a:extLst>
                <a:ext uri="{FF2B5EF4-FFF2-40B4-BE49-F238E27FC236}">
                  <a16:creationId xmlns:a16="http://schemas.microsoft.com/office/drawing/2014/main" id="{6DC818FF-F723-EA01-3E88-F72155C9694B}"/>
                </a:ext>
              </a:extLst>
            </p:cNvPr>
            <p:cNvSpPr>
              <a:spLocks noChangeArrowheads="1"/>
            </p:cNvSpPr>
            <p:nvPr/>
          </p:nvSpPr>
          <p:spPr bwMode="auto">
            <a:xfrm>
              <a:off x="4888" y="3108"/>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588" b="0" i="0" u="none" strike="noStrike" kern="0" cap="none" spc="0" normalizeH="0" baseline="0" noProof="0" dirty="0">
                <a:ln>
                  <a:noFill/>
                </a:ln>
                <a:solidFill>
                  <a:prstClr val="black"/>
                </a:solidFill>
                <a:effectLst/>
                <a:uLnTx/>
                <a:uFillTx/>
              </a:endParaRPr>
            </a:p>
          </p:txBody>
        </p:sp>
        <p:sp>
          <p:nvSpPr>
            <p:cNvPr id="426" name="Oval 838">
              <a:extLst>
                <a:ext uri="{FF2B5EF4-FFF2-40B4-BE49-F238E27FC236}">
                  <a16:creationId xmlns:a16="http://schemas.microsoft.com/office/drawing/2014/main" id="{BCCA5543-2E28-94A6-5307-D41EE4B5BD95}"/>
                </a:ext>
              </a:extLst>
            </p:cNvPr>
            <p:cNvSpPr>
              <a:spLocks noChangeArrowheads="1"/>
            </p:cNvSpPr>
            <p:nvPr/>
          </p:nvSpPr>
          <p:spPr bwMode="auto">
            <a:xfrm>
              <a:off x="4789" y="3108"/>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588" b="0" i="0" u="none" strike="noStrike" kern="0" cap="none" spc="0" normalizeH="0" baseline="0" noProof="0" dirty="0">
                <a:ln>
                  <a:noFill/>
                </a:ln>
                <a:solidFill>
                  <a:prstClr val="black"/>
                </a:solidFill>
                <a:effectLst/>
                <a:uLnTx/>
                <a:uFillTx/>
              </a:endParaRPr>
            </a:p>
          </p:txBody>
        </p:sp>
        <p:sp>
          <p:nvSpPr>
            <p:cNvPr id="427" name="Freeform 839">
              <a:extLst>
                <a:ext uri="{FF2B5EF4-FFF2-40B4-BE49-F238E27FC236}">
                  <a16:creationId xmlns:a16="http://schemas.microsoft.com/office/drawing/2014/main" id="{391D07A6-DB8E-CF1D-8673-CD06944FD5BA}"/>
                </a:ext>
              </a:extLst>
            </p:cNvPr>
            <p:cNvSpPr>
              <a:spLocks/>
            </p:cNvSpPr>
            <p:nvPr/>
          </p:nvSpPr>
          <p:spPr bwMode="auto">
            <a:xfrm>
              <a:off x="4876" y="3164"/>
              <a:ext cx="38" cy="71"/>
            </a:xfrm>
            <a:custGeom>
              <a:avLst/>
              <a:gdLst>
                <a:gd name="T0" fmla="*/ 18 w 38"/>
                <a:gd name="T1" fmla="*/ 0 h 71"/>
                <a:gd name="T2" fmla="*/ 0 w 38"/>
                <a:gd name="T3" fmla="*/ 71 h 71"/>
                <a:gd name="T4" fmla="*/ 38 w 38"/>
                <a:gd name="T5" fmla="*/ 71 h 71"/>
                <a:gd name="T6" fmla="*/ 21 w 38"/>
                <a:gd name="T7" fmla="*/ 0 h 71"/>
                <a:gd name="T8" fmla="*/ 18 w 38"/>
                <a:gd name="T9" fmla="*/ 0 h 71"/>
              </a:gdLst>
              <a:ahLst/>
              <a:cxnLst>
                <a:cxn ang="0">
                  <a:pos x="T0" y="T1"/>
                </a:cxn>
                <a:cxn ang="0">
                  <a:pos x="T2" y="T3"/>
                </a:cxn>
                <a:cxn ang="0">
                  <a:pos x="T4" y="T5"/>
                </a:cxn>
                <a:cxn ang="0">
                  <a:pos x="T6" y="T7"/>
                </a:cxn>
                <a:cxn ang="0">
                  <a:pos x="T8" y="T9"/>
                </a:cxn>
              </a:cxnLst>
              <a:rect l="0" t="0" r="r" b="b"/>
              <a:pathLst>
                <a:path w="38" h="71">
                  <a:moveTo>
                    <a:pt x="18" y="0"/>
                  </a:moveTo>
                  <a:lnTo>
                    <a:pt x="0" y="71"/>
                  </a:lnTo>
                  <a:lnTo>
                    <a:pt x="38" y="71"/>
                  </a:lnTo>
                  <a:lnTo>
                    <a:pt x="21" y="0"/>
                  </a:lnTo>
                  <a:lnTo>
                    <a:pt x="18"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588" b="0" i="0" u="none" strike="noStrike" kern="0" cap="none" spc="0" normalizeH="0" baseline="0" noProof="0" dirty="0">
                <a:ln>
                  <a:noFill/>
                </a:ln>
                <a:solidFill>
                  <a:prstClr val="black"/>
                </a:solidFill>
                <a:effectLst/>
                <a:uLnTx/>
                <a:uFillTx/>
              </a:endParaRPr>
            </a:p>
          </p:txBody>
        </p:sp>
        <p:sp>
          <p:nvSpPr>
            <p:cNvPr id="428" name="Freeform 840">
              <a:extLst>
                <a:ext uri="{FF2B5EF4-FFF2-40B4-BE49-F238E27FC236}">
                  <a16:creationId xmlns:a16="http://schemas.microsoft.com/office/drawing/2014/main" id="{87B985F0-4A66-77EC-86F1-68F072312657}"/>
                </a:ext>
              </a:extLst>
            </p:cNvPr>
            <p:cNvSpPr>
              <a:spLocks noEditPoints="1"/>
            </p:cNvSpPr>
            <p:nvPr/>
          </p:nvSpPr>
          <p:spPr bwMode="auto">
            <a:xfrm>
              <a:off x="4676" y="3030"/>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81 w 512"/>
                <a:gd name="T11" fmla="*/ 96 h 512"/>
                <a:gd name="T12" fmla="*/ 213 w 512"/>
                <a:gd name="T13" fmla="*/ 128 h 512"/>
                <a:gd name="T14" fmla="*/ 181 w 512"/>
                <a:gd name="T15" fmla="*/ 160 h 512"/>
                <a:gd name="T16" fmla="*/ 149 w 512"/>
                <a:gd name="T17" fmla="*/ 128 h 512"/>
                <a:gd name="T18" fmla="*/ 181 w 512"/>
                <a:gd name="T19" fmla="*/ 96 h 512"/>
                <a:gd name="T20" fmla="*/ 234 w 512"/>
                <a:gd name="T21" fmla="*/ 298 h 512"/>
                <a:gd name="T22" fmla="*/ 224 w 512"/>
                <a:gd name="T23" fmla="*/ 309 h 512"/>
                <a:gd name="T24" fmla="*/ 213 w 512"/>
                <a:gd name="T25" fmla="*/ 309 h 512"/>
                <a:gd name="T26" fmla="*/ 213 w 512"/>
                <a:gd name="T27" fmla="*/ 405 h 512"/>
                <a:gd name="T28" fmla="*/ 202 w 512"/>
                <a:gd name="T29" fmla="*/ 416 h 512"/>
                <a:gd name="T30" fmla="*/ 192 w 512"/>
                <a:gd name="T31" fmla="*/ 405 h 512"/>
                <a:gd name="T32" fmla="*/ 192 w 512"/>
                <a:gd name="T33" fmla="*/ 309 h 512"/>
                <a:gd name="T34" fmla="*/ 170 w 512"/>
                <a:gd name="T35" fmla="*/ 309 h 512"/>
                <a:gd name="T36" fmla="*/ 170 w 512"/>
                <a:gd name="T37" fmla="*/ 405 h 512"/>
                <a:gd name="T38" fmla="*/ 160 w 512"/>
                <a:gd name="T39" fmla="*/ 416 h 512"/>
                <a:gd name="T40" fmla="*/ 149 w 512"/>
                <a:gd name="T41" fmla="*/ 405 h 512"/>
                <a:gd name="T42" fmla="*/ 149 w 512"/>
                <a:gd name="T43" fmla="*/ 309 h 512"/>
                <a:gd name="T44" fmla="*/ 138 w 512"/>
                <a:gd name="T45" fmla="*/ 309 h 512"/>
                <a:gd name="T46" fmla="*/ 128 w 512"/>
                <a:gd name="T47" fmla="*/ 298 h 512"/>
                <a:gd name="T48" fmla="*/ 128 w 512"/>
                <a:gd name="T49" fmla="*/ 192 h 512"/>
                <a:gd name="T50" fmla="*/ 138 w 512"/>
                <a:gd name="T51" fmla="*/ 181 h 512"/>
                <a:gd name="T52" fmla="*/ 224 w 512"/>
                <a:gd name="T53" fmla="*/ 181 h 512"/>
                <a:gd name="T54" fmla="*/ 234 w 512"/>
                <a:gd name="T55" fmla="*/ 192 h 512"/>
                <a:gd name="T56" fmla="*/ 234 w 512"/>
                <a:gd name="T57" fmla="*/ 298 h 512"/>
                <a:gd name="T58" fmla="*/ 330 w 512"/>
                <a:gd name="T59" fmla="*/ 96 h 512"/>
                <a:gd name="T60" fmla="*/ 362 w 512"/>
                <a:gd name="T61" fmla="*/ 128 h 512"/>
                <a:gd name="T62" fmla="*/ 330 w 512"/>
                <a:gd name="T63" fmla="*/ 160 h 512"/>
                <a:gd name="T64" fmla="*/ 298 w 512"/>
                <a:gd name="T65" fmla="*/ 128 h 512"/>
                <a:gd name="T66" fmla="*/ 330 w 512"/>
                <a:gd name="T67" fmla="*/ 96 h 512"/>
                <a:gd name="T68" fmla="*/ 381 w 512"/>
                <a:gd name="T69" fmla="*/ 326 h 512"/>
                <a:gd name="T70" fmla="*/ 373 w 512"/>
                <a:gd name="T71" fmla="*/ 330 h 512"/>
                <a:gd name="T72" fmla="*/ 362 w 512"/>
                <a:gd name="T73" fmla="*/ 330 h 512"/>
                <a:gd name="T74" fmla="*/ 362 w 512"/>
                <a:gd name="T75" fmla="*/ 405 h 512"/>
                <a:gd name="T76" fmla="*/ 352 w 512"/>
                <a:gd name="T77" fmla="*/ 416 h 512"/>
                <a:gd name="T78" fmla="*/ 341 w 512"/>
                <a:gd name="T79" fmla="*/ 405 h 512"/>
                <a:gd name="T80" fmla="*/ 341 w 512"/>
                <a:gd name="T81" fmla="*/ 330 h 512"/>
                <a:gd name="T82" fmla="*/ 320 w 512"/>
                <a:gd name="T83" fmla="*/ 330 h 512"/>
                <a:gd name="T84" fmla="*/ 320 w 512"/>
                <a:gd name="T85" fmla="*/ 405 h 512"/>
                <a:gd name="T86" fmla="*/ 309 w 512"/>
                <a:gd name="T87" fmla="*/ 416 h 512"/>
                <a:gd name="T88" fmla="*/ 298 w 512"/>
                <a:gd name="T89" fmla="*/ 405 h 512"/>
                <a:gd name="T90" fmla="*/ 298 w 512"/>
                <a:gd name="T91" fmla="*/ 330 h 512"/>
                <a:gd name="T92" fmla="*/ 288 w 512"/>
                <a:gd name="T93" fmla="*/ 330 h 512"/>
                <a:gd name="T94" fmla="*/ 279 w 512"/>
                <a:gd name="T95" fmla="*/ 326 h 512"/>
                <a:gd name="T96" fmla="*/ 277 w 512"/>
                <a:gd name="T97" fmla="*/ 317 h 512"/>
                <a:gd name="T98" fmla="*/ 309 w 512"/>
                <a:gd name="T99" fmla="*/ 189 h 512"/>
                <a:gd name="T100" fmla="*/ 320 w 512"/>
                <a:gd name="T101" fmla="*/ 181 h 512"/>
                <a:gd name="T102" fmla="*/ 341 w 512"/>
                <a:gd name="T103" fmla="*/ 181 h 512"/>
                <a:gd name="T104" fmla="*/ 351 w 512"/>
                <a:gd name="T105" fmla="*/ 189 h 512"/>
                <a:gd name="T106" fmla="*/ 383 w 512"/>
                <a:gd name="T107" fmla="*/ 317 h 512"/>
                <a:gd name="T108" fmla="*/ 381 w 512"/>
                <a:gd name="T109" fmla="*/ 32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81" y="96"/>
                  </a:moveTo>
                  <a:cubicBezTo>
                    <a:pt x="199" y="96"/>
                    <a:pt x="213" y="110"/>
                    <a:pt x="213" y="128"/>
                  </a:cubicBezTo>
                  <a:cubicBezTo>
                    <a:pt x="213" y="145"/>
                    <a:pt x="199" y="160"/>
                    <a:pt x="181" y="160"/>
                  </a:cubicBezTo>
                  <a:cubicBezTo>
                    <a:pt x="163" y="160"/>
                    <a:pt x="149" y="145"/>
                    <a:pt x="149" y="128"/>
                  </a:cubicBezTo>
                  <a:cubicBezTo>
                    <a:pt x="149" y="110"/>
                    <a:pt x="163" y="96"/>
                    <a:pt x="181" y="96"/>
                  </a:cubicBezTo>
                  <a:close/>
                  <a:moveTo>
                    <a:pt x="234" y="298"/>
                  </a:moveTo>
                  <a:cubicBezTo>
                    <a:pt x="234" y="304"/>
                    <a:pt x="230" y="309"/>
                    <a:pt x="224" y="309"/>
                  </a:cubicBezTo>
                  <a:cubicBezTo>
                    <a:pt x="213" y="309"/>
                    <a:pt x="213" y="309"/>
                    <a:pt x="213" y="309"/>
                  </a:cubicBezTo>
                  <a:cubicBezTo>
                    <a:pt x="213" y="405"/>
                    <a:pt x="213" y="405"/>
                    <a:pt x="213" y="405"/>
                  </a:cubicBezTo>
                  <a:cubicBezTo>
                    <a:pt x="213" y="411"/>
                    <a:pt x="208" y="416"/>
                    <a:pt x="202" y="416"/>
                  </a:cubicBezTo>
                  <a:cubicBezTo>
                    <a:pt x="196" y="416"/>
                    <a:pt x="192" y="411"/>
                    <a:pt x="192" y="405"/>
                  </a:cubicBezTo>
                  <a:cubicBezTo>
                    <a:pt x="192" y="309"/>
                    <a:pt x="192" y="309"/>
                    <a:pt x="192" y="309"/>
                  </a:cubicBezTo>
                  <a:cubicBezTo>
                    <a:pt x="170" y="309"/>
                    <a:pt x="170" y="309"/>
                    <a:pt x="170" y="309"/>
                  </a:cubicBezTo>
                  <a:cubicBezTo>
                    <a:pt x="170" y="405"/>
                    <a:pt x="170" y="405"/>
                    <a:pt x="170" y="405"/>
                  </a:cubicBezTo>
                  <a:cubicBezTo>
                    <a:pt x="170" y="411"/>
                    <a:pt x="166" y="416"/>
                    <a:pt x="160" y="416"/>
                  </a:cubicBezTo>
                  <a:cubicBezTo>
                    <a:pt x="154" y="416"/>
                    <a:pt x="149" y="411"/>
                    <a:pt x="149" y="405"/>
                  </a:cubicBezTo>
                  <a:cubicBezTo>
                    <a:pt x="149" y="309"/>
                    <a:pt x="149" y="309"/>
                    <a:pt x="149" y="309"/>
                  </a:cubicBezTo>
                  <a:cubicBezTo>
                    <a:pt x="138" y="309"/>
                    <a:pt x="138" y="309"/>
                    <a:pt x="138" y="309"/>
                  </a:cubicBezTo>
                  <a:cubicBezTo>
                    <a:pt x="132" y="309"/>
                    <a:pt x="128" y="304"/>
                    <a:pt x="128" y="298"/>
                  </a:cubicBezTo>
                  <a:cubicBezTo>
                    <a:pt x="128" y="192"/>
                    <a:pt x="128" y="192"/>
                    <a:pt x="128" y="192"/>
                  </a:cubicBezTo>
                  <a:cubicBezTo>
                    <a:pt x="128" y="186"/>
                    <a:pt x="132" y="181"/>
                    <a:pt x="138" y="181"/>
                  </a:cubicBezTo>
                  <a:cubicBezTo>
                    <a:pt x="224" y="181"/>
                    <a:pt x="224" y="181"/>
                    <a:pt x="224" y="181"/>
                  </a:cubicBezTo>
                  <a:cubicBezTo>
                    <a:pt x="230" y="181"/>
                    <a:pt x="234" y="186"/>
                    <a:pt x="234" y="192"/>
                  </a:cubicBezTo>
                  <a:lnTo>
                    <a:pt x="234" y="298"/>
                  </a:lnTo>
                  <a:close/>
                  <a:moveTo>
                    <a:pt x="330" y="96"/>
                  </a:moveTo>
                  <a:cubicBezTo>
                    <a:pt x="348" y="96"/>
                    <a:pt x="362" y="110"/>
                    <a:pt x="362" y="128"/>
                  </a:cubicBezTo>
                  <a:cubicBezTo>
                    <a:pt x="362" y="145"/>
                    <a:pt x="348" y="160"/>
                    <a:pt x="330" y="160"/>
                  </a:cubicBezTo>
                  <a:cubicBezTo>
                    <a:pt x="313" y="160"/>
                    <a:pt x="298" y="145"/>
                    <a:pt x="298" y="128"/>
                  </a:cubicBezTo>
                  <a:cubicBezTo>
                    <a:pt x="298" y="110"/>
                    <a:pt x="313" y="96"/>
                    <a:pt x="330" y="96"/>
                  </a:cubicBezTo>
                  <a:close/>
                  <a:moveTo>
                    <a:pt x="381" y="326"/>
                  </a:moveTo>
                  <a:cubicBezTo>
                    <a:pt x="379" y="329"/>
                    <a:pt x="376" y="330"/>
                    <a:pt x="373" y="330"/>
                  </a:cubicBezTo>
                  <a:cubicBezTo>
                    <a:pt x="362" y="330"/>
                    <a:pt x="362" y="330"/>
                    <a:pt x="362" y="330"/>
                  </a:cubicBezTo>
                  <a:cubicBezTo>
                    <a:pt x="362" y="405"/>
                    <a:pt x="362" y="405"/>
                    <a:pt x="362" y="405"/>
                  </a:cubicBezTo>
                  <a:cubicBezTo>
                    <a:pt x="362" y="411"/>
                    <a:pt x="358" y="416"/>
                    <a:pt x="352" y="416"/>
                  </a:cubicBezTo>
                  <a:cubicBezTo>
                    <a:pt x="346" y="416"/>
                    <a:pt x="341" y="411"/>
                    <a:pt x="341" y="405"/>
                  </a:cubicBezTo>
                  <a:cubicBezTo>
                    <a:pt x="341" y="330"/>
                    <a:pt x="341" y="330"/>
                    <a:pt x="341" y="330"/>
                  </a:cubicBezTo>
                  <a:cubicBezTo>
                    <a:pt x="320" y="330"/>
                    <a:pt x="320" y="330"/>
                    <a:pt x="320" y="330"/>
                  </a:cubicBezTo>
                  <a:cubicBezTo>
                    <a:pt x="320" y="405"/>
                    <a:pt x="320" y="405"/>
                    <a:pt x="320" y="405"/>
                  </a:cubicBezTo>
                  <a:cubicBezTo>
                    <a:pt x="320" y="411"/>
                    <a:pt x="315" y="416"/>
                    <a:pt x="309" y="416"/>
                  </a:cubicBezTo>
                  <a:cubicBezTo>
                    <a:pt x="303" y="416"/>
                    <a:pt x="298" y="411"/>
                    <a:pt x="298" y="405"/>
                  </a:cubicBezTo>
                  <a:cubicBezTo>
                    <a:pt x="298" y="330"/>
                    <a:pt x="298" y="330"/>
                    <a:pt x="298" y="330"/>
                  </a:cubicBezTo>
                  <a:cubicBezTo>
                    <a:pt x="288" y="330"/>
                    <a:pt x="288" y="330"/>
                    <a:pt x="288" y="330"/>
                  </a:cubicBezTo>
                  <a:cubicBezTo>
                    <a:pt x="284" y="330"/>
                    <a:pt x="281" y="329"/>
                    <a:pt x="279" y="326"/>
                  </a:cubicBezTo>
                  <a:cubicBezTo>
                    <a:pt x="277" y="324"/>
                    <a:pt x="277" y="320"/>
                    <a:pt x="277" y="317"/>
                  </a:cubicBezTo>
                  <a:cubicBezTo>
                    <a:pt x="309" y="189"/>
                    <a:pt x="309" y="189"/>
                    <a:pt x="309" y="189"/>
                  </a:cubicBezTo>
                  <a:cubicBezTo>
                    <a:pt x="311" y="184"/>
                    <a:pt x="315" y="181"/>
                    <a:pt x="320" y="181"/>
                  </a:cubicBezTo>
                  <a:cubicBezTo>
                    <a:pt x="341" y="181"/>
                    <a:pt x="341" y="181"/>
                    <a:pt x="341" y="181"/>
                  </a:cubicBezTo>
                  <a:cubicBezTo>
                    <a:pt x="346" y="181"/>
                    <a:pt x="350" y="184"/>
                    <a:pt x="351" y="189"/>
                  </a:cubicBezTo>
                  <a:cubicBezTo>
                    <a:pt x="383" y="317"/>
                    <a:pt x="383" y="317"/>
                    <a:pt x="383" y="317"/>
                  </a:cubicBezTo>
                  <a:cubicBezTo>
                    <a:pt x="384" y="320"/>
                    <a:pt x="383" y="324"/>
                    <a:pt x="381" y="3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588" b="0" i="0" u="none" strike="noStrike" kern="0" cap="none" spc="0" normalizeH="0" baseline="0" noProof="0" dirty="0">
                <a:ln>
                  <a:noFill/>
                </a:ln>
                <a:solidFill>
                  <a:prstClr val="black"/>
                </a:solidFill>
                <a:effectLst/>
                <a:uLnTx/>
                <a:uFillTx/>
              </a:endParaRPr>
            </a:p>
          </p:txBody>
        </p:sp>
        <p:sp>
          <p:nvSpPr>
            <p:cNvPr id="429" name="Rectangle 841">
              <a:extLst>
                <a:ext uri="{FF2B5EF4-FFF2-40B4-BE49-F238E27FC236}">
                  <a16:creationId xmlns:a16="http://schemas.microsoft.com/office/drawing/2014/main" id="{B962A5DA-4B03-6A67-615A-C0BD5663E7F1}"/>
                </a:ext>
              </a:extLst>
            </p:cNvPr>
            <p:cNvSpPr>
              <a:spLocks noChangeArrowheads="1"/>
            </p:cNvSpPr>
            <p:nvPr/>
          </p:nvSpPr>
          <p:spPr bwMode="auto">
            <a:xfrm>
              <a:off x="4775" y="3164"/>
              <a:ext cx="42" cy="57"/>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80682" tIns="40341" rIns="80682" bIns="40341"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588" b="0" i="0" u="none" strike="noStrike" kern="0" cap="none" spc="0" normalizeH="0" baseline="0" noProof="0" dirty="0">
                <a:ln>
                  <a:noFill/>
                </a:ln>
                <a:solidFill>
                  <a:prstClr val="black"/>
                </a:solidFill>
                <a:effectLst/>
                <a:uLnTx/>
                <a:uFillTx/>
              </a:endParaRPr>
            </a:p>
          </p:txBody>
        </p:sp>
      </p:grpSp>
      <p:sp>
        <p:nvSpPr>
          <p:cNvPr id="430" name="TextBox 429">
            <a:extLst>
              <a:ext uri="{FF2B5EF4-FFF2-40B4-BE49-F238E27FC236}">
                <a16:creationId xmlns:a16="http://schemas.microsoft.com/office/drawing/2014/main" id="{23E3383E-EA69-75D7-657C-2C84CCBEABA3}"/>
              </a:ext>
            </a:extLst>
          </p:cNvPr>
          <p:cNvSpPr txBox="1"/>
          <p:nvPr/>
        </p:nvSpPr>
        <p:spPr>
          <a:xfrm>
            <a:off x="7377897" y="2093810"/>
            <a:ext cx="1266231" cy="365613"/>
          </a:xfrm>
          <a:prstGeom prst="rect">
            <a:avLst/>
          </a:prstGeom>
          <a:noFill/>
        </p:spPr>
        <p:txBody>
          <a:bodyPr wrap="square" lIns="0" tIns="0" rIns="0" bIns="0" rtlCol="0">
            <a:spAutoFit/>
          </a:bodyPr>
          <a:lstStyle/>
          <a:p>
            <a:pPr algn="ctr" defTabSz="914342">
              <a:spcBef>
                <a:spcPts val="529"/>
              </a:spcBef>
              <a:buSzPct val="100000"/>
              <a:defRPr/>
            </a:pPr>
            <a:r>
              <a:rPr lang="en-US" sz="1059" b="1" dirty="0">
                <a:solidFill>
                  <a:srgbClr val="313131"/>
                </a:solidFill>
              </a:rPr>
              <a:t>Work</a:t>
            </a:r>
          </a:p>
          <a:p>
            <a:pPr algn="ctr" defTabSz="914342">
              <a:spcBef>
                <a:spcPts val="529"/>
              </a:spcBef>
              <a:buSzPct val="100000"/>
              <a:defRPr/>
            </a:pPr>
            <a:r>
              <a:rPr lang="en-US" sz="900" dirty="0">
                <a:solidFill>
                  <a:srgbClr val="313131"/>
                </a:solidFill>
              </a:rPr>
              <a:t>(People, Enterprise)</a:t>
            </a:r>
          </a:p>
        </p:txBody>
      </p:sp>
      <p:sp>
        <p:nvSpPr>
          <p:cNvPr id="431" name="TextBox 430">
            <a:extLst>
              <a:ext uri="{FF2B5EF4-FFF2-40B4-BE49-F238E27FC236}">
                <a16:creationId xmlns:a16="http://schemas.microsoft.com/office/drawing/2014/main" id="{C5C86B84-9DDC-F6FC-91D4-90873BC16762}"/>
              </a:ext>
            </a:extLst>
          </p:cNvPr>
          <p:cNvSpPr txBox="1"/>
          <p:nvPr/>
        </p:nvSpPr>
        <p:spPr>
          <a:xfrm>
            <a:off x="2064998" y="2149162"/>
            <a:ext cx="953086" cy="162993"/>
          </a:xfrm>
          <a:prstGeom prst="rect">
            <a:avLst/>
          </a:prstGeom>
          <a:noFill/>
        </p:spPr>
        <p:txBody>
          <a:bodyPr wrap="square" lIns="0" tIns="0" rIns="0" bIns="0" rtlCol="0">
            <a:spAutoFit/>
          </a:bodyPr>
          <a:lstStyle/>
          <a:p>
            <a:pPr algn="ctr" defTabSz="914342">
              <a:spcBef>
                <a:spcPts val="529"/>
              </a:spcBef>
              <a:buSzPct val="100000"/>
              <a:defRPr/>
            </a:pPr>
            <a:r>
              <a:rPr lang="en-US" sz="1059" b="1" dirty="0">
                <a:solidFill>
                  <a:srgbClr val="313131"/>
                </a:solidFill>
              </a:rPr>
              <a:t>Assets</a:t>
            </a:r>
          </a:p>
        </p:txBody>
      </p:sp>
      <p:sp>
        <p:nvSpPr>
          <p:cNvPr id="432" name="object 24">
            <a:extLst>
              <a:ext uri="{FF2B5EF4-FFF2-40B4-BE49-F238E27FC236}">
                <a16:creationId xmlns:a16="http://schemas.microsoft.com/office/drawing/2014/main" id="{89C66094-FB31-2340-2891-251B462CB5AA}"/>
              </a:ext>
            </a:extLst>
          </p:cNvPr>
          <p:cNvSpPr txBox="1"/>
          <p:nvPr/>
        </p:nvSpPr>
        <p:spPr>
          <a:xfrm>
            <a:off x="501652" y="4613539"/>
            <a:ext cx="1890324" cy="1384995"/>
          </a:xfrm>
          <a:prstGeom prst="rect">
            <a:avLst/>
          </a:prstGeom>
          <a:solidFill>
            <a:schemeClr val="bg1"/>
          </a:solidFill>
        </p:spPr>
        <p:txBody>
          <a:bodyPr vert="horz" wrap="square" lIns="0" tIns="0" rIns="0" bIns="0" rtlCol="0">
            <a:spAutoFit/>
          </a:bodyPr>
          <a:lstStyle/>
          <a:p>
            <a:pPr defTabSz="914403">
              <a:spcBef>
                <a:spcPts val="400"/>
              </a:spcBef>
              <a:spcAft>
                <a:spcPts val="400"/>
              </a:spcAft>
              <a:defRPr/>
            </a:pPr>
            <a:r>
              <a:rPr lang="en-US" sz="1000" kern="0" dirty="0">
                <a:ea typeface="Verdana" panose="020B0604030504040204" pitchFamily="34" charset="0"/>
              </a:rPr>
              <a:t>Generation  will evolve toward a </a:t>
            </a:r>
            <a:r>
              <a:rPr lang="en-US" sz="1000" b="1" kern="0" dirty="0">
                <a:ea typeface="Verdana" panose="020B0604030504040204" pitchFamily="34" charset="0"/>
              </a:rPr>
              <a:t>more diverse and decentralized network of lower capacity</a:t>
            </a:r>
            <a:r>
              <a:rPr lang="en-US" sz="1000" kern="0" dirty="0">
                <a:ea typeface="Verdana" panose="020B0604030504040204" pitchFamily="34" charset="0"/>
              </a:rPr>
              <a:t>, </a:t>
            </a:r>
            <a:r>
              <a:rPr lang="en-US" sz="1000" b="1" kern="0" dirty="0">
                <a:ea typeface="Verdana" panose="020B0604030504040204" pitchFamily="34" charset="0"/>
              </a:rPr>
              <a:t>more flexible units with the intelligence</a:t>
            </a:r>
            <a:r>
              <a:rPr lang="en-US" sz="1000" kern="0" dirty="0">
                <a:ea typeface="Verdana" panose="020B0604030504040204" pitchFamily="34" charset="0"/>
              </a:rPr>
              <a:t> to self-operate and self-diagnosis – they will be enabled by network of sensors and automated controls that increase availability, efficiency and demand responsiveness</a:t>
            </a:r>
          </a:p>
        </p:txBody>
      </p:sp>
      <p:sp>
        <p:nvSpPr>
          <p:cNvPr id="433" name="object 24">
            <a:extLst>
              <a:ext uri="{FF2B5EF4-FFF2-40B4-BE49-F238E27FC236}">
                <a16:creationId xmlns:a16="http://schemas.microsoft.com/office/drawing/2014/main" id="{02D3B73B-3E47-E3C4-8E7D-99644E4AD5FC}"/>
              </a:ext>
            </a:extLst>
          </p:cNvPr>
          <p:cNvSpPr txBox="1"/>
          <p:nvPr/>
        </p:nvSpPr>
        <p:spPr>
          <a:xfrm>
            <a:off x="2594539" y="4613522"/>
            <a:ext cx="2038977" cy="1384995"/>
          </a:xfrm>
          <a:prstGeom prst="rect">
            <a:avLst/>
          </a:prstGeom>
          <a:solidFill>
            <a:schemeClr val="bg1"/>
          </a:solidFill>
        </p:spPr>
        <p:txBody>
          <a:bodyPr vert="horz" wrap="square" lIns="0" tIns="0" rIns="0" bIns="0" rtlCol="0">
            <a:spAutoFit/>
          </a:bodyPr>
          <a:lstStyle/>
          <a:p>
            <a:pPr defTabSz="914403">
              <a:defRPr/>
            </a:pPr>
            <a:r>
              <a:rPr lang="en-US" sz="1000" kern="0" dirty="0">
                <a:ea typeface="Verdana" panose="020B0604030504040204" pitchFamily="34" charset="0"/>
              </a:rPr>
              <a:t>The future grid will be a </a:t>
            </a:r>
            <a:r>
              <a:rPr lang="en-US" sz="1000" b="1" kern="0" dirty="0">
                <a:ea typeface="Verdana" panose="020B0604030504040204" pitchFamily="34" charset="0"/>
              </a:rPr>
              <a:t>communications-enabled self-healing network, able to increasingly act as a balancing entity</a:t>
            </a:r>
            <a:r>
              <a:rPr lang="en-US" sz="1000" kern="0" dirty="0">
                <a:ea typeface="Verdana" panose="020B0604030504040204" pitchFamily="34" charset="0"/>
              </a:rPr>
              <a:t> - seamlessly managing two- way power flows, complex demand management/response and asset health that dramatically reduces asset intensity and operating costs while increasing reliability</a:t>
            </a:r>
          </a:p>
        </p:txBody>
      </p:sp>
      <p:sp>
        <p:nvSpPr>
          <p:cNvPr id="434" name="object 24">
            <a:extLst>
              <a:ext uri="{FF2B5EF4-FFF2-40B4-BE49-F238E27FC236}">
                <a16:creationId xmlns:a16="http://schemas.microsoft.com/office/drawing/2014/main" id="{01F60BB9-4413-648C-C57E-55CAE83AC210}"/>
              </a:ext>
            </a:extLst>
          </p:cNvPr>
          <p:cNvSpPr txBox="1"/>
          <p:nvPr/>
        </p:nvSpPr>
        <p:spPr>
          <a:xfrm>
            <a:off x="4836078" y="4613523"/>
            <a:ext cx="1746436" cy="1231106"/>
          </a:xfrm>
          <a:prstGeom prst="rect">
            <a:avLst/>
          </a:prstGeom>
          <a:solidFill>
            <a:schemeClr val="bg1"/>
          </a:solidFill>
        </p:spPr>
        <p:txBody>
          <a:bodyPr vert="horz" wrap="square" lIns="0" tIns="0" rIns="0" bIns="0" rtlCol="0">
            <a:spAutoFit/>
          </a:bodyPr>
          <a:lstStyle/>
          <a:p>
            <a:pPr defTabSz="914403">
              <a:defRPr/>
            </a:pPr>
            <a:r>
              <a:rPr lang="en-US" sz="1000" kern="0" dirty="0">
                <a:ea typeface="Verdana" panose="020B0604030504040204" pitchFamily="34" charset="0"/>
              </a:rPr>
              <a:t>Utilities will </a:t>
            </a:r>
            <a:r>
              <a:rPr lang="en-US" sz="1000" b="1" kern="0" dirty="0">
                <a:ea typeface="Verdana" panose="020B0604030504040204" pitchFamily="34" charset="0"/>
              </a:rPr>
              <a:t>enhance their relationship with and knowledge of their customers</a:t>
            </a:r>
            <a:r>
              <a:rPr lang="en-US" sz="1000" kern="0" dirty="0">
                <a:ea typeface="Verdana" panose="020B0604030504040204" pitchFamily="34" charset="0"/>
              </a:rPr>
              <a:t> by implementing advanced customer self service, mobile applications, data analytics, communication, and energy management solutions</a:t>
            </a:r>
          </a:p>
        </p:txBody>
      </p:sp>
      <p:sp>
        <p:nvSpPr>
          <p:cNvPr id="435" name="object 24">
            <a:extLst>
              <a:ext uri="{FF2B5EF4-FFF2-40B4-BE49-F238E27FC236}">
                <a16:creationId xmlns:a16="http://schemas.microsoft.com/office/drawing/2014/main" id="{E852C5EB-3B04-72EB-EAC6-6C2CBD0C5AC1}"/>
              </a:ext>
            </a:extLst>
          </p:cNvPr>
          <p:cNvSpPr txBox="1"/>
          <p:nvPr/>
        </p:nvSpPr>
        <p:spPr>
          <a:xfrm>
            <a:off x="6785076" y="4613524"/>
            <a:ext cx="2185432" cy="1692771"/>
          </a:xfrm>
          <a:prstGeom prst="rect">
            <a:avLst/>
          </a:prstGeom>
          <a:solidFill>
            <a:schemeClr val="bg1"/>
          </a:solidFill>
        </p:spPr>
        <p:txBody>
          <a:bodyPr vert="horz" wrap="square" lIns="0" tIns="0" rIns="0" bIns="0" rtlCol="0">
            <a:spAutoFit/>
          </a:bodyPr>
          <a:lstStyle/>
          <a:p>
            <a:pPr defTabSz="914403">
              <a:defRPr/>
            </a:pPr>
            <a:r>
              <a:rPr lang="en-US" sz="1000" kern="0" dirty="0">
                <a:ea typeface="Verdana" panose="020B0604030504040204" pitchFamily="34" charset="0"/>
              </a:rPr>
              <a:t>The utility will be a </a:t>
            </a:r>
            <a:r>
              <a:rPr lang="en-US" sz="1000" b="1" kern="0" dirty="0">
                <a:ea typeface="Verdana" panose="020B0604030504040204" pitchFamily="34" charset="0"/>
              </a:rPr>
              <a:t>digitally-enabled shared services organization that will provide fully automated and integrated corporate services, </a:t>
            </a:r>
            <a:r>
              <a:rPr lang="en-US" sz="1000" kern="0" dirty="0">
                <a:ea typeface="Verdana" panose="020B0604030504040204" pitchFamily="34" charset="0"/>
              </a:rPr>
              <a:t>predictive analytics and forecasting, will utilize robotics to minimize manual intervention and optimize headcount, and will elevate user experience, productivity and collaboration – enabled by a digitally-oriented structure, workforce, workplace and culture</a:t>
            </a:r>
          </a:p>
        </p:txBody>
      </p:sp>
      <p:sp>
        <p:nvSpPr>
          <p:cNvPr id="436" name="TextBox 435">
            <a:extLst>
              <a:ext uri="{FF2B5EF4-FFF2-40B4-BE49-F238E27FC236}">
                <a16:creationId xmlns:a16="http://schemas.microsoft.com/office/drawing/2014/main" id="{0DBDFE56-5A9A-7B9B-182D-DD1A9961DBF5}"/>
              </a:ext>
            </a:extLst>
          </p:cNvPr>
          <p:cNvSpPr txBox="1"/>
          <p:nvPr/>
        </p:nvSpPr>
        <p:spPr>
          <a:xfrm>
            <a:off x="512935" y="4358068"/>
            <a:ext cx="1879041" cy="184666"/>
          </a:xfrm>
          <a:prstGeom prst="rect">
            <a:avLst/>
          </a:prstGeom>
          <a:solidFill>
            <a:schemeClr val="accent1">
              <a:lumMod val="20000"/>
              <a:lumOff val="80000"/>
            </a:schemeClr>
          </a:solidFill>
          <a:ln w="12700">
            <a:noFill/>
          </a:ln>
        </p:spPr>
        <p:txBody>
          <a:bodyPr wrap="square" lIns="0" tIns="0" rIns="0" bIns="0" rtlCol="0" anchor="ctr">
            <a:spAutoFit/>
          </a:bodyPr>
          <a:lstStyle/>
          <a:p>
            <a:pPr>
              <a:spcBef>
                <a:spcPts val="600"/>
              </a:spcBef>
              <a:buSzPct val="100000"/>
            </a:pPr>
            <a:r>
              <a:rPr lang="en-US" sz="1200" b="1" dirty="0">
                <a:ea typeface="Verdana" panose="020B0604030504040204" pitchFamily="34" charset="0"/>
              </a:rPr>
              <a:t>Generation</a:t>
            </a:r>
          </a:p>
        </p:txBody>
      </p:sp>
      <p:sp>
        <p:nvSpPr>
          <p:cNvPr id="437" name="TextBox 436">
            <a:extLst>
              <a:ext uri="{FF2B5EF4-FFF2-40B4-BE49-F238E27FC236}">
                <a16:creationId xmlns:a16="http://schemas.microsoft.com/office/drawing/2014/main" id="{E5653382-32E7-210E-5AB5-DA1DE2FF21D7}"/>
              </a:ext>
            </a:extLst>
          </p:cNvPr>
          <p:cNvSpPr txBox="1"/>
          <p:nvPr/>
        </p:nvSpPr>
        <p:spPr>
          <a:xfrm>
            <a:off x="2594540" y="4358068"/>
            <a:ext cx="1888176" cy="184666"/>
          </a:xfrm>
          <a:prstGeom prst="rect">
            <a:avLst/>
          </a:prstGeom>
          <a:solidFill>
            <a:schemeClr val="accent1">
              <a:lumMod val="20000"/>
              <a:lumOff val="80000"/>
            </a:schemeClr>
          </a:solidFill>
          <a:ln w="12700">
            <a:noFill/>
          </a:ln>
        </p:spPr>
        <p:txBody>
          <a:bodyPr wrap="square" lIns="0" tIns="0" rIns="0" bIns="0" rtlCol="0" anchor="ctr">
            <a:spAutoFit/>
          </a:bodyPr>
          <a:lstStyle/>
          <a:p>
            <a:pPr>
              <a:spcBef>
                <a:spcPts val="600"/>
              </a:spcBef>
              <a:buSzPct val="100000"/>
            </a:pPr>
            <a:r>
              <a:rPr lang="en-US" sz="1200" b="1" dirty="0">
                <a:ea typeface="Verdana" panose="020B0604030504040204" pitchFamily="34" charset="0"/>
              </a:rPr>
              <a:t>The Future Grid</a:t>
            </a:r>
          </a:p>
        </p:txBody>
      </p:sp>
      <p:sp>
        <p:nvSpPr>
          <p:cNvPr id="438" name="TextBox 437">
            <a:extLst>
              <a:ext uri="{FF2B5EF4-FFF2-40B4-BE49-F238E27FC236}">
                <a16:creationId xmlns:a16="http://schemas.microsoft.com/office/drawing/2014/main" id="{BB4D386A-EE67-9A5F-6559-4881EACA8C8E}"/>
              </a:ext>
            </a:extLst>
          </p:cNvPr>
          <p:cNvSpPr txBox="1"/>
          <p:nvPr/>
        </p:nvSpPr>
        <p:spPr>
          <a:xfrm>
            <a:off x="4836078" y="4360477"/>
            <a:ext cx="1716148" cy="184666"/>
          </a:xfrm>
          <a:prstGeom prst="rect">
            <a:avLst/>
          </a:prstGeom>
          <a:solidFill>
            <a:schemeClr val="accent1">
              <a:lumMod val="20000"/>
              <a:lumOff val="80000"/>
            </a:schemeClr>
          </a:solidFill>
          <a:ln w="12700">
            <a:noFill/>
          </a:ln>
        </p:spPr>
        <p:txBody>
          <a:bodyPr wrap="square" lIns="0" tIns="0" rIns="0" bIns="0" rtlCol="0" anchor="ctr">
            <a:spAutoFit/>
          </a:bodyPr>
          <a:lstStyle/>
          <a:p>
            <a:pPr>
              <a:spcBef>
                <a:spcPts val="600"/>
              </a:spcBef>
              <a:buSzPct val="100000"/>
            </a:pPr>
            <a:r>
              <a:rPr lang="en-US" sz="1200" b="1" dirty="0">
                <a:ea typeface="Verdana" panose="020B0604030504040204" pitchFamily="34" charset="0"/>
              </a:rPr>
              <a:t>Customer</a:t>
            </a:r>
          </a:p>
        </p:txBody>
      </p:sp>
      <p:sp>
        <p:nvSpPr>
          <p:cNvPr id="439" name="TextBox 438">
            <a:extLst>
              <a:ext uri="{FF2B5EF4-FFF2-40B4-BE49-F238E27FC236}">
                <a16:creationId xmlns:a16="http://schemas.microsoft.com/office/drawing/2014/main" id="{F8E03287-5090-BDD7-79B9-E2EBF9FF68C3}"/>
              </a:ext>
            </a:extLst>
          </p:cNvPr>
          <p:cNvSpPr txBox="1"/>
          <p:nvPr/>
        </p:nvSpPr>
        <p:spPr>
          <a:xfrm>
            <a:off x="6795823" y="4358068"/>
            <a:ext cx="2149476" cy="184666"/>
          </a:xfrm>
          <a:prstGeom prst="rect">
            <a:avLst/>
          </a:prstGeom>
          <a:solidFill>
            <a:schemeClr val="accent1">
              <a:lumMod val="20000"/>
              <a:lumOff val="80000"/>
            </a:schemeClr>
          </a:solidFill>
          <a:ln w="12700">
            <a:noFill/>
          </a:ln>
        </p:spPr>
        <p:txBody>
          <a:bodyPr wrap="square" lIns="0" tIns="0" rIns="0" bIns="0" rtlCol="0" anchor="ctr">
            <a:spAutoFit/>
          </a:bodyPr>
          <a:lstStyle/>
          <a:p>
            <a:pPr>
              <a:spcBef>
                <a:spcPts val="600"/>
              </a:spcBef>
              <a:buSzPct val="100000"/>
            </a:pPr>
            <a:r>
              <a:rPr lang="en-US" sz="1200" b="1" dirty="0">
                <a:ea typeface="Verdana" panose="020B0604030504040204" pitchFamily="34" charset="0"/>
              </a:rPr>
              <a:t>Digital Organization</a:t>
            </a:r>
          </a:p>
        </p:txBody>
      </p:sp>
      <p:sp>
        <p:nvSpPr>
          <p:cNvPr id="440" name="Isosceles Triangle 439">
            <a:extLst>
              <a:ext uri="{FF2B5EF4-FFF2-40B4-BE49-F238E27FC236}">
                <a16:creationId xmlns:a16="http://schemas.microsoft.com/office/drawing/2014/main" id="{3EBFE04E-47E1-84C5-92BB-CAF2163A09A7}"/>
              </a:ext>
            </a:extLst>
          </p:cNvPr>
          <p:cNvSpPr/>
          <p:nvPr/>
        </p:nvSpPr>
        <p:spPr bwMode="gray">
          <a:xfrm rot="5400000">
            <a:off x="8162375" y="3744335"/>
            <a:ext cx="2292876" cy="262610"/>
          </a:xfrm>
          <a:prstGeom prst="triangle">
            <a:avLst>
              <a:gd name="adj" fmla="val 50000"/>
            </a:avLst>
          </a:prstGeom>
          <a:gradFill>
            <a:gsLst>
              <a:gs pos="0">
                <a:schemeClr val="accent1">
                  <a:lumMod val="76000"/>
                  <a:lumOff val="24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w="25400" cap="flat" cmpd="sng" algn="ctr">
            <a:noFill/>
            <a:prstDash val="solid"/>
          </a:ln>
          <a:effectLst/>
        </p:spPr>
        <p:txBody>
          <a:bodyPr rtlCol="0" anchor="ctr"/>
          <a:lstStyle/>
          <a:p>
            <a:pPr marL="0" marR="0" lvl="0" indent="0" algn="ctr" defTabSz="914342" eaLnBrk="1" fontAlgn="auto" latinLnBrk="0" hangingPunct="1">
              <a:lnSpc>
                <a:spcPct val="100000"/>
              </a:lnSpc>
              <a:spcBef>
                <a:spcPts val="0"/>
              </a:spcBef>
              <a:spcAft>
                <a:spcPts val="0"/>
              </a:spcAft>
              <a:buClrTx/>
              <a:buSzTx/>
              <a:buFontTx/>
              <a:buNone/>
              <a:tabLst/>
              <a:defRPr/>
            </a:pPr>
            <a:endParaRPr kumimoji="0" lang="en-US" sz="1663" b="0" i="0" u="none" strike="noStrike" kern="0" cap="none" spc="0" normalizeH="0" baseline="0" noProof="0" dirty="0">
              <a:ln>
                <a:noFill/>
              </a:ln>
              <a:solidFill>
                <a:prstClr val="white"/>
              </a:solidFill>
              <a:effectLst/>
              <a:uLnTx/>
              <a:uFillTx/>
              <a:ea typeface="+mn-ea"/>
              <a:cs typeface="+mn-cs"/>
            </a:endParaRPr>
          </a:p>
        </p:txBody>
      </p:sp>
      <p:grpSp>
        <p:nvGrpSpPr>
          <p:cNvPr id="441" name="Group 440">
            <a:extLst>
              <a:ext uri="{FF2B5EF4-FFF2-40B4-BE49-F238E27FC236}">
                <a16:creationId xmlns:a16="http://schemas.microsoft.com/office/drawing/2014/main" id="{3618BFB4-02A6-3F05-7E03-836E0998AE3C}"/>
              </a:ext>
            </a:extLst>
          </p:cNvPr>
          <p:cNvGrpSpPr/>
          <p:nvPr/>
        </p:nvGrpSpPr>
        <p:grpSpPr>
          <a:xfrm>
            <a:off x="9600550" y="1624228"/>
            <a:ext cx="2329440" cy="4660781"/>
            <a:chOff x="567873" y="1378512"/>
            <a:chExt cx="2286000" cy="4660781"/>
          </a:xfrm>
        </p:grpSpPr>
        <p:sp>
          <p:nvSpPr>
            <p:cNvPr id="442" name="Rounded Rectangle 7">
              <a:extLst>
                <a:ext uri="{FF2B5EF4-FFF2-40B4-BE49-F238E27FC236}">
                  <a16:creationId xmlns:a16="http://schemas.microsoft.com/office/drawing/2014/main" id="{C1BC56FD-2968-5C66-0413-C8B34C422186}"/>
                </a:ext>
              </a:extLst>
            </p:cNvPr>
            <p:cNvSpPr/>
            <p:nvPr/>
          </p:nvSpPr>
          <p:spPr bwMode="gray">
            <a:xfrm>
              <a:off x="567873" y="1378512"/>
              <a:ext cx="2286000" cy="430326"/>
            </a:xfrm>
            <a:prstGeom prst="roundRect">
              <a:avLst>
                <a:gd name="adj" fmla="val 18837"/>
              </a:avLst>
            </a:prstGeom>
            <a:solidFill>
              <a:schemeClr val="accent1">
                <a:lumMod val="20000"/>
                <a:lumOff val="80000"/>
              </a:schemeClr>
            </a:solidFill>
            <a:ln w="19050" algn="ctr">
              <a:noFill/>
              <a:miter lim="800000"/>
              <a:headEnd/>
              <a:tailEnd/>
            </a:ln>
          </p:spPr>
          <p:txBody>
            <a:bodyPr wrap="square" lIns="450000" tIns="88900" rIns="88900" bIns="88900" rtlCol="0" anchor="ctr"/>
            <a:lstStyle/>
            <a:p>
              <a:pPr marL="0" marR="0" lvl="0" indent="0" defTabSz="1042873" eaLnBrk="1" fontAlgn="auto" latinLnBrk="0" hangingPunct="1">
                <a:lnSpc>
                  <a:spcPct val="100000"/>
                </a:lnSpc>
                <a:spcBef>
                  <a:spcPts val="0"/>
                </a:spcBef>
                <a:spcAft>
                  <a:spcPts val="300"/>
                </a:spcAft>
                <a:buClrTx/>
                <a:buSzTx/>
                <a:buFontTx/>
                <a:buNone/>
                <a:tabLst/>
                <a:defRPr/>
              </a:pPr>
              <a:r>
                <a:rPr kumimoji="0" lang="en-US" sz="1000" b="1" i="0" u="none" strike="noStrike" kern="0" cap="none" spc="0" normalizeH="0" baseline="0" noProof="0" dirty="0">
                  <a:ln>
                    <a:noFill/>
                  </a:ln>
                  <a:solidFill>
                    <a:prstClr val="black"/>
                  </a:solidFill>
                  <a:effectLst/>
                  <a:uLnTx/>
                  <a:uFillTx/>
                  <a:ea typeface="Verdana" panose="020B0604030504040204" pitchFamily="34" charset="0"/>
                  <a:cs typeface="Calibri Light" panose="020F0302020204030204" pitchFamily="34" charset="0"/>
                </a:rPr>
                <a:t>Real time reporting</a:t>
              </a:r>
              <a:endParaRPr kumimoji="0" lang="en-US" sz="1000" b="1" i="0" u="none" strike="noStrike" kern="0" cap="none" spc="0" normalizeH="0" baseline="0" noProof="0" dirty="0">
                <a:ln>
                  <a:noFill/>
                </a:ln>
                <a:solidFill>
                  <a:prstClr val="black"/>
                </a:solidFill>
                <a:effectLst/>
                <a:uLnTx/>
                <a:uFillTx/>
                <a:cs typeface="Calibri Light" panose="020F0302020204030204" pitchFamily="34" charset="0"/>
              </a:endParaRPr>
            </a:p>
          </p:txBody>
        </p:sp>
        <p:grpSp>
          <p:nvGrpSpPr>
            <p:cNvPr id="443" name="Group 442">
              <a:extLst>
                <a:ext uri="{FF2B5EF4-FFF2-40B4-BE49-F238E27FC236}">
                  <a16:creationId xmlns:a16="http://schemas.microsoft.com/office/drawing/2014/main" id="{3676EA94-AF35-D069-F57D-D7993049859D}"/>
                </a:ext>
              </a:extLst>
            </p:cNvPr>
            <p:cNvGrpSpPr>
              <a:grpSpLocks/>
            </p:cNvGrpSpPr>
            <p:nvPr/>
          </p:nvGrpSpPr>
          <p:grpSpPr>
            <a:xfrm>
              <a:off x="631235" y="1398075"/>
              <a:ext cx="370386" cy="391206"/>
              <a:chOff x="6537905" y="4611210"/>
              <a:chExt cx="1849437" cy="1838326"/>
            </a:xfrm>
            <a:solidFill>
              <a:srgbClr val="0D8390"/>
            </a:solidFill>
          </p:grpSpPr>
          <p:sp>
            <p:nvSpPr>
              <p:cNvPr id="470" name="Freeform 15">
                <a:extLst>
                  <a:ext uri="{FF2B5EF4-FFF2-40B4-BE49-F238E27FC236}">
                    <a16:creationId xmlns:a16="http://schemas.microsoft.com/office/drawing/2014/main" id="{18FF249E-5B08-CCB9-CA52-D16890B84D29}"/>
                  </a:ext>
                </a:extLst>
              </p:cNvPr>
              <p:cNvSpPr>
                <a:spLocks noEditPoints="1"/>
              </p:cNvSpPr>
              <p:nvPr/>
            </p:nvSpPr>
            <p:spPr bwMode="auto">
              <a:xfrm>
                <a:off x="7656699" y="5262078"/>
                <a:ext cx="312738" cy="766763"/>
              </a:xfrm>
              <a:custGeom>
                <a:avLst/>
                <a:gdLst>
                  <a:gd name="T0" fmla="*/ 41 w 65"/>
                  <a:gd name="T1" fmla="*/ 0 h 160"/>
                  <a:gd name="T2" fmla="*/ 25 w 65"/>
                  <a:gd name="T3" fmla="*/ 0 h 160"/>
                  <a:gd name="T4" fmla="*/ 17 w 65"/>
                  <a:gd name="T5" fmla="*/ 6 h 160"/>
                  <a:gd name="T6" fmla="*/ 1 w 65"/>
                  <a:gd name="T7" fmla="*/ 86 h 160"/>
                  <a:gd name="T8" fmla="*/ 2 w 65"/>
                  <a:gd name="T9" fmla="*/ 93 h 160"/>
                  <a:gd name="T10" fmla="*/ 9 w 65"/>
                  <a:gd name="T11" fmla="*/ 96 h 160"/>
                  <a:gd name="T12" fmla="*/ 9 w 65"/>
                  <a:gd name="T13" fmla="*/ 152 h 160"/>
                  <a:gd name="T14" fmla="*/ 17 w 65"/>
                  <a:gd name="T15" fmla="*/ 160 h 160"/>
                  <a:gd name="T16" fmla="*/ 25 w 65"/>
                  <a:gd name="T17" fmla="*/ 152 h 160"/>
                  <a:gd name="T18" fmla="*/ 25 w 65"/>
                  <a:gd name="T19" fmla="*/ 96 h 160"/>
                  <a:gd name="T20" fmla="*/ 41 w 65"/>
                  <a:gd name="T21" fmla="*/ 96 h 160"/>
                  <a:gd name="T22" fmla="*/ 41 w 65"/>
                  <a:gd name="T23" fmla="*/ 152 h 160"/>
                  <a:gd name="T24" fmla="*/ 49 w 65"/>
                  <a:gd name="T25" fmla="*/ 160 h 160"/>
                  <a:gd name="T26" fmla="*/ 57 w 65"/>
                  <a:gd name="T27" fmla="*/ 152 h 160"/>
                  <a:gd name="T28" fmla="*/ 57 w 65"/>
                  <a:gd name="T29" fmla="*/ 96 h 160"/>
                  <a:gd name="T30" fmla="*/ 63 w 65"/>
                  <a:gd name="T31" fmla="*/ 93 h 160"/>
                  <a:gd name="T32" fmla="*/ 65 w 65"/>
                  <a:gd name="T33" fmla="*/ 86 h 160"/>
                  <a:gd name="T34" fmla="*/ 49 w 65"/>
                  <a:gd name="T35" fmla="*/ 6 h 160"/>
                  <a:gd name="T36" fmla="*/ 41 w 65"/>
                  <a:gd name="T37" fmla="*/ 0 h 160"/>
                  <a:gd name="T38" fmla="*/ 31 w 65"/>
                  <a:gd name="T39" fmla="*/ 16 h 160"/>
                  <a:gd name="T40" fmla="*/ 34 w 65"/>
                  <a:gd name="T41" fmla="*/ 16 h 160"/>
                  <a:gd name="T42" fmla="*/ 47 w 65"/>
                  <a:gd name="T43" fmla="*/ 80 h 160"/>
                  <a:gd name="T44" fmla="*/ 18 w 65"/>
                  <a:gd name="T45" fmla="*/ 80 h 160"/>
                  <a:gd name="T46" fmla="*/ 31 w 65"/>
                  <a:gd name="T47"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160">
                    <a:moveTo>
                      <a:pt x="41" y="0"/>
                    </a:moveTo>
                    <a:cubicBezTo>
                      <a:pt x="25" y="0"/>
                      <a:pt x="25" y="0"/>
                      <a:pt x="25" y="0"/>
                    </a:cubicBezTo>
                    <a:cubicBezTo>
                      <a:pt x="21" y="0"/>
                      <a:pt x="18" y="2"/>
                      <a:pt x="17" y="6"/>
                    </a:cubicBezTo>
                    <a:cubicBezTo>
                      <a:pt x="1" y="86"/>
                      <a:pt x="1" y="86"/>
                      <a:pt x="1" y="86"/>
                    </a:cubicBezTo>
                    <a:cubicBezTo>
                      <a:pt x="0" y="88"/>
                      <a:pt x="1" y="91"/>
                      <a:pt x="2" y="93"/>
                    </a:cubicBezTo>
                    <a:cubicBezTo>
                      <a:pt x="4" y="95"/>
                      <a:pt x="6" y="96"/>
                      <a:pt x="9" y="96"/>
                    </a:cubicBezTo>
                    <a:cubicBezTo>
                      <a:pt x="9" y="152"/>
                      <a:pt x="9" y="152"/>
                      <a:pt x="9" y="152"/>
                    </a:cubicBezTo>
                    <a:cubicBezTo>
                      <a:pt x="9" y="156"/>
                      <a:pt x="12" y="160"/>
                      <a:pt x="17" y="160"/>
                    </a:cubicBezTo>
                    <a:cubicBezTo>
                      <a:pt x="21" y="160"/>
                      <a:pt x="25" y="156"/>
                      <a:pt x="25" y="152"/>
                    </a:cubicBezTo>
                    <a:cubicBezTo>
                      <a:pt x="25" y="96"/>
                      <a:pt x="25" y="96"/>
                      <a:pt x="25" y="96"/>
                    </a:cubicBezTo>
                    <a:cubicBezTo>
                      <a:pt x="41" y="96"/>
                      <a:pt x="41" y="96"/>
                      <a:pt x="41" y="96"/>
                    </a:cubicBezTo>
                    <a:cubicBezTo>
                      <a:pt x="41" y="152"/>
                      <a:pt x="41" y="152"/>
                      <a:pt x="41" y="152"/>
                    </a:cubicBezTo>
                    <a:cubicBezTo>
                      <a:pt x="41" y="156"/>
                      <a:pt x="44" y="160"/>
                      <a:pt x="49" y="160"/>
                    </a:cubicBezTo>
                    <a:cubicBezTo>
                      <a:pt x="53" y="160"/>
                      <a:pt x="57" y="156"/>
                      <a:pt x="57" y="152"/>
                    </a:cubicBezTo>
                    <a:cubicBezTo>
                      <a:pt x="57" y="96"/>
                      <a:pt x="57" y="96"/>
                      <a:pt x="57" y="96"/>
                    </a:cubicBezTo>
                    <a:cubicBezTo>
                      <a:pt x="59" y="96"/>
                      <a:pt x="61" y="95"/>
                      <a:pt x="63" y="93"/>
                    </a:cubicBezTo>
                    <a:cubicBezTo>
                      <a:pt x="64" y="91"/>
                      <a:pt x="65" y="88"/>
                      <a:pt x="65" y="86"/>
                    </a:cubicBezTo>
                    <a:cubicBezTo>
                      <a:pt x="49" y="6"/>
                      <a:pt x="49" y="6"/>
                      <a:pt x="49" y="6"/>
                    </a:cubicBezTo>
                    <a:cubicBezTo>
                      <a:pt x="48" y="2"/>
                      <a:pt x="44" y="0"/>
                      <a:pt x="41" y="0"/>
                    </a:cubicBezTo>
                    <a:close/>
                    <a:moveTo>
                      <a:pt x="31" y="16"/>
                    </a:moveTo>
                    <a:cubicBezTo>
                      <a:pt x="34" y="16"/>
                      <a:pt x="34" y="16"/>
                      <a:pt x="34" y="16"/>
                    </a:cubicBezTo>
                    <a:cubicBezTo>
                      <a:pt x="47" y="80"/>
                      <a:pt x="47" y="80"/>
                      <a:pt x="47" y="80"/>
                    </a:cubicBezTo>
                    <a:cubicBezTo>
                      <a:pt x="18" y="80"/>
                      <a:pt x="18" y="80"/>
                      <a:pt x="18" y="80"/>
                    </a:cubicBezTo>
                    <a:lnTo>
                      <a:pt x="3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71" name="Freeform 16">
                <a:extLst>
                  <a:ext uri="{FF2B5EF4-FFF2-40B4-BE49-F238E27FC236}">
                    <a16:creationId xmlns:a16="http://schemas.microsoft.com/office/drawing/2014/main" id="{1544F648-88BB-EA88-20EC-652D28B20A27}"/>
                  </a:ext>
                </a:extLst>
              </p:cNvPr>
              <p:cNvSpPr>
                <a:spLocks noEditPoints="1"/>
              </p:cNvSpPr>
              <p:nvPr/>
            </p:nvSpPr>
            <p:spPr bwMode="auto">
              <a:xfrm>
                <a:off x="7731710"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72" name="Freeform 17">
                <a:extLst>
                  <a:ext uri="{FF2B5EF4-FFF2-40B4-BE49-F238E27FC236}">
                    <a16:creationId xmlns:a16="http://schemas.microsoft.com/office/drawing/2014/main" id="{39A26572-D96B-049F-BE85-62AAC08D6C89}"/>
                  </a:ext>
                </a:extLst>
              </p:cNvPr>
              <p:cNvSpPr>
                <a:spLocks noEditPoints="1"/>
              </p:cNvSpPr>
              <p:nvPr/>
            </p:nvSpPr>
            <p:spPr bwMode="auto">
              <a:xfrm>
                <a:off x="6923672" y="5262081"/>
                <a:ext cx="307975"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73" name="Freeform 18">
                <a:extLst>
                  <a:ext uri="{FF2B5EF4-FFF2-40B4-BE49-F238E27FC236}">
                    <a16:creationId xmlns:a16="http://schemas.microsoft.com/office/drawing/2014/main" id="{1907937D-4447-9D38-57EE-1C2C01AECA1B}"/>
                  </a:ext>
                </a:extLst>
              </p:cNvPr>
              <p:cNvSpPr>
                <a:spLocks noEditPoints="1"/>
              </p:cNvSpPr>
              <p:nvPr/>
            </p:nvSpPr>
            <p:spPr bwMode="auto">
              <a:xfrm>
                <a:off x="6961772"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74" name="Freeform 19">
                <a:extLst>
                  <a:ext uri="{FF2B5EF4-FFF2-40B4-BE49-F238E27FC236}">
                    <a16:creationId xmlns:a16="http://schemas.microsoft.com/office/drawing/2014/main" id="{816248E6-CAFF-B02B-65F3-F63BBC6DADD5}"/>
                  </a:ext>
                </a:extLst>
              </p:cNvPr>
              <p:cNvSpPr>
                <a:spLocks noEditPoints="1"/>
              </p:cNvSpPr>
              <p:nvPr/>
            </p:nvSpPr>
            <p:spPr bwMode="auto">
              <a:xfrm>
                <a:off x="7307847" y="5262081"/>
                <a:ext cx="309562"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75" name="Freeform 20">
                <a:extLst>
                  <a:ext uri="{FF2B5EF4-FFF2-40B4-BE49-F238E27FC236}">
                    <a16:creationId xmlns:a16="http://schemas.microsoft.com/office/drawing/2014/main" id="{54087B4F-BCA9-EC57-6EEA-9EE397ADAAC8}"/>
                  </a:ext>
                </a:extLst>
              </p:cNvPr>
              <p:cNvSpPr>
                <a:spLocks noEditPoints="1"/>
              </p:cNvSpPr>
              <p:nvPr/>
            </p:nvSpPr>
            <p:spPr bwMode="auto">
              <a:xfrm>
                <a:off x="7347535" y="4955694"/>
                <a:ext cx="230187"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76" name="Freeform 21">
                <a:extLst>
                  <a:ext uri="{FF2B5EF4-FFF2-40B4-BE49-F238E27FC236}">
                    <a16:creationId xmlns:a16="http://schemas.microsoft.com/office/drawing/2014/main" id="{8A3A2BE0-A1FE-79E9-701A-ADC4949DFEB8}"/>
                  </a:ext>
                </a:extLst>
              </p:cNvPr>
              <p:cNvSpPr>
                <a:spLocks noEditPoints="1"/>
              </p:cNvSpPr>
              <p:nvPr/>
            </p:nvSpPr>
            <p:spPr bwMode="auto">
              <a:xfrm>
                <a:off x="6537905" y="4611210"/>
                <a:ext cx="1849437" cy="1838326"/>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68 h 384"/>
                  <a:gd name="T12" fmla="*/ 16 w 384"/>
                  <a:gd name="T13" fmla="*/ 192 h 384"/>
                  <a:gd name="T14" fmla="*/ 192 w 384"/>
                  <a:gd name="T15" fmla="*/ 16 h 384"/>
                  <a:gd name="T16" fmla="*/ 368 w 384"/>
                  <a:gd name="T17" fmla="*/ 192 h 384"/>
                  <a:gd name="T18" fmla="*/ 192 w 384"/>
                  <a:gd name="T19" fmla="*/ 36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68"/>
                    </a:moveTo>
                    <a:cubicBezTo>
                      <a:pt x="95" y="368"/>
                      <a:pt x="16" y="289"/>
                      <a:pt x="16" y="192"/>
                    </a:cubicBezTo>
                    <a:cubicBezTo>
                      <a:pt x="16" y="95"/>
                      <a:pt x="95" y="16"/>
                      <a:pt x="192" y="16"/>
                    </a:cubicBezTo>
                    <a:cubicBezTo>
                      <a:pt x="289" y="16"/>
                      <a:pt x="368" y="95"/>
                      <a:pt x="368" y="192"/>
                    </a:cubicBezTo>
                    <a:cubicBezTo>
                      <a:pt x="368" y="289"/>
                      <a:pt x="289" y="368"/>
                      <a:pt x="192" y="3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prstClr val="black"/>
                  </a:solidFill>
                  <a:effectLst/>
                  <a:uLnTx/>
                  <a:uFillTx/>
                  <a:cs typeface="Calibri Light" panose="020F0302020204030204" pitchFamily="34" charset="0"/>
                </a:endParaRPr>
              </a:p>
            </p:txBody>
          </p:sp>
        </p:grpSp>
        <p:sp>
          <p:nvSpPr>
            <p:cNvPr id="444" name="Rounded Rectangle 18">
              <a:extLst>
                <a:ext uri="{FF2B5EF4-FFF2-40B4-BE49-F238E27FC236}">
                  <a16:creationId xmlns:a16="http://schemas.microsoft.com/office/drawing/2014/main" id="{76529277-698B-5060-4AB7-B5658163ACDE}"/>
                </a:ext>
              </a:extLst>
            </p:cNvPr>
            <p:cNvSpPr/>
            <p:nvPr/>
          </p:nvSpPr>
          <p:spPr bwMode="gray">
            <a:xfrm>
              <a:off x="567873" y="2084100"/>
              <a:ext cx="2286000" cy="430326"/>
            </a:xfrm>
            <a:prstGeom prst="roundRect">
              <a:avLst>
                <a:gd name="adj" fmla="val 18837"/>
              </a:avLst>
            </a:prstGeom>
            <a:solidFill>
              <a:schemeClr val="accent1">
                <a:lumMod val="20000"/>
                <a:lumOff val="80000"/>
              </a:schemeClr>
            </a:solidFill>
            <a:ln w="19050" algn="ctr">
              <a:noFill/>
              <a:miter lim="800000"/>
              <a:headEnd/>
              <a:tailEnd/>
            </a:ln>
          </p:spPr>
          <p:txBody>
            <a:bodyPr wrap="square" lIns="450000" tIns="88900" rIns="88900" bIns="88900" rtlCol="0" anchor="ctr"/>
            <a:lstStyle/>
            <a:p>
              <a:pPr marL="0" marR="0" lvl="0" indent="0" defTabSz="1042873" eaLnBrk="1" fontAlgn="auto" latinLnBrk="0" hangingPunct="1">
                <a:lnSpc>
                  <a:spcPct val="100000"/>
                </a:lnSpc>
                <a:spcBef>
                  <a:spcPts val="0"/>
                </a:spcBef>
                <a:spcAft>
                  <a:spcPts val="300"/>
                </a:spcAft>
                <a:buClrTx/>
                <a:buSzTx/>
                <a:buFontTx/>
                <a:buNone/>
                <a:tabLst/>
                <a:defRPr/>
              </a:pPr>
              <a:r>
                <a:rPr kumimoji="0" lang="en-US" sz="1000" b="1" i="0" u="none" strike="noStrike" kern="0" cap="none" spc="0" normalizeH="0" baseline="0" noProof="0" dirty="0">
                  <a:ln>
                    <a:noFill/>
                  </a:ln>
                  <a:solidFill>
                    <a:prstClr val="black"/>
                  </a:solidFill>
                  <a:effectLst/>
                  <a:uLnTx/>
                  <a:uFillTx/>
                  <a:ea typeface="Verdana" panose="020B0604030504040204" pitchFamily="34" charset="0"/>
                  <a:cs typeface="Calibri Light" panose="020F0302020204030204" pitchFamily="34" charset="0"/>
                </a:rPr>
                <a:t>Anytime/Anywhere access of critical information</a:t>
              </a:r>
              <a:endParaRPr kumimoji="0" lang="en-US" sz="1000" b="1" i="0" u="none" strike="noStrike" kern="0" cap="none" spc="0" normalizeH="0" baseline="0" noProof="0" dirty="0">
                <a:ln>
                  <a:noFill/>
                </a:ln>
                <a:solidFill>
                  <a:prstClr val="black"/>
                </a:solidFill>
                <a:effectLst/>
                <a:uLnTx/>
                <a:uFillTx/>
                <a:cs typeface="Calibri Light" panose="020F0302020204030204" pitchFamily="34" charset="0"/>
              </a:endParaRPr>
            </a:p>
          </p:txBody>
        </p:sp>
        <p:grpSp>
          <p:nvGrpSpPr>
            <p:cNvPr id="445" name="Group 208">
              <a:extLst>
                <a:ext uri="{FF2B5EF4-FFF2-40B4-BE49-F238E27FC236}">
                  <a16:creationId xmlns:a16="http://schemas.microsoft.com/office/drawing/2014/main" id="{00BF0E3C-CDE2-3FAA-6E3C-8769F24FA867}"/>
                </a:ext>
              </a:extLst>
            </p:cNvPr>
            <p:cNvGrpSpPr>
              <a:grpSpLocks/>
            </p:cNvGrpSpPr>
            <p:nvPr/>
          </p:nvGrpSpPr>
          <p:grpSpPr bwMode="auto">
            <a:xfrm>
              <a:off x="631256" y="2103664"/>
              <a:ext cx="370391" cy="391206"/>
              <a:chOff x="1818" y="1193"/>
              <a:chExt cx="341" cy="340"/>
            </a:xfrm>
            <a:solidFill>
              <a:srgbClr val="0D8390"/>
            </a:solidFill>
          </p:grpSpPr>
          <p:sp>
            <p:nvSpPr>
              <p:cNvPr id="468" name="Freeform 209">
                <a:extLst>
                  <a:ext uri="{FF2B5EF4-FFF2-40B4-BE49-F238E27FC236}">
                    <a16:creationId xmlns:a16="http://schemas.microsoft.com/office/drawing/2014/main" id="{FC8E1CBF-0ABF-8DC8-605B-3DE7FF1E7BC6}"/>
                  </a:ext>
                </a:extLst>
              </p:cNvPr>
              <p:cNvSpPr>
                <a:spLocks noEditPoints="1"/>
              </p:cNvSpPr>
              <p:nvPr/>
            </p:nvSpPr>
            <p:spPr bwMode="auto">
              <a:xfrm>
                <a:off x="1909" y="1284"/>
                <a:ext cx="158" cy="157"/>
              </a:xfrm>
              <a:custGeom>
                <a:avLst/>
                <a:gdLst>
                  <a:gd name="T0" fmla="*/ 140 w 237"/>
                  <a:gd name="T1" fmla="*/ 33 h 236"/>
                  <a:gd name="T2" fmla="*/ 161 w 237"/>
                  <a:gd name="T3" fmla="*/ 33 h 236"/>
                  <a:gd name="T4" fmla="*/ 218 w 237"/>
                  <a:gd name="T5" fmla="*/ 4 h 236"/>
                  <a:gd name="T6" fmla="*/ 233 w 237"/>
                  <a:gd name="T7" fmla="*/ 20 h 236"/>
                  <a:gd name="T8" fmla="*/ 204 w 237"/>
                  <a:gd name="T9" fmla="*/ 76 h 236"/>
                  <a:gd name="T10" fmla="*/ 204 w 237"/>
                  <a:gd name="T11" fmla="*/ 97 h 236"/>
                  <a:gd name="T12" fmla="*/ 147 w 237"/>
                  <a:gd name="T13" fmla="*/ 97 h 236"/>
                  <a:gd name="T14" fmla="*/ 97 w 237"/>
                  <a:gd name="T15" fmla="*/ 147 h 236"/>
                  <a:gd name="T16" fmla="*/ 33 w 237"/>
                  <a:gd name="T17" fmla="*/ 140 h 236"/>
                  <a:gd name="T18" fmla="*/ 33 w 237"/>
                  <a:gd name="T19" fmla="*/ 161 h 236"/>
                  <a:gd name="T20" fmla="*/ 4 w 237"/>
                  <a:gd name="T21" fmla="*/ 218 h 236"/>
                  <a:gd name="T22" fmla="*/ 12 w 237"/>
                  <a:gd name="T23" fmla="*/ 236 h 236"/>
                  <a:gd name="T24" fmla="*/ 76 w 237"/>
                  <a:gd name="T25" fmla="*/ 176 h 236"/>
                  <a:gd name="T26" fmla="*/ 87 w 237"/>
                  <a:gd name="T27" fmla="*/ 215 h 236"/>
                  <a:gd name="T28" fmla="*/ 97 w 237"/>
                  <a:gd name="T29" fmla="*/ 151 h 236"/>
                  <a:gd name="T30" fmla="*/ 97 w 237"/>
                  <a:gd name="T31" fmla="*/ 147 h 236"/>
                  <a:gd name="T32" fmla="*/ 204 w 237"/>
                  <a:gd name="T33" fmla="*/ 161 h 236"/>
                  <a:gd name="T34" fmla="*/ 204 w 237"/>
                  <a:gd name="T35" fmla="*/ 140 h 236"/>
                  <a:gd name="T36" fmla="*/ 141 w 237"/>
                  <a:gd name="T37" fmla="*/ 147 h 236"/>
                  <a:gd name="T38" fmla="*/ 140 w 237"/>
                  <a:gd name="T39" fmla="*/ 151 h 236"/>
                  <a:gd name="T40" fmla="*/ 151 w 237"/>
                  <a:gd name="T41" fmla="*/ 215 h 236"/>
                  <a:gd name="T42" fmla="*/ 161 w 237"/>
                  <a:gd name="T43" fmla="*/ 176 h 236"/>
                  <a:gd name="T44" fmla="*/ 225 w 237"/>
                  <a:gd name="T45" fmla="*/ 236 h 236"/>
                  <a:gd name="T46" fmla="*/ 233 w 237"/>
                  <a:gd name="T47" fmla="*/ 218 h 236"/>
                  <a:gd name="T48" fmla="*/ 87 w 237"/>
                  <a:gd name="T49" fmla="*/ 23 h 236"/>
                  <a:gd name="T50" fmla="*/ 76 w 237"/>
                  <a:gd name="T51" fmla="*/ 61 h 236"/>
                  <a:gd name="T52" fmla="*/ 4 w 237"/>
                  <a:gd name="T53" fmla="*/ 4 h 236"/>
                  <a:gd name="T54" fmla="*/ 61 w 237"/>
                  <a:gd name="T55" fmla="*/ 76 h 236"/>
                  <a:gd name="T56" fmla="*/ 23 w 237"/>
                  <a:gd name="T57" fmla="*/ 87 h 236"/>
                  <a:gd name="T58" fmla="*/ 87 w 237"/>
                  <a:gd name="T59" fmla="*/ 97 h 236"/>
                  <a:gd name="T60" fmla="*/ 97 w 237"/>
                  <a:gd name="T61" fmla="*/ 87 h 236"/>
                  <a:gd name="T62" fmla="*/ 87 w 237"/>
                  <a:gd name="T63" fmla="*/ 2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 h="236">
                    <a:moveTo>
                      <a:pt x="140" y="87"/>
                    </a:moveTo>
                    <a:cubicBezTo>
                      <a:pt x="140" y="33"/>
                      <a:pt x="140" y="33"/>
                      <a:pt x="140" y="33"/>
                    </a:cubicBezTo>
                    <a:cubicBezTo>
                      <a:pt x="140" y="27"/>
                      <a:pt x="145" y="23"/>
                      <a:pt x="151" y="23"/>
                    </a:cubicBezTo>
                    <a:cubicBezTo>
                      <a:pt x="157" y="23"/>
                      <a:pt x="161" y="27"/>
                      <a:pt x="161" y="33"/>
                    </a:cubicBezTo>
                    <a:cubicBezTo>
                      <a:pt x="161" y="61"/>
                      <a:pt x="161" y="61"/>
                      <a:pt x="161" y="61"/>
                    </a:cubicBezTo>
                    <a:cubicBezTo>
                      <a:pt x="218" y="4"/>
                      <a:pt x="218" y="4"/>
                      <a:pt x="218" y="4"/>
                    </a:cubicBezTo>
                    <a:cubicBezTo>
                      <a:pt x="222" y="0"/>
                      <a:pt x="229" y="0"/>
                      <a:pt x="233" y="4"/>
                    </a:cubicBezTo>
                    <a:cubicBezTo>
                      <a:pt x="237" y="9"/>
                      <a:pt x="237" y="15"/>
                      <a:pt x="233" y="20"/>
                    </a:cubicBezTo>
                    <a:cubicBezTo>
                      <a:pt x="176" y="76"/>
                      <a:pt x="176" y="76"/>
                      <a:pt x="176" y="76"/>
                    </a:cubicBezTo>
                    <a:cubicBezTo>
                      <a:pt x="204" y="76"/>
                      <a:pt x="204" y="76"/>
                      <a:pt x="204" y="76"/>
                    </a:cubicBezTo>
                    <a:cubicBezTo>
                      <a:pt x="210" y="76"/>
                      <a:pt x="215" y="81"/>
                      <a:pt x="215" y="87"/>
                    </a:cubicBezTo>
                    <a:cubicBezTo>
                      <a:pt x="215" y="93"/>
                      <a:pt x="210" y="97"/>
                      <a:pt x="204" y="97"/>
                    </a:cubicBezTo>
                    <a:cubicBezTo>
                      <a:pt x="151" y="97"/>
                      <a:pt x="151" y="97"/>
                      <a:pt x="151" y="97"/>
                    </a:cubicBezTo>
                    <a:cubicBezTo>
                      <a:pt x="149" y="97"/>
                      <a:pt x="148" y="97"/>
                      <a:pt x="147" y="97"/>
                    </a:cubicBezTo>
                    <a:cubicBezTo>
                      <a:pt x="143" y="95"/>
                      <a:pt x="140" y="91"/>
                      <a:pt x="140" y="87"/>
                    </a:cubicBezTo>
                    <a:close/>
                    <a:moveTo>
                      <a:pt x="97" y="147"/>
                    </a:moveTo>
                    <a:cubicBezTo>
                      <a:pt x="95" y="143"/>
                      <a:pt x="91" y="140"/>
                      <a:pt x="87" y="140"/>
                    </a:cubicBezTo>
                    <a:cubicBezTo>
                      <a:pt x="33" y="140"/>
                      <a:pt x="33" y="140"/>
                      <a:pt x="33" y="140"/>
                    </a:cubicBezTo>
                    <a:cubicBezTo>
                      <a:pt x="27" y="140"/>
                      <a:pt x="23" y="145"/>
                      <a:pt x="23" y="151"/>
                    </a:cubicBezTo>
                    <a:cubicBezTo>
                      <a:pt x="23" y="157"/>
                      <a:pt x="27" y="161"/>
                      <a:pt x="33" y="161"/>
                    </a:cubicBezTo>
                    <a:cubicBezTo>
                      <a:pt x="61" y="161"/>
                      <a:pt x="61" y="161"/>
                      <a:pt x="61" y="161"/>
                    </a:cubicBezTo>
                    <a:cubicBezTo>
                      <a:pt x="4" y="218"/>
                      <a:pt x="4" y="218"/>
                      <a:pt x="4" y="218"/>
                    </a:cubicBezTo>
                    <a:cubicBezTo>
                      <a:pt x="0" y="222"/>
                      <a:pt x="0" y="229"/>
                      <a:pt x="4" y="233"/>
                    </a:cubicBezTo>
                    <a:cubicBezTo>
                      <a:pt x="7" y="235"/>
                      <a:pt x="9" y="236"/>
                      <a:pt x="12" y="236"/>
                    </a:cubicBezTo>
                    <a:cubicBezTo>
                      <a:pt x="15" y="236"/>
                      <a:pt x="17" y="235"/>
                      <a:pt x="20" y="233"/>
                    </a:cubicBezTo>
                    <a:cubicBezTo>
                      <a:pt x="76" y="176"/>
                      <a:pt x="76" y="176"/>
                      <a:pt x="76" y="176"/>
                    </a:cubicBezTo>
                    <a:cubicBezTo>
                      <a:pt x="76" y="204"/>
                      <a:pt x="76" y="204"/>
                      <a:pt x="76" y="204"/>
                    </a:cubicBezTo>
                    <a:cubicBezTo>
                      <a:pt x="76" y="210"/>
                      <a:pt x="81" y="215"/>
                      <a:pt x="87" y="215"/>
                    </a:cubicBezTo>
                    <a:cubicBezTo>
                      <a:pt x="93" y="215"/>
                      <a:pt x="97" y="210"/>
                      <a:pt x="97" y="204"/>
                    </a:cubicBezTo>
                    <a:cubicBezTo>
                      <a:pt x="97" y="151"/>
                      <a:pt x="97" y="151"/>
                      <a:pt x="97" y="151"/>
                    </a:cubicBezTo>
                    <a:cubicBezTo>
                      <a:pt x="97" y="151"/>
                      <a:pt x="97" y="151"/>
                      <a:pt x="97" y="151"/>
                    </a:cubicBezTo>
                    <a:cubicBezTo>
                      <a:pt x="97" y="149"/>
                      <a:pt x="97" y="148"/>
                      <a:pt x="97" y="147"/>
                    </a:cubicBezTo>
                    <a:close/>
                    <a:moveTo>
                      <a:pt x="176" y="161"/>
                    </a:moveTo>
                    <a:cubicBezTo>
                      <a:pt x="204" y="161"/>
                      <a:pt x="204" y="161"/>
                      <a:pt x="204" y="161"/>
                    </a:cubicBezTo>
                    <a:cubicBezTo>
                      <a:pt x="210" y="161"/>
                      <a:pt x="215" y="157"/>
                      <a:pt x="215" y="151"/>
                    </a:cubicBezTo>
                    <a:cubicBezTo>
                      <a:pt x="215" y="145"/>
                      <a:pt x="210" y="140"/>
                      <a:pt x="204" y="140"/>
                    </a:cubicBezTo>
                    <a:cubicBezTo>
                      <a:pt x="151" y="140"/>
                      <a:pt x="151" y="140"/>
                      <a:pt x="151" y="140"/>
                    </a:cubicBezTo>
                    <a:cubicBezTo>
                      <a:pt x="146" y="140"/>
                      <a:pt x="142" y="143"/>
                      <a:pt x="141" y="147"/>
                    </a:cubicBezTo>
                    <a:cubicBezTo>
                      <a:pt x="140" y="148"/>
                      <a:pt x="140" y="149"/>
                      <a:pt x="140" y="151"/>
                    </a:cubicBezTo>
                    <a:cubicBezTo>
                      <a:pt x="140" y="151"/>
                      <a:pt x="140" y="151"/>
                      <a:pt x="140" y="151"/>
                    </a:cubicBezTo>
                    <a:cubicBezTo>
                      <a:pt x="140" y="204"/>
                      <a:pt x="140" y="204"/>
                      <a:pt x="140" y="204"/>
                    </a:cubicBezTo>
                    <a:cubicBezTo>
                      <a:pt x="140" y="210"/>
                      <a:pt x="145" y="215"/>
                      <a:pt x="151" y="215"/>
                    </a:cubicBezTo>
                    <a:cubicBezTo>
                      <a:pt x="157" y="215"/>
                      <a:pt x="161" y="210"/>
                      <a:pt x="161" y="204"/>
                    </a:cubicBezTo>
                    <a:cubicBezTo>
                      <a:pt x="161" y="176"/>
                      <a:pt x="161" y="176"/>
                      <a:pt x="161" y="176"/>
                    </a:cubicBezTo>
                    <a:cubicBezTo>
                      <a:pt x="218" y="233"/>
                      <a:pt x="218" y="233"/>
                      <a:pt x="218" y="233"/>
                    </a:cubicBezTo>
                    <a:cubicBezTo>
                      <a:pt x="220" y="235"/>
                      <a:pt x="223" y="236"/>
                      <a:pt x="225" y="236"/>
                    </a:cubicBezTo>
                    <a:cubicBezTo>
                      <a:pt x="228" y="236"/>
                      <a:pt x="231" y="235"/>
                      <a:pt x="233" y="233"/>
                    </a:cubicBezTo>
                    <a:cubicBezTo>
                      <a:pt x="237" y="229"/>
                      <a:pt x="237" y="222"/>
                      <a:pt x="233" y="218"/>
                    </a:cubicBezTo>
                    <a:lnTo>
                      <a:pt x="176" y="161"/>
                    </a:lnTo>
                    <a:close/>
                    <a:moveTo>
                      <a:pt x="87" y="23"/>
                    </a:moveTo>
                    <a:cubicBezTo>
                      <a:pt x="81" y="23"/>
                      <a:pt x="76" y="27"/>
                      <a:pt x="76" y="33"/>
                    </a:cubicBezTo>
                    <a:cubicBezTo>
                      <a:pt x="76" y="61"/>
                      <a:pt x="76" y="61"/>
                      <a:pt x="76" y="61"/>
                    </a:cubicBezTo>
                    <a:cubicBezTo>
                      <a:pt x="20" y="4"/>
                      <a:pt x="20" y="4"/>
                      <a:pt x="20" y="4"/>
                    </a:cubicBezTo>
                    <a:cubicBezTo>
                      <a:pt x="15" y="0"/>
                      <a:pt x="9" y="0"/>
                      <a:pt x="4" y="4"/>
                    </a:cubicBezTo>
                    <a:cubicBezTo>
                      <a:pt x="0" y="9"/>
                      <a:pt x="0" y="15"/>
                      <a:pt x="4" y="20"/>
                    </a:cubicBezTo>
                    <a:cubicBezTo>
                      <a:pt x="61" y="76"/>
                      <a:pt x="61" y="76"/>
                      <a:pt x="61" y="76"/>
                    </a:cubicBezTo>
                    <a:cubicBezTo>
                      <a:pt x="33" y="76"/>
                      <a:pt x="33" y="76"/>
                      <a:pt x="33" y="76"/>
                    </a:cubicBezTo>
                    <a:cubicBezTo>
                      <a:pt x="27" y="76"/>
                      <a:pt x="23" y="81"/>
                      <a:pt x="23" y="87"/>
                    </a:cubicBezTo>
                    <a:cubicBezTo>
                      <a:pt x="23" y="93"/>
                      <a:pt x="27" y="97"/>
                      <a:pt x="33" y="97"/>
                    </a:cubicBezTo>
                    <a:cubicBezTo>
                      <a:pt x="87" y="97"/>
                      <a:pt x="87" y="97"/>
                      <a:pt x="87" y="97"/>
                    </a:cubicBezTo>
                    <a:cubicBezTo>
                      <a:pt x="88" y="97"/>
                      <a:pt x="89" y="97"/>
                      <a:pt x="91" y="97"/>
                    </a:cubicBezTo>
                    <a:cubicBezTo>
                      <a:pt x="95" y="95"/>
                      <a:pt x="97" y="91"/>
                      <a:pt x="97" y="87"/>
                    </a:cubicBezTo>
                    <a:cubicBezTo>
                      <a:pt x="97" y="33"/>
                      <a:pt x="97" y="33"/>
                      <a:pt x="97" y="33"/>
                    </a:cubicBezTo>
                    <a:cubicBezTo>
                      <a:pt x="97" y="27"/>
                      <a:pt x="93" y="23"/>
                      <a:pt x="87" y="2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838" tIns="50419" rIns="100838" bIns="50419"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69" name="Freeform 210">
                <a:extLst>
                  <a:ext uri="{FF2B5EF4-FFF2-40B4-BE49-F238E27FC236}">
                    <a16:creationId xmlns:a16="http://schemas.microsoft.com/office/drawing/2014/main" id="{3AF1499E-B6F6-E49B-D672-6E53B58081E1}"/>
                  </a:ext>
                </a:extLst>
              </p:cNvPr>
              <p:cNvSpPr>
                <a:spLocks noEditPoints="1"/>
              </p:cNvSpPr>
              <p:nvPr/>
            </p:nvSpPr>
            <p:spPr bwMode="auto">
              <a:xfrm>
                <a:off x="1818" y="1193"/>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00838" tIns="50419" rIns="100838" bIns="50419"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grpSp>
        <p:sp>
          <p:nvSpPr>
            <p:cNvPr id="446" name="Rounded Rectangle 24">
              <a:extLst>
                <a:ext uri="{FF2B5EF4-FFF2-40B4-BE49-F238E27FC236}">
                  <a16:creationId xmlns:a16="http://schemas.microsoft.com/office/drawing/2014/main" id="{7DE69A6C-CD53-36F6-015D-B287836B7B91}"/>
                </a:ext>
              </a:extLst>
            </p:cNvPr>
            <p:cNvSpPr/>
            <p:nvPr/>
          </p:nvSpPr>
          <p:spPr bwMode="gray">
            <a:xfrm>
              <a:off x="567873" y="2789687"/>
              <a:ext cx="2286000" cy="430326"/>
            </a:xfrm>
            <a:prstGeom prst="roundRect">
              <a:avLst>
                <a:gd name="adj" fmla="val 18837"/>
              </a:avLst>
            </a:prstGeom>
            <a:solidFill>
              <a:schemeClr val="accent1">
                <a:lumMod val="20000"/>
                <a:lumOff val="80000"/>
              </a:schemeClr>
            </a:solidFill>
            <a:ln w="19050" algn="ctr">
              <a:noFill/>
              <a:miter lim="800000"/>
              <a:headEnd/>
              <a:tailEnd/>
            </a:ln>
          </p:spPr>
          <p:txBody>
            <a:bodyPr wrap="square" lIns="450000" tIns="88900" rIns="88900" bIns="88900" rtlCol="0" anchor="ctr"/>
            <a:lstStyle/>
            <a:p>
              <a:pPr marL="0" marR="0" lvl="0" indent="0" defTabSz="1042873" eaLnBrk="1" fontAlgn="auto" latinLnBrk="0" hangingPunct="1">
                <a:lnSpc>
                  <a:spcPct val="100000"/>
                </a:lnSpc>
                <a:spcBef>
                  <a:spcPts val="0"/>
                </a:spcBef>
                <a:spcAft>
                  <a:spcPts val="300"/>
                </a:spcAft>
                <a:buClrTx/>
                <a:buSzTx/>
                <a:buFontTx/>
                <a:buNone/>
                <a:tabLst/>
                <a:defRPr/>
              </a:pPr>
              <a:r>
                <a:rPr kumimoji="0" lang="en-US" sz="1000" b="1" i="0" u="none" strike="noStrike" kern="0" cap="none" spc="0" normalizeH="0" baseline="0" noProof="0" dirty="0">
                  <a:ln>
                    <a:noFill/>
                  </a:ln>
                  <a:solidFill>
                    <a:prstClr val="black"/>
                  </a:solidFill>
                  <a:effectLst/>
                  <a:uLnTx/>
                  <a:uFillTx/>
                  <a:cs typeface="Calibri Light" panose="020F0302020204030204" pitchFamily="34" charset="0"/>
                </a:rPr>
                <a:t>IT-OT convergence</a:t>
              </a:r>
            </a:p>
          </p:txBody>
        </p:sp>
        <p:grpSp>
          <p:nvGrpSpPr>
            <p:cNvPr id="447" name="Group 192">
              <a:extLst>
                <a:ext uri="{FF2B5EF4-FFF2-40B4-BE49-F238E27FC236}">
                  <a16:creationId xmlns:a16="http://schemas.microsoft.com/office/drawing/2014/main" id="{CE785946-11F8-58BF-44B7-24BE704FF2B3}"/>
                </a:ext>
              </a:extLst>
            </p:cNvPr>
            <p:cNvGrpSpPr>
              <a:grpSpLocks/>
            </p:cNvGrpSpPr>
            <p:nvPr/>
          </p:nvGrpSpPr>
          <p:grpSpPr bwMode="auto">
            <a:xfrm>
              <a:off x="631251" y="2809248"/>
              <a:ext cx="370390" cy="391205"/>
              <a:chOff x="378" y="713"/>
              <a:chExt cx="340" cy="340"/>
            </a:xfrm>
            <a:solidFill>
              <a:srgbClr val="0D8390"/>
            </a:solidFill>
          </p:grpSpPr>
          <p:sp>
            <p:nvSpPr>
              <p:cNvPr id="466" name="Freeform 193">
                <a:extLst>
                  <a:ext uri="{FF2B5EF4-FFF2-40B4-BE49-F238E27FC236}">
                    <a16:creationId xmlns:a16="http://schemas.microsoft.com/office/drawing/2014/main" id="{E683986E-4B35-B2B8-8241-08439D2D9136}"/>
                  </a:ext>
                </a:extLst>
              </p:cNvPr>
              <p:cNvSpPr>
                <a:spLocks noEditPoints="1"/>
              </p:cNvSpPr>
              <p:nvPr/>
            </p:nvSpPr>
            <p:spPr bwMode="auto">
              <a:xfrm>
                <a:off x="378" y="7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67" name="Freeform 194">
                <a:extLst>
                  <a:ext uri="{FF2B5EF4-FFF2-40B4-BE49-F238E27FC236}">
                    <a16:creationId xmlns:a16="http://schemas.microsoft.com/office/drawing/2014/main" id="{76D12685-EFAD-679B-90AC-7524A6389027}"/>
                  </a:ext>
                </a:extLst>
              </p:cNvPr>
              <p:cNvSpPr>
                <a:spLocks noEditPoints="1"/>
              </p:cNvSpPr>
              <p:nvPr/>
            </p:nvSpPr>
            <p:spPr bwMode="auto">
              <a:xfrm>
                <a:off x="442" y="812"/>
                <a:ext cx="212" cy="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42873"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grpSp>
        <p:sp>
          <p:nvSpPr>
            <p:cNvPr id="448" name="Rounded Rectangle 30">
              <a:extLst>
                <a:ext uri="{FF2B5EF4-FFF2-40B4-BE49-F238E27FC236}">
                  <a16:creationId xmlns:a16="http://schemas.microsoft.com/office/drawing/2014/main" id="{EC449A7E-D3FF-278B-C441-CDF797D8FFF9}"/>
                </a:ext>
              </a:extLst>
            </p:cNvPr>
            <p:cNvSpPr/>
            <p:nvPr/>
          </p:nvSpPr>
          <p:spPr bwMode="gray">
            <a:xfrm>
              <a:off x="567873" y="3495275"/>
              <a:ext cx="2286000" cy="430326"/>
            </a:xfrm>
            <a:prstGeom prst="roundRect">
              <a:avLst>
                <a:gd name="adj" fmla="val 18837"/>
              </a:avLst>
            </a:prstGeom>
            <a:solidFill>
              <a:schemeClr val="accent1">
                <a:lumMod val="20000"/>
                <a:lumOff val="80000"/>
              </a:schemeClr>
            </a:solidFill>
            <a:ln w="19050" algn="ctr">
              <a:noFill/>
              <a:miter lim="800000"/>
              <a:headEnd/>
              <a:tailEnd/>
            </a:ln>
          </p:spPr>
          <p:txBody>
            <a:bodyPr wrap="square" lIns="450000" tIns="88900" rIns="88900" bIns="88900" rtlCol="0" anchor="ctr"/>
            <a:lstStyle/>
            <a:p>
              <a:pPr marL="0" marR="0" lvl="0" indent="0" defTabSz="1042873" eaLnBrk="1" fontAlgn="auto" latinLnBrk="0" hangingPunct="1">
                <a:lnSpc>
                  <a:spcPct val="100000"/>
                </a:lnSpc>
                <a:spcBef>
                  <a:spcPts val="0"/>
                </a:spcBef>
                <a:spcAft>
                  <a:spcPts val="300"/>
                </a:spcAft>
                <a:buClrTx/>
                <a:buSzTx/>
                <a:buFontTx/>
                <a:buNone/>
                <a:tabLst/>
                <a:defRPr/>
              </a:pPr>
              <a:r>
                <a:rPr kumimoji="0" lang="en-US" sz="1000" b="1" i="0" u="none" strike="noStrike" kern="0" cap="none" spc="0" normalizeH="0" baseline="0" noProof="0" dirty="0">
                  <a:ln>
                    <a:noFill/>
                  </a:ln>
                  <a:solidFill>
                    <a:prstClr val="black"/>
                  </a:solidFill>
                  <a:effectLst/>
                  <a:uLnTx/>
                  <a:uFillTx/>
                  <a:ea typeface="Verdana" panose="020B0604030504040204" pitchFamily="34" charset="0"/>
                  <a:cs typeface="Calibri Light" panose="020F0302020204030204" pitchFamily="34" charset="0"/>
                </a:rPr>
                <a:t>Standardized and consistent document management</a:t>
              </a:r>
            </a:p>
          </p:txBody>
        </p:sp>
        <p:grpSp>
          <p:nvGrpSpPr>
            <p:cNvPr id="449" name="Group 349">
              <a:extLst>
                <a:ext uri="{FF2B5EF4-FFF2-40B4-BE49-F238E27FC236}">
                  <a16:creationId xmlns:a16="http://schemas.microsoft.com/office/drawing/2014/main" id="{F96AF030-D02D-5B9C-2635-6FE1CED51F2C}"/>
                </a:ext>
              </a:extLst>
            </p:cNvPr>
            <p:cNvGrpSpPr>
              <a:grpSpLocks/>
            </p:cNvGrpSpPr>
            <p:nvPr/>
          </p:nvGrpSpPr>
          <p:grpSpPr bwMode="auto">
            <a:xfrm>
              <a:off x="631698" y="3514835"/>
              <a:ext cx="370390" cy="391205"/>
              <a:chOff x="5018" y="1229"/>
              <a:chExt cx="340" cy="340"/>
            </a:xfrm>
            <a:solidFill>
              <a:srgbClr val="0D8390"/>
            </a:solidFill>
          </p:grpSpPr>
          <p:sp>
            <p:nvSpPr>
              <p:cNvPr id="464" name="Freeform 350">
                <a:extLst>
                  <a:ext uri="{FF2B5EF4-FFF2-40B4-BE49-F238E27FC236}">
                    <a16:creationId xmlns:a16="http://schemas.microsoft.com/office/drawing/2014/main" id="{332AC5D8-CA6A-7CE9-F554-388FE68D48D6}"/>
                  </a:ext>
                </a:extLst>
              </p:cNvPr>
              <p:cNvSpPr>
                <a:spLocks noEditPoints="1"/>
              </p:cNvSpPr>
              <p:nvPr/>
            </p:nvSpPr>
            <p:spPr bwMode="auto">
              <a:xfrm>
                <a:off x="5103" y="1293"/>
                <a:ext cx="170" cy="212"/>
              </a:xfrm>
              <a:custGeom>
                <a:avLst/>
                <a:gdLst>
                  <a:gd name="T0" fmla="*/ 160 w 256"/>
                  <a:gd name="T1" fmla="*/ 85 h 320"/>
                  <a:gd name="T2" fmla="*/ 10 w 256"/>
                  <a:gd name="T3" fmla="*/ 85 h 320"/>
                  <a:gd name="T4" fmla="*/ 0 w 256"/>
                  <a:gd name="T5" fmla="*/ 96 h 320"/>
                  <a:gd name="T6" fmla="*/ 0 w 256"/>
                  <a:gd name="T7" fmla="*/ 309 h 320"/>
                  <a:gd name="T8" fmla="*/ 10 w 256"/>
                  <a:gd name="T9" fmla="*/ 320 h 320"/>
                  <a:gd name="T10" fmla="*/ 160 w 256"/>
                  <a:gd name="T11" fmla="*/ 320 h 320"/>
                  <a:gd name="T12" fmla="*/ 170 w 256"/>
                  <a:gd name="T13" fmla="*/ 309 h 320"/>
                  <a:gd name="T14" fmla="*/ 170 w 256"/>
                  <a:gd name="T15" fmla="*/ 96 h 320"/>
                  <a:gd name="T16" fmla="*/ 160 w 256"/>
                  <a:gd name="T17" fmla="*/ 85 h 320"/>
                  <a:gd name="T18" fmla="*/ 149 w 256"/>
                  <a:gd name="T19" fmla="*/ 298 h 320"/>
                  <a:gd name="T20" fmla="*/ 21 w 256"/>
                  <a:gd name="T21" fmla="*/ 298 h 320"/>
                  <a:gd name="T22" fmla="*/ 21 w 256"/>
                  <a:gd name="T23" fmla="*/ 106 h 320"/>
                  <a:gd name="T24" fmla="*/ 149 w 256"/>
                  <a:gd name="T25" fmla="*/ 106 h 320"/>
                  <a:gd name="T26" fmla="*/ 149 w 256"/>
                  <a:gd name="T27" fmla="*/ 298 h 320"/>
                  <a:gd name="T28" fmla="*/ 213 w 256"/>
                  <a:gd name="T29" fmla="*/ 53 h 320"/>
                  <a:gd name="T30" fmla="*/ 213 w 256"/>
                  <a:gd name="T31" fmla="*/ 266 h 320"/>
                  <a:gd name="T32" fmla="*/ 202 w 256"/>
                  <a:gd name="T33" fmla="*/ 277 h 320"/>
                  <a:gd name="T34" fmla="*/ 192 w 256"/>
                  <a:gd name="T35" fmla="*/ 266 h 320"/>
                  <a:gd name="T36" fmla="*/ 192 w 256"/>
                  <a:gd name="T37" fmla="*/ 64 h 320"/>
                  <a:gd name="T38" fmla="*/ 53 w 256"/>
                  <a:gd name="T39" fmla="*/ 64 h 320"/>
                  <a:gd name="T40" fmla="*/ 42 w 256"/>
                  <a:gd name="T41" fmla="*/ 53 h 320"/>
                  <a:gd name="T42" fmla="*/ 53 w 256"/>
                  <a:gd name="T43" fmla="*/ 42 h 320"/>
                  <a:gd name="T44" fmla="*/ 202 w 256"/>
                  <a:gd name="T45" fmla="*/ 42 h 320"/>
                  <a:gd name="T46" fmla="*/ 213 w 256"/>
                  <a:gd name="T47" fmla="*/ 53 h 320"/>
                  <a:gd name="T48" fmla="*/ 256 w 256"/>
                  <a:gd name="T49" fmla="*/ 10 h 320"/>
                  <a:gd name="T50" fmla="*/ 256 w 256"/>
                  <a:gd name="T51" fmla="*/ 224 h 320"/>
                  <a:gd name="T52" fmla="*/ 245 w 256"/>
                  <a:gd name="T53" fmla="*/ 234 h 320"/>
                  <a:gd name="T54" fmla="*/ 234 w 256"/>
                  <a:gd name="T55" fmla="*/ 224 h 320"/>
                  <a:gd name="T56" fmla="*/ 234 w 256"/>
                  <a:gd name="T57" fmla="*/ 21 h 320"/>
                  <a:gd name="T58" fmla="*/ 96 w 256"/>
                  <a:gd name="T59" fmla="*/ 21 h 320"/>
                  <a:gd name="T60" fmla="*/ 85 w 256"/>
                  <a:gd name="T61" fmla="*/ 10 h 320"/>
                  <a:gd name="T62" fmla="*/ 96 w 256"/>
                  <a:gd name="T63" fmla="*/ 0 h 320"/>
                  <a:gd name="T64" fmla="*/ 245 w 256"/>
                  <a:gd name="T65" fmla="*/ 0 h 320"/>
                  <a:gd name="T66" fmla="*/ 256 w 256"/>
                  <a:gd name="T67" fmla="*/ 10 h 320"/>
                  <a:gd name="T68" fmla="*/ 32 w 256"/>
                  <a:gd name="T69" fmla="*/ 266 h 320"/>
                  <a:gd name="T70" fmla="*/ 42 w 256"/>
                  <a:gd name="T71" fmla="*/ 256 h 320"/>
                  <a:gd name="T72" fmla="*/ 128 w 256"/>
                  <a:gd name="T73" fmla="*/ 256 h 320"/>
                  <a:gd name="T74" fmla="*/ 138 w 256"/>
                  <a:gd name="T75" fmla="*/ 266 h 320"/>
                  <a:gd name="T76" fmla="*/ 128 w 256"/>
                  <a:gd name="T77" fmla="*/ 277 h 320"/>
                  <a:gd name="T78" fmla="*/ 42 w 256"/>
                  <a:gd name="T79" fmla="*/ 277 h 320"/>
                  <a:gd name="T80" fmla="*/ 32 w 256"/>
                  <a:gd name="T81" fmla="*/ 266 h 320"/>
                  <a:gd name="T82" fmla="*/ 32 w 256"/>
                  <a:gd name="T83" fmla="*/ 224 h 320"/>
                  <a:gd name="T84" fmla="*/ 42 w 256"/>
                  <a:gd name="T85" fmla="*/ 213 h 320"/>
                  <a:gd name="T86" fmla="*/ 128 w 256"/>
                  <a:gd name="T87" fmla="*/ 213 h 320"/>
                  <a:gd name="T88" fmla="*/ 138 w 256"/>
                  <a:gd name="T89" fmla="*/ 224 h 320"/>
                  <a:gd name="T90" fmla="*/ 128 w 256"/>
                  <a:gd name="T91" fmla="*/ 234 h 320"/>
                  <a:gd name="T92" fmla="*/ 42 w 256"/>
                  <a:gd name="T93" fmla="*/ 234 h 320"/>
                  <a:gd name="T94" fmla="*/ 32 w 256"/>
                  <a:gd name="T95" fmla="*/ 224 h 320"/>
                  <a:gd name="T96" fmla="*/ 32 w 256"/>
                  <a:gd name="T97" fmla="*/ 181 h 320"/>
                  <a:gd name="T98" fmla="*/ 42 w 256"/>
                  <a:gd name="T99" fmla="*/ 170 h 320"/>
                  <a:gd name="T100" fmla="*/ 128 w 256"/>
                  <a:gd name="T101" fmla="*/ 170 h 320"/>
                  <a:gd name="T102" fmla="*/ 138 w 256"/>
                  <a:gd name="T103" fmla="*/ 181 h 320"/>
                  <a:gd name="T104" fmla="*/ 128 w 256"/>
                  <a:gd name="T105" fmla="*/ 192 h 320"/>
                  <a:gd name="T106" fmla="*/ 42 w 256"/>
                  <a:gd name="T107" fmla="*/ 192 h 320"/>
                  <a:gd name="T108" fmla="*/ 32 w 256"/>
                  <a:gd name="T109" fmla="*/ 181 h 320"/>
                  <a:gd name="T110" fmla="*/ 32 w 256"/>
                  <a:gd name="T111" fmla="*/ 138 h 320"/>
                  <a:gd name="T112" fmla="*/ 42 w 256"/>
                  <a:gd name="T113" fmla="*/ 128 h 320"/>
                  <a:gd name="T114" fmla="*/ 128 w 256"/>
                  <a:gd name="T115" fmla="*/ 128 h 320"/>
                  <a:gd name="T116" fmla="*/ 138 w 256"/>
                  <a:gd name="T117" fmla="*/ 138 h 320"/>
                  <a:gd name="T118" fmla="*/ 128 w 256"/>
                  <a:gd name="T119" fmla="*/ 149 h 320"/>
                  <a:gd name="T120" fmla="*/ 42 w 256"/>
                  <a:gd name="T121" fmla="*/ 149 h 320"/>
                  <a:gd name="T122" fmla="*/ 32 w 256"/>
                  <a:gd name="T123" fmla="*/ 13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 h="320">
                    <a:moveTo>
                      <a:pt x="160" y="85"/>
                    </a:moveTo>
                    <a:cubicBezTo>
                      <a:pt x="10" y="85"/>
                      <a:pt x="10" y="85"/>
                      <a:pt x="10" y="85"/>
                    </a:cubicBezTo>
                    <a:cubicBezTo>
                      <a:pt x="4" y="85"/>
                      <a:pt x="0" y="90"/>
                      <a:pt x="0" y="96"/>
                    </a:cubicBezTo>
                    <a:cubicBezTo>
                      <a:pt x="0" y="309"/>
                      <a:pt x="0" y="309"/>
                      <a:pt x="0" y="309"/>
                    </a:cubicBezTo>
                    <a:cubicBezTo>
                      <a:pt x="0" y="315"/>
                      <a:pt x="4" y="320"/>
                      <a:pt x="10" y="320"/>
                    </a:cubicBezTo>
                    <a:cubicBezTo>
                      <a:pt x="160" y="320"/>
                      <a:pt x="160" y="320"/>
                      <a:pt x="160" y="320"/>
                    </a:cubicBezTo>
                    <a:cubicBezTo>
                      <a:pt x="166" y="320"/>
                      <a:pt x="170" y="315"/>
                      <a:pt x="170" y="309"/>
                    </a:cubicBezTo>
                    <a:cubicBezTo>
                      <a:pt x="170" y="96"/>
                      <a:pt x="170" y="96"/>
                      <a:pt x="170" y="96"/>
                    </a:cubicBezTo>
                    <a:cubicBezTo>
                      <a:pt x="170" y="90"/>
                      <a:pt x="166" y="85"/>
                      <a:pt x="160" y="85"/>
                    </a:cubicBezTo>
                    <a:close/>
                    <a:moveTo>
                      <a:pt x="149" y="298"/>
                    </a:moveTo>
                    <a:cubicBezTo>
                      <a:pt x="21" y="298"/>
                      <a:pt x="21" y="298"/>
                      <a:pt x="21" y="298"/>
                    </a:cubicBezTo>
                    <a:cubicBezTo>
                      <a:pt x="21" y="106"/>
                      <a:pt x="21" y="106"/>
                      <a:pt x="21" y="106"/>
                    </a:cubicBezTo>
                    <a:cubicBezTo>
                      <a:pt x="149" y="106"/>
                      <a:pt x="149" y="106"/>
                      <a:pt x="149" y="106"/>
                    </a:cubicBezTo>
                    <a:lnTo>
                      <a:pt x="149" y="298"/>
                    </a:lnTo>
                    <a:close/>
                    <a:moveTo>
                      <a:pt x="213" y="53"/>
                    </a:moveTo>
                    <a:cubicBezTo>
                      <a:pt x="213" y="266"/>
                      <a:pt x="213" y="266"/>
                      <a:pt x="213" y="266"/>
                    </a:cubicBezTo>
                    <a:cubicBezTo>
                      <a:pt x="213" y="272"/>
                      <a:pt x="208" y="277"/>
                      <a:pt x="202" y="277"/>
                    </a:cubicBezTo>
                    <a:cubicBezTo>
                      <a:pt x="196" y="277"/>
                      <a:pt x="192" y="272"/>
                      <a:pt x="192" y="266"/>
                    </a:cubicBezTo>
                    <a:cubicBezTo>
                      <a:pt x="192" y="64"/>
                      <a:pt x="192" y="64"/>
                      <a:pt x="192" y="64"/>
                    </a:cubicBezTo>
                    <a:cubicBezTo>
                      <a:pt x="53" y="64"/>
                      <a:pt x="53" y="64"/>
                      <a:pt x="53" y="64"/>
                    </a:cubicBezTo>
                    <a:cubicBezTo>
                      <a:pt x="47" y="64"/>
                      <a:pt x="42" y="59"/>
                      <a:pt x="42" y="53"/>
                    </a:cubicBezTo>
                    <a:cubicBezTo>
                      <a:pt x="42" y="47"/>
                      <a:pt x="47" y="42"/>
                      <a:pt x="53" y="42"/>
                    </a:cubicBezTo>
                    <a:cubicBezTo>
                      <a:pt x="202" y="42"/>
                      <a:pt x="202" y="42"/>
                      <a:pt x="202" y="42"/>
                    </a:cubicBezTo>
                    <a:cubicBezTo>
                      <a:pt x="208" y="42"/>
                      <a:pt x="213" y="47"/>
                      <a:pt x="213" y="53"/>
                    </a:cubicBezTo>
                    <a:close/>
                    <a:moveTo>
                      <a:pt x="256" y="10"/>
                    </a:moveTo>
                    <a:cubicBezTo>
                      <a:pt x="256" y="224"/>
                      <a:pt x="256" y="224"/>
                      <a:pt x="256" y="224"/>
                    </a:cubicBezTo>
                    <a:cubicBezTo>
                      <a:pt x="256" y="230"/>
                      <a:pt x="251" y="234"/>
                      <a:pt x="245" y="234"/>
                    </a:cubicBezTo>
                    <a:cubicBezTo>
                      <a:pt x="239" y="234"/>
                      <a:pt x="234" y="230"/>
                      <a:pt x="234" y="224"/>
                    </a:cubicBezTo>
                    <a:cubicBezTo>
                      <a:pt x="234" y="21"/>
                      <a:pt x="234" y="21"/>
                      <a:pt x="234" y="21"/>
                    </a:cubicBezTo>
                    <a:cubicBezTo>
                      <a:pt x="96" y="21"/>
                      <a:pt x="96" y="21"/>
                      <a:pt x="96" y="21"/>
                    </a:cubicBezTo>
                    <a:cubicBezTo>
                      <a:pt x="90" y="21"/>
                      <a:pt x="85" y="16"/>
                      <a:pt x="85" y="10"/>
                    </a:cubicBezTo>
                    <a:cubicBezTo>
                      <a:pt x="85" y="4"/>
                      <a:pt x="90" y="0"/>
                      <a:pt x="96" y="0"/>
                    </a:cubicBezTo>
                    <a:cubicBezTo>
                      <a:pt x="245" y="0"/>
                      <a:pt x="245" y="0"/>
                      <a:pt x="245" y="0"/>
                    </a:cubicBezTo>
                    <a:cubicBezTo>
                      <a:pt x="251" y="0"/>
                      <a:pt x="256" y="4"/>
                      <a:pt x="256" y="10"/>
                    </a:cubicBezTo>
                    <a:close/>
                    <a:moveTo>
                      <a:pt x="32" y="266"/>
                    </a:moveTo>
                    <a:cubicBezTo>
                      <a:pt x="32" y="260"/>
                      <a:pt x="36" y="256"/>
                      <a:pt x="42" y="256"/>
                    </a:cubicBezTo>
                    <a:cubicBezTo>
                      <a:pt x="128" y="256"/>
                      <a:pt x="128" y="256"/>
                      <a:pt x="128" y="256"/>
                    </a:cubicBezTo>
                    <a:cubicBezTo>
                      <a:pt x="134" y="256"/>
                      <a:pt x="138" y="260"/>
                      <a:pt x="138" y="266"/>
                    </a:cubicBezTo>
                    <a:cubicBezTo>
                      <a:pt x="138" y="272"/>
                      <a:pt x="134" y="277"/>
                      <a:pt x="128" y="277"/>
                    </a:cubicBezTo>
                    <a:cubicBezTo>
                      <a:pt x="42" y="277"/>
                      <a:pt x="42" y="277"/>
                      <a:pt x="42" y="277"/>
                    </a:cubicBezTo>
                    <a:cubicBezTo>
                      <a:pt x="36" y="277"/>
                      <a:pt x="32" y="272"/>
                      <a:pt x="32" y="266"/>
                    </a:cubicBezTo>
                    <a:close/>
                    <a:moveTo>
                      <a:pt x="32" y="224"/>
                    </a:moveTo>
                    <a:cubicBezTo>
                      <a:pt x="32" y="218"/>
                      <a:pt x="36" y="213"/>
                      <a:pt x="42" y="213"/>
                    </a:cubicBezTo>
                    <a:cubicBezTo>
                      <a:pt x="128" y="213"/>
                      <a:pt x="128" y="213"/>
                      <a:pt x="128" y="213"/>
                    </a:cubicBezTo>
                    <a:cubicBezTo>
                      <a:pt x="134" y="213"/>
                      <a:pt x="138" y="218"/>
                      <a:pt x="138" y="224"/>
                    </a:cubicBezTo>
                    <a:cubicBezTo>
                      <a:pt x="138" y="230"/>
                      <a:pt x="134" y="234"/>
                      <a:pt x="128" y="234"/>
                    </a:cubicBezTo>
                    <a:cubicBezTo>
                      <a:pt x="42" y="234"/>
                      <a:pt x="42" y="234"/>
                      <a:pt x="42" y="234"/>
                    </a:cubicBezTo>
                    <a:cubicBezTo>
                      <a:pt x="36" y="234"/>
                      <a:pt x="32" y="230"/>
                      <a:pt x="32" y="224"/>
                    </a:cubicBezTo>
                    <a:close/>
                    <a:moveTo>
                      <a:pt x="32" y="181"/>
                    </a:moveTo>
                    <a:cubicBezTo>
                      <a:pt x="32" y="175"/>
                      <a:pt x="36" y="170"/>
                      <a:pt x="42" y="170"/>
                    </a:cubicBezTo>
                    <a:cubicBezTo>
                      <a:pt x="128" y="170"/>
                      <a:pt x="128" y="170"/>
                      <a:pt x="128" y="170"/>
                    </a:cubicBezTo>
                    <a:cubicBezTo>
                      <a:pt x="134" y="170"/>
                      <a:pt x="138" y="175"/>
                      <a:pt x="138" y="181"/>
                    </a:cubicBezTo>
                    <a:cubicBezTo>
                      <a:pt x="138" y="187"/>
                      <a:pt x="134" y="192"/>
                      <a:pt x="128" y="192"/>
                    </a:cubicBezTo>
                    <a:cubicBezTo>
                      <a:pt x="42" y="192"/>
                      <a:pt x="42" y="192"/>
                      <a:pt x="42" y="192"/>
                    </a:cubicBezTo>
                    <a:cubicBezTo>
                      <a:pt x="36" y="192"/>
                      <a:pt x="32" y="187"/>
                      <a:pt x="32" y="181"/>
                    </a:cubicBezTo>
                    <a:close/>
                    <a:moveTo>
                      <a:pt x="32" y="138"/>
                    </a:moveTo>
                    <a:cubicBezTo>
                      <a:pt x="32" y="132"/>
                      <a:pt x="36" y="128"/>
                      <a:pt x="42" y="128"/>
                    </a:cubicBezTo>
                    <a:cubicBezTo>
                      <a:pt x="128" y="128"/>
                      <a:pt x="128" y="128"/>
                      <a:pt x="128" y="128"/>
                    </a:cubicBezTo>
                    <a:cubicBezTo>
                      <a:pt x="134" y="128"/>
                      <a:pt x="138" y="132"/>
                      <a:pt x="138" y="138"/>
                    </a:cubicBezTo>
                    <a:cubicBezTo>
                      <a:pt x="138" y="144"/>
                      <a:pt x="134" y="149"/>
                      <a:pt x="128" y="149"/>
                    </a:cubicBezTo>
                    <a:cubicBezTo>
                      <a:pt x="42" y="149"/>
                      <a:pt x="42" y="149"/>
                      <a:pt x="42" y="149"/>
                    </a:cubicBezTo>
                    <a:cubicBezTo>
                      <a:pt x="36" y="149"/>
                      <a:pt x="32" y="144"/>
                      <a:pt x="32" y="13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65" name="Freeform 351">
                <a:extLst>
                  <a:ext uri="{FF2B5EF4-FFF2-40B4-BE49-F238E27FC236}">
                    <a16:creationId xmlns:a16="http://schemas.microsoft.com/office/drawing/2014/main" id="{71022154-6FB0-D81B-6F47-F77C55D5496D}"/>
                  </a:ext>
                </a:extLst>
              </p:cNvPr>
              <p:cNvSpPr>
                <a:spLocks noEditPoints="1"/>
              </p:cNvSpPr>
              <p:nvPr/>
            </p:nvSpPr>
            <p:spPr bwMode="auto">
              <a:xfrm>
                <a:off x="5018" y="122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grpSp>
        <p:sp>
          <p:nvSpPr>
            <p:cNvPr id="450" name="Rounded Rectangle 36">
              <a:extLst>
                <a:ext uri="{FF2B5EF4-FFF2-40B4-BE49-F238E27FC236}">
                  <a16:creationId xmlns:a16="http://schemas.microsoft.com/office/drawing/2014/main" id="{3D021135-91ED-B67A-2D0F-BB18C42F2606}"/>
                </a:ext>
              </a:extLst>
            </p:cNvPr>
            <p:cNvSpPr/>
            <p:nvPr/>
          </p:nvSpPr>
          <p:spPr bwMode="gray">
            <a:xfrm>
              <a:off x="567873" y="4200863"/>
              <a:ext cx="2286000" cy="430326"/>
            </a:xfrm>
            <a:prstGeom prst="roundRect">
              <a:avLst>
                <a:gd name="adj" fmla="val 18837"/>
              </a:avLst>
            </a:prstGeom>
            <a:solidFill>
              <a:schemeClr val="accent1">
                <a:lumMod val="20000"/>
                <a:lumOff val="80000"/>
              </a:schemeClr>
            </a:solidFill>
            <a:ln w="19050" algn="ctr">
              <a:noFill/>
              <a:miter lim="800000"/>
              <a:headEnd/>
              <a:tailEnd/>
            </a:ln>
          </p:spPr>
          <p:txBody>
            <a:bodyPr wrap="square" lIns="450000" tIns="88900" rIns="88900" bIns="88900" rtlCol="0" anchor="ctr"/>
            <a:lstStyle/>
            <a:p>
              <a:pPr marL="0" marR="0" lvl="0" indent="0" defTabSz="1042873" eaLnBrk="1" fontAlgn="auto" latinLnBrk="0" hangingPunct="1">
                <a:lnSpc>
                  <a:spcPct val="100000"/>
                </a:lnSpc>
                <a:spcBef>
                  <a:spcPts val="0"/>
                </a:spcBef>
                <a:spcAft>
                  <a:spcPts val="300"/>
                </a:spcAft>
                <a:buClrTx/>
                <a:buSzTx/>
                <a:buFont typeface="Wingdings 2" pitchFamily="18" charset="2"/>
                <a:buNone/>
                <a:tabLst/>
                <a:defRPr/>
              </a:pPr>
              <a:r>
                <a:rPr kumimoji="0" lang="en-US" sz="1000" b="1" i="0" u="none" strike="noStrike" kern="0" cap="none" spc="0" normalizeH="0" baseline="0" noProof="0" dirty="0">
                  <a:ln>
                    <a:noFill/>
                  </a:ln>
                  <a:solidFill>
                    <a:prstClr val="black"/>
                  </a:solidFill>
                  <a:effectLst/>
                  <a:uLnTx/>
                  <a:uFillTx/>
                  <a:cs typeface="Calibri Light" panose="020F0302020204030204" pitchFamily="34" charset="0"/>
                </a:rPr>
                <a:t>Data Management Consistency</a:t>
              </a:r>
            </a:p>
          </p:txBody>
        </p:sp>
        <p:grpSp>
          <p:nvGrpSpPr>
            <p:cNvPr id="451" name="Group 100">
              <a:extLst>
                <a:ext uri="{FF2B5EF4-FFF2-40B4-BE49-F238E27FC236}">
                  <a16:creationId xmlns:a16="http://schemas.microsoft.com/office/drawing/2014/main" id="{5BD9FEEC-1FD1-D58E-F89C-8B8C12802D2B}"/>
                </a:ext>
              </a:extLst>
            </p:cNvPr>
            <p:cNvGrpSpPr>
              <a:grpSpLocks/>
            </p:cNvGrpSpPr>
            <p:nvPr/>
          </p:nvGrpSpPr>
          <p:grpSpPr bwMode="auto">
            <a:xfrm>
              <a:off x="631251" y="4220423"/>
              <a:ext cx="370390" cy="391205"/>
              <a:chOff x="374" y="351"/>
              <a:chExt cx="340" cy="340"/>
            </a:xfrm>
            <a:solidFill>
              <a:srgbClr val="0D8390"/>
            </a:solidFill>
          </p:grpSpPr>
          <p:sp>
            <p:nvSpPr>
              <p:cNvPr id="459" name="Freeform 101">
                <a:extLst>
                  <a:ext uri="{FF2B5EF4-FFF2-40B4-BE49-F238E27FC236}">
                    <a16:creationId xmlns:a16="http://schemas.microsoft.com/office/drawing/2014/main" id="{EC502696-9B8A-0F6D-59E5-4F9055DE7C56}"/>
                  </a:ext>
                </a:extLst>
              </p:cNvPr>
              <p:cNvSpPr>
                <a:spLocks noEditPoints="1"/>
              </p:cNvSpPr>
              <p:nvPr/>
            </p:nvSpPr>
            <p:spPr bwMode="auto">
              <a:xfrm>
                <a:off x="374" y="35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60" name="Freeform 102">
                <a:extLst>
                  <a:ext uri="{FF2B5EF4-FFF2-40B4-BE49-F238E27FC236}">
                    <a16:creationId xmlns:a16="http://schemas.microsoft.com/office/drawing/2014/main" id="{54D69195-F489-F686-83EE-E1D4C810F2FE}"/>
                  </a:ext>
                </a:extLst>
              </p:cNvPr>
              <p:cNvSpPr>
                <a:spLocks noEditPoints="1"/>
              </p:cNvSpPr>
              <p:nvPr/>
            </p:nvSpPr>
            <p:spPr bwMode="auto">
              <a:xfrm>
                <a:off x="452" y="429"/>
                <a:ext cx="77"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61" name="Freeform 103">
                <a:extLst>
                  <a:ext uri="{FF2B5EF4-FFF2-40B4-BE49-F238E27FC236}">
                    <a16:creationId xmlns:a16="http://schemas.microsoft.com/office/drawing/2014/main" id="{EA81D093-FBBA-73F0-2FA9-1451CE9051D8}"/>
                  </a:ext>
                </a:extLst>
              </p:cNvPr>
              <p:cNvSpPr>
                <a:spLocks noEditPoints="1"/>
              </p:cNvSpPr>
              <p:nvPr/>
            </p:nvSpPr>
            <p:spPr bwMode="auto">
              <a:xfrm>
                <a:off x="558" y="429"/>
                <a:ext cx="78"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62" name="Freeform 104">
                <a:extLst>
                  <a:ext uri="{FF2B5EF4-FFF2-40B4-BE49-F238E27FC236}">
                    <a16:creationId xmlns:a16="http://schemas.microsoft.com/office/drawing/2014/main" id="{CFFF3014-3F8A-65DA-85CE-9B6273DDC2A5}"/>
                  </a:ext>
                </a:extLst>
              </p:cNvPr>
              <p:cNvSpPr>
                <a:spLocks noEditPoints="1"/>
              </p:cNvSpPr>
              <p:nvPr/>
            </p:nvSpPr>
            <p:spPr bwMode="auto">
              <a:xfrm>
                <a:off x="452" y="535"/>
                <a:ext cx="77"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63" name="Freeform 105">
                <a:extLst>
                  <a:ext uri="{FF2B5EF4-FFF2-40B4-BE49-F238E27FC236}">
                    <a16:creationId xmlns:a16="http://schemas.microsoft.com/office/drawing/2014/main" id="{EC4F378A-9C42-E2E9-3468-D8C20983013C}"/>
                  </a:ext>
                </a:extLst>
              </p:cNvPr>
              <p:cNvSpPr>
                <a:spLocks noEditPoints="1"/>
              </p:cNvSpPr>
              <p:nvPr/>
            </p:nvSpPr>
            <p:spPr bwMode="auto">
              <a:xfrm>
                <a:off x="558" y="535"/>
                <a:ext cx="78"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grpSp>
        <p:sp>
          <p:nvSpPr>
            <p:cNvPr id="452" name="Rounded Rectangle 51">
              <a:extLst>
                <a:ext uri="{FF2B5EF4-FFF2-40B4-BE49-F238E27FC236}">
                  <a16:creationId xmlns:a16="http://schemas.microsoft.com/office/drawing/2014/main" id="{E3FC7187-DEF1-C5E2-8CD5-BA93DF1D4457}"/>
                </a:ext>
              </a:extLst>
            </p:cNvPr>
            <p:cNvSpPr/>
            <p:nvPr/>
          </p:nvSpPr>
          <p:spPr bwMode="gray">
            <a:xfrm>
              <a:off x="567873" y="5608967"/>
              <a:ext cx="2286000" cy="430326"/>
            </a:xfrm>
            <a:prstGeom prst="roundRect">
              <a:avLst>
                <a:gd name="adj" fmla="val 18837"/>
              </a:avLst>
            </a:prstGeom>
            <a:solidFill>
              <a:schemeClr val="accent1">
                <a:lumMod val="20000"/>
                <a:lumOff val="80000"/>
              </a:schemeClr>
            </a:solidFill>
            <a:ln w="19050" algn="ctr">
              <a:noFill/>
              <a:miter lim="800000"/>
              <a:headEnd/>
              <a:tailEnd/>
            </a:ln>
          </p:spPr>
          <p:txBody>
            <a:bodyPr wrap="square" lIns="450000" tIns="88900" rIns="88900" bIns="88900" rtlCol="0" anchor="ctr"/>
            <a:lstStyle/>
            <a:p>
              <a:pPr marL="0" marR="0" lvl="0" indent="0" defTabSz="1042873" eaLnBrk="1" fontAlgn="auto" latinLnBrk="0" hangingPunct="1">
                <a:lnSpc>
                  <a:spcPct val="100000"/>
                </a:lnSpc>
                <a:spcBef>
                  <a:spcPts val="0"/>
                </a:spcBef>
                <a:spcAft>
                  <a:spcPts val="300"/>
                </a:spcAft>
                <a:buClrTx/>
                <a:buSzTx/>
                <a:buFontTx/>
                <a:buNone/>
                <a:tabLst/>
                <a:defRPr/>
              </a:pPr>
              <a:r>
                <a:rPr kumimoji="0" lang="en-US" sz="1000" b="1" i="0" u="none" strike="noStrike" kern="0" cap="none" spc="0" normalizeH="0" baseline="0" noProof="0" dirty="0">
                  <a:ln>
                    <a:noFill/>
                  </a:ln>
                  <a:solidFill>
                    <a:prstClr val="black"/>
                  </a:solidFill>
                  <a:effectLst/>
                  <a:uLnTx/>
                  <a:uFillTx/>
                  <a:ea typeface="Verdana" panose="020B0604030504040204" pitchFamily="34" charset="0"/>
                  <a:cs typeface="Calibri Light" panose="020F0302020204030204" pitchFamily="34" charset="0"/>
                </a:rPr>
                <a:t>Mature governance and security requirements</a:t>
              </a:r>
            </a:p>
          </p:txBody>
        </p:sp>
        <p:sp>
          <p:nvSpPr>
            <p:cNvPr id="453" name="Freeform 1022">
              <a:extLst>
                <a:ext uri="{FF2B5EF4-FFF2-40B4-BE49-F238E27FC236}">
                  <a16:creationId xmlns:a16="http://schemas.microsoft.com/office/drawing/2014/main" id="{9D7244D2-B8F4-F227-4935-CF1C23BA7B8D}"/>
                </a:ext>
              </a:extLst>
            </p:cNvPr>
            <p:cNvSpPr>
              <a:spLocks noEditPoints="1"/>
            </p:cNvSpPr>
            <p:nvPr/>
          </p:nvSpPr>
          <p:spPr bwMode="auto">
            <a:xfrm>
              <a:off x="631251" y="5628527"/>
              <a:ext cx="370390" cy="391205"/>
            </a:xfrm>
            <a:custGeom>
              <a:avLst/>
              <a:gdLst>
                <a:gd name="T0" fmla="*/ 490 w 512"/>
                <a:gd name="T1" fmla="*/ 256 h 512"/>
                <a:gd name="T2" fmla="*/ 21 w 512"/>
                <a:gd name="T3" fmla="*/ 256 h 512"/>
                <a:gd name="T4" fmla="*/ 256 w 512"/>
                <a:gd name="T5" fmla="*/ 0 h 512"/>
                <a:gd name="T6" fmla="*/ 256 w 512"/>
                <a:gd name="T7" fmla="*/ 512 h 512"/>
                <a:gd name="T8" fmla="*/ 256 w 512"/>
                <a:gd name="T9" fmla="*/ 0 h 512"/>
                <a:gd name="T10" fmla="*/ 372 w 512"/>
                <a:gd name="T11" fmla="*/ 245 h 512"/>
                <a:gd name="T12" fmla="*/ 370 w 512"/>
                <a:gd name="T13" fmla="*/ 157 h 512"/>
                <a:gd name="T14" fmla="*/ 355 w 512"/>
                <a:gd name="T15" fmla="*/ 141 h 512"/>
                <a:gd name="T16" fmla="*/ 266 w 512"/>
                <a:gd name="T17" fmla="*/ 139 h 512"/>
                <a:gd name="T18" fmla="*/ 256 w 512"/>
                <a:gd name="T19" fmla="*/ 96 h 512"/>
                <a:gd name="T20" fmla="*/ 245 w 512"/>
                <a:gd name="T21" fmla="*/ 139 h 512"/>
                <a:gd name="T22" fmla="*/ 157 w 512"/>
                <a:gd name="T23" fmla="*/ 141 h 512"/>
                <a:gd name="T24" fmla="*/ 141 w 512"/>
                <a:gd name="T25" fmla="*/ 157 h 512"/>
                <a:gd name="T26" fmla="*/ 139 w 512"/>
                <a:gd name="T27" fmla="*/ 245 h 512"/>
                <a:gd name="T28" fmla="*/ 96 w 512"/>
                <a:gd name="T29" fmla="*/ 256 h 512"/>
                <a:gd name="T30" fmla="*/ 139 w 512"/>
                <a:gd name="T31" fmla="*/ 266 h 512"/>
                <a:gd name="T32" fmla="*/ 141 w 512"/>
                <a:gd name="T33" fmla="*/ 355 h 512"/>
                <a:gd name="T34" fmla="*/ 149 w 512"/>
                <a:gd name="T35" fmla="*/ 373 h 512"/>
                <a:gd name="T36" fmla="*/ 181 w 512"/>
                <a:gd name="T37" fmla="*/ 346 h 512"/>
                <a:gd name="T38" fmla="*/ 245 w 512"/>
                <a:gd name="T39" fmla="*/ 405 h 512"/>
                <a:gd name="T40" fmla="*/ 266 w 512"/>
                <a:gd name="T41" fmla="*/ 405 h 512"/>
                <a:gd name="T42" fmla="*/ 331 w 512"/>
                <a:gd name="T43" fmla="*/ 346 h 512"/>
                <a:gd name="T44" fmla="*/ 362 w 512"/>
                <a:gd name="T45" fmla="*/ 373 h 512"/>
                <a:gd name="T46" fmla="*/ 370 w 512"/>
                <a:gd name="T47" fmla="*/ 355 h 512"/>
                <a:gd name="T48" fmla="*/ 372 w 512"/>
                <a:gd name="T49" fmla="*/ 266 h 512"/>
                <a:gd name="T50" fmla="*/ 416 w 512"/>
                <a:gd name="T51" fmla="*/ 256 h 512"/>
                <a:gd name="T52" fmla="*/ 351 w 512"/>
                <a:gd name="T53" fmla="*/ 245 h 512"/>
                <a:gd name="T54" fmla="*/ 286 w 512"/>
                <a:gd name="T55" fmla="*/ 245 h 512"/>
                <a:gd name="T56" fmla="*/ 286 w 512"/>
                <a:gd name="T57" fmla="*/ 241 h 512"/>
                <a:gd name="T58" fmla="*/ 351 w 512"/>
                <a:gd name="T59" fmla="*/ 245 h 512"/>
                <a:gd name="T60" fmla="*/ 271 w 512"/>
                <a:gd name="T61" fmla="*/ 226 h 512"/>
                <a:gd name="T62" fmla="*/ 266 w 512"/>
                <a:gd name="T63" fmla="*/ 226 h 512"/>
                <a:gd name="T64" fmla="*/ 266 w 512"/>
                <a:gd name="T65" fmla="*/ 160 h 512"/>
                <a:gd name="T66" fmla="*/ 256 w 512"/>
                <a:gd name="T67" fmla="*/ 266 h 512"/>
                <a:gd name="T68" fmla="*/ 256 w 512"/>
                <a:gd name="T69" fmla="*/ 245 h 512"/>
                <a:gd name="T70" fmla="*/ 256 w 512"/>
                <a:gd name="T71" fmla="*/ 266 h 512"/>
                <a:gd name="T72" fmla="*/ 245 w 512"/>
                <a:gd name="T73" fmla="*/ 224 h 512"/>
                <a:gd name="T74" fmla="*/ 242 w 512"/>
                <a:gd name="T75" fmla="*/ 227 h 512"/>
                <a:gd name="T76" fmla="*/ 196 w 512"/>
                <a:gd name="T77" fmla="*/ 181 h 512"/>
                <a:gd name="T78" fmla="*/ 181 w 512"/>
                <a:gd name="T79" fmla="*/ 196 h 512"/>
                <a:gd name="T80" fmla="*/ 227 w 512"/>
                <a:gd name="T81" fmla="*/ 242 h 512"/>
                <a:gd name="T82" fmla="*/ 224 w 512"/>
                <a:gd name="T83" fmla="*/ 245 h 512"/>
                <a:gd name="T84" fmla="*/ 181 w 512"/>
                <a:gd name="T85" fmla="*/ 196 h 512"/>
                <a:gd name="T86" fmla="*/ 224 w 512"/>
                <a:gd name="T87" fmla="*/ 266 h 512"/>
                <a:gd name="T88" fmla="*/ 227 w 512"/>
                <a:gd name="T89" fmla="*/ 270 h 512"/>
                <a:gd name="T90" fmla="*/ 181 w 512"/>
                <a:gd name="T91" fmla="*/ 316 h 512"/>
                <a:gd name="T92" fmla="*/ 196 w 512"/>
                <a:gd name="T93" fmla="*/ 331 h 512"/>
                <a:gd name="T94" fmla="*/ 242 w 512"/>
                <a:gd name="T95" fmla="*/ 284 h 512"/>
                <a:gd name="T96" fmla="*/ 245 w 512"/>
                <a:gd name="T97" fmla="*/ 288 h 512"/>
                <a:gd name="T98" fmla="*/ 196 w 512"/>
                <a:gd name="T99" fmla="*/ 331 h 512"/>
                <a:gd name="T100" fmla="*/ 266 w 512"/>
                <a:gd name="T101" fmla="*/ 288 h 512"/>
                <a:gd name="T102" fmla="*/ 270 w 512"/>
                <a:gd name="T103" fmla="*/ 284 h 512"/>
                <a:gd name="T104" fmla="*/ 316 w 512"/>
                <a:gd name="T105" fmla="*/ 331 h 512"/>
                <a:gd name="T106" fmla="*/ 331 w 512"/>
                <a:gd name="T107" fmla="*/ 316 h 512"/>
                <a:gd name="T108" fmla="*/ 284 w 512"/>
                <a:gd name="T109" fmla="*/ 270 h 512"/>
                <a:gd name="T110" fmla="*/ 288 w 512"/>
                <a:gd name="T111" fmla="*/ 266 h 512"/>
                <a:gd name="T112" fmla="*/ 331 w 512"/>
                <a:gd name="T113" fmla="*/ 3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45"/>
                  </a:moveTo>
                  <a:cubicBezTo>
                    <a:pt x="372" y="245"/>
                    <a:pt x="372" y="245"/>
                    <a:pt x="372" y="245"/>
                  </a:cubicBezTo>
                  <a:cubicBezTo>
                    <a:pt x="370" y="221"/>
                    <a:pt x="361" y="198"/>
                    <a:pt x="346" y="181"/>
                  </a:cubicBezTo>
                  <a:cubicBezTo>
                    <a:pt x="370" y="157"/>
                    <a:pt x="370" y="157"/>
                    <a:pt x="370" y="157"/>
                  </a:cubicBezTo>
                  <a:cubicBezTo>
                    <a:pt x="374" y="152"/>
                    <a:pt x="374" y="146"/>
                    <a:pt x="370" y="141"/>
                  </a:cubicBezTo>
                  <a:cubicBezTo>
                    <a:pt x="366" y="137"/>
                    <a:pt x="359" y="137"/>
                    <a:pt x="355" y="141"/>
                  </a:cubicBezTo>
                  <a:cubicBezTo>
                    <a:pt x="331" y="166"/>
                    <a:pt x="331" y="166"/>
                    <a:pt x="331" y="166"/>
                  </a:cubicBezTo>
                  <a:cubicBezTo>
                    <a:pt x="313" y="151"/>
                    <a:pt x="291" y="141"/>
                    <a:pt x="266" y="139"/>
                  </a:cubicBezTo>
                  <a:cubicBezTo>
                    <a:pt x="266" y="106"/>
                    <a:pt x="266" y="106"/>
                    <a:pt x="266" y="106"/>
                  </a:cubicBezTo>
                  <a:cubicBezTo>
                    <a:pt x="266" y="100"/>
                    <a:pt x="262" y="96"/>
                    <a:pt x="256" y="96"/>
                  </a:cubicBezTo>
                  <a:cubicBezTo>
                    <a:pt x="250" y="96"/>
                    <a:pt x="245" y="100"/>
                    <a:pt x="245" y="106"/>
                  </a:cubicBezTo>
                  <a:cubicBezTo>
                    <a:pt x="245" y="139"/>
                    <a:pt x="245" y="139"/>
                    <a:pt x="245" y="139"/>
                  </a:cubicBezTo>
                  <a:cubicBezTo>
                    <a:pt x="221" y="141"/>
                    <a:pt x="198" y="151"/>
                    <a:pt x="181" y="166"/>
                  </a:cubicBezTo>
                  <a:cubicBezTo>
                    <a:pt x="157" y="141"/>
                    <a:pt x="157" y="141"/>
                    <a:pt x="157" y="141"/>
                  </a:cubicBezTo>
                  <a:cubicBezTo>
                    <a:pt x="152" y="137"/>
                    <a:pt x="146" y="137"/>
                    <a:pt x="141" y="141"/>
                  </a:cubicBezTo>
                  <a:cubicBezTo>
                    <a:pt x="137" y="146"/>
                    <a:pt x="137" y="152"/>
                    <a:pt x="141" y="157"/>
                  </a:cubicBezTo>
                  <a:cubicBezTo>
                    <a:pt x="166" y="181"/>
                    <a:pt x="166" y="181"/>
                    <a:pt x="166" y="181"/>
                  </a:cubicBezTo>
                  <a:cubicBezTo>
                    <a:pt x="151" y="198"/>
                    <a:pt x="141" y="221"/>
                    <a:pt x="139" y="245"/>
                  </a:cubicBezTo>
                  <a:cubicBezTo>
                    <a:pt x="106" y="245"/>
                    <a:pt x="106" y="245"/>
                    <a:pt x="106" y="245"/>
                  </a:cubicBezTo>
                  <a:cubicBezTo>
                    <a:pt x="100" y="245"/>
                    <a:pt x="96" y="250"/>
                    <a:pt x="96" y="256"/>
                  </a:cubicBezTo>
                  <a:cubicBezTo>
                    <a:pt x="96" y="262"/>
                    <a:pt x="100" y="266"/>
                    <a:pt x="106" y="266"/>
                  </a:cubicBezTo>
                  <a:cubicBezTo>
                    <a:pt x="139" y="266"/>
                    <a:pt x="139" y="266"/>
                    <a:pt x="139" y="266"/>
                  </a:cubicBezTo>
                  <a:cubicBezTo>
                    <a:pt x="141" y="291"/>
                    <a:pt x="151" y="313"/>
                    <a:pt x="166" y="331"/>
                  </a:cubicBezTo>
                  <a:cubicBezTo>
                    <a:pt x="141" y="355"/>
                    <a:pt x="141" y="355"/>
                    <a:pt x="141" y="355"/>
                  </a:cubicBezTo>
                  <a:cubicBezTo>
                    <a:pt x="137" y="359"/>
                    <a:pt x="137" y="366"/>
                    <a:pt x="141" y="370"/>
                  </a:cubicBezTo>
                  <a:cubicBezTo>
                    <a:pt x="144" y="372"/>
                    <a:pt x="146" y="373"/>
                    <a:pt x="149" y="373"/>
                  </a:cubicBezTo>
                  <a:cubicBezTo>
                    <a:pt x="152" y="373"/>
                    <a:pt x="154" y="372"/>
                    <a:pt x="157" y="370"/>
                  </a:cubicBezTo>
                  <a:cubicBezTo>
                    <a:pt x="181" y="346"/>
                    <a:pt x="181" y="346"/>
                    <a:pt x="181" y="346"/>
                  </a:cubicBezTo>
                  <a:cubicBezTo>
                    <a:pt x="198" y="361"/>
                    <a:pt x="221" y="370"/>
                    <a:pt x="245" y="372"/>
                  </a:cubicBezTo>
                  <a:cubicBezTo>
                    <a:pt x="245" y="405"/>
                    <a:pt x="245" y="405"/>
                    <a:pt x="245" y="405"/>
                  </a:cubicBezTo>
                  <a:cubicBezTo>
                    <a:pt x="245" y="411"/>
                    <a:pt x="250" y="416"/>
                    <a:pt x="256" y="416"/>
                  </a:cubicBezTo>
                  <a:cubicBezTo>
                    <a:pt x="262" y="416"/>
                    <a:pt x="266" y="411"/>
                    <a:pt x="266" y="405"/>
                  </a:cubicBezTo>
                  <a:cubicBezTo>
                    <a:pt x="266" y="372"/>
                    <a:pt x="266" y="372"/>
                    <a:pt x="266" y="372"/>
                  </a:cubicBezTo>
                  <a:cubicBezTo>
                    <a:pt x="291" y="370"/>
                    <a:pt x="313" y="361"/>
                    <a:pt x="331" y="346"/>
                  </a:cubicBezTo>
                  <a:cubicBezTo>
                    <a:pt x="355" y="370"/>
                    <a:pt x="355" y="370"/>
                    <a:pt x="355" y="370"/>
                  </a:cubicBezTo>
                  <a:cubicBezTo>
                    <a:pt x="357" y="372"/>
                    <a:pt x="360" y="373"/>
                    <a:pt x="362" y="373"/>
                  </a:cubicBezTo>
                  <a:cubicBezTo>
                    <a:pt x="365" y="373"/>
                    <a:pt x="368" y="372"/>
                    <a:pt x="370" y="370"/>
                  </a:cubicBezTo>
                  <a:cubicBezTo>
                    <a:pt x="374" y="366"/>
                    <a:pt x="374" y="359"/>
                    <a:pt x="370" y="355"/>
                  </a:cubicBezTo>
                  <a:cubicBezTo>
                    <a:pt x="346" y="331"/>
                    <a:pt x="346" y="331"/>
                    <a:pt x="346" y="331"/>
                  </a:cubicBezTo>
                  <a:cubicBezTo>
                    <a:pt x="361" y="313"/>
                    <a:pt x="370" y="291"/>
                    <a:pt x="372" y="266"/>
                  </a:cubicBezTo>
                  <a:cubicBezTo>
                    <a:pt x="405" y="266"/>
                    <a:pt x="405" y="266"/>
                    <a:pt x="405" y="266"/>
                  </a:cubicBezTo>
                  <a:cubicBezTo>
                    <a:pt x="411" y="266"/>
                    <a:pt x="416" y="262"/>
                    <a:pt x="416" y="256"/>
                  </a:cubicBezTo>
                  <a:cubicBezTo>
                    <a:pt x="416" y="250"/>
                    <a:pt x="411" y="245"/>
                    <a:pt x="405" y="245"/>
                  </a:cubicBezTo>
                  <a:close/>
                  <a:moveTo>
                    <a:pt x="351" y="245"/>
                  </a:moveTo>
                  <a:cubicBezTo>
                    <a:pt x="288" y="245"/>
                    <a:pt x="288" y="245"/>
                    <a:pt x="288" y="245"/>
                  </a:cubicBezTo>
                  <a:cubicBezTo>
                    <a:pt x="287" y="245"/>
                    <a:pt x="286" y="245"/>
                    <a:pt x="286" y="245"/>
                  </a:cubicBezTo>
                  <a:cubicBezTo>
                    <a:pt x="285" y="244"/>
                    <a:pt x="285" y="243"/>
                    <a:pt x="284" y="242"/>
                  </a:cubicBezTo>
                  <a:cubicBezTo>
                    <a:pt x="285" y="241"/>
                    <a:pt x="285" y="241"/>
                    <a:pt x="286" y="241"/>
                  </a:cubicBezTo>
                  <a:cubicBezTo>
                    <a:pt x="331" y="196"/>
                    <a:pt x="331" y="196"/>
                    <a:pt x="331" y="196"/>
                  </a:cubicBezTo>
                  <a:cubicBezTo>
                    <a:pt x="342" y="210"/>
                    <a:pt x="349" y="227"/>
                    <a:pt x="351" y="245"/>
                  </a:cubicBezTo>
                  <a:close/>
                  <a:moveTo>
                    <a:pt x="316" y="181"/>
                  </a:moveTo>
                  <a:cubicBezTo>
                    <a:pt x="271" y="226"/>
                    <a:pt x="271" y="226"/>
                    <a:pt x="271" y="226"/>
                  </a:cubicBezTo>
                  <a:cubicBezTo>
                    <a:pt x="270" y="226"/>
                    <a:pt x="270" y="227"/>
                    <a:pt x="270" y="227"/>
                  </a:cubicBezTo>
                  <a:cubicBezTo>
                    <a:pt x="269" y="226"/>
                    <a:pt x="267" y="226"/>
                    <a:pt x="266" y="226"/>
                  </a:cubicBezTo>
                  <a:cubicBezTo>
                    <a:pt x="266" y="225"/>
                    <a:pt x="266" y="224"/>
                    <a:pt x="266" y="224"/>
                  </a:cubicBezTo>
                  <a:cubicBezTo>
                    <a:pt x="266" y="160"/>
                    <a:pt x="266" y="160"/>
                    <a:pt x="266" y="160"/>
                  </a:cubicBezTo>
                  <a:cubicBezTo>
                    <a:pt x="285" y="162"/>
                    <a:pt x="302" y="170"/>
                    <a:pt x="316" y="181"/>
                  </a:cubicBezTo>
                  <a:close/>
                  <a:moveTo>
                    <a:pt x="256" y="266"/>
                  </a:moveTo>
                  <a:cubicBezTo>
                    <a:pt x="250" y="266"/>
                    <a:pt x="245" y="262"/>
                    <a:pt x="245" y="256"/>
                  </a:cubicBezTo>
                  <a:cubicBezTo>
                    <a:pt x="245" y="250"/>
                    <a:pt x="250" y="245"/>
                    <a:pt x="256" y="245"/>
                  </a:cubicBezTo>
                  <a:cubicBezTo>
                    <a:pt x="262" y="245"/>
                    <a:pt x="266" y="250"/>
                    <a:pt x="266" y="256"/>
                  </a:cubicBezTo>
                  <a:cubicBezTo>
                    <a:pt x="266" y="262"/>
                    <a:pt x="262" y="266"/>
                    <a:pt x="256" y="266"/>
                  </a:cubicBezTo>
                  <a:close/>
                  <a:moveTo>
                    <a:pt x="245" y="160"/>
                  </a:moveTo>
                  <a:cubicBezTo>
                    <a:pt x="245" y="224"/>
                    <a:pt x="245" y="224"/>
                    <a:pt x="245" y="224"/>
                  </a:cubicBezTo>
                  <a:cubicBezTo>
                    <a:pt x="245" y="224"/>
                    <a:pt x="245" y="225"/>
                    <a:pt x="245" y="226"/>
                  </a:cubicBezTo>
                  <a:cubicBezTo>
                    <a:pt x="244" y="226"/>
                    <a:pt x="243" y="226"/>
                    <a:pt x="242" y="227"/>
                  </a:cubicBezTo>
                  <a:cubicBezTo>
                    <a:pt x="241" y="227"/>
                    <a:pt x="241" y="226"/>
                    <a:pt x="241" y="226"/>
                  </a:cubicBezTo>
                  <a:cubicBezTo>
                    <a:pt x="196" y="181"/>
                    <a:pt x="196" y="181"/>
                    <a:pt x="196" y="181"/>
                  </a:cubicBezTo>
                  <a:cubicBezTo>
                    <a:pt x="210" y="170"/>
                    <a:pt x="227" y="162"/>
                    <a:pt x="245" y="160"/>
                  </a:cubicBezTo>
                  <a:close/>
                  <a:moveTo>
                    <a:pt x="181" y="196"/>
                  </a:moveTo>
                  <a:cubicBezTo>
                    <a:pt x="226" y="241"/>
                    <a:pt x="226" y="241"/>
                    <a:pt x="226" y="241"/>
                  </a:cubicBezTo>
                  <a:cubicBezTo>
                    <a:pt x="226" y="241"/>
                    <a:pt x="227" y="241"/>
                    <a:pt x="227" y="242"/>
                  </a:cubicBezTo>
                  <a:cubicBezTo>
                    <a:pt x="226" y="243"/>
                    <a:pt x="226" y="244"/>
                    <a:pt x="226" y="245"/>
                  </a:cubicBezTo>
                  <a:cubicBezTo>
                    <a:pt x="225" y="245"/>
                    <a:pt x="224" y="245"/>
                    <a:pt x="224" y="245"/>
                  </a:cubicBezTo>
                  <a:cubicBezTo>
                    <a:pt x="160" y="245"/>
                    <a:pt x="160" y="245"/>
                    <a:pt x="160" y="245"/>
                  </a:cubicBezTo>
                  <a:cubicBezTo>
                    <a:pt x="162" y="227"/>
                    <a:pt x="170" y="210"/>
                    <a:pt x="181" y="196"/>
                  </a:cubicBezTo>
                  <a:close/>
                  <a:moveTo>
                    <a:pt x="160" y="266"/>
                  </a:moveTo>
                  <a:cubicBezTo>
                    <a:pt x="224" y="266"/>
                    <a:pt x="224" y="266"/>
                    <a:pt x="224" y="266"/>
                  </a:cubicBezTo>
                  <a:cubicBezTo>
                    <a:pt x="224" y="266"/>
                    <a:pt x="225" y="266"/>
                    <a:pt x="226" y="266"/>
                  </a:cubicBezTo>
                  <a:cubicBezTo>
                    <a:pt x="226" y="267"/>
                    <a:pt x="226" y="269"/>
                    <a:pt x="227" y="270"/>
                  </a:cubicBezTo>
                  <a:cubicBezTo>
                    <a:pt x="227" y="270"/>
                    <a:pt x="226" y="270"/>
                    <a:pt x="226" y="271"/>
                  </a:cubicBezTo>
                  <a:cubicBezTo>
                    <a:pt x="181" y="316"/>
                    <a:pt x="181" y="316"/>
                    <a:pt x="181" y="316"/>
                  </a:cubicBezTo>
                  <a:cubicBezTo>
                    <a:pt x="170" y="302"/>
                    <a:pt x="162" y="285"/>
                    <a:pt x="160" y="266"/>
                  </a:cubicBezTo>
                  <a:close/>
                  <a:moveTo>
                    <a:pt x="196" y="331"/>
                  </a:moveTo>
                  <a:cubicBezTo>
                    <a:pt x="241" y="286"/>
                    <a:pt x="241" y="286"/>
                    <a:pt x="241" y="286"/>
                  </a:cubicBezTo>
                  <a:cubicBezTo>
                    <a:pt x="241" y="285"/>
                    <a:pt x="241" y="285"/>
                    <a:pt x="242" y="284"/>
                  </a:cubicBezTo>
                  <a:cubicBezTo>
                    <a:pt x="243" y="285"/>
                    <a:pt x="244" y="285"/>
                    <a:pt x="245" y="286"/>
                  </a:cubicBezTo>
                  <a:cubicBezTo>
                    <a:pt x="245" y="286"/>
                    <a:pt x="245" y="287"/>
                    <a:pt x="245" y="288"/>
                  </a:cubicBezTo>
                  <a:cubicBezTo>
                    <a:pt x="245" y="351"/>
                    <a:pt x="245" y="351"/>
                    <a:pt x="245" y="351"/>
                  </a:cubicBezTo>
                  <a:cubicBezTo>
                    <a:pt x="227" y="349"/>
                    <a:pt x="210" y="342"/>
                    <a:pt x="196" y="331"/>
                  </a:cubicBezTo>
                  <a:close/>
                  <a:moveTo>
                    <a:pt x="266" y="351"/>
                  </a:moveTo>
                  <a:cubicBezTo>
                    <a:pt x="266" y="288"/>
                    <a:pt x="266" y="288"/>
                    <a:pt x="266" y="288"/>
                  </a:cubicBezTo>
                  <a:cubicBezTo>
                    <a:pt x="266" y="287"/>
                    <a:pt x="266" y="286"/>
                    <a:pt x="266" y="286"/>
                  </a:cubicBezTo>
                  <a:cubicBezTo>
                    <a:pt x="267" y="285"/>
                    <a:pt x="269" y="285"/>
                    <a:pt x="270" y="284"/>
                  </a:cubicBezTo>
                  <a:cubicBezTo>
                    <a:pt x="270" y="285"/>
                    <a:pt x="270" y="285"/>
                    <a:pt x="271" y="286"/>
                  </a:cubicBezTo>
                  <a:cubicBezTo>
                    <a:pt x="316" y="331"/>
                    <a:pt x="316" y="331"/>
                    <a:pt x="316" y="331"/>
                  </a:cubicBezTo>
                  <a:cubicBezTo>
                    <a:pt x="302" y="342"/>
                    <a:pt x="285" y="349"/>
                    <a:pt x="266" y="351"/>
                  </a:cubicBezTo>
                  <a:close/>
                  <a:moveTo>
                    <a:pt x="331" y="316"/>
                  </a:moveTo>
                  <a:cubicBezTo>
                    <a:pt x="286" y="271"/>
                    <a:pt x="286" y="271"/>
                    <a:pt x="286" y="271"/>
                  </a:cubicBezTo>
                  <a:cubicBezTo>
                    <a:pt x="285" y="270"/>
                    <a:pt x="285" y="270"/>
                    <a:pt x="284" y="270"/>
                  </a:cubicBezTo>
                  <a:cubicBezTo>
                    <a:pt x="285" y="268"/>
                    <a:pt x="285" y="267"/>
                    <a:pt x="286" y="266"/>
                  </a:cubicBezTo>
                  <a:cubicBezTo>
                    <a:pt x="286" y="266"/>
                    <a:pt x="287" y="266"/>
                    <a:pt x="288" y="266"/>
                  </a:cubicBezTo>
                  <a:cubicBezTo>
                    <a:pt x="351" y="266"/>
                    <a:pt x="351" y="266"/>
                    <a:pt x="351" y="266"/>
                  </a:cubicBezTo>
                  <a:cubicBezTo>
                    <a:pt x="349" y="285"/>
                    <a:pt x="342" y="302"/>
                    <a:pt x="331" y="316"/>
                  </a:cubicBezTo>
                  <a:close/>
                </a:path>
              </a:pathLst>
            </a:custGeom>
            <a:solidFill>
              <a:srgbClr val="0D8390"/>
            </a:solidFill>
            <a:ln>
              <a:noFill/>
            </a:ln>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54" name="Rounded Rectangle 55">
              <a:extLst>
                <a:ext uri="{FF2B5EF4-FFF2-40B4-BE49-F238E27FC236}">
                  <a16:creationId xmlns:a16="http://schemas.microsoft.com/office/drawing/2014/main" id="{07AEBF8A-892E-A663-A9AE-C5F45AC510CA}"/>
                </a:ext>
              </a:extLst>
            </p:cNvPr>
            <p:cNvSpPr/>
            <p:nvPr/>
          </p:nvSpPr>
          <p:spPr bwMode="gray">
            <a:xfrm>
              <a:off x="567873" y="4906451"/>
              <a:ext cx="2286000" cy="430326"/>
            </a:xfrm>
            <a:prstGeom prst="roundRect">
              <a:avLst>
                <a:gd name="adj" fmla="val 18837"/>
              </a:avLst>
            </a:prstGeom>
            <a:solidFill>
              <a:schemeClr val="accent1">
                <a:lumMod val="20000"/>
                <a:lumOff val="80000"/>
              </a:schemeClr>
            </a:solidFill>
            <a:ln w="19050" algn="ctr">
              <a:noFill/>
              <a:miter lim="800000"/>
              <a:headEnd/>
              <a:tailEnd/>
            </a:ln>
          </p:spPr>
          <p:txBody>
            <a:bodyPr wrap="square" lIns="450000" tIns="88900" rIns="88900" bIns="88900" rtlCol="0" anchor="ctr"/>
            <a:lstStyle/>
            <a:p>
              <a:pPr marL="0" marR="0" lvl="0" indent="0" defTabSz="1042873" eaLnBrk="1" fontAlgn="auto" latinLnBrk="0" hangingPunct="1">
                <a:lnSpc>
                  <a:spcPct val="100000"/>
                </a:lnSpc>
                <a:spcBef>
                  <a:spcPts val="0"/>
                </a:spcBef>
                <a:spcAft>
                  <a:spcPts val="300"/>
                </a:spcAft>
                <a:buClrTx/>
                <a:buSzTx/>
                <a:buFontTx/>
                <a:buNone/>
                <a:tabLst/>
                <a:defRPr/>
              </a:pPr>
              <a:r>
                <a:rPr kumimoji="0" lang="en-US" sz="1000" b="1" i="0" u="none" strike="noStrike" kern="0" cap="none" spc="0" normalizeH="0" baseline="0" noProof="0" dirty="0">
                  <a:ln>
                    <a:noFill/>
                  </a:ln>
                  <a:solidFill>
                    <a:prstClr val="black"/>
                  </a:solidFill>
                  <a:effectLst/>
                  <a:uLnTx/>
                  <a:uFillTx/>
                  <a:ea typeface="Verdana" panose="020B0604030504040204" pitchFamily="34" charset="0"/>
                  <a:cs typeface="Calibri Light" panose="020F0302020204030204" pitchFamily="34" charset="0"/>
                </a:rPr>
                <a:t>Data driven decision making</a:t>
              </a:r>
            </a:p>
          </p:txBody>
        </p:sp>
        <p:grpSp>
          <p:nvGrpSpPr>
            <p:cNvPr id="455" name="Group 587">
              <a:extLst>
                <a:ext uri="{FF2B5EF4-FFF2-40B4-BE49-F238E27FC236}">
                  <a16:creationId xmlns:a16="http://schemas.microsoft.com/office/drawing/2014/main" id="{2067F37F-54B0-B596-B66D-E3DB67CF41D2}"/>
                </a:ext>
              </a:extLst>
            </p:cNvPr>
            <p:cNvGrpSpPr>
              <a:grpSpLocks/>
            </p:cNvGrpSpPr>
            <p:nvPr/>
          </p:nvGrpSpPr>
          <p:grpSpPr bwMode="auto">
            <a:xfrm>
              <a:off x="631680" y="4926011"/>
              <a:ext cx="370388" cy="391205"/>
              <a:chOff x="2878" y="2417"/>
              <a:chExt cx="340" cy="340"/>
            </a:xfrm>
            <a:solidFill>
              <a:srgbClr val="0D8390"/>
            </a:solidFill>
          </p:grpSpPr>
          <p:sp>
            <p:nvSpPr>
              <p:cNvPr id="456" name="Freeform 588">
                <a:extLst>
                  <a:ext uri="{FF2B5EF4-FFF2-40B4-BE49-F238E27FC236}">
                    <a16:creationId xmlns:a16="http://schemas.microsoft.com/office/drawing/2014/main" id="{4BA3A281-50AF-6B8E-A6C4-AE3E904027C9}"/>
                  </a:ext>
                </a:extLst>
              </p:cNvPr>
              <p:cNvSpPr>
                <a:spLocks/>
              </p:cNvSpPr>
              <p:nvPr/>
            </p:nvSpPr>
            <p:spPr bwMode="auto">
              <a:xfrm>
                <a:off x="2942" y="2509"/>
                <a:ext cx="212" cy="156"/>
              </a:xfrm>
              <a:custGeom>
                <a:avLst/>
                <a:gdLst>
                  <a:gd name="T0" fmla="*/ 309 w 320"/>
                  <a:gd name="T1" fmla="*/ 214 h 235"/>
                  <a:gd name="T2" fmla="*/ 21 w 320"/>
                  <a:gd name="T3" fmla="*/ 214 h 235"/>
                  <a:gd name="T4" fmla="*/ 21 w 320"/>
                  <a:gd name="T5" fmla="*/ 11 h 235"/>
                  <a:gd name="T6" fmla="*/ 10 w 320"/>
                  <a:gd name="T7" fmla="*/ 0 h 235"/>
                  <a:gd name="T8" fmla="*/ 0 w 320"/>
                  <a:gd name="T9" fmla="*/ 11 h 235"/>
                  <a:gd name="T10" fmla="*/ 0 w 320"/>
                  <a:gd name="T11" fmla="*/ 224 h 235"/>
                  <a:gd name="T12" fmla="*/ 10 w 320"/>
                  <a:gd name="T13" fmla="*/ 235 h 235"/>
                  <a:gd name="T14" fmla="*/ 309 w 320"/>
                  <a:gd name="T15" fmla="*/ 235 h 235"/>
                  <a:gd name="T16" fmla="*/ 320 w 320"/>
                  <a:gd name="T17" fmla="*/ 224 h 235"/>
                  <a:gd name="T18" fmla="*/ 309 w 320"/>
                  <a:gd name="T19" fmla="*/ 21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235">
                    <a:moveTo>
                      <a:pt x="309" y="214"/>
                    </a:moveTo>
                    <a:cubicBezTo>
                      <a:pt x="21" y="214"/>
                      <a:pt x="21" y="214"/>
                      <a:pt x="21" y="214"/>
                    </a:cubicBezTo>
                    <a:cubicBezTo>
                      <a:pt x="21" y="11"/>
                      <a:pt x="21" y="11"/>
                      <a:pt x="21" y="11"/>
                    </a:cubicBezTo>
                    <a:cubicBezTo>
                      <a:pt x="21" y="5"/>
                      <a:pt x="16" y="0"/>
                      <a:pt x="10" y="0"/>
                    </a:cubicBezTo>
                    <a:cubicBezTo>
                      <a:pt x="4" y="0"/>
                      <a:pt x="0" y="5"/>
                      <a:pt x="0" y="11"/>
                    </a:cubicBezTo>
                    <a:cubicBezTo>
                      <a:pt x="0" y="224"/>
                      <a:pt x="0" y="224"/>
                      <a:pt x="0" y="224"/>
                    </a:cubicBezTo>
                    <a:cubicBezTo>
                      <a:pt x="0" y="230"/>
                      <a:pt x="4" y="235"/>
                      <a:pt x="10" y="235"/>
                    </a:cubicBezTo>
                    <a:cubicBezTo>
                      <a:pt x="309" y="235"/>
                      <a:pt x="309" y="235"/>
                      <a:pt x="309" y="235"/>
                    </a:cubicBezTo>
                    <a:cubicBezTo>
                      <a:pt x="315" y="235"/>
                      <a:pt x="320" y="230"/>
                      <a:pt x="320" y="224"/>
                    </a:cubicBezTo>
                    <a:cubicBezTo>
                      <a:pt x="320" y="218"/>
                      <a:pt x="315" y="214"/>
                      <a:pt x="309" y="2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57" name="Freeform 589">
                <a:extLst>
                  <a:ext uri="{FF2B5EF4-FFF2-40B4-BE49-F238E27FC236}">
                    <a16:creationId xmlns:a16="http://schemas.microsoft.com/office/drawing/2014/main" id="{A34FBCFA-4736-5D88-2BAB-266A742ECAF9}"/>
                  </a:ext>
                </a:extLst>
              </p:cNvPr>
              <p:cNvSpPr>
                <a:spLocks/>
              </p:cNvSpPr>
              <p:nvPr/>
            </p:nvSpPr>
            <p:spPr bwMode="auto">
              <a:xfrm>
                <a:off x="2969" y="2523"/>
                <a:ext cx="186" cy="99"/>
              </a:xfrm>
              <a:custGeom>
                <a:avLst/>
                <a:gdLst>
                  <a:gd name="T0" fmla="*/ 12 w 280"/>
                  <a:gd name="T1" fmla="*/ 150 h 150"/>
                  <a:gd name="T2" fmla="*/ 20 w 280"/>
                  <a:gd name="T3" fmla="*/ 147 h 150"/>
                  <a:gd name="T4" fmla="*/ 87 w 280"/>
                  <a:gd name="T5" fmla="*/ 80 h 150"/>
                  <a:gd name="T6" fmla="*/ 143 w 280"/>
                  <a:gd name="T7" fmla="*/ 136 h 150"/>
                  <a:gd name="T8" fmla="*/ 158 w 280"/>
                  <a:gd name="T9" fmla="*/ 136 h 150"/>
                  <a:gd name="T10" fmla="*/ 276 w 280"/>
                  <a:gd name="T11" fmla="*/ 19 h 150"/>
                  <a:gd name="T12" fmla="*/ 276 w 280"/>
                  <a:gd name="T13" fmla="*/ 4 h 150"/>
                  <a:gd name="T14" fmla="*/ 260 w 280"/>
                  <a:gd name="T15" fmla="*/ 4 h 150"/>
                  <a:gd name="T16" fmla="*/ 151 w 280"/>
                  <a:gd name="T17" fmla="*/ 114 h 150"/>
                  <a:gd name="T18" fmla="*/ 94 w 280"/>
                  <a:gd name="T19" fmla="*/ 57 h 150"/>
                  <a:gd name="T20" fmla="*/ 79 w 280"/>
                  <a:gd name="T21" fmla="*/ 57 h 150"/>
                  <a:gd name="T22" fmla="*/ 4 w 280"/>
                  <a:gd name="T23" fmla="*/ 132 h 150"/>
                  <a:gd name="T24" fmla="*/ 4 w 280"/>
                  <a:gd name="T25" fmla="*/ 147 h 150"/>
                  <a:gd name="T26" fmla="*/ 12 w 280"/>
                  <a:gd name="T2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0" h="150">
                    <a:moveTo>
                      <a:pt x="12" y="150"/>
                    </a:moveTo>
                    <a:cubicBezTo>
                      <a:pt x="15" y="150"/>
                      <a:pt x="17" y="149"/>
                      <a:pt x="20" y="147"/>
                    </a:cubicBezTo>
                    <a:cubicBezTo>
                      <a:pt x="87" y="80"/>
                      <a:pt x="87" y="80"/>
                      <a:pt x="87" y="80"/>
                    </a:cubicBezTo>
                    <a:cubicBezTo>
                      <a:pt x="143" y="136"/>
                      <a:pt x="143" y="136"/>
                      <a:pt x="143" y="136"/>
                    </a:cubicBezTo>
                    <a:cubicBezTo>
                      <a:pt x="147" y="140"/>
                      <a:pt x="154" y="140"/>
                      <a:pt x="158" y="136"/>
                    </a:cubicBezTo>
                    <a:cubicBezTo>
                      <a:pt x="276" y="19"/>
                      <a:pt x="276" y="19"/>
                      <a:pt x="276" y="19"/>
                    </a:cubicBezTo>
                    <a:cubicBezTo>
                      <a:pt x="280" y="15"/>
                      <a:pt x="280" y="8"/>
                      <a:pt x="276" y="4"/>
                    </a:cubicBezTo>
                    <a:cubicBezTo>
                      <a:pt x="271" y="0"/>
                      <a:pt x="265" y="0"/>
                      <a:pt x="260" y="4"/>
                    </a:cubicBezTo>
                    <a:cubicBezTo>
                      <a:pt x="151" y="114"/>
                      <a:pt x="151" y="114"/>
                      <a:pt x="151" y="114"/>
                    </a:cubicBezTo>
                    <a:cubicBezTo>
                      <a:pt x="94" y="57"/>
                      <a:pt x="94" y="57"/>
                      <a:pt x="94" y="57"/>
                    </a:cubicBezTo>
                    <a:cubicBezTo>
                      <a:pt x="90" y="53"/>
                      <a:pt x="83" y="53"/>
                      <a:pt x="79" y="57"/>
                    </a:cubicBezTo>
                    <a:cubicBezTo>
                      <a:pt x="4" y="132"/>
                      <a:pt x="4" y="132"/>
                      <a:pt x="4" y="132"/>
                    </a:cubicBezTo>
                    <a:cubicBezTo>
                      <a:pt x="0" y="136"/>
                      <a:pt x="0" y="143"/>
                      <a:pt x="4" y="147"/>
                    </a:cubicBezTo>
                    <a:cubicBezTo>
                      <a:pt x="7" y="149"/>
                      <a:pt x="9" y="150"/>
                      <a:pt x="12" y="15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sp>
            <p:nvSpPr>
              <p:cNvPr id="458" name="Freeform 590">
                <a:extLst>
                  <a:ext uri="{FF2B5EF4-FFF2-40B4-BE49-F238E27FC236}">
                    <a16:creationId xmlns:a16="http://schemas.microsoft.com/office/drawing/2014/main" id="{D4C48ACB-C6C9-6FB1-9F97-8852F818193D}"/>
                  </a:ext>
                </a:extLst>
              </p:cNvPr>
              <p:cNvSpPr>
                <a:spLocks noEditPoints="1"/>
              </p:cNvSpPr>
              <p:nvPr/>
            </p:nvSpPr>
            <p:spPr bwMode="auto">
              <a:xfrm>
                <a:off x="2878" y="241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342"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cs typeface="Calibri Light" panose="020F0302020204030204" pitchFamily="34" charset="0"/>
                </a:endParaRPr>
              </a:p>
            </p:txBody>
          </p:sp>
        </p:grpSp>
      </p:grpSp>
      <p:sp>
        <p:nvSpPr>
          <p:cNvPr id="481" name="Rectangle 24">
            <a:extLst>
              <a:ext uri="{FF2B5EF4-FFF2-40B4-BE49-F238E27FC236}">
                <a16:creationId xmlns:a16="http://schemas.microsoft.com/office/drawing/2014/main" id="{5465DCB0-5C5C-6AD1-825B-9522AC827147}"/>
              </a:ext>
            </a:extLst>
          </p:cNvPr>
          <p:cNvSpPr/>
          <p:nvPr/>
        </p:nvSpPr>
        <p:spPr bwMode="gray">
          <a:xfrm>
            <a:off x="637402" y="-1277"/>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Industry Overview</a:t>
            </a:r>
          </a:p>
        </p:txBody>
      </p:sp>
      <p:sp>
        <p:nvSpPr>
          <p:cNvPr id="485" name="Freeform 15">
            <a:extLst>
              <a:ext uri="{FF2B5EF4-FFF2-40B4-BE49-F238E27FC236}">
                <a16:creationId xmlns:a16="http://schemas.microsoft.com/office/drawing/2014/main" id="{D5110275-FD45-644D-B659-5FDADFEABE7A}"/>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486" name="Freeform 16">
            <a:extLst>
              <a:ext uri="{FF2B5EF4-FFF2-40B4-BE49-F238E27FC236}">
                <a16:creationId xmlns:a16="http://schemas.microsoft.com/office/drawing/2014/main" id="{09666F94-9322-614B-7E54-33DD808177F1}"/>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accent1"/>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487" name="Freeform 6">
            <a:extLst>
              <a:ext uri="{FF2B5EF4-FFF2-40B4-BE49-F238E27FC236}">
                <a16:creationId xmlns:a16="http://schemas.microsoft.com/office/drawing/2014/main" id="{2B01F914-661B-298F-0AD7-0F4ED3CD557E}"/>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484" name="Freeform 6">
            <a:extLst>
              <a:ext uri="{FF2B5EF4-FFF2-40B4-BE49-F238E27FC236}">
                <a16:creationId xmlns:a16="http://schemas.microsoft.com/office/drawing/2014/main" id="{69A9C6F5-A091-209F-330B-5304ABDA0001}"/>
              </a:ext>
            </a:extLst>
          </p:cNvPr>
          <p:cNvSpPr>
            <a:spLocks/>
          </p:cNvSpPr>
          <p:nvPr/>
        </p:nvSpPr>
        <p:spPr bwMode="gray">
          <a:xfrm>
            <a:off x="2012347"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478" name="Freeform 15">
            <a:extLst>
              <a:ext uri="{FF2B5EF4-FFF2-40B4-BE49-F238E27FC236}">
                <a16:creationId xmlns:a16="http://schemas.microsoft.com/office/drawing/2014/main" id="{E88A050F-0E8E-E2C1-FB53-FE4ED8B7577D}"/>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479" name="Freeform 16">
            <a:extLst>
              <a:ext uri="{FF2B5EF4-FFF2-40B4-BE49-F238E27FC236}">
                <a16:creationId xmlns:a16="http://schemas.microsoft.com/office/drawing/2014/main" id="{E57CAD8A-0BCF-0FA0-D51A-167D5731715E}"/>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480" name="Freeform 6">
            <a:extLst>
              <a:ext uri="{FF2B5EF4-FFF2-40B4-BE49-F238E27FC236}">
                <a16:creationId xmlns:a16="http://schemas.microsoft.com/office/drawing/2014/main" id="{E8EC4D4E-2663-5C93-1C7C-DDD13034D3FE}"/>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477" name="Freeform 6">
            <a:extLst>
              <a:ext uri="{FF2B5EF4-FFF2-40B4-BE49-F238E27FC236}">
                <a16:creationId xmlns:a16="http://schemas.microsoft.com/office/drawing/2014/main" id="{E664BA31-7705-A1F9-E453-F3C21C1BA1E5}"/>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2721652651"/>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CB79F41B-D50D-30EA-293E-70DD180E4B80}"/>
              </a:ext>
            </a:extLst>
          </p:cNvPr>
          <p:cNvGraphicFramePr>
            <a:graphicFrameLocks noChangeAspect="1"/>
          </p:cNvGraphicFramePr>
          <p:nvPr>
            <p:custDataLst>
              <p:tags r:id="rId1"/>
            </p:custDataLst>
            <p:extLst>
              <p:ext uri="{D42A27DB-BD31-4B8C-83A1-F6EECF244321}">
                <p14:modId xmlns:p14="http://schemas.microsoft.com/office/powerpoint/2010/main" val="9955559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CB79F41B-D50D-30EA-293E-70DD180E4B8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Rectangle 6">
            <a:extLst>
              <a:ext uri="{FF2B5EF4-FFF2-40B4-BE49-F238E27FC236}">
                <a16:creationId xmlns:a16="http://schemas.microsoft.com/office/drawing/2014/main" id="{8367D766-11DF-A291-6080-3E7B555E78ED}"/>
              </a:ext>
            </a:extLst>
          </p:cNvPr>
          <p:cNvSpPr/>
          <p:nvPr/>
        </p:nvSpPr>
        <p:spPr bwMode="gray">
          <a:xfrm>
            <a:off x="571589" y="1281928"/>
            <a:ext cx="2563857" cy="1622030"/>
          </a:xfrm>
          <a:prstGeom prst="rect">
            <a:avLst/>
          </a:prstGeom>
          <a:solidFill>
            <a:srgbClr val="DDEFE8">
              <a:alpha val="30000"/>
            </a:srgbClr>
          </a:solidFill>
          <a:ln w="19050" algn="ctr">
            <a:solidFill>
              <a:schemeClr val="accent5"/>
            </a:solidFill>
            <a:prstDash val="sysDot"/>
            <a:miter lim="800000"/>
            <a:headEnd/>
            <a:tailEnd/>
          </a:ln>
        </p:spPr>
        <p:txBody>
          <a:bodyPr wrap="square" lIns="88900" tIns="88900" rIns="88900" bIns="88900" rtlCol="0" anchor="ctr"/>
          <a:lstStyle/>
          <a:p>
            <a:pPr algn="ctr" defTabSz="885893">
              <a:lnSpc>
                <a:spcPct val="106000"/>
              </a:lnSpc>
            </a:pPr>
            <a:endParaRPr lang="en-IN" sz="1600" b="1" kern="0" dirty="0"/>
          </a:p>
        </p:txBody>
      </p:sp>
      <p:sp>
        <p:nvSpPr>
          <p:cNvPr id="2" name="Text Placeholder 1">
            <a:extLst>
              <a:ext uri="{FF2B5EF4-FFF2-40B4-BE49-F238E27FC236}">
                <a16:creationId xmlns:a16="http://schemas.microsoft.com/office/drawing/2014/main" id="{4D27AB08-54A9-854E-E191-DDC87DFEDD77}"/>
              </a:ext>
            </a:extLst>
          </p:cNvPr>
          <p:cNvSpPr>
            <a:spLocks noGrp="1"/>
          </p:cNvSpPr>
          <p:nvPr>
            <p:ph type="body" sz="quarter" idx="13"/>
          </p:nvPr>
        </p:nvSpPr>
        <p:spPr/>
        <p:txBody>
          <a:bodyPr/>
          <a:lstStyle/>
          <a:p>
            <a:r>
              <a:rPr lang="en-US" dirty="0"/>
              <a:t>PU&amp;R companies are focusing on addressing the rising environmental, operational, and social challenges</a:t>
            </a:r>
          </a:p>
        </p:txBody>
      </p:sp>
      <p:sp>
        <p:nvSpPr>
          <p:cNvPr id="3" name="Title 2">
            <a:extLst>
              <a:ext uri="{FF2B5EF4-FFF2-40B4-BE49-F238E27FC236}">
                <a16:creationId xmlns:a16="http://schemas.microsoft.com/office/drawing/2014/main" id="{25B4252D-E8C6-303A-37C4-CB989E573BA2}"/>
              </a:ext>
            </a:extLst>
          </p:cNvPr>
          <p:cNvSpPr>
            <a:spLocks noGrp="1"/>
          </p:cNvSpPr>
          <p:nvPr>
            <p:ph type="title"/>
          </p:nvPr>
        </p:nvSpPr>
        <p:spPr/>
        <p:txBody>
          <a:bodyPr vert="horz"/>
          <a:lstStyle/>
          <a:p>
            <a:r>
              <a:rPr lang="en-US" dirty="0"/>
              <a:t>Key “Megatrends” shaping up the energy sector</a:t>
            </a:r>
          </a:p>
        </p:txBody>
      </p:sp>
      <p:sp>
        <p:nvSpPr>
          <p:cNvPr id="8" name="Rectangle 7">
            <a:extLst>
              <a:ext uri="{FF2B5EF4-FFF2-40B4-BE49-F238E27FC236}">
                <a16:creationId xmlns:a16="http://schemas.microsoft.com/office/drawing/2014/main" id="{8F412FD9-AA69-4912-DD64-0433D293DFD2}"/>
              </a:ext>
            </a:extLst>
          </p:cNvPr>
          <p:cNvSpPr/>
          <p:nvPr/>
        </p:nvSpPr>
        <p:spPr bwMode="gray">
          <a:xfrm>
            <a:off x="3295078" y="1281928"/>
            <a:ext cx="2677601" cy="1622030"/>
          </a:xfrm>
          <a:prstGeom prst="rect">
            <a:avLst/>
          </a:prstGeom>
          <a:solidFill>
            <a:srgbClr val="DDEFE8">
              <a:alpha val="30000"/>
            </a:srgbClr>
          </a:solidFill>
          <a:ln w="19050" algn="ctr">
            <a:solidFill>
              <a:schemeClr val="accent5"/>
            </a:solidFill>
            <a:prstDash val="sysDot"/>
            <a:miter lim="800000"/>
            <a:headEnd/>
            <a:tailEnd/>
          </a:ln>
        </p:spPr>
        <p:txBody>
          <a:bodyPr wrap="square" lIns="88900" tIns="88900" rIns="88900" bIns="88900" rtlCol="0" anchor="ctr"/>
          <a:lstStyle/>
          <a:p>
            <a:pPr algn="ctr" defTabSz="885893">
              <a:lnSpc>
                <a:spcPct val="106000"/>
              </a:lnSpc>
              <a:defRPr/>
            </a:pPr>
            <a:endParaRPr lang="en-IN" sz="1600" b="1" kern="0" dirty="0">
              <a:solidFill>
                <a:prstClr val="white"/>
              </a:solidFill>
            </a:endParaRPr>
          </a:p>
        </p:txBody>
      </p:sp>
      <p:sp>
        <p:nvSpPr>
          <p:cNvPr id="9" name="Rectangle 8">
            <a:extLst>
              <a:ext uri="{FF2B5EF4-FFF2-40B4-BE49-F238E27FC236}">
                <a16:creationId xmlns:a16="http://schemas.microsoft.com/office/drawing/2014/main" id="{70825607-1FE7-1CA5-04E2-4F254A71243D}"/>
              </a:ext>
            </a:extLst>
          </p:cNvPr>
          <p:cNvSpPr/>
          <p:nvPr/>
        </p:nvSpPr>
        <p:spPr>
          <a:xfrm>
            <a:off x="3422661" y="1326164"/>
            <a:ext cx="2270040" cy="392132"/>
          </a:xfrm>
          <a:prstGeom prst="rect">
            <a:avLst/>
          </a:prstGeom>
          <a:noFill/>
        </p:spPr>
        <p:txBody>
          <a:bodyPr wrap="square" lIns="0" tIns="0" rIns="0" bIns="0" rtlCol="0">
            <a:spAutoFit/>
          </a:bodyPr>
          <a:lstStyle/>
          <a:p>
            <a:pPr algn="ctr" defTabSz="885893">
              <a:spcBef>
                <a:spcPts val="600"/>
              </a:spcBef>
              <a:buSzPct val="100000"/>
            </a:pPr>
            <a:r>
              <a:rPr lang="en-US" sz="1400" b="1" kern="0" dirty="0"/>
              <a:t>RE adjacencies and new technologies</a:t>
            </a:r>
            <a:endParaRPr lang="en-IN" sz="1400" b="1" kern="0" dirty="0"/>
          </a:p>
        </p:txBody>
      </p:sp>
      <p:sp>
        <p:nvSpPr>
          <p:cNvPr id="10" name="Rectangle 9">
            <a:extLst>
              <a:ext uri="{FF2B5EF4-FFF2-40B4-BE49-F238E27FC236}">
                <a16:creationId xmlns:a16="http://schemas.microsoft.com/office/drawing/2014/main" id="{75CD576D-173F-6AA4-D644-A296FDB5DED0}"/>
              </a:ext>
            </a:extLst>
          </p:cNvPr>
          <p:cNvSpPr/>
          <p:nvPr/>
        </p:nvSpPr>
        <p:spPr bwMode="gray">
          <a:xfrm>
            <a:off x="9065535" y="1265608"/>
            <a:ext cx="2548393" cy="1640813"/>
          </a:xfrm>
          <a:prstGeom prst="rect">
            <a:avLst/>
          </a:prstGeom>
          <a:solidFill>
            <a:srgbClr val="DDEFE8">
              <a:alpha val="30000"/>
            </a:srgbClr>
          </a:solidFill>
          <a:ln w="19050" algn="ctr">
            <a:solidFill>
              <a:schemeClr val="accent5"/>
            </a:solidFill>
            <a:prstDash val="sysDot"/>
            <a:miter lim="800000"/>
            <a:headEnd/>
            <a:tailEnd/>
          </a:ln>
        </p:spPr>
        <p:txBody>
          <a:bodyPr wrap="square" lIns="88900" tIns="88900" rIns="88900" bIns="88900" rtlCol="0" anchor="ctr"/>
          <a:lstStyle/>
          <a:p>
            <a:pPr algn="ctr" defTabSz="885893">
              <a:lnSpc>
                <a:spcPct val="106000"/>
              </a:lnSpc>
              <a:defRPr/>
            </a:pPr>
            <a:endParaRPr lang="en-IN" sz="1600" b="1" kern="0" dirty="0">
              <a:solidFill>
                <a:prstClr val="white"/>
              </a:solidFill>
            </a:endParaRPr>
          </a:p>
        </p:txBody>
      </p:sp>
      <p:sp>
        <p:nvSpPr>
          <p:cNvPr id="11" name="TextBox 10">
            <a:extLst>
              <a:ext uri="{FF2B5EF4-FFF2-40B4-BE49-F238E27FC236}">
                <a16:creationId xmlns:a16="http://schemas.microsoft.com/office/drawing/2014/main" id="{51E02546-F3CA-5CE2-3A2B-B35A4A93DA3F}"/>
              </a:ext>
            </a:extLst>
          </p:cNvPr>
          <p:cNvSpPr txBox="1"/>
          <p:nvPr/>
        </p:nvSpPr>
        <p:spPr>
          <a:xfrm>
            <a:off x="9230901" y="1349157"/>
            <a:ext cx="2327209" cy="196066"/>
          </a:xfrm>
          <a:prstGeom prst="rect">
            <a:avLst/>
          </a:prstGeom>
          <a:noFill/>
        </p:spPr>
        <p:txBody>
          <a:bodyPr wrap="square" lIns="0" tIns="0" rIns="0" bIns="0" rtlCol="0">
            <a:spAutoFit/>
          </a:bodyPr>
          <a:lstStyle/>
          <a:p>
            <a:pPr algn="ctr" defTabSz="885893">
              <a:spcBef>
                <a:spcPts val="600"/>
              </a:spcBef>
              <a:buSzPct val="100000"/>
              <a:defRPr/>
            </a:pPr>
            <a:r>
              <a:rPr lang="en-US" sz="1400" b="1" kern="0" dirty="0"/>
              <a:t>Rise of value-added services</a:t>
            </a:r>
          </a:p>
        </p:txBody>
      </p:sp>
      <p:sp>
        <p:nvSpPr>
          <p:cNvPr id="12" name="TextBox 11">
            <a:extLst>
              <a:ext uri="{FF2B5EF4-FFF2-40B4-BE49-F238E27FC236}">
                <a16:creationId xmlns:a16="http://schemas.microsoft.com/office/drawing/2014/main" id="{031A05B2-74AB-383C-3476-88942F825E46}"/>
              </a:ext>
            </a:extLst>
          </p:cNvPr>
          <p:cNvSpPr txBox="1"/>
          <p:nvPr/>
        </p:nvSpPr>
        <p:spPr>
          <a:xfrm>
            <a:off x="563589" y="1335990"/>
            <a:ext cx="2451511" cy="447110"/>
          </a:xfrm>
          <a:prstGeom prst="rect">
            <a:avLst/>
          </a:prstGeom>
          <a:noFill/>
        </p:spPr>
        <p:txBody>
          <a:bodyPr wrap="square" lIns="0" tIns="0" rIns="0" bIns="0" rtlCol="0">
            <a:spAutoFit/>
          </a:bodyPr>
          <a:lstStyle/>
          <a:p>
            <a:pPr algn="ctr" defTabSz="885893">
              <a:lnSpc>
                <a:spcPct val="106000"/>
              </a:lnSpc>
            </a:pPr>
            <a:r>
              <a:rPr lang="en-IN" sz="1400" b="1" kern="0" dirty="0"/>
              <a:t>Energy transition and sustainable energy solutions</a:t>
            </a:r>
          </a:p>
        </p:txBody>
      </p:sp>
      <p:grpSp>
        <p:nvGrpSpPr>
          <p:cNvPr id="13" name="Group 12">
            <a:extLst>
              <a:ext uri="{FF2B5EF4-FFF2-40B4-BE49-F238E27FC236}">
                <a16:creationId xmlns:a16="http://schemas.microsoft.com/office/drawing/2014/main" id="{9111688E-21D2-B478-75A6-DA808566263E}"/>
              </a:ext>
            </a:extLst>
          </p:cNvPr>
          <p:cNvGrpSpPr/>
          <p:nvPr/>
        </p:nvGrpSpPr>
        <p:grpSpPr>
          <a:xfrm>
            <a:off x="1667878" y="2015858"/>
            <a:ext cx="510249" cy="523130"/>
            <a:chOff x="2774839" y="2862165"/>
            <a:chExt cx="414294" cy="386036"/>
          </a:xfrm>
        </p:grpSpPr>
        <p:sp>
          <p:nvSpPr>
            <p:cNvPr id="51" name="Freeform 116">
              <a:extLst>
                <a:ext uri="{FF2B5EF4-FFF2-40B4-BE49-F238E27FC236}">
                  <a16:creationId xmlns:a16="http://schemas.microsoft.com/office/drawing/2014/main" id="{957B80A9-C7DF-F7D2-42DE-2D5677F0C364}"/>
                </a:ext>
              </a:extLst>
            </p:cNvPr>
            <p:cNvSpPr>
              <a:spLocks noEditPoints="1"/>
            </p:cNvSpPr>
            <p:nvPr/>
          </p:nvSpPr>
          <p:spPr bwMode="auto">
            <a:xfrm>
              <a:off x="2836275" y="2914812"/>
              <a:ext cx="303720" cy="279818"/>
            </a:xfrm>
            <a:custGeom>
              <a:avLst/>
              <a:gdLst>
                <a:gd name="T0" fmla="*/ 65 w 71"/>
                <a:gd name="T1" fmla="*/ 15 h 70"/>
                <a:gd name="T2" fmla="*/ 51 w 71"/>
                <a:gd name="T3" fmla="*/ 9 h 70"/>
                <a:gd name="T4" fmla="*/ 67 w 71"/>
                <a:gd name="T5" fmla="*/ 18 h 70"/>
                <a:gd name="T6" fmla="*/ 67 w 71"/>
                <a:gd name="T7" fmla="*/ 52 h 70"/>
                <a:gd name="T8" fmla="*/ 56 w 71"/>
                <a:gd name="T9" fmla="*/ 35 h 70"/>
                <a:gd name="T10" fmla="*/ 67 w 71"/>
                <a:gd name="T11" fmla="*/ 18 h 70"/>
                <a:gd name="T12" fmla="*/ 43 w 71"/>
                <a:gd name="T13" fmla="*/ 70 h 70"/>
                <a:gd name="T14" fmla="*/ 53 w 71"/>
                <a:gd name="T15" fmla="*/ 55 h 70"/>
                <a:gd name="T16" fmla="*/ 29 w 71"/>
                <a:gd name="T17" fmla="*/ 70 h 70"/>
                <a:gd name="T18" fmla="*/ 18 w 71"/>
                <a:gd name="T19" fmla="*/ 55 h 70"/>
                <a:gd name="T20" fmla="*/ 29 w 71"/>
                <a:gd name="T21" fmla="*/ 70 h 70"/>
                <a:gd name="T22" fmla="*/ 0 w 71"/>
                <a:gd name="T23" fmla="*/ 35 h 70"/>
                <a:gd name="T24" fmla="*/ 17 w 71"/>
                <a:gd name="T25" fmla="*/ 18 h 70"/>
                <a:gd name="T26" fmla="*/ 17 w 71"/>
                <a:gd name="T27" fmla="*/ 52 h 70"/>
                <a:gd name="T28" fmla="*/ 6 w 71"/>
                <a:gd name="T29" fmla="*/ 15 h 70"/>
                <a:gd name="T30" fmla="*/ 21 w 71"/>
                <a:gd name="T31" fmla="*/ 9 h 70"/>
                <a:gd name="T32" fmla="*/ 6 w 71"/>
                <a:gd name="T33" fmla="*/ 15 h 70"/>
                <a:gd name="T34" fmla="*/ 34 w 71"/>
                <a:gd name="T35" fmla="*/ 52 h 70"/>
                <a:gd name="T36" fmla="*/ 20 w 71"/>
                <a:gd name="T37" fmla="*/ 18 h 70"/>
                <a:gd name="T38" fmla="*/ 20 w 71"/>
                <a:gd name="T39" fmla="*/ 52 h 70"/>
                <a:gd name="T40" fmla="*/ 51 w 71"/>
                <a:gd name="T41" fmla="*/ 52 h 70"/>
                <a:gd name="T42" fmla="*/ 51 w 71"/>
                <a:gd name="T43" fmla="*/ 18 h 70"/>
                <a:gd name="T44" fmla="*/ 37 w 71"/>
                <a:gd name="T45" fmla="*/ 52 h 70"/>
                <a:gd name="T46" fmla="*/ 37 w 71"/>
                <a:gd name="T47" fmla="*/ 55 h 70"/>
                <a:gd name="T48" fmla="*/ 48 w 71"/>
                <a:gd name="T49" fmla="*/ 59 h 70"/>
                <a:gd name="T50" fmla="*/ 34 w 71"/>
                <a:gd name="T51" fmla="*/ 55 h 70"/>
                <a:gd name="T52" fmla="*/ 23 w 71"/>
                <a:gd name="T53" fmla="*/ 59 h 70"/>
                <a:gd name="T54" fmla="*/ 34 w 71"/>
                <a:gd name="T55" fmla="*/ 55 h 70"/>
                <a:gd name="T56" fmla="*/ 34 w 71"/>
                <a:gd name="T57" fmla="*/ 15 h 70"/>
                <a:gd name="T58" fmla="*/ 23 w 71"/>
                <a:gd name="T59" fmla="*/ 10 h 70"/>
                <a:gd name="T60" fmla="*/ 37 w 71"/>
                <a:gd name="T61" fmla="*/ 15 h 70"/>
                <a:gd name="T62" fmla="*/ 48 w 71"/>
                <a:gd name="T63" fmla="*/ 10 h 70"/>
                <a:gd name="T64" fmla="*/ 37 w 71"/>
                <a:gd name="T65"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70">
                  <a:moveTo>
                    <a:pt x="43" y="0"/>
                  </a:moveTo>
                  <a:cubicBezTo>
                    <a:pt x="52" y="2"/>
                    <a:pt x="60" y="7"/>
                    <a:pt x="65" y="15"/>
                  </a:cubicBezTo>
                  <a:cubicBezTo>
                    <a:pt x="53" y="15"/>
                    <a:pt x="53" y="15"/>
                    <a:pt x="53" y="15"/>
                  </a:cubicBezTo>
                  <a:cubicBezTo>
                    <a:pt x="53" y="13"/>
                    <a:pt x="52" y="11"/>
                    <a:pt x="51" y="9"/>
                  </a:cubicBezTo>
                  <a:cubicBezTo>
                    <a:pt x="48" y="5"/>
                    <a:pt x="46" y="2"/>
                    <a:pt x="43" y="0"/>
                  </a:cubicBezTo>
                  <a:close/>
                  <a:moveTo>
                    <a:pt x="67" y="18"/>
                  </a:moveTo>
                  <a:cubicBezTo>
                    <a:pt x="70" y="23"/>
                    <a:pt x="71" y="29"/>
                    <a:pt x="71" y="35"/>
                  </a:cubicBezTo>
                  <a:cubicBezTo>
                    <a:pt x="71" y="41"/>
                    <a:pt x="70" y="47"/>
                    <a:pt x="67" y="52"/>
                  </a:cubicBezTo>
                  <a:cubicBezTo>
                    <a:pt x="54" y="52"/>
                    <a:pt x="54" y="52"/>
                    <a:pt x="54" y="52"/>
                  </a:cubicBezTo>
                  <a:cubicBezTo>
                    <a:pt x="56" y="47"/>
                    <a:pt x="56" y="41"/>
                    <a:pt x="56" y="35"/>
                  </a:cubicBezTo>
                  <a:cubicBezTo>
                    <a:pt x="56" y="29"/>
                    <a:pt x="56" y="23"/>
                    <a:pt x="54" y="18"/>
                  </a:cubicBezTo>
                  <a:cubicBezTo>
                    <a:pt x="67" y="18"/>
                    <a:pt x="67" y="18"/>
                    <a:pt x="67" y="18"/>
                  </a:cubicBezTo>
                  <a:close/>
                  <a:moveTo>
                    <a:pt x="65" y="55"/>
                  </a:moveTo>
                  <a:cubicBezTo>
                    <a:pt x="60" y="62"/>
                    <a:pt x="52" y="68"/>
                    <a:pt x="43" y="70"/>
                  </a:cubicBezTo>
                  <a:cubicBezTo>
                    <a:pt x="46" y="68"/>
                    <a:pt x="48" y="65"/>
                    <a:pt x="51" y="61"/>
                  </a:cubicBezTo>
                  <a:cubicBezTo>
                    <a:pt x="52" y="59"/>
                    <a:pt x="53" y="57"/>
                    <a:pt x="53" y="55"/>
                  </a:cubicBezTo>
                  <a:cubicBezTo>
                    <a:pt x="65" y="55"/>
                    <a:pt x="65" y="55"/>
                    <a:pt x="65" y="55"/>
                  </a:cubicBezTo>
                  <a:close/>
                  <a:moveTo>
                    <a:pt x="29" y="70"/>
                  </a:moveTo>
                  <a:cubicBezTo>
                    <a:pt x="19" y="68"/>
                    <a:pt x="11" y="62"/>
                    <a:pt x="6" y="55"/>
                  </a:cubicBezTo>
                  <a:cubicBezTo>
                    <a:pt x="18" y="55"/>
                    <a:pt x="18" y="55"/>
                    <a:pt x="18" y="55"/>
                  </a:cubicBezTo>
                  <a:cubicBezTo>
                    <a:pt x="19" y="57"/>
                    <a:pt x="20" y="59"/>
                    <a:pt x="21" y="61"/>
                  </a:cubicBezTo>
                  <a:cubicBezTo>
                    <a:pt x="23" y="65"/>
                    <a:pt x="26" y="68"/>
                    <a:pt x="29" y="70"/>
                  </a:cubicBezTo>
                  <a:close/>
                  <a:moveTo>
                    <a:pt x="4" y="52"/>
                  </a:moveTo>
                  <a:cubicBezTo>
                    <a:pt x="2" y="47"/>
                    <a:pt x="0" y="41"/>
                    <a:pt x="0" y="35"/>
                  </a:cubicBezTo>
                  <a:cubicBezTo>
                    <a:pt x="0" y="29"/>
                    <a:pt x="2" y="23"/>
                    <a:pt x="4" y="18"/>
                  </a:cubicBezTo>
                  <a:cubicBezTo>
                    <a:pt x="17" y="18"/>
                    <a:pt x="17" y="18"/>
                    <a:pt x="17" y="18"/>
                  </a:cubicBezTo>
                  <a:cubicBezTo>
                    <a:pt x="16" y="23"/>
                    <a:pt x="15" y="29"/>
                    <a:pt x="15" y="35"/>
                  </a:cubicBezTo>
                  <a:cubicBezTo>
                    <a:pt x="15" y="41"/>
                    <a:pt x="16" y="47"/>
                    <a:pt x="17" y="52"/>
                  </a:cubicBezTo>
                  <a:cubicBezTo>
                    <a:pt x="4" y="52"/>
                    <a:pt x="4" y="52"/>
                    <a:pt x="4" y="52"/>
                  </a:cubicBezTo>
                  <a:close/>
                  <a:moveTo>
                    <a:pt x="6" y="15"/>
                  </a:moveTo>
                  <a:cubicBezTo>
                    <a:pt x="11" y="7"/>
                    <a:pt x="19" y="2"/>
                    <a:pt x="29" y="0"/>
                  </a:cubicBezTo>
                  <a:cubicBezTo>
                    <a:pt x="26" y="2"/>
                    <a:pt x="23" y="5"/>
                    <a:pt x="21" y="9"/>
                  </a:cubicBezTo>
                  <a:cubicBezTo>
                    <a:pt x="20" y="11"/>
                    <a:pt x="19" y="13"/>
                    <a:pt x="18" y="15"/>
                  </a:cubicBezTo>
                  <a:cubicBezTo>
                    <a:pt x="6" y="15"/>
                    <a:pt x="6" y="15"/>
                    <a:pt x="6" y="15"/>
                  </a:cubicBezTo>
                  <a:close/>
                  <a:moveTo>
                    <a:pt x="20" y="52"/>
                  </a:moveTo>
                  <a:cubicBezTo>
                    <a:pt x="34" y="52"/>
                    <a:pt x="34" y="52"/>
                    <a:pt x="34" y="52"/>
                  </a:cubicBezTo>
                  <a:cubicBezTo>
                    <a:pt x="34" y="18"/>
                    <a:pt x="34" y="18"/>
                    <a:pt x="34" y="18"/>
                  </a:cubicBezTo>
                  <a:cubicBezTo>
                    <a:pt x="20" y="18"/>
                    <a:pt x="20" y="18"/>
                    <a:pt x="20" y="18"/>
                  </a:cubicBezTo>
                  <a:cubicBezTo>
                    <a:pt x="19" y="23"/>
                    <a:pt x="18" y="29"/>
                    <a:pt x="18" y="35"/>
                  </a:cubicBezTo>
                  <a:cubicBezTo>
                    <a:pt x="18" y="41"/>
                    <a:pt x="19" y="47"/>
                    <a:pt x="20" y="52"/>
                  </a:cubicBezTo>
                  <a:close/>
                  <a:moveTo>
                    <a:pt x="37" y="52"/>
                  </a:moveTo>
                  <a:cubicBezTo>
                    <a:pt x="51" y="52"/>
                    <a:pt x="51" y="52"/>
                    <a:pt x="51" y="52"/>
                  </a:cubicBezTo>
                  <a:cubicBezTo>
                    <a:pt x="53" y="47"/>
                    <a:pt x="53" y="41"/>
                    <a:pt x="53" y="35"/>
                  </a:cubicBezTo>
                  <a:cubicBezTo>
                    <a:pt x="53" y="29"/>
                    <a:pt x="53" y="23"/>
                    <a:pt x="51" y="18"/>
                  </a:cubicBezTo>
                  <a:cubicBezTo>
                    <a:pt x="37" y="18"/>
                    <a:pt x="37" y="18"/>
                    <a:pt x="37" y="18"/>
                  </a:cubicBezTo>
                  <a:cubicBezTo>
                    <a:pt x="37" y="52"/>
                    <a:pt x="37" y="52"/>
                    <a:pt x="37" y="52"/>
                  </a:cubicBezTo>
                  <a:close/>
                  <a:moveTo>
                    <a:pt x="50" y="55"/>
                  </a:moveTo>
                  <a:cubicBezTo>
                    <a:pt x="37" y="55"/>
                    <a:pt x="37" y="55"/>
                    <a:pt x="37" y="55"/>
                  </a:cubicBezTo>
                  <a:cubicBezTo>
                    <a:pt x="37" y="69"/>
                    <a:pt x="37" y="69"/>
                    <a:pt x="37" y="69"/>
                  </a:cubicBezTo>
                  <a:cubicBezTo>
                    <a:pt x="41" y="68"/>
                    <a:pt x="45" y="65"/>
                    <a:pt x="48" y="59"/>
                  </a:cubicBezTo>
                  <a:cubicBezTo>
                    <a:pt x="49" y="58"/>
                    <a:pt x="50" y="56"/>
                    <a:pt x="50" y="55"/>
                  </a:cubicBezTo>
                  <a:close/>
                  <a:moveTo>
                    <a:pt x="34" y="55"/>
                  </a:moveTo>
                  <a:cubicBezTo>
                    <a:pt x="21" y="55"/>
                    <a:pt x="21" y="55"/>
                    <a:pt x="21" y="55"/>
                  </a:cubicBezTo>
                  <a:cubicBezTo>
                    <a:pt x="22" y="56"/>
                    <a:pt x="23" y="58"/>
                    <a:pt x="23" y="59"/>
                  </a:cubicBezTo>
                  <a:cubicBezTo>
                    <a:pt x="26" y="65"/>
                    <a:pt x="30" y="68"/>
                    <a:pt x="34" y="69"/>
                  </a:cubicBezTo>
                  <a:cubicBezTo>
                    <a:pt x="34" y="55"/>
                    <a:pt x="34" y="55"/>
                    <a:pt x="34" y="55"/>
                  </a:cubicBezTo>
                  <a:close/>
                  <a:moveTo>
                    <a:pt x="21" y="15"/>
                  </a:moveTo>
                  <a:cubicBezTo>
                    <a:pt x="34" y="15"/>
                    <a:pt x="34" y="15"/>
                    <a:pt x="34" y="15"/>
                  </a:cubicBezTo>
                  <a:cubicBezTo>
                    <a:pt x="34" y="1"/>
                    <a:pt x="34" y="1"/>
                    <a:pt x="34" y="1"/>
                  </a:cubicBezTo>
                  <a:cubicBezTo>
                    <a:pt x="30" y="1"/>
                    <a:pt x="26" y="5"/>
                    <a:pt x="23" y="10"/>
                  </a:cubicBezTo>
                  <a:cubicBezTo>
                    <a:pt x="23" y="12"/>
                    <a:pt x="22" y="13"/>
                    <a:pt x="21" y="15"/>
                  </a:cubicBezTo>
                  <a:close/>
                  <a:moveTo>
                    <a:pt x="37" y="15"/>
                  </a:moveTo>
                  <a:cubicBezTo>
                    <a:pt x="50" y="15"/>
                    <a:pt x="50" y="15"/>
                    <a:pt x="50" y="15"/>
                  </a:cubicBezTo>
                  <a:cubicBezTo>
                    <a:pt x="50" y="13"/>
                    <a:pt x="49" y="12"/>
                    <a:pt x="48" y="10"/>
                  </a:cubicBezTo>
                  <a:cubicBezTo>
                    <a:pt x="45" y="5"/>
                    <a:pt x="41" y="1"/>
                    <a:pt x="37" y="1"/>
                  </a:cubicBezTo>
                  <a:lnTo>
                    <a:pt x="37" y="15"/>
                  </a:lnTo>
                  <a:close/>
                </a:path>
              </a:pathLst>
            </a:custGeom>
            <a:solidFill>
              <a:srgbClr val="95C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2" name="Freeform 117">
              <a:extLst>
                <a:ext uri="{FF2B5EF4-FFF2-40B4-BE49-F238E27FC236}">
                  <a16:creationId xmlns:a16="http://schemas.microsoft.com/office/drawing/2014/main" id="{209B5D91-B2C8-AD91-6CF7-FD2DB34C23D2}"/>
                </a:ext>
              </a:extLst>
            </p:cNvPr>
            <p:cNvSpPr>
              <a:spLocks noEditPoints="1"/>
            </p:cNvSpPr>
            <p:nvPr/>
          </p:nvSpPr>
          <p:spPr bwMode="auto">
            <a:xfrm>
              <a:off x="2774839" y="2862165"/>
              <a:ext cx="414294" cy="386036"/>
            </a:xfrm>
            <a:custGeom>
              <a:avLst/>
              <a:gdLst>
                <a:gd name="T0" fmla="*/ 19 w 93"/>
                <a:gd name="T1" fmla="*/ 74 h 93"/>
                <a:gd name="T2" fmla="*/ 74 w 93"/>
                <a:gd name="T3" fmla="*/ 19 h 93"/>
                <a:gd name="T4" fmla="*/ 19 w 93"/>
                <a:gd name="T5" fmla="*/ 74 h 93"/>
                <a:gd name="T6" fmla="*/ 18 w 93"/>
                <a:gd name="T7" fmla="*/ 10 h 93"/>
                <a:gd name="T8" fmla="*/ 47 w 93"/>
                <a:gd name="T9" fmla="*/ 0 h 93"/>
                <a:gd name="T10" fmla="*/ 76 w 93"/>
                <a:gd name="T11" fmla="*/ 10 h 93"/>
                <a:gd name="T12" fmla="*/ 79 w 93"/>
                <a:gd name="T13" fmla="*/ 7 h 93"/>
                <a:gd name="T14" fmla="*/ 82 w 93"/>
                <a:gd name="T15" fmla="*/ 20 h 93"/>
                <a:gd name="T16" fmla="*/ 69 w 93"/>
                <a:gd name="T17" fmla="*/ 17 h 93"/>
                <a:gd name="T18" fmla="*/ 71 w 93"/>
                <a:gd name="T19" fmla="*/ 14 h 93"/>
                <a:gd name="T20" fmla="*/ 47 w 93"/>
                <a:gd name="T21" fmla="*/ 6 h 93"/>
                <a:gd name="T22" fmla="*/ 21 w 93"/>
                <a:gd name="T23" fmla="*/ 15 h 93"/>
                <a:gd name="T24" fmla="*/ 23 w 93"/>
                <a:gd name="T25" fmla="*/ 9 h 93"/>
                <a:gd name="T26" fmla="*/ 18 w 93"/>
                <a:gd name="T27" fmla="*/ 10 h 93"/>
                <a:gd name="T28" fmla="*/ 15 w 93"/>
                <a:gd name="T29" fmla="*/ 86 h 93"/>
                <a:gd name="T30" fmla="*/ 12 w 93"/>
                <a:gd name="T31" fmla="*/ 73 h 93"/>
                <a:gd name="T32" fmla="*/ 25 w 93"/>
                <a:gd name="T33" fmla="*/ 76 h 93"/>
                <a:gd name="T34" fmla="*/ 22 w 93"/>
                <a:gd name="T35" fmla="*/ 79 h 93"/>
                <a:gd name="T36" fmla="*/ 47 w 93"/>
                <a:gd name="T37" fmla="*/ 88 h 93"/>
                <a:gd name="T38" fmla="*/ 72 w 93"/>
                <a:gd name="T39" fmla="*/ 79 h 93"/>
                <a:gd name="T40" fmla="*/ 71 w 93"/>
                <a:gd name="T41" fmla="*/ 84 h 93"/>
                <a:gd name="T42" fmla="*/ 76 w 93"/>
                <a:gd name="T43" fmla="*/ 83 h 93"/>
                <a:gd name="T44" fmla="*/ 47 w 93"/>
                <a:gd name="T45" fmla="*/ 93 h 93"/>
                <a:gd name="T46" fmla="*/ 18 w 93"/>
                <a:gd name="T47" fmla="*/ 83 h 93"/>
                <a:gd name="T48" fmla="*/ 15 w 93"/>
                <a:gd name="T49" fmla="*/ 86 h 93"/>
                <a:gd name="T50" fmla="*/ 7 w 93"/>
                <a:gd name="T51" fmla="*/ 15 h 93"/>
                <a:gd name="T52" fmla="*/ 20 w 93"/>
                <a:gd name="T53" fmla="*/ 12 h 93"/>
                <a:gd name="T54" fmla="*/ 17 w 93"/>
                <a:gd name="T55" fmla="*/ 25 h 93"/>
                <a:gd name="T56" fmla="*/ 14 w 93"/>
                <a:gd name="T57" fmla="*/ 22 h 93"/>
                <a:gd name="T58" fmla="*/ 6 w 93"/>
                <a:gd name="T59" fmla="*/ 47 h 93"/>
                <a:gd name="T60" fmla="*/ 15 w 93"/>
                <a:gd name="T61" fmla="*/ 72 h 93"/>
                <a:gd name="T62" fmla="*/ 9 w 93"/>
                <a:gd name="T63" fmla="*/ 71 h 93"/>
                <a:gd name="T64" fmla="*/ 10 w 93"/>
                <a:gd name="T65" fmla="*/ 76 h 93"/>
                <a:gd name="T66" fmla="*/ 0 w 93"/>
                <a:gd name="T67" fmla="*/ 47 h 93"/>
                <a:gd name="T68" fmla="*/ 10 w 93"/>
                <a:gd name="T69" fmla="*/ 18 h 93"/>
                <a:gd name="T70" fmla="*/ 7 w 93"/>
                <a:gd name="T71" fmla="*/ 15 h 93"/>
                <a:gd name="T72" fmla="*/ 86 w 93"/>
                <a:gd name="T73" fmla="*/ 79 h 93"/>
                <a:gd name="T74" fmla="*/ 73 w 93"/>
                <a:gd name="T75" fmla="*/ 82 h 93"/>
                <a:gd name="T76" fmla="*/ 76 w 93"/>
                <a:gd name="T77" fmla="*/ 69 h 93"/>
                <a:gd name="T78" fmla="*/ 79 w 93"/>
                <a:gd name="T79" fmla="*/ 72 h 93"/>
                <a:gd name="T80" fmla="*/ 88 w 93"/>
                <a:gd name="T81" fmla="*/ 47 h 93"/>
                <a:gd name="T82" fmla="*/ 79 w 93"/>
                <a:gd name="T83" fmla="*/ 21 h 93"/>
                <a:gd name="T84" fmla="*/ 84 w 93"/>
                <a:gd name="T85" fmla="*/ 23 h 93"/>
                <a:gd name="T86" fmla="*/ 83 w 93"/>
                <a:gd name="T87" fmla="*/ 18 h 93"/>
                <a:gd name="T88" fmla="*/ 93 w 93"/>
                <a:gd name="T89" fmla="*/ 47 h 93"/>
                <a:gd name="T90" fmla="*/ 83 w 93"/>
                <a:gd name="T91" fmla="*/ 76 h 93"/>
                <a:gd name="T92" fmla="*/ 86 w 93"/>
                <a:gd name="T93" fmla="*/ 7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93">
                  <a:moveTo>
                    <a:pt x="19" y="74"/>
                  </a:moveTo>
                  <a:cubicBezTo>
                    <a:pt x="74" y="19"/>
                    <a:pt x="74" y="19"/>
                    <a:pt x="74" y="19"/>
                  </a:cubicBezTo>
                  <a:cubicBezTo>
                    <a:pt x="19" y="74"/>
                    <a:pt x="19" y="74"/>
                    <a:pt x="19" y="74"/>
                  </a:cubicBezTo>
                  <a:close/>
                  <a:moveTo>
                    <a:pt x="18" y="10"/>
                  </a:moveTo>
                  <a:cubicBezTo>
                    <a:pt x="26" y="4"/>
                    <a:pt x="37" y="0"/>
                    <a:pt x="47" y="0"/>
                  </a:cubicBezTo>
                  <a:cubicBezTo>
                    <a:pt x="57" y="0"/>
                    <a:pt x="67" y="3"/>
                    <a:pt x="76" y="10"/>
                  </a:cubicBezTo>
                  <a:cubicBezTo>
                    <a:pt x="79" y="7"/>
                    <a:pt x="79" y="7"/>
                    <a:pt x="79" y="7"/>
                  </a:cubicBezTo>
                  <a:cubicBezTo>
                    <a:pt x="82" y="20"/>
                    <a:pt x="82" y="20"/>
                    <a:pt x="82" y="20"/>
                  </a:cubicBezTo>
                  <a:cubicBezTo>
                    <a:pt x="69" y="17"/>
                    <a:pt x="69" y="17"/>
                    <a:pt x="69" y="17"/>
                  </a:cubicBezTo>
                  <a:cubicBezTo>
                    <a:pt x="71" y="14"/>
                    <a:pt x="71" y="14"/>
                    <a:pt x="71" y="14"/>
                  </a:cubicBezTo>
                  <a:cubicBezTo>
                    <a:pt x="64" y="9"/>
                    <a:pt x="56" y="6"/>
                    <a:pt x="47" y="6"/>
                  </a:cubicBezTo>
                  <a:cubicBezTo>
                    <a:pt x="38" y="6"/>
                    <a:pt x="29" y="9"/>
                    <a:pt x="21" y="15"/>
                  </a:cubicBezTo>
                  <a:cubicBezTo>
                    <a:pt x="23" y="9"/>
                    <a:pt x="23" y="9"/>
                    <a:pt x="23" y="9"/>
                  </a:cubicBezTo>
                  <a:cubicBezTo>
                    <a:pt x="18" y="10"/>
                    <a:pt x="18" y="10"/>
                    <a:pt x="18" y="10"/>
                  </a:cubicBezTo>
                  <a:close/>
                  <a:moveTo>
                    <a:pt x="15" y="86"/>
                  </a:moveTo>
                  <a:cubicBezTo>
                    <a:pt x="12" y="73"/>
                    <a:pt x="12" y="73"/>
                    <a:pt x="12" y="73"/>
                  </a:cubicBezTo>
                  <a:cubicBezTo>
                    <a:pt x="25" y="76"/>
                    <a:pt x="25" y="76"/>
                    <a:pt x="25" y="76"/>
                  </a:cubicBezTo>
                  <a:cubicBezTo>
                    <a:pt x="22" y="79"/>
                    <a:pt x="22" y="79"/>
                    <a:pt x="22" y="79"/>
                  </a:cubicBezTo>
                  <a:cubicBezTo>
                    <a:pt x="29" y="85"/>
                    <a:pt x="38" y="88"/>
                    <a:pt x="47" y="88"/>
                  </a:cubicBezTo>
                  <a:cubicBezTo>
                    <a:pt x="56" y="88"/>
                    <a:pt x="65" y="85"/>
                    <a:pt x="72" y="79"/>
                  </a:cubicBezTo>
                  <a:cubicBezTo>
                    <a:pt x="71" y="84"/>
                    <a:pt x="71" y="84"/>
                    <a:pt x="71" y="84"/>
                  </a:cubicBezTo>
                  <a:cubicBezTo>
                    <a:pt x="76" y="83"/>
                    <a:pt x="76" y="83"/>
                    <a:pt x="76" y="83"/>
                  </a:cubicBezTo>
                  <a:cubicBezTo>
                    <a:pt x="68" y="90"/>
                    <a:pt x="57" y="93"/>
                    <a:pt x="47" y="93"/>
                  </a:cubicBezTo>
                  <a:cubicBezTo>
                    <a:pt x="37" y="93"/>
                    <a:pt x="26" y="90"/>
                    <a:pt x="18" y="83"/>
                  </a:cubicBezTo>
                  <a:cubicBezTo>
                    <a:pt x="15" y="86"/>
                    <a:pt x="15" y="86"/>
                    <a:pt x="15" y="86"/>
                  </a:cubicBezTo>
                  <a:close/>
                  <a:moveTo>
                    <a:pt x="7" y="15"/>
                  </a:moveTo>
                  <a:cubicBezTo>
                    <a:pt x="20" y="12"/>
                    <a:pt x="20" y="12"/>
                    <a:pt x="20" y="12"/>
                  </a:cubicBezTo>
                  <a:cubicBezTo>
                    <a:pt x="17" y="25"/>
                    <a:pt x="17" y="25"/>
                    <a:pt x="17" y="25"/>
                  </a:cubicBezTo>
                  <a:cubicBezTo>
                    <a:pt x="14" y="22"/>
                    <a:pt x="14" y="22"/>
                    <a:pt x="14" y="22"/>
                  </a:cubicBezTo>
                  <a:cubicBezTo>
                    <a:pt x="9" y="29"/>
                    <a:pt x="6" y="38"/>
                    <a:pt x="6" y="47"/>
                  </a:cubicBezTo>
                  <a:cubicBezTo>
                    <a:pt x="6" y="56"/>
                    <a:pt x="9" y="65"/>
                    <a:pt x="15" y="72"/>
                  </a:cubicBezTo>
                  <a:cubicBezTo>
                    <a:pt x="9" y="71"/>
                    <a:pt x="9" y="71"/>
                    <a:pt x="9" y="71"/>
                  </a:cubicBezTo>
                  <a:cubicBezTo>
                    <a:pt x="10" y="76"/>
                    <a:pt x="10" y="76"/>
                    <a:pt x="10" y="76"/>
                  </a:cubicBezTo>
                  <a:cubicBezTo>
                    <a:pt x="4" y="67"/>
                    <a:pt x="0" y="57"/>
                    <a:pt x="0" y="47"/>
                  </a:cubicBezTo>
                  <a:cubicBezTo>
                    <a:pt x="0" y="37"/>
                    <a:pt x="3" y="26"/>
                    <a:pt x="10" y="18"/>
                  </a:cubicBezTo>
                  <a:cubicBezTo>
                    <a:pt x="7" y="15"/>
                    <a:pt x="7" y="15"/>
                    <a:pt x="7" y="15"/>
                  </a:cubicBezTo>
                  <a:close/>
                  <a:moveTo>
                    <a:pt x="86" y="79"/>
                  </a:moveTo>
                  <a:cubicBezTo>
                    <a:pt x="73" y="82"/>
                    <a:pt x="73" y="82"/>
                    <a:pt x="73" y="82"/>
                  </a:cubicBezTo>
                  <a:cubicBezTo>
                    <a:pt x="76" y="69"/>
                    <a:pt x="76" y="69"/>
                    <a:pt x="76" y="69"/>
                  </a:cubicBezTo>
                  <a:cubicBezTo>
                    <a:pt x="79" y="72"/>
                    <a:pt x="79" y="72"/>
                    <a:pt x="79" y="72"/>
                  </a:cubicBezTo>
                  <a:cubicBezTo>
                    <a:pt x="85" y="64"/>
                    <a:pt x="88" y="56"/>
                    <a:pt x="88" y="47"/>
                  </a:cubicBezTo>
                  <a:cubicBezTo>
                    <a:pt x="88" y="38"/>
                    <a:pt x="85" y="29"/>
                    <a:pt x="79" y="21"/>
                  </a:cubicBezTo>
                  <a:cubicBezTo>
                    <a:pt x="84" y="23"/>
                    <a:pt x="84" y="23"/>
                    <a:pt x="84" y="23"/>
                  </a:cubicBezTo>
                  <a:cubicBezTo>
                    <a:pt x="83" y="18"/>
                    <a:pt x="83" y="18"/>
                    <a:pt x="83" y="18"/>
                  </a:cubicBezTo>
                  <a:cubicBezTo>
                    <a:pt x="90" y="26"/>
                    <a:pt x="93" y="36"/>
                    <a:pt x="93" y="47"/>
                  </a:cubicBezTo>
                  <a:cubicBezTo>
                    <a:pt x="93" y="57"/>
                    <a:pt x="90" y="67"/>
                    <a:pt x="83" y="76"/>
                  </a:cubicBezTo>
                  <a:lnTo>
                    <a:pt x="86" y="79"/>
                  </a:lnTo>
                  <a:close/>
                </a:path>
              </a:pathLst>
            </a:custGeom>
            <a:solidFill>
              <a:srgbClr val="65B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pic>
        <p:nvPicPr>
          <p:cNvPr id="14" name="Picture 13">
            <a:extLst>
              <a:ext uri="{FF2B5EF4-FFF2-40B4-BE49-F238E27FC236}">
                <a16:creationId xmlns:a16="http://schemas.microsoft.com/office/drawing/2014/main" id="{49324E8B-1F5D-F8F7-20E5-9E010B0BEE27}"/>
              </a:ext>
            </a:extLst>
          </p:cNvPr>
          <p:cNvPicPr>
            <a:picLocks noChangeAspect="1"/>
          </p:cNvPicPr>
          <p:nvPr/>
        </p:nvPicPr>
        <p:blipFill rotWithShape="1">
          <a:blip r:embed="rId5">
            <a:clrChange>
              <a:clrFrom>
                <a:srgbClr val="FDFDFD"/>
              </a:clrFrom>
              <a:clrTo>
                <a:srgbClr val="FDFDFD">
                  <a:alpha val="0"/>
                </a:srgbClr>
              </a:clrTo>
            </a:clrChange>
            <a:duotone>
              <a:schemeClr val="accent3">
                <a:shade val="45000"/>
                <a:satMod val="135000"/>
              </a:schemeClr>
              <a:prstClr val="white"/>
            </a:duotone>
          </a:blip>
          <a:srcRect l="6735" r="6617"/>
          <a:stretch/>
        </p:blipFill>
        <p:spPr>
          <a:xfrm>
            <a:off x="3847885" y="2038298"/>
            <a:ext cx="599950" cy="543019"/>
          </a:xfrm>
          <a:prstGeom prst="rect">
            <a:avLst/>
          </a:prstGeom>
        </p:spPr>
      </p:pic>
      <p:grpSp>
        <p:nvGrpSpPr>
          <p:cNvPr id="15" name="Group 14">
            <a:extLst>
              <a:ext uri="{FF2B5EF4-FFF2-40B4-BE49-F238E27FC236}">
                <a16:creationId xmlns:a16="http://schemas.microsoft.com/office/drawing/2014/main" id="{2963BCC0-510C-85DE-171A-C0E45C612194}"/>
              </a:ext>
            </a:extLst>
          </p:cNvPr>
          <p:cNvGrpSpPr/>
          <p:nvPr/>
        </p:nvGrpSpPr>
        <p:grpSpPr>
          <a:xfrm>
            <a:off x="4894026" y="2150111"/>
            <a:ext cx="798675" cy="350634"/>
            <a:chOff x="4748960" y="2906549"/>
            <a:chExt cx="904754" cy="387013"/>
          </a:xfrm>
          <a:solidFill>
            <a:srgbClr val="43B02A"/>
          </a:solidFill>
        </p:grpSpPr>
        <p:sp>
          <p:nvSpPr>
            <p:cNvPr id="47" name="Freeform 76">
              <a:extLst>
                <a:ext uri="{FF2B5EF4-FFF2-40B4-BE49-F238E27FC236}">
                  <a16:creationId xmlns:a16="http://schemas.microsoft.com/office/drawing/2014/main" id="{C4D09094-7CC7-1708-CF35-189437BF3187}"/>
                </a:ext>
              </a:extLst>
            </p:cNvPr>
            <p:cNvSpPr>
              <a:spLocks noEditPoints="1"/>
            </p:cNvSpPr>
            <p:nvPr/>
          </p:nvSpPr>
          <p:spPr bwMode="auto">
            <a:xfrm flipH="1">
              <a:off x="4748960" y="2906549"/>
              <a:ext cx="904754" cy="313184"/>
            </a:xfrm>
            <a:custGeom>
              <a:avLst/>
              <a:gdLst>
                <a:gd name="T0" fmla="*/ 363 w 367"/>
                <a:gd name="T1" fmla="*/ 103 h 127"/>
                <a:gd name="T2" fmla="*/ 362 w 367"/>
                <a:gd name="T3" fmla="*/ 99 h 127"/>
                <a:gd name="T4" fmla="*/ 360 w 367"/>
                <a:gd name="T5" fmla="*/ 44 h 127"/>
                <a:gd name="T6" fmla="*/ 326 w 367"/>
                <a:gd name="T7" fmla="*/ 34 h 127"/>
                <a:gd name="T8" fmla="*/ 264 w 367"/>
                <a:gd name="T9" fmla="*/ 8 h 127"/>
                <a:gd name="T10" fmla="*/ 170 w 367"/>
                <a:gd name="T11" fmla="*/ 4 h 127"/>
                <a:gd name="T12" fmla="*/ 85 w 367"/>
                <a:gd name="T13" fmla="*/ 40 h 127"/>
                <a:gd name="T14" fmla="*/ 7 w 367"/>
                <a:gd name="T15" fmla="*/ 69 h 127"/>
                <a:gd name="T16" fmla="*/ 2 w 367"/>
                <a:gd name="T17" fmla="*/ 108 h 127"/>
                <a:gd name="T18" fmla="*/ 2 w 367"/>
                <a:gd name="T19" fmla="*/ 108 h 127"/>
                <a:gd name="T20" fmla="*/ 10 w 367"/>
                <a:gd name="T21" fmla="*/ 124 h 127"/>
                <a:gd name="T22" fmla="*/ 37 w 367"/>
                <a:gd name="T23" fmla="*/ 127 h 127"/>
                <a:gd name="T24" fmla="*/ 37 w 367"/>
                <a:gd name="T25" fmla="*/ 125 h 127"/>
                <a:gd name="T26" fmla="*/ 79 w 367"/>
                <a:gd name="T27" fmla="*/ 83 h 127"/>
                <a:gd name="T28" fmla="*/ 121 w 367"/>
                <a:gd name="T29" fmla="*/ 125 h 127"/>
                <a:gd name="T30" fmla="*/ 120 w 367"/>
                <a:gd name="T31" fmla="*/ 127 h 127"/>
                <a:gd name="T32" fmla="*/ 244 w 367"/>
                <a:gd name="T33" fmla="*/ 127 h 127"/>
                <a:gd name="T34" fmla="*/ 244 w 367"/>
                <a:gd name="T35" fmla="*/ 125 h 127"/>
                <a:gd name="T36" fmla="*/ 286 w 367"/>
                <a:gd name="T37" fmla="*/ 83 h 127"/>
                <a:gd name="T38" fmla="*/ 327 w 367"/>
                <a:gd name="T39" fmla="*/ 125 h 127"/>
                <a:gd name="T40" fmla="*/ 327 w 367"/>
                <a:gd name="T41" fmla="*/ 127 h 127"/>
                <a:gd name="T42" fmla="*/ 361 w 367"/>
                <a:gd name="T43" fmla="*/ 119 h 127"/>
                <a:gd name="T44" fmla="*/ 363 w 367"/>
                <a:gd name="T45" fmla="*/ 103 h 127"/>
                <a:gd name="T46" fmla="*/ 31 w 367"/>
                <a:gd name="T47" fmla="*/ 74 h 127"/>
                <a:gd name="T48" fmla="*/ 11 w 367"/>
                <a:gd name="T49" fmla="*/ 85 h 127"/>
                <a:gd name="T50" fmla="*/ 14 w 367"/>
                <a:gd name="T51" fmla="*/ 71 h 127"/>
                <a:gd name="T52" fmla="*/ 36 w 367"/>
                <a:gd name="T53" fmla="*/ 67 h 127"/>
                <a:gd name="T54" fmla="*/ 31 w 367"/>
                <a:gd name="T55" fmla="*/ 74 h 127"/>
                <a:gd name="T56" fmla="*/ 120 w 367"/>
                <a:gd name="T57" fmla="*/ 48 h 127"/>
                <a:gd name="T58" fmla="*/ 114 w 367"/>
                <a:gd name="T59" fmla="*/ 39 h 127"/>
                <a:gd name="T60" fmla="*/ 171 w 367"/>
                <a:gd name="T61" fmla="*/ 15 h 127"/>
                <a:gd name="T62" fmla="*/ 202 w 367"/>
                <a:gd name="T63" fmla="*/ 13 h 127"/>
                <a:gd name="T64" fmla="*/ 199 w 367"/>
                <a:gd name="T65" fmla="*/ 46 h 127"/>
                <a:gd name="T66" fmla="*/ 120 w 367"/>
                <a:gd name="T67" fmla="*/ 48 h 127"/>
                <a:gd name="T68" fmla="*/ 211 w 367"/>
                <a:gd name="T69" fmla="*/ 46 h 127"/>
                <a:gd name="T70" fmla="*/ 213 w 367"/>
                <a:gd name="T71" fmla="*/ 13 h 127"/>
                <a:gd name="T72" fmla="*/ 258 w 367"/>
                <a:gd name="T73" fmla="*/ 18 h 127"/>
                <a:gd name="T74" fmla="*/ 267 w 367"/>
                <a:gd name="T75" fmla="*/ 21 h 127"/>
                <a:gd name="T76" fmla="*/ 270 w 367"/>
                <a:gd name="T77" fmla="*/ 44 h 127"/>
                <a:gd name="T78" fmla="*/ 211 w 367"/>
                <a:gd name="T79" fmla="*/ 46 h 127"/>
                <a:gd name="T80" fmla="*/ 289 w 367"/>
                <a:gd name="T81" fmla="*/ 43 h 127"/>
                <a:gd name="T82" fmla="*/ 277 w 367"/>
                <a:gd name="T83" fmla="*/ 43 h 127"/>
                <a:gd name="T84" fmla="*/ 274 w 367"/>
                <a:gd name="T85" fmla="*/ 23 h 127"/>
                <a:gd name="T86" fmla="*/ 291 w 367"/>
                <a:gd name="T87" fmla="*/ 30 h 127"/>
                <a:gd name="T88" fmla="*/ 289 w 367"/>
                <a:gd name="T89" fmla="*/ 4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7" h="127">
                  <a:moveTo>
                    <a:pt x="363" y="103"/>
                  </a:moveTo>
                  <a:cubicBezTo>
                    <a:pt x="362" y="99"/>
                    <a:pt x="362" y="99"/>
                    <a:pt x="362" y="99"/>
                  </a:cubicBezTo>
                  <a:cubicBezTo>
                    <a:pt x="363" y="89"/>
                    <a:pt x="367" y="70"/>
                    <a:pt x="360" y="44"/>
                  </a:cubicBezTo>
                  <a:cubicBezTo>
                    <a:pt x="359" y="42"/>
                    <a:pt x="344" y="40"/>
                    <a:pt x="326" y="34"/>
                  </a:cubicBezTo>
                  <a:cubicBezTo>
                    <a:pt x="298" y="20"/>
                    <a:pt x="270" y="10"/>
                    <a:pt x="264" y="8"/>
                  </a:cubicBezTo>
                  <a:cubicBezTo>
                    <a:pt x="248" y="3"/>
                    <a:pt x="203" y="0"/>
                    <a:pt x="170" y="4"/>
                  </a:cubicBezTo>
                  <a:cubicBezTo>
                    <a:pt x="145" y="8"/>
                    <a:pt x="105" y="32"/>
                    <a:pt x="85" y="40"/>
                  </a:cubicBezTo>
                  <a:cubicBezTo>
                    <a:pt x="69" y="47"/>
                    <a:pt x="12" y="56"/>
                    <a:pt x="7" y="69"/>
                  </a:cubicBezTo>
                  <a:cubicBezTo>
                    <a:pt x="7" y="69"/>
                    <a:pt x="0" y="84"/>
                    <a:pt x="2" y="108"/>
                  </a:cubicBezTo>
                  <a:cubicBezTo>
                    <a:pt x="2" y="108"/>
                    <a:pt x="2" y="108"/>
                    <a:pt x="2" y="108"/>
                  </a:cubicBezTo>
                  <a:cubicBezTo>
                    <a:pt x="3" y="114"/>
                    <a:pt x="5" y="123"/>
                    <a:pt x="10" y="124"/>
                  </a:cubicBezTo>
                  <a:cubicBezTo>
                    <a:pt x="13" y="125"/>
                    <a:pt x="21" y="126"/>
                    <a:pt x="37" y="127"/>
                  </a:cubicBezTo>
                  <a:cubicBezTo>
                    <a:pt x="37" y="126"/>
                    <a:pt x="37" y="126"/>
                    <a:pt x="37" y="125"/>
                  </a:cubicBezTo>
                  <a:cubicBezTo>
                    <a:pt x="37" y="102"/>
                    <a:pt x="56" y="83"/>
                    <a:pt x="79" y="83"/>
                  </a:cubicBezTo>
                  <a:cubicBezTo>
                    <a:pt x="102" y="83"/>
                    <a:pt x="121" y="102"/>
                    <a:pt x="121" y="125"/>
                  </a:cubicBezTo>
                  <a:cubicBezTo>
                    <a:pt x="121" y="126"/>
                    <a:pt x="120" y="127"/>
                    <a:pt x="120" y="127"/>
                  </a:cubicBezTo>
                  <a:cubicBezTo>
                    <a:pt x="162" y="127"/>
                    <a:pt x="202" y="127"/>
                    <a:pt x="244" y="127"/>
                  </a:cubicBezTo>
                  <a:cubicBezTo>
                    <a:pt x="244" y="127"/>
                    <a:pt x="244" y="126"/>
                    <a:pt x="244" y="125"/>
                  </a:cubicBezTo>
                  <a:cubicBezTo>
                    <a:pt x="244" y="102"/>
                    <a:pt x="263" y="83"/>
                    <a:pt x="286" y="83"/>
                  </a:cubicBezTo>
                  <a:cubicBezTo>
                    <a:pt x="309" y="83"/>
                    <a:pt x="327" y="102"/>
                    <a:pt x="327" y="125"/>
                  </a:cubicBezTo>
                  <a:cubicBezTo>
                    <a:pt x="327" y="126"/>
                    <a:pt x="327" y="127"/>
                    <a:pt x="327" y="127"/>
                  </a:cubicBezTo>
                  <a:cubicBezTo>
                    <a:pt x="341" y="125"/>
                    <a:pt x="353" y="123"/>
                    <a:pt x="361" y="119"/>
                  </a:cubicBezTo>
                  <a:cubicBezTo>
                    <a:pt x="364" y="116"/>
                    <a:pt x="363" y="105"/>
                    <a:pt x="363" y="103"/>
                  </a:cubicBezTo>
                  <a:close/>
                  <a:moveTo>
                    <a:pt x="31" y="74"/>
                  </a:moveTo>
                  <a:cubicBezTo>
                    <a:pt x="27" y="76"/>
                    <a:pt x="11" y="85"/>
                    <a:pt x="11" y="85"/>
                  </a:cubicBezTo>
                  <a:cubicBezTo>
                    <a:pt x="11" y="85"/>
                    <a:pt x="12" y="75"/>
                    <a:pt x="14" y="71"/>
                  </a:cubicBezTo>
                  <a:cubicBezTo>
                    <a:pt x="15" y="69"/>
                    <a:pt x="26" y="68"/>
                    <a:pt x="36" y="67"/>
                  </a:cubicBezTo>
                  <a:cubicBezTo>
                    <a:pt x="45" y="65"/>
                    <a:pt x="36" y="71"/>
                    <a:pt x="31" y="74"/>
                  </a:cubicBezTo>
                  <a:close/>
                  <a:moveTo>
                    <a:pt x="120" y="48"/>
                  </a:moveTo>
                  <a:cubicBezTo>
                    <a:pt x="103" y="49"/>
                    <a:pt x="106" y="43"/>
                    <a:pt x="114" y="39"/>
                  </a:cubicBezTo>
                  <a:cubicBezTo>
                    <a:pt x="132" y="29"/>
                    <a:pt x="156" y="17"/>
                    <a:pt x="171" y="15"/>
                  </a:cubicBezTo>
                  <a:cubicBezTo>
                    <a:pt x="180" y="14"/>
                    <a:pt x="191" y="13"/>
                    <a:pt x="202" y="13"/>
                  </a:cubicBezTo>
                  <a:cubicBezTo>
                    <a:pt x="199" y="46"/>
                    <a:pt x="199" y="46"/>
                    <a:pt x="199" y="46"/>
                  </a:cubicBezTo>
                  <a:cubicBezTo>
                    <a:pt x="169" y="47"/>
                    <a:pt x="138" y="48"/>
                    <a:pt x="120" y="48"/>
                  </a:cubicBezTo>
                  <a:close/>
                  <a:moveTo>
                    <a:pt x="211" y="46"/>
                  </a:moveTo>
                  <a:cubicBezTo>
                    <a:pt x="213" y="13"/>
                    <a:pt x="213" y="13"/>
                    <a:pt x="213" y="13"/>
                  </a:cubicBezTo>
                  <a:cubicBezTo>
                    <a:pt x="232" y="13"/>
                    <a:pt x="250" y="15"/>
                    <a:pt x="258" y="18"/>
                  </a:cubicBezTo>
                  <a:cubicBezTo>
                    <a:pt x="259" y="18"/>
                    <a:pt x="262" y="19"/>
                    <a:pt x="267" y="21"/>
                  </a:cubicBezTo>
                  <a:cubicBezTo>
                    <a:pt x="270" y="44"/>
                    <a:pt x="270" y="44"/>
                    <a:pt x="270" y="44"/>
                  </a:cubicBezTo>
                  <a:cubicBezTo>
                    <a:pt x="255" y="44"/>
                    <a:pt x="234" y="45"/>
                    <a:pt x="211" y="46"/>
                  </a:cubicBezTo>
                  <a:close/>
                  <a:moveTo>
                    <a:pt x="289" y="43"/>
                  </a:moveTo>
                  <a:cubicBezTo>
                    <a:pt x="289" y="43"/>
                    <a:pt x="284" y="43"/>
                    <a:pt x="277" y="43"/>
                  </a:cubicBezTo>
                  <a:cubicBezTo>
                    <a:pt x="274" y="23"/>
                    <a:pt x="274" y="23"/>
                    <a:pt x="274" y="23"/>
                  </a:cubicBezTo>
                  <a:cubicBezTo>
                    <a:pt x="279" y="25"/>
                    <a:pt x="285" y="28"/>
                    <a:pt x="291" y="30"/>
                  </a:cubicBezTo>
                  <a:cubicBezTo>
                    <a:pt x="298" y="33"/>
                    <a:pt x="303" y="43"/>
                    <a:pt x="289" y="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endParaRPr>
            </a:p>
          </p:txBody>
        </p:sp>
        <p:sp>
          <p:nvSpPr>
            <p:cNvPr id="48" name="Freeform 77">
              <a:extLst>
                <a:ext uri="{FF2B5EF4-FFF2-40B4-BE49-F238E27FC236}">
                  <a16:creationId xmlns:a16="http://schemas.microsoft.com/office/drawing/2014/main" id="{6FCDD906-5F19-4A40-35DD-7D38EAFCEC79}"/>
                </a:ext>
              </a:extLst>
            </p:cNvPr>
            <p:cNvSpPr>
              <a:spLocks noEditPoints="1"/>
            </p:cNvSpPr>
            <p:nvPr/>
          </p:nvSpPr>
          <p:spPr bwMode="auto">
            <a:xfrm flipH="1">
              <a:off x="4862290" y="3133208"/>
              <a:ext cx="162705" cy="160354"/>
            </a:xfrm>
            <a:custGeom>
              <a:avLst/>
              <a:gdLst>
                <a:gd name="T0" fmla="*/ 33 w 66"/>
                <a:gd name="T1" fmla="*/ 0 h 65"/>
                <a:gd name="T2" fmla="*/ 0 w 66"/>
                <a:gd name="T3" fmla="*/ 33 h 65"/>
                <a:gd name="T4" fmla="*/ 33 w 66"/>
                <a:gd name="T5" fmla="*/ 65 h 65"/>
                <a:gd name="T6" fmla="*/ 66 w 66"/>
                <a:gd name="T7" fmla="*/ 33 h 65"/>
                <a:gd name="T8" fmla="*/ 33 w 66"/>
                <a:gd name="T9" fmla="*/ 0 h 65"/>
                <a:gd name="T10" fmla="*/ 33 w 66"/>
                <a:gd name="T11" fmla="*/ 47 h 65"/>
                <a:gd name="T12" fmla="*/ 19 w 66"/>
                <a:gd name="T13" fmla="*/ 33 h 65"/>
                <a:gd name="T14" fmla="*/ 33 w 66"/>
                <a:gd name="T15" fmla="*/ 18 h 65"/>
                <a:gd name="T16" fmla="*/ 47 w 66"/>
                <a:gd name="T17" fmla="*/ 33 h 65"/>
                <a:gd name="T18" fmla="*/ 33 w 66"/>
                <a:gd name="T19" fmla="*/ 4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0"/>
                  </a:moveTo>
                  <a:cubicBezTo>
                    <a:pt x="15" y="0"/>
                    <a:pt x="0" y="14"/>
                    <a:pt x="0" y="33"/>
                  </a:cubicBezTo>
                  <a:cubicBezTo>
                    <a:pt x="0" y="51"/>
                    <a:pt x="15" y="65"/>
                    <a:pt x="33" y="65"/>
                  </a:cubicBezTo>
                  <a:cubicBezTo>
                    <a:pt x="51" y="65"/>
                    <a:pt x="66" y="51"/>
                    <a:pt x="66" y="33"/>
                  </a:cubicBezTo>
                  <a:cubicBezTo>
                    <a:pt x="66" y="14"/>
                    <a:pt x="51" y="0"/>
                    <a:pt x="33" y="0"/>
                  </a:cubicBezTo>
                  <a:close/>
                  <a:moveTo>
                    <a:pt x="33" y="47"/>
                  </a:moveTo>
                  <a:cubicBezTo>
                    <a:pt x="25" y="47"/>
                    <a:pt x="19" y="40"/>
                    <a:pt x="19" y="33"/>
                  </a:cubicBezTo>
                  <a:cubicBezTo>
                    <a:pt x="19" y="25"/>
                    <a:pt x="25" y="18"/>
                    <a:pt x="33" y="18"/>
                  </a:cubicBezTo>
                  <a:cubicBezTo>
                    <a:pt x="41" y="18"/>
                    <a:pt x="47" y="25"/>
                    <a:pt x="47" y="33"/>
                  </a:cubicBezTo>
                  <a:cubicBezTo>
                    <a:pt x="47" y="40"/>
                    <a:pt x="41" y="47"/>
                    <a:pt x="33" y="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endParaRPr>
            </a:p>
          </p:txBody>
        </p:sp>
        <p:sp>
          <p:nvSpPr>
            <p:cNvPr id="49" name="Freeform 78">
              <a:extLst>
                <a:ext uri="{FF2B5EF4-FFF2-40B4-BE49-F238E27FC236}">
                  <a16:creationId xmlns:a16="http://schemas.microsoft.com/office/drawing/2014/main" id="{F5C29442-98BF-8C54-E8BA-CCEC0D0CABDF}"/>
                </a:ext>
              </a:extLst>
            </p:cNvPr>
            <p:cNvSpPr>
              <a:spLocks noEditPoints="1"/>
            </p:cNvSpPr>
            <p:nvPr/>
          </p:nvSpPr>
          <p:spPr bwMode="auto">
            <a:xfrm flipH="1">
              <a:off x="5372507" y="3133208"/>
              <a:ext cx="162705" cy="160354"/>
            </a:xfrm>
            <a:custGeom>
              <a:avLst/>
              <a:gdLst>
                <a:gd name="T0" fmla="*/ 33 w 66"/>
                <a:gd name="T1" fmla="*/ 0 h 65"/>
                <a:gd name="T2" fmla="*/ 0 w 66"/>
                <a:gd name="T3" fmla="*/ 33 h 65"/>
                <a:gd name="T4" fmla="*/ 33 w 66"/>
                <a:gd name="T5" fmla="*/ 65 h 65"/>
                <a:gd name="T6" fmla="*/ 66 w 66"/>
                <a:gd name="T7" fmla="*/ 33 h 65"/>
                <a:gd name="T8" fmla="*/ 33 w 66"/>
                <a:gd name="T9" fmla="*/ 0 h 65"/>
                <a:gd name="T10" fmla="*/ 33 w 66"/>
                <a:gd name="T11" fmla="*/ 47 h 65"/>
                <a:gd name="T12" fmla="*/ 19 w 66"/>
                <a:gd name="T13" fmla="*/ 33 h 65"/>
                <a:gd name="T14" fmla="*/ 33 w 66"/>
                <a:gd name="T15" fmla="*/ 18 h 65"/>
                <a:gd name="T16" fmla="*/ 47 w 66"/>
                <a:gd name="T17" fmla="*/ 33 h 65"/>
                <a:gd name="T18" fmla="*/ 33 w 66"/>
                <a:gd name="T19" fmla="*/ 4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0"/>
                  </a:moveTo>
                  <a:cubicBezTo>
                    <a:pt x="15" y="0"/>
                    <a:pt x="0" y="14"/>
                    <a:pt x="0" y="33"/>
                  </a:cubicBezTo>
                  <a:cubicBezTo>
                    <a:pt x="0" y="51"/>
                    <a:pt x="15" y="65"/>
                    <a:pt x="33" y="65"/>
                  </a:cubicBezTo>
                  <a:cubicBezTo>
                    <a:pt x="51" y="65"/>
                    <a:pt x="66" y="51"/>
                    <a:pt x="66" y="33"/>
                  </a:cubicBezTo>
                  <a:cubicBezTo>
                    <a:pt x="66" y="14"/>
                    <a:pt x="51" y="0"/>
                    <a:pt x="33" y="0"/>
                  </a:cubicBezTo>
                  <a:close/>
                  <a:moveTo>
                    <a:pt x="33" y="47"/>
                  </a:moveTo>
                  <a:cubicBezTo>
                    <a:pt x="25" y="47"/>
                    <a:pt x="19" y="40"/>
                    <a:pt x="19" y="33"/>
                  </a:cubicBezTo>
                  <a:cubicBezTo>
                    <a:pt x="19" y="25"/>
                    <a:pt x="25" y="18"/>
                    <a:pt x="33" y="18"/>
                  </a:cubicBezTo>
                  <a:cubicBezTo>
                    <a:pt x="41" y="18"/>
                    <a:pt x="47" y="25"/>
                    <a:pt x="47" y="33"/>
                  </a:cubicBezTo>
                  <a:cubicBezTo>
                    <a:pt x="47" y="40"/>
                    <a:pt x="41" y="47"/>
                    <a:pt x="33" y="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endParaRPr>
            </a:p>
          </p:txBody>
        </p:sp>
        <p:sp>
          <p:nvSpPr>
            <p:cNvPr id="50" name="Freeform 117">
              <a:extLst>
                <a:ext uri="{FF2B5EF4-FFF2-40B4-BE49-F238E27FC236}">
                  <a16:creationId xmlns:a16="http://schemas.microsoft.com/office/drawing/2014/main" id="{B5C251E4-19E0-96F4-F9AA-EB592AB159BE}"/>
                </a:ext>
              </a:extLst>
            </p:cNvPr>
            <p:cNvSpPr>
              <a:spLocks/>
            </p:cNvSpPr>
            <p:nvPr/>
          </p:nvSpPr>
          <p:spPr bwMode="auto">
            <a:xfrm>
              <a:off x="5109890" y="3060488"/>
              <a:ext cx="96390" cy="151569"/>
            </a:xfrm>
            <a:custGeom>
              <a:avLst/>
              <a:gdLst>
                <a:gd name="T0" fmla="*/ 596 w 610"/>
                <a:gd name="T1" fmla="*/ 0 h 871"/>
                <a:gd name="T2" fmla="*/ 287 w 610"/>
                <a:gd name="T3" fmla="*/ 0 h 871"/>
                <a:gd name="T4" fmla="*/ 0 w 610"/>
                <a:gd name="T5" fmla="*/ 511 h 871"/>
                <a:gd name="T6" fmla="*/ 280 w 610"/>
                <a:gd name="T7" fmla="*/ 511 h 871"/>
                <a:gd name="T8" fmla="*/ 90 w 610"/>
                <a:gd name="T9" fmla="*/ 871 h 871"/>
                <a:gd name="T10" fmla="*/ 610 w 610"/>
                <a:gd name="T11" fmla="*/ 326 h 871"/>
                <a:gd name="T12" fmla="*/ 365 w 610"/>
                <a:gd name="T13" fmla="*/ 326 h 871"/>
                <a:gd name="T14" fmla="*/ 596 w 610"/>
                <a:gd name="T15" fmla="*/ 0 h 8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871">
                  <a:moveTo>
                    <a:pt x="596" y="0"/>
                  </a:moveTo>
                  <a:lnTo>
                    <a:pt x="287" y="0"/>
                  </a:lnTo>
                  <a:lnTo>
                    <a:pt x="0" y="511"/>
                  </a:lnTo>
                  <a:lnTo>
                    <a:pt x="280" y="511"/>
                  </a:lnTo>
                  <a:lnTo>
                    <a:pt x="90" y="871"/>
                  </a:lnTo>
                  <a:lnTo>
                    <a:pt x="610" y="326"/>
                  </a:lnTo>
                  <a:lnTo>
                    <a:pt x="365" y="326"/>
                  </a:lnTo>
                  <a:lnTo>
                    <a:pt x="596" y="0"/>
                  </a:ln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endParaRPr>
            </a:p>
          </p:txBody>
        </p:sp>
      </p:grpSp>
      <p:grpSp>
        <p:nvGrpSpPr>
          <p:cNvPr id="16" name="Group 15">
            <a:extLst>
              <a:ext uri="{FF2B5EF4-FFF2-40B4-BE49-F238E27FC236}">
                <a16:creationId xmlns:a16="http://schemas.microsoft.com/office/drawing/2014/main" id="{5EF66131-8A08-A4ED-633C-0FD470A685D7}"/>
              </a:ext>
            </a:extLst>
          </p:cNvPr>
          <p:cNvGrpSpPr/>
          <p:nvPr/>
        </p:nvGrpSpPr>
        <p:grpSpPr>
          <a:xfrm>
            <a:off x="2713978" y="2977831"/>
            <a:ext cx="6666867" cy="405271"/>
            <a:chOff x="2307769" y="3840086"/>
            <a:chExt cx="8178412" cy="494262"/>
          </a:xfrm>
          <a:solidFill>
            <a:schemeClr val="accent6">
              <a:lumMod val="60000"/>
              <a:lumOff val="40000"/>
            </a:schemeClr>
          </a:solidFill>
        </p:grpSpPr>
        <p:sp>
          <p:nvSpPr>
            <p:cNvPr id="45" name="Isosceles Triangle 44">
              <a:extLst>
                <a:ext uri="{FF2B5EF4-FFF2-40B4-BE49-F238E27FC236}">
                  <a16:creationId xmlns:a16="http://schemas.microsoft.com/office/drawing/2014/main" id="{EF359EE1-0FD6-FD28-667E-AB8763BF27F9}"/>
                </a:ext>
              </a:extLst>
            </p:cNvPr>
            <p:cNvSpPr/>
            <p:nvPr/>
          </p:nvSpPr>
          <p:spPr bwMode="gray">
            <a:xfrm rot="10800000">
              <a:off x="2307769" y="3840086"/>
              <a:ext cx="8178412" cy="494262"/>
            </a:xfrm>
            <a:prstGeom prst="triangle">
              <a:avLst>
                <a:gd name="adj" fmla="val 50000"/>
              </a:avLst>
            </a:prstGeom>
            <a:grpFill/>
            <a:ln w="19050" algn="ctr">
              <a:noFill/>
              <a:miter lim="800000"/>
              <a:headEnd/>
              <a:tailEnd/>
            </a:ln>
            <a:effectLst>
              <a:outerShdw blurRad="50800" dist="38100" dir="2700000" algn="tl" rotWithShape="0">
                <a:prstClr val="black">
                  <a:alpha val="40000"/>
                </a:prstClr>
              </a:outerShdw>
            </a:effectLst>
          </p:spPr>
          <p:txBody>
            <a:bodyPr wrap="square" lIns="88900" tIns="88900" rIns="88900" bIns="88900" rtlCol="0" anchor="ctr"/>
            <a:lstStyle/>
            <a:p>
              <a:pPr marL="0" marR="0" lvl="0" indent="0" algn="ctr" defTabSz="1219170" rtl="0" eaLnBrk="1" fontAlgn="auto" latinLnBrk="0" hangingPunct="1">
                <a:spcBef>
                  <a:spcPts val="0"/>
                </a:spcBef>
                <a:spcAft>
                  <a:spcPts val="0"/>
                </a:spcAft>
                <a:buClrTx/>
                <a:buSzTx/>
                <a:buFont typeface="Wingdings 2" pitchFamily="18" charset="2"/>
                <a:buNone/>
                <a:tabLst/>
                <a:defRPr/>
              </a:pPr>
              <a:endParaRPr kumimoji="0" lang="en-IN" sz="1200" b="1" i="0" u="none" strike="noStrike" kern="1200" cap="none" spc="0" normalizeH="0" baseline="0" noProof="0" dirty="0">
                <a:ln>
                  <a:noFill/>
                </a:ln>
                <a:solidFill>
                  <a:srgbClr val="FFFFFF"/>
                </a:solidFill>
                <a:effectLst/>
                <a:uLnTx/>
                <a:uFillTx/>
                <a:ea typeface="+mn-ea"/>
                <a:cs typeface="+mn-cs"/>
              </a:endParaRPr>
            </a:p>
          </p:txBody>
        </p:sp>
        <p:sp>
          <p:nvSpPr>
            <p:cNvPr id="46" name="TextBox 45">
              <a:extLst>
                <a:ext uri="{FF2B5EF4-FFF2-40B4-BE49-F238E27FC236}">
                  <a16:creationId xmlns:a16="http://schemas.microsoft.com/office/drawing/2014/main" id="{D1C8B1E2-A4C2-3816-FC89-7FD284C7A10D}"/>
                </a:ext>
              </a:extLst>
            </p:cNvPr>
            <p:cNvSpPr txBox="1"/>
            <p:nvPr/>
          </p:nvSpPr>
          <p:spPr>
            <a:xfrm>
              <a:off x="5352176" y="3902552"/>
              <a:ext cx="2357846" cy="225216"/>
            </a:xfrm>
            <a:prstGeom prst="rect">
              <a:avLst/>
            </a:prstGeom>
            <a:grpFill/>
          </p:spPr>
          <p:txBody>
            <a:bodyPr wrap="none" lIns="0" tIns="0" rIns="0" bIns="0" rtlCol="0">
              <a:spAutoFit/>
            </a:bodyPr>
            <a:lstStyle/>
            <a:p>
              <a:pPr algn="ctr">
                <a:spcBef>
                  <a:spcPts val="0"/>
                </a:spcBef>
                <a:spcAft>
                  <a:spcPts val="1333"/>
                </a:spcAft>
                <a:buSzPct val="100000"/>
              </a:pPr>
              <a:r>
                <a:rPr lang="en-US" sz="1200" b="1" noProof="0" dirty="0">
                  <a:solidFill>
                    <a:schemeClr val="bg1"/>
                  </a:solidFill>
                </a:rPr>
                <a:t>Key implications on the sector</a:t>
              </a:r>
            </a:p>
          </p:txBody>
        </p:sp>
      </p:grpSp>
      <p:sp>
        <p:nvSpPr>
          <p:cNvPr id="17" name="Rounded Rectangle 1">
            <a:extLst>
              <a:ext uri="{FF2B5EF4-FFF2-40B4-BE49-F238E27FC236}">
                <a16:creationId xmlns:a16="http://schemas.microsoft.com/office/drawing/2014/main" id="{772757FF-42F7-4846-DE5A-BAE265D03C0C}"/>
              </a:ext>
            </a:extLst>
          </p:cNvPr>
          <p:cNvSpPr/>
          <p:nvPr/>
        </p:nvSpPr>
        <p:spPr bwMode="gray">
          <a:xfrm>
            <a:off x="548277" y="3469512"/>
            <a:ext cx="2610486"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kern="0" dirty="0">
                <a:solidFill>
                  <a:srgbClr val="000000"/>
                </a:solidFill>
              </a:rPr>
              <a:t>Increasing clean energy mix in the energy portfolio </a:t>
            </a:r>
          </a:p>
        </p:txBody>
      </p:sp>
      <p:sp>
        <p:nvSpPr>
          <p:cNvPr id="18" name="Rounded Rectangle 1">
            <a:extLst>
              <a:ext uri="{FF2B5EF4-FFF2-40B4-BE49-F238E27FC236}">
                <a16:creationId xmlns:a16="http://schemas.microsoft.com/office/drawing/2014/main" id="{34C7EE85-4420-96E0-FFD8-3B73999FDBD9}"/>
              </a:ext>
            </a:extLst>
          </p:cNvPr>
          <p:cNvSpPr/>
          <p:nvPr/>
        </p:nvSpPr>
        <p:spPr bwMode="gray">
          <a:xfrm>
            <a:off x="548275" y="4207497"/>
            <a:ext cx="2610486"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b="1" kern="0" dirty="0">
                <a:solidFill>
                  <a:srgbClr val="000000"/>
                </a:solidFill>
              </a:rPr>
              <a:t>Increasing need for balancing power – </a:t>
            </a:r>
            <a:r>
              <a:rPr lang="en-US" sz="1200" kern="0" dirty="0">
                <a:solidFill>
                  <a:srgbClr val="000000"/>
                </a:solidFill>
              </a:rPr>
              <a:t>need of peaking stations, Storage</a:t>
            </a:r>
          </a:p>
        </p:txBody>
      </p:sp>
      <p:sp>
        <p:nvSpPr>
          <p:cNvPr id="19" name="Rounded Rectangle 1">
            <a:extLst>
              <a:ext uri="{FF2B5EF4-FFF2-40B4-BE49-F238E27FC236}">
                <a16:creationId xmlns:a16="http://schemas.microsoft.com/office/drawing/2014/main" id="{8C6C26BE-8118-C962-25F4-05A9E353FE2B}"/>
              </a:ext>
            </a:extLst>
          </p:cNvPr>
          <p:cNvSpPr/>
          <p:nvPr/>
        </p:nvSpPr>
        <p:spPr bwMode="gray">
          <a:xfrm>
            <a:off x="548276" y="4961666"/>
            <a:ext cx="2610486" cy="865721"/>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kern="0" dirty="0">
                <a:solidFill>
                  <a:srgbClr val="000000"/>
                </a:solidFill>
              </a:rPr>
              <a:t>Increasing preference towards RE from </a:t>
            </a:r>
            <a:r>
              <a:rPr lang="en-US" sz="1200" b="1" kern="0" dirty="0">
                <a:solidFill>
                  <a:srgbClr val="000000"/>
                </a:solidFill>
              </a:rPr>
              <a:t>corporate players</a:t>
            </a:r>
          </a:p>
        </p:txBody>
      </p:sp>
      <p:sp>
        <p:nvSpPr>
          <p:cNvPr id="20" name="Rounded Rectangle 1">
            <a:extLst>
              <a:ext uri="{FF2B5EF4-FFF2-40B4-BE49-F238E27FC236}">
                <a16:creationId xmlns:a16="http://schemas.microsoft.com/office/drawing/2014/main" id="{4E306D72-69FF-8744-86B6-383E4142D273}"/>
              </a:ext>
            </a:extLst>
          </p:cNvPr>
          <p:cNvSpPr/>
          <p:nvPr/>
        </p:nvSpPr>
        <p:spPr bwMode="gray">
          <a:xfrm>
            <a:off x="3295664" y="3469512"/>
            <a:ext cx="2677014"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kern="0" dirty="0">
                <a:solidFill>
                  <a:srgbClr val="000000"/>
                </a:solidFill>
              </a:rPr>
              <a:t>Emergence of Storage as a balancing component – </a:t>
            </a:r>
            <a:r>
              <a:rPr lang="en-US" sz="1200" b="1" kern="0" dirty="0">
                <a:solidFill>
                  <a:srgbClr val="000000"/>
                </a:solidFill>
              </a:rPr>
              <a:t>”Storage as a Service”</a:t>
            </a:r>
          </a:p>
        </p:txBody>
      </p:sp>
      <p:sp>
        <p:nvSpPr>
          <p:cNvPr id="21" name="Rounded Rectangle 1">
            <a:extLst>
              <a:ext uri="{FF2B5EF4-FFF2-40B4-BE49-F238E27FC236}">
                <a16:creationId xmlns:a16="http://schemas.microsoft.com/office/drawing/2014/main" id="{BDB20E0A-FF5C-DB4A-20F9-B10D1440629A}"/>
              </a:ext>
            </a:extLst>
          </p:cNvPr>
          <p:cNvSpPr/>
          <p:nvPr/>
        </p:nvSpPr>
        <p:spPr bwMode="gray">
          <a:xfrm>
            <a:off x="3295662" y="4207497"/>
            <a:ext cx="2677014"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kern="0">
                <a:solidFill>
                  <a:srgbClr val="000000"/>
                </a:solidFill>
              </a:rPr>
              <a:t>Emergence of new </a:t>
            </a:r>
            <a:r>
              <a:rPr lang="en-US" sz="1200" b="1" kern="0">
                <a:solidFill>
                  <a:srgbClr val="000000"/>
                </a:solidFill>
              </a:rPr>
              <a:t>EV led business models</a:t>
            </a:r>
            <a:endParaRPr lang="en-US" sz="1200" b="1" kern="0" dirty="0">
              <a:solidFill>
                <a:srgbClr val="000000"/>
              </a:solidFill>
            </a:endParaRPr>
          </a:p>
        </p:txBody>
      </p:sp>
      <p:sp>
        <p:nvSpPr>
          <p:cNvPr id="22" name="Rounded Rectangle 1">
            <a:extLst>
              <a:ext uri="{FF2B5EF4-FFF2-40B4-BE49-F238E27FC236}">
                <a16:creationId xmlns:a16="http://schemas.microsoft.com/office/drawing/2014/main" id="{CA95E477-1C1D-0CAD-9627-E0F56CE902FD}"/>
              </a:ext>
            </a:extLst>
          </p:cNvPr>
          <p:cNvSpPr/>
          <p:nvPr/>
        </p:nvSpPr>
        <p:spPr bwMode="gray">
          <a:xfrm>
            <a:off x="3295663" y="4961666"/>
            <a:ext cx="2677014" cy="865721"/>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kern="0" dirty="0">
                <a:solidFill>
                  <a:srgbClr val="000000"/>
                </a:solidFill>
              </a:rPr>
              <a:t>Focus towards “Hard to abate” sectors; emergence of </a:t>
            </a:r>
            <a:r>
              <a:rPr lang="en-US" sz="1200" b="1" kern="0" dirty="0">
                <a:solidFill>
                  <a:srgbClr val="000000"/>
                </a:solidFill>
              </a:rPr>
              <a:t>Green Hydrogen </a:t>
            </a:r>
            <a:r>
              <a:rPr lang="en-US" sz="1200" kern="0" dirty="0">
                <a:solidFill>
                  <a:srgbClr val="000000"/>
                </a:solidFill>
              </a:rPr>
              <a:t>as a decarbonization agent</a:t>
            </a:r>
          </a:p>
        </p:txBody>
      </p:sp>
      <p:sp>
        <p:nvSpPr>
          <p:cNvPr id="23" name="Rounded Rectangle 1">
            <a:extLst>
              <a:ext uri="{FF2B5EF4-FFF2-40B4-BE49-F238E27FC236}">
                <a16:creationId xmlns:a16="http://schemas.microsoft.com/office/drawing/2014/main" id="{56018C08-4FFC-4ECD-CBCC-F06965CFCF28}"/>
              </a:ext>
            </a:extLst>
          </p:cNvPr>
          <p:cNvSpPr/>
          <p:nvPr/>
        </p:nvSpPr>
        <p:spPr bwMode="gray">
          <a:xfrm>
            <a:off x="9065539" y="3469512"/>
            <a:ext cx="2548389"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marL="0" marR="0" lvl="0" indent="0" algn="l" defTabSz="885893" rtl="0" eaLnBrk="1" fontAlgn="auto" latinLnBrk="0" hangingPunct="1">
              <a:lnSpc>
                <a:spcPct val="100000"/>
              </a:lnSpc>
              <a:spcBef>
                <a:spcPts val="600"/>
              </a:spcBef>
              <a:spcAft>
                <a:spcPts val="0"/>
              </a:spcAft>
              <a:buClrTx/>
              <a:buSzPct val="100000"/>
              <a:buFontTx/>
              <a:buNone/>
              <a:tabLst/>
              <a:defRPr/>
            </a:pPr>
            <a:r>
              <a:rPr lang="en-US" sz="1200" kern="0" dirty="0">
                <a:solidFill>
                  <a:prstClr val="black"/>
                </a:solidFill>
              </a:rPr>
              <a:t>Customers are becoming aware and demanding</a:t>
            </a:r>
          </a:p>
        </p:txBody>
      </p:sp>
      <p:sp>
        <p:nvSpPr>
          <p:cNvPr id="24" name="Rounded Rectangle 1">
            <a:extLst>
              <a:ext uri="{FF2B5EF4-FFF2-40B4-BE49-F238E27FC236}">
                <a16:creationId xmlns:a16="http://schemas.microsoft.com/office/drawing/2014/main" id="{29A5F049-EFF5-AAF2-2303-738F3E124943}"/>
              </a:ext>
            </a:extLst>
          </p:cNvPr>
          <p:cNvSpPr/>
          <p:nvPr/>
        </p:nvSpPr>
        <p:spPr bwMode="gray">
          <a:xfrm>
            <a:off x="9065535" y="4207497"/>
            <a:ext cx="2548390"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marL="0" marR="0" lvl="0" indent="0" algn="l" defTabSz="885893" rtl="0" eaLnBrk="1" fontAlgn="auto" latinLnBrk="0" hangingPunct="1">
              <a:lnSpc>
                <a:spcPct val="100000"/>
              </a:lnSpc>
              <a:spcBef>
                <a:spcPts val="600"/>
              </a:spcBef>
              <a:spcAft>
                <a:spcPts val="0"/>
              </a:spcAft>
              <a:buClrTx/>
              <a:buSzPct val="100000"/>
              <a:buFontTx/>
              <a:buNone/>
              <a:tabLst/>
              <a:defRPr/>
            </a:pPr>
            <a:r>
              <a:rPr kumimoji="0" lang="en-US" sz="1200" b="0" i="0" u="none" strike="noStrike" kern="0" cap="none" spc="0" normalizeH="0" baseline="0" noProof="0" dirty="0">
                <a:ln>
                  <a:noFill/>
                </a:ln>
                <a:solidFill>
                  <a:prstClr val="black"/>
                </a:solidFill>
                <a:effectLst/>
                <a:uLnTx/>
                <a:uFillTx/>
                <a:ea typeface="+mn-ea"/>
                <a:cs typeface="+mn-cs"/>
              </a:rPr>
              <a:t>Business are moving towards </a:t>
            </a:r>
            <a:r>
              <a:rPr kumimoji="0" lang="en-US" sz="1200" b="1" i="0" u="none" strike="noStrike" kern="0" cap="none" spc="0" normalizeH="0" baseline="0" noProof="0" dirty="0">
                <a:ln>
                  <a:noFill/>
                </a:ln>
                <a:solidFill>
                  <a:prstClr val="black"/>
                </a:solidFill>
                <a:effectLst/>
                <a:uLnTx/>
                <a:uFillTx/>
                <a:ea typeface="+mn-ea"/>
                <a:cs typeface="+mn-cs"/>
              </a:rPr>
              <a:t>service-based models</a:t>
            </a:r>
          </a:p>
        </p:txBody>
      </p:sp>
      <p:sp>
        <p:nvSpPr>
          <p:cNvPr id="25" name="Rounded Rectangle 1">
            <a:extLst>
              <a:ext uri="{FF2B5EF4-FFF2-40B4-BE49-F238E27FC236}">
                <a16:creationId xmlns:a16="http://schemas.microsoft.com/office/drawing/2014/main" id="{ED280F19-82C1-656B-535D-5199B8498206}"/>
              </a:ext>
            </a:extLst>
          </p:cNvPr>
          <p:cNvSpPr/>
          <p:nvPr/>
        </p:nvSpPr>
        <p:spPr bwMode="gray">
          <a:xfrm>
            <a:off x="9065535" y="4961666"/>
            <a:ext cx="2548391" cy="865721"/>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kern="0" dirty="0">
                <a:solidFill>
                  <a:srgbClr val="000000"/>
                </a:solidFill>
              </a:rPr>
              <a:t>Evolution of new features leading to convenience </a:t>
            </a:r>
            <a:endParaRPr lang="en-US" sz="1200" b="1" kern="0" dirty="0">
              <a:solidFill>
                <a:srgbClr val="000000"/>
              </a:solidFill>
            </a:endParaRPr>
          </a:p>
        </p:txBody>
      </p:sp>
      <p:sp>
        <p:nvSpPr>
          <p:cNvPr id="26" name="Rectangle 25">
            <a:extLst>
              <a:ext uri="{FF2B5EF4-FFF2-40B4-BE49-F238E27FC236}">
                <a16:creationId xmlns:a16="http://schemas.microsoft.com/office/drawing/2014/main" id="{C857131C-FD3D-477B-DF41-D94F4B7CA23B}"/>
              </a:ext>
            </a:extLst>
          </p:cNvPr>
          <p:cNvSpPr/>
          <p:nvPr/>
        </p:nvSpPr>
        <p:spPr bwMode="gray">
          <a:xfrm>
            <a:off x="6088836" y="1275883"/>
            <a:ext cx="2860543" cy="1640813"/>
          </a:xfrm>
          <a:prstGeom prst="rect">
            <a:avLst/>
          </a:prstGeom>
          <a:solidFill>
            <a:srgbClr val="DDEFE8">
              <a:alpha val="30000"/>
            </a:srgbClr>
          </a:solidFill>
          <a:ln w="19050" algn="ctr">
            <a:solidFill>
              <a:schemeClr val="accent5"/>
            </a:solidFill>
            <a:prstDash val="sysDot"/>
            <a:miter lim="800000"/>
            <a:headEnd/>
            <a:tailEnd/>
          </a:ln>
        </p:spPr>
        <p:txBody>
          <a:bodyPr wrap="square" lIns="88900" tIns="88900" rIns="88900" bIns="88900" rtlCol="0" anchor="ctr"/>
          <a:lstStyle/>
          <a:p>
            <a:pPr algn="ctr" defTabSz="885893">
              <a:lnSpc>
                <a:spcPct val="106000"/>
              </a:lnSpc>
              <a:defRPr/>
            </a:pPr>
            <a:endParaRPr lang="en-IN" sz="1600" b="1" kern="0" dirty="0">
              <a:solidFill>
                <a:prstClr val="white"/>
              </a:solidFill>
              <a:latin typeface="Calibri" panose="020F0502020204030204" pitchFamily="34" charset="0"/>
              <a:cs typeface="Calibri" panose="020F0502020204030204" pitchFamily="34" charset="0"/>
            </a:endParaRPr>
          </a:p>
        </p:txBody>
      </p:sp>
      <p:sp>
        <p:nvSpPr>
          <p:cNvPr id="27" name="TextBox 26">
            <a:extLst>
              <a:ext uri="{FF2B5EF4-FFF2-40B4-BE49-F238E27FC236}">
                <a16:creationId xmlns:a16="http://schemas.microsoft.com/office/drawing/2014/main" id="{26290139-FA61-37C0-A487-21884B9C8B22}"/>
              </a:ext>
            </a:extLst>
          </p:cNvPr>
          <p:cNvSpPr txBox="1"/>
          <p:nvPr/>
        </p:nvSpPr>
        <p:spPr>
          <a:xfrm>
            <a:off x="6103313" y="1354702"/>
            <a:ext cx="2636096" cy="196066"/>
          </a:xfrm>
          <a:prstGeom prst="rect">
            <a:avLst/>
          </a:prstGeom>
          <a:noFill/>
        </p:spPr>
        <p:txBody>
          <a:bodyPr wrap="square" lIns="0" tIns="0" rIns="0" bIns="0" rtlCol="0">
            <a:spAutoFit/>
          </a:bodyPr>
          <a:lstStyle/>
          <a:p>
            <a:pPr algn="ctr" defTabSz="885893">
              <a:spcBef>
                <a:spcPts val="600"/>
              </a:spcBef>
              <a:buSzPct val="100000"/>
              <a:defRPr/>
            </a:pPr>
            <a:r>
              <a:rPr lang="en-US" sz="1400" b="1" kern="0" dirty="0">
                <a:latin typeface="Calibri" panose="020F0502020204030204" pitchFamily="34" charset="0"/>
                <a:cs typeface="Calibri" panose="020F0502020204030204" pitchFamily="34" charset="0"/>
              </a:rPr>
              <a:t>Rise of Digital Technologies</a:t>
            </a:r>
          </a:p>
        </p:txBody>
      </p:sp>
      <p:sp>
        <p:nvSpPr>
          <p:cNvPr id="28" name="Rounded Rectangle 1">
            <a:extLst>
              <a:ext uri="{FF2B5EF4-FFF2-40B4-BE49-F238E27FC236}">
                <a16:creationId xmlns:a16="http://schemas.microsoft.com/office/drawing/2014/main" id="{2B5A610E-5ACF-0659-48AC-95F6688BBCF9}"/>
              </a:ext>
            </a:extLst>
          </p:cNvPr>
          <p:cNvSpPr/>
          <p:nvPr/>
        </p:nvSpPr>
        <p:spPr bwMode="gray">
          <a:xfrm>
            <a:off x="6103316" y="3468256"/>
            <a:ext cx="2846062"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marL="0" marR="0" lvl="0" indent="0" algn="l" defTabSz="885893" rtl="0" eaLnBrk="1" fontAlgn="auto" latinLnBrk="0" hangingPunct="1">
              <a:lnSpc>
                <a:spcPct val="100000"/>
              </a:lnSpc>
              <a:spcBef>
                <a:spcPts val="600"/>
              </a:spcBef>
              <a:spcAft>
                <a:spcPts val="0"/>
              </a:spcAft>
              <a:buClrTx/>
              <a:buSzPct val="100000"/>
              <a:buFontTx/>
              <a:buNone/>
              <a:tabLst/>
              <a:defRPr/>
            </a:pPr>
            <a:r>
              <a:rPr kumimoji="0" lang="en-US" sz="1200" b="1" i="0" u="none" strike="noStrike" kern="0" cap="none" spc="0" normalizeH="0" baseline="0" noProof="0" dirty="0">
                <a:ln>
                  <a:noFill/>
                </a:ln>
                <a:effectLst/>
                <a:uLnTx/>
                <a:uFillTx/>
                <a:ea typeface="+mn-ea"/>
                <a:cs typeface="+mn-cs"/>
              </a:rPr>
              <a:t>Digitalization of utilities - </a:t>
            </a:r>
            <a:r>
              <a:rPr kumimoji="0" lang="en-US" sz="1200" i="0" u="none" strike="noStrike" kern="0" cap="none" spc="0" normalizeH="0" baseline="0" noProof="0" dirty="0">
                <a:ln>
                  <a:noFill/>
                </a:ln>
                <a:effectLst/>
                <a:uLnTx/>
                <a:uFillTx/>
                <a:ea typeface="+mn-ea"/>
                <a:cs typeface="+mn-cs"/>
              </a:rPr>
              <a:t>Load and generation forecasting; grid modernization; intelligent equipment</a:t>
            </a:r>
          </a:p>
        </p:txBody>
      </p:sp>
      <p:sp>
        <p:nvSpPr>
          <p:cNvPr id="29" name="Rounded Rectangle 1">
            <a:extLst>
              <a:ext uri="{FF2B5EF4-FFF2-40B4-BE49-F238E27FC236}">
                <a16:creationId xmlns:a16="http://schemas.microsoft.com/office/drawing/2014/main" id="{6A822E33-42DA-623F-297B-2BB08A1BCE34}"/>
              </a:ext>
            </a:extLst>
          </p:cNvPr>
          <p:cNvSpPr/>
          <p:nvPr/>
        </p:nvSpPr>
        <p:spPr bwMode="gray">
          <a:xfrm>
            <a:off x="6103313" y="4207498"/>
            <a:ext cx="2846062" cy="623586"/>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defTabSz="781693">
              <a:spcBef>
                <a:spcPts val="529"/>
              </a:spcBef>
              <a:buSzPct val="100000"/>
              <a:defRPr/>
            </a:pPr>
            <a:r>
              <a:rPr lang="en-US" sz="1200" kern="0" dirty="0">
                <a:solidFill>
                  <a:srgbClr val="000000"/>
                </a:solidFill>
                <a:cs typeface="Calibri" panose="020F0502020204030204" pitchFamily="34" charset="0"/>
              </a:rPr>
              <a:t>Emergence of </a:t>
            </a:r>
            <a:r>
              <a:rPr kumimoji="0" lang="en-IN" sz="1200" b="1" i="0" u="none" strike="noStrike" kern="1200" cap="none" spc="0" normalizeH="0" baseline="0" noProof="0" dirty="0">
                <a:ln>
                  <a:noFill/>
                </a:ln>
                <a:solidFill>
                  <a:srgbClr val="000000"/>
                </a:solidFill>
                <a:effectLst/>
                <a:uLnTx/>
                <a:uFillTx/>
                <a:ea typeface="Verdana" panose="020B0604030504040204" pitchFamily="34" charset="0"/>
                <a:cs typeface="Calibri" panose="020F0502020204030204" pitchFamily="34" charset="0"/>
              </a:rPr>
              <a:t>Connected and Smart Devices</a:t>
            </a:r>
          </a:p>
        </p:txBody>
      </p:sp>
      <p:sp>
        <p:nvSpPr>
          <p:cNvPr id="30" name="Rounded Rectangle 1">
            <a:extLst>
              <a:ext uri="{FF2B5EF4-FFF2-40B4-BE49-F238E27FC236}">
                <a16:creationId xmlns:a16="http://schemas.microsoft.com/office/drawing/2014/main" id="{DD267213-FFE6-E42E-9777-73281BA3749D}"/>
              </a:ext>
            </a:extLst>
          </p:cNvPr>
          <p:cNvSpPr/>
          <p:nvPr/>
        </p:nvSpPr>
        <p:spPr bwMode="gray">
          <a:xfrm>
            <a:off x="6103313" y="4961666"/>
            <a:ext cx="2846062" cy="865721"/>
          </a:xfrm>
          <a:prstGeom prst="roundRect">
            <a:avLst>
              <a:gd name="adj" fmla="val 16144"/>
            </a:avLst>
          </a:prstGeom>
          <a:noFill/>
          <a:ln w="9525" algn="ctr">
            <a:solidFill>
              <a:schemeClr val="tx1">
                <a:lumMod val="50000"/>
                <a:lumOff val="50000"/>
              </a:schemeClr>
            </a:solidFill>
            <a:prstDash val="sysDash"/>
            <a:miter lim="800000"/>
            <a:headEnd/>
            <a:tailEnd/>
          </a:ln>
        </p:spPr>
        <p:txBody>
          <a:bodyPr wrap="square" lIns="88900" tIns="88900" rIns="88900" bIns="88900" rtlCol="0" anchor="ctr"/>
          <a:lstStyle/>
          <a:p>
            <a:pPr lvl="0" defTabSz="781693">
              <a:spcBef>
                <a:spcPts val="529"/>
              </a:spcBef>
              <a:buSzPct val="100000"/>
              <a:defRPr/>
            </a:pPr>
            <a:r>
              <a:rPr lang="en-US" sz="1200" b="1" kern="0" dirty="0">
                <a:solidFill>
                  <a:srgbClr val="000000"/>
                </a:solidFill>
                <a:cs typeface="Calibri" panose="020F0502020204030204" pitchFamily="34" charset="0"/>
              </a:rPr>
              <a:t>Increasing adoption of Data analytic </a:t>
            </a:r>
            <a:r>
              <a:rPr lang="en-US" sz="1200" kern="0" dirty="0">
                <a:solidFill>
                  <a:srgbClr val="000000"/>
                </a:solidFill>
                <a:cs typeface="Calibri" panose="020F0502020204030204" pitchFamily="34" charset="0"/>
              </a:rPr>
              <a:t>for performance monitoring, asset management etc.</a:t>
            </a:r>
          </a:p>
        </p:txBody>
      </p:sp>
      <p:sp>
        <p:nvSpPr>
          <p:cNvPr id="31" name="Freeform 878">
            <a:extLst>
              <a:ext uri="{FF2B5EF4-FFF2-40B4-BE49-F238E27FC236}">
                <a16:creationId xmlns:a16="http://schemas.microsoft.com/office/drawing/2014/main" id="{9D2A2466-6962-895B-C9F4-E54D359A6B93}"/>
              </a:ext>
            </a:extLst>
          </p:cNvPr>
          <p:cNvSpPr>
            <a:spLocks noChangeAspect="1" noEditPoints="1"/>
          </p:cNvSpPr>
          <p:nvPr/>
        </p:nvSpPr>
        <p:spPr bwMode="auto">
          <a:xfrm>
            <a:off x="7232310" y="2033135"/>
            <a:ext cx="597113" cy="55950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94 h 512"/>
              <a:gd name="T12" fmla="*/ 234 w 512"/>
              <a:gd name="T13" fmla="*/ 373 h 512"/>
              <a:gd name="T14" fmla="*/ 256 w 512"/>
              <a:gd name="T15" fmla="*/ 352 h 512"/>
              <a:gd name="T16" fmla="*/ 277 w 512"/>
              <a:gd name="T17" fmla="*/ 373 h 512"/>
              <a:gd name="T18" fmla="*/ 256 w 512"/>
              <a:gd name="T19" fmla="*/ 394 h 512"/>
              <a:gd name="T20" fmla="*/ 317 w 512"/>
              <a:gd name="T21" fmla="*/ 327 h 512"/>
              <a:gd name="T22" fmla="*/ 301 w 512"/>
              <a:gd name="T23" fmla="*/ 327 h 512"/>
              <a:gd name="T24" fmla="*/ 256 w 512"/>
              <a:gd name="T25" fmla="*/ 309 h 512"/>
              <a:gd name="T26" fmla="*/ 210 w 512"/>
              <a:gd name="T27" fmla="*/ 327 h 512"/>
              <a:gd name="T28" fmla="*/ 202 w 512"/>
              <a:gd name="T29" fmla="*/ 330 h 512"/>
              <a:gd name="T30" fmla="*/ 195 w 512"/>
              <a:gd name="T31" fmla="*/ 327 h 512"/>
              <a:gd name="T32" fmla="*/ 195 w 512"/>
              <a:gd name="T33" fmla="*/ 312 h 512"/>
              <a:gd name="T34" fmla="*/ 256 w 512"/>
              <a:gd name="T35" fmla="*/ 288 h 512"/>
              <a:gd name="T36" fmla="*/ 317 w 512"/>
              <a:gd name="T37" fmla="*/ 312 h 512"/>
              <a:gd name="T38" fmla="*/ 317 w 512"/>
              <a:gd name="T39" fmla="*/ 327 h 512"/>
              <a:gd name="T40" fmla="*/ 370 w 512"/>
              <a:gd name="T41" fmla="*/ 274 h 512"/>
              <a:gd name="T42" fmla="*/ 355 w 512"/>
              <a:gd name="T43" fmla="*/ 274 h 512"/>
              <a:gd name="T44" fmla="*/ 256 w 512"/>
              <a:gd name="T45" fmla="*/ 234 h 512"/>
              <a:gd name="T46" fmla="*/ 167 w 512"/>
              <a:gd name="T47" fmla="*/ 274 h 512"/>
              <a:gd name="T48" fmla="*/ 160 w 512"/>
              <a:gd name="T49" fmla="*/ 277 h 512"/>
              <a:gd name="T50" fmla="*/ 152 w 512"/>
              <a:gd name="T51" fmla="*/ 274 h 512"/>
              <a:gd name="T52" fmla="*/ 152 w 512"/>
              <a:gd name="T53" fmla="*/ 259 h 512"/>
              <a:gd name="T54" fmla="*/ 256 w 512"/>
              <a:gd name="T55" fmla="*/ 213 h 512"/>
              <a:gd name="T56" fmla="*/ 370 w 512"/>
              <a:gd name="T57" fmla="*/ 259 h 512"/>
              <a:gd name="T58" fmla="*/ 370 w 512"/>
              <a:gd name="T59" fmla="*/ 274 h 512"/>
              <a:gd name="T60" fmla="*/ 413 w 512"/>
              <a:gd name="T61" fmla="*/ 221 h 512"/>
              <a:gd name="T62" fmla="*/ 405 w 512"/>
              <a:gd name="T63" fmla="*/ 224 h 512"/>
              <a:gd name="T64" fmla="*/ 397 w 512"/>
              <a:gd name="T65" fmla="*/ 221 h 512"/>
              <a:gd name="T66" fmla="*/ 256 w 512"/>
              <a:gd name="T67" fmla="*/ 160 h 512"/>
              <a:gd name="T68" fmla="*/ 114 w 512"/>
              <a:gd name="T69" fmla="*/ 221 h 512"/>
              <a:gd name="T70" fmla="*/ 99 w 512"/>
              <a:gd name="T71" fmla="*/ 221 h 512"/>
              <a:gd name="T72" fmla="*/ 99 w 512"/>
              <a:gd name="T73" fmla="*/ 205 h 512"/>
              <a:gd name="T74" fmla="*/ 256 w 512"/>
              <a:gd name="T75" fmla="*/ 138 h 512"/>
              <a:gd name="T76" fmla="*/ 413 w 512"/>
              <a:gd name="T77" fmla="*/ 205 h 512"/>
              <a:gd name="T78" fmla="*/ 413 w 512"/>
              <a:gd name="T79" fmla="*/ 22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94"/>
                </a:moveTo>
                <a:cubicBezTo>
                  <a:pt x="244" y="394"/>
                  <a:pt x="234" y="385"/>
                  <a:pt x="234" y="373"/>
                </a:cubicBezTo>
                <a:cubicBezTo>
                  <a:pt x="234" y="361"/>
                  <a:pt x="244" y="352"/>
                  <a:pt x="256" y="352"/>
                </a:cubicBezTo>
                <a:cubicBezTo>
                  <a:pt x="267" y="352"/>
                  <a:pt x="277" y="361"/>
                  <a:pt x="277" y="373"/>
                </a:cubicBezTo>
                <a:cubicBezTo>
                  <a:pt x="277" y="385"/>
                  <a:pt x="267" y="394"/>
                  <a:pt x="256" y="394"/>
                </a:cubicBezTo>
                <a:close/>
                <a:moveTo>
                  <a:pt x="317" y="327"/>
                </a:moveTo>
                <a:cubicBezTo>
                  <a:pt x="312" y="331"/>
                  <a:pt x="306" y="331"/>
                  <a:pt x="301" y="327"/>
                </a:cubicBezTo>
                <a:cubicBezTo>
                  <a:pt x="290" y="316"/>
                  <a:pt x="273" y="309"/>
                  <a:pt x="256" y="309"/>
                </a:cubicBezTo>
                <a:cubicBezTo>
                  <a:pt x="239" y="309"/>
                  <a:pt x="221" y="316"/>
                  <a:pt x="210" y="327"/>
                </a:cubicBezTo>
                <a:cubicBezTo>
                  <a:pt x="208" y="329"/>
                  <a:pt x="205" y="330"/>
                  <a:pt x="202" y="330"/>
                </a:cubicBezTo>
                <a:cubicBezTo>
                  <a:pt x="200" y="330"/>
                  <a:pt x="197" y="329"/>
                  <a:pt x="195" y="327"/>
                </a:cubicBezTo>
                <a:cubicBezTo>
                  <a:pt x="191" y="323"/>
                  <a:pt x="191" y="316"/>
                  <a:pt x="195" y="312"/>
                </a:cubicBezTo>
                <a:cubicBezTo>
                  <a:pt x="210" y="297"/>
                  <a:pt x="233" y="288"/>
                  <a:pt x="256" y="288"/>
                </a:cubicBezTo>
                <a:cubicBezTo>
                  <a:pt x="278" y="288"/>
                  <a:pt x="301" y="297"/>
                  <a:pt x="317" y="312"/>
                </a:cubicBezTo>
                <a:cubicBezTo>
                  <a:pt x="321" y="316"/>
                  <a:pt x="321" y="323"/>
                  <a:pt x="317" y="327"/>
                </a:cubicBezTo>
                <a:close/>
                <a:moveTo>
                  <a:pt x="370" y="274"/>
                </a:moveTo>
                <a:cubicBezTo>
                  <a:pt x="366" y="278"/>
                  <a:pt x="359" y="278"/>
                  <a:pt x="355" y="274"/>
                </a:cubicBezTo>
                <a:cubicBezTo>
                  <a:pt x="330" y="249"/>
                  <a:pt x="292" y="234"/>
                  <a:pt x="256" y="234"/>
                </a:cubicBezTo>
                <a:cubicBezTo>
                  <a:pt x="222" y="234"/>
                  <a:pt x="194" y="247"/>
                  <a:pt x="167" y="274"/>
                </a:cubicBezTo>
                <a:cubicBezTo>
                  <a:pt x="165" y="276"/>
                  <a:pt x="162" y="277"/>
                  <a:pt x="160" y="277"/>
                </a:cubicBezTo>
                <a:cubicBezTo>
                  <a:pt x="157" y="277"/>
                  <a:pt x="154" y="276"/>
                  <a:pt x="152" y="274"/>
                </a:cubicBezTo>
                <a:cubicBezTo>
                  <a:pt x="148" y="270"/>
                  <a:pt x="148" y="263"/>
                  <a:pt x="152" y="259"/>
                </a:cubicBezTo>
                <a:cubicBezTo>
                  <a:pt x="183" y="228"/>
                  <a:pt x="216" y="213"/>
                  <a:pt x="256" y="213"/>
                </a:cubicBezTo>
                <a:cubicBezTo>
                  <a:pt x="298" y="213"/>
                  <a:pt x="342" y="231"/>
                  <a:pt x="370" y="259"/>
                </a:cubicBezTo>
                <a:cubicBezTo>
                  <a:pt x="374" y="263"/>
                  <a:pt x="374" y="270"/>
                  <a:pt x="370" y="274"/>
                </a:cubicBezTo>
                <a:close/>
                <a:moveTo>
                  <a:pt x="413" y="221"/>
                </a:moveTo>
                <a:cubicBezTo>
                  <a:pt x="410" y="223"/>
                  <a:pt x="408" y="224"/>
                  <a:pt x="405" y="224"/>
                </a:cubicBezTo>
                <a:cubicBezTo>
                  <a:pt x="402" y="224"/>
                  <a:pt x="400" y="223"/>
                  <a:pt x="397" y="221"/>
                </a:cubicBezTo>
                <a:cubicBezTo>
                  <a:pt x="358" y="181"/>
                  <a:pt x="309" y="160"/>
                  <a:pt x="256" y="160"/>
                </a:cubicBezTo>
                <a:cubicBezTo>
                  <a:pt x="203" y="160"/>
                  <a:pt x="154" y="181"/>
                  <a:pt x="114" y="221"/>
                </a:cubicBezTo>
                <a:cubicBezTo>
                  <a:pt x="110" y="225"/>
                  <a:pt x="103" y="225"/>
                  <a:pt x="99" y="221"/>
                </a:cubicBezTo>
                <a:cubicBezTo>
                  <a:pt x="95" y="216"/>
                  <a:pt x="95" y="210"/>
                  <a:pt x="99" y="205"/>
                </a:cubicBezTo>
                <a:cubicBezTo>
                  <a:pt x="143" y="162"/>
                  <a:pt x="197" y="138"/>
                  <a:pt x="256" y="138"/>
                </a:cubicBezTo>
                <a:cubicBezTo>
                  <a:pt x="314" y="138"/>
                  <a:pt x="369" y="162"/>
                  <a:pt x="413" y="205"/>
                </a:cubicBezTo>
                <a:cubicBezTo>
                  <a:pt x="417" y="210"/>
                  <a:pt x="417" y="216"/>
                  <a:pt x="413" y="22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32" name="Group 31">
            <a:extLst>
              <a:ext uri="{FF2B5EF4-FFF2-40B4-BE49-F238E27FC236}">
                <a16:creationId xmlns:a16="http://schemas.microsoft.com/office/drawing/2014/main" id="{BA26B7BF-A182-DF74-9447-E7F843B315AE}"/>
              </a:ext>
            </a:extLst>
          </p:cNvPr>
          <p:cNvGrpSpPr/>
          <p:nvPr/>
        </p:nvGrpSpPr>
        <p:grpSpPr>
          <a:xfrm>
            <a:off x="10097181" y="1977314"/>
            <a:ext cx="608134" cy="624544"/>
            <a:chOff x="9558135" y="2198632"/>
            <a:chExt cx="626145" cy="686269"/>
          </a:xfrm>
        </p:grpSpPr>
        <p:grpSp>
          <p:nvGrpSpPr>
            <p:cNvPr id="33" name="Group 32">
              <a:extLst>
                <a:ext uri="{FF2B5EF4-FFF2-40B4-BE49-F238E27FC236}">
                  <a16:creationId xmlns:a16="http://schemas.microsoft.com/office/drawing/2014/main" id="{BB2E0830-17A0-F4D8-4C9F-84DA31D7BF2C}"/>
                </a:ext>
              </a:extLst>
            </p:cNvPr>
            <p:cNvGrpSpPr>
              <a:grpSpLocks noChangeAspect="1"/>
            </p:cNvGrpSpPr>
            <p:nvPr/>
          </p:nvGrpSpPr>
          <p:grpSpPr>
            <a:xfrm>
              <a:off x="9558135" y="2198632"/>
              <a:ext cx="372672" cy="370802"/>
              <a:chOff x="5672140" y="4513263"/>
              <a:chExt cx="1579564" cy="1571625"/>
            </a:xfrm>
            <a:solidFill>
              <a:schemeClr val="accent2"/>
            </a:solidFill>
          </p:grpSpPr>
          <p:sp>
            <p:nvSpPr>
              <p:cNvPr id="38" name="Rectangle 5">
                <a:extLst>
                  <a:ext uri="{FF2B5EF4-FFF2-40B4-BE49-F238E27FC236}">
                    <a16:creationId xmlns:a16="http://schemas.microsoft.com/office/drawing/2014/main" id="{68405D7F-C77B-A192-7ECA-D27866A4A050}"/>
                  </a:ext>
                </a:extLst>
              </p:cNvPr>
              <p:cNvSpPr>
                <a:spLocks noChangeArrowheads="1"/>
              </p:cNvSpPr>
              <p:nvPr/>
            </p:nvSpPr>
            <p:spPr bwMode="auto">
              <a:xfrm>
                <a:off x="6067425" y="5135563"/>
                <a:ext cx="131762" cy="1968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9" name="Oval 6">
                <a:extLst>
                  <a:ext uri="{FF2B5EF4-FFF2-40B4-BE49-F238E27FC236}">
                    <a16:creationId xmlns:a16="http://schemas.microsoft.com/office/drawing/2014/main" id="{BE35D30C-43DB-DC67-5FF9-323CE21B9DF0}"/>
                  </a:ext>
                </a:extLst>
              </p:cNvPr>
              <p:cNvSpPr>
                <a:spLocks noChangeArrowheads="1"/>
              </p:cNvSpPr>
              <p:nvPr/>
            </p:nvSpPr>
            <p:spPr bwMode="auto">
              <a:xfrm>
                <a:off x="6100763" y="4873626"/>
                <a:ext cx="65087"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0" name="Rectangle 7">
                <a:extLst>
                  <a:ext uri="{FF2B5EF4-FFF2-40B4-BE49-F238E27FC236}">
                    <a16:creationId xmlns:a16="http://schemas.microsoft.com/office/drawing/2014/main" id="{250284D9-6F82-A495-D67C-64C447919AD4}"/>
                  </a:ext>
                </a:extLst>
              </p:cNvPr>
              <p:cNvSpPr>
                <a:spLocks noChangeArrowheads="1"/>
              </p:cNvSpPr>
              <p:nvPr/>
            </p:nvSpPr>
            <p:spPr bwMode="auto">
              <a:xfrm>
                <a:off x="6396038" y="5135563"/>
                <a:ext cx="131762" cy="1968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1" name="Oval 8">
                <a:extLst>
                  <a:ext uri="{FF2B5EF4-FFF2-40B4-BE49-F238E27FC236}">
                    <a16:creationId xmlns:a16="http://schemas.microsoft.com/office/drawing/2014/main" id="{3D3D85E3-6781-A4BD-9368-6E894C3C91F3}"/>
                  </a:ext>
                </a:extLst>
              </p:cNvPr>
              <p:cNvSpPr>
                <a:spLocks noChangeArrowheads="1"/>
              </p:cNvSpPr>
              <p:nvPr/>
            </p:nvSpPr>
            <p:spPr bwMode="auto">
              <a:xfrm>
                <a:off x="6429375" y="4873626"/>
                <a:ext cx="65087"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2" name="Oval 9">
                <a:extLst>
                  <a:ext uri="{FF2B5EF4-FFF2-40B4-BE49-F238E27FC236}">
                    <a16:creationId xmlns:a16="http://schemas.microsoft.com/office/drawing/2014/main" id="{092795D3-D1B0-A9EE-B6B8-FE6E67687555}"/>
                  </a:ext>
                </a:extLst>
              </p:cNvPr>
              <p:cNvSpPr>
                <a:spLocks noChangeArrowheads="1"/>
              </p:cNvSpPr>
              <p:nvPr/>
            </p:nvSpPr>
            <p:spPr bwMode="auto">
              <a:xfrm>
                <a:off x="6757988" y="4873626"/>
                <a:ext cx="66675"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3" name="Freeform 10">
                <a:extLst>
                  <a:ext uri="{FF2B5EF4-FFF2-40B4-BE49-F238E27FC236}">
                    <a16:creationId xmlns:a16="http://schemas.microsoft.com/office/drawing/2014/main" id="{CBC94BF0-936A-7A98-A626-4C873C8A8C20}"/>
                  </a:ext>
                </a:extLst>
              </p:cNvPr>
              <p:cNvSpPr>
                <a:spLocks noEditPoints="1"/>
              </p:cNvSpPr>
              <p:nvPr/>
            </p:nvSpPr>
            <p:spPr bwMode="auto">
              <a:xfrm>
                <a:off x="5672140" y="4513263"/>
                <a:ext cx="1579564" cy="1571625"/>
              </a:xfrm>
              <a:custGeom>
                <a:avLst/>
                <a:gdLst>
                  <a:gd name="T0" fmla="*/ 0 w 384"/>
                  <a:gd name="T1" fmla="*/ 192 h 384"/>
                  <a:gd name="T2" fmla="*/ 384 w 384"/>
                  <a:gd name="T3" fmla="*/ 192 h 384"/>
                  <a:gd name="T4" fmla="*/ 272 w 384"/>
                  <a:gd name="T5" fmla="*/ 72 h 384"/>
                  <a:gd name="T6" fmla="*/ 272 w 384"/>
                  <a:gd name="T7" fmla="*/ 120 h 384"/>
                  <a:gd name="T8" fmla="*/ 272 w 384"/>
                  <a:gd name="T9" fmla="*/ 72 h 384"/>
                  <a:gd name="T10" fmla="*/ 216 w 384"/>
                  <a:gd name="T11" fmla="*/ 96 h 384"/>
                  <a:gd name="T12" fmla="*/ 168 w 384"/>
                  <a:gd name="T13" fmla="*/ 96 h 384"/>
                  <a:gd name="T14" fmla="*/ 112 w 384"/>
                  <a:gd name="T15" fmla="*/ 72 h 384"/>
                  <a:gd name="T16" fmla="*/ 112 w 384"/>
                  <a:gd name="T17" fmla="*/ 120 h 384"/>
                  <a:gd name="T18" fmla="*/ 112 w 384"/>
                  <a:gd name="T19" fmla="*/ 72 h 384"/>
                  <a:gd name="T20" fmla="*/ 136 w 384"/>
                  <a:gd name="T21" fmla="*/ 216 h 384"/>
                  <a:gd name="T22" fmla="*/ 128 w 384"/>
                  <a:gd name="T23" fmla="*/ 296 h 384"/>
                  <a:gd name="T24" fmla="*/ 120 w 384"/>
                  <a:gd name="T25" fmla="*/ 216 h 384"/>
                  <a:gd name="T26" fmla="*/ 104 w 384"/>
                  <a:gd name="T27" fmla="*/ 288 h 384"/>
                  <a:gd name="T28" fmla="*/ 88 w 384"/>
                  <a:gd name="T29" fmla="*/ 288 h 384"/>
                  <a:gd name="T30" fmla="*/ 80 w 384"/>
                  <a:gd name="T31" fmla="*/ 208 h 384"/>
                  <a:gd name="T32" fmla="*/ 88 w 384"/>
                  <a:gd name="T33" fmla="*/ 136 h 384"/>
                  <a:gd name="T34" fmla="*/ 144 w 384"/>
                  <a:gd name="T35" fmla="*/ 144 h 384"/>
                  <a:gd name="T36" fmla="*/ 224 w 384"/>
                  <a:gd name="T37" fmla="*/ 208 h 384"/>
                  <a:gd name="T38" fmla="*/ 216 w 384"/>
                  <a:gd name="T39" fmla="*/ 288 h 384"/>
                  <a:gd name="T40" fmla="*/ 200 w 384"/>
                  <a:gd name="T41" fmla="*/ 288 h 384"/>
                  <a:gd name="T42" fmla="*/ 184 w 384"/>
                  <a:gd name="T43" fmla="*/ 216 h 384"/>
                  <a:gd name="T44" fmla="*/ 176 w 384"/>
                  <a:gd name="T45" fmla="*/ 296 h 384"/>
                  <a:gd name="T46" fmla="*/ 168 w 384"/>
                  <a:gd name="T47" fmla="*/ 216 h 384"/>
                  <a:gd name="T48" fmla="*/ 160 w 384"/>
                  <a:gd name="T49" fmla="*/ 144 h 384"/>
                  <a:gd name="T50" fmla="*/ 216 w 384"/>
                  <a:gd name="T51" fmla="*/ 136 h 384"/>
                  <a:gd name="T52" fmla="*/ 224 w 384"/>
                  <a:gd name="T53" fmla="*/ 208 h 384"/>
                  <a:gd name="T54" fmla="*/ 296 w 384"/>
                  <a:gd name="T55" fmla="*/ 232 h 384"/>
                  <a:gd name="T56" fmla="*/ 288 w 384"/>
                  <a:gd name="T57" fmla="*/ 296 h 384"/>
                  <a:gd name="T58" fmla="*/ 280 w 384"/>
                  <a:gd name="T59" fmla="*/ 232 h 384"/>
                  <a:gd name="T60" fmla="*/ 264 w 384"/>
                  <a:gd name="T61" fmla="*/ 288 h 384"/>
                  <a:gd name="T62" fmla="*/ 248 w 384"/>
                  <a:gd name="T63" fmla="*/ 288 h 384"/>
                  <a:gd name="T64" fmla="*/ 241 w 384"/>
                  <a:gd name="T65" fmla="*/ 229 h 384"/>
                  <a:gd name="T66" fmla="*/ 256 w 384"/>
                  <a:gd name="T67" fmla="*/ 142 h 384"/>
                  <a:gd name="T68" fmla="*/ 280 w 384"/>
                  <a:gd name="T69" fmla="*/ 136 h 384"/>
                  <a:gd name="T70" fmla="*/ 304 w 384"/>
                  <a:gd name="T71" fmla="*/ 22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2" y="72"/>
                    </a:moveTo>
                    <a:cubicBezTo>
                      <a:pt x="285" y="72"/>
                      <a:pt x="296" y="82"/>
                      <a:pt x="296" y="96"/>
                    </a:cubicBezTo>
                    <a:cubicBezTo>
                      <a:pt x="296" y="109"/>
                      <a:pt x="285" y="120"/>
                      <a:pt x="272" y="120"/>
                    </a:cubicBezTo>
                    <a:cubicBezTo>
                      <a:pt x="258" y="120"/>
                      <a:pt x="248" y="109"/>
                      <a:pt x="248" y="96"/>
                    </a:cubicBezTo>
                    <a:cubicBezTo>
                      <a:pt x="248" y="82"/>
                      <a:pt x="258" y="72"/>
                      <a:pt x="272" y="72"/>
                    </a:cubicBezTo>
                    <a:close/>
                    <a:moveTo>
                      <a:pt x="192" y="72"/>
                    </a:moveTo>
                    <a:cubicBezTo>
                      <a:pt x="205" y="72"/>
                      <a:pt x="216" y="82"/>
                      <a:pt x="216" y="96"/>
                    </a:cubicBezTo>
                    <a:cubicBezTo>
                      <a:pt x="216" y="109"/>
                      <a:pt x="205" y="120"/>
                      <a:pt x="192" y="120"/>
                    </a:cubicBezTo>
                    <a:cubicBezTo>
                      <a:pt x="178" y="120"/>
                      <a:pt x="168" y="109"/>
                      <a:pt x="168" y="96"/>
                    </a:cubicBezTo>
                    <a:cubicBezTo>
                      <a:pt x="168" y="82"/>
                      <a:pt x="178" y="72"/>
                      <a:pt x="192" y="72"/>
                    </a:cubicBezTo>
                    <a:close/>
                    <a:moveTo>
                      <a:pt x="112" y="72"/>
                    </a:moveTo>
                    <a:cubicBezTo>
                      <a:pt x="125" y="72"/>
                      <a:pt x="136" y="82"/>
                      <a:pt x="136" y="96"/>
                    </a:cubicBezTo>
                    <a:cubicBezTo>
                      <a:pt x="136" y="109"/>
                      <a:pt x="125" y="120"/>
                      <a:pt x="112" y="120"/>
                    </a:cubicBezTo>
                    <a:cubicBezTo>
                      <a:pt x="98" y="120"/>
                      <a:pt x="88" y="109"/>
                      <a:pt x="88" y="96"/>
                    </a:cubicBezTo>
                    <a:cubicBezTo>
                      <a:pt x="88" y="82"/>
                      <a:pt x="98" y="72"/>
                      <a:pt x="112" y="72"/>
                    </a:cubicBezTo>
                    <a:close/>
                    <a:moveTo>
                      <a:pt x="144" y="208"/>
                    </a:moveTo>
                    <a:cubicBezTo>
                      <a:pt x="144" y="212"/>
                      <a:pt x="140" y="216"/>
                      <a:pt x="136" y="216"/>
                    </a:cubicBezTo>
                    <a:cubicBezTo>
                      <a:pt x="136" y="288"/>
                      <a:pt x="136" y="288"/>
                      <a:pt x="136" y="288"/>
                    </a:cubicBezTo>
                    <a:cubicBezTo>
                      <a:pt x="136" y="292"/>
                      <a:pt x="132" y="296"/>
                      <a:pt x="128" y="296"/>
                    </a:cubicBezTo>
                    <a:cubicBezTo>
                      <a:pt x="123" y="296"/>
                      <a:pt x="120" y="292"/>
                      <a:pt x="120" y="288"/>
                    </a:cubicBezTo>
                    <a:cubicBezTo>
                      <a:pt x="120" y="216"/>
                      <a:pt x="120" y="216"/>
                      <a:pt x="120" y="216"/>
                    </a:cubicBezTo>
                    <a:cubicBezTo>
                      <a:pt x="104" y="216"/>
                      <a:pt x="104" y="216"/>
                      <a:pt x="104" y="216"/>
                    </a:cubicBezTo>
                    <a:cubicBezTo>
                      <a:pt x="104" y="288"/>
                      <a:pt x="104" y="288"/>
                      <a:pt x="104" y="288"/>
                    </a:cubicBezTo>
                    <a:cubicBezTo>
                      <a:pt x="104" y="292"/>
                      <a:pt x="100" y="296"/>
                      <a:pt x="96" y="296"/>
                    </a:cubicBezTo>
                    <a:cubicBezTo>
                      <a:pt x="91" y="296"/>
                      <a:pt x="88" y="292"/>
                      <a:pt x="88" y="288"/>
                    </a:cubicBezTo>
                    <a:cubicBezTo>
                      <a:pt x="88" y="216"/>
                      <a:pt x="88" y="216"/>
                      <a:pt x="88" y="216"/>
                    </a:cubicBezTo>
                    <a:cubicBezTo>
                      <a:pt x="84" y="216"/>
                      <a:pt x="80" y="212"/>
                      <a:pt x="80" y="208"/>
                    </a:cubicBezTo>
                    <a:cubicBezTo>
                      <a:pt x="80" y="144"/>
                      <a:pt x="80" y="144"/>
                      <a:pt x="80" y="144"/>
                    </a:cubicBezTo>
                    <a:cubicBezTo>
                      <a:pt x="80" y="139"/>
                      <a:pt x="83" y="136"/>
                      <a:pt x="88" y="136"/>
                    </a:cubicBezTo>
                    <a:cubicBezTo>
                      <a:pt x="136" y="136"/>
                      <a:pt x="136" y="136"/>
                      <a:pt x="136" y="136"/>
                    </a:cubicBezTo>
                    <a:cubicBezTo>
                      <a:pt x="140" y="136"/>
                      <a:pt x="144" y="139"/>
                      <a:pt x="144" y="144"/>
                    </a:cubicBezTo>
                    <a:lnTo>
                      <a:pt x="144" y="208"/>
                    </a:lnTo>
                    <a:close/>
                    <a:moveTo>
                      <a:pt x="224" y="208"/>
                    </a:moveTo>
                    <a:cubicBezTo>
                      <a:pt x="224" y="212"/>
                      <a:pt x="224" y="216"/>
                      <a:pt x="216" y="216"/>
                    </a:cubicBezTo>
                    <a:cubicBezTo>
                      <a:pt x="216" y="288"/>
                      <a:pt x="216" y="288"/>
                      <a:pt x="216" y="288"/>
                    </a:cubicBezTo>
                    <a:cubicBezTo>
                      <a:pt x="216" y="292"/>
                      <a:pt x="212" y="296"/>
                      <a:pt x="208" y="296"/>
                    </a:cubicBezTo>
                    <a:cubicBezTo>
                      <a:pt x="203" y="296"/>
                      <a:pt x="200" y="292"/>
                      <a:pt x="200" y="288"/>
                    </a:cubicBezTo>
                    <a:cubicBezTo>
                      <a:pt x="200" y="216"/>
                      <a:pt x="200" y="216"/>
                      <a:pt x="200" y="216"/>
                    </a:cubicBezTo>
                    <a:cubicBezTo>
                      <a:pt x="184" y="216"/>
                      <a:pt x="184" y="216"/>
                      <a:pt x="184" y="216"/>
                    </a:cubicBezTo>
                    <a:cubicBezTo>
                      <a:pt x="184" y="288"/>
                      <a:pt x="184" y="288"/>
                      <a:pt x="184" y="288"/>
                    </a:cubicBezTo>
                    <a:cubicBezTo>
                      <a:pt x="184" y="292"/>
                      <a:pt x="180" y="296"/>
                      <a:pt x="176" y="296"/>
                    </a:cubicBezTo>
                    <a:cubicBezTo>
                      <a:pt x="171" y="296"/>
                      <a:pt x="168" y="292"/>
                      <a:pt x="168" y="288"/>
                    </a:cubicBezTo>
                    <a:cubicBezTo>
                      <a:pt x="168" y="216"/>
                      <a:pt x="168" y="216"/>
                      <a:pt x="168" y="216"/>
                    </a:cubicBezTo>
                    <a:cubicBezTo>
                      <a:pt x="160" y="216"/>
                      <a:pt x="160" y="212"/>
                      <a:pt x="160" y="208"/>
                    </a:cubicBezTo>
                    <a:cubicBezTo>
                      <a:pt x="160" y="144"/>
                      <a:pt x="160" y="144"/>
                      <a:pt x="160" y="144"/>
                    </a:cubicBezTo>
                    <a:cubicBezTo>
                      <a:pt x="160" y="139"/>
                      <a:pt x="163" y="136"/>
                      <a:pt x="168" y="136"/>
                    </a:cubicBezTo>
                    <a:cubicBezTo>
                      <a:pt x="216" y="136"/>
                      <a:pt x="216" y="136"/>
                      <a:pt x="216" y="136"/>
                    </a:cubicBezTo>
                    <a:cubicBezTo>
                      <a:pt x="220" y="136"/>
                      <a:pt x="224" y="139"/>
                      <a:pt x="224" y="144"/>
                    </a:cubicBezTo>
                    <a:lnTo>
                      <a:pt x="224" y="208"/>
                    </a:lnTo>
                    <a:close/>
                    <a:moveTo>
                      <a:pt x="302" y="229"/>
                    </a:moveTo>
                    <a:cubicBezTo>
                      <a:pt x="300" y="231"/>
                      <a:pt x="296" y="232"/>
                      <a:pt x="296" y="232"/>
                    </a:cubicBezTo>
                    <a:cubicBezTo>
                      <a:pt x="296" y="288"/>
                      <a:pt x="296" y="288"/>
                      <a:pt x="296" y="288"/>
                    </a:cubicBezTo>
                    <a:cubicBezTo>
                      <a:pt x="296" y="292"/>
                      <a:pt x="292" y="296"/>
                      <a:pt x="288" y="296"/>
                    </a:cubicBezTo>
                    <a:cubicBezTo>
                      <a:pt x="283" y="296"/>
                      <a:pt x="280" y="292"/>
                      <a:pt x="280" y="288"/>
                    </a:cubicBezTo>
                    <a:cubicBezTo>
                      <a:pt x="280" y="232"/>
                      <a:pt x="280" y="232"/>
                      <a:pt x="280" y="232"/>
                    </a:cubicBezTo>
                    <a:cubicBezTo>
                      <a:pt x="264" y="232"/>
                      <a:pt x="264" y="232"/>
                      <a:pt x="264" y="232"/>
                    </a:cubicBezTo>
                    <a:cubicBezTo>
                      <a:pt x="264" y="288"/>
                      <a:pt x="264" y="288"/>
                      <a:pt x="264" y="288"/>
                    </a:cubicBezTo>
                    <a:cubicBezTo>
                      <a:pt x="264" y="292"/>
                      <a:pt x="260" y="296"/>
                      <a:pt x="256" y="296"/>
                    </a:cubicBezTo>
                    <a:cubicBezTo>
                      <a:pt x="251" y="296"/>
                      <a:pt x="248" y="292"/>
                      <a:pt x="248" y="288"/>
                    </a:cubicBezTo>
                    <a:cubicBezTo>
                      <a:pt x="248" y="232"/>
                      <a:pt x="248" y="232"/>
                      <a:pt x="248" y="232"/>
                    </a:cubicBezTo>
                    <a:cubicBezTo>
                      <a:pt x="248" y="232"/>
                      <a:pt x="243" y="231"/>
                      <a:pt x="241" y="229"/>
                    </a:cubicBezTo>
                    <a:cubicBezTo>
                      <a:pt x="240" y="227"/>
                      <a:pt x="239" y="224"/>
                      <a:pt x="240" y="222"/>
                    </a:cubicBezTo>
                    <a:cubicBezTo>
                      <a:pt x="256" y="142"/>
                      <a:pt x="256" y="142"/>
                      <a:pt x="256" y="142"/>
                    </a:cubicBezTo>
                    <a:cubicBezTo>
                      <a:pt x="257" y="138"/>
                      <a:pt x="260" y="136"/>
                      <a:pt x="264" y="136"/>
                    </a:cubicBezTo>
                    <a:cubicBezTo>
                      <a:pt x="280" y="136"/>
                      <a:pt x="280" y="136"/>
                      <a:pt x="280" y="136"/>
                    </a:cubicBezTo>
                    <a:cubicBezTo>
                      <a:pt x="283" y="136"/>
                      <a:pt x="287" y="138"/>
                      <a:pt x="288" y="142"/>
                    </a:cubicBezTo>
                    <a:cubicBezTo>
                      <a:pt x="304" y="222"/>
                      <a:pt x="304" y="222"/>
                      <a:pt x="304" y="222"/>
                    </a:cubicBezTo>
                    <a:cubicBezTo>
                      <a:pt x="304" y="224"/>
                      <a:pt x="303" y="227"/>
                      <a:pt x="302" y="2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44" name="Freeform 11">
                <a:extLst>
                  <a:ext uri="{FF2B5EF4-FFF2-40B4-BE49-F238E27FC236}">
                    <a16:creationId xmlns:a16="http://schemas.microsoft.com/office/drawing/2014/main" id="{7FCB19F0-2E45-B9C8-CEE1-185AF90EAFC9}"/>
                  </a:ext>
                </a:extLst>
              </p:cNvPr>
              <p:cNvSpPr>
                <a:spLocks/>
              </p:cNvSpPr>
              <p:nvPr/>
            </p:nvSpPr>
            <p:spPr bwMode="auto">
              <a:xfrm>
                <a:off x="6729413" y="5135563"/>
                <a:ext cx="119062" cy="261938"/>
              </a:xfrm>
              <a:custGeom>
                <a:avLst/>
                <a:gdLst>
                  <a:gd name="T0" fmla="*/ 34 w 75"/>
                  <a:gd name="T1" fmla="*/ 0 h 165"/>
                  <a:gd name="T2" fmla="*/ 0 w 75"/>
                  <a:gd name="T3" fmla="*/ 165 h 165"/>
                  <a:gd name="T4" fmla="*/ 75 w 75"/>
                  <a:gd name="T5" fmla="*/ 165 h 165"/>
                  <a:gd name="T6" fmla="*/ 41 w 75"/>
                  <a:gd name="T7" fmla="*/ 0 h 165"/>
                  <a:gd name="T8" fmla="*/ 34 w 75"/>
                  <a:gd name="T9" fmla="*/ 0 h 165"/>
                </a:gdLst>
                <a:ahLst/>
                <a:cxnLst>
                  <a:cxn ang="0">
                    <a:pos x="T0" y="T1"/>
                  </a:cxn>
                  <a:cxn ang="0">
                    <a:pos x="T2" y="T3"/>
                  </a:cxn>
                  <a:cxn ang="0">
                    <a:pos x="T4" y="T5"/>
                  </a:cxn>
                  <a:cxn ang="0">
                    <a:pos x="T6" y="T7"/>
                  </a:cxn>
                  <a:cxn ang="0">
                    <a:pos x="T8" y="T9"/>
                  </a:cxn>
                </a:cxnLst>
                <a:rect l="0" t="0" r="r" b="b"/>
                <a:pathLst>
                  <a:path w="75" h="165">
                    <a:moveTo>
                      <a:pt x="34" y="0"/>
                    </a:moveTo>
                    <a:lnTo>
                      <a:pt x="0" y="165"/>
                    </a:lnTo>
                    <a:lnTo>
                      <a:pt x="75" y="165"/>
                    </a:lnTo>
                    <a:lnTo>
                      <a:pt x="41"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34" name="Freeform 806">
              <a:extLst>
                <a:ext uri="{FF2B5EF4-FFF2-40B4-BE49-F238E27FC236}">
                  <a16:creationId xmlns:a16="http://schemas.microsoft.com/office/drawing/2014/main" id="{9D61AA98-C0EF-0270-4F03-1D7A9D5946A8}"/>
                </a:ext>
              </a:extLst>
            </p:cNvPr>
            <p:cNvSpPr>
              <a:spLocks noChangeAspect="1" noEditPoints="1"/>
            </p:cNvSpPr>
            <p:nvPr/>
          </p:nvSpPr>
          <p:spPr bwMode="auto">
            <a:xfrm>
              <a:off x="9561137" y="2515226"/>
              <a:ext cx="369676" cy="369675"/>
            </a:xfrm>
            <a:custGeom>
              <a:avLst/>
              <a:gdLst>
                <a:gd name="T0" fmla="*/ 275 w 512"/>
                <a:gd name="T1" fmla="*/ 288 h 512"/>
                <a:gd name="T2" fmla="*/ 254 w 512"/>
                <a:gd name="T3" fmla="*/ 202 h 512"/>
                <a:gd name="T4" fmla="*/ 256 w 512"/>
                <a:gd name="T5" fmla="*/ 138 h 512"/>
                <a:gd name="T6" fmla="*/ 256 w 512"/>
                <a:gd name="T7" fmla="*/ 117 h 512"/>
                <a:gd name="T8" fmla="*/ 256 w 512"/>
                <a:gd name="T9" fmla="*/ 138 h 512"/>
                <a:gd name="T10" fmla="*/ 160 w 512"/>
                <a:gd name="T11" fmla="*/ 128 h 512"/>
                <a:gd name="T12" fmla="*/ 138 w 512"/>
                <a:gd name="T13" fmla="*/ 128 h 512"/>
                <a:gd name="T14" fmla="*/ 147 w 512"/>
                <a:gd name="T15" fmla="*/ 202 h 512"/>
                <a:gd name="T16" fmla="*/ 168 w 512"/>
                <a:gd name="T17" fmla="*/ 288 h 512"/>
                <a:gd name="T18" fmla="*/ 147 w 512"/>
                <a:gd name="T19" fmla="*/ 202 h 512"/>
                <a:gd name="T20" fmla="*/ 384 w 512"/>
                <a:gd name="T21" fmla="*/ 266 h 512"/>
                <a:gd name="T22" fmla="*/ 341 w 512"/>
                <a:gd name="T23" fmla="*/ 202 h 512"/>
                <a:gd name="T24" fmla="*/ 362 w 512"/>
                <a:gd name="T25" fmla="*/ 138 h 512"/>
                <a:gd name="T26" fmla="*/ 362 w 512"/>
                <a:gd name="T27" fmla="*/ 117 h 512"/>
                <a:gd name="T28" fmla="*/ 362 w 512"/>
                <a:gd name="T29" fmla="*/ 138 h 512"/>
                <a:gd name="T30" fmla="*/ 256 w 512"/>
                <a:gd name="T31" fmla="*/ 512 h 512"/>
                <a:gd name="T32" fmla="*/ 256 w 512"/>
                <a:gd name="T33" fmla="*/ 0 h 512"/>
                <a:gd name="T34" fmla="*/ 330 w 512"/>
                <a:gd name="T35" fmla="*/ 128 h 512"/>
                <a:gd name="T36" fmla="*/ 394 w 512"/>
                <a:gd name="T37" fmla="*/ 128 h 512"/>
                <a:gd name="T38" fmla="*/ 330 w 512"/>
                <a:gd name="T39" fmla="*/ 128 h 512"/>
                <a:gd name="T40" fmla="*/ 256 w 512"/>
                <a:gd name="T41" fmla="*/ 160 h 512"/>
                <a:gd name="T42" fmla="*/ 256 w 512"/>
                <a:gd name="T43" fmla="*/ 96 h 512"/>
                <a:gd name="T44" fmla="*/ 117 w 512"/>
                <a:gd name="T45" fmla="*/ 128 h 512"/>
                <a:gd name="T46" fmla="*/ 181 w 512"/>
                <a:gd name="T47" fmla="*/ 128 h 512"/>
                <a:gd name="T48" fmla="*/ 117 w 512"/>
                <a:gd name="T49" fmla="*/ 128 h 512"/>
                <a:gd name="T50" fmla="*/ 170 w 512"/>
                <a:gd name="T51" fmla="*/ 190 h 512"/>
                <a:gd name="T52" fmla="*/ 138 w 512"/>
                <a:gd name="T53" fmla="*/ 181 h 512"/>
                <a:gd name="T54" fmla="*/ 107 w 512"/>
                <a:gd name="T55" fmla="*/ 296 h 512"/>
                <a:gd name="T56" fmla="*/ 117 w 512"/>
                <a:gd name="T57" fmla="*/ 309 h 512"/>
                <a:gd name="T58" fmla="*/ 128 w 512"/>
                <a:gd name="T59" fmla="*/ 394 h 512"/>
                <a:gd name="T60" fmla="*/ 138 w 512"/>
                <a:gd name="T61" fmla="*/ 309 h 512"/>
                <a:gd name="T62" fmla="*/ 160 w 512"/>
                <a:gd name="T63" fmla="*/ 384 h 512"/>
                <a:gd name="T64" fmla="*/ 181 w 512"/>
                <a:gd name="T65" fmla="*/ 384 h 512"/>
                <a:gd name="T66" fmla="*/ 189 w 512"/>
                <a:gd name="T67" fmla="*/ 305 h 512"/>
                <a:gd name="T68" fmla="*/ 298 w 512"/>
                <a:gd name="T69" fmla="*/ 296 h 512"/>
                <a:gd name="T70" fmla="*/ 266 w 512"/>
                <a:gd name="T71" fmla="*/ 181 h 512"/>
                <a:gd name="T72" fmla="*/ 235 w 512"/>
                <a:gd name="T73" fmla="*/ 190 h 512"/>
                <a:gd name="T74" fmla="*/ 215 w 512"/>
                <a:gd name="T75" fmla="*/ 305 h 512"/>
                <a:gd name="T76" fmla="*/ 224 w 512"/>
                <a:gd name="T77" fmla="*/ 384 h 512"/>
                <a:gd name="T78" fmla="*/ 245 w 512"/>
                <a:gd name="T79" fmla="*/ 384 h 512"/>
                <a:gd name="T80" fmla="*/ 266 w 512"/>
                <a:gd name="T81" fmla="*/ 309 h 512"/>
                <a:gd name="T82" fmla="*/ 277 w 512"/>
                <a:gd name="T83" fmla="*/ 394 h 512"/>
                <a:gd name="T84" fmla="*/ 288 w 512"/>
                <a:gd name="T85" fmla="*/ 309 h 512"/>
                <a:gd name="T86" fmla="*/ 298 w 512"/>
                <a:gd name="T87" fmla="*/ 296 h 512"/>
                <a:gd name="T88" fmla="*/ 394 w 512"/>
                <a:gd name="T89" fmla="*/ 181 h 512"/>
                <a:gd name="T90" fmla="*/ 320 w 512"/>
                <a:gd name="T91" fmla="*/ 192 h 512"/>
                <a:gd name="T92" fmla="*/ 330 w 512"/>
                <a:gd name="T93" fmla="*/ 288 h 512"/>
                <a:gd name="T94" fmla="*/ 341 w 512"/>
                <a:gd name="T95" fmla="*/ 394 h 512"/>
                <a:gd name="T96" fmla="*/ 352 w 512"/>
                <a:gd name="T97" fmla="*/ 288 h 512"/>
                <a:gd name="T98" fmla="*/ 373 w 512"/>
                <a:gd name="T99" fmla="*/ 384 h 512"/>
                <a:gd name="T100" fmla="*/ 394 w 512"/>
                <a:gd name="T101" fmla="*/ 384 h 512"/>
                <a:gd name="T102" fmla="*/ 405 w 512"/>
                <a:gd name="T10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12">
                  <a:moveTo>
                    <a:pt x="258" y="202"/>
                  </a:moveTo>
                  <a:cubicBezTo>
                    <a:pt x="275" y="288"/>
                    <a:pt x="275" y="288"/>
                    <a:pt x="275" y="288"/>
                  </a:cubicBezTo>
                  <a:cubicBezTo>
                    <a:pt x="237" y="288"/>
                    <a:pt x="237" y="288"/>
                    <a:pt x="237" y="288"/>
                  </a:cubicBezTo>
                  <a:cubicBezTo>
                    <a:pt x="254" y="202"/>
                    <a:pt x="254" y="202"/>
                    <a:pt x="254" y="202"/>
                  </a:cubicBezTo>
                  <a:lnTo>
                    <a:pt x="258" y="202"/>
                  </a:lnTo>
                  <a:close/>
                  <a:moveTo>
                    <a:pt x="256" y="138"/>
                  </a:moveTo>
                  <a:cubicBezTo>
                    <a:pt x="262" y="138"/>
                    <a:pt x="266" y="134"/>
                    <a:pt x="266" y="128"/>
                  </a:cubicBezTo>
                  <a:cubicBezTo>
                    <a:pt x="266" y="122"/>
                    <a:pt x="262" y="117"/>
                    <a:pt x="256" y="117"/>
                  </a:cubicBezTo>
                  <a:cubicBezTo>
                    <a:pt x="250" y="117"/>
                    <a:pt x="245" y="122"/>
                    <a:pt x="245" y="128"/>
                  </a:cubicBezTo>
                  <a:cubicBezTo>
                    <a:pt x="245" y="134"/>
                    <a:pt x="250" y="138"/>
                    <a:pt x="256" y="138"/>
                  </a:cubicBezTo>
                  <a:close/>
                  <a:moveTo>
                    <a:pt x="149" y="138"/>
                  </a:moveTo>
                  <a:cubicBezTo>
                    <a:pt x="155" y="138"/>
                    <a:pt x="160" y="134"/>
                    <a:pt x="160" y="128"/>
                  </a:cubicBezTo>
                  <a:cubicBezTo>
                    <a:pt x="160" y="122"/>
                    <a:pt x="155" y="117"/>
                    <a:pt x="149" y="117"/>
                  </a:cubicBezTo>
                  <a:cubicBezTo>
                    <a:pt x="143" y="117"/>
                    <a:pt x="138" y="122"/>
                    <a:pt x="138" y="128"/>
                  </a:cubicBezTo>
                  <a:cubicBezTo>
                    <a:pt x="138" y="134"/>
                    <a:pt x="143" y="138"/>
                    <a:pt x="149" y="138"/>
                  </a:cubicBezTo>
                  <a:close/>
                  <a:moveTo>
                    <a:pt x="147" y="202"/>
                  </a:moveTo>
                  <a:cubicBezTo>
                    <a:pt x="130" y="288"/>
                    <a:pt x="130" y="288"/>
                    <a:pt x="130" y="288"/>
                  </a:cubicBezTo>
                  <a:cubicBezTo>
                    <a:pt x="168" y="288"/>
                    <a:pt x="168" y="288"/>
                    <a:pt x="168" y="288"/>
                  </a:cubicBezTo>
                  <a:cubicBezTo>
                    <a:pt x="151" y="202"/>
                    <a:pt x="151" y="202"/>
                    <a:pt x="151" y="202"/>
                  </a:cubicBezTo>
                  <a:lnTo>
                    <a:pt x="147" y="202"/>
                  </a:lnTo>
                  <a:close/>
                  <a:moveTo>
                    <a:pt x="341" y="266"/>
                  </a:moveTo>
                  <a:cubicBezTo>
                    <a:pt x="384" y="266"/>
                    <a:pt x="384" y="266"/>
                    <a:pt x="384" y="266"/>
                  </a:cubicBezTo>
                  <a:cubicBezTo>
                    <a:pt x="384" y="202"/>
                    <a:pt x="384" y="202"/>
                    <a:pt x="384" y="202"/>
                  </a:cubicBezTo>
                  <a:cubicBezTo>
                    <a:pt x="341" y="202"/>
                    <a:pt x="341" y="202"/>
                    <a:pt x="341" y="202"/>
                  </a:cubicBezTo>
                  <a:lnTo>
                    <a:pt x="341" y="266"/>
                  </a:lnTo>
                  <a:close/>
                  <a:moveTo>
                    <a:pt x="362" y="138"/>
                  </a:moveTo>
                  <a:cubicBezTo>
                    <a:pt x="368" y="138"/>
                    <a:pt x="373" y="134"/>
                    <a:pt x="373" y="128"/>
                  </a:cubicBezTo>
                  <a:cubicBezTo>
                    <a:pt x="373" y="122"/>
                    <a:pt x="368" y="117"/>
                    <a:pt x="362" y="117"/>
                  </a:cubicBezTo>
                  <a:cubicBezTo>
                    <a:pt x="356" y="117"/>
                    <a:pt x="352" y="122"/>
                    <a:pt x="352" y="128"/>
                  </a:cubicBezTo>
                  <a:cubicBezTo>
                    <a:pt x="352" y="134"/>
                    <a:pt x="356" y="138"/>
                    <a:pt x="362" y="13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30" y="128"/>
                  </a:moveTo>
                  <a:cubicBezTo>
                    <a:pt x="330" y="145"/>
                    <a:pt x="345" y="160"/>
                    <a:pt x="362" y="160"/>
                  </a:cubicBezTo>
                  <a:cubicBezTo>
                    <a:pt x="380" y="160"/>
                    <a:pt x="394" y="145"/>
                    <a:pt x="394" y="128"/>
                  </a:cubicBezTo>
                  <a:cubicBezTo>
                    <a:pt x="394" y="110"/>
                    <a:pt x="380" y="96"/>
                    <a:pt x="362" y="96"/>
                  </a:cubicBezTo>
                  <a:cubicBezTo>
                    <a:pt x="345" y="96"/>
                    <a:pt x="330" y="110"/>
                    <a:pt x="330" y="128"/>
                  </a:cubicBezTo>
                  <a:close/>
                  <a:moveTo>
                    <a:pt x="224" y="128"/>
                  </a:moveTo>
                  <a:cubicBezTo>
                    <a:pt x="224" y="145"/>
                    <a:pt x="238" y="160"/>
                    <a:pt x="256" y="160"/>
                  </a:cubicBezTo>
                  <a:cubicBezTo>
                    <a:pt x="273" y="160"/>
                    <a:pt x="288" y="145"/>
                    <a:pt x="288" y="128"/>
                  </a:cubicBezTo>
                  <a:cubicBezTo>
                    <a:pt x="288" y="110"/>
                    <a:pt x="273" y="96"/>
                    <a:pt x="256" y="96"/>
                  </a:cubicBezTo>
                  <a:cubicBezTo>
                    <a:pt x="238" y="96"/>
                    <a:pt x="224" y="110"/>
                    <a:pt x="224" y="128"/>
                  </a:cubicBezTo>
                  <a:close/>
                  <a:moveTo>
                    <a:pt x="117" y="128"/>
                  </a:moveTo>
                  <a:cubicBezTo>
                    <a:pt x="117" y="145"/>
                    <a:pt x="131" y="160"/>
                    <a:pt x="149" y="160"/>
                  </a:cubicBezTo>
                  <a:cubicBezTo>
                    <a:pt x="167" y="160"/>
                    <a:pt x="181" y="145"/>
                    <a:pt x="181" y="128"/>
                  </a:cubicBezTo>
                  <a:cubicBezTo>
                    <a:pt x="181" y="110"/>
                    <a:pt x="167" y="96"/>
                    <a:pt x="149" y="96"/>
                  </a:cubicBezTo>
                  <a:cubicBezTo>
                    <a:pt x="131" y="96"/>
                    <a:pt x="117" y="110"/>
                    <a:pt x="117" y="128"/>
                  </a:cubicBezTo>
                  <a:close/>
                  <a:moveTo>
                    <a:pt x="191" y="296"/>
                  </a:moveTo>
                  <a:cubicBezTo>
                    <a:pt x="170" y="190"/>
                    <a:pt x="170" y="190"/>
                    <a:pt x="170" y="190"/>
                  </a:cubicBezTo>
                  <a:cubicBezTo>
                    <a:pt x="169" y="185"/>
                    <a:pt x="165" y="181"/>
                    <a:pt x="160" y="181"/>
                  </a:cubicBezTo>
                  <a:cubicBezTo>
                    <a:pt x="138" y="181"/>
                    <a:pt x="138" y="181"/>
                    <a:pt x="138" y="181"/>
                  </a:cubicBezTo>
                  <a:cubicBezTo>
                    <a:pt x="133" y="181"/>
                    <a:pt x="129" y="185"/>
                    <a:pt x="128" y="190"/>
                  </a:cubicBezTo>
                  <a:cubicBezTo>
                    <a:pt x="107" y="296"/>
                    <a:pt x="107" y="296"/>
                    <a:pt x="107" y="296"/>
                  </a:cubicBezTo>
                  <a:cubicBezTo>
                    <a:pt x="106" y="299"/>
                    <a:pt x="107" y="303"/>
                    <a:pt x="109" y="305"/>
                  </a:cubicBezTo>
                  <a:cubicBezTo>
                    <a:pt x="111" y="308"/>
                    <a:pt x="114" y="309"/>
                    <a:pt x="117" y="309"/>
                  </a:cubicBezTo>
                  <a:cubicBezTo>
                    <a:pt x="117" y="384"/>
                    <a:pt x="117" y="384"/>
                    <a:pt x="117" y="384"/>
                  </a:cubicBezTo>
                  <a:cubicBezTo>
                    <a:pt x="117" y="390"/>
                    <a:pt x="122" y="394"/>
                    <a:pt x="128" y="394"/>
                  </a:cubicBezTo>
                  <a:cubicBezTo>
                    <a:pt x="134" y="394"/>
                    <a:pt x="138" y="390"/>
                    <a:pt x="138" y="384"/>
                  </a:cubicBezTo>
                  <a:cubicBezTo>
                    <a:pt x="138" y="309"/>
                    <a:pt x="138" y="309"/>
                    <a:pt x="138" y="309"/>
                  </a:cubicBezTo>
                  <a:cubicBezTo>
                    <a:pt x="160" y="309"/>
                    <a:pt x="160" y="309"/>
                    <a:pt x="160" y="309"/>
                  </a:cubicBezTo>
                  <a:cubicBezTo>
                    <a:pt x="160" y="384"/>
                    <a:pt x="160" y="384"/>
                    <a:pt x="160" y="384"/>
                  </a:cubicBezTo>
                  <a:cubicBezTo>
                    <a:pt x="160" y="390"/>
                    <a:pt x="164" y="394"/>
                    <a:pt x="170" y="394"/>
                  </a:cubicBezTo>
                  <a:cubicBezTo>
                    <a:pt x="176" y="394"/>
                    <a:pt x="181" y="390"/>
                    <a:pt x="181" y="384"/>
                  </a:cubicBezTo>
                  <a:cubicBezTo>
                    <a:pt x="181" y="309"/>
                    <a:pt x="181" y="309"/>
                    <a:pt x="181" y="309"/>
                  </a:cubicBezTo>
                  <a:cubicBezTo>
                    <a:pt x="184" y="309"/>
                    <a:pt x="187" y="308"/>
                    <a:pt x="189" y="305"/>
                  </a:cubicBezTo>
                  <a:cubicBezTo>
                    <a:pt x="191" y="303"/>
                    <a:pt x="192" y="299"/>
                    <a:pt x="191" y="296"/>
                  </a:cubicBezTo>
                  <a:close/>
                  <a:moveTo>
                    <a:pt x="298" y="296"/>
                  </a:moveTo>
                  <a:cubicBezTo>
                    <a:pt x="277" y="190"/>
                    <a:pt x="277" y="190"/>
                    <a:pt x="277" y="190"/>
                  </a:cubicBezTo>
                  <a:cubicBezTo>
                    <a:pt x="276" y="185"/>
                    <a:pt x="271" y="181"/>
                    <a:pt x="266" y="181"/>
                  </a:cubicBezTo>
                  <a:cubicBezTo>
                    <a:pt x="245" y="181"/>
                    <a:pt x="245" y="181"/>
                    <a:pt x="245" y="181"/>
                  </a:cubicBezTo>
                  <a:cubicBezTo>
                    <a:pt x="240" y="181"/>
                    <a:pt x="236" y="185"/>
                    <a:pt x="235" y="190"/>
                  </a:cubicBezTo>
                  <a:cubicBezTo>
                    <a:pt x="213" y="296"/>
                    <a:pt x="213" y="296"/>
                    <a:pt x="213" y="296"/>
                  </a:cubicBezTo>
                  <a:cubicBezTo>
                    <a:pt x="213" y="299"/>
                    <a:pt x="213" y="303"/>
                    <a:pt x="215" y="305"/>
                  </a:cubicBezTo>
                  <a:cubicBezTo>
                    <a:pt x="217" y="308"/>
                    <a:pt x="220" y="309"/>
                    <a:pt x="224" y="309"/>
                  </a:cubicBezTo>
                  <a:cubicBezTo>
                    <a:pt x="224" y="384"/>
                    <a:pt x="224" y="384"/>
                    <a:pt x="224" y="384"/>
                  </a:cubicBezTo>
                  <a:cubicBezTo>
                    <a:pt x="224" y="390"/>
                    <a:pt x="228" y="394"/>
                    <a:pt x="234" y="394"/>
                  </a:cubicBezTo>
                  <a:cubicBezTo>
                    <a:pt x="240" y="394"/>
                    <a:pt x="245" y="390"/>
                    <a:pt x="245" y="384"/>
                  </a:cubicBezTo>
                  <a:cubicBezTo>
                    <a:pt x="245" y="309"/>
                    <a:pt x="245" y="309"/>
                    <a:pt x="245" y="309"/>
                  </a:cubicBezTo>
                  <a:cubicBezTo>
                    <a:pt x="266" y="309"/>
                    <a:pt x="266" y="309"/>
                    <a:pt x="266" y="309"/>
                  </a:cubicBezTo>
                  <a:cubicBezTo>
                    <a:pt x="266" y="384"/>
                    <a:pt x="266" y="384"/>
                    <a:pt x="266" y="384"/>
                  </a:cubicBezTo>
                  <a:cubicBezTo>
                    <a:pt x="266" y="390"/>
                    <a:pt x="271" y="394"/>
                    <a:pt x="277" y="394"/>
                  </a:cubicBezTo>
                  <a:cubicBezTo>
                    <a:pt x="283" y="394"/>
                    <a:pt x="288" y="390"/>
                    <a:pt x="288" y="384"/>
                  </a:cubicBezTo>
                  <a:cubicBezTo>
                    <a:pt x="288" y="309"/>
                    <a:pt x="288" y="309"/>
                    <a:pt x="288" y="309"/>
                  </a:cubicBezTo>
                  <a:cubicBezTo>
                    <a:pt x="291" y="309"/>
                    <a:pt x="294" y="308"/>
                    <a:pt x="296" y="305"/>
                  </a:cubicBezTo>
                  <a:cubicBezTo>
                    <a:pt x="298" y="303"/>
                    <a:pt x="299" y="299"/>
                    <a:pt x="298" y="296"/>
                  </a:cubicBezTo>
                  <a:close/>
                  <a:moveTo>
                    <a:pt x="405" y="192"/>
                  </a:moveTo>
                  <a:cubicBezTo>
                    <a:pt x="405" y="186"/>
                    <a:pt x="400" y="181"/>
                    <a:pt x="394" y="181"/>
                  </a:cubicBezTo>
                  <a:cubicBezTo>
                    <a:pt x="330" y="181"/>
                    <a:pt x="330" y="181"/>
                    <a:pt x="330" y="181"/>
                  </a:cubicBezTo>
                  <a:cubicBezTo>
                    <a:pt x="324" y="181"/>
                    <a:pt x="320" y="186"/>
                    <a:pt x="320" y="192"/>
                  </a:cubicBezTo>
                  <a:cubicBezTo>
                    <a:pt x="320" y="277"/>
                    <a:pt x="320" y="277"/>
                    <a:pt x="320" y="277"/>
                  </a:cubicBezTo>
                  <a:cubicBezTo>
                    <a:pt x="320" y="283"/>
                    <a:pt x="324" y="288"/>
                    <a:pt x="330" y="288"/>
                  </a:cubicBezTo>
                  <a:cubicBezTo>
                    <a:pt x="330" y="384"/>
                    <a:pt x="330" y="384"/>
                    <a:pt x="330" y="384"/>
                  </a:cubicBezTo>
                  <a:cubicBezTo>
                    <a:pt x="330" y="390"/>
                    <a:pt x="335" y="394"/>
                    <a:pt x="341" y="394"/>
                  </a:cubicBezTo>
                  <a:cubicBezTo>
                    <a:pt x="347" y="394"/>
                    <a:pt x="352" y="390"/>
                    <a:pt x="352" y="384"/>
                  </a:cubicBezTo>
                  <a:cubicBezTo>
                    <a:pt x="352" y="288"/>
                    <a:pt x="352" y="288"/>
                    <a:pt x="352" y="288"/>
                  </a:cubicBezTo>
                  <a:cubicBezTo>
                    <a:pt x="373" y="288"/>
                    <a:pt x="373" y="288"/>
                    <a:pt x="373" y="288"/>
                  </a:cubicBezTo>
                  <a:cubicBezTo>
                    <a:pt x="373" y="384"/>
                    <a:pt x="373" y="384"/>
                    <a:pt x="373" y="384"/>
                  </a:cubicBezTo>
                  <a:cubicBezTo>
                    <a:pt x="373" y="390"/>
                    <a:pt x="378" y="394"/>
                    <a:pt x="384" y="394"/>
                  </a:cubicBezTo>
                  <a:cubicBezTo>
                    <a:pt x="390" y="394"/>
                    <a:pt x="394" y="390"/>
                    <a:pt x="394" y="384"/>
                  </a:cubicBezTo>
                  <a:cubicBezTo>
                    <a:pt x="394" y="288"/>
                    <a:pt x="394" y="288"/>
                    <a:pt x="394" y="288"/>
                  </a:cubicBezTo>
                  <a:cubicBezTo>
                    <a:pt x="400" y="288"/>
                    <a:pt x="405" y="283"/>
                    <a:pt x="405" y="277"/>
                  </a:cubicBezTo>
                  <a:lnTo>
                    <a:pt x="405" y="19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35" name="Group 463">
              <a:extLst>
                <a:ext uri="{FF2B5EF4-FFF2-40B4-BE49-F238E27FC236}">
                  <a16:creationId xmlns:a16="http://schemas.microsoft.com/office/drawing/2014/main" id="{84D2236B-88C9-18DA-2BE7-ED82E25B3F18}"/>
                </a:ext>
              </a:extLst>
            </p:cNvPr>
            <p:cNvGrpSpPr>
              <a:grpSpLocks noChangeAspect="1"/>
            </p:cNvGrpSpPr>
            <p:nvPr/>
          </p:nvGrpSpPr>
          <p:grpSpPr bwMode="auto">
            <a:xfrm>
              <a:off x="9815260" y="2375190"/>
              <a:ext cx="369020" cy="369022"/>
              <a:chOff x="1110" y="1564"/>
              <a:chExt cx="340" cy="340"/>
            </a:xfrm>
            <a:solidFill>
              <a:schemeClr val="accent4"/>
            </a:solidFill>
          </p:grpSpPr>
          <p:sp>
            <p:nvSpPr>
              <p:cNvPr id="36" name="Freeform 464">
                <a:extLst>
                  <a:ext uri="{FF2B5EF4-FFF2-40B4-BE49-F238E27FC236}">
                    <a16:creationId xmlns:a16="http://schemas.microsoft.com/office/drawing/2014/main" id="{B7FAD39A-DA43-B982-E149-273129A4528F}"/>
                  </a:ext>
                </a:extLst>
              </p:cNvPr>
              <p:cNvSpPr>
                <a:spLocks noEditPoints="1"/>
              </p:cNvSpPr>
              <p:nvPr/>
            </p:nvSpPr>
            <p:spPr bwMode="auto">
              <a:xfrm>
                <a:off x="1174" y="1656"/>
                <a:ext cx="212" cy="148"/>
              </a:xfrm>
              <a:custGeom>
                <a:avLst/>
                <a:gdLst>
                  <a:gd name="T0" fmla="*/ 277 w 320"/>
                  <a:gd name="T1" fmla="*/ 0 h 224"/>
                  <a:gd name="T2" fmla="*/ 234 w 320"/>
                  <a:gd name="T3" fmla="*/ 43 h 224"/>
                  <a:gd name="T4" fmla="*/ 246 w 320"/>
                  <a:gd name="T5" fmla="*/ 73 h 224"/>
                  <a:gd name="T6" fmla="*/ 204 w 320"/>
                  <a:gd name="T7" fmla="*/ 141 h 224"/>
                  <a:gd name="T8" fmla="*/ 192 w 320"/>
                  <a:gd name="T9" fmla="*/ 139 h 224"/>
                  <a:gd name="T10" fmla="*/ 182 w 320"/>
                  <a:gd name="T11" fmla="*/ 140 h 224"/>
                  <a:gd name="T12" fmla="*/ 146 w 320"/>
                  <a:gd name="T13" fmla="*/ 74 h 224"/>
                  <a:gd name="T14" fmla="*/ 160 w 320"/>
                  <a:gd name="T15" fmla="*/ 43 h 224"/>
                  <a:gd name="T16" fmla="*/ 117 w 320"/>
                  <a:gd name="T17" fmla="*/ 0 h 224"/>
                  <a:gd name="T18" fmla="*/ 74 w 320"/>
                  <a:gd name="T19" fmla="*/ 43 h 224"/>
                  <a:gd name="T20" fmla="*/ 88 w 320"/>
                  <a:gd name="T21" fmla="*/ 74 h 224"/>
                  <a:gd name="T22" fmla="*/ 52 w 320"/>
                  <a:gd name="T23" fmla="*/ 140 h 224"/>
                  <a:gd name="T24" fmla="*/ 42 w 320"/>
                  <a:gd name="T25" fmla="*/ 139 h 224"/>
                  <a:gd name="T26" fmla="*/ 0 w 320"/>
                  <a:gd name="T27" fmla="*/ 182 h 224"/>
                  <a:gd name="T28" fmla="*/ 42 w 320"/>
                  <a:gd name="T29" fmla="*/ 224 h 224"/>
                  <a:gd name="T30" fmla="*/ 85 w 320"/>
                  <a:gd name="T31" fmla="*/ 182 h 224"/>
                  <a:gd name="T32" fmla="*/ 71 w 320"/>
                  <a:gd name="T33" fmla="*/ 150 h 224"/>
                  <a:gd name="T34" fmla="*/ 107 w 320"/>
                  <a:gd name="T35" fmla="*/ 84 h 224"/>
                  <a:gd name="T36" fmla="*/ 117 w 320"/>
                  <a:gd name="T37" fmla="*/ 86 h 224"/>
                  <a:gd name="T38" fmla="*/ 127 w 320"/>
                  <a:gd name="T39" fmla="*/ 84 h 224"/>
                  <a:gd name="T40" fmla="*/ 163 w 320"/>
                  <a:gd name="T41" fmla="*/ 150 h 224"/>
                  <a:gd name="T42" fmla="*/ 149 w 320"/>
                  <a:gd name="T43" fmla="*/ 182 h 224"/>
                  <a:gd name="T44" fmla="*/ 192 w 320"/>
                  <a:gd name="T45" fmla="*/ 224 h 224"/>
                  <a:gd name="T46" fmla="*/ 234 w 320"/>
                  <a:gd name="T47" fmla="*/ 182 h 224"/>
                  <a:gd name="T48" fmla="*/ 222 w 320"/>
                  <a:gd name="T49" fmla="*/ 152 h 224"/>
                  <a:gd name="T50" fmla="*/ 265 w 320"/>
                  <a:gd name="T51" fmla="*/ 84 h 224"/>
                  <a:gd name="T52" fmla="*/ 277 w 320"/>
                  <a:gd name="T53" fmla="*/ 86 h 224"/>
                  <a:gd name="T54" fmla="*/ 320 w 320"/>
                  <a:gd name="T55" fmla="*/ 43 h 224"/>
                  <a:gd name="T56" fmla="*/ 277 w 320"/>
                  <a:gd name="T57" fmla="*/ 0 h 224"/>
                  <a:gd name="T58" fmla="*/ 42 w 320"/>
                  <a:gd name="T59" fmla="*/ 203 h 224"/>
                  <a:gd name="T60" fmla="*/ 21 w 320"/>
                  <a:gd name="T61" fmla="*/ 182 h 224"/>
                  <a:gd name="T62" fmla="*/ 42 w 320"/>
                  <a:gd name="T63" fmla="*/ 160 h 224"/>
                  <a:gd name="T64" fmla="*/ 64 w 320"/>
                  <a:gd name="T65" fmla="*/ 182 h 224"/>
                  <a:gd name="T66" fmla="*/ 42 w 320"/>
                  <a:gd name="T67" fmla="*/ 203 h 224"/>
                  <a:gd name="T68" fmla="*/ 96 w 320"/>
                  <a:gd name="T69" fmla="*/ 43 h 224"/>
                  <a:gd name="T70" fmla="*/ 117 w 320"/>
                  <a:gd name="T71" fmla="*/ 22 h 224"/>
                  <a:gd name="T72" fmla="*/ 138 w 320"/>
                  <a:gd name="T73" fmla="*/ 43 h 224"/>
                  <a:gd name="T74" fmla="*/ 117 w 320"/>
                  <a:gd name="T75" fmla="*/ 64 h 224"/>
                  <a:gd name="T76" fmla="*/ 96 w 320"/>
                  <a:gd name="T77" fmla="*/ 43 h 224"/>
                  <a:gd name="T78" fmla="*/ 192 w 320"/>
                  <a:gd name="T79" fmla="*/ 203 h 224"/>
                  <a:gd name="T80" fmla="*/ 170 w 320"/>
                  <a:gd name="T81" fmla="*/ 182 h 224"/>
                  <a:gd name="T82" fmla="*/ 192 w 320"/>
                  <a:gd name="T83" fmla="*/ 160 h 224"/>
                  <a:gd name="T84" fmla="*/ 213 w 320"/>
                  <a:gd name="T85" fmla="*/ 182 h 224"/>
                  <a:gd name="T86" fmla="*/ 192 w 320"/>
                  <a:gd name="T87" fmla="*/ 203 h 224"/>
                  <a:gd name="T88" fmla="*/ 277 w 320"/>
                  <a:gd name="T89" fmla="*/ 64 h 224"/>
                  <a:gd name="T90" fmla="*/ 256 w 320"/>
                  <a:gd name="T91" fmla="*/ 43 h 224"/>
                  <a:gd name="T92" fmla="*/ 277 w 320"/>
                  <a:gd name="T93" fmla="*/ 22 h 224"/>
                  <a:gd name="T94" fmla="*/ 298 w 320"/>
                  <a:gd name="T95" fmla="*/ 43 h 224"/>
                  <a:gd name="T96" fmla="*/ 277 w 320"/>
                  <a:gd name="T97" fmla="*/ 6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 h="224">
                    <a:moveTo>
                      <a:pt x="277" y="0"/>
                    </a:moveTo>
                    <a:cubicBezTo>
                      <a:pt x="253" y="0"/>
                      <a:pt x="234" y="19"/>
                      <a:pt x="234" y="43"/>
                    </a:cubicBezTo>
                    <a:cubicBezTo>
                      <a:pt x="234" y="54"/>
                      <a:pt x="239" y="65"/>
                      <a:pt x="246" y="73"/>
                    </a:cubicBezTo>
                    <a:cubicBezTo>
                      <a:pt x="204" y="141"/>
                      <a:pt x="204" y="141"/>
                      <a:pt x="204" y="141"/>
                    </a:cubicBezTo>
                    <a:cubicBezTo>
                      <a:pt x="200" y="140"/>
                      <a:pt x="196" y="139"/>
                      <a:pt x="192" y="139"/>
                    </a:cubicBezTo>
                    <a:cubicBezTo>
                      <a:pt x="188" y="139"/>
                      <a:pt x="185" y="140"/>
                      <a:pt x="182" y="140"/>
                    </a:cubicBezTo>
                    <a:cubicBezTo>
                      <a:pt x="146" y="74"/>
                      <a:pt x="146" y="74"/>
                      <a:pt x="146" y="74"/>
                    </a:cubicBezTo>
                    <a:cubicBezTo>
                      <a:pt x="154" y="66"/>
                      <a:pt x="160" y="55"/>
                      <a:pt x="160" y="43"/>
                    </a:cubicBezTo>
                    <a:cubicBezTo>
                      <a:pt x="160" y="19"/>
                      <a:pt x="141" y="0"/>
                      <a:pt x="117" y="0"/>
                    </a:cubicBezTo>
                    <a:cubicBezTo>
                      <a:pt x="93" y="0"/>
                      <a:pt x="74" y="19"/>
                      <a:pt x="74" y="43"/>
                    </a:cubicBezTo>
                    <a:cubicBezTo>
                      <a:pt x="74" y="55"/>
                      <a:pt x="80" y="66"/>
                      <a:pt x="88" y="74"/>
                    </a:cubicBezTo>
                    <a:cubicBezTo>
                      <a:pt x="52" y="140"/>
                      <a:pt x="52" y="140"/>
                      <a:pt x="52" y="140"/>
                    </a:cubicBezTo>
                    <a:cubicBezTo>
                      <a:pt x="49" y="140"/>
                      <a:pt x="46" y="139"/>
                      <a:pt x="42" y="139"/>
                    </a:cubicBezTo>
                    <a:cubicBezTo>
                      <a:pt x="19" y="139"/>
                      <a:pt x="0" y="158"/>
                      <a:pt x="0" y="182"/>
                    </a:cubicBezTo>
                    <a:cubicBezTo>
                      <a:pt x="0" y="205"/>
                      <a:pt x="19" y="224"/>
                      <a:pt x="42" y="224"/>
                    </a:cubicBezTo>
                    <a:cubicBezTo>
                      <a:pt x="66" y="224"/>
                      <a:pt x="85" y="205"/>
                      <a:pt x="85" y="182"/>
                    </a:cubicBezTo>
                    <a:cubicBezTo>
                      <a:pt x="85" y="169"/>
                      <a:pt x="80" y="158"/>
                      <a:pt x="71" y="150"/>
                    </a:cubicBezTo>
                    <a:cubicBezTo>
                      <a:pt x="107" y="84"/>
                      <a:pt x="107" y="84"/>
                      <a:pt x="107" y="84"/>
                    </a:cubicBezTo>
                    <a:cubicBezTo>
                      <a:pt x="110" y="85"/>
                      <a:pt x="113" y="86"/>
                      <a:pt x="117" y="86"/>
                    </a:cubicBezTo>
                    <a:cubicBezTo>
                      <a:pt x="121" y="86"/>
                      <a:pt x="124" y="85"/>
                      <a:pt x="127" y="84"/>
                    </a:cubicBezTo>
                    <a:cubicBezTo>
                      <a:pt x="163" y="150"/>
                      <a:pt x="163" y="150"/>
                      <a:pt x="163" y="150"/>
                    </a:cubicBezTo>
                    <a:cubicBezTo>
                      <a:pt x="154" y="158"/>
                      <a:pt x="149" y="169"/>
                      <a:pt x="149" y="182"/>
                    </a:cubicBezTo>
                    <a:cubicBezTo>
                      <a:pt x="149" y="205"/>
                      <a:pt x="168" y="224"/>
                      <a:pt x="192" y="224"/>
                    </a:cubicBezTo>
                    <a:cubicBezTo>
                      <a:pt x="215" y="224"/>
                      <a:pt x="234" y="205"/>
                      <a:pt x="234" y="182"/>
                    </a:cubicBezTo>
                    <a:cubicBezTo>
                      <a:pt x="234" y="170"/>
                      <a:pt x="230" y="160"/>
                      <a:pt x="222" y="152"/>
                    </a:cubicBezTo>
                    <a:cubicBezTo>
                      <a:pt x="265" y="84"/>
                      <a:pt x="265" y="84"/>
                      <a:pt x="265" y="84"/>
                    </a:cubicBezTo>
                    <a:cubicBezTo>
                      <a:pt x="269" y="85"/>
                      <a:pt x="273" y="86"/>
                      <a:pt x="277" y="86"/>
                    </a:cubicBezTo>
                    <a:cubicBezTo>
                      <a:pt x="301" y="86"/>
                      <a:pt x="320" y="67"/>
                      <a:pt x="320" y="43"/>
                    </a:cubicBezTo>
                    <a:cubicBezTo>
                      <a:pt x="320" y="19"/>
                      <a:pt x="301" y="0"/>
                      <a:pt x="277" y="0"/>
                    </a:cubicBezTo>
                    <a:close/>
                    <a:moveTo>
                      <a:pt x="42" y="203"/>
                    </a:moveTo>
                    <a:cubicBezTo>
                      <a:pt x="31" y="203"/>
                      <a:pt x="21" y="193"/>
                      <a:pt x="21" y="182"/>
                    </a:cubicBezTo>
                    <a:cubicBezTo>
                      <a:pt x="21" y="170"/>
                      <a:pt x="31" y="160"/>
                      <a:pt x="42" y="160"/>
                    </a:cubicBezTo>
                    <a:cubicBezTo>
                      <a:pt x="54" y="160"/>
                      <a:pt x="64" y="170"/>
                      <a:pt x="64" y="182"/>
                    </a:cubicBezTo>
                    <a:cubicBezTo>
                      <a:pt x="64" y="193"/>
                      <a:pt x="54" y="203"/>
                      <a:pt x="42" y="203"/>
                    </a:cubicBezTo>
                    <a:close/>
                    <a:moveTo>
                      <a:pt x="96" y="43"/>
                    </a:moveTo>
                    <a:cubicBezTo>
                      <a:pt x="96" y="31"/>
                      <a:pt x="105" y="22"/>
                      <a:pt x="117" y="22"/>
                    </a:cubicBezTo>
                    <a:cubicBezTo>
                      <a:pt x="129" y="22"/>
                      <a:pt x="138" y="31"/>
                      <a:pt x="138" y="43"/>
                    </a:cubicBezTo>
                    <a:cubicBezTo>
                      <a:pt x="138" y="55"/>
                      <a:pt x="129" y="64"/>
                      <a:pt x="117" y="64"/>
                    </a:cubicBezTo>
                    <a:cubicBezTo>
                      <a:pt x="105" y="64"/>
                      <a:pt x="96" y="55"/>
                      <a:pt x="96" y="43"/>
                    </a:cubicBezTo>
                    <a:close/>
                    <a:moveTo>
                      <a:pt x="192" y="203"/>
                    </a:moveTo>
                    <a:cubicBezTo>
                      <a:pt x="180" y="203"/>
                      <a:pt x="170" y="193"/>
                      <a:pt x="170" y="182"/>
                    </a:cubicBezTo>
                    <a:cubicBezTo>
                      <a:pt x="170" y="170"/>
                      <a:pt x="180" y="160"/>
                      <a:pt x="192" y="160"/>
                    </a:cubicBezTo>
                    <a:cubicBezTo>
                      <a:pt x="203" y="160"/>
                      <a:pt x="213" y="170"/>
                      <a:pt x="213" y="182"/>
                    </a:cubicBezTo>
                    <a:cubicBezTo>
                      <a:pt x="213" y="193"/>
                      <a:pt x="203" y="203"/>
                      <a:pt x="192" y="203"/>
                    </a:cubicBezTo>
                    <a:close/>
                    <a:moveTo>
                      <a:pt x="277" y="64"/>
                    </a:moveTo>
                    <a:cubicBezTo>
                      <a:pt x="265" y="64"/>
                      <a:pt x="256" y="55"/>
                      <a:pt x="256" y="43"/>
                    </a:cubicBezTo>
                    <a:cubicBezTo>
                      <a:pt x="256" y="31"/>
                      <a:pt x="265" y="22"/>
                      <a:pt x="277" y="22"/>
                    </a:cubicBezTo>
                    <a:cubicBezTo>
                      <a:pt x="289" y="22"/>
                      <a:pt x="298" y="31"/>
                      <a:pt x="298" y="43"/>
                    </a:cubicBezTo>
                    <a:cubicBezTo>
                      <a:pt x="298" y="55"/>
                      <a:pt x="289" y="64"/>
                      <a:pt x="277"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37" name="Freeform 465">
                <a:extLst>
                  <a:ext uri="{FF2B5EF4-FFF2-40B4-BE49-F238E27FC236}">
                    <a16:creationId xmlns:a16="http://schemas.microsoft.com/office/drawing/2014/main" id="{0554F66D-C06C-5DF7-9073-1CBCB85AFB45}"/>
                  </a:ext>
                </a:extLst>
              </p:cNvPr>
              <p:cNvSpPr>
                <a:spLocks noEditPoints="1"/>
              </p:cNvSpPr>
              <p:nvPr/>
            </p:nvSpPr>
            <p:spPr bwMode="auto">
              <a:xfrm>
                <a:off x="1110" y="15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sp>
        <p:nvSpPr>
          <p:cNvPr id="53" name="Rectangle 52">
            <a:extLst>
              <a:ext uri="{FF2B5EF4-FFF2-40B4-BE49-F238E27FC236}">
                <a16:creationId xmlns:a16="http://schemas.microsoft.com/office/drawing/2014/main" id="{FCB13838-2B4B-F64A-93F0-C9F1B53228A0}"/>
              </a:ext>
            </a:extLst>
          </p:cNvPr>
          <p:cNvSpPr/>
          <p:nvPr/>
        </p:nvSpPr>
        <p:spPr bwMode="gray">
          <a:xfrm>
            <a:off x="549374" y="5965312"/>
            <a:ext cx="11065649" cy="435394"/>
          </a:xfrm>
          <a:prstGeom prst="rect">
            <a:avLst/>
          </a:prstGeom>
          <a:solidFill>
            <a:schemeClr val="accent2"/>
          </a:solidFill>
          <a:ln w="12700" algn="ctr">
            <a:solidFill>
              <a:schemeClr val="accent2"/>
            </a:solidFill>
            <a:prstDash val="solid"/>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lang="en-US" sz="1200" b="1" dirty="0">
                <a:solidFill>
                  <a:schemeClr val="bg1"/>
                </a:solidFill>
              </a:rPr>
              <a:t>Utilities</a:t>
            </a:r>
            <a:r>
              <a:rPr kumimoji="0" lang="en-US" sz="1200" b="1" i="0" u="none" strike="noStrike" kern="1200" cap="none" spc="0" normalizeH="0" baseline="0" noProof="0" dirty="0">
                <a:ln>
                  <a:noFill/>
                </a:ln>
                <a:solidFill>
                  <a:schemeClr val="bg1"/>
                </a:solidFill>
                <a:effectLst/>
                <a:uLnTx/>
                <a:uFillTx/>
                <a:ea typeface="+mn-ea"/>
                <a:cs typeface="+mn-cs"/>
              </a:rPr>
              <a:t> can identify and evaluate opportunities against this backdrop to emerge as a Digital Utility of Tomorrow with customer at the center of the business model</a:t>
            </a:r>
          </a:p>
        </p:txBody>
      </p:sp>
      <p:sp>
        <p:nvSpPr>
          <p:cNvPr id="6" name="TextBox 5">
            <a:extLst>
              <a:ext uri="{FF2B5EF4-FFF2-40B4-BE49-F238E27FC236}">
                <a16:creationId xmlns:a16="http://schemas.microsoft.com/office/drawing/2014/main" id="{B1E1C4EC-4E47-642E-D4FE-C22E96688DD9}"/>
              </a:ext>
            </a:extLst>
          </p:cNvPr>
          <p:cNvSpPr txBox="1"/>
          <p:nvPr/>
        </p:nvSpPr>
        <p:spPr>
          <a:xfrm>
            <a:off x="563879" y="1335990"/>
            <a:ext cx="2451511" cy="447110"/>
          </a:xfrm>
          <a:prstGeom prst="rect">
            <a:avLst/>
          </a:prstGeom>
          <a:noFill/>
        </p:spPr>
        <p:txBody>
          <a:bodyPr wrap="square" lIns="0" tIns="0" rIns="0" bIns="0" rtlCol="0">
            <a:spAutoFit/>
          </a:bodyPr>
          <a:lstStyle/>
          <a:p>
            <a:pPr algn="ctr" defTabSz="885893">
              <a:lnSpc>
                <a:spcPct val="106000"/>
              </a:lnSpc>
            </a:pPr>
            <a:r>
              <a:rPr lang="en-IN" sz="1400" b="1" kern="0" dirty="0"/>
              <a:t>Energy transition and sustainable energy solutions</a:t>
            </a:r>
          </a:p>
        </p:txBody>
      </p:sp>
      <p:sp>
        <p:nvSpPr>
          <p:cNvPr id="4" name="Rectangle 24">
            <a:extLst>
              <a:ext uri="{FF2B5EF4-FFF2-40B4-BE49-F238E27FC236}">
                <a16:creationId xmlns:a16="http://schemas.microsoft.com/office/drawing/2014/main" id="{A8EE6670-4F95-A30C-6F67-26C7D2F9C159}"/>
              </a:ext>
            </a:extLst>
          </p:cNvPr>
          <p:cNvSpPr/>
          <p:nvPr/>
        </p:nvSpPr>
        <p:spPr bwMode="gray">
          <a:xfrm>
            <a:off x="637402" y="-1277"/>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Industry Overview</a:t>
            </a:r>
          </a:p>
        </p:txBody>
      </p:sp>
      <p:sp>
        <p:nvSpPr>
          <p:cNvPr id="54" name="Freeform 15">
            <a:extLst>
              <a:ext uri="{FF2B5EF4-FFF2-40B4-BE49-F238E27FC236}">
                <a16:creationId xmlns:a16="http://schemas.microsoft.com/office/drawing/2014/main" id="{D9E45265-D82E-80D9-2D58-936111C77FF7}"/>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55" name="Freeform 16">
            <a:extLst>
              <a:ext uri="{FF2B5EF4-FFF2-40B4-BE49-F238E27FC236}">
                <a16:creationId xmlns:a16="http://schemas.microsoft.com/office/drawing/2014/main" id="{A70D1452-BF47-02C1-F95D-70624423B35B}"/>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accent1"/>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56" name="Freeform 6">
            <a:extLst>
              <a:ext uri="{FF2B5EF4-FFF2-40B4-BE49-F238E27FC236}">
                <a16:creationId xmlns:a16="http://schemas.microsoft.com/office/drawing/2014/main" id="{CFF65C2D-272A-F29C-6760-C9DFB4CAF52B}"/>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57" name="Freeform 6">
            <a:extLst>
              <a:ext uri="{FF2B5EF4-FFF2-40B4-BE49-F238E27FC236}">
                <a16:creationId xmlns:a16="http://schemas.microsoft.com/office/drawing/2014/main" id="{6DBA5D1E-1E46-375B-1980-03BB355AAD60}"/>
              </a:ext>
            </a:extLst>
          </p:cNvPr>
          <p:cNvSpPr>
            <a:spLocks/>
          </p:cNvSpPr>
          <p:nvPr/>
        </p:nvSpPr>
        <p:spPr bwMode="gray">
          <a:xfrm>
            <a:off x="2012347"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58" name="Freeform 15">
            <a:extLst>
              <a:ext uri="{FF2B5EF4-FFF2-40B4-BE49-F238E27FC236}">
                <a16:creationId xmlns:a16="http://schemas.microsoft.com/office/drawing/2014/main" id="{6C7F2E09-4D05-9691-2793-3FC1DBF02E2B}"/>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59" name="Freeform 16">
            <a:extLst>
              <a:ext uri="{FF2B5EF4-FFF2-40B4-BE49-F238E27FC236}">
                <a16:creationId xmlns:a16="http://schemas.microsoft.com/office/drawing/2014/main" id="{73CDE472-7994-1CF5-90C8-33CB1D0B815A}"/>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60" name="Freeform 6">
            <a:extLst>
              <a:ext uri="{FF2B5EF4-FFF2-40B4-BE49-F238E27FC236}">
                <a16:creationId xmlns:a16="http://schemas.microsoft.com/office/drawing/2014/main" id="{8F77F3D7-226A-7B4D-FBFC-C5A55F1889BB}"/>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61" name="Freeform 6">
            <a:extLst>
              <a:ext uri="{FF2B5EF4-FFF2-40B4-BE49-F238E27FC236}">
                <a16:creationId xmlns:a16="http://schemas.microsoft.com/office/drawing/2014/main" id="{44569AD5-402C-60D0-F3C4-F442DE57E63D}"/>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342734473"/>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BEB931EB-3879-7FA7-026B-8ACF6B1B9D9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15" imgH="416" progId="TCLayout.ActiveDocument.1">
                  <p:embed/>
                </p:oleObj>
              </mc:Choice>
              <mc:Fallback>
                <p:oleObj name="think-cell Slide" r:id="rId5" imgW="415" imgH="416" progId="TCLayout.ActiveDocument.1">
                  <p:embed/>
                  <p:pic>
                    <p:nvPicPr>
                      <p:cNvPr id="5" name="think-cell data - do not delete" hidden="1">
                        <a:extLst>
                          <a:ext uri="{FF2B5EF4-FFF2-40B4-BE49-F238E27FC236}">
                            <a16:creationId xmlns:a16="http://schemas.microsoft.com/office/drawing/2014/main" id="{BEB931EB-3879-7FA7-026B-8ACF6B1B9D9D}"/>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0" name="Oval 29">
            <a:extLst>
              <a:ext uri="{FF2B5EF4-FFF2-40B4-BE49-F238E27FC236}">
                <a16:creationId xmlns:a16="http://schemas.microsoft.com/office/drawing/2014/main" id="{C4065BFA-DC41-7D7D-887E-6AEBD45C4A4A}"/>
              </a:ext>
            </a:extLst>
          </p:cNvPr>
          <p:cNvSpPr/>
          <p:nvPr/>
        </p:nvSpPr>
        <p:spPr bwMode="gray">
          <a:xfrm>
            <a:off x="866275" y="4359833"/>
            <a:ext cx="2138645" cy="1972295"/>
          </a:xfrm>
          <a:prstGeom prst="ellipse">
            <a:avLst/>
          </a:prstGeom>
          <a:noFill/>
          <a:ln w="19050" algn="ctr">
            <a:solidFill>
              <a:schemeClr val="accent1"/>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100" b="1" i="0" u="none" strike="noStrike" kern="1200" cap="none" spc="0" normalizeH="0" baseline="0" noProof="0" dirty="0">
              <a:ln>
                <a:noFill/>
              </a:ln>
              <a:solidFill>
                <a:prstClr val="white"/>
              </a:solidFill>
              <a:effectLst/>
              <a:uLnTx/>
              <a:uFillTx/>
              <a:latin typeface="Calibri"/>
              <a:ea typeface="+mn-ea"/>
              <a:cs typeface="+mn-cs"/>
            </a:endParaRPr>
          </a:p>
        </p:txBody>
      </p:sp>
      <p:sp>
        <p:nvSpPr>
          <p:cNvPr id="35" name="Rounded Rectangle 10">
            <a:extLst>
              <a:ext uri="{FF2B5EF4-FFF2-40B4-BE49-F238E27FC236}">
                <a16:creationId xmlns:a16="http://schemas.microsoft.com/office/drawing/2014/main" id="{97B66FC8-0FC5-505F-1E4C-067FCBCB362B}"/>
              </a:ext>
            </a:extLst>
          </p:cNvPr>
          <p:cNvSpPr/>
          <p:nvPr/>
        </p:nvSpPr>
        <p:spPr>
          <a:xfrm>
            <a:off x="321188" y="4823308"/>
            <a:ext cx="1286573" cy="321375"/>
          </a:xfrm>
          <a:prstGeom prst="rect">
            <a:avLst/>
          </a:prstGeom>
          <a:solidFill>
            <a:schemeClr val="bg1"/>
          </a:solidFill>
          <a:scene3d>
            <a:camera prst="orthographicFront"/>
            <a:lightRig rig="threePt" dir="t">
              <a:rot lat="0" lon="0" rev="7500000"/>
            </a:lightRig>
          </a:scene3d>
          <a:sp3d/>
        </p:spPr>
        <p:style>
          <a:lnRef idx="0">
            <a:scrgbClr r="0" g="0" b="0"/>
          </a:lnRef>
          <a:fillRef idx="0">
            <a:scrgbClr r="0" g="0" b="0"/>
          </a:fillRef>
          <a:effectRef idx="0">
            <a:scrgbClr r="0" g="0" b="0"/>
          </a:effectRef>
          <a:fontRef idx="minor">
            <a:schemeClr val="lt1"/>
          </a:fontRef>
        </p:style>
        <p:txBody>
          <a:bodyPr spcFirstLastPara="0" vert="horz" wrap="square" lIns="128016" tIns="128016" rIns="128016" bIns="128016" numCol="1" spcCol="1270" anchor="ctr" anchorCtr="0">
            <a:noAutofit/>
          </a:bodyPr>
          <a:lstStyle/>
          <a:p>
            <a:pPr marL="0" marR="0" lvl="0" indent="0" algn="ctr" defTabSz="786493" rtl="0" eaLnBrk="1" fontAlgn="auto" latinLnBrk="0" hangingPunct="1">
              <a:lnSpc>
                <a:spcPct val="90000"/>
              </a:lnSpc>
              <a:spcBef>
                <a:spcPts val="0"/>
              </a:spcBef>
              <a:spcAft>
                <a:spcPct val="35000"/>
              </a:spcAft>
              <a:buClrTx/>
              <a:buSzTx/>
              <a:buFontTx/>
              <a:buNone/>
              <a:tabLst/>
              <a:defRPr/>
            </a:pPr>
            <a:r>
              <a:rPr kumimoji="0" lang="en-US" sz="800" b="1" i="0" u="none" strike="noStrike" kern="1200" cap="none" spc="0" normalizeH="0" baseline="0" noProof="0" dirty="0">
                <a:ln>
                  <a:noFill/>
                </a:ln>
                <a:solidFill>
                  <a:prstClr val="white">
                    <a:lumMod val="50000"/>
                  </a:prstClr>
                </a:solidFill>
                <a:effectLst/>
                <a:uLnTx/>
                <a:uFillTx/>
                <a:latin typeface="Calibri"/>
                <a:ea typeface="+mn-ea"/>
                <a:cs typeface="+mn-cs"/>
              </a:rPr>
              <a:t>Renewable Energy  &amp; Sustainable Solutions</a:t>
            </a:r>
          </a:p>
        </p:txBody>
      </p:sp>
      <p:sp>
        <p:nvSpPr>
          <p:cNvPr id="2" name="Text Placeholder 1">
            <a:extLst>
              <a:ext uri="{FF2B5EF4-FFF2-40B4-BE49-F238E27FC236}">
                <a16:creationId xmlns:a16="http://schemas.microsoft.com/office/drawing/2014/main" id="{24BB325B-9147-AE71-BE31-5409C806530E}"/>
              </a:ext>
            </a:extLst>
          </p:cNvPr>
          <p:cNvSpPr>
            <a:spLocks noGrp="1"/>
          </p:cNvSpPr>
          <p:nvPr>
            <p:ph type="body" sz="quarter" idx="13"/>
          </p:nvPr>
        </p:nvSpPr>
        <p:spPr/>
        <p:txBody>
          <a:bodyPr/>
          <a:lstStyle/>
          <a:p>
            <a:r>
              <a:rPr lang="en-US" dirty="0"/>
              <a:t>Power, Utilities &amp; Renewables team in India has an excellent mix of skill-sets working across the value chain</a:t>
            </a:r>
          </a:p>
        </p:txBody>
      </p:sp>
      <p:sp>
        <p:nvSpPr>
          <p:cNvPr id="3" name="Title 2">
            <a:extLst>
              <a:ext uri="{FF2B5EF4-FFF2-40B4-BE49-F238E27FC236}">
                <a16:creationId xmlns:a16="http://schemas.microsoft.com/office/drawing/2014/main" id="{2966514F-8B2E-E16D-D73E-5622D09A5747}"/>
              </a:ext>
            </a:extLst>
          </p:cNvPr>
          <p:cNvSpPr>
            <a:spLocks noGrp="1"/>
          </p:cNvSpPr>
          <p:nvPr>
            <p:ph type="title"/>
          </p:nvPr>
        </p:nvSpPr>
        <p:spPr/>
        <p:txBody>
          <a:bodyPr vert="horz"/>
          <a:lstStyle/>
          <a:p>
            <a:r>
              <a:rPr lang="en-US" dirty="0"/>
              <a:t>Power &amp; Utilities Practice in India</a:t>
            </a:r>
          </a:p>
        </p:txBody>
      </p:sp>
      <p:grpSp>
        <p:nvGrpSpPr>
          <p:cNvPr id="19" name="Group 18">
            <a:extLst>
              <a:ext uri="{FF2B5EF4-FFF2-40B4-BE49-F238E27FC236}">
                <a16:creationId xmlns:a16="http://schemas.microsoft.com/office/drawing/2014/main" id="{35061FC0-D457-188C-3759-4E3734CEE400}"/>
              </a:ext>
            </a:extLst>
          </p:cNvPr>
          <p:cNvGrpSpPr/>
          <p:nvPr/>
        </p:nvGrpSpPr>
        <p:grpSpPr>
          <a:xfrm>
            <a:off x="3486788" y="5277218"/>
            <a:ext cx="2926191" cy="1136766"/>
            <a:chOff x="3823566" y="5350021"/>
            <a:chExt cx="3398219" cy="1136766"/>
          </a:xfrm>
        </p:grpSpPr>
        <p:sp>
          <p:nvSpPr>
            <p:cNvPr id="20" name="Rectangle 11">
              <a:extLst>
                <a:ext uri="{FF2B5EF4-FFF2-40B4-BE49-F238E27FC236}">
                  <a16:creationId xmlns:a16="http://schemas.microsoft.com/office/drawing/2014/main" id="{0AA279A7-F212-1C41-61DC-47E7F3036077}"/>
                </a:ext>
              </a:extLst>
            </p:cNvPr>
            <p:cNvSpPr>
              <a:spLocks noChangeArrowheads="1"/>
            </p:cNvSpPr>
            <p:nvPr/>
          </p:nvSpPr>
          <p:spPr bwMode="auto">
            <a:xfrm>
              <a:off x="3823566" y="5424111"/>
              <a:ext cx="3398219" cy="912660"/>
            </a:xfrm>
            <a:custGeom>
              <a:avLst/>
              <a:gdLst>
                <a:gd name="connsiteX0" fmla="*/ 0 w 2558958"/>
                <a:gd name="connsiteY0" fmla="*/ 0 h 849160"/>
                <a:gd name="connsiteX1" fmla="*/ 2375675 w 2558958"/>
                <a:gd name="connsiteY1" fmla="*/ 0 h 849160"/>
                <a:gd name="connsiteX2" fmla="*/ 2558958 w 2558958"/>
                <a:gd name="connsiteY2" fmla="*/ 424580 h 849160"/>
                <a:gd name="connsiteX3" fmla="*/ 2375675 w 2558958"/>
                <a:gd name="connsiteY3" fmla="*/ 849160 h 849160"/>
                <a:gd name="connsiteX4" fmla="*/ 0 w 2558958"/>
                <a:gd name="connsiteY4" fmla="*/ 849160 h 849160"/>
                <a:gd name="connsiteX5" fmla="*/ 0 w 2558958"/>
                <a:gd name="connsiteY5" fmla="*/ 0 h 849160"/>
                <a:gd name="connsiteX0" fmla="*/ 266700 w 2558958"/>
                <a:gd name="connsiteY0" fmla="*/ 0 h 861860"/>
                <a:gd name="connsiteX1" fmla="*/ 2375675 w 2558958"/>
                <a:gd name="connsiteY1" fmla="*/ 12700 h 861860"/>
                <a:gd name="connsiteX2" fmla="*/ 2558958 w 2558958"/>
                <a:gd name="connsiteY2" fmla="*/ 437280 h 861860"/>
                <a:gd name="connsiteX3" fmla="*/ 2375675 w 2558958"/>
                <a:gd name="connsiteY3" fmla="*/ 861860 h 861860"/>
                <a:gd name="connsiteX4" fmla="*/ 0 w 2558958"/>
                <a:gd name="connsiteY4" fmla="*/ 861860 h 861860"/>
                <a:gd name="connsiteX5" fmla="*/ 266700 w 2558958"/>
                <a:gd name="connsiteY5" fmla="*/ 0 h 861860"/>
                <a:gd name="connsiteX0" fmla="*/ 266700 w 2914558"/>
                <a:gd name="connsiteY0" fmla="*/ 0 h 861860"/>
                <a:gd name="connsiteX1" fmla="*/ 2375675 w 2914558"/>
                <a:gd name="connsiteY1" fmla="*/ 12700 h 861860"/>
                <a:gd name="connsiteX2" fmla="*/ 2914558 w 2914558"/>
                <a:gd name="connsiteY2" fmla="*/ 437280 h 861860"/>
                <a:gd name="connsiteX3" fmla="*/ 2375675 w 2914558"/>
                <a:gd name="connsiteY3" fmla="*/ 861860 h 861860"/>
                <a:gd name="connsiteX4" fmla="*/ 0 w 2914558"/>
                <a:gd name="connsiteY4" fmla="*/ 861860 h 861860"/>
                <a:gd name="connsiteX5" fmla="*/ 266700 w 2914558"/>
                <a:gd name="connsiteY5" fmla="*/ 0 h 861860"/>
                <a:gd name="connsiteX0" fmla="*/ 0 w 3244758"/>
                <a:gd name="connsiteY0" fmla="*/ 0 h 874560"/>
                <a:gd name="connsiteX1" fmla="*/ 2705875 w 3244758"/>
                <a:gd name="connsiteY1" fmla="*/ 25400 h 874560"/>
                <a:gd name="connsiteX2" fmla="*/ 3244758 w 3244758"/>
                <a:gd name="connsiteY2" fmla="*/ 449980 h 874560"/>
                <a:gd name="connsiteX3" fmla="*/ 2705875 w 3244758"/>
                <a:gd name="connsiteY3" fmla="*/ 874560 h 874560"/>
                <a:gd name="connsiteX4" fmla="*/ 330200 w 3244758"/>
                <a:gd name="connsiteY4" fmla="*/ 874560 h 874560"/>
                <a:gd name="connsiteX5" fmla="*/ 0 w 3244758"/>
                <a:gd name="connsiteY5" fmla="*/ 0 h 874560"/>
                <a:gd name="connsiteX0" fmla="*/ 63500 w 3308258"/>
                <a:gd name="connsiteY0" fmla="*/ 0 h 912660"/>
                <a:gd name="connsiteX1" fmla="*/ 2769375 w 3308258"/>
                <a:gd name="connsiteY1" fmla="*/ 25400 h 912660"/>
                <a:gd name="connsiteX2" fmla="*/ 3308258 w 3308258"/>
                <a:gd name="connsiteY2" fmla="*/ 449980 h 912660"/>
                <a:gd name="connsiteX3" fmla="*/ 2769375 w 3308258"/>
                <a:gd name="connsiteY3" fmla="*/ 874560 h 912660"/>
                <a:gd name="connsiteX4" fmla="*/ 0 w 3308258"/>
                <a:gd name="connsiteY4" fmla="*/ 912660 h 912660"/>
                <a:gd name="connsiteX5" fmla="*/ 63500 w 3308258"/>
                <a:gd name="connsiteY5" fmla="*/ 0 h 912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8258" h="912660">
                  <a:moveTo>
                    <a:pt x="63500" y="0"/>
                  </a:moveTo>
                  <a:lnTo>
                    <a:pt x="2769375" y="25400"/>
                  </a:lnTo>
                  <a:lnTo>
                    <a:pt x="3308258" y="449980"/>
                  </a:lnTo>
                  <a:lnTo>
                    <a:pt x="2769375" y="874560"/>
                  </a:lnTo>
                  <a:lnTo>
                    <a:pt x="0" y="912660"/>
                  </a:lnTo>
                  <a:lnTo>
                    <a:pt x="63500" y="0"/>
                  </a:lnTo>
                  <a:close/>
                </a:path>
              </a:pathLst>
            </a:custGeom>
            <a:solidFill>
              <a:schemeClr val="accent3"/>
            </a:solidFill>
            <a:ln w="9525">
              <a:solidFill>
                <a:schemeClr val="bg1"/>
              </a:solidFill>
              <a:miter lim="800000"/>
              <a:headEnd/>
              <a:tailEnd/>
            </a:ln>
          </p:spPr>
          <p:txBody>
            <a:bodyPr wrap="square" anchor="ctr">
              <a:noAutofit/>
            </a:bodyPr>
            <a:lstStyle>
              <a:lvl1pPr>
                <a:defRPr>
                  <a:solidFill>
                    <a:schemeClr val="tx1"/>
                  </a:solidFill>
                  <a:latin typeface="Verdana" panose="020B0604030504040204" pitchFamily="34" charset="0"/>
                </a:defRPr>
              </a:lvl1pPr>
              <a:lvl2pPr marL="742950" indent="-285750">
                <a:defRPr>
                  <a:solidFill>
                    <a:schemeClr val="tx1"/>
                  </a:solidFill>
                  <a:latin typeface="Verdana" panose="020B0604030504040204" pitchFamily="34" charset="0"/>
                </a:defRPr>
              </a:lvl2pPr>
              <a:lvl3pPr marL="1143000" indent="-228600">
                <a:defRPr>
                  <a:solidFill>
                    <a:schemeClr val="tx1"/>
                  </a:solidFill>
                  <a:latin typeface="Verdana" panose="020B0604030504040204" pitchFamily="34" charset="0"/>
                </a:defRPr>
              </a:lvl3pPr>
              <a:lvl4pPr marL="1600200" indent="-228600">
                <a:defRPr>
                  <a:solidFill>
                    <a:schemeClr val="tx1"/>
                  </a:solidFill>
                  <a:latin typeface="Verdana" panose="020B0604030504040204" pitchFamily="34" charset="0"/>
                </a:defRPr>
              </a:lvl4pPr>
              <a:lvl5pPr marL="2057400" indent="-228600">
                <a:defRPr>
                  <a:solidFill>
                    <a:schemeClr val="tx1"/>
                  </a:solidFill>
                  <a:latin typeface="Verdana" panose="020B0604030504040204" pitchFamily="34" charset="0"/>
                </a:defRPr>
              </a:lvl5pPr>
              <a:lvl6pPr marL="2514600" indent="-228600" fontAlgn="base">
                <a:spcBef>
                  <a:spcPct val="0"/>
                </a:spcBef>
                <a:spcAft>
                  <a:spcPct val="0"/>
                </a:spcAft>
                <a:defRPr>
                  <a:solidFill>
                    <a:schemeClr val="tx1"/>
                  </a:solidFill>
                  <a:latin typeface="Verdana" panose="020B0604030504040204" pitchFamily="34" charset="0"/>
                </a:defRPr>
              </a:lvl6pPr>
              <a:lvl7pPr marL="2971800" indent="-228600" fontAlgn="base">
                <a:spcBef>
                  <a:spcPct val="0"/>
                </a:spcBef>
                <a:spcAft>
                  <a:spcPct val="0"/>
                </a:spcAft>
                <a:defRPr>
                  <a:solidFill>
                    <a:schemeClr val="tx1"/>
                  </a:solidFill>
                  <a:latin typeface="Verdana" panose="020B0604030504040204" pitchFamily="34" charset="0"/>
                </a:defRPr>
              </a:lvl7pPr>
              <a:lvl8pPr marL="3429000" indent="-228600" fontAlgn="base">
                <a:spcBef>
                  <a:spcPct val="0"/>
                </a:spcBef>
                <a:spcAft>
                  <a:spcPct val="0"/>
                </a:spcAft>
                <a:defRPr>
                  <a:solidFill>
                    <a:schemeClr val="tx1"/>
                  </a:solidFill>
                  <a:latin typeface="Verdana" panose="020B0604030504040204" pitchFamily="34" charset="0"/>
                </a:defRPr>
              </a:lvl8pPr>
              <a:lvl9pPr marL="3886200" indent="-228600" fontAlgn="base">
                <a:spcBef>
                  <a:spcPct val="0"/>
                </a:spcBef>
                <a:spcAft>
                  <a:spcPct val="0"/>
                </a:spcAft>
                <a:defRPr>
                  <a:solidFill>
                    <a:schemeClr val="tx1"/>
                  </a:solidFill>
                  <a:latin typeface="Verdana" panose="020B0604030504040204" pitchFamily="34" charset="0"/>
                </a:defRPr>
              </a:lvl9pPr>
            </a:lstStyle>
            <a:p>
              <a:pPr marL="533400" marR="0" lvl="0" indent="0" algn="l" defTabSz="901700" rtl="0" eaLnBrk="1" fontAlgn="auto" latinLnBrk="0" hangingPunct="1">
                <a:lnSpc>
                  <a:spcPct val="100000"/>
                </a:lnSpc>
                <a:spcBef>
                  <a:spcPts val="900"/>
                </a:spcBef>
                <a:spcAft>
                  <a:spcPts val="0"/>
                </a:spcAft>
                <a:buClr>
                  <a:srgbClr val="92D400"/>
                </a:buClr>
                <a:buSzTx/>
                <a:buFontTx/>
                <a:buNone/>
                <a:tabLst/>
                <a:defRPr/>
              </a:pPr>
              <a:endParaRPr kumimoji="0" lang="en-US" altLang="en-US" sz="1000" b="0" i="0" u="none" strike="noStrike" kern="120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1" name="TextBox 20">
              <a:extLst>
                <a:ext uri="{FF2B5EF4-FFF2-40B4-BE49-F238E27FC236}">
                  <a16:creationId xmlns:a16="http://schemas.microsoft.com/office/drawing/2014/main" id="{EF251E4D-DC7B-001C-7C0C-D0D25BA260E1}"/>
                </a:ext>
              </a:extLst>
            </p:cNvPr>
            <p:cNvSpPr txBox="1"/>
            <p:nvPr/>
          </p:nvSpPr>
          <p:spPr>
            <a:xfrm>
              <a:off x="4573011" y="5471124"/>
              <a:ext cx="2087712" cy="101566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1200" cap="none" spc="0" normalizeH="0" baseline="0" noProof="0" dirty="0">
                  <a:ln>
                    <a:noFill/>
                  </a:ln>
                  <a:solidFill>
                    <a:prstClr val="white"/>
                  </a:solidFill>
                  <a:effectLst/>
                  <a:uLnTx/>
                  <a:uFillTx/>
                  <a:latin typeface="Calibri"/>
                  <a:ea typeface="+mn-ea"/>
                  <a:cs typeface="+mn-cs"/>
                </a:rPr>
                <a:t>With primarily focus on India and South Asia, Deloitte India is also working with multiple member firms in Africa, Southeast Asia, and Middle East</a:t>
              </a:r>
            </a:p>
          </p:txBody>
        </p:sp>
        <p:sp>
          <p:nvSpPr>
            <p:cNvPr id="22" name="Parallelogram 21">
              <a:extLst>
                <a:ext uri="{FF2B5EF4-FFF2-40B4-BE49-F238E27FC236}">
                  <a16:creationId xmlns:a16="http://schemas.microsoft.com/office/drawing/2014/main" id="{C3412619-4044-4335-0105-CF2337DE1B9D}"/>
                </a:ext>
              </a:extLst>
            </p:cNvPr>
            <p:cNvSpPr/>
            <p:nvPr/>
          </p:nvSpPr>
          <p:spPr bwMode="gray">
            <a:xfrm>
              <a:off x="3915814" y="5350021"/>
              <a:ext cx="616186" cy="1080000"/>
            </a:xfrm>
            <a:prstGeom prst="parallelogram">
              <a:avLst>
                <a:gd name="adj" fmla="val 18817"/>
              </a:avLst>
            </a:prstGeom>
            <a:solidFill>
              <a:schemeClr val="tx2">
                <a:lumMod val="20000"/>
                <a:lumOff val="8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F43716B4-0C56-CEDB-FE8B-8C14A73864E4}"/>
              </a:ext>
            </a:extLst>
          </p:cNvPr>
          <p:cNvGrpSpPr/>
          <p:nvPr/>
        </p:nvGrpSpPr>
        <p:grpSpPr>
          <a:xfrm flipH="1">
            <a:off x="3465936" y="3932297"/>
            <a:ext cx="2776904" cy="1080000"/>
            <a:chOff x="3823566" y="5350021"/>
            <a:chExt cx="3398219" cy="1080000"/>
          </a:xfrm>
        </p:grpSpPr>
        <p:sp>
          <p:nvSpPr>
            <p:cNvPr id="24" name="Rectangle 11">
              <a:extLst>
                <a:ext uri="{FF2B5EF4-FFF2-40B4-BE49-F238E27FC236}">
                  <a16:creationId xmlns:a16="http://schemas.microsoft.com/office/drawing/2014/main" id="{F2D869EE-1B5D-0B3A-7C62-0CE11902AEA8}"/>
                </a:ext>
              </a:extLst>
            </p:cNvPr>
            <p:cNvSpPr>
              <a:spLocks noChangeArrowheads="1"/>
            </p:cNvSpPr>
            <p:nvPr/>
          </p:nvSpPr>
          <p:spPr bwMode="auto">
            <a:xfrm>
              <a:off x="3823566" y="5424111"/>
              <a:ext cx="3398219" cy="912660"/>
            </a:xfrm>
            <a:custGeom>
              <a:avLst/>
              <a:gdLst>
                <a:gd name="connsiteX0" fmla="*/ 0 w 2558958"/>
                <a:gd name="connsiteY0" fmla="*/ 0 h 849160"/>
                <a:gd name="connsiteX1" fmla="*/ 2375675 w 2558958"/>
                <a:gd name="connsiteY1" fmla="*/ 0 h 849160"/>
                <a:gd name="connsiteX2" fmla="*/ 2558958 w 2558958"/>
                <a:gd name="connsiteY2" fmla="*/ 424580 h 849160"/>
                <a:gd name="connsiteX3" fmla="*/ 2375675 w 2558958"/>
                <a:gd name="connsiteY3" fmla="*/ 849160 h 849160"/>
                <a:gd name="connsiteX4" fmla="*/ 0 w 2558958"/>
                <a:gd name="connsiteY4" fmla="*/ 849160 h 849160"/>
                <a:gd name="connsiteX5" fmla="*/ 0 w 2558958"/>
                <a:gd name="connsiteY5" fmla="*/ 0 h 849160"/>
                <a:gd name="connsiteX0" fmla="*/ 266700 w 2558958"/>
                <a:gd name="connsiteY0" fmla="*/ 0 h 861860"/>
                <a:gd name="connsiteX1" fmla="*/ 2375675 w 2558958"/>
                <a:gd name="connsiteY1" fmla="*/ 12700 h 861860"/>
                <a:gd name="connsiteX2" fmla="*/ 2558958 w 2558958"/>
                <a:gd name="connsiteY2" fmla="*/ 437280 h 861860"/>
                <a:gd name="connsiteX3" fmla="*/ 2375675 w 2558958"/>
                <a:gd name="connsiteY3" fmla="*/ 861860 h 861860"/>
                <a:gd name="connsiteX4" fmla="*/ 0 w 2558958"/>
                <a:gd name="connsiteY4" fmla="*/ 861860 h 861860"/>
                <a:gd name="connsiteX5" fmla="*/ 266700 w 2558958"/>
                <a:gd name="connsiteY5" fmla="*/ 0 h 861860"/>
                <a:gd name="connsiteX0" fmla="*/ 266700 w 2914558"/>
                <a:gd name="connsiteY0" fmla="*/ 0 h 861860"/>
                <a:gd name="connsiteX1" fmla="*/ 2375675 w 2914558"/>
                <a:gd name="connsiteY1" fmla="*/ 12700 h 861860"/>
                <a:gd name="connsiteX2" fmla="*/ 2914558 w 2914558"/>
                <a:gd name="connsiteY2" fmla="*/ 437280 h 861860"/>
                <a:gd name="connsiteX3" fmla="*/ 2375675 w 2914558"/>
                <a:gd name="connsiteY3" fmla="*/ 861860 h 861860"/>
                <a:gd name="connsiteX4" fmla="*/ 0 w 2914558"/>
                <a:gd name="connsiteY4" fmla="*/ 861860 h 861860"/>
                <a:gd name="connsiteX5" fmla="*/ 266700 w 2914558"/>
                <a:gd name="connsiteY5" fmla="*/ 0 h 861860"/>
                <a:gd name="connsiteX0" fmla="*/ 0 w 3244758"/>
                <a:gd name="connsiteY0" fmla="*/ 0 h 874560"/>
                <a:gd name="connsiteX1" fmla="*/ 2705875 w 3244758"/>
                <a:gd name="connsiteY1" fmla="*/ 25400 h 874560"/>
                <a:gd name="connsiteX2" fmla="*/ 3244758 w 3244758"/>
                <a:gd name="connsiteY2" fmla="*/ 449980 h 874560"/>
                <a:gd name="connsiteX3" fmla="*/ 2705875 w 3244758"/>
                <a:gd name="connsiteY3" fmla="*/ 874560 h 874560"/>
                <a:gd name="connsiteX4" fmla="*/ 330200 w 3244758"/>
                <a:gd name="connsiteY4" fmla="*/ 874560 h 874560"/>
                <a:gd name="connsiteX5" fmla="*/ 0 w 3244758"/>
                <a:gd name="connsiteY5" fmla="*/ 0 h 874560"/>
                <a:gd name="connsiteX0" fmla="*/ 63500 w 3308258"/>
                <a:gd name="connsiteY0" fmla="*/ 0 h 912660"/>
                <a:gd name="connsiteX1" fmla="*/ 2769375 w 3308258"/>
                <a:gd name="connsiteY1" fmla="*/ 25400 h 912660"/>
                <a:gd name="connsiteX2" fmla="*/ 3308258 w 3308258"/>
                <a:gd name="connsiteY2" fmla="*/ 449980 h 912660"/>
                <a:gd name="connsiteX3" fmla="*/ 2769375 w 3308258"/>
                <a:gd name="connsiteY3" fmla="*/ 874560 h 912660"/>
                <a:gd name="connsiteX4" fmla="*/ 0 w 3308258"/>
                <a:gd name="connsiteY4" fmla="*/ 912660 h 912660"/>
                <a:gd name="connsiteX5" fmla="*/ 63500 w 3308258"/>
                <a:gd name="connsiteY5" fmla="*/ 0 h 912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8258" h="912660">
                  <a:moveTo>
                    <a:pt x="63500" y="0"/>
                  </a:moveTo>
                  <a:lnTo>
                    <a:pt x="2769375" y="25400"/>
                  </a:lnTo>
                  <a:lnTo>
                    <a:pt x="3308258" y="449980"/>
                  </a:lnTo>
                  <a:lnTo>
                    <a:pt x="2769375" y="874560"/>
                  </a:lnTo>
                  <a:lnTo>
                    <a:pt x="0" y="912660"/>
                  </a:lnTo>
                  <a:lnTo>
                    <a:pt x="63500" y="0"/>
                  </a:lnTo>
                  <a:close/>
                </a:path>
              </a:pathLst>
            </a:custGeom>
            <a:solidFill>
              <a:schemeClr val="accent1">
                <a:lumMod val="75000"/>
              </a:schemeClr>
            </a:solidFill>
            <a:ln w="9525">
              <a:solidFill>
                <a:schemeClr val="bg1"/>
              </a:solidFill>
              <a:miter lim="800000"/>
              <a:headEnd/>
              <a:tailEnd/>
            </a:ln>
          </p:spPr>
          <p:txBody>
            <a:bodyPr wrap="square" anchor="ctr">
              <a:noAutofit/>
            </a:bodyPr>
            <a:lstStyle>
              <a:lvl1pPr>
                <a:defRPr>
                  <a:solidFill>
                    <a:schemeClr val="tx1"/>
                  </a:solidFill>
                  <a:latin typeface="Verdana" panose="020B0604030504040204" pitchFamily="34" charset="0"/>
                </a:defRPr>
              </a:lvl1pPr>
              <a:lvl2pPr marL="742950" indent="-285750">
                <a:defRPr>
                  <a:solidFill>
                    <a:schemeClr val="tx1"/>
                  </a:solidFill>
                  <a:latin typeface="Verdana" panose="020B0604030504040204" pitchFamily="34" charset="0"/>
                </a:defRPr>
              </a:lvl2pPr>
              <a:lvl3pPr marL="1143000" indent="-228600">
                <a:defRPr>
                  <a:solidFill>
                    <a:schemeClr val="tx1"/>
                  </a:solidFill>
                  <a:latin typeface="Verdana" panose="020B0604030504040204" pitchFamily="34" charset="0"/>
                </a:defRPr>
              </a:lvl3pPr>
              <a:lvl4pPr marL="1600200" indent="-228600">
                <a:defRPr>
                  <a:solidFill>
                    <a:schemeClr val="tx1"/>
                  </a:solidFill>
                  <a:latin typeface="Verdana" panose="020B0604030504040204" pitchFamily="34" charset="0"/>
                </a:defRPr>
              </a:lvl4pPr>
              <a:lvl5pPr marL="2057400" indent="-228600">
                <a:defRPr>
                  <a:solidFill>
                    <a:schemeClr val="tx1"/>
                  </a:solidFill>
                  <a:latin typeface="Verdana" panose="020B0604030504040204" pitchFamily="34" charset="0"/>
                </a:defRPr>
              </a:lvl5pPr>
              <a:lvl6pPr marL="2514600" indent="-228600" fontAlgn="base">
                <a:spcBef>
                  <a:spcPct val="0"/>
                </a:spcBef>
                <a:spcAft>
                  <a:spcPct val="0"/>
                </a:spcAft>
                <a:defRPr>
                  <a:solidFill>
                    <a:schemeClr val="tx1"/>
                  </a:solidFill>
                  <a:latin typeface="Verdana" panose="020B0604030504040204" pitchFamily="34" charset="0"/>
                </a:defRPr>
              </a:lvl6pPr>
              <a:lvl7pPr marL="2971800" indent="-228600" fontAlgn="base">
                <a:spcBef>
                  <a:spcPct val="0"/>
                </a:spcBef>
                <a:spcAft>
                  <a:spcPct val="0"/>
                </a:spcAft>
                <a:defRPr>
                  <a:solidFill>
                    <a:schemeClr val="tx1"/>
                  </a:solidFill>
                  <a:latin typeface="Verdana" panose="020B0604030504040204" pitchFamily="34" charset="0"/>
                </a:defRPr>
              </a:lvl7pPr>
              <a:lvl8pPr marL="3429000" indent="-228600" fontAlgn="base">
                <a:spcBef>
                  <a:spcPct val="0"/>
                </a:spcBef>
                <a:spcAft>
                  <a:spcPct val="0"/>
                </a:spcAft>
                <a:defRPr>
                  <a:solidFill>
                    <a:schemeClr val="tx1"/>
                  </a:solidFill>
                  <a:latin typeface="Verdana" panose="020B0604030504040204" pitchFamily="34" charset="0"/>
                </a:defRPr>
              </a:lvl8pPr>
              <a:lvl9pPr marL="3886200" indent="-228600" fontAlgn="base">
                <a:spcBef>
                  <a:spcPct val="0"/>
                </a:spcBef>
                <a:spcAft>
                  <a:spcPct val="0"/>
                </a:spcAft>
                <a:defRPr>
                  <a:solidFill>
                    <a:schemeClr val="tx1"/>
                  </a:solidFill>
                  <a:latin typeface="Verdana" panose="020B0604030504040204" pitchFamily="34" charset="0"/>
                </a:defRPr>
              </a:lvl9pPr>
            </a:lstStyle>
            <a:p>
              <a:pPr marL="533400" marR="0" lvl="0" indent="0" algn="l" defTabSz="901700" rtl="0" eaLnBrk="1" fontAlgn="auto" latinLnBrk="0" hangingPunct="1">
                <a:lnSpc>
                  <a:spcPct val="100000"/>
                </a:lnSpc>
                <a:spcBef>
                  <a:spcPts val="900"/>
                </a:spcBef>
                <a:spcAft>
                  <a:spcPts val="0"/>
                </a:spcAft>
                <a:buClr>
                  <a:srgbClr val="92D400"/>
                </a:buClr>
                <a:buSzTx/>
                <a:buFontTx/>
                <a:buNone/>
                <a:tabLst/>
                <a:defRPr/>
              </a:pPr>
              <a:endParaRPr kumimoji="0" lang="en-US" altLang="en-US" sz="1000" b="0" i="0" u="none" strike="noStrike" kern="120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5" name="TextBox 24">
              <a:extLst>
                <a:ext uri="{FF2B5EF4-FFF2-40B4-BE49-F238E27FC236}">
                  <a16:creationId xmlns:a16="http://schemas.microsoft.com/office/drawing/2014/main" id="{F3AB5427-E566-114A-7A9D-AB60C8955272}"/>
                </a:ext>
              </a:extLst>
            </p:cNvPr>
            <p:cNvSpPr txBox="1"/>
            <p:nvPr/>
          </p:nvSpPr>
          <p:spPr>
            <a:xfrm>
              <a:off x="4584130" y="5488523"/>
              <a:ext cx="2096616" cy="80791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050" b="0" i="0" u="none" strike="noStrike" kern="1200" cap="none" spc="0" normalizeH="0" baseline="0" noProof="0" dirty="0">
                  <a:ln>
                    <a:noFill/>
                  </a:ln>
                  <a:solidFill>
                    <a:prstClr val="white"/>
                  </a:solidFill>
                  <a:effectLst/>
                  <a:uLnTx/>
                  <a:uFillTx/>
                  <a:latin typeface="Calibri"/>
                  <a:ea typeface="+mn-ea"/>
                  <a:cs typeface="+mn-cs"/>
                </a:rPr>
                <a:t>The team has worked extensively across all sub-sectors including generation transmission distribution sector.</a:t>
              </a:r>
            </a:p>
          </p:txBody>
        </p:sp>
        <p:sp>
          <p:nvSpPr>
            <p:cNvPr id="26" name="Parallelogram 25">
              <a:extLst>
                <a:ext uri="{FF2B5EF4-FFF2-40B4-BE49-F238E27FC236}">
                  <a16:creationId xmlns:a16="http://schemas.microsoft.com/office/drawing/2014/main" id="{B66E38A3-E81D-9FE7-FCF1-3C2A3E92E1D2}"/>
                </a:ext>
              </a:extLst>
            </p:cNvPr>
            <p:cNvSpPr/>
            <p:nvPr/>
          </p:nvSpPr>
          <p:spPr bwMode="gray">
            <a:xfrm>
              <a:off x="3915814" y="5350021"/>
              <a:ext cx="616186" cy="1080000"/>
            </a:xfrm>
            <a:prstGeom prst="parallelogram">
              <a:avLst>
                <a:gd name="adj" fmla="val 18817"/>
              </a:avLst>
            </a:prstGeom>
            <a:solidFill>
              <a:schemeClr val="tx2">
                <a:lumMod val="20000"/>
                <a:lumOff val="8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Calibri"/>
                <a:ea typeface="+mn-ea"/>
                <a:cs typeface="+mn-cs"/>
              </a:endParaRPr>
            </a:p>
          </p:txBody>
        </p:sp>
      </p:grpSp>
      <p:pic>
        <p:nvPicPr>
          <p:cNvPr id="27" name="Picture 26">
            <a:extLst>
              <a:ext uri="{FF2B5EF4-FFF2-40B4-BE49-F238E27FC236}">
                <a16:creationId xmlns:a16="http://schemas.microsoft.com/office/drawing/2014/main" id="{48EF608A-CED1-58A4-B302-7E5AC31EA22A}"/>
              </a:ext>
            </a:extLst>
          </p:cNvPr>
          <p:cNvPicPr>
            <a:picLocks noChangeAspect="1"/>
          </p:cNvPicPr>
          <p:nvPr/>
        </p:nvPicPr>
        <p:blipFill>
          <a:blip r:embed="rId7"/>
          <a:stretch>
            <a:fillRect/>
          </a:stretch>
        </p:blipFill>
        <p:spPr>
          <a:xfrm>
            <a:off x="3631040" y="5610518"/>
            <a:ext cx="408223" cy="408223"/>
          </a:xfrm>
          <a:prstGeom prst="rect">
            <a:avLst/>
          </a:prstGeom>
        </p:spPr>
      </p:pic>
      <p:sp>
        <p:nvSpPr>
          <p:cNvPr id="28" name="Freeform 542">
            <a:extLst>
              <a:ext uri="{FF2B5EF4-FFF2-40B4-BE49-F238E27FC236}">
                <a16:creationId xmlns:a16="http://schemas.microsoft.com/office/drawing/2014/main" id="{8D1FD24F-6AE0-EACB-821C-2E4185EBE444}"/>
              </a:ext>
            </a:extLst>
          </p:cNvPr>
          <p:cNvSpPr>
            <a:spLocks noChangeAspect="1" noEditPoints="1"/>
          </p:cNvSpPr>
          <p:nvPr/>
        </p:nvSpPr>
        <p:spPr bwMode="auto">
          <a:xfrm>
            <a:off x="5709342" y="4271308"/>
            <a:ext cx="406800" cy="406800"/>
          </a:xfrm>
          <a:custGeom>
            <a:avLst/>
            <a:gdLst>
              <a:gd name="T0" fmla="*/ 256 w 512"/>
              <a:gd name="T1" fmla="*/ 266 h 512"/>
              <a:gd name="T2" fmla="*/ 256 w 512"/>
              <a:gd name="T3" fmla="*/ 245 h 512"/>
              <a:gd name="T4" fmla="*/ 512 w 512"/>
              <a:gd name="T5" fmla="*/ 256 h 512"/>
              <a:gd name="T6" fmla="*/ 0 w 512"/>
              <a:gd name="T7" fmla="*/ 256 h 512"/>
              <a:gd name="T8" fmla="*/ 512 w 512"/>
              <a:gd name="T9" fmla="*/ 256 h 512"/>
              <a:gd name="T10" fmla="*/ 384 w 512"/>
              <a:gd name="T11" fmla="*/ 193 h 512"/>
              <a:gd name="T12" fmla="*/ 266 w 512"/>
              <a:gd name="T13" fmla="*/ 128 h 512"/>
              <a:gd name="T14" fmla="*/ 256 w 512"/>
              <a:gd name="T15" fmla="*/ 96 h 512"/>
              <a:gd name="T16" fmla="*/ 245 w 512"/>
              <a:gd name="T17" fmla="*/ 224 h 512"/>
              <a:gd name="T18" fmla="*/ 224 w 512"/>
              <a:gd name="T19" fmla="*/ 256 h 512"/>
              <a:gd name="T20" fmla="*/ 160 w 512"/>
              <a:gd name="T21" fmla="*/ 302 h 512"/>
              <a:gd name="T22" fmla="*/ 173 w 512"/>
              <a:gd name="T23" fmla="*/ 189 h 512"/>
              <a:gd name="T24" fmla="*/ 185 w 512"/>
              <a:gd name="T25" fmla="*/ 218 h 512"/>
              <a:gd name="T26" fmla="*/ 195 w 512"/>
              <a:gd name="T27" fmla="*/ 207 h 512"/>
              <a:gd name="T28" fmla="*/ 181 w 512"/>
              <a:gd name="T29" fmla="*/ 151 h 512"/>
              <a:gd name="T30" fmla="*/ 126 w 512"/>
              <a:gd name="T31" fmla="*/ 166 h 512"/>
              <a:gd name="T32" fmla="*/ 137 w 512"/>
              <a:gd name="T33" fmla="*/ 176 h 512"/>
              <a:gd name="T34" fmla="*/ 128 w 512"/>
              <a:gd name="T35" fmla="*/ 256 h 512"/>
              <a:gd name="T36" fmla="*/ 124 w 512"/>
              <a:gd name="T37" fmla="*/ 323 h 512"/>
              <a:gd name="T38" fmla="*/ 129 w 512"/>
              <a:gd name="T39" fmla="*/ 343 h 512"/>
              <a:gd name="T40" fmla="*/ 236 w 512"/>
              <a:gd name="T41" fmla="*/ 281 h 512"/>
              <a:gd name="T42" fmla="*/ 276 w 512"/>
              <a:gd name="T43" fmla="*/ 280 h 512"/>
              <a:gd name="T44" fmla="*/ 256 w 512"/>
              <a:gd name="T45" fmla="*/ 362 h 512"/>
              <a:gd name="T46" fmla="*/ 255 w 512"/>
              <a:gd name="T47" fmla="*/ 350 h 512"/>
              <a:gd name="T48" fmla="*/ 243 w 512"/>
              <a:gd name="T49" fmla="*/ 333 h 512"/>
              <a:gd name="T50" fmla="*/ 206 w 512"/>
              <a:gd name="T51" fmla="*/ 358 h 512"/>
              <a:gd name="T52" fmla="*/ 228 w 512"/>
              <a:gd name="T53" fmla="*/ 410 h 512"/>
              <a:gd name="T54" fmla="*/ 242 w 512"/>
              <a:gd name="T55" fmla="*/ 413 h 512"/>
              <a:gd name="T56" fmla="*/ 235 w 512"/>
              <a:gd name="T57" fmla="*/ 382 h 512"/>
              <a:gd name="T58" fmla="*/ 360 w 512"/>
              <a:gd name="T59" fmla="*/ 330 h 512"/>
              <a:gd name="T60" fmla="*/ 384 w 512"/>
              <a:gd name="T61" fmla="*/ 343 h 512"/>
              <a:gd name="T62" fmla="*/ 389 w 512"/>
              <a:gd name="T63" fmla="*/ 323 h 512"/>
              <a:gd name="T64" fmla="*/ 288 w 512"/>
              <a:gd name="T65" fmla="*/ 256 h 512"/>
              <a:gd name="T66" fmla="*/ 266 w 512"/>
              <a:gd name="T67" fmla="*/ 224 h 512"/>
              <a:gd name="T68" fmla="*/ 355 w 512"/>
              <a:gd name="T69" fmla="*/ 217 h 512"/>
              <a:gd name="T70" fmla="*/ 324 w 512"/>
              <a:gd name="T71" fmla="*/ 214 h 512"/>
              <a:gd name="T72" fmla="*/ 369 w 512"/>
              <a:gd name="T73" fmla="*/ 248 h 512"/>
              <a:gd name="T74" fmla="*/ 383 w 512"/>
              <a:gd name="T75" fmla="*/ 243 h 512"/>
              <a:gd name="T76" fmla="*/ 399 w 512"/>
              <a:gd name="T77" fmla="*/ 1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66" y="256"/>
                </a:moveTo>
                <a:cubicBezTo>
                  <a:pt x="266" y="262"/>
                  <a:pt x="262" y="266"/>
                  <a:pt x="256" y="266"/>
                </a:cubicBezTo>
                <a:cubicBezTo>
                  <a:pt x="250" y="266"/>
                  <a:pt x="245" y="262"/>
                  <a:pt x="245" y="256"/>
                </a:cubicBezTo>
                <a:cubicBezTo>
                  <a:pt x="245" y="250"/>
                  <a:pt x="250" y="245"/>
                  <a:pt x="256" y="245"/>
                </a:cubicBezTo>
                <a:cubicBezTo>
                  <a:pt x="262" y="245"/>
                  <a:pt x="266" y="250"/>
                  <a:pt x="266"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9" y="188"/>
                </a:moveTo>
                <a:cubicBezTo>
                  <a:pt x="393" y="186"/>
                  <a:pt x="387" y="188"/>
                  <a:pt x="384" y="193"/>
                </a:cubicBezTo>
                <a:cubicBezTo>
                  <a:pt x="376" y="211"/>
                  <a:pt x="376" y="211"/>
                  <a:pt x="376" y="211"/>
                </a:cubicBezTo>
                <a:cubicBezTo>
                  <a:pt x="358" y="165"/>
                  <a:pt x="316" y="132"/>
                  <a:pt x="266" y="128"/>
                </a:cubicBezTo>
                <a:cubicBezTo>
                  <a:pt x="266" y="106"/>
                  <a:pt x="266" y="106"/>
                  <a:pt x="266" y="106"/>
                </a:cubicBezTo>
                <a:cubicBezTo>
                  <a:pt x="266" y="100"/>
                  <a:pt x="262" y="96"/>
                  <a:pt x="256" y="96"/>
                </a:cubicBezTo>
                <a:cubicBezTo>
                  <a:pt x="250" y="96"/>
                  <a:pt x="245" y="100"/>
                  <a:pt x="245" y="106"/>
                </a:cubicBezTo>
                <a:cubicBezTo>
                  <a:pt x="245" y="224"/>
                  <a:pt x="245" y="224"/>
                  <a:pt x="245" y="224"/>
                </a:cubicBezTo>
                <a:cubicBezTo>
                  <a:pt x="245" y="224"/>
                  <a:pt x="245" y="225"/>
                  <a:pt x="245" y="226"/>
                </a:cubicBezTo>
                <a:cubicBezTo>
                  <a:pt x="233" y="230"/>
                  <a:pt x="224" y="242"/>
                  <a:pt x="224" y="256"/>
                </a:cubicBezTo>
                <a:cubicBezTo>
                  <a:pt x="224" y="258"/>
                  <a:pt x="224" y="261"/>
                  <a:pt x="225" y="263"/>
                </a:cubicBezTo>
                <a:cubicBezTo>
                  <a:pt x="160" y="302"/>
                  <a:pt x="160" y="302"/>
                  <a:pt x="160" y="302"/>
                </a:cubicBezTo>
                <a:cubicBezTo>
                  <a:pt x="153" y="287"/>
                  <a:pt x="149" y="272"/>
                  <a:pt x="149" y="256"/>
                </a:cubicBezTo>
                <a:cubicBezTo>
                  <a:pt x="149" y="231"/>
                  <a:pt x="158" y="207"/>
                  <a:pt x="173" y="189"/>
                </a:cubicBezTo>
                <a:cubicBezTo>
                  <a:pt x="174" y="208"/>
                  <a:pt x="174" y="208"/>
                  <a:pt x="174" y="208"/>
                </a:cubicBezTo>
                <a:cubicBezTo>
                  <a:pt x="174" y="214"/>
                  <a:pt x="179" y="218"/>
                  <a:pt x="185" y="218"/>
                </a:cubicBezTo>
                <a:cubicBezTo>
                  <a:pt x="185" y="218"/>
                  <a:pt x="185" y="218"/>
                  <a:pt x="185" y="218"/>
                </a:cubicBezTo>
                <a:cubicBezTo>
                  <a:pt x="191" y="217"/>
                  <a:pt x="196" y="212"/>
                  <a:pt x="195" y="207"/>
                </a:cubicBezTo>
                <a:cubicBezTo>
                  <a:pt x="192" y="161"/>
                  <a:pt x="192" y="161"/>
                  <a:pt x="192" y="161"/>
                </a:cubicBezTo>
                <a:cubicBezTo>
                  <a:pt x="192" y="155"/>
                  <a:pt x="187" y="151"/>
                  <a:pt x="181" y="151"/>
                </a:cubicBezTo>
                <a:cubicBezTo>
                  <a:pt x="136" y="154"/>
                  <a:pt x="136" y="154"/>
                  <a:pt x="136" y="154"/>
                </a:cubicBezTo>
                <a:cubicBezTo>
                  <a:pt x="130" y="155"/>
                  <a:pt x="126" y="160"/>
                  <a:pt x="126" y="166"/>
                </a:cubicBezTo>
                <a:cubicBezTo>
                  <a:pt x="126" y="171"/>
                  <a:pt x="131" y="176"/>
                  <a:pt x="137" y="176"/>
                </a:cubicBezTo>
                <a:cubicBezTo>
                  <a:pt x="137" y="176"/>
                  <a:pt x="137" y="176"/>
                  <a:pt x="137" y="176"/>
                </a:cubicBezTo>
                <a:cubicBezTo>
                  <a:pt x="157" y="174"/>
                  <a:pt x="157" y="174"/>
                  <a:pt x="157" y="174"/>
                </a:cubicBezTo>
                <a:cubicBezTo>
                  <a:pt x="138" y="197"/>
                  <a:pt x="128" y="226"/>
                  <a:pt x="128" y="256"/>
                </a:cubicBezTo>
                <a:cubicBezTo>
                  <a:pt x="128" y="276"/>
                  <a:pt x="133" y="295"/>
                  <a:pt x="141" y="313"/>
                </a:cubicBezTo>
                <a:cubicBezTo>
                  <a:pt x="124" y="323"/>
                  <a:pt x="124" y="323"/>
                  <a:pt x="124" y="323"/>
                </a:cubicBezTo>
                <a:cubicBezTo>
                  <a:pt x="119" y="326"/>
                  <a:pt x="117" y="333"/>
                  <a:pt x="120" y="338"/>
                </a:cubicBezTo>
                <a:cubicBezTo>
                  <a:pt x="122" y="341"/>
                  <a:pt x="126" y="343"/>
                  <a:pt x="129" y="343"/>
                </a:cubicBezTo>
                <a:cubicBezTo>
                  <a:pt x="131" y="343"/>
                  <a:pt x="133" y="342"/>
                  <a:pt x="135" y="341"/>
                </a:cubicBezTo>
                <a:cubicBezTo>
                  <a:pt x="236" y="281"/>
                  <a:pt x="236" y="281"/>
                  <a:pt x="236" y="281"/>
                </a:cubicBezTo>
                <a:cubicBezTo>
                  <a:pt x="242" y="285"/>
                  <a:pt x="248" y="288"/>
                  <a:pt x="256" y="288"/>
                </a:cubicBezTo>
                <a:cubicBezTo>
                  <a:pt x="263" y="288"/>
                  <a:pt x="270" y="285"/>
                  <a:pt x="276" y="280"/>
                </a:cubicBezTo>
                <a:cubicBezTo>
                  <a:pt x="341" y="319"/>
                  <a:pt x="341" y="319"/>
                  <a:pt x="341" y="319"/>
                </a:cubicBezTo>
                <a:cubicBezTo>
                  <a:pt x="321" y="346"/>
                  <a:pt x="290" y="362"/>
                  <a:pt x="256" y="362"/>
                </a:cubicBezTo>
                <a:cubicBezTo>
                  <a:pt x="250" y="362"/>
                  <a:pt x="245" y="362"/>
                  <a:pt x="239" y="361"/>
                </a:cubicBezTo>
                <a:cubicBezTo>
                  <a:pt x="255" y="350"/>
                  <a:pt x="255" y="350"/>
                  <a:pt x="255" y="350"/>
                </a:cubicBezTo>
                <a:cubicBezTo>
                  <a:pt x="260" y="347"/>
                  <a:pt x="261" y="340"/>
                  <a:pt x="258" y="336"/>
                </a:cubicBezTo>
                <a:cubicBezTo>
                  <a:pt x="255" y="331"/>
                  <a:pt x="248" y="329"/>
                  <a:pt x="243" y="333"/>
                </a:cubicBezTo>
                <a:cubicBezTo>
                  <a:pt x="206" y="358"/>
                  <a:pt x="206" y="358"/>
                  <a:pt x="206" y="358"/>
                </a:cubicBezTo>
                <a:cubicBezTo>
                  <a:pt x="206" y="358"/>
                  <a:pt x="206" y="358"/>
                  <a:pt x="206" y="358"/>
                </a:cubicBezTo>
                <a:cubicBezTo>
                  <a:pt x="201" y="361"/>
                  <a:pt x="199" y="367"/>
                  <a:pt x="203" y="372"/>
                </a:cubicBezTo>
                <a:cubicBezTo>
                  <a:pt x="228" y="410"/>
                  <a:pt x="228" y="410"/>
                  <a:pt x="228" y="410"/>
                </a:cubicBezTo>
                <a:cubicBezTo>
                  <a:pt x="230" y="413"/>
                  <a:pt x="233" y="415"/>
                  <a:pt x="237" y="415"/>
                </a:cubicBezTo>
                <a:cubicBezTo>
                  <a:pt x="239" y="415"/>
                  <a:pt x="241" y="414"/>
                  <a:pt x="242" y="413"/>
                </a:cubicBezTo>
                <a:cubicBezTo>
                  <a:pt x="247" y="410"/>
                  <a:pt x="249" y="403"/>
                  <a:pt x="245" y="398"/>
                </a:cubicBezTo>
                <a:cubicBezTo>
                  <a:pt x="235" y="382"/>
                  <a:pt x="235" y="382"/>
                  <a:pt x="235" y="382"/>
                </a:cubicBezTo>
                <a:cubicBezTo>
                  <a:pt x="242" y="383"/>
                  <a:pt x="249" y="384"/>
                  <a:pt x="256" y="384"/>
                </a:cubicBezTo>
                <a:cubicBezTo>
                  <a:pt x="297" y="384"/>
                  <a:pt x="336" y="363"/>
                  <a:pt x="360" y="330"/>
                </a:cubicBezTo>
                <a:cubicBezTo>
                  <a:pt x="378" y="341"/>
                  <a:pt x="378" y="341"/>
                  <a:pt x="378" y="341"/>
                </a:cubicBezTo>
                <a:cubicBezTo>
                  <a:pt x="380" y="342"/>
                  <a:pt x="382" y="343"/>
                  <a:pt x="384" y="343"/>
                </a:cubicBezTo>
                <a:cubicBezTo>
                  <a:pt x="388" y="343"/>
                  <a:pt x="391" y="341"/>
                  <a:pt x="393" y="338"/>
                </a:cubicBezTo>
                <a:cubicBezTo>
                  <a:pt x="396" y="333"/>
                  <a:pt x="394" y="326"/>
                  <a:pt x="389" y="323"/>
                </a:cubicBezTo>
                <a:cubicBezTo>
                  <a:pt x="287" y="262"/>
                  <a:pt x="287" y="262"/>
                  <a:pt x="287" y="262"/>
                </a:cubicBezTo>
                <a:cubicBezTo>
                  <a:pt x="287" y="260"/>
                  <a:pt x="288" y="258"/>
                  <a:pt x="288" y="256"/>
                </a:cubicBezTo>
                <a:cubicBezTo>
                  <a:pt x="288" y="242"/>
                  <a:pt x="279" y="230"/>
                  <a:pt x="266" y="226"/>
                </a:cubicBezTo>
                <a:cubicBezTo>
                  <a:pt x="266" y="225"/>
                  <a:pt x="266" y="224"/>
                  <a:pt x="266" y="224"/>
                </a:cubicBezTo>
                <a:cubicBezTo>
                  <a:pt x="266" y="150"/>
                  <a:pt x="266" y="150"/>
                  <a:pt x="266" y="150"/>
                </a:cubicBezTo>
                <a:cubicBezTo>
                  <a:pt x="307" y="154"/>
                  <a:pt x="341" y="180"/>
                  <a:pt x="355" y="217"/>
                </a:cubicBezTo>
                <a:cubicBezTo>
                  <a:pt x="338" y="209"/>
                  <a:pt x="338" y="209"/>
                  <a:pt x="338" y="209"/>
                </a:cubicBezTo>
                <a:cubicBezTo>
                  <a:pt x="333" y="206"/>
                  <a:pt x="326" y="208"/>
                  <a:pt x="324" y="214"/>
                </a:cubicBezTo>
                <a:cubicBezTo>
                  <a:pt x="321" y="219"/>
                  <a:pt x="323" y="225"/>
                  <a:pt x="328" y="228"/>
                </a:cubicBezTo>
                <a:cubicBezTo>
                  <a:pt x="369" y="248"/>
                  <a:pt x="369" y="248"/>
                  <a:pt x="369" y="248"/>
                </a:cubicBezTo>
                <a:cubicBezTo>
                  <a:pt x="370" y="249"/>
                  <a:pt x="372" y="249"/>
                  <a:pt x="374" y="249"/>
                </a:cubicBezTo>
                <a:cubicBezTo>
                  <a:pt x="378" y="249"/>
                  <a:pt x="381" y="247"/>
                  <a:pt x="383" y="243"/>
                </a:cubicBezTo>
                <a:cubicBezTo>
                  <a:pt x="403" y="203"/>
                  <a:pt x="403" y="203"/>
                  <a:pt x="403" y="203"/>
                </a:cubicBezTo>
                <a:cubicBezTo>
                  <a:pt x="406" y="197"/>
                  <a:pt x="404" y="191"/>
                  <a:pt x="399" y="188"/>
                </a:cubicBezTo>
                <a:close/>
              </a:path>
            </a:pathLst>
          </a:custGeom>
          <a:solidFill>
            <a:schemeClr val="accent6"/>
          </a:solidFill>
          <a:ln>
            <a:noFill/>
          </a:ln>
        </p:spPr>
        <p:txBody>
          <a:bodyPr vert="horz" wrap="square" lIns="91439" tIns="45720" rIns="91439"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85" b="0" i="0" u="none" strike="noStrike" kern="1200" cap="none" spc="0" normalizeH="0" baseline="0" noProof="0">
              <a:ln>
                <a:noFill/>
              </a:ln>
              <a:solidFill>
                <a:prstClr val="black"/>
              </a:solidFill>
              <a:effectLst/>
              <a:uLnTx/>
              <a:uFillTx/>
              <a:latin typeface="Calibri"/>
              <a:ea typeface="+mn-ea"/>
              <a:cs typeface="+mn-cs"/>
            </a:endParaRPr>
          </a:p>
        </p:txBody>
      </p:sp>
      <p:sp>
        <p:nvSpPr>
          <p:cNvPr id="32" name="Rounded Rectangle 4">
            <a:extLst>
              <a:ext uri="{FF2B5EF4-FFF2-40B4-BE49-F238E27FC236}">
                <a16:creationId xmlns:a16="http://schemas.microsoft.com/office/drawing/2014/main" id="{21D46E0B-2110-8381-7EB7-51A9D93D8890}"/>
              </a:ext>
            </a:extLst>
          </p:cNvPr>
          <p:cNvSpPr/>
          <p:nvPr/>
        </p:nvSpPr>
        <p:spPr>
          <a:xfrm>
            <a:off x="1623731" y="4304160"/>
            <a:ext cx="1123315" cy="248166"/>
          </a:xfrm>
          <a:prstGeom prst="rect">
            <a:avLst/>
          </a:prstGeom>
          <a:solidFill>
            <a:schemeClr val="bg1"/>
          </a:solidFill>
          <a:scene3d>
            <a:camera prst="orthographicFront"/>
            <a:lightRig rig="threePt" dir="t">
              <a:rot lat="0" lon="0" rev="7500000"/>
            </a:lightRig>
          </a:scene3d>
          <a:sp3d/>
        </p:spPr>
        <p:style>
          <a:lnRef idx="0">
            <a:scrgbClr r="0" g="0" b="0"/>
          </a:lnRef>
          <a:fillRef idx="0">
            <a:scrgbClr r="0" g="0" b="0"/>
          </a:fillRef>
          <a:effectRef idx="0">
            <a:scrgbClr r="0" g="0" b="0"/>
          </a:effectRef>
          <a:fontRef idx="minor">
            <a:schemeClr val="lt1"/>
          </a:fontRef>
        </p:style>
        <p:txBody>
          <a:bodyPr spcFirstLastPara="0" vert="horz" wrap="square" lIns="128016" tIns="128016" rIns="128016" bIns="128016" numCol="1" spcCol="1270" anchor="ctr" anchorCtr="0">
            <a:noAutofit/>
          </a:bodyPr>
          <a:lstStyle/>
          <a:p>
            <a:pPr marL="0" marR="0" lvl="0" indent="0" algn="ctr" defTabSz="786493" rtl="0" eaLnBrk="1" fontAlgn="auto" latinLnBrk="0" hangingPunct="1">
              <a:lnSpc>
                <a:spcPct val="90000"/>
              </a:lnSpc>
              <a:spcBef>
                <a:spcPts val="0"/>
              </a:spcBef>
              <a:spcAft>
                <a:spcPct val="35000"/>
              </a:spcAft>
              <a:buClrTx/>
              <a:buSzTx/>
              <a:buFontTx/>
              <a:buNone/>
              <a:tabLst/>
              <a:defRPr/>
            </a:pPr>
            <a:r>
              <a:rPr kumimoji="0" lang="en-US" sz="800" b="1" i="0" u="none" strike="noStrike" kern="1200" cap="none" spc="0" normalizeH="0" baseline="0" noProof="0" dirty="0">
                <a:ln>
                  <a:noFill/>
                </a:ln>
                <a:solidFill>
                  <a:prstClr val="white">
                    <a:lumMod val="50000"/>
                  </a:prstClr>
                </a:solidFill>
                <a:effectLst/>
                <a:uLnTx/>
                <a:uFillTx/>
                <a:latin typeface="Calibri"/>
                <a:ea typeface="+mn-ea"/>
                <a:cs typeface="+mn-cs"/>
              </a:rPr>
              <a:t>Strategic Planning &amp; Restructuring</a:t>
            </a:r>
          </a:p>
        </p:txBody>
      </p:sp>
      <p:sp>
        <p:nvSpPr>
          <p:cNvPr id="34" name="Rounded Rectangle 8">
            <a:extLst>
              <a:ext uri="{FF2B5EF4-FFF2-40B4-BE49-F238E27FC236}">
                <a16:creationId xmlns:a16="http://schemas.microsoft.com/office/drawing/2014/main" id="{0671D89D-8AE9-1BA9-A0FC-5179A0ABCAF3}"/>
              </a:ext>
            </a:extLst>
          </p:cNvPr>
          <p:cNvSpPr/>
          <p:nvPr/>
        </p:nvSpPr>
        <p:spPr>
          <a:xfrm>
            <a:off x="1683267" y="6271732"/>
            <a:ext cx="1371737" cy="265289"/>
          </a:xfrm>
          <a:prstGeom prst="rect">
            <a:avLst/>
          </a:prstGeom>
          <a:solidFill>
            <a:schemeClr val="bg1"/>
          </a:solidFill>
          <a:scene3d>
            <a:camera prst="orthographicFront"/>
            <a:lightRig rig="threePt" dir="t">
              <a:rot lat="0" lon="0" rev="7500000"/>
            </a:lightRig>
          </a:scene3d>
          <a:sp3d/>
        </p:spPr>
        <p:style>
          <a:lnRef idx="0">
            <a:scrgbClr r="0" g="0" b="0"/>
          </a:lnRef>
          <a:fillRef idx="0">
            <a:scrgbClr r="0" g="0" b="0"/>
          </a:fillRef>
          <a:effectRef idx="0">
            <a:scrgbClr r="0" g="0" b="0"/>
          </a:effectRef>
          <a:fontRef idx="minor">
            <a:schemeClr val="lt1"/>
          </a:fontRef>
        </p:style>
        <p:txBody>
          <a:bodyPr spcFirstLastPara="0" vert="horz" wrap="square" lIns="128016" tIns="128016" rIns="128016" bIns="128016" numCol="1" spcCol="1270" anchor="ctr" anchorCtr="0">
            <a:noAutofit/>
          </a:bodyPr>
          <a:lstStyle/>
          <a:p>
            <a:pPr marL="0" marR="0" lvl="0" indent="0" algn="ctr" defTabSz="786493" rtl="0" eaLnBrk="1" fontAlgn="auto" latinLnBrk="0" hangingPunct="1">
              <a:lnSpc>
                <a:spcPct val="90000"/>
              </a:lnSpc>
              <a:spcBef>
                <a:spcPts val="0"/>
              </a:spcBef>
              <a:spcAft>
                <a:spcPct val="35000"/>
              </a:spcAft>
              <a:buClrTx/>
              <a:buSzTx/>
              <a:buFontTx/>
              <a:buNone/>
              <a:tabLst/>
              <a:defRPr/>
            </a:pPr>
            <a:r>
              <a:rPr kumimoji="0" lang="en-US" sz="800" b="1" i="0" u="none" strike="noStrike" kern="1200" cap="none" spc="0" normalizeH="0" baseline="0" noProof="0" dirty="0">
                <a:ln>
                  <a:noFill/>
                </a:ln>
                <a:solidFill>
                  <a:prstClr val="white">
                    <a:lumMod val="50000"/>
                  </a:prstClr>
                </a:solidFill>
                <a:effectLst/>
                <a:uLnTx/>
                <a:uFillTx/>
                <a:latin typeface="Calibri"/>
                <a:ea typeface="+mn-ea"/>
                <a:cs typeface="+mn-cs"/>
              </a:rPr>
              <a:t>Advisory Services, Policies &amp; Regulations</a:t>
            </a:r>
          </a:p>
        </p:txBody>
      </p:sp>
      <p:sp>
        <p:nvSpPr>
          <p:cNvPr id="36" name="Rounded Rectangle 10">
            <a:extLst>
              <a:ext uri="{FF2B5EF4-FFF2-40B4-BE49-F238E27FC236}">
                <a16:creationId xmlns:a16="http://schemas.microsoft.com/office/drawing/2014/main" id="{A8CD9033-EAB0-1C6A-CED9-AC441688ECCF}"/>
              </a:ext>
            </a:extLst>
          </p:cNvPr>
          <p:cNvSpPr/>
          <p:nvPr/>
        </p:nvSpPr>
        <p:spPr>
          <a:xfrm>
            <a:off x="480532" y="5833627"/>
            <a:ext cx="985255" cy="273531"/>
          </a:xfrm>
          <a:prstGeom prst="rect">
            <a:avLst/>
          </a:prstGeom>
          <a:solidFill>
            <a:schemeClr val="bg1"/>
          </a:solidFill>
          <a:scene3d>
            <a:camera prst="orthographicFront"/>
            <a:lightRig rig="threePt" dir="t">
              <a:rot lat="0" lon="0" rev="7500000"/>
            </a:lightRig>
          </a:scene3d>
          <a:sp3d/>
        </p:spPr>
        <p:style>
          <a:lnRef idx="0">
            <a:scrgbClr r="0" g="0" b="0"/>
          </a:lnRef>
          <a:fillRef idx="0">
            <a:scrgbClr r="0" g="0" b="0"/>
          </a:fillRef>
          <a:effectRef idx="0">
            <a:scrgbClr r="0" g="0" b="0"/>
          </a:effectRef>
          <a:fontRef idx="minor">
            <a:schemeClr val="lt1"/>
          </a:fontRef>
        </p:style>
        <p:txBody>
          <a:bodyPr spcFirstLastPara="0" vert="horz" wrap="square" lIns="128016" tIns="128016" rIns="128016" bIns="128016" numCol="1" spcCol="1270" anchor="ctr" anchorCtr="0">
            <a:noAutofit/>
          </a:bodyPr>
          <a:lstStyle/>
          <a:p>
            <a:pPr marL="0" marR="0" lvl="0" indent="0" algn="ctr" defTabSz="786493" rtl="0" eaLnBrk="1" fontAlgn="auto" latinLnBrk="0" hangingPunct="1">
              <a:lnSpc>
                <a:spcPct val="90000"/>
              </a:lnSpc>
              <a:spcBef>
                <a:spcPts val="0"/>
              </a:spcBef>
              <a:spcAft>
                <a:spcPct val="35000"/>
              </a:spcAft>
              <a:buClrTx/>
              <a:buSzTx/>
              <a:buFontTx/>
              <a:buNone/>
              <a:tabLst/>
              <a:defRPr/>
            </a:pPr>
            <a:r>
              <a:rPr kumimoji="0" lang="en-US" sz="800" b="1" i="0" u="none" strike="noStrike" kern="1200" cap="none" spc="0" normalizeH="0" baseline="0" noProof="0" dirty="0">
                <a:ln>
                  <a:noFill/>
                </a:ln>
                <a:solidFill>
                  <a:prstClr val="white">
                    <a:lumMod val="50000"/>
                  </a:prstClr>
                </a:solidFill>
                <a:effectLst/>
                <a:uLnTx/>
                <a:uFillTx/>
                <a:latin typeface="Calibri"/>
                <a:ea typeface="+mn-ea"/>
                <a:cs typeface="+mn-cs"/>
              </a:rPr>
              <a:t>Digital Transformation</a:t>
            </a:r>
          </a:p>
        </p:txBody>
      </p:sp>
      <p:grpSp>
        <p:nvGrpSpPr>
          <p:cNvPr id="37" name="Group 36">
            <a:extLst>
              <a:ext uri="{FF2B5EF4-FFF2-40B4-BE49-F238E27FC236}">
                <a16:creationId xmlns:a16="http://schemas.microsoft.com/office/drawing/2014/main" id="{D281052A-9EB9-8215-D685-D5D18D80683D}"/>
              </a:ext>
            </a:extLst>
          </p:cNvPr>
          <p:cNvGrpSpPr>
            <a:grpSpLocks noChangeAspect="1"/>
          </p:cNvGrpSpPr>
          <p:nvPr/>
        </p:nvGrpSpPr>
        <p:grpSpPr>
          <a:xfrm>
            <a:off x="1989699" y="4046907"/>
            <a:ext cx="365505" cy="248894"/>
            <a:chOff x="2711735" y="3188341"/>
            <a:chExt cx="959488" cy="707142"/>
          </a:xfrm>
          <a:solidFill>
            <a:schemeClr val="accent3">
              <a:lumMod val="40000"/>
              <a:lumOff val="60000"/>
            </a:schemeClr>
          </a:solidFill>
        </p:grpSpPr>
        <p:sp>
          <p:nvSpPr>
            <p:cNvPr id="78" name="object 12">
              <a:extLst>
                <a:ext uri="{FF2B5EF4-FFF2-40B4-BE49-F238E27FC236}">
                  <a16:creationId xmlns:a16="http://schemas.microsoft.com/office/drawing/2014/main" id="{11307372-433D-53C9-20B2-BC354FB59D56}"/>
                </a:ext>
              </a:extLst>
            </p:cNvPr>
            <p:cNvSpPr/>
            <p:nvPr/>
          </p:nvSpPr>
          <p:spPr>
            <a:xfrm>
              <a:off x="3027022" y="3523185"/>
              <a:ext cx="644201" cy="371022"/>
            </a:xfrm>
            <a:custGeom>
              <a:avLst/>
              <a:gdLst/>
              <a:ahLst/>
              <a:cxnLst/>
              <a:rect l="l" t="t" r="r" b="b"/>
              <a:pathLst>
                <a:path w="181610" h="135255">
                  <a:moveTo>
                    <a:pt x="177343" y="0"/>
                  </a:moveTo>
                  <a:lnTo>
                    <a:pt x="140" y="165"/>
                  </a:lnTo>
                  <a:lnTo>
                    <a:pt x="0" y="8108"/>
                  </a:lnTo>
                  <a:lnTo>
                    <a:pt x="6728" y="71785"/>
                  </a:lnTo>
                  <a:lnTo>
                    <a:pt x="8020" y="83661"/>
                  </a:lnTo>
                  <a:lnTo>
                    <a:pt x="9351" y="96189"/>
                  </a:lnTo>
                  <a:lnTo>
                    <a:pt x="10659" y="109897"/>
                  </a:lnTo>
                  <a:lnTo>
                    <a:pt x="12204" y="122336"/>
                  </a:lnTo>
                  <a:lnTo>
                    <a:pt x="12040" y="134975"/>
                  </a:lnTo>
                  <a:lnTo>
                    <a:pt x="177635" y="135127"/>
                  </a:lnTo>
                  <a:lnTo>
                    <a:pt x="179858" y="133870"/>
                  </a:lnTo>
                  <a:lnTo>
                    <a:pt x="181267" y="131102"/>
                  </a:lnTo>
                  <a:lnTo>
                    <a:pt x="181267" y="78752"/>
                  </a:lnTo>
                  <a:lnTo>
                    <a:pt x="14885" y="78739"/>
                  </a:lnTo>
                  <a:lnTo>
                    <a:pt x="12787" y="76555"/>
                  </a:lnTo>
                  <a:lnTo>
                    <a:pt x="12824" y="24803"/>
                  </a:lnTo>
                  <a:lnTo>
                    <a:pt x="14935" y="22631"/>
                  </a:lnTo>
                  <a:lnTo>
                    <a:pt x="181267" y="22631"/>
                  </a:lnTo>
                  <a:lnTo>
                    <a:pt x="181267" y="3632"/>
                  </a:lnTo>
                  <a:lnTo>
                    <a:pt x="179489" y="1320"/>
                  </a:lnTo>
                  <a:lnTo>
                    <a:pt x="177343" y="0"/>
                  </a:lnTo>
                  <a:close/>
                </a:path>
                <a:path w="181610" h="135255">
                  <a:moveTo>
                    <a:pt x="181267" y="22631"/>
                  </a:moveTo>
                  <a:lnTo>
                    <a:pt x="66650" y="22631"/>
                  </a:lnTo>
                  <a:lnTo>
                    <a:pt x="68656" y="24637"/>
                  </a:lnTo>
                  <a:lnTo>
                    <a:pt x="68771" y="76873"/>
                  </a:lnTo>
                  <a:lnTo>
                    <a:pt x="66942" y="78739"/>
                  </a:lnTo>
                  <a:lnTo>
                    <a:pt x="14897" y="78752"/>
                  </a:lnTo>
                  <a:lnTo>
                    <a:pt x="93498" y="78752"/>
                  </a:lnTo>
                  <a:lnTo>
                    <a:pt x="91478" y="76555"/>
                  </a:lnTo>
                  <a:lnTo>
                    <a:pt x="91491" y="24637"/>
                  </a:lnTo>
                  <a:lnTo>
                    <a:pt x="93434" y="22669"/>
                  </a:lnTo>
                  <a:lnTo>
                    <a:pt x="181267" y="22656"/>
                  </a:lnTo>
                  <a:close/>
                </a:path>
                <a:path w="181610" h="135255">
                  <a:moveTo>
                    <a:pt x="181267" y="22656"/>
                  </a:moveTo>
                  <a:lnTo>
                    <a:pt x="145199" y="22656"/>
                  </a:lnTo>
                  <a:lnTo>
                    <a:pt x="147405" y="24803"/>
                  </a:lnTo>
                  <a:lnTo>
                    <a:pt x="147487" y="76555"/>
                  </a:lnTo>
                  <a:lnTo>
                    <a:pt x="145352" y="78752"/>
                  </a:lnTo>
                  <a:lnTo>
                    <a:pt x="181267" y="78752"/>
                  </a:lnTo>
                  <a:lnTo>
                    <a:pt x="181267" y="22656"/>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79" name="object 13">
              <a:extLst>
                <a:ext uri="{FF2B5EF4-FFF2-40B4-BE49-F238E27FC236}">
                  <a16:creationId xmlns:a16="http://schemas.microsoft.com/office/drawing/2014/main" id="{7CC00598-2298-FAD8-8F2F-9E471C8E031B}"/>
                </a:ext>
              </a:extLst>
            </p:cNvPr>
            <p:cNvSpPr/>
            <p:nvPr/>
          </p:nvSpPr>
          <p:spPr>
            <a:xfrm>
              <a:off x="2711735" y="3277112"/>
              <a:ext cx="324354" cy="618371"/>
            </a:xfrm>
            <a:custGeom>
              <a:avLst/>
              <a:gdLst/>
              <a:ahLst/>
              <a:cxnLst/>
              <a:rect l="l" t="t" r="r" b="b"/>
              <a:pathLst>
                <a:path w="91440" h="225425">
                  <a:moveTo>
                    <a:pt x="65747" y="0"/>
                  </a:moveTo>
                  <a:lnTo>
                    <a:pt x="25095" y="0"/>
                  </a:lnTo>
                  <a:lnTo>
                    <a:pt x="23304" y="1523"/>
                  </a:lnTo>
                  <a:lnTo>
                    <a:pt x="22378" y="9688"/>
                  </a:lnTo>
                  <a:lnTo>
                    <a:pt x="21264" y="20167"/>
                  </a:lnTo>
                  <a:lnTo>
                    <a:pt x="14171" y="88694"/>
                  </a:lnTo>
                  <a:lnTo>
                    <a:pt x="7244" y="153518"/>
                  </a:lnTo>
                  <a:lnTo>
                    <a:pt x="0" y="222427"/>
                  </a:lnTo>
                  <a:lnTo>
                    <a:pt x="2120" y="224815"/>
                  </a:lnTo>
                  <a:lnTo>
                    <a:pt x="45326" y="224828"/>
                  </a:lnTo>
                  <a:lnTo>
                    <a:pt x="88125" y="224815"/>
                  </a:lnTo>
                  <a:lnTo>
                    <a:pt x="90830" y="222084"/>
                  </a:lnTo>
                  <a:lnTo>
                    <a:pt x="82838" y="147188"/>
                  </a:lnTo>
                  <a:lnTo>
                    <a:pt x="77552" y="96175"/>
                  </a:lnTo>
                  <a:lnTo>
                    <a:pt x="73681" y="60067"/>
                  </a:lnTo>
                  <a:lnTo>
                    <a:pt x="69313" y="18804"/>
                  </a:lnTo>
                  <a:lnTo>
                    <a:pt x="67449" y="1435"/>
                  </a:lnTo>
                  <a:lnTo>
                    <a:pt x="65747"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80" name="object 14">
              <a:extLst>
                <a:ext uri="{FF2B5EF4-FFF2-40B4-BE49-F238E27FC236}">
                  <a16:creationId xmlns:a16="http://schemas.microsoft.com/office/drawing/2014/main" id="{25D9165B-C8C6-59BB-6362-6382D5FD61BA}"/>
                </a:ext>
              </a:extLst>
            </p:cNvPr>
            <p:cNvSpPr/>
            <p:nvPr/>
          </p:nvSpPr>
          <p:spPr>
            <a:xfrm>
              <a:off x="2970548" y="3188341"/>
              <a:ext cx="563114" cy="123674"/>
            </a:xfrm>
            <a:custGeom>
              <a:avLst/>
              <a:gdLst/>
              <a:ahLst/>
              <a:cxnLst/>
              <a:rect l="l" t="t" r="r" b="b"/>
              <a:pathLst>
                <a:path w="158750" h="45084">
                  <a:moveTo>
                    <a:pt x="154156" y="25436"/>
                  </a:moveTo>
                  <a:lnTo>
                    <a:pt x="10080" y="25436"/>
                  </a:lnTo>
                  <a:lnTo>
                    <a:pt x="22075" y="25825"/>
                  </a:lnTo>
                  <a:lnTo>
                    <a:pt x="35143" y="28848"/>
                  </a:lnTo>
                  <a:lnTo>
                    <a:pt x="71637" y="41109"/>
                  </a:lnTo>
                  <a:lnTo>
                    <a:pt x="83796" y="43810"/>
                  </a:lnTo>
                  <a:lnTo>
                    <a:pt x="95976" y="44904"/>
                  </a:lnTo>
                  <a:lnTo>
                    <a:pt x="108200" y="44250"/>
                  </a:lnTo>
                  <a:lnTo>
                    <a:pt x="120490" y="41712"/>
                  </a:lnTo>
                  <a:lnTo>
                    <a:pt x="132869" y="37149"/>
                  </a:lnTo>
                  <a:lnTo>
                    <a:pt x="144103" y="31261"/>
                  </a:lnTo>
                  <a:lnTo>
                    <a:pt x="154156" y="25436"/>
                  </a:lnTo>
                  <a:close/>
                </a:path>
                <a:path w="158750" h="45084">
                  <a:moveTo>
                    <a:pt x="52031" y="0"/>
                  </a:moveTo>
                  <a:lnTo>
                    <a:pt x="14908" y="9205"/>
                  </a:lnTo>
                  <a:lnTo>
                    <a:pt x="0" y="19100"/>
                  </a:lnTo>
                  <a:lnTo>
                    <a:pt x="1536" y="24206"/>
                  </a:lnTo>
                  <a:lnTo>
                    <a:pt x="3619" y="25628"/>
                  </a:lnTo>
                  <a:lnTo>
                    <a:pt x="7848" y="25615"/>
                  </a:lnTo>
                  <a:lnTo>
                    <a:pt x="10080" y="25436"/>
                  </a:lnTo>
                  <a:lnTo>
                    <a:pt x="154156" y="25436"/>
                  </a:lnTo>
                  <a:lnTo>
                    <a:pt x="157759" y="23368"/>
                  </a:lnTo>
                  <a:lnTo>
                    <a:pt x="158508" y="20383"/>
                  </a:lnTo>
                  <a:lnTo>
                    <a:pt x="157629" y="18287"/>
                  </a:lnTo>
                  <a:lnTo>
                    <a:pt x="127095" y="18287"/>
                  </a:lnTo>
                  <a:lnTo>
                    <a:pt x="114025" y="16263"/>
                  </a:lnTo>
                  <a:lnTo>
                    <a:pt x="104713" y="13521"/>
                  </a:lnTo>
                  <a:lnTo>
                    <a:pt x="77089" y="4445"/>
                  </a:lnTo>
                  <a:lnTo>
                    <a:pt x="64758" y="1476"/>
                  </a:lnTo>
                  <a:lnTo>
                    <a:pt x="52031" y="0"/>
                  </a:lnTo>
                  <a:close/>
                </a:path>
                <a:path w="158750" h="45084">
                  <a:moveTo>
                    <a:pt x="153644" y="13957"/>
                  </a:moveTo>
                  <a:lnTo>
                    <a:pt x="149771" y="14808"/>
                  </a:lnTo>
                  <a:lnTo>
                    <a:pt x="148958" y="15125"/>
                  </a:lnTo>
                  <a:lnTo>
                    <a:pt x="139295" y="17482"/>
                  </a:lnTo>
                  <a:lnTo>
                    <a:pt x="127095" y="18287"/>
                  </a:lnTo>
                  <a:lnTo>
                    <a:pt x="157629" y="18287"/>
                  </a:lnTo>
                  <a:lnTo>
                    <a:pt x="156349" y="15240"/>
                  </a:lnTo>
                  <a:lnTo>
                    <a:pt x="153644" y="13957"/>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grpSp>
      <p:sp>
        <p:nvSpPr>
          <p:cNvPr id="451" name="Rectangle 450">
            <a:extLst>
              <a:ext uri="{FF2B5EF4-FFF2-40B4-BE49-F238E27FC236}">
                <a16:creationId xmlns:a16="http://schemas.microsoft.com/office/drawing/2014/main" id="{DFB2AC53-00F6-3C81-FC96-C932E7AB42C3}"/>
              </a:ext>
            </a:extLst>
          </p:cNvPr>
          <p:cNvSpPr/>
          <p:nvPr/>
        </p:nvSpPr>
        <p:spPr bwMode="gray">
          <a:xfrm>
            <a:off x="2661266" y="4918677"/>
            <a:ext cx="713402" cy="439614"/>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450" name="Group 449">
            <a:extLst>
              <a:ext uri="{FF2B5EF4-FFF2-40B4-BE49-F238E27FC236}">
                <a16:creationId xmlns:a16="http://schemas.microsoft.com/office/drawing/2014/main" id="{8166631A-47A7-BBAF-3654-CA100D6776DE}"/>
              </a:ext>
            </a:extLst>
          </p:cNvPr>
          <p:cNvGrpSpPr/>
          <p:nvPr/>
        </p:nvGrpSpPr>
        <p:grpSpPr>
          <a:xfrm>
            <a:off x="2687030" y="4780633"/>
            <a:ext cx="631948" cy="568771"/>
            <a:chOff x="2484602" y="4300055"/>
            <a:chExt cx="631948" cy="524392"/>
          </a:xfrm>
        </p:grpSpPr>
        <p:sp>
          <p:nvSpPr>
            <p:cNvPr id="38" name="Freeform 185">
              <a:extLst>
                <a:ext uri="{FF2B5EF4-FFF2-40B4-BE49-F238E27FC236}">
                  <a16:creationId xmlns:a16="http://schemas.microsoft.com/office/drawing/2014/main" id="{C113D6B2-C43E-3EDE-7355-E2E116445AEA}"/>
                </a:ext>
              </a:extLst>
            </p:cNvPr>
            <p:cNvSpPr>
              <a:spLocks noEditPoints="1"/>
            </p:cNvSpPr>
            <p:nvPr/>
          </p:nvSpPr>
          <p:spPr bwMode="auto">
            <a:xfrm>
              <a:off x="2506876" y="4555565"/>
              <a:ext cx="244388" cy="268882"/>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solidFill>
              <a:schemeClr val="accent3">
                <a:lumMod val="40000"/>
                <a:lumOff val="60000"/>
              </a:schemeClr>
            </a:solidFill>
            <a:ln>
              <a:noFill/>
            </a:ln>
          </p:spPr>
          <p:txBody>
            <a:bodyPr vert="horz" wrap="square" lIns="91439" tIns="45720" rIns="91439" bIns="45720" numCol="1" anchor="t" anchorCtr="0" compatLnSpc="1">
              <a:prstTxWarp prst="textNoShape">
                <a:avLst/>
              </a:prstTxWarp>
            </a:bodyPr>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sp>
          <p:nvSpPr>
            <p:cNvPr id="39" name="Freeform 185">
              <a:extLst>
                <a:ext uri="{FF2B5EF4-FFF2-40B4-BE49-F238E27FC236}">
                  <a16:creationId xmlns:a16="http://schemas.microsoft.com/office/drawing/2014/main" id="{4EBC99B9-2F20-6044-5F48-DF9CE7A63795}"/>
                </a:ext>
              </a:extLst>
            </p:cNvPr>
            <p:cNvSpPr>
              <a:spLocks noEditPoints="1"/>
            </p:cNvSpPr>
            <p:nvPr/>
          </p:nvSpPr>
          <p:spPr bwMode="auto">
            <a:xfrm>
              <a:off x="2774407" y="4448010"/>
              <a:ext cx="342143" cy="376435"/>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solidFill>
              <a:schemeClr val="accent3">
                <a:lumMod val="40000"/>
                <a:lumOff val="60000"/>
              </a:schemeClr>
            </a:solidFill>
            <a:ln>
              <a:noFill/>
            </a:ln>
          </p:spPr>
          <p:txBody>
            <a:bodyPr vert="horz" wrap="square" lIns="91439" tIns="45720" rIns="91439" bIns="45720" numCol="1" anchor="t" anchorCtr="0" compatLnSpc="1">
              <a:prstTxWarp prst="textNoShape">
                <a:avLst/>
              </a:prstTxWarp>
            </a:bodyPr>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sp>
          <p:nvSpPr>
            <p:cNvPr id="40" name="Arc 39">
              <a:extLst>
                <a:ext uri="{FF2B5EF4-FFF2-40B4-BE49-F238E27FC236}">
                  <a16:creationId xmlns:a16="http://schemas.microsoft.com/office/drawing/2014/main" id="{01E96D15-C7CF-E86A-6A0A-BC96C43F4D91}"/>
                </a:ext>
              </a:extLst>
            </p:cNvPr>
            <p:cNvSpPr>
              <a:spLocks noChangeAspect="1"/>
            </p:cNvSpPr>
            <p:nvPr/>
          </p:nvSpPr>
          <p:spPr>
            <a:xfrm flipH="1" flipV="1">
              <a:off x="2484602" y="4319441"/>
              <a:ext cx="360524" cy="338957"/>
            </a:xfrm>
            <a:prstGeom prst="arc">
              <a:avLst>
                <a:gd name="adj1" fmla="val 11577148"/>
                <a:gd name="adj2" fmla="val 19058909"/>
              </a:avLst>
            </a:prstGeom>
            <a:noFill/>
            <a:ln w="9525" cap="flat" cmpd="sng" algn="ctr">
              <a:solidFill>
                <a:schemeClr val="accent3"/>
              </a:solid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sp>
          <p:nvSpPr>
            <p:cNvPr id="41" name="Arc 40">
              <a:extLst>
                <a:ext uri="{FF2B5EF4-FFF2-40B4-BE49-F238E27FC236}">
                  <a16:creationId xmlns:a16="http://schemas.microsoft.com/office/drawing/2014/main" id="{D8C7CFD8-EC5D-4DF9-069A-2A1954A7C2CC}"/>
                </a:ext>
              </a:extLst>
            </p:cNvPr>
            <p:cNvSpPr>
              <a:spLocks noChangeAspect="1"/>
            </p:cNvSpPr>
            <p:nvPr/>
          </p:nvSpPr>
          <p:spPr>
            <a:xfrm flipH="1" flipV="1">
              <a:off x="2652916" y="4300055"/>
              <a:ext cx="439689" cy="338957"/>
            </a:xfrm>
            <a:prstGeom prst="arc">
              <a:avLst>
                <a:gd name="adj1" fmla="val 11577148"/>
                <a:gd name="adj2" fmla="val 19257702"/>
              </a:avLst>
            </a:prstGeom>
            <a:noFill/>
            <a:ln w="9525" cap="flat" cmpd="sng" algn="ctr">
              <a:solidFill>
                <a:schemeClr val="accent3"/>
              </a:solid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grpSp>
      <p:grpSp>
        <p:nvGrpSpPr>
          <p:cNvPr id="42" name="Group 41">
            <a:extLst>
              <a:ext uri="{FF2B5EF4-FFF2-40B4-BE49-F238E27FC236}">
                <a16:creationId xmlns:a16="http://schemas.microsoft.com/office/drawing/2014/main" id="{E90D08F1-3414-8D7E-A60B-418C257CEAC8}"/>
              </a:ext>
            </a:extLst>
          </p:cNvPr>
          <p:cNvGrpSpPr/>
          <p:nvPr/>
        </p:nvGrpSpPr>
        <p:grpSpPr>
          <a:xfrm>
            <a:off x="2180694" y="5948431"/>
            <a:ext cx="302795" cy="318803"/>
            <a:chOff x="5345967" y="2436463"/>
            <a:chExt cx="361145" cy="411529"/>
          </a:xfrm>
        </p:grpSpPr>
        <p:sp>
          <p:nvSpPr>
            <p:cNvPr id="54" name="object 47">
              <a:extLst>
                <a:ext uri="{FF2B5EF4-FFF2-40B4-BE49-F238E27FC236}">
                  <a16:creationId xmlns:a16="http://schemas.microsoft.com/office/drawing/2014/main" id="{D41B84B9-8EF0-1DAA-41D0-5ED38C8D37EC}"/>
                </a:ext>
              </a:extLst>
            </p:cNvPr>
            <p:cNvSpPr>
              <a:spLocks noChangeAspect="1"/>
            </p:cNvSpPr>
            <p:nvPr/>
          </p:nvSpPr>
          <p:spPr>
            <a:xfrm flipH="1">
              <a:off x="5345967" y="2471507"/>
              <a:ext cx="361137" cy="376485"/>
            </a:xfrm>
            <a:custGeom>
              <a:avLst/>
              <a:gdLst/>
              <a:ahLst/>
              <a:cxnLst/>
              <a:rect l="l" t="t" r="r" b="b"/>
              <a:pathLst>
                <a:path w="179705" h="189230">
                  <a:moveTo>
                    <a:pt x="89687" y="0"/>
                  </a:moveTo>
                  <a:lnTo>
                    <a:pt x="0" y="46774"/>
                  </a:lnTo>
                  <a:lnTo>
                    <a:pt x="0" y="189026"/>
                  </a:lnTo>
                  <a:lnTo>
                    <a:pt x="179374" y="189026"/>
                  </a:lnTo>
                  <a:lnTo>
                    <a:pt x="179374" y="46774"/>
                  </a:lnTo>
                  <a:lnTo>
                    <a:pt x="89687" y="0"/>
                  </a:lnTo>
                  <a:close/>
                </a:path>
              </a:pathLst>
            </a:custGeom>
            <a:solidFill>
              <a:schemeClr val="accent3">
                <a:lumMod val="40000"/>
                <a:lumOff val="60000"/>
              </a:schemeClr>
            </a:solid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55" name="Rectangle 54">
              <a:extLst>
                <a:ext uri="{FF2B5EF4-FFF2-40B4-BE49-F238E27FC236}">
                  <a16:creationId xmlns:a16="http://schemas.microsoft.com/office/drawing/2014/main" id="{F0F6F1C1-F3B1-5D21-8D7E-B03CB7F20D0A}"/>
                </a:ext>
              </a:extLst>
            </p:cNvPr>
            <p:cNvSpPr>
              <a:spLocks noChangeAspect="1"/>
            </p:cNvSpPr>
            <p:nvPr/>
          </p:nvSpPr>
          <p:spPr>
            <a:xfrm flipH="1">
              <a:off x="5377479" y="2518511"/>
              <a:ext cx="294015" cy="29107"/>
            </a:xfrm>
            <a:prstGeom prst="rect">
              <a:avLst/>
            </a:prstGeom>
            <a:solidFill>
              <a:schemeClr val="bg1"/>
            </a:solid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56" name="object 48">
              <a:extLst>
                <a:ext uri="{FF2B5EF4-FFF2-40B4-BE49-F238E27FC236}">
                  <a16:creationId xmlns:a16="http://schemas.microsoft.com/office/drawing/2014/main" id="{96A0C695-2BB7-C3C0-763F-9135965D5FF4}"/>
                </a:ext>
              </a:extLst>
            </p:cNvPr>
            <p:cNvSpPr>
              <a:spLocks noChangeAspect="1"/>
            </p:cNvSpPr>
            <p:nvPr/>
          </p:nvSpPr>
          <p:spPr>
            <a:xfrm flipH="1">
              <a:off x="5345975" y="2436463"/>
              <a:ext cx="361137" cy="114966"/>
            </a:xfrm>
            <a:custGeom>
              <a:avLst/>
              <a:gdLst/>
              <a:ahLst/>
              <a:cxnLst/>
              <a:rect l="l" t="t" r="r" b="b"/>
              <a:pathLst>
                <a:path w="179705" h="57785">
                  <a:moveTo>
                    <a:pt x="89687" y="0"/>
                  </a:moveTo>
                  <a:lnTo>
                    <a:pt x="0" y="46774"/>
                  </a:lnTo>
                  <a:lnTo>
                    <a:pt x="0" y="57492"/>
                  </a:lnTo>
                  <a:lnTo>
                    <a:pt x="89687" y="10718"/>
                  </a:lnTo>
                  <a:lnTo>
                    <a:pt x="110240" y="10718"/>
                  </a:lnTo>
                  <a:lnTo>
                    <a:pt x="89687" y="0"/>
                  </a:lnTo>
                  <a:close/>
                </a:path>
                <a:path w="179705" h="57785">
                  <a:moveTo>
                    <a:pt x="110240" y="10718"/>
                  </a:moveTo>
                  <a:lnTo>
                    <a:pt x="89687" y="10718"/>
                  </a:lnTo>
                  <a:lnTo>
                    <a:pt x="179374" y="57492"/>
                  </a:lnTo>
                  <a:lnTo>
                    <a:pt x="179374" y="46774"/>
                  </a:lnTo>
                  <a:lnTo>
                    <a:pt x="110240" y="10718"/>
                  </a:lnTo>
                  <a:close/>
                </a:path>
              </a:pathLst>
            </a:custGeom>
            <a:solidFill>
              <a:schemeClr val="accent3">
                <a:lumMod val="40000"/>
                <a:lumOff val="60000"/>
              </a:schemeClr>
            </a:solid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dirty="0">
                <a:ln>
                  <a:noFill/>
                </a:ln>
                <a:solidFill>
                  <a:prstClr val="white"/>
                </a:solidFill>
                <a:effectLst/>
                <a:uLnTx/>
                <a:uFillTx/>
                <a:latin typeface="Calibri"/>
                <a:ea typeface="+mn-ea"/>
                <a:cs typeface="+mn-cs"/>
              </a:endParaRPr>
            </a:p>
          </p:txBody>
        </p:sp>
        <p:grpSp>
          <p:nvGrpSpPr>
            <p:cNvPr id="57" name="Group 56">
              <a:extLst>
                <a:ext uri="{FF2B5EF4-FFF2-40B4-BE49-F238E27FC236}">
                  <a16:creationId xmlns:a16="http://schemas.microsoft.com/office/drawing/2014/main" id="{9DDB2F90-DD2E-F0CA-C786-D3D81C88A75F}"/>
                </a:ext>
              </a:extLst>
            </p:cNvPr>
            <p:cNvGrpSpPr/>
            <p:nvPr/>
          </p:nvGrpSpPr>
          <p:grpSpPr>
            <a:xfrm flipH="1">
              <a:off x="5377479" y="2574332"/>
              <a:ext cx="294015" cy="174648"/>
              <a:chOff x="11040795" y="1580306"/>
              <a:chExt cx="507849" cy="206099"/>
            </a:xfrm>
            <a:solidFill>
              <a:schemeClr val="bg1"/>
            </a:solidFill>
          </p:grpSpPr>
          <p:sp>
            <p:nvSpPr>
              <p:cNvPr id="63" name="Rectangle 62">
                <a:extLst>
                  <a:ext uri="{FF2B5EF4-FFF2-40B4-BE49-F238E27FC236}">
                    <a16:creationId xmlns:a16="http://schemas.microsoft.com/office/drawing/2014/main" id="{F13A7226-9583-D2BB-0109-45099752507D}"/>
                  </a:ext>
                </a:extLst>
              </p:cNvPr>
              <p:cNvSpPr>
                <a:spLocks noChangeAspect="1"/>
              </p:cNvSpPr>
              <p:nvPr/>
            </p:nvSpPr>
            <p:spPr>
              <a:xfrm>
                <a:off x="11502924" y="1580306"/>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B07AB96A-5947-07D0-881F-184C62E07170}"/>
                  </a:ext>
                </a:extLst>
              </p:cNvPr>
              <p:cNvSpPr>
                <a:spLocks noChangeAspect="1"/>
              </p:cNvSpPr>
              <p:nvPr/>
            </p:nvSpPr>
            <p:spPr>
              <a:xfrm>
                <a:off x="11387391" y="1580306"/>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010AA863-BD81-84E9-BEA5-D79044F56659}"/>
                  </a:ext>
                </a:extLst>
              </p:cNvPr>
              <p:cNvSpPr>
                <a:spLocks noChangeAspect="1"/>
              </p:cNvSpPr>
              <p:nvPr/>
            </p:nvSpPr>
            <p:spPr>
              <a:xfrm>
                <a:off x="11156327" y="1580306"/>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6" name="Rectangle 65">
                <a:extLst>
                  <a:ext uri="{FF2B5EF4-FFF2-40B4-BE49-F238E27FC236}">
                    <a16:creationId xmlns:a16="http://schemas.microsoft.com/office/drawing/2014/main" id="{3F918D0E-C243-02A9-C3A3-0607217B0BED}"/>
                  </a:ext>
                </a:extLst>
              </p:cNvPr>
              <p:cNvSpPr>
                <a:spLocks noChangeAspect="1"/>
              </p:cNvSpPr>
              <p:nvPr/>
            </p:nvSpPr>
            <p:spPr>
              <a:xfrm>
                <a:off x="11040795" y="1580306"/>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E804C527-3BC4-BFED-FA7B-6160E908346D}"/>
                  </a:ext>
                </a:extLst>
              </p:cNvPr>
              <p:cNvSpPr>
                <a:spLocks noChangeAspect="1"/>
              </p:cNvSpPr>
              <p:nvPr/>
            </p:nvSpPr>
            <p:spPr>
              <a:xfrm>
                <a:off x="11271859" y="1580306"/>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8" name="Rectangle 67">
                <a:extLst>
                  <a:ext uri="{FF2B5EF4-FFF2-40B4-BE49-F238E27FC236}">
                    <a16:creationId xmlns:a16="http://schemas.microsoft.com/office/drawing/2014/main" id="{283E634C-86DB-0DC9-E521-A90712A934EF}"/>
                  </a:ext>
                </a:extLst>
              </p:cNvPr>
              <p:cNvSpPr>
                <a:spLocks noChangeAspect="1"/>
              </p:cNvSpPr>
              <p:nvPr/>
            </p:nvSpPr>
            <p:spPr>
              <a:xfrm>
                <a:off x="11502924" y="166049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724F5E6D-E0B6-5928-D482-C56EC98BD710}"/>
                  </a:ext>
                </a:extLst>
              </p:cNvPr>
              <p:cNvSpPr>
                <a:spLocks noChangeAspect="1"/>
              </p:cNvSpPr>
              <p:nvPr/>
            </p:nvSpPr>
            <p:spPr>
              <a:xfrm>
                <a:off x="11387391" y="166049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0" name="Rectangle 69">
                <a:extLst>
                  <a:ext uri="{FF2B5EF4-FFF2-40B4-BE49-F238E27FC236}">
                    <a16:creationId xmlns:a16="http://schemas.microsoft.com/office/drawing/2014/main" id="{C3AFC6E2-BB7D-26A3-B1DF-E47B8BD14F13}"/>
                  </a:ext>
                </a:extLst>
              </p:cNvPr>
              <p:cNvSpPr>
                <a:spLocks noChangeAspect="1"/>
              </p:cNvSpPr>
              <p:nvPr/>
            </p:nvSpPr>
            <p:spPr>
              <a:xfrm>
                <a:off x="11156327" y="166049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1" name="Rectangle 70">
                <a:extLst>
                  <a:ext uri="{FF2B5EF4-FFF2-40B4-BE49-F238E27FC236}">
                    <a16:creationId xmlns:a16="http://schemas.microsoft.com/office/drawing/2014/main" id="{59D4837F-6EF4-BCB6-1C08-CA74766219C4}"/>
                  </a:ext>
                </a:extLst>
              </p:cNvPr>
              <p:cNvSpPr>
                <a:spLocks noChangeAspect="1"/>
              </p:cNvSpPr>
              <p:nvPr/>
            </p:nvSpPr>
            <p:spPr>
              <a:xfrm>
                <a:off x="11040795" y="166049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2" name="Rectangle 71">
                <a:extLst>
                  <a:ext uri="{FF2B5EF4-FFF2-40B4-BE49-F238E27FC236}">
                    <a16:creationId xmlns:a16="http://schemas.microsoft.com/office/drawing/2014/main" id="{D75A50BD-F8A7-726B-E66D-FE9EDE57CAB6}"/>
                  </a:ext>
                </a:extLst>
              </p:cNvPr>
              <p:cNvSpPr>
                <a:spLocks noChangeAspect="1"/>
              </p:cNvSpPr>
              <p:nvPr/>
            </p:nvSpPr>
            <p:spPr>
              <a:xfrm>
                <a:off x="11271859" y="166049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3" name="Rectangle 72">
                <a:extLst>
                  <a:ext uri="{FF2B5EF4-FFF2-40B4-BE49-F238E27FC236}">
                    <a16:creationId xmlns:a16="http://schemas.microsoft.com/office/drawing/2014/main" id="{A3E252B2-44BE-FB9D-6470-0FBEE8CCFCAB}"/>
                  </a:ext>
                </a:extLst>
              </p:cNvPr>
              <p:cNvSpPr>
                <a:spLocks noChangeAspect="1"/>
              </p:cNvSpPr>
              <p:nvPr/>
            </p:nvSpPr>
            <p:spPr>
              <a:xfrm>
                <a:off x="11502924" y="174068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4" name="Rectangle 73">
                <a:extLst>
                  <a:ext uri="{FF2B5EF4-FFF2-40B4-BE49-F238E27FC236}">
                    <a16:creationId xmlns:a16="http://schemas.microsoft.com/office/drawing/2014/main" id="{6B03DED1-C040-1587-224B-A80A79B3AF84}"/>
                  </a:ext>
                </a:extLst>
              </p:cNvPr>
              <p:cNvSpPr>
                <a:spLocks noChangeAspect="1"/>
              </p:cNvSpPr>
              <p:nvPr/>
            </p:nvSpPr>
            <p:spPr>
              <a:xfrm>
                <a:off x="11387391" y="174068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5" name="Rectangle 74">
                <a:extLst>
                  <a:ext uri="{FF2B5EF4-FFF2-40B4-BE49-F238E27FC236}">
                    <a16:creationId xmlns:a16="http://schemas.microsoft.com/office/drawing/2014/main" id="{C2ECD833-3162-FD8A-9449-F8E24B481619}"/>
                  </a:ext>
                </a:extLst>
              </p:cNvPr>
              <p:cNvSpPr>
                <a:spLocks noChangeAspect="1"/>
              </p:cNvSpPr>
              <p:nvPr/>
            </p:nvSpPr>
            <p:spPr>
              <a:xfrm>
                <a:off x="11156327" y="174068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6" name="Rectangle 75">
                <a:extLst>
                  <a:ext uri="{FF2B5EF4-FFF2-40B4-BE49-F238E27FC236}">
                    <a16:creationId xmlns:a16="http://schemas.microsoft.com/office/drawing/2014/main" id="{362FC49E-CCD3-3BCA-7AA3-DEDBD7B1E48D}"/>
                  </a:ext>
                </a:extLst>
              </p:cNvPr>
              <p:cNvSpPr>
                <a:spLocks noChangeAspect="1"/>
              </p:cNvSpPr>
              <p:nvPr/>
            </p:nvSpPr>
            <p:spPr>
              <a:xfrm>
                <a:off x="11040795" y="174068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77" name="Rectangle 76">
                <a:extLst>
                  <a:ext uri="{FF2B5EF4-FFF2-40B4-BE49-F238E27FC236}">
                    <a16:creationId xmlns:a16="http://schemas.microsoft.com/office/drawing/2014/main" id="{322673BA-678C-DC91-4BAC-615FCAD6A146}"/>
                  </a:ext>
                </a:extLst>
              </p:cNvPr>
              <p:cNvSpPr>
                <a:spLocks noChangeAspect="1"/>
              </p:cNvSpPr>
              <p:nvPr/>
            </p:nvSpPr>
            <p:spPr>
              <a:xfrm>
                <a:off x="11271859" y="1740685"/>
                <a:ext cx="45720" cy="45720"/>
              </a:xfrm>
              <a:prstGeom prst="rect">
                <a:avLst/>
              </a:prstGeom>
              <a:grp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grpSp>
        <p:sp>
          <p:nvSpPr>
            <p:cNvPr id="58" name="Rectangle 57">
              <a:extLst>
                <a:ext uri="{FF2B5EF4-FFF2-40B4-BE49-F238E27FC236}">
                  <a16:creationId xmlns:a16="http://schemas.microsoft.com/office/drawing/2014/main" id="{525ECF4B-38B5-3ADB-A686-BF75CCDCCD70}"/>
                </a:ext>
              </a:extLst>
            </p:cNvPr>
            <p:cNvSpPr>
              <a:spLocks noChangeAspect="1"/>
            </p:cNvSpPr>
            <p:nvPr/>
          </p:nvSpPr>
          <p:spPr>
            <a:xfrm flipH="1">
              <a:off x="5377479" y="2778762"/>
              <a:ext cx="26469" cy="38743"/>
            </a:xfrm>
            <a:prstGeom prst="rect">
              <a:avLst/>
            </a:prstGeom>
            <a:solidFill>
              <a:schemeClr val="bg1"/>
            </a:solid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59" name="Rectangle 58">
              <a:extLst>
                <a:ext uri="{FF2B5EF4-FFF2-40B4-BE49-F238E27FC236}">
                  <a16:creationId xmlns:a16="http://schemas.microsoft.com/office/drawing/2014/main" id="{C0BF9801-ADC1-8869-F4EB-7CBFCB2F15B5}"/>
                </a:ext>
              </a:extLst>
            </p:cNvPr>
            <p:cNvSpPr>
              <a:spLocks noChangeAspect="1"/>
            </p:cNvSpPr>
            <p:nvPr/>
          </p:nvSpPr>
          <p:spPr>
            <a:xfrm flipH="1">
              <a:off x="5444367" y="2778762"/>
              <a:ext cx="26469" cy="38743"/>
            </a:xfrm>
            <a:prstGeom prst="rect">
              <a:avLst/>
            </a:prstGeom>
            <a:solidFill>
              <a:schemeClr val="bg1"/>
            </a:solid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0" name="Rectangle 59">
              <a:extLst>
                <a:ext uri="{FF2B5EF4-FFF2-40B4-BE49-F238E27FC236}">
                  <a16:creationId xmlns:a16="http://schemas.microsoft.com/office/drawing/2014/main" id="{6F9E002C-DA76-BE18-74DA-94C681C3A339}"/>
                </a:ext>
              </a:extLst>
            </p:cNvPr>
            <p:cNvSpPr>
              <a:spLocks noChangeAspect="1"/>
            </p:cNvSpPr>
            <p:nvPr/>
          </p:nvSpPr>
          <p:spPr>
            <a:xfrm flipH="1">
              <a:off x="5578139" y="2778762"/>
              <a:ext cx="26469" cy="38743"/>
            </a:xfrm>
            <a:prstGeom prst="rect">
              <a:avLst/>
            </a:prstGeom>
            <a:solidFill>
              <a:schemeClr val="bg1"/>
            </a:solid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4BFCCD95-4FE9-4EF4-8AC2-91867284A033}"/>
                </a:ext>
              </a:extLst>
            </p:cNvPr>
            <p:cNvSpPr>
              <a:spLocks noChangeAspect="1"/>
            </p:cNvSpPr>
            <p:nvPr/>
          </p:nvSpPr>
          <p:spPr>
            <a:xfrm flipH="1">
              <a:off x="5645025" y="2778759"/>
              <a:ext cx="26469" cy="38743"/>
            </a:xfrm>
            <a:prstGeom prst="rect">
              <a:avLst/>
            </a:prstGeom>
            <a:solidFill>
              <a:schemeClr val="bg1"/>
            </a:solid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sp>
          <p:nvSpPr>
            <p:cNvPr id="62" name="Rectangle 61">
              <a:extLst>
                <a:ext uri="{FF2B5EF4-FFF2-40B4-BE49-F238E27FC236}">
                  <a16:creationId xmlns:a16="http://schemas.microsoft.com/office/drawing/2014/main" id="{7F7DD4F6-64EA-6AE5-2FFA-E7F4491A8E9A}"/>
                </a:ext>
              </a:extLst>
            </p:cNvPr>
            <p:cNvSpPr>
              <a:spLocks noChangeAspect="1"/>
            </p:cNvSpPr>
            <p:nvPr/>
          </p:nvSpPr>
          <p:spPr>
            <a:xfrm flipH="1">
              <a:off x="5495085" y="2778765"/>
              <a:ext cx="58803" cy="68271"/>
            </a:xfrm>
            <a:prstGeom prst="rect">
              <a:avLst/>
            </a:prstGeom>
            <a:solidFill>
              <a:schemeClr val="bg1"/>
            </a:solidFill>
            <a:ln w="12700" cap="flat" cmpd="sng" algn="ctr">
              <a:noFill/>
              <a:prstDash val="solid"/>
              <a:miter lim="800000"/>
            </a:ln>
            <a:effectLst/>
          </p:spPr>
          <p:txBody>
            <a:bodyPr rtlCol="0" anchor="ctr"/>
            <a:lstStyle/>
            <a:p>
              <a:pPr marL="0" marR="0" lvl="0" indent="0" algn="ctr"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prstClr val="white"/>
                </a:solidFill>
                <a:effectLst/>
                <a:uLnTx/>
                <a:uFillTx/>
                <a:latin typeface="Calibri"/>
                <a:ea typeface="+mn-ea"/>
                <a:cs typeface="+mn-cs"/>
              </a:endParaRPr>
            </a:p>
          </p:txBody>
        </p:sp>
      </p:grpSp>
      <p:sp>
        <p:nvSpPr>
          <p:cNvPr id="43" name="Freeform 878">
            <a:extLst>
              <a:ext uri="{FF2B5EF4-FFF2-40B4-BE49-F238E27FC236}">
                <a16:creationId xmlns:a16="http://schemas.microsoft.com/office/drawing/2014/main" id="{847E8B6C-6D8D-EF58-8169-636981D39B5C}"/>
              </a:ext>
            </a:extLst>
          </p:cNvPr>
          <p:cNvSpPr>
            <a:spLocks noChangeAspect="1" noEditPoints="1"/>
          </p:cNvSpPr>
          <p:nvPr/>
        </p:nvSpPr>
        <p:spPr bwMode="auto">
          <a:xfrm>
            <a:off x="856267" y="5579360"/>
            <a:ext cx="265269" cy="245689"/>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394 h 512"/>
              <a:gd name="T12" fmla="*/ 234 w 512"/>
              <a:gd name="T13" fmla="*/ 373 h 512"/>
              <a:gd name="T14" fmla="*/ 256 w 512"/>
              <a:gd name="T15" fmla="*/ 352 h 512"/>
              <a:gd name="T16" fmla="*/ 277 w 512"/>
              <a:gd name="T17" fmla="*/ 373 h 512"/>
              <a:gd name="T18" fmla="*/ 256 w 512"/>
              <a:gd name="T19" fmla="*/ 394 h 512"/>
              <a:gd name="T20" fmla="*/ 317 w 512"/>
              <a:gd name="T21" fmla="*/ 327 h 512"/>
              <a:gd name="T22" fmla="*/ 301 w 512"/>
              <a:gd name="T23" fmla="*/ 327 h 512"/>
              <a:gd name="T24" fmla="*/ 256 w 512"/>
              <a:gd name="T25" fmla="*/ 309 h 512"/>
              <a:gd name="T26" fmla="*/ 210 w 512"/>
              <a:gd name="T27" fmla="*/ 327 h 512"/>
              <a:gd name="T28" fmla="*/ 202 w 512"/>
              <a:gd name="T29" fmla="*/ 330 h 512"/>
              <a:gd name="T30" fmla="*/ 195 w 512"/>
              <a:gd name="T31" fmla="*/ 327 h 512"/>
              <a:gd name="T32" fmla="*/ 195 w 512"/>
              <a:gd name="T33" fmla="*/ 312 h 512"/>
              <a:gd name="T34" fmla="*/ 256 w 512"/>
              <a:gd name="T35" fmla="*/ 288 h 512"/>
              <a:gd name="T36" fmla="*/ 317 w 512"/>
              <a:gd name="T37" fmla="*/ 312 h 512"/>
              <a:gd name="T38" fmla="*/ 317 w 512"/>
              <a:gd name="T39" fmla="*/ 327 h 512"/>
              <a:gd name="T40" fmla="*/ 370 w 512"/>
              <a:gd name="T41" fmla="*/ 274 h 512"/>
              <a:gd name="T42" fmla="*/ 355 w 512"/>
              <a:gd name="T43" fmla="*/ 274 h 512"/>
              <a:gd name="T44" fmla="*/ 256 w 512"/>
              <a:gd name="T45" fmla="*/ 234 h 512"/>
              <a:gd name="T46" fmla="*/ 167 w 512"/>
              <a:gd name="T47" fmla="*/ 274 h 512"/>
              <a:gd name="T48" fmla="*/ 160 w 512"/>
              <a:gd name="T49" fmla="*/ 277 h 512"/>
              <a:gd name="T50" fmla="*/ 152 w 512"/>
              <a:gd name="T51" fmla="*/ 274 h 512"/>
              <a:gd name="T52" fmla="*/ 152 w 512"/>
              <a:gd name="T53" fmla="*/ 259 h 512"/>
              <a:gd name="T54" fmla="*/ 256 w 512"/>
              <a:gd name="T55" fmla="*/ 213 h 512"/>
              <a:gd name="T56" fmla="*/ 370 w 512"/>
              <a:gd name="T57" fmla="*/ 259 h 512"/>
              <a:gd name="T58" fmla="*/ 370 w 512"/>
              <a:gd name="T59" fmla="*/ 274 h 512"/>
              <a:gd name="T60" fmla="*/ 413 w 512"/>
              <a:gd name="T61" fmla="*/ 221 h 512"/>
              <a:gd name="T62" fmla="*/ 405 w 512"/>
              <a:gd name="T63" fmla="*/ 224 h 512"/>
              <a:gd name="T64" fmla="*/ 397 w 512"/>
              <a:gd name="T65" fmla="*/ 221 h 512"/>
              <a:gd name="T66" fmla="*/ 256 w 512"/>
              <a:gd name="T67" fmla="*/ 160 h 512"/>
              <a:gd name="T68" fmla="*/ 114 w 512"/>
              <a:gd name="T69" fmla="*/ 221 h 512"/>
              <a:gd name="T70" fmla="*/ 99 w 512"/>
              <a:gd name="T71" fmla="*/ 221 h 512"/>
              <a:gd name="T72" fmla="*/ 99 w 512"/>
              <a:gd name="T73" fmla="*/ 205 h 512"/>
              <a:gd name="T74" fmla="*/ 256 w 512"/>
              <a:gd name="T75" fmla="*/ 138 h 512"/>
              <a:gd name="T76" fmla="*/ 413 w 512"/>
              <a:gd name="T77" fmla="*/ 205 h 512"/>
              <a:gd name="T78" fmla="*/ 413 w 512"/>
              <a:gd name="T79" fmla="*/ 22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394"/>
                </a:moveTo>
                <a:cubicBezTo>
                  <a:pt x="244" y="394"/>
                  <a:pt x="234" y="385"/>
                  <a:pt x="234" y="373"/>
                </a:cubicBezTo>
                <a:cubicBezTo>
                  <a:pt x="234" y="361"/>
                  <a:pt x="244" y="352"/>
                  <a:pt x="256" y="352"/>
                </a:cubicBezTo>
                <a:cubicBezTo>
                  <a:pt x="267" y="352"/>
                  <a:pt x="277" y="361"/>
                  <a:pt x="277" y="373"/>
                </a:cubicBezTo>
                <a:cubicBezTo>
                  <a:pt x="277" y="385"/>
                  <a:pt x="267" y="394"/>
                  <a:pt x="256" y="394"/>
                </a:cubicBezTo>
                <a:close/>
                <a:moveTo>
                  <a:pt x="317" y="327"/>
                </a:moveTo>
                <a:cubicBezTo>
                  <a:pt x="312" y="331"/>
                  <a:pt x="306" y="331"/>
                  <a:pt x="301" y="327"/>
                </a:cubicBezTo>
                <a:cubicBezTo>
                  <a:pt x="290" y="316"/>
                  <a:pt x="273" y="309"/>
                  <a:pt x="256" y="309"/>
                </a:cubicBezTo>
                <a:cubicBezTo>
                  <a:pt x="239" y="309"/>
                  <a:pt x="221" y="316"/>
                  <a:pt x="210" y="327"/>
                </a:cubicBezTo>
                <a:cubicBezTo>
                  <a:pt x="208" y="329"/>
                  <a:pt x="205" y="330"/>
                  <a:pt x="202" y="330"/>
                </a:cubicBezTo>
                <a:cubicBezTo>
                  <a:pt x="200" y="330"/>
                  <a:pt x="197" y="329"/>
                  <a:pt x="195" y="327"/>
                </a:cubicBezTo>
                <a:cubicBezTo>
                  <a:pt x="191" y="323"/>
                  <a:pt x="191" y="316"/>
                  <a:pt x="195" y="312"/>
                </a:cubicBezTo>
                <a:cubicBezTo>
                  <a:pt x="210" y="297"/>
                  <a:pt x="233" y="288"/>
                  <a:pt x="256" y="288"/>
                </a:cubicBezTo>
                <a:cubicBezTo>
                  <a:pt x="278" y="288"/>
                  <a:pt x="301" y="297"/>
                  <a:pt x="317" y="312"/>
                </a:cubicBezTo>
                <a:cubicBezTo>
                  <a:pt x="321" y="316"/>
                  <a:pt x="321" y="323"/>
                  <a:pt x="317" y="327"/>
                </a:cubicBezTo>
                <a:close/>
                <a:moveTo>
                  <a:pt x="370" y="274"/>
                </a:moveTo>
                <a:cubicBezTo>
                  <a:pt x="366" y="278"/>
                  <a:pt x="359" y="278"/>
                  <a:pt x="355" y="274"/>
                </a:cubicBezTo>
                <a:cubicBezTo>
                  <a:pt x="330" y="249"/>
                  <a:pt x="292" y="234"/>
                  <a:pt x="256" y="234"/>
                </a:cubicBezTo>
                <a:cubicBezTo>
                  <a:pt x="222" y="234"/>
                  <a:pt x="194" y="247"/>
                  <a:pt x="167" y="274"/>
                </a:cubicBezTo>
                <a:cubicBezTo>
                  <a:pt x="165" y="276"/>
                  <a:pt x="162" y="277"/>
                  <a:pt x="160" y="277"/>
                </a:cubicBezTo>
                <a:cubicBezTo>
                  <a:pt x="157" y="277"/>
                  <a:pt x="154" y="276"/>
                  <a:pt x="152" y="274"/>
                </a:cubicBezTo>
                <a:cubicBezTo>
                  <a:pt x="148" y="270"/>
                  <a:pt x="148" y="263"/>
                  <a:pt x="152" y="259"/>
                </a:cubicBezTo>
                <a:cubicBezTo>
                  <a:pt x="183" y="228"/>
                  <a:pt x="216" y="213"/>
                  <a:pt x="256" y="213"/>
                </a:cubicBezTo>
                <a:cubicBezTo>
                  <a:pt x="298" y="213"/>
                  <a:pt x="342" y="231"/>
                  <a:pt x="370" y="259"/>
                </a:cubicBezTo>
                <a:cubicBezTo>
                  <a:pt x="374" y="263"/>
                  <a:pt x="374" y="270"/>
                  <a:pt x="370" y="274"/>
                </a:cubicBezTo>
                <a:close/>
                <a:moveTo>
                  <a:pt x="413" y="221"/>
                </a:moveTo>
                <a:cubicBezTo>
                  <a:pt x="410" y="223"/>
                  <a:pt x="408" y="224"/>
                  <a:pt x="405" y="224"/>
                </a:cubicBezTo>
                <a:cubicBezTo>
                  <a:pt x="402" y="224"/>
                  <a:pt x="400" y="223"/>
                  <a:pt x="397" y="221"/>
                </a:cubicBezTo>
                <a:cubicBezTo>
                  <a:pt x="358" y="181"/>
                  <a:pt x="309" y="160"/>
                  <a:pt x="256" y="160"/>
                </a:cubicBezTo>
                <a:cubicBezTo>
                  <a:pt x="203" y="160"/>
                  <a:pt x="154" y="181"/>
                  <a:pt x="114" y="221"/>
                </a:cubicBezTo>
                <a:cubicBezTo>
                  <a:pt x="110" y="225"/>
                  <a:pt x="103" y="225"/>
                  <a:pt x="99" y="221"/>
                </a:cubicBezTo>
                <a:cubicBezTo>
                  <a:pt x="95" y="216"/>
                  <a:pt x="95" y="210"/>
                  <a:pt x="99" y="205"/>
                </a:cubicBezTo>
                <a:cubicBezTo>
                  <a:pt x="143" y="162"/>
                  <a:pt x="197" y="138"/>
                  <a:pt x="256" y="138"/>
                </a:cubicBezTo>
                <a:cubicBezTo>
                  <a:pt x="314" y="138"/>
                  <a:pt x="369" y="162"/>
                  <a:pt x="413" y="205"/>
                </a:cubicBezTo>
                <a:cubicBezTo>
                  <a:pt x="417" y="210"/>
                  <a:pt x="417" y="216"/>
                  <a:pt x="413" y="221"/>
                </a:cubicBezTo>
                <a:close/>
              </a:path>
            </a:pathLst>
          </a:custGeom>
          <a:solidFill>
            <a:schemeClr val="accent3">
              <a:lumMod val="40000"/>
              <a:lumOff val="60000"/>
            </a:schemeClr>
          </a:solidFill>
          <a:ln>
            <a:solidFill>
              <a:schemeClr val="bg1"/>
            </a:solidFill>
          </a:ln>
        </p:spPr>
        <p:txBody>
          <a:bodyPr vert="horz" wrap="square" lIns="91439" tIns="45720" rIns="91439"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prstClr val="black"/>
              </a:solidFill>
              <a:effectLst/>
              <a:uLnTx/>
              <a:uFillTx/>
              <a:latin typeface="Calibri"/>
              <a:ea typeface="+mn-ea"/>
              <a:cs typeface="+mn-cs"/>
            </a:endParaRPr>
          </a:p>
        </p:txBody>
      </p:sp>
      <p:grpSp>
        <p:nvGrpSpPr>
          <p:cNvPr id="102" name="Group 101">
            <a:extLst>
              <a:ext uri="{FF2B5EF4-FFF2-40B4-BE49-F238E27FC236}">
                <a16:creationId xmlns:a16="http://schemas.microsoft.com/office/drawing/2014/main" id="{EAD2F19B-C5FC-2890-7157-895449F0CF73}"/>
              </a:ext>
            </a:extLst>
          </p:cNvPr>
          <p:cNvGrpSpPr>
            <a:grpSpLocks noChangeAspect="1"/>
          </p:cNvGrpSpPr>
          <p:nvPr/>
        </p:nvGrpSpPr>
        <p:grpSpPr>
          <a:xfrm>
            <a:off x="6576885" y="3774368"/>
            <a:ext cx="5168900" cy="2754159"/>
            <a:chOff x="713463" y="1054270"/>
            <a:chExt cx="7527712" cy="4011010"/>
          </a:xfrm>
        </p:grpSpPr>
        <p:grpSp>
          <p:nvGrpSpPr>
            <p:cNvPr id="103" name="Group 102">
              <a:extLst>
                <a:ext uri="{FF2B5EF4-FFF2-40B4-BE49-F238E27FC236}">
                  <a16:creationId xmlns:a16="http://schemas.microsoft.com/office/drawing/2014/main" id="{B9385861-697F-4EA3-BA66-EA6B73E27B05}"/>
                </a:ext>
              </a:extLst>
            </p:cNvPr>
            <p:cNvGrpSpPr/>
            <p:nvPr/>
          </p:nvGrpSpPr>
          <p:grpSpPr>
            <a:xfrm>
              <a:off x="2378236" y="1054270"/>
              <a:ext cx="5862939" cy="3258084"/>
              <a:chOff x="1708120" y="1475393"/>
              <a:chExt cx="7806630" cy="4304698"/>
            </a:xfrm>
          </p:grpSpPr>
          <p:grpSp>
            <p:nvGrpSpPr>
              <p:cNvPr id="253" name="Group 252">
                <a:extLst>
                  <a:ext uri="{FF2B5EF4-FFF2-40B4-BE49-F238E27FC236}">
                    <a16:creationId xmlns:a16="http://schemas.microsoft.com/office/drawing/2014/main" id="{7CB3F18D-17AF-8051-5005-B91F5CC5099E}"/>
                  </a:ext>
                </a:extLst>
              </p:cNvPr>
              <p:cNvGrpSpPr/>
              <p:nvPr/>
            </p:nvGrpSpPr>
            <p:grpSpPr>
              <a:xfrm>
                <a:off x="1750946" y="1475393"/>
                <a:ext cx="7763804" cy="4297560"/>
                <a:chOff x="814512" y="1465264"/>
                <a:chExt cx="7763804" cy="4297560"/>
              </a:xfrm>
              <a:solidFill>
                <a:schemeClr val="bg1">
                  <a:lumMod val="85000"/>
                </a:schemeClr>
              </a:solidFill>
            </p:grpSpPr>
            <p:sp>
              <p:nvSpPr>
                <p:cNvPr id="314" name="Freeform 7">
                  <a:extLst>
                    <a:ext uri="{FF2B5EF4-FFF2-40B4-BE49-F238E27FC236}">
                      <a16:creationId xmlns:a16="http://schemas.microsoft.com/office/drawing/2014/main" id="{36B70500-4F49-DCC1-B2F7-13437AF60815}"/>
                    </a:ext>
                  </a:extLst>
                </p:cNvPr>
                <p:cNvSpPr>
                  <a:spLocks/>
                </p:cNvSpPr>
                <p:nvPr/>
              </p:nvSpPr>
              <p:spPr bwMode="auto">
                <a:xfrm>
                  <a:off x="3064498" y="2562245"/>
                  <a:ext cx="928910" cy="587346"/>
                </a:xfrm>
                <a:custGeom>
                  <a:avLst/>
                  <a:gdLst>
                    <a:gd name="T0" fmla="*/ 388 w 514"/>
                    <a:gd name="T1" fmla="*/ 11 h 325"/>
                    <a:gd name="T2" fmla="*/ 394 w 514"/>
                    <a:gd name="T3" fmla="*/ 18 h 325"/>
                    <a:gd name="T4" fmla="*/ 394 w 514"/>
                    <a:gd name="T5" fmla="*/ 35 h 325"/>
                    <a:gd name="T6" fmla="*/ 392 w 514"/>
                    <a:gd name="T7" fmla="*/ 53 h 325"/>
                    <a:gd name="T8" fmla="*/ 410 w 514"/>
                    <a:gd name="T9" fmla="*/ 62 h 325"/>
                    <a:gd name="T10" fmla="*/ 434 w 514"/>
                    <a:gd name="T11" fmla="*/ 53 h 325"/>
                    <a:gd name="T12" fmla="*/ 445 w 514"/>
                    <a:gd name="T13" fmla="*/ 42 h 325"/>
                    <a:gd name="T14" fmla="*/ 470 w 514"/>
                    <a:gd name="T15" fmla="*/ 38 h 325"/>
                    <a:gd name="T16" fmla="*/ 476 w 514"/>
                    <a:gd name="T17" fmla="*/ 44 h 325"/>
                    <a:gd name="T18" fmla="*/ 494 w 514"/>
                    <a:gd name="T19" fmla="*/ 38 h 325"/>
                    <a:gd name="T20" fmla="*/ 512 w 514"/>
                    <a:gd name="T21" fmla="*/ 46 h 325"/>
                    <a:gd name="T22" fmla="*/ 503 w 514"/>
                    <a:gd name="T23" fmla="*/ 51 h 325"/>
                    <a:gd name="T24" fmla="*/ 480 w 514"/>
                    <a:gd name="T25" fmla="*/ 58 h 325"/>
                    <a:gd name="T26" fmla="*/ 458 w 514"/>
                    <a:gd name="T27" fmla="*/ 56 h 325"/>
                    <a:gd name="T28" fmla="*/ 430 w 514"/>
                    <a:gd name="T29" fmla="*/ 60 h 325"/>
                    <a:gd name="T30" fmla="*/ 408 w 514"/>
                    <a:gd name="T31" fmla="*/ 69 h 325"/>
                    <a:gd name="T32" fmla="*/ 392 w 514"/>
                    <a:gd name="T33" fmla="*/ 78 h 325"/>
                    <a:gd name="T34" fmla="*/ 388 w 514"/>
                    <a:gd name="T35" fmla="*/ 91 h 325"/>
                    <a:gd name="T36" fmla="*/ 399 w 514"/>
                    <a:gd name="T37" fmla="*/ 108 h 325"/>
                    <a:gd name="T38" fmla="*/ 396 w 514"/>
                    <a:gd name="T39" fmla="*/ 124 h 325"/>
                    <a:gd name="T40" fmla="*/ 377 w 514"/>
                    <a:gd name="T41" fmla="*/ 139 h 325"/>
                    <a:gd name="T42" fmla="*/ 377 w 514"/>
                    <a:gd name="T43" fmla="*/ 157 h 325"/>
                    <a:gd name="T44" fmla="*/ 357 w 514"/>
                    <a:gd name="T45" fmla="*/ 162 h 325"/>
                    <a:gd name="T46" fmla="*/ 335 w 514"/>
                    <a:gd name="T47" fmla="*/ 159 h 325"/>
                    <a:gd name="T48" fmla="*/ 346 w 514"/>
                    <a:gd name="T49" fmla="*/ 179 h 325"/>
                    <a:gd name="T50" fmla="*/ 335 w 514"/>
                    <a:gd name="T51" fmla="*/ 192 h 325"/>
                    <a:gd name="T52" fmla="*/ 321 w 514"/>
                    <a:gd name="T53" fmla="*/ 195 h 325"/>
                    <a:gd name="T54" fmla="*/ 314 w 514"/>
                    <a:gd name="T55" fmla="*/ 214 h 325"/>
                    <a:gd name="T56" fmla="*/ 312 w 514"/>
                    <a:gd name="T57" fmla="*/ 237 h 325"/>
                    <a:gd name="T58" fmla="*/ 303 w 514"/>
                    <a:gd name="T59" fmla="*/ 247 h 325"/>
                    <a:gd name="T60" fmla="*/ 284 w 514"/>
                    <a:gd name="T61" fmla="*/ 239 h 325"/>
                    <a:gd name="T62" fmla="*/ 268 w 514"/>
                    <a:gd name="T63" fmla="*/ 245 h 325"/>
                    <a:gd name="T64" fmla="*/ 253 w 514"/>
                    <a:gd name="T65" fmla="*/ 250 h 325"/>
                    <a:gd name="T66" fmla="*/ 246 w 514"/>
                    <a:gd name="T67" fmla="*/ 261 h 325"/>
                    <a:gd name="T68" fmla="*/ 231 w 514"/>
                    <a:gd name="T69" fmla="*/ 258 h 325"/>
                    <a:gd name="T70" fmla="*/ 208 w 514"/>
                    <a:gd name="T71" fmla="*/ 287 h 325"/>
                    <a:gd name="T72" fmla="*/ 206 w 514"/>
                    <a:gd name="T73" fmla="*/ 309 h 325"/>
                    <a:gd name="T74" fmla="*/ 136 w 514"/>
                    <a:gd name="T75" fmla="*/ 320 h 325"/>
                    <a:gd name="T76" fmla="*/ 58 w 514"/>
                    <a:gd name="T77" fmla="*/ 321 h 325"/>
                    <a:gd name="T78" fmla="*/ 45 w 514"/>
                    <a:gd name="T79" fmla="*/ 261 h 325"/>
                    <a:gd name="T80" fmla="*/ 11 w 514"/>
                    <a:gd name="T81" fmla="*/ 230 h 325"/>
                    <a:gd name="T82" fmla="*/ 14 w 514"/>
                    <a:gd name="T83" fmla="*/ 179 h 325"/>
                    <a:gd name="T84" fmla="*/ 9 w 514"/>
                    <a:gd name="T85" fmla="*/ 150 h 325"/>
                    <a:gd name="T86" fmla="*/ 18 w 514"/>
                    <a:gd name="T87" fmla="*/ 137 h 325"/>
                    <a:gd name="T88" fmla="*/ 21 w 514"/>
                    <a:gd name="T89" fmla="*/ 120 h 325"/>
                    <a:gd name="T90" fmla="*/ 31 w 514"/>
                    <a:gd name="T91" fmla="*/ 104 h 325"/>
                    <a:gd name="T92" fmla="*/ 73 w 514"/>
                    <a:gd name="T93" fmla="*/ 117 h 325"/>
                    <a:gd name="T94" fmla="*/ 93 w 514"/>
                    <a:gd name="T95" fmla="*/ 108 h 325"/>
                    <a:gd name="T96" fmla="*/ 93 w 514"/>
                    <a:gd name="T97" fmla="*/ 93 h 325"/>
                    <a:gd name="T98" fmla="*/ 131 w 514"/>
                    <a:gd name="T99" fmla="*/ 84 h 325"/>
                    <a:gd name="T100" fmla="*/ 147 w 514"/>
                    <a:gd name="T101" fmla="*/ 67 h 325"/>
                    <a:gd name="T102" fmla="*/ 186 w 514"/>
                    <a:gd name="T103" fmla="*/ 33 h 325"/>
                    <a:gd name="T104" fmla="*/ 213 w 514"/>
                    <a:gd name="T105" fmla="*/ 42 h 325"/>
                    <a:gd name="T106" fmla="*/ 239 w 514"/>
                    <a:gd name="T107" fmla="*/ 44 h 325"/>
                    <a:gd name="T108" fmla="*/ 261 w 514"/>
                    <a:gd name="T109" fmla="*/ 47 h 325"/>
                    <a:gd name="T110" fmla="*/ 281 w 514"/>
                    <a:gd name="T111" fmla="*/ 49 h 325"/>
                    <a:gd name="T112" fmla="*/ 301 w 514"/>
                    <a:gd name="T113" fmla="*/ 44 h 325"/>
                    <a:gd name="T114" fmla="*/ 317 w 514"/>
                    <a:gd name="T115" fmla="*/ 47 h 325"/>
                    <a:gd name="T116" fmla="*/ 326 w 514"/>
                    <a:gd name="T117" fmla="*/ 33 h 325"/>
                    <a:gd name="T118" fmla="*/ 348 w 514"/>
                    <a:gd name="T119" fmla="*/ 31 h 325"/>
                    <a:gd name="T120" fmla="*/ 350 w 514"/>
                    <a:gd name="T121" fmla="*/ 18 h 325"/>
                    <a:gd name="T122" fmla="*/ 363 w 514"/>
                    <a:gd name="T123" fmla="*/ 3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4" h="325">
                      <a:moveTo>
                        <a:pt x="376" y="0"/>
                      </a:moveTo>
                      <a:lnTo>
                        <a:pt x="377" y="0"/>
                      </a:lnTo>
                      <a:lnTo>
                        <a:pt x="376" y="2"/>
                      </a:lnTo>
                      <a:lnTo>
                        <a:pt x="377" y="2"/>
                      </a:lnTo>
                      <a:lnTo>
                        <a:pt x="377" y="3"/>
                      </a:lnTo>
                      <a:lnTo>
                        <a:pt x="377" y="2"/>
                      </a:lnTo>
                      <a:lnTo>
                        <a:pt x="379" y="2"/>
                      </a:lnTo>
                      <a:lnTo>
                        <a:pt x="379" y="3"/>
                      </a:lnTo>
                      <a:lnTo>
                        <a:pt x="381" y="3"/>
                      </a:lnTo>
                      <a:lnTo>
                        <a:pt x="383" y="5"/>
                      </a:lnTo>
                      <a:lnTo>
                        <a:pt x="385" y="5"/>
                      </a:lnTo>
                      <a:lnTo>
                        <a:pt x="387" y="5"/>
                      </a:lnTo>
                      <a:lnTo>
                        <a:pt x="387" y="7"/>
                      </a:lnTo>
                      <a:lnTo>
                        <a:pt x="387" y="5"/>
                      </a:lnTo>
                      <a:lnTo>
                        <a:pt x="387" y="7"/>
                      </a:lnTo>
                      <a:lnTo>
                        <a:pt x="388" y="7"/>
                      </a:lnTo>
                      <a:lnTo>
                        <a:pt x="388" y="9"/>
                      </a:lnTo>
                      <a:lnTo>
                        <a:pt x="388" y="11"/>
                      </a:lnTo>
                      <a:lnTo>
                        <a:pt x="388" y="13"/>
                      </a:lnTo>
                      <a:lnTo>
                        <a:pt x="388" y="11"/>
                      </a:lnTo>
                      <a:lnTo>
                        <a:pt x="388" y="13"/>
                      </a:lnTo>
                      <a:lnTo>
                        <a:pt x="387" y="13"/>
                      </a:lnTo>
                      <a:lnTo>
                        <a:pt x="387" y="14"/>
                      </a:lnTo>
                      <a:lnTo>
                        <a:pt x="387" y="16"/>
                      </a:lnTo>
                      <a:lnTo>
                        <a:pt x="385" y="16"/>
                      </a:lnTo>
                      <a:lnTo>
                        <a:pt x="387" y="16"/>
                      </a:lnTo>
                      <a:lnTo>
                        <a:pt x="385" y="16"/>
                      </a:lnTo>
                      <a:lnTo>
                        <a:pt x="385" y="18"/>
                      </a:lnTo>
                      <a:lnTo>
                        <a:pt x="385" y="20"/>
                      </a:lnTo>
                      <a:lnTo>
                        <a:pt x="387" y="20"/>
                      </a:lnTo>
                      <a:lnTo>
                        <a:pt x="387" y="22"/>
                      </a:lnTo>
                      <a:lnTo>
                        <a:pt x="388" y="20"/>
                      </a:lnTo>
                      <a:lnTo>
                        <a:pt x="390" y="20"/>
                      </a:lnTo>
                      <a:lnTo>
                        <a:pt x="392" y="20"/>
                      </a:lnTo>
                      <a:lnTo>
                        <a:pt x="394" y="20"/>
                      </a:lnTo>
                      <a:lnTo>
                        <a:pt x="394" y="18"/>
                      </a:lnTo>
                      <a:lnTo>
                        <a:pt x="394" y="20"/>
                      </a:lnTo>
                      <a:lnTo>
                        <a:pt x="396" y="20"/>
                      </a:lnTo>
                      <a:lnTo>
                        <a:pt x="397" y="20"/>
                      </a:lnTo>
                      <a:lnTo>
                        <a:pt x="396" y="20"/>
                      </a:lnTo>
                      <a:lnTo>
                        <a:pt x="396" y="22"/>
                      </a:lnTo>
                      <a:lnTo>
                        <a:pt x="397" y="22"/>
                      </a:lnTo>
                      <a:lnTo>
                        <a:pt x="396" y="22"/>
                      </a:lnTo>
                      <a:lnTo>
                        <a:pt x="396" y="24"/>
                      </a:lnTo>
                      <a:lnTo>
                        <a:pt x="397" y="24"/>
                      </a:lnTo>
                      <a:lnTo>
                        <a:pt x="396" y="24"/>
                      </a:lnTo>
                      <a:lnTo>
                        <a:pt x="396" y="25"/>
                      </a:lnTo>
                      <a:lnTo>
                        <a:pt x="394" y="25"/>
                      </a:lnTo>
                      <a:lnTo>
                        <a:pt x="396" y="25"/>
                      </a:lnTo>
                      <a:lnTo>
                        <a:pt x="396" y="27"/>
                      </a:lnTo>
                      <a:lnTo>
                        <a:pt x="394" y="29"/>
                      </a:lnTo>
                      <a:lnTo>
                        <a:pt x="394" y="31"/>
                      </a:lnTo>
                      <a:lnTo>
                        <a:pt x="394" y="33"/>
                      </a:lnTo>
                      <a:lnTo>
                        <a:pt x="394" y="35"/>
                      </a:lnTo>
                      <a:lnTo>
                        <a:pt x="394" y="36"/>
                      </a:lnTo>
                      <a:lnTo>
                        <a:pt x="394" y="38"/>
                      </a:lnTo>
                      <a:lnTo>
                        <a:pt x="392" y="38"/>
                      </a:lnTo>
                      <a:lnTo>
                        <a:pt x="392" y="40"/>
                      </a:lnTo>
                      <a:lnTo>
                        <a:pt x="394" y="40"/>
                      </a:lnTo>
                      <a:lnTo>
                        <a:pt x="392" y="40"/>
                      </a:lnTo>
                      <a:lnTo>
                        <a:pt x="392" y="42"/>
                      </a:lnTo>
                      <a:lnTo>
                        <a:pt x="394" y="42"/>
                      </a:lnTo>
                      <a:lnTo>
                        <a:pt x="392" y="44"/>
                      </a:lnTo>
                      <a:lnTo>
                        <a:pt x="394" y="44"/>
                      </a:lnTo>
                      <a:lnTo>
                        <a:pt x="392" y="44"/>
                      </a:lnTo>
                      <a:lnTo>
                        <a:pt x="392" y="46"/>
                      </a:lnTo>
                      <a:lnTo>
                        <a:pt x="392" y="47"/>
                      </a:lnTo>
                      <a:lnTo>
                        <a:pt x="392" y="49"/>
                      </a:lnTo>
                      <a:lnTo>
                        <a:pt x="390" y="49"/>
                      </a:lnTo>
                      <a:lnTo>
                        <a:pt x="390" y="51"/>
                      </a:lnTo>
                      <a:lnTo>
                        <a:pt x="392" y="51"/>
                      </a:lnTo>
                      <a:lnTo>
                        <a:pt x="392" y="53"/>
                      </a:lnTo>
                      <a:lnTo>
                        <a:pt x="392" y="55"/>
                      </a:lnTo>
                      <a:lnTo>
                        <a:pt x="394" y="56"/>
                      </a:lnTo>
                      <a:lnTo>
                        <a:pt x="392" y="56"/>
                      </a:lnTo>
                      <a:lnTo>
                        <a:pt x="394" y="56"/>
                      </a:lnTo>
                      <a:lnTo>
                        <a:pt x="394" y="58"/>
                      </a:lnTo>
                      <a:lnTo>
                        <a:pt x="396" y="58"/>
                      </a:lnTo>
                      <a:lnTo>
                        <a:pt x="396" y="60"/>
                      </a:lnTo>
                      <a:lnTo>
                        <a:pt x="396" y="62"/>
                      </a:lnTo>
                      <a:lnTo>
                        <a:pt x="397" y="62"/>
                      </a:lnTo>
                      <a:lnTo>
                        <a:pt x="397" y="64"/>
                      </a:lnTo>
                      <a:lnTo>
                        <a:pt x="399" y="64"/>
                      </a:lnTo>
                      <a:lnTo>
                        <a:pt x="401" y="64"/>
                      </a:lnTo>
                      <a:lnTo>
                        <a:pt x="403" y="64"/>
                      </a:lnTo>
                      <a:lnTo>
                        <a:pt x="405" y="64"/>
                      </a:lnTo>
                      <a:lnTo>
                        <a:pt x="407" y="64"/>
                      </a:lnTo>
                      <a:lnTo>
                        <a:pt x="407" y="62"/>
                      </a:lnTo>
                      <a:lnTo>
                        <a:pt x="408" y="62"/>
                      </a:lnTo>
                      <a:lnTo>
                        <a:pt x="410" y="62"/>
                      </a:lnTo>
                      <a:lnTo>
                        <a:pt x="410" y="60"/>
                      </a:lnTo>
                      <a:lnTo>
                        <a:pt x="412" y="60"/>
                      </a:lnTo>
                      <a:lnTo>
                        <a:pt x="412" y="58"/>
                      </a:lnTo>
                      <a:lnTo>
                        <a:pt x="414" y="58"/>
                      </a:lnTo>
                      <a:lnTo>
                        <a:pt x="416" y="58"/>
                      </a:lnTo>
                      <a:lnTo>
                        <a:pt x="416" y="56"/>
                      </a:lnTo>
                      <a:lnTo>
                        <a:pt x="418" y="56"/>
                      </a:lnTo>
                      <a:lnTo>
                        <a:pt x="419" y="56"/>
                      </a:lnTo>
                      <a:lnTo>
                        <a:pt x="419" y="55"/>
                      </a:lnTo>
                      <a:lnTo>
                        <a:pt x="421" y="55"/>
                      </a:lnTo>
                      <a:lnTo>
                        <a:pt x="423" y="55"/>
                      </a:lnTo>
                      <a:lnTo>
                        <a:pt x="423" y="53"/>
                      </a:lnTo>
                      <a:lnTo>
                        <a:pt x="425" y="53"/>
                      </a:lnTo>
                      <a:lnTo>
                        <a:pt x="427" y="53"/>
                      </a:lnTo>
                      <a:lnTo>
                        <a:pt x="429" y="53"/>
                      </a:lnTo>
                      <a:lnTo>
                        <a:pt x="430" y="53"/>
                      </a:lnTo>
                      <a:lnTo>
                        <a:pt x="432" y="53"/>
                      </a:lnTo>
                      <a:lnTo>
                        <a:pt x="434" y="53"/>
                      </a:lnTo>
                      <a:lnTo>
                        <a:pt x="434" y="51"/>
                      </a:lnTo>
                      <a:lnTo>
                        <a:pt x="434" y="53"/>
                      </a:lnTo>
                      <a:lnTo>
                        <a:pt x="436" y="53"/>
                      </a:lnTo>
                      <a:lnTo>
                        <a:pt x="436" y="51"/>
                      </a:lnTo>
                      <a:lnTo>
                        <a:pt x="436" y="49"/>
                      </a:lnTo>
                      <a:lnTo>
                        <a:pt x="438" y="49"/>
                      </a:lnTo>
                      <a:lnTo>
                        <a:pt x="438" y="47"/>
                      </a:lnTo>
                      <a:lnTo>
                        <a:pt x="439" y="47"/>
                      </a:lnTo>
                      <a:lnTo>
                        <a:pt x="439" y="46"/>
                      </a:lnTo>
                      <a:lnTo>
                        <a:pt x="439" y="44"/>
                      </a:lnTo>
                      <a:lnTo>
                        <a:pt x="441" y="44"/>
                      </a:lnTo>
                      <a:lnTo>
                        <a:pt x="441" y="46"/>
                      </a:lnTo>
                      <a:lnTo>
                        <a:pt x="441" y="44"/>
                      </a:lnTo>
                      <a:lnTo>
                        <a:pt x="441" y="46"/>
                      </a:lnTo>
                      <a:lnTo>
                        <a:pt x="441" y="44"/>
                      </a:lnTo>
                      <a:lnTo>
                        <a:pt x="443" y="44"/>
                      </a:lnTo>
                      <a:lnTo>
                        <a:pt x="445" y="44"/>
                      </a:lnTo>
                      <a:lnTo>
                        <a:pt x="445" y="42"/>
                      </a:lnTo>
                      <a:lnTo>
                        <a:pt x="447" y="42"/>
                      </a:lnTo>
                      <a:lnTo>
                        <a:pt x="449" y="42"/>
                      </a:lnTo>
                      <a:lnTo>
                        <a:pt x="450" y="42"/>
                      </a:lnTo>
                      <a:lnTo>
                        <a:pt x="450" y="40"/>
                      </a:lnTo>
                      <a:lnTo>
                        <a:pt x="452" y="40"/>
                      </a:lnTo>
                      <a:lnTo>
                        <a:pt x="452" y="38"/>
                      </a:lnTo>
                      <a:lnTo>
                        <a:pt x="454" y="38"/>
                      </a:lnTo>
                      <a:lnTo>
                        <a:pt x="456" y="38"/>
                      </a:lnTo>
                      <a:lnTo>
                        <a:pt x="456" y="36"/>
                      </a:lnTo>
                      <a:lnTo>
                        <a:pt x="458" y="36"/>
                      </a:lnTo>
                      <a:lnTo>
                        <a:pt x="460" y="36"/>
                      </a:lnTo>
                      <a:lnTo>
                        <a:pt x="461" y="36"/>
                      </a:lnTo>
                      <a:lnTo>
                        <a:pt x="463" y="36"/>
                      </a:lnTo>
                      <a:lnTo>
                        <a:pt x="465" y="36"/>
                      </a:lnTo>
                      <a:lnTo>
                        <a:pt x="467" y="36"/>
                      </a:lnTo>
                      <a:lnTo>
                        <a:pt x="469" y="36"/>
                      </a:lnTo>
                      <a:lnTo>
                        <a:pt x="470" y="36"/>
                      </a:lnTo>
                      <a:lnTo>
                        <a:pt x="470" y="38"/>
                      </a:lnTo>
                      <a:lnTo>
                        <a:pt x="472" y="36"/>
                      </a:lnTo>
                      <a:lnTo>
                        <a:pt x="474" y="36"/>
                      </a:lnTo>
                      <a:lnTo>
                        <a:pt x="474" y="38"/>
                      </a:lnTo>
                      <a:lnTo>
                        <a:pt x="474" y="40"/>
                      </a:lnTo>
                      <a:lnTo>
                        <a:pt x="474" y="42"/>
                      </a:lnTo>
                      <a:lnTo>
                        <a:pt x="472" y="42"/>
                      </a:lnTo>
                      <a:lnTo>
                        <a:pt x="470" y="42"/>
                      </a:lnTo>
                      <a:lnTo>
                        <a:pt x="470" y="44"/>
                      </a:lnTo>
                      <a:lnTo>
                        <a:pt x="469" y="42"/>
                      </a:lnTo>
                      <a:lnTo>
                        <a:pt x="469" y="44"/>
                      </a:lnTo>
                      <a:lnTo>
                        <a:pt x="470" y="44"/>
                      </a:lnTo>
                      <a:lnTo>
                        <a:pt x="472" y="44"/>
                      </a:lnTo>
                      <a:lnTo>
                        <a:pt x="474" y="44"/>
                      </a:lnTo>
                      <a:lnTo>
                        <a:pt x="474" y="46"/>
                      </a:lnTo>
                      <a:lnTo>
                        <a:pt x="474" y="44"/>
                      </a:lnTo>
                      <a:lnTo>
                        <a:pt x="476" y="44"/>
                      </a:lnTo>
                      <a:lnTo>
                        <a:pt x="476" y="46"/>
                      </a:lnTo>
                      <a:lnTo>
                        <a:pt x="476" y="44"/>
                      </a:lnTo>
                      <a:lnTo>
                        <a:pt x="476" y="46"/>
                      </a:lnTo>
                      <a:lnTo>
                        <a:pt x="478" y="44"/>
                      </a:lnTo>
                      <a:lnTo>
                        <a:pt x="480" y="44"/>
                      </a:lnTo>
                      <a:lnTo>
                        <a:pt x="480" y="42"/>
                      </a:lnTo>
                      <a:lnTo>
                        <a:pt x="480" y="44"/>
                      </a:lnTo>
                      <a:lnTo>
                        <a:pt x="481" y="44"/>
                      </a:lnTo>
                      <a:lnTo>
                        <a:pt x="481" y="42"/>
                      </a:lnTo>
                      <a:lnTo>
                        <a:pt x="483" y="42"/>
                      </a:lnTo>
                      <a:lnTo>
                        <a:pt x="485" y="42"/>
                      </a:lnTo>
                      <a:lnTo>
                        <a:pt x="487" y="42"/>
                      </a:lnTo>
                      <a:lnTo>
                        <a:pt x="487" y="40"/>
                      </a:lnTo>
                      <a:lnTo>
                        <a:pt x="489" y="40"/>
                      </a:lnTo>
                      <a:lnTo>
                        <a:pt x="491" y="40"/>
                      </a:lnTo>
                      <a:lnTo>
                        <a:pt x="492" y="40"/>
                      </a:lnTo>
                      <a:lnTo>
                        <a:pt x="491" y="40"/>
                      </a:lnTo>
                      <a:lnTo>
                        <a:pt x="491" y="38"/>
                      </a:lnTo>
                      <a:lnTo>
                        <a:pt x="492" y="38"/>
                      </a:lnTo>
                      <a:lnTo>
                        <a:pt x="494" y="38"/>
                      </a:lnTo>
                      <a:lnTo>
                        <a:pt x="496" y="38"/>
                      </a:lnTo>
                      <a:lnTo>
                        <a:pt x="498" y="38"/>
                      </a:lnTo>
                      <a:lnTo>
                        <a:pt x="500" y="38"/>
                      </a:lnTo>
                      <a:lnTo>
                        <a:pt x="502" y="38"/>
                      </a:lnTo>
                      <a:lnTo>
                        <a:pt x="503" y="38"/>
                      </a:lnTo>
                      <a:lnTo>
                        <a:pt x="503" y="40"/>
                      </a:lnTo>
                      <a:lnTo>
                        <a:pt x="505" y="40"/>
                      </a:lnTo>
                      <a:lnTo>
                        <a:pt x="505" y="38"/>
                      </a:lnTo>
                      <a:lnTo>
                        <a:pt x="507" y="38"/>
                      </a:lnTo>
                      <a:lnTo>
                        <a:pt x="509" y="38"/>
                      </a:lnTo>
                      <a:lnTo>
                        <a:pt x="509" y="40"/>
                      </a:lnTo>
                      <a:lnTo>
                        <a:pt x="511" y="40"/>
                      </a:lnTo>
                      <a:lnTo>
                        <a:pt x="512" y="40"/>
                      </a:lnTo>
                      <a:lnTo>
                        <a:pt x="512" y="42"/>
                      </a:lnTo>
                      <a:lnTo>
                        <a:pt x="514" y="42"/>
                      </a:lnTo>
                      <a:lnTo>
                        <a:pt x="514" y="44"/>
                      </a:lnTo>
                      <a:lnTo>
                        <a:pt x="514" y="46"/>
                      </a:lnTo>
                      <a:lnTo>
                        <a:pt x="512" y="46"/>
                      </a:lnTo>
                      <a:lnTo>
                        <a:pt x="511" y="46"/>
                      </a:lnTo>
                      <a:lnTo>
                        <a:pt x="511" y="44"/>
                      </a:lnTo>
                      <a:lnTo>
                        <a:pt x="509" y="42"/>
                      </a:lnTo>
                      <a:lnTo>
                        <a:pt x="509" y="44"/>
                      </a:lnTo>
                      <a:lnTo>
                        <a:pt x="509" y="42"/>
                      </a:lnTo>
                      <a:lnTo>
                        <a:pt x="507" y="44"/>
                      </a:lnTo>
                      <a:lnTo>
                        <a:pt x="505" y="44"/>
                      </a:lnTo>
                      <a:lnTo>
                        <a:pt x="503" y="44"/>
                      </a:lnTo>
                      <a:lnTo>
                        <a:pt x="502" y="44"/>
                      </a:lnTo>
                      <a:lnTo>
                        <a:pt x="500" y="44"/>
                      </a:lnTo>
                      <a:lnTo>
                        <a:pt x="500" y="46"/>
                      </a:lnTo>
                      <a:lnTo>
                        <a:pt x="500" y="47"/>
                      </a:lnTo>
                      <a:lnTo>
                        <a:pt x="500" y="49"/>
                      </a:lnTo>
                      <a:lnTo>
                        <a:pt x="500" y="51"/>
                      </a:lnTo>
                      <a:lnTo>
                        <a:pt x="502" y="51"/>
                      </a:lnTo>
                      <a:lnTo>
                        <a:pt x="502" y="49"/>
                      </a:lnTo>
                      <a:lnTo>
                        <a:pt x="502" y="51"/>
                      </a:lnTo>
                      <a:lnTo>
                        <a:pt x="503" y="51"/>
                      </a:lnTo>
                      <a:lnTo>
                        <a:pt x="502" y="53"/>
                      </a:lnTo>
                      <a:lnTo>
                        <a:pt x="502" y="55"/>
                      </a:lnTo>
                      <a:lnTo>
                        <a:pt x="500" y="55"/>
                      </a:lnTo>
                      <a:lnTo>
                        <a:pt x="500" y="53"/>
                      </a:lnTo>
                      <a:lnTo>
                        <a:pt x="498" y="53"/>
                      </a:lnTo>
                      <a:lnTo>
                        <a:pt x="498" y="55"/>
                      </a:lnTo>
                      <a:lnTo>
                        <a:pt x="496" y="55"/>
                      </a:lnTo>
                      <a:lnTo>
                        <a:pt x="494" y="55"/>
                      </a:lnTo>
                      <a:lnTo>
                        <a:pt x="494" y="56"/>
                      </a:lnTo>
                      <a:lnTo>
                        <a:pt x="492" y="56"/>
                      </a:lnTo>
                      <a:lnTo>
                        <a:pt x="491" y="56"/>
                      </a:lnTo>
                      <a:lnTo>
                        <a:pt x="489" y="56"/>
                      </a:lnTo>
                      <a:lnTo>
                        <a:pt x="487" y="56"/>
                      </a:lnTo>
                      <a:lnTo>
                        <a:pt x="487" y="58"/>
                      </a:lnTo>
                      <a:lnTo>
                        <a:pt x="485" y="58"/>
                      </a:lnTo>
                      <a:lnTo>
                        <a:pt x="483" y="58"/>
                      </a:lnTo>
                      <a:lnTo>
                        <a:pt x="481" y="58"/>
                      </a:lnTo>
                      <a:lnTo>
                        <a:pt x="480" y="58"/>
                      </a:lnTo>
                      <a:lnTo>
                        <a:pt x="480" y="56"/>
                      </a:lnTo>
                      <a:lnTo>
                        <a:pt x="480" y="58"/>
                      </a:lnTo>
                      <a:lnTo>
                        <a:pt x="480" y="56"/>
                      </a:lnTo>
                      <a:lnTo>
                        <a:pt x="478" y="56"/>
                      </a:lnTo>
                      <a:lnTo>
                        <a:pt x="476" y="56"/>
                      </a:lnTo>
                      <a:lnTo>
                        <a:pt x="474" y="56"/>
                      </a:lnTo>
                      <a:lnTo>
                        <a:pt x="472" y="56"/>
                      </a:lnTo>
                      <a:lnTo>
                        <a:pt x="470" y="56"/>
                      </a:lnTo>
                      <a:lnTo>
                        <a:pt x="469" y="56"/>
                      </a:lnTo>
                      <a:lnTo>
                        <a:pt x="467" y="56"/>
                      </a:lnTo>
                      <a:lnTo>
                        <a:pt x="467" y="58"/>
                      </a:lnTo>
                      <a:lnTo>
                        <a:pt x="465" y="56"/>
                      </a:lnTo>
                      <a:lnTo>
                        <a:pt x="463" y="56"/>
                      </a:lnTo>
                      <a:lnTo>
                        <a:pt x="461" y="56"/>
                      </a:lnTo>
                      <a:lnTo>
                        <a:pt x="460" y="56"/>
                      </a:lnTo>
                      <a:lnTo>
                        <a:pt x="458" y="56"/>
                      </a:lnTo>
                      <a:lnTo>
                        <a:pt x="458" y="58"/>
                      </a:lnTo>
                      <a:lnTo>
                        <a:pt x="458" y="56"/>
                      </a:lnTo>
                      <a:lnTo>
                        <a:pt x="456" y="56"/>
                      </a:lnTo>
                      <a:lnTo>
                        <a:pt x="454" y="56"/>
                      </a:lnTo>
                      <a:lnTo>
                        <a:pt x="452" y="56"/>
                      </a:lnTo>
                      <a:lnTo>
                        <a:pt x="450" y="56"/>
                      </a:lnTo>
                      <a:lnTo>
                        <a:pt x="449" y="56"/>
                      </a:lnTo>
                      <a:lnTo>
                        <a:pt x="449" y="58"/>
                      </a:lnTo>
                      <a:lnTo>
                        <a:pt x="447" y="58"/>
                      </a:lnTo>
                      <a:lnTo>
                        <a:pt x="445" y="56"/>
                      </a:lnTo>
                      <a:lnTo>
                        <a:pt x="445" y="58"/>
                      </a:lnTo>
                      <a:lnTo>
                        <a:pt x="443" y="58"/>
                      </a:lnTo>
                      <a:lnTo>
                        <a:pt x="441" y="58"/>
                      </a:lnTo>
                      <a:lnTo>
                        <a:pt x="439" y="58"/>
                      </a:lnTo>
                      <a:lnTo>
                        <a:pt x="438" y="58"/>
                      </a:lnTo>
                      <a:lnTo>
                        <a:pt x="436" y="58"/>
                      </a:lnTo>
                      <a:lnTo>
                        <a:pt x="434" y="58"/>
                      </a:lnTo>
                      <a:lnTo>
                        <a:pt x="432" y="58"/>
                      </a:lnTo>
                      <a:lnTo>
                        <a:pt x="430" y="58"/>
                      </a:lnTo>
                      <a:lnTo>
                        <a:pt x="430" y="60"/>
                      </a:lnTo>
                      <a:lnTo>
                        <a:pt x="429" y="60"/>
                      </a:lnTo>
                      <a:lnTo>
                        <a:pt x="427" y="60"/>
                      </a:lnTo>
                      <a:lnTo>
                        <a:pt x="425" y="60"/>
                      </a:lnTo>
                      <a:lnTo>
                        <a:pt x="425" y="62"/>
                      </a:lnTo>
                      <a:lnTo>
                        <a:pt x="423" y="62"/>
                      </a:lnTo>
                      <a:lnTo>
                        <a:pt x="421" y="62"/>
                      </a:lnTo>
                      <a:lnTo>
                        <a:pt x="419" y="62"/>
                      </a:lnTo>
                      <a:lnTo>
                        <a:pt x="418" y="62"/>
                      </a:lnTo>
                      <a:lnTo>
                        <a:pt x="418" y="64"/>
                      </a:lnTo>
                      <a:lnTo>
                        <a:pt x="419" y="66"/>
                      </a:lnTo>
                      <a:lnTo>
                        <a:pt x="418" y="66"/>
                      </a:lnTo>
                      <a:lnTo>
                        <a:pt x="416" y="66"/>
                      </a:lnTo>
                      <a:lnTo>
                        <a:pt x="414" y="66"/>
                      </a:lnTo>
                      <a:lnTo>
                        <a:pt x="414" y="67"/>
                      </a:lnTo>
                      <a:lnTo>
                        <a:pt x="412" y="67"/>
                      </a:lnTo>
                      <a:lnTo>
                        <a:pt x="412" y="69"/>
                      </a:lnTo>
                      <a:lnTo>
                        <a:pt x="410" y="69"/>
                      </a:lnTo>
                      <a:lnTo>
                        <a:pt x="408" y="69"/>
                      </a:lnTo>
                      <a:lnTo>
                        <a:pt x="408" y="71"/>
                      </a:lnTo>
                      <a:lnTo>
                        <a:pt x="407" y="71"/>
                      </a:lnTo>
                      <a:lnTo>
                        <a:pt x="405" y="71"/>
                      </a:lnTo>
                      <a:lnTo>
                        <a:pt x="405" y="73"/>
                      </a:lnTo>
                      <a:lnTo>
                        <a:pt x="405" y="75"/>
                      </a:lnTo>
                      <a:lnTo>
                        <a:pt x="403" y="75"/>
                      </a:lnTo>
                      <a:lnTo>
                        <a:pt x="403" y="73"/>
                      </a:lnTo>
                      <a:lnTo>
                        <a:pt x="401" y="73"/>
                      </a:lnTo>
                      <a:lnTo>
                        <a:pt x="399" y="73"/>
                      </a:lnTo>
                      <a:lnTo>
                        <a:pt x="399" y="71"/>
                      </a:lnTo>
                      <a:lnTo>
                        <a:pt x="397" y="71"/>
                      </a:lnTo>
                      <a:lnTo>
                        <a:pt x="397" y="73"/>
                      </a:lnTo>
                      <a:lnTo>
                        <a:pt x="397" y="75"/>
                      </a:lnTo>
                      <a:lnTo>
                        <a:pt x="396" y="75"/>
                      </a:lnTo>
                      <a:lnTo>
                        <a:pt x="396" y="77"/>
                      </a:lnTo>
                      <a:lnTo>
                        <a:pt x="394" y="77"/>
                      </a:lnTo>
                      <a:lnTo>
                        <a:pt x="394" y="78"/>
                      </a:lnTo>
                      <a:lnTo>
                        <a:pt x="392" y="78"/>
                      </a:lnTo>
                      <a:lnTo>
                        <a:pt x="392" y="80"/>
                      </a:lnTo>
                      <a:lnTo>
                        <a:pt x="390" y="80"/>
                      </a:lnTo>
                      <a:lnTo>
                        <a:pt x="390" y="82"/>
                      </a:lnTo>
                      <a:lnTo>
                        <a:pt x="388" y="82"/>
                      </a:lnTo>
                      <a:lnTo>
                        <a:pt x="387" y="82"/>
                      </a:lnTo>
                      <a:lnTo>
                        <a:pt x="387" y="84"/>
                      </a:lnTo>
                      <a:lnTo>
                        <a:pt x="385" y="84"/>
                      </a:lnTo>
                      <a:lnTo>
                        <a:pt x="385" y="86"/>
                      </a:lnTo>
                      <a:lnTo>
                        <a:pt x="383" y="86"/>
                      </a:lnTo>
                      <a:lnTo>
                        <a:pt x="383" y="88"/>
                      </a:lnTo>
                      <a:lnTo>
                        <a:pt x="385" y="88"/>
                      </a:lnTo>
                      <a:lnTo>
                        <a:pt x="385" y="89"/>
                      </a:lnTo>
                      <a:lnTo>
                        <a:pt x="387" y="89"/>
                      </a:lnTo>
                      <a:lnTo>
                        <a:pt x="388" y="89"/>
                      </a:lnTo>
                      <a:lnTo>
                        <a:pt x="390" y="91"/>
                      </a:lnTo>
                      <a:lnTo>
                        <a:pt x="388" y="91"/>
                      </a:lnTo>
                      <a:lnTo>
                        <a:pt x="390" y="91"/>
                      </a:lnTo>
                      <a:lnTo>
                        <a:pt x="388" y="91"/>
                      </a:lnTo>
                      <a:lnTo>
                        <a:pt x="388" y="93"/>
                      </a:lnTo>
                      <a:lnTo>
                        <a:pt x="390" y="93"/>
                      </a:lnTo>
                      <a:lnTo>
                        <a:pt x="392" y="93"/>
                      </a:lnTo>
                      <a:lnTo>
                        <a:pt x="392" y="95"/>
                      </a:lnTo>
                      <a:lnTo>
                        <a:pt x="394" y="97"/>
                      </a:lnTo>
                      <a:lnTo>
                        <a:pt x="392" y="97"/>
                      </a:lnTo>
                      <a:lnTo>
                        <a:pt x="394" y="97"/>
                      </a:lnTo>
                      <a:lnTo>
                        <a:pt x="394" y="99"/>
                      </a:lnTo>
                      <a:lnTo>
                        <a:pt x="396" y="99"/>
                      </a:lnTo>
                      <a:lnTo>
                        <a:pt x="396" y="100"/>
                      </a:lnTo>
                      <a:lnTo>
                        <a:pt x="394" y="100"/>
                      </a:lnTo>
                      <a:lnTo>
                        <a:pt x="394" y="102"/>
                      </a:lnTo>
                      <a:lnTo>
                        <a:pt x="396" y="102"/>
                      </a:lnTo>
                      <a:lnTo>
                        <a:pt x="396" y="104"/>
                      </a:lnTo>
                      <a:lnTo>
                        <a:pt x="397" y="104"/>
                      </a:lnTo>
                      <a:lnTo>
                        <a:pt x="397" y="106"/>
                      </a:lnTo>
                      <a:lnTo>
                        <a:pt x="397" y="108"/>
                      </a:lnTo>
                      <a:lnTo>
                        <a:pt x="399" y="108"/>
                      </a:lnTo>
                      <a:lnTo>
                        <a:pt x="399" y="109"/>
                      </a:lnTo>
                      <a:lnTo>
                        <a:pt x="397" y="109"/>
                      </a:lnTo>
                      <a:lnTo>
                        <a:pt x="397" y="111"/>
                      </a:lnTo>
                      <a:lnTo>
                        <a:pt x="396" y="111"/>
                      </a:lnTo>
                      <a:lnTo>
                        <a:pt x="396" y="113"/>
                      </a:lnTo>
                      <a:lnTo>
                        <a:pt x="396" y="115"/>
                      </a:lnTo>
                      <a:lnTo>
                        <a:pt x="397" y="115"/>
                      </a:lnTo>
                      <a:lnTo>
                        <a:pt x="397" y="117"/>
                      </a:lnTo>
                      <a:lnTo>
                        <a:pt x="399" y="117"/>
                      </a:lnTo>
                      <a:lnTo>
                        <a:pt x="399" y="119"/>
                      </a:lnTo>
                      <a:lnTo>
                        <a:pt x="397" y="119"/>
                      </a:lnTo>
                      <a:lnTo>
                        <a:pt x="397" y="120"/>
                      </a:lnTo>
                      <a:lnTo>
                        <a:pt x="397" y="119"/>
                      </a:lnTo>
                      <a:lnTo>
                        <a:pt x="396" y="120"/>
                      </a:lnTo>
                      <a:lnTo>
                        <a:pt x="394" y="120"/>
                      </a:lnTo>
                      <a:lnTo>
                        <a:pt x="394" y="122"/>
                      </a:lnTo>
                      <a:lnTo>
                        <a:pt x="396" y="122"/>
                      </a:lnTo>
                      <a:lnTo>
                        <a:pt x="396" y="124"/>
                      </a:lnTo>
                      <a:lnTo>
                        <a:pt x="394" y="124"/>
                      </a:lnTo>
                      <a:lnTo>
                        <a:pt x="394" y="126"/>
                      </a:lnTo>
                      <a:lnTo>
                        <a:pt x="392" y="126"/>
                      </a:lnTo>
                      <a:lnTo>
                        <a:pt x="390" y="126"/>
                      </a:lnTo>
                      <a:lnTo>
                        <a:pt x="390" y="128"/>
                      </a:lnTo>
                      <a:lnTo>
                        <a:pt x="388" y="128"/>
                      </a:lnTo>
                      <a:lnTo>
                        <a:pt x="387" y="128"/>
                      </a:lnTo>
                      <a:lnTo>
                        <a:pt x="387" y="130"/>
                      </a:lnTo>
                      <a:lnTo>
                        <a:pt x="387" y="131"/>
                      </a:lnTo>
                      <a:lnTo>
                        <a:pt x="385" y="131"/>
                      </a:lnTo>
                      <a:lnTo>
                        <a:pt x="385" y="133"/>
                      </a:lnTo>
                      <a:lnTo>
                        <a:pt x="383" y="133"/>
                      </a:lnTo>
                      <a:lnTo>
                        <a:pt x="381" y="133"/>
                      </a:lnTo>
                      <a:lnTo>
                        <a:pt x="381" y="135"/>
                      </a:lnTo>
                      <a:lnTo>
                        <a:pt x="379" y="135"/>
                      </a:lnTo>
                      <a:lnTo>
                        <a:pt x="379" y="137"/>
                      </a:lnTo>
                      <a:lnTo>
                        <a:pt x="379" y="139"/>
                      </a:lnTo>
                      <a:lnTo>
                        <a:pt x="377" y="139"/>
                      </a:lnTo>
                      <a:lnTo>
                        <a:pt x="377" y="141"/>
                      </a:lnTo>
                      <a:lnTo>
                        <a:pt x="376" y="141"/>
                      </a:lnTo>
                      <a:lnTo>
                        <a:pt x="376" y="142"/>
                      </a:lnTo>
                      <a:lnTo>
                        <a:pt x="376" y="144"/>
                      </a:lnTo>
                      <a:lnTo>
                        <a:pt x="377" y="144"/>
                      </a:lnTo>
                      <a:lnTo>
                        <a:pt x="377" y="146"/>
                      </a:lnTo>
                      <a:lnTo>
                        <a:pt x="377" y="144"/>
                      </a:lnTo>
                      <a:lnTo>
                        <a:pt x="379" y="144"/>
                      </a:lnTo>
                      <a:lnTo>
                        <a:pt x="379" y="146"/>
                      </a:lnTo>
                      <a:lnTo>
                        <a:pt x="379" y="148"/>
                      </a:lnTo>
                      <a:lnTo>
                        <a:pt x="381" y="148"/>
                      </a:lnTo>
                      <a:lnTo>
                        <a:pt x="381" y="150"/>
                      </a:lnTo>
                      <a:lnTo>
                        <a:pt x="379" y="150"/>
                      </a:lnTo>
                      <a:lnTo>
                        <a:pt x="379" y="152"/>
                      </a:lnTo>
                      <a:lnTo>
                        <a:pt x="381" y="152"/>
                      </a:lnTo>
                      <a:lnTo>
                        <a:pt x="379" y="153"/>
                      </a:lnTo>
                      <a:lnTo>
                        <a:pt x="379" y="155"/>
                      </a:lnTo>
                      <a:lnTo>
                        <a:pt x="377" y="157"/>
                      </a:lnTo>
                      <a:lnTo>
                        <a:pt x="379" y="157"/>
                      </a:lnTo>
                      <a:lnTo>
                        <a:pt x="377" y="157"/>
                      </a:lnTo>
                      <a:lnTo>
                        <a:pt x="379" y="159"/>
                      </a:lnTo>
                      <a:lnTo>
                        <a:pt x="377" y="159"/>
                      </a:lnTo>
                      <a:lnTo>
                        <a:pt x="376" y="159"/>
                      </a:lnTo>
                      <a:lnTo>
                        <a:pt x="374" y="159"/>
                      </a:lnTo>
                      <a:lnTo>
                        <a:pt x="374" y="161"/>
                      </a:lnTo>
                      <a:lnTo>
                        <a:pt x="372" y="161"/>
                      </a:lnTo>
                      <a:lnTo>
                        <a:pt x="370" y="161"/>
                      </a:lnTo>
                      <a:lnTo>
                        <a:pt x="368" y="161"/>
                      </a:lnTo>
                      <a:lnTo>
                        <a:pt x="368" y="162"/>
                      </a:lnTo>
                      <a:lnTo>
                        <a:pt x="366" y="161"/>
                      </a:lnTo>
                      <a:lnTo>
                        <a:pt x="366" y="162"/>
                      </a:lnTo>
                      <a:lnTo>
                        <a:pt x="365" y="162"/>
                      </a:lnTo>
                      <a:lnTo>
                        <a:pt x="363" y="162"/>
                      </a:lnTo>
                      <a:lnTo>
                        <a:pt x="361" y="162"/>
                      </a:lnTo>
                      <a:lnTo>
                        <a:pt x="359" y="162"/>
                      </a:lnTo>
                      <a:lnTo>
                        <a:pt x="357" y="162"/>
                      </a:lnTo>
                      <a:lnTo>
                        <a:pt x="355" y="162"/>
                      </a:lnTo>
                      <a:lnTo>
                        <a:pt x="355" y="161"/>
                      </a:lnTo>
                      <a:lnTo>
                        <a:pt x="354" y="161"/>
                      </a:lnTo>
                      <a:lnTo>
                        <a:pt x="354" y="162"/>
                      </a:lnTo>
                      <a:lnTo>
                        <a:pt x="354" y="161"/>
                      </a:lnTo>
                      <a:lnTo>
                        <a:pt x="354" y="162"/>
                      </a:lnTo>
                      <a:lnTo>
                        <a:pt x="352" y="162"/>
                      </a:lnTo>
                      <a:lnTo>
                        <a:pt x="352" y="161"/>
                      </a:lnTo>
                      <a:lnTo>
                        <a:pt x="350" y="161"/>
                      </a:lnTo>
                      <a:lnTo>
                        <a:pt x="348" y="161"/>
                      </a:lnTo>
                      <a:lnTo>
                        <a:pt x="346" y="161"/>
                      </a:lnTo>
                      <a:lnTo>
                        <a:pt x="345" y="161"/>
                      </a:lnTo>
                      <a:lnTo>
                        <a:pt x="343" y="161"/>
                      </a:lnTo>
                      <a:lnTo>
                        <a:pt x="343" y="159"/>
                      </a:lnTo>
                      <a:lnTo>
                        <a:pt x="341" y="159"/>
                      </a:lnTo>
                      <a:lnTo>
                        <a:pt x="339" y="159"/>
                      </a:lnTo>
                      <a:lnTo>
                        <a:pt x="337" y="159"/>
                      </a:lnTo>
                      <a:lnTo>
                        <a:pt x="335" y="159"/>
                      </a:lnTo>
                      <a:lnTo>
                        <a:pt x="335" y="161"/>
                      </a:lnTo>
                      <a:lnTo>
                        <a:pt x="335" y="162"/>
                      </a:lnTo>
                      <a:lnTo>
                        <a:pt x="334" y="162"/>
                      </a:lnTo>
                      <a:lnTo>
                        <a:pt x="335" y="162"/>
                      </a:lnTo>
                      <a:lnTo>
                        <a:pt x="335" y="164"/>
                      </a:lnTo>
                      <a:lnTo>
                        <a:pt x="337" y="164"/>
                      </a:lnTo>
                      <a:lnTo>
                        <a:pt x="337" y="166"/>
                      </a:lnTo>
                      <a:lnTo>
                        <a:pt x="339" y="166"/>
                      </a:lnTo>
                      <a:lnTo>
                        <a:pt x="339" y="168"/>
                      </a:lnTo>
                      <a:lnTo>
                        <a:pt x="339" y="170"/>
                      </a:lnTo>
                      <a:lnTo>
                        <a:pt x="341" y="170"/>
                      </a:lnTo>
                      <a:lnTo>
                        <a:pt x="343" y="170"/>
                      </a:lnTo>
                      <a:lnTo>
                        <a:pt x="345" y="170"/>
                      </a:lnTo>
                      <a:lnTo>
                        <a:pt x="345" y="172"/>
                      </a:lnTo>
                      <a:lnTo>
                        <a:pt x="345" y="173"/>
                      </a:lnTo>
                      <a:lnTo>
                        <a:pt x="346" y="173"/>
                      </a:lnTo>
                      <a:lnTo>
                        <a:pt x="346" y="177"/>
                      </a:lnTo>
                      <a:lnTo>
                        <a:pt x="346" y="179"/>
                      </a:lnTo>
                      <a:lnTo>
                        <a:pt x="348" y="179"/>
                      </a:lnTo>
                      <a:lnTo>
                        <a:pt x="348" y="181"/>
                      </a:lnTo>
                      <a:lnTo>
                        <a:pt x="350" y="181"/>
                      </a:lnTo>
                      <a:lnTo>
                        <a:pt x="350" y="183"/>
                      </a:lnTo>
                      <a:lnTo>
                        <a:pt x="352" y="183"/>
                      </a:lnTo>
                      <a:lnTo>
                        <a:pt x="350" y="183"/>
                      </a:lnTo>
                      <a:lnTo>
                        <a:pt x="352" y="184"/>
                      </a:lnTo>
                      <a:lnTo>
                        <a:pt x="350" y="184"/>
                      </a:lnTo>
                      <a:lnTo>
                        <a:pt x="350" y="186"/>
                      </a:lnTo>
                      <a:lnTo>
                        <a:pt x="348" y="186"/>
                      </a:lnTo>
                      <a:lnTo>
                        <a:pt x="346" y="188"/>
                      </a:lnTo>
                      <a:lnTo>
                        <a:pt x="345" y="188"/>
                      </a:lnTo>
                      <a:lnTo>
                        <a:pt x="343" y="188"/>
                      </a:lnTo>
                      <a:lnTo>
                        <a:pt x="341" y="190"/>
                      </a:lnTo>
                      <a:lnTo>
                        <a:pt x="341" y="192"/>
                      </a:lnTo>
                      <a:lnTo>
                        <a:pt x="339" y="192"/>
                      </a:lnTo>
                      <a:lnTo>
                        <a:pt x="337" y="192"/>
                      </a:lnTo>
                      <a:lnTo>
                        <a:pt x="335" y="192"/>
                      </a:lnTo>
                      <a:lnTo>
                        <a:pt x="335" y="194"/>
                      </a:lnTo>
                      <a:lnTo>
                        <a:pt x="334" y="192"/>
                      </a:lnTo>
                      <a:lnTo>
                        <a:pt x="332" y="192"/>
                      </a:lnTo>
                      <a:lnTo>
                        <a:pt x="330" y="192"/>
                      </a:lnTo>
                      <a:lnTo>
                        <a:pt x="330" y="194"/>
                      </a:lnTo>
                      <a:lnTo>
                        <a:pt x="328" y="194"/>
                      </a:lnTo>
                      <a:lnTo>
                        <a:pt x="328" y="192"/>
                      </a:lnTo>
                      <a:lnTo>
                        <a:pt x="328" y="194"/>
                      </a:lnTo>
                      <a:lnTo>
                        <a:pt x="326" y="194"/>
                      </a:lnTo>
                      <a:lnTo>
                        <a:pt x="326" y="192"/>
                      </a:lnTo>
                      <a:lnTo>
                        <a:pt x="326" y="194"/>
                      </a:lnTo>
                      <a:lnTo>
                        <a:pt x="326" y="192"/>
                      </a:lnTo>
                      <a:lnTo>
                        <a:pt x="324" y="194"/>
                      </a:lnTo>
                      <a:lnTo>
                        <a:pt x="324" y="192"/>
                      </a:lnTo>
                      <a:lnTo>
                        <a:pt x="324" y="194"/>
                      </a:lnTo>
                      <a:lnTo>
                        <a:pt x="323" y="194"/>
                      </a:lnTo>
                      <a:lnTo>
                        <a:pt x="323" y="195"/>
                      </a:lnTo>
                      <a:lnTo>
                        <a:pt x="321" y="195"/>
                      </a:lnTo>
                      <a:lnTo>
                        <a:pt x="321" y="199"/>
                      </a:lnTo>
                      <a:lnTo>
                        <a:pt x="323" y="199"/>
                      </a:lnTo>
                      <a:lnTo>
                        <a:pt x="323" y="201"/>
                      </a:lnTo>
                      <a:lnTo>
                        <a:pt x="321" y="201"/>
                      </a:lnTo>
                      <a:lnTo>
                        <a:pt x="321" y="203"/>
                      </a:lnTo>
                      <a:lnTo>
                        <a:pt x="319" y="203"/>
                      </a:lnTo>
                      <a:lnTo>
                        <a:pt x="319" y="205"/>
                      </a:lnTo>
                      <a:lnTo>
                        <a:pt x="317" y="205"/>
                      </a:lnTo>
                      <a:lnTo>
                        <a:pt x="319" y="205"/>
                      </a:lnTo>
                      <a:lnTo>
                        <a:pt x="319" y="206"/>
                      </a:lnTo>
                      <a:lnTo>
                        <a:pt x="319" y="208"/>
                      </a:lnTo>
                      <a:lnTo>
                        <a:pt x="321" y="208"/>
                      </a:lnTo>
                      <a:lnTo>
                        <a:pt x="319" y="208"/>
                      </a:lnTo>
                      <a:lnTo>
                        <a:pt x="319" y="210"/>
                      </a:lnTo>
                      <a:lnTo>
                        <a:pt x="317" y="212"/>
                      </a:lnTo>
                      <a:lnTo>
                        <a:pt x="315" y="212"/>
                      </a:lnTo>
                      <a:lnTo>
                        <a:pt x="314" y="212"/>
                      </a:lnTo>
                      <a:lnTo>
                        <a:pt x="314" y="214"/>
                      </a:lnTo>
                      <a:lnTo>
                        <a:pt x="312" y="215"/>
                      </a:lnTo>
                      <a:lnTo>
                        <a:pt x="314" y="217"/>
                      </a:lnTo>
                      <a:lnTo>
                        <a:pt x="314" y="219"/>
                      </a:lnTo>
                      <a:lnTo>
                        <a:pt x="314" y="221"/>
                      </a:lnTo>
                      <a:lnTo>
                        <a:pt x="314" y="223"/>
                      </a:lnTo>
                      <a:lnTo>
                        <a:pt x="314" y="225"/>
                      </a:lnTo>
                      <a:lnTo>
                        <a:pt x="314" y="226"/>
                      </a:lnTo>
                      <a:lnTo>
                        <a:pt x="314" y="228"/>
                      </a:lnTo>
                      <a:lnTo>
                        <a:pt x="315" y="228"/>
                      </a:lnTo>
                      <a:lnTo>
                        <a:pt x="314" y="228"/>
                      </a:lnTo>
                      <a:lnTo>
                        <a:pt x="314" y="230"/>
                      </a:lnTo>
                      <a:lnTo>
                        <a:pt x="314" y="232"/>
                      </a:lnTo>
                      <a:lnTo>
                        <a:pt x="315" y="232"/>
                      </a:lnTo>
                      <a:lnTo>
                        <a:pt x="315" y="234"/>
                      </a:lnTo>
                      <a:lnTo>
                        <a:pt x="315" y="236"/>
                      </a:lnTo>
                      <a:lnTo>
                        <a:pt x="314" y="236"/>
                      </a:lnTo>
                      <a:lnTo>
                        <a:pt x="312" y="236"/>
                      </a:lnTo>
                      <a:lnTo>
                        <a:pt x="312" y="237"/>
                      </a:lnTo>
                      <a:lnTo>
                        <a:pt x="312" y="236"/>
                      </a:lnTo>
                      <a:lnTo>
                        <a:pt x="312" y="237"/>
                      </a:lnTo>
                      <a:lnTo>
                        <a:pt x="310" y="237"/>
                      </a:lnTo>
                      <a:lnTo>
                        <a:pt x="312" y="237"/>
                      </a:lnTo>
                      <a:lnTo>
                        <a:pt x="310" y="237"/>
                      </a:lnTo>
                      <a:lnTo>
                        <a:pt x="310" y="239"/>
                      </a:lnTo>
                      <a:lnTo>
                        <a:pt x="310" y="241"/>
                      </a:lnTo>
                      <a:lnTo>
                        <a:pt x="308" y="241"/>
                      </a:lnTo>
                      <a:lnTo>
                        <a:pt x="310" y="241"/>
                      </a:lnTo>
                      <a:lnTo>
                        <a:pt x="308" y="241"/>
                      </a:lnTo>
                      <a:lnTo>
                        <a:pt x="308" y="243"/>
                      </a:lnTo>
                      <a:lnTo>
                        <a:pt x="306" y="243"/>
                      </a:lnTo>
                      <a:lnTo>
                        <a:pt x="306" y="245"/>
                      </a:lnTo>
                      <a:lnTo>
                        <a:pt x="304" y="245"/>
                      </a:lnTo>
                      <a:lnTo>
                        <a:pt x="306" y="245"/>
                      </a:lnTo>
                      <a:lnTo>
                        <a:pt x="304" y="245"/>
                      </a:lnTo>
                      <a:lnTo>
                        <a:pt x="303" y="245"/>
                      </a:lnTo>
                      <a:lnTo>
                        <a:pt x="303" y="247"/>
                      </a:lnTo>
                      <a:lnTo>
                        <a:pt x="301" y="247"/>
                      </a:lnTo>
                      <a:lnTo>
                        <a:pt x="303" y="247"/>
                      </a:lnTo>
                      <a:lnTo>
                        <a:pt x="301" y="247"/>
                      </a:lnTo>
                      <a:lnTo>
                        <a:pt x="299" y="247"/>
                      </a:lnTo>
                      <a:lnTo>
                        <a:pt x="297" y="247"/>
                      </a:lnTo>
                      <a:lnTo>
                        <a:pt x="297" y="245"/>
                      </a:lnTo>
                      <a:lnTo>
                        <a:pt x="297" y="247"/>
                      </a:lnTo>
                      <a:lnTo>
                        <a:pt x="297" y="245"/>
                      </a:lnTo>
                      <a:lnTo>
                        <a:pt x="295" y="245"/>
                      </a:lnTo>
                      <a:lnTo>
                        <a:pt x="295" y="243"/>
                      </a:lnTo>
                      <a:lnTo>
                        <a:pt x="295" y="245"/>
                      </a:lnTo>
                      <a:lnTo>
                        <a:pt x="293" y="243"/>
                      </a:lnTo>
                      <a:lnTo>
                        <a:pt x="293" y="241"/>
                      </a:lnTo>
                      <a:lnTo>
                        <a:pt x="292" y="239"/>
                      </a:lnTo>
                      <a:lnTo>
                        <a:pt x="288" y="237"/>
                      </a:lnTo>
                      <a:lnTo>
                        <a:pt x="288" y="239"/>
                      </a:lnTo>
                      <a:lnTo>
                        <a:pt x="286" y="239"/>
                      </a:lnTo>
                      <a:lnTo>
                        <a:pt x="284" y="239"/>
                      </a:lnTo>
                      <a:lnTo>
                        <a:pt x="284" y="241"/>
                      </a:lnTo>
                      <a:lnTo>
                        <a:pt x="286" y="241"/>
                      </a:lnTo>
                      <a:lnTo>
                        <a:pt x="290" y="241"/>
                      </a:lnTo>
                      <a:lnTo>
                        <a:pt x="288" y="241"/>
                      </a:lnTo>
                      <a:lnTo>
                        <a:pt x="288" y="243"/>
                      </a:lnTo>
                      <a:lnTo>
                        <a:pt x="288" y="241"/>
                      </a:lnTo>
                      <a:lnTo>
                        <a:pt x="286" y="241"/>
                      </a:lnTo>
                      <a:lnTo>
                        <a:pt x="284" y="241"/>
                      </a:lnTo>
                      <a:lnTo>
                        <a:pt x="282" y="241"/>
                      </a:lnTo>
                      <a:lnTo>
                        <a:pt x="281" y="241"/>
                      </a:lnTo>
                      <a:lnTo>
                        <a:pt x="279" y="241"/>
                      </a:lnTo>
                      <a:lnTo>
                        <a:pt x="277" y="239"/>
                      </a:lnTo>
                      <a:lnTo>
                        <a:pt x="275" y="239"/>
                      </a:lnTo>
                      <a:lnTo>
                        <a:pt x="273" y="237"/>
                      </a:lnTo>
                      <a:lnTo>
                        <a:pt x="272" y="241"/>
                      </a:lnTo>
                      <a:lnTo>
                        <a:pt x="272" y="243"/>
                      </a:lnTo>
                      <a:lnTo>
                        <a:pt x="270" y="243"/>
                      </a:lnTo>
                      <a:lnTo>
                        <a:pt x="268" y="245"/>
                      </a:lnTo>
                      <a:lnTo>
                        <a:pt x="266" y="245"/>
                      </a:lnTo>
                      <a:lnTo>
                        <a:pt x="264" y="245"/>
                      </a:lnTo>
                      <a:lnTo>
                        <a:pt x="262" y="245"/>
                      </a:lnTo>
                      <a:lnTo>
                        <a:pt x="262" y="247"/>
                      </a:lnTo>
                      <a:lnTo>
                        <a:pt x="261" y="247"/>
                      </a:lnTo>
                      <a:lnTo>
                        <a:pt x="261" y="248"/>
                      </a:lnTo>
                      <a:lnTo>
                        <a:pt x="259" y="248"/>
                      </a:lnTo>
                      <a:lnTo>
                        <a:pt x="259" y="250"/>
                      </a:lnTo>
                      <a:lnTo>
                        <a:pt x="257" y="250"/>
                      </a:lnTo>
                      <a:lnTo>
                        <a:pt x="257" y="248"/>
                      </a:lnTo>
                      <a:lnTo>
                        <a:pt x="257" y="250"/>
                      </a:lnTo>
                      <a:lnTo>
                        <a:pt x="257" y="248"/>
                      </a:lnTo>
                      <a:lnTo>
                        <a:pt x="257" y="250"/>
                      </a:lnTo>
                      <a:lnTo>
                        <a:pt x="257" y="248"/>
                      </a:lnTo>
                      <a:lnTo>
                        <a:pt x="255" y="250"/>
                      </a:lnTo>
                      <a:lnTo>
                        <a:pt x="255" y="248"/>
                      </a:lnTo>
                      <a:lnTo>
                        <a:pt x="253" y="248"/>
                      </a:lnTo>
                      <a:lnTo>
                        <a:pt x="253" y="250"/>
                      </a:lnTo>
                      <a:lnTo>
                        <a:pt x="253" y="252"/>
                      </a:lnTo>
                      <a:lnTo>
                        <a:pt x="255" y="254"/>
                      </a:lnTo>
                      <a:lnTo>
                        <a:pt x="255" y="252"/>
                      </a:lnTo>
                      <a:lnTo>
                        <a:pt x="255" y="254"/>
                      </a:lnTo>
                      <a:lnTo>
                        <a:pt x="259" y="252"/>
                      </a:lnTo>
                      <a:lnTo>
                        <a:pt x="261" y="254"/>
                      </a:lnTo>
                      <a:lnTo>
                        <a:pt x="261" y="256"/>
                      </a:lnTo>
                      <a:lnTo>
                        <a:pt x="259" y="256"/>
                      </a:lnTo>
                      <a:lnTo>
                        <a:pt x="257" y="256"/>
                      </a:lnTo>
                      <a:lnTo>
                        <a:pt x="257" y="258"/>
                      </a:lnTo>
                      <a:lnTo>
                        <a:pt x="255" y="258"/>
                      </a:lnTo>
                      <a:lnTo>
                        <a:pt x="253" y="258"/>
                      </a:lnTo>
                      <a:lnTo>
                        <a:pt x="251" y="258"/>
                      </a:lnTo>
                      <a:lnTo>
                        <a:pt x="251" y="259"/>
                      </a:lnTo>
                      <a:lnTo>
                        <a:pt x="250" y="259"/>
                      </a:lnTo>
                      <a:lnTo>
                        <a:pt x="248" y="259"/>
                      </a:lnTo>
                      <a:lnTo>
                        <a:pt x="246" y="259"/>
                      </a:lnTo>
                      <a:lnTo>
                        <a:pt x="246" y="261"/>
                      </a:lnTo>
                      <a:lnTo>
                        <a:pt x="246" y="259"/>
                      </a:lnTo>
                      <a:lnTo>
                        <a:pt x="246" y="261"/>
                      </a:lnTo>
                      <a:lnTo>
                        <a:pt x="246" y="259"/>
                      </a:lnTo>
                      <a:lnTo>
                        <a:pt x="246" y="261"/>
                      </a:lnTo>
                      <a:lnTo>
                        <a:pt x="244" y="259"/>
                      </a:lnTo>
                      <a:lnTo>
                        <a:pt x="244" y="261"/>
                      </a:lnTo>
                      <a:lnTo>
                        <a:pt x="242" y="259"/>
                      </a:lnTo>
                      <a:lnTo>
                        <a:pt x="242" y="261"/>
                      </a:lnTo>
                      <a:lnTo>
                        <a:pt x="242" y="259"/>
                      </a:lnTo>
                      <a:lnTo>
                        <a:pt x="241" y="259"/>
                      </a:lnTo>
                      <a:lnTo>
                        <a:pt x="239" y="259"/>
                      </a:lnTo>
                      <a:lnTo>
                        <a:pt x="237" y="259"/>
                      </a:lnTo>
                      <a:lnTo>
                        <a:pt x="235" y="259"/>
                      </a:lnTo>
                      <a:lnTo>
                        <a:pt x="233" y="259"/>
                      </a:lnTo>
                      <a:lnTo>
                        <a:pt x="233" y="258"/>
                      </a:lnTo>
                      <a:lnTo>
                        <a:pt x="235" y="258"/>
                      </a:lnTo>
                      <a:lnTo>
                        <a:pt x="233" y="258"/>
                      </a:lnTo>
                      <a:lnTo>
                        <a:pt x="231" y="258"/>
                      </a:lnTo>
                      <a:lnTo>
                        <a:pt x="230" y="258"/>
                      </a:lnTo>
                      <a:lnTo>
                        <a:pt x="228" y="258"/>
                      </a:lnTo>
                      <a:lnTo>
                        <a:pt x="226" y="258"/>
                      </a:lnTo>
                      <a:lnTo>
                        <a:pt x="226" y="259"/>
                      </a:lnTo>
                      <a:lnTo>
                        <a:pt x="224" y="259"/>
                      </a:lnTo>
                      <a:lnTo>
                        <a:pt x="224" y="261"/>
                      </a:lnTo>
                      <a:lnTo>
                        <a:pt x="222" y="261"/>
                      </a:lnTo>
                      <a:lnTo>
                        <a:pt x="222" y="263"/>
                      </a:lnTo>
                      <a:lnTo>
                        <a:pt x="220" y="263"/>
                      </a:lnTo>
                      <a:lnTo>
                        <a:pt x="220" y="265"/>
                      </a:lnTo>
                      <a:lnTo>
                        <a:pt x="222" y="265"/>
                      </a:lnTo>
                      <a:lnTo>
                        <a:pt x="220" y="265"/>
                      </a:lnTo>
                      <a:lnTo>
                        <a:pt x="217" y="268"/>
                      </a:lnTo>
                      <a:lnTo>
                        <a:pt x="211" y="270"/>
                      </a:lnTo>
                      <a:lnTo>
                        <a:pt x="208" y="283"/>
                      </a:lnTo>
                      <a:lnTo>
                        <a:pt x="206" y="283"/>
                      </a:lnTo>
                      <a:lnTo>
                        <a:pt x="208" y="285"/>
                      </a:lnTo>
                      <a:lnTo>
                        <a:pt x="208" y="287"/>
                      </a:lnTo>
                      <a:lnTo>
                        <a:pt x="209" y="287"/>
                      </a:lnTo>
                      <a:lnTo>
                        <a:pt x="209" y="289"/>
                      </a:lnTo>
                      <a:lnTo>
                        <a:pt x="209" y="290"/>
                      </a:lnTo>
                      <a:lnTo>
                        <a:pt x="208" y="290"/>
                      </a:lnTo>
                      <a:lnTo>
                        <a:pt x="209" y="290"/>
                      </a:lnTo>
                      <a:lnTo>
                        <a:pt x="209" y="292"/>
                      </a:lnTo>
                      <a:lnTo>
                        <a:pt x="208" y="294"/>
                      </a:lnTo>
                      <a:lnTo>
                        <a:pt x="208" y="296"/>
                      </a:lnTo>
                      <a:lnTo>
                        <a:pt x="208" y="298"/>
                      </a:lnTo>
                      <a:lnTo>
                        <a:pt x="206" y="300"/>
                      </a:lnTo>
                      <a:lnTo>
                        <a:pt x="206" y="301"/>
                      </a:lnTo>
                      <a:lnTo>
                        <a:pt x="204" y="301"/>
                      </a:lnTo>
                      <a:lnTo>
                        <a:pt x="208" y="303"/>
                      </a:lnTo>
                      <a:lnTo>
                        <a:pt x="209" y="305"/>
                      </a:lnTo>
                      <a:lnTo>
                        <a:pt x="209" y="307"/>
                      </a:lnTo>
                      <a:lnTo>
                        <a:pt x="208" y="307"/>
                      </a:lnTo>
                      <a:lnTo>
                        <a:pt x="208" y="309"/>
                      </a:lnTo>
                      <a:lnTo>
                        <a:pt x="206" y="309"/>
                      </a:lnTo>
                      <a:lnTo>
                        <a:pt x="197" y="312"/>
                      </a:lnTo>
                      <a:lnTo>
                        <a:pt x="191" y="312"/>
                      </a:lnTo>
                      <a:lnTo>
                        <a:pt x="188" y="314"/>
                      </a:lnTo>
                      <a:lnTo>
                        <a:pt x="182" y="316"/>
                      </a:lnTo>
                      <a:lnTo>
                        <a:pt x="180" y="316"/>
                      </a:lnTo>
                      <a:lnTo>
                        <a:pt x="171" y="318"/>
                      </a:lnTo>
                      <a:lnTo>
                        <a:pt x="162" y="320"/>
                      </a:lnTo>
                      <a:lnTo>
                        <a:pt x="153" y="320"/>
                      </a:lnTo>
                      <a:lnTo>
                        <a:pt x="146" y="318"/>
                      </a:lnTo>
                      <a:lnTo>
                        <a:pt x="144" y="318"/>
                      </a:lnTo>
                      <a:lnTo>
                        <a:pt x="144" y="320"/>
                      </a:lnTo>
                      <a:lnTo>
                        <a:pt x="144" y="318"/>
                      </a:lnTo>
                      <a:lnTo>
                        <a:pt x="144" y="320"/>
                      </a:lnTo>
                      <a:lnTo>
                        <a:pt x="142" y="320"/>
                      </a:lnTo>
                      <a:lnTo>
                        <a:pt x="140" y="320"/>
                      </a:lnTo>
                      <a:lnTo>
                        <a:pt x="138" y="320"/>
                      </a:lnTo>
                      <a:lnTo>
                        <a:pt x="138" y="321"/>
                      </a:lnTo>
                      <a:lnTo>
                        <a:pt x="136" y="320"/>
                      </a:lnTo>
                      <a:lnTo>
                        <a:pt x="136" y="321"/>
                      </a:lnTo>
                      <a:lnTo>
                        <a:pt x="136" y="320"/>
                      </a:lnTo>
                      <a:lnTo>
                        <a:pt x="136" y="321"/>
                      </a:lnTo>
                      <a:lnTo>
                        <a:pt x="135" y="321"/>
                      </a:lnTo>
                      <a:lnTo>
                        <a:pt x="133" y="321"/>
                      </a:lnTo>
                      <a:lnTo>
                        <a:pt x="131" y="321"/>
                      </a:lnTo>
                      <a:lnTo>
                        <a:pt x="131" y="323"/>
                      </a:lnTo>
                      <a:lnTo>
                        <a:pt x="131" y="325"/>
                      </a:lnTo>
                      <a:lnTo>
                        <a:pt x="129" y="325"/>
                      </a:lnTo>
                      <a:lnTo>
                        <a:pt x="127" y="325"/>
                      </a:lnTo>
                      <a:lnTo>
                        <a:pt x="122" y="323"/>
                      </a:lnTo>
                      <a:lnTo>
                        <a:pt x="109" y="321"/>
                      </a:lnTo>
                      <a:lnTo>
                        <a:pt x="102" y="323"/>
                      </a:lnTo>
                      <a:lnTo>
                        <a:pt x="100" y="323"/>
                      </a:lnTo>
                      <a:lnTo>
                        <a:pt x="98" y="323"/>
                      </a:lnTo>
                      <a:lnTo>
                        <a:pt x="76" y="325"/>
                      </a:lnTo>
                      <a:lnTo>
                        <a:pt x="71" y="325"/>
                      </a:lnTo>
                      <a:lnTo>
                        <a:pt x="58" y="321"/>
                      </a:lnTo>
                      <a:lnTo>
                        <a:pt x="45" y="318"/>
                      </a:lnTo>
                      <a:lnTo>
                        <a:pt x="25" y="312"/>
                      </a:lnTo>
                      <a:lnTo>
                        <a:pt x="12" y="309"/>
                      </a:lnTo>
                      <a:lnTo>
                        <a:pt x="29" y="290"/>
                      </a:lnTo>
                      <a:lnTo>
                        <a:pt x="43" y="278"/>
                      </a:lnTo>
                      <a:lnTo>
                        <a:pt x="43" y="276"/>
                      </a:lnTo>
                      <a:lnTo>
                        <a:pt x="45" y="276"/>
                      </a:lnTo>
                      <a:lnTo>
                        <a:pt x="45" y="274"/>
                      </a:lnTo>
                      <a:lnTo>
                        <a:pt x="47" y="274"/>
                      </a:lnTo>
                      <a:lnTo>
                        <a:pt x="45" y="272"/>
                      </a:lnTo>
                      <a:lnTo>
                        <a:pt x="45" y="270"/>
                      </a:lnTo>
                      <a:lnTo>
                        <a:pt x="47" y="270"/>
                      </a:lnTo>
                      <a:lnTo>
                        <a:pt x="47" y="268"/>
                      </a:lnTo>
                      <a:lnTo>
                        <a:pt x="47" y="267"/>
                      </a:lnTo>
                      <a:lnTo>
                        <a:pt x="47" y="265"/>
                      </a:lnTo>
                      <a:lnTo>
                        <a:pt x="47" y="263"/>
                      </a:lnTo>
                      <a:lnTo>
                        <a:pt x="47" y="261"/>
                      </a:lnTo>
                      <a:lnTo>
                        <a:pt x="45" y="261"/>
                      </a:lnTo>
                      <a:lnTo>
                        <a:pt x="45" y="259"/>
                      </a:lnTo>
                      <a:lnTo>
                        <a:pt x="45" y="258"/>
                      </a:lnTo>
                      <a:lnTo>
                        <a:pt x="43" y="254"/>
                      </a:lnTo>
                      <a:lnTo>
                        <a:pt x="40" y="254"/>
                      </a:lnTo>
                      <a:lnTo>
                        <a:pt x="32" y="254"/>
                      </a:lnTo>
                      <a:lnTo>
                        <a:pt x="29" y="252"/>
                      </a:lnTo>
                      <a:lnTo>
                        <a:pt x="21" y="252"/>
                      </a:lnTo>
                      <a:lnTo>
                        <a:pt x="16" y="250"/>
                      </a:lnTo>
                      <a:lnTo>
                        <a:pt x="12" y="250"/>
                      </a:lnTo>
                      <a:lnTo>
                        <a:pt x="12" y="247"/>
                      </a:lnTo>
                      <a:lnTo>
                        <a:pt x="11" y="243"/>
                      </a:lnTo>
                      <a:lnTo>
                        <a:pt x="11" y="241"/>
                      </a:lnTo>
                      <a:lnTo>
                        <a:pt x="11" y="239"/>
                      </a:lnTo>
                      <a:lnTo>
                        <a:pt x="11" y="236"/>
                      </a:lnTo>
                      <a:lnTo>
                        <a:pt x="12" y="234"/>
                      </a:lnTo>
                      <a:lnTo>
                        <a:pt x="11" y="234"/>
                      </a:lnTo>
                      <a:lnTo>
                        <a:pt x="12" y="232"/>
                      </a:lnTo>
                      <a:lnTo>
                        <a:pt x="11" y="230"/>
                      </a:lnTo>
                      <a:lnTo>
                        <a:pt x="12" y="230"/>
                      </a:lnTo>
                      <a:lnTo>
                        <a:pt x="12" y="226"/>
                      </a:lnTo>
                      <a:lnTo>
                        <a:pt x="14" y="225"/>
                      </a:lnTo>
                      <a:lnTo>
                        <a:pt x="12" y="223"/>
                      </a:lnTo>
                      <a:lnTo>
                        <a:pt x="12" y="219"/>
                      </a:lnTo>
                      <a:lnTo>
                        <a:pt x="11" y="215"/>
                      </a:lnTo>
                      <a:lnTo>
                        <a:pt x="7" y="208"/>
                      </a:lnTo>
                      <a:lnTo>
                        <a:pt x="7" y="205"/>
                      </a:lnTo>
                      <a:lnTo>
                        <a:pt x="7" y="203"/>
                      </a:lnTo>
                      <a:lnTo>
                        <a:pt x="7" y="201"/>
                      </a:lnTo>
                      <a:lnTo>
                        <a:pt x="5" y="195"/>
                      </a:lnTo>
                      <a:lnTo>
                        <a:pt x="3" y="192"/>
                      </a:lnTo>
                      <a:lnTo>
                        <a:pt x="5" y="188"/>
                      </a:lnTo>
                      <a:lnTo>
                        <a:pt x="9" y="184"/>
                      </a:lnTo>
                      <a:lnTo>
                        <a:pt x="11" y="183"/>
                      </a:lnTo>
                      <a:lnTo>
                        <a:pt x="12" y="181"/>
                      </a:lnTo>
                      <a:lnTo>
                        <a:pt x="12" y="179"/>
                      </a:lnTo>
                      <a:lnTo>
                        <a:pt x="14" y="179"/>
                      </a:lnTo>
                      <a:lnTo>
                        <a:pt x="16" y="179"/>
                      </a:lnTo>
                      <a:lnTo>
                        <a:pt x="16" y="177"/>
                      </a:lnTo>
                      <a:lnTo>
                        <a:pt x="14" y="177"/>
                      </a:lnTo>
                      <a:lnTo>
                        <a:pt x="9" y="177"/>
                      </a:lnTo>
                      <a:lnTo>
                        <a:pt x="5" y="177"/>
                      </a:lnTo>
                      <a:lnTo>
                        <a:pt x="3" y="175"/>
                      </a:lnTo>
                      <a:lnTo>
                        <a:pt x="3" y="172"/>
                      </a:lnTo>
                      <a:lnTo>
                        <a:pt x="1" y="170"/>
                      </a:lnTo>
                      <a:lnTo>
                        <a:pt x="1" y="166"/>
                      </a:lnTo>
                      <a:lnTo>
                        <a:pt x="0" y="157"/>
                      </a:lnTo>
                      <a:lnTo>
                        <a:pt x="0" y="155"/>
                      </a:lnTo>
                      <a:lnTo>
                        <a:pt x="1" y="155"/>
                      </a:lnTo>
                      <a:lnTo>
                        <a:pt x="1" y="153"/>
                      </a:lnTo>
                      <a:lnTo>
                        <a:pt x="3" y="153"/>
                      </a:lnTo>
                      <a:lnTo>
                        <a:pt x="5" y="152"/>
                      </a:lnTo>
                      <a:lnTo>
                        <a:pt x="5" y="150"/>
                      </a:lnTo>
                      <a:lnTo>
                        <a:pt x="7" y="150"/>
                      </a:lnTo>
                      <a:lnTo>
                        <a:pt x="9" y="150"/>
                      </a:lnTo>
                      <a:lnTo>
                        <a:pt x="11" y="150"/>
                      </a:lnTo>
                      <a:lnTo>
                        <a:pt x="12" y="150"/>
                      </a:lnTo>
                      <a:lnTo>
                        <a:pt x="16" y="150"/>
                      </a:lnTo>
                      <a:lnTo>
                        <a:pt x="14" y="150"/>
                      </a:lnTo>
                      <a:lnTo>
                        <a:pt x="14" y="148"/>
                      </a:lnTo>
                      <a:lnTo>
                        <a:pt x="12" y="148"/>
                      </a:lnTo>
                      <a:lnTo>
                        <a:pt x="12" y="146"/>
                      </a:lnTo>
                      <a:lnTo>
                        <a:pt x="12" y="144"/>
                      </a:lnTo>
                      <a:lnTo>
                        <a:pt x="11" y="144"/>
                      </a:lnTo>
                      <a:lnTo>
                        <a:pt x="11" y="142"/>
                      </a:lnTo>
                      <a:lnTo>
                        <a:pt x="9" y="142"/>
                      </a:lnTo>
                      <a:lnTo>
                        <a:pt x="11" y="141"/>
                      </a:lnTo>
                      <a:lnTo>
                        <a:pt x="12" y="141"/>
                      </a:lnTo>
                      <a:lnTo>
                        <a:pt x="14" y="141"/>
                      </a:lnTo>
                      <a:lnTo>
                        <a:pt x="14" y="139"/>
                      </a:lnTo>
                      <a:lnTo>
                        <a:pt x="16" y="139"/>
                      </a:lnTo>
                      <a:lnTo>
                        <a:pt x="18" y="139"/>
                      </a:lnTo>
                      <a:lnTo>
                        <a:pt x="18" y="137"/>
                      </a:lnTo>
                      <a:lnTo>
                        <a:pt x="18" y="135"/>
                      </a:lnTo>
                      <a:lnTo>
                        <a:pt x="18" y="133"/>
                      </a:lnTo>
                      <a:lnTo>
                        <a:pt x="20" y="133"/>
                      </a:lnTo>
                      <a:lnTo>
                        <a:pt x="20" y="131"/>
                      </a:lnTo>
                      <a:lnTo>
                        <a:pt x="20" y="130"/>
                      </a:lnTo>
                      <a:lnTo>
                        <a:pt x="21" y="130"/>
                      </a:lnTo>
                      <a:lnTo>
                        <a:pt x="20" y="130"/>
                      </a:lnTo>
                      <a:lnTo>
                        <a:pt x="20" y="128"/>
                      </a:lnTo>
                      <a:lnTo>
                        <a:pt x="21" y="126"/>
                      </a:lnTo>
                      <a:lnTo>
                        <a:pt x="21" y="124"/>
                      </a:lnTo>
                      <a:lnTo>
                        <a:pt x="21" y="122"/>
                      </a:lnTo>
                      <a:lnTo>
                        <a:pt x="23" y="122"/>
                      </a:lnTo>
                      <a:lnTo>
                        <a:pt x="23" y="120"/>
                      </a:lnTo>
                      <a:lnTo>
                        <a:pt x="21" y="120"/>
                      </a:lnTo>
                      <a:lnTo>
                        <a:pt x="23" y="120"/>
                      </a:lnTo>
                      <a:lnTo>
                        <a:pt x="21" y="120"/>
                      </a:lnTo>
                      <a:lnTo>
                        <a:pt x="23" y="120"/>
                      </a:lnTo>
                      <a:lnTo>
                        <a:pt x="21" y="120"/>
                      </a:lnTo>
                      <a:lnTo>
                        <a:pt x="21" y="119"/>
                      </a:lnTo>
                      <a:lnTo>
                        <a:pt x="21" y="117"/>
                      </a:lnTo>
                      <a:lnTo>
                        <a:pt x="21" y="115"/>
                      </a:lnTo>
                      <a:lnTo>
                        <a:pt x="23" y="115"/>
                      </a:lnTo>
                      <a:lnTo>
                        <a:pt x="25" y="115"/>
                      </a:lnTo>
                      <a:lnTo>
                        <a:pt x="25" y="113"/>
                      </a:lnTo>
                      <a:lnTo>
                        <a:pt x="23" y="113"/>
                      </a:lnTo>
                      <a:lnTo>
                        <a:pt x="23" y="111"/>
                      </a:lnTo>
                      <a:lnTo>
                        <a:pt x="25" y="111"/>
                      </a:lnTo>
                      <a:lnTo>
                        <a:pt x="25" y="109"/>
                      </a:lnTo>
                      <a:lnTo>
                        <a:pt x="25" y="108"/>
                      </a:lnTo>
                      <a:lnTo>
                        <a:pt x="27" y="108"/>
                      </a:lnTo>
                      <a:lnTo>
                        <a:pt x="27" y="106"/>
                      </a:lnTo>
                      <a:lnTo>
                        <a:pt x="27" y="104"/>
                      </a:lnTo>
                      <a:lnTo>
                        <a:pt x="27" y="102"/>
                      </a:lnTo>
                      <a:lnTo>
                        <a:pt x="29" y="102"/>
                      </a:lnTo>
                      <a:lnTo>
                        <a:pt x="31" y="102"/>
                      </a:lnTo>
                      <a:lnTo>
                        <a:pt x="31" y="104"/>
                      </a:lnTo>
                      <a:lnTo>
                        <a:pt x="32" y="104"/>
                      </a:lnTo>
                      <a:lnTo>
                        <a:pt x="32" y="106"/>
                      </a:lnTo>
                      <a:lnTo>
                        <a:pt x="34" y="106"/>
                      </a:lnTo>
                      <a:lnTo>
                        <a:pt x="38" y="109"/>
                      </a:lnTo>
                      <a:lnTo>
                        <a:pt x="40" y="109"/>
                      </a:lnTo>
                      <a:lnTo>
                        <a:pt x="45" y="109"/>
                      </a:lnTo>
                      <a:lnTo>
                        <a:pt x="53" y="108"/>
                      </a:lnTo>
                      <a:lnTo>
                        <a:pt x="56" y="109"/>
                      </a:lnTo>
                      <a:lnTo>
                        <a:pt x="58" y="111"/>
                      </a:lnTo>
                      <a:lnTo>
                        <a:pt x="60" y="113"/>
                      </a:lnTo>
                      <a:lnTo>
                        <a:pt x="63" y="113"/>
                      </a:lnTo>
                      <a:lnTo>
                        <a:pt x="63" y="115"/>
                      </a:lnTo>
                      <a:lnTo>
                        <a:pt x="63" y="117"/>
                      </a:lnTo>
                      <a:lnTo>
                        <a:pt x="63" y="119"/>
                      </a:lnTo>
                      <a:lnTo>
                        <a:pt x="65" y="120"/>
                      </a:lnTo>
                      <a:lnTo>
                        <a:pt x="71" y="115"/>
                      </a:lnTo>
                      <a:lnTo>
                        <a:pt x="73" y="115"/>
                      </a:lnTo>
                      <a:lnTo>
                        <a:pt x="73" y="117"/>
                      </a:lnTo>
                      <a:lnTo>
                        <a:pt x="74" y="117"/>
                      </a:lnTo>
                      <a:lnTo>
                        <a:pt x="76" y="117"/>
                      </a:lnTo>
                      <a:lnTo>
                        <a:pt x="78" y="117"/>
                      </a:lnTo>
                      <a:lnTo>
                        <a:pt x="80" y="115"/>
                      </a:lnTo>
                      <a:lnTo>
                        <a:pt x="82" y="115"/>
                      </a:lnTo>
                      <a:lnTo>
                        <a:pt x="82" y="113"/>
                      </a:lnTo>
                      <a:lnTo>
                        <a:pt x="84" y="113"/>
                      </a:lnTo>
                      <a:lnTo>
                        <a:pt x="85" y="113"/>
                      </a:lnTo>
                      <a:lnTo>
                        <a:pt x="85" y="111"/>
                      </a:lnTo>
                      <a:lnTo>
                        <a:pt x="85" y="113"/>
                      </a:lnTo>
                      <a:lnTo>
                        <a:pt x="85" y="111"/>
                      </a:lnTo>
                      <a:lnTo>
                        <a:pt x="87" y="111"/>
                      </a:lnTo>
                      <a:lnTo>
                        <a:pt x="89" y="109"/>
                      </a:lnTo>
                      <a:lnTo>
                        <a:pt x="91" y="109"/>
                      </a:lnTo>
                      <a:lnTo>
                        <a:pt x="89" y="109"/>
                      </a:lnTo>
                      <a:lnTo>
                        <a:pt x="91" y="109"/>
                      </a:lnTo>
                      <a:lnTo>
                        <a:pt x="93" y="109"/>
                      </a:lnTo>
                      <a:lnTo>
                        <a:pt x="93" y="108"/>
                      </a:lnTo>
                      <a:lnTo>
                        <a:pt x="93" y="106"/>
                      </a:lnTo>
                      <a:lnTo>
                        <a:pt x="95" y="106"/>
                      </a:lnTo>
                      <a:lnTo>
                        <a:pt x="93" y="106"/>
                      </a:lnTo>
                      <a:lnTo>
                        <a:pt x="93" y="104"/>
                      </a:lnTo>
                      <a:lnTo>
                        <a:pt x="93" y="102"/>
                      </a:lnTo>
                      <a:lnTo>
                        <a:pt x="98" y="100"/>
                      </a:lnTo>
                      <a:lnTo>
                        <a:pt x="98" y="99"/>
                      </a:lnTo>
                      <a:lnTo>
                        <a:pt x="96" y="99"/>
                      </a:lnTo>
                      <a:lnTo>
                        <a:pt x="95" y="99"/>
                      </a:lnTo>
                      <a:lnTo>
                        <a:pt x="96" y="99"/>
                      </a:lnTo>
                      <a:lnTo>
                        <a:pt x="95" y="99"/>
                      </a:lnTo>
                      <a:lnTo>
                        <a:pt x="95" y="97"/>
                      </a:lnTo>
                      <a:lnTo>
                        <a:pt x="95" y="95"/>
                      </a:lnTo>
                      <a:lnTo>
                        <a:pt x="93" y="95"/>
                      </a:lnTo>
                      <a:lnTo>
                        <a:pt x="95" y="95"/>
                      </a:lnTo>
                      <a:lnTo>
                        <a:pt x="93" y="95"/>
                      </a:lnTo>
                      <a:lnTo>
                        <a:pt x="95" y="95"/>
                      </a:lnTo>
                      <a:lnTo>
                        <a:pt x="93" y="93"/>
                      </a:lnTo>
                      <a:lnTo>
                        <a:pt x="95" y="93"/>
                      </a:lnTo>
                      <a:lnTo>
                        <a:pt x="96" y="93"/>
                      </a:lnTo>
                      <a:lnTo>
                        <a:pt x="100" y="93"/>
                      </a:lnTo>
                      <a:lnTo>
                        <a:pt x="104" y="93"/>
                      </a:lnTo>
                      <a:lnTo>
                        <a:pt x="107" y="93"/>
                      </a:lnTo>
                      <a:lnTo>
                        <a:pt x="109" y="93"/>
                      </a:lnTo>
                      <a:lnTo>
                        <a:pt x="109" y="91"/>
                      </a:lnTo>
                      <a:lnTo>
                        <a:pt x="115" y="89"/>
                      </a:lnTo>
                      <a:lnTo>
                        <a:pt x="118" y="89"/>
                      </a:lnTo>
                      <a:lnTo>
                        <a:pt x="120" y="89"/>
                      </a:lnTo>
                      <a:lnTo>
                        <a:pt x="120" y="88"/>
                      </a:lnTo>
                      <a:lnTo>
                        <a:pt x="124" y="88"/>
                      </a:lnTo>
                      <a:lnTo>
                        <a:pt x="127" y="89"/>
                      </a:lnTo>
                      <a:lnTo>
                        <a:pt x="127" y="88"/>
                      </a:lnTo>
                      <a:lnTo>
                        <a:pt x="127" y="86"/>
                      </a:lnTo>
                      <a:lnTo>
                        <a:pt x="127" y="84"/>
                      </a:lnTo>
                      <a:lnTo>
                        <a:pt x="129" y="84"/>
                      </a:lnTo>
                      <a:lnTo>
                        <a:pt x="131" y="84"/>
                      </a:lnTo>
                      <a:lnTo>
                        <a:pt x="131" y="82"/>
                      </a:lnTo>
                      <a:lnTo>
                        <a:pt x="131" y="84"/>
                      </a:lnTo>
                      <a:lnTo>
                        <a:pt x="131" y="82"/>
                      </a:lnTo>
                      <a:lnTo>
                        <a:pt x="133" y="82"/>
                      </a:lnTo>
                      <a:lnTo>
                        <a:pt x="133" y="84"/>
                      </a:lnTo>
                      <a:lnTo>
                        <a:pt x="135" y="84"/>
                      </a:lnTo>
                      <a:lnTo>
                        <a:pt x="135" y="82"/>
                      </a:lnTo>
                      <a:lnTo>
                        <a:pt x="135" y="84"/>
                      </a:lnTo>
                      <a:lnTo>
                        <a:pt x="136" y="82"/>
                      </a:lnTo>
                      <a:lnTo>
                        <a:pt x="136" y="80"/>
                      </a:lnTo>
                      <a:lnTo>
                        <a:pt x="138" y="80"/>
                      </a:lnTo>
                      <a:lnTo>
                        <a:pt x="140" y="80"/>
                      </a:lnTo>
                      <a:lnTo>
                        <a:pt x="144" y="77"/>
                      </a:lnTo>
                      <a:lnTo>
                        <a:pt x="146" y="77"/>
                      </a:lnTo>
                      <a:lnTo>
                        <a:pt x="146" y="75"/>
                      </a:lnTo>
                      <a:lnTo>
                        <a:pt x="147" y="73"/>
                      </a:lnTo>
                      <a:lnTo>
                        <a:pt x="147" y="71"/>
                      </a:lnTo>
                      <a:lnTo>
                        <a:pt x="147" y="67"/>
                      </a:lnTo>
                      <a:lnTo>
                        <a:pt x="147" y="66"/>
                      </a:lnTo>
                      <a:lnTo>
                        <a:pt x="151" y="60"/>
                      </a:lnTo>
                      <a:lnTo>
                        <a:pt x="151" y="58"/>
                      </a:lnTo>
                      <a:lnTo>
                        <a:pt x="153" y="56"/>
                      </a:lnTo>
                      <a:lnTo>
                        <a:pt x="153" y="51"/>
                      </a:lnTo>
                      <a:lnTo>
                        <a:pt x="153" y="49"/>
                      </a:lnTo>
                      <a:lnTo>
                        <a:pt x="160" y="46"/>
                      </a:lnTo>
                      <a:lnTo>
                        <a:pt x="166" y="44"/>
                      </a:lnTo>
                      <a:lnTo>
                        <a:pt x="168" y="44"/>
                      </a:lnTo>
                      <a:lnTo>
                        <a:pt x="169" y="44"/>
                      </a:lnTo>
                      <a:lnTo>
                        <a:pt x="171" y="44"/>
                      </a:lnTo>
                      <a:lnTo>
                        <a:pt x="178" y="44"/>
                      </a:lnTo>
                      <a:lnTo>
                        <a:pt x="180" y="44"/>
                      </a:lnTo>
                      <a:lnTo>
                        <a:pt x="182" y="42"/>
                      </a:lnTo>
                      <a:lnTo>
                        <a:pt x="184" y="40"/>
                      </a:lnTo>
                      <a:lnTo>
                        <a:pt x="184" y="36"/>
                      </a:lnTo>
                      <a:lnTo>
                        <a:pt x="186" y="35"/>
                      </a:lnTo>
                      <a:lnTo>
                        <a:pt x="186" y="33"/>
                      </a:lnTo>
                      <a:lnTo>
                        <a:pt x="188" y="33"/>
                      </a:lnTo>
                      <a:lnTo>
                        <a:pt x="188" y="35"/>
                      </a:lnTo>
                      <a:lnTo>
                        <a:pt x="188" y="33"/>
                      </a:lnTo>
                      <a:lnTo>
                        <a:pt x="188" y="35"/>
                      </a:lnTo>
                      <a:lnTo>
                        <a:pt x="189" y="35"/>
                      </a:lnTo>
                      <a:lnTo>
                        <a:pt x="191" y="35"/>
                      </a:lnTo>
                      <a:lnTo>
                        <a:pt x="193" y="36"/>
                      </a:lnTo>
                      <a:lnTo>
                        <a:pt x="195" y="36"/>
                      </a:lnTo>
                      <a:lnTo>
                        <a:pt x="197" y="38"/>
                      </a:lnTo>
                      <a:lnTo>
                        <a:pt x="199" y="38"/>
                      </a:lnTo>
                      <a:lnTo>
                        <a:pt x="200" y="38"/>
                      </a:lnTo>
                      <a:lnTo>
                        <a:pt x="202" y="40"/>
                      </a:lnTo>
                      <a:lnTo>
                        <a:pt x="204" y="40"/>
                      </a:lnTo>
                      <a:lnTo>
                        <a:pt x="206" y="40"/>
                      </a:lnTo>
                      <a:lnTo>
                        <a:pt x="208" y="42"/>
                      </a:lnTo>
                      <a:lnTo>
                        <a:pt x="209" y="42"/>
                      </a:lnTo>
                      <a:lnTo>
                        <a:pt x="211" y="42"/>
                      </a:lnTo>
                      <a:lnTo>
                        <a:pt x="213" y="42"/>
                      </a:lnTo>
                      <a:lnTo>
                        <a:pt x="215" y="42"/>
                      </a:lnTo>
                      <a:lnTo>
                        <a:pt x="215" y="40"/>
                      </a:lnTo>
                      <a:lnTo>
                        <a:pt x="217" y="40"/>
                      </a:lnTo>
                      <a:lnTo>
                        <a:pt x="219" y="40"/>
                      </a:lnTo>
                      <a:lnTo>
                        <a:pt x="219" y="42"/>
                      </a:lnTo>
                      <a:lnTo>
                        <a:pt x="220" y="40"/>
                      </a:lnTo>
                      <a:lnTo>
                        <a:pt x="222" y="40"/>
                      </a:lnTo>
                      <a:lnTo>
                        <a:pt x="224" y="40"/>
                      </a:lnTo>
                      <a:lnTo>
                        <a:pt x="226" y="40"/>
                      </a:lnTo>
                      <a:lnTo>
                        <a:pt x="228" y="40"/>
                      </a:lnTo>
                      <a:lnTo>
                        <a:pt x="230" y="40"/>
                      </a:lnTo>
                      <a:lnTo>
                        <a:pt x="231" y="40"/>
                      </a:lnTo>
                      <a:lnTo>
                        <a:pt x="233" y="40"/>
                      </a:lnTo>
                      <a:lnTo>
                        <a:pt x="235" y="40"/>
                      </a:lnTo>
                      <a:lnTo>
                        <a:pt x="237" y="40"/>
                      </a:lnTo>
                      <a:lnTo>
                        <a:pt x="237" y="42"/>
                      </a:lnTo>
                      <a:lnTo>
                        <a:pt x="237" y="44"/>
                      </a:lnTo>
                      <a:lnTo>
                        <a:pt x="239" y="44"/>
                      </a:lnTo>
                      <a:lnTo>
                        <a:pt x="241" y="44"/>
                      </a:lnTo>
                      <a:lnTo>
                        <a:pt x="241" y="46"/>
                      </a:lnTo>
                      <a:lnTo>
                        <a:pt x="242" y="46"/>
                      </a:lnTo>
                      <a:lnTo>
                        <a:pt x="244" y="46"/>
                      </a:lnTo>
                      <a:lnTo>
                        <a:pt x="246" y="46"/>
                      </a:lnTo>
                      <a:lnTo>
                        <a:pt x="248" y="46"/>
                      </a:lnTo>
                      <a:lnTo>
                        <a:pt x="248" y="44"/>
                      </a:lnTo>
                      <a:lnTo>
                        <a:pt x="250" y="44"/>
                      </a:lnTo>
                      <a:lnTo>
                        <a:pt x="251" y="44"/>
                      </a:lnTo>
                      <a:lnTo>
                        <a:pt x="251" y="46"/>
                      </a:lnTo>
                      <a:lnTo>
                        <a:pt x="253" y="46"/>
                      </a:lnTo>
                      <a:lnTo>
                        <a:pt x="253" y="44"/>
                      </a:lnTo>
                      <a:lnTo>
                        <a:pt x="255" y="44"/>
                      </a:lnTo>
                      <a:lnTo>
                        <a:pt x="255" y="46"/>
                      </a:lnTo>
                      <a:lnTo>
                        <a:pt x="257" y="46"/>
                      </a:lnTo>
                      <a:lnTo>
                        <a:pt x="259" y="46"/>
                      </a:lnTo>
                      <a:lnTo>
                        <a:pt x="261" y="46"/>
                      </a:lnTo>
                      <a:lnTo>
                        <a:pt x="261" y="47"/>
                      </a:lnTo>
                      <a:lnTo>
                        <a:pt x="261" y="49"/>
                      </a:lnTo>
                      <a:lnTo>
                        <a:pt x="261" y="51"/>
                      </a:lnTo>
                      <a:lnTo>
                        <a:pt x="262" y="51"/>
                      </a:lnTo>
                      <a:lnTo>
                        <a:pt x="264" y="51"/>
                      </a:lnTo>
                      <a:lnTo>
                        <a:pt x="266" y="53"/>
                      </a:lnTo>
                      <a:lnTo>
                        <a:pt x="266" y="55"/>
                      </a:lnTo>
                      <a:lnTo>
                        <a:pt x="268" y="55"/>
                      </a:lnTo>
                      <a:lnTo>
                        <a:pt x="270" y="55"/>
                      </a:lnTo>
                      <a:lnTo>
                        <a:pt x="272" y="55"/>
                      </a:lnTo>
                      <a:lnTo>
                        <a:pt x="273" y="53"/>
                      </a:lnTo>
                      <a:lnTo>
                        <a:pt x="275" y="53"/>
                      </a:lnTo>
                      <a:lnTo>
                        <a:pt x="275" y="51"/>
                      </a:lnTo>
                      <a:lnTo>
                        <a:pt x="275" y="53"/>
                      </a:lnTo>
                      <a:lnTo>
                        <a:pt x="277" y="53"/>
                      </a:lnTo>
                      <a:lnTo>
                        <a:pt x="279" y="53"/>
                      </a:lnTo>
                      <a:lnTo>
                        <a:pt x="279" y="51"/>
                      </a:lnTo>
                      <a:lnTo>
                        <a:pt x="279" y="49"/>
                      </a:lnTo>
                      <a:lnTo>
                        <a:pt x="281" y="49"/>
                      </a:lnTo>
                      <a:lnTo>
                        <a:pt x="282" y="49"/>
                      </a:lnTo>
                      <a:lnTo>
                        <a:pt x="282" y="47"/>
                      </a:lnTo>
                      <a:lnTo>
                        <a:pt x="284" y="47"/>
                      </a:lnTo>
                      <a:lnTo>
                        <a:pt x="286" y="47"/>
                      </a:lnTo>
                      <a:lnTo>
                        <a:pt x="288" y="47"/>
                      </a:lnTo>
                      <a:lnTo>
                        <a:pt x="288" y="46"/>
                      </a:lnTo>
                      <a:lnTo>
                        <a:pt x="290" y="46"/>
                      </a:lnTo>
                      <a:lnTo>
                        <a:pt x="292" y="46"/>
                      </a:lnTo>
                      <a:lnTo>
                        <a:pt x="292" y="44"/>
                      </a:lnTo>
                      <a:lnTo>
                        <a:pt x="293" y="44"/>
                      </a:lnTo>
                      <a:lnTo>
                        <a:pt x="295" y="44"/>
                      </a:lnTo>
                      <a:lnTo>
                        <a:pt x="295" y="42"/>
                      </a:lnTo>
                      <a:lnTo>
                        <a:pt x="297" y="42"/>
                      </a:lnTo>
                      <a:lnTo>
                        <a:pt x="297" y="44"/>
                      </a:lnTo>
                      <a:lnTo>
                        <a:pt x="297" y="42"/>
                      </a:lnTo>
                      <a:lnTo>
                        <a:pt x="299" y="42"/>
                      </a:lnTo>
                      <a:lnTo>
                        <a:pt x="301" y="42"/>
                      </a:lnTo>
                      <a:lnTo>
                        <a:pt x="301" y="44"/>
                      </a:lnTo>
                      <a:lnTo>
                        <a:pt x="301" y="42"/>
                      </a:lnTo>
                      <a:lnTo>
                        <a:pt x="299" y="42"/>
                      </a:lnTo>
                      <a:lnTo>
                        <a:pt x="301" y="40"/>
                      </a:lnTo>
                      <a:lnTo>
                        <a:pt x="301" y="42"/>
                      </a:lnTo>
                      <a:lnTo>
                        <a:pt x="303" y="42"/>
                      </a:lnTo>
                      <a:lnTo>
                        <a:pt x="304" y="42"/>
                      </a:lnTo>
                      <a:lnTo>
                        <a:pt x="304" y="44"/>
                      </a:lnTo>
                      <a:lnTo>
                        <a:pt x="306" y="44"/>
                      </a:lnTo>
                      <a:lnTo>
                        <a:pt x="306" y="46"/>
                      </a:lnTo>
                      <a:lnTo>
                        <a:pt x="308" y="46"/>
                      </a:lnTo>
                      <a:lnTo>
                        <a:pt x="308" y="47"/>
                      </a:lnTo>
                      <a:lnTo>
                        <a:pt x="310" y="47"/>
                      </a:lnTo>
                      <a:lnTo>
                        <a:pt x="312" y="47"/>
                      </a:lnTo>
                      <a:lnTo>
                        <a:pt x="312" y="49"/>
                      </a:lnTo>
                      <a:lnTo>
                        <a:pt x="314" y="49"/>
                      </a:lnTo>
                      <a:lnTo>
                        <a:pt x="315" y="49"/>
                      </a:lnTo>
                      <a:lnTo>
                        <a:pt x="315" y="47"/>
                      </a:lnTo>
                      <a:lnTo>
                        <a:pt x="317" y="47"/>
                      </a:lnTo>
                      <a:lnTo>
                        <a:pt x="319" y="47"/>
                      </a:lnTo>
                      <a:lnTo>
                        <a:pt x="319" y="46"/>
                      </a:lnTo>
                      <a:lnTo>
                        <a:pt x="321" y="46"/>
                      </a:lnTo>
                      <a:lnTo>
                        <a:pt x="321" y="44"/>
                      </a:lnTo>
                      <a:lnTo>
                        <a:pt x="319" y="44"/>
                      </a:lnTo>
                      <a:lnTo>
                        <a:pt x="319" y="42"/>
                      </a:lnTo>
                      <a:lnTo>
                        <a:pt x="317" y="42"/>
                      </a:lnTo>
                      <a:lnTo>
                        <a:pt x="317" y="40"/>
                      </a:lnTo>
                      <a:lnTo>
                        <a:pt x="317" y="38"/>
                      </a:lnTo>
                      <a:lnTo>
                        <a:pt x="317" y="36"/>
                      </a:lnTo>
                      <a:lnTo>
                        <a:pt x="319" y="36"/>
                      </a:lnTo>
                      <a:lnTo>
                        <a:pt x="321" y="35"/>
                      </a:lnTo>
                      <a:lnTo>
                        <a:pt x="321" y="33"/>
                      </a:lnTo>
                      <a:lnTo>
                        <a:pt x="323" y="33"/>
                      </a:lnTo>
                      <a:lnTo>
                        <a:pt x="323" y="31"/>
                      </a:lnTo>
                      <a:lnTo>
                        <a:pt x="323" y="33"/>
                      </a:lnTo>
                      <a:lnTo>
                        <a:pt x="324" y="33"/>
                      </a:lnTo>
                      <a:lnTo>
                        <a:pt x="326" y="33"/>
                      </a:lnTo>
                      <a:lnTo>
                        <a:pt x="328" y="33"/>
                      </a:lnTo>
                      <a:lnTo>
                        <a:pt x="330" y="33"/>
                      </a:lnTo>
                      <a:lnTo>
                        <a:pt x="332" y="31"/>
                      </a:lnTo>
                      <a:lnTo>
                        <a:pt x="332" y="33"/>
                      </a:lnTo>
                      <a:lnTo>
                        <a:pt x="334" y="33"/>
                      </a:lnTo>
                      <a:lnTo>
                        <a:pt x="334" y="31"/>
                      </a:lnTo>
                      <a:lnTo>
                        <a:pt x="335" y="31"/>
                      </a:lnTo>
                      <a:lnTo>
                        <a:pt x="337" y="31"/>
                      </a:lnTo>
                      <a:lnTo>
                        <a:pt x="337" y="33"/>
                      </a:lnTo>
                      <a:lnTo>
                        <a:pt x="339" y="33"/>
                      </a:lnTo>
                      <a:lnTo>
                        <a:pt x="341" y="33"/>
                      </a:lnTo>
                      <a:lnTo>
                        <a:pt x="343" y="33"/>
                      </a:lnTo>
                      <a:lnTo>
                        <a:pt x="343" y="35"/>
                      </a:lnTo>
                      <a:lnTo>
                        <a:pt x="345" y="35"/>
                      </a:lnTo>
                      <a:lnTo>
                        <a:pt x="346" y="35"/>
                      </a:lnTo>
                      <a:lnTo>
                        <a:pt x="346" y="33"/>
                      </a:lnTo>
                      <a:lnTo>
                        <a:pt x="348" y="33"/>
                      </a:lnTo>
                      <a:lnTo>
                        <a:pt x="348" y="31"/>
                      </a:lnTo>
                      <a:lnTo>
                        <a:pt x="346" y="31"/>
                      </a:lnTo>
                      <a:lnTo>
                        <a:pt x="348" y="31"/>
                      </a:lnTo>
                      <a:lnTo>
                        <a:pt x="350" y="31"/>
                      </a:lnTo>
                      <a:lnTo>
                        <a:pt x="348" y="31"/>
                      </a:lnTo>
                      <a:lnTo>
                        <a:pt x="350" y="31"/>
                      </a:lnTo>
                      <a:lnTo>
                        <a:pt x="348" y="31"/>
                      </a:lnTo>
                      <a:lnTo>
                        <a:pt x="348" y="29"/>
                      </a:lnTo>
                      <a:lnTo>
                        <a:pt x="350" y="29"/>
                      </a:lnTo>
                      <a:lnTo>
                        <a:pt x="350" y="27"/>
                      </a:lnTo>
                      <a:lnTo>
                        <a:pt x="350" y="25"/>
                      </a:lnTo>
                      <a:lnTo>
                        <a:pt x="350" y="24"/>
                      </a:lnTo>
                      <a:lnTo>
                        <a:pt x="348" y="24"/>
                      </a:lnTo>
                      <a:lnTo>
                        <a:pt x="346" y="24"/>
                      </a:lnTo>
                      <a:lnTo>
                        <a:pt x="346" y="22"/>
                      </a:lnTo>
                      <a:lnTo>
                        <a:pt x="346" y="20"/>
                      </a:lnTo>
                      <a:lnTo>
                        <a:pt x="348" y="20"/>
                      </a:lnTo>
                      <a:lnTo>
                        <a:pt x="350" y="20"/>
                      </a:lnTo>
                      <a:lnTo>
                        <a:pt x="350" y="18"/>
                      </a:lnTo>
                      <a:lnTo>
                        <a:pt x="348" y="18"/>
                      </a:lnTo>
                      <a:lnTo>
                        <a:pt x="350" y="18"/>
                      </a:lnTo>
                      <a:lnTo>
                        <a:pt x="350" y="16"/>
                      </a:lnTo>
                      <a:lnTo>
                        <a:pt x="352" y="16"/>
                      </a:lnTo>
                      <a:lnTo>
                        <a:pt x="354" y="16"/>
                      </a:lnTo>
                      <a:lnTo>
                        <a:pt x="352" y="14"/>
                      </a:lnTo>
                      <a:lnTo>
                        <a:pt x="354" y="14"/>
                      </a:lnTo>
                      <a:lnTo>
                        <a:pt x="355" y="14"/>
                      </a:lnTo>
                      <a:lnTo>
                        <a:pt x="355" y="13"/>
                      </a:lnTo>
                      <a:lnTo>
                        <a:pt x="357" y="13"/>
                      </a:lnTo>
                      <a:lnTo>
                        <a:pt x="357" y="11"/>
                      </a:lnTo>
                      <a:lnTo>
                        <a:pt x="359" y="11"/>
                      </a:lnTo>
                      <a:lnTo>
                        <a:pt x="359" y="9"/>
                      </a:lnTo>
                      <a:lnTo>
                        <a:pt x="359" y="7"/>
                      </a:lnTo>
                      <a:lnTo>
                        <a:pt x="361" y="7"/>
                      </a:lnTo>
                      <a:lnTo>
                        <a:pt x="361" y="5"/>
                      </a:lnTo>
                      <a:lnTo>
                        <a:pt x="363" y="5"/>
                      </a:lnTo>
                      <a:lnTo>
                        <a:pt x="363" y="3"/>
                      </a:lnTo>
                      <a:lnTo>
                        <a:pt x="365" y="3"/>
                      </a:lnTo>
                      <a:lnTo>
                        <a:pt x="365" y="2"/>
                      </a:lnTo>
                      <a:lnTo>
                        <a:pt x="366" y="2"/>
                      </a:lnTo>
                      <a:lnTo>
                        <a:pt x="368" y="2"/>
                      </a:lnTo>
                      <a:lnTo>
                        <a:pt x="370" y="2"/>
                      </a:lnTo>
                      <a:lnTo>
                        <a:pt x="370" y="0"/>
                      </a:lnTo>
                      <a:lnTo>
                        <a:pt x="372" y="0"/>
                      </a:lnTo>
                      <a:lnTo>
                        <a:pt x="372" y="2"/>
                      </a:lnTo>
                      <a:lnTo>
                        <a:pt x="374" y="2"/>
                      </a:lnTo>
                      <a:lnTo>
                        <a:pt x="374" y="0"/>
                      </a:lnTo>
                      <a:lnTo>
                        <a:pt x="37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15" name="Freeform 8">
                  <a:extLst>
                    <a:ext uri="{FF2B5EF4-FFF2-40B4-BE49-F238E27FC236}">
                      <a16:creationId xmlns:a16="http://schemas.microsoft.com/office/drawing/2014/main" id="{969E5CD1-9961-3595-DC55-03F96E584292}"/>
                    </a:ext>
                  </a:extLst>
                </p:cNvPr>
                <p:cNvSpPr>
                  <a:spLocks noEditPoints="1"/>
                </p:cNvSpPr>
                <p:nvPr/>
              </p:nvSpPr>
              <p:spPr bwMode="auto">
                <a:xfrm>
                  <a:off x="1962095" y="2379715"/>
                  <a:ext cx="204216" cy="159035"/>
                </a:xfrm>
                <a:custGeom>
                  <a:avLst/>
                  <a:gdLst>
                    <a:gd name="T0" fmla="*/ 73 w 113"/>
                    <a:gd name="T1" fmla="*/ 26 h 88"/>
                    <a:gd name="T2" fmla="*/ 57 w 113"/>
                    <a:gd name="T3" fmla="*/ 4 h 88"/>
                    <a:gd name="T4" fmla="*/ 58 w 113"/>
                    <a:gd name="T5" fmla="*/ 6 h 88"/>
                    <a:gd name="T6" fmla="*/ 60 w 113"/>
                    <a:gd name="T7" fmla="*/ 8 h 88"/>
                    <a:gd name="T8" fmla="*/ 68 w 113"/>
                    <a:gd name="T9" fmla="*/ 11 h 88"/>
                    <a:gd name="T10" fmla="*/ 75 w 113"/>
                    <a:gd name="T11" fmla="*/ 13 h 88"/>
                    <a:gd name="T12" fmla="*/ 73 w 113"/>
                    <a:gd name="T13" fmla="*/ 19 h 88"/>
                    <a:gd name="T14" fmla="*/ 69 w 113"/>
                    <a:gd name="T15" fmla="*/ 26 h 88"/>
                    <a:gd name="T16" fmla="*/ 77 w 113"/>
                    <a:gd name="T17" fmla="*/ 31 h 88"/>
                    <a:gd name="T18" fmla="*/ 86 w 113"/>
                    <a:gd name="T19" fmla="*/ 35 h 88"/>
                    <a:gd name="T20" fmla="*/ 89 w 113"/>
                    <a:gd name="T21" fmla="*/ 40 h 88"/>
                    <a:gd name="T22" fmla="*/ 84 w 113"/>
                    <a:gd name="T23" fmla="*/ 46 h 88"/>
                    <a:gd name="T24" fmla="*/ 78 w 113"/>
                    <a:gd name="T25" fmla="*/ 48 h 88"/>
                    <a:gd name="T26" fmla="*/ 86 w 113"/>
                    <a:gd name="T27" fmla="*/ 51 h 88"/>
                    <a:gd name="T28" fmla="*/ 93 w 113"/>
                    <a:gd name="T29" fmla="*/ 55 h 88"/>
                    <a:gd name="T30" fmla="*/ 97 w 113"/>
                    <a:gd name="T31" fmla="*/ 61 h 88"/>
                    <a:gd name="T32" fmla="*/ 106 w 113"/>
                    <a:gd name="T33" fmla="*/ 61 h 88"/>
                    <a:gd name="T34" fmla="*/ 110 w 113"/>
                    <a:gd name="T35" fmla="*/ 64 h 88"/>
                    <a:gd name="T36" fmla="*/ 108 w 113"/>
                    <a:gd name="T37" fmla="*/ 66 h 88"/>
                    <a:gd name="T38" fmla="*/ 110 w 113"/>
                    <a:gd name="T39" fmla="*/ 72 h 88"/>
                    <a:gd name="T40" fmla="*/ 113 w 113"/>
                    <a:gd name="T41" fmla="*/ 75 h 88"/>
                    <a:gd name="T42" fmla="*/ 110 w 113"/>
                    <a:gd name="T43" fmla="*/ 77 h 88"/>
                    <a:gd name="T44" fmla="*/ 111 w 113"/>
                    <a:gd name="T45" fmla="*/ 83 h 88"/>
                    <a:gd name="T46" fmla="*/ 106 w 113"/>
                    <a:gd name="T47" fmla="*/ 86 h 88"/>
                    <a:gd name="T48" fmla="*/ 99 w 113"/>
                    <a:gd name="T49" fmla="*/ 86 h 88"/>
                    <a:gd name="T50" fmla="*/ 95 w 113"/>
                    <a:gd name="T51" fmla="*/ 83 h 88"/>
                    <a:gd name="T52" fmla="*/ 91 w 113"/>
                    <a:gd name="T53" fmla="*/ 77 h 88"/>
                    <a:gd name="T54" fmla="*/ 86 w 113"/>
                    <a:gd name="T55" fmla="*/ 70 h 88"/>
                    <a:gd name="T56" fmla="*/ 84 w 113"/>
                    <a:gd name="T57" fmla="*/ 64 h 88"/>
                    <a:gd name="T58" fmla="*/ 80 w 113"/>
                    <a:gd name="T59" fmla="*/ 61 h 88"/>
                    <a:gd name="T60" fmla="*/ 73 w 113"/>
                    <a:gd name="T61" fmla="*/ 64 h 88"/>
                    <a:gd name="T62" fmla="*/ 64 w 113"/>
                    <a:gd name="T63" fmla="*/ 61 h 88"/>
                    <a:gd name="T64" fmla="*/ 58 w 113"/>
                    <a:gd name="T65" fmla="*/ 55 h 88"/>
                    <a:gd name="T66" fmla="*/ 53 w 113"/>
                    <a:gd name="T67" fmla="*/ 57 h 88"/>
                    <a:gd name="T68" fmla="*/ 46 w 113"/>
                    <a:gd name="T69" fmla="*/ 55 h 88"/>
                    <a:gd name="T70" fmla="*/ 40 w 113"/>
                    <a:gd name="T71" fmla="*/ 50 h 88"/>
                    <a:gd name="T72" fmla="*/ 31 w 113"/>
                    <a:gd name="T73" fmla="*/ 46 h 88"/>
                    <a:gd name="T74" fmla="*/ 27 w 113"/>
                    <a:gd name="T75" fmla="*/ 46 h 88"/>
                    <a:gd name="T76" fmla="*/ 20 w 113"/>
                    <a:gd name="T77" fmla="*/ 46 h 88"/>
                    <a:gd name="T78" fmla="*/ 11 w 113"/>
                    <a:gd name="T79" fmla="*/ 44 h 88"/>
                    <a:gd name="T80" fmla="*/ 9 w 113"/>
                    <a:gd name="T81" fmla="*/ 39 h 88"/>
                    <a:gd name="T82" fmla="*/ 9 w 113"/>
                    <a:gd name="T83" fmla="*/ 37 h 88"/>
                    <a:gd name="T84" fmla="*/ 5 w 113"/>
                    <a:gd name="T85" fmla="*/ 30 h 88"/>
                    <a:gd name="T86" fmla="*/ 7 w 113"/>
                    <a:gd name="T87" fmla="*/ 28 h 88"/>
                    <a:gd name="T88" fmla="*/ 9 w 113"/>
                    <a:gd name="T89" fmla="*/ 22 h 88"/>
                    <a:gd name="T90" fmla="*/ 7 w 113"/>
                    <a:gd name="T91" fmla="*/ 17 h 88"/>
                    <a:gd name="T92" fmla="*/ 7 w 113"/>
                    <a:gd name="T93" fmla="*/ 13 h 88"/>
                    <a:gd name="T94" fmla="*/ 0 w 113"/>
                    <a:gd name="T95" fmla="*/ 6 h 88"/>
                    <a:gd name="T96" fmla="*/ 11 w 113"/>
                    <a:gd name="T97" fmla="*/ 6 h 88"/>
                    <a:gd name="T98" fmla="*/ 16 w 113"/>
                    <a:gd name="T99" fmla="*/ 4 h 88"/>
                    <a:gd name="T100" fmla="*/ 26 w 113"/>
                    <a:gd name="T101" fmla="*/ 2 h 88"/>
                    <a:gd name="T102" fmla="*/ 33 w 113"/>
                    <a:gd name="T103" fmla="*/ 4 h 88"/>
                    <a:gd name="T104" fmla="*/ 38 w 113"/>
                    <a:gd name="T105" fmla="*/ 4 h 88"/>
                    <a:gd name="T106" fmla="*/ 44 w 113"/>
                    <a:gd name="T107" fmla="*/ 2 h 88"/>
                    <a:gd name="T108" fmla="*/ 49 w 113"/>
                    <a:gd name="T109" fmla="*/ 4 h 88"/>
                    <a:gd name="T110" fmla="*/ 53 w 113"/>
                    <a:gd name="T111" fmla="*/ 2 h 88"/>
                    <a:gd name="T112" fmla="*/ 57 w 113"/>
                    <a:gd name="T113" fmla="*/ 9 h 88"/>
                    <a:gd name="T114" fmla="*/ 55 w 113"/>
                    <a:gd name="T115" fmla="*/ 5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3" h="88">
                      <a:moveTo>
                        <a:pt x="73" y="26"/>
                      </a:moveTo>
                      <a:lnTo>
                        <a:pt x="73" y="24"/>
                      </a:lnTo>
                      <a:lnTo>
                        <a:pt x="73" y="22"/>
                      </a:lnTo>
                      <a:lnTo>
                        <a:pt x="75" y="22"/>
                      </a:lnTo>
                      <a:lnTo>
                        <a:pt x="75" y="24"/>
                      </a:lnTo>
                      <a:lnTo>
                        <a:pt x="73" y="26"/>
                      </a:lnTo>
                      <a:close/>
                      <a:moveTo>
                        <a:pt x="57" y="2"/>
                      </a:moveTo>
                      <a:lnTo>
                        <a:pt x="58" y="2"/>
                      </a:lnTo>
                      <a:lnTo>
                        <a:pt x="57" y="2"/>
                      </a:lnTo>
                      <a:lnTo>
                        <a:pt x="58" y="2"/>
                      </a:lnTo>
                      <a:lnTo>
                        <a:pt x="57" y="2"/>
                      </a:lnTo>
                      <a:lnTo>
                        <a:pt x="57" y="4"/>
                      </a:lnTo>
                      <a:lnTo>
                        <a:pt x="58" y="4"/>
                      </a:lnTo>
                      <a:lnTo>
                        <a:pt x="60" y="4"/>
                      </a:lnTo>
                      <a:lnTo>
                        <a:pt x="62" y="4"/>
                      </a:lnTo>
                      <a:lnTo>
                        <a:pt x="62" y="6"/>
                      </a:lnTo>
                      <a:lnTo>
                        <a:pt x="60" y="6"/>
                      </a:lnTo>
                      <a:lnTo>
                        <a:pt x="58" y="6"/>
                      </a:lnTo>
                      <a:lnTo>
                        <a:pt x="58" y="8"/>
                      </a:lnTo>
                      <a:lnTo>
                        <a:pt x="58" y="9"/>
                      </a:lnTo>
                      <a:lnTo>
                        <a:pt x="60" y="9"/>
                      </a:lnTo>
                      <a:lnTo>
                        <a:pt x="58" y="9"/>
                      </a:lnTo>
                      <a:lnTo>
                        <a:pt x="60" y="9"/>
                      </a:lnTo>
                      <a:lnTo>
                        <a:pt x="60" y="8"/>
                      </a:lnTo>
                      <a:lnTo>
                        <a:pt x="62" y="8"/>
                      </a:lnTo>
                      <a:lnTo>
                        <a:pt x="62" y="9"/>
                      </a:lnTo>
                      <a:lnTo>
                        <a:pt x="64" y="9"/>
                      </a:lnTo>
                      <a:lnTo>
                        <a:pt x="66" y="11"/>
                      </a:lnTo>
                      <a:lnTo>
                        <a:pt x="66" y="9"/>
                      </a:lnTo>
                      <a:lnTo>
                        <a:pt x="68" y="11"/>
                      </a:lnTo>
                      <a:lnTo>
                        <a:pt x="69" y="11"/>
                      </a:lnTo>
                      <a:lnTo>
                        <a:pt x="69" y="9"/>
                      </a:lnTo>
                      <a:lnTo>
                        <a:pt x="71" y="9"/>
                      </a:lnTo>
                      <a:lnTo>
                        <a:pt x="71" y="11"/>
                      </a:lnTo>
                      <a:lnTo>
                        <a:pt x="73" y="13"/>
                      </a:lnTo>
                      <a:lnTo>
                        <a:pt x="75" y="13"/>
                      </a:lnTo>
                      <a:lnTo>
                        <a:pt x="75" y="15"/>
                      </a:lnTo>
                      <a:lnTo>
                        <a:pt x="77" y="15"/>
                      </a:lnTo>
                      <a:lnTo>
                        <a:pt x="77" y="17"/>
                      </a:lnTo>
                      <a:lnTo>
                        <a:pt x="77" y="19"/>
                      </a:lnTo>
                      <a:lnTo>
                        <a:pt x="75" y="19"/>
                      </a:lnTo>
                      <a:lnTo>
                        <a:pt x="73" y="19"/>
                      </a:lnTo>
                      <a:lnTo>
                        <a:pt x="73" y="20"/>
                      </a:lnTo>
                      <a:lnTo>
                        <a:pt x="71" y="20"/>
                      </a:lnTo>
                      <a:lnTo>
                        <a:pt x="69" y="20"/>
                      </a:lnTo>
                      <a:lnTo>
                        <a:pt x="69" y="22"/>
                      </a:lnTo>
                      <a:lnTo>
                        <a:pt x="69" y="24"/>
                      </a:lnTo>
                      <a:lnTo>
                        <a:pt x="69" y="26"/>
                      </a:lnTo>
                      <a:lnTo>
                        <a:pt x="71" y="24"/>
                      </a:lnTo>
                      <a:lnTo>
                        <a:pt x="71" y="26"/>
                      </a:lnTo>
                      <a:lnTo>
                        <a:pt x="71" y="28"/>
                      </a:lnTo>
                      <a:lnTo>
                        <a:pt x="73" y="30"/>
                      </a:lnTo>
                      <a:lnTo>
                        <a:pt x="75" y="31"/>
                      </a:lnTo>
                      <a:lnTo>
                        <a:pt x="77" y="31"/>
                      </a:lnTo>
                      <a:lnTo>
                        <a:pt x="78" y="31"/>
                      </a:lnTo>
                      <a:lnTo>
                        <a:pt x="78" y="33"/>
                      </a:lnTo>
                      <a:lnTo>
                        <a:pt x="80" y="33"/>
                      </a:lnTo>
                      <a:lnTo>
                        <a:pt x="82" y="33"/>
                      </a:lnTo>
                      <a:lnTo>
                        <a:pt x="84" y="35"/>
                      </a:lnTo>
                      <a:lnTo>
                        <a:pt x="86" y="35"/>
                      </a:lnTo>
                      <a:lnTo>
                        <a:pt x="88" y="35"/>
                      </a:lnTo>
                      <a:lnTo>
                        <a:pt x="89" y="35"/>
                      </a:lnTo>
                      <a:lnTo>
                        <a:pt x="89" y="37"/>
                      </a:lnTo>
                      <a:lnTo>
                        <a:pt x="89" y="39"/>
                      </a:lnTo>
                      <a:lnTo>
                        <a:pt x="91" y="39"/>
                      </a:lnTo>
                      <a:lnTo>
                        <a:pt x="89" y="40"/>
                      </a:lnTo>
                      <a:lnTo>
                        <a:pt x="89" y="42"/>
                      </a:lnTo>
                      <a:lnTo>
                        <a:pt x="88" y="42"/>
                      </a:lnTo>
                      <a:lnTo>
                        <a:pt x="88" y="44"/>
                      </a:lnTo>
                      <a:lnTo>
                        <a:pt x="88" y="46"/>
                      </a:lnTo>
                      <a:lnTo>
                        <a:pt x="86" y="46"/>
                      </a:lnTo>
                      <a:lnTo>
                        <a:pt x="84" y="46"/>
                      </a:lnTo>
                      <a:lnTo>
                        <a:pt x="82" y="46"/>
                      </a:lnTo>
                      <a:lnTo>
                        <a:pt x="80" y="46"/>
                      </a:lnTo>
                      <a:lnTo>
                        <a:pt x="78" y="46"/>
                      </a:lnTo>
                      <a:lnTo>
                        <a:pt x="77" y="46"/>
                      </a:lnTo>
                      <a:lnTo>
                        <a:pt x="77" y="48"/>
                      </a:lnTo>
                      <a:lnTo>
                        <a:pt x="78" y="48"/>
                      </a:lnTo>
                      <a:lnTo>
                        <a:pt x="80" y="48"/>
                      </a:lnTo>
                      <a:lnTo>
                        <a:pt x="82" y="48"/>
                      </a:lnTo>
                      <a:lnTo>
                        <a:pt x="84" y="48"/>
                      </a:lnTo>
                      <a:lnTo>
                        <a:pt x="84" y="50"/>
                      </a:lnTo>
                      <a:lnTo>
                        <a:pt x="84" y="51"/>
                      </a:lnTo>
                      <a:lnTo>
                        <a:pt x="86" y="51"/>
                      </a:lnTo>
                      <a:lnTo>
                        <a:pt x="86" y="53"/>
                      </a:lnTo>
                      <a:lnTo>
                        <a:pt x="88" y="53"/>
                      </a:lnTo>
                      <a:lnTo>
                        <a:pt x="89" y="53"/>
                      </a:lnTo>
                      <a:lnTo>
                        <a:pt x="91" y="53"/>
                      </a:lnTo>
                      <a:lnTo>
                        <a:pt x="91" y="55"/>
                      </a:lnTo>
                      <a:lnTo>
                        <a:pt x="93" y="55"/>
                      </a:lnTo>
                      <a:lnTo>
                        <a:pt x="93" y="57"/>
                      </a:lnTo>
                      <a:lnTo>
                        <a:pt x="93" y="59"/>
                      </a:lnTo>
                      <a:lnTo>
                        <a:pt x="95" y="59"/>
                      </a:lnTo>
                      <a:lnTo>
                        <a:pt x="95" y="57"/>
                      </a:lnTo>
                      <a:lnTo>
                        <a:pt x="97" y="59"/>
                      </a:lnTo>
                      <a:lnTo>
                        <a:pt x="97" y="61"/>
                      </a:lnTo>
                      <a:lnTo>
                        <a:pt x="99" y="61"/>
                      </a:lnTo>
                      <a:lnTo>
                        <a:pt x="100" y="61"/>
                      </a:lnTo>
                      <a:lnTo>
                        <a:pt x="102" y="61"/>
                      </a:lnTo>
                      <a:lnTo>
                        <a:pt x="104" y="59"/>
                      </a:lnTo>
                      <a:lnTo>
                        <a:pt x="104" y="61"/>
                      </a:lnTo>
                      <a:lnTo>
                        <a:pt x="106" y="61"/>
                      </a:lnTo>
                      <a:lnTo>
                        <a:pt x="106" y="62"/>
                      </a:lnTo>
                      <a:lnTo>
                        <a:pt x="108" y="62"/>
                      </a:lnTo>
                      <a:lnTo>
                        <a:pt x="108" y="61"/>
                      </a:lnTo>
                      <a:lnTo>
                        <a:pt x="110" y="61"/>
                      </a:lnTo>
                      <a:lnTo>
                        <a:pt x="111" y="62"/>
                      </a:lnTo>
                      <a:lnTo>
                        <a:pt x="110" y="64"/>
                      </a:lnTo>
                      <a:lnTo>
                        <a:pt x="111" y="64"/>
                      </a:lnTo>
                      <a:lnTo>
                        <a:pt x="111" y="66"/>
                      </a:lnTo>
                      <a:lnTo>
                        <a:pt x="110" y="66"/>
                      </a:lnTo>
                      <a:lnTo>
                        <a:pt x="110" y="64"/>
                      </a:lnTo>
                      <a:lnTo>
                        <a:pt x="110" y="66"/>
                      </a:lnTo>
                      <a:lnTo>
                        <a:pt x="108" y="66"/>
                      </a:lnTo>
                      <a:lnTo>
                        <a:pt x="106" y="66"/>
                      </a:lnTo>
                      <a:lnTo>
                        <a:pt x="106" y="68"/>
                      </a:lnTo>
                      <a:lnTo>
                        <a:pt x="106" y="70"/>
                      </a:lnTo>
                      <a:lnTo>
                        <a:pt x="108" y="70"/>
                      </a:lnTo>
                      <a:lnTo>
                        <a:pt x="110" y="70"/>
                      </a:lnTo>
                      <a:lnTo>
                        <a:pt x="110" y="72"/>
                      </a:lnTo>
                      <a:lnTo>
                        <a:pt x="111" y="72"/>
                      </a:lnTo>
                      <a:lnTo>
                        <a:pt x="110" y="72"/>
                      </a:lnTo>
                      <a:lnTo>
                        <a:pt x="111" y="72"/>
                      </a:lnTo>
                      <a:lnTo>
                        <a:pt x="111" y="73"/>
                      </a:lnTo>
                      <a:lnTo>
                        <a:pt x="113" y="73"/>
                      </a:lnTo>
                      <a:lnTo>
                        <a:pt x="113" y="75"/>
                      </a:lnTo>
                      <a:lnTo>
                        <a:pt x="111" y="75"/>
                      </a:lnTo>
                      <a:lnTo>
                        <a:pt x="111" y="77"/>
                      </a:lnTo>
                      <a:lnTo>
                        <a:pt x="110" y="75"/>
                      </a:lnTo>
                      <a:lnTo>
                        <a:pt x="108" y="75"/>
                      </a:lnTo>
                      <a:lnTo>
                        <a:pt x="108" y="77"/>
                      </a:lnTo>
                      <a:lnTo>
                        <a:pt x="110" y="77"/>
                      </a:lnTo>
                      <a:lnTo>
                        <a:pt x="110" y="79"/>
                      </a:lnTo>
                      <a:lnTo>
                        <a:pt x="111" y="79"/>
                      </a:lnTo>
                      <a:lnTo>
                        <a:pt x="110" y="79"/>
                      </a:lnTo>
                      <a:lnTo>
                        <a:pt x="110" y="81"/>
                      </a:lnTo>
                      <a:lnTo>
                        <a:pt x="111" y="81"/>
                      </a:lnTo>
                      <a:lnTo>
                        <a:pt x="111" y="83"/>
                      </a:lnTo>
                      <a:lnTo>
                        <a:pt x="110" y="83"/>
                      </a:lnTo>
                      <a:lnTo>
                        <a:pt x="110" y="84"/>
                      </a:lnTo>
                      <a:lnTo>
                        <a:pt x="111" y="86"/>
                      </a:lnTo>
                      <a:lnTo>
                        <a:pt x="110" y="86"/>
                      </a:lnTo>
                      <a:lnTo>
                        <a:pt x="108" y="86"/>
                      </a:lnTo>
                      <a:lnTo>
                        <a:pt x="106" y="86"/>
                      </a:lnTo>
                      <a:lnTo>
                        <a:pt x="104" y="86"/>
                      </a:lnTo>
                      <a:lnTo>
                        <a:pt x="104" y="84"/>
                      </a:lnTo>
                      <a:lnTo>
                        <a:pt x="104" y="86"/>
                      </a:lnTo>
                      <a:lnTo>
                        <a:pt x="102" y="86"/>
                      </a:lnTo>
                      <a:lnTo>
                        <a:pt x="100" y="86"/>
                      </a:lnTo>
                      <a:lnTo>
                        <a:pt x="99" y="86"/>
                      </a:lnTo>
                      <a:lnTo>
                        <a:pt x="99" y="88"/>
                      </a:lnTo>
                      <a:lnTo>
                        <a:pt x="97" y="88"/>
                      </a:lnTo>
                      <a:lnTo>
                        <a:pt x="97" y="86"/>
                      </a:lnTo>
                      <a:lnTo>
                        <a:pt x="97" y="84"/>
                      </a:lnTo>
                      <a:lnTo>
                        <a:pt x="95" y="84"/>
                      </a:lnTo>
                      <a:lnTo>
                        <a:pt x="95" y="83"/>
                      </a:lnTo>
                      <a:lnTo>
                        <a:pt x="95" y="81"/>
                      </a:lnTo>
                      <a:lnTo>
                        <a:pt x="93" y="81"/>
                      </a:lnTo>
                      <a:lnTo>
                        <a:pt x="93" y="79"/>
                      </a:lnTo>
                      <a:lnTo>
                        <a:pt x="91" y="79"/>
                      </a:lnTo>
                      <a:lnTo>
                        <a:pt x="93" y="77"/>
                      </a:lnTo>
                      <a:lnTo>
                        <a:pt x="91" y="77"/>
                      </a:lnTo>
                      <a:lnTo>
                        <a:pt x="91" y="75"/>
                      </a:lnTo>
                      <a:lnTo>
                        <a:pt x="91" y="73"/>
                      </a:lnTo>
                      <a:lnTo>
                        <a:pt x="91" y="72"/>
                      </a:lnTo>
                      <a:lnTo>
                        <a:pt x="89" y="72"/>
                      </a:lnTo>
                      <a:lnTo>
                        <a:pt x="88" y="70"/>
                      </a:lnTo>
                      <a:lnTo>
                        <a:pt x="86" y="70"/>
                      </a:lnTo>
                      <a:lnTo>
                        <a:pt x="84" y="70"/>
                      </a:lnTo>
                      <a:lnTo>
                        <a:pt x="84" y="68"/>
                      </a:lnTo>
                      <a:lnTo>
                        <a:pt x="84" y="66"/>
                      </a:lnTo>
                      <a:lnTo>
                        <a:pt x="86" y="66"/>
                      </a:lnTo>
                      <a:lnTo>
                        <a:pt x="86" y="64"/>
                      </a:lnTo>
                      <a:lnTo>
                        <a:pt x="84" y="64"/>
                      </a:lnTo>
                      <a:lnTo>
                        <a:pt x="86" y="64"/>
                      </a:lnTo>
                      <a:lnTo>
                        <a:pt x="84" y="64"/>
                      </a:lnTo>
                      <a:lnTo>
                        <a:pt x="84" y="62"/>
                      </a:lnTo>
                      <a:lnTo>
                        <a:pt x="84" y="61"/>
                      </a:lnTo>
                      <a:lnTo>
                        <a:pt x="82" y="61"/>
                      </a:lnTo>
                      <a:lnTo>
                        <a:pt x="80" y="61"/>
                      </a:lnTo>
                      <a:lnTo>
                        <a:pt x="78" y="61"/>
                      </a:lnTo>
                      <a:lnTo>
                        <a:pt x="78" y="62"/>
                      </a:lnTo>
                      <a:lnTo>
                        <a:pt x="77" y="62"/>
                      </a:lnTo>
                      <a:lnTo>
                        <a:pt x="75" y="62"/>
                      </a:lnTo>
                      <a:lnTo>
                        <a:pt x="75" y="64"/>
                      </a:lnTo>
                      <a:lnTo>
                        <a:pt x="73" y="64"/>
                      </a:lnTo>
                      <a:lnTo>
                        <a:pt x="71" y="64"/>
                      </a:lnTo>
                      <a:lnTo>
                        <a:pt x="71" y="62"/>
                      </a:lnTo>
                      <a:lnTo>
                        <a:pt x="69" y="62"/>
                      </a:lnTo>
                      <a:lnTo>
                        <a:pt x="68" y="62"/>
                      </a:lnTo>
                      <a:lnTo>
                        <a:pt x="66" y="61"/>
                      </a:lnTo>
                      <a:lnTo>
                        <a:pt x="64" y="61"/>
                      </a:lnTo>
                      <a:lnTo>
                        <a:pt x="62" y="61"/>
                      </a:lnTo>
                      <a:lnTo>
                        <a:pt x="62" y="59"/>
                      </a:lnTo>
                      <a:lnTo>
                        <a:pt x="62" y="57"/>
                      </a:lnTo>
                      <a:lnTo>
                        <a:pt x="60" y="57"/>
                      </a:lnTo>
                      <a:lnTo>
                        <a:pt x="60" y="55"/>
                      </a:lnTo>
                      <a:lnTo>
                        <a:pt x="58" y="55"/>
                      </a:lnTo>
                      <a:lnTo>
                        <a:pt x="58" y="53"/>
                      </a:lnTo>
                      <a:lnTo>
                        <a:pt x="57" y="53"/>
                      </a:lnTo>
                      <a:lnTo>
                        <a:pt x="57" y="55"/>
                      </a:lnTo>
                      <a:lnTo>
                        <a:pt x="55" y="55"/>
                      </a:lnTo>
                      <a:lnTo>
                        <a:pt x="55" y="57"/>
                      </a:lnTo>
                      <a:lnTo>
                        <a:pt x="53" y="57"/>
                      </a:lnTo>
                      <a:lnTo>
                        <a:pt x="53" y="55"/>
                      </a:lnTo>
                      <a:lnTo>
                        <a:pt x="51" y="55"/>
                      </a:lnTo>
                      <a:lnTo>
                        <a:pt x="49" y="57"/>
                      </a:lnTo>
                      <a:lnTo>
                        <a:pt x="47" y="57"/>
                      </a:lnTo>
                      <a:lnTo>
                        <a:pt x="46" y="57"/>
                      </a:lnTo>
                      <a:lnTo>
                        <a:pt x="46" y="55"/>
                      </a:lnTo>
                      <a:lnTo>
                        <a:pt x="44" y="55"/>
                      </a:lnTo>
                      <a:lnTo>
                        <a:pt x="44" y="53"/>
                      </a:lnTo>
                      <a:lnTo>
                        <a:pt x="42" y="53"/>
                      </a:lnTo>
                      <a:lnTo>
                        <a:pt x="40" y="53"/>
                      </a:lnTo>
                      <a:lnTo>
                        <a:pt x="40" y="51"/>
                      </a:lnTo>
                      <a:lnTo>
                        <a:pt x="40" y="50"/>
                      </a:lnTo>
                      <a:lnTo>
                        <a:pt x="38" y="50"/>
                      </a:lnTo>
                      <a:lnTo>
                        <a:pt x="38" y="48"/>
                      </a:lnTo>
                      <a:lnTo>
                        <a:pt x="36" y="48"/>
                      </a:lnTo>
                      <a:lnTo>
                        <a:pt x="35" y="46"/>
                      </a:lnTo>
                      <a:lnTo>
                        <a:pt x="33" y="46"/>
                      </a:lnTo>
                      <a:lnTo>
                        <a:pt x="31" y="46"/>
                      </a:lnTo>
                      <a:lnTo>
                        <a:pt x="31" y="44"/>
                      </a:lnTo>
                      <a:lnTo>
                        <a:pt x="31" y="46"/>
                      </a:lnTo>
                      <a:lnTo>
                        <a:pt x="31" y="44"/>
                      </a:lnTo>
                      <a:lnTo>
                        <a:pt x="29" y="44"/>
                      </a:lnTo>
                      <a:lnTo>
                        <a:pt x="27" y="44"/>
                      </a:lnTo>
                      <a:lnTo>
                        <a:pt x="27" y="46"/>
                      </a:lnTo>
                      <a:lnTo>
                        <a:pt x="27" y="44"/>
                      </a:lnTo>
                      <a:lnTo>
                        <a:pt x="27" y="46"/>
                      </a:lnTo>
                      <a:lnTo>
                        <a:pt x="26" y="46"/>
                      </a:lnTo>
                      <a:lnTo>
                        <a:pt x="24" y="46"/>
                      </a:lnTo>
                      <a:lnTo>
                        <a:pt x="22" y="46"/>
                      </a:lnTo>
                      <a:lnTo>
                        <a:pt x="20" y="46"/>
                      </a:lnTo>
                      <a:lnTo>
                        <a:pt x="18" y="46"/>
                      </a:lnTo>
                      <a:lnTo>
                        <a:pt x="16" y="46"/>
                      </a:lnTo>
                      <a:lnTo>
                        <a:pt x="15" y="46"/>
                      </a:lnTo>
                      <a:lnTo>
                        <a:pt x="15" y="44"/>
                      </a:lnTo>
                      <a:lnTo>
                        <a:pt x="13" y="44"/>
                      </a:lnTo>
                      <a:lnTo>
                        <a:pt x="11" y="44"/>
                      </a:lnTo>
                      <a:lnTo>
                        <a:pt x="9" y="44"/>
                      </a:lnTo>
                      <a:lnTo>
                        <a:pt x="9" y="42"/>
                      </a:lnTo>
                      <a:lnTo>
                        <a:pt x="7" y="42"/>
                      </a:lnTo>
                      <a:lnTo>
                        <a:pt x="7" y="40"/>
                      </a:lnTo>
                      <a:lnTo>
                        <a:pt x="9" y="40"/>
                      </a:lnTo>
                      <a:lnTo>
                        <a:pt x="9" y="39"/>
                      </a:lnTo>
                      <a:lnTo>
                        <a:pt x="7" y="39"/>
                      </a:lnTo>
                      <a:lnTo>
                        <a:pt x="9" y="39"/>
                      </a:lnTo>
                      <a:lnTo>
                        <a:pt x="7" y="39"/>
                      </a:lnTo>
                      <a:lnTo>
                        <a:pt x="9" y="39"/>
                      </a:lnTo>
                      <a:lnTo>
                        <a:pt x="7" y="37"/>
                      </a:lnTo>
                      <a:lnTo>
                        <a:pt x="9" y="37"/>
                      </a:lnTo>
                      <a:lnTo>
                        <a:pt x="7" y="37"/>
                      </a:lnTo>
                      <a:lnTo>
                        <a:pt x="7" y="35"/>
                      </a:lnTo>
                      <a:lnTo>
                        <a:pt x="5" y="35"/>
                      </a:lnTo>
                      <a:lnTo>
                        <a:pt x="5" y="33"/>
                      </a:lnTo>
                      <a:lnTo>
                        <a:pt x="5" y="31"/>
                      </a:lnTo>
                      <a:lnTo>
                        <a:pt x="5" y="30"/>
                      </a:lnTo>
                      <a:lnTo>
                        <a:pt x="5" y="31"/>
                      </a:lnTo>
                      <a:lnTo>
                        <a:pt x="5" y="30"/>
                      </a:lnTo>
                      <a:lnTo>
                        <a:pt x="4" y="30"/>
                      </a:lnTo>
                      <a:lnTo>
                        <a:pt x="4" y="28"/>
                      </a:lnTo>
                      <a:lnTo>
                        <a:pt x="5" y="28"/>
                      </a:lnTo>
                      <a:lnTo>
                        <a:pt x="7" y="28"/>
                      </a:lnTo>
                      <a:lnTo>
                        <a:pt x="5" y="28"/>
                      </a:lnTo>
                      <a:lnTo>
                        <a:pt x="7" y="28"/>
                      </a:lnTo>
                      <a:lnTo>
                        <a:pt x="7" y="26"/>
                      </a:lnTo>
                      <a:lnTo>
                        <a:pt x="9" y="26"/>
                      </a:lnTo>
                      <a:lnTo>
                        <a:pt x="9" y="24"/>
                      </a:lnTo>
                      <a:lnTo>
                        <a:pt x="9" y="22"/>
                      </a:lnTo>
                      <a:lnTo>
                        <a:pt x="11" y="22"/>
                      </a:lnTo>
                      <a:lnTo>
                        <a:pt x="11" y="20"/>
                      </a:lnTo>
                      <a:lnTo>
                        <a:pt x="11" y="19"/>
                      </a:lnTo>
                      <a:lnTo>
                        <a:pt x="9" y="19"/>
                      </a:lnTo>
                      <a:lnTo>
                        <a:pt x="9" y="17"/>
                      </a:lnTo>
                      <a:lnTo>
                        <a:pt x="7" y="17"/>
                      </a:lnTo>
                      <a:lnTo>
                        <a:pt x="9" y="15"/>
                      </a:lnTo>
                      <a:lnTo>
                        <a:pt x="7" y="15"/>
                      </a:lnTo>
                      <a:lnTo>
                        <a:pt x="9" y="15"/>
                      </a:lnTo>
                      <a:lnTo>
                        <a:pt x="7" y="13"/>
                      </a:lnTo>
                      <a:lnTo>
                        <a:pt x="9" y="13"/>
                      </a:lnTo>
                      <a:lnTo>
                        <a:pt x="7" y="13"/>
                      </a:lnTo>
                      <a:lnTo>
                        <a:pt x="5" y="11"/>
                      </a:lnTo>
                      <a:lnTo>
                        <a:pt x="4" y="11"/>
                      </a:lnTo>
                      <a:lnTo>
                        <a:pt x="2" y="9"/>
                      </a:lnTo>
                      <a:lnTo>
                        <a:pt x="0" y="9"/>
                      </a:lnTo>
                      <a:lnTo>
                        <a:pt x="0" y="8"/>
                      </a:lnTo>
                      <a:lnTo>
                        <a:pt x="0" y="6"/>
                      </a:lnTo>
                      <a:lnTo>
                        <a:pt x="2" y="6"/>
                      </a:lnTo>
                      <a:lnTo>
                        <a:pt x="4" y="6"/>
                      </a:lnTo>
                      <a:lnTo>
                        <a:pt x="5" y="6"/>
                      </a:lnTo>
                      <a:lnTo>
                        <a:pt x="7" y="6"/>
                      </a:lnTo>
                      <a:lnTo>
                        <a:pt x="9" y="6"/>
                      </a:lnTo>
                      <a:lnTo>
                        <a:pt x="11" y="6"/>
                      </a:lnTo>
                      <a:lnTo>
                        <a:pt x="11" y="8"/>
                      </a:lnTo>
                      <a:lnTo>
                        <a:pt x="11" y="6"/>
                      </a:lnTo>
                      <a:lnTo>
                        <a:pt x="13" y="6"/>
                      </a:lnTo>
                      <a:lnTo>
                        <a:pt x="15" y="6"/>
                      </a:lnTo>
                      <a:lnTo>
                        <a:pt x="15" y="4"/>
                      </a:lnTo>
                      <a:lnTo>
                        <a:pt x="16" y="4"/>
                      </a:lnTo>
                      <a:lnTo>
                        <a:pt x="18" y="4"/>
                      </a:lnTo>
                      <a:lnTo>
                        <a:pt x="20" y="4"/>
                      </a:lnTo>
                      <a:lnTo>
                        <a:pt x="22" y="4"/>
                      </a:lnTo>
                      <a:lnTo>
                        <a:pt x="24" y="4"/>
                      </a:lnTo>
                      <a:lnTo>
                        <a:pt x="26" y="4"/>
                      </a:lnTo>
                      <a:lnTo>
                        <a:pt x="26" y="2"/>
                      </a:lnTo>
                      <a:lnTo>
                        <a:pt x="27" y="2"/>
                      </a:lnTo>
                      <a:lnTo>
                        <a:pt x="29" y="2"/>
                      </a:lnTo>
                      <a:lnTo>
                        <a:pt x="29" y="4"/>
                      </a:lnTo>
                      <a:lnTo>
                        <a:pt x="31" y="2"/>
                      </a:lnTo>
                      <a:lnTo>
                        <a:pt x="31" y="4"/>
                      </a:lnTo>
                      <a:lnTo>
                        <a:pt x="33" y="4"/>
                      </a:lnTo>
                      <a:lnTo>
                        <a:pt x="33" y="2"/>
                      </a:lnTo>
                      <a:lnTo>
                        <a:pt x="35" y="4"/>
                      </a:lnTo>
                      <a:lnTo>
                        <a:pt x="36" y="4"/>
                      </a:lnTo>
                      <a:lnTo>
                        <a:pt x="38" y="4"/>
                      </a:lnTo>
                      <a:lnTo>
                        <a:pt x="38" y="2"/>
                      </a:lnTo>
                      <a:lnTo>
                        <a:pt x="38" y="4"/>
                      </a:lnTo>
                      <a:lnTo>
                        <a:pt x="40" y="4"/>
                      </a:lnTo>
                      <a:lnTo>
                        <a:pt x="40" y="2"/>
                      </a:lnTo>
                      <a:lnTo>
                        <a:pt x="40" y="4"/>
                      </a:lnTo>
                      <a:lnTo>
                        <a:pt x="42" y="4"/>
                      </a:lnTo>
                      <a:lnTo>
                        <a:pt x="42" y="2"/>
                      </a:lnTo>
                      <a:lnTo>
                        <a:pt x="44" y="2"/>
                      </a:lnTo>
                      <a:lnTo>
                        <a:pt x="46" y="2"/>
                      </a:lnTo>
                      <a:lnTo>
                        <a:pt x="46" y="4"/>
                      </a:lnTo>
                      <a:lnTo>
                        <a:pt x="46" y="2"/>
                      </a:lnTo>
                      <a:lnTo>
                        <a:pt x="47" y="2"/>
                      </a:lnTo>
                      <a:lnTo>
                        <a:pt x="49" y="2"/>
                      </a:lnTo>
                      <a:lnTo>
                        <a:pt x="49" y="4"/>
                      </a:lnTo>
                      <a:lnTo>
                        <a:pt x="51" y="4"/>
                      </a:lnTo>
                      <a:lnTo>
                        <a:pt x="51" y="2"/>
                      </a:lnTo>
                      <a:lnTo>
                        <a:pt x="49" y="2"/>
                      </a:lnTo>
                      <a:lnTo>
                        <a:pt x="49" y="0"/>
                      </a:lnTo>
                      <a:lnTo>
                        <a:pt x="51" y="0"/>
                      </a:lnTo>
                      <a:lnTo>
                        <a:pt x="53" y="2"/>
                      </a:lnTo>
                      <a:lnTo>
                        <a:pt x="55" y="2"/>
                      </a:lnTo>
                      <a:lnTo>
                        <a:pt x="55" y="0"/>
                      </a:lnTo>
                      <a:lnTo>
                        <a:pt x="57" y="0"/>
                      </a:lnTo>
                      <a:lnTo>
                        <a:pt x="57" y="2"/>
                      </a:lnTo>
                      <a:close/>
                      <a:moveTo>
                        <a:pt x="55" y="9"/>
                      </a:moveTo>
                      <a:lnTo>
                        <a:pt x="57" y="9"/>
                      </a:lnTo>
                      <a:lnTo>
                        <a:pt x="57" y="8"/>
                      </a:lnTo>
                      <a:lnTo>
                        <a:pt x="55" y="8"/>
                      </a:lnTo>
                      <a:lnTo>
                        <a:pt x="55" y="9"/>
                      </a:lnTo>
                      <a:close/>
                      <a:moveTo>
                        <a:pt x="53" y="53"/>
                      </a:moveTo>
                      <a:lnTo>
                        <a:pt x="53" y="55"/>
                      </a:lnTo>
                      <a:lnTo>
                        <a:pt x="55" y="55"/>
                      </a:lnTo>
                      <a:lnTo>
                        <a:pt x="55" y="53"/>
                      </a:lnTo>
                      <a:lnTo>
                        <a:pt x="53" y="53"/>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16" name="Freeform 9">
                  <a:extLst>
                    <a:ext uri="{FF2B5EF4-FFF2-40B4-BE49-F238E27FC236}">
                      <a16:creationId xmlns:a16="http://schemas.microsoft.com/office/drawing/2014/main" id="{0B27BCAF-C11A-3862-51C1-DA9D19677673}"/>
                    </a:ext>
                  </a:extLst>
                </p:cNvPr>
                <p:cNvSpPr>
                  <a:spLocks noEditPoints="1"/>
                </p:cNvSpPr>
                <p:nvPr/>
              </p:nvSpPr>
              <p:spPr bwMode="auto">
                <a:xfrm>
                  <a:off x="2047034" y="2339957"/>
                  <a:ext cx="363251" cy="227709"/>
                </a:xfrm>
                <a:custGeom>
                  <a:avLst/>
                  <a:gdLst>
                    <a:gd name="T0" fmla="*/ 26 w 201"/>
                    <a:gd name="T1" fmla="*/ 86 h 126"/>
                    <a:gd name="T2" fmla="*/ 37 w 201"/>
                    <a:gd name="T3" fmla="*/ 86 h 126"/>
                    <a:gd name="T4" fmla="*/ 44 w 201"/>
                    <a:gd name="T5" fmla="*/ 99 h 126"/>
                    <a:gd name="T6" fmla="*/ 48 w 201"/>
                    <a:gd name="T7" fmla="*/ 108 h 126"/>
                    <a:gd name="T8" fmla="*/ 30 w 201"/>
                    <a:gd name="T9" fmla="*/ 105 h 126"/>
                    <a:gd name="T10" fmla="*/ 13 w 201"/>
                    <a:gd name="T11" fmla="*/ 97 h 126"/>
                    <a:gd name="T12" fmla="*/ 4 w 201"/>
                    <a:gd name="T13" fmla="*/ 83 h 126"/>
                    <a:gd name="T14" fmla="*/ 8 w 201"/>
                    <a:gd name="T15" fmla="*/ 79 h 126"/>
                    <a:gd name="T16" fmla="*/ 10 w 201"/>
                    <a:gd name="T17" fmla="*/ 31 h 126"/>
                    <a:gd name="T18" fmla="*/ 68 w 201"/>
                    <a:gd name="T19" fmla="*/ 2 h 126"/>
                    <a:gd name="T20" fmla="*/ 81 w 201"/>
                    <a:gd name="T21" fmla="*/ 9 h 126"/>
                    <a:gd name="T22" fmla="*/ 88 w 201"/>
                    <a:gd name="T23" fmla="*/ 17 h 126"/>
                    <a:gd name="T24" fmla="*/ 99 w 201"/>
                    <a:gd name="T25" fmla="*/ 24 h 126"/>
                    <a:gd name="T26" fmla="*/ 112 w 201"/>
                    <a:gd name="T27" fmla="*/ 22 h 126"/>
                    <a:gd name="T28" fmla="*/ 123 w 201"/>
                    <a:gd name="T29" fmla="*/ 15 h 126"/>
                    <a:gd name="T30" fmla="*/ 137 w 201"/>
                    <a:gd name="T31" fmla="*/ 2 h 126"/>
                    <a:gd name="T32" fmla="*/ 156 w 201"/>
                    <a:gd name="T33" fmla="*/ 22 h 126"/>
                    <a:gd name="T34" fmla="*/ 167 w 201"/>
                    <a:gd name="T35" fmla="*/ 39 h 126"/>
                    <a:gd name="T36" fmla="*/ 179 w 201"/>
                    <a:gd name="T37" fmla="*/ 48 h 126"/>
                    <a:gd name="T38" fmla="*/ 198 w 201"/>
                    <a:gd name="T39" fmla="*/ 52 h 126"/>
                    <a:gd name="T40" fmla="*/ 199 w 201"/>
                    <a:gd name="T41" fmla="*/ 50 h 126"/>
                    <a:gd name="T42" fmla="*/ 201 w 201"/>
                    <a:gd name="T43" fmla="*/ 61 h 126"/>
                    <a:gd name="T44" fmla="*/ 188 w 201"/>
                    <a:gd name="T45" fmla="*/ 57 h 126"/>
                    <a:gd name="T46" fmla="*/ 176 w 201"/>
                    <a:gd name="T47" fmla="*/ 61 h 126"/>
                    <a:gd name="T48" fmla="*/ 172 w 201"/>
                    <a:gd name="T49" fmla="*/ 61 h 126"/>
                    <a:gd name="T50" fmla="*/ 167 w 201"/>
                    <a:gd name="T51" fmla="*/ 73 h 126"/>
                    <a:gd name="T52" fmla="*/ 161 w 201"/>
                    <a:gd name="T53" fmla="*/ 86 h 126"/>
                    <a:gd name="T54" fmla="*/ 167 w 201"/>
                    <a:gd name="T55" fmla="*/ 92 h 126"/>
                    <a:gd name="T56" fmla="*/ 159 w 201"/>
                    <a:gd name="T57" fmla="*/ 94 h 126"/>
                    <a:gd name="T58" fmla="*/ 156 w 201"/>
                    <a:gd name="T59" fmla="*/ 97 h 126"/>
                    <a:gd name="T60" fmla="*/ 154 w 201"/>
                    <a:gd name="T61" fmla="*/ 95 h 126"/>
                    <a:gd name="T62" fmla="*/ 148 w 201"/>
                    <a:gd name="T63" fmla="*/ 103 h 126"/>
                    <a:gd name="T64" fmla="*/ 148 w 201"/>
                    <a:gd name="T65" fmla="*/ 106 h 126"/>
                    <a:gd name="T66" fmla="*/ 145 w 201"/>
                    <a:gd name="T67" fmla="*/ 108 h 126"/>
                    <a:gd name="T68" fmla="*/ 146 w 201"/>
                    <a:gd name="T69" fmla="*/ 125 h 126"/>
                    <a:gd name="T70" fmla="*/ 132 w 201"/>
                    <a:gd name="T71" fmla="*/ 117 h 126"/>
                    <a:gd name="T72" fmla="*/ 117 w 201"/>
                    <a:gd name="T73" fmla="*/ 110 h 126"/>
                    <a:gd name="T74" fmla="*/ 126 w 201"/>
                    <a:gd name="T75" fmla="*/ 99 h 126"/>
                    <a:gd name="T76" fmla="*/ 128 w 201"/>
                    <a:gd name="T77" fmla="*/ 90 h 126"/>
                    <a:gd name="T78" fmla="*/ 106 w 201"/>
                    <a:gd name="T79" fmla="*/ 83 h 126"/>
                    <a:gd name="T80" fmla="*/ 94 w 201"/>
                    <a:gd name="T81" fmla="*/ 88 h 126"/>
                    <a:gd name="T82" fmla="*/ 84 w 201"/>
                    <a:gd name="T83" fmla="*/ 95 h 126"/>
                    <a:gd name="T84" fmla="*/ 75 w 201"/>
                    <a:gd name="T85" fmla="*/ 99 h 126"/>
                    <a:gd name="T86" fmla="*/ 68 w 201"/>
                    <a:gd name="T87" fmla="*/ 106 h 126"/>
                    <a:gd name="T88" fmla="*/ 64 w 201"/>
                    <a:gd name="T89" fmla="*/ 101 h 126"/>
                    <a:gd name="T90" fmla="*/ 63 w 201"/>
                    <a:gd name="T91" fmla="*/ 94 h 126"/>
                    <a:gd name="T92" fmla="*/ 64 w 201"/>
                    <a:gd name="T93" fmla="*/ 88 h 126"/>
                    <a:gd name="T94" fmla="*/ 53 w 201"/>
                    <a:gd name="T95" fmla="*/ 83 h 126"/>
                    <a:gd name="T96" fmla="*/ 41 w 201"/>
                    <a:gd name="T97" fmla="*/ 75 h 126"/>
                    <a:gd name="T98" fmla="*/ 33 w 201"/>
                    <a:gd name="T99" fmla="*/ 68 h 126"/>
                    <a:gd name="T100" fmla="*/ 42 w 201"/>
                    <a:gd name="T101" fmla="*/ 57 h 126"/>
                    <a:gd name="T102" fmla="*/ 24 w 201"/>
                    <a:gd name="T103" fmla="*/ 48 h 126"/>
                    <a:gd name="T104" fmla="*/ 30 w 201"/>
                    <a:gd name="T105" fmla="*/ 37 h 126"/>
                    <a:gd name="T106" fmla="*/ 15 w 201"/>
                    <a:gd name="T107" fmla="*/ 31 h 126"/>
                    <a:gd name="T108" fmla="*/ 13 w 201"/>
                    <a:gd name="T109" fmla="*/ 26 h 126"/>
                    <a:gd name="T110" fmla="*/ 15 w 201"/>
                    <a:gd name="T111" fmla="*/ 17 h 126"/>
                    <a:gd name="T112" fmla="*/ 31 w 201"/>
                    <a:gd name="T113" fmla="*/ 19 h 126"/>
                    <a:gd name="T114" fmla="*/ 46 w 201"/>
                    <a:gd name="T115" fmla="*/ 26 h 126"/>
                    <a:gd name="T116" fmla="*/ 63 w 201"/>
                    <a:gd name="T117" fmla="*/ 30 h 126"/>
                    <a:gd name="T118" fmla="*/ 68 w 201"/>
                    <a:gd name="T119" fmla="*/ 20 h 126"/>
                    <a:gd name="T120" fmla="*/ 63 w 201"/>
                    <a:gd name="T121" fmla="*/ 17 h 126"/>
                    <a:gd name="T122" fmla="*/ 55 w 201"/>
                    <a:gd name="T123" fmla="*/ 13 h 126"/>
                    <a:gd name="T124" fmla="*/ 59 w 201"/>
                    <a:gd name="T125"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126">
                      <a:moveTo>
                        <a:pt x="13" y="77"/>
                      </a:moveTo>
                      <a:lnTo>
                        <a:pt x="13" y="79"/>
                      </a:lnTo>
                      <a:lnTo>
                        <a:pt x="15" y="79"/>
                      </a:lnTo>
                      <a:lnTo>
                        <a:pt x="15" y="81"/>
                      </a:lnTo>
                      <a:lnTo>
                        <a:pt x="15" y="83"/>
                      </a:lnTo>
                      <a:lnTo>
                        <a:pt x="17" y="83"/>
                      </a:lnTo>
                      <a:lnTo>
                        <a:pt x="19" y="83"/>
                      </a:lnTo>
                      <a:lnTo>
                        <a:pt x="21" y="84"/>
                      </a:lnTo>
                      <a:lnTo>
                        <a:pt x="22" y="84"/>
                      </a:lnTo>
                      <a:lnTo>
                        <a:pt x="24" y="84"/>
                      </a:lnTo>
                      <a:lnTo>
                        <a:pt x="24" y="86"/>
                      </a:lnTo>
                      <a:lnTo>
                        <a:pt x="26" y="86"/>
                      </a:lnTo>
                      <a:lnTo>
                        <a:pt x="28" y="86"/>
                      </a:lnTo>
                      <a:lnTo>
                        <a:pt x="28" y="84"/>
                      </a:lnTo>
                      <a:lnTo>
                        <a:pt x="30" y="84"/>
                      </a:lnTo>
                      <a:lnTo>
                        <a:pt x="31" y="84"/>
                      </a:lnTo>
                      <a:lnTo>
                        <a:pt x="31" y="83"/>
                      </a:lnTo>
                      <a:lnTo>
                        <a:pt x="33" y="83"/>
                      </a:lnTo>
                      <a:lnTo>
                        <a:pt x="35" y="83"/>
                      </a:lnTo>
                      <a:lnTo>
                        <a:pt x="37" y="83"/>
                      </a:lnTo>
                      <a:lnTo>
                        <a:pt x="37" y="84"/>
                      </a:lnTo>
                      <a:lnTo>
                        <a:pt x="37" y="86"/>
                      </a:lnTo>
                      <a:lnTo>
                        <a:pt x="39" y="86"/>
                      </a:lnTo>
                      <a:lnTo>
                        <a:pt x="37" y="86"/>
                      </a:lnTo>
                      <a:lnTo>
                        <a:pt x="39" y="86"/>
                      </a:lnTo>
                      <a:lnTo>
                        <a:pt x="39" y="88"/>
                      </a:lnTo>
                      <a:lnTo>
                        <a:pt x="37" y="88"/>
                      </a:lnTo>
                      <a:lnTo>
                        <a:pt x="37" y="90"/>
                      </a:lnTo>
                      <a:lnTo>
                        <a:pt x="37" y="92"/>
                      </a:lnTo>
                      <a:lnTo>
                        <a:pt x="39" y="92"/>
                      </a:lnTo>
                      <a:lnTo>
                        <a:pt x="41" y="92"/>
                      </a:lnTo>
                      <a:lnTo>
                        <a:pt x="42" y="94"/>
                      </a:lnTo>
                      <a:lnTo>
                        <a:pt x="44" y="94"/>
                      </a:lnTo>
                      <a:lnTo>
                        <a:pt x="44" y="95"/>
                      </a:lnTo>
                      <a:lnTo>
                        <a:pt x="44" y="97"/>
                      </a:lnTo>
                      <a:lnTo>
                        <a:pt x="44" y="99"/>
                      </a:lnTo>
                      <a:lnTo>
                        <a:pt x="46" y="99"/>
                      </a:lnTo>
                      <a:lnTo>
                        <a:pt x="44" y="101"/>
                      </a:lnTo>
                      <a:lnTo>
                        <a:pt x="46" y="101"/>
                      </a:lnTo>
                      <a:lnTo>
                        <a:pt x="46" y="103"/>
                      </a:lnTo>
                      <a:lnTo>
                        <a:pt x="48" y="103"/>
                      </a:lnTo>
                      <a:lnTo>
                        <a:pt x="48" y="105"/>
                      </a:lnTo>
                      <a:lnTo>
                        <a:pt x="48" y="106"/>
                      </a:lnTo>
                      <a:lnTo>
                        <a:pt x="50" y="106"/>
                      </a:lnTo>
                      <a:lnTo>
                        <a:pt x="50" y="108"/>
                      </a:lnTo>
                      <a:lnTo>
                        <a:pt x="50" y="110"/>
                      </a:lnTo>
                      <a:lnTo>
                        <a:pt x="48" y="110"/>
                      </a:lnTo>
                      <a:lnTo>
                        <a:pt x="48" y="108"/>
                      </a:lnTo>
                      <a:lnTo>
                        <a:pt x="46" y="108"/>
                      </a:lnTo>
                      <a:lnTo>
                        <a:pt x="44" y="108"/>
                      </a:lnTo>
                      <a:lnTo>
                        <a:pt x="42" y="108"/>
                      </a:lnTo>
                      <a:lnTo>
                        <a:pt x="41" y="108"/>
                      </a:lnTo>
                      <a:lnTo>
                        <a:pt x="39" y="108"/>
                      </a:lnTo>
                      <a:lnTo>
                        <a:pt x="37" y="108"/>
                      </a:lnTo>
                      <a:lnTo>
                        <a:pt x="37" y="106"/>
                      </a:lnTo>
                      <a:lnTo>
                        <a:pt x="35" y="106"/>
                      </a:lnTo>
                      <a:lnTo>
                        <a:pt x="33" y="106"/>
                      </a:lnTo>
                      <a:lnTo>
                        <a:pt x="31" y="106"/>
                      </a:lnTo>
                      <a:lnTo>
                        <a:pt x="30" y="106"/>
                      </a:lnTo>
                      <a:lnTo>
                        <a:pt x="30" y="105"/>
                      </a:lnTo>
                      <a:lnTo>
                        <a:pt x="28" y="105"/>
                      </a:lnTo>
                      <a:lnTo>
                        <a:pt x="28" y="106"/>
                      </a:lnTo>
                      <a:lnTo>
                        <a:pt x="28" y="105"/>
                      </a:lnTo>
                      <a:lnTo>
                        <a:pt x="26" y="105"/>
                      </a:lnTo>
                      <a:lnTo>
                        <a:pt x="24" y="105"/>
                      </a:lnTo>
                      <a:lnTo>
                        <a:pt x="24" y="103"/>
                      </a:lnTo>
                      <a:lnTo>
                        <a:pt x="22" y="101"/>
                      </a:lnTo>
                      <a:lnTo>
                        <a:pt x="21" y="99"/>
                      </a:lnTo>
                      <a:lnTo>
                        <a:pt x="19" y="97"/>
                      </a:lnTo>
                      <a:lnTo>
                        <a:pt x="17" y="97"/>
                      </a:lnTo>
                      <a:lnTo>
                        <a:pt x="15" y="97"/>
                      </a:lnTo>
                      <a:lnTo>
                        <a:pt x="13" y="97"/>
                      </a:lnTo>
                      <a:lnTo>
                        <a:pt x="13" y="95"/>
                      </a:lnTo>
                      <a:lnTo>
                        <a:pt x="13" y="94"/>
                      </a:lnTo>
                      <a:lnTo>
                        <a:pt x="11" y="94"/>
                      </a:lnTo>
                      <a:lnTo>
                        <a:pt x="11" y="92"/>
                      </a:lnTo>
                      <a:lnTo>
                        <a:pt x="11" y="90"/>
                      </a:lnTo>
                      <a:lnTo>
                        <a:pt x="10" y="90"/>
                      </a:lnTo>
                      <a:lnTo>
                        <a:pt x="8" y="90"/>
                      </a:lnTo>
                      <a:lnTo>
                        <a:pt x="8" y="88"/>
                      </a:lnTo>
                      <a:lnTo>
                        <a:pt x="6" y="88"/>
                      </a:lnTo>
                      <a:lnTo>
                        <a:pt x="6" y="86"/>
                      </a:lnTo>
                      <a:lnTo>
                        <a:pt x="6" y="84"/>
                      </a:lnTo>
                      <a:lnTo>
                        <a:pt x="4" y="83"/>
                      </a:lnTo>
                      <a:lnTo>
                        <a:pt x="2" y="83"/>
                      </a:lnTo>
                      <a:lnTo>
                        <a:pt x="2" y="81"/>
                      </a:lnTo>
                      <a:lnTo>
                        <a:pt x="0" y="81"/>
                      </a:lnTo>
                      <a:lnTo>
                        <a:pt x="2" y="81"/>
                      </a:lnTo>
                      <a:lnTo>
                        <a:pt x="0" y="81"/>
                      </a:lnTo>
                      <a:lnTo>
                        <a:pt x="2" y="79"/>
                      </a:lnTo>
                      <a:lnTo>
                        <a:pt x="0" y="79"/>
                      </a:lnTo>
                      <a:lnTo>
                        <a:pt x="2" y="79"/>
                      </a:lnTo>
                      <a:lnTo>
                        <a:pt x="4" y="77"/>
                      </a:lnTo>
                      <a:lnTo>
                        <a:pt x="6" y="77"/>
                      </a:lnTo>
                      <a:lnTo>
                        <a:pt x="6" y="79"/>
                      </a:lnTo>
                      <a:lnTo>
                        <a:pt x="8" y="79"/>
                      </a:lnTo>
                      <a:lnTo>
                        <a:pt x="8" y="77"/>
                      </a:lnTo>
                      <a:lnTo>
                        <a:pt x="10" y="77"/>
                      </a:lnTo>
                      <a:lnTo>
                        <a:pt x="10" y="75"/>
                      </a:lnTo>
                      <a:lnTo>
                        <a:pt x="11" y="75"/>
                      </a:lnTo>
                      <a:lnTo>
                        <a:pt x="11" y="77"/>
                      </a:lnTo>
                      <a:lnTo>
                        <a:pt x="13" y="77"/>
                      </a:lnTo>
                      <a:close/>
                      <a:moveTo>
                        <a:pt x="6" y="75"/>
                      </a:moveTo>
                      <a:lnTo>
                        <a:pt x="8" y="75"/>
                      </a:lnTo>
                      <a:lnTo>
                        <a:pt x="8" y="77"/>
                      </a:lnTo>
                      <a:lnTo>
                        <a:pt x="6" y="77"/>
                      </a:lnTo>
                      <a:lnTo>
                        <a:pt x="6" y="75"/>
                      </a:lnTo>
                      <a:close/>
                      <a:moveTo>
                        <a:pt x="10" y="31"/>
                      </a:moveTo>
                      <a:lnTo>
                        <a:pt x="8" y="31"/>
                      </a:lnTo>
                      <a:lnTo>
                        <a:pt x="8" y="30"/>
                      </a:lnTo>
                      <a:lnTo>
                        <a:pt x="10" y="30"/>
                      </a:lnTo>
                      <a:lnTo>
                        <a:pt x="10" y="31"/>
                      </a:lnTo>
                      <a:close/>
                      <a:moveTo>
                        <a:pt x="61" y="2"/>
                      </a:moveTo>
                      <a:lnTo>
                        <a:pt x="63" y="0"/>
                      </a:lnTo>
                      <a:lnTo>
                        <a:pt x="64" y="0"/>
                      </a:lnTo>
                      <a:lnTo>
                        <a:pt x="64" y="2"/>
                      </a:lnTo>
                      <a:lnTo>
                        <a:pt x="64" y="4"/>
                      </a:lnTo>
                      <a:lnTo>
                        <a:pt x="66" y="4"/>
                      </a:lnTo>
                      <a:lnTo>
                        <a:pt x="66" y="2"/>
                      </a:lnTo>
                      <a:lnTo>
                        <a:pt x="68" y="2"/>
                      </a:lnTo>
                      <a:lnTo>
                        <a:pt x="70" y="2"/>
                      </a:lnTo>
                      <a:lnTo>
                        <a:pt x="72" y="2"/>
                      </a:lnTo>
                      <a:lnTo>
                        <a:pt x="72" y="4"/>
                      </a:lnTo>
                      <a:lnTo>
                        <a:pt x="73" y="4"/>
                      </a:lnTo>
                      <a:lnTo>
                        <a:pt x="73" y="6"/>
                      </a:lnTo>
                      <a:lnTo>
                        <a:pt x="75" y="6"/>
                      </a:lnTo>
                      <a:lnTo>
                        <a:pt x="75" y="8"/>
                      </a:lnTo>
                      <a:lnTo>
                        <a:pt x="75" y="6"/>
                      </a:lnTo>
                      <a:lnTo>
                        <a:pt x="77" y="6"/>
                      </a:lnTo>
                      <a:lnTo>
                        <a:pt x="77" y="8"/>
                      </a:lnTo>
                      <a:lnTo>
                        <a:pt x="79" y="9"/>
                      </a:lnTo>
                      <a:lnTo>
                        <a:pt x="81" y="9"/>
                      </a:lnTo>
                      <a:lnTo>
                        <a:pt x="81" y="11"/>
                      </a:lnTo>
                      <a:lnTo>
                        <a:pt x="79" y="11"/>
                      </a:lnTo>
                      <a:lnTo>
                        <a:pt x="81" y="11"/>
                      </a:lnTo>
                      <a:lnTo>
                        <a:pt x="81" y="13"/>
                      </a:lnTo>
                      <a:lnTo>
                        <a:pt x="83" y="13"/>
                      </a:lnTo>
                      <a:lnTo>
                        <a:pt x="83" y="11"/>
                      </a:lnTo>
                      <a:lnTo>
                        <a:pt x="84" y="11"/>
                      </a:lnTo>
                      <a:lnTo>
                        <a:pt x="84" y="13"/>
                      </a:lnTo>
                      <a:lnTo>
                        <a:pt x="86" y="13"/>
                      </a:lnTo>
                      <a:lnTo>
                        <a:pt x="86" y="15"/>
                      </a:lnTo>
                      <a:lnTo>
                        <a:pt x="88" y="15"/>
                      </a:lnTo>
                      <a:lnTo>
                        <a:pt x="88" y="17"/>
                      </a:lnTo>
                      <a:lnTo>
                        <a:pt x="88" y="19"/>
                      </a:lnTo>
                      <a:lnTo>
                        <a:pt x="90" y="19"/>
                      </a:lnTo>
                      <a:lnTo>
                        <a:pt x="90" y="20"/>
                      </a:lnTo>
                      <a:lnTo>
                        <a:pt x="90" y="22"/>
                      </a:lnTo>
                      <a:lnTo>
                        <a:pt x="92" y="22"/>
                      </a:lnTo>
                      <a:lnTo>
                        <a:pt x="94" y="22"/>
                      </a:lnTo>
                      <a:lnTo>
                        <a:pt x="95" y="22"/>
                      </a:lnTo>
                      <a:lnTo>
                        <a:pt x="97" y="22"/>
                      </a:lnTo>
                      <a:lnTo>
                        <a:pt x="97" y="24"/>
                      </a:lnTo>
                      <a:lnTo>
                        <a:pt x="97" y="22"/>
                      </a:lnTo>
                      <a:lnTo>
                        <a:pt x="97" y="24"/>
                      </a:lnTo>
                      <a:lnTo>
                        <a:pt x="99" y="24"/>
                      </a:lnTo>
                      <a:lnTo>
                        <a:pt x="97" y="24"/>
                      </a:lnTo>
                      <a:lnTo>
                        <a:pt x="99" y="24"/>
                      </a:lnTo>
                      <a:lnTo>
                        <a:pt x="99" y="26"/>
                      </a:lnTo>
                      <a:lnTo>
                        <a:pt x="101" y="26"/>
                      </a:lnTo>
                      <a:lnTo>
                        <a:pt x="101" y="24"/>
                      </a:lnTo>
                      <a:lnTo>
                        <a:pt x="103" y="24"/>
                      </a:lnTo>
                      <a:lnTo>
                        <a:pt x="104" y="24"/>
                      </a:lnTo>
                      <a:lnTo>
                        <a:pt x="106" y="26"/>
                      </a:lnTo>
                      <a:lnTo>
                        <a:pt x="108" y="26"/>
                      </a:lnTo>
                      <a:lnTo>
                        <a:pt x="110" y="24"/>
                      </a:lnTo>
                      <a:lnTo>
                        <a:pt x="112" y="24"/>
                      </a:lnTo>
                      <a:lnTo>
                        <a:pt x="112" y="22"/>
                      </a:lnTo>
                      <a:lnTo>
                        <a:pt x="114" y="22"/>
                      </a:lnTo>
                      <a:lnTo>
                        <a:pt x="114" y="20"/>
                      </a:lnTo>
                      <a:lnTo>
                        <a:pt x="115" y="20"/>
                      </a:lnTo>
                      <a:lnTo>
                        <a:pt x="114" y="20"/>
                      </a:lnTo>
                      <a:lnTo>
                        <a:pt x="115" y="20"/>
                      </a:lnTo>
                      <a:lnTo>
                        <a:pt x="115" y="19"/>
                      </a:lnTo>
                      <a:lnTo>
                        <a:pt x="115" y="17"/>
                      </a:lnTo>
                      <a:lnTo>
                        <a:pt x="117" y="17"/>
                      </a:lnTo>
                      <a:lnTo>
                        <a:pt x="117" y="15"/>
                      </a:lnTo>
                      <a:lnTo>
                        <a:pt x="119" y="15"/>
                      </a:lnTo>
                      <a:lnTo>
                        <a:pt x="121" y="15"/>
                      </a:lnTo>
                      <a:lnTo>
                        <a:pt x="123" y="15"/>
                      </a:lnTo>
                      <a:lnTo>
                        <a:pt x="125" y="15"/>
                      </a:lnTo>
                      <a:lnTo>
                        <a:pt x="125" y="13"/>
                      </a:lnTo>
                      <a:lnTo>
                        <a:pt x="126" y="13"/>
                      </a:lnTo>
                      <a:lnTo>
                        <a:pt x="128" y="11"/>
                      </a:lnTo>
                      <a:lnTo>
                        <a:pt x="130" y="11"/>
                      </a:lnTo>
                      <a:lnTo>
                        <a:pt x="130" y="9"/>
                      </a:lnTo>
                      <a:lnTo>
                        <a:pt x="132" y="9"/>
                      </a:lnTo>
                      <a:lnTo>
                        <a:pt x="132" y="8"/>
                      </a:lnTo>
                      <a:lnTo>
                        <a:pt x="134" y="6"/>
                      </a:lnTo>
                      <a:lnTo>
                        <a:pt x="136" y="6"/>
                      </a:lnTo>
                      <a:lnTo>
                        <a:pt x="136" y="4"/>
                      </a:lnTo>
                      <a:lnTo>
                        <a:pt x="137" y="2"/>
                      </a:lnTo>
                      <a:lnTo>
                        <a:pt x="139" y="4"/>
                      </a:lnTo>
                      <a:lnTo>
                        <a:pt x="141" y="6"/>
                      </a:lnTo>
                      <a:lnTo>
                        <a:pt x="143" y="8"/>
                      </a:lnTo>
                      <a:lnTo>
                        <a:pt x="145" y="9"/>
                      </a:lnTo>
                      <a:lnTo>
                        <a:pt x="146" y="11"/>
                      </a:lnTo>
                      <a:lnTo>
                        <a:pt x="148" y="13"/>
                      </a:lnTo>
                      <a:lnTo>
                        <a:pt x="150" y="15"/>
                      </a:lnTo>
                      <a:lnTo>
                        <a:pt x="152" y="17"/>
                      </a:lnTo>
                      <a:lnTo>
                        <a:pt x="154" y="19"/>
                      </a:lnTo>
                      <a:lnTo>
                        <a:pt x="154" y="20"/>
                      </a:lnTo>
                      <a:lnTo>
                        <a:pt x="156" y="20"/>
                      </a:lnTo>
                      <a:lnTo>
                        <a:pt x="156" y="22"/>
                      </a:lnTo>
                      <a:lnTo>
                        <a:pt x="156" y="24"/>
                      </a:lnTo>
                      <a:lnTo>
                        <a:pt x="157" y="26"/>
                      </a:lnTo>
                      <a:lnTo>
                        <a:pt x="157" y="28"/>
                      </a:lnTo>
                      <a:lnTo>
                        <a:pt x="157" y="30"/>
                      </a:lnTo>
                      <a:lnTo>
                        <a:pt x="159" y="31"/>
                      </a:lnTo>
                      <a:lnTo>
                        <a:pt x="159" y="33"/>
                      </a:lnTo>
                      <a:lnTo>
                        <a:pt x="161" y="33"/>
                      </a:lnTo>
                      <a:lnTo>
                        <a:pt x="163" y="33"/>
                      </a:lnTo>
                      <a:lnTo>
                        <a:pt x="163" y="35"/>
                      </a:lnTo>
                      <a:lnTo>
                        <a:pt x="165" y="37"/>
                      </a:lnTo>
                      <a:lnTo>
                        <a:pt x="167" y="37"/>
                      </a:lnTo>
                      <a:lnTo>
                        <a:pt x="167" y="39"/>
                      </a:lnTo>
                      <a:lnTo>
                        <a:pt x="168" y="39"/>
                      </a:lnTo>
                      <a:lnTo>
                        <a:pt x="170" y="39"/>
                      </a:lnTo>
                      <a:lnTo>
                        <a:pt x="170" y="41"/>
                      </a:lnTo>
                      <a:lnTo>
                        <a:pt x="170" y="42"/>
                      </a:lnTo>
                      <a:lnTo>
                        <a:pt x="170" y="44"/>
                      </a:lnTo>
                      <a:lnTo>
                        <a:pt x="170" y="46"/>
                      </a:lnTo>
                      <a:lnTo>
                        <a:pt x="172" y="46"/>
                      </a:lnTo>
                      <a:lnTo>
                        <a:pt x="174" y="46"/>
                      </a:lnTo>
                      <a:lnTo>
                        <a:pt x="176" y="46"/>
                      </a:lnTo>
                      <a:lnTo>
                        <a:pt x="176" y="48"/>
                      </a:lnTo>
                      <a:lnTo>
                        <a:pt x="177" y="48"/>
                      </a:lnTo>
                      <a:lnTo>
                        <a:pt x="179" y="48"/>
                      </a:lnTo>
                      <a:lnTo>
                        <a:pt x="181" y="48"/>
                      </a:lnTo>
                      <a:lnTo>
                        <a:pt x="183" y="48"/>
                      </a:lnTo>
                      <a:lnTo>
                        <a:pt x="185" y="48"/>
                      </a:lnTo>
                      <a:lnTo>
                        <a:pt x="187" y="48"/>
                      </a:lnTo>
                      <a:lnTo>
                        <a:pt x="188" y="48"/>
                      </a:lnTo>
                      <a:lnTo>
                        <a:pt x="190" y="48"/>
                      </a:lnTo>
                      <a:lnTo>
                        <a:pt x="190" y="50"/>
                      </a:lnTo>
                      <a:lnTo>
                        <a:pt x="192" y="50"/>
                      </a:lnTo>
                      <a:lnTo>
                        <a:pt x="194" y="50"/>
                      </a:lnTo>
                      <a:lnTo>
                        <a:pt x="196" y="50"/>
                      </a:lnTo>
                      <a:lnTo>
                        <a:pt x="196" y="52"/>
                      </a:lnTo>
                      <a:lnTo>
                        <a:pt x="198" y="52"/>
                      </a:lnTo>
                      <a:lnTo>
                        <a:pt x="198" y="53"/>
                      </a:lnTo>
                      <a:lnTo>
                        <a:pt x="199" y="53"/>
                      </a:lnTo>
                      <a:lnTo>
                        <a:pt x="199" y="52"/>
                      </a:lnTo>
                      <a:lnTo>
                        <a:pt x="198" y="52"/>
                      </a:lnTo>
                      <a:lnTo>
                        <a:pt x="199" y="52"/>
                      </a:lnTo>
                      <a:lnTo>
                        <a:pt x="199" y="50"/>
                      </a:lnTo>
                      <a:lnTo>
                        <a:pt x="198" y="50"/>
                      </a:lnTo>
                      <a:lnTo>
                        <a:pt x="198" y="48"/>
                      </a:lnTo>
                      <a:lnTo>
                        <a:pt x="198" y="50"/>
                      </a:lnTo>
                      <a:lnTo>
                        <a:pt x="198" y="48"/>
                      </a:lnTo>
                      <a:lnTo>
                        <a:pt x="198" y="50"/>
                      </a:lnTo>
                      <a:lnTo>
                        <a:pt x="199" y="50"/>
                      </a:lnTo>
                      <a:lnTo>
                        <a:pt x="199" y="52"/>
                      </a:lnTo>
                      <a:lnTo>
                        <a:pt x="199" y="53"/>
                      </a:lnTo>
                      <a:lnTo>
                        <a:pt x="201" y="53"/>
                      </a:lnTo>
                      <a:lnTo>
                        <a:pt x="199" y="53"/>
                      </a:lnTo>
                      <a:lnTo>
                        <a:pt x="201" y="53"/>
                      </a:lnTo>
                      <a:lnTo>
                        <a:pt x="201" y="55"/>
                      </a:lnTo>
                      <a:lnTo>
                        <a:pt x="201" y="53"/>
                      </a:lnTo>
                      <a:lnTo>
                        <a:pt x="199" y="53"/>
                      </a:lnTo>
                      <a:lnTo>
                        <a:pt x="199" y="55"/>
                      </a:lnTo>
                      <a:lnTo>
                        <a:pt x="199" y="57"/>
                      </a:lnTo>
                      <a:lnTo>
                        <a:pt x="201" y="59"/>
                      </a:lnTo>
                      <a:lnTo>
                        <a:pt x="201" y="61"/>
                      </a:lnTo>
                      <a:lnTo>
                        <a:pt x="199" y="59"/>
                      </a:lnTo>
                      <a:lnTo>
                        <a:pt x="199" y="57"/>
                      </a:lnTo>
                      <a:lnTo>
                        <a:pt x="198" y="57"/>
                      </a:lnTo>
                      <a:lnTo>
                        <a:pt x="196" y="57"/>
                      </a:lnTo>
                      <a:lnTo>
                        <a:pt x="196" y="55"/>
                      </a:lnTo>
                      <a:lnTo>
                        <a:pt x="194" y="55"/>
                      </a:lnTo>
                      <a:lnTo>
                        <a:pt x="192" y="55"/>
                      </a:lnTo>
                      <a:lnTo>
                        <a:pt x="190" y="55"/>
                      </a:lnTo>
                      <a:lnTo>
                        <a:pt x="188" y="55"/>
                      </a:lnTo>
                      <a:lnTo>
                        <a:pt x="188" y="57"/>
                      </a:lnTo>
                      <a:lnTo>
                        <a:pt x="187" y="57"/>
                      </a:lnTo>
                      <a:lnTo>
                        <a:pt x="188" y="57"/>
                      </a:lnTo>
                      <a:lnTo>
                        <a:pt x="188" y="59"/>
                      </a:lnTo>
                      <a:lnTo>
                        <a:pt x="188" y="57"/>
                      </a:lnTo>
                      <a:lnTo>
                        <a:pt x="187" y="57"/>
                      </a:lnTo>
                      <a:lnTo>
                        <a:pt x="185" y="55"/>
                      </a:lnTo>
                      <a:lnTo>
                        <a:pt x="183" y="55"/>
                      </a:lnTo>
                      <a:lnTo>
                        <a:pt x="181" y="55"/>
                      </a:lnTo>
                      <a:lnTo>
                        <a:pt x="183" y="55"/>
                      </a:lnTo>
                      <a:lnTo>
                        <a:pt x="181" y="57"/>
                      </a:lnTo>
                      <a:lnTo>
                        <a:pt x="179" y="57"/>
                      </a:lnTo>
                      <a:lnTo>
                        <a:pt x="177" y="59"/>
                      </a:lnTo>
                      <a:lnTo>
                        <a:pt x="176" y="59"/>
                      </a:lnTo>
                      <a:lnTo>
                        <a:pt x="176" y="61"/>
                      </a:lnTo>
                      <a:lnTo>
                        <a:pt x="176" y="59"/>
                      </a:lnTo>
                      <a:lnTo>
                        <a:pt x="176" y="61"/>
                      </a:lnTo>
                      <a:lnTo>
                        <a:pt x="174" y="61"/>
                      </a:lnTo>
                      <a:lnTo>
                        <a:pt x="176" y="61"/>
                      </a:lnTo>
                      <a:lnTo>
                        <a:pt x="174" y="61"/>
                      </a:lnTo>
                      <a:lnTo>
                        <a:pt x="174" y="59"/>
                      </a:lnTo>
                      <a:lnTo>
                        <a:pt x="176" y="59"/>
                      </a:lnTo>
                      <a:lnTo>
                        <a:pt x="174" y="59"/>
                      </a:lnTo>
                      <a:lnTo>
                        <a:pt x="174" y="61"/>
                      </a:lnTo>
                      <a:lnTo>
                        <a:pt x="174" y="59"/>
                      </a:lnTo>
                      <a:lnTo>
                        <a:pt x="174" y="61"/>
                      </a:lnTo>
                      <a:lnTo>
                        <a:pt x="172" y="61"/>
                      </a:lnTo>
                      <a:lnTo>
                        <a:pt x="170" y="61"/>
                      </a:lnTo>
                      <a:lnTo>
                        <a:pt x="170" y="62"/>
                      </a:lnTo>
                      <a:lnTo>
                        <a:pt x="168" y="62"/>
                      </a:lnTo>
                      <a:lnTo>
                        <a:pt x="168" y="64"/>
                      </a:lnTo>
                      <a:lnTo>
                        <a:pt x="167" y="64"/>
                      </a:lnTo>
                      <a:lnTo>
                        <a:pt x="167" y="66"/>
                      </a:lnTo>
                      <a:lnTo>
                        <a:pt x="167" y="68"/>
                      </a:lnTo>
                      <a:lnTo>
                        <a:pt x="168" y="68"/>
                      </a:lnTo>
                      <a:lnTo>
                        <a:pt x="168" y="70"/>
                      </a:lnTo>
                      <a:lnTo>
                        <a:pt x="167" y="70"/>
                      </a:lnTo>
                      <a:lnTo>
                        <a:pt x="167" y="72"/>
                      </a:lnTo>
                      <a:lnTo>
                        <a:pt x="167" y="73"/>
                      </a:lnTo>
                      <a:lnTo>
                        <a:pt x="167" y="75"/>
                      </a:lnTo>
                      <a:lnTo>
                        <a:pt x="165" y="75"/>
                      </a:lnTo>
                      <a:lnTo>
                        <a:pt x="165" y="77"/>
                      </a:lnTo>
                      <a:lnTo>
                        <a:pt x="167" y="77"/>
                      </a:lnTo>
                      <a:lnTo>
                        <a:pt x="167" y="79"/>
                      </a:lnTo>
                      <a:lnTo>
                        <a:pt x="165" y="79"/>
                      </a:lnTo>
                      <a:lnTo>
                        <a:pt x="165" y="81"/>
                      </a:lnTo>
                      <a:lnTo>
                        <a:pt x="163" y="81"/>
                      </a:lnTo>
                      <a:lnTo>
                        <a:pt x="163" y="83"/>
                      </a:lnTo>
                      <a:lnTo>
                        <a:pt x="163" y="84"/>
                      </a:lnTo>
                      <a:lnTo>
                        <a:pt x="161" y="84"/>
                      </a:lnTo>
                      <a:lnTo>
                        <a:pt x="161" y="86"/>
                      </a:lnTo>
                      <a:lnTo>
                        <a:pt x="161" y="88"/>
                      </a:lnTo>
                      <a:lnTo>
                        <a:pt x="163" y="88"/>
                      </a:lnTo>
                      <a:lnTo>
                        <a:pt x="163" y="90"/>
                      </a:lnTo>
                      <a:lnTo>
                        <a:pt x="163" y="88"/>
                      </a:lnTo>
                      <a:lnTo>
                        <a:pt x="163" y="90"/>
                      </a:lnTo>
                      <a:lnTo>
                        <a:pt x="165" y="90"/>
                      </a:lnTo>
                      <a:lnTo>
                        <a:pt x="163" y="90"/>
                      </a:lnTo>
                      <a:lnTo>
                        <a:pt x="165" y="90"/>
                      </a:lnTo>
                      <a:lnTo>
                        <a:pt x="163" y="90"/>
                      </a:lnTo>
                      <a:lnTo>
                        <a:pt x="165" y="90"/>
                      </a:lnTo>
                      <a:lnTo>
                        <a:pt x="167" y="90"/>
                      </a:lnTo>
                      <a:lnTo>
                        <a:pt x="167" y="92"/>
                      </a:lnTo>
                      <a:lnTo>
                        <a:pt x="165" y="92"/>
                      </a:lnTo>
                      <a:lnTo>
                        <a:pt x="167" y="92"/>
                      </a:lnTo>
                      <a:lnTo>
                        <a:pt x="167" y="94"/>
                      </a:lnTo>
                      <a:lnTo>
                        <a:pt x="165" y="94"/>
                      </a:lnTo>
                      <a:lnTo>
                        <a:pt x="163" y="94"/>
                      </a:lnTo>
                      <a:lnTo>
                        <a:pt x="165" y="92"/>
                      </a:lnTo>
                      <a:lnTo>
                        <a:pt x="163" y="92"/>
                      </a:lnTo>
                      <a:lnTo>
                        <a:pt x="161" y="92"/>
                      </a:lnTo>
                      <a:lnTo>
                        <a:pt x="161" y="94"/>
                      </a:lnTo>
                      <a:lnTo>
                        <a:pt x="159" y="94"/>
                      </a:lnTo>
                      <a:lnTo>
                        <a:pt x="161" y="94"/>
                      </a:lnTo>
                      <a:lnTo>
                        <a:pt x="159" y="94"/>
                      </a:lnTo>
                      <a:lnTo>
                        <a:pt x="159" y="95"/>
                      </a:lnTo>
                      <a:lnTo>
                        <a:pt x="159" y="97"/>
                      </a:lnTo>
                      <a:lnTo>
                        <a:pt x="159" y="99"/>
                      </a:lnTo>
                      <a:lnTo>
                        <a:pt x="159" y="101"/>
                      </a:lnTo>
                      <a:lnTo>
                        <a:pt x="159" y="99"/>
                      </a:lnTo>
                      <a:lnTo>
                        <a:pt x="159" y="97"/>
                      </a:lnTo>
                      <a:lnTo>
                        <a:pt x="157" y="97"/>
                      </a:lnTo>
                      <a:lnTo>
                        <a:pt x="157" y="99"/>
                      </a:lnTo>
                      <a:lnTo>
                        <a:pt x="156" y="99"/>
                      </a:lnTo>
                      <a:lnTo>
                        <a:pt x="154" y="99"/>
                      </a:lnTo>
                      <a:lnTo>
                        <a:pt x="154" y="97"/>
                      </a:lnTo>
                      <a:lnTo>
                        <a:pt x="156" y="97"/>
                      </a:lnTo>
                      <a:lnTo>
                        <a:pt x="154" y="97"/>
                      </a:lnTo>
                      <a:lnTo>
                        <a:pt x="156" y="97"/>
                      </a:lnTo>
                      <a:lnTo>
                        <a:pt x="156" y="95"/>
                      </a:lnTo>
                      <a:lnTo>
                        <a:pt x="156" y="97"/>
                      </a:lnTo>
                      <a:lnTo>
                        <a:pt x="157" y="95"/>
                      </a:lnTo>
                      <a:lnTo>
                        <a:pt x="156" y="95"/>
                      </a:lnTo>
                      <a:lnTo>
                        <a:pt x="154" y="95"/>
                      </a:lnTo>
                      <a:lnTo>
                        <a:pt x="154" y="97"/>
                      </a:lnTo>
                      <a:lnTo>
                        <a:pt x="154" y="95"/>
                      </a:lnTo>
                      <a:lnTo>
                        <a:pt x="152" y="95"/>
                      </a:lnTo>
                      <a:lnTo>
                        <a:pt x="152" y="97"/>
                      </a:lnTo>
                      <a:lnTo>
                        <a:pt x="154" y="95"/>
                      </a:lnTo>
                      <a:lnTo>
                        <a:pt x="154" y="97"/>
                      </a:lnTo>
                      <a:lnTo>
                        <a:pt x="152" y="97"/>
                      </a:lnTo>
                      <a:lnTo>
                        <a:pt x="150" y="97"/>
                      </a:lnTo>
                      <a:lnTo>
                        <a:pt x="150" y="99"/>
                      </a:lnTo>
                      <a:lnTo>
                        <a:pt x="148" y="99"/>
                      </a:lnTo>
                      <a:lnTo>
                        <a:pt x="148" y="101"/>
                      </a:lnTo>
                      <a:lnTo>
                        <a:pt x="150" y="99"/>
                      </a:lnTo>
                      <a:lnTo>
                        <a:pt x="150" y="101"/>
                      </a:lnTo>
                      <a:lnTo>
                        <a:pt x="148" y="101"/>
                      </a:lnTo>
                      <a:lnTo>
                        <a:pt x="150" y="101"/>
                      </a:lnTo>
                      <a:lnTo>
                        <a:pt x="148" y="101"/>
                      </a:lnTo>
                      <a:lnTo>
                        <a:pt x="148" y="103"/>
                      </a:lnTo>
                      <a:lnTo>
                        <a:pt x="148" y="101"/>
                      </a:lnTo>
                      <a:lnTo>
                        <a:pt x="150" y="101"/>
                      </a:lnTo>
                      <a:lnTo>
                        <a:pt x="148" y="101"/>
                      </a:lnTo>
                      <a:lnTo>
                        <a:pt x="148" y="103"/>
                      </a:lnTo>
                      <a:lnTo>
                        <a:pt x="150" y="103"/>
                      </a:lnTo>
                      <a:lnTo>
                        <a:pt x="150" y="105"/>
                      </a:lnTo>
                      <a:lnTo>
                        <a:pt x="148" y="105"/>
                      </a:lnTo>
                      <a:lnTo>
                        <a:pt x="148" y="106"/>
                      </a:lnTo>
                      <a:lnTo>
                        <a:pt x="148" y="105"/>
                      </a:lnTo>
                      <a:lnTo>
                        <a:pt x="150" y="105"/>
                      </a:lnTo>
                      <a:lnTo>
                        <a:pt x="150" y="106"/>
                      </a:lnTo>
                      <a:lnTo>
                        <a:pt x="148" y="106"/>
                      </a:lnTo>
                      <a:lnTo>
                        <a:pt x="148" y="108"/>
                      </a:lnTo>
                      <a:lnTo>
                        <a:pt x="146" y="108"/>
                      </a:lnTo>
                      <a:lnTo>
                        <a:pt x="146" y="110"/>
                      </a:lnTo>
                      <a:lnTo>
                        <a:pt x="146" y="108"/>
                      </a:lnTo>
                      <a:lnTo>
                        <a:pt x="148" y="108"/>
                      </a:lnTo>
                      <a:lnTo>
                        <a:pt x="146" y="108"/>
                      </a:lnTo>
                      <a:lnTo>
                        <a:pt x="148" y="108"/>
                      </a:lnTo>
                      <a:lnTo>
                        <a:pt x="148" y="106"/>
                      </a:lnTo>
                      <a:lnTo>
                        <a:pt x="148" y="105"/>
                      </a:lnTo>
                      <a:lnTo>
                        <a:pt x="146" y="105"/>
                      </a:lnTo>
                      <a:lnTo>
                        <a:pt x="146" y="106"/>
                      </a:lnTo>
                      <a:lnTo>
                        <a:pt x="145" y="108"/>
                      </a:lnTo>
                      <a:lnTo>
                        <a:pt x="145" y="110"/>
                      </a:lnTo>
                      <a:lnTo>
                        <a:pt x="146" y="110"/>
                      </a:lnTo>
                      <a:lnTo>
                        <a:pt x="145" y="110"/>
                      </a:lnTo>
                      <a:lnTo>
                        <a:pt x="145" y="112"/>
                      </a:lnTo>
                      <a:lnTo>
                        <a:pt x="146" y="112"/>
                      </a:lnTo>
                      <a:lnTo>
                        <a:pt x="146" y="114"/>
                      </a:lnTo>
                      <a:lnTo>
                        <a:pt x="146" y="115"/>
                      </a:lnTo>
                      <a:lnTo>
                        <a:pt x="146" y="117"/>
                      </a:lnTo>
                      <a:lnTo>
                        <a:pt x="146" y="119"/>
                      </a:lnTo>
                      <a:lnTo>
                        <a:pt x="146" y="121"/>
                      </a:lnTo>
                      <a:lnTo>
                        <a:pt x="146" y="123"/>
                      </a:lnTo>
                      <a:lnTo>
                        <a:pt x="146" y="125"/>
                      </a:lnTo>
                      <a:lnTo>
                        <a:pt x="145" y="125"/>
                      </a:lnTo>
                      <a:lnTo>
                        <a:pt x="143" y="125"/>
                      </a:lnTo>
                      <a:lnTo>
                        <a:pt x="141" y="125"/>
                      </a:lnTo>
                      <a:lnTo>
                        <a:pt x="141" y="126"/>
                      </a:lnTo>
                      <a:lnTo>
                        <a:pt x="139" y="126"/>
                      </a:lnTo>
                      <a:lnTo>
                        <a:pt x="137" y="125"/>
                      </a:lnTo>
                      <a:lnTo>
                        <a:pt x="137" y="123"/>
                      </a:lnTo>
                      <a:lnTo>
                        <a:pt x="136" y="123"/>
                      </a:lnTo>
                      <a:lnTo>
                        <a:pt x="136" y="121"/>
                      </a:lnTo>
                      <a:lnTo>
                        <a:pt x="134" y="121"/>
                      </a:lnTo>
                      <a:lnTo>
                        <a:pt x="132" y="119"/>
                      </a:lnTo>
                      <a:lnTo>
                        <a:pt x="132" y="117"/>
                      </a:lnTo>
                      <a:lnTo>
                        <a:pt x="130" y="119"/>
                      </a:lnTo>
                      <a:lnTo>
                        <a:pt x="128" y="119"/>
                      </a:lnTo>
                      <a:lnTo>
                        <a:pt x="126" y="119"/>
                      </a:lnTo>
                      <a:lnTo>
                        <a:pt x="126" y="117"/>
                      </a:lnTo>
                      <a:lnTo>
                        <a:pt x="125" y="117"/>
                      </a:lnTo>
                      <a:lnTo>
                        <a:pt x="125" y="115"/>
                      </a:lnTo>
                      <a:lnTo>
                        <a:pt x="125" y="114"/>
                      </a:lnTo>
                      <a:lnTo>
                        <a:pt x="123" y="114"/>
                      </a:lnTo>
                      <a:lnTo>
                        <a:pt x="121" y="114"/>
                      </a:lnTo>
                      <a:lnTo>
                        <a:pt x="121" y="112"/>
                      </a:lnTo>
                      <a:lnTo>
                        <a:pt x="119" y="112"/>
                      </a:lnTo>
                      <a:lnTo>
                        <a:pt x="117" y="110"/>
                      </a:lnTo>
                      <a:lnTo>
                        <a:pt x="115" y="108"/>
                      </a:lnTo>
                      <a:lnTo>
                        <a:pt x="117" y="108"/>
                      </a:lnTo>
                      <a:lnTo>
                        <a:pt x="119" y="108"/>
                      </a:lnTo>
                      <a:lnTo>
                        <a:pt x="119" y="106"/>
                      </a:lnTo>
                      <a:lnTo>
                        <a:pt x="121" y="106"/>
                      </a:lnTo>
                      <a:lnTo>
                        <a:pt x="123" y="106"/>
                      </a:lnTo>
                      <a:lnTo>
                        <a:pt x="125" y="106"/>
                      </a:lnTo>
                      <a:lnTo>
                        <a:pt x="126" y="105"/>
                      </a:lnTo>
                      <a:lnTo>
                        <a:pt x="128" y="105"/>
                      </a:lnTo>
                      <a:lnTo>
                        <a:pt x="128" y="103"/>
                      </a:lnTo>
                      <a:lnTo>
                        <a:pt x="126" y="101"/>
                      </a:lnTo>
                      <a:lnTo>
                        <a:pt x="126" y="99"/>
                      </a:lnTo>
                      <a:lnTo>
                        <a:pt x="125" y="99"/>
                      </a:lnTo>
                      <a:lnTo>
                        <a:pt x="123" y="99"/>
                      </a:lnTo>
                      <a:lnTo>
                        <a:pt x="123" y="97"/>
                      </a:lnTo>
                      <a:lnTo>
                        <a:pt x="121" y="97"/>
                      </a:lnTo>
                      <a:lnTo>
                        <a:pt x="121" y="95"/>
                      </a:lnTo>
                      <a:lnTo>
                        <a:pt x="121" y="94"/>
                      </a:lnTo>
                      <a:lnTo>
                        <a:pt x="123" y="94"/>
                      </a:lnTo>
                      <a:lnTo>
                        <a:pt x="123" y="92"/>
                      </a:lnTo>
                      <a:lnTo>
                        <a:pt x="125" y="92"/>
                      </a:lnTo>
                      <a:lnTo>
                        <a:pt x="126" y="92"/>
                      </a:lnTo>
                      <a:lnTo>
                        <a:pt x="128" y="92"/>
                      </a:lnTo>
                      <a:lnTo>
                        <a:pt x="128" y="90"/>
                      </a:lnTo>
                      <a:lnTo>
                        <a:pt x="121" y="83"/>
                      </a:lnTo>
                      <a:lnTo>
                        <a:pt x="117" y="79"/>
                      </a:lnTo>
                      <a:lnTo>
                        <a:pt x="115" y="79"/>
                      </a:lnTo>
                      <a:lnTo>
                        <a:pt x="114" y="79"/>
                      </a:lnTo>
                      <a:lnTo>
                        <a:pt x="114" y="81"/>
                      </a:lnTo>
                      <a:lnTo>
                        <a:pt x="114" y="79"/>
                      </a:lnTo>
                      <a:lnTo>
                        <a:pt x="114" y="81"/>
                      </a:lnTo>
                      <a:lnTo>
                        <a:pt x="112" y="81"/>
                      </a:lnTo>
                      <a:lnTo>
                        <a:pt x="110" y="81"/>
                      </a:lnTo>
                      <a:lnTo>
                        <a:pt x="108" y="81"/>
                      </a:lnTo>
                      <a:lnTo>
                        <a:pt x="108" y="83"/>
                      </a:lnTo>
                      <a:lnTo>
                        <a:pt x="106" y="83"/>
                      </a:lnTo>
                      <a:lnTo>
                        <a:pt x="104" y="83"/>
                      </a:lnTo>
                      <a:lnTo>
                        <a:pt x="104" y="84"/>
                      </a:lnTo>
                      <a:lnTo>
                        <a:pt x="104" y="83"/>
                      </a:lnTo>
                      <a:lnTo>
                        <a:pt x="104" y="84"/>
                      </a:lnTo>
                      <a:lnTo>
                        <a:pt x="103" y="84"/>
                      </a:lnTo>
                      <a:lnTo>
                        <a:pt x="101" y="84"/>
                      </a:lnTo>
                      <a:lnTo>
                        <a:pt x="101" y="86"/>
                      </a:lnTo>
                      <a:lnTo>
                        <a:pt x="99" y="86"/>
                      </a:lnTo>
                      <a:lnTo>
                        <a:pt x="97" y="86"/>
                      </a:lnTo>
                      <a:lnTo>
                        <a:pt x="97" y="88"/>
                      </a:lnTo>
                      <a:lnTo>
                        <a:pt x="95" y="88"/>
                      </a:lnTo>
                      <a:lnTo>
                        <a:pt x="94" y="88"/>
                      </a:lnTo>
                      <a:lnTo>
                        <a:pt x="94" y="90"/>
                      </a:lnTo>
                      <a:lnTo>
                        <a:pt x="92" y="90"/>
                      </a:lnTo>
                      <a:lnTo>
                        <a:pt x="92" y="92"/>
                      </a:lnTo>
                      <a:lnTo>
                        <a:pt x="92" y="90"/>
                      </a:lnTo>
                      <a:lnTo>
                        <a:pt x="92" y="92"/>
                      </a:lnTo>
                      <a:lnTo>
                        <a:pt x="90" y="92"/>
                      </a:lnTo>
                      <a:lnTo>
                        <a:pt x="88" y="92"/>
                      </a:lnTo>
                      <a:lnTo>
                        <a:pt x="88" y="94"/>
                      </a:lnTo>
                      <a:lnTo>
                        <a:pt x="88" y="92"/>
                      </a:lnTo>
                      <a:lnTo>
                        <a:pt x="86" y="94"/>
                      </a:lnTo>
                      <a:lnTo>
                        <a:pt x="84" y="94"/>
                      </a:lnTo>
                      <a:lnTo>
                        <a:pt x="84" y="95"/>
                      </a:lnTo>
                      <a:lnTo>
                        <a:pt x="84" y="94"/>
                      </a:lnTo>
                      <a:lnTo>
                        <a:pt x="83" y="94"/>
                      </a:lnTo>
                      <a:lnTo>
                        <a:pt x="84" y="95"/>
                      </a:lnTo>
                      <a:lnTo>
                        <a:pt x="83" y="95"/>
                      </a:lnTo>
                      <a:lnTo>
                        <a:pt x="83" y="97"/>
                      </a:lnTo>
                      <a:lnTo>
                        <a:pt x="81" y="97"/>
                      </a:lnTo>
                      <a:lnTo>
                        <a:pt x="81" y="99"/>
                      </a:lnTo>
                      <a:lnTo>
                        <a:pt x="79" y="99"/>
                      </a:lnTo>
                      <a:lnTo>
                        <a:pt x="77" y="99"/>
                      </a:lnTo>
                      <a:lnTo>
                        <a:pt x="75" y="99"/>
                      </a:lnTo>
                      <a:lnTo>
                        <a:pt x="73" y="99"/>
                      </a:lnTo>
                      <a:lnTo>
                        <a:pt x="75" y="99"/>
                      </a:lnTo>
                      <a:lnTo>
                        <a:pt x="73" y="99"/>
                      </a:lnTo>
                      <a:lnTo>
                        <a:pt x="73" y="101"/>
                      </a:lnTo>
                      <a:lnTo>
                        <a:pt x="72" y="101"/>
                      </a:lnTo>
                      <a:lnTo>
                        <a:pt x="72" y="103"/>
                      </a:lnTo>
                      <a:lnTo>
                        <a:pt x="70" y="105"/>
                      </a:lnTo>
                      <a:lnTo>
                        <a:pt x="70" y="103"/>
                      </a:lnTo>
                      <a:lnTo>
                        <a:pt x="70" y="105"/>
                      </a:lnTo>
                      <a:lnTo>
                        <a:pt x="70" y="103"/>
                      </a:lnTo>
                      <a:lnTo>
                        <a:pt x="68" y="105"/>
                      </a:lnTo>
                      <a:lnTo>
                        <a:pt x="70" y="105"/>
                      </a:lnTo>
                      <a:lnTo>
                        <a:pt x="68" y="105"/>
                      </a:lnTo>
                      <a:lnTo>
                        <a:pt x="68" y="106"/>
                      </a:lnTo>
                      <a:lnTo>
                        <a:pt x="66" y="106"/>
                      </a:lnTo>
                      <a:lnTo>
                        <a:pt x="66" y="108"/>
                      </a:lnTo>
                      <a:lnTo>
                        <a:pt x="64" y="108"/>
                      </a:lnTo>
                      <a:lnTo>
                        <a:pt x="63" y="108"/>
                      </a:lnTo>
                      <a:lnTo>
                        <a:pt x="64" y="108"/>
                      </a:lnTo>
                      <a:lnTo>
                        <a:pt x="63" y="106"/>
                      </a:lnTo>
                      <a:lnTo>
                        <a:pt x="63" y="105"/>
                      </a:lnTo>
                      <a:lnTo>
                        <a:pt x="64" y="105"/>
                      </a:lnTo>
                      <a:lnTo>
                        <a:pt x="64" y="103"/>
                      </a:lnTo>
                      <a:lnTo>
                        <a:pt x="63" y="103"/>
                      </a:lnTo>
                      <a:lnTo>
                        <a:pt x="63" y="101"/>
                      </a:lnTo>
                      <a:lnTo>
                        <a:pt x="64" y="101"/>
                      </a:lnTo>
                      <a:lnTo>
                        <a:pt x="63" y="101"/>
                      </a:lnTo>
                      <a:lnTo>
                        <a:pt x="63" y="99"/>
                      </a:lnTo>
                      <a:lnTo>
                        <a:pt x="61" y="99"/>
                      </a:lnTo>
                      <a:lnTo>
                        <a:pt x="61" y="97"/>
                      </a:lnTo>
                      <a:lnTo>
                        <a:pt x="63" y="97"/>
                      </a:lnTo>
                      <a:lnTo>
                        <a:pt x="64" y="99"/>
                      </a:lnTo>
                      <a:lnTo>
                        <a:pt x="64" y="97"/>
                      </a:lnTo>
                      <a:lnTo>
                        <a:pt x="66" y="97"/>
                      </a:lnTo>
                      <a:lnTo>
                        <a:pt x="66" y="95"/>
                      </a:lnTo>
                      <a:lnTo>
                        <a:pt x="64" y="95"/>
                      </a:lnTo>
                      <a:lnTo>
                        <a:pt x="64" y="94"/>
                      </a:lnTo>
                      <a:lnTo>
                        <a:pt x="63" y="94"/>
                      </a:lnTo>
                      <a:lnTo>
                        <a:pt x="64" y="94"/>
                      </a:lnTo>
                      <a:lnTo>
                        <a:pt x="63" y="94"/>
                      </a:lnTo>
                      <a:lnTo>
                        <a:pt x="63" y="92"/>
                      </a:lnTo>
                      <a:lnTo>
                        <a:pt x="61" y="92"/>
                      </a:lnTo>
                      <a:lnTo>
                        <a:pt x="59" y="92"/>
                      </a:lnTo>
                      <a:lnTo>
                        <a:pt x="59" y="90"/>
                      </a:lnTo>
                      <a:lnTo>
                        <a:pt x="59" y="88"/>
                      </a:lnTo>
                      <a:lnTo>
                        <a:pt x="61" y="88"/>
                      </a:lnTo>
                      <a:lnTo>
                        <a:pt x="63" y="88"/>
                      </a:lnTo>
                      <a:lnTo>
                        <a:pt x="63" y="86"/>
                      </a:lnTo>
                      <a:lnTo>
                        <a:pt x="63" y="88"/>
                      </a:lnTo>
                      <a:lnTo>
                        <a:pt x="64" y="88"/>
                      </a:lnTo>
                      <a:lnTo>
                        <a:pt x="64" y="86"/>
                      </a:lnTo>
                      <a:lnTo>
                        <a:pt x="63" y="86"/>
                      </a:lnTo>
                      <a:lnTo>
                        <a:pt x="64" y="84"/>
                      </a:lnTo>
                      <a:lnTo>
                        <a:pt x="63" y="83"/>
                      </a:lnTo>
                      <a:lnTo>
                        <a:pt x="61" y="83"/>
                      </a:lnTo>
                      <a:lnTo>
                        <a:pt x="61" y="84"/>
                      </a:lnTo>
                      <a:lnTo>
                        <a:pt x="59" y="84"/>
                      </a:lnTo>
                      <a:lnTo>
                        <a:pt x="59" y="83"/>
                      </a:lnTo>
                      <a:lnTo>
                        <a:pt x="57" y="83"/>
                      </a:lnTo>
                      <a:lnTo>
                        <a:pt x="57" y="81"/>
                      </a:lnTo>
                      <a:lnTo>
                        <a:pt x="55" y="83"/>
                      </a:lnTo>
                      <a:lnTo>
                        <a:pt x="53" y="83"/>
                      </a:lnTo>
                      <a:lnTo>
                        <a:pt x="52" y="83"/>
                      </a:lnTo>
                      <a:lnTo>
                        <a:pt x="50" y="83"/>
                      </a:lnTo>
                      <a:lnTo>
                        <a:pt x="50" y="81"/>
                      </a:lnTo>
                      <a:lnTo>
                        <a:pt x="48" y="79"/>
                      </a:lnTo>
                      <a:lnTo>
                        <a:pt x="48" y="81"/>
                      </a:lnTo>
                      <a:lnTo>
                        <a:pt x="46" y="81"/>
                      </a:lnTo>
                      <a:lnTo>
                        <a:pt x="46" y="79"/>
                      </a:lnTo>
                      <a:lnTo>
                        <a:pt x="46" y="77"/>
                      </a:lnTo>
                      <a:lnTo>
                        <a:pt x="44" y="77"/>
                      </a:lnTo>
                      <a:lnTo>
                        <a:pt x="44" y="75"/>
                      </a:lnTo>
                      <a:lnTo>
                        <a:pt x="42" y="75"/>
                      </a:lnTo>
                      <a:lnTo>
                        <a:pt x="41" y="75"/>
                      </a:lnTo>
                      <a:lnTo>
                        <a:pt x="39" y="75"/>
                      </a:lnTo>
                      <a:lnTo>
                        <a:pt x="39" y="73"/>
                      </a:lnTo>
                      <a:lnTo>
                        <a:pt x="37" y="73"/>
                      </a:lnTo>
                      <a:lnTo>
                        <a:pt x="37" y="72"/>
                      </a:lnTo>
                      <a:lnTo>
                        <a:pt x="37" y="70"/>
                      </a:lnTo>
                      <a:lnTo>
                        <a:pt x="35" y="70"/>
                      </a:lnTo>
                      <a:lnTo>
                        <a:pt x="33" y="70"/>
                      </a:lnTo>
                      <a:lnTo>
                        <a:pt x="31" y="70"/>
                      </a:lnTo>
                      <a:lnTo>
                        <a:pt x="30" y="70"/>
                      </a:lnTo>
                      <a:lnTo>
                        <a:pt x="30" y="68"/>
                      </a:lnTo>
                      <a:lnTo>
                        <a:pt x="31" y="68"/>
                      </a:lnTo>
                      <a:lnTo>
                        <a:pt x="33" y="68"/>
                      </a:lnTo>
                      <a:lnTo>
                        <a:pt x="35" y="68"/>
                      </a:lnTo>
                      <a:lnTo>
                        <a:pt x="37" y="68"/>
                      </a:lnTo>
                      <a:lnTo>
                        <a:pt x="39" y="68"/>
                      </a:lnTo>
                      <a:lnTo>
                        <a:pt x="41" y="68"/>
                      </a:lnTo>
                      <a:lnTo>
                        <a:pt x="41" y="66"/>
                      </a:lnTo>
                      <a:lnTo>
                        <a:pt x="41" y="64"/>
                      </a:lnTo>
                      <a:lnTo>
                        <a:pt x="42" y="64"/>
                      </a:lnTo>
                      <a:lnTo>
                        <a:pt x="42" y="62"/>
                      </a:lnTo>
                      <a:lnTo>
                        <a:pt x="44" y="61"/>
                      </a:lnTo>
                      <a:lnTo>
                        <a:pt x="42" y="61"/>
                      </a:lnTo>
                      <a:lnTo>
                        <a:pt x="42" y="59"/>
                      </a:lnTo>
                      <a:lnTo>
                        <a:pt x="42" y="57"/>
                      </a:lnTo>
                      <a:lnTo>
                        <a:pt x="41" y="57"/>
                      </a:lnTo>
                      <a:lnTo>
                        <a:pt x="39" y="57"/>
                      </a:lnTo>
                      <a:lnTo>
                        <a:pt x="37" y="57"/>
                      </a:lnTo>
                      <a:lnTo>
                        <a:pt x="35" y="55"/>
                      </a:lnTo>
                      <a:lnTo>
                        <a:pt x="33" y="55"/>
                      </a:lnTo>
                      <a:lnTo>
                        <a:pt x="31" y="55"/>
                      </a:lnTo>
                      <a:lnTo>
                        <a:pt x="31" y="53"/>
                      </a:lnTo>
                      <a:lnTo>
                        <a:pt x="30" y="53"/>
                      </a:lnTo>
                      <a:lnTo>
                        <a:pt x="28" y="53"/>
                      </a:lnTo>
                      <a:lnTo>
                        <a:pt x="26" y="52"/>
                      </a:lnTo>
                      <a:lnTo>
                        <a:pt x="24" y="50"/>
                      </a:lnTo>
                      <a:lnTo>
                        <a:pt x="24" y="48"/>
                      </a:lnTo>
                      <a:lnTo>
                        <a:pt x="24" y="46"/>
                      </a:lnTo>
                      <a:lnTo>
                        <a:pt x="22" y="48"/>
                      </a:lnTo>
                      <a:lnTo>
                        <a:pt x="22" y="46"/>
                      </a:lnTo>
                      <a:lnTo>
                        <a:pt x="22" y="44"/>
                      </a:lnTo>
                      <a:lnTo>
                        <a:pt x="22" y="42"/>
                      </a:lnTo>
                      <a:lnTo>
                        <a:pt x="24" y="42"/>
                      </a:lnTo>
                      <a:lnTo>
                        <a:pt x="26" y="42"/>
                      </a:lnTo>
                      <a:lnTo>
                        <a:pt x="26" y="41"/>
                      </a:lnTo>
                      <a:lnTo>
                        <a:pt x="28" y="41"/>
                      </a:lnTo>
                      <a:lnTo>
                        <a:pt x="30" y="41"/>
                      </a:lnTo>
                      <a:lnTo>
                        <a:pt x="30" y="39"/>
                      </a:lnTo>
                      <a:lnTo>
                        <a:pt x="30" y="37"/>
                      </a:lnTo>
                      <a:lnTo>
                        <a:pt x="28" y="37"/>
                      </a:lnTo>
                      <a:lnTo>
                        <a:pt x="28" y="35"/>
                      </a:lnTo>
                      <a:lnTo>
                        <a:pt x="26" y="35"/>
                      </a:lnTo>
                      <a:lnTo>
                        <a:pt x="24" y="33"/>
                      </a:lnTo>
                      <a:lnTo>
                        <a:pt x="24" y="31"/>
                      </a:lnTo>
                      <a:lnTo>
                        <a:pt x="22" y="31"/>
                      </a:lnTo>
                      <a:lnTo>
                        <a:pt x="22" y="33"/>
                      </a:lnTo>
                      <a:lnTo>
                        <a:pt x="21" y="33"/>
                      </a:lnTo>
                      <a:lnTo>
                        <a:pt x="19" y="31"/>
                      </a:lnTo>
                      <a:lnTo>
                        <a:pt x="19" y="33"/>
                      </a:lnTo>
                      <a:lnTo>
                        <a:pt x="17" y="31"/>
                      </a:lnTo>
                      <a:lnTo>
                        <a:pt x="15" y="31"/>
                      </a:lnTo>
                      <a:lnTo>
                        <a:pt x="15" y="30"/>
                      </a:lnTo>
                      <a:lnTo>
                        <a:pt x="13" y="30"/>
                      </a:lnTo>
                      <a:lnTo>
                        <a:pt x="13" y="31"/>
                      </a:lnTo>
                      <a:lnTo>
                        <a:pt x="11" y="31"/>
                      </a:lnTo>
                      <a:lnTo>
                        <a:pt x="13" y="31"/>
                      </a:lnTo>
                      <a:lnTo>
                        <a:pt x="11" y="31"/>
                      </a:lnTo>
                      <a:lnTo>
                        <a:pt x="11" y="30"/>
                      </a:lnTo>
                      <a:lnTo>
                        <a:pt x="11" y="28"/>
                      </a:lnTo>
                      <a:lnTo>
                        <a:pt x="13" y="28"/>
                      </a:lnTo>
                      <a:lnTo>
                        <a:pt x="15" y="28"/>
                      </a:lnTo>
                      <a:lnTo>
                        <a:pt x="15" y="26"/>
                      </a:lnTo>
                      <a:lnTo>
                        <a:pt x="13" y="26"/>
                      </a:lnTo>
                      <a:lnTo>
                        <a:pt x="11" y="26"/>
                      </a:lnTo>
                      <a:lnTo>
                        <a:pt x="10" y="26"/>
                      </a:lnTo>
                      <a:lnTo>
                        <a:pt x="10" y="24"/>
                      </a:lnTo>
                      <a:lnTo>
                        <a:pt x="11" y="24"/>
                      </a:lnTo>
                      <a:lnTo>
                        <a:pt x="10" y="24"/>
                      </a:lnTo>
                      <a:lnTo>
                        <a:pt x="11" y="24"/>
                      </a:lnTo>
                      <a:lnTo>
                        <a:pt x="10" y="24"/>
                      </a:lnTo>
                      <a:lnTo>
                        <a:pt x="10" y="22"/>
                      </a:lnTo>
                      <a:lnTo>
                        <a:pt x="11" y="20"/>
                      </a:lnTo>
                      <a:lnTo>
                        <a:pt x="13" y="20"/>
                      </a:lnTo>
                      <a:lnTo>
                        <a:pt x="15" y="19"/>
                      </a:lnTo>
                      <a:lnTo>
                        <a:pt x="15" y="17"/>
                      </a:lnTo>
                      <a:lnTo>
                        <a:pt x="17" y="17"/>
                      </a:lnTo>
                      <a:lnTo>
                        <a:pt x="19" y="15"/>
                      </a:lnTo>
                      <a:lnTo>
                        <a:pt x="19" y="17"/>
                      </a:lnTo>
                      <a:lnTo>
                        <a:pt x="19" y="15"/>
                      </a:lnTo>
                      <a:lnTo>
                        <a:pt x="21" y="15"/>
                      </a:lnTo>
                      <a:lnTo>
                        <a:pt x="21" y="17"/>
                      </a:lnTo>
                      <a:lnTo>
                        <a:pt x="22" y="17"/>
                      </a:lnTo>
                      <a:lnTo>
                        <a:pt x="24" y="17"/>
                      </a:lnTo>
                      <a:lnTo>
                        <a:pt x="26" y="17"/>
                      </a:lnTo>
                      <a:lnTo>
                        <a:pt x="28" y="19"/>
                      </a:lnTo>
                      <a:lnTo>
                        <a:pt x="30" y="19"/>
                      </a:lnTo>
                      <a:lnTo>
                        <a:pt x="31" y="19"/>
                      </a:lnTo>
                      <a:lnTo>
                        <a:pt x="33" y="20"/>
                      </a:lnTo>
                      <a:lnTo>
                        <a:pt x="35" y="20"/>
                      </a:lnTo>
                      <a:lnTo>
                        <a:pt x="33" y="22"/>
                      </a:lnTo>
                      <a:lnTo>
                        <a:pt x="35" y="22"/>
                      </a:lnTo>
                      <a:lnTo>
                        <a:pt x="35" y="24"/>
                      </a:lnTo>
                      <a:lnTo>
                        <a:pt x="37" y="24"/>
                      </a:lnTo>
                      <a:lnTo>
                        <a:pt x="39" y="24"/>
                      </a:lnTo>
                      <a:lnTo>
                        <a:pt x="41" y="24"/>
                      </a:lnTo>
                      <a:lnTo>
                        <a:pt x="41" y="26"/>
                      </a:lnTo>
                      <a:lnTo>
                        <a:pt x="42" y="26"/>
                      </a:lnTo>
                      <a:lnTo>
                        <a:pt x="44" y="26"/>
                      </a:lnTo>
                      <a:lnTo>
                        <a:pt x="46" y="26"/>
                      </a:lnTo>
                      <a:lnTo>
                        <a:pt x="48" y="26"/>
                      </a:lnTo>
                      <a:lnTo>
                        <a:pt x="50" y="26"/>
                      </a:lnTo>
                      <a:lnTo>
                        <a:pt x="52" y="26"/>
                      </a:lnTo>
                      <a:lnTo>
                        <a:pt x="53" y="26"/>
                      </a:lnTo>
                      <a:lnTo>
                        <a:pt x="55" y="26"/>
                      </a:lnTo>
                      <a:lnTo>
                        <a:pt x="55" y="28"/>
                      </a:lnTo>
                      <a:lnTo>
                        <a:pt x="57" y="28"/>
                      </a:lnTo>
                      <a:lnTo>
                        <a:pt x="57" y="30"/>
                      </a:lnTo>
                      <a:lnTo>
                        <a:pt x="59" y="30"/>
                      </a:lnTo>
                      <a:lnTo>
                        <a:pt x="61" y="30"/>
                      </a:lnTo>
                      <a:lnTo>
                        <a:pt x="63" y="31"/>
                      </a:lnTo>
                      <a:lnTo>
                        <a:pt x="63" y="30"/>
                      </a:lnTo>
                      <a:lnTo>
                        <a:pt x="64" y="30"/>
                      </a:lnTo>
                      <a:lnTo>
                        <a:pt x="64" y="28"/>
                      </a:lnTo>
                      <a:lnTo>
                        <a:pt x="66" y="30"/>
                      </a:lnTo>
                      <a:lnTo>
                        <a:pt x="68" y="30"/>
                      </a:lnTo>
                      <a:lnTo>
                        <a:pt x="68" y="28"/>
                      </a:lnTo>
                      <a:lnTo>
                        <a:pt x="68" y="26"/>
                      </a:lnTo>
                      <a:lnTo>
                        <a:pt x="68" y="24"/>
                      </a:lnTo>
                      <a:lnTo>
                        <a:pt x="70" y="24"/>
                      </a:lnTo>
                      <a:lnTo>
                        <a:pt x="70" y="22"/>
                      </a:lnTo>
                      <a:lnTo>
                        <a:pt x="68" y="20"/>
                      </a:lnTo>
                      <a:lnTo>
                        <a:pt x="70" y="20"/>
                      </a:lnTo>
                      <a:lnTo>
                        <a:pt x="68" y="20"/>
                      </a:lnTo>
                      <a:lnTo>
                        <a:pt x="70" y="20"/>
                      </a:lnTo>
                      <a:lnTo>
                        <a:pt x="68" y="20"/>
                      </a:lnTo>
                      <a:lnTo>
                        <a:pt x="68" y="19"/>
                      </a:lnTo>
                      <a:lnTo>
                        <a:pt x="68" y="20"/>
                      </a:lnTo>
                      <a:lnTo>
                        <a:pt x="66" y="20"/>
                      </a:lnTo>
                      <a:lnTo>
                        <a:pt x="68" y="19"/>
                      </a:lnTo>
                      <a:lnTo>
                        <a:pt x="66" y="19"/>
                      </a:lnTo>
                      <a:lnTo>
                        <a:pt x="64" y="19"/>
                      </a:lnTo>
                      <a:lnTo>
                        <a:pt x="63" y="19"/>
                      </a:lnTo>
                      <a:lnTo>
                        <a:pt x="63" y="17"/>
                      </a:lnTo>
                      <a:lnTo>
                        <a:pt x="63" y="19"/>
                      </a:lnTo>
                      <a:lnTo>
                        <a:pt x="63" y="17"/>
                      </a:lnTo>
                      <a:lnTo>
                        <a:pt x="61" y="17"/>
                      </a:lnTo>
                      <a:lnTo>
                        <a:pt x="63" y="17"/>
                      </a:lnTo>
                      <a:lnTo>
                        <a:pt x="61" y="17"/>
                      </a:lnTo>
                      <a:lnTo>
                        <a:pt x="59" y="17"/>
                      </a:lnTo>
                      <a:lnTo>
                        <a:pt x="59" y="15"/>
                      </a:lnTo>
                      <a:lnTo>
                        <a:pt x="57" y="15"/>
                      </a:lnTo>
                      <a:lnTo>
                        <a:pt x="55" y="15"/>
                      </a:lnTo>
                      <a:lnTo>
                        <a:pt x="57" y="15"/>
                      </a:lnTo>
                      <a:lnTo>
                        <a:pt x="55" y="15"/>
                      </a:lnTo>
                      <a:lnTo>
                        <a:pt x="55" y="13"/>
                      </a:lnTo>
                      <a:lnTo>
                        <a:pt x="57" y="13"/>
                      </a:lnTo>
                      <a:lnTo>
                        <a:pt x="55" y="13"/>
                      </a:lnTo>
                      <a:lnTo>
                        <a:pt x="55" y="11"/>
                      </a:lnTo>
                      <a:lnTo>
                        <a:pt x="53" y="11"/>
                      </a:lnTo>
                      <a:lnTo>
                        <a:pt x="53" y="9"/>
                      </a:lnTo>
                      <a:lnTo>
                        <a:pt x="52" y="9"/>
                      </a:lnTo>
                      <a:lnTo>
                        <a:pt x="52" y="8"/>
                      </a:lnTo>
                      <a:lnTo>
                        <a:pt x="52" y="6"/>
                      </a:lnTo>
                      <a:lnTo>
                        <a:pt x="53" y="6"/>
                      </a:lnTo>
                      <a:lnTo>
                        <a:pt x="55" y="6"/>
                      </a:lnTo>
                      <a:lnTo>
                        <a:pt x="55" y="4"/>
                      </a:lnTo>
                      <a:lnTo>
                        <a:pt x="57" y="4"/>
                      </a:lnTo>
                      <a:lnTo>
                        <a:pt x="57" y="2"/>
                      </a:lnTo>
                      <a:lnTo>
                        <a:pt x="59" y="2"/>
                      </a:lnTo>
                      <a:lnTo>
                        <a:pt x="59" y="0"/>
                      </a:lnTo>
                      <a:lnTo>
                        <a:pt x="61" y="0"/>
                      </a:lnTo>
                      <a:lnTo>
                        <a:pt x="61" y="2"/>
                      </a:lnTo>
                      <a:close/>
                      <a:moveTo>
                        <a:pt x="26" y="46"/>
                      </a:moveTo>
                      <a:lnTo>
                        <a:pt x="26" y="48"/>
                      </a:lnTo>
                      <a:lnTo>
                        <a:pt x="28" y="46"/>
                      </a:lnTo>
                      <a:lnTo>
                        <a:pt x="28" y="44"/>
                      </a:lnTo>
                      <a:lnTo>
                        <a:pt x="26" y="44"/>
                      </a:lnTo>
                      <a:lnTo>
                        <a:pt x="26" y="46"/>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17" name="Freeform 10">
                  <a:extLst>
                    <a:ext uri="{FF2B5EF4-FFF2-40B4-BE49-F238E27FC236}">
                      <a16:creationId xmlns:a16="http://schemas.microsoft.com/office/drawing/2014/main" id="{AFD6D574-D43B-01D4-0409-4F47C1EC48BC}"/>
                    </a:ext>
                  </a:extLst>
                </p:cNvPr>
                <p:cNvSpPr>
                  <a:spLocks noEditPoints="1"/>
                </p:cNvSpPr>
                <p:nvPr/>
              </p:nvSpPr>
              <p:spPr bwMode="auto">
                <a:xfrm>
                  <a:off x="2318116" y="2439354"/>
                  <a:ext cx="124699" cy="92169"/>
                </a:xfrm>
                <a:custGeom>
                  <a:avLst/>
                  <a:gdLst>
                    <a:gd name="T0" fmla="*/ 4 w 69"/>
                    <a:gd name="T1" fmla="*/ 51 h 51"/>
                    <a:gd name="T2" fmla="*/ 7 w 69"/>
                    <a:gd name="T3" fmla="*/ 48 h 51"/>
                    <a:gd name="T4" fmla="*/ 7 w 69"/>
                    <a:gd name="T5" fmla="*/ 51 h 51"/>
                    <a:gd name="T6" fmla="*/ 6 w 69"/>
                    <a:gd name="T7" fmla="*/ 51 h 51"/>
                    <a:gd name="T8" fmla="*/ 7 w 69"/>
                    <a:gd name="T9" fmla="*/ 50 h 51"/>
                    <a:gd name="T10" fmla="*/ 6 w 69"/>
                    <a:gd name="T11" fmla="*/ 51 h 51"/>
                    <a:gd name="T12" fmla="*/ 6 w 69"/>
                    <a:gd name="T13" fmla="*/ 51 h 51"/>
                    <a:gd name="T14" fmla="*/ 6 w 69"/>
                    <a:gd name="T15" fmla="*/ 51 h 51"/>
                    <a:gd name="T16" fmla="*/ 6 w 69"/>
                    <a:gd name="T17" fmla="*/ 50 h 51"/>
                    <a:gd name="T18" fmla="*/ 6 w 69"/>
                    <a:gd name="T19" fmla="*/ 50 h 51"/>
                    <a:gd name="T20" fmla="*/ 6 w 69"/>
                    <a:gd name="T21" fmla="*/ 50 h 51"/>
                    <a:gd name="T22" fmla="*/ 7 w 69"/>
                    <a:gd name="T23" fmla="*/ 48 h 51"/>
                    <a:gd name="T24" fmla="*/ 7 w 69"/>
                    <a:gd name="T25" fmla="*/ 48 h 51"/>
                    <a:gd name="T26" fmla="*/ 0 w 69"/>
                    <a:gd name="T27" fmla="*/ 42 h 51"/>
                    <a:gd name="T28" fmla="*/ 4 w 69"/>
                    <a:gd name="T29" fmla="*/ 42 h 51"/>
                    <a:gd name="T30" fmla="*/ 4 w 69"/>
                    <a:gd name="T31" fmla="*/ 42 h 51"/>
                    <a:gd name="T32" fmla="*/ 4 w 69"/>
                    <a:gd name="T33" fmla="*/ 42 h 51"/>
                    <a:gd name="T34" fmla="*/ 4 w 69"/>
                    <a:gd name="T35" fmla="*/ 42 h 51"/>
                    <a:gd name="T36" fmla="*/ 4 w 69"/>
                    <a:gd name="T37" fmla="*/ 42 h 51"/>
                    <a:gd name="T38" fmla="*/ 22 w 69"/>
                    <a:gd name="T39" fmla="*/ 22 h 51"/>
                    <a:gd name="T40" fmla="*/ 22 w 69"/>
                    <a:gd name="T41" fmla="*/ 22 h 51"/>
                    <a:gd name="T42" fmla="*/ 20 w 69"/>
                    <a:gd name="T43" fmla="*/ 18 h 51"/>
                    <a:gd name="T44" fmla="*/ 18 w 69"/>
                    <a:gd name="T45" fmla="*/ 15 h 51"/>
                    <a:gd name="T46" fmla="*/ 26 w 69"/>
                    <a:gd name="T47" fmla="*/ 13 h 51"/>
                    <a:gd name="T48" fmla="*/ 24 w 69"/>
                    <a:gd name="T49" fmla="*/ 15 h 51"/>
                    <a:gd name="T50" fmla="*/ 24 w 69"/>
                    <a:gd name="T51" fmla="*/ 13 h 51"/>
                    <a:gd name="T52" fmla="*/ 22 w 69"/>
                    <a:gd name="T53" fmla="*/ 11 h 51"/>
                    <a:gd name="T54" fmla="*/ 22 w 69"/>
                    <a:gd name="T55" fmla="*/ 11 h 51"/>
                    <a:gd name="T56" fmla="*/ 51 w 69"/>
                    <a:gd name="T57" fmla="*/ 6 h 51"/>
                    <a:gd name="T58" fmla="*/ 51 w 69"/>
                    <a:gd name="T59" fmla="*/ 6 h 51"/>
                    <a:gd name="T60" fmla="*/ 66 w 69"/>
                    <a:gd name="T61" fmla="*/ 4 h 51"/>
                    <a:gd name="T62" fmla="*/ 68 w 69"/>
                    <a:gd name="T63" fmla="*/ 4 h 51"/>
                    <a:gd name="T64" fmla="*/ 68 w 69"/>
                    <a:gd name="T65" fmla="*/ 6 h 51"/>
                    <a:gd name="T66" fmla="*/ 69 w 69"/>
                    <a:gd name="T67" fmla="*/ 6 h 51"/>
                    <a:gd name="T68" fmla="*/ 69 w 69"/>
                    <a:gd name="T69" fmla="*/ 6 h 51"/>
                    <a:gd name="T70" fmla="*/ 69 w 69"/>
                    <a:gd name="T71" fmla="*/ 6 h 51"/>
                    <a:gd name="T72" fmla="*/ 69 w 69"/>
                    <a:gd name="T73" fmla="*/ 6 h 51"/>
                    <a:gd name="T74" fmla="*/ 69 w 69"/>
                    <a:gd name="T75" fmla="*/ 6 h 51"/>
                    <a:gd name="T76" fmla="*/ 68 w 69"/>
                    <a:gd name="T77" fmla="*/ 6 h 51"/>
                    <a:gd name="T78" fmla="*/ 66 w 69"/>
                    <a:gd name="T79" fmla="*/ 4 h 51"/>
                    <a:gd name="T80" fmla="*/ 68 w 69"/>
                    <a:gd name="T81" fmla="*/ 4 h 51"/>
                    <a:gd name="T82" fmla="*/ 68 w 69"/>
                    <a:gd name="T83" fmla="*/ 4 h 51"/>
                    <a:gd name="T84" fmla="*/ 64 w 69"/>
                    <a:gd name="T85" fmla="*/ 4 h 51"/>
                    <a:gd name="T86" fmla="*/ 35 w 69"/>
                    <a:gd name="T87" fmla="*/ 2 h 51"/>
                    <a:gd name="T88" fmla="*/ 35 w 69"/>
                    <a:gd name="T89" fmla="*/ 4 h 51"/>
                    <a:gd name="T90" fmla="*/ 35 w 69"/>
                    <a:gd name="T91" fmla="*/ 2 h 51"/>
                    <a:gd name="T92" fmla="*/ 60 w 69"/>
                    <a:gd name="T93" fmla="*/ 2 h 51"/>
                    <a:gd name="T94" fmla="*/ 59 w 69"/>
                    <a:gd name="T95" fmla="*/ 2 h 51"/>
                    <a:gd name="T96" fmla="*/ 59 w 69"/>
                    <a:gd name="T97" fmla="*/ 2 h 51"/>
                    <a:gd name="T98" fmla="*/ 59 w 69"/>
                    <a:gd name="T99" fmla="*/ 2 h 51"/>
                    <a:gd name="T100" fmla="*/ 57 w 69"/>
                    <a:gd name="T101" fmla="*/ 4 h 51"/>
                    <a:gd name="T102" fmla="*/ 57 w 69"/>
                    <a:gd name="T103" fmla="*/ 4 h 51"/>
                    <a:gd name="T104" fmla="*/ 59 w 69"/>
                    <a:gd name="T105" fmla="*/ 2 h 51"/>
                    <a:gd name="T106" fmla="*/ 59 w 69"/>
                    <a:gd name="T107" fmla="*/ 2 h 51"/>
                    <a:gd name="T108" fmla="*/ 57 w 69"/>
                    <a:gd name="T109" fmla="*/ 2 h 51"/>
                    <a:gd name="T110" fmla="*/ 57 w 69"/>
                    <a:gd name="T11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 h="51">
                      <a:moveTo>
                        <a:pt x="6" y="51"/>
                      </a:moveTo>
                      <a:lnTo>
                        <a:pt x="6" y="51"/>
                      </a:lnTo>
                      <a:lnTo>
                        <a:pt x="6" y="51"/>
                      </a:lnTo>
                      <a:lnTo>
                        <a:pt x="6" y="51"/>
                      </a:lnTo>
                      <a:lnTo>
                        <a:pt x="6" y="51"/>
                      </a:lnTo>
                      <a:lnTo>
                        <a:pt x="6" y="51"/>
                      </a:lnTo>
                      <a:lnTo>
                        <a:pt x="6" y="51"/>
                      </a:lnTo>
                      <a:lnTo>
                        <a:pt x="4" y="51"/>
                      </a:lnTo>
                      <a:lnTo>
                        <a:pt x="4" y="51"/>
                      </a:lnTo>
                      <a:lnTo>
                        <a:pt x="6" y="51"/>
                      </a:lnTo>
                      <a:lnTo>
                        <a:pt x="6" y="51"/>
                      </a:lnTo>
                      <a:lnTo>
                        <a:pt x="6" y="51"/>
                      </a:lnTo>
                      <a:lnTo>
                        <a:pt x="6" y="51"/>
                      </a:lnTo>
                      <a:close/>
                      <a:moveTo>
                        <a:pt x="7" y="48"/>
                      </a:moveTo>
                      <a:lnTo>
                        <a:pt x="7" y="48"/>
                      </a:lnTo>
                      <a:lnTo>
                        <a:pt x="7" y="48"/>
                      </a:lnTo>
                      <a:lnTo>
                        <a:pt x="7" y="50"/>
                      </a:lnTo>
                      <a:lnTo>
                        <a:pt x="7" y="50"/>
                      </a:lnTo>
                      <a:lnTo>
                        <a:pt x="7" y="50"/>
                      </a:lnTo>
                      <a:lnTo>
                        <a:pt x="7" y="50"/>
                      </a:lnTo>
                      <a:lnTo>
                        <a:pt x="7" y="50"/>
                      </a:lnTo>
                      <a:lnTo>
                        <a:pt x="7" y="51"/>
                      </a:lnTo>
                      <a:lnTo>
                        <a:pt x="7" y="51"/>
                      </a:lnTo>
                      <a:lnTo>
                        <a:pt x="7" y="51"/>
                      </a:lnTo>
                      <a:lnTo>
                        <a:pt x="6" y="51"/>
                      </a:lnTo>
                      <a:lnTo>
                        <a:pt x="6" y="51"/>
                      </a:lnTo>
                      <a:lnTo>
                        <a:pt x="6" y="51"/>
                      </a:lnTo>
                      <a:lnTo>
                        <a:pt x="6" y="51"/>
                      </a:lnTo>
                      <a:lnTo>
                        <a:pt x="6" y="51"/>
                      </a:lnTo>
                      <a:lnTo>
                        <a:pt x="6" y="51"/>
                      </a:lnTo>
                      <a:lnTo>
                        <a:pt x="6" y="51"/>
                      </a:lnTo>
                      <a:lnTo>
                        <a:pt x="6" y="51"/>
                      </a:lnTo>
                      <a:lnTo>
                        <a:pt x="7" y="51"/>
                      </a:lnTo>
                      <a:lnTo>
                        <a:pt x="7" y="51"/>
                      </a:lnTo>
                      <a:lnTo>
                        <a:pt x="7" y="51"/>
                      </a:lnTo>
                      <a:lnTo>
                        <a:pt x="7" y="50"/>
                      </a:lnTo>
                      <a:lnTo>
                        <a:pt x="7" y="50"/>
                      </a:lnTo>
                      <a:lnTo>
                        <a:pt x="7" y="50"/>
                      </a:lnTo>
                      <a:lnTo>
                        <a:pt x="7" y="50"/>
                      </a:lnTo>
                      <a:lnTo>
                        <a:pt x="7" y="50"/>
                      </a:lnTo>
                      <a:lnTo>
                        <a:pt x="7" y="50"/>
                      </a:lnTo>
                      <a:lnTo>
                        <a:pt x="7" y="50"/>
                      </a:lnTo>
                      <a:lnTo>
                        <a:pt x="7" y="50"/>
                      </a:lnTo>
                      <a:lnTo>
                        <a:pt x="7" y="50"/>
                      </a:lnTo>
                      <a:lnTo>
                        <a:pt x="7" y="50"/>
                      </a:lnTo>
                      <a:lnTo>
                        <a:pt x="7" y="50"/>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1"/>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6" y="50"/>
                      </a:lnTo>
                      <a:lnTo>
                        <a:pt x="7" y="50"/>
                      </a:lnTo>
                      <a:lnTo>
                        <a:pt x="7" y="50"/>
                      </a:lnTo>
                      <a:lnTo>
                        <a:pt x="7" y="48"/>
                      </a:lnTo>
                      <a:lnTo>
                        <a:pt x="7" y="48"/>
                      </a:lnTo>
                      <a:lnTo>
                        <a:pt x="7" y="48"/>
                      </a:lnTo>
                      <a:lnTo>
                        <a:pt x="7" y="48"/>
                      </a:lnTo>
                      <a:lnTo>
                        <a:pt x="7" y="48"/>
                      </a:lnTo>
                      <a:lnTo>
                        <a:pt x="7" y="48"/>
                      </a:lnTo>
                      <a:lnTo>
                        <a:pt x="7" y="48"/>
                      </a:lnTo>
                      <a:lnTo>
                        <a:pt x="7" y="48"/>
                      </a:lnTo>
                      <a:lnTo>
                        <a:pt x="7" y="48"/>
                      </a:lnTo>
                      <a:lnTo>
                        <a:pt x="7" y="48"/>
                      </a:lnTo>
                      <a:lnTo>
                        <a:pt x="7" y="48"/>
                      </a:lnTo>
                      <a:lnTo>
                        <a:pt x="7" y="48"/>
                      </a:lnTo>
                      <a:lnTo>
                        <a:pt x="7" y="48"/>
                      </a:lnTo>
                      <a:lnTo>
                        <a:pt x="7" y="48"/>
                      </a:lnTo>
                      <a:lnTo>
                        <a:pt x="7" y="48"/>
                      </a:lnTo>
                      <a:lnTo>
                        <a:pt x="7" y="48"/>
                      </a:lnTo>
                      <a:close/>
                      <a:moveTo>
                        <a:pt x="0" y="44"/>
                      </a:moveTo>
                      <a:lnTo>
                        <a:pt x="0" y="44"/>
                      </a:lnTo>
                      <a:lnTo>
                        <a:pt x="0" y="44"/>
                      </a:lnTo>
                      <a:lnTo>
                        <a:pt x="0" y="42"/>
                      </a:lnTo>
                      <a:lnTo>
                        <a:pt x="0" y="42"/>
                      </a:lnTo>
                      <a:lnTo>
                        <a:pt x="0" y="42"/>
                      </a:lnTo>
                      <a:lnTo>
                        <a:pt x="2" y="42"/>
                      </a:lnTo>
                      <a:lnTo>
                        <a:pt x="2" y="42"/>
                      </a:lnTo>
                      <a:lnTo>
                        <a:pt x="2" y="42"/>
                      </a:lnTo>
                      <a:lnTo>
                        <a:pt x="0" y="44"/>
                      </a:lnTo>
                      <a:lnTo>
                        <a:pt x="0" y="44"/>
                      </a:lnTo>
                      <a:lnTo>
                        <a:pt x="0" y="44"/>
                      </a:lnTo>
                      <a:close/>
                      <a:moveTo>
                        <a:pt x="4" y="42"/>
                      </a:move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close/>
                      <a:moveTo>
                        <a:pt x="4" y="42"/>
                      </a:move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lnTo>
                        <a:pt x="4" y="42"/>
                      </a:lnTo>
                      <a:close/>
                      <a:moveTo>
                        <a:pt x="22" y="22"/>
                      </a:moveTo>
                      <a:lnTo>
                        <a:pt x="22" y="22"/>
                      </a:lnTo>
                      <a:lnTo>
                        <a:pt x="22" y="22"/>
                      </a:lnTo>
                      <a:lnTo>
                        <a:pt x="22" y="22"/>
                      </a:lnTo>
                      <a:lnTo>
                        <a:pt x="22" y="22"/>
                      </a:lnTo>
                      <a:lnTo>
                        <a:pt x="22" y="22"/>
                      </a:lnTo>
                      <a:lnTo>
                        <a:pt x="22" y="22"/>
                      </a:lnTo>
                      <a:lnTo>
                        <a:pt x="22" y="22"/>
                      </a:lnTo>
                      <a:lnTo>
                        <a:pt x="22" y="22"/>
                      </a:lnTo>
                      <a:lnTo>
                        <a:pt x="22" y="22"/>
                      </a:lnTo>
                      <a:lnTo>
                        <a:pt x="22" y="22"/>
                      </a:lnTo>
                      <a:close/>
                      <a:moveTo>
                        <a:pt x="20" y="20"/>
                      </a:moveTo>
                      <a:lnTo>
                        <a:pt x="20" y="20"/>
                      </a:lnTo>
                      <a:lnTo>
                        <a:pt x="20" y="20"/>
                      </a:lnTo>
                      <a:lnTo>
                        <a:pt x="20" y="20"/>
                      </a:lnTo>
                      <a:lnTo>
                        <a:pt x="20" y="18"/>
                      </a:lnTo>
                      <a:lnTo>
                        <a:pt x="20" y="18"/>
                      </a:lnTo>
                      <a:lnTo>
                        <a:pt x="20" y="18"/>
                      </a:lnTo>
                      <a:lnTo>
                        <a:pt x="20" y="18"/>
                      </a:lnTo>
                      <a:lnTo>
                        <a:pt x="20" y="18"/>
                      </a:lnTo>
                      <a:lnTo>
                        <a:pt x="20" y="20"/>
                      </a:lnTo>
                      <a:close/>
                      <a:moveTo>
                        <a:pt x="18" y="15"/>
                      </a:moveTo>
                      <a:lnTo>
                        <a:pt x="18" y="15"/>
                      </a:lnTo>
                      <a:lnTo>
                        <a:pt x="18" y="15"/>
                      </a:lnTo>
                      <a:lnTo>
                        <a:pt x="18" y="15"/>
                      </a:lnTo>
                      <a:lnTo>
                        <a:pt x="18" y="15"/>
                      </a:lnTo>
                      <a:lnTo>
                        <a:pt x="18" y="15"/>
                      </a:lnTo>
                      <a:lnTo>
                        <a:pt x="18" y="15"/>
                      </a:lnTo>
                      <a:lnTo>
                        <a:pt x="18" y="15"/>
                      </a:lnTo>
                      <a:lnTo>
                        <a:pt x="18" y="15"/>
                      </a:lnTo>
                      <a:lnTo>
                        <a:pt x="18" y="15"/>
                      </a:lnTo>
                      <a:lnTo>
                        <a:pt x="18" y="15"/>
                      </a:lnTo>
                      <a:lnTo>
                        <a:pt x="18" y="15"/>
                      </a:lnTo>
                      <a:close/>
                      <a:moveTo>
                        <a:pt x="26" y="13"/>
                      </a:moveTo>
                      <a:lnTo>
                        <a:pt x="26" y="13"/>
                      </a:lnTo>
                      <a:lnTo>
                        <a:pt x="26" y="15"/>
                      </a:lnTo>
                      <a:lnTo>
                        <a:pt x="24" y="13"/>
                      </a:lnTo>
                      <a:lnTo>
                        <a:pt x="24" y="13"/>
                      </a:lnTo>
                      <a:lnTo>
                        <a:pt x="24" y="15"/>
                      </a:lnTo>
                      <a:lnTo>
                        <a:pt x="24" y="15"/>
                      </a:lnTo>
                      <a:lnTo>
                        <a:pt x="24" y="15"/>
                      </a:lnTo>
                      <a:lnTo>
                        <a:pt x="24" y="15"/>
                      </a:lnTo>
                      <a:lnTo>
                        <a:pt x="24" y="15"/>
                      </a:lnTo>
                      <a:lnTo>
                        <a:pt x="24" y="15"/>
                      </a:lnTo>
                      <a:lnTo>
                        <a:pt x="24" y="15"/>
                      </a:lnTo>
                      <a:lnTo>
                        <a:pt x="24" y="13"/>
                      </a:lnTo>
                      <a:lnTo>
                        <a:pt x="24" y="13"/>
                      </a:lnTo>
                      <a:lnTo>
                        <a:pt x="24" y="13"/>
                      </a:lnTo>
                      <a:lnTo>
                        <a:pt x="24" y="13"/>
                      </a:lnTo>
                      <a:lnTo>
                        <a:pt x="24" y="13"/>
                      </a:lnTo>
                      <a:lnTo>
                        <a:pt x="24" y="13"/>
                      </a:lnTo>
                      <a:lnTo>
                        <a:pt x="24" y="13"/>
                      </a:lnTo>
                      <a:lnTo>
                        <a:pt x="26" y="13"/>
                      </a:lnTo>
                      <a:lnTo>
                        <a:pt x="26" y="13"/>
                      </a:lnTo>
                      <a:lnTo>
                        <a:pt x="26" y="13"/>
                      </a:lnTo>
                      <a:lnTo>
                        <a:pt x="26" y="13"/>
                      </a:lnTo>
                      <a:close/>
                      <a:moveTo>
                        <a:pt x="22" y="11"/>
                      </a:moveTo>
                      <a:lnTo>
                        <a:pt x="22" y="11"/>
                      </a:lnTo>
                      <a:lnTo>
                        <a:pt x="22" y="11"/>
                      </a:lnTo>
                      <a:lnTo>
                        <a:pt x="22" y="11"/>
                      </a:lnTo>
                      <a:lnTo>
                        <a:pt x="22" y="13"/>
                      </a:lnTo>
                      <a:lnTo>
                        <a:pt x="22" y="13"/>
                      </a:lnTo>
                      <a:lnTo>
                        <a:pt x="22" y="13"/>
                      </a:lnTo>
                      <a:lnTo>
                        <a:pt x="22" y="11"/>
                      </a:lnTo>
                      <a:lnTo>
                        <a:pt x="22" y="11"/>
                      </a:lnTo>
                      <a:lnTo>
                        <a:pt x="22" y="11"/>
                      </a:lnTo>
                      <a:lnTo>
                        <a:pt x="22" y="11"/>
                      </a:lnTo>
                      <a:lnTo>
                        <a:pt x="22" y="11"/>
                      </a:lnTo>
                      <a:lnTo>
                        <a:pt x="22" y="11"/>
                      </a:lnTo>
                      <a:lnTo>
                        <a:pt x="22" y="11"/>
                      </a:lnTo>
                      <a:close/>
                      <a:moveTo>
                        <a:pt x="51" y="6"/>
                      </a:moveTo>
                      <a:lnTo>
                        <a:pt x="51" y="6"/>
                      </a:lnTo>
                      <a:lnTo>
                        <a:pt x="51" y="6"/>
                      </a:lnTo>
                      <a:lnTo>
                        <a:pt x="51" y="6"/>
                      </a:lnTo>
                      <a:lnTo>
                        <a:pt x="51" y="6"/>
                      </a:lnTo>
                      <a:lnTo>
                        <a:pt x="51" y="6"/>
                      </a:lnTo>
                      <a:lnTo>
                        <a:pt x="51" y="6"/>
                      </a:lnTo>
                      <a:lnTo>
                        <a:pt x="51" y="4"/>
                      </a:lnTo>
                      <a:lnTo>
                        <a:pt x="51" y="4"/>
                      </a:lnTo>
                      <a:lnTo>
                        <a:pt x="51" y="4"/>
                      </a:lnTo>
                      <a:lnTo>
                        <a:pt x="51" y="6"/>
                      </a:lnTo>
                      <a:lnTo>
                        <a:pt x="51" y="6"/>
                      </a:lnTo>
                      <a:lnTo>
                        <a:pt x="51" y="6"/>
                      </a:lnTo>
                      <a:close/>
                      <a:moveTo>
                        <a:pt x="64" y="4"/>
                      </a:moveTo>
                      <a:lnTo>
                        <a:pt x="66" y="4"/>
                      </a:lnTo>
                      <a:lnTo>
                        <a:pt x="66" y="4"/>
                      </a:lnTo>
                      <a:lnTo>
                        <a:pt x="66" y="4"/>
                      </a:lnTo>
                      <a:lnTo>
                        <a:pt x="66" y="4"/>
                      </a:lnTo>
                      <a:lnTo>
                        <a:pt x="66" y="4"/>
                      </a:lnTo>
                      <a:lnTo>
                        <a:pt x="66" y="4"/>
                      </a:lnTo>
                      <a:lnTo>
                        <a:pt x="66" y="4"/>
                      </a:lnTo>
                      <a:lnTo>
                        <a:pt x="66" y="4"/>
                      </a:lnTo>
                      <a:lnTo>
                        <a:pt x="66" y="4"/>
                      </a:lnTo>
                      <a:lnTo>
                        <a:pt x="68" y="4"/>
                      </a:lnTo>
                      <a:lnTo>
                        <a:pt x="68" y="4"/>
                      </a:lnTo>
                      <a:lnTo>
                        <a:pt x="68" y="4"/>
                      </a:lnTo>
                      <a:lnTo>
                        <a:pt x="68" y="4"/>
                      </a:lnTo>
                      <a:lnTo>
                        <a:pt x="68" y="4"/>
                      </a:lnTo>
                      <a:lnTo>
                        <a:pt x="68" y="4"/>
                      </a:lnTo>
                      <a:lnTo>
                        <a:pt x="68" y="4"/>
                      </a:lnTo>
                      <a:lnTo>
                        <a:pt x="68" y="4"/>
                      </a:lnTo>
                      <a:lnTo>
                        <a:pt x="68" y="4"/>
                      </a:lnTo>
                      <a:lnTo>
                        <a:pt x="68" y="4"/>
                      </a:lnTo>
                      <a:lnTo>
                        <a:pt x="68" y="6"/>
                      </a:lnTo>
                      <a:lnTo>
                        <a:pt x="68" y="6"/>
                      </a:lnTo>
                      <a:lnTo>
                        <a:pt x="68" y="4"/>
                      </a:lnTo>
                      <a:lnTo>
                        <a:pt x="68" y="6"/>
                      </a:lnTo>
                      <a:lnTo>
                        <a:pt x="68"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9" y="6"/>
                      </a:lnTo>
                      <a:lnTo>
                        <a:pt x="68" y="6"/>
                      </a:lnTo>
                      <a:lnTo>
                        <a:pt x="68" y="6"/>
                      </a:lnTo>
                      <a:lnTo>
                        <a:pt x="68" y="6"/>
                      </a:lnTo>
                      <a:lnTo>
                        <a:pt x="68" y="6"/>
                      </a:lnTo>
                      <a:lnTo>
                        <a:pt x="68" y="6"/>
                      </a:lnTo>
                      <a:lnTo>
                        <a:pt x="68" y="6"/>
                      </a:lnTo>
                      <a:lnTo>
                        <a:pt x="68" y="6"/>
                      </a:lnTo>
                      <a:lnTo>
                        <a:pt x="68" y="6"/>
                      </a:lnTo>
                      <a:lnTo>
                        <a:pt x="68" y="6"/>
                      </a:lnTo>
                      <a:lnTo>
                        <a:pt x="68" y="6"/>
                      </a:lnTo>
                      <a:lnTo>
                        <a:pt x="68" y="4"/>
                      </a:lnTo>
                      <a:lnTo>
                        <a:pt x="68" y="4"/>
                      </a:lnTo>
                      <a:lnTo>
                        <a:pt x="68" y="4"/>
                      </a:lnTo>
                      <a:lnTo>
                        <a:pt x="66" y="4"/>
                      </a:lnTo>
                      <a:lnTo>
                        <a:pt x="68" y="4"/>
                      </a:lnTo>
                      <a:lnTo>
                        <a:pt x="66" y="4"/>
                      </a:lnTo>
                      <a:lnTo>
                        <a:pt x="68" y="4"/>
                      </a:lnTo>
                      <a:lnTo>
                        <a:pt x="68" y="4"/>
                      </a:lnTo>
                      <a:lnTo>
                        <a:pt x="68" y="4"/>
                      </a:lnTo>
                      <a:lnTo>
                        <a:pt x="68" y="4"/>
                      </a:lnTo>
                      <a:lnTo>
                        <a:pt x="68" y="4"/>
                      </a:lnTo>
                      <a:lnTo>
                        <a:pt x="68" y="4"/>
                      </a:lnTo>
                      <a:lnTo>
                        <a:pt x="68" y="4"/>
                      </a:lnTo>
                      <a:lnTo>
                        <a:pt x="68" y="4"/>
                      </a:lnTo>
                      <a:lnTo>
                        <a:pt x="68" y="4"/>
                      </a:lnTo>
                      <a:lnTo>
                        <a:pt x="68" y="4"/>
                      </a:lnTo>
                      <a:lnTo>
                        <a:pt x="68" y="4"/>
                      </a:lnTo>
                      <a:lnTo>
                        <a:pt x="68" y="4"/>
                      </a:lnTo>
                      <a:lnTo>
                        <a:pt x="68" y="4"/>
                      </a:lnTo>
                      <a:lnTo>
                        <a:pt x="68" y="4"/>
                      </a:lnTo>
                      <a:lnTo>
                        <a:pt x="68" y="4"/>
                      </a:lnTo>
                      <a:lnTo>
                        <a:pt x="66" y="4"/>
                      </a:lnTo>
                      <a:lnTo>
                        <a:pt x="66" y="4"/>
                      </a:lnTo>
                      <a:lnTo>
                        <a:pt x="66" y="4"/>
                      </a:lnTo>
                      <a:lnTo>
                        <a:pt x="64" y="4"/>
                      </a:lnTo>
                      <a:lnTo>
                        <a:pt x="64" y="4"/>
                      </a:lnTo>
                      <a:lnTo>
                        <a:pt x="64" y="4"/>
                      </a:lnTo>
                      <a:lnTo>
                        <a:pt x="64" y="4"/>
                      </a:lnTo>
                      <a:lnTo>
                        <a:pt x="64" y="4"/>
                      </a:lnTo>
                      <a:close/>
                      <a:moveTo>
                        <a:pt x="35" y="2"/>
                      </a:moveTo>
                      <a:lnTo>
                        <a:pt x="35" y="2"/>
                      </a:lnTo>
                      <a:lnTo>
                        <a:pt x="35" y="2"/>
                      </a:lnTo>
                      <a:lnTo>
                        <a:pt x="35" y="2"/>
                      </a:lnTo>
                      <a:lnTo>
                        <a:pt x="35" y="2"/>
                      </a:lnTo>
                      <a:lnTo>
                        <a:pt x="35" y="2"/>
                      </a:lnTo>
                      <a:lnTo>
                        <a:pt x="35" y="2"/>
                      </a:lnTo>
                      <a:lnTo>
                        <a:pt x="35" y="2"/>
                      </a:lnTo>
                      <a:lnTo>
                        <a:pt x="35" y="2"/>
                      </a:lnTo>
                      <a:lnTo>
                        <a:pt x="35" y="2"/>
                      </a:lnTo>
                      <a:lnTo>
                        <a:pt x="35" y="2"/>
                      </a:lnTo>
                      <a:lnTo>
                        <a:pt x="35" y="2"/>
                      </a:lnTo>
                      <a:lnTo>
                        <a:pt x="35" y="4"/>
                      </a:lnTo>
                      <a:lnTo>
                        <a:pt x="35" y="4"/>
                      </a:lnTo>
                      <a:lnTo>
                        <a:pt x="35" y="4"/>
                      </a:lnTo>
                      <a:lnTo>
                        <a:pt x="35" y="4"/>
                      </a:lnTo>
                      <a:lnTo>
                        <a:pt x="35" y="4"/>
                      </a:lnTo>
                      <a:lnTo>
                        <a:pt x="33" y="2"/>
                      </a:lnTo>
                      <a:lnTo>
                        <a:pt x="33" y="2"/>
                      </a:lnTo>
                      <a:lnTo>
                        <a:pt x="33" y="2"/>
                      </a:lnTo>
                      <a:lnTo>
                        <a:pt x="35" y="2"/>
                      </a:lnTo>
                      <a:lnTo>
                        <a:pt x="35" y="2"/>
                      </a:lnTo>
                      <a:lnTo>
                        <a:pt x="35" y="2"/>
                      </a:lnTo>
                      <a:close/>
                      <a:moveTo>
                        <a:pt x="59" y="0"/>
                      </a:moveTo>
                      <a:lnTo>
                        <a:pt x="59" y="2"/>
                      </a:lnTo>
                      <a:lnTo>
                        <a:pt x="59" y="2"/>
                      </a:lnTo>
                      <a:lnTo>
                        <a:pt x="59" y="2"/>
                      </a:lnTo>
                      <a:lnTo>
                        <a:pt x="59" y="2"/>
                      </a:lnTo>
                      <a:lnTo>
                        <a:pt x="59" y="2"/>
                      </a:lnTo>
                      <a:lnTo>
                        <a:pt x="59" y="2"/>
                      </a:lnTo>
                      <a:lnTo>
                        <a:pt x="60" y="2"/>
                      </a:lnTo>
                      <a:lnTo>
                        <a:pt x="60" y="2"/>
                      </a:lnTo>
                      <a:lnTo>
                        <a:pt x="60" y="2"/>
                      </a:lnTo>
                      <a:lnTo>
                        <a:pt x="60"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9" y="2"/>
                      </a:lnTo>
                      <a:lnTo>
                        <a:pt x="57" y="2"/>
                      </a:lnTo>
                      <a:lnTo>
                        <a:pt x="57" y="4"/>
                      </a:lnTo>
                      <a:lnTo>
                        <a:pt x="57" y="4"/>
                      </a:lnTo>
                      <a:lnTo>
                        <a:pt x="57" y="4"/>
                      </a:lnTo>
                      <a:lnTo>
                        <a:pt x="57" y="4"/>
                      </a:lnTo>
                      <a:lnTo>
                        <a:pt x="57" y="4"/>
                      </a:lnTo>
                      <a:lnTo>
                        <a:pt x="57" y="4"/>
                      </a:lnTo>
                      <a:lnTo>
                        <a:pt x="57" y="4"/>
                      </a:lnTo>
                      <a:lnTo>
                        <a:pt x="57" y="4"/>
                      </a:lnTo>
                      <a:lnTo>
                        <a:pt x="57" y="4"/>
                      </a:lnTo>
                      <a:lnTo>
                        <a:pt x="57" y="4"/>
                      </a:lnTo>
                      <a:lnTo>
                        <a:pt x="57" y="4"/>
                      </a:lnTo>
                      <a:lnTo>
                        <a:pt x="57" y="2"/>
                      </a:lnTo>
                      <a:lnTo>
                        <a:pt x="57" y="2"/>
                      </a:lnTo>
                      <a:lnTo>
                        <a:pt x="57" y="2"/>
                      </a:lnTo>
                      <a:lnTo>
                        <a:pt x="57" y="2"/>
                      </a:lnTo>
                      <a:lnTo>
                        <a:pt x="57" y="2"/>
                      </a:lnTo>
                      <a:lnTo>
                        <a:pt x="57" y="2"/>
                      </a:lnTo>
                      <a:lnTo>
                        <a:pt x="59" y="2"/>
                      </a:lnTo>
                      <a:lnTo>
                        <a:pt x="59" y="2"/>
                      </a:lnTo>
                      <a:lnTo>
                        <a:pt x="59" y="2"/>
                      </a:lnTo>
                      <a:lnTo>
                        <a:pt x="59" y="2"/>
                      </a:lnTo>
                      <a:lnTo>
                        <a:pt x="59" y="2"/>
                      </a:lnTo>
                      <a:lnTo>
                        <a:pt x="59" y="2"/>
                      </a:lnTo>
                      <a:lnTo>
                        <a:pt x="59" y="2"/>
                      </a:lnTo>
                      <a:lnTo>
                        <a:pt x="59" y="0"/>
                      </a:lnTo>
                      <a:lnTo>
                        <a:pt x="59" y="0"/>
                      </a:lnTo>
                      <a:lnTo>
                        <a:pt x="59" y="2"/>
                      </a:lnTo>
                      <a:lnTo>
                        <a:pt x="59" y="0"/>
                      </a:lnTo>
                      <a:lnTo>
                        <a:pt x="59" y="0"/>
                      </a:lnTo>
                      <a:close/>
                      <a:moveTo>
                        <a:pt x="57" y="0"/>
                      </a:moveTo>
                      <a:lnTo>
                        <a:pt x="59" y="2"/>
                      </a:lnTo>
                      <a:lnTo>
                        <a:pt x="59" y="2"/>
                      </a:lnTo>
                      <a:lnTo>
                        <a:pt x="59" y="2"/>
                      </a:lnTo>
                      <a:lnTo>
                        <a:pt x="59" y="2"/>
                      </a:lnTo>
                      <a:lnTo>
                        <a:pt x="57" y="2"/>
                      </a:lnTo>
                      <a:lnTo>
                        <a:pt x="57" y="2"/>
                      </a:lnTo>
                      <a:lnTo>
                        <a:pt x="57" y="2"/>
                      </a:lnTo>
                      <a:lnTo>
                        <a:pt x="57" y="2"/>
                      </a:lnTo>
                      <a:lnTo>
                        <a:pt x="57" y="2"/>
                      </a:lnTo>
                      <a:lnTo>
                        <a:pt x="57" y="2"/>
                      </a:lnTo>
                      <a:lnTo>
                        <a:pt x="57" y="2"/>
                      </a:lnTo>
                      <a:lnTo>
                        <a:pt x="57" y="0"/>
                      </a:lnTo>
                      <a:lnTo>
                        <a:pt x="57" y="0"/>
                      </a:lnTo>
                      <a:lnTo>
                        <a:pt x="57" y="0"/>
                      </a:lnTo>
                      <a:lnTo>
                        <a:pt x="5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18" name="Freeform 11">
                  <a:extLst>
                    <a:ext uri="{FF2B5EF4-FFF2-40B4-BE49-F238E27FC236}">
                      <a16:creationId xmlns:a16="http://schemas.microsoft.com/office/drawing/2014/main" id="{4D84C3E9-500D-9338-6710-78CD0221A505}"/>
                    </a:ext>
                  </a:extLst>
                </p:cNvPr>
                <p:cNvSpPr>
                  <a:spLocks noEditPoints="1"/>
                </p:cNvSpPr>
                <p:nvPr/>
              </p:nvSpPr>
              <p:spPr bwMode="auto">
                <a:xfrm>
                  <a:off x="2309081" y="2414053"/>
                  <a:ext cx="115662" cy="121084"/>
                </a:xfrm>
                <a:custGeom>
                  <a:avLst/>
                  <a:gdLst>
                    <a:gd name="T0" fmla="*/ 0 w 64"/>
                    <a:gd name="T1" fmla="*/ 67 h 67"/>
                    <a:gd name="T2" fmla="*/ 9 w 64"/>
                    <a:gd name="T3" fmla="*/ 65 h 67"/>
                    <a:gd name="T4" fmla="*/ 9 w 64"/>
                    <a:gd name="T5" fmla="*/ 65 h 67"/>
                    <a:gd name="T6" fmla="*/ 9 w 64"/>
                    <a:gd name="T7" fmla="*/ 65 h 67"/>
                    <a:gd name="T8" fmla="*/ 5 w 64"/>
                    <a:gd name="T9" fmla="*/ 64 h 67"/>
                    <a:gd name="T10" fmla="*/ 5 w 64"/>
                    <a:gd name="T11" fmla="*/ 64 h 67"/>
                    <a:gd name="T12" fmla="*/ 12 w 64"/>
                    <a:gd name="T13" fmla="*/ 60 h 67"/>
                    <a:gd name="T14" fmla="*/ 12 w 64"/>
                    <a:gd name="T15" fmla="*/ 60 h 67"/>
                    <a:gd name="T16" fmla="*/ 9 w 64"/>
                    <a:gd name="T17" fmla="*/ 60 h 67"/>
                    <a:gd name="T18" fmla="*/ 11 w 64"/>
                    <a:gd name="T19" fmla="*/ 60 h 67"/>
                    <a:gd name="T20" fmla="*/ 11 w 64"/>
                    <a:gd name="T21" fmla="*/ 60 h 67"/>
                    <a:gd name="T22" fmla="*/ 11 w 64"/>
                    <a:gd name="T23" fmla="*/ 60 h 67"/>
                    <a:gd name="T24" fmla="*/ 11 w 64"/>
                    <a:gd name="T25" fmla="*/ 60 h 67"/>
                    <a:gd name="T26" fmla="*/ 11 w 64"/>
                    <a:gd name="T27" fmla="*/ 60 h 67"/>
                    <a:gd name="T28" fmla="*/ 12 w 64"/>
                    <a:gd name="T29" fmla="*/ 60 h 67"/>
                    <a:gd name="T30" fmla="*/ 9 w 64"/>
                    <a:gd name="T31" fmla="*/ 58 h 67"/>
                    <a:gd name="T32" fmla="*/ 9 w 64"/>
                    <a:gd name="T33" fmla="*/ 58 h 67"/>
                    <a:gd name="T34" fmla="*/ 3 w 64"/>
                    <a:gd name="T35" fmla="*/ 58 h 67"/>
                    <a:gd name="T36" fmla="*/ 12 w 64"/>
                    <a:gd name="T37" fmla="*/ 58 h 67"/>
                    <a:gd name="T38" fmla="*/ 5 w 64"/>
                    <a:gd name="T39" fmla="*/ 58 h 67"/>
                    <a:gd name="T40" fmla="*/ 5 w 64"/>
                    <a:gd name="T41" fmla="*/ 58 h 67"/>
                    <a:gd name="T42" fmla="*/ 12 w 64"/>
                    <a:gd name="T43" fmla="*/ 58 h 67"/>
                    <a:gd name="T44" fmla="*/ 5 w 64"/>
                    <a:gd name="T45" fmla="*/ 58 h 67"/>
                    <a:gd name="T46" fmla="*/ 9 w 64"/>
                    <a:gd name="T47" fmla="*/ 56 h 67"/>
                    <a:gd name="T48" fmla="*/ 9 w 64"/>
                    <a:gd name="T49" fmla="*/ 56 h 67"/>
                    <a:gd name="T50" fmla="*/ 9 w 64"/>
                    <a:gd name="T51" fmla="*/ 56 h 67"/>
                    <a:gd name="T52" fmla="*/ 9 w 64"/>
                    <a:gd name="T53" fmla="*/ 56 h 67"/>
                    <a:gd name="T54" fmla="*/ 9 w 64"/>
                    <a:gd name="T55" fmla="*/ 56 h 67"/>
                    <a:gd name="T56" fmla="*/ 9 w 64"/>
                    <a:gd name="T57" fmla="*/ 56 h 67"/>
                    <a:gd name="T58" fmla="*/ 9 w 64"/>
                    <a:gd name="T59" fmla="*/ 56 h 67"/>
                    <a:gd name="T60" fmla="*/ 9 w 64"/>
                    <a:gd name="T61" fmla="*/ 56 h 67"/>
                    <a:gd name="T62" fmla="*/ 9 w 64"/>
                    <a:gd name="T63" fmla="*/ 56 h 67"/>
                    <a:gd name="T64" fmla="*/ 11 w 64"/>
                    <a:gd name="T65" fmla="*/ 54 h 67"/>
                    <a:gd name="T66" fmla="*/ 18 w 64"/>
                    <a:gd name="T67" fmla="*/ 51 h 67"/>
                    <a:gd name="T68" fmla="*/ 20 w 64"/>
                    <a:gd name="T69" fmla="*/ 49 h 67"/>
                    <a:gd name="T70" fmla="*/ 18 w 64"/>
                    <a:gd name="T71" fmla="*/ 47 h 67"/>
                    <a:gd name="T72" fmla="*/ 18 w 64"/>
                    <a:gd name="T73" fmla="*/ 47 h 67"/>
                    <a:gd name="T74" fmla="*/ 18 w 64"/>
                    <a:gd name="T75" fmla="*/ 47 h 67"/>
                    <a:gd name="T76" fmla="*/ 32 w 64"/>
                    <a:gd name="T77" fmla="*/ 42 h 67"/>
                    <a:gd name="T78" fmla="*/ 22 w 64"/>
                    <a:gd name="T79" fmla="*/ 40 h 67"/>
                    <a:gd name="T80" fmla="*/ 22 w 64"/>
                    <a:gd name="T81" fmla="*/ 40 h 67"/>
                    <a:gd name="T82" fmla="*/ 20 w 64"/>
                    <a:gd name="T83" fmla="*/ 40 h 67"/>
                    <a:gd name="T84" fmla="*/ 23 w 64"/>
                    <a:gd name="T85" fmla="*/ 34 h 67"/>
                    <a:gd name="T86" fmla="*/ 23 w 64"/>
                    <a:gd name="T87" fmla="*/ 34 h 67"/>
                    <a:gd name="T88" fmla="*/ 23 w 64"/>
                    <a:gd name="T89" fmla="*/ 34 h 67"/>
                    <a:gd name="T90" fmla="*/ 22 w 64"/>
                    <a:gd name="T91" fmla="*/ 34 h 67"/>
                    <a:gd name="T92" fmla="*/ 22 w 64"/>
                    <a:gd name="T93" fmla="*/ 34 h 67"/>
                    <a:gd name="T94" fmla="*/ 22 w 64"/>
                    <a:gd name="T95" fmla="*/ 34 h 67"/>
                    <a:gd name="T96" fmla="*/ 22 w 64"/>
                    <a:gd name="T97" fmla="*/ 32 h 67"/>
                    <a:gd name="T98" fmla="*/ 23 w 64"/>
                    <a:gd name="T99" fmla="*/ 29 h 67"/>
                    <a:gd name="T100" fmla="*/ 42 w 64"/>
                    <a:gd name="T101" fmla="*/ 18 h 67"/>
                    <a:gd name="T102" fmla="*/ 42 w 64"/>
                    <a:gd name="T103" fmla="*/ 18 h 67"/>
                    <a:gd name="T104" fmla="*/ 64 w 64"/>
                    <a:gd name="T105" fmla="*/ 14 h 67"/>
                    <a:gd name="T106" fmla="*/ 62 w 64"/>
                    <a:gd name="T107" fmla="*/ 14 h 67"/>
                    <a:gd name="T108" fmla="*/ 60 w 64"/>
                    <a:gd name="T109" fmla="*/ 14 h 67"/>
                    <a:gd name="T110" fmla="*/ 60 w 64"/>
                    <a:gd name="T111" fmla="*/ 14 h 67"/>
                    <a:gd name="T112" fmla="*/ 56 w 64"/>
                    <a:gd name="T113" fmla="*/ 12 h 67"/>
                    <a:gd name="T114" fmla="*/ 60 w 64"/>
                    <a:gd name="T115" fmla="*/ 12 h 67"/>
                    <a:gd name="T116" fmla="*/ 60 w 64"/>
                    <a:gd name="T117" fmla="*/ 12 h 67"/>
                    <a:gd name="T118" fmla="*/ 58 w 64"/>
                    <a:gd name="T119" fmla="*/ 12 h 67"/>
                    <a:gd name="T120" fmla="*/ 27 w 64"/>
                    <a:gd name="T1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 h="67">
                      <a:moveTo>
                        <a:pt x="0" y="67"/>
                      </a:moveTo>
                      <a:lnTo>
                        <a:pt x="0" y="67"/>
                      </a:lnTo>
                      <a:lnTo>
                        <a:pt x="0" y="67"/>
                      </a:lnTo>
                      <a:lnTo>
                        <a:pt x="0" y="67"/>
                      </a:lnTo>
                      <a:lnTo>
                        <a:pt x="1" y="67"/>
                      </a:lnTo>
                      <a:lnTo>
                        <a:pt x="0" y="67"/>
                      </a:lnTo>
                      <a:close/>
                      <a:moveTo>
                        <a:pt x="0" y="67"/>
                      </a:moveTo>
                      <a:lnTo>
                        <a:pt x="0" y="67"/>
                      </a:lnTo>
                      <a:lnTo>
                        <a:pt x="0" y="67"/>
                      </a:lnTo>
                      <a:lnTo>
                        <a:pt x="0" y="67"/>
                      </a:lnTo>
                      <a:lnTo>
                        <a:pt x="0" y="67"/>
                      </a:lnTo>
                      <a:close/>
                      <a:moveTo>
                        <a:pt x="9" y="65"/>
                      </a:moveTo>
                      <a:lnTo>
                        <a:pt x="9" y="65"/>
                      </a:lnTo>
                      <a:lnTo>
                        <a:pt x="9" y="65"/>
                      </a:lnTo>
                      <a:lnTo>
                        <a:pt x="9" y="65"/>
                      </a:lnTo>
                      <a:lnTo>
                        <a:pt x="9" y="65"/>
                      </a:lnTo>
                      <a:lnTo>
                        <a:pt x="9" y="65"/>
                      </a:lnTo>
                      <a:lnTo>
                        <a:pt x="9" y="65"/>
                      </a:lnTo>
                      <a:lnTo>
                        <a:pt x="9" y="65"/>
                      </a:lnTo>
                      <a:lnTo>
                        <a:pt x="9" y="65"/>
                      </a:lnTo>
                      <a:lnTo>
                        <a:pt x="9" y="65"/>
                      </a:lnTo>
                      <a:lnTo>
                        <a:pt x="9" y="65"/>
                      </a:lnTo>
                      <a:lnTo>
                        <a:pt x="9" y="65"/>
                      </a:lnTo>
                      <a:lnTo>
                        <a:pt x="9" y="65"/>
                      </a:lnTo>
                      <a:close/>
                      <a:moveTo>
                        <a:pt x="5" y="64"/>
                      </a:moveTo>
                      <a:lnTo>
                        <a:pt x="5" y="64"/>
                      </a:lnTo>
                      <a:lnTo>
                        <a:pt x="5" y="64"/>
                      </a:lnTo>
                      <a:lnTo>
                        <a:pt x="5" y="64"/>
                      </a:lnTo>
                      <a:lnTo>
                        <a:pt x="5" y="64"/>
                      </a:lnTo>
                      <a:lnTo>
                        <a:pt x="5" y="64"/>
                      </a:lnTo>
                      <a:lnTo>
                        <a:pt x="5" y="64"/>
                      </a:lnTo>
                      <a:lnTo>
                        <a:pt x="5" y="64"/>
                      </a:lnTo>
                      <a:lnTo>
                        <a:pt x="5" y="64"/>
                      </a:lnTo>
                      <a:lnTo>
                        <a:pt x="5" y="64"/>
                      </a:lnTo>
                      <a:lnTo>
                        <a:pt x="5" y="64"/>
                      </a:lnTo>
                      <a:lnTo>
                        <a:pt x="5" y="64"/>
                      </a:lnTo>
                      <a:close/>
                      <a:moveTo>
                        <a:pt x="18" y="64"/>
                      </a:moveTo>
                      <a:lnTo>
                        <a:pt x="18" y="64"/>
                      </a:lnTo>
                      <a:lnTo>
                        <a:pt x="18" y="64"/>
                      </a:lnTo>
                      <a:lnTo>
                        <a:pt x="18" y="64"/>
                      </a:lnTo>
                      <a:close/>
                      <a:moveTo>
                        <a:pt x="12" y="60"/>
                      </a:moveTo>
                      <a:lnTo>
                        <a:pt x="12" y="60"/>
                      </a:lnTo>
                      <a:lnTo>
                        <a:pt x="12" y="60"/>
                      </a:lnTo>
                      <a:lnTo>
                        <a:pt x="12" y="60"/>
                      </a:lnTo>
                      <a:lnTo>
                        <a:pt x="12" y="60"/>
                      </a:lnTo>
                      <a:lnTo>
                        <a:pt x="12" y="60"/>
                      </a:lnTo>
                      <a:lnTo>
                        <a:pt x="12" y="60"/>
                      </a:lnTo>
                      <a:lnTo>
                        <a:pt x="12" y="60"/>
                      </a:lnTo>
                      <a:lnTo>
                        <a:pt x="12" y="60"/>
                      </a:lnTo>
                      <a:close/>
                      <a:moveTo>
                        <a:pt x="9" y="60"/>
                      </a:moveTo>
                      <a:lnTo>
                        <a:pt x="9" y="60"/>
                      </a:lnTo>
                      <a:lnTo>
                        <a:pt x="9" y="60"/>
                      </a:lnTo>
                      <a:lnTo>
                        <a:pt x="9" y="60"/>
                      </a:lnTo>
                      <a:lnTo>
                        <a:pt x="9" y="60"/>
                      </a:lnTo>
                      <a:close/>
                      <a:moveTo>
                        <a:pt x="11" y="60"/>
                      </a:moveTo>
                      <a:lnTo>
                        <a:pt x="9" y="60"/>
                      </a:lnTo>
                      <a:lnTo>
                        <a:pt x="9" y="60"/>
                      </a:lnTo>
                      <a:lnTo>
                        <a:pt x="9" y="60"/>
                      </a:lnTo>
                      <a:lnTo>
                        <a:pt x="11" y="60"/>
                      </a:lnTo>
                      <a:lnTo>
                        <a:pt x="11" y="60"/>
                      </a:lnTo>
                      <a:close/>
                      <a:moveTo>
                        <a:pt x="9" y="60"/>
                      </a:moveTo>
                      <a:lnTo>
                        <a:pt x="9" y="60"/>
                      </a:lnTo>
                      <a:lnTo>
                        <a:pt x="9" y="60"/>
                      </a:lnTo>
                      <a:lnTo>
                        <a:pt x="9" y="60"/>
                      </a:lnTo>
                      <a:close/>
                      <a:moveTo>
                        <a:pt x="11" y="60"/>
                      </a:moveTo>
                      <a:lnTo>
                        <a:pt x="11" y="60"/>
                      </a:lnTo>
                      <a:lnTo>
                        <a:pt x="11" y="60"/>
                      </a:lnTo>
                      <a:lnTo>
                        <a:pt x="11" y="60"/>
                      </a:lnTo>
                      <a:lnTo>
                        <a:pt x="11" y="60"/>
                      </a:lnTo>
                      <a:lnTo>
                        <a:pt x="11" y="60"/>
                      </a:lnTo>
                      <a:close/>
                      <a:moveTo>
                        <a:pt x="11" y="60"/>
                      </a:moveTo>
                      <a:lnTo>
                        <a:pt x="11" y="60"/>
                      </a:lnTo>
                      <a:lnTo>
                        <a:pt x="11" y="60"/>
                      </a:lnTo>
                      <a:lnTo>
                        <a:pt x="11" y="60"/>
                      </a:lnTo>
                      <a:lnTo>
                        <a:pt x="11" y="60"/>
                      </a:lnTo>
                      <a:lnTo>
                        <a:pt x="11" y="60"/>
                      </a:lnTo>
                      <a:lnTo>
                        <a:pt x="11" y="60"/>
                      </a:lnTo>
                      <a:close/>
                      <a:moveTo>
                        <a:pt x="11" y="60"/>
                      </a:moveTo>
                      <a:lnTo>
                        <a:pt x="11" y="60"/>
                      </a:lnTo>
                      <a:lnTo>
                        <a:pt x="11" y="60"/>
                      </a:lnTo>
                      <a:lnTo>
                        <a:pt x="11" y="60"/>
                      </a:lnTo>
                      <a:lnTo>
                        <a:pt x="11" y="60"/>
                      </a:lnTo>
                      <a:close/>
                      <a:moveTo>
                        <a:pt x="11" y="60"/>
                      </a:moveTo>
                      <a:lnTo>
                        <a:pt x="11" y="60"/>
                      </a:lnTo>
                      <a:lnTo>
                        <a:pt x="11" y="60"/>
                      </a:lnTo>
                      <a:lnTo>
                        <a:pt x="11" y="60"/>
                      </a:lnTo>
                      <a:lnTo>
                        <a:pt x="11" y="60"/>
                      </a:lnTo>
                      <a:close/>
                      <a:moveTo>
                        <a:pt x="12" y="60"/>
                      </a:moveTo>
                      <a:lnTo>
                        <a:pt x="12" y="60"/>
                      </a:lnTo>
                      <a:lnTo>
                        <a:pt x="12" y="60"/>
                      </a:lnTo>
                      <a:lnTo>
                        <a:pt x="12" y="60"/>
                      </a:lnTo>
                      <a:lnTo>
                        <a:pt x="12" y="60"/>
                      </a:lnTo>
                      <a:lnTo>
                        <a:pt x="12" y="60"/>
                      </a:lnTo>
                      <a:close/>
                      <a:moveTo>
                        <a:pt x="9" y="58"/>
                      </a:moveTo>
                      <a:lnTo>
                        <a:pt x="9" y="58"/>
                      </a:lnTo>
                      <a:lnTo>
                        <a:pt x="9" y="58"/>
                      </a:lnTo>
                      <a:lnTo>
                        <a:pt x="9" y="58"/>
                      </a:lnTo>
                      <a:lnTo>
                        <a:pt x="9" y="58"/>
                      </a:lnTo>
                      <a:lnTo>
                        <a:pt x="9" y="58"/>
                      </a:lnTo>
                      <a:lnTo>
                        <a:pt x="9" y="58"/>
                      </a:lnTo>
                      <a:lnTo>
                        <a:pt x="9" y="58"/>
                      </a:lnTo>
                      <a:lnTo>
                        <a:pt x="9" y="58"/>
                      </a:lnTo>
                      <a:lnTo>
                        <a:pt x="9" y="58"/>
                      </a:lnTo>
                      <a:close/>
                      <a:moveTo>
                        <a:pt x="3" y="58"/>
                      </a:moveTo>
                      <a:lnTo>
                        <a:pt x="3" y="58"/>
                      </a:lnTo>
                      <a:lnTo>
                        <a:pt x="3" y="58"/>
                      </a:lnTo>
                      <a:lnTo>
                        <a:pt x="3" y="58"/>
                      </a:lnTo>
                      <a:lnTo>
                        <a:pt x="3" y="58"/>
                      </a:lnTo>
                      <a:close/>
                      <a:moveTo>
                        <a:pt x="12" y="58"/>
                      </a:moveTo>
                      <a:lnTo>
                        <a:pt x="12" y="58"/>
                      </a:lnTo>
                      <a:lnTo>
                        <a:pt x="12" y="58"/>
                      </a:lnTo>
                      <a:lnTo>
                        <a:pt x="12" y="58"/>
                      </a:lnTo>
                      <a:lnTo>
                        <a:pt x="12" y="58"/>
                      </a:lnTo>
                      <a:lnTo>
                        <a:pt x="12" y="58"/>
                      </a:lnTo>
                      <a:close/>
                      <a:moveTo>
                        <a:pt x="5" y="58"/>
                      </a:moveTo>
                      <a:lnTo>
                        <a:pt x="5" y="58"/>
                      </a:lnTo>
                      <a:lnTo>
                        <a:pt x="5" y="58"/>
                      </a:lnTo>
                      <a:lnTo>
                        <a:pt x="5" y="58"/>
                      </a:lnTo>
                      <a:lnTo>
                        <a:pt x="5" y="58"/>
                      </a:lnTo>
                      <a:lnTo>
                        <a:pt x="5" y="58"/>
                      </a:lnTo>
                      <a:lnTo>
                        <a:pt x="5" y="58"/>
                      </a:lnTo>
                      <a:lnTo>
                        <a:pt x="5" y="58"/>
                      </a:lnTo>
                      <a:close/>
                      <a:moveTo>
                        <a:pt x="5" y="58"/>
                      </a:moveTo>
                      <a:lnTo>
                        <a:pt x="5" y="58"/>
                      </a:lnTo>
                      <a:lnTo>
                        <a:pt x="5" y="58"/>
                      </a:lnTo>
                      <a:lnTo>
                        <a:pt x="5" y="58"/>
                      </a:lnTo>
                      <a:lnTo>
                        <a:pt x="5" y="58"/>
                      </a:lnTo>
                      <a:close/>
                      <a:moveTo>
                        <a:pt x="12" y="58"/>
                      </a:moveTo>
                      <a:lnTo>
                        <a:pt x="12" y="58"/>
                      </a:lnTo>
                      <a:lnTo>
                        <a:pt x="12" y="58"/>
                      </a:lnTo>
                      <a:lnTo>
                        <a:pt x="12" y="58"/>
                      </a:lnTo>
                      <a:lnTo>
                        <a:pt x="12" y="58"/>
                      </a:lnTo>
                      <a:lnTo>
                        <a:pt x="12" y="58"/>
                      </a:lnTo>
                      <a:lnTo>
                        <a:pt x="12" y="58"/>
                      </a:lnTo>
                      <a:lnTo>
                        <a:pt x="12" y="58"/>
                      </a:lnTo>
                      <a:close/>
                      <a:moveTo>
                        <a:pt x="5" y="58"/>
                      </a:moveTo>
                      <a:lnTo>
                        <a:pt x="5" y="58"/>
                      </a:lnTo>
                      <a:lnTo>
                        <a:pt x="5" y="58"/>
                      </a:lnTo>
                      <a:lnTo>
                        <a:pt x="5" y="56"/>
                      </a:lnTo>
                      <a:lnTo>
                        <a:pt x="7" y="56"/>
                      </a:lnTo>
                      <a:lnTo>
                        <a:pt x="5" y="56"/>
                      </a:lnTo>
                      <a:lnTo>
                        <a:pt x="5" y="56"/>
                      </a:lnTo>
                      <a:lnTo>
                        <a:pt x="5" y="58"/>
                      </a:lnTo>
                      <a:close/>
                      <a:moveTo>
                        <a:pt x="9" y="56"/>
                      </a:moveTo>
                      <a:lnTo>
                        <a:pt x="9" y="56"/>
                      </a:lnTo>
                      <a:lnTo>
                        <a:pt x="9" y="56"/>
                      </a:lnTo>
                      <a:lnTo>
                        <a:pt x="9" y="56"/>
                      </a:lnTo>
                      <a:lnTo>
                        <a:pt x="9" y="56"/>
                      </a:lnTo>
                      <a:lnTo>
                        <a:pt x="9" y="56"/>
                      </a:lnTo>
                      <a:close/>
                      <a:moveTo>
                        <a:pt x="9" y="56"/>
                      </a:moveTo>
                      <a:lnTo>
                        <a:pt x="9" y="56"/>
                      </a:lnTo>
                      <a:lnTo>
                        <a:pt x="9" y="56"/>
                      </a:lnTo>
                      <a:lnTo>
                        <a:pt x="9" y="56"/>
                      </a:lnTo>
                      <a:lnTo>
                        <a:pt x="9" y="56"/>
                      </a:lnTo>
                      <a:close/>
                      <a:moveTo>
                        <a:pt x="9" y="56"/>
                      </a:moveTo>
                      <a:lnTo>
                        <a:pt x="9" y="56"/>
                      </a:lnTo>
                      <a:lnTo>
                        <a:pt x="9" y="56"/>
                      </a:lnTo>
                      <a:lnTo>
                        <a:pt x="9" y="56"/>
                      </a:lnTo>
                      <a:lnTo>
                        <a:pt x="9" y="56"/>
                      </a:lnTo>
                      <a:lnTo>
                        <a:pt x="9" y="56"/>
                      </a:lnTo>
                      <a:lnTo>
                        <a:pt x="9" y="56"/>
                      </a:lnTo>
                      <a:lnTo>
                        <a:pt x="9" y="56"/>
                      </a:lnTo>
                      <a:lnTo>
                        <a:pt x="9" y="56"/>
                      </a:lnTo>
                      <a:lnTo>
                        <a:pt x="9" y="56"/>
                      </a:lnTo>
                      <a:lnTo>
                        <a:pt x="9" y="56"/>
                      </a:lnTo>
                      <a:lnTo>
                        <a:pt x="9" y="56"/>
                      </a:lnTo>
                      <a:lnTo>
                        <a:pt x="9" y="56"/>
                      </a:lnTo>
                      <a:close/>
                      <a:moveTo>
                        <a:pt x="9" y="56"/>
                      </a:moveTo>
                      <a:lnTo>
                        <a:pt x="9" y="56"/>
                      </a:lnTo>
                      <a:lnTo>
                        <a:pt x="9" y="56"/>
                      </a:lnTo>
                      <a:lnTo>
                        <a:pt x="9" y="56"/>
                      </a:lnTo>
                      <a:lnTo>
                        <a:pt x="9" y="56"/>
                      </a:lnTo>
                      <a:lnTo>
                        <a:pt x="9" y="56"/>
                      </a:lnTo>
                      <a:lnTo>
                        <a:pt x="9" y="56"/>
                      </a:lnTo>
                      <a:close/>
                      <a:moveTo>
                        <a:pt x="9" y="56"/>
                      </a:moveTo>
                      <a:lnTo>
                        <a:pt x="9" y="56"/>
                      </a:lnTo>
                      <a:lnTo>
                        <a:pt x="9" y="56"/>
                      </a:lnTo>
                      <a:lnTo>
                        <a:pt x="9" y="56"/>
                      </a:lnTo>
                      <a:lnTo>
                        <a:pt x="9" y="56"/>
                      </a:lnTo>
                      <a:close/>
                      <a:moveTo>
                        <a:pt x="9" y="56"/>
                      </a:moveTo>
                      <a:lnTo>
                        <a:pt x="9" y="56"/>
                      </a:lnTo>
                      <a:lnTo>
                        <a:pt x="9" y="56"/>
                      </a:lnTo>
                      <a:lnTo>
                        <a:pt x="9" y="56"/>
                      </a:lnTo>
                      <a:lnTo>
                        <a:pt x="9" y="56"/>
                      </a:lnTo>
                      <a:close/>
                      <a:moveTo>
                        <a:pt x="9" y="56"/>
                      </a:moveTo>
                      <a:lnTo>
                        <a:pt x="9" y="56"/>
                      </a:lnTo>
                      <a:lnTo>
                        <a:pt x="9" y="56"/>
                      </a:lnTo>
                      <a:lnTo>
                        <a:pt x="9" y="56"/>
                      </a:lnTo>
                      <a:lnTo>
                        <a:pt x="9" y="56"/>
                      </a:lnTo>
                      <a:close/>
                      <a:moveTo>
                        <a:pt x="9" y="54"/>
                      </a:moveTo>
                      <a:lnTo>
                        <a:pt x="9" y="56"/>
                      </a:lnTo>
                      <a:lnTo>
                        <a:pt x="9" y="56"/>
                      </a:lnTo>
                      <a:lnTo>
                        <a:pt x="9" y="54"/>
                      </a:lnTo>
                      <a:lnTo>
                        <a:pt x="9" y="54"/>
                      </a:lnTo>
                      <a:close/>
                      <a:moveTo>
                        <a:pt x="11" y="54"/>
                      </a:moveTo>
                      <a:lnTo>
                        <a:pt x="11" y="54"/>
                      </a:lnTo>
                      <a:lnTo>
                        <a:pt x="11" y="54"/>
                      </a:lnTo>
                      <a:lnTo>
                        <a:pt x="11" y="54"/>
                      </a:lnTo>
                      <a:lnTo>
                        <a:pt x="11" y="54"/>
                      </a:lnTo>
                      <a:close/>
                      <a:moveTo>
                        <a:pt x="18" y="51"/>
                      </a:moveTo>
                      <a:lnTo>
                        <a:pt x="18" y="51"/>
                      </a:lnTo>
                      <a:lnTo>
                        <a:pt x="18" y="51"/>
                      </a:lnTo>
                      <a:lnTo>
                        <a:pt x="18" y="51"/>
                      </a:lnTo>
                      <a:lnTo>
                        <a:pt x="18" y="51"/>
                      </a:lnTo>
                      <a:close/>
                      <a:moveTo>
                        <a:pt x="20" y="49"/>
                      </a:moveTo>
                      <a:lnTo>
                        <a:pt x="20" y="49"/>
                      </a:lnTo>
                      <a:lnTo>
                        <a:pt x="20" y="49"/>
                      </a:lnTo>
                      <a:lnTo>
                        <a:pt x="20" y="49"/>
                      </a:lnTo>
                      <a:lnTo>
                        <a:pt x="20" y="49"/>
                      </a:lnTo>
                      <a:lnTo>
                        <a:pt x="20" y="49"/>
                      </a:lnTo>
                      <a:lnTo>
                        <a:pt x="20" y="49"/>
                      </a:lnTo>
                      <a:close/>
                      <a:moveTo>
                        <a:pt x="18" y="47"/>
                      </a:moveTo>
                      <a:lnTo>
                        <a:pt x="18" y="47"/>
                      </a:lnTo>
                      <a:lnTo>
                        <a:pt x="18" y="47"/>
                      </a:lnTo>
                      <a:lnTo>
                        <a:pt x="18" y="47"/>
                      </a:lnTo>
                      <a:lnTo>
                        <a:pt x="18" y="47"/>
                      </a:lnTo>
                      <a:lnTo>
                        <a:pt x="18" y="47"/>
                      </a:lnTo>
                      <a:close/>
                      <a:moveTo>
                        <a:pt x="18" y="47"/>
                      </a:moveTo>
                      <a:lnTo>
                        <a:pt x="18" y="47"/>
                      </a:lnTo>
                      <a:lnTo>
                        <a:pt x="18" y="47"/>
                      </a:lnTo>
                      <a:lnTo>
                        <a:pt x="18" y="47"/>
                      </a:lnTo>
                      <a:close/>
                      <a:moveTo>
                        <a:pt x="18" y="47"/>
                      </a:moveTo>
                      <a:lnTo>
                        <a:pt x="18" y="47"/>
                      </a:lnTo>
                      <a:lnTo>
                        <a:pt x="18" y="47"/>
                      </a:lnTo>
                      <a:lnTo>
                        <a:pt x="18" y="47"/>
                      </a:lnTo>
                      <a:lnTo>
                        <a:pt x="18" y="47"/>
                      </a:lnTo>
                      <a:lnTo>
                        <a:pt x="18" y="47"/>
                      </a:lnTo>
                      <a:lnTo>
                        <a:pt x="18" y="47"/>
                      </a:lnTo>
                      <a:close/>
                      <a:moveTo>
                        <a:pt x="16" y="45"/>
                      </a:moveTo>
                      <a:lnTo>
                        <a:pt x="16" y="45"/>
                      </a:lnTo>
                      <a:lnTo>
                        <a:pt x="16" y="45"/>
                      </a:lnTo>
                      <a:lnTo>
                        <a:pt x="16" y="45"/>
                      </a:lnTo>
                      <a:lnTo>
                        <a:pt x="16" y="45"/>
                      </a:lnTo>
                      <a:close/>
                      <a:moveTo>
                        <a:pt x="32" y="42"/>
                      </a:moveTo>
                      <a:lnTo>
                        <a:pt x="32" y="42"/>
                      </a:lnTo>
                      <a:lnTo>
                        <a:pt x="32" y="42"/>
                      </a:lnTo>
                      <a:lnTo>
                        <a:pt x="32" y="42"/>
                      </a:lnTo>
                      <a:lnTo>
                        <a:pt x="32" y="42"/>
                      </a:lnTo>
                      <a:lnTo>
                        <a:pt x="32" y="42"/>
                      </a:lnTo>
                      <a:close/>
                      <a:moveTo>
                        <a:pt x="22" y="40"/>
                      </a:moveTo>
                      <a:lnTo>
                        <a:pt x="22" y="40"/>
                      </a:lnTo>
                      <a:lnTo>
                        <a:pt x="22" y="40"/>
                      </a:lnTo>
                      <a:lnTo>
                        <a:pt x="22" y="40"/>
                      </a:lnTo>
                      <a:lnTo>
                        <a:pt x="22" y="40"/>
                      </a:lnTo>
                      <a:lnTo>
                        <a:pt x="22" y="40"/>
                      </a:lnTo>
                      <a:lnTo>
                        <a:pt x="22" y="40"/>
                      </a:lnTo>
                      <a:close/>
                      <a:moveTo>
                        <a:pt x="20" y="40"/>
                      </a:moveTo>
                      <a:lnTo>
                        <a:pt x="20" y="40"/>
                      </a:lnTo>
                      <a:lnTo>
                        <a:pt x="20" y="40"/>
                      </a:lnTo>
                      <a:lnTo>
                        <a:pt x="20" y="40"/>
                      </a:lnTo>
                      <a:lnTo>
                        <a:pt x="20" y="40"/>
                      </a:lnTo>
                      <a:close/>
                      <a:moveTo>
                        <a:pt x="20" y="40"/>
                      </a:moveTo>
                      <a:lnTo>
                        <a:pt x="20" y="40"/>
                      </a:lnTo>
                      <a:lnTo>
                        <a:pt x="20" y="40"/>
                      </a:lnTo>
                      <a:lnTo>
                        <a:pt x="20" y="38"/>
                      </a:lnTo>
                      <a:lnTo>
                        <a:pt x="20" y="38"/>
                      </a:lnTo>
                      <a:lnTo>
                        <a:pt x="20" y="40"/>
                      </a:lnTo>
                      <a:close/>
                      <a:moveTo>
                        <a:pt x="23" y="34"/>
                      </a:moveTo>
                      <a:lnTo>
                        <a:pt x="23" y="34"/>
                      </a:lnTo>
                      <a:lnTo>
                        <a:pt x="23" y="34"/>
                      </a:lnTo>
                      <a:lnTo>
                        <a:pt x="23" y="34"/>
                      </a:lnTo>
                      <a:lnTo>
                        <a:pt x="23" y="34"/>
                      </a:lnTo>
                      <a:lnTo>
                        <a:pt x="23" y="34"/>
                      </a:lnTo>
                      <a:lnTo>
                        <a:pt x="23" y="34"/>
                      </a:lnTo>
                      <a:close/>
                      <a:moveTo>
                        <a:pt x="23" y="34"/>
                      </a:moveTo>
                      <a:lnTo>
                        <a:pt x="23" y="34"/>
                      </a:lnTo>
                      <a:lnTo>
                        <a:pt x="23" y="34"/>
                      </a:lnTo>
                      <a:lnTo>
                        <a:pt x="23" y="34"/>
                      </a:lnTo>
                      <a:lnTo>
                        <a:pt x="23" y="34"/>
                      </a:lnTo>
                      <a:lnTo>
                        <a:pt x="23" y="34"/>
                      </a:lnTo>
                      <a:close/>
                      <a:moveTo>
                        <a:pt x="23" y="34"/>
                      </a:moveTo>
                      <a:lnTo>
                        <a:pt x="23" y="34"/>
                      </a:lnTo>
                      <a:lnTo>
                        <a:pt x="22" y="34"/>
                      </a:lnTo>
                      <a:lnTo>
                        <a:pt x="22" y="34"/>
                      </a:lnTo>
                      <a:lnTo>
                        <a:pt x="22" y="34"/>
                      </a:lnTo>
                      <a:lnTo>
                        <a:pt x="22" y="34"/>
                      </a:lnTo>
                      <a:lnTo>
                        <a:pt x="23" y="34"/>
                      </a:lnTo>
                      <a:lnTo>
                        <a:pt x="22" y="34"/>
                      </a:lnTo>
                      <a:lnTo>
                        <a:pt x="23" y="34"/>
                      </a:lnTo>
                      <a:close/>
                      <a:moveTo>
                        <a:pt x="22" y="34"/>
                      </a:moveTo>
                      <a:lnTo>
                        <a:pt x="22" y="34"/>
                      </a:lnTo>
                      <a:lnTo>
                        <a:pt x="22" y="34"/>
                      </a:lnTo>
                      <a:lnTo>
                        <a:pt x="22" y="34"/>
                      </a:lnTo>
                      <a:close/>
                      <a:moveTo>
                        <a:pt x="22" y="32"/>
                      </a:moveTo>
                      <a:lnTo>
                        <a:pt x="22" y="34"/>
                      </a:lnTo>
                      <a:lnTo>
                        <a:pt x="22" y="34"/>
                      </a:lnTo>
                      <a:lnTo>
                        <a:pt x="22" y="34"/>
                      </a:lnTo>
                      <a:lnTo>
                        <a:pt x="22" y="34"/>
                      </a:lnTo>
                      <a:lnTo>
                        <a:pt x="22" y="34"/>
                      </a:lnTo>
                      <a:lnTo>
                        <a:pt x="22" y="34"/>
                      </a:lnTo>
                      <a:lnTo>
                        <a:pt x="22" y="34"/>
                      </a:lnTo>
                      <a:lnTo>
                        <a:pt x="22" y="32"/>
                      </a:lnTo>
                      <a:lnTo>
                        <a:pt x="22" y="32"/>
                      </a:lnTo>
                      <a:lnTo>
                        <a:pt x="22" y="32"/>
                      </a:lnTo>
                      <a:close/>
                      <a:moveTo>
                        <a:pt x="22" y="32"/>
                      </a:moveTo>
                      <a:lnTo>
                        <a:pt x="22" y="32"/>
                      </a:lnTo>
                      <a:lnTo>
                        <a:pt x="22" y="32"/>
                      </a:lnTo>
                      <a:lnTo>
                        <a:pt x="22" y="32"/>
                      </a:lnTo>
                      <a:lnTo>
                        <a:pt x="22" y="32"/>
                      </a:lnTo>
                      <a:close/>
                      <a:moveTo>
                        <a:pt x="23" y="29"/>
                      </a:moveTo>
                      <a:lnTo>
                        <a:pt x="23" y="29"/>
                      </a:lnTo>
                      <a:lnTo>
                        <a:pt x="23" y="29"/>
                      </a:lnTo>
                      <a:lnTo>
                        <a:pt x="23" y="29"/>
                      </a:lnTo>
                      <a:close/>
                      <a:moveTo>
                        <a:pt x="42" y="16"/>
                      </a:moveTo>
                      <a:lnTo>
                        <a:pt x="42" y="18"/>
                      </a:lnTo>
                      <a:lnTo>
                        <a:pt x="42" y="18"/>
                      </a:lnTo>
                      <a:lnTo>
                        <a:pt x="42" y="18"/>
                      </a:lnTo>
                      <a:lnTo>
                        <a:pt x="42" y="18"/>
                      </a:lnTo>
                      <a:lnTo>
                        <a:pt x="42" y="18"/>
                      </a:lnTo>
                      <a:lnTo>
                        <a:pt x="42" y="18"/>
                      </a:lnTo>
                      <a:lnTo>
                        <a:pt x="42" y="18"/>
                      </a:lnTo>
                      <a:lnTo>
                        <a:pt x="42" y="18"/>
                      </a:lnTo>
                      <a:lnTo>
                        <a:pt x="42" y="16"/>
                      </a:lnTo>
                      <a:close/>
                      <a:moveTo>
                        <a:pt x="64" y="16"/>
                      </a:moveTo>
                      <a:lnTo>
                        <a:pt x="64" y="16"/>
                      </a:lnTo>
                      <a:lnTo>
                        <a:pt x="64" y="16"/>
                      </a:lnTo>
                      <a:lnTo>
                        <a:pt x="64" y="14"/>
                      </a:lnTo>
                      <a:lnTo>
                        <a:pt x="64" y="14"/>
                      </a:lnTo>
                      <a:lnTo>
                        <a:pt x="64" y="14"/>
                      </a:lnTo>
                      <a:lnTo>
                        <a:pt x="64" y="16"/>
                      </a:lnTo>
                      <a:lnTo>
                        <a:pt x="64" y="16"/>
                      </a:lnTo>
                      <a:close/>
                      <a:moveTo>
                        <a:pt x="62" y="14"/>
                      </a:moveTo>
                      <a:lnTo>
                        <a:pt x="62" y="14"/>
                      </a:lnTo>
                      <a:lnTo>
                        <a:pt x="62" y="14"/>
                      </a:lnTo>
                      <a:lnTo>
                        <a:pt x="62" y="14"/>
                      </a:lnTo>
                      <a:lnTo>
                        <a:pt x="62" y="14"/>
                      </a:lnTo>
                      <a:close/>
                      <a:moveTo>
                        <a:pt x="60" y="14"/>
                      </a:moveTo>
                      <a:lnTo>
                        <a:pt x="60" y="14"/>
                      </a:lnTo>
                      <a:lnTo>
                        <a:pt x="60" y="14"/>
                      </a:lnTo>
                      <a:lnTo>
                        <a:pt x="60" y="14"/>
                      </a:lnTo>
                      <a:close/>
                      <a:moveTo>
                        <a:pt x="60" y="14"/>
                      </a:moveTo>
                      <a:lnTo>
                        <a:pt x="60" y="14"/>
                      </a:lnTo>
                      <a:lnTo>
                        <a:pt x="60" y="14"/>
                      </a:lnTo>
                      <a:lnTo>
                        <a:pt x="60" y="14"/>
                      </a:lnTo>
                      <a:close/>
                      <a:moveTo>
                        <a:pt x="60" y="14"/>
                      </a:moveTo>
                      <a:lnTo>
                        <a:pt x="60" y="14"/>
                      </a:lnTo>
                      <a:lnTo>
                        <a:pt x="60" y="14"/>
                      </a:lnTo>
                      <a:lnTo>
                        <a:pt x="60" y="14"/>
                      </a:lnTo>
                      <a:lnTo>
                        <a:pt x="60" y="14"/>
                      </a:lnTo>
                      <a:lnTo>
                        <a:pt x="60" y="14"/>
                      </a:lnTo>
                      <a:lnTo>
                        <a:pt x="60" y="14"/>
                      </a:lnTo>
                      <a:close/>
                      <a:moveTo>
                        <a:pt x="56" y="12"/>
                      </a:moveTo>
                      <a:lnTo>
                        <a:pt x="56" y="12"/>
                      </a:lnTo>
                      <a:lnTo>
                        <a:pt x="56" y="12"/>
                      </a:lnTo>
                      <a:lnTo>
                        <a:pt x="56" y="12"/>
                      </a:lnTo>
                      <a:lnTo>
                        <a:pt x="56" y="12"/>
                      </a:lnTo>
                      <a:lnTo>
                        <a:pt x="56" y="12"/>
                      </a:lnTo>
                      <a:close/>
                      <a:moveTo>
                        <a:pt x="60" y="12"/>
                      </a:moveTo>
                      <a:lnTo>
                        <a:pt x="60" y="12"/>
                      </a:lnTo>
                      <a:lnTo>
                        <a:pt x="58" y="12"/>
                      </a:lnTo>
                      <a:lnTo>
                        <a:pt x="60" y="12"/>
                      </a:lnTo>
                      <a:lnTo>
                        <a:pt x="58" y="12"/>
                      </a:lnTo>
                      <a:lnTo>
                        <a:pt x="58" y="12"/>
                      </a:lnTo>
                      <a:lnTo>
                        <a:pt x="60" y="12"/>
                      </a:lnTo>
                      <a:lnTo>
                        <a:pt x="60" y="12"/>
                      </a:lnTo>
                      <a:close/>
                      <a:moveTo>
                        <a:pt x="58" y="12"/>
                      </a:moveTo>
                      <a:lnTo>
                        <a:pt x="58" y="12"/>
                      </a:lnTo>
                      <a:lnTo>
                        <a:pt x="58" y="12"/>
                      </a:lnTo>
                      <a:lnTo>
                        <a:pt x="58" y="12"/>
                      </a:lnTo>
                      <a:lnTo>
                        <a:pt x="58" y="12"/>
                      </a:lnTo>
                      <a:close/>
                      <a:moveTo>
                        <a:pt x="27" y="0"/>
                      </a:moveTo>
                      <a:lnTo>
                        <a:pt x="27" y="0"/>
                      </a:lnTo>
                      <a:lnTo>
                        <a:pt x="27" y="0"/>
                      </a:lnTo>
                      <a:lnTo>
                        <a:pt x="27" y="0"/>
                      </a:lnTo>
                      <a:lnTo>
                        <a:pt x="27" y="0"/>
                      </a:lnTo>
                      <a:lnTo>
                        <a:pt x="27" y="0"/>
                      </a:lnTo>
                      <a:lnTo>
                        <a:pt x="2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19" name="Freeform 12">
                  <a:extLst>
                    <a:ext uri="{FF2B5EF4-FFF2-40B4-BE49-F238E27FC236}">
                      <a16:creationId xmlns:a16="http://schemas.microsoft.com/office/drawing/2014/main" id="{490C07D9-4BD3-2F9B-3E09-1090D898DA4D}"/>
                    </a:ext>
                  </a:extLst>
                </p:cNvPr>
                <p:cNvSpPr>
                  <a:spLocks/>
                </p:cNvSpPr>
                <p:nvPr/>
              </p:nvSpPr>
              <p:spPr bwMode="auto">
                <a:xfrm>
                  <a:off x="2404863" y="3353806"/>
                  <a:ext cx="25301" cy="30723"/>
                </a:xfrm>
                <a:custGeom>
                  <a:avLst/>
                  <a:gdLst>
                    <a:gd name="T0" fmla="*/ 11 w 14"/>
                    <a:gd name="T1" fmla="*/ 0 h 17"/>
                    <a:gd name="T2" fmla="*/ 12 w 14"/>
                    <a:gd name="T3" fmla="*/ 0 h 17"/>
                    <a:gd name="T4" fmla="*/ 11 w 14"/>
                    <a:gd name="T5" fmla="*/ 2 h 17"/>
                    <a:gd name="T6" fmla="*/ 11 w 14"/>
                    <a:gd name="T7" fmla="*/ 2 h 17"/>
                    <a:gd name="T8" fmla="*/ 11 w 14"/>
                    <a:gd name="T9" fmla="*/ 2 h 17"/>
                    <a:gd name="T10" fmla="*/ 9 w 14"/>
                    <a:gd name="T11" fmla="*/ 2 h 17"/>
                    <a:gd name="T12" fmla="*/ 9 w 14"/>
                    <a:gd name="T13" fmla="*/ 2 h 17"/>
                    <a:gd name="T14" fmla="*/ 11 w 14"/>
                    <a:gd name="T15" fmla="*/ 2 h 17"/>
                    <a:gd name="T16" fmla="*/ 11 w 14"/>
                    <a:gd name="T17" fmla="*/ 4 h 17"/>
                    <a:gd name="T18" fmla="*/ 11 w 14"/>
                    <a:gd name="T19" fmla="*/ 4 h 17"/>
                    <a:gd name="T20" fmla="*/ 11 w 14"/>
                    <a:gd name="T21" fmla="*/ 2 h 17"/>
                    <a:gd name="T22" fmla="*/ 12 w 14"/>
                    <a:gd name="T23" fmla="*/ 2 h 17"/>
                    <a:gd name="T24" fmla="*/ 12 w 14"/>
                    <a:gd name="T25" fmla="*/ 2 h 17"/>
                    <a:gd name="T26" fmla="*/ 12 w 14"/>
                    <a:gd name="T27" fmla="*/ 2 h 17"/>
                    <a:gd name="T28" fmla="*/ 12 w 14"/>
                    <a:gd name="T29" fmla="*/ 4 h 17"/>
                    <a:gd name="T30" fmla="*/ 12 w 14"/>
                    <a:gd name="T31" fmla="*/ 4 h 17"/>
                    <a:gd name="T32" fmla="*/ 12 w 14"/>
                    <a:gd name="T33" fmla="*/ 4 h 17"/>
                    <a:gd name="T34" fmla="*/ 12 w 14"/>
                    <a:gd name="T35" fmla="*/ 4 h 17"/>
                    <a:gd name="T36" fmla="*/ 12 w 14"/>
                    <a:gd name="T37" fmla="*/ 4 h 17"/>
                    <a:gd name="T38" fmla="*/ 11 w 14"/>
                    <a:gd name="T39" fmla="*/ 4 h 17"/>
                    <a:gd name="T40" fmla="*/ 12 w 14"/>
                    <a:gd name="T41" fmla="*/ 6 h 17"/>
                    <a:gd name="T42" fmla="*/ 12 w 14"/>
                    <a:gd name="T43" fmla="*/ 6 h 17"/>
                    <a:gd name="T44" fmla="*/ 12 w 14"/>
                    <a:gd name="T45" fmla="*/ 6 h 17"/>
                    <a:gd name="T46" fmla="*/ 12 w 14"/>
                    <a:gd name="T47" fmla="*/ 8 h 17"/>
                    <a:gd name="T48" fmla="*/ 12 w 14"/>
                    <a:gd name="T49" fmla="*/ 8 h 17"/>
                    <a:gd name="T50" fmla="*/ 11 w 14"/>
                    <a:gd name="T51" fmla="*/ 10 h 17"/>
                    <a:gd name="T52" fmla="*/ 11 w 14"/>
                    <a:gd name="T53" fmla="*/ 11 h 17"/>
                    <a:gd name="T54" fmla="*/ 11 w 14"/>
                    <a:gd name="T55" fmla="*/ 11 h 17"/>
                    <a:gd name="T56" fmla="*/ 11 w 14"/>
                    <a:gd name="T57" fmla="*/ 13 h 17"/>
                    <a:gd name="T58" fmla="*/ 11 w 14"/>
                    <a:gd name="T59" fmla="*/ 15 h 17"/>
                    <a:gd name="T60" fmla="*/ 9 w 14"/>
                    <a:gd name="T61" fmla="*/ 15 h 17"/>
                    <a:gd name="T62" fmla="*/ 9 w 14"/>
                    <a:gd name="T63" fmla="*/ 11 h 17"/>
                    <a:gd name="T64" fmla="*/ 5 w 14"/>
                    <a:gd name="T65" fmla="*/ 10 h 17"/>
                    <a:gd name="T66" fmla="*/ 7 w 14"/>
                    <a:gd name="T67" fmla="*/ 10 h 17"/>
                    <a:gd name="T68" fmla="*/ 7 w 14"/>
                    <a:gd name="T69" fmla="*/ 8 h 17"/>
                    <a:gd name="T70" fmla="*/ 7 w 14"/>
                    <a:gd name="T71" fmla="*/ 6 h 17"/>
                    <a:gd name="T72" fmla="*/ 7 w 14"/>
                    <a:gd name="T73" fmla="*/ 6 h 17"/>
                    <a:gd name="T74" fmla="*/ 7 w 14"/>
                    <a:gd name="T75" fmla="*/ 6 h 17"/>
                    <a:gd name="T76" fmla="*/ 7 w 14"/>
                    <a:gd name="T77" fmla="*/ 4 h 17"/>
                    <a:gd name="T78" fmla="*/ 5 w 14"/>
                    <a:gd name="T79" fmla="*/ 4 h 17"/>
                    <a:gd name="T80" fmla="*/ 5 w 14"/>
                    <a:gd name="T81" fmla="*/ 4 h 17"/>
                    <a:gd name="T82" fmla="*/ 5 w 14"/>
                    <a:gd name="T83" fmla="*/ 4 h 17"/>
                    <a:gd name="T84" fmla="*/ 5 w 14"/>
                    <a:gd name="T85" fmla="*/ 4 h 17"/>
                    <a:gd name="T86" fmla="*/ 3 w 14"/>
                    <a:gd name="T87" fmla="*/ 4 h 17"/>
                    <a:gd name="T88" fmla="*/ 3 w 14"/>
                    <a:gd name="T89" fmla="*/ 4 h 17"/>
                    <a:gd name="T90" fmla="*/ 3 w 14"/>
                    <a:gd name="T91" fmla="*/ 2 h 17"/>
                    <a:gd name="T92" fmla="*/ 3 w 14"/>
                    <a:gd name="T93" fmla="*/ 2 h 17"/>
                    <a:gd name="T94" fmla="*/ 0 w 14"/>
                    <a:gd name="T95" fmla="*/ 2 h 17"/>
                    <a:gd name="T96" fmla="*/ 3 w 14"/>
                    <a:gd name="T97" fmla="*/ 2 h 17"/>
                    <a:gd name="T98" fmla="*/ 3 w 14"/>
                    <a:gd name="T99" fmla="*/ 2 h 17"/>
                    <a:gd name="T100" fmla="*/ 3 w 14"/>
                    <a:gd name="T101" fmla="*/ 2 h 17"/>
                    <a:gd name="T102" fmla="*/ 3 w 14"/>
                    <a:gd name="T103" fmla="*/ 2 h 17"/>
                    <a:gd name="T104" fmla="*/ 5 w 14"/>
                    <a:gd name="T105" fmla="*/ 2 h 17"/>
                    <a:gd name="T106" fmla="*/ 5 w 14"/>
                    <a:gd name="T107" fmla="*/ 2 h 17"/>
                    <a:gd name="T108" fmla="*/ 5 w 14"/>
                    <a:gd name="T109" fmla="*/ 0 h 17"/>
                    <a:gd name="T110" fmla="*/ 5 w 14"/>
                    <a:gd name="T111" fmla="*/ 0 h 17"/>
                    <a:gd name="T112" fmla="*/ 7 w 14"/>
                    <a:gd name="T113" fmla="*/ 0 h 17"/>
                    <a:gd name="T114" fmla="*/ 7 w 14"/>
                    <a:gd name="T115" fmla="*/ 0 h 17"/>
                    <a:gd name="T116" fmla="*/ 9 w 14"/>
                    <a:gd name="T117" fmla="*/ 0 h 17"/>
                    <a:gd name="T118" fmla="*/ 9 w 14"/>
                    <a:gd name="T119" fmla="*/ 0 h 17"/>
                    <a:gd name="T120" fmla="*/ 11 w 14"/>
                    <a:gd name="T1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 h="17">
                      <a:moveTo>
                        <a:pt x="11" y="0"/>
                      </a:moveTo>
                      <a:lnTo>
                        <a:pt x="11" y="0"/>
                      </a:lnTo>
                      <a:lnTo>
                        <a:pt x="11" y="0"/>
                      </a:lnTo>
                      <a:lnTo>
                        <a:pt x="11" y="0"/>
                      </a:lnTo>
                      <a:lnTo>
                        <a:pt x="11" y="0"/>
                      </a:lnTo>
                      <a:lnTo>
                        <a:pt x="11" y="0"/>
                      </a:lnTo>
                      <a:lnTo>
                        <a:pt x="11" y="0"/>
                      </a:lnTo>
                      <a:lnTo>
                        <a:pt x="11" y="0"/>
                      </a:lnTo>
                      <a:lnTo>
                        <a:pt x="11" y="0"/>
                      </a:lnTo>
                      <a:lnTo>
                        <a:pt x="11" y="0"/>
                      </a:lnTo>
                      <a:lnTo>
                        <a:pt x="11" y="0"/>
                      </a:lnTo>
                      <a:lnTo>
                        <a:pt x="11" y="0"/>
                      </a:lnTo>
                      <a:lnTo>
                        <a:pt x="11" y="0"/>
                      </a:lnTo>
                      <a:lnTo>
                        <a:pt x="11" y="0"/>
                      </a:lnTo>
                      <a:lnTo>
                        <a:pt x="12" y="0"/>
                      </a:lnTo>
                      <a:lnTo>
                        <a:pt x="12" y="0"/>
                      </a:lnTo>
                      <a:lnTo>
                        <a:pt x="12" y="2"/>
                      </a:lnTo>
                      <a:lnTo>
                        <a:pt x="11" y="2"/>
                      </a:lnTo>
                      <a:lnTo>
                        <a:pt x="12"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11" y="2"/>
                      </a:lnTo>
                      <a:lnTo>
                        <a:pt x="11" y="2"/>
                      </a:lnTo>
                      <a:lnTo>
                        <a:pt x="11" y="2"/>
                      </a:lnTo>
                      <a:lnTo>
                        <a:pt x="11" y="2"/>
                      </a:lnTo>
                      <a:lnTo>
                        <a:pt x="11" y="2"/>
                      </a:lnTo>
                      <a:lnTo>
                        <a:pt x="11" y="2"/>
                      </a:lnTo>
                      <a:lnTo>
                        <a:pt x="11" y="2"/>
                      </a:lnTo>
                      <a:lnTo>
                        <a:pt x="11" y="2"/>
                      </a:lnTo>
                      <a:lnTo>
                        <a:pt x="11" y="4"/>
                      </a:lnTo>
                      <a:lnTo>
                        <a:pt x="11" y="4"/>
                      </a:lnTo>
                      <a:lnTo>
                        <a:pt x="11" y="4"/>
                      </a:lnTo>
                      <a:lnTo>
                        <a:pt x="11" y="4"/>
                      </a:lnTo>
                      <a:lnTo>
                        <a:pt x="11" y="4"/>
                      </a:lnTo>
                      <a:lnTo>
                        <a:pt x="11" y="4"/>
                      </a:lnTo>
                      <a:lnTo>
                        <a:pt x="11" y="4"/>
                      </a:lnTo>
                      <a:lnTo>
                        <a:pt x="11" y="4"/>
                      </a:lnTo>
                      <a:lnTo>
                        <a:pt x="12" y="4"/>
                      </a:lnTo>
                      <a:lnTo>
                        <a:pt x="11" y="4"/>
                      </a:lnTo>
                      <a:lnTo>
                        <a:pt x="11" y="4"/>
                      </a:lnTo>
                      <a:lnTo>
                        <a:pt x="11" y="4"/>
                      </a:lnTo>
                      <a:lnTo>
                        <a:pt x="11" y="4"/>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2" y="2"/>
                      </a:lnTo>
                      <a:lnTo>
                        <a:pt x="12" y="2"/>
                      </a:lnTo>
                      <a:lnTo>
                        <a:pt x="12" y="2"/>
                      </a:lnTo>
                      <a:lnTo>
                        <a:pt x="12" y="2"/>
                      </a:lnTo>
                      <a:lnTo>
                        <a:pt x="12" y="2"/>
                      </a:lnTo>
                      <a:lnTo>
                        <a:pt x="12" y="2"/>
                      </a:lnTo>
                      <a:lnTo>
                        <a:pt x="12" y="2"/>
                      </a:lnTo>
                      <a:lnTo>
                        <a:pt x="12" y="2"/>
                      </a:lnTo>
                      <a:lnTo>
                        <a:pt x="12" y="2"/>
                      </a:lnTo>
                      <a:lnTo>
                        <a:pt x="12" y="2"/>
                      </a:lnTo>
                      <a:lnTo>
                        <a:pt x="12" y="2"/>
                      </a:lnTo>
                      <a:lnTo>
                        <a:pt x="12" y="4"/>
                      </a:lnTo>
                      <a:lnTo>
                        <a:pt x="12" y="4"/>
                      </a:lnTo>
                      <a:lnTo>
                        <a:pt x="12" y="4"/>
                      </a:lnTo>
                      <a:lnTo>
                        <a:pt x="12" y="4"/>
                      </a:lnTo>
                      <a:lnTo>
                        <a:pt x="12" y="4"/>
                      </a:lnTo>
                      <a:lnTo>
                        <a:pt x="12" y="4"/>
                      </a:lnTo>
                      <a:lnTo>
                        <a:pt x="12" y="4"/>
                      </a:lnTo>
                      <a:lnTo>
                        <a:pt x="12" y="2"/>
                      </a:lnTo>
                      <a:lnTo>
                        <a:pt x="12" y="2"/>
                      </a:lnTo>
                      <a:lnTo>
                        <a:pt x="12" y="2"/>
                      </a:lnTo>
                      <a:lnTo>
                        <a:pt x="12" y="2"/>
                      </a:lnTo>
                      <a:lnTo>
                        <a:pt x="12" y="2"/>
                      </a:lnTo>
                      <a:lnTo>
                        <a:pt x="12" y="2"/>
                      </a:lnTo>
                      <a:lnTo>
                        <a:pt x="12" y="2"/>
                      </a:lnTo>
                      <a:lnTo>
                        <a:pt x="12" y="4"/>
                      </a:lnTo>
                      <a:lnTo>
                        <a:pt x="12" y="4"/>
                      </a:lnTo>
                      <a:lnTo>
                        <a:pt x="14" y="2"/>
                      </a:lnTo>
                      <a:lnTo>
                        <a:pt x="14" y="2"/>
                      </a:lnTo>
                      <a:lnTo>
                        <a:pt x="14" y="2"/>
                      </a:lnTo>
                      <a:lnTo>
                        <a:pt x="14" y="4"/>
                      </a:lnTo>
                      <a:lnTo>
                        <a:pt x="14" y="4"/>
                      </a:lnTo>
                      <a:lnTo>
                        <a:pt x="14" y="4"/>
                      </a:lnTo>
                      <a:lnTo>
                        <a:pt x="14"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2" y="4"/>
                      </a:lnTo>
                      <a:lnTo>
                        <a:pt x="11" y="4"/>
                      </a:lnTo>
                      <a:lnTo>
                        <a:pt x="11" y="4"/>
                      </a:lnTo>
                      <a:lnTo>
                        <a:pt x="11" y="4"/>
                      </a:lnTo>
                      <a:lnTo>
                        <a:pt x="11" y="4"/>
                      </a:lnTo>
                      <a:lnTo>
                        <a:pt x="11" y="4"/>
                      </a:lnTo>
                      <a:lnTo>
                        <a:pt x="12" y="4"/>
                      </a:lnTo>
                      <a:lnTo>
                        <a:pt x="12" y="4"/>
                      </a:lnTo>
                      <a:lnTo>
                        <a:pt x="12" y="4"/>
                      </a:lnTo>
                      <a:lnTo>
                        <a:pt x="12" y="4"/>
                      </a:lnTo>
                      <a:lnTo>
                        <a:pt x="12" y="4"/>
                      </a:lnTo>
                      <a:lnTo>
                        <a:pt x="12" y="4"/>
                      </a:lnTo>
                      <a:lnTo>
                        <a:pt x="12" y="4"/>
                      </a:lnTo>
                      <a:lnTo>
                        <a:pt x="12" y="6"/>
                      </a:lnTo>
                      <a:lnTo>
                        <a:pt x="12" y="6"/>
                      </a:lnTo>
                      <a:lnTo>
                        <a:pt x="12" y="6"/>
                      </a:lnTo>
                      <a:lnTo>
                        <a:pt x="11" y="6"/>
                      </a:lnTo>
                      <a:lnTo>
                        <a:pt x="12" y="6"/>
                      </a:lnTo>
                      <a:lnTo>
                        <a:pt x="12" y="6"/>
                      </a:lnTo>
                      <a:lnTo>
                        <a:pt x="12" y="6"/>
                      </a:lnTo>
                      <a:lnTo>
                        <a:pt x="12" y="6"/>
                      </a:lnTo>
                      <a:lnTo>
                        <a:pt x="12" y="6"/>
                      </a:lnTo>
                      <a:lnTo>
                        <a:pt x="11" y="6"/>
                      </a:lnTo>
                      <a:lnTo>
                        <a:pt x="12" y="6"/>
                      </a:lnTo>
                      <a:lnTo>
                        <a:pt x="12" y="6"/>
                      </a:lnTo>
                      <a:lnTo>
                        <a:pt x="12" y="6"/>
                      </a:lnTo>
                      <a:lnTo>
                        <a:pt x="12" y="6"/>
                      </a:lnTo>
                      <a:lnTo>
                        <a:pt x="12" y="6"/>
                      </a:lnTo>
                      <a:lnTo>
                        <a:pt x="12" y="6"/>
                      </a:lnTo>
                      <a:lnTo>
                        <a:pt x="12" y="6"/>
                      </a:lnTo>
                      <a:lnTo>
                        <a:pt x="12" y="6"/>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8"/>
                      </a:lnTo>
                      <a:lnTo>
                        <a:pt x="12" y="10"/>
                      </a:lnTo>
                      <a:lnTo>
                        <a:pt x="11" y="10"/>
                      </a:lnTo>
                      <a:lnTo>
                        <a:pt x="12" y="10"/>
                      </a:lnTo>
                      <a:lnTo>
                        <a:pt x="11" y="10"/>
                      </a:lnTo>
                      <a:lnTo>
                        <a:pt x="11" y="10"/>
                      </a:lnTo>
                      <a:lnTo>
                        <a:pt x="11" y="10"/>
                      </a:lnTo>
                      <a:lnTo>
                        <a:pt x="11" y="10"/>
                      </a:lnTo>
                      <a:lnTo>
                        <a:pt x="11" y="10"/>
                      </a:lnTo>
                      <a:lnTo>
                        <a:pt x="11" y="11"/>
                      </a:lnTo>
                      <a:lnTo>
                        <a:pt x="11" y="11"/>
                      </a:lnTo>
                      <a:lnTo>
                        <a:pt x="11" y="11"/>
                      </a:lnTo>
                      <a:lnTo>
                        <a:pt x="11" y="11"/>
                      </a:lnTo>
                      <a:lnTo>
                        <a:pt x="11" y="11"/>
                      </a:lnTo>
                      <a:lnTo>
                        <a:pt x="11" y="11"/>
                      </a:lnTo>
                      <a:lnTo>
                        <a:pt x="11" y="11"/>
                      </a:lnTo>
                      <a:lnTo>
                        <a:pt x="11" y="11"/>
                      </a:lnTo>
                      <a:lnTo>
                        <a:pt x="11" y="11"/>
                      </a:lnTo>
                      <a:lnTo>
                        <a:pt x="11" y="11"/>
                      </a:lnTo>
                      <a:lnTo>
                        <a:pt x="11" y="11"/>
                      </a:lnTo>
                      <a:lnTo>
                        <a:pt x="11" y="11"/>
                      </a:lnTo>
                      <a:lnTo>
                        <a:pt x="11" y="11"/>
                      </a:lnTo>
                      <a:lnTo>
                        <a:pt x="11" y="13"/>
                      </a:lnTo>
                      <a:lnTo>
                        <a:pt x="11" y="13"/>
                      </a:lnTo>
                      <a:lnTo>
                        <a:pt x="11" y="13"/>
                      </a:lnTo>
                      <a:lnTo>
                        <a:pt x="11" y="13"/>
                      </a:lnTo>
                      <a:lnTo>
                        <a:pt x="11" y="13"/>
                      </a:lnTo>
                      <a:lnTo>
                        <a:pt x="11" y="13"/>
                      </a:lnTo>
                      <a:lnTo>
                        <a:pt x="11" y="13"/>
                      </a:lnTo>
                      <a:lnTo>
                        <a:pt x="11" y="13"/>
                      </a:lnTo>
                      <a:lnTo>
                        <a:pt x="11" y="15"/>
                      </a:lnTo>
                      <a:lnTo>
                        <a:pt x="11" y="15"/>
                      </a:lnTo>
                      <a:lnTo>
                        <a:pt x="11" y="15"/>
                      </a:lnTo>
                      <a:lnTo>
                        <a:pt x="11" y="15"/>
                      </a:lnTo>
                      <a:lnTo>
                        <a:pt x="11" y="15"/>
                      </a:lnTo>
                      <a:lnTo>
                        <a:pt x="11" y="15"/>
                      </a:lnTo>
                      <a:lnTo>
                        <a:pt x="11" y="15"/>
                      </a:lnTo>
                      <a:lnTo>
                        <a:pt x="11" y="15"/>
                      </a:lnTo>
                      <a:lnTo>
                        <a:pt x="11" y="15"/>
                      </a:lnTo>
                      <a:lnTo>
                        <a:pt x="9" y="15"/>
                      </a:lnTo>
                      <a:lnTo>
                        <a:pt x="9" y="17"/>
                      </a:lnTo>
                      <a:lnTo>
                        <a:pt x="9" y="15"/>
                      </a:lnTo>
                      <a:lnTo>
                        <a:pt x="9" y="15"/>
                      </a:lnTo>
                      <a:lnTo>
                        <a:pt x="9" y="15"/>
                      </a:lnTo>
                      <a:lnTo>
                        <a:pt x="9" y="15"/>
                      </a:lnTo>
                      <a:lnTo>
                        <a:pt x="9" y="15"/>
                      </a:lnTo>
                      <a:lnTo>
                        <a:pt x="9" y="13"/>
                      </a:lnTo>
                      <a:lnTo>
                        <a:pt x="9" y="13"/>
                      </a:lnTo>
                      <a:lnTo>
                        <a:pt x="9" y="13"/>
                      </a:lnTo>
                      <a:lnTo>
                        <a:pt x="9" y="13"/>
                      </a:lnTo>
                      <a:lnTo>
                        <a:pt x="9" y="11"/>
                      </a:lnTo>
                      <a:lnTo>
                        <a:pt x="9" y="11"/>
                      </a:lnTo>
                      <a:lnTo>
                        <a:pt x="9" y="11"/>
                      </a:lnTo>
                      <a:lnTo>
                        <a:pt x="7" y="11"/>
                      </a:lnTo>
                      <a:lnTo>
                        <a:pt x="9" y="13"/>
                      </a:lnTo>
                      <a:lnTo>
                        <a:pt x="7" y="11"/>
                      </a:lnTo>
                      <a:lnTo>
                        <a:pt x="7" y="11"/>
                      </a:lnTo>
                      <a:lnTo>
                        <a:pt x="7" y="11"/>
                      </a:lnTo>
                      <a:lnTo>
                        <a:pt x="7" y="11"/>
                      </a:lnTo>
                      <a:lnTo>
                        <a:pt x="5" y="11"/>
                      </a:lnTo>
                      <a:lnTo>
                        <a:pt x="5" y="10"/>
                      </a:lnTo>
                      <a:lnTo>
                        <a:pt x="5" y="10"/>
                      </a:lnTo>
                      <a:lnTo>
                        <a:pt x="5" y="10"/>
                      </a:lnTo>
                      <a:lnTo>
                        <a:pt x="5" y="10"/>
                      </a:lnTo>
                      <a:lnTo>
                        <a:pt x="5" y="10"/>
                      </a:lnTo>
                      <a:lnTo>
                        <a:pt x="5" y="10"/>
                      </a:lnTo>
                      <a:lnTo>
                        <a:pt x="5" y="10"/>
                      </a:lnTo>
                      <a:lnTo>
                        <a:pt x="7" y="10"/>
                      </a:lnTo>
                      <a:lnTo>
                        <a:pt x="7" y="10"/>
                      </a:lnTo>
                      <a:lnTo>
                        <a:pt x="7" y="8"/>
                      </a:lnTo>
                      <a:lnTo>
                        <a:pt x="7" y="8"/>
                      </a:lnTo>
                      <a:lnTo>
                        <a:pt x="7" y="8"/>
                      </a:lnTo>
                      <a:lnTo>
                        <a:pt x="7" y="8"/>
                      </a:lnTo>
                      <a:lnTo>
                        <a:pt x="7" y="8"/>
                      </a:lnTo>
                      <a:lnTo>
                        <a:pt x="7" y="8"/>
                      </a:lnTo>
                      <a:lnTo>
                        <a:pt x="7" y="8"/>
                      </a:lnTo>
                      <a:lnTo>
                        <a:pt x="7" y="8"/>
                      </a:lnTo>
                      <a:lnTo>
                        <a:pt x="7" y="8"/>
                      </a:lnTo>
                      <a:lnTo>
                        <a:pt x="7" y="8"/>
                      </a:lnTo>
                      <a:lnTo>
                        <a:pt x="7" y="8"/>
                      </a:lnTo>
                      <a:lnTo>
                        <a:pt x="7" y="8"/>
                      </a:lnTo>
                      <a:lnTo>
                        <a:pt x="7" y="8"/>
                      </a:lnTo>
                      <a:lnTo>
                        <a:pt x="7" y="8"/>
                      </a:lnTo>
                      <a:lnTo>
                        <a:pt x="7" y="8"/>
                      </a:lnTo>
                      <a:lnTo>
                        <a:pt x="7" y="6"/>
                      </a:lnTo>
                      <a:lnTo>
                        <a:pt x="7" y="6"/>
                      </a:lnTo>
                      <a:lnTo>
                        <a:pt x="7" y="6"/>
                      </a:lnTo>
                      <a:lnTo>
                        <a:pt x="7" y="6"/>
                      </a:lnTo>
                      <a:lnTo>
                        <a:pt x="7" y="6"/>
                      </a:lnTo>
                      <a:lnTo>
                        <a:pt x="7" y="6"/>
                      </a:lnTo>
                      <a:lnTo>
                        <a:pt x="7" y="6"/>
                      </a:lnTo>
                      <a:lnTo>
                        <a:pt x="7" y="6"/>
                      </a:lnTo>
                      <a:lnTo>
                        <a:pt x="7" y="6"/>
                      </a:lnTo>
                      <a:lnTo>
                        <a:pt x="7" y="6"/>
                      </a:lnTo>
                      <a:lnTo>
                        <a:pt x="7" y="6"/>
                      </a:lnTo>
                      <a:lnTo>
                        <a:pt x="7" y="6"/>
                      </a:lnTo>
                      <a:lnTo>
                        <a:pt x="7" y="6"/>
                      </a:lnTo>
                      <a:lnTo>
                        <a:pt x="7" y="6"/>
                      </a:lnTo>
                      <a:lnTo>
                        <a:pt x="7" y="6"/>
                      </a:lnTo>
                      <a:lnTo>
                        <a:pt x="7" y="6"/>
                      </a:lnTo>
                      <a:lnTo>
                        <a:pt x="7" y="6"/>
                      </a:lnTo>
                      <a:lnTo>
                        <a:pt x="7" y="6"/>
                      </a:lnTo>
                      <a:lnTo>
                        <a:pt x="7" y="4"/>
                      </a:lnTo>
                      <a:lnTo>
                        <a:pt x="7" y="4"/>
                      </a:lnTo>
                      <a:lnTo>
                        <a:pt x="7" y="4"/>
                      </a:lnTo>
                      <a:lnTo>
                        <a:pt x="7" y="4"/>
                      </a:lnTo>
                      <a:lnTo>
                        <a:pt x="7" y="4"/>
                      </a:lnTo>
                      <a:lnTo>
                        <a:pt x="7" y="4"/>
                      </a:lnTo>
                      <a:lnTo>
                        <a:pt x="7" y="4"/>
                      </a:lnTo>
                      <a:lnTo>
                        <a:pt x="7" y="4"/>
                      </a:lnTo>
                      <a:lnTo>
                        <a:pt x="5" y="4"/>
                      </a:lnTo>
                      <a:lnTo>
                        <a:pt x="5" y="4"/>
                      </a:lnTo>
                      <a:lnTo>
                        <a:pt x="7" y="4"/>
                      </a:lnTo>
                      <a:lnTo>
                        <a:pt x="7" y="4"/>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5" y="2"/>
                      </a:lnTo>
                      <a:lnTo>
                        <a:pt x="5" y="2"/>
                      </a:lnTo>
                      <a:lnTo>
                        <a:pt x="5" y="2"/>
                      </a:lnTo>
                      <a:lnTo>
                        <a:pt x="5" y="2"/>
                      </a:lnTo>
                      <a:lnTo>
                        <a:pt x="5" y="2"/>
                      </a:lnTo>
                      <a:lnTo>
                        <a:pt x="5" y="2"/>
                      </a:lnTo>
                      <a:lnTo>
                        <a:pt x="5" y="4"/>
                      </a:lnTo>
                      <a:lnTo>
                        <a:pt x="5" y="4"/>
                      </a:lnTo>
                      <a:lnTo>
                        <a:pt x="5" y="4"/>
                      </a:lnTo>
                      <a:lnTo>
                        <a:pt x="5" y="4"/>
                      </a:lnTo>
                      <a:lnTo>
                        <a:pt x="5" y="4"/>
                      </a:lnTo>
                      <a:lnTo>
                        <a:pt x="5" y="4"/>
                      </a:lnTo>
                      <a:lnTo>
                        <a:pt x="5" y="4"/>
                      </a:lnTo>
                      <a:lnTo>
                        <a:pt x="5" y="4"/>
                      </a:lnTo>
                      <a:lnTo>
                        <a:pt x="5" y="4"/>
                      </a:lnTo>
                      <a:lnTo>
                        <a:pt x="5" y="4"/>
                      </a:lnTo>
                      <a:lnTo>
                        <a:pt x="5" y="4"/>
                      </a:lnTo>
                      <a:lnTo>
                        <a:pt x="5"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4"/>
                      </a:lnTo>
                      <a:lnTo>
                        <a:pt x="3" y="2"/>
                      </a:lnTo>
                      <a:lnTo>
                        <a:pt x="3" y="2"/>
                      </a:lnTo>
                      <a:lnTo>
                        <a:pt x="3" y="2"/>
                      </a:lnTo>
                      <a:lnTo>
                        <a:pt x="3" y="2"/>
                      </a:lnTo>
                      <a:lnTo>
                        <a:pt x="3" y="2"/>
                      </a:lnTo>
                      <a:lnTo>
                        <a:pt x="3" y="2"/>
                      </a:lnTo>
                      <a:lnTo>
                        <a:pt x="3" y="2"/>
                      </a:lnTo>
                      <a:lnTo>
                        <a:pt x="3" y="2"/>
                      </a:lnTo>
                      <a:lnTo>
                        <a:pt x="3" y="2"/>
                      </a:lnTo>
                      <a:lnTo>
                        <a:pt x="3" y="2"/>
                      </a:lnTo>
                      <a:lnTo>
                        <a:pt x="3" y="2"/>
                      </a:lnTo>
                      <a:lnTo>
                        <a:pt x="1" y="2"/>
                      </a:lnTo>
                      <a:lnTo>
                        <a:pt x="1" y="2"/>
                      </a:lnTo>
                      <a:lnTo>
                        <a:pt x="1" y="2"/>
                      </a:lnTo>
                      <a:lnTo>
                        <a:pt x="1" y="2"/>
                      </a:lnTo>
                      <a:lnTo>
                        <a:pt x="1" y="2"/>
                      </a:lnTo>
                      <a:lnTo>
                        <a:pt x="1" y="2"/>
                      </a:lnTo>
                      <a:lnTo>
                        <a:pt x="0" y="2"/>
                      </a:lnTo>
                      <a:lnTo>
                        <a:pt x="0" y="2"/>
                      </a:lnTo>
                      <a:lnTo>
                        <a:pt x="0" y="2"/>
                      </a:lnTo>
                      <a:lnTo>
                        <a:pt x="1" y="2"/>
                      </a:lnTo>
                      <a:lnTo>
                        <a:pt x="1" y="2"/>
                      </a:lnTo>
                      <a:lnTo>
                        <a:pt x="1" y="2"/>
                      </a:lnTo>
                      <a:lnTo>
                        <a:pt x="1" y="2"/>
                      </a:lnTo>
                      <a:lnTo>
                        <a:pt x="1"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3" y="2"/>
                      </a:lnTo>
                      <a:lnTo>
                        <a:pt x="5" y="2"/>
                      </a:lnTo>
                      <a:lnTo>
                        <a:pt x="5" y="2"/>
                      </a:lnTo>
                      <a:lnTo>
                        <a:pt x="5" y="2"/>
                      </a:lnTo>
                      <a:lnTo>
                        <a:pt x="5" y="2"/>
                      </a:lnTo>
                      <a:lnTo>
                        <a:pt x="5" y="2"/>
                      </a:lnTo>
                      <a:lnTo>
                        <a:pt x="5" y="2"/>
                      </a:lnTo>
                      <a:lnTo>
                        <a:pt x="5" y="2"/>
                      </a:lnTo>
                      <a:lnTo>
                        <a:pt x="5" y="2"/>
                      </a:lnTo>
                      <a:lnTo>
                        <a:pt x="5" y="2"/>
                      </a:lnTo>
                      <a:lnTo>
                        <a:pt x="5" y="2"/>
                      </a:lnTo>
                      <a:lnTo>
                        <a:pt x="5" y="2"/>
                      </a:lnTo>
                      <a:lnTo>
                        <a:pt x="5" y="2"/>
                      </a:lnTo>
                      <a:lnTo>
                        <a:pt x="5" y="2"/>
                      </a:lnTo>
                      <a:lnTo>
                        <a:pt x="5" y="2"/>
                      </a:lnTo>
                      <a:lnTo>
                        <a:pt x="5" y="2"/>
                      </a:lnTo>
                      <a:lnTo>
                        <a:pt x="5" y="2"/>
                      </a:lnTo>
                      <a:lnTo>
                        <a:pt x="5" y="2"/>
                      </a:lnTo>
                      <a:lnTo>
                        <a:pt x="5" y="2"/>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7" y="0"/>
                      </a:lnTo>
                      <a:lnTo>
                        <a:pt x="7" y="0"/>
                      </a:lnTo>
                      <a:lnTo>
                        <a:pt x="7" y="0"/>
                      </a:lnTo>
                      <a:lnTo>
                        <a:pt x="7" y="0"/>
                      </a:lnTo>
                      <a:lnTo>
                        <a:pt x="7" y="0"/>
                      </a:lnTo>
                      <a:lnTo>
                        <a:pt x="7" y="0"/>
                      </a:lnTo>
                      <a:lnTo>
                        <a:pt x="7" y="0"/>
                      </a:lnTo>
                      <a:lnTo>
                        <a:pt x="7" y="0"/>
                      </a:lnTo>
                      <a:lnTo>
                        <a:pt x="7" y="0"/>
                      </a:lnTo>
                      <a:lnTo>
                        <a:pt x="7" y="0"/>
                      </a:lnTo>
                      <a:lnTo>
                        <a:pt x="7" y="0"/>
                      </a:lnTo>
                      <a:lnTo>
                        <a:pt x="7" y="0"/>
                      </a:lnTo>
                      <a:lnTo>
                        <a:pt x="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1" y="0"/>
                      </a:lnTo>
                      <a:lnTo>
                        <a:pt x="11" y="0"/>
                      </a:lnTo>
                      <a:lnTo>
                        <a:pt x="11" y="0"/>
                      </a:lnTo>
                      <a:lnTo>
                        <a:pt x="11" y="0"/>
                      </a:lnTo>
                      <a:lnTo>
                        <a:pt x="11" y="0"/>
                      </a:lnTo>
                      <a:lnTo>
                        <a:pt x="11" y="0"/>
                      </a:lnTo>
                      <a:lnTo>
                        <a:pt x="11" y="0"/>
                      </a:lnTo>
                      <a:lnTo>
                        <a:pt x="11" y="0"/>
                      </a:lnTo>
                      <a:lnTo>
                        <a:pt x="11" y="0"/>
                      </a:lnTo>
                      <a:lnTo>
                        <a:pt x="11" y="0"/>
                      </a:lnTo>
                      <a:lnTo>
                        <a:pt x="11" y="0"/>
                      </a:lnTo>
                      <a:lnTo>
                        <a:pt x="1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0" name="Freeform 13">
                  <a:extLst>
                    <a:ext uri="{FF2B5EF4-FFF2-40B4-BE49-F238E27FC236}">
                      <a16:creationId xmlns:a16="http://schemas.microsoft.com/office/drawing/2014/main" id="{709DAF96-66D5-C175-45A0-24D35732DE44}"/>
                    </a:ext>
                  </a:extLst>
                </p:cNvPr>
                <p:cNvSpPr>
                  <a:spLocks noEditPoints="1"/>
                </p:cNvSpPr>
                <p:nvPr/>
              </p:nvSpPr>
              <p:spPr bwMode="auto">
                <a:xfrm>
                  <a:off x="2424743" y="3351998"/>
                  <a:ext cx="16266" cy="45181"/>
                </a:xfrm>
                <a:custGeom>
                  <a:avLst/>
                  <a:gdLst>
                    <a:gd name="T0" fmla="*/ 5 w 9"/>
                    <a:gd name="T1" fmla="*/ 23 h 25"/>
                    <a:gd name="T2" fmla="*/ 5 w 9"/>
                    <a:gd name="T3" fmla="*/ 25 h 25"/>
                    <a:gd name="T4" fmla="*/ 5 w 9"/>
                    <a:gd name="T5" fmla="*/ 25 h 25"/>
                    <a:gd name="T6" fmla="*/ 5 w 9"/>
                    <a:gd name="T7" fmla="*/ 23 h 25"/>
                    <a:gd name="T8" fmla="*/ 5 w 9"/>
                    <a:gd name="T9" fmla="*/ 23 h 25"/>
                    <a:gd name="T10" fmla="*/ 7 w 9"/>
                    <a:gd name="T11" fmla="*/ 22 h 25"/>
                    <a:gd name="T12" fmla="*/ 7 w 9"/>
                    <a:gd name="T13" fmla="*/ 22 h 25"/>
                    <a:gd name="T14" fmla="*/ 7 w 9"/>
                    <a:gd name="T15" fmla="*/ 22 h 25"/>
                    <a:gd name="T16" fmla="*/ 7 w 9"/>
                    <a:gd name="T17" fmla="*/ 23 h 25"/>
                    <a:gd name="T18" fmla="*/ 7 w 9"/>
                    <a:gd name="T19" fmla="*/ 23 h 25"/>
                    <a:gd name="T20" fmla="*/ 7 w 9"/>
                    <a:gd name="T21" fmla="*/ 23 h 25"/>
                    <a:gd name="T22" fmla="*/ 7 w 9"/>
                    <a:gd name="T23" fmla="*/ 22 h 25"/>
                    <a:gd name="T24" fmla="*/ 7 w 9"/>
                    <a:gd name="T25" fmla="*/ 22 h 25"/>
                    <a:gd name="T26" fmla="*/ 7 w 9"/>
                    <a:gd name="T27" fmla="*/ 22 h 25"/>
                    <a:gd name="T28" fmla="*/ 9 w 9"/>
                    <a:gd name="T29" fmla="*/ 22 h 25"/>
                    <a:gd name="T30" fmla="*/ 7 w 9"/>
                    <a:gd name="T31" fmla="*/ 20 h 25"/>
                    <a:gd name="T32" fmla="*/ 7 w 9"/>
                    <a:gd name="T33" fmla="*/ 20 h 25"/>
                    <a:gd name="T34" fmla="*/ 7 w 9"/>
                    <a:gd name="T35" fmla="*/ 22 h 25"/>
                    <a:gd name="T36" fmla="*/ 7 w 9"/>
                    <a:gd name="T37" fmla="*/ 22 h 25"/>
                    <a:gd name="T38" fmla="*/ 7 w 9"/>
                    <a:gd name="T39" fmla="*/ 22 h 25"/>
                    <a:gd name="T40" fmla="*/ 5 w 9"/>
                    <a:gd name="T41" fmla="*/ 22 h 25"/>
                    <a:gd name="T42" fmla="*/ 5 w 9"/>
                    <a:gd name="T43" fmla="*/ 22 h 25"/>
                    <a:gd name="T44" fmla="*/ 5 w 9"/>
                    <a:gd name="T45" fmla="*/ 22 h 25"/>
                    <a:gd name="T46" fmla="*/ 5 w 9"/>
                    <a:gd name="T47" fmla="*/ 22 h 25"/>
                    <a:gd name="T48" fmla="*/ 7 w 9"/>
                    <a:gd name="T49" fmla="*/ 23 h 25"/>
                    <a:gd name="T50" fmla="*/ 5 w 9"/>
                    <a:gd name="T51" fmla="*/ 23 h 25"/>
                    <a:gd name="T52" fmla="*/ 5 w 9"/>
                    <a:gd name="T53" fmla="*/ 23 h 25"/>
                    <a:gd name="T54" fmla="*/ 5 w 9"/>
                    <a:gd name="T55" fmla="*/ 23 h 25"/>
                    <a:gd name="T56" fmla="*/ 5 w 9"/>
                    <a:gd name="T57" fmla="*/ 22 h 25"/>
                    <a:gd name="T58" fmla="*/ 5 w 9"/>
                    <a:gd name="T59" fmla="*/ 22 h 25"/>
                    <a:gd name="T60" fmla="*/ 5 w 9"/>
                    <a:gd name="T61" fmla="*/ 22 h 25"/>
                    <a:gd name="T62" fmla="*/ 5 w 9"/>
                    <a:gd name="T63" fmla="*/ 20 h 25"/>
                    <a:gd name="T64" fmla="*/ 7 w 9"/>
                    <a:gd name="T65" fmla="*/ 20 h 25"/>
                    <a:gd name="T66" fmla="*/ 7 w 9"/>
                    <a:gd name="T67" fmla="*/ 20 h 25"/>
                    <a:gd name="T68" fmla="*/ 7 w 9"/>
                    <a:gd name="T69" fmla="*/ 20 h 25"/>
                    <a:gd name="T70" fmla="*/ 7 w 9"/>
                    <a:gd name="T71" fmla="*/ 18 h 25"/>
                    <a:gd name="T72" fmla="*/ 5 w 9"/>
                    <a:gd name="T73" fmla="*/ 20 h 25"/>
                    <a:gd name="T74" fmla="*/ 7 w 9"/>
                    <a:gd name="T75" fmla="*/ 18 h 25"/>
                    <a:gd name="T76" fmla="*/ 0 w 9"/>
                    <a:gd name="T77" fmla="*/ 3 h 25"/>
                    <a:gd name="T78" fmla="*/ 0 w 9"/>
                    <a:gd name="T79" fmla="*/ 3 h 25"/>
                    <a:gd name="T80" fmla="*/ 3 w 9"/>
                    <a:gd name="T81" fmla="*/ 3 h 25"/>
                    <a:gd name="T82" fmla="*/ 3 w 9"/>
                    <a:gd name="T83" fmla="*/ 3 h 25"/>
                    <a:gd name="T84" fmla="*/ 3 w 9"/>
                    <a:gd name="T85" fmla="*/ 3 h 25"/>
                    <a:gd name="T86" fmla="*/ 1 w 9"/>
                    <a:gd name="T87" fmla="*/ 3 h 25"/>
                    <a:gd name="T88" fmla="*/ 1 w 9"/>
                    <a:gd name="T89" fmla="*/ 1 h 25"/>
                    <a:gd name="T90" fmla="*/ 1 w 9"/>
                    <a:gd name="T91" fmla="*/ 1 h 25"/>
                    <a:gd name="T92" fmla="*/ 1 w 9"/>
                    <a:gd name="T93" fmla="*/ 0 h 25"/>
                    <a:gd name="T94" fmla="*/ 1 w 9"/>
                    <a:gd name="T95" fmla="*/ 0 h 25"/>
                    <a:gd name="T96" fmla="*/ 1 w 9"/>
                    <a:gd name="T97" fmla="*/ 1 h 25"/>
                    <a:gd name="T98" fmla="*/ 1 w 9"/>
                    <a:gd name="T99" fmla="*/ 1 h 25"/>
                    <a:gd name="T100" fmla="*/ 1 w 9"/>
                    <a:gd name="T101" fmla="*/ 1 h 25"/>
                    <a:gd name="T102" fmla="*/ 1 w 9"/>
                    <a:gd name="T103" fmla="*/ 1 h 25"/>
                    <a:gd name="T104" fmla="*/ 1 w 9"/>
                    <a:gd name="T105" fmla="*/ 1 h 25"/>
                    <a:gd name="T106" fmla="*/ 1 w 9"/>
                    <a:gd name="T107" fmla="*/ 1 h 25"/>
                    <a:gd name="T108" fmla="*/ 1 w 9"/>
                    <a:gd name="T109" fmla="*/ 1 h 25"/>
                    <a:gd name="T110" fmla="*/ 0 w 9"/>
                    <a:gd name="T111" fmla="*/ 1 h 25"/>
                    <a:gd name="T112" fmla="*/ 0 w 9"/>
                    <a:gd name="T113" fmla="*/ 0 h 25"/>
                    <a:gd name="T114" fmla="*/ 0 w 9"/>
                    <a:gd name="T11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 h="25">
                      <a:moveTo>
                        <a:pt x="7" y="23"/>
                      </a:moveTo>
                      <a:lnTo>
                        <a:pt x="7" y="23"/>
                      </a:lnTo>
                      <a:lnTo>
                        <a:pt x="7" y="23"/>
                      </a:lnTo>
                      <a:lnTo>
                        <a:pt x="7" y="23"/>
                      </a:lnTo>
                      <a:lnTo>
                        <a:pt x="7" y="23"/>
                      </a:lnTo>
                      <a:lnTo>
                        <a:pt x="5" y="23"/>
                      </a:lnTo>
                      <a:lnTo>
                        <a:pt x="5" y="23"/>
                      </a:lnTo>
                      <a:lnTo>
                        <a:pt x="5" y="23"/>
                      </a:lnTo>
                      <a:lnTo>
                        <a:pt x="5" y="23"/>
                      </a:lnTo>
                      <a:lnTo>
                        <a:pt x="5" y="23"/>
                      </a:lnTo>
                      <a:lnTo>
                        <a:pt x="5" y="25"/>
                      </a:lnTo>
                      <a:lnTo>
                        <a:pt x="5" y="25"/>
                      </a:lnTo>
                      <a:lnTo>
                        <a:pt x="5" y="25"/>
                      </a:lnTo>
                      <a:lnTo>
                        <a:pt x="5" y="25"/>
                      </a:lnTo>
                      <a:lnTo>
                        <a:pt x="7" y="25"/>
                      </a:lnTo>
                      <a:lnTo>
                        <a:pt x="7" y="25"/>
                      </a:lnTo>
                      <a:lnTo>
                        <a:pt x="7" y="25"/>
                      </a:lnTo>
                      <a:lnTo>
                        <a:pt x="5" y="25"/>
                      </a:lnTo>
                      <a:lnTo>
                        <a:pt x="5" y="25"/>
                      </a:lnTo>
                      <a:lnTo>
                        <a:pt x="5" y="25"/>
                      </a:lnTo>
                      <a:lnTo>
                        <a:pt x="5" y="25"/>
                      </a:lnTo>
                      <a:lnTo>
                        <a:pt x="5" y="25"/>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7" y="23"/>
                      </a:lnTo>
                      <a:close/>
                      <a:moveTo>
                        <a:pt x="7" y="22"/>
                      </a:move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3"/>
                      </a:lnTo>
                      <a:lnTo>
                        <a:pt x="7" y="23"/>
                      </a:lnTo>
                      <a:lnTo>
                        <a:pt x="7" y="22"/>
                      </a:lnTo>
                      <a:lnTo>
                        <a:pt x="7" y="22"/>
                      </a:lnTo>
                      <a:lnTo>
                        <a:pt x="7" y="22"/>
                      </a:lnTo>
                      <a:lnTo>
                        <a:pt x="7" y="22"/>
                      </a:lnTo>
                      <a:lnTo>
                        <a:pt x="7" y="22"/>
                      </a:lnTo>
                      <a:lnTo>
                        <a:pt x="7" y="22"/>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3"/>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close/>
                      <a:moveTo>
                        <a:pt x="7" y="22"/>
                      </a:move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9" y="22"/>
                      </a:lnTo>
                      <a:lnTo>
                        <a:pt x="7" y="22"/>
                      </a:lnTo>
                      <a:lnTo>
                        <a:pt x="7" y="22"/>
                      </a:lnTo>
                      <a:lnTo>
                        <a:pt x="7" y="22"/>
                      </a:lnTo>
                      <a:lnTo>
                        <a:pt x="7" y="22"/>
                      </a:lnTo>
                      <a:lnTo>
                        <a:pt x="7" y="22"/>
                      </a:lnTo>
                      <a:close/>
                      <a:moveTo>
                        <a:pt x="7" y="20"/>
                      </a:moveTo>
                      <a:lnTo>
                        <a:pt x="7" y="20"/>
                      </a:lnTo>
                      <a:lnTo>
                        <a:pt x="7" y="20"/>
                      </a:lnTo>
                      <a:lnTo>
                        <a:pt x="7" y="20"/>
                      </a:lnTo>
                      <a:lnTo>
                        <a:pt x="7" y="20"/>
                      </a:lnTo>
                      <a:lnTo>
                        <a:pt x="7" y="20"/>
                      </a:lnTo>
                      <a:lnTo>
                        <a:pt x="7" y="20"/>
                      </a:lnTo>
                      <a:lnTo>
                        <a:pt x="7" y="20"/>
                      </a:lnTo>
                      <a:lnTo>
                        <a:pt x="7" y="20"/>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7"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7" y="22"/>
                      </a:lnTo>
                      <a:lnTo>
                        <a:pt x="7"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7" y="23"/>
                      </a:lnTo>
                      <a:lnTo>
                        <a:pt x="7" y="23"/>
                      </a:lnTo>
                      <a:lnTo>
                        <a:pt x="7" y="23"/>
                      </a:lnTo>
                      <a:lnTo>
                        <a:pt x="7" y="23"/>
                      </a:lnTo>
                      <a:lnTo>
                        <a:pt x="7" y="23"/>
                      </a:lnTo>
                      <a:lnTo>
                        <a:pt x="7" y="23"/>
                      </a:lnTo>
                      <a:lnTo>
                        <a:pt x="7"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3"/>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2"/>
                      </a:lnTo>
                      <a:lnTo>
                        <a:pt x="5" y="20"/>
                      </a:lnTo>
                      <a:lnTo>
                        <a:pt x="5" y="20"/>
                      </a:lnTo>
                      <a:lnTo>
                        <a:pt x="5" y="20"/>
                      </a:lnTo>
                      <a:lnTo>
                        <a:pt x="5" y="20"/>
                      </a:lnTo>
                      <a:lnTo>
                        <a:pt x="5" y="20"/>
                      </a:lnTo>
                      <a:lnTo>
                        <a:pt x="5" y="20"/>
                      </a:lnTo>
                      <a:lnTo>
                        <a:pt x="5" y="20"/>
                      </a:lnTo>
                      <a:lnTo>
                        <a:pt x="5" y="20"/>
                      </a:lnTo>
                      <a:lnTo>
                        <a:pt x="7" y="20"/>
                      </a:lnTo>
                      <a:lnTo>
                        <a:pt x="7" y="20"/>
                      </a:lnTo>
                      <a:lnTo>
                        <a:pt x="7" y="20"/>
                      </a:lnTo>
                      <a:lnTo>
                        <a:pt x="7" y="20"/>
                      </a:lnTo>
                      <a:lnTo>
                        <a:pt x="7" y="20"/>
                      </a:lnTo>
                      <a:lnTo>
                        <a:pt x="7" y="20"/>
                      </a:lnTo>
                      <a:lnTo>
                        <a:pt x="7" y="20"/>
                      </a:lnTo>
                      <a:lnTo>
                        <a:pt x="7" y="20"/>
                      </a:lnTo>
                      <a:lnTo>
                        <a:pt x="7" y="20"/>
                      </a:lnTo>
                      <a:lnTo>
                        <a:pt x="7" y="20"/>
                      </a:lnTo>
                      <a:lnTo>
                        <a:pt x="7" y="20"/>
                      </a:lnTo>
                      <a:lnTo>
                        <a:pt x="7" y="20"/>
                      </a:lnTo>
                      <a:lnTo>
                        <a:pt x="7" y="20"/>
                      </a:lnTo>
                      <a:lnTo>
                        <a:pt x="7" y="20"/>
                      </a:lnTo>
                      <a:close/>
                      <a:moveTo>
                        <a:pt x="7" y="18"/>
                      </a:moveTo>
                      <a:lnTo>
                        <a:pt x="7" y="18"/>
                      </a:lnTo>
                      <a:lnTo>
                        <a:pt x="7" y="18"/>
                      </a:lnTo>
                      <a:lnTo>
                        <a:pt x="7" y="18"/>
                      </a:lnTo>
                      <a:lnTo>
                        <a:pt x="7" y="20"/>
                      </a:lnTo>
                      <a:lnTo>
                        <a:pt x="7" y="20"/>
                      </a:lnTo>
                      <a:lnTo>
                        <a:pt x="7" y="20"/>
                      </a:lnTo>
                      <a:lnTo>
                        <a:pt x="7" y="20"/>
                      </a:lnTo>
                      <a:lnTo>
                        <a:pt x="7" y="20"/>
                      </a:lnTo>
                      <a:lnTo>
                        <a:pt x="7" y="18"/>
                      </a:lnTo>
                      <a:lnTo>
                        <a:pt x="7" y="18"/>
                      </a:lnTo>
                      <a:lnTo>
                        <a:pt x="7" y="18"/>
                      </a:lnTo>
                      <a:lnTo>
                        <a:pt x="7" y="18"/>
                      </a:lnTo>
                      <a:lnTo>
                        <a:pt x="7" y="18"/>
                      </a:lnTo>
                      <a:lnTo>
                        <a:pt x="7" y="18"/>
                      </a:lnTo>
                      <a:lnTo>
                        <a:pt x="7" y="18"/>
                      </a:lnTo>
                      <a:close/>
                      <a:moveTo>
                        <a:pt x="7" y="20"/>
                      </a:moveTo>
                      <a:lnTo>
                        <a:pt x="5" y="20"/>
                      </a:lnTo>
                      <a:lnTo>
                        <a:pt x="5" y="20"/>
                      </a:lnTo>
                      <a:lnTo>
                        <a:pt x="5" y="20"/>
                      </a:lnTo>
                      <a:lnTo>
                        <a:pt x="5" y="18"/>
                      </a:lnTo>
                      <a:lnTo>
                        <a:pt x="5" y="18"/>
                      </a:lnTo>
                      <a:lnTo>
                        <a:pt x="5" y="18"/>
                      </a:lnTo>
                      <a:lnTo>
                        <a:pt x="5" y="18"/>
                      </a:lnTo>
                      <a:lnTo>
                        <a:pt x="5" y="18"/>
                      </a:lnTo>
                      <a:lnTo>
                        <a:pt x="7" y="18"/>
                      </a:lnTo>
                      <a:lnTo>
                        <a:pt x="7" y="20"/>
                      </a:lnTo>
                      <a:close/>
                      <a:moveTo>
                        <a:pt x="0" y="3"/>
                      </a:moveTo>
                      <a:lnTo>
                        <a:pt x="0" y="3"/>
                      </a:lnTo>
                      <a:lnTo>
                        <a:pt x="0" y="3"/>
                      </a:lnTo>
                      <a:lnTo>
                        <a:pt x="0" y="3"/>
                      </a:lnTo>
                      <a:lnTo>
                        <a:pt x="0" y="3"/>
                      </a:lnTo>
                      <a:lnTo>
                        <a:pt x="0" y="3"/>
                      </a:lnTo>
                      <a:lnTo>
                        <a:pt x="0" y="3"/>
                      </a:lnTo>
                      <a:lnTo>
                        <a:pt x="0" y="3"/>
                      </a:lnTo>
                      <a:lnTo>
                        <a:pt x="0" y="3"/>
                      </a:lnTo>
                      <a:lnTo>
                        <a:pt x="0" y="3"/>
                      </a:lnTo>
                      <a:lnTo>
                        <a:pt x="0" y="3"/>
                      </a:lnTo>
                      <a:lnTo>
                        <a:pt x="0" y="3"/>
                      </a:lnTo>
                      <a:lnTo>
                        <a:pt x="0" y="3"/>
                      </a:lnTo>
                      <a:lnTo>
                        <a:pt x="0" y="3"/>
                      </a:lnTo>
                      <a:lnTo>
                        <a:pt x="0" y="3"/>
                      </a:lnTo>
                      <a:lnTo>
                        <a:pt x="0" y="3"/>
                      </a:lnTo>
                      <a:close/>
                      <a:moveTo>
                        <a:pt x="3" y="1"/>
                      </a:moveTo>
                      <a:lnTo>
                        <a:pt x="3" y="1"/>
                      </a:lnTo>
                      <a:lnTo>
                        <a:pt x="3" y="1"/>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1" y="3"/>
                      </a:lnTo>
                      <a:lnTo>
                        <a:pt x="1" y="3"/>
                      </a:lnTo>
                      <a:lnTo>
                        <a:pt x="1" y="3"/>
                      </a:lnTo>
                      <a:lnTo>
                        <a:pt x="1" y="3"/>
                      </a:lnTo>
                      <a:lnTo>
                        <a:pt x="1" y="3"/>
                      </a:lnTo>
                      <a:lnTo>
                        <a:pt x="1" y="3"/>
                      </a:lnTo>
                      <a:lnTo>
                        <a:pt x="1" y="3"/>
                      </a:lnTo>
                      <a:lnTo>
                        <a:pt x="1" y="3"/>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3" y="1"/>
                      </a:lnTo>
                      <a:close/>
                      <a:moveTo>
                        <a:pt x="1" y="0"/>
                      </a:moveTo>
                      <a:lnTo>
                        <a:pt x="1" y="0"/>
                      </a:lnTo>
                      <a:lnTo>
                        <a:pt x="1" y="0"/>
                      </a:lnTo>
                      <a:lnTo>
                        <a:pt x="1" y="0"/>
                      </a:lnTo>
                      <a:lnTo>
                        <a:pt x="1" y="0"/>
                      </a:lnTo>
                      <a:lnTo>
                        <a:pt x="1" y="0"/>
                      </a:lnTo>
                      <a:lnTo>
                        <a:pt x="1" y="0"/>
                      </a:lnTo>
                      <a:lnTo>
                        <a:pt x="1" y="0"/>
                      </a:lnTo>
                      <a:lnTo>
                        <a:pt x="1" y="0"/>
                      </a:lnTo>
                      <a:lnTo>
                        <a:pt x="1" y="0"/>
                      </a:lnTo>
                      <a:lnTo>
                        <a:pt x="1" y="0"/>
                      </a:lnTo>
                      <a:lnTo>
                        <a:pt x="1" y="0"/>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1" y="1"/>
                      </a:lnTo>
                      <a:lnTo>
                        <a:pt x="0" y="1"/>
                      </a:lnTo>
                      <a:lnTo>
                        <a:pt x="0" y="1"/>
                      </a:lnTo>
                      <a:lnTo>
                        <a:pt x="0" y="1"/>
                      </a:lnTo>
                      <a:lnTo>
                        <a:pt x="0" y="1"/>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1" y="0"/>
                      </a:lnTo>
                      <a:lnTo>
                        <a:pt x="1" y="0"/>
                      </a:lnTo>
                      <a:lnTo>
                        <a:pt x="1" y="0"/>
                      </a:lnTo>
                      <a:lnTo>
                        <a:pt x="1" y="0"/>
                      </a:lnTo>
                      <a:lnTo>
                        <a:pt x="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1" name="Freeform 14">
                  <a:extLst>
                    <a:ext uri="{FF2B5EF4-FFF2-40B4-BE49-F238E27FC236}">
                      <a16:creationId xmlns:a16="http://schemas.microsoft.com/office/drawing/2014/main" id="{6B6C1BD2-A966-394D-3EFD-417E560EBD12}"/>
                    </a:ext>
                  </a:extLst>
                </p:cNvPr>
                <p:cNvSpPr>
                  <a:spLocks noEditPoints="1"/>
                </p:cNvSpPr>
                <p:nvPr/>
              </p:nvSpPr>
              <p:spPr bwMode="auto">
                <a:xfrm>
                  <a:off x="2404863" y="3337540"/>
                  <a:ext cx="36144" cy="59639"/>
                </a:xfrm>
                <a:custGeom>
                  <a:avLst/>
                  <a:gdLst>
                    <a:gd name="T0" fmla="*/ 16 w 20"/>
                    <a:gd name="T1" fmla="*/ 33 h 33"/>
                    <a:gd name="T2" fmla="*/ 16 w 20"/>
                    <a:gd name="T3" fmla="*/ 33 h 33"/>
                    <a:gd name="T4" fmla="*/ 16 w 20"/>
                    <a:gd name="T5" fmla="*/ 33 h 33"/>
                    <a:gd name="T6" fmla="*/ 18 w 20"/>
                    <a:gd name="T7" fmla="*/ 31 h 33"/>
                    <a:gd name="T8" fmla="*/ 18 w 20"/>
                    <a:gd name="T9" fmla="*/ 31 h 33"/>
                    <a:gd name="T10" fmla="*/ 18 w 20"/>
                    <a:gd name="T11" fmla="*/ 31 h 33"/>
                    <a:gd name="T12" fmla="*/ 18 w 20"/>
                    <a:gd name="T13" fmla="*/ 31 h 33"/>
                    <a:gd name="T14" fmla="*/ 18 w 20"/>
                    <a:gd name="T15" fmla="*/ 31 h 33"/>
                    <a:gd name="T16" fmla="*/ 18 w 20"/>
                    <a:gd name="T17" fmla="*/ 31 h 33"/>
                    <a:gd name="T18" fmla="*/ 18 w 20"/>
                    <a:gd name="T19" fmla="*/ 31 h 33"/>
                    <a:gd name="T20" fmla="*/ 18 w 20"/>
                    <a:gd name="T21" fmla="*/ 31 h 33"/>
                    <a:gd name="T22" fmla="*/ 18 w 20"/>
                    <a:gd name="T23" fmla="*/ 31 h 33"/>
                    <a:gd name="T24" fmla="*/ 18 w 20"/>
                    <a:gd name="T25" fmla="*/ 31 h 33"/>
                    <a:gd name="T26" fmla="*/ 18 w 20"/>
                    <a:gd name="T27" fmla="*/ 30 h 33"/>
                    <a:gd name="T28" fmla="*/ 16 w 20"/>
                    <a:gd name="T29" fmla="*/ 30 h 33"/>
                    <a:gd name="T30" fmla="*/ 18 w 20"/>
                    <a:gd name="T31" fmla="*/ 30 h 33"/>
                    <a:gd name="T32" fmla="*/ 18 w 20"/>
                    <a:gd name="T33" fmla="*/ 30 h 33"/>
                    <a:gd name="T34" fmla="*/ 18 w 20"/>
                    <a:gd name="T35" fmla="*/ 30 h 33"/>
                    <a:gd name="T36" fmla="*/ 18 w 20"/>
                    <a:gd name="T37" fmla="*/ 30 h 33"/>
                    <a:gd name="T38" fmla="*/ 18 w 20"/>
                    <a:gd name="T39" fmla="*/ 30 h 33"/>
                    <a:gd name="T40" fmla="*/ 18 w 20"/>
                    <a:gd name="T41" fmla="*/ 30 h 33"/>
                    <a:gd name="T42" fmla="*/ 16 w 20"/>
                    <a:gd name="T43" fmla="*/ 30 h 33"/>
                    <a:gd name="T44" fmla="*/ 16 w 20"/>
                    <a:gd name="T45" fmla="*/ 30 h 33"/>
                    <a:gd name="T46" fmla="*/ 18 w 20"/>
                    <a:gd name="T47" fmla="*/ 30 h 33"/>
                    <a:gd name="T48" fmla="*/ 18 w 20"/>
                    <a:gd name="T49" fmla="*/ 30 h 33"/>
                    <a:gd name="T50" fmla="*/ 18 w 20"/>
                    <a:gd name="T51" fmla="*/ 30 h 33"/>
                    <a:gd name="T52" fmla="*/ 18 w 20"/>
                    <a:gd name="T53" fmla="*/ 28 h 33"/>
                    <a:gd name="T54" fmla="*/ 18 w 20"/>
                    <a:gd name="T55" fmla="*/ 28 h 33"/>
                    <a:gd name="T56" fmla="*/ 18 w 20"/>
                    <a:gd name="T57" fmla="*/ 28 h 33"/>
                    <a:gd name="T58" fmla="*/ 18 w 20"/>
                    <a:gd name="T59" fmla="*/ 28 h 33"/>
                    <a:gd name="T60" fmla="*/ 18 w 20"/>
                    <a:gd name="T61" fmla="*/ 28 h 33"/>
                    <a:gd name="T62" fmla="*/ 20 w 20"/>
                    <a:gd name="T63" fmla="*/ 28 h 33"/>
                    <a:gd name="T64" fmla="*/ 18 w 20"/>
                    <a:gd name="T65" fmla="*/ 28 h 33"/>
                    <a:gd name="T66" fmla="*/ 20 w 20"/>
                    <a:gd name="T67" fmla="*/ 28 h 33"/>
                    <a:gd name="T68" fmla="*/ 0 w 20"/>
                    <a:gd name="T69" fmla="*/ 11 h 33"/>
                    <a:gd name="T70" fmla="*/ 0 w 20"/>
                    <a:gd name="T71" fmla="*/ 11 h 33"/>
                    <a:gd name="T72" fmla="*/ 12 w 20"/>
                    <a:gd name="T73" fmla="*/ 11 h 33"/>
                    <a:gd name="T74" fmla="*/ 12 w 20"/>
                    <a:gd name="T75" fmla="*/ 11 h 33"/>
                    <a:gd name="T76" fmla="*/ 12 w 20"/>
                    <a:gd name="T77" fmla="*/ 11 h 33"/>
                    <a:gd name="T78" fmla="*/ 5 w 20"/>
                    <a:gd name="T79" fmla="*/ 11 h 33"/>
                    <a:gd name="T80" fmla="*/ 5 w 20"/>
                    <a:gd name="T81" fmla="*/ 11 h 33"/>
                    <a:gd name="T82" fmla="*/ 5 w 20"/>
                    <a:gd name="T83" fmla="*/ 11 h 33"/>
                    <a:gd name="T84" fmla="*/ 5 w 20"/>
                    <a:gd name="T85" fmla="*/ 11 h 33"/>
                    <a:gd name="T86" fmla="*/ 11 w 20"/>
                    <a:gd name="T87" fmla="*/ 0 h 33"/>
                    <a:gd name="T88" fmla="*/ 11 w 20"/>
                    <a:gd name="T8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33">
                      <a:moveTo>
                        <a:pt x="16" y="33"/>
                      </a:moveTo>
                      <a:lnTo>
                        <a:pt x="16" y="33"/>
                      </a:lnTo>
                      <a:lnTo>
                        <a:pt x="16" y="33"/>
                      </a:lnTo>
                      <a:lnTo>
                        <a:pt x="16" y="33"/>
                      </a:lnTo>
                      <a:lnTo>
                        <a:pt x="16" y="33"/>
                      </a:lnTo>
                      <a:lnTo>
                        <a:pt x="16" y="33"/>
                      </a:lnTo>
                      <a:lnTo>
                        <a:pt x="16" y="33"/>
                      </a:lnTo>
                      <a:close/>
                      <a:moveTo>
                        <a:pt x="18" y="31"/>
                      </a:moveTo>
                      <a:lnTo>
                        <a:pt x="18" y="31"/>
                      </a:lnTo>
                      <a:lnTo>
                        <a:pt x="18" y="31"/>
                      </a:lnTo>
                      <a:lnTo>
                        <a:pt x="18" y="31"/>
                      </a:lnTo>
                      <a:lnTo>
                        <a:pt x="18" y="31"/>
                      </a:lnTo>
                      <a:close/>
                      <a:moveTo>
                        <a:pt x="18" y="31"/>
                      </a:moveTo>
                      <a:lnTo>
                        <a:pt x="18" y="31"/>
                      </a:lnTo>
                      <a:lnTo>
                        <a:pt x="18" y="31"/>
                      </a:lnTo>
                      <a:lnTo>
                        <a:pt x="18" y="31"/>
                      </a:lnTo>
                      <a:lnTo>
                        <a:pt x="18" y="31"/>
                      </a:lnTo>
                      <a:lnTo>
                        <a:pt x="18" y="31"/>
                      </a:lnTo>
                      <a:close/>
                      <a:moveTo>
                        <a:pt x="18" y="31"/>
                      </a:moveTo>
                      <a:lnTo>
                        <a:pt x="18" y="31"/>
                      </a:lnTo>
                      <a:lnTo>
                        <a:pt x="18" y="31"/>
                      </a:lnTo>
                      <a:lnTo>
                        <a:pt x="18" y="31"/>
                      </a:lnTo>
                      <a:lnTo>
                        <a:pt x="18" y="31"/>
                      </a:lnTo>
                      <a:lnTo>
                        <a:pt x="18" y="31"/>
                      </a:lnTo>
                      <a:lnTo>
                        <a:pt x="18" y="31"/>
                      </a:lnTo>
                      <a:lnTo>
                        <a:pt x="18" y="31"/>
                      </a:lnTo>
                      <a:close/>
                      <a:moveTo>
                        <a:pt x="18" y="30"/>
                      </a:moveTo>
                      <a:lnTo>
                        <a:pt x="18" y="30"/>
                      </a:lnTo>
                      <a:lnTo>
                        <a:pt x="16" y="30"/>
                      </a:lnTo>
                      <a:lnTo>
                        <a:pt x="16" y="30"/>
                      </a:lnTo>
                      <a:lnTo>
                        <a:pt x="18" y="30"/>
                      </a:lnTo>
                      <a:lnTo>
                        <a:pt x="18" y="30"/>
                      </a:lnTo>
                      <a:lnTo>
                        <a:pt x="18" y="30"/>
                      </a:lnTo>
                      <a:lnTo>
                        <a:pt x="18" y="30"/>
                      </a:lnTo>
                      <a:lnTo>
                        <a:pt x="18" y="30"/>
                      </a:lnTo>
                      <a:lnTo>
                        <a:pt x="18" y="30"/>
                      </a:lnTo>
                      <a:lnTo>
                        <a:pt x="18" y="30"/>
                      </a:lnTo>
                      <a:close/>
                      <a:moveTo>
                        <a:pt x="18" y="30"/>
                      </a:moveTo>
                      <a:lnTo>
                        <a:pt x="18" y="30"/>
                      </a:lnTo>
                      <a:lnTo>
                        <a:pt x="18" y="30"/>
                      </a:lnTo>
                      <a:lnTo>
                        <a:pt x="18" y="30"/>
                      </a:lnTo>
                      <a:lnTo>
                        <a:pt x="18" y="30"/>
                      </a:lnTo>
                      <a:close/>
                      <a:moveTo>
                        <a:pt x="16" y="30"/>
                      </a:moveTo>
                      <a:lnTo>
                        <a:pt x="16" y="30"/>
                      </a:lnTo>
                      <a:lnTo>
                        <a:pt x="16" y="30"/>
                      </a:lnTo>
                      <a:lnTo>
                        <a:pt x="16" y="30"/>
                      </a:lnTo>
                      <a:lnTo>
                        <a:pt x="16" y="30"/>
                      </a:lnTo>
                      <a:close/>
                      <a:moveTo>
                        <a:pt x="18" y="30"/>
                      </a:moveTo>
                      <a:lnTo>
                        <a:pt x="18" y="30"/>
                      </a:lnTo>
                      <a:lnTo>
                        <a:pt x="18" y="30"/>
                      </a:lnTo>
                      <a:lnTo>
                        <a:pt x="18" y="30"/>
                      </a:lnTo>
                      <a:lnTo>
                        <a:pt x="18" y="30"/>
                      </a:lnTo>
                      <a:close/>
                      <a:moveTo>
                        <a:pt x="18" y="28"/>
                      </a:moveTo>
                      <a:lnTo>
                        <a:pt x="18" y="28"/>
                      </a:lnTo>
                      <a:lnTo>
                        <a:pt x="18" y="28"/>
                      </a:lnTo>
                      <a:lnTo>
                        <a:pt x="18" y="28"/>
                      </a:lnTo>
                      <a:lnTo>
                        <a:pt x="18" y="28"/>
                      </a:lnTo>
                      <a:close/>
                      <a:moveTo>
                        <a:pt x="18" y="28"/>
                      </a:moveTo>
                      <a:lnTo>
                        <a:pt x="18" y="28"/>
                      </a:lnTo>
                      <a:lnTo>
                        <a:pt x="18" y="28"/>
                      </a:lnTo>
                      <a:lnTo>
                        <a:pt x="18" y="28"/>
                      </a:lnTo>
                      <a:lnTo>
                        <a:pt x="18" y="28"/>
                      </a:lnTo>
                      <a:close/>
                      <a:moveTo>
                        <a:pt x="20" y="28"/>
                      </a:moveTo>
                      <a:lnTo>
                        <a:pt x="20" y="28"/>
                      </a:lnTo>
                      <a:lnTo>
                        <a:pt x="20" y="28"/>
                      </a:lnTo>
                      <a:lnTo>
                        <a:pt x="18" y="28"/>
                      </a:lnTo>
                      <a:lnTo>
                        <a:pt x="20" y="28"/>
                      </a:lnTo>
                      <a:lnTo>
                        <a:pt x="20" y="28"/>
                      </a:lnTo>
                      <a:close/>
                      <a:moveTo>
                        <a:pt x="1" y="11"/>
                      </a:moveTo>
                      <a:lnTo>
                        <a:pt x="0" y="11"/>
                      </a:lnTo>
                      <a:lnTo>
                        <a:pt x="0" y="11"/>
                      </a:lnTo>
                      <a:lnTo>
                        <a:pt x="0" y="11"/>
                      </a:lnTo>
                      <a:lnTo>
                        <a:pt x="1" y="11"/>
                      </a:lnTo>
                      <a:close/>
                      <a:moveTo>
                        <a:pt x="12" y="11"/>
                      </a:moveTo>
                      <a:lnTo>
                        <a:pt x="12" y="11"/>
                      </a:lnTo>
                      <a:lnTo>
                        <a:pt x="12" y="11"/>
                      </a:lnTo>
                      <a:lnTo>
                        <a:pt x="12" y="11"/>
                      </a:lnTo>
                      <a:lnTo>
                        <a:pt x="12" y="11"/>
                      </a:lnTo>
                      <a:close/>
                      <a:moveTo>
                        <a:pt x="5" y="11"/>
                      </a:moveTo>
                      <a:lnTo>
                        <a:pt x="5" y="11"/>
                      </a:lnTo>
                      <a:lnTo>
                        <a:pt x="5" y="11"/>
                      </a:lnTo>
                      <a:lnTo>
                        <a:pt x="5" y="11"/>
                      </a:lnTo>
                      <a:lnTo>
                        <a:pt x="5" y="11"/>
                      </a:lnTo>
                      <a:lnTo>
                        <a:pt x="5" y="11"/>
                      </a:lnTo>
                      <a:lnTo>
                        <a:pt x="5" y="11"/>
                      </a:lnTo>
                      <a:lnTo>
                        <a:pt x="5" y="11"/>
                      </a:lnTo>
                      <a:close/>
                      <a:moveTo>
                        <a:pt x="11" y="0"/>
                      </a:moveTo>
                      <a:lnTo>
                        <a:pt x="11" y="0"/>
                      </a:lnTo>
                      <a:lnTo>
                        <a:pt x="11" y="0"/>
                      </a:lnTo>
                      <a:lnTo>
                        <a:pt x="11" y="0"/>
                      </a:lnTo>
                      <a:lnTo>
                        <a:pt x="1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2" name="Freeform 15">
                  <a:extLst>
                    <a:ext uri="{FF2B5EF4-FFF2-40B4-BE49-F238E27FC236}">
                      <a16:creationId xmlns:a16="http://schemas.microsoft.com/office/drawing/2014/main" id="{4030A63F-1842-7245-5FAA-74DDB9B54B8A}"/>
                    </a:ext>
                  </a:extLst>
                </p:cNvPr>
                <p:cNvSpPr>
                  <a:spLocks noEditPoints="1"/>
                </p:cNvSpPr>
                <p:nvPr/>
              </p:nvSpPr>
              <p:spPr bwMode="auto">
                <a:xfrm>
                  <a:off x="4933160" y="3532719"/>
                  <a:ext cx="93975" cy="106626"/>
                </a:xfrm>
                <a:custGeom>
                  <a:avLst/>
                  <a:gdLst>
                    <a:gd name="T0" fmla="*/ 37 w 52"/>
                    <a:gd name="T1" fmla="*/ 46 h 59"/>
                    <a:gd name="T2" fmla="*/ 33 w 52"/>
                    <a:gd name="T3" fmla="*/ 51 h 59"/>
                    <a:gd name="T4" fmla="*/ 28 w 52"/>
                    <a:gd name="T5" fmla="*/ 53 h 59"/>
                    <a:gd name="T6" fmla="*/ 24 w 52"/>
                    <a:gd name="T7" fmla="*/ 57 h 59"/>
                    <a:gd name="T8" fmla="*/ 26 w 52"/>
                    <a:gd name="T9" fmla="*/ 51 h 59"/>
                    <a:gd name="T10" fmla="*/ 30 w 52"/>
                    <a:gd name="T11" fmla="*/ 42 h 59"/>
                    <a:gd name="T12" fmla="*/ 28 w 52"/>
                    <a:gd name="T13" fmla="*/ 44 h 59"/>
                    <a:gd name="T14" fmla="*/ 13 w 52"/>
                    <a:gd name="T15" fmla="*/ 35 h 59"/>
                    <a:gd name="T16" fmla="*/ 15 w 52"/>
                    <a:gd name="T17" fmla="*/ 44 h 59"/>
                    <a:gd name="T18" fmla="*/ 13 w 52"/>
                    <a:gd name="T19" fmla="*/ 50 h 59"/>
                    <a:gd name="T20" fmla="*/ 13 w 52"/>
                    <a:gd name="T21" fmla="*/ 42 h 59"/>
                    <a:gd name="T22" fmla="*/ 13 w 52"/>
                    <a:gd name="T23" fmla="*/ 50 h 59"/>
                    <a:gd name="T24" fmla="*/ 10 w 52"/>
                    <a:gd name="T25" fmla="*/ 48 h 59"/>
                    <a:gd name="T26" fmla="*/ 11 w 52"/>
                    <a:gd name="T27" fmla="*/ 42 h 59"/>
                    <a:gd name="T28" fmla="*/ 8 w 52"/>
                    <a:gd name="T29" fmla="*/ 39 h 59"/>
                    <a:gd name="T30" fmla="*/ 37 w 52"/>
                    <a:gd name="T31" fmla="*/ 39 h 59"/>
                    <a:gd name="T32" fmla="*/ 42 w 52"/>
                    <a:gd name="T33" fmla="*/ 39 h 59"/>
                    <a:gd name="T34" fmla="*/ 39 w 52"/>
                    <a:gd name="T35" fmla="*/ 48 h 59"/>
                    <a:gd name="T36" fmla="*/ 39 w 52"/>
                    <a:gd name="T37" fmla="*/ 46 h 59"/>
                    <a:gd name="T38" fmla="*/ 35 w 52"/>
                    <a:gd name="T39" fmla="*/ 42 h 59"/>
                    <a:gd name="T40" fmla="*/ 8 w 52"/>
                    <a:gd name="T41" fmla="*/ 39 h 59"/>
                    <a:gd name="T42" fmla="*/ 4 w 52"/>
                    <a:gd name="T43" fmla="*/ 42 h 59"/>
                    <a:gd name="T44" fmla="*/ 6 w 52"/>
                    <a:gd name="T45" fmla="*/ 51 h 59"/>
                    <a:gd name="T46" fmla="*/ 2 w 52"/>
                    <a:gd name="T47" fmla="*/ 44 h 59"/>
                    <a:gd name="T48" fmla="*/ 2 w 52"/>
                    <a:gd name="T49" fmla="*/ 39 h 59"/>
                    <a:gd name="T50" fmla="*/ 4 w 52"/>
                    <a:gd name="T51" fmla="*/ 33 h 59"/>
                    <a:gd name="T52" fmla="*/ 35 w 52"/>
                    <a:gd name="T53" fmla="*/ 33 h 59"/>
                    <a:gd name="T54" fmla="*/ 30 w 52"/>
                    <a:gd name="T55" fmla="*/ 40 h 59"/>
                    <a:gd name="T56" fmla="*/ 28 w 52"/>
                    <a:gd name="T57" fmla="*/ 46 h 59"/>
                    <a:gd name="T58" fmla="*/ 24 w 52"/>
                    <a:gd name="T59" fmla="*/ 51 h 59"/>
                    <a:gd name="T60" fmla="*/ 22 w 52"/>
                    <a:gd name="T61" fmla="*/ 48 h 59"/>
                    <a:gd name="T62" fmla="*/ 28 w 52"/>
                    <a:gd name="T63" fmla="*/ 39 h 59"/>
                    <a:gd name="T64" fmla="*/ 30 w 52"/>
                    <a:gd name="T65" fmla="*/ 29 h 59"/>
                    <a:gd name="T66" fmla="*/ 37 w 52"/>
                    <a:gd name="T67" fmla="*/ 26 h 59"/>
                    <a:gd name="T68" fmla="*/ 37 w 52"/>
                    <a:gd name="T69" fmla="*/ 26 h 59"/>
                    <a:gd name="T70" fmla="*/ 30 w 52"/>
                    <a:gd name="T71" fmla="*/ 31 h 59"/>
                    <a:gd name="T72" fmla="*/ 26 w 52"/>
                    <a:gd name="T73" fmla="*/ 39 h 59"/>
                    <a:gd name="T74" fmla="*/ 22 w 52"/>
                    <a:gd name="T75" fmla="*/ 50 h 59"/>
                    <a:gd name="T76" fmla="*/ 17 w 52"/>
                    <a:gd name="T77" fmla="*/ 51 h 59"/>
                    <a:gd name="T78" fmla="*/ 19 w 52"/>
                    <a:gd name="T79" fmla="*/ 39 h 59"/>
                    <a:gd name="T80" fmla="*/ 24 w 52"/>
                    <a:gd name="T81" fmla="*/ 28 h 59"/>
                    <a:gd name="T82" fmla="*/ 39 w 52"/>
                    <a:gd name="T83" fmla="*/ 22 h 59"/>
                    <a:gd name="T84" fmla="*/ 44 w 52"/>
                    <a:gd name="T85" fmla="*/ 24 h 59"/>
                    <a:gd name="T86" fmla="*/ 41 w 52"/>
                    <a:gd name="T87" fmla="*/ 24 h 59"/>
                    <a:gd name="T88" fmla="*/ 48 w 52"/>
                    <a:gd name="T89" fmla="*/ 31 h 59"/>
                    <a:gd name="T90" fmla="*/ 52 w 52"/>
                    <a:gd name="T91" fmla="*/ 44 h 59"/>
                    <a:gd name="T92" fmla="*/ 44 w 52"/>
                    <a:gd name="T93" fmla="*/ 53 h 59"/>
                    <a:gd name="T94" fmla="*/ 44 w 52"/>
                    <a:gd name="T95" fmla="*/ 50 h 59"/>
                    <a:gd name="T96" fmla="*/ 44 w 52"/>
                    <a:gd name="T97" fmla="*/ 42 h 59"/>
                    <a:gd name="T98" fmla="*/ 42 w 52"/>
                    <a:gd name="T99" fmla="*/ 33 h 59"/>
                    <a:gd name="T100" fmla="*/ 39 w 52"/>
                    <a:gd name="T101" fmla="*/ 26 h 59"/>
                    <a:gd name="T102" fmla="*/ 30 w 52"/>
                    <a:gd name="T103" fmla="*/ 2 h 59"/>
                    <a:gd name="T104" fmla="*/ 37 w 52"/>
                    <a:gd name="T105" fmla="*/ 6 h 59"/>
                    <a:gd name="T106" fmla="*/ 39 w 52"/>
                    <a:gd name="T107" fmla="*/ 13 h 59"/>
                    <a:gd name="T108" fmla="*/ 33 w 52"/>
                    <a:gd name="T109" fmla="*/ 18 h 59"/>
                    <a:gd name="T110" fmla="*/ 33 w 52"/>
                    <a:gd name="T111" fmla="*/ 15 h 59"/>
                    <a:gd name="T112" fmla="*/ 30 w 52"/>
                    <a:gd name="T113" fmla="*/ 11 h 59"/>
                    <a:gd name="T114" fmla="*/ 26 w 52"/>
                    <a:gd name="T115"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 h="59">
                      <a:moveTo>
                        <a:pt x="33" y="40"/>
                      </a:moveTo>
                      <a:lnTo>
                        <a:pt x="35" y="40"/>
                      </a:lnTo>
                      <a:lnTo>
                        <a:pt x="35" y="42"/>
                      </a:lnTo>
                      <a:lnTo>
                        <a:pt x="33" y="42"/>
                      </a:lnTo>
                      <a:lnTo>
                        <a:pt x="35" y="42"/>
                      </a:lnTo>
                      <a:lnTo>
                        <a:pt x="35" y="44"/>
                      </a:lnTo>
                      <a:lnTo>
                        <a:pt x="35" y="46"/>
                      </a:lnTo>
                      <a:lnTo>
                        <a:pt x="37" y="46"/>
                      </a:lnTo>
                      <a:lnTo>
                        <a:pt x="35" y="46"/>
                      </a:lnTo>
                      <a:lnTo>
                        <a:pt x="35" y="48"/>
                      </a:lnTo>
                      <a:lnTo>
                        <a:pt x="33" y="48"/>
                      </a:lnTo>
                      <a:lnTo>
                        <a:pt x="33" y="46"/>
                      </a:lnTo>
                      <a:lnTo>
                        <a:pt x="33" y="48"/>
                      </a:lnTo>
                      <a:lnTo>
                        <a:pt x="35" y="48"/>
                      </a:lnTo>
                      <a:lnTo>
                        <a:pt x="35" y="50"/>
                      </a:lnTo>
                      <a:lnTo>
                        <a:pt x="33" y="51"/>
                      </a:lnTo>
                      <a:lnTo>
                        <a:pt x="31" y="53"/>
                      </a:lnTo>
                      <a:lnTo>
                        <a:pt x="31" y="51"/>
                      </a:lnTo>
                      <a:lnTo>
                        <a:pt x="30" y="53"/>
                      </a:lnTo>
                      <a:lnTo>
                        <a:pt x="31" y="53"/>
                      </a:lnTo>
                      <a:lnTo>
                        <a:pt x="30" y="53"/>
                      </a:lnTo>
                      <a:lnTo>
                        <a:pt x="30" y="55"/>
                      </a:lnTo>
                      <a:lnTo>
                        <a:pt x="30" y="53"/>
                      </a:lnTo>
                      <a:lnTo>
                        <a:pt x="28" y="53"/>
                      </a:lnTo>
                      <a:lnTo>
                        <a:pt x="30" y="53"/>
                      </a:lnTo>
                      <a:lnTo>
                        <a:pt x="30" y="51"/>
                      </a:lnTo>
                      <a:lnTo>
                        <a:pt x="30" y="53"/>
                      </a:lnTo>
                      <a:lnTo>
                        <a:pt x="28" y="53"/>
                      </a:lnTo>
                      <a:lnTo>
                        <a:pt x="26" y="53"/>
                      </a:lnTo>
                      <a:lnTo>
                        <a:pt x="26" y="55"/>
                      </a:lnTo>
                      <a:lnTo>
                        <a:pt x="24" y="55"/>
                      </a:lnTo>
                      <a:lnTo>
                        <a:pt x="24" y="57"/>
                      </a:lnTo>
                      <a:lnTo>
                        <a:pt x="24" y="59"/>
                      </a:lnTo>
                      <a:lnTo>
                        <a:pt x="22" y="59"/>
                      </a:lnTo>
                      <a:lnTo>
                        <a:pt x="22" y="57"/>
                      </a:lnTo>
                      <a:lnTo>
                        <a:pt x="22" y="55"/>
                      </a:lnTo>
                      <a:lnTo>
                        <a:pt x="24" y="55"/>
                      </a:lnTo>
                      <a:lnTo>
                        <a:pt x="24" y="53"/>
                      </a:lnTo>
                      <a:lnTo>
                        <a:pt x="24" y="51"/>
                      </a:lnTo>
                      <a:lnTo>
                        <a:pt x="26" y="51"/>
                      </a:lnTo>
                      <a:lnTo>
                        <a:pt x="26" y="50"/>
                      </a:lnTo>
                      <a:lnTo>
                        <a:pt x="28" y="50"/>
                      </a:lnTo>
                      <a:lnTo>
                        <a:pt x="30" y="48"/>
                      </a:lnTo>
                      <a:lnTo>
                        <a:pt x="30" y="46"/>
                      </a:lnTo>
                      <a:lnTo>
                        <a:pt x="30" y="44"/>
                      </a:lnTo>
                      <a:lnTo>
                        <a:pt x="31" y="44"/>
                      </a:lnTo>
                      <a:lnTo>
                        <a:pt x="31" y="42"/>
                      </a:lnTo>
                      <a:lnTo>
                        <a:pt x="30" y="42"/>
                      </a:lnTo>
                      <a:lnTo>
                        <a:pt x="30" y="44"/>
                      </a:lnTo>
                      <a:lnTo>
                        <a:pt x="30" y="42"/>
                      </a:lnTo>
                      <a:lnTo>
                        <a:pt x="30" y="44"/>
                      </a:lnTo>
                      <a:lnTo>
                        <a:pt x="31" y="44"/>
                      </a:lnTo>
                      <a:lnTo>
                        <a:pt x="30" y="44"/>
                      </a:lnTo>
                      <a:lnTo>
                        <a:pt x="30" y="46"/>
                      </a:lnTo>
                      <a:lnTo>
                        <a:pt x="30" y="44"/>
                      </a:lnTo>
                      <a:lnTo>
                        <a:pt x="28" y="44"/>
                      </a:lnTo>
                      <a:lnTo>
                        <a:pt x="28" y="42"/>
                      </a:lnTo>
                      <a:lnTo>
                        <a:pt x="28" y="40"/>
                      </a:lnTo>
                      <a:lnTo>
                        <a:pt x="30" y="40"/>
                      </a:lnTo>
                      <a:lnTo>
                        <a:pt x="31" y="40"/>
                      </a:lnTo>
                      <a:lnTo>
                        <a:pt x="33" y="40"/>
                      </a:lnTo>
                      <a:close/>
                      <a:moveTo>
                        <a:pt x="10" y="33"/>
                      </a:moveTo>
                      <a:lnTo>
                        <a:pt x="11" y="33"/>
                      </a:lnTo>
                      <a:lnTo>
                        <a:pt x="13" y="35"/>
                      </a:lnTo>
                      <a:lnTo>
                        <a:pt x="15" y="35"/>
                      </a:lnTo>
                      <a:lnTo>
                        <a:pt x="15" y="37"/>
                      </a:lnTo>
                      <a:lnTo>
                        <a:pt x="17" y="37"/>
                      </a:lnTo>
                      <a:lnTo>
                        <a:pt x="17" y="39"/>
                      </a:lnTo>
                      <a:lnTo>
                        <a:pt x="17" y="40"/>
                      </a:lnTo>
                      <a:lnTo>
                        <a:pt x="17" y="42"/>
                      </a:lnTo>
                      <a:lnTo>
                        <a:pt x="15" y="42"/>
                      </a:lnTo>
                      <a:lnTo>
                        <a:pt x="15" y="44"/>
                      </a:lnTo>
                      <a:lnTo>
                        <a:pt x="15" y="46"/>
                      </a:lnTo>
                      <a:lnTo>
                        <a:pt x="17" y="46"/>
                      </a:lnTo>
                      <a:lnTo>
                        <a:pt x="17" y="48"/>
                      </a:lnTo>
                      <a:lnTo>
                        <a:pt x="17" y="50"/>
                      </a:lnTo>
                      <a:lnTo>
                        <a:pt x="15" y="50"/>
                      </a:lnTo>
                      <a:lnTo>
                        <a:pt x="15" y="51"/>
                      </a:lnTo>
                      <a:lnTo>
                        <a:pt x="13" y="51"/>
                      </a:lnTo>
                      <a:lnTo>
                        <a:pt x="13" y="50"/>
                      </a:lnTo>
                      <a:lnTo>
                        <a:pt x="15" y="50"/>
                      </a:lnTo>
                      <a:lnTo>
                        <a:pt x="15" y="48"/>
                      </a:lnTo>
                      <a:lnTo>
                        <a:pt x="15" y="46"/>
                      </a:lnTo>
                      <a:lnTo>
                        <a:pt x="13" y="46"/>
                      </a:lnTo>
                      <a:lnTo>
                        <a:pt x="13" y="44"/>
                      </a:lnTo>
                      <a:lnTo>
                        <a:pt x="13" y="42"/>
                      </a:lnTo>
                      <a:lnTo>
                        <a:pt x="13" y="40"/>
                      </a:lnTo>
                      <a:lnTo>
                        <a:pt x="13" y="42"/>
                      </a:lnTo>
                      <a:lnTo>
                        <a:pt x="13" y="44"/>
                      </a:lnTo>
                      <a:lnTo>
                        <a:pt x="13" y="46"/>
                      </a:lnTo>
                      <a:lnTo>
                        <a:pt x="15" y="46"/>
                      </a:lnTo>
                      <a:lnTo>
                        <a:pt x="15" y="48"/>
                      </a:lnTo>
                      <a:lnTo>
                        <a:pt x="13" y="48"/>
                      </a:lnTo>
                      <a:lnTo>
                        <a:pt x="15" y="48"/>
                      </a:lnTo>
                      <a:lnTo>
                        <a:pt x="15" y="50"/>
                      </a:lnTo>
                      <a:lnTo>
                        <a:pt x="13" y="50"/>
                      </a:lnTo>
                      <a:lnTo>
                        <a:pt x="13" y="51"/>
                      </a:lnTo>
                      <a:lnTo>
                        <a:pt x="13" y="50"/>
                      </a:lnTo>
                      <a:lnTo>
                        <a:pt x="11" y="48"/>
                      </a:lnTo>
                      <a:lnTo>
                        <a:pt x="11" y="46"/>
                      </a:lnTo>
                      <a:lnTo>
                        <a:pt x="11" y="44"/>
                      </a:lnTo>
                      <a:lnTo>
                        <a:pt x="11" y="46"/>
                      </a:lnTo>
                      <a:lnTo>
                        <a:pt x="11" y="48"/>
                      </a:lnTo>
                      <a:lnTo>
                        <a:pt x="10" y="48"/>
                      </a:lnTo>
                      <a:lnTo>
                        <a:pt x="10" y="46"/>
                      </a:lnTo>
                      <a:lnTo>
                        <a:pt x="11" y="46"/>
                      </a:lnTo>
                      <a:lnTo>
                        <a:pt x="10" y="46"/>
                      </a:lnTo>
                      <a:lnTo>
                        <a:pt x="11" y="44"/>
                      </a:lnTo>
                      <a:lnTo>
                        <a:pt x="11" y="42"/>
                      </a:lnTo>
                      <a:lnTo>
                        <a:pt x="10" y="44"/>
                      </a:lnTo>
                      <a:lnTo>
                        <a:pt x="10" y="42"/>
                      </a:lnTo>
                      <a:lnTo>
                        <a:pt x="11" y="42"/>
                      </a:lnTo>
                      <a:lnTo>
                        <a:pt x="10" y="42"/>
                      </a:lnTo>
                      <a:lnTo>
                        <a:pt x="10" y="40"/>
                      </a:lnTo>
                      <a:lnTo>
                        <a:pt x="11" y="40"/>
                      </a:lnTo>
                      <a:lnTo>
                        <a:pt x="10" y="40"/>
                      </a:lnTo>
                      <a:lnTo>
                        <a:pt x="10" y="42"/>
                      </a:lnTo>
                      <a:lnTo>
                        <a:pt x="10" y="40"/>
                      </a:lnTo>
                      <a:lnTo>
                        <a:pt x="8" y="40"/>
                      </a:lnTo>
                      <a:lnTo>
                        <a:pt x="8" y="39"/>
                      </a:lnTo>
                      <a:lnTo>
                        <a:pt x="6" y="37"/>
                      </a:lnTo>
                      <a:lnTo>
                        <a:pt x="8" y="35"/>
                      </a:lnTo>
                      <a:lnTo>
                        <a:pt x="8" y="33"/>
                      </a:lnTo>
                      <a:lnTo>
                        <a:pt x="10" y="33"/>
                      </a:lnTo>
                      <a:close/>
                      <a:moveTo>
                        <a:pt x="33" y="40"/>
                      </a:moveTo>
                      <a:lnTo>
                        <a:pt x="35" y="40"/>
                      </a:lnTo>
                      <a:lnTo>
                        <a:pt x="35" y="39"/>
                      </a:lnTo>
                      <a:lnTo>
                        <a:pt x="37" y="39"/>
                      </a:lnTo>
                      <a:lnTo>
                        <a:pt x="37" y="37"/>
                      </a:lnTo>
                      <a:lnTo>
                        <a:pt x="37" y="35"/>
                      </a:lnTo>
                      <a:lnTo>
                        <a:pt x="37" y="33"/>
                      </a:lnTo>
                      <a:lnTo>
                        <a:pt x="39" y="33"/>
                      </a:lnTo>
                      <a:lnTo>
                        <a:pt x="41" y="33"/>
                      </a:lnTo>
                      <a:lnTo>
                        <a:pt x="42" y="35"/>
                      </a:lnTo>
                      <a:lnTo>
                        <a:pt x="42" y="37"/>
                      </a:lnTo>
                      <a:lnTo>
                        <a:pt x="42" y="39"/>
                      </a:lnTo>
                      <a:lnTo>
                        <a:pt x="44" y="40"/>
                      </a:lnTo>
                      <a:lnTo>
                        <a:pt x="42" y="40"/>
                      </a:lnTo>
                      <a:lnTo>
                        <a:pt x="42" y="42"/>
                      </a:lnTo>
                      <a:lnTo>
                        <a:pt x="42" y="44"/>
                      </a:lnTo>
                      <a:lnTo>
                        <a:pt x="41" y="44"/>
                      </a:lnTo>
                      <a:lnTo>
                        <a:pt x="41" y="46"/>
                      </a:lnTo>
                      <a:lnTo>
                        <a:pt x="39" y="46"/>
                      </a:lnTo>
                      <a:lnTo>
                        <a:pt x="39" y="48"/>
                      </a:lnTo>
                      <a:lnTo>
                        <a:pt x="39" y="46"/>
                      </a:lnTo>
                      <a:lnTo>
                        <a:pt x="37" y="44"/>
                      </a:lnTo>
                      <a:lnTo>
                        <a:pt x="39" y="44"/>
                      </a:lnTo>
                      <a:lnTo>
                        <a:pt x="39" y="42"/>
                      </a:lnTo>
                      <a:lnTo>
                        <a:pt x="39" y="44"/>
                      </a:lnTo>
                      <a:lnTo>
                        <a:pt x="37" y="44"/>
                      </a:lnTo>
                      <a:lnTo>
                        <a:pt x="37" y="46"/>
                      </a:lnTo>
                      <a:lnTo>
                        <a:pt x="39" y="46"/>
                      </a:lnTo>
                      <a:lnTo>
                        <a:pt x="39" y="48"/>
                      </a:lnTo>
                      <a:lnTo>
                        <a:pt x="37" y="50"/>
                      </a:lnTo>
                      <a:lnTo>
                        <a:pt x="35" y="50"/>
                      </a:lnTo>
                      <a:lnTo>
                        <a:pt x="35" y="48"/>
                      </a:lnTo>
                      <a:lnTo>
                        <a:pt x="37" y="46"/>
                      </a:lnTo>
                      <a:lnTo>
                        <a:pt x="35" y="46"/>
                      </a:lnTo>
                      <a:lnTo>
                        <a:pt x="35" y="44"/>
                      </a:lnTo>
                      <a:lnTo>
                        <a:pt x="35" y="42"/>
                      </a:lnTo>
                      <a:lnTo>
                        <a:pt x="35" y="40"/>
                      </a:lnTo>
                      <a:lnTo>
                        <a:pt x="37" y="40"/>
                      </a:lnTo>
                      <a:lnTo>
                        <a:pt x="35" y="40"/>
                      </a:lnTo>
                      <a:lnTo>
                        <a:pt x="33" y="40"/>
                      </a:lnTo>
                      <a:close/>
                      <a:moveTo>
                        <a:pt x="6" y="35"/>
                      </a:moveTo>
                      <a:lnTo>
                        <a:pt x="6" y="37"/>
                      </a:lnTo>
                      <a:lnTo>
                        <a:pt x="6" y="39"/>
                      </a:lnTo>
                      <a:lnTo>
                        <a:pt x="8" y="39"/>
                      </a:lnTo>
                      <a:lnTo>
                        <a:pt x="8" y="40"/>
                      </a:lnTo>
                      <a:lnTo>
                        <a:pt x="8" y="42"/>
                      </a:lnTo>
                      <a:lnTo>
                        <a:pt x="6" y="42"/>
                      </a:lnTo>
                      <a:lnTo>
                        <a:pt x="6" y="44"/>
                      </a:lnTo>
                      <a:lnTo>
                        <a:pt x="4" y="44"/>
                      </a:lnTo>
                      <a:lnTo>
                        <a:pt x="4" y="42"/>
                      </a:lnTo>
                      <a:lnTo>
                        <a:pt x="4" y="40"/>
                      </a:lnTo>
                      <a:lnTo>
                        <a:pt x="4" y="42"/>
                      </a:lnTo>
                      <a:lnTo>
                        <a:pt x="4" y="40"/>
                      </a:lnTo>
                      <a:lnTo>
                        <a:pt x="4" y="42"/>
                      </a:lnTo>
                      <a:lnTo>
                        <a:pt x="4" y="44"/>
                      </a:lnTo>
                      <a:lnTo>
                        <a:pt x="6" y="44"/>
                      </a:lnTo>
                      <a:lnTo>
                        <a:pt x="4" y="46"/>
                      </a:lnTo>
                      <a:lnTo>
                        <a:pt x="6" y="48"/>
                      </a:lnTo>
                      <a:lnTo>
                        <a:pt x="6" y="50"/>
                      </a:lnTo>
                      <a:lnTo>
                        <a:pt x="6" y="51"/>
                      </a:lnTo>
                      <a:lnTo>
                        <a:pt x="4" y="51"/>
                      </a:lnTo>
                      <a:lnTo>
                        <a:pt x="4" y="53"/>
                      </a:lnTo>
                      <a:lnTo>
                        <a:pt x="4" y="51"/>
                      </a:lnTo>
                      <a:lnTo>
                        <a:pt x="4" y="50"/>
                      </a:lnTo>
                      <a:lnTo>
                        <a:pt x="4" y="48"/>
                      </a:lnTo>
                      <a:lnTo>
                        <a:pt x="2" y="48"/>
                      </a:lnTo>
                      <a:lnTo>
                        <a:pt x="2" y="46"/>
                      </a:lnTo>
                      <a:lnTo>
                        <a:pt x="2" y="44"/>
                      </a:lnTo>
                      <a:lnTo>
                        <a:pt x="2" y="42"/>
                      </a:lnTo>
                      <a:lnTo>
                        <a:pt x="2" y="44"/>
                      </a:lnTo>
                      <a:lnTo>
                        <a:pt x="2" y="42"/>
                      </a:lnTo>
                      <a:lnTo>
                        <a:pt x="2" y="40"/>
                      </a:lnTo>
                      <a:lnTo>
                        <a:pt x="2" y="42"/>
                      </a:lnTo>
                      <a:lnTo>
                        <a:pt x="0" y="40"/>
                      </a:lnTo>
                      <a:lnTo>
                        <a:pt x="0" y="39"/>
                      </a:lnTo>
                      <a:lnTo>
                        <a:pt x="2" y="39"/>
                      </a:lnTo>
                      <a:lnTo>
                        <a:pt x="0" y="39"/>
                      </a:lnTo>
                      <a:lnTo>
                        <a:pt x="2" y="39"/>
                      </a:lnTo>
                      <a:lnTo>
                        <a:pt x="2" y="37"/>
                      </a:lnTo>
                      <a:lnTo>
                        <a:pt x="2" y="35"/>
                      </a:lnTo>
                      <a:lnTo>
                        <a:pt x="2" y="33"/>
                      </a:lnTo>
                      <a:lnTo>
                        <a:pt x="4" y="33"/>
                      </a:lnTo>
                      <a:lnTo>
                        <a:pt x="4" y="31"/>
                      </a:lnTo>
                      <a:lnTo>
                        <a:pt x="4" y="33"/>
                      </a:lnTo>
                      <a:lnTo>
                        <a:pt x="6" y="33"/>
                      </a:lnTo>
                      <a:lnTo>
                        <a:pt x="6" y="35"/>
                      </a:lnTo>
                      <a:close/>
                      <a:moveTo>
                        <a:pt x="39" y="28"/>
                      </a:moveTo>
                      <a:lnTo>
                        <a:pt x="39" y="29"/>
                      </a:lnTo>
                      <a:lnTo>
                        <a:pt x="37" y="29"/>
                      </a:lnTo>
                      <a:lnTo>
                        <a:pt x="37" y="31"/>
                      </a:lnTo>
                      <a:lnTo>
                        <a:pt x="35" y="31"/>
                      </a:lnTo>
                      <a:lnTo>
                        <a:pt x="35" y="33"/>
                      </a:lnTo>
                      <a:lnTo>
                        <a:pt x="35" y="31"/>
                      </a:lnTo>
                      <a:lnTo>
                        <a:pt x="33" y="31"/>
                      </a:lnTo>
                      <a:lnTo>
                        <a:pt x="33" y="33"/>
                      </a:lnTo>
                      <a:lnTo>
                        <a:pt x="33" y="35"/>
                      </a:lnTo>
                      <a:lnTo>
                        <a:pt x="33" y="37"/>
                      </a:lnTo>
                      <a:lnTo>
                        <a:pt x="31" y="37"/>
                      </a:lnTo>
                      <a:lnTo>
                        <a:pt x="30" y="39"/>
                      </a:lnTo>
                      <a:lnTo>
                        <a:pt x="30" y="40"/>
                      </a:lnTo>
                      <a:lnTo>
                        <a:pt x="30" y="39"/>
                      </a:lnTo>
                      <a:lnTo>
                        <a:pt x="30" y="40"/>
                      </a:lnTo>
                      <a:lnTo>
                        <a:pt x="28" y="40"/>
                      </a:lnTo>
                      <a:lnTo>
                        <a:pt x="30" y="40"/>
                      </a:lnTo>
                      <a:lnTo>
                        <a:pt x="28" y="40"/>
                      </a:lnTo>
                      <a:lnTo>
                        <a:pt x="28" y="42"/>
                      </a:lnTo>
                      <a:lnTo>
                        <a:pt x="28" y="44"/>
                      </a:lnTo>
                      <a:lnTo>
                        <a:pt x="28" y="46"/>
                      </a:lnTo>
                      <a:lnTo>
                        <a:pt x="30" y="46"/>
                      </a:lnTo>
                      <a:lnTo>
                        <a:pt x="28" y="48"/>
                      </a:lnTo>
                      <a:lnTo>
                        <a:pt x="28" y="50"/>
                      </a:lnTo>
                      <a:lnTo>
                        <a:pt x="28" y="48"/>
                      </a:lnTo>
                      <a:lnTo>
                        <a:pt x="26" y="48"/>
                      </a:lnTo>
                      <a:lnTo>
                        <a:pt x="26" y="50"/>
                      </a:lnTo>
                      <a:lnTo>
                        <a:pt x="24" y="50"/>
                      </a:lnTo>
                      <a:lnTo>
                        <a:pt x="24" y="51"/>
                      </a:lnTo>
                      <a:lnTo>
                        <a:pt x="22" y="53"/>
                      </a:lnTo>
                      <a:lnTo>
                        <a:pt x="21" y="53"/>
                      </a:lnTo>
                      <a:lnTo>
                        <a:pt x="21" y="51"/>
                      </a:lnTo>
                      <a:lnTo>
                        <a:pt x="22" y="51"/>
                      </a:lnTo>
                      <a:lnTo>
                        <a:pt x="22" y="50"/>
                      </a:lnTo>
                      <a:lnTo>
                        <a:pt x="22" y="48"/>
                      </a:lnTo>
                      <a:lnTo>
                        <a:pt x="24" y="48"/>
                      </a:lnTo>
                      <a:lnTo>
                        <a:pt x="22" y="48"/>
                      </a:lnTo>
                      <a:lnTo>
                        <a:pt x="22" y="46"/>
                      </a:lnTo>
                      <a:lnTo>
                        <a:pt x="24" y="46"/>
                      </a:lnTo>
                      <a:lnTo>
                        <a:pt x="24" y="44"/>
                      </a:lnTo>
                      <a:lnTo>
                        <a:pt x="24" y="42"/>
                      </a:lnTo>
                      <a:lnTo>
                        <a:pt x="24" y="40"/>
                      </a:lnTo>
                      <a:lnTo>
                        <a:pt x="26" y="40"/>
                      </a:lnTo>
                      <a:lnTo>
                        <a:pt x="26" y="39"/>
                      </a:lnTo>
                      <a:lnTo>
                        <a:pt x="28" y="39"/>
                      </a:lnTo>
                      <a:lnTo>
                        <a:pt x="28" y="37"/>
                      </a:lnTo>
                      <a:lnTo>
                        <a:pt x="28" y="35"/>
                      </a:lnTo>
                      <a:lnTo>
                        <a:pt x="28" y="33"/>
                      </a:lnTo>
                      <a:lnTo>
                        <a:pt x="28" y="31"/>
                      </a:lnTo>
                      <a:lnTo>
                        <a:pt x="28" y="29"/>
                      </a:lnTo>
                      <a:lnTo>
                        <a:pt x="30" y="29"/>
                      </a:lnTo>
                      <a:lnTo>
                        <a:pt x="30" y="31"/>
                      </a:lnTo>
                      <a:lnTo>
                        <a:pt x="30" y="29"/>
                      </a:lnTo>
                      <a:lnTo>
                        <a:pt x="31" y="29"/>
                      </a:lnTo>
                      <a:lnTo>
                        <a:pt x="33" y="29"/>
                      </a:lnTo>
                      <a:lnTo>
                        <a:pt x="35" y="29"/>
                      </a:lnTo>
                      <a:lnTo>
                        <a:pt x="35" y="28"/>
                      </a:lnTo>
                      <a:lnTo>
                        <a:pt x="35" y="26"/>
                      </a:lnTo>
                      <a:lnTo>
                        <a:pt x="35" y="28"/>
                      </a:lnTo>
                      <a:lnTo>
                        <a:pt x="37" y="28"/>
                      </a:lnTo>
                      <a:lnTo>
                        <a:pt x="37" y="26"/>
                      </a:lnTo>
                      <a:lnTo>
                        <a:pt x="39" y="28"/>
                      </a:lnTo>
                      <a:close/>
                      <a:moveTo>
                        <a:pt x="28" y="24"/>
                      </a:moveTo>
                      <a:lnTo>
                        <a:pt x="30" y="24"/>
                      </a:lnTo>
                      <a:lnTo>
                        <a:pt x="31" y="24"/>
                      </a:lnTo>
                      <a:lnTo>
                        <a:pt x="33" y="24"/>
                      </a:lnTo>
                      <a:lnTo>
                        <a:pt x="35" y="24"/>
                      </a:lnTo>
                      <a:lnTo>
                        <a:pt x="35" y="26"/>
                      </a:lnTo>
                      <a:lnTo>
                        <a:pt x="37" y="26"/>
                      </a:lnTo>
                      <a:lnTo>
                        <a:pt x="37" y="28"/>
                      </a:lnTo>
                      <a:lnTo>
                        <a:pt x="35" y="28"/>
                      </a:lnTo>
                      <a:lnTo>
                        <a:pt x="35" y="26"/>
                      </a:lnTo>
                      <a:lnTo>
                        <a:pt x="35" y="28"/>
                      </a:lnTo>
                      <a:lnTo>
                        <a:pt x="33" y="29"/>
                      </a:lnTo>
                      <a:lnTo>
                        <a:pt x="31" y="29"/>
                      </a:lnTo>
                      <a:lnTo>
                        <a:pt x="30" y="29"/>
                      </a:lnTo>
                      <a:lnTo>
                        <a:pt x="30" y="31"/>
                      </a:lnTo>
                      <a:lnTo>
                        <a:pt x="30" y="29"/>
                      </a:lnTo>
                      <a:lnTo>
                        <a:pt x="28" y="29"/>
                      </a:lnTo>
                      <a:lnTo>
                        <a:pt x="28" y="31"/>
                      </a:lnTo>
                      <a:lnTo>
                        <a:pt x="28" y="33"/>
                      </a:lnTo>
                      <a:lnTo>
                        <a:pt x="28" y="35"/>
                      </a:lnTo>
                      <a:lnTo>
                        <a:pt x="28" y="37"/>
                      </a:lnTo>
                      <a:lnTo>
                        <a:pt x="28" y="39"/>
                      </a:lnTo>
                      <a:lnTo>
                        <a:pt x="26" y="39"/>
                      </a:lnTo>
                      <a:lnTo>
                        <a:pt x="24" y="40"/>
                      </a:lnTo>
                      <a:lnTo>
                        <a:pt x="24" y="42"/>
                      </a:lnTo>
                      <a:lnTo>
                        <a:pt x="24" y="44"/>
                      </a:lnTo>
                      <a:lnTo>
                        <a:pt x="24" y="46"/>
                      </a:lnTo>
                      <a:lnTo>
                        <a:pt x="22" y="46"/>
                      </a:lnTo>
                      <a:lnTo>
                        <a:pt x="22" y="48"/>
                      </a:lnTo>
                      <a:lnTo>
                        <a:pt x="21" y="50"/>
                      </a:lnTo>
                      <a:lnTo>
                        <a:pt x="22" y="50"/>
                      </a:lnTo>
                      <a:lnTo>
                        <a:pt x="22" y="51"/>
                      </a:lnTo>
                      <a:lnTo>
                        <a:pt x="21" y="51"/>
                      </a:lnTo>
                      <a:lnTo>
                        <a:pt x="21" y="53"/>
                      </a:lnTo>
                      <a:lnTo>
                        <a:pt x="21" y="55"/>
                      </a:lnTo>
                      <a:lnTo>
                        <a:pt x="19" y="55"/>
                      </a:lnTo>
                      <a:lnTo>
                        <a:pt x="19" y="53"/>
                      </a:lnTo>
                      <a:lnTo>
                        <a:pt x="19" y="51"/>
                      </a:lnTo>
                      <a:lnTo>
                        <a:pt x="17" y="51"/>
                      </a:lnTo>
                      <a:lnTo>
                        <a:pt x="17" y="50"/>
                      </a:lnTo>
                      <a:lnTo>
                        <a:pt x="17" y="48"/>
                      </a:lnTo>
                      <a:lnTo>
                        <a:pt x="17" y="46"/>
                      </a:lnTo>
                      <a:lnTo>
                        <a:pt x="17" y="44"/>
                      </a:lnTo>
                      <a:lnTo>
                        <a:pt x="17" y="42"/>
                      </a:lnTo>
                      <a:lnTo>
                        <a:pt x="17" y="40"/>
                      </a:lnTo>
                      <a:lnTo>
                        <a:pt x="19" y="40"/>
                      </a:lnTo>
                      <a:lnTo>
                        <a:pt x="19" y="39"/>
                      </a:lnTo>
                      <a:lnTo>
                        <a:pt x="21" y="39"/>
                      </a:lnTo>
                      <a:lnTo>
                        <a:pt x="21" y="37"/>
                      </a:lnTo>
                      <a:lnTo>
                        <a:pt x="21" y="35"/>
                      </a:lnTo>
                      <a:lnTo>
                        <a:pt x="22" y="35"/>
                      </a:lnTo>
                      <a:lnTo>
                        <a:pt x="22" y="33"/>
                      </a:lnTo>
                      <a:lnTo>
                        <a:pt x="22" y="31"/>
                      </a:lnTo>
                      <a:lnTo>
                        <a:pt x="24" y="29"/>
                      </a:lnTo>
                      <a:lnTo>
                        <a:pt x="24" y="28"/>
                      </a:lnTo>
                      <a:lnTo>
                        <a:pt x="24" y="26"/>
                      </a:lnTo>
                      <a:lnTo>
                        <a:pt x="26" y="26"/>
                      </a:lnTo>
                      <a:lnTo>
                        <a:pt x="26" y="24"/>
                      </a:lnTo>
                      <a:lnTo>
                        <a:pt x="28" y="24"/>
                      </a:lnTo>
                      <a:lnTo>
                        <a:pt x="26" y="24"/>
                      </a:lnTo>
                      <a:lnTo>
                        <a:pt x="28" y="24"/>
                      </a:lnTo>
                      <a:close/>
                      <a:moveTo>
                        <a:pt x="37" y="22"/>
                      </a:moveTo>
                      <a:lnTo>
                        <a:pt x="39" y="22"/>
                      </a:lnTo>
                      <a:lnTo>
                        <a:pt x="39" y="24"/>
                      </a:lnTo>
                      <a:lnTo>
                        <a:pt x="39" y="22"/>
                      </a:lnTo>
                      <a:lnTo>
                        <a:pt x="41" y="22"/>
                      </a:lnTo>
                      <a:lnTo>
                        <a:pt x="39" y="22"/>
                      </a:lnTo>
                      <a:lnTo>
                        <a:pt x="41" y="22"/>
                      </a:lnTo>
                      <a:lnTo>
                        <a:pt x="42" y="22"/>
                      </a:lnTo>
                      <a:lnTo>
                        <a:pt x="44" y="22"/>
                      </a:lnTo>
                      <a:lnTo>
                        <a:pt x="44" y="24"/>
                      </a:lnTo>
                      <a:lnTo>
                        <a:pt x="46" y="24"/>
                      </a:lnTo>
                      <a:lnTo>
                        <a:pt x="44" y="24"/>
                      </a:lnTo>
                      <a:lnTo>
                        <a:pt x="42" y="24"/>
                      </a:lnTo>
                      <a:lnTo>
                        <a:pt x="41" y="24"/>
                      </a:lnTo>
                      <a:lnTo>
                        <a:pt x="39" y="24"/>
                      </a:lnTo>
                      <a:lnTo>
                        <a:pt x="41" y="24"/>
                      </a:lnTo>
                      <a:lnTo>
                        <a:pt x="41" y="26"/>
                      </a:lnTo>
                      <a:lnTo>
                        <a:pt x="41" y="24"/>
                      </a:lnTo>
                      <a:lnTo>
                        <a:pt x="42" y="24"/>
                      </a:lnTo>
                      <a:lnTo>
                        <a:pt x="44" y="24"/>
                      </a:lnTo>
                      <a:lnTo>
                        <a:pt x="44" y="26"/>
                      </a:lnTo>
                      <a:lnTo>
                        <a:pt x="44" y="28"/>
                      </a:lnTo>
                      <a:lnTo>
                        <a:pt x="46" y="28"/>
                      </a:lnTo>
                      <a:lnTo>
                        <a:pt x="46" y="29"/>
                      </a:lnTo>
                      <a:lnTo>
                        <a:pt x="46" y="31"/>
                      </a:lnTo>
                      <a:lnTo>
                        <a:pt x="48" y="31"/>
                      </a:lnTo>
                      <a:lnTo>
                        <a:pt x="48" y="33"/>
                      </a:lnTo>
                      <a:lnTo>
                        <a:pt x="50" y="35"/>
                      </a:lnTo>
                      <a:lnTo>
                        <a:pt x="50" y="37"/>
                      </a:lnTo>
                      <a:lnTo>
                        <a:pt x="52" y="37"/>
                      </a:lnTo>
                      <a:lnTo>
                        <a:pt x="52" y="39"/>
                      </a:lnTo>
                      <a:lnTo>
                        <a:pt x="52" y="40"/>
                      </a:lnTo>
                      <a:lnTo>
                        <a:pt x="52" y="42"/>
                      </a:lnTo>
                      <a:lnTo>
                        <a:pt x="52" y="44"/>
                      </a:lnTo>
                      <a:lnTo>
                        <a:pt x="52" y="46"/>
                      </a:lnTo>
                      <a:lnTo>
                        <a:pt x="50" y="46"/>
                      </a:lnTo>
                      <a:lnTo>
                        <a:pt x="50" y="48"/>
                      </a:lnTo>
                      <a:lnTo>
                        <a:pt x="50" y="50"/>
                      </a:lnTo>
                      <a:lnTo>
                        <a:pt x="48" y="51"/>
                      </a:lnTo>
                      <a:lnTo>
                        <a:pt x="46" y="51"/>
                      </a:lnTo>
                      <a:lnTo>
                        <a:pt x="46" y="53"/>
                      </a:lnTo>
                      <a:lnTo>
                        <a:pt x="44" y="53"/>
                      </a:lnTo>
                      <a:lnTo>
                        <a:pt x="42" y="53"/>
                      </a:lnTo>
                      <a:lnTo>
                        <a:pt x="44" y="53"/>
                      </a:lnTo>
                      <a:lnTo>
                        <a:pt x="44" y="51"/>
                      </a:lnTo>
                      <a:lnTo>
                        <a:pt x="44" y="53"/>
                      </a:lnTo>
                      <a:lnTo>
                        <a:pt x="42" y="53"/>
                      </a:lnTo>
                      <a:lnTo>
                        <a:pt x="42" y="51"/>
                      </a:lnTo>
                      <a:lnTo>
                        <a:pt x="42" y="50"/>
                      </a:lnTo>
                      <a:lnTo>
                        <a:pt x="44" y="50"/>
                      </a:lnTo>
                      <a:lnTo>
                        <a:pt x="44" y="48"/>
                      </a:lnTo>
                      <a:lnTo>
                        <a:pt x="44" y="50"/>
                      </a:lnTo>
                      <a:lnTo>
                        <a:pt x="42" y="50"/>
                      </a:lnTo>
                      <a:lnTo>
                        <a:pt x="42" y="48"/>
                      </a:lnTo>
                      <a:lnTo>
                        <a:pt x="42" y="46"/>
                      </a:lnTo>
                      <a:lnTo>
                        <a:pt x="44" y="46"/>
                      </a:lnTo>
                      <a:lnTo>
                        <a:pt x="44" y="44"/>
                      </a:lnTo>
                      <a:lnTo>
                        <a:pt x="44" y="42"/>
                      </a:lnTo>
                      <a:lnTo>
                        <a:pt x="46" y="42"/>
                      </a:lnTo>
                      <a:lnTo>
                        <a:pt x="46" y="40"/>
                      </a:lnTo>
                      <a:lnTo>
                        <a:pt x="44" y="40"/>
                      </a:lnTo>
                      <a:lnTo>
                        <a:pt x="44" y="39"/>
                      </a:lnTo>
                      <a:lnTo>
                        <a:pt x="44" y="37"/>
                      </a:lnTo>
                      <a:lnTo>
                        <a:pt x="44" y="35"/>
                      </a:lnTo>
                      <a:lnTo>
                        <a:pt x="44" y="33"/>
                      </a:lnTo>
                      <a:lnTo>
                        <a:pt x="42" y="33"/>
                      </a:lnTo>
                      <a:lnTo>
                        <a:pt x="42" y="31"/>
                      </a:lnTo>
                      <a:lnTo>
                        <a:pt x="42" y="29"/>
                      </a:lnTo>
                      <a:lnTo>
                        <a:pt x="42" y="28"/>
                      </a:lnTo>
                      <a:lnTo>
                        <a:pt x="41" y="28"/>
                      </a:lnTo>
                      <a:lnTo>
                        <a:pt x="41" y="26"/>
                      </a:lnTo>
                      <a:lnTo>
                        <a:pt x="41" y="28"/>
                      </a:lnTo>
                      <a:lnTo>
                        <a:pt x="39" y="28"/>
                      </a:lnTo>
                      <a:lnTo>
                        <a:pt x="39" y="26"/>
                      </a:lnTo>
                      <a:lnTo>
                        <a:pt x="37" y="26"/>
                      </a:lnTo>
                      <a:lnTo>
                        <a:pt x="37" y="24"/>
                      </a:lnTo>
                      <a:lnTo>
                        <a:pt x="37" y="22"/>
                      </a:lnTo>
                      <a:lnTo>
                        <a:pt x="37" y="20"/>
                      </a:lnTo>
                      <a:lnTo>
                        <a:pt x="37" y="22"/>
                      </a:lnTo>
                      <a:close/>
                      <a:moveTo>
                        <a:pt x="26" y="2"/>
                      </a:moveTo>
                      <a:lnTo>
                        <a:pt x="28" y="2"/>
                      </a:lnTo>
                      <a:lnTo>
                        <a:pt x="30" y="2"/>
                      </a:lnTo>
                      <a:lnTo>
                        <a:pt x="31" y="2"/>
                      </a:lnTo>
                      <a:lnTo>
                        <a:pt x="33" y="2"/>
                      </a:lnTo>
                      <a:lnTo>
                        <a:pt x="33" y="4"/>
                      </a:lnTo>
                      <a:lnTo>
                        <a:pt x="35" y="4"/>
                      </a:lnTo>
                      <a:lnTo>
                        <a:pt x="35" y="6"/>
                      </a:lnTo>
                      <a:lnTo>
                        <a:pt x="35" y="4"/>
                      </a:lnTo>
                      <a:lnTo>
                        <a:pt x="35" y="6"/>
                      </a:lnTo>
                      <a:lnTo>
                        <a:pt x="37" y="6"/>
                      </a:lnTo>
                      <a:lnTo>
                        <a:pt x="39" y="6"/>
                      </a:lnTo>
                      <a:lnTo>
                        <a:pt x="39" y="7"/>
                      </a:lnTo>
                      <a:lnTo>
                        <a:pt x="41" y="7"/>
                      </a:lnTo>
                      <a:lnTo>
                        <a:pt x="41" y="9"/>
                      </a:lnTo>
                      <a:lnTo>
                        <a:pt x="41" y="11"/>
                      </a:lnTo>
                      <a:lnTo>
                        <a:pt x="42" y="11"/>
                      </a:lnTo>
                      <a:lnTo>
                        <a:pt x="41" y="11"/>
                      </a:lnTo>
                      <a:lnTo>
                        <a:pt x="39" y="13"/>
                      </a:lnTo>
                      <a:lnTo>
                        <a:pt x="39" y="15"/>
                      </a:lnTo>
                      <a:lnTo>
                        <a:pt x="39" y="17"/>
                      </a:lnTo>
                      <a:lnTo>
                        <a:pt x="37" y="17"/>
                      </a:lnTo>
                      <a:lnTo>
                        <a:pt x="37" y="15"/>
                      </a:lnTo>
                      <a:lnTo>
                        <a:pt x="37" y="17"/>
                      </a:lnTo>
                      <a:lnTo>
                        <a:pt x="35" y="17"/>
                      </a:lnTo>
                      <a:lnTo>
                        <a:pt x="33" y="17"/>
                      </a:lnTo>
                      <a:lnTo>
                        <a:pt x="33" y="18"/>
                      </a:lnTo>
                      <a:lnTo>
                        <a:pt x="31" y="17"/>
                      </a:lnTo>
                      <a:lnTo>
                        <a:pt x="31" y="18"/>
                      </a:lnTo>
                      <a:lnTo>
                        <a:pt x="31" y="17"/>
                      </a:lnTo>
                      <a:lnTo>
                        <a:pt x="33" y="17"/>
                      </a:lnTo>
                      <a:lnTo>
                        <a:pt x="31" y="15"/>
                      </a:lnTo>
                      <a:lnTo>
                        <a:pt x="31" y="17"/>
                      </a:lnTo>
                      <a:lnTo>
                        <a:pt x="31" y="15"/>
                      </a:lnTo>
                      <a:lnTo>
                        <a:pt x="33" y="15"/>
                      </a:lnTo>
                      <a:lnTo>
                        <a:pt x="31" y="15"/>
                      </a:lnTo>
                      <a:lnTo>
                        <a:pt x="33" y="15"/>
                      </a:lnTo>
                      <a:lnTo>
                        <a:pt x="33" y="13"/>
                      </a:lnTo>
                      <a:lnTo>
                        <a:pt x="31" y="13"/>
                      </a:lnTo>
                      <a:lnTo>
                        <a:pt x="30" y="13"/>
                      </a:lnTo>
                      <a:lnTo>
                        <a:pt x="30" y="11"/>
                      </a:lnTo>
                      <a:lnTo>
                        <a:pt x="30" y="9"/>
                      </a:lnTo>
                      <a:lnTo>
                        <a:pt x="30" y="11"/>
                      </a:lnTo>
                      <a:lnTo>
                        <a:pt x="28" y="11"/>
                      </a:lnTo>
                      <a:lnTo>
                        <a:pt x="28" y="9"/>
                      </a:lnTo>
                      <a:lnTo>
                        <a:pt x="30" y="9"/>
                      </a:lnTo>
                      <a:lnTo>
                        <a:pt x="28" y="9"/>
                      </a:lnTo>
                      <a:lnTo>
                        <a:pt x="28" y="7"/>
                      </a:lnTo>
                      <a:lnTo>
                        <a:pt x="26" y="7"/>
                      </a:lnTo>
                      <a:lnTo>
                        <a:pt x="26" y="6"/>
                      </a:lnTo>
                      <a:lnTo>
                        <a:pt x="26" y="4"/>
                      </a:lnTo>
                      <a:lnTo>
                        <a:pt x="24" y="4"/>
                      </a:lnTo>
                      <a:lnTo>
                        <a:pt x="24" y="2"/>
                      </a:lnTo>
                      <a:lnTo>
                        <a:pt x="24" y="0"/>
                      </a:lnTo>
                      <a:lnTo>
                        <a:pt x="24" y="2"/>
                      </a:lnTo>
                      <a:lnTo>
                        <a:pt x="26"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3" name="Freeform 16">
                  <a:extLst>
                    <a:ext uri="{FF2B5EF4-FFF2-40B4-BE49-F238E27FC236}">
                      <a16:creationId xmlns:a16="http://schemas.microsoft.com/office/drawing/2014/main" id="{48BC0D7F-A17E-8155-740F-192A98E28DC0}"/>
                    </a:ext>
                  </a:extLst>
                </p:cNvPr>
                <p:cNvSpPr>
                  <a:spLocks noEditPoints="1"/>
                </p:cNvSpPr>
                <p:nvPr/>
              </p:nvSpPr>
              <p:spPr bwMode="auto">
                <a:xfrm>
                  <a:off x="4840991" y="3328505"/>
                  <a:ext cx="303612" cy="383130"/>
                </a:xfrm>
                <a:custGeom>
                  <a:avLst/>
                  <a:gdLst>
                    <a:gd name="T0" fmla="*/ 70 w 168"/>
                    <a:gd name="T1" fmla="*/ 104 h 212"/>
                    <a:gd name="T2" fmla="*/ 62 w 168"/>
                    <a:gd name="T3" fmla="*/ 100 h 212"/>
                    <a:gd name="T4" fmla="*/ 77 w 168"/>
                    <a:gd name="T5" fmla="*/ 111 h 212"/>
                    <a:gd name="T6" fmla="*/ 64 w 168"/>
                    <a:gd name="T7" fmla="*/ 99 h 212"/>
                    <a:gd name="T8" fmla="*/ 62 w 168"/>
                    <a:gd name="T9" fmla="*/ 84 h 212"/>
                    <a:gd name="T10" fmla="*/ 53 w 168"/>
                    <a:gd name="T11" fmla="*/ 100 h 212"/>
                    <a:gd name="T12" fmla="*/ 51 w 168"/>
                    <a:gd name="T13" fmla="*/ 99 h 212"/>
                    <a:gd name="T14" fmla="*/ 73 w 168"/>
                    <a:gd name="T15" fmla="*/ 111 h 212"/>
                    <a:gd name="T16" fmla="*/ 84 w 168"/>
                    <a:gd name="T17" fmla="*/ 128 h 212"/>
                    <a:gd name="T18" fmla="*/ 75 w 168"/>
                    <a:gd name="T19" fmla="*/ 141 h 212"/>
                    <a:gd name="T20" fmla="*/ 66 w 168"/>
                    <a:gd name="T21" fmla="*/ 133 h 212"/>
                    <a:gd name="T22" fmla="*/ 70 w 168"/>
                    <a:gd name="T23" fmla="*/ 148 h 212"/>
                    <a:gd name="T24" fmla="*/ 62 w 168"/>
                    <a:gd name="T25" fmla="*/ 146 h 212"/>
                    <a:gd name="T26" fmla="*/ 57 w 168"/>
                    <a:gd name="T27" fmla="*/ 135 h 212"/>
                    <a:gd name="T28" fmla="*/ 61 w 168"/>
                    <a:gd name="T29" fmla="*/ 124 h 212"/>
                    <a:gd name="T30" fmla="*/ 53 w 168"/>
                    <a:gd name="T31" fmla="*/ 139 h 212"/>
                    <a:gd name="T32" fmla="*/ 48 w 168"/>
                    <a:gd name="T33" fmla="*/ 144 h 212"/>
                    <a:gd name="T34" fmla="*/ 50 w 168"/>
                    <a:gd name="T35" fmla="*/ 152 h 212"/>
                    <a:gd name="T36" fmla="*/ 46 w 168"/>
                    <a:gd name="T37" fmla="*/ 155 h 212"/>
                    <a:gd name="T38" fmla="*/ 42 w 168"/>
                    <a:gd name="T39" fmla="*/ 148 h 212"/>
                    <a:gd name="T40" fmla="*/ 41 w 168"/>
                    <a:gd name="T41" fmla="*/ 161 h 212"/>
                    <a:gd name="T42" fmla="*/ 35 w 168"/>
                    <a:gd name="T43" fmla="*/ 148 h 212"/>
                    <a:gd name="T44" fmla="*/ 35 w 168"/>
                    <a:gd name="T45" fmla="*/ 122 h 212"/>
                    <a:gd name="T46" fmla="*/ 24 w 168"/>
                    <a:gd name="T47" fmla="*/ 95 h 212"/>
                    <a:gd name="T48" fmla="*/ 6 w 168"/>
                    <a:gd name="T49" fmla="*/ 77 h 212"/>
                    <a:gd name="T50" fmla="*/ 15 w 168"/>
                    <a:gd name="T51" fmla="*/ 56 h 212"/>
                    <a:gd name="T52" fmla="*/ 2 w 168"/>
                    <a:gd name="T53" fmla="*/ 29 h 212"/>
                    <a:gd name="T54" fmla="*/ 9 w 168"/>
                    <a:gd name="T55" fmla="*/ 16 h 212"/>
                    <a:gd name="T56" fmla="*/ 13 w 168"/>
                    <a:gd name="T57" fmla="*/ 3 h 212"/>
                    <a:gd name="T58" fmla="*/ 33 w 168"/>
                    <a:gd name="T59" fmla="*/ 13 h 212"/>
                    <a:gd name="T60" fmla="*/ 37 w 168"/>
                    <a:gd name="T61" fmla="*/ 9 h 212"/>
                    <a:gd name="T62" fmla="*/ 53 w 168"/>
                    <a:gd name="T63" fmla="*/ 22 h 212"/>
                    <a:gd name="T64" fmla="*/ 61 w 168"/>
                    <a:gd name="T65" fmla="*/ 14 h 212"/>
                    <a:gd name="T66" fmla="*/ 66 w 168"/>
                    <a:gd name="T67" fmla="*/ 35 h 212"/>
                    <a:gd name="T68" fmla="*/ 72 w 168"/>
                    <a:gd name="T69" fmla="*/ 49 h 212"/>
                    <a:gd name="T70" fmla="*/ 104 w 168"/>
                    <a:gd name="T71" fmla="*/ 53 h 212"/>
                    <a:gd name="T72" fmla="*/ 134 w 168"/>
                    <a:gd name="T73" fmla="*/ 53 h 212"/>
                    <a:gd name="T74" fmla="*/ 157 w 168"/>
                    <a:gd name="T75" fmla="*/ 58 h 212"/>
                    <a:gd name="T76" fmla="*/ 150 w 168"/>
                    <a:gd name="T77" fmla="*/ 78 h 212"/>
                    <a:gd name="T78" fmla="*/ 137 w 168"/>
                    <a:gd name="T79" fmla="*/ 88 h 212"/>
                    <a:gd name="T80" fmla="*/ 117 w 168"/>
                    <a:gd name="T81" fmla="*/ 97 h 212"/>
                    <a:gd name="T82" fmla="*/ 117 w 168"/>
                    <a:gd name="T83" fmla="*/ 113 h 212"/>
                    <a:gd name="T84" fmla="*/ 124 w 168"/>
                    <a:gd name="T85" fmla="*/ 120 h 212"/>
                    <a:gd name="T86" fmla="*/ 137 w 168"/>
                    <a:gd name="T87" fmla="*/ 126 h 212"/>
                    <a:gd name="T88" fmla="*/ 146 w 168"/>
                    <a:gd name="T89" fmla="*/ 106 h 212"/>
                    <a:gd name="T90" fmla="*/ 155 w 168"/>
                    <a:gd name="T91" fmla="*/ 117 h 212"/>
                    <a:gd name="T92" fmla="*/ 159 w 168"/>
                    <a:gd name="T93" fmla="*/ 135 h 212"/>
                    <a:gd name="T94" fmla="*/ 163 w 168"/>
                    <a:gd name="T95" fmla="*/ 150 h 212"/>
                    <a:gd name="T96" fmla="*/ 165 w 168"/>
                    <a:gd name="T97" fmla="*/ 179 h 212"/>
                    <a:gd name="T98" fmla="*/ 155 w 168"/>
                    <a:gd name="T99" fmla="*/ 184 h 212"/>
                    <a:gd name="T100" fmla="*/ 155 w 168"/>
                    <a:gd name="T101" fmla="*/ 212 h 212"/>
                    <a:gd name="T102" fmla="*/ 143 w 168"/>
                    <a:gd name="T103" fmla="*/ 184 h 212"/>
                    <a:gd name="T104" fmla="*/ 141 w 168"/>
                    <a:gd name="T105" fmla="*/ 175 h 212"/>
                    <a:gd name="T106" fmla="*/ 139 w 168"/>
                    <a:gd name="T107" fmla="*/ 177 h 212"/>
                    <a:gd name="T108" fmla="*/ 139 w 168"/>
                    <a:gd name="T109" fmla="*/ 161 h 212"/>
                    <a:gd name="T110" fmla="*/ 137 w 168"/>
                    <a:gd name="T111" fmla="*/ 161 h 212"/>
                    <a:gd name="T112" fmla="*/ 148 w 168"/>
                    <a:gd name="T113" fmla="*/ 148 h 212"/>
                    <a:gd name="T114" fmla="*/ 134 w 168"/>
                    <a:gd name="T115" fmla="*/ 148 h 212"/>
                    <a:gd name="T116" fmla="*/ 119 w 168"/>
                    <a:gd name="T117" fmla="*/ 137 h 212"/>
                    <a:gd name="T118" fmla="*/ 112 w 168"/>
                    <a:gd name="T119" fmla="*/ 148 h 212"/>
                    <a:gd name="T120" fmla="*/ 97 w 168"/>
                    <a:gd name="T121" fmla="*/ 122 h 212"/>
                    <a:gd name="T122" fmla="*/ 99 w 168"/>
                    <a:gd name="T123" fmla="*/ 104 h 212"/>
                    <a:gd name="T124" fmla="*/ 92 w 168"/>
                    <a:gd name="T125" fmla="*/ 11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 h="212">
                      <a:moveTo>
                        <a:pt x="90" y="119"/>
                      </a:moveTo>
                      <a:lnTo>
                        <a:pt x="88" y="119"/>
                      </a:lnTo>
                      <a:lnTo>
                        <a:pt x="90" y="119"/>
                      </a:lnTo>
                      <a:lnTo>
                        <a:pt x="88" y="119"/>
                      </a:lnTo>
                      <a:lnTo>
                        <a:pt x="88" y="117"/>
                      </a:lnTo>
                      <a:lnTo>
                        <a:pt x="88" y="115"/>
                      </a:lnTo>
                      <a:lnTo>
                        <a:pt x="88" y="117"/>
                      </a:lnTo>
                      <a:lnTo>
                        <a:pt x="90" y="117"/>
                      </a:lnTo>
                      <a:lnTo>
                        <a:pt x="92" y="117"/>
                      </a:lnTo>
                      <a:lnTo>
                        <a:pt x="92" y="115"/>
                      </a:lnTo>
                      <a:lnTo>
                        <a:pt x="92" y="117"/>
                      </a:lnTo>
                      <a:lnTo>
                        <a:pt x="93" y="117"/>
                      </a:lnTo>
                      <a:lnTo>
                        <a:pt x="92" y="117"/>
                      </a:lnTo>
                      <a:lnTo>
                        <a:pt x="92" y="119"/>
                      </a:lnTo>
                      <a:lnTo>
                        <a:pt x="92" y="117"/>
                      </a:lnTo>
                      <a:lnTo>
                        <a:pt x="90" y="119"/>
                      </a:lnTo>
                      <a:lnTo>
                        <a:pt x="90" y="117"/>
                      </a:lnTo>
                      <a:lnTo>
                        <a:pt x="90" y="119"/>
                      </a:lnTo>
                      <a:lnTo>
                        <a:pt x="92" y="119"/>
                      </a:lnTo>
                      <a:lnTo>
                        <a:pt x="90" y="119"/>
                      </a:lnTo>
                      <a:close/>
                      <a:moveTo>
                        <a:pt x="72" y="106"/>
                      </a:moveTo>
                      <a:lnTo>
                        <a:pt x="70" y="104"/>
                      </a:lnTo>
                      <a:lnTo>
                        <a:pt x="72" y="104"/>
                      </a:lnTo>
                      <a:lnTo>
                        <a:pt x="73" y="104"/>
                      </a:lnTo>
                      <a:lnTo>
                        <a:pt x="72" y="106"/>
                      </a:lnTo>
                      <a:lnTo>
                        <a:pt x="72" y="104"/>
                      </a:lnTo>
                      <a:lnTo>
                        <a:pt x="72" y="106"/>
                      </a:lnTo>
                      <a:close/>
                      <a:moveTo>
                        <a:pt x="64" y="91"/>
                      </a:moveTo>
                      <a:lnTo>
                        <a:pt x="62" y="89"/>
                      </a:lnTo>
                      <a:lnTo>
                        <a:pt x="64" y="89"/>
                      </a:lnTo>
                      <a:lnTo>
                        <a:pt x="64" y="91"/>
                      </a:lnTo>
                      <a:close/>
                      <a:moveTo>
                        <a:pt x="62" y="88"/>
                      </a:moveTo>
                      <a:lnTo>
                        <a:pt x="64" y="88"/>
                      </a:lnTo>
                      <a:lnTo>
                        <a:pt x="64" y="89"/>
                      </a:lnTo>
                      <a:lnTo>
                        <a:pt x="62" y="89"/>
                      </a:lnTo>
                      <a:lnTo>
                        <a:pt x="62" y="91"/>
                      </a:lnTo>
                      <a:lnTo>
                        <a:pt x="62" y="93"/>
                      </a:lnTo>
                      <a:lnTo>
                        <a:pt x="62" y="95"/>
                      </a:lnTo>
                      <a:lnTo>
                        <a:pt x="62" y="97"/>
                      </a:lnTo>
                      <a:lnTo>
                        <a:pt x="64" y="99"/>
                      </a:lnTo>
                      <a:lnTo>
                        <a:pt x="62" y="99"/>
                      </a:lnTo>
                      <a:lnTo>
                        <a:pt x="62" y="100"/>
                      </a:lnTo>
                      <a:lnTo>
                        <a:pt x="64" y="100"/>
                      </a:lnTo>
                      <a:lnTo>
                        <a:pt x="62" y="100"/>
                      </a:lnTo>
                      <a:lnTo>
                        <a:pt x="61" y="100"/>
                      </a:lnTo>
                      <a:lnTo>
                        <a:pt x="61" y="99"/>
                      </a:lnTo>
                      <a:lnTo>
                        <a:pt x="61" y="97"/>
                      </a:lnTo>
                      <a:lnTo>
                        <a:pt x="61" y="95"/>
                      </a:lnTo>
                      <a:lnTo>
                        <a:pt x="61" y="93"/>
                      </a:lnTo>
                      <a:lnTo>
                        <a:pt x="61" y="91"/>
                      </a:lnTo>
                      <a:lnTo>
                        <a:pt x="62" y="91"/>
                      </a:lnTo>
                      <a:lnTo>
                        <a:pt x="62" y="89"/>
                      </a:lnTo>
                      <a:lnTo>
                        <a:pt x="62" y="88"/>
                      </a:lnTo>
                      <a:close/>
                      <a:moveTo>
                        <a:pt x="88" y="115"/>
                      </a:moveTo>
                      <a:lnTo>
                        <a:pt x="90" y="115"/>
                      </a:lnTo>
                      <a:lnTo>
                        <a:pt x="88" y="115"/>
                      </a:lnTo>
                      <a:lnTo>
                        <a:pt x="86" y="115"/>
                      </a:lnTo>
                      <a:lnTo>
                        <a:pt x="86" y="113"/>
                      </a:lnTo>
                      <a:lnTo>
                        <a:pt x="84" y="113"/>
                      </a:lnTo>
                      <a:lnTo>
                        <a:pt x="82" y="113"/>
                      </a:lnTo>
                      <a:lnTo>
                        <a:pt x="81" y="113"/>
                      </a:lnTo>
                      <a:lnTo>
                        <a:pt x="79" y="113"/>
                      </a:lnTo>
                      <a:lnTo>
                        <a:pt x="81" y="113"/>
                      </a:lnTo>
                      <a:lnTo>
                        <a:pt x="79" y="113"/>
                      </a:lnTo>
                      <a:lnTo>
                        <a:pt x="79" y="111"/>
                      </a:lnTo>
                      <a:lnTo>
                        <a:pt x="77" y="111"/>
                      </a:lnTo>
                      <a:lnTo>
                        <a:pt x="77" y="110"/>
                      </a:lnTo>
                      <a:lnTo>
                        <a:pt x="75" y="110"/>
                      </a:lnTo>
                      <a:lnTo>
                        <a:pt x="75" y="108"/>
                      </a:lnTo>
                      <a:lnTo>
                        <a:pt x="75" y="110"/>
                      </a:lnTo>
                      <a:lnTo>
                        <a:pt x="77" y="110"/>
                      </a:lnTo>
                      <a:lnTo>
                        <a:pt x="75" y="110"/>
                      </a:lnTo>
                      <a:lnTo>
                        <a:pt x="73" y="110"/>
                      </a:lnTo>
                      <a:lnTo>
                        <a:pt x="73" y="108"/>
                      </a:lnTo>
                      <a:lnTo>
                        <a:pt x="73" y="106"/>
                      </a:lnTo>
                      <a:lnTo>
                        <a:pt x="73" y="104"/>
                      </a:lnTo>
                      <a:lnTo>
                        <a:pt x="72" y="104"/>
                      </a:lnTo>
                      <a:lnTo>
                        <a:pt x="70" y="104"/>
                      </a:lnTo>
                      <a:lnTo>
                        <a:pt x="68" y="104"/>
                      </a:lnTo>
                      <a:lnTo>
                        <a:pt x="70" y="104"/>
                      </a:lnTo>
                      <a:lnTo>
                        <a:pt x="68" y="104"/>
                      </a:lnTo>
                      <a:lnTo>
                        <a:pt x="66" y="104"/>
                      </a:lnTo>
                      <a:lnTo>
                        <a:pt x="66" y="102"/>
                      </a:lnTo>
                      <a:lnTo>
                        <a:pt x="64" y="102"/>
                      </a:lnTo>
                      <a:lnTo>
                        <a:pt x="64" y="100"/>
                      </a:lnTo>
                      <a:lnTo>
                        <a:pt x="64" y="102"/>
                      </a:lnTo>
                      <a:lnTo>
                        <a:pt x="64" y="100"/>
                      </a:lnTo>
                      <a:lnTo>
                        <a:pt x="64" y="99"/>
                      </a:lnTo>
                      <a:lnTo>
                        <a:pt x="64" y="97"/>
                      </a:lnTo>
                      <a:lnTo>
                        <a:pt x="62" y="97"/>
                      </a:lnTo>
                      <a:lnTo>
                        <a:pt x="62" y="95"/>
                      </a:lnTo>
                      <a:lnTo>
                        <a:pt x="62" y="93"/>
                      </a:lnTo>
                      <a:lnTo>
                        <a:pt x="64" y="93"/>
                      </a:lnTo>
                      <a:lnTo>
                        <a:pt x="64" y="91"/>
                      </a:lnTo>
                      <a:lnTo>
                        <a:pt x="64" y="89"/>
                      </a:lnTo>
                      <a:lnTo>
                        <a:pt x="64" y="91"/>
                      </a:lnTo>
                      <a:lnTo>
                        <a:pt x="64" y="89"/>
                      </a:lnTo>
                      <a:lnTo>
                        <a:pt x="64" y="88"/>
                      </a:lnTo>
                      <a:lnTo>
                        <a:pt x="64" y="86"/>
                      </a:lnTo>
                      <a:lnTo>
                        <a:pt x="62" y="86"/>
                      </a:lnTo>
                      <a:lnTo>
                        <a:pt x="64" y="86"/>
                      </a:lnTo>
                      <a:lnTo>
                        <a:pt x="64" y="88"/>
                      </a:lnTo>
                      <a:lnTo>
                        <a:pt x="66" y="88"/>
                      </a:lnTo>
                      <a:lnTo>
                        <a:pt x="64" y="86"/>
                      </a:lnTo>
                      <a:lnTo>
                        <a:pt x="64" y="84"/>
                      </a:lnTo>
                      <a:lnTo>
                        <a:pt x="64" y="82"/>
                      </a:lnTo>
                      <a:lnTo>
                        <a:pt x="64" y="80"/>
                      </a:lnTo>
                      <a:lnTo>
                        <a:pt x="64" y="82"/>
                      </a:lnTo>
                      <a:lnTo>
                        <a:pt x="62" y="82"/>
                      </a:lnTo>
                      <a:lnTo>
                        <a:pt x="62" y="84"/>
                      </a:lnTo>
                      <a:lnTo>
                        <a:pt x="61" y="84"/>
                      </a:lnTo>
                      <a:lnTo>
                        <a:pt x="61" y="86"/>
                      </a:lnTo>
                      <a:lnTo>
                        <a:pt x="62" y="88"/>
                      </a:lnTo>
                      <a:lnTo>
                        <a:pt x="61" y="88"/>
                      </a:lnTo>
                      <a:lnTo>
                        <a:pt x="61" y="89"/>
                      </a:lnTo>
                      <a:lnTo>
                        <a:pt x="61" y="91"/>
                      </a:lnTo>
                      <a:lnTo>
                        <a:pt x="59" y="91"/>
                      </a:lnTo>
                      <a:lnTo>
                        <a:pt x="59" y="93"/>
                      </a:lnTo>
                      <a:lnTo>
                        <a:pt x="61" y="95"/>
                      </a:lnTo>
                      <a:lnTo>
                        <a:pt x="61" y="97"/>
                      </a:lnTo>
                      <a:lnTo>
                        <a:pt x="59" y="97"/>
                      </a:lnTo>
                      <a:lnTo>
                        <a:pt x="61" y="99"/>
                      </a:lnTo>
                      <a:lnTo>
                        <a:pt x="61" y="100"/>
                      </a:lnTo>
                      <a:lnTo>
                        <a:pt x="62" y="100"/>
                      </a:lnTo>
                      <a:lnTo>
                        <a:pt x="62" y="102"/>
                      </a:lnTo>
                      <a:lnTo>
                        <a:pt x="61" y="100"/>
                      </a:lnTo>
                      <a:lnTo>
                        <a:pt x="61" y="102"/>
                      </a:lnTo>
                      <a:lnTo>
                        <a:pt x="59" y="102"/>
                      </a:lnTo>
                      <a:lnTo>
                        <a:pt x="59" y="100"/>
                      </a:lnTo>
                      <a:lnTo>
                        <a:pt x="57" y="100"/>
                      </a:lnTo>
                      <a:lnTo>
                        <a:pt x="55" y="100"/>
                      </a:lnTo>
                      <a:lnTo>
                        <a:pt x="53" y="100"/>
                      </a:lnTo>
                      <a:lnTo>
                        <a:pt x="53" y="99"/>
                      </a:lnTo>
                      <a:lnTo>
                        <a:pt x="51" y="99"/>
                      </a:lnTo>
                      <a:lnTo>
                        <a:pt x="50" y="99"/>
                      </a:lnTo>
                      <a:lnTo>
                        <a:pt x="48" y="99"/>
                      </a:lnTo>
                      <a:lnTo>
                        <a:pt x="48" y="97"/>
                      </a:lnTo>
                      <a:lnTo>
                        <a:pt x="46" y="97"/>
                      </a:lnTo>
                      <a:lnTo>
                        <a:pt x="44" y="97"/>
                      </a:lnTo>
                      <a:lnTo>
                        <a:pt x="42" y="97"/>
                      </a:lnTo>
                      <a:lnTo>
                        <a:pt x="41" y="97"/>
                      </a:lnTo>
                      <a:lnTo>
                        <a:pt x="41" y="95"/>
                      </a:lnTo>
                      <a:lnTo>
                        <a:pt x="39" y="95"/>
                      </a:lnTo>
                      <a:lnTo>
                        <a:pt x="41" y="95"/>
                      </a:lnTo>
                      <a:lnTo>
                        <a:pt x="39" y="95"/>
                      </a:lnTo>
                      <a:lnTo>
                        <a:pt x="39" y="97"/>
                      </a:lnTo>
                      <a:lnTo>
                        <a:pt x="41" y="97"/>
                      </a:lnTo>
                      <a:lnTo>
                        <a:pt x="42" y="97"/>
                      </a:lnTo>
                      <a:lnTo>
                        <a:pt x="44" y="97"/>
                      </a:lnTo>
                      <a:lnTo>
                        <a:pt x="46" y="97"/>
                      </a:lnTo>
                      <a:lnTo>
                        <a:pt x="48" y="97"/>
                      </a:lnTo>
                      <a:lnTo>
                        <a:pt x="48" y="99"/>
                      </a:lnTo>
                      <a:lnTo>
                        <a:pt x="50" y="99"/>
                      </a:lnTo>
                      <a:lnTo>
                        <a:pt x="51" y="99"/>
                      </a:lnTo>
                      <a:lnTo>
                        <a:pt x="51" y="100"/>
                      </a:lnTo>
                      <a:lnTo>
                        <a:pt x="51" y="99"/>
                      </a:lnTo>
                      <a:lnTo>
                        <a:pt x="51" y="100"/>
                      </a:lnTo>
                      <a:lnTo>
                        <a:pt x="51" y="99"/>
                      </a:lnTo>
                      <a:lnTo>
                        <a:pt x="53" y="100"/>
                      </a:lnTo>
                      <a:lnTo>
                        <a:pt x="51" y="100"/>
                      </a:lnTo>
                      <a:lnTo>
                        <a:pt x="53" y="100"/>
                      </a:lnTo>
                      <a:lnTo>
                        <a:pt x="55" y="100"/>
                      </a:lnTo>
                      <a:lnTo>
                        <a:pt x="55" y="102"/>
                      </a:lnTo>
                      <a:lnTo>
                        <a:pt x="57" y="102"/>
                      </a:lnTo>
                      <a:lnTo>
                        <a:pt x="59" y="102"/>
                      </a:lnTo>
                      <a:lnTo>
                        <a:pt x="61" y="102"/>
                      </a:lnTo>
                      <a:lnTo>
                        <a:pt x="62" y="102"/>
                      </a:lnTo>
                      <a:lnTo>
                        <a:pt x="64" y="102"/>
                      </a:lnTo>
                      <a:lnTo>
                        <a:pt x="64" y="104"/>
                      </a:lnTo>
                      <a:lnTo>
                        <a:pt x="66" y="104"/>
                      </a:lnTo>
                      <a:lnTo>
                        <a:pt x="66" y="106"/>
                      </a:lnTo>
                      <a:lnTo>
                        <a:pt x="68" y="108"/>
                      </a:lnTo>
                      <a:lnTo>
                        <a:pt x="70" y="110"/>
                      </a:lnTo>
                      <a:lnTo>
                        <a:pt x="72" y="110"/>
                      </a:lnTo>
                      <a:lnTo>
                        <a:pt x="73" y="110"/>
                      </a:lnTo>
                      <a:lnTo>
                        <a:pt x="73" y="111"/>
                      </a:lnTo>
                      <a:lnTo>
                        <a:pt x="75" y="111"/>
                      </a:lnTo>
                      <a:lnTo>
                        <a:pt x="75" y="113"/>
                      </a:lnTo>
                      <a:lnTo>
                        <a:pt x="75" y="111"/>
                      </a:lnTo>
                      <a:lnTo>
                        <a:pt x="75" y="113"/>
                      </a:lnTo>
                      <a:lnTo>
                        <a:pt x="75" y="115"/>
                      </a:lnTo>
                      <a:lnTo>
                        <a:pt x="75" y="117"/>
                      </a:lnTo>
                      <a:lnTo>
                        <a:pt x="77" y="117"/>
                      </a:lnTo>
                      <a:lnTo>
                        <a:pt x="77" y="119"/>
                      </a:lnTo>
                      <a:lnTo>
                        <a:pt x="75" y="119"/>
                      </a:lnTo>
                      <a:lnTo>
                        <a:pt x="77" y="119"/>
                      </a:lnTo>
                      <a:lnTo>
                        <a:pt x="77" y="120"/>
                      </a:lnTo>
                      <a:lnTo>
                        <a:pt x="77" y="122"/>
                      </a:lnTo>
                      <a:lnTo>
                        <a:pt x="79" y="122"/>
                      </a:lnTo>
                      <a:lnTo>
                        <a:pt x="81" y="122"/>
                      </a:lnTo>
                      <a:lnTo>
                        <a:pt x="79" y="122"/>
                      </a:lnTo>
                      <a:lnTo>
                        <a:pt x="79" y="124"/>
                      </a:lnTo>
                      <a:lnTo>
                        <a:pt x="81" y="124"/>
                      </a:lnTo>
                      <a:lnTo>
                        <a:pt x="81" y="126"/>
                      </a:lnTo>
                      <a:lnTo>
                        <a:pt x="82" y="126"/>
                      </a:lnTo>
                      <a:lnTo>
                        <a:pt x="84" y="126"/>
                      </a:lnTo>
                      <a:lnTo>
                        <a:pt x="82" y="128"/>
                      </a:lnTo>
                      <a:lnTo>
                        <a:pt x="84" y="128"/>
                      </a:lnTo>
                      <a:lnTo>
                        <a:pt x="82" y="128"/>
                      </a:lnTo>
                      <a:lnTo>
                        <a:pt x="82" y="130"/>
                      </a:lnTo>
                      <a:lnTo>
                        <a:pt x="82" y="128"/>
                      </a:lnTo>
                      <a:lnTo>
                        <a:pt x="84" y="130"/>
                      </a:lnTo>
                      <a:lnTo>
                        <a:pt x="82" y="130"/>
                      </a:lnTo>
                      <a:lnTo>
                        <a:pt x="82" y="131"/>
                      </a:lnTo>
                      <a:lnTo>
                        <a:pt x="84" y="131"/>
                      </a:lnTo>
                      <a:lnTo>
                        <a:pt x="82" y="131"/>
                      </a:lnTo>
                      <a:lnTo>
                        <a:pt x="84" y="131"/>
                      </a:lnTo>
                      <a:lnTo>
                        <a:pt x="84" y="133"/>
                      </a:lnTo>
                      <a:lnTo>
                        <a:pt x="86" y="133"/>
                      </a:lnTo>
                      <a:lnTo>
                        <a:pt x="84" y="133"/>
                      </a:lnTo>
                      <a:lnTo>
                        <a:pt x="84" y="135"/>
                      </a:lnTo>
                      <a:lnTo>
                        <a:pt x="82" y="135"/>
                      </a:lnTo>
                      <a:lnTo>
                        <a:pt x="82" y="137"/>
                      </a:lnTo>
                      <a:lnTo>
                        <a:pt x="81" y="137"/>
                      </a:lnTo>
                      <a:lnTo>
                        <a:pt x="79" y="137"/>
                      </a:lnTo>
                      <a:lnTo>
                        <a:pt x="77" y="135"/>
                      </a:lnTo>
                      <a:lnTo>
                        <a:pt x="77" y="137"/>
                      </a:lnTo>
                      <a:lnTo>
                        <a:pt x="77" y="139"/>
                      </a:lnTo>
                      <a:lnTo>
                        <a:pt x="75" y="139"/>
                      </a:lnTo>
                      <a:lnTo>
                        <a:pt x="75" y="141"/>
                      </a:lnTo>
                      <a:lnTo>
                        <a:pt x="73" y="142"/>
                      </a:lnTo>
                      <a:lnTo>
                        <a:pt x="75" y="142"/>
                      </a:lnTo>
                      <a:lnTo>
                        <a:pt x="73" y="144"/>
                      </a:lnTo>
                      <a:lnTo>
                        <a:pt x="73" y="142"/>
                      </a:lnTo>
                      <a:lnTo>
                        <a:pt x="72" y="142"/>
                      </a:lnTo>
                      <a:lnTo>
                        <a:pt x="72" y="141"/>
                      </a:lnTo>
                      <a:lnTo>
                        <a:pt x="72" y="139"/>
                      </a:lnTo>
                      <a:lnTo>
                        <a:pt x="72" y="137"/>
                      </a:lnTo>
                      <a:lnTo>
                        <a:pt x="70" y="137"/>
                      </a:lnTo>
                      <a:lnTo>
                        <a:pt x="70" y="135"/>
                      </a:lnTo>
                      <a:lnTo>
                        <a:pt x="68" y="135"/>
                      </a:lnTo>
                      <a:lnTo>
                        <a:pt x="66" y="133"/>
                      </a:lnTo>
                      <a:lnTo>
                        <a:pt x="64" y="133"/>
                      </a:lnTo>
                      <a:lnTo>
                        <a:pt x="64" y="131"/>
                      </a:lnTo>
                      <a:lnTo>
                        <a:pt x="66" y="131"/>
                      </a:lnTo>
                      <a:lnTo>
                        <a:pt x="64" y="131"/>
                      </a:lnTo>
                      <a:lnTo>
                        <a:pt x="64" y="130"/>
                      </a:lnTo>
                      <a:lnTo>
                        <a:pt x="64" y="131"/>
                      </a:lnTo>
                      <a:lnTo>
                        <a:pt x="66" y="131"/>
                      </a:lnTo>
                      <a:lnTo>
                        <a:pt x="64" y="131"/>
                      </a:lnTo>
                      <a:lnTo>
                        <a:pt x="64" y="133"/>
                      </a:lnTo>
                      <a:lnTo>
                        <a:pt x="66" y="133"/>
                      </a:lnTo>
                      <a:lnTo>
                        <a:pt x="66" y="135"/>
                      </a:lnTo>
                      <a:lnTo>
                        <a:pt x="68" y="135"/>
                      </a:lnTo>
                      <a:lnTo>
                        <a:pt x="70" y="135"/>
                      </a:lnTo>
                      <a:lnTo>
                        <a:pt x="70" y="137"/>
                      </a:lnTo>
                      <a:lnTo>
                        <a:pt x="72" y="137"/>
                      </a:lnTo>
                      <a:lnTo>
                        <a:pt x="72" y="139"/>
                      </a:lnTo>
                      <a:lnTo>
                        <a:pt x="72" y="141"/>
                      </a:lnTo>
                      <a:lnTo>
                        <a:pt x="72" y="142"/>
                      </a:lnTo>
                      <a:lnTo>
                        <a:pt x="73" y="142"/>
                      </a:lnTo>
                      <a:lnTo>
                        <a:pt x="73" y="144"/>
                      </a:lnTo>
                      <a:lnTo>
                        <a:pt x="72" y="144"/>
                      </a:lnTo>
                      <a:lnTo>
                        <a:pt x="73" y="144"/>
                      </a:lnTo>
                      <a:lnTo>
                        <a:pt x="73" y="146"/>
                      </a:lnTo>
                      <a:lnTo>
                        <a:pt x="73" y="148"/>
                      </a:lnTo>
                      <a:lnTo>
                        <a:pt x="72" y="148"/>
                      </a:lnTo>
                      <a:lnTo>
                        <a:pt x="70" y="148"/>
                      </a:lnTo>
                      <a:lnTo>
                        <a:pt x="70" y="146"/>
                      </a:lnTo>
                      <a:lnTo>
                        <a:pt x="70" y="144"/>
                      </a:lnTo>
                      <a:lnTo>
                        <a:pt x="70" y="142"/>
                      </a:lnTo>
                      <a:lnTo>
                        <a:pt x="70" y="144"/>
                      </a:lnTo>
                      <a:lnTo>
                        <a:pt x="70" y="146"/>
                      </a:lnTo>
                      <a:lnTo>
                        <a:pt x="70" y="148"/>
                      </a:lnTo>
                      <a:lnTo>
                        <a:pt x="72" y="148"/>
                      </a:lnTo>
                      <a:lnTo>
                        <a:pt x="70" y="148"/>
                      </a:lnTo>
                      <a:lnTo>
                        <a:pt x="72" y="148"/>
                      </a:lnTo>
                      <a:lnTo>
                        <a:pt x="72" y="150"/>
                      </a:lnTo>
                      <a:lnTo>
                        <a:pt x="70" y="150"/>
                      </a:lnTo>
                      <a:lnTo>
                        <a:pt x="70" y="152"/>
                      </a:lnTo>
                      <a:lnTo>
                        <a:pt x="68" y="152"/>
                      </a:lnTo>
                      <a:lnTo>
                        <a:pt x="68" y="150"/>
                      </a:lnTo>
                      <a:lnTo>
                        <a:pt x="66" y="150"/>
                      </a:lnTo>
                      <a:lnTo>
                        <a:pt x="66" y="148"/>
                      </a:lnTo>
                      <a:lnTo>
                        <a:pt x="64" y="148"/>
                      </a:lnTo>
                      <a:lnTo>
                        <a:pt x="64" y="146"/>
                      </a:lnTo>
                      <a:lnTo>
                        <a:pt x="64" y="144"/>
                      </a:lnTo>
                      <a:lnTo>
                        <a:pt x="64" y="142"/>
                      </a:lnTo>
                      <a:lnTo>
                        <a:pt x="64" y="141"/>
                      </a:lnTo>
                      <a:lnTo>
                        <a:pt x="64" y="142"/>
                      </a:lnTo>
                      <a:lnTo>
                        <a:pt x="64" y="144"/>
                      </a:lnTo>
                      <a:lnTo>
                        <a:pt x="64" y="146"/>
                      </a:lnTo>
                      <a:lnTo>
                        <a:pt x="62" y="146"/>
                      </a:lnTo>
                      <a:lnTo>
                        <a:pt x="62" y="144"/>
                      </a:lnTo>
                      <a:lnTo>
                        <a:pt x="61" y="146"/>
                      </a:lnTo>
                      <a:lnTo>
                        <a:pt x="62" y="146"/>
                      </a:lnTo>
                      <a:lnTo>
                        <a:pt x="61" y="146"/>
                      </a:lnTo>
                      <a:lnTo>
                        <a:pt x="59" y="144"/>
                      </a:lnTo>
                      <a:lnTo>
                        <a:pt x="61" y="146"/>
                      </a:lnTo>
                      <a:lnTo>
                        <a:pt x="59" y="146"/>
                      </a:lnTo>
                      <a:lnTo>
                        <a:pt x="59" y="148"/>
                      </a:lnTo>
                      <a:lnTo>
                        <a:pt x="57" y="150"/>
                      </a:lnTo>
                      <a:lnTo>
                        <a:pt x="57" y="148"/>
                      </a:lnTo>
                      <a:lnTo>
                        <a:pt x="57" y="146"/>
                      </a:lnTo>
                      <a:lnTo>
                        <a:pt x="55" y="146"/>
                      </a:lnTo>
                      <a:lnTo>
                        <a:pt x="55" y="144"/>
                      </a:lnTo>
                      <a:lnTo>
                        <a:pt x="57" y="142"/>
                      </a:lnTo>
                      <a:lnTo>
                        <a:pt x="55" y="142"/>
                      </a:lnTo>
                      <a:lnTo>
                        <a:pt x="55" y="144"/>
                      </a:lnTo>
                      <a:lnTo>
                        <a:pt x="55" y="142"/>
                      </a:lnTo>
                      <a:lnTo>
                        <a:pt x="55" y="141"/>
                      </a:lnTo>
                      <a:lnTo>
                        <a:pt x="55" y="139"/>
                      </a:lnTo>
                      <a:lnTo>
                        <a:pt x="57" y="139"/>
                      </a:lnTo>
                      <a:lnTo>
                        <a:pt x="57" y="137"/>
                      </a:lnTo>
                      <a:lnTo>
                        <a:pt x="59" y="137"/>
                      </a:lnTo>
                      <a:lnTo>
                        <a:pt x="57" y="137"/>
                      </a:lnTo>
                      <a:lnTo>
                        <a:pt x="55" y="137"/>
                      </a:lnTo>
                      <a:lnTo>
                        <a:pt x="57" y="135"/>
                      </a:lnTo>
                      <a:lnTo>
                        <a:pt x="57" y="133"/>
                      </a:lnTo>
                      <a:lnTo>
                        <a:pt x="57" y="131"/>
                      </a:lnTo>
                      <a:lnTo>
                        <a:pt x="57" y="130"/>
                      </a:lnTo>
                      <a:lnTo>
                        <a:pt x="59" y="130"/>
                      </a:lnTo>
                      <a:lnTo>
                        <a:pt x="59" y="128"/>
                      </a:lnTo>
                      <a:lnTo>
                        <a:pt x="61" y="128"/>
                      </a:lnTo>
                      <a:lnTo>
                        <a:pt x="61" y="126"/>
                      </a:lnTo>
                      <a:lnTo>
                        <a:pt x="62" y="126"/>
                      </a:lnTo>
                      <a:lnTo>
                        <a:pt x="62" y="124"/>
                      </a:lnTo>
                      <a:lnTo>
                        <a:pt x="61" y="124"/>
                      </a:lnTo>
                      <a:lnTo>
                        <a:pt x="61" y="122"/>
                      </a:lnTo>
                      <a:lnTo>
                        <a:pt x="61" y="120"/>
                      </a:lnTo>
                      <a:lnTo>
                        <a:pt x="61" y="122"/>
                      </a:lnTo>
                      <a:lnTo>
                        <a:pt x="59" y="122"/>
                      </a:lnTo>
                      <a:lnTo>
                        <a:pt x="59" y="120"/>
                      </a:lnTo>
                      <a:lnTo>
                        <a:pt x="61" y="120"/>
                      </a:lnTo>
                      <a:lnTo>
                        <a:pt x="59" y="120"/>
                      </a:lnTo>
                      <a:lnTo>
                        <a:pt x="59" y="122"/>
                      </a:lnTo>
                      <a:lnTo>
                        <a:pt x="61" y="122"/>
                      </a:lnTo>
                      <a:lnTo>
                        <a:pt x="61" y="120"/>
                      </a:lnTo>
                      <a:lnTo>
                        <a:pt x="61" y="122"/>
                      </a:lnTo>
                      <a:lnTo>
                        <a:pt x="61" y="124"/>
                      </a:lnTo>
                      <a:lnTo>
                        <a:pt x="62" y="124"/>
                      </a:lnTo>
                      <a:lnTo>
                        <a:pt x="62" y="126"/>
                      </a:lnTo>
                      <a:lnTo>
                        <a:pt x="61" y="126"/>
                      </a:lnTo>
                      <a:lnTo>
                        <a:pt x="61" y="128"/>
                      </a:lnTo>
                      <a:lnTo>
                        <a:pt x="59" y="128"/>
                      </a:lnTo>
                      <a:lnTo>
                        <a:pt x="59" y="130"/>
                      </a:lnTo>
                      <a:lnTo>
                        <a:pt x="57" y="130"/>
                      </a:lnTo>
                      <a:lnTo>
                        <a:pt x="57" y="131"/>
                      </a:lnTo>
                      <a:lnTo>
                        <a:pt x="55" y="131"/>
                      </a:lnTo>
                      <a:lnTo>
                        <a:pt x="57" y="131"/>
                      </a:lnTo>
                      <a:lnTo>
                        <a:pt x="57" y="133"/>
                      </a:lnTo>
                      <a:lnTo>
                        <a:pt x="57" y="135"/>
                      </a:lnTo>
                      <a:lnTo>
                        <a:pt x="55" y="135"/>
                      </a:lnTo>
                      <a:lnTo>
                        <a:pt x="55" y="133"/>
                      </a:lnTo>
                      <a:lnTo>
                        <a:pt x="55" y="135"/>
                      </a:lnTo>
                      <a:lnTo>
                        <a:pt x="57" y="135"/>
                      </a:lnTo>
                      <a:lnTo>
                        <a:pt x="55" y="135"/>
                      </a:lnTo>
                      <a:lnTo>
                        <a:pt x="55" y="137"/>
                      </a:lnTo>
                      <a:lnTo>
                        <a:pt x="57" y="137"/>
                      </a:lnTo>
                      <a:lnTo>
                        <a:pt x="57" y="139"/>
                      </a:lnTo>
                      <a:lnTo>
                        <a:pt x="55" y="139"/>
                      </a:lnTo>
                      <a:lnTo>
                        <a:pt x="53" y="139"/>
                      </a:lnTo>
                      <a:lnTo>
                        <a:pt x="53" y="141"/>
                      </a:lnTo>
                      <a:lnTo>
                        <a:pt x="51" y="141"/>
                      </a:lnTo>
                      <a:lnTo>
                        <a:pt x="51" y="142"/>
                      </a:lnTo>
                      <a:lnTo>
                        <a:pt x="50" y="142"/>
                      </a:lnTo>
                      <a:lnTo>
                        <a:pt x="51" y="142"/>
                      </a:lnTo>
                      <a:lnTo>
                        <a:pt x="51" y="141"/>
                      </a:lnTo>
                      <a:lnTo>
                        <a:pt x="50" y="141"/>
                      </a:lnTo>
                      <a:lnTo>
                        <a:pt x="51" y="141"/>
                      </a:lnTo>
                      <a:lnTo>
                        <a:pt x="50" y="141"/>
                      </a:lnTo>
                      <a:lnTo>
                        <a:pt x="50" y="139"/>
                      </a:lnTo>
                      <a:lnTo>
                        <a:pt x="50" y="141"/>
                      </a:lnTo>
                      <a:lnTo>
                        <a:pt x="51" y="141"/>
                      </a:lnTo>
                      <a:lnTo>
                        <a:pt x="51" y="142"/>
                      </a:lnTo>
                      <a:lnTo>
                        <a:pt x="50" y="142"/>
                      </a:lnTo>
                      <a:lnTo>
                        <a:pt x="51" y="142"/>
                      </a:lnTo>
                      <a:lnTo>
                        <a:pt x="51" y="144"/>
                      </a:lnTo>
                      <a:lnTo>
                        <a:pt x="50" y="144"/>
                      </a:lnTo>
                      <a:lnTo>
                        <a:pt x="50" y="146"/>
                      </a:lnTo>
                      <a:lnTo>
                        <a:pt x="50" y="144"/>
                      </a:lnTo>
                      <a:lnTo>
                        <a:pt x="48" y="144"/>
                      </a:lnTo>
                      <a:lnTo>
                        <a:pt x="48" y="146"/>
                      </a:lnTo>
                      <a:lnTo>
                        <a:pt x="48" y="144"/>
                      </a:lnTo>
                      <a:lnTo>
                        <a:pt x="48" y="146"/>
                      </a:lnTo>
                      <a:lnTo>
                        <a:pt x="46" y="144"/>
                      </a:lnTo>
                      <a:lnTo>
                        <a:pt x="46" y="142"/>
                      </a:lnTo>
                      <a:lnTo>
                        <a:pt x="48" y="142"/>
                      </a:lnTo>
                      <a:lnTo>
                        <a:pt x="46" y="142"/>
                      </a:lnTo>
                      <a:lnTo>
                        <a:pt x="46" y="141"/>
                      </a:lnTo>
                      <a:lnTo>
                        <a:pt x="46" y="142"/>
                      </a:lnTo>
                      <a:lnTo>
                        <a:pt x="48" y="142"/>
                      </a:lnTo>
                      <a:lnTo>
                        <a:pt x="46" y="142"/>
                      </a:lnTo>
                      <a:lnTo>
                        <a:pt x="46" y="144"/>
                      </a:lnTo>
                      <a:lnTo>
                        <a:pt x="46" y="146"/>
                      </a:lnTo>
                      <a:lnTo>
                        <a:pt x="48" y="146"/>
                      </a:lnTo>
                      <a:lnTo>
                        <a:pt x="50" y="146"/>
                      </a:lnTo>
                      <a:lnTo>
                        <a:pt x="50" y="148"/>
                      </a:lnTo>
                      <a:lnTo>
                        <a:pt x="48" y="148"/>
                      </a:lnTo>
                      <a:lnTo>
                        <a:pt x="50" y="148"/>
                      </a:lnTo>
                      <a:lnTo>
                        <a:pt x="51" y="148"/>
                      </a:lnTo>
                      <a:lnTo>
                        <a:pt x="51" y="150"/>
                      </a:lnTo>
                      <a:lnTo>
                        <a:pt x="51" y="152"/>
                      </a:lnTo>
                      <a:lnTo>
                        <a:pt x="51" y="153"/>
                      </a:lnTo>
                      <a:lnTo>
                        <a:pt x="51" y="152"/>
                      </a:lnTo>
                      <a:lnTo>
                        <a:pt x="50" y="152"/>
                      </a:lnTo>
                      <a:lnTo>
                        <a:pt x="51" y="152"/>
                      </a:lnTo>
                      <a:lnTo>
                        <a:pt x="51" y="153"/>
                      </a:lnTo>
                      <a:lnTo>
                        <a:pt x="51" y="155"/>
                      </a:lnTo>
                      <a:lnTo>
                        <a:pt x="50" y="153"/>
                      </a:lnTo>
                      <a:lnTo>
                        <a:pt x="50" y="152"/>
                      </a:lnTo>
                      <a:lnTo>
                        <a:pt x="50" y="150"/>
                      </a:lnTo>
                      <a:lnTo>
                        <a:pt x="48" y="150"/>
                      </a:lnTo>
                      <a:lnTo>
                        <a:pt x="46" y="150"/>
                      </a:lnTo>
                      <a:lnTo>
                        <a:pt x="46" y="148"/>
                      </a:lnTo>
                      <a:lnTo>
                        <a:pt x="44" y="146"/>
                      </a:lnTo>
                      <a:lnTo>
                        <a:pt x="46" y="146"/>
                      </a:lnTo>
                      <a:lnTo>
                        <a:pt x="44" y="146"/>
                      </a:lnTo>
                      <a:lnTo>
                        <a:pt x="44" y="148"/>
                      </a:lnTo>
                      <a:lnTo>
                        <a:pt x="46" y="148"/>
                      </a:lnTo>
                      <a:lnTo>
                        <a:pt x="46" y="150"/>
                      </a:lnTo>
                      <a:lnTo>
                        <a:pt x="44" y="150"/>
                      </a:lnTo>
                      <a:lnTo>
                        <a:pt x="44" y="152"/>
                      </a:lnTo>
                      <a:lnTo>
                        <a:pt x="46" y="152"/>
                      </a:lnTo>
                      <a:lnTo>
                        <a:pt x="44" y="153"/>
                      </a:lnTo>
                      <a:lnTo>
                        <a:pt x="46" y="153"/>
                      </a:lnTo>
                      <a:lnTo>
                        <a:pt x="44" y="153"/>
                      </a:lnTo>
                      <a:lnTo>
                        <a:pt x="46" y="155"/>
                      </a:lnTo>
                      <a:lnTo>
                        <a:pt x="48" y="155"/>
                      </a:lnTo>
                      <a:lnTo>
                        <a:pt x="48" y="157"/>
                      </a:lnTo>
                      <a:lnTo>
                        <a:pt x="46" y="157"/>
                      </a:lnTo>
                      <a:lnTo>
                        <a:pt x="48" y="157"/>
                      </a:lnTo>
                      <a:lnTo>
                        <a:pt x="48" y="159"/>
                      </a:lnTo>
                      <a:lnTo>
                        <a:pt x="46" y="159"/>
                      </a:lnTo>
                      <a:lnTo>
                        <a:pt x="44" y="159"/>
                      </a:lnTo>
                      <a:lnTo>
                        <a:pt x="44" y="157"/>
                      </a:lnTo>
                      <a:lnTo>
                        <a:pt x="46" y="157"/>
                      </a:lnTo>
                      <a:lnTo>
                        <a:pt x="46" y="155"/>
                      </a:lnTo>
                      <a:lnTo>
                        <a:pt x="44" y="155"/>
                      </a:lnTo>
                      <a:lnTo>
                        <a:pt x="44" y="153"/>
                      </a:lnTo>
                      <a:lnTo>
                        <a:pt x="42" y="153"/>
                      </a:lnTo>
                      <a:lnTo>
                        <a:pt x="42" y="152"/>
                      </a:lnTo>
                      <a:lnTo>
                        <a:pt x="44" y="152"/>
                      </a:lnTo>
                      <a:lnTo>
                        <a:pt x="44" y="150"/>
                      </a:lnTo>
                      <a:lnTo>
                        <a:pt x="42" y="150"/>
                      </a:lnTo>
                      <a:lnTo>
                        <a:pt x="42" y="148"/>
                      </a:lnTo>
                      <a:lnTo>
                        <a:pt x="42" y="146"/>
                      </a:lnTo>
                      <a:lnTo>
                        <a:pt x="41" y="146"/>
                      </a:lnTo>
                      <a:lnTo>
                        <a:pt x="42" y="146"/>
                      </a:lnTo>
                      <a:lnTo>
                        <a:pt x="42" y="148"/>
                      </a:lnTo>
                      <a:lnTo>
                        <a:pt x="42" y="150"/>
                      </a:lnTo>
                      <a:lnTo>
                        <a:pt x="44" y="150"/>
                      </a:lnTo>
                      <a:lnTo>
                        <a:pt x="42" y="150"/>
                      </a:lnTo>
                      <a:lnTo>
                        <a:pt x="42" y="152"/>
                      </a:lnTo>
                      <a:lnTo>
                        <a:pt x="44" y="152"/>
                      </a:lnTo>
                      <a:lnTo>
                        <a:pt x="42" y="152"/>
                      </a:lnTo>
                      <a:lnTo>
                        <a:pt x="44" y="152"/>
                      </a:lnTo>
                      <a:lnTo>
                        <a:pt x="42" y="152"/>
                      </a:lnTo>
                      <a:lnTo>
                        <a:pt x="44" y="152"/>
                      </a:lnTo>
                      <a:lnTo>
                        <a:pt x="42" y="152"/>
                      </a:lnTo>
                      <a:lnTo>
                        <a:pt x="42" y="153"/>
                      </a:lnTo>
                      <a:lnTo>
                        <a:pt x="44" y="153"/>
                      </a:lnTo>
                      <a:lnTo>
                        <a:pt x="44" y="155"/>
                      </a:lnTo>
                      <a:lnTo>
                        <a:pt x="46" y="155"/>
                      </a:lnTo>
                      <a:lnTo>
                        <a:pt x="46" y="157"/>
                      </a:lnTo>
                      <a:lnTo>
                        <a:pt x="44" y="157"/>
                      </a:lnTo>
                      <a:lnTo>
                        <a:pt x="42" y="157"/>
                      </a:lnTo>
                      <a:lnTo>
                        <a:pt x="44" y="157"/>
                      </a:lnTo>
                      <a:lnTo>
                        <a:pt x="42" y="157"/>
                      </a:lnTo>
                      <a:lnTo>
                        <a:pt x="42" y="159"/>
                      </a:lnTo>
                      <a:lnTo>
                        <a:pt x="41" y="159"/>
                      </a:lnTo>
                      <a:lnTo>
                        <a:pt x="41" y="161"/>
                      </a:lnTo>
                      <a:lnTo>
                        <a:pt x="42" y="161"/>
                      </a:lnTo>
                      <a:lnTo>
                        <a:pt x="42" y="163"/>
                      </a:lnTo>
                      <a:lnTo>
                        <a:pt x="41" y="163"/>
                      </a:lnTo>
                      <a:lnTo>
                        <a:pt x="41" y="161"/>
                      </a:lnTo>
                      <a:lnTo>
                        <a:pt x="41" y="163"/>
                      </a:lnTo>
                      <a:lnTo>
                        <a:pt x="41" y="161"/>
                      </a:lnTo>
                      <a:lnTo>
                        <a:pt x="39" y="159"/>
                      </a:lnTo>
                      <a:lnTo>
                        <a:pt x="41" y="159"/>
                      </a:lnTo>
                      <a:lnTo>
                        <a:pt x="39" y="159"/>
                      </a:lnTo>
                      <a:lnTo>
                        <a:pt x="37" y="159"/>
                      </a:lnTo>
                      <a:lnTo>
                        <a:pt x="37" y="157"/>
                      </a:lnTo>
                      <a:lnTo>
                        <a:pt x="37" y="155"/>
                      </a:lnTo>
                      <a:lnTo>
                        <a:pt x="35" y="155"/>
                      </a:lnTo>
                      <a:lnTo>
                        <a:pt x="35" y="153"/>
                      </a:lnTo>
                      <a:lnTo>
                        <a:pt x="37" y="152"/>
                      </a:lnTo>
                      <a:lnTo>
                        <a:pt x="35" y="152"/>
                      </a:lnTo>
                      <a:lnTo>
                        <a:pt x="37" y="152"/>
                      </a:lnTo>
                      <a:lnTo>
                        <a:pt x="37" y="150"/>
                      </a:lnTo>
                      <a:lnTo>
                        <a:pt x="35" y="150"/>
                      </a:lnTo>
                      <a:lnTo>
                        <a:pt x="37" y="150"/>
                      </a:lnTo>
                      <a:lnTo>
                        <a:pt x="35" y="150"/>
                      </a:lnTo>
                      <a:lnTo>
                        <a:pt x="35" y="148"/>
                      </a:lnTo>
                      <a:lnTo>
                        <a:pt x="35" y="146"/>
                      </a:lnTo>
                      <a:lnTo>
                        <a:pt x="33" y="146"/>
                      </a:lnTo>
                      <a:lnTo>
                        <a:pt x="35" y="146"/>
                      </a:lnTo>
                      <a:lnTo>
                        <a:pt x="33" y="144"/>
                      </a:lnTo>
                      <a:lnTo>
                        <a:pt x="35" y="144"/>
                      </a:lnTo>
                      <a:lnTo>
                        <a:pt x="33" y="144"/>
                      </a:lnTo>
                      <a:lnTo>
                        <a:pt x="33" y="142"/>
                      </a:lnTo>
                      <a:lnTo>
                        <a:pt x="35" y="142"/>
                      </a:lnTo>
                      <a:lnTo>
                        <a:pt x="35" y="141"/>
                      </a:lnTo>
                      <a:lnTo>
                        <a:pt x="33" y="141"/>
                      </a:lnTo>
                      <a:lnTo>
                        <a:pt x="33" y="139"/>
                      </a:lnTo>
                      <a:lnTo>
                        <a:pt x="35" y="137"/>
                      </a:lnTo>
                      <a:lnTo>
                        <a:pt x="35" y="135"/>
                      </a:lnTo>
                      <a:lnTo>
                        <a:pt x="33" y="135"/>
                      </a:lnTo>
                      <a:lnTo>
                        <a:pt x="33" y="133"/>
                      </a:lnTo>
                      <a:lnTo>
                        <a:pt x="35" y="133"/>
                      </a:lnTo>
                      <a:lnTo>
                        <a:pt x="37" y="133"/>
                      </a:lnTo>
                      <a:lnTo>
                        <a:pt x="35" y="133"/>
                      </a:lnTo>
                      <a:lnTo>
                        <a:pt x="35" y="131"/>
                      </a:lnTo>
                      <a:lnTo>
                        <a:pt x="35" y="130"/>
                      </a:lnTo>
                      <a:lnTo>
                        <a:pt x="35" y="126"/>
                      </a:lnTo>
                      <a:lnTo>
                        <a:pt x="35" y="122"/>
                      </a:lnTo>
                      <a:lnTo>
                        <a:pt x="35" y="119"/>
                      </a:lnTo>
                      <a:lnTo>
                        <a:pt x="35" y="115"/>
                      </a:lnTo>
                      <a:lnTo>
                        <a:pt x="33" y="115"/>
                      </a:lnTo>
                      <a:lnTo>
                        <a:pt x="31" y="115"/>
                      </a:lnTo>
                      <a:lnTo>
                        <a:pt x="30" y="113"/>
                      </a:lnTo>
                      <a:lnTo>
                        <a:pt x="28" y="113"/>
                      </a:lnTo>
                      <a:lnTo>
                        <a:pt x="26" y="113"/>
                      </a:lnTo>
                      <a:lnTo>
                        <a:pt x="24" y="113"/>
                      </a:lnTo>
                      <a:lnTo>
                        <a:pt x="26" y="111"/>
                      </a:lnTo>
                      <a:lnTo>
                        <a:pt x="26" y="110"/>
                      </a:lnTo>
                      <a:lnTo>
                        <a:pt x="24" y="110"/>
                      </a:lnTo>
                      <a:lnTo>
                        <a:pt x="24" y="108"/>
                      </a:lnTo>
                      <a:lnTo>
                        <a:pt x="22" y="108"/>
                      </a:lnTo>
                      <a:lnTo>
                        <a:pt x="20" y="106"/>
                      </a:lnTo>
                      <a:lnTo>
                        <a:pt x="17" y="106"/>
                      </a:lnTo>
                      <a:lnTo>
                        <a:pt x="17" y="104"/>
                      </a:lnTo>
                      <a:lnTo>
                        <a:pt x="19" y="102"/>
                      </a:lnTo>
                      <a:lnTo>
                        <a:pt x="20" y="99"/>
                      </a:lnTo>
                      <a:lnTo>
                        <a:pt x="20" y="97"/>
                      </a:lnTo>
                      <a:lnTo>
                        <a:pt x="22" y="97"/>
                      </a:lnTo>
                      <a:lnTo>
                        <a:pt x="22" y="95"/>
                      </a:lnTo>
                      <a:lnTo>
                        <a:pt x="24" y="95"/>
                      </a:lnTo>
                      <a:lnTo>
                        <a:pt x="24" y="93"/>
                      </a:lnTo>
                      <a:lnTo>
                        <a:pt x="26" y="91"/>
                      </a:lnTo>
                      <a:lnTo>
                        <a:pt x="26" y="89"/>
                      </a:lnTo>
                      <a:lnTo>
                        <a:pt x="26" y="88"/>
                      </a:lnTo>
                      <a:lnTo>
                        <a:pt x="26" y="86"/>
                      </a:lnTo>
                      <a:lnTo>
                        <a:pt x="28" y="86"/>
                      </a:lnTo>
                      <a:lnTo>
                        <a:pt x="26" y="84"/>
                      </a:lnTo>
                      <a:lnTo>
                        <a:pt x="26" y="82"/>
                      </a:lnTo>
                      <a:lnTo>
                        <a:pt x="24" y="82"/>
                      </a:lnTo>
                      <a:lnTo>
                        <a:pt x="22" y="82"/>
                      </a:lnTo>
                      <a:lnTo>
                        <a:pt x="20" y="82"/>
                      </a:lnTo>
                      <a:lnTo>
                        <a:pt x="19" y="82"/>
                      </a:lnTo>
                      <a:lnTo>
                        <a:pt x="17" y="82"/>
                      </a:lnTo>
                      <a:lnTo>
                        <a:pt x="17" y="80"/>
                      </a:lnTo>
                      <a:lnTo>
                        <a:pt x="15" y="80"/>
                      </a:lnTo>
                      <a:lnTo>
                        <a:pt x="13" y="80"/>
                      </a:lnTo>
                      <a:lnTo>
                        <a:pt x="13" y="78"/>
                      </a:lnTo>
                      <a:lnTo>
                        <a:pt x="11" y="78"/>
                      </a:lnTo>
                      <a:lnTo>
                        <a:pt x="9" y="78"/>
                      </a:lnTo>
                      <a:lnTo>
                        <a:pt x="8" y="78"/>
                      </a:lnTo>
                      <a:lnTo>
                        <a:pt x="6" y="78"/>
                      </a:lnTo>
                      <a:lnTo>
                        <a:pt x="6" y="77"/>
                      </a:lnTo>
                      <a:lnTo>
                        <a:pt x="6" y="75"/>
                      </a:lnTo>
                      <a:lnTo>
                        <a:pt x="6" y="73"/>
                      </a:lnTo>
                      <a:lnTo>
                        <a:pt x="6" y="71"/>
                      </a:lnTo>
                      <a:lnTo>
                        <a:pt x="4" y="71"/>
                      </a:lnTo>
                      <a:lnTo>
                        <a:pt x="2" y="71"/>
                      </a:lnTo>
                      <a:lnTo>
                        <a:pt x="0" y="71"/>
                      </a:lnTo>
                      <a:lnTo>
                        <a:pt x="4" y="67"/>
                      </a:lnTo>
                      <a:lnTo>
                        <a:pt x="6" y="64"/>
                      </a:lnTo>
                      <a:lnTo>
                        <a:pt x="6" y="62"/>
                      </a:lnTo>
                      <a:lnTo>
                        <a:pt x="6" y="60"/>
                      </a:lnTo>
                      <a:lnTo>
                        <a:pt x="8" y="60"/>
                      </a:lnTo>
                      <a:lnTo>
                        <a:pt x="9" y="60"/>
                      </a:lnTo>
                      <a:lnTo>
                        <a:pt x="11" y="62"/>
                      </a:lnTo>
                      <a:lnTo>
                        <a:pt x="9" y="64"/>
                      </a:lnTo>
                      <a:lnTo>
                        <a:pt x="11" y="64"/>
                      </a:lnTo>
                      <a:lnTo>
                        <a:pt x="13" y="64"/>
                      </a:lnTo>
                      <a:lnTo>
                        <a:pt x="13" y="62"/>
                      </a:lnTo>
                      <a:lnTo>
                        <a:pt x="11" y="62"/>
                      </a:lnTo>
                      <a:lnTo>
                        <a:pt x="13" y="60"/>
                      </a:lnTo>
                      <a:lnTo>
                        <a:pt x="15" y="58"/>
                      </a:lnTo>
                      <a:lnTo>
                        <a:pt x="17" y="58"/>
                      </a:lnTo>
                      <a:lnTo>
                        <a:pt x="15" y="56"/>
                      </a:lnTo>
                      <a:lnTo>
                        <a:pt x="17" y="56"/>
                      </a:lnTo>
                      <a:lnTo>
                        <a:pt x="17" y="55"/>
                      </a:lnTo>
                      <a:lnTo>
                        <a:pt x="15" y="55"/>
                      </a:lnTo>
                      <a:lnTo>
                        <a:pt x="15" y="53"/>
                      </a:lnTo>
                      <a:lnTo>
                        <a:pt x="15" y="51"/>
                      </a:lnTo>
                      <a:lnTo>
                        <a:pt x="19" y="51"/>
                      </a:lnTo>
                      <a:lnTo>
                        <a:pt x="22" y="51"/>
                      </a:lnTo>
                      <a:lnTo>
                        <a:pt x="26" y="51"/>
                      </a:lnTo>
                      <a:lnTo>
                        <a:pt x="28" y="51"/>
                      </a:lnTo>
                      <a:lnTo>
                        <a:pt x="30" y="51"/>
                      </a:lnTo>
                      <a:lnTo>
                        <a:pt x="28" y="46"/>
                      </a:lnTo>
                      <a:lnTo>
                        <a:pt x="26" y="46"/>
                      </a:lnTo>
                      <a:lnTo>
                        <a:pt x="22" y="44"/>
                      </a:lnTo>
                      <a:lnTo>
                        <a:pt x="19" y="40"/>
                      </a:lnTo>
                      <a:lnTo>
                        <a:pt x="17" y="36"/>
                      </a:lnTo>
                      <a:lnTo>
                        <a:pt x="15" y="36"/>
                      </a:lnTo>
                      <a:lnTo>
                        <a:pt x="11" y="35"/>
                      </a:lnTo>
                      <a:lnTo>
                        <a:pt x="8" y="33"/>
                      </a:lnTo>
                      <a:lnTo>
                        <a:pt x="8" y="31"/>
                      </a:lnTo>
                      <a:lnTo>
                        <a:pt x="6" y="31"/>
                      </a:lnTo>
                      <a:lnTo>
                        <a:pt x="4" y="31"/>
                      </a:lnTo>
                      <a:lnTo>
                        <a:pt x="2" y="29"/>
                      </a:lnTo>
                      <a:lnTo>
                        <a:pt x="4" y="29"/>
                      </a:lnTo>
                      <a:lnTo>
                        <a:pt x="4" y="27"/>
                      </a:lnTo>
                      <a:lnTo>
                        <a:pt x="4" y="25"/>
                      </a:lnTo>
                      <a:lnTo>
                        <a:pt x="4" y="24"/>
                      </a:lnTo>
                      <a:lnTo>
                        <a:pt x="6" y="24"/>
                      </a:lnTo>
                      <a:lnTo>
                        <a:pt x="4" y="24"/>
                      </a:lnTo>
                      <a:lnTo>
                        <a:pt x="6" y="24"/>
                      </a:lnTo>
                      <a:lnTo>
                        <a:pt x="6" y="22"/>
                      </a:lnTo>
                      <a:lnTo>
                        <a:pt x="8" y="22"/>
                      </a:lnTo>
                      <a:lnTo>
                        <a:pt x="6" y="22"/>
                      </a:lnTo>
                      <a:lnTo>
                        <a:pt x="8" y="22"/>
                      </a:lnTo>
                      <a:lnTo>
                        <a:pt x="6" y="20"/>
                      </a:lnTo>
                      <a:lnTo>
                        <a:pt x="8" y="20"/>
                      </a:lnTo>
                      <a:lnTo>
                        <a:pt x="6" y="20"/>
                      </a:lnTo>
                      <a:lnTo>
                        <a:pt x="6" y="18"/>
                      </a:lnTo>
                      <a:lnTo>
                        <a:pt x="8" y="18"/>
                      </a:lnTo>
                      <a:lnTo>
                        <a:pt x="6" y="18"/>
                      </a:lnTo>
                      <a:lnTo>
                        <a:pt x="8" y="18"/>
                      </a:lnTo>
                      <a:lnTo>
                        <a:pt x="6" y="18"/>
                      </a:lnTo>
                      <a:lnTo>
                        <a:pt x="8" y="18"/>
                      </a:lnTo>
                      <a:lnTo>
                        <a:pt x="8" y="16"/>
                      </a:lnTo>
                      <a:lnTo>
                        <a:pt x="9" y="16"/>
                      </a:lnTo>
                      <a:lnTo>
                        <a:pt x="11" y="16"/>
                      </a:lnTo>
                      <a:lnTo>
                        <a:pt x="11" y="14"/>
                      </a:lnTo>
                      <a:lnTo>
                        <a:pt x="13" y="14"/>
                      </a:lnTo>
                      <a:lnTo>
                        <a:pt x="11" y="14"/>
                      </a:lnTo>
                      <a:lnTo>
                        <a:pt x="13" y="14"/>
                      </a:lnTo>
                      <a:lnTo>
                        <a:pt x="13" y="13"/>
                      </a:lnTo>
                      <a:lnTo>
                        <a:pt x="15" y="13"/>
                      </a:lnTo>
                      <a:lnTo>
                        <a:pt x="15" y="11"/>
                      </a:lnTo>
                      <a:lnTo>
                        <a:pt x="17" y="11"/>
                      </a:lnTo>
                      <a:lnTo>
                        <a:pt x="17" y="9"/>
                      </a:lnTo>
                      <a:lnTo>
                        <a:pt x="19" y="11"/>
                      </a:lnTo>
                      <a:lnTo>
                        <a:pt x="19" y="9"/>
                      </a:lnTo>
                      <a:lnTo>
                        <a:pt x="19" y="11"/>
                      </a:lnTo>
                      <a:lnTo>
                        <a:pt x="19" y="9"/>
                      </a:lnTo>
                      <a:lnTo>
                        <a:pt x="19" y="7"/>
                      </a:lnTo>
                      <a:lnTo>
                        <a:pt x="17" y="7"/>
                      </a:lnTo>
                      <a:lnTo>
                        <a:pt x="17" y="5"/>
                      </a:lnTo>
                      <a:lnTo>
                        <a:pt x="15" y="5"/>
                      </a:lnTo>
                      <a:lnTo>
                        <a:pt x="13" y="5"/>
                      </a:lnTo>
                      <a:lnTo>
                        <a:pt x="13" y="7"/>
                      </a:lnTo>
                      <a:lnTo>
                        <a:pt x="13" y="5"/>
                      </a:lnTo>
                      <a:lnTo>
                        <a:pt x="13" y="3"/>
                      </a:lnTo>
                      <a:lnTo>
                        <a:pt x="13" y="2"/>
                      </a:lnTo>
                      <a:lnTo>
                        <a:pt x="15" y="2"/>
                      </a:lnTo>
                      <a:lnTo>
                        <a:pt x="15" y="0"/>
                      </a:lnTo>
                      <a:lnTo>
                        <a:pt x="15" y="2"/>
                      </a:lnTo>
                      <a:lnTo>
                        <a:pt x="15" y="3"/>
                      </a:lnTo>
                      <a:lnTo>
                        <a:pt x="17" y="3"/>
                      </a:lnTo>
                      <a:lnTo>
                        <a:pt x="19" y="5"/>
                      </a:lnTo>
                      <a:lnTo>
                        <a:pt x="20" y="5"/>
                      </a:lnTo>
                      <a:lnTo>
                        <a:pt x="20" y="7"/>
                      </a:lnTo>
                      <a:lnTo>
                        <a:pt x="22" y="7"/>
                      </a:lnTo>
                      <a:lnTo>
                        <a:pt x="22" y="5"/>
                      </a:lnTo>
                      <a:lnTo>
                        <a:pt x="24" y="7"/>
                      </a:lnTo>
                      <a:lnTo>
                        <a:pt x="24" y="9"/>
                      </a:lnTo>
                      <a:lnTo>
                        <a:pt x="26" y="9"/>
                      </a:lnTo>
                      <a:lnTo>
                        <a:pt x="26" y="11"/>
                      </a:lnTo>
                      <a:lnTo>
                        <a:pt x="28" y="11"/>
                      </a:lnTo>
                      <a:lnTo>
                        <a:pt x="28" y="13"/>
                      </a:lnTo>
                      <a:lnTo>
                        <a:pt x="30" y="13"/>
                      </a:lnTo>
                      <a:lnTo>
                        <a:pt x="30" y="14"/>
                      </a:lnTo>
                      <a:lnTo>
                        <a:pt x="31" y="14"/>
                      </a:lnTo>
                      <a:lnTo>
                        <a:pt x="31" y="13"/>
                      </a:lnTo>
                      <a:lnTo>
                        <a:pt x="33" y="13"/>
                      </a:lnTo>
                      <a:lnTo>
                        <a:pt x="33" y="14"/>
                      </a:lnTo>
                      <a:lnTo>
                        <a:pt x="35" y="14"/>
                      </a:lnTo>
                      <a:lnTo>
                        <a:pt x="37" y="14"/>
                      </a:lnTo>
                      <a:lnTo>
                        <a:pt x="37" y="13"/>
                      </a:lnTo>
                      <a:lnTo>
                        <a:pt x="37" y="14"/>
                      </a:lnTo>
                      <a:lnTo>
                        <a:pt x="39" y="14"/>
                      </a:lnTo>
                      <a:lnTo>
                        <a:pt x="39" y="13"/>
                      </a:lnTo>
                      <a:lnTo>
                        <a:pt x="37" y="13"/>
                      </a:lnTo>
                      <a:lnTo>
                        <a:pt x="39" y="13"/>
                      </a:lnTo>
                      <a:lnTo>
                        <a:pt x="37" y="13"/>
                      </a:lnTo>
                      <a:lnTo>
                        <a:pt x="37" y="11"/>
                      </a:lnTo>
                      <a:lnTo>
                        <a:pt x="37" y="13"/>
                      </a:lnTo>
                      <a:lnTo>
                        <a:pt x="35" y="13"/>
                      </a:lnTo>
                      <a:lnTo>
                        <a:pt x="35" y="11"/>
                      </a:lnTo>
                      <a:lnTo>
                        <a:pt x="37" y="11"/>
                      </a:lnTo>
                      <a:lnTo>
                        <a:pt x="35" y="11"/>
                      </a:lnTo>
                      <a:lnTo>
                        <a:pt x="35" y="9"/>
                      </a:lnTo>
                      <a:lnTo>
                        <a:pt x="33" y="9"/>
                      </a:lnTo>
                      <a:lnTo>
                        <a:pt x="33" y="7"/>
                      </a:lnTo>
                      <a:lnTo>
                        <a:pt x="35" y="7"/>
                      </a:lnTo>
                      <a:lnTo>
                        <a:pt x="37" y="7"/>
                      </a:lnTo>
                      <a:lnTo>
                        <a:pt x="37" y="9"/>
                      </a:lnTo>
                      <a:lnTo>
                        <a:pt x="39" y="9"/>
                      </a:lnTo>
                      <a:lnTo>
                        <a:pt x="41" y="9"/>
                      </a:lnTo>
                      <a:lnTo>
                        <a:pt x="41" y="11"/>
                      </a:lnTo>
                      <a:lnTo>
                        <a:pt x="39" y="11"/>
                      </a:lnTo>
                      <a:lnTo>
                        <a:pt x="41" y="11"/>
                      </a:lnTo>
                      <a:lnTo>
                        <a:pt x="41" y="13"/>
                      </a:lnTo>
                      <a:lnTo>
                        <a:pt x="41" y="11"/>
                      </a:lnTo>
                      <a:lnTo>
                        <a:pt x="39" y="11"/>
                      </a:lnTo>
                      <a:lnTo>
                        <a:pt x="41" y="13"/>
                      </a:lnTo>
                      <a:lnTo>
                        <a:pt x="41" y="14"/>
                      </a:lnTo>
                      <a:lnTo>
                        <a:pt x="41" y="16"/>
                      </a:lnTo>
                      <a:lnTo>
                        <a:pt x="42" y="16"/>
                      </a:lnTo>
                      <a:lnTo>
                        <a:pt x="42" y="18"/>
                      </a:lnTo>
                      <a:lnTo>
                        <a:pt x="44" y="18"/>
                      </a:lnTo>
                      <a:lnTo>
                        <a:pt x="44" y="20"/>
                      </a:lnTo>
                      <a:lnTo>
                        <a:pt x="46" y="20"/>
                      </a:lnTo>
                      <a:lnTo>
                        <a:pt x="46" y="22"/>
                      </a:lnTo>
                      <a:lnTo>
                        <a:pt x="48" y="22"/>
                      </a:lnTo>
                      <a:lnTo>
                        <a:pt x="50" y="22"/>
                      </a:lnTo>
                      <a:lnTo>
                        <a:pt x="51" y="22"/>
                      </a:lnTo>
                      <a:lnTo>
                        <a:pt x="53" y="24"/>
                      </a:lnTo>
                      <a:lnTo>
                        <a:pt x="53" y="22"/>
                      </a:lnTo>
                      <a:lnTo>
                        <a:pt x="55" y="24"/>
                      </a:lnTo>
                      <a:lnTo>
                        <a:pt x="55" y="22"/>
                      </a:lnTo>
                      <a:lnTo>
                        <a:pt x="55" y="24"/>
                      </a:lnTo>
                      <a:lnTo>
                        <a:pt x="57" y="24"/>
                      </a:lnTo>
                      <a:lnTo>
                        <a:pt x="57" y="22"/>
                      </a:lnTo>
                      <a:lnTo>
                        <a:pt x="59" y="20"/>
                      </a:lnTo>
                      <a:lnTo>
                        <a:pt x="57" y="20"/>
                      </a:lnTo>
                      <a:lnTo>
                        <a:pt x="59" y="20"/>
                      </a:lnTo>
                      <a:lnTo>
                        <a:pt x="59" y="22"/>
                      </a:lnTo>
                      <a:lnTo>
                        <a:pt x="59" y="20"/>
                      </a:lnTo>
                      <a:lnTo>
                        <a:pt x="59" y="18"/>
                      </a:lnTo>
                      <a:lnTo>
                        <a:pt x="59" y="20"/>
                      </a:lnTo>
                      <a:lnTo>
                        <a:pt x="57" y="20"/>
                      </a:lnTo>
                      <a:lnTo>
                        <a:pt x="57" y="18"/>
                      </a:lnTo>
                      <a:lnTo>
                        <a:pt x="59" y="18"/>
                      </a:lnTo>
                      <a:lnTo>
                        <a:pt x="57" y="18"/>
                      </a:lnTo>
                      <a:lnTo>
                        <a:pt x="57" y="16"/>
                      </a:lnTo>
                      <a:lnTo>
                        <a:pt x="59" y="16"/>
                      </a:lnTo>
                      <a:lnTo>
                        <a:pt x="57" y="16"/>
                      </a:lnTo>
                      <a:lnTo>
                        <a:pt x="59" y="16"/>
                      </a:lnTo>
                      <a:lnTo>
                        <a:pt x="59" y="14"/>
                      </a:lnTo>
                      <a:lnTo>
                        <a:pt x="61" y="14"/>
                      </a:lnTo>
                      <a:lnTo>
                        <a:pt x="61" y="16"/>
                      </a:lnTo>
                      <a:lnTo>
                        <a:pt x="62" y="16"/>
                      </a:lnTo>
                      <a:lnTo>
                        <a:pt x="62" y="18"/>
                      </a:lnTo>
                      <a:lnTo>
                        <a:pt x="64" y="18"/>
                      </a:lnTo>
                      <a:lnTo>
                        <a:pt x="62" y="18"/>
                      </a:lnTo>
                      <a:lnTo>
                        <a:pt x="64" y="18"/>
                      </a:lnTo>
                      <a:lnTo>
                        <a:pt x="64" y="20"/>
                      </a:lnTo>
                      <a:lnTo>
                        <a:pt x="64" y="22"/>
                      </a:lnTo>
                      <a:lnTo>
                        <a:pt x="66" y="22"/>
                      </a:lnTo>
                      <a:lnTo>
                        <a:pt x="64" y="22"/>
                      </a:lnTo>
                      <a:lnTo>
                        <a:pt x="66" y="22"/>
                      </a:lnTo>
                      <a:lnTo>
                        <a:pt x="66" y="24"/>
                      </a:lnTo>
                      <a:lnTo>
                        <a:pt x="68" y="24"/>
                      </a:lnTo>
                      <a:lnTo>
                        <a:pt x="66" y="24"/>
                      </a:lnTo>
                      <a:lnTo>
                        <a:pt x="66" y="25"/>
                      </a:lnTo>
                      <a:lnTo>
                        <a:pt x="68" y="25"/>
                      </a:lnTo>
                      <a:lnTo>
                        <a:pt x="66" y="25"/>
                      </a:lnTo>
                      <a:lnTo>
                        <a:pt x="66" y="27"/>
                      </a:lnTo>
                      <a:lnTo>
                        <a:pt x="66" y="29"/>
                      </a:lnTo>
                      <a:lnTo>
                        <a:pt x="66" y="31"/>
                      </a:lnTo>
                      <a:lnTo>
                        <a:pt x="66" y="33"/>
                      </a:lnTo>
                      <a:lnTo>
                        <a:pt x="66" y="35"/>
                      </a:lnTo>
                      <a:lnTo>
                        <a:pt x="68" y="35"/>
                      </a:lnTo>
                      <a:lnTo>
                        <a:pt x="68" y="36"/>
                      </a:lnTo>
                      <a:lnTo>
                        <a:pt x="66" y="36"/>
                      </a:lnTo>
                      <a:lnTo>
                        <a:pt x="66" y="38"/>
                      </a:lnTo>
                      <a:lnTo>
                        <a:pt x="68" y="38"/>
                      </a:lnTo>
                      <a:lnTo>
                        <a:pt x="66" y="38"/>
                      </a:lnTo>
                      <a:lnTo>
                        <a:pt x="68" y="38"/>
                      </a:lnTo>
                      <a:lnTo>
                        <a:pt x="66" y="38"/>
                      </a:lnTo>
                      <a:lnTo>
                        <a:pt x="66" y="40"/>
                      </a:lnTo>
                      <a:lnTo>
                        <a:pt x="66" y="38"/>
                      </a:lnTo>
                      <a:lnTo>
                        <a:pt x="66" y="40"/>
                      </a:lnTo>
                      <a:lnTo>
                        <a:pt x="66" y="42"/>
                      </a:lnTo>
                      <a:lnTo>
                        <a:pt x="66" y="40"/>
                      </a:lnTo>
                      <a:lnTo>
                        <a:pt x="66" y="42"/>
                      </a:lnTo>
                      <a:lnTo>
                        <a:pt x="66" y="44"/>
                      </a:lnTo>
                      <a:lnTo>
                        <a:pt x="66" y="46"/>
                      </a:lnTo>
                      <a:lnTo>
                        <a:pt x="66" y="47"/>
                      </a:lnTo>
                      <a:lnTo>
                        <a:pt x="68" y="49"/>
                      </a:lnTo>
                      <a:lnTo>
                        <a:pt x="68" y="47"/>
                      </a:lnTo>
                      <a:lnTo>
                        <a:pt x="70" y="47"/>
                      </a:lnTo>
                      <a:lnTo>
                        <a:pt x="72" y="47"/>
                      </a:lnTo>
                      <a:lnTo>
                        <a:pt x="72" y="49"/>
                      </a:lnTo>
                      <a:lnTo>
                        <a:pt x="73" y="49"/>
                      </a:lnTo>
                      <a:lnTo>
                        <a:pt x="75" y="49"/>
                      </a:lnTo>
                      <a:lnTo>
                        <a:pt x="75" y="51"/>
                      </a:lnTo>
                      <a:lnTo>
                        <a:pt x="77" y="51"/>
                      </a:lnTo>
                      <a:lnTo>
                        <a:pt x="79" y="51"/>
                      </a:lnTo>
                      <a:lnTo>
                        <a:pt x="81" y="51"/>
                      </a:lnTo>
                      <a:lnTo>
                        <a:pt x="82" y="51"/>
                      </a:lnTo>
                      <a:lnTo>
                        <a:pt x="84" y="51"/>
                      </a:lnTo>
                      <a:lnTo>
                        <a:pt x="84" y="53"/>
                      </a:lnTo>
                      <a:lnTo>
                        <a:pt x="86" y="53"/>
                      </a:lnTo>
                      <a:lnTo>
                        <a:pt x="88" y="53"/>
                      </a:lnTo>
                      <a:lnTo>
                        <a:pt x="90" y="53"/>
                      </a:lnTo>
                      <a:lnTo>
                        <a:pt x="92" y="53"/>
                      </a:lnTo>
                      <a:lnTo>
                        <a:pt x="93" y="53"/>
                      </a:lnTo>
                      <a:lnTo>
                        <a:pt x="95" y="53"/>
                      </a:lnTo>
                      <a:lnTo>
                        <a:pt x="95" y="51"/>
                      </a:lnTo>
                      <a:lnTo>
                        <a:pt x="95" y="53"/>
                      </a:lnTo>
                      <a:lnTo>
                        <a:pt x="97" y="53"/>
                      </a:lnTo>
                      <a:lnTo>
                        <a:pt x="99" y="53"/>
                      </a:lnTo>
                      <a:lnTo>
                        <a:pt x="101" y="53"/>
                      </a:lnTo>
                      <a:lnTo>
                        <a:pt x="103" y="53"/>
                      </a:lnTo>
                      <a:lnTo>
                        <a:pt x="104" y="53"/>
                      </a:lnTo>
                      <a:lnTo>
                        <a:pt x="106" y="53"/>
                      </a:lnTo>
                      <a:lnTo>
                        <a:pt x="108" y="53"/>
                      </a:lnTo>
                      <a:lnTo>
                        <a:pt x="110" y="51"/>
                      </a:lnTo>
                      <a:lnTo>
                        <a:pt x="112" y="51"/>
                      </a:lnTo>
                      <a:lnTo>
                        <a:pt x="114" y="51"/>
                      </a:lnTo>
                      <a:lnTo>
                        <a:pt x="115" y="51"/>
                      </a:lnTo>
                      <a:lnTo>
                        <a:pt x="117" y="51"/>
                      </a:lnTo>
                      <a:lnTo>
                        <a:pt x="117" y="53"/>
                      </a:lnTo>
                      <a:lnTo>
                        <a:pt x="119" y="53"/>
                      </a:lnTo>
                      <a:lnTo>
                        <a:pt x="121" y="53"/>
                      </a:lnTo>
                      <a:lnTo>
                        <a:pt x="123" y="53"/>
                      </a:lnTo>
                      <a:lnTo>
                        <a:pt x="124" y="53"/>
                      </a:lnTo>
                      <a:lnTo>
                        <a:pt x="124" y="55"/>
                      </a:lnTo>
                      <a:lnTo>
                        <a:pt x="124" y="53"/>
                      </a:lnTo>
                      <a:lnTo>
                        <a:pt x="126" y="55"/>
                      </a:lnTo>
                      <a:lnTo>
                        <a:pt x="126" y="53"/>
                      </a:lnTo>
                      <a:lnTo>
                        <a:pt x="128" y="53"/>
                      </a:lnTo>
                      <a:lnTo>
                        <a:pt x="130" y="53"/>
                      </a:lnTo>
                      <a:lnTo>
                        <a:pt x="130" y="55"/>
                      </a:lnTo>
                      <a:lnTo>
                        <a:pt x="132" y="55"/>
                      </a:lnTo>
                      <a:lnTo>
                        <a:pt x="132" y="53"/>
                      </a:lnTo>
                      <a:lnTo>
                        <a:pt x="134" y="53"/>
                      </a:lnTo>
                      <a:lnTo>
                        <a:pt x="135" y="53"/>
                      </a:lnTo>
                      <a:lnTo>
                        <a:pt x="137" y="53"/>
                      </a:lnTo>
                      <a:lnTo>
                        <a:pt x="139" y="53"/>
                      </a:lnTo>
                      <a:lnTo>
                        <a:pt x="141" y="53"/>
                      </a:lnTo>
                      <a:lnTo>
                        <a:pt x="143" y="53"/>
                      </a:lnTo>
                      <a:lnTo>
                        <a:pt x="143" y="51"/>
                      </a:lnTo>
                      <a:lnTo>
                        <a:pt x="145" y="51"/>
                      </a:lnTo>
                      <a:lnTo>
                        <a:pt x="145" y="53"/>
                      </a:lnTo>
                      <a:lnTo>
                        <a:pt x="146" y="53"/>
                      </a:lnTo>
                      <a:lnTo>
                        <a:pt x="148" y="53"/>
                      </a:lnTo>
                      <a:lnTo>
                        <a:pt x="148" y="55"/>
                      </a:lnTo>
                      <a:lnTo>
                        <a:pt x="150" y="53"/>
                      </a:lnTo>
                      <a:lnTo>
                        <a:pt x="150" y="55"/>
                      </a:lnTo>
                      <a:lnTo>
                        <a:pt x="152" y="55"/>
                      </a:lnTo>
                      <a:lnTo>
                        <a:pt x="150" y="55"/>
                      </a:lnTo>
                      <a:lnTo>
                        <a:pt x="152" y="55"/>
                      </a:lnTo>
                      <a:lnTo>
                        <a:pt x="154" y="56"/>
                      </a:lnTo>
                      <a:lnTo>
                        <a:pt x="155" y="56"/>
                      </a:lnTo>
                      <a:lnTo>
                        <a:pt x="157" y="56"/>
                      </a:lnTo>
                      <a:lnTo>
                        <a:pt x="157" y="58"/>
                      </a:lnTo>
                      <a:lnTo>
                        <a:pt x="157" y="56"/>
                      </a:lnTo>
                      <a:lnTo>
                        <a:pt x="157" y="58"/>
                      </a:lnTo>
                      <a:lnTo>
                        <a:pt x="159" y="58"/>
                      </a:lnTo>
                      <a:lnTo>
                        <a:pt x="159" y="60"/>
                      </a:lnTo>
                      <a:lnTo>
                        <a:pt x="161" y="60"/>
                      </a:lnTo>
                      <a:lnTo>
                        <a:pt x="159" y="60"/>
                      </a:lnTo>
                      <a:lnTo>
                        <a:pt x="161" y="60"/>
                      </a:lnTo>
                      <a:lnTo>
                        <a:pt x="161" y="62"/>
                      </a:lnTo>
                      <a:lnTo>
                        <a:pt x="161" y="64"/>
                      </a:lnTo>
                      <a:lnTo>
                        <a:pt x="159" y="64"/>
                      </a:lnTo>
                      <a:lnTo>
                        <a:pt x="157" y="64"/>
                      </a:lnTo>
                      <a:lnTo>
                        <a:pt x="155" y="64"/>
                      </a:lnTo>
                      <a:lnTo>
                        <a:pt x="154" y="64"/>
                      </a:lnTo>
                      <a:lnTo>
                        <a:pt x="154" y="66"/>
                      </a:lnTo>
                      <a:lnTo>
                        <a:pt x="154" y="67"/>
                      </a:lnTo>
                      <a:lnTo>
                        <a:pt x="152" y="67"/>
                      </a:lnTo>
                      <a:lnTo>
                        <a:pt x="154" y="67"/>
                      </a:lnTo>
                      <a:lnTo>
                        <a:pt x="152" y="69"/>
                      </a:lnTo>
                      <a:lnTo>
                        <a:pt x="152" y="71"/>
                      </a:lnTo>
                      <a:lnTo>
                        <a:pt x="152" y="73"/>
                      </a:lnTo>
                      <a:lnTo>
                        <a:pt x="154" y="77"/>
                      </a:lnTo>
                      <a:lnTo>
                        <a:pt x="152" y="77"/>
                      </a:lnTo>
                      <a:lnTo>
                        <a:pt x="150" y="77"/>
                      </a:lnTo>
                      <a:lnTo>
                        <a:pt x="150" y="78"/>
                      </a:lnTo>
                      <a:lnTo>
                        <a:pt x="150" y="80"/>
                      </a:lnTo>
                      <a:lnTo>
                        <a:pt x="148" y="78"/>
                      </a:lnTo>
                      <a:lnTo>
                        <a:pt x="148" y="80"/>
                      </a:lnTo>
                      <a:lnTo>
                        <a:pt x="146" y="80"/>
                      </a:lnTo>
                      <a:lnTo>
                        <a:pt x="146" y="82"/>
                      </a:lnTo>
                      <a:lnTo>
                        <a:pt x="146" y="80"/>
                      </a:lnTo>
                      <a:lnTo>
                        <a:pt x="145" y="80"/>
                      </a:lnTo>
                      <a:lnTo>
                        <a:pt x="143" y="80"/>
                      </a:lnTo>
                      <a:lnTo>
                        <a:pt x="143" y="82"/>
                      </a:lnTo>
                      <a:lnTo>
                        <a:pt x="143" y="84"/>
                      </a:lnTo>
                      <a:lnTo>
                        <a:pt x="143" y="82"/>
                      </a:lnTo>
                      <a:lnTo>
                        <a:pt x="141" y="82"/>
                      </a:lnTo>
                      <a:lnTo>
                        <a:pt x="141" y="84"/>
                      </a:lnTo>
                      <a:lnTo>
                        <a:pt x="141" y="86"/>
                      </a:lnTo>
                      <a:lnTo>
                        <a:pt x="141" y="88"/>
                      </a:lnTo>
                      <a:lnTo>
                        <a:pt x="141" y="89"/>
                      </a:lnTo>
                      <a:lnTo>
                        <a:pt x="139" y="89"/>
                      </a:lnTo>
                      <a:lnTo>
                        <a:pt x="139" y="88"/>
                      </a:lnTo>
                      <a:lnTo>
                        <a:pt x="137" y="88"/>
                      </a:lnTo>
                      <a:lnTo>
                        <a:pt x="139" y="88"/>
                      </a:lnTo>
                      <a:lnTo>
                        <a:pt x="137" y="86"/>
                      </a:lnTo>
                      <a:lnTo>
                        <a:pt x="137" y="88"/>
                      </a:lnTo>
                      <a:lnTo>
                        <a:pt x="135" y="86"/>
                      </a:lnTo>
                      <a:lnTo>
                        <a:pt x="134" y="86"/>
                      </a:lnTo>
                      <a:lnTo>
                        <a:pt x="135" y="89"/>
                      </a:lnTo>
                      <a:lnTo>
                        <a:pt x="134" y="89"/>
                      </a:lnTo>
                      <a:lnTo>
                        <a:pt x="132" y="89"/>
                      </a:lnTo>
                      <a:lnTo>
                        <a:pt x="132" y="88"/>
                      </a:lnTo>
                      <a:lnTo>
                        <a:pt x="132" y="86"/>
                      </a:lnTo>
                      <a:lnTo>
                        <a:pt x="130" y="88"/>
                      </a:lnTo>
                      <a:lnTo>
                        <a:pt x="132" y="88"/>
                      </a:lnTo>
                      <a:lnTo>
                        <a:pt x="130" y="88"/>
                      </a:lnTo>
                      <a:lnTo>
                        <a:pt x="130" y="89"/>
                      </a:lnTo>
                      <a:lnTo>
                        <a:pt x="130" y="91"/>
                      </a:lnTo>
                      <a:lnTo>
                        <a:pt x="128" y="91"/>
                      </a:lnTo>
                      <a:lnTo>
                        <a:pt x="126" y="91"/>
                      </a:lnTo>
                      <a:lnTo>
                        <a:pt x="124" y="91"/>
                      </a:lnTo>
                      <a:lnTo>
                        <a:pt x="123" y="91"/>
                      </a:lnTo>
                      <a:lnTo>
                        <a:pt x="121" y="91"/>
                      </a:lnTo>
                      <a:lnTo>
                        <a:pt x="123" y="93"/>
                      </a:lnTo>
                      <a:lnTo>
                        <a:pt x="121" y="95"/>
                      </a:lnTo>
                      <a:lnTo>
                        <a:pt x="119" y="95"/>
                      </a:lnTo>
                      <a:lnTo>
                        <a:pt x="117" y="95"/>
                      </a:lnTo>
                      <a:lnTo>
                        <a:pt x="117" y="97"/>
                      </a:lnTo>
                      <a:lnTo>
                        <a:pt x="115" y="97"/>
                      </a:lnTo>
                      <a:lnTo>
                        <a:pt x="117" y="97"/>
                      </a:lnTo>
                      <a:lnTo>
                        <a:pt x="117" y="99"/>
                      </a:lnTo>
                      <a:lnTo>
                        <a:pt x="115" y="99"/>
                      </a:lnTo>
                      <a:lnTo>
                        <a:pt x="117" y="100"/>
                      </a:lnTo>
                      <a:lnTo>
                        <a:pt x="115" y="102"/>
                      </a:lnTo>
                      <a:lnTo>
                        <a:pt x="115" y="104"/>
                      </a:lnTo>
                      <a:lnTo>
                        <a:pt x="114" y="104"/>
                      </a:lnTo>
                      <a:lnTo>
                        <a:pt x="114" y="106"/>
                      </a:lnTo>
                      <a:lnTo>
                        <a:pt x="115" y="106"/>
                      </a:lnTo>
                      <a:lnTo>
                        <a:pt x="115" y="108"/>
                      </a:lnTo>
                      <a:lnTo>
                        <a:pt x="114" y="108"/>
                      </a:lnTo>
                      <a:lnTo>
                        <a:pt x="114" y="106"/>
                      </a:lnTo>
                      <a:lnTo>
                        <a:pt x="114" y="108"/>
                      </a:lnTo>
                      <a:lnTo>
                        <a:pt x="114" y="110"/>
                      </a:lnTo>
                      <a:lnTo>
                        <a:pt x="115" y="110"/>
                      </a:lnTo>
                      <a:lnTo>
                        <a:pt x="115" y="111"/>
                      </a:lnTo>
                      <a:lnTo>
                        <a:pt x="115" y="113"/>
                      </a:lnTo>
                      <a:lnTo>
                        <a:pt x="117" y="111"/>
                      </a:lnTo>
                      <a:lnTo>
                        <a:pt x="117" y="113"/>
                      </a:lnTo>
                      <a:lnTo>
                        <a:pt x="115" y="113"/>
                      </a:lnTo>
                      <a:lnTo>
                        <a:pt x="117" y="113"/>
                      </a:lnTo>
                      <a:lnTo>
                        <a:pt x="117" y="115"/>
                      </a:lnTo>
                      <a:lnTo>
                        <a:pt x="117" y="117"/>
                      </a:lnTo>
                      <a:lnTo>
                        <a:pt x="119" y="117"/>
                      </a:lnTo>
                      <a:lnTo>
                        <a:pt x="119" y="119"/>
                      </a:lnTo>
                      <a:lnTo>
                        <a:pt x="119" y="117"/>
                      </a:lnTo>
                      <a:lnTo>
                        <a:pt x="119" y="119"/>
                      </a:lnTo>
                      <a:lnTo>
                        <a:pt x="119" y="120"/>
                      </a:lnTo>
                      <a:lnTo>
                        <a:pt x="119" y="122"/>
                      </a:lnTo>
                      <a:lnTo>
                        <a:pt x="119" y="124"/>
                      </a:lnTo>
                      <a:lnTo>
                        <a:pt x="119" y="126"/>
                      </a:lnTo>
                      <a:lnTo>
                        <a:pt x="121" y="126"/>
                      </a:lnTo>
                      <a:lnTo>
                        <a:pt x="121" y="128"/>
                      </a:lnTo>
                      <a:lnTo>
                        <a:pt x="123" y="128"/>
                      </a:lnTo>
                      <a:lnTo>
                        <a:pt x="123" y="126"/>
                      </a:lnTo>
                      <a:lnTo>
                        <a:pt x="121" y="126"/>
                      </a:lnTo>
                      <a:lnTo>
                        <a:pt x="121" y="124"/>
                      </a:lnTo>
                      <a:lnTo>
                        <a:pt x="121" y="122"/>
                      </a:lnTo>
                      <a:lnTo>
                        <a:pt x="123" y="122"/>
                      </a:lnTo>
                      <a:lnTo>
                        <a:pt x="123" y="120"/>
                      </a:lnTo>
                      <a:lnTo>
                        <a:pt x="124" y="120"/>
                      </a:lnTo>
                      <a:lnTo>
                        <a:pt x="124" y="122"/>
                      </a:lnTo>
                      <a:lnTo>
                        <a:pt x="124" y="120"/>
                      </a:lnTo>
                      <a:lnTo>
                        <a:pt x="124" y="122"/>
                      </a:lnTo>
                      <a:lnTo>
                        <a:pt x="124" y="124"/>
                      </a:lnTo>
                      <a:lnTo>
                        <a:pt x="126" y="124"/>
                      </a:lnTo>
                      <a:lnTo>
                        <a:pt x="124" y="124"/>
                      </a:lnTo>
                      <a:lnTo>
                        <a:pt x="126" y="124"/>
                      </a:lnTo>
                      <a:lnTo>
                        <a:pt x="124" y="124"/>
                      </a:lnTo>
                      <a:lnTo>
                        <a:pt x="126" y="124"/>
                      </a:lnTo>
                      <a:lnTo>
                        <a:pt x="126" y="126"/>
                      </a:lnTo>
                      <a:lnTo>
                        <a:pt x="126" y="128"/>
                      </a:lnTo>
                      <a:lnTo>
                        <a:pt x="126" y="130"/>
                      </a:lnTo>
                      <a:lnTo>
                        <a:pt x="128" y="130"/>
                      </a:lnTo>
                      <a:lnTo>
                        <a:pt x="128" y="131"/>
                      </a:lnTo>
                      <a:lnTo>
                        <a:pt x="130" y="131"/>
                      </a:lnTo>
                      <a:lnTo>
                        <a:pt x="130" y="133"/>
                      </a:lnTo>
                      <a:lnTo>
                        <a:pt x="130" y="131"/>
                      </a:lnTo>
                      <a:lnTo>
                        <a:pt x="132" y="131"/>
                      </a:lnTo>
                      <a:lnTo>
                        <a:pt x="134" y="131"/>
                      </a:lnTo>
                      <a:lnTo>
                        <a:pt x="134" y="130"/>
                      </a:lnTo>
                      <a:lnTo>
                        <a:pt x="135" y="130"/>
                      </a:lnTo>
                      <a:lnTo>
                        <a:pt x="135" y="128"/>
                      </a:lnTo>
                      <a:lnTo>
                        <a:pt x="137" y="128"/>
                      </a:lnTo>
                      <a:lnTo>
                        <a:pt x="137" y="126"/>
                      </a:lnTo>
                      <a:lnTo>
                        <a:pt x="137" y="124"/>
                      </a:lnTo>
                      <a:lnTo>
                        <a:pt x="135" y="124"/>
                      </a:lnTo>
                      <a:lnTo>
                        <a:pt x="135" y="122"/>
                      </a:lnTo>
                      <a:lnTo>
                        <a:pt x="135" y="120"/>
                      </a:lnTo>
                      <a:lnTo>
                        <a:pt x="135" y="119"/>
                      </a:lnTo>
                      <a:lnTo>
                        <a:pt x="137" y="119"/>
                      </a:lnTo>
                      <a:lnTo>
                        <a:pt x="137" y="117"/>
                      </a:lnTo>
                      <a:lnTo>
                        <a:pt x="137" y="115"/>
                      </a:lnTo>
                      <a:lnTo>
                        <a:pt x="139" y="115"/>
                      </a:lnTo>
                      <a:lnTo>
                        <a:pt x="141" y="115"/>
                      </a:lnTo>
                      <a:lnTo>
                        <a:pt x="141" y="113"/>
                      </a:lnTo>
                      <a:lnTo>
                        <a:pt x="143" y="113"/>
                      </a:lnTo>
                      <a:lnTo>
                        <a:pt x="143" y="111"/>
                      </a:lnTo>
                      <a:lnTo>
                        <a:pt x="141" y="108"/>
                      </a:lnTo>
                      <a:lnTo>
                        <a:pt x="141" y="106"/>
                      </a:lnTo>
                      <a:lnTo>
                        <a:pt x="141" y="104"/>
                      </a:lnTo>
                      <a:lnTo>
                        <a:pt x="143" y="104"/>
                      </a:lnTo>
                      <a:lnTo>
                        <a:pt x="143" y="106"/>
                      </a:lnTo>
                      <a:lnTo>
                        <a:pt x="145" y="106"/>
                      </a:lnTo>
                      <a:lnTo>
                        <a:pt x="145" y="108"/>
                      </a:lnTo>
                      <a:lnTo>
                        <a:pt x="146" y="108"/>
                      </a:lnTo>
                      <a:lnTo>
                        <a:pt x="146" y="106"/>
                      </a:lnTo>
                      <a:lnTo>
                        <a:pt x="148" y="106"/>
                      </a:lnTo>
                      <a:lnTo>
                        <a:pt x="148" y="104"/>
                      </a:lnTo>
                      <a:lnTo>
                        <a:pt x="150" y="104"/>
                      </a:lnTo>
                      <a:lnTo>
                        <a:pt x="150" y="106"/>
                      </a:lnTo>
                      <a:lnTo>
                        <a:pt x="152" y="106"/>
                      </a:lnTo>
                      <a:lnTo>
                        <a:pt x="150" y="106"/>
                      </a:lnTo>
                      <a:lnTo>
                        <a:pt x="152" y="106"/>
                      </a:lnTo>
                      <a:lnTo>
                        <a:pt x="152" y="108"/>
                      </a:lnTo>
                      <a:lnTo>
                        <a:pt x="152" y="106"/>
                      </a:lnTo>
                      <a:lnTo>
                        <a:pt x="152" y="104"/>
                      </a:lnTo>
                      <a:lnTo>
                        <a:pt x="154" y="104"/>
                      </a:lnTo>
                      <a:lnTo>
                        <a:pt x="154" y="106"/>
                      </a:lnTo>
                      <a:lnTo>
                        <a:pt x="154" y="108"/>
                      </a:lnTo>
                      <a:lnTo>
                        <a:pt x="154" y="110"/>
                      </a:lnTo>
                      <a:lnTo>
                        <a:pt x="155" y="110"/>
                      </a:lnTo>
                      <a:lnTo>
                        <a:pt x="155" y="111"/>
                      </a:lnTo>
                      <a:lnTo>
                        <a:pt x="154" y="110"/>
                      </a:lnTo>
                      <a:lnTo>
                        <a:pt x="154" y="111"/>
                      </a:lnTo>
                      <a:lnTo>
                        <a:pt x="155" y="111"/>
                      </a:lnTo>
                      <a:lnTo>
                        <a:pt x="155" y="113"/>
                      </a:lnTo>
                      <a:lnTo>
                        <a:pt x="155" y="115"/>
                      </a:lnTo>
                      <a:lnTo>
                        <a:pt x="155" y="117"/>
                      </a:lnTo>
                      <a:lnTo>
                        <a:pt x="155" y="115"/>
                      </a:lnTo>
                      <a:lnTo>
                        <a:pt x="155" y="117"/>
                      </a:lnTo>
                      <a:lnTo>
                        <a:pt x="157" y="117"/>
                      </a:lnTo>
                      <a:lnTo>
                        <a:pt x="155" y="117"/>
                      </a:lnTo>
                      <a:lnTo>
                        <a:pt x="157" y="117"/>
                      </a:lnTo>
                      <a:lnTo>
                        <a:pt x="157" y="119"/>
                      </a:lnTo>
                      <a:lnTo>
                        <a:pt x="157" y="120"/>
                      </a:lnTo>
                      <a:lnTo>
                        <a:pt x="155" y="120"/>
                      </a:lnTo>
                      <a:lnTo>
                        <a:pt x="155" y="122"/>
                      </a:lnTo>
                      <a:lnTo>
                        <a:pt x="155" y="124"/>
                      </a:lnTo>
                      <a:lnTo>
                        <a:pt x="157" y="124"/>
                      </a:lnTo>
                      <a:lnTo>
                        <a:pt x="155" y="124"/>
                      </a:lnTo>
                      <a:lnTo>
                        <a:pt x="155" y="126"/>
                      </a:lnTo>
                      <a:lnTo>
                        <a:pt x="157" y="126"/>
                      </a:lnTo>
                      <a:lnTo>
                        <a:pt x="155" y="126"/>
                      </a:lnTo>
                      <a:lnTo>
                        <a:pt x="157" y="126"/>
                      </a:lnTo>
                      <a:lnTo>
                        <a:pt x="157" y="128"/>
                      </a:lnTo>
                      <a:lnTo>
                        <a:pt x="157" y="130"/>
                      </a:lnTo>
                      <a:lnTo>
                        <a:pt x="157" y="131"/>
                      </a:lnTo>
                      <a:lnTo>
                        <a:pt x="157" y="133"/>
                      </a:lnTo>
                      <a:lnTo>
                        <a:pt x="159" y="133"/>
                      </a:lnTo>
                      <a:lnTo>
                        <a:pt x="159" y="135"/>
                      </a:lnTo>
                      <a:lnTo>
                        <a:pt x="159" y="133"/>
                      </a:lnTo>
                      <a:lnTo>
                        <a:pt x="159" y="135"/>
                      </a:lnTo>
                      <a:lnTo>
                        <a:pt x="161" y="135"/>
                      </a:lnTo>
                      <a:lnTo>
                        <a:pt x="159" y="135"/>
                      </a:lnTo>
                      <a:lnTo>
                        <a:pt x="161" y="135"/>
                      </a:lnTo>
                      <a:lnTo>
                        <a:pt x="159" y="135"/>
                      </a:lnTo>
                      <a:lnTo>
                        <a:pt x="159" y="137"/>
                      </a:lnTo>
                      <a:lnTo>
                        <a:pt x="161" y="137"/>
                      </a:lnTo>
                      <a:lnTo>
                        <a:pt x="161" y="139"/>
                      </a:lnTo>
                      <a:lnTo>
                        <a:pt x="161" y="141"/>
                      </a:lnTo>
                      <a:lnTo>
                        <a:pt x="161" y="139"/>
                      </a:lnTo>
                      <a:lnTo>
                        <a:pt x="161" y="141"/>
                      </a:lnTo>
                      <a:lnTo>
                        <a:pt x="163" y="141"/>
                      </a:lnTo>
                      <a:lnTo>
                        <a:pt x="161" y="141"/>
                      </a:lnTo>
                      <a:lnTo>
                        <a:pt x="163" y="141"/>
                      </a:lnTo>
                      <a:lnTo>
                        <a:pt x="163" y="142"/>
                      </a:lnTo>
                      <a:lnTo>
                        <a:pt x="163" y="144"/>
                      </a:lnTo>
                      <a:lnTo>
                        <a:pt x="163" y="146"/>
                      </a:lnTo>
                      <a:lnTo>
                        <a:pt x="163" y="144"/>
                      </a:lnTo>
                      <a:lnTo>
                        <a:pt x="163" y="146"/>
                      </a:lnTo>
                      <a:lnTo>
                        <a:pt x="163" y="148"/>
                      </a:lnTo>
                      <a:lnTo>
                        <a:pt x="163" y="150"/>
                      </a:lnTo>
                      <a:lnTo>
                        <a:pt x="163" y="152"/>
                      </a:lnTo>
                      <a:lnTo>
                        <a:pt x="163" y="153"/>
                      </a:lnTo>
                      <a:lnTo>
                        <a:pt x="165" y="153"/>
                      </a:lnTo>
                      <a:lnTo>
                        <a:pt x="165" y="155"/>
                      </a:lnTo>
                      <a:lnTo>
                        <a:pt x="165" y="157"/>
                      </a:lnTo>
                      <a:lnTo>
                        <a:pt x="165" y="159"/>
                      </a:lnTo>
                      <a:lnTo>
                        <a:pt x="165" y="161"/>
                      </a:lnTo>
                      <a:lnTo>
                        <a:pt x="165" y="163"/>
                      </a:lnTo>
                      <a:lnTo>
                        <a:pt x="165" y="161"/>
                      </a:lnTo>
                      <a:lnTo>
                        <a:pt x="163" y="161"/>
                      </a:lnTo>
                      <a:lnTo>
                        <a:pt x="163" y="163"/>
                      </a:lnTo>
                      <a:lnTo>
                        <a:pt x="165" y="163"/>
                      </a:lnTo>
                      <a:lnTo>
                        <a:pt x="165" y="164"/>
                      </a:lnTo>
                      <a:lnTo>
                        <a:pt x="165" y="166"/>
                      </a:lnTo>
                      <a:lnTo>
                        <a:pt x="165" y="168"/>
                      </a:lnTo>
                      <a:lnTo>
                        <a:pt x="166" y="170"/>
                      </a:lnTo>
                      <a:lnTo>
                        <a:pt x="166" y="172"/>
                      </a:lnTo>
                      <a:lnTo>
                        <a:pt x="165" y="172"/>
                      </a:lnTo>
                      <a:lnTo>
                        <a:pt x="165" y="173"/>
                      </a:lnTo>
                      <a:lnTo>
                        <a:pt x="165" y="175"/>
                      </a:lnTo>
                      <a:lnTo>
                        <a:pt x="165" y="177"/>
                      </a:lnTo>
                      <a:lnTo>
                        <a:pt x="165" y="179"/>
                      </a:lnTo>
                      <a:lnTo>
                        <a:pt x="165" y="181"/>
                      </a:lnTo>
                      <a:lnTo>
                        <a:pt x="165" y="183"/>
                      </a:lnTo>
                      <a:lnTo>
                        <a:pt x="166" y="183"/>
                      </a:lnTo>
                      <a:lnTo>
                        <a:pt x="166" y="184"/>
                      </a:lnTo>
                      <a:lnTo>
                        <a:pt x="166" y="186"/>
                      </a:lnTo>
                      <a:lnTo>
                        <a:pt x="166" y="188"/>
                      </a:lnTo>
                      <a:lnTo>
                        <a:pt x="166" y="190"/>
                      </a:lnTo>
                      <a:lnTo>
                        <a:pt x="168" y="192"/>
                      </a:lnTo>
                      <a:lnTo>
                        <a:pt x="166" y="192"/>
                      </a:lnTo>
                      <a:lnTo>
                        <a:pt x="166" y="194"/>
                      </a:lnTo>
                      <a:lnTo>
                        <a:pt x="165" y="194"/>
                      </a:lnTo>
                      <a:lnTo>
                        <a:pt x="165" y="192"/>
                      </a:lnTo>
                      <a:lnTo>
                        <a:pt x="163" y="188"/>
                      </a:lnTo>
                      <a:lnTo>
                        <a:pt x="161" y="188"/>
                      </a:lnTo>
                      <a:lnTo>
                        <a:pt x="161" y="190"/>
                      </a:lnTo>
                      <a:lnTo>
                        <a:pt x="161" y="188"/>
                      </a:lnTo>
                      <a:lnTo>
                        <a:pt x="159" y="188"/>
                      </a:lnTo>
                      <a:lnTo>
                        <a:pt x="159" y="186"/>
                      </a:lnTo>
                      <a:lnTo>
                        <a:pt x="157" y="186"/>
                      </a:lnTo>
                      <a:lnTo>
                        <a:pt x="157" y="184"/>
                      </a:lnTo>
                      <a:lnTo>
                        <a:pt x="155" y="186"/>
                      </a:lnTo>
                      <a:lnTo>
                        <a:pt x="155" y="184"/>
                      </a:lnTo>
                      <a:lnTo>
                        <a:pt x="155" y="186"/>
                      </a:lnTo>
                      <a:lnTo>
                        <a:pt x="154" y="186"/>
                      </a:lnTo>
                      <a:lnTo>
                        <a:pt x="154" y="188"/>
                      </a:lnTo>
                      <a:lnTo>
                        <a:pt x="152" y="188"/>
                      </a:lnTo>
                      <a:lnTo>
                        <a:pt x="152" y="190"/>
                      </a:lnTo>
                      <a:lnTo>
                        <a:pt x="150" y="190"/>
                      </a:lnTo>
                      <a:lnTo>
                        <a:pt x="150" y="192"/>
                      </a:lnTo>
                      <a:lnTo>
                        <a:pt x="152" y="192"/>
                      </a:lnTo>
                      <a:lnTo>
                        <a:pt x="152" y="194"/>
                      </a:lnTo>
                      <a:lnTo>
                        <a:pt x="150" y="194"/>
                      </a:lnTo>
                      <a:lnTo>
                        <a:pt x="150" y="195"/>
                      </a:lnTo>
                      <a:lnTo>
                        <a:pt x="150" y="197"/>
                      </a:lnTo>
                      <a:lnTo>
                        <a:pt x="152" y="199"/>
                      </a:lnTo>
                      <a:lnTo>
                        <a:pt x="154" y="199"/>
                      </a:lnTo>
                      <a:lnTo>
                        <a:pt x="152" y="201"/>
                      </a:lnTo>
                      <a:lnTo>
                        <a:pt x="152" y="203"/>
                      </a:lnTo>
                      <a:lnTo>
                        <a:pt x="154" y="203"/>
                      </a:lnTo>
                      <a:lnTo>
                        <a:pt x="154" y="205"/>
                      </a:lnTo>
                      <a:lnTo>
                        <a:pt x="154" y="206"/>
                      </a:lnTo>
                      <a:lnTo>
                        <a:pt x="155" y="208"/>
                      </a:lnTo>
                      <a:lnTo>
                        <a:pt x="155" y="210"/>
                      </a:lnTo>
                      <a:lnTo>
                        <a:pt x="155" y="212"/>
                      </a:lnTo>
                      <a:lnTo>
                        <a:pt x="155" y="210"/>
                      </a:lnTo>
                      <a:lnTo>
                        <a:pt x="154" y="210"/>
                      </a:lnTo>
                      <a:lnTo>
                        <a:pt x="154" y="208"/>
                      </a:lnTo>
                      <a:lnTo>
                        <a:pt x="154" y="206"/>
                      </a:lnTo>
                      <a:lnTo>
                        <a:pt x="152" y="206"/>
                      </a:lnTo>
                      <a:lnTo>
                        <a:pt x="152" y="205"/>
                      </a:lnTo>
                      <a:lnTo>
                        <a:pt x="150" y="203"/>
                      </a:lnTo>
                      <a:lnTo>
                        <a:pt x="150" y="201"/>
                      </a:lnTo>
                      <a:lnTo>
                        <a:pt x="148" y="199"/>
                      </a:lnTo>
                      <a:lnTo>
                        <a:pt x="148" y="197"/>
                      </a:lnTo>
                      <a:lnTo>
                        <a:pt x="146" y="197"/>
                      </a:lnTo>
                      <a:lnTo>
                        <a:pt x="146" y="195"/>
                      </a:lnTo>
                      <a:lnTo>
                        <a:pt x="145" y="195"/>
                      </a:lnTo>
                      <a:lnTo>
                        <a:pt x="145" y="194"/>
                      </a:lnTo>
                      <a:lnTo>
                        <a:pt x="145" y="192"/>
                      </a:lnTo>
                      <a:lnTo>
                        <a:pt x="145" y="190"/>
                      </a:lnTo>
                      <a:lnTo>
                        <a:pt x="145" y="188"/>
                      </a:lnTo>
                      <a:lnTo>
                        <a:pt x="143" y="188"/>
                      </a:lnTo>
                      <a:lnTo>
                        <a:pt x="143" y="186"/>
                      </a:lnTo>
                      <a:lnTo>
                        <a:pt x="141" y="186"/>
                      </a:lnTo>
                      <a:lnTo>
                        <a:pt x="141" y="184"/>
                      </a:lnTo>
                      <a:lnTo>
                        <a:pt x="143" y="184"/>
                      </a:lnTo>
                      <a:lnTo>
                        <a:pt x="143" y="186"/>
                      </a:lnTo>
                      <a:lnTo>
                        <a:pt x="143" y="184"/>
                      </a:lnTo>
                      <a:lnTo>
                        <a:pt x="143" y="186"/>
                      </a:lnTo>
                      <a:lnTo>
                        <a:pt x="143" y="184"/>
                      </a:lnTo>
                      <a:lnTo>
                        <a:pt x="143" y="183"/>
                      </a:lnTo>
                      <a:lnTo>
                        <a:pt x="145" y="184"/>
                      </a:lnTo>
                      <a:lnTo>
                        <a:pt x="145" y="183"/>
                      </a:lnTo>
                      <a:lnTo>
                        <a:pt x="143" y="183"/>
                      </a:lnTo>
                      <a:lnTo>
                        <a:pt x="143" y="181"/>
                      </a:lnTo>
                      <a:lnTo>
                        <a:pt x="145" y="181"/>
                      </a:lnTo>
                      <a:lnTo>
                        <a:pt x="145" y="179"/>
                      </a:lnTo>
                      <a:lnTo>
                        <a:pt x="145" y="181"/>
                      </a:lnTo>
                      <a:lnTo>
                        <a:pt x="143" y="179"/>
                      </a:lnTo>
                      <a:lnTo>
                        <a:pt x="145" y="179"/>
                      </a:lnTo>
                      <a:lnTo>
                        <a:pt x="143" y="179"/>
                      </a:lnTo>
                      <a:lnTo>
                        <a:pt x="143" y="177"/>
                      </a:lnTo>
                      <a:lnTo>
                        <a:pt x="141" y="177"/>
                      </a:lnTo>
                      <a:lnTo>
                        <a:pt x="141" y="175"/>
                      </a:lnTo>
                      <a:lnTo>
                        <a:pt x="141" y="173"/>
                      </a:lnTo>
                      <a:lnTo>
                        <a:pt x="143" y="173"/>
                      </a:lnTo>
                      <a:lnTo>
                        <a:pt x="141" y="173"/>
                      </a:lnTo>
                      <a:lnTo>
                        <a:pt x="141" y="175"/>
                      </a:lnTo>
                      <a:lnTo>
                        <a:pt x="141" y="177"/>
                      </a:lnTo>
                      <a:lnTo>
                        <a:pt x="143" y="177"/>
                      </a:lnTo>
                      <a:lnTo>
                        <a:pt x="143" y="179"/>
                      </a:lnTo>
                      <a:lnTo>
                        <a:pt x="143" y="181"/>
                      </a:lnTo>
                      <a:lnTo>
                        <a:pt x="143" y="183"/>
                      </a:lnTo>
                      <a:lnTo>
                        <a:pt x="143" y="184"/>
                      </a:lnTo>
                      <a:lnTo>
                        <a:pt x="141" y="184"/>
                      </a:lnTo>
                      <a:lnTo>
                        <a:pt x="139" y="183"/>
                      </a:lnTo>
                      <a:lnTo>
                        <a:pt x="141" y="184"/>
                      </a:lnTo>
                      <a:lnTo>
                        <a:pt x="139" y="184"/>
                      </a:lnTo>
                      <a:lnTo>
                        <a:pt x="141" y="184"/>
                      </a:lnTo>
                      <a:lnTo>
                        <a:pt x="139" y="184"/>
                      </a:lnTo>
                      <a:lnTo>
                        <a:pt x="141" y="184"/>
                      </a:lnTo>
                      <a:lnTo>
                        <a:pt x="139" y="184"/>
                      </a:lnTo>
                      <a:lnTo>
                        <a:pt x="139" y="183"/>
                      </a:lnTo>
                      <a:lnTo>
                        <a:pt x="139" y="184"/>
                      </a:lnTo>
                      <a:lnTo>
                        <a:pt x="139" y="183"/>
                      </a:lnTo>
                      <a:lnTo>
                        <a:pt x="137" y="183"/>
                      </a:lnTo>
                      <a:lnTo>
                        <a:pt x="139" y="183"/>
                      </a:lnTo>
                      <a:lnTo>
                        <a:pt x="139" y="181"/>
                      </a:lnTo>
                      <a:lnTo>
                        <a:pt x="139" y="179"/>
                      </a:lnTo>
                      <a:lnTo>
                        <a:pt x="139" y="177"/>
                      </a:lnTo>
                      <a:lnTo>
                        <a:pt x="141" y="177"/>
                      </a:lnTo>
                      <a:lnTo>
                        <a:pt x="141" y="175"/>
                      </a:lnTo>
                      <a:lnTo>
                        <a:pt x="141" y="177"/>
                      </a:lnTo>
                      <a:lnTo>
                        <a:pt x="139" y="177"/>
                      </a:lnTo>
                      <a:lnTo>
                        <a:pt x="139" y="179"/>
                      </a:lnTo>
                      <a:lnTo>
                        <a:pt x="139" y="177"/>
                      </a:lnTo>
                      <a:lnTo>
                        <a:pt x="139" y="175"/>
                      </a:lnTo>
                      <a:lnTo>
                        <a:pt x="139" y="173"/>
                      </a:lnTo>
                      <a:lnTo>
                        <a:pt x="141" y="173"/>
                      </a:lnTo>
                      <a:lnTo>
                        <a:pt x="141" y="172"/>
                      </a:lnTo>
                      <a:lnTo>
                        <a:pt x="141" y="170"/>
                      </a:lnTo>
                      <a:lnTo>
                        <a:pt x="141" y="168"/>
                      </a:lnTo>
                      <a:lnTo>
                        <a:pt x="139" y="168"/>
                      </a:lnTo>
                      <a:lnTo>
                        <a:pt x="139" y="166"/>
                      </a:lnTo>
                      <a:lnTo>
                        <a:pt x="139" y="164"/>
                      </a:lnTo>
                      <a:lnTo>
                        <a:pt x="139" y="163"/>
                      </a:lnTo>
                      <a:lnTo>
                        <a:pt x="137" y="161"/>
                      </a:lnTo>
                      <a:lnTo>
                        <a:pt x="139" y="161"/>
                      </a:lnTo>
                      <a:lnTo>
                        <a:pt x="139" y="163"/>
                      </a:lnTo>
                      <a:lnTo>
                        <a:pt x="141" y="163"/>
                      </a:lnTo>
                      <a:lnTo>
                        <a:pt x="141" y="161"/>
                      </a:lnTo>
                      <a:lnTo>
                        <a:pt x="139" y="161"/>
                      </a:lnTo>
                      <a:lnTo>
                        <a:pt x="141" y="161"/>
                      </a:lnTo>
                      <a:lnTo>
                        <a:pt x="141" y="159"/>
                      </a:lnTo>
                      <a:lnTo>
                        <a:pt x="141" y="161"/>
                      </a:lnTo>
                      <a:lnTo>
                        <a:pt x="141" y="159"/>
                      </a:lnTo>
                      <a:lnTo>
                        <a:pt x="141" y="161"/>
                      </a:lnTo>
                      <a:lnTo>
                        <a:pt x="143" y="161"/>
                      </a:lnTo>
                      <a:lnTo>
                        <a:pt x="145" y="161"/>
                      </a:lnTo>
                      <a:lnTo>
                        <a:pt x="143" y="161"/>
                      </a:lnTo>
                      <a:lnTo>
                        <a:pt x="141" y="161"/>
                      </a:lnTo>
                      <a:lnTo>
                        <a:pt x="141" y="159"/>
                      </a:lnTo>
                      <a:lnTo>
                        <a:pt x="141" y="161"/>
                      </a:lnTo>
                      <a:lnTo>
                        <a:pt x="141" y="159"/>
                      </a:lnTo>
                      <a:lnTo>
                        <a:pt x="141" y="161"/>
                      </a:lnTo>
                      <a:lnTo>
                        <a:pt x="139" y="161"/>
                      </a:lnTo>
                      <a:lnTo>
                        <a:pt x="141" y="161"/>
                      </a:lnTo>
                      <a:lnTo>
                        <a:pt x="139" y="163"/>
                      </a:lnTo>
                      <a:lnTo>
                        <a:pt x="139" y="161"/>
                      </a:lnTo>
                      <a:lnTo>
                        <a:pt x="137" y="161"/>
                      </a:lnTo>
                      <a:lnTo>
                        <a:pt x="137" y="163"/>
                      </a:lnTo>
                      <a:lnTo>
                        <a:pt x="139" y="163"/>
                      </a:lnTo>
                      <a:lnTo>
                        <a:pt x="137" y="163"/>
                      </a:lnTo>
                      <a:lnTo>
                        <a:pt x="137" y="161"/>
                      </a:lnTo>
                      <a:lnTo>
                        <a:pt x="137" y="159"/>
                      </a:lnTo>
                      <a:lnTo>
                        <a:pt x="137" y="157"/>
                      </a:lnTo>
                      <a:lnTo>
                        <a:pt x="135" y="155"/>
                      </a:lnTo>
                      <a:lnTo>
                        <a:pt x="137" y="155"/>
                      </a:lnTo>
                      <a:lnTo>
                        <a:pt x="139" y="155"/>
                      </a:lnTo>
                      <a:lnTo>
                        <a:pt x="139" y="153"/>
                      </a:lnTo>
                      <a:lnTo>
                        <a:pt x="139" y="152"/>
                      </a:lnTo>
                      <a:lnTo>
                        <a:pt x="141" y="152"/>
                      </a:lnTo>
                      <a:lnTo>
                        <a:pt x="143" y="152"/>
                      </a:lnTo>
                      <a:lnTo>
                        <a:pt x="145" y="152"/>
                      </a:lnTo>
                      <a:lnTo>
                        <a:pt x="145" y="150"/>
                      </a:lnTo>
                      <a:lnTo>
                        <a:pt x="146" y="150"/>
                      </a:lnTo>
                      <a:lnTo>
                        <a:pt x="148" y="150"/>
                      </a:lnTo>
                      <a:lnTo>
                        <a:pt x="148" y="148"/>
                      </a:lnTo>
                      <a:lnTo>
                        <a:pt x="150" y="148"/>
                      </a:lnTo>
                      <a:lnTo>
                        <a:pt x="152" y="148"/>
                      </a:lnTo>
                      <a:lnTo>
                        <a:pt x="152" y="150"/>
                      </a:lnTo>
                      <a:lnTo>
                        <a:pt x="152" y="148"/>
                      </a:lnTo>
                      <a:lnTo>
                        <a:pt x="152" y="150"/>
                      </a:lnTo>
                      <a:lnTo>
                        <a:pt x="152" y="148"/>
                      </a:lnTo>
                      <a:lnTo>
                        <a:pt x="150" y="148"/>
                      </a:lnTo>
                      <a:lnTo>
                        <a:pt x="148" y="148"/>
                      </a:lnTo>
                      <a:lnTo>
                        <a:pt x="148" y="150"/>
                      </a:lnTo>
                      <a:lnTo>
                        <a:pt x="146" y="150"/>
                      </a:lnTo>
                      <a:lnTo>
                        <a:pt x="145" y="150"/>
                      </a:lnTo>
                      <a:lnTo>
                        <a:pt x="145" y="152"/>
                      </a:lnTo>
                      <a:lnTo>
                        <a:pt x="143" y="152"/>
                      </a:lnTo>
                      <a:lnTo>
                        <a:pt x="141" y="152"/>
                      </a:lnTo>
                      <a:lnTo>
                        <a:pt x="139" y="152"/>
                      </a:lnTo>
                      <a:lnTo>
                        <a:pt x="139" y="153"/>
                      </a:lnTo>
                      <a:lnTo>
                        <a:pt x="139" y="155"/>
                      </a:lnTo>
                      <a:lnTo>
                        <a:pt x="139" y="153"/>
                      </a:lnTo>
                      <a:lnTo>
                        <a:pt x="139" y="155"/>
                      </a:lnTo>
                      <a:lnTo>
                        <a:pt x="137" y="155"/>
                      </a:lnTo>
                      <a:lnTo>
                        <a:pt x="135" y="155"/>
                      </a:lnTo>
                      <a:lnTo>
                        <a:pt x="137" y="157"/>
                      </a:lnTo>
                      <a:lnTo>
                        <a:pt x="135" y="159"/>
                      </a:lnTo>
                      <a:lnTo>
                        <a:pt x="135" y="157"/>
                      </a:lnTo>
                      <a:lnTo>
                        <a:pt x="135" y="155"/>
                      </a:lnTo>
                      <a:lnTo>
                        <a:pt x="135" y="153"/>
                      </a:lnTo>
                      <a:lnTo>
                        <a:pt x="134" y="153"/>
                      </a:lnTo>
                      <a:lnTo>
                        <a:pt x="134" y="152"/>
                      </a:lnTo>
                      <a:lnTo>
                        <a:pt x="134" y="150"/>
                      </a:lnTo>
                      <a:lnTo>
                        <a:pt x="134" y="148"/>
                      </a:lnTo>
                      <a:lnTo>
                        <a:pt x="132" y="148"/>
                      </a:lnTo>
                      <a:lnTo>
                        <a:pt x="132" y="146"/>
                      </a:lnTo>
                      <a:lnTo>
                        <a:pt x="130" y="146"/>
                      </a:lnTo>
                      <a:lnTo>
                        <a:pt x="130" y="144"/>
                      </a:lnTo>
                      <a:lnTo>
                        <a:pt x="128" y="144"/>
                      </a:lnTo>
                      <a:lnTo>
                        <a:pt x="128" y="142"/>
                      </a:lnTo>
                      <a:lnTo>
                        <a:pt x="126" y="142"/>
                      </a:lnTo>
                      <a:lnTo>
                        <a:pt x="126" y="141"/>
                      </a:lnTo>
                      <a:lnTo>
                        <a:pt x="124" y="141"/>
                      </a:lnTo>
                      <a:lnTo>
                        <a:pt x="124" y="139"/>
                      </a:lnTo>
                      <a:lnTo>
                        <a:pt x="123" y="137"/>
                      </a:lnTo>
                      <a:lnTo>
                        <a:pt x="124" y="137"/>
                      </a:lnTo>
                      <a:lnTo>
                        <a:pt x="124" y="135"/>
                      </a:lnTo>
                      <a:lnTo>
                        <a:pt x="124" y="133"/>
                      </a:lnTo>
                      <a:lnTo>
                        <a:pt x="126" y="133"/>
                      </a:lnTo>
                      <a:lnTo>
                        <a:pt x="124" y="133"/>
                      </a:lnTo>
                      <a:lnTo>
                        <a:pt x="124" y="135"/>
                      </a:lnTo>
                      <a:lnTo>
                        <a:pt x="124" y="137"/>
                      </a:lnTo>
                      <a:lnTo>
                        <a:pt x="123" y="137"/>
                      </a:lnTo>
                      <a:lnTo>
                        <a:pt x="123" y="139"/>
                      </a:lnTo>
                      <a:lnTo>
                        <a:pt x="121" y="139"/>
                      </a:lnTo>
                      <a:lnTo>
                        <a:pt x="119" y="137"/>
                      </a:lnTo>
                      <a:lnTo>
                        <a:pt x="119" y="135"/>
                      </a:lnTo>
                      <a:lnTo>
                        <a:pt x="119" y="137"/>
                      </a:lnTo>
                      <a:lnTo>
                        <a:pt x="119" y="139"/>
                      </a:lnTo>
                      <a:lnTo>
                        <a:pt x="121" y="139"/>
                      </a:lnTo>
                      <a:lnTo>
                        <a:pt x="119" y="139"/>
                      </a:lnTo>
                      <a:lnTo>
                        <a:pt x="117" y="139"/>
                      </a:lnTo>
                      <a:lnTo>
                        <a:pt x="119" y="139"/>
                      </a:lnTo>
                      <a:lnTo>
                        <a:pt x="117" y="141"/>
                      </a:lnTo>
                      <a:lnTo>
                        <a:pt x="115" y="141"/>
                      </a:lnTo>
                      <a:lnTo>
                        <a:pt x="114" y="141"/>
                      </a:lnTo>
                      <a:lnTo>
                        <a:pt x="115" y="141"/>
                      </a:lnTo>
                      <a:lnTo>
                        <a:pt x="117" y="142"/>
                      </a:lnTo>
                      <a:lnTo>
                        <a:pt x="115" y="142"/>
                      </a:lnTo>
                      <a:lnTo>
                        <a:pt x="117" y="142"/>
                      </a:lnTo>
                      <a:lnTo>
                        <a:pt x="117" y="144"/>
                      </a:lnTo>
                      <a:lnTo>
                        <a:pt x="117" y="146"/>
                      </a:lnTo>
                      <a:lnTo>
                        <a:pt x="115" y="146"/>
                      </a:lnTo>
                      <a:lnTo>
                        <a:pt x="115" y="148"/>
                      </a:lnTo>
                      <a:lnTo>
                        <a:pt x="114" y="148"/>
                      </a:lnTo>
                      <a:lnTo>
                        <a:pt x="114" y="146"/>
                      </a:lnTo>
                      <a:lnTo>
                        <a:pt x="112" y="146"/>
                      </a:lnTo>
                      <a:lnTo>
                        <a:pt x="112" y="148"/>
                      </a:lnTo>
                      <a:lnTo>
                        <a:pt x="110" y="148"/>
                      </a:lnTo>
                      <a:lnTo>
                        <a:pt x="108" y="146"/>
                      </a:lnTo>
                      <a:lnTo>
                        <a:pt x="106" y="144"/>
                      </a:lnTo>
                      <a:lnTo>
                        <a:pt x="104" y="144"/>
                      </a:lnTo>
                      <a:lnTo>
                        <a:pt x="104" y="142"/>
                      </a:lnTo>
                      <a:lnTo>
                        <a:pt x="103" y="142"/>
                      </a:lnTo>
                      <a:lnTo>
                        <a:pt x="101" y="141"/>
                      </a:lnTo>
                      <a:lnTo>
                        <a:pt x="101" y="139"/>
                      </a:lnTo>
                      <a:lnTo>
                        <a:pt x="99" y="139"/>
                      </a:lnTo>
                      <a:lnTo>
                        <a:pt x="99" y="137"/>
                      </a:lnTo>
                      <a:lnTo>
                        <a:pt x="101" y="137"/>
                      </a:lnTo>
                      <a:lnTo>
                        <a:pt x="99" y="135"/>
                      </a:lnTo>
                      <a:lnTo>
                        <a:pt x="99" y="133"/>
                      </a:lnTo>
                      <a:lnTo>
                        <a:pt x="97" y="133"/>
                      </a:lnTo>
                      <a:lnTo>
                        <a:pt x="97" y="131"/>
                      </a:lnTo>
                      <a:lnTo>
                        <a:pt x="95" y="131"/>
                      </a:lnTo>
                      <a:lnTo>
                        <a:pt x="95" y="130"/>
                      </a:lnTo>
                      <a:lnTo>
                        <a:pt x="95" y="128"/>
                      </a:lnTo>
                      <a:lnTo>
                        <a:pt x="95" y="126"/>
                      </a:lnTo>
                      <a:lnTo>
                        <a:pt x="95" y="124"/>
                      </a:lnTo>
                      <a:lnTo>
                        <a:pt x="95" y="122"/>
                      </a:lnTo>
                      <a:lnTo>
                        <a:pt x="97" y="122"/>
                      </a:lnTo>
                      <a:lnTo>
                        <a:pt x="95" y="122"/>
                      </a:lnTo>
                      <a:lnTo>
                        <a:pt x="95" y="120"/>
                      </a:lnTo>
                      <a:lnTo>
                        <a:pt x="95" y="119"/>
                      </a:lnTo>
                      <a:lnTo>
                        <a:pt x="97" y="119"/>
                      </a:lnTo>
                      <a:lnTo>
                        <a:pt x="95" y="119"/>
                      </a:lnTo>
                      <a:lnTo>
                        <a:pt x="97" y="117"/>
                      </a:lnTo>
                      <a:lnTo>
                        <a:pt x="97" y="119"/>
                      </a:lnTo>
                      <a:lnTo>
                        <a:pt x="97" y="117"/>
                      </a:lnTo>
                      <a:lnTo>
                        <a:pt x="99" y="117"/>
                      </a:lnTo>
                      <a:lnTo>
                        <a:pt x="99" y="115"/>
                      </a:lnTo>
                      <a:lnTo>
                        <a:pt x="97" y="115"/>
                      </a:lnTo>
                      <a:lnTo>
                        <a:pt x="97" y="113"/>
                      </a:lnTo>
                      <a:lnTo>
                        <a:pt x="97" y="111"/>
                      </a:lnTo>
                      <a:lnTo>
                        <a:pt x="97" y="110"/>
                      </a:lnTo>
                      <a:lnTo>
                        <a:pt x="99" y="110"/>
                      </a:lnTo>
                      <a:lnTo>
                        <a:pt x="99" y="108"/>
                      </a:lnTo>
                      <a:lnTo>
                        <a:pt x="99" y="106"/>
                      </a:lnTo>
                      <a:lnTo>
                        <a:pt x="99" y="104"/>
                      </a:lnTo>
                      <a:lnTo>
                        <a:pt x="99" y="106"/>
                      </a:lnTo>
                      <a:lnTo>
                        <a:pt x="99" y="104"/>
                      </a:lnTo>
                      <a:lnTo>
                        <a:pt x="99" y="106"/>
                      </a:lnTo>
                      <a:lnTo>
                        <a:pt x="99" y="104"/>
                      </a:lnTo>
                      <a:lnTo>
                        <a:pt x="97" y="104"/>
                      </a:lnTo>
                      <a:lnTo>
                        <a:pt x="99" y="102"/>
                      </a:lnTo>
                      <a:lnTo>
                        <a:pt x="99" y="100"/>
                      </a:lnTo>
                      <a:lnTo>
                        <a:pt x="97" y="100"/>
                      </a:lnTo>
                      <a:lnTo>
                        <a:pt x="99" y="100"/>
                      </a:lnTo>
                      <a:lnTo>
                        <a:pt x="99" y="102"/>
                      </a:lnTo>
                      <a:lnTo>
                        <a:pt x="97" y="102"/>
                      </a:lnTo>
                      <a:lnTo>
                        <a:pt x="97" y="104"/>
                      </a:lnTo>
                      <a:lnTo>
                        <a:pt x="95" y="106"/>
                      </a:lnTo>
                      <a:lnTo>
                        <a:pt x="95" y="108"/>
                      </a:lnTo>
                      <a:lnTo>
                        <a:pt x="93" y="108"/>
                      </a:lnTo>
                      <a:lnTo>
                        <a:pt x="93" y="110"/>
                      </a:lnTo>
                      <a:lnTo>
                        <a:pt x="93" y="108"/>
                      </a:lnTo>
                      <a:lnTo>
                        <a:pt x="92" y="110"/>
                      </a:lnTo>
                      <a:lnTo>
                        <a:pt x="93" y="110"/>
                      </a:lnTo>
                      <a:lnTo>
                        <a:pt x="93" y="111"/>
                      </a:lnTo>
                      <a:lnTo>
                        <a:pt x="92" y="111"/>
                      </a:lnTo>
                      <a:lnTo>
                        <a:pt x="92" y="113"/>
                      </a:lnTo>
                      <a:lnTo>
                        <a:pt x="93" y="115"/>
                      </a:lnTo>
                      <a:lnTo>
                        <a:pt x="92" y="115"/>
                      </a:lnTo>
                      <a:lnTo>
                        <a:pt x="92" y="113"/>
                      </a:lnTo>
                      <a:lnTo>
                        <a:pt x="92" y="115"/>
                      </a:lnTo>
                      <a:lnTo>
                        <a:pt x="92" y="113"/>
                      </a:lnTo>
                      <a:lnTo>
                        <a:pt x="92" y="115"/>
                      </a:lnTo>
                      <a:lnTo>
                        <a:pt x="90" y="115"/>
                      </a:lnTo>
                      <a:lnTo>
                        <a:pt x="88" y="115"/>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4" name="Freeform 17">
                  <a:extLst>
                    <a:ext uri="{FF2B5EF4-FFF2-40B4-BE49-F238E27FC236}">
                      <a16:creationId xmlns:a16="http://schemas.microsoft.com/office/drawing/2014/main" id="{F99DF89E-4C59-D986-AAD2-344DFEAD0582}"/>
                    </a:ext>
                  </a:extLst>
                </p:cNvPr>
                <p:cNvSpPr>
                  <a:spLocks noEditPoints="1"/>
                </p:cNvSpPr>
                <p:nvPr/>
              </p:nvSpPr>
              <p:spPr bwMode="auto">
                <a:xfrm>
                  <a:off x="4907859" y="3476696"/>
                  <a:ext cx="213252" cy="243975"/>
                </a:xfrm>
                <a:custGeom>
                  <a:avLst/>
                  <a:gdLst>
                    <a:gd name="T0" fmla="*/ 53 w 118"/>
                    <a:gd name="T1" fmla="*/ 93 h 135"/>
                    <a:gd name="T2" fmla="*/ 20 w 118"/>
                    <a:gd name="T3" fmla="*/ 93 h 135"/>
                    <a:gd name="T4" fmla="*/ 64 w 118"/>
                    <a:gd name="T5" fmla="*/ 88 h 135"/>
                    <a:gd name="T6" fmla="*/ 64 w 118"/>
                    <a:gd name="T7" fmla="*/ 88 h 135"/>
                    <a:gd name="T8" fmla="*/ 58 w 118"/>
                    <a:gd name="T9" fmla="*/ 88 h 135"/>
                    <a:gd name="T10" fmla="*/ 22 w 118"/>
                    <a:gd name="T11" fmla="*/ 93 h 135"/>
                    <a:gd name="T12" fmla="*/ 56 w 118"/>
                    <a:gd name="T13" fmla="*/ 88 h 135"/>
                    <a:gd name="T14" fmla="*/ 55 w 118"/>
                    <a:gd name="T15" fmla="*/ 86 h 135"/>
                    <a:gd name="T16" fmla="*/ 13 w 118"/>
                    <a:gd name="T17" fmla="*/ 84 h 135"/>
                    <a:gd name="T18" fmla="*/ 9 w 118"/>
                    <a:gd name="T19" fmla="*/ 86 h 135"/>
                    <a:gd name="T20" fmla="*/ 24 w 118"/>
                    <a:gd name="T21" fmla="*/ 88 h 135"/>
                    <a:gd name="T22" fmla="*/ 7 w 118"/>
                    <a:gd name="T23" fmla="*/ 91 h 135"/>
                    <a:gd name="T24" fmla="*/ 31 w 118"/>
                    <a:gd name="T25" fmla="*/ 88 h 135"/>
                    <a:gd name="T26" fmla="*/ 47 w 118"/>
                    <a:gd name="T27" fmla="*/ 86 h 135"/>
                    <a:gd name="T28" fmla="*/ 14 w 118"/>
                    <a:gd name="T29" fmla="*/ 84 h 135"/>
                    <a:gd name="T30" fmla="*/ 5 w 118"/>
                    <a:gd name="T31" fmla="*/ 88 h 135"/>
                    <a:gd name="T32" fmla="*/ 4 w 118"/>
                    <a:gd name="T33" fmla="*/ 84 h 135"/>
                    <a:gd name="T34" fmla="*/ 25 w 118"/>
                    <a:gd name="T35" fmla="*/ 86 h 135"/>
                    <a:gd name="T36" fmla="*/ 9 w 118"/>
                    <a:gd name="T37" fmla="*/ 90 h 135"/>
                    <a:gd name="T38" fmla="*/ 24 w 118"/>
                    <a:gd name="T39" fmla="*/ 82 h 135"/>
                    <a:gd name="T40" fmla="*/ 67 w 118"/>
                    <a:gd name="T41" fmla="*/ 79 h 135"/>
                    <a:gd name="T42" fmla="*/ 16 w 118"/>
                    <a:gd name="T43" fmla="*/ 81 h 135"/>
                    <a:gd name="T44" fmla="*/ 24 w 118"/>
                    <a:gd name="T45" fmla="*/ 84 h 135"/>
                    <a:gd name="T46" fmla="*/ 36 w 118"/>
                    <a:gd name="T47" fmla="*/ 77 h 135"/>
                    <a:gd name="T48" fmla="*/ 2 w 118"/>
                    <a:gd name="T49" fmla="*/ 81 h 135"/>
                    <a:gd name="T50" fmla="*/ 7 w 118"/>
                    <a:gd name="T51" fmla="*/ 77 h 135"/>
                    <a:gd name="T52" fmla="*/ 16 w 118"/>
                    <a:gd name="T53" fmla="*/ 77 h 135"/>
                    <a:gd name="T54" fmla="*/ 11 w 118"/>
                    <a:gd name="T55" fmla="*/ 79 h 135"/>
                    <a:gd name="T56" fmla="*/ 69 w 118"/>
                    <a:gd name="T57" fmla="*/ 73 h 135"/>
                    <a:gd name="T58" fmla="*/ 69 w 118"/>
                    <a:gd name="T59" fmla="*/ 77 h 135"/>
                    <a:gd name="T60" fmla="*/ 58 w 118"/>
                    <a:gd name="T61" fmla="*/ 71 h 135"/>
                    <a:gd name="T62" fmla="*/ 22 w 118"/>
                    <a:gd name="T63" fmla="*/ 75 h 135"/>
                    <a:gd name="T64" fmla="*/ 67 w 118"/>
                    <a:gd name="T65" fmla="*/ 71 h 135"/>
                    <a:gd name="T66" fmla="*/ 73 w 118"/>
                    <a:gd name="T67" fmla="*/ 79 h 135"/>
                    <a:gd name="T68" fmla="*/ 71 w 118"/>
                    <a:gd name="T69" fmla="*/ 68 h 135"/>
                    <a:gd name="T70" fmla="*/ 11 w 118"/>
                    <a:gd name="T71" fmla="*/ 77 h 135"/>
                    <a:gd name="T72" fmla="*/ 58 w 118"/>
                    <a:gd name="T73" fmla="*/ 68 h 135"/>
                    <a:gd name="T74" fmla="*/ 77 w 118"/>
                    <a:gd name="T75" fmla="*/ 66 h 135"/>
                    <a:gd name="T76" fmla="*/ 75 w 118"/>
                    <a:gd name="T77" fmla="*/ 66 h 135"/>
                    <a:gd name="T78" fmla="*/ 14 w 118"/>
                    <a:gd name="T79" fmla="*/ 68 h 135"/>
                    <a:gd name="T80" fmla="*/ 13 w 118"/>
                    <a:gd name="T81" fmla="*/ 64 h 135"/>
                    <a:gd name="T82" fmla="*/ 80 w 118"/>
                    <a:gd name="T83" fmla="*/ 62 h 135"/>
                    <a:gd name="T84" fmla="*/ 14 w 118"/>
                    <a:gd name="T85" fmla="*/ 64 h 135"/>
                    <a:gd name="T86" fmla="*/ 49 w 118"/>
                    <a:gd name="T87" fmla="*/ 62 h 135"/>
                    <a:gd name="T88" fmla="*/ 64 w 118"/>
                    <a:gd name="T89" fmla="*/ 60 h 135"/>
                    <a:gd name="T90" fmla="*/ 60 w 118"/>
                    <a:gd name="T91" fmla="*/ 60 h 135"/>
                    <a:gd name="T92" fmla="*/ 60 w 118"/>
                    <a:gd name="T93" fmla="*/ 55 h 135"/>
                    <a:gd name="T94" fmla="*/ 62 w 118"/>
                    <a:gd name="T95" fmla="*/ 55 h 135"/>
                    <a:gd name="T96" fmla="*/ 47 w 118"/>
                    <a:gd name="T97" fmla="*/ 51 h 135"/>
                    <a:gd name="T98" fmla="*/ 60 w 118"/>
                    <a:gd name="T99" fmla="*/ 51 h 135"/>
                    <a:gd name="T100" fmla="*/ 55 w 118"/>
                    <a:gd name="T101" fmla="*/ 48 h 135"/>
                    <a:gd name="T102" fmla="*/ 56 w 118"/>
                    <a:gd name="T103" fmla="*/ 46 h 135"/>
                    <a:gd name="T104" fmla="*/ 56 w 118"/>
                    <a:gd name="T105" fmla="*/ 37 h 135"/>
                    <a:gd name="T106" fmla="*/ 47 w 118"/>
                    <a:gd name="T107" fmla="*/ 33 h 135"/>
                    <a:gd name="T108" fmla="*/ 56 w 118"/>
                    <a:gd name="T109" fmla="*/ 33 h 135"/>
                    <a:gd name="T110" fmla="*/ 40 w 118"/>
                    <a:gd name="T111" fmla="*/ 31 h 135"/>
                    <a:gd name="T112" fmla="*/ 60 w 118"/>
                    <a:gd name="T113" fmla="*/ 28 h 135"/>
                    <a:gd name="T114" fmla="*/ 31 w 118"/>
                    <a:gd name="T115" fmla="*/ 26 h 135"/>
                    <a:gd name="T116" fmla="*/ 35 w 118"/>
                    <a:gd name="T117" fmla="*/ 24 h 135"/>
                    <a:gd name="T118" fmla="*/ 11 w 118"/>
                    <a:gd name="T119" fmla="*/ 15 h 135"/>
                    <a:gd name="T120" fmla="*/ 27 w 118"/>
                    <a:gd name="T121" fmla="*/ 11 h 135"/>
                    <a:gd name="T122" fmla="*/ 27 w 118"/>
                    <a:gd name="T123" fmla="*/ 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 h="135">
                      <a:moveTo>
                        <a:pt x="118" y="135"/>
                      </a:moveTo>
                      <a:lnTo>
                        <a:pt x="118" y="134"/>
                      </a:lnTo>
                      <a:lnTo>
                        <a:pt x="118" y="135"/>
                      </a:lnTo>
                      <a:close/>
                      <a:moveTo>
                        <a:pt x="102" y="99"/>
                      </a:moveTo>
                      <a:lnTo>
                        <a:pt x="102" y="101"/>
                      </a:lnTo>
                      <a:lnTo>
                        <a:pt x="102" y="99"/>
                      </a:lnTo>
                      <a:close/>
                      <a:moveTo>
                        <a:pt x="7" y="95"/>
                      </a:moveTo>
                      <a:lnTo>
                        <a:pt x="9" y="95"/>
                      </a:lnTo>
                      <a:lnTo>
                        <a:pt x="9" y="97"/>
                      </a:lnTo>
                      <a:lnTo>
                        <a:pt x="9" y="95"/>
                      </a:lnTo>
                      <a:lnTo>
                        <a:pt x="9" y="97"/>
                      </a:lnTo>
                      <a:lnTo>
                        <a:pt x="7" y="97"/>
                      </a:lnTo>
                      <a:lnTo>
                        <a:pt x="7" y="95"/>
                      </a:lnTo>
                      <a:close/>
                      <a:moveTo>
                        <a:pt x="11" y="95"/>
                      </a:moveTo>
                      <a:lnTo>
                        <a:pt x="11" y="93"/>
                      </a:lnTo>
                      <a:lnTo>
                        <a:pt x="11" y="95"/>
                      </a:lnTo>
                      <a:close/>
                      <a:moveTo>
                        <a:pt x="9" y="93"/>
                      </a:moveTo>
                      <a:lnTo>
                        <a:pt x="9" y="95"/>
                      </a:lnTo>
                      <a:lnTo>
                        <a:pt x="9" y="93"/>
                      </a:lnTo>
                      <a:lnTo>
                        <a:pt x="9" y="95"/>
                      </a:lnTo>
                      <a:lnTo>
                        <a:pt x="7" y="95"/>
                      </a:lnTo>
                      <a:lnTo>
                        <a:pt x="7" y="93"/>
                      </a:lnTo>
                      <a:lnTo>
                        <a:pt x="9" y="93"/>
                      </a:lnTo>
                      <a:close/>
                      <a:moveTo>
                        <a:pt x="51" y="91"/>
                      </a:moveTo>
                      <a:lnTo>
                        <a:pt x="53" y="91"/>
                      </a:lnTo>
                      <a:lnTo>
                        <a:pt x="53" y="93"/>
                      </a:lnTo>
                      <a:lnTo>
                        <a:pt x="51" y="93"/>
                      </a:lnTo>
                      <a:lnTo>
                        <a:pt x="51" y="91"/>
                      </a:lnTo>
                      <a:close/>
                      <a:moveTo>
                        <a:pt x="56" y="91"/>
                      </a:moveTo>
                      <a:lnTo>
                        <a:pt x="55" y="91"/>
                      </a:lnTo>
                      <a:lnTo>
                        <a:pt x="56" y="91"/>
                      </a:lnTo>
                      <a:lnTo>
                        <a:pt x="55" y="91"/>
                      </a:lnTo>
                      <a:lnTo>
                        <a:pt x="56" y="91"/>
                      </a:lnTo>
                      <a:close/>
                      <a:moveTo>
                        <a:pt x="29" y="91"/>
                      </a:moveTo>
                      <a:lnTo>
                        <a:pt x="29" y="90"/>
                      </a:lnTo>
                      <a:lnTo>
                        <a:pt x="29" y="91"/>
                      </a:lnTo>
                      <a:close/>
                      <a:moveTo>
                        <a:pt x="49" y="90"/>
                      </a:moveTo>
                      <a:lnTo>
                        <a:pt x="49" y="91"/>
                      </a:lnTo>
                      <a:lnTo>
                        <a:pt x="49" y="90"/>
                      </a:lnTo>
                      <a:close/>
                      <a:moveTo>
                        <a:pt x="9" y="90"/>
                      </a:moveTo>
                      <a:lnTo>
                        <a:pt x="9" y="91"/>
                      </a:lnTo>
                      <a:lnTo>
                        <a:pt x="9" y="93"/>
                      </a:lnTo>
                      <a:lnTo>
                        <a:pt x="7" y="93"/>
                      </a:lnTo>
                      <a:lnTo>
                        <a:pt x="7" y="91"/>
                      </a:lnTo>
                      <a:lnTo>
                        <a:pt x="5" y="91"/>
                      </a:lnTo>
                      <a:lnTo>
                        <a:pt x="5" y="90"/>
                      </a:lnTo>
                      <a:lnTo>
                        <a:pt x="7" y="90"/>
                      </a:lnTo>
                      <a:lnTo>
                        <a:pt x="7" y="91"/>
                      </a:lnTo>
                      <a:lnTo>
                        <a:pt x="9" y="91"/>
                      </a:lnTo>
                      <a:lnTo>
                        <a:pt x="9" y="90"/>
                      </a:lnTo>
                      <a:close/>
                      <a:moveTo>
                        <a:pt x="20" y="91"/>
                      </a:moveTo>
                      <a:lnTo>
                        <a:pt x="20" y="93"/>
                      </a:lnTo>
                      <a:lnTo>
                        <a:pt x="22" y="93"/>
                      </a:lnTo>
                      <a:lnTo>
                        <a:pt x="20" y="95"/>
                      </a:lnTo>
                      <a:lnTo>
                        <a:pt x="20" y="93"/>
                      </a:lnTo>
                      <a:lnTo>
                        <a:pt x="18" y="93"/>
                      </a:lnTo>
                      <a:lnTo>
                        <a:pt x="18" y="91"/>
                      </a:lnTo>
                      <a:lnTo>
                        <a:pt x="18" y="93"/>
                      </a:lnTo>
                      <a:lnTo>
                        <a:pt x="18" y="91"/>
                      </a:lnTo>
                      <a:lnTo>
                        <a:pt x="20" y="91"/>
                      </a:lnTo>
                      <a:lnTo>
                        <a:pt x="18" y="91"/>
                      </a:lnTo>
                      <a:lnTo>
                        <a:pt x="18" y="90"/>
                      </a:lnTo>
                      <a:lnTo>
                        <a:pt x="20" y="90"/>
                      </a:lnTo>
                      <a:lnTo>
                        <a:pt x="20" y="91"/>
                      </a:lnTo>
                      <a:close/>
                      <a:moveTo>
                        <a:pt x="53" y="90"/>
                      </a:moveTo>
                      <a:lnTo>
                        <a:pt x="55" y="90"/>
                      </a:lnTo>
                      <a:lnTo>
                        <a:pt x="53" y="90"/>
                      </a:lnTo>
                      <a:lnTo>
                        <a:pt x="53" y="91"/>
                      </a:lnTo>
                      <a:lnTo>
                        <a:pt x="53" y="90"/>
                      </a:lnTo>
                      <a:close/>
                      <a:moveTo>
                        <a:pt x="31" y="90"/>
                      </a:moveTo>
                      <a:lnTo>
                        <a:pt x="29" y="90"/>
                      </a:lnTo>
                      <a:lnTo>
                        <a:pt x="31" y="90"/>
                      </a:lnTo>
                      <a:close/>
                      <a:moveTo>
                        <a:pt x="64" y="90"/>
                      </a:moveTo>
                      <a:lnTo>
                        <a:pt x="62" y="90"/>
                      </a:lnTo>
                      <a:lnTo>
                        <a:pt x="64" y="90"/>
                      </a:lnTo>
                      <a:close/>
                      <a:moveTo>
                        <a:pt x="64" y="88"/>
                      </a:moveTo>
                      <a:lnTo>
                        <a:pt x="64" y="90"/>
                      </a:lnTo>
                      <a:lnTo>
                        <a:pt x="64" y="88"/>
                      </a:lnTo>
                      <a:close/>
                      <a:moveTo>
                        <a:pt x="11" y="90"/>
                      </a:moveTo>
                      <a:lnTo>
                        <a:pt x="11" y="88"/>
                      </a:lnTo>
                      <a:lnTo>
                        <a:pt x="13" y="88"/>
                      </a:lnTo>
                      <a:lnTo>
                        <a:pt x="11" y="88"/>
                      </a:lnTo>
                      <a:lnTo>
                        <a:pt x="11" y="90"/>
                      </a:lnTo>
                      <a:close/>
                      <a:moveTo>
                        <a:pt x="11" y="91"/>
                      </a:moveTo>
                      <a:lnTo>
                        <a:pt x="11" y="90"/>
                      </a:lnTo>
                      <a:lnTo>
                        <a:pt x="13" y="88"/>
                      </a:lnTo>
                      <a:lnTo>
                        <a:pt x="13" y="90"/>
                      </a:lnTo>
                      <a:lnTo>
                        <a:pt x="11" y="90"/>
                      </a:lnTo>
                      <a:lnTo>
                        <a:pt x="11" y="91"/>
                      </a:lnTo>
                      <a:close/>
                      <a:moveTo>
                        <a:pt x="55" y="88"/>
                      </a:moveTo>
                      <a:lnTo>
                        <a:pt x="55" y="90"/>
                      </a:lnTo>
                      <a:lnTo>
                        <a:pt x="55" y="88"/>
                      </a:lnTo>
                      <a:lnTo>
                        <a:pt x="55" y="90"/>
                      </a:lnTo>
                      <a:lnTo>
                        <a:pt x="53" y="90"/>
                      </a:lnTo>
                      <a:lnTo>
                        <a:pt x="53" y="88"/>
                      </a:lnTo>
                      <a:lnTo>
                        <a:pt x="55" y="88"/>
                      </a:lnTo>
                      <a:close/>
                      <a:moveTo>
                        <a:pt x="22" y="90"/>
                      </a:moveTo>
                      <a:lnTo>
                        <a:pt x="22" y="88"/>
                      </a:lnTo>
                      <a:lnTo>
                        <a:pt x="24" y="88"/>
                      </a:lnTo>
                      <a:lnTo>
                        <a:pt x="24" y="90"/>
                      </a:lnTo>
                      <a:lnTo>
                        <a:pt x="22" y="90"/>
                      </a:lnTo>
                      <a:close/>
                      <a:moveTo>
                        <a:pt x="64" y="88"/>
                      </a:moveTo>
                      <a:lnTo>
                        <a:pt x="62" y="88"/>
                      </a:lnTo>
                      <a:lnTo>
                        <a:pt x="64" y="88"/>
                      </a:lnTo>
                      <a:close/>
                      <a:moveTo>
                        <a:pt x="51" y="88"/>
                      </a:moveTo>
                      <a:lnTo>
                        <a:pt x="49" y="88"/>
                      </a:lnTo>
                      <a:lnTo>
                        <a:pt x="51" y="88"/>
                      </a:lnTo>
                      <a:close/>
                      <a:moveTo>
                        <a:pt x="2" y="91"/>
                      </a:moveTo>
                      <a:lnTo>
                        <a:pt x="4" y="91"/>
                      </a:lnTo>
                      <a:lnTo>
                        <a:pt x="4" y="93"/>
                      </a:lnTo>
                      <a:lnTo>
                        <a:pt x="5" y="93"/>
                      </a:lnTo>
                      <a:lnTo>
                        <a:pt x="4" y="93"/>
                      </a:lnTo>
                      <a:lnTo>
                        <a:pt x="4" y="95"/>
                      </a:lnTo>
                      <a:lnTo>
                        <a:pt x="4" y="93"/>
                      </a:lnTo>
                      <a:lnTo>
                        <a:pt x="2" y="93"/>
                      </a:lnTo>
                      <a:lnTo>
                        <a:pt x="4" y="93"/>
                      </a:lnTo>
                      <a:lnTo>
                        <a:pt x="2" y="93"/>
                      </a:lnTo>
                      <a:lnTo>
                        <a:pt x="4" y="93"/>
                      </a:lnTo>
                      <a:lnTo>
                        <a:pt x="2" y="93"/>
                      </a:lnTo>
                      <a:lnTo>
                        <a:pt x="2" y="91"/>
                      </a:lnTo>
                      <a:lnTo>
                        <a:pt x="0" y="91"/>
                      </a:lnTo>
                      <a:lnTo>
                        <a:pt x="2" y="91"/>
                      </a:lnTo>
                      <a:lnTo>
                        <a:pt x="2" y="90"/>
                      </a:lnTo>
                      <a:lnTo>
                        <a:pt x="2" y="88"/>
                      </a:lnTo>
                      <a:lnTo>
                        <a:pt x="0" y="88"/>
                      </a:lnTo>
                      <a:lnTo>
                        <a:pt x="2" y="86"/>
                      </a:lnTo>
                      <a:lnTo>
                        <a:pt x="2" y="88"/>
                      </a:lnTo>
                      <a:lnTo>
                        <a:pt x="2" y="90"/>
                      </a:lnTo>
                      <a:lnTo>
                        <a:pt x="2" y="91"/>
                      </a:lnTo>
                      <a:close/>
                      <a:moveTo>
                        <a:pt x="58" y="88"/>
                      </a:moveTo>
                      <a:lnTo>
                        <a:pt x="58" y="86"/>
                      </a:lnTo>
                      <a:lnTo>
                        <a:pt x="58" y="88"/>
                      </a:lnTo>
                      <a:close/>
                      <a:moveTo>
                        <a:pt x="100" y="93"/>
                      </a:moveTo>
                      <a:lnTo>
                        <a:pt x="100" y="91"/>
                      </a:lnTo>
                      <a:lnTo>
                        <a:pt x="100" y="90"/>
                      </a:lnTo>
                      <a:lnTo>
                        <a:pt x="100" y="88"/>
                      </a:lnTo>
                      <a:lnTo>
                        <a:pt x="102" y="88"/>
                      </a:lnTo>
                      <a:lnTo>
                        <a:pt x="102" y="86"/>
                      </a:lnTo>
                      <a:lnTo>
                        <a:pt x="102" y="88"/>
                      </a:lnTo>
                      <a:lnTo>
                        <a:pt x="102" y="90"/>
                      </a:lnTo>
                      <a:lnTo>
                        <a:pt x="102" y="91"/>
                      </a:lnTo>
                      <a:lnTo>
                        <a:pt x="102" y="93"/>
                      </a:lnTo>
                      <a:lnTo>
                        <a:pt x="100" y="93"/>
                      </a:lnTo>
                      <a:close/>
                      <a:moveTo>
                        <a:pt x="62" y="88"/>
                      </a:moveTo>
                      <a:lnTo>
                        <a:pt x="62" y="90"/>
                      </a:lnTo>
                      <a:lnTo>
                        <a:pt x="60" y="90"/>
                      </a:lnTo>
                      <a:lnTo>
                        <a:pt x="60" y="88"/>
                      </a:lnTo>
                      <a:lnTo>
                        <a:pt x="62" y="88"/>
                      </a:lnTo>
                      <a:lnTo>
                        <a:pt x="62" y="86"/>
                      </a:lnTo>
                      <a:lnTo>
                        <a:pt x="62" y="88"/>
                      </a:lnTo>
                      <a:close/>
                      <a:moveTo>
                        <a:pt x="22" y="88"/>
                      </a:moveTo>
                      <a:lnTo>
                        <a:pt x="22" y="90"/>
                      </a:lnTo>
                      <a:lnTo>
                        <a:pt x="24" y="90"/>
                      </a:lnTo>
                      <a:lnTo>
                        <a:pt x="24" y="91"/>
                      </a:lnTo>
                      <a:lnTo>
                        <a:pt x="24" y="93"/>
                      </a:lnTo>
                      <a:lnTo>
                        <a:pt x="22" y="93"/>
                      </a:lnTo>
                      <a:lnTo>
                        <a:pt x="22" y="91"/>
                      </a:lnTo>
                      <a:lnTo>
                        <a:pt x="20" y="91"/>
                      </a:lnTo>
                      <a:lnTo>
                        <a:pt x="20" y="90"/>
                      </a:lnTo>
                      <a:lnTo>
                        <a:pt x="18" y="90"/>
                      </a:lnTo>
                      <a:lnTo>
                        <a:pt x="20" y="90"/>
                      </a:lnTo>
                      <a:lnTo>
                        <a:pt x="20" y="88"/>
                      </a:lnTo>
                      <a:lnTo>
                        <a:pt x="20" y="90"/>
                      </a:lnTo>
                      <a:lnTo>
                        <a:pt x="18" y="90"/>
                      </a:lnTo>
                      <a:lnTo>
                        <a:pt x="18" y="88"/>
                      </a:lnTo>
                      <a:lnTo>
                        <a:pt x="20" y="86"/>
                      </a:lnTo>
                      <a:lnTo>
                        <a:pt x="22" y="86"/>
                      </a:lnTo>
                      <a:lnTo>
                        <a:pt x="22" y="88"/>
                      </a:lnTo>
                      <a:close/>
                      <a:moveTo>
                        <a:pt x="18" y="88"/>
                      </a:moveTo>
                      <a:lnTo>
                        <a:pt x="18" y="86"/>
                      </a:lnTo>
                      <a:lnTo>
                        <a:pt x="20" y="86"/>
                      </a:lnTo>
                      <a:lnTo>
                        <a:pt x="18" y="88"/>
                      </a:lnTo>
                      <a:close/>
                      <a:moveTo>
                        <a:pt x="58" y="86"/>
                      </a:moveTo>
                      <a:lnTo>
                        <a:pt x="56" y="86"/>
                      </a:lnTo>
                      <a:lnTo>
                        <a:pt x="58" y="86"/>
                      </a:lnTo>
                      <a:close/>
                      <a:moveTo>
                        <a:pt x="66" y="86"/>
                      </a:moveTo>
                      <a:lnTo>
                        <a:pt x="64" y="86"/>
                      </a:lnTo>
                      <a:lnTo>
                        <a:pt x="66" y="86"/>
                      </a:lnTo>
                      <a:close/>
                      <a:moveTo>
                        <a:pt x="60" y="86"/>
                      </a:moveTo>
                      <a:lnTo>
                        <a:pt x="58" y="86"/>
                      </a:lnTo>
                      <a:lnTo>
                        <a:pt x="58" y="88"/>
                      </a:lnTo>
                      <a:lnTo>
                        <a:pt x="56" y="88"/>
                      </a:lnTo>
                      <a:lnTo>
                        <a:pt x="56" y="86"/>
                      </a:lnTo>
                      <a:lnTo>
                        <a:pt x="58" y="86"/>
                      </a:lnTo>
                      <a:lnTo>
                        <a:pt x="58" y="84"/>
                      </a:lnTo>
                      <a:lnTo>
                        <a:pt x="60" y="84"/>
                      </a:lnTo>
                      <a:lnTo>
                        <a:pt x="60" y="86"/>
                      </a:lnTo>
                      <a:close/>
                      <a:moveTo>
                        <a:pt x="44" y="84"/>
                      </a:moveTo>
                      <a:lnTo>
                        <a:pt x="44" y="86"/>
                      </a:lnTo>
                      <a:lnTo>
                        <a:pt x="42" y="86"/>
                      </a:lnTo>
                      <a:lnTo>
                        <a:pt x="42" y="88"/>
                      </a:lnTo>
                      <a:lnTo>
                        <a:pt x="40" y="88"/>
                      </a:lnTo>
                      <a:lnTo>
                        <a:pt x="38" y="88"/>
                      </a:lnTo>
                      <a:lnTo>
                        <a:pt x="40" y="86"/>
                      </a:lnTo>
                      <a:lnTo>
                        <a:pt x="40" y="84"/>
                      </a:lnTo>
                      <a:lnTo>
                        <a:pt x="42" y="84"/>
                      </a:lnTo>
                      <a:lnTo>
                        <a:pt x="44" y="84"/>
                      </a:lnTo>
                      <a:close/>
                      <a:moveTo>
                        <a:pt x="56" y="84"/>
                      </a:moveTo>
                      <a:lnTo>
                        <a:pt x="56" y="86"/>
                      </a:lnTo>
                      <a:lnTo>
                        <a:pt x="56" y="88"/>
                      </a:lnTo>
                      <a:lnTo>
                        <a:pt x="55" y="88"/>
                      </a:lnTo>
                      <a:lnTo>
                        <a:pt x="56" y="88"/>
                      </a:lnTo>
                      <a:lnTo>
                        <a:pt x="55" y="88"/>
                      </a:lnTo>
                      <a:lnTo>
                        <a:pt x="56" y="88"/>
                      </a:lnTo>
                      <a:lnTo>
                        <a:pt x="55" y="88"/>
                      </a:lnTo>
                      <a:lnTo>
                        <a:pt x="53" y="88"/>
                      </a:lnTo>
                      <a:lnTo>
                        <a:pt x="53" y="86"/>
                      </a:lnTo>
                      <a:lnTo>
                        <a:pt x="55" y="86"/>
                      </a:lnTo>
                      <a:lnTo>
                        <a:pt x="56" y="84"/>
                      </a:lnTo>
                      <a:close/>
                      <a:moveTo>
                        <a:pt x="14" y="86"/>
                      </a:moveTo>
                      <a:lnTo>
                        <a:pt x="16" y="86"/>
                      </a:lnTo>
                      <a:lnTo>
                        <a:pt x="14" y="88"/>
                      </a:lnTo>
                      <a:lnTo>
                        <a:pt x="16" y="88"/>
                      </a:lnTo>
                      <a:lnTo>
                        <a:pt x="16" y="90"/>
                      </a:lnTo>
                      <a:lnTo>
                        <a:pt x="14" y="90"/>
                      </a:lnTo>
                      <a:lnTo>
                        <a:pt x="14" y="88"/>
                      </a:lnTo>
                      <a:lnTo>
                        <a:pt x="14" y="90"/>
                      </a:lnTo>
                      <a:lnTo>
                        <a:pt x="16" y="90"/>
                      </a:lnTo>
                      <a:lnTo>
                        <a:pt x="16" y="91"/>
                      </a:lnTo>
                      <a:lnTo>
                        <a:pt x="16" y="93"/>
                      </a:lnTo>
                      <a:lnTo>
                        <a:pt x="14" y="93"/>
                      </a:lnTo>
                      <a:lnTo>
                        <a:pt x="14" y="91"/>
                      </a:lnTo>
                      <a:lnTo>
                        <a:pt x="14" y="93"/>
                      </a:lnTo>
                      <a:lnTo>
                        <a:pt x="13" y="93"/>
                      </a:lnTo>
                      <a:lnTo>
                        <a:pt x="13" y="91"/>
                      </a:lnTo>
                      <a:lnTo>
                        <a:pt x="11" y="91"/>
                      </a:lnTo>
                      <a:lnTo>
                        <a:pt x="13" y="90"/>
                      </a:lnTo>
                      <a:lnTo>
                        <a:pt x="13" y="88"/>
                      </a:lnTo>
                      <a:lnTo>
                        <a:pt x="13" y="86"/>
                      </a:lnTo>
                      <a:lnTo>
                        <a:pt x="13" y="88"/>
                      </a:lnTo>
                      <a:lnTo>
                        <a:pt x="13" y="86"/>
                      </a:lnTo>
                      <a:lnTo>
                        <a:pt x="14" y="86"/>
                      </a:lnTo>
                      <a:lnTo>
                        <a:pt x="13" y="86"/>
                      </a:lnTo>
                      <a:lnTo>
                        <a:pt x="13" y="84"/>
                      </a:lnTo>
                      <a:lnTo>
                        <a:pt x="14" y="84"/>
                      </a:lnTo>
                      <a:lnTo>
                        <a:pt x="14" y="86"/>
                      </a:lnTo>
                      <a:close/>
                      <a:moveTo>
                        <a:pt x="55" y="86"/>
                      </a:moveTo>
                      <a:lnTo>
                        <a:pt x="55" y="84"/>
                      </a:lnTo>
                      <a:lnTo>
                        <a:pt x="56" y="84"/>
                      </a:lnTo>
                      <a:lnTo>
                        <a:pt x="55" y="86"/>
                      </a:lnTo>
                      <a:close/>
                      <a:moveTo>
                        <a:pt x="45" y="86"/>
                      </a:moveTo>
                      <a:lnTo>
                        <a:pt x="45" y="88"/>
                      </a:lnTo>
                      <a:lnTo>
                        <a:pt x="44" y="88"/>
                      </a:lnTo>
                      <a:lnTo>
                        <a:pt x="44" y="90"/>
                      </a:lnTo>
                      <a:lnTo>
                        <a:pt x="44" y="91"/>
                      </a:lnTo>
                      <a:lnTo>
                        <a:pt x="42" y="91"/>
                      </a:lnTo>
                      <a:lnTo>
                        <a:pt x="40" y="91"/>
                      </a:lnTo>
                      <a:lnTo>
                        <a:pt x="38" y="91"/>
                      </a:lnTo>
                      <a:lnTo>
                        <a:pt x="38" y="90"/>
                      </a:lnTo>
                      <a:lnTo>
                        <a:pt x="38" y="88"/>
                      </a:lnTo>
                      <a:lnTo>
                        <a:pt x="40" y="88"/>
                      </a:lnTo>
                      <a:lnTo>
                        <a:pt x="42" y="88"/>
                      </a:lnTo>
                      <a:lnTo>
                        <a:pt x="42" y="86"/>
                      </a:lnTo>
                      <a:lnTo>
                        <a:pt x="44" y="86"/>
                      </a:lnTo>
                      <a:lnTo>
                        <a:pt x="45" y="84"/>
                      </a:lnTo>
                      <a:lnTo>
                        <a:pt x="45" y="86"/>
                      </a:lnTo>
                      <a:close/>
                      <a:moveTo>
                        <a:pt x="9" y="88"/>
                      </a:moveTo>
                      <a:lnTo>
                        <a:pt x="11" y="88"/>
                      </a:lnTo>
                      <a:lnTo>
                        <a:pt x="11" y="86"/>
                      </a:lnTo>
                      <a:lnTo>
                        <a:pt x="9" y="86"/>
                      </a:lnTo>
                      <a:lnTo>
                        <a:pt x="11" y="86"/>
                      </a:lnTo>
                      <a:lnTo>
                        <a:pt x="11" y="84"/>
                      </a:lnTo>
                      <a:lnTo>
                        <a:pt x="9" y="84"/>
                      </a:lnTo>
                      <a:lnTo>
                        <a:pt x="11" y="84"/>
                      </a:lnTo>
                      <a:lnTo>
                        <a:pt x="9" y="84"/>
                      </a:lnTo>
                      <a:lnTo>
                        <a:pt x="11" y="84"/>
                      </a:lnTo>
                      <a:lnTo>
                        <a:pt x="11" y="86"/>
                      </a:lnTo>
                      <a:lnTo>
                        <a:pt x="13" y="86"/>
                      </a:lnTo>
                      <a:lnTo>
                        <a:pt x="11" y="88"/>
                      </a:lnTo>
                      <a:lnTo>
                        <a:pt x="13" y="86"/>
                      </a:lnTo>
                      <a:lnTo>
                        <a:pt x="13" y="88"/>
                      </a:lnTo>
                      <a:lnTo>
                        <a:pt x="11" y="88"/>
                      </a:lnTo>
                      <a:lnTo>
                        <a:pt x="11" y="90"/>
                      </a:lnTo>
                      <a:lnTo>
                        <a:pt x="9" y="91"/>
                      </a:lnTo>
                      <a:lnTo>
                        <a:pt x="9" y="90"/>
                      </a:lnTo>
                      <a:lnTo>
                        <a:pt x="11" y="90"/>
                      </a:lnTo>
                      <a:lnTo>
                        <a:pt x="11" y="88"/>
                      </a:lnTo>
                      <a:lnTo>
                        <a:pt x="9" y="88"/>
                      </a:lnTo>
                      <a:close/>
                      <a:moveTo>
                        <a:pt x="25" y="84"/>
                      </a:moveTo>
                      <a:lnTo>
                        <a:pt x="25" y="86"/>
                      </a:lnTo>
                      <a:lnTo>
                        <a:pt x="25" y="88"/>
                      </a:lnTo>
                      <a:lnTo>
                        <a:pt x="25" y="90"/>
                      </a:lnTo>
                      <a:lnTo>
                        <a:pt x="24" y="90"/>
                      </a:lnTo>
                      <a:lnTo>
                        <a:pt x="24" y="88"/>
                      </a:lnTo>
                      <a:lnTo>
                        <a:pt x="24" y="90"/>
                      </a:lnTo>
                      <a:lnTo>
                        <a:pt x="24" y="88"/>
                      </a:lnTo>
                      <a:lnTo>
                        <a:pt x="24" y="86"/>
                      </a:lnTo>
                      <a:lnTo>
                        <a:pt x="24" y="84"/>
                      </a:lnTo>
                      <a:lnTo>
                        <a:pt x="25" y="84"/>
                      </a:lnTo>
                      <a:close/>
                      <a:moveTo>
                        <a:pt x="47" y="88"/>
                      </a:moveTo>
                      <a:lnTo>
                        <a:pt x="49" y="88"/>
                      </a:lnTo>
                      <a:lnTo>
                        <a:pt x="49" y="90"/>
                      </a:lnTo>
                      <a:lnTo>
                        <a:pt x="47" y="90"/>
                      </a:lnTo>
                      <a:lnTo>
                        <a:pt x="45" y="90"/>
                      </a:lnTo>
                      <a:lnTo>
                        <a:pt x="45" y="88"/>
                      </a:lnTo>
                      <a:lnTo>
                        <a:pt x="47" y="88"/>
                      </a:lnTo>
                      <a:lnTo>
                        <a:pt x="47" y="86"/>
                      </a:lnTo>
                      <a:lnTo>
                        <a:pt x="47" y="84"/>
                      </a:lnTo>
                      <a:lnTo>
                        <a:pt x="49" y="84"/>
                      </a:lnTo>
                      <a:lnTo>
                        <a:pt x="49" y="86"/>
                      </a:lnTo>
                      <a:lnTo>
                        <a:pt x="47" y="86"/>
                      </a:lnTo>
                      <a:lnTo>
                        <a:pt x="47" y="88"/>
                      </a:lnTo>
                      <a:close/>
                      <a:moveTo>
                        <a:pt x="5" y="84"/>
                      </a:moveTo>
                      <a:lnTo>
                        <a:pt x="7" y="84"/>
                      </a:lnTo>
                      <a:lnTo>
                        <a:pt x="7" y="86"/>
                      </a:lnTo>
                      <a:lnTo>
                        <a:pt x="7" y="88"/>
                      </a:lnTo>
                      <a:lnTo>
                        <a:pt x="9" y="88"/>
                      </a:lnTo>
                      <a:lnTo>
                        <a:pt x="7" y="88"/>
                      </a:lnTo>
                      <a:lnTo>
                        <a:pt x="9" y="88"/>
                      </a:lnTo>
                      <a:lnTo>
                        <a:pt x="9" y="90"/>
                      </a:lnTo>
                      <a:lnTo>
                        <a:pt x="9" y="91"/>
                      </a:lnTo>
                      <a:lnTo>
                        <a:pt x="7" y="91"/>
                      </a:lnTo>
                      <a:lnTo>
                        <a:pt x="7" y="90"/>
                      </a:lnTo>
                      <a:lnTo>
                        <a:pt x="5" y="90"/>
                      </a:lnTo>
                      <a:lnTo>
                        <a:pt x="7" y="90"/>
                      </a:lnTo>
                      <a:lnTo>
                        <a:pt x="7" y="88"/>
                      </a:lnTo>
                      <a:lnTo>
                        <a:pt x="7" y="86"/>
                      </a:lnTo>
                      <a:lnTo>
                        <a:pt x="5" y="86"/>
                      </a:lnTo>
                      <a:lnTo>
                        <a:pt x="4" y="86"/>
                      </a:lnTo>
                      <a:lnTo>
                        <a:pt x="5" y="86"/>
                      </a:lnTo>
                      <a:lnTo>
                        <a:pt x="5" y="84"/>
                      </a:lnTo>
                      <a:close/>
                      <a:moveTo>
                        <a:pt x="49" y="86"/>
                      </a:moveTo>
                      <a:lnTo>
                        <a:pt x="49" y="84"/>
                      </a:lnTo>
                      <a:lnTo>
                        <a:pt x="49" y="82"/>
                      </a:lnTo>
                      <a:lnTo>
                        <a:pt x="49" y="84"/>
                      </a:lnTo>
                      <a:lnTo>
                        <a:pt x="49" y="86"/>
                      </a:lnTo>
                      <a:close/>
                      <a:moveTo>
                        <a:pt x="56" y="84"/>
                      </a:moveTo>
                      <a:lnTo>
                        <a:pt x="55" y="84"/>
                      </a:lnTo>
                      <a:lnTo>
                        <a:pt x="56" y="84"/>
                      </a:lnTo>
                      <a:lnTo>
                        <a:pt x="56" y="82"/>
                      </a:lnTo>
                      <a:lnTo>
                        <a:pt x="56" y="84"/>
                      </a:lnTo>
                      <a:close/>
                      <a:moveTo>
                        <a:pt x="31" y="82"/>
                      </a:moveTo>
                      <a:lnTo>
                        <a:pt x="31" y="84"/>
                      </a:lnTo>
                      <a:lnTo>
                        <a:pt x="31" y="82"/>
                      </a:lnTo>
                      <a:lnTo>
                        <a:pt x="31" y="84"/>
                      </a:lnTo>
                      <a:lnTo>
                        <a:pt x="31" y="82"/>
                      </a:lnTo>
                      <a:close/>
                      <a:moveTo>
                        <a:pt x="31" y="86"/>
                      </a:moveTo>
                      <a:lnTo>
                        <a:pt x="31" y="88"/>
                      </a:lnTo>
                      <a:lnTo>
                        <a:pt x="29" y="88"/>
                      </a:lnTo>
                      <a:lnTo>
                        <a:pt x="27" y="88"/>
                      </a:lnTo>
                      <a:lnTo>
                        <a:pt x="27" y="86"/>
                      </a:lnTo>
                      <a:lnTo>
                        <a:pt x="29" y="86"/>
                      </a:lnTo>
                      <a:lnTo>
                        <a:pt x="29" y="84"/>
                      </a:lnTo>
                      <a:lnTo>
                        <a:pt x="27" y="84"/>
                      </a:lnTo>
                      <a:lnTo>
                        <a:pt x="29" y="84"/>
                      </a:lnTo>
                      <a:lnTo>
                        <a:pt x="29" y="82"/>
                      </a:lnTo>
                      <a:lnTo>
                        <a:pt x="29" y="84"/>
                      </a:lnTo>
                      <a:lnTo>
                        <a:pt x="31" y="86"/>
                      </a:lnTo>
                      <a:close/>
                      <a:moveTo>
                        <a:pt x="62" y="82"/>
                      </a:moveTo>
                      <a:lnTo>
                        <a:pt x="62" y="84"/>
                      </a:lnTo>
                      <a:lnTo>
                        <a:pt x="60" y="84"/>
                      </a:lnTo>
                      <a:lnTo>
                        <a:pt x="62" y="84"/>
                      </a:lnTo>
                      <a:lnTo>
                        <a:pt x="60" y="84"/>
                      </a:lnTo>
                      <a:lnTo>
                        <a:pt x="60" y="82"/>
                      </a:lnTo>
                      <a:lnTo>
                        <a:pt x="62" y="82"/>
                      </a:lnTo>
                      <a:close/>
                      <a:moveTo>
                        <a:pt x="47" y="84"/>
                      </a:moveTo>
                      <a:lnTo>
                        <a:pt x="47" y="82"/>
                      </a:lnTo>
                      <a:lnTo>
                        <a:pt x="49" y="82"/>
                      </a:lnTo>
                      <a:lnTo>
                        <a:pt x="49" y="84"/>
                      </a:lnTo>
                      <a:lnTo>
                        <a:pt x="47" y="84"/>
                      </a:lnTo>
                      <a:close/>
                      <a:moveTo>
                        <a:pt x="51" y="88"/>
                      </a:moveTo>
                      <a:lnTo>
                        <a:pt x="49" y="88"/>
                      </a:lnTo>
                      <a:lnTo>
                        <a:pt x="47" y="88"/>
                      </a:lnTo>
                      <a:lnTo>
                        <a:pt x="47" y="86"/>
                      </a:lnTo>
                      <a:lnTo>
                        <a:pt x="49" y="86"/>
                      </a:lnTo>
                      <a:lnTo>
                        <a:pt x="49" y="84"/>
                      </a:lnTo>
                      <a:lnTo>
                        <a:pt x="49" y="82"/>
                      </a:lnTo>
                      <a:lnTo>
                        <a:pt x="51" y="82"/>
                      </a:lnTo>
                      <a:lnTo>
                        <a:pt x="53" y="82"/>
                      </a:lnTo>
                      <a:lnTo>
                        <a:pt x="53" y="84"/>
                      </a:lnTo>
                      <a:lnTo>
                        <a:pt x="53" y="86"/>
                      </a:lnTo>
                      <a:lnTo>
                        <a:pt x="51" y="86"/>
                      </a:lnTo>
                      <a:lnTo>
                        <a:pt x="51" y="88"/>
                      </a:lnTo>
                      <a:close/>
                      <a:moveTo>
                        <a:pt x="16" y="82"/>
                      </a:moveTo>
                      <a:lnTo>
                        <a:pt x="16" y="84"/>
                      </a:lnTo>
                      <a:lnTo>
                        <a:pt x="16" y="86"/>
                      </a:lnTo>
                      <a:lnTo>
                        <a:pt x="18" y="86"/>
                      </a:lnTo>
                      <a:lnTo>
                        <a:pt x="16" y="86"/>
                      </a:lnTo>
                      <a:lnTo>
                        <a:pt x="16" y="84"/>
                      </a:lnTo>
                      <a:lnTo>
                        <a:pt x="16" y="86"/>
                      </a:lnTo>
                      <a:lnTo>
                        <a:pt x="18" y="86"/>
                      </a:lnTo>
                      <a:lnTo>
                        <a:pt x="16" y="86"/>
                      </a:lnTo>
                      <a:lnTo>
                        <a:pt x="18" y="86"/>
                      </a:lnTo>
                      <a:lnTo>
                        <a:pt x="18" y="88"/>
                      </a:lnTo>
                      <a:lnTo>
                        <a:pt x="16" y="88"/>
                      </a:lnTo>
                      <a:lnTo>
                        <a:pt x="14" y="88"/>
                      </a:lnTo>
                      <a:lnTo>
                        <a:pt x="16" y="88"/>
                      </a:lnTo>
                      <a:lnTo>
                        <a:pt x="16" y="86"/>
                      </a:lnTo>
                      <a:lnTo>
                        <a:pt x="14" y="86"/>
                      </a:lnTo>
                      <a:lnTo>
                        <a:pt x="14" y="84"/>
                      </a:lnTo>
                      <a:lnTo>
                        <a:pt x="14" y="82"/>
                      </a:lnTo>
                      <a:lnTo>
                        <a:pt x="16" y="82"/>
                      </a:lnTo>
                      <a:close/>
                      <a:moveTo>
                        <a:pt x="4" y="82"/>
                      </a:moveTo>
                      <a:lnTo>
                        <a:pt x="4" y="84"/>
                      </a:lnTo>
                      <a:lnTo>
                        <a:pt x="4" y="86"/>
                      </a:lnTo>
                      <a:lnTo>
                        <a:pt x="2" y="86"/>
                      </a:lnTo>
                      <a:lnTo>
                        <a:pt x="2" y="84"/>
                      </a:lnTo>
                      <a:lnTo>
                        <a:pt x="2" y="82"/>
                      </a:lnTo>
                      <a:lnTo>
                        <a:pt x="4" y="82"/>
                      </a:lnTo>
                      <a:close/>
                      <a:moveTo>
                        <a:pt x="67" y="82"/>
                      </a:moveTo>
                      <a:lnTo>
                        <a:pt x="66" y="82"/>
                      </a:lnTo>
                      <a:lnTo>
                        <a:pt x="67" y="82"/>
                      </a:lnTo>
                      <a:close/>
                      <a:moveTo>
                        <a:pt x="18" y="82"/>
                      </a:moveTo>
                      <a:lnTo>
                        <a:pt x="16" y="82"/>
                      </a:lnTo>
                      <a:lnTo>
                        <a:pt x="18" y="82"/>
                      </a:lnTo>
                      <a:lnTo>
                        <a:pt x="18" y="81"/>
                      </a:lnTo>
                      <a:lnTo>
                        <a:pt x="18" y="82"/>
                      </a:lnTo>
                      <a:close/>
                      <a:moveTo>
                        <a:pt x="4" y="86"/>
                      </a:moveTo>
                      <a:lnTo>
                        <a:pt x="4" y="88"/>
                      </a:lnTo>
                      <a:lnTo>
                        <a:pt x="5" y="88"/>
                      </a:lnTo>
                      <a:lnTo>
                        <a:pt x="7" y="88"/>
                      </a:lnTo>
                      <a:lnTo>
                        <a:pt x="5" y="88"/>
                      </a:lnTo>
                      <a:lnTo>
                        <a:pt x="5" y="90"/>
                      </a:lnTo>
                      <a:lnTo>
                        <a:pt x="5" y="88"/>
                      </a:lnTo>
                      <a:lnTo>
                        <a:pt x="4" y="88"/>
                      </a:lnTo>
                      <a:lnTo>
                        <a:pt x="5" y="88"/>
                      </a:lnTo>
                      <a:lnTo>
                        <a:pt x="4" y="88"/>
                      </a:lnTo>
                      <a:lnTo>
                        <a:pt x="5" y="88"/>
                      </a:lnTo>
                      <a:lnTo>
                        <a:pt x="5" y="90"/>
                      </a:lnTo>
                      <a:lnTo>
                        <a:pt x="5" y="91"/>
                      </a:lnTo>
                      <a:lnTo>
                        <a:pt x="4" y="91"/>
                      </a:lnTo>
                      <a:lnTo>
                        <a:pt x="4" y="90"/>
                      </a:lnTo>
                      <a:lnTo>
                        <a:pt x="4" y="91"/>
                      </a:lnTo>
                      <a:lnTo>
                        <a:pt x="4" y="90"/>
                      </a:lnTo>
                      <a:lnTo>
                        <a:pt x="4" y="88"/>
                      </a:lnTo>
                      <a:lnTo>
                        <a:pt x="4" y="90"/>
                      </a:lnTo>
                      <a:lnTo>
                        <a:pt x="4" y="91"/>
                      </a:lnTo>
                      <a:lnTo>
                        <a:pt x="4" y="90"/>
                      </a:lnTo>
                      <a:lnTo>
                        <a:pt x="4" y="88"/>
                      </a:lnTo>
                      <a:lnTo>
                        <a:pt x="2" y="88"/>
                      </a:lnTo>
                      <a:lnTo>
                        <a:pt x="2" y="86"/>
                      </a:lnTo>
                      <a:lnTo>
                        <a:pt x="2" y="88"/>
                      </a:lnTo>
                      <a:lnTo>
                        <a:pt x="2" y="86"/>
                      </a:lnTo>
                      <a:lnTo>
                        <a:pt x="4" y="86"/>
                      </a:lnTo>
                      <a:lnTo>
                        <a:pt x="4" y="84"/>
                      </a:lnTo>
                      <a:lnTo>
                        <a:pt x="4" y="82"/>
                      </a:lnTo>
                      <a:lnTo>
                        <a:pt x="5" y="81"/>
                      </a:lnTo>
                      <a:lnTo>
                        <a:pt x="5" y="82"/>
                      </a:lnTo>
                      <a:lnTo>
                        <a:pt x="4" y="82"/>
                      </a:lnTo>
                      <a:lnTo>
                        <a:pt x="5" y="82"/>
                      </a:lnTo>
                      <a:lnTo>
                        <a:pt x="5" y="84"/>
                      </a:lnTo>
                      <a:lnTo>
                        <a:pt x="4" y="84"/>
                      </a:lnTo>
                      <a:lnTo>
                        <a:pt x="4" y="86"/>
                      </a:lnTo>
                      <a:close/>
                      <a:moveTo>
                        <a:pt x="49" y="82"/>
                      </a:moveTo>
                      <a:lnTo>
                        <a:pt x="47" y="82"/>
                      </a:lnTo>
                      <a:lnTo>
                        <a:pt x="47" y="84"/>
                      </a:lnTo>
                      <a:lnTo>
                        <a:pt x="47" y="82"/>
                      </a:lnTo>
                      <a:lnTo>
                        <a:pt x="49" y="82"/>
                      </a:lnTo>
                      <a:lnTo>
                        <a:pt x="49" y="81"/>
                      </a:lnTo>
                      <a:lnTo>
                        <a:pt x="51" y="81"/>
                      </a:lnTo>
                      <a:lnTo>
                        <a:pt x="51" y="82"/>
                      </a:lnTo>
                      <a:lnTo>
                        <a:pt x="49" y="82"/>
                      </a:lnTo>
                      <a:close/>
                      <a:moveTo>
                        <a:pt x="29" y="82"/>
                      </a:moveTo>
                      <a:lnTo>
                        <a:pt x="29" y="84"/>
                      </a:lnTo>
                      <a:lnTo>
                        <a:pt x="27" y="84"/>
                      </a:lnTo>
                      <a:lnTo>
                        <a:pt x="29" y="86"/>
                      </a:lnTo>
                      <a:lnTo>
                        <a:pt x="27" y="86"/>
                      </a:lnTo>
                      <a:lnTo>
                        <a:pt x="27" y="88"/>
                      </a:lnTo>
                      <a:lnTo>
                        <a:pt x="29" y="88"/>
                      </a:lnTo>
                      <a:lnTo>
                        <a:pt x="29" y="90"/>
                      </a:lnTo>
                      <a:lnTo>
                        <a:pt x="27" y="90"/>
                      </a:lnTo>
                      <a:lnTo>
                        <a:pt x="27" y="88"/>
                      </a:lnTo>
                      <a:lnTo>
                        <a:pt x="27" y="90"/>
                      </a:lnTo>
                      <a:lnTo>
                        <a:pt x="27" y="88"/>
                      </a:lnTo>
                      <a:lnTo>
                        <a:pt x="27" y="90"/>
                      </a:lnTo>
                      <a:lnTo>
                        <a:pt x="25" y="90"/>
                      </a:lnTo>
                      <a:lnTo>
                        <a:pt x="25" y="88"/>
                      </a:lnTo>
                      <a:lnTo>
                        <a:pt x="25" y="86"/>
                      </a:lnTo>
                      <a:lnTo>
                        <a:pt x="27" y="86"/>
                      </a:lnTo>
                      <a:lnTo>
                        <a:pt x="25" y="86"/>
                      </a:lnTo>
                      <a:lnTo>
                        <a:pt x="25" y="84"/>
                      </a:lnTo>
                      <a:lnTo>
                        <a:pt x="27" y="82"/>
                      </a:lnTo>
                      <a:lnTo>
                        <a:pt x="25" y="82"/>
                      </a:lnTo>
                      <a:lnTo>
                        <a:pt x="27" y="82"/>
                      </a:lnTo>
                      <a:lnTo>
                        <a:pt x="27" y="81"/>
                      </a:lnTo>
                      <a:lnTo>
                        <a:pt x="27" y="82"/>
                      </a:lnTo>
                      <a:lnTo>
                        <a:pt x="29" y="82"/>
                      </a:lnTo>
                      <a:close/>
                      <a:moveTo>
                        <a:pt x="16" y="82"/>
                      </a:moveTo>
                      <a:lnTo>
                        <a:pt x="14" y="82"/>
                      </a:lnTo>
                      <a:lnTo>
                        <a:pt x="16" y="82"/>
                      </a:lnTo>
                      <a:lnTo>
                        <a:pt x="16" y="81"/>
                      </a:lnTo>
                      <a:lnTo>
                        <a:pt x="18" y="81"/>
                      </a:lnTo>
                      <a:lnTo>
                        <a:pt x="16" y="82"/>
                      </a:lnTo>
                      <a:close/>
                      <a:moveTo>
                        <a:pt x="71" y="82"/>
                      </a:moveTo>
                      <a:lnTo>
                        <a:pt x="71" y="84"/>
                      </a:lnTo>
                      <a:lnTo>
                        <a:pt x="69" y="82"/>
                      </a:lnTo>
                      <a:lnTo>
                        <a:pt x="71" y="81"/>
                      </a:lnTo>
                      <a:lnTo>
                        <a:pt x="71" y="82"/>
                      </a:lnTo>
                      <a:close/>
                      <a:moveTo>
                        <a:pt x="31" y="82"/>
                      </a:moveTo>
                      <a:lnTo>
                        <a:pt x="31" y="81"/>
                      </a:lnTo>
                      <a:lnTo>
                        <a:pt x="31" y="82"/>
                      </a:lnTo>
                      <a:close/>
                      <a:moveTo>
                        <a:pt x="9" y="88"/>
                      </a:moveTo>
                      <a:lnTo>
                        <a:pt x="11" y="90"/>
                      </a:lnTo>
                      <a:lnTo>
                        <a:pt x="9" y="90"/>
                      </a:lnTo>
                      <a:lnTo>
                        <a:pt x="9" y="88"/>
                      </a:lnTo>
                      <a:lnTo>
                        <a:pt x="9" y="86"/>
                      </a:lnTo>
                      <a:lnTo>
                        <a:pt x="9" y="88"/>
                      </a:lnTo>
                      <a:lnTo>
                        <a:pt x="9" y="86"/>
                      </a:lnTo>
                      <a:lnTo>
                        <a:pt x="7" y="86"/>
                      </a:lnTo>
                      <a:lnTo>
                        <a:pt x="9" y="86"/>
                      </a:lnTo>
                      <a:lnTo>
                        <a:pt x="7" y="86"/>
                      </a:lnTo>
                      <a:lnTo>
                        <a:pt x="7" y="84"/>
                      </a:lnTo>
                      <a:lnTo>
                        <a:pt x="9" y="84"/>
                      </a:lnTo>
                      <a:lnTo>
                        <a:pt x="7" y="84"/>
                      </a:lnTo>
                      <a:lnTo>
                        <a:pt x="7" y="82"/>
                      </a:lnTo>
                      <a:lnTo>
                        <a:pt x="9" y="82"/>
                      </a:lnTo>
                      <a:lnTo>
                        <a:pt x="7" y="81"/>
                      </a:lnTo>
                      <a:lnTo>
                        <a:pt x="9" y="81"/>
                      </a:lnTo>
                      <a:lnTo>
                        <a:pt x="9" y="82"/>
                      </a:lnTo>
                      <a:lnTo>
                        <a:pt x="9" y="84"/>
                      </a:lnTo>
                      <a:lnTo>
                        <a:pt x="11" y="84"/>
                      </a:lnTo>
                      <a:lnTo>
                        <a:pt x="9" y="84"/>
                      </a:lnTo>
                      <a:lnTo>
                        <a:pt x="11" y="86"/>
                      </a:lnTo>
                      <a:lnTo>
                        <a:pt x="9" y="86"/>
                      </a:lnTo>
                      <a:lnTo>
                        <a:pt x="11" y="86"/>
                      </a:lnTo>
                      <a:lnTo>
                        <a:pt x="11" y="88"/>
                      </a:lnTo>
                      <a:lnTo>
                        <a:pt x="9" y="88"/>
                      </a:lnTo>
                      <a:close/>
                      <a:moveTo>
                        <a:pt x="22" y="81"/>
                      </a:moveTo>
                      <a:lnTo>
                        <a:pt x="22" y="82"/>
                      </a:lnTo>
                      <a:lnTo>
                        <a:pt x="24" y="82"/>
                      </a:lnTo>
                      <a:lnTo>
                        <a:pt x="22" y="82"/>
                      </a:lnTo>
                      <a:lnTo>
                        <a:pt x="24" y="84"/>
                      </a:lnTo>
                      <a:lnTo>
                        <a:pt x="22" y="84"/>
                      </a:lnTo>
                      <a:lnTo>
                        <a:pt x="22" y="86"/>
                      </a:lnTo>
                      <a:lnTo>
                        <a:pt x="20" y="86"/>
                      </a:lnTo>
                      <a:lnTo>
                        <a:pt x="20" y="84"/>
                      </a:lnTo>
                      <a:lnTo>
                        <a:pt x="22" y="84"/>
                      </a:lnTo>
                      <a:lnTo>
                        <a:pt x="20" y="84"/>
                      </a:lnTo>
                      <a:lnTo>
                        <a:pt x="20" y="82"/>
                      </a:lnTo>
                      <a:lnTo>
                        <a:pt x="20" y="84"/>
                      </a:lnTo>
                      <a:lnTo>
                        <a:pt x="22" y="84"/>
                      </a:lnTo>
                      <a:lnTo>
                        <a:pt x="20" y="84"/>
                      </a:lnTo>
                      <a:lnTo>
                        <a:pt x="20" y="86"/>
                      </a:lnTo>
                      <a:lnTo>
                        <a:pt x="18" y="86"/>
                      </a:lnTo>
                      <a:lnTo>
                        <a:pt x="18" y="84"/>
                      </a:lnTo>
                      <a:lnTo>
                        <a:pt x="20" y="84"/>
                      </a:lnTo>
                      <a:lnTo>
                        <a:pt x="20" y="82"/>
                      </a:lnTo>
                      <a:lnTo>
                        <a:pt x="20" y="81"/>
                      </a:lnTo>
                      <a:lnTo>
                        <a:pt x="22" y="81"/>
                      </a:lnTo>
                      <a:close/>
                      <a:moveTo>
                        <a:pt x="11" y="81"/>
                      </a:moveTo>
                      <a:lnTo>
                        <a:pt x="11" y="82"/>
                      </a:lnTo>
                      <a:lnTo>
                        <a:pt x="11" y="81"/>
                      </a:lnTo>
                      <a:lnTo>
                        <a:pt x="9" y="81"/>
                      </a:lnTo>
                      <a:lnTo>
                        <a:pt x="11" y="81"/>
                      </a:lnTo>
                      <a:close/>
                      <a:moveTo>
                        <a:pt x="67" y="81"/>
                      </a:moveTo>
                      <a:lnTo>
                        <a:pt x="67" y="79"/>
                      </a:lnTo>
                      <a:lnTo>
                        <a:pt x="67" y="81"/>
                      </a:lnTo>
                      <a:close/>
                      <a:moveTo>
                        <a:pt x="16" y="81"/>
                      </a:moveTo>
                      <a:lnTo>
                        <a:pt x="16" y="79"/>
                      </a:lnTo>
                      <a:lnTo>
                        <a:pt x="16" y="81"/>
                      </a:lnTo>
                      <a:close/>
                      <a:moveTo>
                        <a:pt x="25" y="79"/>
                      </a:moveTo>
                      <a:lnTo>
                        <a:pt x="27" y="81"/>
                      </a:lnTo>
                      <a:lnTo>
                        <a:pt x="25" y="82"/>
                      </a:lnTo>
                      <a:lnTo>
                        <a:pt x="25" y="84"/>
                      </a:lnTo>
                      <a:lnTo>
                        <a:pt x="25" y="86"/>
                      </a:lnTo>
                      <a:lnTo>
                        <a:pt x="25" y="84"/>
                      </a:lnTo>
                      <a:lnTo>
                        <a:pt x="24" y="84"/>
                      </a:lnTo>
                      <a:lnTo>
                        <a:pt x="25" y="84"/>
                      </a:lnTo>
                      <a:lnTo>
                        <a:pt x="24" y="84"/>
                      </a:lnTo>
                      <a:lnTo>
                        <a:pt x="24" y="82"/>
                      </a:lnTo>
                      <a:lnTo>
                        <a:pt x="25" y="82"/>
                      </a:lnTo>
                      <a:lnTo>
                        <a:pt x="24" y="81"/>
                      </a:lnTo>
                      <a:lnTo>
                        <a:pt x="25" y="81"/>
                      </a:lnTo>
                      <a:lnTo>
                        <a:pt x="25" y="79"/>
                      </a:lnTo>
                      <a:close/>
                      <a:moveTo>
                        <a:pt x="18" y="81"/>
                      </a:moveTo>
                      <a:lnTo>
                        <a:pt x="16" y="81"/>
                      </a:lnTo>
                      <a:lnTo>
                        <a:pt x="16" y="79"/>
                      </a:lnTo>
                      <a:lnTo>
                        <a:pt x="16" y="81"/>
                      </a:lnTo>
                      <a:lnTo>
                        <a:pt x="18" y="81"/>
                      </a:lnTo>
                      <a:close/>
                      <a:moveTo>
                        <a:pt x="14" y="79"/>
                      </a:moveTo>
                      <a:lnTo>
                        <a:pt x="16" y="79"/>
                      </a:lnTo>
                      <a:lnTo>
                        <a:pt x="16" y="81"/>
                      </a:lnTo>
                      <a:lnTo>
                        <a:pt x="14" y="82"/>
                      </a:lnTo>
                      <a:lnTo>
                        <a:pt x="14" y="81"/>
                      </a:lnTo>
                      <a:lnTo>
                        <a:pt x="14" y="82"/>
                      </a:lnTo>
                      <a:lnTo>
                        <a:pt x="14" y="84"/>
                      </a:lnTo>
                      <a:lnTo>
                        <a:pt x="13" y="84"/>
                      </a:lnTo>
                      <a:lnTo>
                        <a:pt x="13" y="86"/>
                      </a:lnTo>
                      <a:lnTo>
                        <a:pt x="13" y="84"/>
                      </a:lnTo>
                      <a:lnTo>
                        <a:pt x="13" y="82"/>
                      </a:lnTo>
                      <a:lnTo>
                        <a:pt x="13" y="81"/>
                      </a:lnTo>
                      <a:lnTo>
                        <a:pt x="14" y="81"/>
                      </a:lnTo>
                      <a:lnTo>
                        <a:pt x="14" y="79"/>
                      </a:lnTo>
                      <a:close/>
                      <a:moveTo>
                        <a:pt x="22" y="81"/>
                      </a:moveTo>
                      <a:lnTo>
                        <a:pt x="20" y="81"/>
                      </a:lnTo>
                      <a:lnTo>
                        <a:pt x="22" y="79"/>
                      </a:lnTo>
                      <a:lnTo>
                        <a:pt x="24" y="79"/>
                      </a:lnTo>
                      <a:lnTo>
                        <a:pt x="22" y="79"/>
                      </a:lnTo>
                      <a:lnTo>
                        <a:pt x="24" y="79"/>
                      </a:lnTo>
                      <a:lnTo>
                        <a:pt x="24" y="81"/>
                      </a:lnTo>
                      <a:lnTo>
                        <a:pt x="24" y="82"/>
                      </a:lnTo>
                      <a:lnTo>
                        <a:pt x="24" y="84"/>
                      </a:lnTo>
                      <a:lnTo>
                        <a:pt x="24" y="86"/>
                      </a:lnTo>
                      <a:lnTo>
                        <a:pt x="24" y="88"/>
                      </a:lnTo>
                      <a:lnTo>
                        <a:pt x="22" y="88"/>
                      </a:lnTo>
                      <a:lnTo>
                        <a:pt x="22" y="86"/>
                      </a:lnTo>
                      <a:lnTo>
                        <a:pt x="22" y="84"/>
                      </a:lnTo>
                      <a:lnTo>
                        <a:pt x="24" y="84"/>
                      </a:lnTo>
                      <a:lnTo>
                        <a:pt x="22" y="82"/>
                      </a:lnTo>
                      <a:lnTo>
                        <a:pt x="24" y="82"/>
                      </a:lnTo>
                      <a:lnTo>
                        <a:pt x="22" y="82"/>
                      </a:lnTo>
                      <a:lnTo>
                        <a:pt x="22" y="81"/>
                      </a:lnTo>
                      <a:close/>
                      <a:moveTo>
                        <a:pt x="11" y="81"/>
                      </a:moveTo>
                      <a:lnTo>
                        <a:pt x="11" y="79"/>
                      </a:lnTo>
                      <a:lnTo>
                        <a:pt x="11" y="81"/>
                      </a:lnTo>
                      <a:lnTo>
                        <a:pt x="13" y="81"/>
                      </a:lnTo>
                      <a:lnTo>
                        <a:pt x="13" y="82"/>
                      </a:lnTo>
                      <a:lnTo>
                        <a:pt x="11" y="82"/>
                      </a:lnTo>
                      <a:lnTo>
                        <a:pt x="11" y="84"/>
                      </a:lnTo>
                      <a:lnTo>
                        <a:pt x="11" y="86"/>
                      </a:lnTo>
                      <a:lnTo>
                        <a:pt x="11" y="84"/>
                      </a:lnTo>
                      <a:lnTo>
                        <a:pt x="11" y="82"/>
                      </a:lnTo>
                      <a:lnTo>
                        <a:pt x="9" y="82"/>
                      </a:lnTo>
                      <a:lnTo>
                        <a:pt x="11" y="82"/>
                      </a:lnTo>
                      <a:lnTo>
                        <a:pt x="11" y="81"/>
                      </a:lnTo>
                      <a:lnTo>
                        <a:pt x="9" y="81"/>
                      </a:lnTo>
                      <a:lnTo>
                        <a:pt x="9" y="79"/>
                      </a:lnTo>
                      <a:lnTo>
                        <a:pt x="11" y="79"/>
                      </a:lnTo>
                      <a:lnTo>
                        <a:pt x="11" y="77"/>
                      </a:lnTo>
                      <a:lnTo>
                        <a:pt x="11" y="79"/>
                      </a:lnTo>
                      <a:lnTo>
                        <a:pt x="11" y="81"/>
                      </a:lnTo>
                      <a:close/>
                      <a:moveTo>
                        <a:pt x="36" y="77"/>
                      </a:moveTo>
                      <a:lnTo>
                        <a:pt x="36" y="79"/>
                      </a:lnTo>
                      <a:lnTo>
                        <a:pt x="36" y="77"/>
                      </a:lnTo>
                      <a:close/>
                      <a:moveTo>
                        <a:pt x="56" y="77"/>
                      </a:moveTo>
                      <a:lnTo>
                        <a:pt x="56" y="79"/>
                      </a:lnTo>
                      <a:lnTo>
                        <a:pt x="56" y="81"/>
                      </a:lnTo>
                      <a:lnTo>
                        <a:pt x="56" y="82"/>
                      </a:lnTo>
                      <a:lnTo>
                        <a:pt x="55" y="82"/>
                      </a:lnTo>
                      <a:lnTo>
                        <a:pt x="55" y="84"/>
                      </a:lnTo>
                      <a:lnTo>
                        <a:pt x="53" y="86"/>
                      </a:lnTo>
                      <a:lnTo>
                        <a:pt x="53" y="84"/>
                      </a:lnTo>
                      <a:lnTo>
                        <a:pt x="53" y="82"/>
                      </a:lnTo>
                      <a:lnTo>
                        <a:pt x="55" y="82"/>
                      </a:lnTo>
                      <a:lnTo>
                        <a:pt x="55" y="81"/>
                      </a:lnTo>
                      <a:lnTo>
                        <a:pt x="55" y="82"/>
                      </a:lnTo>
                      <a:lnTo>
                        <a:pt x="53" y="82"/>
                      </a:lnTo>
                      <a:lnTo>
                        <a:pt x="53" y="81"/>
                      </a:lnTo>
                      <a:lnTo>
                        <a:pt x="55" y="79"/>
                      </a:lnTo>
                      <a:lnTo>
                        <a:pt x="55" y="77"/>
                      </a:lnTo>
                      <a:lnTo>
                        <a:pt x="55" y="79"/>
                      </a:lnTo>
                      <a:lnTo>
                        <a:pt x="56" y="77"/>
                      </a:lnTo>
                      <a:close/>
                      <a:moveTo>
                        <a:pt x="4" y="79"/>
                      </a:moveTo>
                      <a:lnTo>
                        <a:pt x="4" y="81"/>
                      </a:lnTo>
                      <a:lnTo>
                        <a:pt x="5" y="81"/>
                      </a:lnTo>
                      <a:lnTo>
                        <a:pt x="4" y="82"/>
                      </a:lnTo>
                      <a:lnTo>
                        <a:pt x="2" y="82"/>
                      </a:lnTo>
                      <a:lnTo>
                        <a:pt x="2" y="84"/>
                      </a:lnTo>
                      <a:lnTo>
                        <a:pt x="2" y="82"/>
                      </a:lnTo>
                      <a:lnTo>
                        <a:pt x="2" y="81"/>
                      </a:lnTo>
                      <a:lnTo>
                        <a:pt x="4" y="81"/>
                      </a:lnTo>
                      <a:lnTo>
                        <a:pt x="2" y="81"/>
                      </a:lnTo>
                      <a:lnTo>
                        <a:pt x="2" y="82"/>
                      </a:lnTo>
                      <a:lnTo>
                        <a:pt x="2" y="81"/>
                      </a:lnTo>
                      <a:lnTo>
                        <a:pt x="2" y="79"/>
                      </a:lnTo>
                      <a:lnTo>
                        <a:pt x="4" y="79"/>
                      </a:lnTo>
                      <a:lnTo>
                        <a:pt x="2" y="79"/>
                      </a:lnTo>
                      <a:lnTo>
                        <a:pt x="2" y="77"/>
                      </a:lnTo>
                      <a:lnTo>
                        <a:pt x="4" y="79"/>
                      </a:lnTo>
                      <a:close/>
                      <a:moveTo>
                        <a:pt x="25" y="77"/>
                      </a:moveTo>
                      <a:lnTo>
                        <a:pt x="24" y="77"/>
                      </a:lnTo>
                      <a:lnTo>
                        <a:pt x="25" y="77"/>
                      </a:lnTo>
                      <a:close/>
                      <a:moveTo>
                        <a:pt x="7" y="77"/>
                      </a:moveTo>
                      <a:lnTo>
                        <a:pt x="9" y="77"/>
                      </a:lnTo>
                      <a:lnTo>
                        <a:pt x="11" y="77"/>
                      </a:lnTo>
                      <a:lnTo>
                        <a:pt x="11" y="79"/>
                      </a:lnTo>
                      <a:lnTo>
                        <a:pt x="9" y="79"/>
                      </a:lnTo>
                      <a:lnTo>
                        <a:pt x="9" y="81"/>
                      </a:lnTo>
                      <a:lnTo>
                        <a:pt x="7" y="81"/>
                      </a:lnTo>
                      <a:lnTo>
                        <a:pt x="7" y="79"/>
                      </a:lnTo>
                      <a:lnTo>
                        <a:pt x="7" y="77"/>
                      </a:lnTo>
                      <a:close/>
                      <a:moveTo>
                        <a:pt x="5" y="75"/>
                      </a:moveTo>
                      <a:lnTo>
                        <a:pt x="5" y="77"/>
                      </a:lnTo>
                      <a:lnTo>
                        <a:pt x="5" y="75"/>
                      </a:lnTo>
                      <a:lnTo>
                        <a:pt x="5" y="77"/>
                      </a:lnTo>
                      <a:lnTo>
                        <a:pt x="7" y="77"/>
                      </a:lnTo>
                      <a:lnTo>
                        <a:pt x="5" y="77"/>
                      </a:lnTo>
                      <a:lnTo>
                        <a:pt x="7" y="77"/>
                      </a:lnTo>
                      <a:lnTo>
                        <a:pt x="7" y="79"/>
                      </a:lnTo>
                      <a:lnTo>
                        <a:pt x="5" y="79"/>
                      </a:lnTo>
                      <a:lnTo>
                        <a:pt x="7" y="81"/>
                      </a:lnTo>
                      <a:lnTo>
                        <a:pt x="7" y="82"/>
                      </a:lnTo>
                      <a:lnTo>
                        <a:pt x="7" y="84"/>
                      </a:lnTo>
                      <a:lnTo>
                        <a:pt x="5" y="84"/>
                      </a:lnTo>
                      <a:lnTo>
                        <a:pt x="5" y="82"/>
                      </a:lnTo>
                      <a:lnTo>
                        <a:pt x="5" y="81"/>
                      </a:lnTo>
                      <a:lnTo>
                        <a:pt x="5" y="79"/>
                      </a:lnTo>
                      <a:lnTo>
                        <a:pt x="4" y="79"/>
                      </a:lnTo>
                      <a:lnTo>
                        <a:pt x="4" y="77"/>
                      </a:lnTo>
                      <a:lnTo>
                        <a:pt x="5" y="77"/>
                      </a:lnTo>
                      <a:lnTo>
                        <a:pt x="5" y="75"/>
                      </a:lnTo>
                      <a:close/>
                      <a:moveTo>
                        <a:pt x="55" y="77"/>
                      </a:moveTo>
                      <a:lnTo>
                        <a:pt x="56" y="77"/>
                      </a:lnTo>
                      <a:lnTo>
                        <a:pt x="56" y="75"/>
                      </a:lnTo>
                      <a:lnTo>
                        <a:pt x="56" y="77"/>
                      </a:lnTo>
                      <a:lnTo>
                        <a:pt x="55" y="77"/>
                      </a:lnTo>
                      <a:close/>
                      <a:moveTo>
                        <a:pt x="56" y="77"/>
                      </a:moveTo>
                      <a:lnTo>
                        <a:pt x="56" y="75"/>
                      </a:lnTo>
                      <a:lnTo>
                        <a:pt x="58" y="75"/>
                      </a:lnTo>
                      <a:lnTo>
                        <a:pt x="58" y="77"/>
                      </a:lnTo>
                      <a:lnTo>
                        <a:pt x="56" y="77"/>
                      </a:lnTo>
                      <a:close/>
                      <a:moveTo>
                        <a:pt x="16" y="77"/>
                      </a:moveTo>
                      <a:lnTo>
                        <a:pt x="16" y="79"/>
                      </a:lnTo>
                      <a:lnTo>
                        <a:pt x="14" y="79"/>
                      </a:lnTo>
                      <a:lnTo>
                        <a:pt x="14" y="77"/>
                      </a:lnTo>
                      <a:lnTo>
                        <a:pt x="13" y="77"/>
                      </a:lnTo>
                      <a:lnTo>
                        <a:pt x="14" y="77"/>
                      </a:lnTo>
                      <a:lnTo>
                        <a:pt x="13" y="77"/>
                      </a:lnTo>
                      <a:lnTo>
                        <a:pt x="14" y="77"/>
                      </a:lnTo>
                      <a:lnTo>
                        <a:pt x="14" y="75"/>
                      </a:lnTo>
                      <a:lnTo>
                        <a:pt x="16" y="75"/>
                      </a:lnTo>
                      <a:lnTo>
                        <a:pt x="16" y="77"/>
                      </a:lnTo>
                      <a:close/>
                      <a:moveTo>
                        <a:pt x="31" y="75"/>
                      </a:moveTo>
                      <a:lnTo>
                        <a:pt x="29" y="75"/>
                      </a:lnTo>
                      <a:lnTo>
                        <a:pt x="31" y="75"/>
                      </a:lnTo>
                      <a:close/>
                      <a:moveTo>
                        <a:pt x="14" y="75"/>
                      </a:moveTo>
                      <a:lnTo>
                        <a:pt x="14" y="77"/>
                      </a:lnTo>
                      <a:lnTo>
                        <a:pt x="13" y="77"/>
                      </a:lnTo>
                      <a:lnTo>
                        <a:pt x="14" y="77"/>
                      </a:lnTo>
                      <a:lnTo>
                        <a:pt x="14" y="79"/>
                      </a:lnTo>
                      <a:lnTo>
                        <a:pt x="13" y="79"/>
                      </a:lnTo>
                      <a:lnTo>
                        <a:pt x="14" y="79"/>
                      </a:lnTo>
                      <a:lnTo>
                        <a:pt x="13" y="79"/>
                      </a:lnTo>
                      <a:lnTo>
                        <a:pt x="13" y="81"/>
                      </a:lnTo>
                      <a:lnTo>
                        <a:pt x="11" y="81"/>
                      </a:lnTo>
                      <a:lnTo>
                        <a:pt x="13" y="81"/>
                      </a:lnTo>
                      <a:lnTo>
                        <a:pt x="13" y="79"/>
                      </a:lnTo>
                      <a:lnTo>
                        <a:pt x="11" y="79"/>
                      </a:lnTo>
                      <a:lnTo>
                        <a:pt x="11" y="77"/>
                      </a:lnTo>
                      <a:lnTo>
                        <a:pt x="11" y="75"/>
                      </a:lnTo>
                      <a:lnTo>
                        <a:pt x="13" y="75"/>
                      </a:lnTo>
                      <a:lnTo>
                        <a:pt x="11" y="75"/>
                      </a:lnTo>
                      <a:lnTo>
                        <a:pt x="13" y="75"/>
                      </a:lnTo>
                      <a:lnTo>
                        <a:pt x="14" y="75"/>
                      </a:lnTo>
                      <a:close/>
                      <a:moveTo>
                        <a:pt x="7" y="75"/>
                      </a:moveTo>
                      <a:lnTo>
                        <a:pt x="7" y="77"/>
                      </a:lnTo>
                      <a:lnTo>
                        <a:pt x="7" y="79"/>
                      </a:lnTo>
                      <a:lnTo>
                        <a:pt x="5" y="79"/>
                      </a:lnTo>
                      <a:lnTo>
                        <a:pt x="7" y="79"/>
                      </a:lnTo>
                      <a:lnTo>
                        <a:pt x="7" y="77"/>
                      </a:lnTo>
                      <a:lnTo>
                        <a:pt x="5" y="77"/>
                      </a:lnTo>
                      <a:lnTo>
                        <a:pt x="7" y="77"/>
                      </a:lnTo>
                      <a:lnTo>
                        <a:pt x="5" y="77"/>
                      </a:lnTo>
                      <a:lnTo>
                        <a:pt x="7" y="77"/>
                      </a:lnTo>
                      <a:lnTo>
                        <a:pt x="5" y="77"/>
                      </a:lnTo>
                      <a:lnTo>
                        <a:pt x="5" y="75"/>
                      </a:lnTo>
                      <a:lnTo>
                        <a:pt x="7" y="75"/>
                      </a:lnTo>
                      <a:lnTo>
                        <a:pt x="5" y="75"/>
                      </a:lnTo>
                      <a:lnTo>
                        <a:pt x="7" y="75"/>
                      </a:lnTo>
                      <a:close/>
                      <a:moveTo>
                        <a:pt x="69" y="73"/>
                      </a:moveTo>
                      <a:lnTo>
                        <a:pt x="69" y="75"/>
                      </a:lnTo>
                      <a:lnTo>
                        <a:pt x="67" y="75"/>
                      </a:lnTo>
                      <a:lnTo>
                        <a:pt x="67" y="73"/>
                      </a:lnTo>
                      <a:lnTo>
                        <a:pt x="69" y="73"/>
                      </a:lnTo>
                      <a:close/>
                      <a:moveTo>
                        <a:pt x="56" y="75"/>
                      </a:moveTo>
                      <a:lnTo>
                        <a:pt x="58" y="73"/>
                      </a:lnTo>
                      <a:lnTo>
                        <a:pt x="58" y="75"/>
                      </a:lnTo>
                      <a:lnTo>
                        <a:pt x="56" y="75"/>
                      </a:lnTo>
                      <a:close/>
                      <a:moveTo>
                        <a:pt x="38" y="73"/>
                      </a:moveTo>
                      <a:lnTo>
                        <a:pt x="38" y="75"/>
                      </a:lnTo>
                      <a:lnTo>
                        <a:pt x="38" y="73"/>
                      </a:lnTo>
                      <a:lnTo>
                        <a:pt x="38" y="75"/>
                      </a:lnTo>
                      <a:lnTo>
                        <a:pt x="38" y="73"/>
                      </a:lnTo>
                      <a:close/>
                      <a:moveTo>
                        <a:pt x="71" y="75"/>
                      </a:moveTo>
                      <a:lnTo>
                        <a:pt x="71" y="73"/>
                      </a:lnTo>
                      <a:lnTo>
                        <a:pt x="71" y="75"/>
                      </a:lnTo>
                      <a:close/>
                      <a:moveTo>
                        <a:pt x="71" y="73"/>
                      </a:moveTo>
                      <a:lnTo>
                        <a:pt x="71" y="71"/>
                      </a:lnTo>
                      <a:lnTo>
                        <a:pt x="71" y="73"/>
                      </a:lnTo>
                      <a:close/>
                      <a:moveTo>
                        <a:pt x="14" y="75"/>
                      </a:moveTo>
                      <a:lnTo>
                        <a:pt x="14" y="73"/>
                      </a:lnTo>
                      <a:lnTo>
                        <a:pt x="14" y="71"/>
                      </a:lnTo>
                      <a:lnTo>
                        <a:pt x="14" y="73"/>
                      </a:lnTo>
                      <a:lnTo>
                        <a:pt x="16" y="73"/>
                      </a:lnTo>
                      <a:lnTo>
                        <a:pt x="16" y="75"/>
                      </a:lnTo>
                      <a:lnTo>
                        <a:pt x="14" y="75"/>
                      </a:lnTo>
                      <a:close/>
                      <a:moveTo>
                        <a:pt x="71" y="73"/>
                      </a:moveTo>
                      <a:lnTo>
                        <a:pt x="71" y="75"/>
                      </a:lnTo>
                      <a:lnTo>
                        <a:pt x="71" y="77"/>
                      </a:lnTo>
                      <a:lnTo>
                        <a:pt x="69" y="77"/>
                      </a:lnTo>
                      <a:lnTo>
                        <a:pt x="69" y="79"/>
                      </a:lnTo>
                      <a:lnTo>
                        <a:pt x="69" y="81"/>
                      </a:lnTo>
                      <a:lnTo>
                        <a:pt x="67" y="81"/>
                      </a:lnTo>
                      <a:lnTo>
                        <a:pt x="67" y="82"/>
                      </a:lnTo>
                      <a:lnTo>
                        <a:pt x="67" y="81"/>
                      </a:lnTo>
                      <a:lnTo>
                        <a:pt x="67" y="79"/>
                      </a:lnTo>
                      <a:lnTo>
                        <a:pt x="67" y="77"/>
                      </a:lnTo>
                      <a:lnTo>
                        <a:pt x="69" y="77"/>
                      </a:lnTo>
                      <a:lnTo>
                        <a:pt x="69" y="75"/>
                      </a:lnTo>
                      <a:lnTo>
                        <a:pt x="69" y="73"/>
                      </a:lnTo>
                      <a:lnTo>
                        <a:pt x="69" y="71"/>
                      </a:lnTo>
                      <a:lnTo>
                        <a:pt x="71" y="71"/>
                      </a:lnTo>
                      <a:lnTo>
                        <a:pt x="71" y="73"/>
                      </a:lnTo>
                      <a:close/>
                      <a:moveTo>
                        <a:pt x="58" y="73"/>
                      </a:moveTo>
                      <a:lnTo>
                        <a:pt x="56" y="75"/>
                      </a:lnTo>
                      <a:lnTo>
                        <a:pt x="56" y="73"/>
                      </a:lnTo>
                      <a:lnTo>
                        <a:pt x="58" y="73"/>
                      </a:lnTo>
                      <a:lnTo>
                        <a:pt x="58" y="71"/>
                      </a:lnTo>
                      <a:lnTo>
                        <a:pt x="58" y="73"/>
                      </a:lnTo>
                      <a:close/>
                      <a:moveTo>
                        <a:pt x="67" y="73"/>
                      </a:moveTo>
                      <a:lnTo>
                        <a:pt x="67" y="71"/>
                      </a:lnTo>
                      <a:lnTo>
                        <a:pt x="69" y="71"/>
                      </a:lnTo>
                      <a:lnTo>
                        <a:pt x="67" y="73"/>
                      </a:lnTo>
                      <a:close/>
                      <a:moveTo>
                        <a:pt x="60" y="73"/>
                      </a:moveTo>
                      <a:lnTo>
                        <a:pt x="58" y="73"/>
                      </a:lnTo>
                      <a:lnTo>
                        <a:pt x="58" y="71"/>
                      </a:lnTo>
                      <a:lnTo>
                        <a:pt x="60" y="71"/>
                      </a:lnTo>
                      <a:lnTo>
                        <a:pt x="60" y="73"/>
                      </a:lnTo>
                      <a:close/>
                      <a:moveTo>
                        <a:pt x="24" y="71"/>
                      </a:moveTo>
                      <a:lnTo>
                        <a:pt x="24" y="73"/>
                      </a:lnTo>
                      <a:lnTo>
                        <a:pt x="24" y="75"/>
                      </a:lnTo>
                      <a:lnTo>
                        <a:pt x="25" y="75"/>
                      </a:lnTo>
                      <a:lnTo>
                        <a:pt x="24" y="77"/>
                      </a:lnTo>
                      <a:lnTo>
                        <a:pt x="24" y="79"/>
                      </a:lnTo>
                      <a:lnTo>
                        <a:pt x="24" y="81"/>
                      </a:lnTo>
                      <a:lnTo>
                        <a:pt x="25" y="81"/>
                      </a:lnTo>
                      <a:lnTo>
                        <a:pt x="24" y="81"/>
                      </a:lnTo>
                      <a:lnTo>
                        <a:pt x="24" y="82"/>
                      </a:lnTo>
                      <a:lnTo>
                        <a:pt x="24" y="81"/>
                      </a:lnTo>
                      <a:lnTo>
                        <a:pt x="24" y="79"/>
                      </a:lnTo>
                      <a:lnTo>
                        <a:pt x="22" y="79"/>
                      </a:lnTo>
                      <a:lnTo>
                        <a:pt x="24" y="79"/>
                      </a:lnTo>
                      <a:lnTo>
                        <a:pt x="22" y="79"/>
                      </a:lnTo>
                      <a:lnTo>
                        <a:pt x="20" y="77"/>
                      </a:lnTo>
                      <a:lnTo>
                        <a:pt x="22" y="77"/>
                      </a:lnTo>
                      <a:lnTo>
                        <a:pt x="20" y="77"/>
                      </a:lnTo>
                      <a:lnTo>
                        <a:pt x="20" y="75"/>
                      </a:lnTo>
                      <a:lnTo>
                        <a:pt x="20" y="77"/>
                      </a:lnTo>
                      <a:lnTo>
                        <a:pt x="22" y="77"/>
                      </a:lnTo>
                      <a:lnTo>
                        <a:pt x="22" y="75"/>
                      </a:lnTo>
                      <a:lnTo>
                        <a:pt x="20" y="75"/>
                      </a:lnTo>
                      <a:lnTo>
                        <a:pt x="22" y="75"/>
                      </a:lnTo>
                      <a:lnTo>
                        <a:pt x="22" y="77"/>
                      </a:lnTo>
                      <a:lnTo>
                        <a:pt x="20" y="75"/>
                      </a:lnTo>
                      <a:lnTo>
                        <a:pt x="20" y="77"/>
                      </a:lnTo>
                      <a:lnTo>
                        <a:pt x="22" y="77"/>
                      </a:lnTo>
                      <a:lnTo>
                        <a:pt x="20" y="77"/>
                      </a:lnTo>
                      <a:lnTo>
                        <a:pt x="20" y="79"/>
                      </a:lnTo>
                      <a:lnTo>
                        <a:pt x="22" y="79"/>
                      </a:lnTo>
                      <a:lnTo>
                        <a:pt x="20" y="79"/>
                      </a:lnTo>
                      <a:lnTo>
                        <a:pt x="20" y="77"/>
                      </a:lnTo>
                      <a:lnTo>
                        <a:pt x="18" y="77"/>
                      </a:lnTo>
                      <a:lnTo>
                        <a:pt x="20" y="77"/>
                      </a:lnTo>
                      <a:lnTo>
                        <a:pt x="20" y="75"/>
                      </a:lnTo>
                      <a:lnTo>
                        <a:pt x="20" y="73"/>
                      </a:lnTo>
                      <a:lnTo>
                        <a:pt x="22" y="73"/>
                      </a:lnTo>
                      <a:lnTo>
                        <a:pt x="22" y="71"/>
                      </a:lnTo>
                      <a:lnTo>
                        <a:pt x="24" y="71"/>
                      </a:lnTo>
                      <a:close/>
                      <a:moveTo>
                        <a:pt x="73" y="71"/>
                      </a:moveTo>
                      <a:lnTo>
                        <a:pt x="71" y="71"/>
                      </a:lnTo>
                      <a:lnTo>
                        <a:pt x="73" y="71"/>
                      </a:lnTo>
                      <a:close/>
                      <a:moveTo>
                        <a:pt x="58" y="71"/>
                      </a:moveTo>
                      <a:lnTo>
                        <a:pt x="58" y="70"/>
                      </a:lnTo>
                      <a:lnTo>
                        <a:pt x="58" y="71"/>
                      </a:lnTo>
                      <a:close/>
                      <a:moveTo>
                        <a:pt x="67" y="70"/>
                      </a:moveTo>
                      <a:lnTo>
                        <a:pt x="67" y="71"/>
                      </a:lnTo>
                      <a:lnTo>
                        <a:pt x="66" y="71"/>
                      </a:lnTo>
                      <a:lnTo>
                        <a:pt x="67" y="71"/>
                      </a:lnTo>
                      <a:lnTo>
                        <a:pt x="66" y="71"/>
                      </a:lnTo>
                      <a:lnTo>
                        <a:pt x="67" y="71"/>
                      </a:lnTo>
                      <a:lnTo>
                        <a:pt x="66" y="71"/>
                      </a:lnTo>
                      <a:lnTo>
                        <a:pt x="67" y="71"/>
                      </a:lnTo>
                      <a:lnTo>
                        <a:pt x="66" y="71"/>
                      </a:lnTo>
                      <a:lnTo>
                        <a:pt x="66" y="70"/>
                      </a:lnTo>
                      <a:lnTo>
                        <a:pt x="67" y="70"/>
                      </a:lnTo>
                      <a:close/>
                      <a:moveTo>
                        <a:pt x="69" y="71"/>
                      </a:moveTo>
                      <a:lnTo>
                        <a:pt x="69" y="70"/>
                      </a:lnTo>
                      <a:lnTo>
                        <a:pt x="71" y="70"/>
                      </a:lnTo>
                      <a:lnTo>
                        <a:pt x="69" y="71"/>
                      </a:lnTo>
                      <a:close/>
                      <a:moveTo>
                        <a:pt x="75" y="70"/>
                      </a:moveTo>
                      <a:lnTo>
                        <a:pt x="77" y="71"/>
                      </a:lnTo>
                      <a:lnTo>
                        <a:pt x="77" y="73"/>
                      </a:lnTo>
                      <a:lnTo>
                        <a:pt x="78" y="73"/>
                      </a:lnTo>
                      <a:lnTo>
                        <a:pt x="78" y="75"/>
                      </a:lnTo>
                      <a:lnTo>
                        <a:pt x="77" y="77"/>
                      </a:lnTo>
                      <a:lnTo>
                        <a:pt x="77" y="79"/>
                      </a:lnTo>
                      <a:lnTo>
                        <a:pt x="75" y="79"/>
                      </a:lnTo>
                      <a:lnTo>
                        <a:pt x="75" y="81"/>
                      </a:lnTo>
                      <a:lnTo>
                        <a:pt x="75" y="79"/>
                      </a:lnTo>
                      <a:lnTo>
                        <a:pt x="75" y="81"/>
                      </a:lnTo>
                      <a:lnTo>
                        <a:pt x="73" y="81"/>
                      </a:lnTo>
                      <a:lnTo>
                        <a:pt x="71" y="81"/>
                      </a:lnTo>
                      <a:lnTo>
                        <a:pt x="71" y="79"/>
                      </a:lnTo>
                      <a:lnTo>
                        <a:pt x="73" y="79"/>
                      </a:lnTo>
                      <a:lnTo>
                        <a:pt x="73" y="77"/>
                      </a:lnTo>
                      <a:lnTo>
                        <a:pt x="73" y="75"/>
                      </a:lnTo>
                      <a:lnTo>
                        <a:pt x="73" y="73"/>
                      </a:lnTo>
                      <a:lnTo>
                        <a:pt x="73" y="71"/>
                      </a:lnTo>
                      <a:lnTo>
                        <a:pt x="73" y="70"/>
                      </a:lnTo>
                      <a:lnTo>
                        <a:pt x="75" y="70"/>
                      </a:lnTo>
                      <a:close/>
                      <a:moveTo>
                        <a:pt x="80" y="70"/>
                      </a:moveTo>
                      <a:lnTo>
                        <a:pt x="80" y="68"/>
                      </a:lnTo>
                      <a:lnTo>
                        <a:pt x="80" y="70"/>
                      </a:lnTo>
                      <a:close/>
                      <a:moveTo>
                        <a:pt x="58" y="70"/>
                      </a:moveTo>
                      <a:lnTo>
                        <a:pt x="58" y="68"/>
                      </a:lnTo>
                      <a:lnTo>
                        <a:pt x="58" y="70"/>
                      </a:lnTo>
                      <a:close/>
                      <a:moveTo>
                        <a:pt x="33" y="70"/>
                      </a:moveTo>
                      <a:lnTo>
                        <a:pt x="33" y="68"/>
                      </a:lnTo>
                      <a:lnTo>
                        <a:pt x="35" y="68"/>
                      </a:lnTo>
                      <a:lnTo>
                        <a:pt x="33" y="68"/>
                      </a:lnTo>
                      <a:lnTo>
                        <a:pt x="33" y="70"/>
                      </a:lnTo>
                      <a:close/>
                      <a:moveTo>
                        <a:pt x="69" y="70"/>
                      </a:moveTo>
                      <a:lnTo>
                        <a:pt x="69" y="68"/>
                      </a:lnTo>
                      <a:lnTo>
                        <a:pt x="69" y="70"/>
                      </a:lnTo>
                      <a:close/>
                      <a:moveTo>
                        <a:pt x="80" y="70"/>
                      </a:moveTo>
                      <a:lnTo>
                        <a:pt x="80" y="68"/>
                      </a:lnTo>
                      <a:lnTo>
                        <a:pt x="82" y="68"/>
                      </a:lnTo>
                      <a:lnTo>
                        <a:pt x="82" y="70"/>
                      </a:lnTo>
                      <a:lnTo>
                        <a:pt x="80" y="70"/>
                      </a:lnTo>
                      <a:close/>
                      <a:moveTo>
                        <a:pt x="71" y="68"/>
                      </a:moveTo>
                      <a:lnTo>
                        <a:pt x="73" y="68"/>
                      </a:lnTo>
                      <a:lnTo>
                        <a:pt x="73" y="70"/>
                      </a:lnTo>
                      <a:lnTo>
                        <a:pt x="71" y="70"/>
                      </a:lnTo>
                      <a:lnTo>
                        <a:pt x="73" y="70"/>
                      </a:lnTo>
                      <a:lnTo>
                        <a:pt x="71" y="71"/>
                      </a:lnTo>
                      <a:lnTo>
                        <a:pt x="71" y="70"/>
                      </a:lnTo>
                      <a:lnTo>
                        <a:pt x="71" y="68"/>
                      </a:lnTo>
                      <a:close/>
                      <a:moveTo>
                        <a:pt x="11" y="68"/>
                      </a:moveTo>
                      <a:lnTo>
                        <a:pt x="13" y="68"/>
                      </a:lnTo>
                      <a:lnTo>
                        <a:pt x="13" y="70"/>
                      </a:lnTo>
                      <a:lnTo>
                        <a:pt x="13" y="71"/>
                      </a:lnTo>
                      <a:lnTo>
                        <a:pt x="14" y="73"/>
                      </a:lnTo>
                      <a:lnTo>
                        <a:pt x="13" y="73"/>
                      </a:lnTo>
                      <a:lnTo>
                        <a:pt x="14" y="73"/>
                      </a:lnTo>
                      <a:lnTo>
                        <a:pt x="14" y="75"/>
                      </a:lnTo>
                      <a:lnTo>
                        <a:pt x="13" y="75"/>
                      </a:lnTo>
                      <a:lnTo>
                        <a:pt x="11" y="75"/>
                      </a:lnTo>
                      <a:lnTo>
                        <a:pt x="11" y="73"/>
                      </a:lnTo>
                      <a:lnTo>
                        <a:pt x="13" y="73"/>
                      </a:lnTo>
                      <a:lnTo>
                        <a:pt x="11" y="73"/>
                      </a:lnTo>
                      <a:lnTo>
                        <a:pt x="11" y="71"/>
                      </a:lnTo>
                      <a:lnTo>
                        <a:pt x="11" y="73"/>
                      </a:lnTo>
                      <a:lnTo>
                        <a:pt x="11" y="75"/>
                      </a:lnTo>
                      <a:lnTo>
                        <a:pt x="13" y="75"/>
                      </a:lnTo>
                      <a:lnTo>
                        <a:pt x="11" y="75"/>
                      </a:lnTo>
                      <a:lnTo>
                        <a:pt x="11" y="77"/>
                      </a:lnTo>
                      <a:lnTo>
                        <a:pt x="11" y="75"/>
                      </a:lnTo>
                      <a:lnTo>
                        <a:pt x="9" y="75"/>
                      </a:lnTo>
                      <a:lnTo>
                        <a:pt x="11" y="75"/>
                      </a:lnTo>
                      <a:lnTo>
                        <a:pt x="11" y="73"/>
                      </a:lnTo>
                      <a:lnTo>
                        <a:pt x="9" y="73"/>
                      </a:lnTo>
                      <a:lnTo>
                        <a:pt x="9" y="71"/>
                      </a:lnTo>
                      <a:lnTo>
                        <a:pt x="7" y="71"/>
                      </a:lnTo>
                      <a:lnTo>
                        <a:pt x="9" y="70"/>
                      </a:lnTo>
                      <a:lnTo>
                        <a:pt x="7" y="70"/>
                      </a:lnTo>
                      <a:lnTo>
                        <a:pt x="7" y="68"/>
                      </a:lnTo>
                      <a:lnTo>
                        <a:pt x="9" y="68"/>
                      </a:lnTo>
                      <a:lnTo>
                        <a:pt x="11" y="68"/>
                      </a:lnTo>
                      <a:close/>
                      <a:moveTo>
                        <a:pt x="58" y="68"/>
                      </a:moveTo>
                      <a:lnTo>
                        <a:pt x="56" y="68"/>
                      </a:lnTo>
                      <a:lnTo>
                        <a:pt x="58" y="68"/>
                      </a:lnTo>
                      <a:lnTo>
                        <a:pt x="58" y="70"/>
                      </a:lnTo>
                      <a:lnTo>
                        <a:pt x="58" y="68"/>
                      </a:lnTo>
                      <a:lnTo>
                        <a:pt x="56" y="68"/>
                      </a:lnTo>
                      <a:lnTo>
                        <a:pt x="58" y="70"/>
                      </a:lnTo>
                      <a:lnTo>
                        <a:pt x="58" y="71"/>
                      </a:lnTo>
                      <a:lnTo>
                        <a:pt x="58" y="70"/>
                      </a:lnTo>
                      <a:lnTo>
                        <a:pt x="56" y="70"/>
                      </a:lnTo>
                      <a:lnTo>
                        <a:pt x="56" y="68"/>
                      </a:lnTo>
                      <a:lnTo>
                        <a:pt x="58" y="68"/>
                      </a:lnTo>
                      <a:lnTo>
                        <a:pt x="58" y="66"/>
                      </a:lnTo>
                      <a:lnTo>
                        <a:pt x="58" y="68"/>
                      </a:lnTo>
                      <a:close/>
                      <a:moveTo>
                        <a:pt x="49" y="68"/>
                      </a:moveTo>
                      <a:lnTo>
                        <a:pt x="51" y="68"/>
                      </a:lnTo>
                      <a:lnTo>
                        <a:pt x="51" y="70"/>
                      </a:lnTo>
                      <a:lnTo>
                        <a:pt x="49" y="70"/>
                      </a:lnTo>
                      <a:lnTo>
                        <a:pt x="47" y="70"/>
                      </a:lnTo>
                      <a:lnTo>
                        <a:pt x="47" y="71"/>
                      </a:lnTo>
                      <a:lnTo>
                        <a:pt x="45" y="71"/>
                      </a:lnTo>
                      <a:lnTo>
                        <a:pt x="45" y="70"/>
                      </a:lnTo>
                      <a:lnTo>
                        <a:pt x="45" y="71"/>
                      </a:lnTo>
                      <a:lnTo>
                        <a:pt x="44" y="71"/>
                      </a:lnTo>
                      <a:lnTo>
                        <a:pt x="44" y="70"/>
                      </a:lnTo>
                      <a:lnTo>
                        <a:pt x="45" y="70"/>
                      </a:lnTo>
                      <a:lnTo>
                        <a:pt x="45" y="68"/>
                      </a:lnTo>
                      <a:lnTo>
                        <a:pt x="47" y="68"/>
                      </a:lnTo>
                      <a:lnTo>
                        <a:pt x="47" y="66"/>
                      </a:lnTo>
                      <a:lnTo>
                        <a:pt x="49" y="66"/>
                      </a:lnTo>
                      <a:lnTo>
                        <a:pt x="49" y="68"/>
                      </a:lnTo>
                      <a:close/>
                      <a:moveTo>
                        <a:pt x="67" y="66"/>
                      </a:moveTo>
                      <a:lnTo>
                        <a:pt x="66" y="66"/>
                      </a:lnTo>
                      <a:lnTo>
                        <a:pt x="67" y="66"/>
                      </a:lnTo>
                      <a:close/>
                      <a:moveTo>
                        <a:pt x="51" y="66"/>
                      </a:moveTo>
                      <a:lnTo>
                        <a:pt x="51" y="68"/>
                      </a:lnTo>
                      <a:lnTo>
                        <a:pt x="49" y="68"/>
                      </a:lnTo>
                      <a:lnTo>
                        <a:pt x="49" y="66"/>
                      </a:lnTo>
                      <a:lnTo>
                        <a:pt x="51" y="66"/>
                      </a:lnTo>
                      <a:close/>
                      <a:moveTo>
                        <a:pt x="77" y="66"/>
                      </a:moveTo>
                      <a:lnTo>
                        <a:pt x="77" y="68"/>
                      </a:lnTo>
                      <a:lnTo>
                        <a:pt x="77" y="66"/>
                      </a:lnTo>
                      <a:lnTo>
                        <a:pt x="77" y="68"/>
                      </a:lnTo>
                      <a:lnTo>
                        <a:pt x="75" y="68"/>
                      </a:lnTo>
                      <a:lnTo>
                        <a:pt x="77" y="66"/>
                      </a:lnTo>
                      <a:lnTo>
                        <a:pt x="75" y="66"/>
                      </a:lnTo>
                      <a:lnTo>
                        <a:pt x="77" y="66"/>
                      </a:lnTo>
                      <a:lnTo>
                        <a:pt x="78" y="66"/>
                      </a:lnTo>
                      <a:lnTo>
                        <a:pt x="77" y="66"/>
                      </a:lnTo>
                      <a:close/>
                      <a:moveTo>
                        <a:pt x="73" y="66"/>
                      </a:moveTo>
                      <a:lnTo>
                        <a:pt x="73" y="68"/>
                      </a:lnTo>
                      <a:lnTo>
                        <a:pt x="73" y="66"/>
                      </a:lnTo>
                      <a:close/>
                      <a:moveTo>
                        <a:pt x="78" y="66"/>
                      </a:moveTo>
                      <a:lnTo>
                        <a:pt x="77" y="66"/>
                      </a:lnTo>
                      <a:lnTo>
                        <a:pt x="78" y="66"/>
                      </a:lnTo>
                      <a:close/>
                      <a:moveTo>
                        <a:pt x="56" y="68"/>
                      </a:moveTo>
                      <a:lnTo>
                        <a:pt x="56" y="66"/>
                      </a:lnTo>
                      <a:lnTo>
                        <a:pt x="56" y="68"/>
                      </a:lnTo>
                      <a:close/>
                      <a:moveTo>
                        <a:pt x="56" y="66"/>
                      </a:moveTo>
                      <a:lnTo>
                        <a:pt x="56" y="64"/>
                      </a:lnTo>
                      <a:lnTo>
                        <a:pt x="56" y="66"/>
                      </a:lnTo>
                      <a:close/>
                      <a:moveTo>
                        <a:pt x="77" y="64"/>
                      </a:moveTo>
                      <a:lnTo>
                        <a:pt x="77" y="66"/>
                      </a:lnTo>
                      <a:lnTo>
                        <a:pt x="77" y="64"/>
                      </a:lnTo>
                      <a:lnTo>
                        <a:pt x="77" y="66"/>
                      </a:lnTo>
                      <a:lnTo>
                        <a:pt x="75" y="66"/>
                      </a:lnTo>
                      <a:lnTo>
                        <a:pt x="75" y="68"/>
                      </a:lnTo>
                      <a:lnTo>
                        <a:pt x="73" y="68"/>
                      </a:lnTo>
                      <a:lnTo>
                        <a:pt x="73" y="66"/>
                      </a:lnTo>
                      <a:lnTo>
                        <a:pt x="75" y="66"/>
                      </a:lnTo>
                      <a:lnTo>
                        <a:pt x="75" y="64"/>
                      </a:lnTo>
                      <a:lnTo>
                        <a:pt x="77" y="64"/>
                      </a:lnTo>
                      <a:close/>
                      <a:moveTo>
                        <a:pt x="58" y="64"/>
                      </a:moveTo>
                      <a:lnTo>
                        <a:pt x="58" y="66"/>
                      </a:lnTo>
                      <a:lnTo>
                        <a:pt x="58" y="64"/>
                      </a:lnTo>
                      <a:lnTo>
                        <a:pt x="58" y="66"/>
                      </a:lnTo>
                      <a:lnTo>
                        <a:pt x="56" y="66"/>
                      </a:lnTo>
                      <a:lnTo>
                        <a:pt x="56" y="64"/>
                      </a:lnTo>
                      <a:lnTo>
                        <a:pt x="58" y="64"/>
                      </a:lnTo>
                      <a:close/>
                      <a:moveTo>
                        <a:pt x="80" y="66"/>
                      </a:moveTo>
                      <a:lnTo>
                        <a:pt x="80" y="64"/>
                      </a:lnTo>
                      <a:lnTo>
                        <a:pt x="82" y="64"/>
                      </a:lnTo>
                      <a:lnTo>
                        <a:pt x="82" y="66"/>
                      </a:lnTo>
                      <a:lnTo>
                        <a:pt x="80" y="66"/>
                      </a:lnTo>
                      <a:close/>
                      <a:moveTo>
                        <a:pt x="16" y="64"/>
                      </a:moveTo>
                      <a:lnTo>
                        <a:pt x="16" y="66"/>
                      </a:lnTo>
                      <a:lnTo>
                        <a:pt x="16" y="68"/>
                      </a:lnTo>
                      <a:lnTo>
                        <a:pt x="16" y="70"/>
                      </a:lnTo>
                      <a:lnTo>
                        <a:pt x="14" y="70"/>
                      </a:lnTo>
                      <a:lnTo>
                        <a:pt x="16" y="70"/>
                      </a:lnTo>
                      <a:lnTo>
                        <a:pt x="14" y="70"/>
                      </a:lnTo>
                      <a:lnTo>
                        <a:pt x="14" y="68"/>
                      </a:lnTo>
                      <a:lnTo>
                        <a:pt x="14" y="66"/>
                      </a:lnTo>
                      <a:lnTo>
                        <a:pt x="14" y="64"/>
                      </a:lnTo>
                      <a:lnTo>
                        <a:pt x="16" y="64"/>
                      </a:lnTo>
                      <a:close/>
                      <a:moveTo>
                        <a:pt x="66" y="64"/>
                      </a:moveTo>
                      <a:lnTo>
                        <a:pt x="67" y="64"/>
                      </a:lnTo>
                      <a:lnTo>
                        <a:pt x="69" y="64"/>
                      </a:lnTo>
                      <a:lnTo>
                        <a:pt x="69" y="66"/>
                      </a:lnTo>
                      <a:lnTo>
                        <a:pt x="71" y="66"/>
                      </a:lnTo>
                      <a:lnTo>
                        <a:pt x="69" y="66"/>
                      </a:lnTo>
                      <a:lnTo>
                        <a:pt x="67" y="66"/>
                      </a:lnTo>
                      <a:lnTo>
                        <a:pt x="66" y="66"/>
                      </a:lnTo>
                      <a:lnTo>
                        <a:pt x="66" y="64"/>
                      </a:lnTo>
                      <a:lnTo>
                        <a:pt x="66" y="62"/>
                      </a:lnTo>
                      <a:lnTo>
                        <a:pt x="66" y="64"/>
                      </a:lnTo>
                      <a:close/>
                      <a:moveTo>
                        <a:pt x="80" y="64"/>
                      </a:moveTo>
                      <a:lnTo>
                        <a:pt x="80" y="62"/>
                      </a:lnTo>
                      <a:lnTo>
                        <a:pt x="80" y="64"/>
                      </a:lnTo>
                      <a:close/>
                      <a:moveTo>
                        <a:pt x="13" y="64"/>
                      </a:moveTo>
                      <a:lnTo>
                        <a:pt x="14" y="64"/>
                      </a:lnTo>
                      <a:lnTo>
                        <a:pt x="14" y="66"/>
                      </a:lnTo>
                      <a:lnTo>
                        <a:pt x="13" y="66"/>
                      </a:lnTo>
                      <a:lnTo>
                        <a:pt x="13" y="64"/>
                      </a:lnTo>
                      <a:lnTo>
                        <a:pt x="11" y="64"/>
                      </a:lnTo>
                      <a:lnTo>
                        <a:pt x="11" y="62"/>
                      </a:lnTo>
                      <a:lnTo>
                        <a:pt x="13" y="62"/>
                      </a:lnTo>
                      <a:lnTo>
                        <a:pt x="13" y="64"/>
                      </a:lnTo>
                      <a:close/>
                      <a:moveTo>
                        <a:pt x="55" y="62"/>
                      </a:moveTo>
                      <a:lnTo>
                        <a:pt x="56" y="64"/>
                      </a:lnTo>
                      <a:lnTo>
                        <a:pt x="55" y="64"/>
                      </a:lnTo>
                      <a:lnTo>
                        <a:pt x="56" y="64"/>
                      </a:lnTo>
                      <a:lnTo>
                        <a:pt x="55" y="64"/>
                      </a:lnTo>
                      <a:lnTo>
                        <a:pt x="56" y="64"/>
                      </a:lnTo>
                      <a:lnTo>
                        <a:pt x="55" y="64"/>
                      </a:lnTo>
                      <a:lnTo>
                        <a:pt x="55" y="62"/>
                      </a:lnTo>
                      <a:close/>
                      <a:moveTo>
                        <a:pt x="87" y="62"/>
                      </a:moveTo>
                      <a:lnTo>
                        <a:pt x="87" y="64"/>
                      </a:lnTo>
                      <a:lnTo>
                        <a:pt x="89" y="64"/>
                      </a:lnTo>
                      <a:lnTo>
                        <a:pt x="89" y="66"/>
                      </a:lnTo>
                      <a:lnTo>
                        <a:pt x="91" y="66"/>
                      </a:lnTo>
                      <a:lnTo>
                        <a:pt x="91" y="68"/>
                      </a:lnTo>
                      <a:lnTo>
                        <a:pt x="91" y="70"/>
                      </a:lnTo>
                      <a:lnTo>
                        <a:pt x="89" y="70"/>
                      </a:lnTo>
                      <a:lnTo>
                        <a:pt x="87" y="70"/>
                      </a:lnTo>
                      <a:lnTo>
                        <a:pt x="87" y="68"/>
                      </a:lnTo>
                      <a:lnTo>
                        <a:pt x="86" y="68"/>
                      </a:lnTo>
                      <a:lnTo>
                        <a:pt x="86" y="66"/>
                      </a:lnTo>
                      <a:lnTo>
                        <a:pt x="86" y="64"/>
                      </a:lnTo>
                      <a:lnTo>
                        <a:pt x="86" y="62"/>
                      </a:lnTo>
                      <a:lnTo>
                        <a:pt x="87" y="62"/>
                      </a:lnTo>
                      <a:close/>
                      <a:moveTo>
                        <a:pt x="80" y="62"/>
                      </a:moveTo>
                      <a:lnTo>
                        <a:pt x="80" y="64"/>
                      </a:lnTo>
                      <a:lnTo>
                        <a:pt x="80" y="62"/>
                      </a:lnTo>
                      <a:close/>
                      <a:moveTo>
                        <a:pt x="13" y="64"/>
                      </a:moveTo>
                      <a:lnTo>
                        <a:pt x="13" y="62"/>
                      </a:lnTo>
                      <a:lnTo>
                        <a:pt x="14" y="62"/>
                      </a:lnTo>
                      <a:lnTo>
                        <a:pt x="14" y="60"/>
                      </a:lnTo>
                      <a:lnTo>
                        <a:pt x="14" y="62"/>
                      </a:lnTo>
                      <a:lnTo>
                        <a:pt x="14" y="64"/>
                      </a:lnTo>
                      <a:lnTo>
                        <a:pt x="13" y="64"/>
                      </a:lnTo>
                      <a:close/>
                      <a:moveTo>
                        <a:pt x="55" y="60"/>
                      </a:moveTo>
                      <a:lnTo>
                        <a:pt x="55" y="62"/>
                      </a:lnTo>
                      <a:lnTo>
                        <a:pt x="53" y="62"/>
                      </a:lnTo>
                      <a:lnTo>
                        <a:pt x="53" y="60"/>
                      </a:lnTo>
                      <a:lnTo>
                        <a:pt x="53" y="62"/>
                      </a:lnTo>
                      <a:lnTo>
                        <a:pt x="53" y="60"/>
                      </a:lnTo>
                      <a:lnTo>
                        <a:pt x="55" y="60"/>
                      </a:lnTo>
                      <a:close/>
                      <a:moveTo>
                        <a:pt x="66" y="62"/>
                      </a:moveTo>
                      <a:lnTo>
                        <a:pt x="64" y="62"/>
                      </a:lnTo>
                      <a:lnTo>
                        <a:pt x="64" y="60"/>
                      </a:lnTo>
                      <a:lnTo>
                        <a:pt x="64" y="62"/>
                      </a:lnTo>
                      <a:lnTo>
                        <a:pt x="66" y="62"/>
                      </a:lnTo>
                      <a:close/>
                      <a:moveTo>
                        <a:pt x="16" y="60"/>
                      </a:moveTo>
                      <a:lnTo>
                        <a:pt x="18" y="62"/>
                      </a:lnTo>
                      <a:lnTo>
                        <a:pt x="18" y="64"/>
                      </a:lnTo>
                      <a:lnTo>
                        <a:pt x="16" y="64"/>
                      </a:lnTo>
                      <a:lnTo>
                        <a:pt x="14" y="64"/>
                      </a:lnTo>
                      <a:lnTo>
                        <a:pt x="14" y="66"/>
                      </a:lnTo>
                      <a:lnTo>
                        <a:pt x="14" y="64"/>
                      </a:lnTo>
                      <a:lnTo>
                        <a:pt x="14" y="62"/>
                      </a:lnTo>
                      <a:lnTo>
                        <a:pt x="16" y="62"/>
                      </a:lnTo>
                      <a:lnTo>
                        <a:pt x="16" y="60"/>
                      </a:lnTo>
                      <a:close/>
                      <a:moveTo>
                        <a:pt x="62" y="62"/>
                      </a:moveTo>
                      <a:lnTo>
                        <a:pt x="62" y="60"/>
                      </a:lnTo>
                      <a:lnTo>
                        <a:pt x="62" y="62"/>
                      </a:lnTo>
                      <a:close/>
                      <a:moveTo>
                        <a:pt x="55" y="60"/>
                      </a:moveTo>
                      <a:lnTo>
                        <a:pt x="53" y="60"/>
                      </a:lnTo>
                      <a:lnTo>
                        <a:pt x="55" y="60"/>
                      </a:lnTo>
                      <a:lnTo>
                        <a:pt x="53" y="60"/>
                      </a:lnTo>
                      <a:lnTo>
                        <a:pt x="55" y="60"/>
                      </a:lnTo>
                      <a:close/>
                      <a:moveTo>
                        <a:pt x="53" y="60"/>
                      </a:moveTo>
                      <a:lnTo>
                        <a:pt x="53" y="62"/>
                      </a:lnTo>
                      <a:lnTo>
                        <a:pt x="53" y="64"/>
                      </a:lnTo>
                      <a:lnTo>
                        <a:pt x="53" y="62"/>
                      </a:lnTo>
                      <a:lnTo>
                        <a:pt x="51" y="64"/>
                      </a:lnTo>
                      <a:lnTo>
                        <a:pt x="51" y="66"/>
                      </a:lnTo>
                      <a:lnTo>
                        <a:pt x="49" y="66"/>
                      </a:lnTo>
                      <a:lnTo>
                        <a:pt x="49" y="64"/>
                      </a:lnTo>
                      <a:lnTo>
                        <a:pt x="49" y="66"/>
                      </a:lnTo>
                      <a:lnTo>
                        <a:pt x="47" y="66"/>
                      </a:lnTo>
                      <a:lnTo>
                        <a:pt x="47" y="64"/>
                      </a:lnTo>
                      <a:lnTo>
                        <a:pt x="47" y="62"/>
                      </a:lnTo>
                      <a:lnTo>
                        <a:pt x="49" y="62"/>
                      </a:lnTo>
                      <a:lnTo>
                        <a:pt x="49" y="64"/>
                      </a:lnTo>
                      <a:lnTo>
                        <a:pt x="49" y="62"/>
                      </a:lnTo>
                      <a:lnTo>
                        <a:pt x="51" y="62"/>
                      </a:lnTo>
                      <a:lnTo>
                        <a:pt x="51" y="60"/>
                      </a:lnTo>
                      <a:lnTo>
                        <a:pt x="53" y="60"/>
                      </a:lnTo>
                      <a:lnTo>
                        <a:pt x="53" y="59"/>
                      </a:lnTo>
                      <a:lnTo>
                        <a:pt x="53" y="60"/>
                      </a:lnTo>
                      <a:close/>
                      <a:moveTo>
                        <a:pt x="55" y="59"/>
                      </a:moveTo>
                      <a:lnTo>
                        <a:pt x="55" y="60"/>
                      </a:lnTo>
                      <a:lnTo>
                        <a:pt x="55" y="59"/>
                      </a:lnTo>
                      <a:lnTo>
                        <a:pt x="55" y="60"/>
                      </a:lnTo>
                      <a:lnTo>
                        <a:pt x="55" y="59"/>
                      </a:lnTo>
                      <a:lnTo>
                        <a:pt x="55" y="60"/>
                      </a:lnTo>
                      <a:lnTo>
                        <a:pt x="55" y="59"/>
                      </a:lnTo>
                      <a:lnTo>
                        <a:pt x="55" y="60"/>
                      </a:lnTo>
                      <a:lnTo>
                        <a:pt x="55" y="59"/>
                      </a:lnTo>
                      <a:lnTo>
                        <a:pt x="55" y="60"/>
                      </a:lnTo>
                      <a:lnTo>
                        <a:pt x="53" y="60"/>
                      </a:lnTo>
                      <a:lnTo>
                        <a:pt x="53" y="59"/>
                      </a:lnTo>
                      <a:lnTo>
                        <a:pt x="53" y="60"/>
                      </a:lnTo>
                      <a:lnTo>
                        <a:pt x="55" y="59"/>
                      </a:lnTo>
                      <a:lnTo>
                        <a:pt x="53" y="59"/>
                      </a:lnTo>
                      <a:lnTo>
                        <a:pt x="55" y="59"/>
                      </a:lnTo>
                      <a:close/>
                      <a:moveTo>
                        <a:pt x="62" y="59"/>
                      </a:moveTo>
                      <a:lnTo>
                        <a:pt x="62" y="60"/>
                      </a:lnTo>
                      <a:lnTo>
                        <a:pt x="62" y="59"/>
                      </a:lnTo>
                      <a:close/>
                      <a:moveTo>
                        <a:pt x="62" y="59"/>
                      </a:moveTo>
                      <a:lnTo>
                        <a:pt x="64" y="60"/>
                      </a:lnTo>
                      <a:lnTo>
                        <a:pt x="62" y="60"/>
                      </a:lnTo>
                      <a:lnTo>
                        <a:pt x="62" y="59"/>
                      </a:lnTo>
                      <a:lnTo>
                        <a:pt x="62" y="60"/>
                      </a:lnTo>
                      <a:lnTo>
                        <a:pt x="62" y="59"/>
                      </a:lnTo>
                      <a:close/>
                      <a:moveTo>
                        <a:pt x="56" y="59"/>
                      </a:moveTo>
                      <a:lnTo>
                        <a:pt x="56" y="60"/>
                      </a:lnTo>
                      <a:lnTo>
                        <a:pt x="56" y="62"/>
                      </a:lnTo>
                      <a:lnTo>
                        <a:pt x="56" y="64"/>
                      </a:lnTo>
                      <a:lnTo>
                        <a:pt x="56" y="62"/>
                      </a:lnTo>
                      <a:lnTo>
                        <a:pt x="55" y="62"/>
                      </a:lnTo>
                      <a:lnTo>
                        <a:pt x="55" y="60"/>
                      </a:lnTo>
                      <a:lnTo>
                        <a:pt x="56" y="60"/>
                      </a:lnTo>
                      <a:lnTo>
                        <a:pt x="55" y="59"/>
                      </a:lnTo>
                      <a:lnTo>
                        <a:pt x="56" y="59"/>
                      </a:lnTo>
                      <a:close/>
                      <a:moveTo>
                        <a:pt x="82" y="59"/>
                      </a:moveTo>
                      <a:lnTo>
                        <a:pt x="84" y="59"/>
                      </a:lnTo>
                      <a:lnTo>
                        <a:pt x="84" y="60"/>
                      </a:lnTo>
                      <a:lnTo>
                        <a:pt x="86" y="60"/>
                      </a:lnTo>
                      <a:lnTo>
                        <a:pt x="86" y="62"/>
                      </a:lnTo>
                      <a:lnTo>
                        <a:pt x="84" y="62"/>
                      </a:lnTo>
                      <a:lnTo>
                        <a:pt x="82" y="62"/>
                      </a:lnTo>
                      <a:lnTo>
                        <a:pt x="82" y="60"/>
                      </a:lnTo>
                      <a:lnTo>
                        <a:pt x="82" y="59"/>
                      </a:lnTo>
                      <a:close/>
                      <a:moveTo>
                        <a:pt x="62" y="59"/>
                      </a:moveTo>
                      <a:lnTo>
                        <a:pt x="60" y="59"/>
                      </a:lnTo>
                      <a:lnTo>
                        <a:pt x="60" y="60"/>
                      </a:lnTo>
                      <a:lnTo>
                        <a:pt x="60" y="59"/>
                      </a:lnTo>
                      <a:lnTo>
                        <a:pt x="62" y="59"/>
                      </a:lnTo>
                      <a:close/>
                      <a:moveTo>
                        <a:pt x="62" y="59"/>
                      </a:moveTo>
                      <a:lnTo>
                        <a:pt x="60" y="59"/>
                      </a:lnTo>
                      <a:lnTo>
                        <a:pt x="58" y="59"/>
                      </a:lnTo>
                      <a:lnTo>
                        <a:pt x="60" y="59"/>
                      </a:lnTo>
                      <a:lnTo>
                        <a:pt x="60" y="57"/>
                      </a:lnTo>
                      <a:lnTo>
                        <a:pt x="62" y="59"/>
                      </a:lnTo>
                      <a:close/>
                      <a:moveTo>
                        <a:pt x="16" y="57"/>
                      </a:moveTo>
                      <a:lnTo>
                        <a:pt x="18" y="57"/>
                      </a:lnTo>
                      <a:lnTo>
                        <a:pt x="18" y="59"/>
                      </a:lnTo>
                      <a:lnTo>
                        <a:pt x="18" y="60"/>
                      </a:lnTo>
                      <a:lnTo>
                        <a:pt x="18" y="62"/>
                      </a:lnTo>
                      <a:lnTo>
                        <a:pt x="16" y="60"/>
                      </a:lnTo>
                      <a:lnTo>
                        <a:pt x="16" y="62"/>
                      </a:lnTo>
                      <a:lnTo>
                        <a:pt x="14" y="62"/>
                      </a:lnTo>
                      <a:lnTo>
                        <a:pt x="14" y="64"/>
                      </a:lnTo>
                      <a:lnTo>
                        <a:pt x="14" y="62"/>
                      </a:lnTo>
                      <a:lnTo>
                        <a:pt x="14" y="60"/>
                      </a:lnTo>
                      <a:lnTo>
                        <a:pt x="14" y="59"/>
                      </a:lnTo>
                      <a:lnTo>
                        <a:pt x="16" y="59"/>
                      </a:lnTo>
                      <a:lnTo>
                        <a:pt x="16" y="57"/>
                      </a:lnTo>
                      <a:close/>
                      <a:moveTo>
                        <a:pt x="53" y="57"/>
                      </a:moveTo>
                      <a:lnTo>
                        <a:pt x="51" y="57"/>
                      </a:lnTo>
                      <a:lnTo>
                        <a:pt x="53" y="57"/>
                      </a:lnTo>
                      <a:close/>
                      <a:moveTo>
                        <a:pt x="60" y="55"/>
                      </a:moveTo>
                      <a:lnTo>
                        <a:pt x="60" y="57"/>
                      </a:lnTo>
                      <a:lnTo>
                        <a:pt x="58" y="57"/>
                      </a:lnTo>
                      <a:lnTo>
                        <a:pt x="60" y="57"/>
                      </a:lnTo>
                      <a:lnTo>
                        <a:pt x="58" y="57"/>
                      </a:lnTo>
                      <a:lnTo>
                        <a:pt x="58" y="55"/>
                      </a:lnTo>
                      <a:lnTo>
                        <a:pt x="60" y="55"/>
                      </a:lnTo>
                      <a:close/>
                      <a:moveTo>
                        <a:pt x="86" y="57"/>
                      </a:moveTo>
                      <a:lnTo>
                        <a:pt x="86" y="55"/>
                      </a:lnTo>
                      <a:lnTo>
                        <a:pt x="86" y="57"/>
                      </a:lnTo>
                      <a:close/>
                      <a:moveTo>
                        <a:pt x="60" y="55"/>
                      </a:moveTo>
                      <a:lnTo>
                        <a:pt x="58" y="55"/>
                      </a:lnTo>
                      <a:lnTo>
                        <a:pt x="60" y="55"/>
                      </a:lnTo>
                      <a:close/>
                      <a:moveTo>
                        <a:pt x="53" y="55"/>
                      </a:moveTo>
                      <a:lnTo>
                        <a:pt x="53" y="53"/>
                      </a:lnTo>
                      <a:lnTo>
                        <a:pt x="53" y="55"/>
                      </a:lnTo>
                      <a:close/>
                      <a:moveTo>
                        <a:pt x="47" y="55"/>
                      </a:moveTo>
                      <a:lnTo>
                        <a:pt x="47" y="53"/>
                      </a:lnTo>
                      <a:lnTo>
                        <a:pt x="47" y="55"/>
                      </a:lnTo>
                      <a:close/>
                      <a:moveTo>
                        <a:pt x="47" y="53"/>
                      </a:moveTo>
                      <a:lnTo>
                        <a:pt x="47" y="55"/>
                      </a:lnTo>
                      <a:lnTo>
                        <a:pt x="45" y="55"/>
                      </a:lnTo>
                      <a:lnTo>
                        <a:pt x="44" y="55"/>
                      </a:lnTo>
                      <a:lnTo>
                        <a:pt x="45" y="55"/>
                      </a:lnTo>
                      <a:lnTo>
                        <a:pt x="45" y="53"/>
                      </a:lnTo>
                      <a:lnTo>
                        <a:pt x="47" y="53"/>
                      </a:lnTo>
                      <a:close/>
                      <a:moveTo>
                        <a:pt x="62" y="55"/>
                      </a:moveTo>
                      <a:lnTo>
                        <a:pt x="62" y="53"/>
                      </a:lnTo>
                      <a:lnTo>
                        <a:pt x="62" y="55"/>
                      </a:lnTo>
                      <a:close/>
                      <a:moveTo>
                        <a:pt x="56" y="53"/>
                      </a:moveTo>
                      <a:lnTo>
                        <a:pt x="56" y="51"/>
                      </a:lnTo>
                      <a:lnTo>
                        <a:pt x="56" y="53"/>
                      </a:lnTo>
                      <a:close/>
                      <a:moveTo>
                        <a:pt x="56" y="51"/>
                      </a:moveTo>
                      <a:lnTo>
                        <a:pt x="56" y="53"/>
                      </a:lnTo>
                      <a:lnTo>
                        <a:pt x="55" y="53"/>
                      </a:lnTo>
                      <a:lnTo>
                        <a:pt x="56" y="53"/>
                      </a:lnTo>
                      <a:lnTo>
                        <a:pt x="55" y="53"/>
                      </a:lnTo>
                      <a:lnTo>
                        <a:pt x="55" y="51"/>
                      </a:lnTo>
                      <a:lnTo>
                        <a:pt x="56" y="51"/>
                      </a:lnTo>
                      <a:close/>
                      <a:moveTo>
                        <a:pt x="56" y="51"/>
                      </a:moveTo>
                      <a:lnTo>
                        <a:pt x="55" y="51"/>
                      </a:lnTo>
                      <a:lnTo>
                        <a:pt x="55" y="53"/>
                      </a:lnTo>
                      <a:lnTo>
                        <a:pt x="55" y="51"/>
                      </a:lnTo>
                      <a:lnTo>
                        <a:pt x="56" y="51"/>
                      </a:lnTo>
                      <a:close/>
                      <a:moveTo>
                        <a:pt x="58" y="49"/>
                      </a:moveTo>
                      <a:lnTo>
                        <a:pt x="56" y="49"/>
                      </a:lnTo>
                      <a:lnTo>
                        <a:pt x="58" y="49"/>
                      </a:lnTo>
                      <a:close/>
                      <a:moveTo>
                        <a:pt x="47" y="49"/>
                      </a:moveTo>
                      <a:lnTo>
                        <a:pt x="49" y="49"/>
                      </a:lnTo>
                      <a:lnTo>
                        <a:pt x="49" y="51"/>
                      </a:lnTo>
                      <a:lnTo>
                        <a:pt x="47" y="51"/>
                      </a:lnTo>
                      <a:lnTo>
                        <a:pt x="49" y="51"/>
                      </a:lnTo>
                      <a:lnTo>
                        <a:pt x="47" y="51"/>
                      </a:lnTo>
                      <a:lnTo>
                        <a:pt x="47" y="49"/>
                      </a:lnTo>
                      <a:lnTo>
                        <a:pt x="45" y="49"/>
                      </a:lnTo>
                      <a:lnTo>
                        <a:pt x="47" y="49"/>
                      </a:lnTo>
                      <a:close/>
                      <a:moveTo>
                        <a:pt x="55" y="51"/>
                      </a:moveTo>
                      <a:lnTo>
                        <a:pt x="53" y="53"/>
                      </a:lnTo>
                      <a:lnTo>
                        <a:pt x="51" y="51"/>
                      </a:lnTo>
                      <a:lnTo>
                        <a:pt x="51" y="53"/>
                      </a:lnTo>
                      <a:lnTo>
                        <a:pt x="51" y="55"/>
                      </a:lnTo>
                      <a:lnTo>
                        <a:pt x="49" y="55"/>
                      </a:lnTo>
                      <a:lnTo>
                        <a:pt x="49" y="53"/>
                      </a:lnTo>
                      <a:lnTo>
                        <a:pt x="49" y="51"/>
                      </a:lnTo>
                      <a:lnTo>
                        <a:pt x="51" y="51"/>
                      </a:lnTo>
                      <a:lnTo>
                        <a:pt x="51" y="49"/>
                      </a:lnTo>
                      <a:lnTo>
                        <a:pt x="53" y="49"/>
                      </a:lnTo>
                      <a:lnTo>
                        <a:pt x="53" y="51"/>
                      </a:lnTo>
                      <a:lnTo>
                        <a:pt x="55" y="51"/>
                      </a:lnTo>
                      <a:close/>
                      <a:moveTo>
                        <a:pt x="60" y="49"/>
                      </a:moveTo>
                      <a:lnTo>
                        <a:pt x="60" y="51"/>
                      </a:lnTo>
                      <a:lnTo>
                        <a:pt x="60" y="49"/>
                      </a:lnTo>
                      <a:lnTo>
                        <a:pt x="60" y="51"/>
                      </a:lnTo>
                      <a:lnTo>
                        <a:pt x="62" y="51"/>
                      </a:lnTo>
                      <a:lnTo>
                        <a:pt x="62" y="53"/>
                      </a:lnTo>
                      <a:lnTo>
                        <a:pt x="60" y="53"/>
                      </a:lnTo>
                      <a:lnTo>
                        <a:pt x="60" y="51"/>
                      </a:lnTo>
                      <a:lnTo>
                        <a:pt x="60" y="53"/>
                      </a:lnTo>
                      <a:lnTo>
                        <a:pt x="60" y="51"/>
                      </a:lnTo>
                      <a:lnTo>
                        <a:pt x="58" y="49"/>
                      </a:lnTo>
                      <a:lnTo>
                        <a:pt x="60" y="51"/>
                      </a:lnTo>
                      <a:lnTo>
                        <a:pt x="58" y="49"/>
                      </a:lnTo>
                      <a:lnTo>
                        <a:pt x="60" y="49"/>
                      </a:lnTo>
                      <a:close/>
                      <a:moveTo>
                        <a:pt x="51" y="49"/>
                      </a:moveTo>
                      <a:lnTo>
                        <a:pt x="51" y="51"/>
                      </a:lnTo>
                      <a:lnTo>
                        <a:pt x="49" y="51"/>
                      </a:lnTo>
                      <a:lnTo>
                        <a:pt x="49" y="53"/>
                      </a:lnTo>
                      <a:lnTo>
                        <a:pt x="49" y="55"/>
                      </a:lnTo>
                      <a:lnTo>
                        <a:pt x="51" y="55"/>
                      </a:lnTo>
                      <a:lnTo>
                        <a:pt x="51" y="57"/>
                      </a:lnTo>
                      <a:lnTo>
                        <a:pt x="49" y="57"/>
                      </a:lnTo>
                      <a:lnTo>
                        <a:pt x="49" y="55"/>
                      </a:lnTo>
                      <a:lnTo>
                        <a:pt x="47" y="55"/>
                      </a:lnTo>
                      <a:lnTo>
                        <a:pt x="49" y="55"/>
                      </a:lnTo>
                      <a:lnTo>
                        <a:pt x="47" y="55"/>
                      </a:lnTo>
                      <a:lnTo>
                        <a:pt x="47" y="53"/>
                      </a:lnTo>
                      <a:lnTo>
                        <a:pt x="47" y="51"/>
                      </a:lnTo>
                      <a:lnTo>
                        <a:pt x="49" y="51"/>
                      </a:lnTo>
                      <a:lnTo>
                        <a:pt x="49" y="49"/>
                      </a:lnTo>
                      <a:lnTo>
                        <a:pt x="47" y="49"/>
                      </a:lnTo>
                      <a:lnTo>
                        <a:pt x="47" y="48"/>
                      </a:lnTo>
                      <a:lnTo>
                        <a:pt x="49" y="48"/>
                      </a:lnTo>
                      <a:lnTo>
                        <a:pt x="49" y="49"/>
                      </a:lnTo>
                      <a:lnTo>
                        <a:pt x="51" y="49"/>
                      </a:lnTo>
                      <a:close/>
                      <a:moveTo>
                        <a:pt x="55" y="48"/>
                      </a:moveTo>
                      <a:lnTo>
                        <a:pt x="55" y="49"/>
                      </a:lnTo>
                      <a:lnTo>
                        <a:pt x="56" y="49"/>
                      </a:lnTo>
                      <a:lnTo>
                        <a:pt x="56" y="51"/>
                      </a:lnTo>
                      <a:lnTo>
                        <a:pt x="55" y="51"/>
                      </a:lnTo>
                      <a:lnTo>
                        <a:pt x="53" y="51"/>
                      </a:lnTo>
                      <a:lnTo>
                        <a:pt x="53" y="49"/>
                      </a:lnTo>
                      <a:lnTo>
                        <a:pt x="51" y="49"/>
                      </a:lnTo>
                      <a:lnTo>
                        <a:pt x="49" y="48"/>
                      </a:lnTo>
                      <a:lnTo>
                        <a:pt x="51" y="48"/>
                      </a:lnTo>
                      <a:lnTo>
                        <a:pt x="53" y="48"/>
                      </a:lnTo>
                      <a:lnTo>
                        <a:pt x="55" y="48"/>
                      </a:lnTo>
                      <a:close/>
                      <a:moveTo>
                        <a:pt x="53" y="48"/>
                      </a:moveTo>
                      <a:lnTo>
                        <a:pt x="55" y="48"/>
                      </a:lnTo>
                      <a:lnTo>
                        <a:pt x="53" y="48"/>
                      </a:lnTo>
                      <a:close/>
                      <a:moveTo>
                        <a:pt x="56" y="48"/>
                      </a:moveTo>
                      <a:lnTo>
                        <a:pt x="55" y="48"/>
                      </a:lnTo>
                      <a:lnTo>
                        <a:pt x="55" y="46"/>
                      </a:lnTo>
                      <a:lnTo>
                        <a:pt x="56" y="46"/>
                      </a:lnTo>
                      <a:lnTo>
                        <a:pt x="56" y="48"/>
                      </a:lnTo>
                      <a:close/>
                      <a:moveTo>
                        <a:pt x="56" y="48"/>
                      </a:moveTo>
                      <a:lnTo>
                        <a:pt x="56" y="46"/>
                      </a:lnTo>
                      <a:lnTo>
                        <a:pt x="56" y="48"/>
                      </a:lnTo>
                      <a:close/>
                      <a:moveTo>
                        <a:pt x="56" y="44"/>
                      </a:moveTo>
                      <a:lnTo>
                        <a:pt x="56" y="46"/>
                      </a:lnTo>
                      <a:lnTo>
                        <a:pt x="55" y="46"/>
                      </a:lnTo>
                      <a:lnTo>
                        <a:pt x="56" y="46"/>
                      </a:lnTo>
                      <a:lnTo>
                        <a:pt x="55" y="46"/>
                      </a:lnTo>
                      <a:lnTo>
                        <a:pt x="56" y="44"/>
                      </a:lnTo>
                      <a:close/>
                      <a:moveTo>
                        <a:pt x="58" y="44"/>
                      </a:moveTo>
                      <a:lnTo>
                        <a:pt x="58" y="42"/>
                      </a:lnTo>
                      <a:lnTo>
                        <a:pt x="58" y="44"/>
                      </a:lnTo>
                      <a:close/>
                      <a:moveTo>
                        <a:pt x="40" y="38"/>
                      </a:moveTo>
                      <a:lnTo>
                        <a:pt x="42" y="38"/>
                      </a:lnTo>
                      <a:lnTo>
                        <a:pt x="42" y="40"/>
                      </a:lnTo>
                      <a:lnTo>
                        <a:pt x="42" y="38"/>
                      </a:lnTo>
                      <a:lnTo>
                        <a:pt x="40" y="40"/>
                      </a:lnTo>
                      <a:lnTo>
                        <a:pt x="40" y="38"/>
                      </a:lnTo>
                      <a:close/>
                      <a:moveTo>
                        <a:pt x="55" y="38"/>
                      </a:moveTo>
                      <a:lnTo>
                        <a:pt x="56" y="38"/>
                      </a:lnTo>
                      <a:lnTo>
                        <a:pt x="56" y="40"/>
                      </a:lnTo>
                      <a:lnTo>
                        <a:pt x="56" y="42"/>
                      </a:lnTo>
                      <a:lnTo>
                        <a:pt x="55" y="42"/>
                      </a:lnTo>
                      <a:lnTo>
                        <a:pt x="55" y="40"/>
                      </a:lnTo>
                      <a:lnTo>
                        <a:pt x="55" y="38"/>
                      </a:lnTo>
                      <a:close/>
                      <a:moveTo>
                        <a:pt x="58" y="38"/>
                      </a:moveTo>
                      <a:lnTo>
                        <a:pt x="56" y="38"/>
                      </a:lnTo>
                      <a:lnTo>
                        <a:pt x="56" y="37"/>
                      </a:lnTo>
                      <a:lnTo>
                        <a:pt x="58" y="38"/>
                      </a:lnTo>
                      <a:close/>
                      <a:moveTo>
                        <a:pt x="58" y="37"/>
                      </a:moveTo>
                      <a:lnTo>
                        <a:pt x="56" y="37"/>
                      </a:lnTo>
                      <a:lnTo>
                        <a:pt x="56" y="35"/>
                      </a:lnTo>
                      <a:lnTo>
                        <a:pt x="56" y="37"/>
                      </a:lnTo>
                      <a:lnTo>
                        <a:pt x="58" y="37"/>
                      </a:lnTo>
                      <a:close/>
                      <a:moveTo>
                        <a:pt x="56" y="35"/>
                      </a:moveTo>
                      <a:lnTo>
                        <a:pt x="56" y="37"/>
                      </a:lnTo>
                      <a:lnTo>
                        <a:pt x="55" y="37"/>
                      </a:lnTo>
                      <a:lnTo>
                        <a:pt x="55" y="35"/>
                      </a:lnTo>
                      <a:lnTo>
                        <a:pt x="56" y="35"/>
                      </a:lnTo>
                      <a:close/>
                      <a:moveTo>
                        <a:pt x="49" y="35"/>
                      </a:moveTo>
                      <a:lnTo>
                        <a:pt x="51" y="35"/>
                      </a:lnTo>
                      <a:lnTo>
                        <a:pt x="51" y="37"/>
                      </a:lnTo>
                      <a:lnTo>
                        <a:pt x="49" y="35"/>
                      </a:lnTo>
                      <a:close/>
                      <a:moveTo>
                        <a:pt x="53" y="33"/>
                      </a:moveTo>
                      <a:lnTo>
                        <a:pt x="51" y="33"/>
                      </a:lnTo>
                      <a:lnTo>
                        <a:pt x="53" y="33"/>
                      </a:lnTo>
                      <a:close/>
                      <a:moveTo>
                        <a:pt x="42" y="33"/>
                      </a:moveTo>
                      <a:lnTo>
                        <a:pt x="44" y="33"/>
                      </a:lnTo>
                      <a:lnTo>
                        <a:pt x="42" y="33"/>
                      </a:lnTo>
                      <a:close/>
                      <a:moveTo>
                        <a:pt x="51" y="33"/>
                      </a:moveTo>
                      <a:lnTo>
                        <a:pt x="53" y="33"/>
                      </a:lnTo>
                      <a:lnTo>
                        <a:pt x="51" y="33"/>
                      </a:lnTo>
                      <a:close/>
                      <a:moveTo>
                        <a:pt x="47" y="33"/>
                      </a:moveTo>
                      <a:lnTo>
                        <a:pt x="49" y="33"/>
                      </a:lnTo>
                      <a:lnTo>
                        <a:pt x="47" y="33"/>
                      </a:lnTo>
                      <a:lnTo>
                        <a:pt x="49" y="33"/>
                      </a:lnTo>
                      <a:lnTo>
                        <a:pt x="49" y="35"/>
                      </a:lnTo>
                      <a:lnTo>
                        <a:pt x="47" y="35"/>
                      </a:lnTo>
                      <a:lnTo>
                        <a:pt x="47" y="33"/>
                      </a:lnTo>
                      <a:lnTo>
                        <a:pt x="45" y="33"/>
                      </a:lnTo>
                      <a:lnTo>
                        <a:pt x="47" y="33"/>
                      </a:lnTo>
                      <a:close/>
                      <a:moveTo>
                        <a:pt x="40" y="31"/>
                      </a:moveTo>
                      <a:lnTo>
                        <a:pt x="40" y="33"/>
                      </a:lnTo>
                      <a:lnTo>
                        <a:pt x="42" y="33"/>
                      </a:lnTo>
                      <a:lnTo>
                        <a:pt x="40" y="33"/>
                      </a:lnTo>
                      <a:lnTo>
                        <a:pt x="42" y="33"/>
                      </a:lnTo>
                      <a:lnTo>
                        <a:pt x="40" y="33"/>
                      </a:lnTo>
                      <a:lnTo>
                        <a:pt x="38" y="33"/>
                      </a:lnTo>
                      <a:lnTo>
                        <a:pt x="38" y="31"/>
                      </a:lnTo>
                      <a:lnTo>
                        <a:pt x="40" y="31"/>
                      </a:lnTo>
                      <a:close/>
                      <a:moveTo>
                        <a:pt x="58" y="31"/>
                      </a:moveTo>
                      <a:lnTo>
                        <a:pt x="56" y="31"/>
                      </a:lnTo>
                      <a:lnTo>
                        <a:pt x="58" y="31"/>
                      </a:lnTo>
                      <a:close/>
                      <a:moveTo>
                        <a:pt x="62" y="33"/>
                      </a:moveTo>
                      <a:lnTo>
                        <a:pt x="62" y="35"/>
                      </a:lnTo>
                      <a:lnTo>
                        <a:pt x="60" y="35"/>
                      </a:lnTo>
                      <a:lnTo>
                        <a:pt x="60" y="37"/>
                      </a:lnTo>
                      <a:lnTo>
                        <a:pt x="60" y="35"/>
                      </a:lnTo>
                      <a:lnTo>
                        <a:pt x="58" y="35"/>
                      </a:lnTo>
                      <a:lnTo>
                        <a:pt x="58" y="37"/>
                      </a:lnTo>
                      <a:lnTo>
                        <a:pt x="60" y="37"/>
                      </a:lnTo>
                      <a:lnTo>
                        <a:pt x="58" y="37"/>
                      </a:lnTo>
                      <a:lnTo>
                        <a:pt x="56" y="37"/>
                      </a:lnTo>
                      <a:lnTo>
                        <a:pt x="56" y="35"/>
                      </a:lnTo>
                      <a:lnTo>
                        <a:pt x="56" y="33"/>
                      </a:lnTo>
                      <a:lnTo>
                        <a:pt x="56" y="31"/>
                      </a:lnTo>
                      <a:lnTo>
                        <a:pt x="58" y="31"/>
                      </a:lnTo>
                      <a:lnTo>
                        <a:pt x="60" y="31"/>
                      </a:lnTo>
                      <a:lnTo>
                        <a:pt x="60" y="33"/>
                      </a:lnTo>
                      <a:lnTo>
                        <a:pt x="62" y="33"/>
                      </a:lnTo>
                      <a:close/>
                      <a:moveTo>
                        <a:pt x="60" y="29"/>
                      </a:moveTo>
                      <a:lnTo>
                        <a:pt x="58" y="29"/>
                      </a:lnTo>
                      <a:lnTo>
                        <a:pt x="60" y="29"/>
                      </a:lnTo>
                      <a:close/>
                      <a:moveTo>
                        <a:pt x="58" y="29"/>
                      </a:moveTo>
                      <a:lnTo>
                        <a:pt x="60" y="29"/>
                      </a:lnTo>
                      <a:lnTo>
                        <a:pt x="60" y="31"/>
                      </a:lnTo>
                      <a:lnTo>
                        <a:pt x="58" y="31"/>
                      </a:lnTo>
                      <a:lnTo>
                        <a:pt x="58" y="29"/>
                      </a:lnTo>
                      <a:lnTo>
                        <a:pt x="58" y="31"/>
                      </a:lnTo>
                      <a:lnTo>
                        <a:pt x="58" y="29"/>
                      </a:lnTo>
                      <a:close/>
                      <a:moveTo>
                        <a:pt x="60" y="31"/>
                      </a:moveTo>
                      <a:lnTo>
                        <a:pt x="60" y="29"/>
                      </a:lnTo>
                      <a:lnTo>
                        <a:pt x="60" y="31"/>
                      </a:lnTo>
                      <a:close/>
                      <a:moveTo>
                        <a:pt x="42" y="31"/>
                      </a:moveTo>
                      <a:lnTo>
                        <a:pt x="44" y="31"/>
                      </a:lnTo>
                      <a:lnTo>
                        <a:pt x="42" y="31"/>
                      </a:lnTo>
                      <a:lnTo>
                        <a:pt x="44" y="31"/>
                      </a:lnTo>
                      <a:lnTo>
                        <a:pt x="44" y="33"/>
                      </a:lnTo>
                      <a:lnTo>
                        <a:pt x="42" y="33"/>
                      </a:lnTo>
                      <a:lnTo>
                        <a:pt x="42" y="31"/>
                      </a:lnTo>
                      <a:lnTo>
                        <a:pt x="40" y="31"/>
                      </a:lnTo>
                      <a:lnTo>
                        <a:pt x="38" y="31"/>
                      </a:lnTo>
                      <a:lnTo>
                        <a:pt x="38" y="29"/>
                      </a:lnTo>
                      <a:lnTo>
                        <a:pt x="40" y="29"/>
                      </a:lnTo>
                      <a:lnTo>
                        <a:pt x="42" y="31"/>
                      </a:lnTo>
                      <a:close/>
                      <a:moveTo>
                        <a:pt x="60" y="28"/>
                      </a:moveTo>
                      <a:lnTo>
                        <a:pt x="60" y="29"/>
                      </a:lnTo>
                      <a:lnTo>
                        <a:pt x="60" y="28"/>
                      </a:lnTo>
                      <a:close/>
                      <a:moveTo>
                        <a:pt x="38" y="28"/>
                      </a:moveTo>
                      <a:lnTo>
                        <a:pt x="38" y="29"/>
                      </a:lnTo>
                      <a:lnTo>
                        <a:pt x="40" y="29"/>
                      </a:lnTo>
                      <a:lnTo>
                        <a:pt x="38" y="29"/>
                      </a:lnTo>
                      <a:lnTo>
                        <a:pt x="38" y="28"/>
                      </a:lnTo>
                      <a:close/>
                      <a:moveTo>
                        <a:pt x="35" y="28"/>
                      </a:moveTo>
                      <a:lnTo>
                        <a:pt x="36" y="28"/>
                      </a:lnTo>
                      <a:lnTo>
                        <a:pt x="35" y="28"/>
                      </a:lnTo>
                      <a:lnTo>
                        <a:pt x="33" y="26"/>
                      </a:lnTo>
                      <a:lnTo>
                        <a:pt x="35" y="26"/>
                      </a:lnTo>
                      <a:lnTo>
                        <a:pt x="35" y="28"/>
                      </a:lnTo>
                      <a:close/>
                      <a:moveTo>
                        <a:pt x="58" y="28"/>
                      </a:moveTo>
                      <a:lnTo>
                        <a:pt x="58" y="26"/>
                      </a:lnTo>
                      <a:lnTo>
                        <a:pt x="58" y="28"/>
                      </a:lnTo>
                      <a:close/>
                      <a:moveTo>
                        <a:pt x="58" y="26"/>
                      </a:moveTo>
                      <a:lnTo>
                        <a:pt x="58" y="28"/>
                      </a:lnTo>
                      <a:lnTo>
                        <a:pt x="60" y="28"/>
                      </a:lnTo>
                      <a:lnTo>
                        <a:pt x="58" y="28"/>
                      </a:lnTo>
                      <a:lnTo>
                        <a:pt x="60" y="28"/>
                      </a:lnTo>
                      <a:lnTo>
                        <a:pt x="60" y="29"/>
                      </a:lnTo>
                      <a:lnTo>
                        <a:pt x="58" y="29"/>
                      </a:lnTo>
                      <a:lnTo>
                        <a:pt x="56" y="29"/>
                      </a:lnTo>
                      <a:lnTo>
                        <a:pt x="56" y="31"/>
                      </a:lnTo>
                      <a:lnTo>
                        <a:pt x="56" y="29"/>
                      </a:lnTo>
                      <a:lnTo>
                        <a:pt x="56" y="28"/>
                      </a:lnTo>
                      <a:lnTo>
                        <a:pt x="58" y="28"/>
                      </a:lnTo>
                      <a:lnTo>
                        <a:pt x="58" y="26"/>
                      </a:lnTo>
                      <a:close/>
                      <a:moveTo>
                        <a:pt x="58" y="26"/>
                      </a:moveTo>
                      <a:lnTo>
                        <a:pt x="60" y="26"/>
                      </a:lnTo>
                      <a:lnTo>
                        <a:pt x="60" y="24"/>
                      </a:lnTo>
                      <a:lnTo>
                        <a:pt x="62" y="24"/>
                      </a:lnTo>
                      <a:lnTo>
                        <a:pt x="60" y="24"/>
                      </a:lnTo>
                      <a:lnTo>
                        <a:pt x="62" y="24"/>
                      </a:lnTo>
                      <a:lnTo>
                        <a:pt x="62" y="26"/>
                      </a:lnTo>
                      <a:lnTo>
                        <a:pt x="60" y="26"/>
                      </a:lnTo>
                      <a:lnTo>
                        <a:pt x="62" y="26"/>
                      </a:lnTo>
                      <a:lnTo>
                        <a:pt x="62" y="28"/>
                      </a:lnTo>
                      <a:lnTo>
                        <a:pt x="60" y="28"/>
                      </a:lnTo>
                      <a:lnTo>
                        <a:pt x="58" y="28"/>
                      </a:lnTo>
                      <a:lnTo>
                        <a:pt x="60" y="28"/>
                      </a:lnTo>
                      <a:lnTo>
                        <a:pt x="58" y="28"/>
                      </a:lnTo>
                      <a:lnTo>
                        <a:pt x="58" y="26"/>
                      </a:lnTo>
                      <a:lnTo>
                        <a:pt x="58" y="24"/>
                      </a:lnTo>
                      <a:lnTo>
                        <a:pt x="58" y="26"/>
                      </a:lnTo>
                      <a:close/>
                      <a:moveTo>
                        <a:pt x="31" y="26"/>
                      </a:moveTo>
                      <a:lnTo>
                        <a:pt x="31" y="24"/>
                      </a:lnTo>
                      <a:lnTo>
                        <a:pt x="31" y="26"/>
                      </a:lnTo>
                      <a:close/>
                      <a:moveTo>
                        <a:pt x="60" y="26"/>
                      </a:moveTo>
                      <a:lnTo>
                        <a:pt x="58" y="26"/>
                      </a:lnTo>
                      <a:lnTo>
                        <a:pt x="58" y="24"/>
                      </a:lnTo>
                      <a:lnTo>
                        <a:pt x="60" y="24"/>
                      </a:lnTo>
                      <a:lnTo>
                        <a:pt x="60" y="26"/>
                      </a:lnTo>
                      <a:close/>
                      <a:moveTo>
                        <a:pt x="35" y="24"/>
                      </a:moveTo>
                      <a:lnTo>
                        <a:pt x="33" y="24"/>
                      </a:lnTo>
                      <a:lnTo>
                        <a:pt x="35" y="24"/>
                      </a:lnTo>
                      <a:close/>
                      <a:moveTo>
                        <a:pt x="31" y="24"/>
                      </a:moveTo>
                      <a:lnTo>
                        <a:pt x="29" y="24"/>
                      </a:lnTo>
                      <a:lnTo>
                        <a:pt x="31" y="24"/>
                      </a:lnTo>
                      <a:close/>
                      <a:moveTo>
                        <a:pt x="35" y="24"/>
                      </a:moveTo>
                      <a:lnTo>
                        <a:pt x="35" y="26"/>
                      </a:lnTo>
                      <a:lnTo>
                        <a:pt x="35" y="24"/>
                      </a:lnTo>
                      <a:lnTo>
                        <a:pt x="35" y="26"/>
                      </a:lnTo>
                      <a:lnTo>
                        <a:pt x="35" y="24"/>
                      </a:lnTo>
                      <a:lnTo>
                        <a:pt x="33" y="24"/>
                      </a:lnTo>
                      <a:lnTo>
                        <a:pt x="35" y="24"/>
                      </a:lnTo>
                      <a:close/>
                      <a:moveTo>
                        <a:pt x="62" y="24"/>
                      </a:moveTo>
                      <a:lnTo>
                        <a:pt x="60" y="24"/>
                      </a:lnTo>
                      <a:lnTo>
                        <a:pt x="60" y="22"/>
                      </a:lnTo>
                      <a:lnTo>
                        <a:pt x="62" y="24"/>
                      </a:lnTo>
                      <a:close/>
                      <a:moveTo>
                        <a:pt x="33" y="24"/>
                      </a:moveTo>
                      <a:lnTo>
                        <a:pt x="35" y="24"/>
                      </a:lnTo>
                      <a:lnTo>
                        <a:pt x="35" y="26"/>
                      </a:lnTo>
                      <a:lnTo>
                        <a:pt x="36" y="26"/>
                      </a:lnTo>
                      <a:lnTo>
                        <a:pt x="36" y="28"/>
                      </a:lnTo>
                      <a:lnTo>
                        <a:pt x="35" y="26"/>
                      </a:lnTo>
                      <a:lnTo>
                        <a:pt x="33" y="26"/>
                      </a:lnTo>
                      <a:lnTo>
                        <a:pt x="31" y="26"/>
                      </a:lnTo>
                      <a:lnTo>
                        <a:pt x="31" y="24"/>
                      </a:lnTo>
                      <a:lnTo>
                        <a:pt x="31" y="22"/>
                      </a:lnTo>
                      <a:lnTo>
                        <a:pt x="33" y="22"/>
                      </a:lnTo>
                      <a:lnTo>
                        <a:pt x="33" y="24"/>
                      </a:lnTo>
                      <a:close/>
                      <a:moveTo>
                        <a:pt x="27" y="18"/>
                      </a:moveTo>
                      <a:lnTo>
                        <a:pt x="25" y="18"/>
                      </a:lnTo>
                      <a:lnTo>
                        <a:pt x="27" y="18"/>
                      </a:lnTo>
                      <a:close/>
                      <a:moveTo>
                        <a:pt x="62" y="18"/>
                      </a:moveTo>
                      <a:lnTo>
                        <a:pt x="62" y="20"/>
                      </a:lnTo>
                      <a:lnTo>
                        <a:pt x="62" y="18"/>
                      </a:lnTo>
                      <a:close/>
                      <a:moveTo>
                        <a:pt x="25" y="18"/>
                      </a:moveTo>
                      <a:lnTo>
                        <a:pt x="24" y="18"/>
                      </a:lnTo>
                      <a:lnTo>
                        <a:pt x="25" y="18"/>
                      </a:lnTo>
                      <a:close/>
                      <a:moveTo>
                        <a:pt x="27" y="15"/>
                      </a:moveTo>
                      <a:lnTo>
                        <a:pt x="27" y="17"/>
                      </a:lnTo>
                      <a:lnTo>
                        <a:pt x="27" y="15"/>
                      </a:lnTo>
                      <a:lnTo>
                        <a:pt x="25" y="15"/>
                      </a:lnTo>
                      <a:lnTo>
                        <a:pt x="27" y="15"/>
                      </a:lnTo>
                      <a:close/>
                      <a:moveTo>
                        <a:pt x="9" y="15"/>
                      </a:moveTo>
                      <a:lnTo>
                        <a:pt x="11" y="15"/>
                      </a:lnTo>
                      <a:lnTo>
                        <a:pt x="9" y="15"/>
                      </a:lnTo>
                      <a:close/>
                      <a:moveTo>
                        <a:pt x="24" y="17"/>
                      </a:moveTo>
                      <a:lnTo>
                        <a:pt x="24" y="15"/>
                      </a:lnTo>
                      <a:lnTo>
                        <a:pt x="24" y="17"/>
                      </a:lnTo>
                      <a:close/>
                      <a:moveTo>
                        <a:pt x="7" y="15"/>
                      </a:moveTo>
                      <a:lnTo>
                        <a:pt x="9" y="15"/>
                      </a:lnTo>
                      <a:lnTo>
                        <a:pt x="7" y="15"/>
                      </a:lnTo>
                      <a:lnTo>
                        <a:pt x="5" y="15"/>
                      </a:lnTo>
                      <a:lnTo>
                        <a:pt x="7" y="15"/>
                      </a:lnTo>
                      <a:close/>
                      <a:moveTo>
                        <a:pt x="24" y="11"/>
                      </a:moveTo>
                      <a:lnTo>
                        <a:pt x="24" y="13"/>
                      </a:lnTo>
                      <a:lnTo>
                        <a:pt x="24" y="11"/>
                      </a:lnTo>
                      <a:close/>
                      <a:moveTo>
                        <a:pt x="24" y="11"/>
                      </a:moveTo>
                      <a:lnTo>
                        <a:pt x="22" y="11"/>
                      </a:lnTo>
                      <a:lnTo>
                        <a:pt x="24" y="11"/>
                      </a:lnTo>
                      <a:close/>
                      <a:moveTo>
                        <a:pt x="24" y="11"/>
                      </a:moveTo>
                      <a:lnTo>
                        <a:pt x="24" y="9"/>
                      </a:lnTo>
                      <a:lnTo>
                        <a:pt x="24" y="11"/>
                      </a:lnTo>
                      <a:close/>
                      <a:moveTo>
                        <a:pt x="25" y="11"/>
                      </a:moveTo>
                      <a:lnTo>
                        <a:pt x="25" y="9"/>
                      </a:lnTo>
                      <a:lnTo>
                        <a:pt x="25" y="11"/>
                      </a:lnTo>
                      <a:close/>
                      <a:moveTo>
                        <a:pt x="25" y="13"/>
                      </a:moveTo>
                      <a:lnTo>
                        <a:pt x="25" y="11"/>
                      </a:lnTo>
                      <a:lnTo>
                        <a:pt x="25" y="9"/>
                      </a:lnTo>
                      <a:lnTo>
                        <a:pt x="27" y="9"/>
                      </a:lnTo>
                      <a:lnTo>
                        <a:pt x="27" y="11"/>
                      </a:lnTo>
                      <a:lnTo>
                        <a:pt x="25" y="11"/>
                      </a:lnTo>
                      <a:lnTo>
                        <a:pt x="25" y="13"/>
                      </a:lnTo>
                      <a:close/>
                      <a:moveTo>
                        <a:pt x="25" y="7"/>
                      </a:moveTo>
                      <a:lnTo>
                        <a:pt x="27" y="7"/>
                      </a:lnTo>
                      <a:lnTo>
                        <a:pt x="25" y="7"/>
                      </a:lnTo>
                      <a:close/>
                      <a:moveTo>
                        <a:pt x="25" y="7"/>
                      </a:moveTo>
                      <a:lnTo>
                        <a:pt x="24" y="7"/>
                      </a:lnTo>
                      <a:lnTo>
                        <a:pt x="25" y="7"/>
                      </a:lnTo>
                      <a:lnTo>
                        <a:pt x="25" y="6"/>
                      </a:lnTo>
                      <a:lnTo>
                        <a:pt x="25" y="7"/>
                      </a:lnTo>
                      <a:close/>
                      <a:moveTo>
                        <a:pt x="24" y="6"/>
                      </a:moveTo>
                      <a:lnTo>
                        <a:pt x="25" y="6"/>
                      </a:lnTo>
                      <a:lnTo>
                        <a:pt x="25" y="4"/>
                      </a:lnTo>
                      <a:lnTo>
                        <a:pt x="25" y="6"/>
                      </a:lnTo>
                      <a:lnTo>
                        <a:pt x="24" y="6"/>
                      </a:lnTo>
                      <a:close/>
                      <a:moveTo>
                        <a:pt x="25" y="4"/>
                      </a:moveTo>
                      <a:lnTo>
                        <a:pt x="25" y="6"/>
                      </a:lnTo>
                      <a:lnTo>
                        <a:pt x="25" y="4"/>
                      </a:lnTo>
                      <a:lnTo>
                        <a:pt x="24" y="4"/>
                      </a:lnTo>
                      <a:lnTo>
                        <a:pt x="25" y="4"/>
                      </a:lnTo>
                      <a:lnTo>
                        <a:pt x="25" y="2"/>
                      </a:lnTo>
                      <a:lnTo>
                        <a:pt x="25" y="4"/>
                      </a:lnTo>
                      <a:close/>
                      <a:moveTo>
                        <a:pt x="25" y="4"/>
                      </a:moveTo>
                      <a:lnTo>
                        <a:pt x="25" y="2"/>
                      </a:lnTo>
                      <a:lnTo>
                        <a:pt x="27" y="2"/>
                      </a:lnTo>
                      <a:lnTo>
                        <a:pt x="27" y="4"/>
                      </a:lnTo>
                      <a:lnTo>
                        <a:pt x="25" y="4"/>
                      </a:lnTo>
                      <a:close/>
                      <a:moveTo>
                        <a:pt x="27" y="4"/>
                      </a:moveTo>
                      <a:lnTo>
                        <a:pt x="27" y="2"/>
                      </a:lnTo>
                      <a:lnTo>
                        <a:pt x="27" y="4"/>
                      </a:lnTo>
                      <a:close/>
                      <a:moveTo>
                        <a:pt x="27" y="0"/>
                      </a:moveTo>
                      <a:lnTo>
                        <a:pt x="27" y="2"/>
                      </a:lnTo>
                      <a:lnTo>
                        <a:pt x="2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5" name="Freeform 18">
                  <a:extLst>
                    <a:ext uri="{FF2B5EF4-FFF2-40B4-BE49-F238E27FC236}">
                      <a16:creationId xmlns:a16="http://schemas.microsoft.com/office/drawing/2014/main" id="{9F01E5E3-A80D-9361-B21F-4B37B00A315A}"/>
                    </a:ext>
                  </a:extLst>
                </p:cNvPr>
                <p:cNvSpPr>
                  <a:spLocks noEditPoints="1"/>
                </p:cNvSpPr>
                <p:nvPr/>
              </p:nvSpPr>
              <p:spPr bwMode="auto">
                <a:xfrm>
                  <a:off x="4924123" y="3480311"/>
                  <a:ext cx="112047" cy="164457"/>
                </a:xfrm>
                <a:custGeom>
                  <a:avLst/>
                  <a:gdLst>
                    <a:gd name="T0" fmla="*/ 5 w 62"/>
                    <a:gd name="T1" fmla="*/ 91 h 91"/>
                    <a:gd name="T2" fmla="*/ 40 w 62"/>
                    <a:gd name="T3" fmla="*/ 88 h 91"/>
                    <a:gd name="T4" fmla="*/ 42 w 62"/>
                    <a:gd name="T5" fmla="*/ 88 h 91"/>
                    <a:gd name="T6" fmla="*/ 40 w 62"/>
                    <a:gd name="T7" fmla="*/ 88 h 91"/>
                    <a:gd name="T8" fmla="*/ 46 w 62"/>
                    <a:gd name="T9" fmla="*/ 88 h 91"/>
                    <a:gd name="T10" fmla="*/ 42 w 62"/>
                    <a:gd name="T11" fmla="*/ 88 h 91"/>
                    <a:gd name="T12" fmla="*/ 46 w 62"/>
                    <a:gd name="T13" fmla="*/ 88 h 91"/>
                    <a:gd name="T14" fmla="*/ 40 w 62"/>
                    <a:gd name="T15" fmla="*/ 88 h 91"/>
                    <a:gd name="T16" fmla="*/ 47 w 62"/>
                    <a:gd name="T17" fmla="*/ 86 h 91"/>
                    <a:gd name="T18" fmla="*/ 51 w 62"/>
                    <a:gd name="T19" fmla="*/ 88 h 91"/>
                    <a:gd name="T20" fmla="*/ 24 w 62"/>
                    <a:gd name="T21" fmla="*/ 82 h 91"/>
                    <a:gd name="T22" fmla="*/ 60 w 62"/>
                    <a:gd name="T23" fmla="*/ 80 h 91"/>
                    <a:gd name="T24" fmla="*/ 38 w 62"/>
                    <a:gd name="T25" fmla="*/ 80 h 91"/>
                    <a:gd name="T26" fmla="*/ 27 w 62"/>
                    <a:gd name="T27" fmla="*/ 80 h 91"/>
                    <a:gd name="T28" fmla="*/ 42 w 62"/>
                    <a:gd name="T29" fmla="*/ 79 h 91"/>
                    <a:gd name="T30" fmla="*/ 57 w 62"/>
                    <a:gd name="T31" fmla="*/ 79 h 91"/>
                    <a:gd name="T32" fmla="*/ 57 w 62"/>
                    <a:gd name="T33" fmla="*/ 79 h 91"/>
                    <a:gd name="T34" fmla="*/ 27 w 62"/>
                    <a:gd name="T35" fmla="*/ 77 h 91"/>
                    <a:gd name="T36" fmla="*/ 57 w 62"/>
                    <a:gd name="T37" fmla="*/ 75 h 91"/>
                    <a:gd name="T38" fmla="*/ 22 w 62"/>
                    <a:gd name="T39" fmla="*/ 77 h 91"/>
                    <a:gd name="T40" fmla="*/ 47 w 62"/>
                    <a:gd name="T41" fmla="*/ 77 h 91"/>
                    <a:gd name="T42" fmla="*/ 11 w 62"/>
                    <a:gd name="T43" fmla="*/ 75 h 91"/>
                    <a:gd name="T44" fmla="*/ 47 w 62"/>
                    <a:gd name="T45" fmla="*/ 73 h 91"/>
                    <a:gd name="T46" fmla="*/ 58 w 62"/>
                    <a:gd name="T47" fmla="*/ 75 h 91"/>
                    <a:gd name="T48" fmla="*/ 22 w 62"/>
                    <a:gd name="T49" fmla="*/ 73 h 91"/>
                    <a:gd name="T50" fmla="*/ 62 w 62"/>
                    <a:gd name="T51" fmla="*/ 71 h 91"/>
                    <a:gd name="T52" fmla="*/ 49 w 62"/>
                    <a:gd name="T53" fmla="*/ 66 h 91"/>
                    <a:gd name="T54" fmla="*/ 62 w 62"/>
                    <a:gd name="T55" fmla="*/ 62 h 91"/>
                    <a:gd name="T56" fmla="*/ 46 w 62"/>
                    <a:gd name="T57" fmla="*/ 60 h 91"/>
                    <a:gd name="T58" fmla="*/ 0 w 62"/>
                    <a:gd name="T59" fmla="*/ 58 h 91"/>
                    <a:gd name="T60" fmla="*/ 42 w 62"/>
                    <a:gd name="T61" fmla="*/ 55 h 91"/>
                    <a:gd name="T62" fmla="*/ 42 w 62"/>
                    <a:gd name="T63" fmla="*/ 55 h 91"/>
                    <a:gd name="T64" fmla="*/ 51 w 62"/>
                    <a:gd name="T65" fmla="*/ 53 h 91"/>
                    <a:gd name="T66" fmla="*/ 38 w 62"/>
                    <a:gd name="T67" fmla="*/ 51 h 91"/>
                    <a:gd name="T68" fmla="*/ 49 w 62"/>
                    <a:gd name="T69" fmla="*/ 47 h 91"/>
                    <a:gd name="T70" fmla="*/ 47 w 62"/>
                    <a:gd name="T71" fmla="*/ 47 h 91"/>
                    <a:gd name="T72" fmla="*/ 47 w 62"/>
                    <a:gd name="T73" fmla="*/ 46 h 91"/>
                    <a:gd name="T74" fmla="*/ 47 w 62"/>
                    <a:gd name="T75" fmla="*/ 44 h 91"/>
                    <a:gd name="T76" fmla="*/ 47 w 62"/>
                    <a:gd name="T77" fmla="*/ 42 h 91"/>
                    <a:gd name="T78" fmla="*/ 42 w 62"/>
                    <a:gd name="T79" fmla="*/ 33 h 91"/>
                    <a:gd name="T80" fmla="*/ 36 w 62"/>
                    <a:gd name="T81" fmla="*/ 29 h 91"/>
                    <a:gd name="T82" fmla="*/ 49 w 62"/>
                    <a:gd name="T83" fmla="*/ 27 h 91"/>
                    <a:gd name="T84" fmla="*/ 51 w 62"/>
                    <a:gd name="T85" fmla="*/ 22 h 91"/>
                    <a:gd name="T86" fmla="*/ 24 w 62"/>
                    <a:gd name="T87" fmla="*/ 22 h 91"/>
                    <a:gd name="T88" fmla="*/ 24 w 62"/>
                    <a:gd name="T89" fmla="*/ 22 h 91"/>
                    <a:gd name="T90" fmla="*/ 20 w 62"/>
                    <a:gd name="T91" fmla="*/ 20 h 91"/>
                    <a:gd name="T92" fmla="*/ 24 w 62"/>
                    <a:gd name="T93" fmla="*/ 22 h 91"/>
                    <a:gd name="T94" fmla="*/ 9 w 62"/>
                    <a:gd name="T95" fmla="*/ 18 h 91"/>
                    <a:gd name="T96" fmla="*/ 18 w 62"/>
                    <a:gd name="T97" fmla="*/ 15 h 91"/>
                    <a:gd name="T98" fmla="*/ 13 w 62"/>
                    <a:gd name="T99" fmla="*/ 9 h 91"/>
                    <a:gd name="T100" fmla="*/ 15 w 62"/>
                    <a:gd name="T101" fmla="*/ 9 h 91"/>
                    <a:gd name="T102" fmla="*/ 18 w 62"/>
                    <a:gd name="T103" fmla="*/ 4 h 91"/>
                    <a:gd name="T104" fmla="*/ 16 w 62"/>
                    <a:gd name="T105" fmla="*/ 4 h 91"/>
                    <a:gd name="T106" fmla="*/ 16 w 62"/>
                    <a:gd name="T107" fmla="*/ 2 h 91"/>
                    <a:gd name="T108" fmla="*/ 16 w 62"/>
                    <a:gd name="T109" fmla="*/ 0 h 91"/>
                    <a:gd name="T110" fmla="*/ 18 w 62"/>
                    <a:gd name="T11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2" h="91">
                      <a:moveTo>
                        <a:pt x="5" y="91"/>
                      </a:moveTo>
                      <a:lnTo>
                        <a:pt x="7" y="91"/>
                      </a:lnTo>
                      <a:lnTo>
                        <a:pt x="5" y="91"/>
                      </a:lnTo>
                      <a:close/>
                      <a:moveTo>
                        <a:pt x="40" y="88"/>
                      </a:moveTo>
                      <a:lnTo>
                        <a:pt x="40" y="89"/>
                      </a:lnTo>
                      <a:lnTo>
                        <a:pt x="40" y="88"/>
                      </a:lnTo>
                      <a:close/>
                      <a:moveTo>
                        <a:pt x="42" y="88"/>
                      </a:moveTo>
                      <a:lnTo>
                        <a:pt x="40" y="88"/>
                      </a:lnTo>
                      <a:lnTo>
                        <a:pt x="42" y="88"/>
                      </a:lnTo>
                      <a:close/>
                      <a:moveTo>
                        <a:pt x="40" y="88"/>
                      </a:moveTo>
                      <a:lnTo>
                        <a:pt x="38" y="88"/>
                      </a:lnTo>
                      <a:lnTo>
                        <a:pt x="40" y="88"/>
                      </a:lnTo>
                      <a:close/>
                      <a:moveTo>
                        <a:pt x="46" y="88"/>
                      </a:moveTo>
                      <a:lnTo>
                        <a:pt x="44" y="88"/>
                      </a:lnTo>
                      <a:lnTo>
                        <a:pt x="46" y="88"/>
                      </a:lnTo>
                      <a:close/>
                      <a:moveTo>
                        <a:pt x="42" y="88"/>
                      </a:moveTo>
                      <a:lnTo>
                        <a:pt x="40" y="88"/>
                      </a:lnTo>
                      <a:lnTo>
                        <a:pt x="42" y="88"/>
                      </a:lnTo>
                      <a:close/>
                      <a:moveTo>
                        <a:pt x="46" y="88"/>
                      </a:moveTo>
                      <a:lnTo>
                        <a:pt x="46" y="86"/>
                      </a:lnTo>
                      <a:lnTo>
                        <a:pt x="46" y="88"/>
                      </a:lnTo>
                      <a:close/>
                      <a:moveTo>
                        <a:pt x="40" y="88"/>
                      </a:moveTo>
                      <a:lnTo>
                        <a:pt x="40" y="86"/>
                      </a:lnTo>
                      <a:lnTo>
                        <a:pt x="40" y="88"/>
                      </a:lnTo>
                      <a:close/>
                      <a:moveTo>
                        <a:pt x="47" y="86"/>
                      </a:moveTo>
                      <a:lnTo>
                        <a:pt x="49" y="86"/>
                      </a:lnTo>
                      <a:lnTo>
                        <a:pt x="47" y="86"/>
                      </a:lnTo>
                      <a:close/>
                      <a:moveTo>
                        <a:pt x="51" y="88"/>
                      </a:moveTo>
                      <a:lnTo>
                        <a:pt x="51" y="86"/>
                      </a:lnTo>
                      <a:lnTo>
                        <a:pt x="51" y="88"/>
                      </a:lnTo>
                      <a:close/>
                      <a:moveTo>
                        <a:pt x="24" y="82"/>
                      </a:moveTo>
                      <a:lnTo>
                        <a:pt x="22" y="82"/>
                      </a:lnTo>
                      <a:lnTo>
                        <a:pt x="24" y="82"/>
                      </a:lnTo>
                      <a:close/>
                      <a:moveTo>
                        <a:pt x="60" y="80"/>
                      </a:moveTo>
                      <a:lnTo>
                        <a:pt x="60" y="82"/>
                      </a:lnTo>
                      <a:lnTo>
                        <a:pt x="60" y="80"/>
                      </a:lnTo>
                      <a:close/>
                      <a:moveTo>
                        <a:pt x="38" y="80"/>
                      </a:moveTo>
                      <a:lnTo>
                        <a:pt x="40" y="80"/>
                      </a:lnTo>
                      <a:lnTo>
                        <a:pt x="38" y="80"/>
                      </a:lnTo>
                      <a:close/>
                      <a:moveTo>
                        <a:pt x="27" y="80"/>
                      </a:moveTo>
                      <a:lnTo>
                        <a:pt x="26" y="80"/>
                      </a:lnTo>
                      <a:lnTo>
                        <a:pt x="27" y="80"/>
                      </a:lnTo>
                      <a:close/>
                      <a:moveTo>
                        <a:pt x="42" y="79"/>
                      </a:moveTo>
                      <a:lnTo>
                        <a:pt x="40" y="79"/>
                      </a:lnTo>
                      <a:lnTo>
                        <a:pt x="42" y="79"/>
                      </a:lnTo>
                      <a:close/>
                      <a:moveTo>
                        <a:pt x="57" y="79"/>
                      </a:moveTo>
                      <a:lnTo>
                        <a:pt x="58" y="79"/>
                      </a:lnTo>
                      <a:lnTo>
                        <a:pt x="57" y="79"/>
                      </a:lnTo>
                      <a:close/>
                      <a:moveTo>
                        <a:pt x="57" y="79"/>
                      </a:moveTo>
                      <a:lnTo>
                        <a:pt x="58" y="79"/>
                      </a:lnTo>
                      <a:lnTo>
                        <a:pt x="57" y="79"/>
                      </a:lnTo>
                      <a:close/>
                      <a:moveTo>
                        <a:pt x="27" y="77"/>
                      </a:moveTo>
                      <a:lnTo>
                        <a:pt x="27" y="79"/>
                      </a:lnTo>
                      <a:lnTo>
                        <a:pt x="27" y="77"/>
                      </a:lnTo>
                      <a:close/>
                      <a:moveTo>
                        <a:pt x="57" y="75"/>
                      </a:moveTo>
                      <a:lnTo>
                        <a:pt x="57" y="77"/>
                      </a:lnTo>
                      <a:lnTo>
                        <a:pt x="57" y="75"/>
                      </a:lnTo>
                      <a:close/>
                      <a:moveTo>
                        <a:pt x="22" y="77"/>
                      </a:moveTo>
                      <a:lnTo>
                        <a:pt x="22" y="75"/>
                      </a:lnTo>
                      <a:lnTo>
                        <a:pt x="22" y="77"/>
                      </a:lnTo>
                      <a:close/>
                      <a:moveTo>
                        <a:pt x="47" y="77"/>
                      </a:moveTo>
                      <a:lnTo>
                        <a:pt x="47" y="75"/>
                      </a:lnTo>
                      <a:lnTo>
                        <a:pt x="47" y="77"/>
                      </a:lnTo>
                      <a:close/>
                      <a:moveTo>
                        <a:pt x="11" y="75"/>
                      </a:moveTo>
                      <a:lnTo>
                        <a:pt x="11" y="73"/>
                      </a:lnTo>
                      <a:lnTo>
                        <a:pt x="11" y="75"/>
                      </a:lnTo>
                      <a:close/>
                      <a:moveTo>
                        <a:pt x="47" y="73"/>
                      </a:moveTo>
                      <a:lnTo>
                        <a:pt x="47" y="75"/>
                      </a:lnTo>
                      <a:lnTo>
                        <a:pt x="47" y="73"/>
                      </a:lnTo>
                      <a:close/>
                      <a:moveTo>
                        <a:pt x="58" y="75"/>
                      </a:moveTo>
                      <a:lnTo>
                        <a:pt x="58" y="73"/>
                      </a:lnTo>
                      <a:lnTo>
                        <a:pt x="58" y="75"/>
                      </a:lnTo>
                      <a:close/>
                      <a:moveTo>
                        <a:pt x="22" y="73"/>
                      </a:moveTo>
                      <a:lnTo>
                        <a:pt x="20" y="73"/>
                      </a:lnTo>
                      <a:lnTo>
                        <a:pt x="22" y="73"/>
                      </a:lnTo>
                      <a:lnTo>
                        <a:pt x="20" y="73"/>
                      </a:lnTo>
                      <a:lnTo>
                        <a:pt x="22" y="73"/>
                      </a:lnTo>
                      <a:close/>
                      <a:moveTo>
                        <a:pt x="62" y="71"/>
                      </a:moveTo>
                      <a:lnTo>
                        <a:pt x="62" y="69"/>
                      </a:lnTo>
                      <a:lnTo>
                        <a:pt x="62" y="71"/>
                      </a:lnTo>
                      <a:close/>
                      <a:moveTo>
                        <a:pt x="49" y="66"/>
                      </a:moveTo>
                      <a:lnTo>
                        <a:pt x="49" y="64"/>
                      </a:lnTo>
                      <a:lnTo>
                        <a:pt x="49" y="66"/>
                      </a:lnTo>
                      <a:close/>
                      <a:moveTo>
                        <a:pt x="62" y="62"/>
                      </a:moveTo>
                      <a:lnTo>
                        <a:pt x="60" y="62"/>
                      </a:lnTo>
                      <a:lnTo>
                        <a:pt x="62" y="62"/>
                      </a:lnTo>
                      <a:close/>
                      <a:moveTo>
                        <a:pt x="46" y="60"/>
                      </a:moveTo>
                      <a:lnTo>
                        <a:pt x="44" y="60"/>
                      </a:lnTo>
                      <a:lnTo>
                        <a:pt x="46" y="60"/>
                      </a:lnTo>
                      <a:close/>
                      <a:moveTo>
                        <a:pt x="0" y="58"/>
                      </a:moveTo>
                      <a:lnTo>
                        <a:pt x="0" y="60"/>
                      </a:lnTo>
                      <a:lnTo>
                        <a:pt x="0" y="58"/>
                      </a:lnTo>
                      <a:close/>
                      <a:moveTo>
                        <a:pt x="42" y="55"/>
                      </a:moveTo>
                      <a:lnTo>
                        <a:pt x="42" y="53"/>
                      </a:lnTo>
                      <a:lnTo>
                        <a:pt x="42" y="55"/>
                      </a:lnTo>
                      <a:close/>
                      <a:moveTo>
                        <a:pt x="42" y="55"/>
                      </a:moveTo>
                      <a:lnTo>
                        <a:pt x="42" y="53"/>
                      </a:lnTo>
                      <a:lnTo>
                        <a:pt x="42" y="55"/>
                      </a:lnTo>
                      <a:close/>
                      <a:moveTo>
                        <a:pt x="51" y="53"/>
                      </a:moveTo>
                      <a:lnTo>
                        <a:pt x="49" y="53"/>
                      </a:lnTo>
                      <a:lnTo>
                        <a:pt x="51" y="53"/>
                      </a:lnTo>
                      <a:close/>
                      <a:moveTo>
                        <a:pt x="38" y="51"/>
                      </a:moveTo>
                      <a:lnTo>
                        <a:pt x="38" y="53"/>
                      </a:lnTo>
                      <a:lnTo>
                        <a:pt x="38" y="51"/>
                      </a:lnTo>
                      <a:close/>
                      <a:moveTo>
                        <a:pt x="49" y="47"/>
                      </a:moveTo>
                      <a:lnTo>
                        <a:pt x="47" y="47"/>
                      </a:lnTo>
                      <a:lnTo>
                        <a:pt x="49" y="47"/>
                      </a:lnTo>
                      <a:lnTo>
                        <a:pt x="47" y="47"/>
                      </a:lnTo>
                      <a:lnTo>
                        <a:pt x="49" y="47"/>
                      </a:lnTo>
                      <a:close/>
                      <a:moveTo>
                        <a:pt x="47" y="47"/>
                      </a:moveTo>
                      <a:lnTo>
                        <a:pt x="47" y="46"/>
                      </a:lnTo>
                      <a:lnTo>
                        <a:pt x="47" y="47"/>
                      </a:lnTo>
                      <a:close/>
                      <a:moveTo>
                        <a:pt x="47" y="46"/>
                      </a:moveTo>
                      <a:lnTo>
                        <a:pt x="47" y="44"/>
                      </a:lnTo>
                      <a:lnTo>
                        <a:pt x="47" y="46"/>
                      </a:lnTo>
                      <a:close/>
                      <a:moveTo>
                        <a:pt x="47" y="44"/>
                      </a:moveTo>
                      <a:lnTo>
                        <a:pt x="47" y="42"/>
                      </a:lnTo>
                      <a:lnTo>
                        <a:pt x="47" y="44"/>
                      </a:lnTo>
                      <a:close/>
                      <a:moveTo>
                        <a:pt x="42" y="35"/>
                      </a:moveTo>
                      <a:lnTo>
                        <a:pt x="42" y="33"/>
                      </a:lnTo>
                      <a:lnTo>
                        <a:pt x="42" y="35"/>
                      </a:lnTo>
                      <a:close/>
                      <a:moveTo>
                        <a:pt x="36" y="31"/>
                      </a:moveTo>
                      <a:lnTo>
                        <a:pt x="36" y="29"/>
                      </a:lnTo>
                      <a:lnTo>
                        <a:pt x="36" y="31"/>
                      </a:lnTo>
                      <a:close/>
                      <a:moveTo>
                        <a:pt x="49" y="29"/>
                      </a:moveTo>
                      <a:lnTo>
                        <a:pt x="49" y="27"/>
                      </a:lnTo>
                      <a:lnTo>
                        <a:pt x="49" y="29"/>
                      </a:lnTo>
                      <a:close/>
                      <a:moveTo>
                        <a:pt x="53" y="22"/>
                      </a:moveTo>
                      <a:lnTo>
                        <a:pt x="51" y="22"/>
                      </a:lnTo>
                      <a:lnTo>
                        <a:pt x="53" y="22"/>
                      </a:lnTo>
                      <a:close/>
                      <a:moveTo>
                        <a:pt x="26" y="22"/>
                      </a:moveTo>
                      <a:lnTo>
                        <a:pt x="24" y="22"/>
                      </a:lnTo>
                      <a:lnTo>
                        <a:pt x="26" y="22"/>
                      </a:lnTo>
                      <a:close/>
                      <a:moveTo>
                        <a:pt x="26" y="22"/>
                      </a:moveTo>
                      <a:lnTo>
                        <a:pt x="24" y="22"/>
                      </a:lnTo>
                      <a:lnTo>
                        <a:pt x="26" y="22"/>
                      </a:lnTo>
                      <a:close/>
                      <a:moveTo>
                        <a:pt x="20" y="22"/>
                      </a:moveTo>
                      <a:lnTo>
                        <a:pt x="20" y="20"/>
                      </a:lnTo>
                      <a:lnTo>
                        <a:pt x="20" y="22"/>
                      </a:lnTo>
                      <a:close/>
                      <a:moveTo>
                        <a:pt x="24" y="20"/>
                      </a:moveTo>
                      <a:lnTo>
                        <a:pt x="24" y="22"/>
                      </a:lnTo>
                      <a:lnTo>
                        <a:pt x="24" y="20"/>
                      </a:lnTo>
                      <a:close/>
                      <a:moveTo>
                        <a:pt x="11" y="18"/>
                      </a:moveTo>
                      <a:lnTo>
                        <a:pt x="9" y="18"/>
                      </a:lnTo>
                      <a:lnTo>
                        <a:pt x="11" y="18"/>
                      </a:lnTo>
                      <a:close/>
                      <a:moveTo>
                        <a:pt x="16" y="15"/>
                      </a:moveTo>
                      <a:lnTo>
                        <a:pt x="18" y="15"/>
                      </a:lnTo>
                      <a:lnTo>
                        <a:pt x="16" y="15"/>
                      </a:lnTo>
                      <a:close/>
                      <a:moveTo>
                        <a:pt x="15" y="9"/>
                      </a:moveTo>
                      <a:lnTo>
                        <a:pt x="13" y="9"/>
                      </a:lnTo>
                      <a:lnTo>
                        <a:pt x="15" y="9"/>
                      </a:lnTo>
                      <a:close/>
                      <a:moveTo>
                        <a:pt x="13" y="9"/>
                      </a:moveTo>
                      <a:lnTo>
                        <a:pt x="15" y="9"/>
                      </a:lnTo>
                      <a:lnTo>
                        <a:pt x="13" y="9"/>
                      </a:lnTo>
                      <a:close/>
                      <a:moveTo>
                        <a:pt x="18" y="5"/>
                      </a:moveTo>
                      <a:lnTo>
                        <a:pt x="18" y="4"/>
                      </a:lnTo>
                      <a:lnTo>
                        <a:pt x="18" y="5"/>
                      </a:lnTo>
                      <a:close/>
                      <a:moveTo>
                        <a:pt x="18" y="4"/>
                      </a:moveTo>
                      <a:lnTo>
                        <a:pt x="16" y="4"/>
                      </a:lnTo>
                      <a:lnTo>
                        <a:pt x="18" y="4"/>
                      </a:lnTo>
                      <a:close/>
                      <a:moveTo>
                        <a:pt x="18" y="2"/>
                      </a:moveTo>
                      <a:lnTo>
                        <a:pt x="16" y="2"/>
                      </a:lnTo>
                      <a:lnTo>
                        <a:pt x="18" y="2"/>
                      </a:lnTo>
                      <a:close/>
                      <a:moveTo>
                        <a:pt x="16" y="2"/>
                      </a:moveTo>
                      <a:lnTo>
                        <a:pt x="16" y="0"/>
                      </a:lnTo>
                      <a:lnTo>
                        <a:pt x="16" y="2"/>
                      </a:lnTo>
                      <a:close/>
                      <a:moveTo>
                        <a:pt x="18" y="2"/>
                      </a:moveTo>
                      <a:lnTo>
                        <a:pt x="18" y="0"/>
                      </a:lnTo>
                      <a:lnTo>
                        <a:pt x="18"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6" name="Freeform 19">
                  <a:extLst>
                    <a:ext uri="{FF2B5EF4-FFF2-40B4-BE49-F238E27FC236}">
                      <a16:creationId xmlns:a16="http://schemas.microsoft.com/office/drawing/2014/main" id="{8D89C8B6-8302-F823-5416-E81CF1DBEA13}"/>
                    </a:ext>
                  </a:extLst>
                </p:cNvPr>
                <p:cNvSpPr>
                  <a:spLocks/>
                </p:cNvSpPr>
                <p:nvPr/>
              </p:nvSpPr>
              <p:spPr bwMode="auto">
                <a:xfrm>
                  <a:off x="4891593" y="3220072"/>
                  <a:ext cx="216866" cy="104819"/>
                </a:xfrm>
                <a:custGeom>
                  <a:avLst/>
                  <a:gdLst>
                    <a:gd name="T0" fmla="*/ 58 w 120"/>
                    <a:gd name="T1" fmla="*/ 5 h 58"/>
                    <a:gd name="T2" fmla="*/ 60 w 120"/>
                    <a:gd name="T3" fmla="*/ 9 h 58"/>
                    <a:gd name="T4" fmla="*/ 67 w 120"/>
                    <a:gd name="T5" fmla="*/ 9 h 58"/>
                    <a:gd name="T6" fmla="*/ 75 w 120"/>
                    <a:gd name="T7" fmla="*/ 10 h 58"/>
                    <a:gd name="T8" fmla="*/ 80 w 120"/>
                    <a:gd name="T9" fmla="*/ 12 h 58"/>
                    <a:gd name="T10" fmla="*/ 86 w 120"/>
                    <a:gd name="T11" fmla="*/ 10 h 58"/>
                    <a:gd name="T12" fmla="*/ 91 w 120"/>
                    <a:gd name="T13" fmla="*/ 9 h 58"/>
                    <a:gd name="T14" fmla="*/ 96 w 120"/>
                    <a:gd name="T15" fmla="*/ 10 h 58"/>
                    <a:gd name="T16" fmla="*/ 102 w 120"/>
                    <a:gd name="T17" fmla="*/ 12 h 58"/>
                    <a:gd name="T18" fmla="*/ 104 w 120"/>
                    <a:gd name="T19" fmla="*/ 18 h 58"/>
                    <a:gd name="T20" fmla="*/ 102 w 120"/>
                    <a:gd name="T21" fmla="*/ 23 h 58"/>
                    <a:gd name="T22" fmla="*/ 104 w 120"/>
                    <a:gd name="T23" fmla="*/ 31 h 58"/>
                    <a:gd name="T24" fmla="*/ 109 w 120"/>
                    <a:gd name="T25" fmla="*/ 32 h 58"/>
                    <a:gd name="T26" fmla="*/ 117 w 120"/>
                    <a:gd name="T27" fmla="*/ 31 h 58"/>
                    <a:gd name="T28" fmla="*/ 120 w 120"/>
                    <a:gd name="T29" fmla="*/ 38 h 58"/>
                    <a:gd name="T30" fmla="*/ 117 w 120"/>
                    <a:gd name="T31" fmla="*/ 43 h 58"/>
                    <a:gd name="T32" fmla="*/ 120 w 120"/>
                    <a:gd name="T33" fmla="*/ 49 h 58"/>
                    <a:gd name="T34" fmla="*/ 117 w 120"/>
                    <a:gd name="T35" fmla="*/ 53 h 58"/>
                    <a:gd name="T36" fmla="*/ 111 w 120"/>
                    <a:gd name="T37" fmla="*/ 53 h 58"/>
                    <a:gd name="T38" fmla="*/ 104 w 120"/>
                    <a:gd name="T39" fmla="*/ 54 h 58"/>
                    <a:gd name="T40" fmla="*/ 98 w 120"/>
                    <a:gd name="T41" fmla="*/ 53 h 58"/>
                    <a:gd name="T42" fmla="*/ 93 w 120"/>
                    <a:gd name="T43" fmla="*/ 54 h 58"/>
                    <a:gd name="T44" fmla="*/ 86 w 120"/>
                    <a:gd name="T45" fmla="*/ 54 h 58"/>
                    <a:gd name="T46" fmla="*/ 80 w 120"/>
                    <a:gd name="T47" fmla="*/ 54 h 58"/>
                    <a:gd name="T48" fmla="*/ 69 w 120"/>
                    <a:gd name="T49" fmla="*/ 56 h 58"/>
                    <a:gd name="T50" fmla="*/ 64 w 120"/>
                    <a:gd name="T51" fmla="*/ 54 h 58"/>
                    <a:gd name="T52" fmla="*/ 56 w 120"/>
                    <a:gd name="T53" fmla="*/ 51 h 58"/>
                    <a:gd name="T54" fmla="*/ 51 w 120"/>
                    <a:gd name="T55" fmla="*/ 53 h 58"/>
                    <a:gd name="T56" fmla="*/ 44 w 120"/>
                    <a:gd name="T57" fmla="*/ 56 h 58"/>
                    <a:gd name="T58" fmla="*/ 38 w 120"/>
                    <a:gd name="T59" fmla="*/ 58 h 58"/>
                    <a:gd name="T60" fmla="*/ 33 w 120"/>
                    <a:gd name="T61" fmla="*/ 56 h 58"/>
                    <a:gd name="T62" fmla="*/ 29 w 120"/>
                    <a:gd name="T63" fmla="*/ 54 h 58"/>
                    <a:gd name="T64" fmla="*/ 22 w 120"/>
                    <a:gd name="T65" fmla="*/ 53 h 58"/>
                    <a:gd name="T66" fmla="*/ 16 w 120"/>
                    <a:gd name="T67" fmla="*/ 53 h 58"/>
                    <a:gd name="T68" fmla="*/ 13 w 120"/>
                    <a:gd name="T69" fmla="*/ 54 h 58"/>
                    <a:gd name="T70" fmla="*/ 9 w 120"/>
                    <a:gd name="T71" fmla="*/ 51 h 58"/>
                    <a:gd name="T72" fmla="*/ 7 w 120"/>
                    <a:gd name="T73" fmla="*/ 47 h 58"/>
                    <a:gd name="T74" fmla="*/ 3 w 120"/>
                    <a:gd name="T75" fmla="*/ 47 h 58"/>
                    <a:gd name="T76" fmla="*/ 2 w 120"/>
                    <a:gd name="T77" fmla="*/ 42 h 58"/>
                    <a:gd name="T78" fmla="*/ 2 w 120"/>
                    <a:gd name="T79" fmla="*/ 38 h 58"/>
                    <a:gd name="T80" fmla="*/ 7 w 120"/>
                    <a:gd name="T81" fmla="*/ 36 h 58"/>
                    <a:gd name="T82" fmla="*/ 7 w 120"/>
                    <a:gd name="T83" fmla="*/ 34 h 58"/>
                    <a:gd name="T84" fmla="*/ 9 w 120"/>
                    <a:gd name="T85" fmla="*/ 27 h 58"/>
                    <a:gd name="T86" fmla="*/ 14 w 120"/>
                    <a:gd name="T87" fmla="*/ 21 h 58"/>
                    <a:gd name="T88" fmla="*/ 18 w 120"/>
                    <a:gd name="T89" fmla="*/ 16 h 58"/>
                    <a:gd name="T90" fmla="*/ 20 w 120"/>
                    <a:gd name="T91" fmla="*/ 14 h 58"/>
                    <a:gd name="T92" fmla="*/ 25 w 120"/>
                    <a:gd name="T93" fmla="*/ 10 h 58"/>
                    <a:gd name="T94" fmla="*/ 27 w 120"/>
                    <a:gd name="T95" fmla="*/ 9 h 58"/>
                    <a:gd name="T96" fmla="*/ 31 w 120"/>
                    <a:gd name="T97" fmla="*/ 5 h 58"/>
                    <a:gd name="T98" fmla="*/ 36 w 120"/>
                    <a:gd name="T99" fmla="*/ 3 h 58"/>
                    <a:gd name="T100" fmla="*/ 40 w 120"/>
                    <a:gd name="T101" fmla="*/ 0 h 58"/>
                    <a:gd name="T102" fmla="*/ 45 w 120"/>
                    <a:gd name="T10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0" h="58">
                      <a:moveTo>
                        <a:pt x="53" y="1"/>
                      </a:moveTo>
                      <a:lnTo>
                        <a:pt x="56" y="1"/>
                      </a:lnTo>
                      <a:lnTo>
                        <a:pt x="58" y="3"/>
                      </a:lnTo>
                      <a:lnTo>
                        <a:pt x="58" y="5"/>
                      </a:lnTo>
                      <a:lnTo>
                        <a:pt x="56" y="7"/>
                      </a:lnTo>
                      <a:lnTo>
                        <a:pt x="56" y="9"/>
                      </a:lnTo>
                      <a:lnTo>
                        <a:pt x="58" y="9"/>
                      </a:lnTo>
                      <a:lnTo>
                        <a:pt x="60" y="9"/>
                      </a:lnTo>
                      <a:lnTo>
                        <a:pt x="62" y="9"/>
                      </a:lnTo>
                      <a:lnTo>
                        <a:pt x="64" y="9"/>
                      </a:lnTo>
                      <a:lnTo>
                        <a:pt x="65" y="9"/>
                      </a:lnTo>
                      <a:lnTo>
                        <a:pt x="67" y="9"/>
                      </a:lnTo>
                      <a:lnTo>
                        <a:pt x="69" y="9"/>
                      </a:lnTo>
                      <a:lnTo>
                        <a:pt x="71" y="9"/>
                      </a:lnTo>
                      <a:lnTo>
                        <a:pt x="73" y="9"/>
                      </a:lnTo>
                      <a:lnTo>
                        <a:pt x="75" y="10"/>
                      </a:lnTo>
                      <a:lnTo>
                        <a:pt x="76" y="9"/>
                      </a:lnTo>
                      <a:lnTo>
                        <a:pt x="78" y="10"/>
                      </a:lnTo>
                      <a:lnTo>
                        <a:pt x="80" y="10"/>
                      </a:lnTo>
                      <a:lnTo>
                        <a:pt x="80" y="12"/>
                      </a:lnTo>
                      <a:lnTo>
                        <a:pt x="82" y="12"/>
                      </a:lnTo>
                      <a:lnTo>
                        <a:pt x="84" y="12"/>
                      </a:lnTo>
                      <a:lnTo>
                        <a:pt x="86" y="12"/>
                      </a:lnTo>
                      <a:lnTo>
                        <a:pt x="86" y="10"/>
                      </a:lnTo>
                      <a:lnTo>
                        <a:pt x="87" y="10"/>
                      </a:lnTo>
                      <a:lnTo>
                        <a:pt x="87" y="9"/>
                      </a:lnTo>
                      <a:lnTo>
                        <a:pt x="89" y="9"/>
                      </a:lnTo>
                      <a:lnTo>
                        <a:pt x="91" y="9"/>
                      </a:lnTo>
                      <a:lnTo>
                        <a:pt x="93" y="9"/>
                      </a:lnTo>
                      <a:lnTo>
                        <a:pt x="93" y="10"/>
                      </a:lnTo>
                      <a:lnTo>
                        <a:pt x="95" y="10"/>
                      </a:lnTo>
                      <a:lnTo>
                        <a:pt x="96" y="10"/>
                      </a:lnTo>
                      <a:lnTo>
                        <a:pt x="96" y="12"/>
                      </a:lnTo>
                      <a:lnTo>
                        <a:pt x="98" y="12"/>
                      </a:lnTo>
                      <a:lnTo>
                        <a:pt x="100" y="12"/>
                      </a:lnTo>
                      <a:lnTo>
                        <a:pt x="102" y="12"/>
                      </a:lnTo>
                      <a:lnTo>
                        <a:pt x="104" y="12"/>
                      </a:lnTo>
                      <a:lnTo>
                        <a:pt x="104" y="14"/>
                      </a:lnTo>
                      <a:lnTo>
                        <a:pt x="104" y="16"/>
                      </a:lnTo>
                      <a:lnTo>
                        <a:pt x="104" y="18"/>
                      </a:lnTo>
                      <a:lnTo>
                        <a:pt x="104" y="20"/>
                      </a:lnTo>
                      <a:lnTo>
                        <a:pt x="104" y="21"/>
                      </a:lnTo>
                      <a:lnTo>
                        <a:pt x="102" y="21"/>
                      </a:lnTo>
                      <a:lnTo>
                        <a:pt x="102" y="23"/>
                      </a:lnTo>
                      <a:lnTo>
                        <a:pt x="102" y="25"/>
                      </a:lnTo>
                      <a:lnTo>
                        <a:pt x="102" y="27"/>
                      </a:lnTo>
                      <a:lnTo>
                        <a:pt x="104" y="29"/>
                      </a:lnTo>
                      <a:lnTo>
                        <a:pt x="104" y="31"/>
                      </a:lnTo>
                      <a:lnTo>
                        <a:pt x="106" y="31"/>
                      </a:lnTo>
                      <a:lnTo>
                        <a:pt x="107" y="31"/>
                      </a:lnTo>
                      <a:lnTo>
                        <a:pt x="107" y="32"/>
                      </a:lnTo>
                      <a:lnTo>
                        <a:pt x="109" y="32"/>
                      </a:lnTo>
                      <a:lnTo>
                        <a:pt x="111" y="31"/>
                      </a:lnTo>
                      <a:lnTo>
                        <a:pt x="113" y="31"/>
                      </a:lnTo>
                      <a:lnTo>
                        <a:pt x="115" y="31"/>
                      </a:lnTo>
                      <a:lnTo>
                        <a:pt x="117" y="31"/>
                      </a:lnTo>
                      <a:lnTo>
                        <a:pt x="118" y="34"/>
                      </a:lnTo>
                      <a:lnTo>
                        <a:pt x="118" y="36"/>
                      </a:lnTo>
                      <a:lnTo>
                        <a:pt x="120" y="36"/>
                      </a:lnTo>
                      <a:lnTo>
                        <a:pt x="120" y="38"/>
                      </a:lnTo>
                      <a:lnTo>
                        <a:pt x="118" y="38"/>
                      </a:lnTo>
                      <a:lnTo>
                        <a:pt x="117" y="40"/>
                      </a:lnTo>
                      <a:lnTo>
                        <a:pt x="117" y="42"/>
                      </a:lnTo>
                      <a:lnTo>
                        <a:pt x="117" y="43"/>
                      </a:lnTo>
                      <a:lnTo>
                        <a:pt x="117" y="45"/>
                      </a:lnTo>
                      <a:lnTo>
                        <a:pt x="118" y="45"/>
                      </a:lnTo>
                      <a:lnTo>
                        <a:pt x="118" y="47"/>
                      </a:lnTo>
                      <a:lnTo>
                        <a:pt x="120" y="49"/>
                      </a:lnTo>
                      <a:lnTo>
                        <a:pt x="120" y="51"/>
                      </a:lnTo>
                      <a:lnTo>
                        <a:pt x="118" y="51"/>
                      </a:lnTo>
                      <a:lnTo>
                        <a:pt x="118" y="53"/>
                      </a:lnTo>
                      <a:lnTo>
                        <a:pt x="117" y="53"/>
                      </a:lnTo>
                      <a:lnTo>
                        <a:pt x="115" y="53"/>
                      </a:lnTo>
                      <a:lnTo>
                        <a:pt x="113" y="51"/>
                      </a:lnTo>
                      <a:lnTo>
                        <a:pt x="113" y="53"/>
                      </a:lnTo>
                      <a:lnTo>
                        <a:pt x="111" y="53"/>
                      </a:lnTo>
                      <a:lnTo>
                        <a:pt x="109" y="53"/>
                      </a:lnTo>
                      <a:lnTo>
                        <a:pt x="107" y="53"/>
                      </a:lnTo>
                      <a:lnTo>
                        <a:pt x="106" y="54"/>
                      </a:lnTo>
                      <a:lnTo>
                        <a:pt x="104" y="54"/>
                      </a:lnTo>
                      <a:lnTo>
                        <a:pt x="102" y="54"/>
                      </a:lnTo>
                      <a:lnTo>
                        <a:pt x="100" y="54"/>
                      </a:lnTo>
                      <a:lnTo>
                        <a:pt x="98" y="54"/>
                      </a:lnTo>
                      <a:lnTo>
                        <a:pt x="98" y="53"/>
                      </a:lnTo>
                      <a:lnTo>
                        <a:pt x="96" y="51"/>
                      </a:lnTo>
                      <a:lnTo>
                        <a:pt x="96" y="53"/>
                      </a:lnTo>
                      <a:lnTo>
                        <a:pt x="95" y="53"/>
                      </a:lnTo>
                      <a:lnTo>
                        <a:pt x="93" y="54"/>
                      </a:lnTo>
                      <a:lnTo>
                        <a:pt x="91" y="54"/>
                      </a:lnTo>
                      <a:lnTo>
                        <a:pt x="89" y="54"/>
                      </a:lnTo>
                      <a:lnTo>
                        <a:pt x="87" y="54"/>
                      </a:lnTo>
                      <a:lnTo>
                        <a:pt x="86" y="54"/>
                      </a:lnTo>
                      <a:lnTo>
                        <a:pt x="84" y="54"/>
                      </a:lnTo>
                      <a:lnTo>
                        <a:pt x="82" y="53"/>
                      </a:lnTo>
                      <a:lnTo>
                        <a:pt x="82" y="54"/>
                      </a:lnTo>
                      <a:lnTo>
                        <a:pt x="80" y="54"/>
                      </a:lnTo>
                      <a:lnTo>
                        <a:pt x="78" y="54"/>
                      </a:lnTo>
                      <a:lnTo>
                        <a:pt x="76" y="54"/>
                      </a:lnTo>
                      <a:lnTo>
                        <a:pt x="71" y="54"/>
                      </a:lnTo>
                      <a:lnTo>
                        <a:pt x="69" y="56"/>
                      </a:lnTo>
                      <a:lnTo>
                        <a:pt x="69" y="54"/>
                      </a:lnTo>
                      <a:lnTo>
                        <a:pt x="67" y="54"/>
                      </a:lnTo>
                      <a:lnTo>
                        <a:pt x="65" y="54"/>
                      </a:lnTo>
                      <a:lnTo>
                        <a:pt x="64" y="54"/>
                      </a:lnTo>
                      <a:lnTo>
                        <a:pt x="62" y="53"/>
                      </a:lnTo>
                      <a:lnTo>
                        <a:pt x="60" y="51"/>
                      </a:lnTo>
                      <a:lnTo>
                        <a:pt x="58" y="51"/>
                      </a:lnTo>
                      <a:lnTo>
                        <a:pt x="56" y="51"/>
                      </a:lnTo>
                      <a:lnTo>
                        <a:pt x="56" y="53"/>
                      </a:lnTo>
                      <a:lnTo>
                        <a:pt x="54" y="53"/>
                      </a:lnTo>
                      <a:lnTo>
                        <a:pt x="53" y="53"/>
                      </a:lnTo>
                      <a:lnTo>
                        <a:pt x="51" y="53"/>
                      </a:lnTo>
                      <a:lnTo>
                        <a:pt x="51" y="54"/>
                      </a:lnTo>
                      <a:lnTo>
                        <a:pt x="47" y="56"/>
                      </a:lnTo>
                      <a:lnTo>
                        <a:pt x="45" y="56"/>
                      </a:lnTo>
                      <a:lnTo>
                        <a:pt x="44" y="56"/>
                      </a:lnTo>
                      <a:lnTo>
                        <a:pt x="42" y="56"/>
                      </a:lnTo>
                      <a:lnTo>
                        <a:pt x="40" y="56"/>
                      </a:lnTo>
                      <a:lnTo>
                        <a:pt x="38" y="56"/>
                      </a:lnTo>
                      <a:lnTo>
                        <a:pt x="38" y="58"/>
                      </a:lnTo>
                      <a:lnTo>
                        <a:pt x="36" y="58"/>
                      </a:lnTo>
                      <a:lnTo>
                        <a:pt x="34" y="58"/>
                      </a:lnTo>
                      <a:lnTo>
                        <a:pt x="34" y="56"/>
                      </a:lnTo>
                      <a:lnTo>
                        <a:pt x="33" y="56"/>
                      </a:lnTo>
                      <a:lnTo>
                        <a:pt x="31" y="58"/>
                      </a:lnTo>
                      <a:lnTo>
                        <a:pt x="31" y="56"/>
                      </a:lnTo>
                      <a:lnTo>
                        <a:pt x="31" y="54"/>
                      </a:lnTo>
                      <a:lnTo>
                        <a:pt x="29" y="54"/>
                      </a:lnTo>
                      <a:lnTo>
                        <a:pt x="27" y="54"/>
                      </a:lnTo>
                      <a:lnTo>
                        <a:pt x="25" y="54"/>
                      </a:lnTo>
                      <a:lnTo>
                        <a:pt x="23" y="53"/>
                      </a:lnTo>
                      <a:lnTo>
                        <a:pt x="22" y="53"/>
                      </a:lnTo>
                      <a:lnTo>
                        <a:pt x="20" y="53"/>
                      </a:lnTo>
                      <a:lnTo>
                        <a:pt x="18" y="53"/>
                      </a:lnTo>
                      <a:lnTo>
                        <a:pt x="18" y="54"/>
                      </a:lnTo>
                      <a:lnTo>
                        <a:pt x="16" y="53"/>
                      </a:lnTo>
                      <a:lnTo>
                        <a:pt x="16" y="54"/>
                      </a:lnTo>
                      <a:lnTo>
                        <a:pt x="14" y="54"/>
                      </a:lnTo>
                      <a:lnTo>
                        <a:pt x="14" y="53"/>
                      </a:lnTo>
                      <a:lnTo>
                        <a:pt x="13" y="54"/>
                      </a:lnTo>
                      <a:lnTo>
                        <a:pt x="13" y="53"/>
                      </a:lnTo>
                      <a:lnTo>
                        <a:pt x="13" y="51"/>
                      </a:lnTo>
                      <a:lnTo>
                        <a:pt x="11" y="51"/>
                      </a:lnTo>
                      <a:lnTo>
                        <a:pt x="9" y="51"/>
                      </a:lnTo>
                      <a:lnTo>
                        <a:pt x="9" y="49"/>
                      </a:lnTo>
                      <a:lnTo>
                        <a:pt x="7" y="51"/>
                      </a:lnTo>
                      <a:lnTo>
                        <a:pt x="7" y="49"/>
                      </a:lnTo>
                      <a:lnTo>
                        <a:pt x="7" y="47"/>
                      </a:lnTo>
                      <a:lnTo>
                        <a:pt x="5" y="47"/>
                      </a:lnTo>
                      <a:lnTo>
                        <a:pt x="5" y="49"/>
                      </a:lnTo>
                      <a:lnTo>
                        <a:pt x="3" y="49"/>
                      </a:lnTo>
                      <a:lnTo>
                        <a:pt x="3" y="47"/>
                      </a:lnTo>
                      <a:lnTo>
                        <a:pt x="3" y="45"/>
                      </a:lnTo>
                      <a:lnTo>
                        <a:pt x="3" y="43"/>
                      </a:lnTo>
                      <a:lnTo>
                        <a:pt x="2" y="43"/>
                      </a:lnTo>
                      <a:lnTo>
                        <a:pt x="2" y="42"/>
                      </a:lnTo>
                      <a:lnTo>
                        <a:pt x="0" y="42"/>
                      </a:lnTo>
                      <a:lnTo>
                        <a:pt x="0" y="40"/>
                      </a:lnTo>
                      <a:lnTo>
                        <a:pt x="2" y="40"/>
                      </a:lnTo>
                      <a:lnTo>
                        <a:pt x="2" y="38"/>
                      </a:lnTo>
                      <a:lnTo>
                        <a:pt x="3" y="38"/>
                      </a:lnTo>
                      <a:lnTo>
                        <a:pt x="5" y="38"/>
                      </a:lnTo>
                      <a:lnTo>
                        <a:pt x="5" y="36"/>
                      </a:lnTo>
                      <a:lnTo>
                        <a:pt x="7" y="36"/>
                      </a:lnTo>
                      <a:lnTo>
                        <a:pt x="7" y="38"/>
                      </a:lnTo>
                      <a:lnTo>
                        <a:pt x="9" y="36"/>
                      </a:lnTo>
                      <a:lnTo>
                        <a:pt x="7" y="36"/>
                      </a:lnTo>
                      <a:lnTo>
                        <a:pt x="7" y="34"/>
                      </a:lnTo>
                      <a:lnTo>
                        <a:pt x="7" y="32"/>
                      </a:lnTo>
                      <a:lnTo>
                        <a:pt x="7" y="31"/>
                      </a:lnTo>
                      <a:lnTo>
                        <a:pt x="9" y="29"/>
                      </a:lnTo>
                      <a:lnTo>
                        <a:pt x="9" y="27"/>
                      </a:lnTo>
                      <a:lnTo>
                        <a:pt x="11" y="25"/>
                      </a:lnTo>
                      <a:lnTo>
                        <a:pt x="13" y="25"/>
                      </a:lnTo>
                      <a:lnTo>
                        <a:pt x="14" y="23"/>
                      </a:lnTo>
                      <a:lnTo>
                        <a:pt x="14" y="21"/>
                      </a:lnTo>
                      <a:lnTo>
                        <a:pt x="16" y="21"/>
                      </a:lnTo>
                      <a:lnTo>
                        <a:pt x="16" y="20"/>
                      </a:lnTo>
                      <a:lnTo>
                        <a:pt x="18" y="18"/>
                      </a:lnTo>
                      <a:lnTo>
                        <a:pt x="18" y="16"/>
                      </a:lnTo>
                      <a:lnTo>
                        <a:pt x="20" y="16"/>
                      </a:lnTo>
                      <a:lnTo>
                        <a:pt x="22" y="16"/>
                      </a:lnTo>
                      <a:lnTo>
                        <a:pt x="22" y="14"/>
                      </a:lnTo>
                      <a:lnTo>
                        <a:pt x="20" y="14"/>
                      </a:lnTo>
                      <a:lnTo>
                        <a:pt x="20" y="12"/>
                      </a:lnTo>
                      <a:lnTo>
                        <a:pt x="22" y="12"/>
                      </a:lnTo>
                      <a:lnTo>
                        <a:pt x="23" y="12"/>
                      </a:lnTo>
                      <a:lnTo>
                        <a:pt x="25" y="10"/>
                      </a:lnTo>
                      <a:lnTo>
                        <a:pt x="25" y="9"/>
                      </a:lnTo>
                      <a:lnTo>
                        <a:pt x="27" y="9"/>
                      </a:lnTo>
                      <a:lnTo>
                        <a:pt x="27" y="7"/>
                      </a:lnTo>
                      <a:lnTo>
                        <a:pt x="27" y="9"/>
                      </a:lnTo>
                      <a:lnTo>
                        <a:pt x="27" y="7"/>
                      </a:lnTo>
                      <a:lnTo>
                        <a:pt x="29" y="7"/>
                      </a:lnTo>
                      <a:lnTo>
                        <a:pt x="29" y="5"/>
                      </a:lnTo>
                      <a:lnTo>
                        <a:pt x="31" y="5"/>
                      </a:lnTo>
                      <a:lnTo>
                        <a:pt x="33" y="5"/>
                      </a:lnTo>
                      <a:lnTo>
                        <a:pt x="34" y="5"/>
                      </a:lnTo>
                      <a:lnTo>
                        <a:pt x="36" y="5"/>
                      </a:lnTo>
                      <a:lnTo>
                        <a:pt x="36" y="3"/>
                      </a:lnTo>
                      <a:lnTo>
                        <a:pt x="38" y="3"/>
                      </a:lnTo>
                      <a:lnTo>
                        <a:pt x="38" y="1"/>
                      </a:lnTo>
                      <a:lnTo>
                        <a:pt x="40" y="1"/>
                      </a:lnTo>
                      <a:lnTo>
                        <a:pt x="40" y="0"/>
                      </a:lnTo>
                      <a:lnTo>
                        <a:pt x="42" y="1"/>
                      </a:lnTo>
                      <a:lnTo>
                        <a:pt x="44" y="1"/>
                      </a:lnTo>
                      <a:lnTo>
                        <a:pt x="44" y="0"/>
                      </a:lnTo>
                      <a:lnTo>
                        <a:pt x="45" y="0"/>
                      </a:lnTo>
                      <a:lnTo>
                        <a:pt x="49" y="0"/>
                      </a:lnTo>
                      <a:lnTo>
                        <a:pt x="53" y="1"/>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7" name="Freeform 20">
                  <a:extLst>
                    <a:ext uri="{FF2B5EF4-FFF2-40B4-BE49-F238E27FC236}">
                      <a16:creationId xmlns:a16="http://schemas.microsoft.com/office/drawing/2014/main" id="{59EDCC3D-1612-968D-03E4-413D848F6A4C}"/>
                    </a:ext>
                  </a:extLst>
                </p:cNvPr>
                <p:cNvSpPr>
                  <a:spLocks noEditPoints="1"/>
                </p:cNvSpPr>
                <p:nvPr/>
              </p:nvSpPr>
              <p:spPr bwMode="auto">
                <a:xfrm>
                  <a:off x="6527125" y="4725482"/>
                  <a:ext cx="83132" cy="66868"/>
                </a:xfrm>
                <a:custGeom>
                  <a:avLst/>
                  <a:gdLst>
                    <a:gd name="T0" fmla="*/ 42 w 46"/>
                    <a:gd name="T1" fmla="*/ 9 h 37"/>
                    <a:gd name="T2" fmla="*/ 42 w 46"/>
                    <a:gd name="T3" fmla="*/ 15 h 37"/>
                    <a:gd name="T4" fmla="*/ 42 w 46"/>
                    <a:gd name="T5" fmla="*/ 16 h 37"/>
                    <a:gd name="T6" fmla="*/ 42 w 46"/>
                    <a:gd name="T7" fmla="*/ 22 h 37"/>
                    <a:gd name="T8" fmla="*/ 46 w 46"/>
                    <a:gd name="T9" fmla="*/ 24 h 37"/>
                    <a:gd name="T10" fmla="*/ 44 w 46"/>
                    <a:gd name="T11" fmla="*/ 27 h 37"/>
                    <a:gd name="T12" fmla="*/ 40 w 46"/>
                    <a:gd name="T13" fmla="*/ 26 h 37"/>
                    <a:gd name="T14" fmla="*/ 37 w 46"/>
                    <a:gd name="T15" fmla="*/ 24 h 37"/>
                    <a:gd name="T16" fmla="*/ 37 w 46"/>
                    <a:gd name="T17" fmla="*/ 18 h 37"/>
                    <a:gd name="T18" fmla="*/ 35 w 46"/>
                    <a:gd name="T19" fmla="*/ 18 h 37"/>
                    <a:gd name="T20" fmla="*/ 35 w 46"/>
                    <a:gd name="T21" fmla="*/ 16 h 37"/>
                    <a:gd name="T22" fmla="*/ 35 w 46"/>
                    <a:gd name="T23" fmla="*/ 11 h 37"/>
                    <a:gd name="T24" fmla="*/ 35 w 46"/>
                    <a:gd name="T25" fmla="*/ 9 h 37"/>
                    <a:gd name="T26" fmla="*/ 37 w 46"/>
                    <a:gd name="T27" fmla="*/ 9 h 37"/>
                    <a:gd name="T28" fmla="*/ 37 w 46"/>
                    <a:gd name="T29" fmla="*/ 7 h 37"/>
                    <a:gd name="T30" fmla="*/ 37 w 46"/>
                    <a:gd name="T31" fmla="*/ 9 h 37"/>
                    <a:gd name="T32" fmla="*/ 35 w 46"/>
                    <a:gd name="T33" fmla="*/ 0 h 37"/>
                    <a:gd name="T34" fmla="*/ 35 w 46"/>
                    <a:gd name="T35" fmla="*/ 2 h 37"/>
                    <a:gd name="T36" fmla="*/ 33 w 46"/>
                    <a:gd name="T37" fmla="*/ 5 h 37"/>
                    <a:gd name="T38" fmla="*/ 31 w 46"/>
                    <a:gd name="T39" fmla="*/ 5 h 37"/>
                    <a:gd name="T40" fmla="*/ 31 w 46"/>
                    <a:gd name="T41" fmla="*/ 7 h 37"/>
                    <a:gd name="T42" fmla="*/ 31 w 46"/>
                    <a:gd name="T43" fmla="*/ 5 h 37"/>
                    <a:gd name="T44" fmla="*/ 31 w 46"/>
                    <a:gd name="T45" fmla="*/ 7 h 37"/>
                    <a:gd name="T46" fmla="*/ 35 w 46"/>
                    <a:gd name="T47" fmla="*/ 5 h 37"/>
                    <a:gd name="T48" fmla="*/ 33 w 46"/>
                    <a:gd name="T49" fmla="*/ 9 h 37"/>
                    <a:gd name="T50" fmla="*/ 27 w 46"/>
                    <a:gd name="T51" fmla="*/ 9 h 37"/>
                    <a:gd name="T52" fmla="*/ 26 w 46"/>
                    <a:gd name="T53" fmla="*/ 15 h 37"/>
                    <a:gd name="T54" fmla="*/ 26 w 46"/>
                    <a:gd name="T55" fmla="*/ 16 h 37"/>
                    <a:gd name="T56" fmla="*/ 27 w 46"/>
                    <a:gd name="T57" fmla="*/ 18 h 37"/>
                    <a:gd name="T58" fmla="*/ 29 w 46"/>
                    <a:gd name="T59" fmla="*/ 22 h 37"/>
                    <a:gd name="T60" fmla="*/ 27 w 46"/>
                    <a:gd name="T61" fmla="*/ 26 h 37"/>
                    <a:gd name="T62" fmla="*/ 26 w 46"/>
                    <a:gd name="T63" fmla="*/ 31 h 37"/>
                    <a:gd name="T64" fmla="*/ 24 w 46"/>
                    <a:gd name="T65" fmla="*/ 35 h 37"/>
                    <a:gd name="T66" fmla="*/ 18 w 46"/>
                    <a:gd name="T67" fmla="*/ 37 h 37"/>
                    <a:gd name="T68" fmla="*/ 15 w 46"/>
                    <a:gd name="T69" fmla="*/ 33 h 37"/>
                    <a:gd name="T70" fmla="*/ 13 w 46"/>
                    <a:gd name="T71" fmla="*/ 29 h 37"/>
                    <a:gd name="T72" fmla="*/ 11 w 46"/>
                    <a:gd name="T73" fmla="*/ 29 h 37"/>
                    <a:gd name="T74" fmla="*/ 9 w 46"/>
                    <a:gd name="T75" fmla="*/ 26 h 37"/>
                    <a:gd name="T76" fmla="*/ 7 w 46"/>
                    <a:gd name="T77" fmla="*/ 22 h 37"/>
                    <a:gd name="T78" fmla="*/ 5 w 46"/>
                    <a:gd name="T79" fmla="*/ 18 h 37"/>
                    <a:gd name="T80" fmla="*/ 0 w 46"/>
                    <a:gd name="T81" fmla="*/ 16 h 37"/>
                    <a:gd name="T82" fmla="*/ 4 w 46"/>
                    <a:gd name="T83" fmla="*/ 18 h 37"/>
                    <a:gd name="T84" fmla="*/ 4 w 46"/>
                    <a:gd name="T85" fmla="*/ 16 h 37"/>
                    <a:gd name="T86" fmla="*/ 9 w 46"/>
                    <a:gd name="T87" fmla="*/ 16 h 37"/>
                    <a:gd name="T88" fmla="*/ 13 w 46"/>
                    <a:gd name="T89" fmla="*/ 15 h 37"/>
                    <a:gd name="T90" fmla="*/ 15 w 46"/>
                    <a:gd name="T91" fmla="*/ 13 h 37"/>
                    <a:gd name="T92" fmla="*/ 18 w 46"/>
                    <a:gd name="T93" fmla="*/ 11 h 37"/>
                    <a:gd name="T94" fmla="*/ 18 w 46"/>
                    <a:gd name="T95" fmla="*/ 11 h 37"/>
                    <a:gd name="T96" fmla="*/ 22 w 46"/>
                    <a:gd name="T97" fmla="*/ 7 h 37"/>
                    <a:gd name="T98" fmla="*/ 26 w 46"/>
                    <a:gd name="T99" fmla="*/ 5 h 37"/>
                    <a:gd name="T100" fmla="*/ 26 w 46"/>
                    <a:gd name="T101" fmla="*/ 4 h 37"/>
                    <a:gd name="T102" fmla="*/ 29 w 46"/>
                    <a:gd name="T103" fmla="*/ 2 h 37"/>
                    <a:gd name="T104" fmla="*/ 31 w 46"/>
                    <a:gd name="T10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 h="37">
                      <a:moveTo>
                        <a:pt x="38" y="7"/>
                      </a:moveTo>
                      <a:lnTo>
                        <a:pt x="40" y="7"/>
                      </a:lnTo>
                      <a:lnTo>
                        <a:pt x="42" y="9"/>
                      </a:lnTo>
                      <a:lnTo>
                        <a:pt x="42" y="11"/>
                      </a:lnTo>
                      <a:lnTo>
                        <a:pt x="42" y="13"/>
                      </a:lnTo>
                      <a:lnTo>
                        <a:pt x="42" y="15"/>
                      </a:lnTo>
                      <a:lnTo>
                        <a:pt x="44" y="15"/>
                      </a:lnTo>
                      <a:lnTo>
                        <a:pt x="44" y="16"/>
                      </a:lnTo>
                      <a:lnTo>
                        <a:pt x="42" y="16"/>
                      </a:lnTo>
                      <a:lnTo>
                        <a:pt x="42" y="18"/>
                      </a:lnTo>
                      <a:lnTo>
                        <a:pt x="44" y="20"/>
                      </a:lnTo>
                      <a:lnTo>
                        <a:pt x="42" y="22"/>
                      </a:lnTo>
                      <a:lnTo>
                        <a:pt x="44" y="22"/>
                      </a:lnTo>
                      <a:lnTo>
                        <a:pt x="44" y="24"/>
                      </a:lnTo>
                      <a:lnTo>
                        <a:pt x="46" y="24"/>
                      </a:lnTo>
                      <a:lnTo>
                        <a:pt x="46" y="26"/>
                      </a:lnTo>
                      <a:lnTo>
                        <a:pt x="46" y="27"/>
                      </a:lnTo>
                      <a:lnTo>
                        <a:pt x="44" y="27"/>
                      </a:lnTo>
                      <a:lnTo>
                        <a:pt x="44" y="26"/>
                      </a:lnTo>
                      <a:lnTo>
                        <a:pt x="42" y="26"/>
                      </a:lnTo>
                      <a:lnTo>
                        <a:pt x="40" y="26"/>
                      </a:lnTo>
                      <a:lnTo>
                        <a:pt x="40" y="24"/>
                      </a:lnTo>
                      <a:lnTo>
                        <a:pt x="38" y="24"/>
                      </a:lnTo>
                      <a:lnTo>
                        <a:pt x="37" y="24"/>
                      </a:lnTo>
                      <a:lnTo>
                        <a:pt x="37" y="22"/>
                      </a:lnTo>
                      <a:lnTo>
                        <a:pt x="37" y="20"/>
                      </a:lnTo>
                      <a:lnTo>
                        <a:pt x="37" y="18"/>
                      </a:lnTo>
                      <a:lnTo>
                        <a:pt x="35" y="18"/>
                      </a:lnTo>
                      <a:lnTo>
                        <a:pt x="37" y="18"/>
                      </a:lnTo>
                      <a:lnTo>
                        <a:pt x="35" y="18"/>
                      </a:lnTo>
                      <a:lnTo>
                        <a:pt x="35" y="16"/>
                      </a:lnTo>
                      <a:lnTo>
                        <a:pt x="37" y="16"/>
                      </a:lnTo>
                      <a:lnTo>
                        <a:pt x="35" y="16"/>
                      </a:lnTo>
                      <a:lnTo>
                        <a:pt x="35" y="15"/>
                      </a:lnTo>
                      <a:lnTo>
                        <a:pt x="35" y="13"/>
                      </a:lnTo>
                      <a:lnTo>
                        <a:pt x="35" y="11"/>
                      </a:lnTo>
                      <a:lnTo>
                        <a:pt x="35" y="9"/>
                      </a:lnTo>
                      <a:lnTo>
                        <a:pt x="35" y="11"/>
                      </a:lnTo>
                      <a:lnTo>
                        <a:pt x="35" y="9"/>
                      </a:lnTo>
                      <a:lnTo>
                        <a:pt x="37" y="9"/>
                      </a:lnTo>
                      <a:lnTo>
                        <a:pt x="37" y="11"/>
                      </a:lnTo>
                      <a:lnTo>
                        <a:pt x="37" y="9"/>
                      </a:lnTo>
                      <a:lnTo>
                        <a:pt x="35" y="9"/>
                      </a:lnTo>
                      <a:lnTo>
                        <a:pt x="35" y="7"/>
                      </a:lnTo>
                      <a:lnTo>
                        <a:pt x="37" y="7"/>
                      </a:lnTo>
                      <a:lnTo>
                        <a:pt x="37" y="9"/>
                      </a:lnTo>
                      <a:lnTo>
                        <a:pt x="38" y="9"/>
                      </a:lnTo>
                      <a:lnTo>
                        <a:pt x="37" y="9"/>
                      </a:lnTo>
                      <a:lnTo>
                        <a:pt x="37" y="7"/>
                      </a:lnTo>
                      <a:lnTo>
                        <a:pt x="38" y="7"/>
                      </a:lnTo>
                      <a:close/>
                      <a:moveTo>
                        <a:pt x="35" y="0"/>
                      </a:moveTo>
                      <a:lnTo>
                        <a:pt x="37" y="0"/>
                      </a:lnTo>
                      <a:lnTo>
                        <a:pt x="37" y="2"/>
                      </a:lnTo>
                      <a:lnTo>
                        <a:pt x="35" y="2"/>
                      </a:lnTo>
                      <a:lnTo>
                        <a:pt x="35" y="4"/>
                      </a:lnTo>
                      <a:lnTo>
                        <a:pt x="33" y="4"/>
                      </a:lnTo>
                      <a:lnTo>
                        <a:pt x="33" y="5"/>
                      </a:lnTo>
                      <a:lnTo>
                        <a:pt x="31" y="5"/>
                      </a:lnTo>
                      <a:lnTo>
                        <a:pt x="31" y="7"/>
                      </a:lnTo>
                      <a:lnTo>
                        <a:pt x="31" y="5"/>
                      </a:lnTo>
                      <a:lnTo>
                        <a:pt x="31" y="7"/>
                      </a:lnTo>
                      <a:lnTo>
                        <a:pt x="29" y="7"/>
                      </a:lnTo>
                      <a:lnTo>
                        <a:pt x="31" y="7"/>
                      </a:lnTo>
                      <a:lnTo>
                        <a:pt x="29" y="7"/>
                      </a:lnTo>
                      <a:lnTo>
                        <a:pt x="31" y="7"/>
                      </a:lnTo>
                      <a:lnTo>
                        <a:pt x="31" y="5"/>
                      </a:lnTo>
                      <a:lnTo>
                        <a:pt x="31" y="7"/>
                      </a:lnTo>
                      <a:lnTo>
                        <a:pt x="33" y="7"/>
                      </a:lnTo>
                      <a:lnTo>
                        <a:pt x="31" y="7"/>
                      </a:lnTo>
                      <a:lnTo>
                        <a:pt x="33" y="7"/>
                      </a:lnTo>
                      <a:lnTo>
                        <a:pt x="33" y="5"/>
                      </a:lnTo>
                      <a:lnTo>
                        <a:pt x="35" y="5"/>
                      </a:lnTo>
                      <a:lnTo>
                        <a:pt x="33" y="5"/>
                      </a:lnTo>
                      <a:lnTo>
                        <a:pt x="33" y="7"/>
                      </a:lnTo>
                      <a:lnTo>
                        <a:pt x="33" y="9"/>
                      </a:lnTo>
                      <a:lnTo>
                        <a:pt x="31" y="9"/>
                      </a:lnTo>
                      <a:lnTo>
                        <a:pt x="29" y="9"/>
                      </a:lnTo>
                      <a:lnTo>
                        <a:pt x="27" y="9"/>
                      </a:lnTo>
                      <a:lnTo>
                        <a:pt x="27" y="11"/>
                      </a:lnTo>
                      <a:lnTo>
                        <a:pt x="26" y="13"/>
                      </a:lnTo>
                      <a:lnTo>
                        <a:pt x="26" y="15"/>
                      </a:lnTo>
                      <a:lnTo>
                        <a:pt x="26" y="16"/>
                      </a:lnTo>
                      <a:lnTo>
                        <a:pt x="27" y="16"/>
                      </a:lnTo>
                      <a:lnTo>
                        <a:pt x="26" y="16"/>
                      </a:lnTo>
                      <a:lnTo>
                        <a:pt x="27" y="16"/>
                      </a:lnTo>
                      <a:lnTo>
                        <a:pt x="26" y="18"/>
                      </a:lnTo>
                      <a:lnTo>
                        <a:pt x="27" y="18"/>
                      </a:lnTo>
                      <a:lnTo>
                        <a:pt x="27" y="20"/>
                      </a:lnTo>
                      <a:lnTo>
                        <a:pt x="27" y="22"/>
                      </a:lnTo>
                      <a:lnTo>
                        <a:pt x="29" y="22"/>
                      </a:lnTo>
                      <a:lnTo>
                        <a:pt x="29" y="24"/>
                      </a:lnTo>
                      <a:lnTo>
                        <a:pt x="29" y="26"/>
                      </a:lnTo>
                      <a:lnTo>
                        <a:pt x="27" y="26"/>
                      </a:lnTo>
                      <a:lnTo>
                        <a:pt x="27" y="27"/>
                      </a:lnTo>
                      <a:lnTo>
                        <a:pt x="26" y="29"/>
                      </a:lnTo>
                      <a:lnTo>
                        <a:pt x="26" y="31"/>
                      </a:lnTo>
                      <a:lnTo>
                        <a:pt x="26" y="33"/>
                      </a:lnTo>
                      <a:lnTo>
                        <a:pt x="26" y="35"/>
                      </a:lnTo>
                      <a:lnTo>
                        <a:pt x="24" y="35"/>
                      </a:lnTo>
                      <a:lnTo>
                        <a:pt x="22" y="37"/>
                      </a:lnTo>
                      <a:lnTo>
                        <a:pt x="20" y="37"/>
                      </a:lnTo>
                      <a:lnTo>
                        <a:pt x="18" y="37"/>
                      </a:lnTo>
                      <a:lnTo>
                        <a:pt x="16" y="35"/>
                      </a:lnTo>
                      <a:lnTo>
                        <a:pt x="16" y="33"/>
                      </a:lnTo>
                      <a:lnTo>
                        <a:pt x="15" y="33"/>
                      </a:lnTo>
                      <a:lnTo>
                        <a:pt x="15" y="31"/>
                      </a:lnTo>
                      <a:lnTo>
                        <a:pt x="15" y="29"/>
                      </a:lnTo>
                      <a:lnTo>
                        <a:pt x="13" y="29"/>
                      </a:lnTo>
                      <a:lnTo>
                        <a:pt x="13" y="27"/>
                      </a:lnTo>
                      <a:lnTo>
                        <a:pt x="13" y="29"/>
                      </a:lnTo>
                      <a:lnTo>
                        <a:pt x="11" y="29"/>
                      </a:lnTo>
                      <a:lnTo>
                        <a:pt x="9" y="29"/>
                      </a:lnTo>
                      <a:lnTo>
                        <a:pt x="9" y="27"/>
                      </a:lnTo>
                      <a:lnTo>
                        <a:pt x="9" y="26"/>
                      </a:lnTo>
                      <a:lnTo>
                        <a:pt x="9" y="24"/>
                      </a:lnTo>
                      <a:lnTo>
                        <a:pt x="9" y="22"/>
                      </a:lnTo>
                      <a:lnTo>
                        <a:pt x="7" y="22"/>
                      </a:lnTo>
                      <a:lnTo>
                        <a:pt x="7" y="20"/>
                      </a:lnTo>
                      <a:lnTo>
                        <a:pt x="5" y="20"/>
                      </a:lnTo>
                      <a:lnTo>
                        <a:pt x="5" y="18"/>
                      </a:lnTo>
                      <a:lnTo>
                        <a:pt x="4" y="18"/>
                      </a:lnTo>
                      <a:lnTo>
                        <a:pt x="4" y="16"/>
                      </a:lnTo>
                      <a:lnTo>
                        <a:pt x="0" y="16"/>
                      </a:lnTo>
                      <a:lnTo>
                        <a:pt x="2" y="16"/>
                      </a:lnTo>
                      <a:lnTo>
                        <a:pt x="4" y="16"/>
                      </a:lnTo>
                      <a:lnTo>
                        <a:pt x="4" y="18"/>
                      </a:lnTo>
                      <a:lnTo>
                        <a:pt x="5" y="18"/>
                      </a:lnTo>
                      <a:lnTo>
                        <a:pt x="4" y="18"/>
                      </a:lnTo>
                      <a:lnTo>
                        <a:pt x="4" y="16"/>
                      </a:lnTo>
                      <a:lnTo>
                        <a:pt x="5" y="16"/>
                      </a:lnTo>
                      <a:lnTo>
                        <a:pt x="7" y="16"/>
                      </a:lnTo>
                      <a:lnTo>
                        <a:pt x="9" y="16"/>
                      </a:lnTo>
                      <a:lnTo>
                        <a:pt x="9" y="15"/>
                      </a:lnTo>
                      <a:lnTo>
                        <a:pt x="11" y="15"/>
                      </a:lnTo>
                      <a:lnTo>
                        <a:pt x="13" y="15"/>
                      </a:lnTo>
                      <a:lnTo>
                        <a:pt x="15" y="13"/>
                      </a:lnTo>
                      <a:lnTo>
                        <a:pt x="13" y="13"/>
                      </a:lnTo>
                      <a:lnTo>
                        <a:pt x="15" y="13"/>
                      </a:lnTo>
                      <a:lnTo>
                        <a:pt x="16" y="13"/>
                      </a:lnTo>
                      <a:lnTo>
                        <a:pt x="16" y="11"/>
                      </a:lnTo>
                      <a:lnTo>
                        <a:pt x="18" y="11"/>
                      </a:lnTo>
                      <a:lnTo>
                        <a:pt x="20" y="9"/>
                      </a:lnTo>
                      <a:lnTo>
                        <a:pt x="18" y="9"/>
                      </a:lnTo>
                      <a:lnTo>
                        <a:pt x="18" y="11"/>
                      </a:lnTo>
                      <a:lnTo>
                        <a:pt x="18" y="9"/>
                      </a:lnTo>
                      <a:lnTo>
                        <a:pt x="20" y="9"/>
                      </a:lnTo>
                      <a:lnTo>
                        <a:pt x="22" y="7"/>
                      </a:lnTo>
                      <a:lnTo>
                        <a:pt x="24" y="7"/>
                      </a:lnTo>
                      <a:lnTo>
                        <a:pt x="24" y="5"/>
                      </a:lnTo>
                      <a:lnTo>
                        <a:pt x="26" y="5"/>
                      </a:lnTo>
                      <a:lnTo>
                        <a:pt x="26" y="4"/>
                      </a:lnTo>
                      <a:lnTo>
                        <a:pt x="27" y="4"/>
                      </a:lnTo>
                      <a:lnTo>
                        <a:pt x="26" y="4"/>
                      </a:lnTo>
                      <a:lnTo>
                        <a:pt x="27" y="4"/>
                      </a:lnTo>
                      <a:lnTo>
                        <a:pt x="29" y="4"/>
                      </a:lnTo>
                      <a:lnTo>
                        <a:pt x="29" y="2"/>
                      </a:lnTo>
                      <a:lnTo>
                        <a:pt x="29" y="4"/>
                      </a:lnTo>
                      <a:lnTo>
                        <a:pt x="29" y="2"/>
                      </a:lnTo>
                      <a:lnTo>
                        <a:pt x="31" y="2"/>
                      </a:lnTo>
                      <a:lnTo>
                        <a:pt x="33" y="2"/>
                      </a:lnTo>
                      <a:lnTo>
                        <a:pt x="35"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8" name="Freeform 21">
                  <a:extLst>
                    <a:ext uri="{FF2B5EF4-FFF2-40B4-BE49-F238E27FC236}">
                      <a16:creationId xmlns:a16="http://schemas.microsoft.com/office/drawing/2014/main" id="{F8134CB9-4750-2225-7E35-4E85C52705ED}"/>
                    </a:ext>
                  </a:extLst>
                </p:cNvPr>
                <p:cNvSpPr>
                  <a:spLocks noEditPoints="1"/>
                </p:cNvSpPr>
                <p:nvPr/>
              </p:nvSpPr>
              <p:spPr bwMode="auto">
                <a:xfrm>
                  <a:off x="6590377" y="4725482"/>
                  <a:ext cx="5422" cy="16266"/>
                </a:xfrm>
                <a:custGeom>
                  <a:avLst/>
                  <a:gdLst>
                    <a:gd name="T0" fmla="*/ 0 w 3"/>
                    <a:gd name="T1" fmla="*/ 9 h 9"/>
                    <a:gd name="T2" fmla="*/ 0 w 3"/>
                    <a:gd name="T3" fmla="*/ 9 h 9"/>
                    <a:gd name="T4" fmla="*/ 0 w 3"/>
                    <a:gd name="T5" fmla="*/ 9 h 9"/>
                    <a:gd name="T6" fmla="*/ 0 w 3"/>
                    <a:gd name="T7" fmla="*/ 9 h 9"/>
                    <a:gd name="T8" fmla="*/ 0 w 3"/>
                    <a:gd name="T9" fmla="*/ 9 h 9"/>
                    <a:gd name="T10" fmla="*/ 0 w 3"/>
                    <a:gd name="T11" fmla="*/ 9 h 9"/>
                    <a:gd name="T12" fmla="*/ 0 w 3"/>
                    <a:gd name="T13" fmla="*/ 5 h 9"/>
                    <a:gd name="T14" fmla="*/ 0 w 3"/>
                    <a:gd name="T15" fmla="*/ 5 h 9"/>
                    <a:gd name="T16" fmla="*/ 0 w 3"/>
                    <a:gd name="T17" fmla="*/ 5 h 9"/>
                    <a:gd name="T18" fmla="*/ 0 w 3"/>
                    <a:gd name="T19" fmla="*/ 5 h 9"/>
                    <a:gd name="T20" fmla="*/ 0 w 3"/>
                    <a:gd name="T21" fmla="*/ 5 h 9"/>
                    <a:gd name="T22" fmla="*/ 0 w 3"/>
                    <a:gd name="T23" fmla="*/ 5 h 9"/>
                    <a:gd name="T24" fmla="*/ 0 w 3"/>
                    <a:gd name="T25" fmla="*/ 5 h 9"/>
                    <a:gd name="T26" fmla="*/ 3 w 3"/>
                    <a:gd name="T27" fmla="*/ 5 h 9"/>
                    <a:gd name="T28" fmla="*/ 3 w 3"/>
                    <a:gd name="T29" fmla="*/ 5 h 9"/>
                    <a:gd name="T30" fmla="*/ 3 w 3"/>
                    <a:gd name="T31" fmla="*/ 5 h 9"/>
                    <a:gd name="T32" fmla="*/ 3 w 3"/>
                    <a:gd name="T33" fmla="*/ 5 h 9"/>
                    <a:gd name="T34" fmla="*/ 3 w 3"/>
                    <a:gd name="T35" fmla="*/ 5 h 9"/>
                    <a:gd name="T36" fmla="*/ 3 w 3"/>
                    <a:gd name="T37" fmla="*/ 7 h 9"/>
                    <a:gd name="T38" fmla="*/ 3 w 3"/>
                    <a:gd name="T39" fmla="*/ 7 h 9"/>
                    <a:gd name="T40" fmla="*/ 3 w 3"/>
                    <a:gd name="T41" fmla="*/ 7 h 9"/>
                    <a:gd name="T42" fmla="*/ 3 w 3"/>
                    <a:gd name="T43" fmla="*/ 7 h 9"/>
                    <a:gd name="T44" fmla="*/ 2 w 3"/>
                    <a:gd name="T45" fmla="*/ 7 h 9"/>
                    <a:gd name="T46" fmla="*/ 2 w 3"/>
                    <a:gd name="T47" fmla="*/ 7 h 9"/>
                    <a:gd name="T48" fmla="*/ 2 w 3"/>
                    <a:gd name="T49" fmla="*/ 7 h 9"/>
                    <a:gd name="T50" fmla="*/ 2 w 3"/>
                    <a:gd name="T51" fmla="*/ 5 h 9"/>
                    <a:gd name="T52" fmla="*/ 2 w 3"/>
                    <a:gd name="T53" fmla="*/ 5 h 9"/>
                    <a:gd name="T54" fmla="*/ 2 w 3"/>
                    <a:gd name="T55" fmla="*/ 5 h 9"/>
                    <a:gd name="T56" fmla="*/ 2 w 3"/>
                    <a:gd name="T57" fmla="*/ 5 h 9"/>
                    <a:gd name="T58" fmla="*/ 3 w 3"/>
                    <a:gd name="T59" fmla="*/ 5 h 9"/>
                    <a:gd name="T60" fmla="*/ 3 w 3"/>
                    <a:gd name="T61" fmla="*/ 5 h 9"/>
                    <a:gd name="T62" fmla="*/ 3 w 3"/>
                    <a:gd name="T63" fmla="*/ 5 h 9"/>
                    <a:gd name="T64" fmla="*/ 3 w 3"/>
                    <a:gd name="T65" fmla="*/ 5 h 9"/>
                    <a:gd name="T66" fmla="*/ 3 w 3"/>
                    <a:gd name="T67" fmla="*/ 5 h 9"/>
                    <a:gd name="T68" fmla="*/ 3 w 3"/>
                    <a:gd name="T69" fmla="*/ 5 h 9"/>
                    <a:gd name="T70" fmla="*/ 3 w 3"/>
                    <a:gd name="T71" fmla="*/ 5 h 9"/>
                    <a:gd name="T72" fmla="*/ 3 w 3"/>
                    <a:gd name="T73" fmla="*/ 5 h 9"/>
                    <a:gd name="T74" fmla="*/ 0 w 3"/>
                    <a:gd name="T75" fmla="*/ 5 h 9"/>
                    <a:gd name="T76" fmla="*/ 0 w 3"/>
                    <a:gd name="T77" fmla="*/ 5 h 9"/>
                    <a:gd name="T78" fmla="*/ 0 w 3"/>
                    <a:gd name="T79" fmla="*/ 5 h 9"/>
                    <a:gd name="T80" fmla="*/ 0 w 3"/>
                    <a:gd name="T81" fmla="*/ 5 h 9"/>
                    <a:gd name="T82" fmla="*/ 0 w 3"/>
                    <a:gd name="T83" fmla="*/ 5 h 9"/>
                    <a:gd name="T84" fmla="*/ 2 w 3"/>
                    <a:gd name="T85" fmla="*/ 2 h 9"/>
                    <a:gd name="T86" fmla="*/ 3 w 3"/>
                    <a:gd name="T87" fmla="*/ 2 h 9"/>
                    <a:gd name="T88" fmla="*/ 3 w 3"/>
                    <a:gd name="T89" fmla="*/ 2 h 9"/>
                    <a:gd name="T90" fmla="*/ 3 w 3"/>
                    <a:gd name="T91" fmla="*/ 2 h 9"/>
                    <a:gd name="T92" fmla="*/ 2 w 3"/>
                    <a:gd name="T93" fmla="*/ 2 h 9"/>
                    <a:gd name="T94" fmla="*/ 2 w 3"/>
                    <a:gd name="T95" fmla="*/ 2 h 9"/>
                    <a:gd name="T96" fmla="*/ 2 w 3"/>
                    <a:gd name="T97" fmla="*/ 2 h 9"/>
                    <a:gd name="T98" fmla="*/ 2 w 3"/>
                    <a:gd name="T99" fmla="*/ 2 h 9"/>
                    <a:gd name="T100" fmla="*/ 2 w 3"/>
                    <a:gd name="T101" fmla="*/ 2 h 9"/>
                    <a:gd name="T102" fmla="*/ 2 w 3"/>
                    <a:gd name="T103" fmla="*/ 2 h 9"/>
                    <a:gd name="T104" fmla="*/ 2 w 3"/>
                    <a:gd name="T105" fmla="*/ 2 h 9"/>
                    <a:gd name="T106" fmla="*/ 3 w 3"/>
                    <a:gd name="T107" fmla="*/ 0 h 9"/>
                    <a:gd name="T108" fmla="*/ 3 w 3"/>
                    <a:gd name="T109" fmla="*/ 0 h 9"/>
                    <a:gd name="T110" fmla="*/ 2 w 3"/>
                    <a:gd name="T111" fmla="*/ 0 h 9"/>
                    <a:gd name="T112" fmla="*/ 2 w 3"/>
                    <a:gd name="T113" fmla="*/ 0 h 9"/>
                    <a:gd name="T114" fmla="*/ 2 w 3"/>
                    <a:gd name="T115" fmla="*/ 0 h 9"/>
                    <a:gd name="T116" fmla="*/ 2 w 3"/>
                    <a:gd name="T117" fmla="*/ 0 h 9"/>
                    <a:gd name="T118" fmla="*/ 3 w 3"/>
                    <a:gd name="T1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 h="9">
                      <a:moveTo>
                        <a:pt x="0" y="9"/>
                      </a:moveTo>
                      <a:lnTo>
                        <a:pt x="0" y="9"/>
                      </a:lnTo>
                      <a:lnTo>
                        <a:pt x="0" y="9"/>
                      </a:lnTo>
                      <a:lnTo>
                        <a:pt x="0" y="9"/>
                      </a:lnTo>
                      <a:lnTo>
                        <a:pt x="0" y="9"/>
                      </a:lnTo>
                      <a:lnTo>
                        <a:pt x="0" y="9"/>
                      </a:lnTo>
                      <a:lnTo>
                        <a:pt x="0" y="9"/>
                      </a:lnTo>
                      <a:lnTo>
                        <a:pt x="0" y="9"/>
                      </a:lnTo>
                      <a:lnTo>
                        <a:pt x="0" y="9"/>
                      </a:lnTo>
                      <a:lnTo>
                        <a:pt x="0" y="9"/>
                      </a:lnTo>
                      <a:lnTo>
                        <a:pt x="0" y="9"/>
                      </a:lnTo>
                      <a:lnTo>
                        <a:pt x="0" y="9"/>
                      </a:lnTo>
                      <a:lnTo>
                        <a:pt x="0" y="9"/>
                      </a:lnTo>
                      <a:close/>
                      <a:moveTo>
                        <a:pt x="0" y="5"/>
                      </a:moveTo>
                      <a:lnTo>
                        <a:pt x="0" y="5"/>
                      </a:lnTo>
                      <a:lnTo>
                        <a:pt x="0" y="5"/>
                      </a:lnTo>
                      <a:lnTo>
                        <a:pt x="0" y="5"/>
                      </a:lnTo>
                      <a:lnTo>
                        <a:pt x="0" y="5"/>
                      </a:lnTo>
                      <a:lnTo>
                        <a:pt x="0" y="5"/>
                      </a:lnTo>
                      <a:lnTo>
                        <a:pt x="0" y="5"/>
                      </a:lnTo>
                      <a:lnTo>
                        <a:pt x="0" y="5"/>
                      </a:lnTo>
                      <a:lnTo>
                        <a:pt x="0" y="5"/>
                      </a:lnTo>
                      <a:lnTo>
                        <a:pt x="0" y="5"/>
                      </a:lnTo>
                      <a:lnTo>
                        <a:pt x="0" y="5"/>
                      </a:lnTo>
                      <a:lnTo>
                        <a:pt x="0" y="5"/>
                      </a:lnTo>
                      <a:lnTo>
                        <a:pt x="0" y="5"/>
                      </a:lnTo>
                      <a:close/>
                      <a:moveTo>
                        <a:pt x="3" y="5"/>
                      </a:moveTo>
                      <a:lnTo>
                        <a:pt x="3" y="5"/>
                      </a:lnTo>
                      <a:lnTo>
                        <a:pt x="3" y="5"/>
                      </a:lnTo>
                      <a:lnTo>
                        <a:pt x="3" y="5"/>
                      </a:lnTo>
                      <a:lnTo>
                        <a:pt x="3" y="5"/>
                      </a:lnTo>
                      <a:lnTo>
                        <a:pt x="3" y="5"/>
                      </a:lnTo>
                      <a:lnTo>
                        <a:pt x="3" y="5"/>
                      </a:lnTo>
                      <a:lnTo>
                        <a:pt x="3" y="5"/>
                      </a:lnTo>
                      <a:lnTo>
                        <a:pt x="3" y="5"/>
                      </a:lnTo>
                      <a:lnTo>
                        <a:pt x="3" y="5"/>
                      </a:lnTo>
                      <a:lnTo>
                        <a:pt x="3" y="7"/>
                      </a:lnTo>
                      <a:lnTo>
                        <a:pt x="3" y="7"/>
                      </a:lnTo>
                      <a:lnTo>
                        <a:pt x="3" y="7"/>
                      </a:lnTo>
                      <a:lnTo>
                        <a:pt x="3" y="7"/>
                      </a:lnTo>
                      <a:lnTo>
                        <a:pt x="3" y="7"/>
                      </a:lnTo>
                      <a:lnTo>
                        <a:pt x="3" y="7"/>
                      </a:lnTo>
                      <a:lnTo>
                        <a:pt x="3" y="7"/>
                      </a:lnTo>
                      <a:lnTo>
                        <a:pt x="3" y="7"/>
                      </a:lnTo>
                      <a:lnTo>
                        <a:pt x="3" y="7"/>
                      </a:lnTo>
                      <a:lnTo>
                        <a:pt x="2" y="7"/>
                      </a:lnTo>
                      <a:lnTo>
                        <a:pt x="2" y="7"/>
                      </a:lnTo>
                      <a:lnTo>
                        <a:pt x="2" y="7"/>
                      </a:lnTo>
                      <a:lnTo>
                        <a:pt x="2" y="7"/>
                      </a:lnTo>
                      <a:lnTo>
                        <a:pt x="2" y="7"/>
                      </a:lnTo>
                      <a:lnTo>
                        <a:pt x="2" y="7"/>
                      </a:lnTo>
                      <a:lnTo>
                        <a:pt x="2" y="5"/>
                      </a:lnTo>
                      <a:lnTo>
                        <a:pt x="2" y="5"/>
                      </a:lnTo>
                      <a:lnTo>
                        <a:pt x="2" y="5"/>
                      </a:lnTo>
                      <a:lnTo>
                        <a:pt x="2" y="5"/>
                      </a:lnTo>
                      <a:lnTo>
                        <a:pt x="2" y="5"/>
                      </a:lnTo>
                      <a:lnTo>
                        <a:pt x="2" y="5"/>
                      </a:lnTo>
                      <a:lnTo>
                        <a:pt x="2" y="5"/>
                      </a:lnTo>
                      <a:lnTo>
                        <a:pt x="2" y="5"/>
                      </a:lnTo>
                      <a:lnTo>
                        <a:pt x="3" y="5"/>
                      </a:lnTo>
                      <a:lnTo>
                        <a:pt x="3" y="5"/>
                      </a:lnTo>
                      <a:lnTo>
                        <a:pt x="3" y="5"/>
                      </a:lnTo>
                      <a:lnTo>
                        <a:pt x="3" y="5"/>
                      </a:lnTo>
                      <a:lnTo>
                        <a:pt x="3" y="5"/>
                      </a:lnTo>
                      <a:lnTo>
                        <a:pt x="3" y="5"/>
                      </a:lnTo>
                      <a:lnTo>
                        <a:pt x="3" y="5"/>
                      </a:lnTo>
                      <a:lnTo>
                        <a:pt x="3" y="5"/>
                      </a:lnTo>
                      <a:lnTo>
                        <a:pt x="3" y="5"/>
                      </a:lnTo>
                      <a:lnTo>
                        <a:pt x="3" y="5"/>
                      </a:lnTo>
                      <a:lnTo>
                        <a:pt x="3" y="5"/>
                      </a:lnTo>
                      <a:lnTo>
                        <a:pt x="3" y="5"/>
                      </a:lnTo>
                      <a:lnTo>
                        <a:pt x="3" y="5"/>
                      </a:lnTo>
                      <a:lnTo>
                        <a:pt x="3" y="5"/>
                      </a:lnTo>
                      <a:lnTo>
                        <a:pt x="3" y="5"/>
                      </a:lnTo>
                      <a:close/>
                      <a:moveTo>
                        <a:pt x="0" y="5"/>
                      </a:moveTo>
                      <a:lnTo>
                        <a:pt x="0" y="5"/>
                      </a:lnTo>
                      <a:lnTo>
                        <a:pt x="0" y="5"/>
                      </a:lnTo>
                      <a:lnTo>
                        <a:pt x="0" y="5"/>
                      </a:lnTo>
                      <a:lnTo>
                        <a:pt x="0" y="5"/>
                      </a:lnTo>
                      <a:lnTo>
                        <a:pt x="0" y="5"/>
                      </a:lnTo>
                      <a:lnTo>
                        <a:pt x="0" y="5"/>
                      </a:lnTo>
                      <a:lnTo>
                        <a:pt x="0" y="5"/>
                      </a:lnTo>
                      <a:lnTo>
                        <a:pt x="0" y="5"/>
                      </a:lnTo>
                      <a:lnTo>
                        <a:pt x="0" y="5"/>
                      </a:lnTo>
                      <a:close/>
                      <a:moveTo>
                        <a:pt x="2" y="2"/>
                      </a:moveTo>
                      <a:lnTo>
                        <a:pt x="2" y="2"/>
                      </a:lnTo>
                      <a:lnTo>
                        <a:pt x="2" y="2"/>
                      </a:lnTo>
                      <a:lnTo>
                        <a:pt x="3" y="2"/>
                      </a:lnTo>
                      <a:lnTo>
                        <a:pt x="3" y="2"/>
                      </a:lnTo>
                      <a:lnTo>
                        <a:pt x="3" y="2"/>
                      </a:lnTo>
                      <a:lnTo>
                        <a:pt x="3" y="2"/>
                      </a:lnTo>
                      <a:lnTo>
                        <a:pt x="3" y="2"/>
                      </a:lnTo>
                      <a:lnTo>
                        <a:pt x="3"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close/>
                      <a:moveTo>
                        <a:pt x="3" y="0"/>
                      </a:moveTo>
                      <a:lnTo>
                        <a:pt x="3" y="0"/>
                      </a:lnTo>
                      <a:lnTo>
                        <a:pt x="3" y="0"/>
                      </a:lnTo>
                      <a:lnTo>
                        <a:pt x="2" y="0"/>
                      </a:lnTo>
                      <a:lnTo>
                        <a:pt x="2" y="0"/>
                      </a:lnTo>
                      <a:lnTo>
                        <a:pt x="2" y="0"/>
                      </a:lnTo>
                      <a:lnTo>
                        <a:pt x="2" y="0"/>
                      </a:lnTo>
                      <a:lnTo>
                        <a:pt x="2" y="0"/>
                      </a:lnTo>
                      <a:lnTo>
                        <a:pt x="2" y="0"/>
                      </a:lnTo>
                      <a:lnTo>
                        <a:pt x="2" y="0"/>
                      </a:lnTo>
                      <a:lnTo>
                        <a:pt x="2" y="0"/>
                      </a:lnTo>
                      <a:lnTo>
                        <a:pt x="3" y="0"/>
                      </a:lnTo>
                      <a:lnTo>
                        <a:pt x="3"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29" name="Freeform 22">
                  <a:extLst>
                    <a:ext uri="{FF2B5EF4-FFF2-40B4-BE49-F238E27FC236}">
                      <a16:creationId xmlns:a16="http://schemas.microsoft.com/office/drawing/2014/main" id="{322338C7-D715-755C-6597-565EC0F5F5DB}"/>
                    </a:ext>
                  </a:extLst>
                </p:cNvPr>
                <p:cNvSpPr>
                  <a:spLocks noEditPoints="1"/>
                </p:cNvSpPr>
                <p:nvPr/>
              </p:nvSpPr>
              <p:spPr bwMode="auto">
                <a:xfrm>
                  <a:off x="6559655" y="4729097"/>
                  <a:ext cx="34338" cy="16266"/>
                </a:xfrm>
                <a:custGeom>
                  <a:avLst/>
                  <a:gdLst>
                    <a:gd name="T0" fmla="*/ 0 w 19"/>
                    <a:gd name="T1" fmla="*/ 9 h 9"/>
                    <a:gd name="T2" fmla="*/ 0 w 19"/>
                    <a:gd name="T3" fmla="*/ 7 h 9"/>
                    <a:gd name="T4" fmla="*/ 2 w 19"/>
                    <a:gd name="T5" fmla="*/ 7 h 9"/>
                    <a:gd name="T6" fmla="*/ 2 w 19"/>
                    <a:gd name="T7" fmla="*/ 7 h 9"/>
                    <a:gd name="T8" fmla="*/ 2 w 19"/>
                    <a:gd name="T9" fmla="*/ 7 h 9"/>
                    <a:gd name="T10" fmla="*/ 13 w 19"/>
                    <a:gd name="T11" fmla="*/ 5 h 9"/>
                    <a:gd name="T12" fmla="*/ 13 w 19"/>
                    <a:gd name="T13" fmla="*/ 5 h 9"/>
                    <a:gd name="T14" fmla="*/ 13 w 19"/>
                    <a:gd name="T15" fmla="*/ 5 h 9"/>
                    <a:gd name="T16" fmla="*/ 19 w 19"/>
                    <a:gd name="T17" fmla="*/ 5 h 9"/>
                    <a:gd name="T18" fmla="*/ 19 w 19"/>
                    <a:gd name="T19" fmla="*/ 3 h 9"/>
                    <a:gd name="T20" fmla="*/ 17 w 19"/>
                    <a:gd name="T21" fmla="*/ 3 h 9"/>
                    <a:gd name="T22" fmla="*/ 17 w 19"/>
                    <a:gd name="T23" fmla="*/ 3 h 9"/>
                    <a:gd name="T24" fmla="*/ 17 w 19"/>
                    <a:gd name="T25" fmla="*/ 3 h 9"/>
                    <a:gd name="T26" fmla="*/ 17 w 19"/>
                    <a:gd name="T27" fmla="*/ 3 h 9"/>
                    <a:gd name="T28" fmla="*/ 17 w 19"/>
                    <a:gd name="T29" fmla="*/ 3 h 9"/>
                    <a:gd name="T30" fmla="*/ 17 w 19"/>
                    <a:gd name="T31" fmla="*/ 3 h 9"/>
                    <a:gd name="T32" fmla="*/ 17 w 19"/>
                    <a:gd name="T33" fmla="*/ 2 h 9"/>
                    <a:gd name="T34" fmla="*/ 17 w 19"/>
                    <a:gd name="T35" fmla="*/ 3 h 9"/>
                    <a:gd name="T36" fmla="*/ 17 w 19"/>
                    <a:gd name="T37" fmla="*/ 2 h 9"/>
                    <a:gd name="T38" fmla="*/ 17 w 19"/>
                    <a:gd name="T39" fmla="*/ 2 h 9"/>
                    <a:gd name="T40" fmla="*/ 17 w 19"/>
                    <a:gd name="T41" fmla="*/ 2 h 9"/>
                    <a:gd name="T42" fmla="*/ 17 w 19"/>
                    <a:gd name="T43" fmla="*/ 2 h 9"/>
                    <a:gd name="T44" fmla="*/ 17 w 19"/>
                    <a:gd name="T45" fmla="*/ 0 h 9"/>
                    <a:gd name="T46" fmla="*/ 17 w 19"/>
                    <a:gd name="T47" fmla="*/ 0 h 9"/>
                    <a:gd name="T48" fmla="*/ 17 w 19"/>
                    <a:gd name="T49" fmla="*/ 2 h 9"/>
                    <a:gd name="T50" fmla="*/ 17 w 19"/>
                    <a:gd name="T51" fmla="*/ 2 h 9"/>
                    <a:gd name="T52" fmla="*/ 17 w 19"/>
                    <a:gd name="T53" fmla="*/ 0 h 9"/>
                    <a:gd name="T54" fmla="*/ 17 w 19"/>
                    <a:gd name="T55" fmla="*/ 0 h 9"/>
                    <a:gd name="T56" fmla="*/ 17 w 19"/>
                    <a:gd name="T57" fmla="*/ 2 h 9"/>
                    <a:gd name="T58" fmla="*/ 17 w 19"/>
                    <a:gd name="T59" fmla="*/ 0 h 9"/>
                    <a:gd name="T60" fmla="*/ 17 w 19"/>
                    <a:gd name="T61" fmla="*/ 0 h 9"/>
                    <a:gd name="T62" fmla="*/ 17 w 19"/>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9">
                      <a:moveTo>
                        <a:pt x="0" y="9"/>
                      </a:moveTo>
                      <a:lnTo>
                        <a:pt x="0" y="9"/>
                      </a:lnTo>
                      <a:lnTo>
                        <a:pt x="0" y="9"/>
                      </a:lnTo>
                      <a:lnTo>
                        <a:pt x="0" y="7"/>
                      </a:lnTo>
                      <a:lnTo>
                        <a:pt x="0" y="9"/>
                      </a:lnTo>
                      <a:close/>
                      <a:moveTo>
                        <a:pt x="2" y="7"/>
                      </a:moveTo>
                      <a:lnTo>
                        <a:pt x="2" y="7"/>
                      </a:lnTo>
                      <a:lnTo>
                        <a:pt x="2" y="7"/>
                      </a:lnTo>
                      <a:lnTo>
                        <a:pt x="2" y="7"/>
                      </a:lnTo>
                      <a:lnTo>
                        <a:pt x="2" y="7"/>
                      </a:lnTo>
                      <a:close/>
                      <a:moveTo>
                        <a:pt x="13" y="5"/>
                      </a:moveTo>
                      <a:lnTo>
                        <a:pt x="13" y="5"/>
                      </a:lnTo>
                      <a:lnTo>
                        <a:pt x="13" y="5"/>
                      </a:lnTo>
                      <a:lnTo>
                        <a:pt x="13" y="5"/>
                      </a:lnTo>
                      <a:lnTo>
                        <a:pt x="13" y="5"/>
                      </a:lnTo>
                      <a:lnTo>
                        <a:pt x="13" y="5"/>
                      </a:lnTo>
                      <a:close/>
                      <a:moveTo>
                        <a:pt x="19" y="5"/>
                      </a:moveTo>
                      <a:lnTo>
                        <a:pt x="19" y="5"/>
                      </a:lnTo>
                      <a:lnTo>
                        <a:pt x="19" y="3"/>
                      </a:lnTo>
                      <a:lnTo>
                        <a:pt x="19" y="3"/>
                      </a:lnTo>
                      <a:lnTo>
                        <a:pt x="19" y="5"/>
                      </a:lnTo>
                      <a:close/>
                      <a:moveTo>
                        <a:pt x="17" y="3"/>
                      </a:moveTo>
                      <a:lnTo>
                        <a:pt x="17" y="3"/>
                      </a:lnTo>
                      <a:lnTo>
                        <a:pt x="17" y="3"/>
                      </a:lnTo>
                      <a:lnTo>
                        <a:pt x="17" y="3"/>
                      </a:lnTo>
                      <a:lnTo>
                        <a:pt x="17" y="3"/>
                      </a:lnTo>
                      <a:lnTo>
                        <a:pt x="17" y="3"/>
                      </a:lnTo>
                      <a:lnTo>
                        <a:pt x="17" y="3"/>
                      </a:lnTo>
                      <a:lnTo>
                        <a:pt x="17" y="3"/>
                      </a:lnTo>
                      <a:lnTo>
                        <a:pt x="17" y="3"/>
                      </a:lnTo>
                      <a:close/>
                      <a:moveTo>
                        <a:pt x="17" y="3"/>
                      </a:moveTo>
                      <a:lnTo>
                        <a:pt x="17" y="3"/>
                      </a:lnTo>
                      <a:lnTo>
                        <a:pt x="17" y="2"/>
                      </a:lnTo>
                      <a:lnTo>
                        <a:pt x="17" y="2"/>
                      </a:lnTo>
                      <a:lnTo>
                        <a:pt x="17" y="2"/>
                      </a:lnTo>
                      <a:lnTo>
                        <a:pt x="17" y="3"/>
                      </a:lnTo>
                      <a:close/>
                      <a:moveTo>
                        <a:pt x="17" y="2"/>
                      </a:moveTo>
                      <a:lnTo>
                        <a:pt x="17" y="2"/>
                      </a:lnTo>
                      <a:lnTo>
                        <a:pt x="17" y="2"/>
                      </a:lnTo>
                      <a:lnTo>
                        <a:pt x="17" y="2"/>
                      </a:lnTo>
                      <a:lnTo>
                        <a:pt x="17" y="2"/>
                      </a:lnTo>
                      <a:lnTo>
                        <a:pt x="17" y="2"/>
                      </a:lnTo>
                      <a:lnTo>
                        <a:pt x="17" y="2"/>
                      </a:lnTo>
                      <a:close/>
                      <a:moveTo>
                        <a:pt x="17" y="2"/>
                      </a:moveTo>
                      <a:lnTo>
                        <a:pt x="17" y="2"/>
                      </a:lnTo>
                      <a:lnTo>
                        <a:pt x="17" y="0"/>
                      </a:lnTo>
                      <a:lnTo>
                        <a:pt x="17" y="0"/>
                      </a:lnTo>
                      <a:lnTo>
                        <a:pt x="17" y="0"/>
                      </a:lnTo>
                      <a:lnTo>
                        <a:pt x="17" y="2"/>
                      </a:lnTo>
                      <a:close/>
                      <a:moveTo>
                        <a:pt x="17" y="2"/>
                      </a:moveTo>
                      <a:lnTo>
                        <a:pt x="17" y="2"/>
                      </a:lnTo>
                      <a:lnTo>
                        <a:pt x="17" y="2"/>
                      </a:lnTo>
                      <a:lnTo>
                        <a:pt x="17" y="2"/>
                      </a:lnTo>
                      <a:lnTo>
                        <a:pt x="17" y="0"/>
                      </a:lnTo>
                      <a:lnTo>
                        <a:pt x="17" y="0"/>
                      </a:lnTo>
                      <a:lnTo>
                        <a:pt x="17" y="0"/>
                      </a:lnTo>
                      <a:lnTo>
                        <a:pt x="17" y="2"/>
                      </a:lnTo>
                      <a:lnTo>
                        <a:pt x="17" y="2"/>
                      </a:lnTo>
                      <a:close/>
                      <a:moveTo>
                        <a:pt x="17" y="0"/>
                      </a:moveTo>
                      <a:lnTo>
                        <a:pt x="17" y="0"/>
                      </a:lnTo>
                      <a:lnTo>
                        <a:pt x="17" y="0"/>
                      </a:lnTo>
                      <a:lnTo>
                        <a:pt x="17" y="0"/>
                      </a:lnTo>
                      <a:lnTo>
                        <a:pt x="17" y="0"/>
                      </a:lnTo>
                      <a:lnTo>
                        <a:pt x="17" y="0"/>
                      </a:lnTo>
                      <a:lnTo>
                        <a:pt x="1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0" name="Freeform 23">
                  <a:extLst>
                    <a:ext uri="{FF2B5EF4-FFF2-40B4-BE49-F238E27FC236}">
                      <a16:creationId xmlns:a16="http://schemas.microsoft.com/office/drawing/2014/main" id="{49FABDF0-D9FE-12B2-6E18-CBED51DFA5D2}"/>
                    </a:ext>
                  </a:extLst>
                </p:cNvPr>
                <p:cNvSpPr>
                  <a:spLocks noEditPoints="1"/>
                </p:cNvSpPr>
                <p:nvPr/>
              </p:nvSpPr>
              <p:spPr bwMode="auto">
                <a:xfrm>
                  <a:off x="5768094" y="4101993"/>
                  <a:ext cx="343371" cy="276505"/>
                </a:xfrm>
                <a:custGeom>
                  <a:avLst/>
                  <a:gdLst>
                    <a:gd name="T0" fmla="*/ 104 w 190"/>
                    <a:gd name="T1" fmla="*/ 124 h 153"/>
                    <a:gd name="T2" fmla="*/ 99 w 190"/>
                    <a:gd name="T3" fmla="*/ 131 h 153"/>
                    <a:gd name="T4" fmla="*/ 97 w 190"/>
                    <a:gd name="T5" fmla="*/ 115 h 153"/>
                    <a:gd name="T6" fmla="*/ 97 w 190"/>
                    <a:gd name="T7" fmla="*/ 135 h 153"/>
                    <a:gd name="T8" fmla="*/ 88 w 190"/>
                    <a:gd name="T9" fmla="*/ 149 h 153"/>
                    <a:gd name="T10" fmla="*/ 75 w 190"/>
                    <a:gd name="T11" fmla="*/ 153 h 153"/>
                    <a:gd name="T12" fmla="*/ 66 w 190"/>
                    <a:gd name="T13" fmla="*/ 146 h 153"/>
                    <a:gd name="T14" fmla="*/ 53 w 190"/>
                    <a:gd name="T15" fmla="*/ 148 h 153"/>
                    <a:gd name="T16" fmla="*/ 44 w 190"/>
                    <a:gd name="T17" fmla="*/ 148 h 153"/>
                    <a:gd name="T18" fmla="*/ 49 w 190"/>
                    <a:gd name="T19" fmla="*/ 140 h 153"/>
                    <a:gd name="T20" fmla="*/ 48 w 190"/>
                    <a:gd name="T21" fmla="*/ 129 h 153"/>
                    <a:gd name="T22" fmla="*/ 40 w 190"/>
                    <a:gd name="T23" fmla="*/ 126 h 153"/>
                    <a:gd name="T24" fmla="*/ 39 w 190"/>
                    <a:gd name="T25" fmla="*/ 131 h 153"/>
                    <a:gd name="T26" fmla="*/ 29 w 190"/>
                    <a:gd name="T27" fmla="*/ 137 h 153"/>
                    <a:gd name="T28" fmla="*/ 26 w 190"/>
                    <a:gd name="T29" fmla="*/ 124 h 153"/>
                    <a:gd name="T30" fmla="*/ 31 w 190"/>
                    <a:gd name="T31" fmla="*/ 117 h 153"/>
                    <a:gd name="T32" fmla="*/ 29 w 190"/>
                    <a:gd name="T33" fmla="*/ 113 h 153"/>
                    <a:gd name="T34" fmla="*/ 24 w 190"/>
                    <a:gd name="T35" fmla="*/ 113 h 153"/>
                    <a:gd name="T36" fmla="*/ 24 w 190"/>
                    <a:gd name="T37" fmla="*/ 107 h 153"/>
                    <a:gd name="T38" fmla="*/ 26 w 190"/>
                    <a:gd name="T39" fmla="*/ 107 h 153"/>
                    <a:gd name="T40" fmla="*/ 22 w 190"/>
                    <a:gd name="T41" fmla="*/ 109 h 153"/>
                    <a:gd name="T42" fmla="*/ 17 w 190"/>
                    <a:gd name="T43" fmla="*/ 95 h 153"/>
                    <a:gd name="T44" fmla="*/ 17 w 190"/>
                    <a:gd name="T45" fmla="*/ 80 h 153"/>
                    <a:gd name="T46" fmla="*/ 6 w 190"/>
                    <a:gd name="T47" fmla="*/ 71 h 153"/>
                    <a:gd name="T48" fmla="*/ 2 w 190"/>
                    <a:gd name="T49" fmla="*/ 56 h 153"/>
                    <a:gd name="T50" fmla="*/ 6 w 190"/>
                    <a:gd name="T51" fmla="*/ 40 h 153"/>
                    <a:gd name="T52" fmla="*/ 15 w 190"/>
                    <a:gd name="T53" fmla="*/ 31 h 153"/>
                    <a:gd name="T54" fmla="*/ 26 w 190"/>
                    <a:gd name="T55" fmla="*/ 16 h 153"/>
                    <a:gd name="T56" fmla="*/ 40 w 190"/>
                    <a:gd name="T57" fmla="*/ 10 h 153"/>
                    <a:gd name="T58" fmla="*/ 53 w 190"/>
                    <a:gd name="T59" fmla="*/ 10 h 153"/>
                    <a:gd name="T60" fmla="*/ 70 w 190"/>
                    <a:gd name="T61" fmla="*/ 10 h 153"/>
                    <a:gd name="T62" fmla="*/ 77 w 190"/>
                    <a:gd name="T63" fmla="*/ 10 h 153"/>
                    <a:gd name="T64" fmla="*/ 90 w 190"/>
                    <a:gd name="T65" fmla="*/ 9 h 153"/>
                    <a:gd name="T66" fmla="*/ 99 w 190"/>
                    <a:gd name="T67" fmla="*/ 16 h 153"/>
                    <a:gd name="T68" fmla="*/ 106 w 190"/>
                    <a:gd name="T69" fmla="*/ 18 h 153"/>
                    <a:gd name="T70" fmla="*/ 119 w 190"/>
                    <a:gd name="T71" fmla="*/ 21 h 153"/>
                    <a:gd name="T72" fmla="*/ 126 w 190"/>
                    <a:gd name="T73" fmla="*/ 27 h 153"/>
                    <a:gd name="T74" fmla="*/ 133 w 190"/>
                    <a:gd name="T75" fmla="*/ 18 h 153"/>
                    <a:gd name="T76" fmla="*/ 137 w 190"/>
                    <a:gd name="T77" fmla="*/ 12 h 153"/>
                    <a:gd name="T78" fmla="*/ 146 w 190"/>
                    <a:gd name="T79" fmla="*/ 7 h 153"/>
                    <a:gd name="T80" fmla="*/ 161 w 190"/>
                    <a:gd name="T81" fmla="*/ 12 h 153"/>
                    <a:gd name="T82" fmla="*/ 170 w 190"/>
                    <a:gd name="T83" fmla="*/ 10 h 153"/>
                    <a:gd name="T84" fmla="*/ 183 w 190"/>
                    <a:gd name="T85" fmla="*/ 5 h 153"/>
                    <a:gd name="T86" fmla="*/ 186 w 190"/>
                    <a:gd name="T87" fmla="*/ 5 h 153"/>
                    <a:gd name="T88" fmla="*/ 179 w 190"/>
                    <a:gd name="T89" fmla="*/ 20 h 153"/>
                    <a:gd name="T90" fmla="*/ 183 w 190"/>
                    <a:gd name="T91" fmla="*/ 32 h 153"/>
                    <a:gd name="T92" fmla="*/ 185 w 190"/>
                    <a:gd name="T93" fmla="*/ 63 h 153"/>
                    <a:gd name="T94" fmla="*/ 188 w 190"/>
                    <a:gd name="T95" fmla="*/ 80 h 153"/>
                    <a:gd name="T96" fmla="*/ 179 w 190"/>
                    <a:gd name="T97" fmla="*/ 84 h 153"/>
                    <a:gd name="T98" fmla="*/ 170 w 190"/>
                    <a:gd name="T99" fmla="*/ 91 h 153"/>
                    <a:gd name="T100" fmla="*/ 163 w 190"/>
                    <a:gd name="T101" fmla="*/ 95 h 153"/>
                    <a:gd name="T102" fmla="*/ 154 w 190"/>
                    <a:gd name="T103" fmla="*/ 96 h 153"/>
                    <a:gd name="T104" fmla="*/ 146 w 190"/>
                    <a:gd name="T105" fmla="*/ 102 h 153"/>
                    <a:gd name="T106" fmla="*/ 133 w 190"/>
                    <a:gd name="T107" fmla="*/ 104 h 153"/>
                    <a:gd name="T108" fmla="*/ 126 w 190"/>
                    <a:gd name="T109" fmla="*/ 113 h 153"/>
                    <a:gd name="T110" fmla="*/ 126 w 190"/>
                    <a:gd name="T111" fmla="*/ 115 h 153"/>
                    <a:gd name="T112" fmla="*/ 133 w 190"/>
                    <a:gd name="T113" fmla="*/ 127 h 153"/>
                    <a:gd name="T114" fmla="*/ 137 w 190"/>
                    <a:gd name="T115" fmla="*/ 138 h 153"/>
                    <a:gd name="T116" fmla="*/ 123 w 190"/>
                    <a:gd name="T117" fmla="*/ 131 h 153"/>
                    <a:gd name="T118" fmla="*/ 110 w 190"/>
                    <a:gd name="T119" fmla="*/ 135 h 153"/>
                    <a:gd name="T120" fmla="*/ 104 w 190"/>
                    <a:gd name="T121" fmla="*/ 124 h 153"/>
                    <a:gd name="T122" fmla="*/ 93 w 190"/>
                    <a:gd name="T123" fmla="*/ 11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0" h="153">
                      <a:moveTo>
                        <a:pt x="95" y="113"/>
                      </a:moveTo>
                      <a:lnTo>
                        <a:pt x="97" y="113"/>
                      </a:lnTo>
                      <a:lnTo>
                        <a:pt x="99" y="113"/>
                      </a:lnTo>
                      <a:lnTo>
                        <a:pt x="99" y="115"/>
                      </a:lnTo>
                      <a:lnTo>
                        <a:pt x="101" y="115"/>
                      </a:lnTo>
                      <a:lnTo>
                        <a:pt x="101" y="117"/>
                      </a:lnTo>
                      <a:lnTo>
                        <a:pt x="102" y="117"/>
                      </a:lnTo>
                      <a:lnTo>
                        <a:pt x="104" y="118"/>
                      </a:lnTo>
                      <a:lnTo>
                        <a:pt x="104" y="120"/>
                      </a:lnTo>
                      <a:lnTo>
                        <a:pt x="104" y="122"/>
                      </a:lnTo>
                      <a:lnTo>
                        <a:pt x="106" y="122"/>
                      </a:lnTo>
                      <a:lnTo>
                        <a:pt x="106" y="124"/>
                      </a:lnTo>
                      <a:lnTo>
                        <a:pt x="104" y="124"/>
                      </a:lnTo>
                      <a:lnTo>
                        <a:pt x="104" y="126"/>
                      </a:lnTo>
                      <a:lnTo>
                        <a:pt x="104" y="127"/>
                      </a:lnTo>
                      <a:lnTo>
                        <a:pt x="102" y="127"/>
                      </a:lnTo>
                      <a:lnTo>
                        <a:pt x="102" y="129"/>
                      </a:lnTo>
                      <a:lnTo>
                        <a:pt x="102" y="131"/>
                      </a:lnTo>
                      <a:lnTo>
                        <a:pt x="102" y="133"/>
                      </a:lnTo>
                      <a:lnTo>
                        <a:pt x="102" y="135"/>
                      </a:lnTo>
                      <a:lnTo>
                        <a:pt x="101" y="135"/>
                      </a:lnTo>
                      <a:lnTo>
                        <a:pt x="99" y="135"/>
                      </a:lnTo>
                      <a:lnTo>
                        <a:pt x="99" y="133"/>
                      </a:lnTo>
                      <a:lnTo>
                        <a:pt x="97" y="133"/>
                      </a:lnTo>
                      <a:lnTo>
                        <a:pt x="97" y="131"/>
                      </a:lnTo>
                      <a:lnTo>
                        <a:pt x="99" y="131"/>
                      </a:lnTo>
                      <a:lnTo>
                        <a:pt x="99" y="129"/>
                      </a:lnTo>
                      <a:lnTo>
                        <a:pt x="97" y="129"/>
                      </a:lnTo>
                      <a:lnTo>
                        <a:pt x="97" y="127"/>
                      </a:lnTo>
                      <a:lnTo>
                        <a:pt x="97" y="126"/>
                      </a:lnTo>
                      <a:lnTo>
                        <a:pt x="99" y="126"/>
                      </a:lnTo>
                      <a:lnTo>
                        <a:pt x="97" y="126"/>
                      </a:lnTo>
                      <a:lnTo>
                        <a:pt x="97" y="124"/>
                      </a:lnTo>
                      <a:lnTo>
                        <a:pt x="97" y="122"/>
                      </a:lnTo>
                      <a:lnTo>
                        <a:pt x="97" y="120"/>
                      </a:lnTo>
                      <a:lnTo>
                        <a:pt x="95" y="118"/>
                      </a:lnTo>
                      <a:lnTo>
                        <a:pt x="97" y="118"/>
                      </a:lnTo>
                      <a:lnTo>
                        <a:pt x="97" y="117"/>
                      </a:lnTo>
                      <a:lnTo>
                        <a:pt x="97" y="115"/>
                      </a:lnTo>
                      <a:lnTo>
                        <a:pt x="95" y="115"/>
                      </a:lnTo>
                      <a:lnTo>
                        <a:pt x="93" y="115"/>
                      </a:lnTo>
                      <a:lnTo>
                        <a:pt x="93" y="113"/>
                      </a:lnTo>
                      <a:lnTo>
                        <a:pt x="95" y="113"/>
                      </a:lnTo>
                      <a:close/>
                      <a:moveTo>
                        <a:pt x="97" y="124"/>
                      </a:moveTo>
                      <a:lnTo>
                        <a:pt x="97" y="126"/>
                      </a:lnTo>
                      <a:lnTo>
                        <a:pt x="97" y="127"/>
                      </a:lnTo>
                      <a:lnTo>
                        <a:pt x="97" y="129"/>
                      </a:lnTo>
                      <a:lnTo>
                        <a:pt x="97" y="131"/>
                      </a:lnTo>
                      <a:lnTo>
                        <a:pt x="97" y="133"/>
                      </a:lnTo>
                      <a:lnTo>
                        <a:pt x="99" y="133"/>
                      </a:lnTo>
                      <a:lnTo>
                        <a:pt x="99" y="135"/>
                      </a:lnTo>
                      <a:lnTo>
                        <a:pt x="97" y="135"/>
                      </a:lnTo>
                      <a:lnTo>
                        <a:pt x="97" y="137"/>
                      </a:lnTo>
                      <a:lnTo>
                        <a:pt x="97" y="135"/>
                      </a:lnTo>
                      <a:lnTo>
                        <a:pt x="97" y="137"/>
                      </a:lnTo>
                      <a:lnTo>
                        <a:pt x="97" y="138"/>
                      </a:lnTo>
                      <a:lnTo>
                        <a:pt x="97" y="140"/>
                      </a:lnTo>
                      <a:lnTo>
                        <a:pt x="99" y="140"/>
                      </a:lnTo>
                      <a:lnTo>
                        <a:pt x="99" y="142"/>
                      </a:lnTo>
                      <a:lnTo>
                        <a:pt x="95" y="144"/>
                      </a:lnTo>
                      <a:lnTo>
                        <a:pt x="93" y="146"/>
                      </a:lnTo>
                      <a:lnTo>
                        <a:pt x="91" y="148"/>
                      </a:lnTo>
                      <a:lnTo>
                        <a:pt x="91" y="149"/>
                      </a:lnTo>
                      <a:lnTo>
                        <a:pt x="90" y="149"/>
                      </a:lnTo>
                      <a:lnTo>
                        <a:pt x="88" y="149"/>
                      </a:lnTo>
                      <a:lnTo>
                        <a:pt x="86" y="149"/>
                      </a:lnTo>
                      <a:lnTo>
                        <a:pt x="84" y="149"/>
                      </a:lnTo>
                      <a:lnTo>
                        <a:pt x="82" y="149"/>
                      </a:lnTo>
                      <a:lnTo>
                        <a:pt x="81" y="149"/>
                      </a:lnTo>
                      <a:lnTo>
                        <a:pt x="81" y="151"/>
                      </a:lnTo>
                      <a:lnTo>
                        <a:pt x="79" y="151"/>
                      </a:lnTo>
                      <a:lnTo>
                        <a:pt x="81" y="151"/>
                      </a:lnTo>
                      <a:lnTo>
                        <a:pt x="79" y="151"/>
                      </a:lnTo>
                      <a:lnTo>
                        <a:pt x="79" y="153"/>
                      </a:lnTo>
                      <a:lnTo>
                        <a:pt x="79" y="151"/>
                      </a:lnTo>
                      <a:lnTo>
                        <a:pt x="79" y="153"/>
                      </a:lnTo>
                      <a:lnTo>
                        <a:pt x="77" y="153"/>
                      </a:lnTo>
                      <a:lnTo>
                        <a:pt x="75" y="153"/>
                      </a:lnTo>
                      <a:lnTo>
                        <a:pt x="75" y="151"/>
                      </a:lnTo>
                      <a:lnTo>
                        <a:pt x="73" y="151"/>
                      </a:lnTo>
                      <a:lnTo>
                        <a:pt x="73" y="149"/>
                      </a:lnTo>
                      <a:lnTo>
                        <a:pt x="71" y="149"/>
                      </a:lnTo>
                      <a:lnTo>
                        <a:pt x="71" y="151"/>
                      </a:lnTo>
                      <a:lnTo>
                        <a:pt x="70" y="151"/>
                      </a:lnTo>
                      <a:lnTo>
                        <a:pt x="70" y="149"/>
                      </a:lnTo>
                      <a:lnTo>
                        <a:pt x="70" y="148"/>
                      </a:lnTo>
                      <a:lnTo>
                        <a:pt x="68" y="148"/>
                      </a:lnTo>
                      <a:lnTo>
                        <a:pt x="66" y="148"/>
                      </a:lnTo>
                      <a:lnTo>
                        <a:pt x="66" y="146"/>
                      </a:lnTo>
                      <a:lnTo>
                        <a:pt x="66" y="144"/>
                      </a:lnTo>
                      <a:lnTo>
                        <a:pt x="66" y="146"/>
                      </a:lnTo>
                      <a:lnTo>
                        <a:pt x="66" y="148"/>
                      </a:lnTo>
                      <a:lnTo>
                        <a:pt x="64" y="148"/>
                      </a:lnTo>
                      <a:lnTo>
                        <a:pt x="62" y="148"/>
                      </a:lnTo>
                      <a:lnTo>
                        <a:pt x="60" y="148"/>
                      </a:lnTo>
                      <a:lnTo>
                        <a:pt x="59" y="148"/>
                      </a:lnTo>
                      <a:lnTo>
                        <a:pt x="57" y="148"/>
                      </a:lnTo>
                      <a:lnTo>
                        <a:pt x="57" y="146"/>
                      </a:lnTo>
                      <a:lnTo>
                        <a:pt x="57" y="144"/>
                      </a:lnTo>
                      <a:lnTo>
                        <a:pt x="55" y="144"/>
                      </a:lnTo>
                      <a:lnTo>
                        <a:pt x="55" y="142"/>
                      </a:lnTo>
                      <a:lnTo>
                        <a:pt x="55" y="144"/>
                      </a:lnTo>
                      <a:lnTo>
                        <a:pt x="55" y="146"/>
                      </a:lnTo>
                      <a:lnTo>
                        <a:pt x="53" y="148"/>
                      </a:lnTo>
                      <a:lnTo>
                        <a:pt x="53" y="149"/>
                      </a:lnTo>
                      <a:lnTo>
                        <a:pt x="51" y="149"/>
                      </a:lnTo>
                      <a:lnTo>
                        <a:pt x="49" y="149"/>
                      </a:lnTo>
                      <a:lnTo>
                        <a:pt x="49" y="148"/>
                      </a:lnTo>
                      <a:lnTo>
                        <a:pt x="49" y="149"/>
                      </a:lnTo>
                      <a:lnTo>
                        <a:pt x="48" y="149"/>
                      </a:lnTo>
                      <a:lnTo>
                        <a:pt x="48" y="151"/>
                      </a:lnTo>
                      <a:lnTo>
                        <a:pt x="46" y="151"/>
                      </a:lnTo>
                      <a:lnTo>
                        <a:pt x="46" y="149"/>
                      </a:lnTo>
                      <a:lnTo>
                        <a:pt x="46" y="148"/>
                      </a:lnTo>
                      <a:lnTo>
                        <a:pt x="44" y="148"/>
                      </a:lnTo>
                      <a:lnTo>
                        <a:pt x="44" y="149"/>
                      </a:lnTo>
                      <a:lnTo>
                        <a:pt x="44" y="148"/>
                      </a:lnTo>
                      <a:lnTo>
                        <a:pt x="42" y="146"/>
                      </a:lnTo>
                      <a:lnTo>
                        <a:pt x="42" y="144"/>
                      </a:lnTo>
                      <a:lnTo>
                        <a:pt x="42" y="146"/>
                      </a:lnTo>
                      <a:lnTo>
                        <a:pt x="42" y="144"/>
                      </a:lnTo>
                      <a:lnTo>
                        <a:pt x="44" y="144"/>
                      </a:lnTo>
                      <a:lnTo>
                        <a:pt x="44" y="142"/>
                      </a:lnTo>
                      <a:lnTo>
                        <a:pt x="46" y="142"/>
                      </a:lnTo>
                      <a:lnTo>
                        <a:pt x="46" y="140"/>
                      </a:lnTo>
                      <a:lnTo>
                        <a:pt x="46" y="142"/>
                      </a:lnTo>
                      <a:lnTo>
                        <a:pt x="48" y="142"/>
                      </a:lnTo>
                      <a:lnTo>
                        <a:pt x="48" y="140"/>
                      </a:lnTo>
                      <a:lnTo>
                        <a:pt x="48" y="142"/>
                      </a:lnTo>
                      <a:lnTo>
                        <a:pt x="49" y="140"/>
                      </a:lnTo>
                      <a:lnTo>
                        <a:pt x="48" y="140"/>
                      </a:lnTo>
                      <a:lnTo>
                        <a:pt x="48" y="142"/>
                      </a:lnTo>
                      <a:lnTo>
                        <a:pt x="48" y="140"/>
                      </a:lnTo>
                      <a:lnTo>
                        <a:pt x="48" y="138"/>
                      </a:lnTo>
                      <a:lnTo>
                        <a:pt x="49" y="138"/>
                      </a:lnTo>
                      <a:lnTo>
                        <a:pt x="49" y="137"/>
                      </a:lnTo>
                      <a:lnTo>
                        <a:pt x="49" y="135"/>
                      </a:lnTo>
                      <a:lnTo>
                        <a:pt x="48" y="135"/>
                      </a:lnTo>
                      <a:lnTo>
                        <a:pt x="48" y="133"/>
                      </a:lnTo>
                      <a:lnTo>
                        <a:pt x="48" y="131"/>
                      </a:lnTo>
                      <a:lnTo>
                        <a:pt x="48" y="129"/>
                      </a:lnTo>
                      <a:lnTo>
                        <a:pt x="49" y="129"/>
                      </a:lnTo>
                      <a:lnTo>
                        <a:pt x="48" y="129"/>
                      </a:lnTo>
                      <a:lnTo>
                        <a:pt x="49" y="129"/>
                      </a:lnTo>
                      <a:lnTo>
                        <a:pt x="49" y="127"/>
                      </a:lnTo>
                      <a:lnTo>
                        <a:pt x="51" y="127"/>
                      </a:lnTo>
                      <a:lnTo>
                        <a:pt x="49" y="127"/>
                      </a:lnTo>
                      <a:lnTo>
                        <a:pt x="49" y="129"/>
                      </a:lnTo>
                      <a:lnTo>
                        <a:pt x="48" y="129"/>
                      </a:lnTo>
                      <a:lnTo>
                        <a:pt x="46" y="129"/>
                      </a:lnTo>
                      <a:lnTo>
                        <a:pt x="44" y="127"/>
                      </a:lnTo>
                      <a:lnTo>
                        <a:pt x="44" y="126"/>
                      </a:lnTo>
                      <a:lnTo>
                        <a:pt x="42" y="126"/>
                      </a:lnTo>
                      <a:lnTo>
                        <a:pt x="40" y="126"/>
                      </a:lnTo>
                      <a:lnTo>
                        <a:pt x="40" y="124"/>
                      </a:lnTo>
                      <a:lnTo>
                        <a:pt x="40" y="126"/>
                      </a:lnTo>
                      <a:lnTo>
                        <a:pt x="42" y="126"/>
                      </a:lnTo>
                      <a:lnTo>
                        <a:pt x="40" y="127"/>
                      </a:lnTo>
                      <a:lnTo>
                        <a:pt x="40" y="126"/>
                      </a:lnTo>
                      <a:lnTo>
                        <a:pt x="40" y="127"/>
                      </a:lnTo>
                      <a:lnTo>
                        <a:pt x="40" y="129"/>
                      </a:lnTo>
                      <a:lnTo>
                        <a:pt x="39" y="129"/>
                      </a:lnTo>
                      <a:lnTo>
                        <a:pt x="39" y="127"/>
                      </a:lnTo>
                      <a:lnTo>
                        <a:pt x="39" y="129"/>
                      </a:lnTo>
                      <a:lnTo>
                        <a:pt x="40" y="129"/>
                      </a:lnTo>
                      <a:lnTo>
                        <a:pt x="40" y="127"/>
                      </a:lnTo>
                      <a:lnTo>
                        <a:pt x="40" y="129"/>
                      </a:lnTo>
                      <a:lnTo>
                        <a:pt x="40" y="131"/>
                      </a:lnTo>
                      <a:lnTo>
                        <a:pt x="39" y="131"/>
                      </a:lnTo>
                      <a:lnTo>
                        <a:pt x="39" y="133"/>
                      </a:lnTo>
                      <a:lnTo>
                        <a:pt x="39" y="135"/>
                      </a:lnTo>
                      <a:lnTo>
                        <a:pt x="39" y="137"/>
                      </a:lnTo>
                      <a:lnTo>
                        <a:pt x="37" y="137"/>
                      </a:lnTo>
                      <a:lnTo>
                        <a:pt x="35" y="135"/>
                      </a:lnTo>
                      <a:lnTo>
                        <a:pt x="33" y="135"/>
                      </a:lnTo>
                      <a:lnTo>
                        <a:pt x="31" y="135"/>
                      </a:lnTo>
                      <a:lnTo>
                        <a:pt x="31" y="137"/>
                      </a:lnTo>
                      <a:lnTo>
                        <a:pt x="29" y="137"/>
                      </a:lnTo>
                      <a:lnTo>
                        <a:pt x="31" y="137"/>
                      </a:lnTo>
                      <a:lnTo>
                        <a:pt x="29" y="137"/>
                      </a:lnTo>
                      <a:lnTo>
                        <a:pt x="28" y="137"/>
                      </a:lnTo>
                      <a:lnTo>
                        <a:pt x="29" y="137"/>
                      </a:lnTo>
                      <a:lnTo>
                        <a:pt x="28" y="137"/>
                      </a:lnTo>
                      <a:lnTo>
                        <a:pt x="28" y="135"/>
                      </a:lnTo>
                      <a:lnTo>
                        <a:pt x="28" y="133"/>
                      </a:lnTo>
                      <a:lnTo>
                        <a:pt x="28" y="131"/>
                      </a:lnTo>
                      <a:lnTo>
                        <a:pt x="28" y="129"/>
                      </a:lnTo>
                      <a:lnTo>
                        <a:pt x="28" y="127"/>
                      </a:lnTo>
                      <a:lnTo>
                        <a:pt x="29" y="127"/>
                      </a:lnTo>
                      <a:lnTo>
                        <a:pt x="28" y="127"/>
                      </a:lnTo>
                      <a:lnTo>
                        <a:pt x="29" y="127"/>
                      </a:lnTo>
                      <a:lnTo>
                        <a:pt x="28" y="127"/>
                      </a:lnTo>
                      <a:lnTo>
                        <a:pt x="28" y="126"/>
                      </a:lnTo>
                      <a:lnTo>
                        <a:pt x="28" y="124"/>
                      </a:lnTo>
                      <a:lnTo>
                        <a:pt x="26" y="124"/>
                      </a:lnTo>
                      <a:lnTo>
                        <a:pt x="26" y="122"/>
                      </a:lnTo>
                      <a:lnTo>
                        <a:pt x="28" y="122"/>
                      </a:lnTo>
                      <a:lnTo>
                        <a:pt x="28" y="120"/>
                      </a:lnTo>
                      <a:lnTo>
                        <a:pt x="29" y="120"/>
                      </a:lnTo>
                      <a:lnTo>
                        <a:pt x="29" y="122"/>
                      </a:lnTo>
                      <a:lnTo>
                        <a:pt x="29" y="120"/>
                      </a:lnTo>
                      <a:lnTo>
                        <a:pt x="28" y="120"/>
                      </a:lnTo>
                      <a:lnTo>
                        <a:pt x="28" y="118"/>
                      </a:lnTo>
                      <a:lnTo>
                        <a:pt x="26" y="117"/>
                      </a:lnTo>
                      <a:lnTo>
                        <a:pt x="28" y="117"/>
                      </a:lnTo>
                      <a:lnTo>
                        <a:pt x="28" y="115"/>
                      </a:lnTo>
                      <a:lnTo>
                        <a:pt x="29" y="117"/>
                      </a:lnTo>
                      <a:lnTo>
                        <a:pt x="31" y="117"/>
                      </a:lnTo>
                      <a:lnTo>
                        <a:pt x="31" y="118"/>
                      </a:lnTo>
                      <a:lnTo>
                        <a:pt x="33" y="118"/>
                      </a:lnTo>
                      <a:lnTo>
                        <a:pt x="31" y="118"/>
                      </a:lnTo>
                      <a:lnTo>
                        <a:pt x="31" y="117"/>
                      </a:lnTo>
                      <a:lnTo>
                        <a:pt x="29" y="117"/>
                      </a:lnTo>
                      <a:lnTo>
                        <a:pt x="29" y="115"/>
                      </a:lnTo>
                      <a:lnTo>
                        <a:pt x="28" y="115"/>
                      </a:lnTo>
                      <a:lnTo>
                        <a:pt x="29" y="115"/>
                      </a:lnTo>
                      <a:lnTo>
                        <a:pt x="29" y="113"/>
                      </a:lnTo>
                      <a:lnTo>
                        <a:pt x="28" y="113"/>
                      </a:lnTo>
                      <a:lnTo>
                        <a:pt x="28" y="111"/>
                      </a:lnTo>
                      <a:lnTo>
                        <a:pt x="28" y="113"/>
                      </a:lnTo>
                      <a:lnTo>
                        <a:pt x="29" y="113"/>
                      </a:lnTo>
                      <a:lnTo>
                        <a:pt x="29" y="115"/>
                      </a:lnTo>
                      <a:lnTo>
                        <a:pt x="28" y="115"/>
                      </a:lnTo>
                      <a:lnTo>
                        <a:pt x="29" y="115"/>
                      </a:lnTo>
                      <a:lnTo>
                        <a:pt x="28" y="115"/>
                      </a:lnTo>
                      <a:lnTo>
                        <a:pt x="26" y="115"/>
                      </a:lnTo>
                      <a:lnTo>
                        <a:pt x="26" y="113"/>
                      </a:lnTo>
                      <a:lnTo>
                        <a:pt x="26" y="111"/>
                      </a:lnTo>
                      <a:lnTo>
                        <a:pt x="24" y="111"/>
                      </a:lnTo>
                      <a:lnTo>
                        <a:pt x="26" y="111"/>
                      </a:lnTo>
                      <a:lnTo>
                        <a:pt x="26" y="113"/>
                      </a:lnTo>
                      <a:lnTo>
                        <a:pt x="24" y="113"/>
                      </a:lnTo>
                      <a:lnTo>
                        <a:pt x="24" y="111"/>
                      </a:lnTo>
                      <a:lnTo>
                        <a:pt x="24" y="113"/>
                      </a:lnTo>
                      <a:lnTo>
                        <a:pt x="24" y="111"/>
                      </a:lnTo>
                      <a:lnTo>
                        <a:pt x="24" y="113"/>
                      </a:lnTo>
                      <a:lnTo>
                        <a:pt x="22" y="113"/>
                      </a:lnTo>
                      <a:lnTo>
                        <a:pt x="24" y="113"/>
                      </a:lnTo>
                      <a:lnTo>
                        <a:pt x="22" y="113"/>
                      </a:lnTo>
                      <a:lnTo>
                        <a:pt x="22" y="111"/>
                      </a:lnTo>
                      <a:lnTo>
                        <a:pt x="22" y="113"/>
                      </a:lnTo>
                      <a:lnTo>
                        <a:pt x="24" y="113"/>
                      </a:lnTo>
                      <a:lnTo>
                        <a:pt x="22" y="111"/>
                      </a:lnTo>
                      <a:lnTo>
                        <a:pt x="24" y="109"/>
                      </a:lnTo>
                      <a:lnTo>
                        <a:pt x="26" y="109"/>
                      </a:lnTo>
                      <a:lnTo>
                        <a:pt x="24" y="109"/>
                      </a:lnTo>
                      <a:lnTo>
                        <a:pt x="24" y="107"/>
                      </a:lnTo>
                      <a:lnTo>
                        <a:pt x="24" y="109"/>
                      </a:lnTo>
                      <a:lnTo>
                        <a:pt x="22" y="109"/>
                      </a:lnTo>
                      <a:lnTo>
                        <a:pt x="24" y="109"/>
                      </a:lnTo>
                      <a:lnTo>
                        <a:pt x="22" y="109"/>
                      </a:lnTo>
                      <a:lnTo>
                        <a:pt x="22" y="107"/>
                      </a:lnTo>
                      <a:lnTo>
                        <a:pt x="24" y="107"/>
                      </a:lnTo>
                      <a:lnTo>
                        <a:pt x="24" y="106"/>
                      </a:lnTo>
                      <a:lnTo>
                        <a:pt x="26" y="106"/>
                      </a:lnTo>
                      <a:lnTo>
                        <a:pt x="26" y="107"/>
                      </a:lnTo>
                      <a:lnTo>
                        <a:pt x="26" y="106"/>
                      </a:lnTo>
                      <a:lnTo>
                        <a:pt x="28" y="106"/>
                      </a:lnTo>
                      <a:lnTo>
                        <a:pt x="26" y="106"/>
                      </a:lnTo>
                      <a:lnTo>
                        <a:pt x="26" y="107"/>
                      </a:lnTo>
                      <a:lnTo>
                        <a:pt x="26" y="106"/>
                      </a:lnTo>
                      <a:lnTo>
                        <a:pt x="24" y="106"/>
                      </a:lnTo>
                      <a:lnTo>
                        <a:pt x="24" y="107"/>
                      </a:lnTo>
                      <a:lnTo>
                        <a:pt x="22" y="107"/>
                      </a:lnTo>
                      <a:lnTo>
                        <a:pt x="22" y="106"/>
                      </a:lnTo>
                      <a:lnTo>
                        <a:pt x="22" y="104"/>
                      </a:lnTo>
                      <a:lnTo>
                        <a:pt x="20" y="104"/>
                      </a:lnTo>
                      <a:lnTo>
                        <a:pt x="20" y="102"/>
                      </a:lnTo>
                      <a:lnTo>
                        <a:pt x="20" y="104"/>
                      </a:lnTo>
                      <a:lnTo>
                        <a:pt x="22" y="104"/>
                      </a:lnTo>
                      <a:lnTo>
                        <a:pt x="22" y="106"/>
                      </a:lnTo>
                      <a:lnTo>
                        <a:pt x="22" y="107"/>
                      </a:lnTo>
                      <a:lnTo>
                        <a:pt x="22" y="109"/>
                      </a:lnTo>
                      <a:lnTo>
                        <a:pt x="22" y="111"/>
                      </a:lnTo>
                      <a:lnTo>
                        <a:pt x="22" y="109"/>
                      </a:lnTo>
                      <a:lnTo>
                        <a:pt x="20" y="109"/>
                      </a:lnTo>
                      <a:lnTo>
                        <a:pt x="20" y="107"/>
                      </a:lnTo>
                      <a:lnTo>
                        <a:pt x="20" y="106"/>
                      </a:lnTo>
                      <a:lnTo>
                        <a:pt x="20" y="104"/>
                      </a:lnTo>
                      <a:lnTo>
                        <a:pt x="18" y="104"/>
                      </a:lnTo>
                      <a:lnTo>
                        <a:pt x="18" y="102"/>
                      </a:lnTo>
                      <a:lnTo>
                        <a:pt x="18" y="100"/>
                      </a:lnTo>
                      <a:lnTo>
                        <a:pt x="17" y="100"/>
                      </a:lnTo>
                      <a:lnTo>
                        <a:pt x="17" y="98"/>
                      </a:lnTo>
                      <a:lnTo>
                        <a:pt x="17" y="96"/>
                      </a:lnTo>
                      <a:lnTo>
                        <a:pt x="17" y="95"/>
                      </a:lnTo>
                      <a:lnTo>
                        <a:pt x="15" y="95"/>
                      </a:lnTo>
                      <a:lnTo>
                        <a:pt x="17" y="95"/>
                      </a:lnTo>
                      <a:lnTo>
                        <a:pt x="15" y="95"/>
                      </a:lnTo>
                      <a:lnTo>
                        <a:pt x="15" y="93"/>
                      </a:lnTo>
                      <a:lnTo>
                        <a:pt x="13" y="91"/>
                      </a:lnTo>
                      <a:lnTo>
                        <a:pt x="13" y="89"/>
                      </a:lnTo>
                      <a:lnTo>
                        <a:pt x="13" y="87"/>
                      </a:lnTo>
                      <a:lnTo>
                        <a:pt x="13" y="85"/>
                      </a:lnTo>
                      <a:lnTo>
                        <a:pt x="15" y="85"/>
                      </a:lnTo>
                      <a:lnTo>
                        <a:pt x="15" y="84"/>
                      </a:lnTo>
                      <a:lnTo>
                        <a:pt x="15" y="82"/>
                      </a:lnTo>
                      <a:lnTo>
                        <a:pt x="17" y="82"/>
                      </a:lnTo>
                      <a:lnTo>
                        <a:pt x="17" y="80"/>
                      </a:lnTo>
                      <a:lnTo>
                        <a:pt x="15" y="80"/>
                      </a:lnTo>
                      <a:lnTo>
                        <a:pt x="15" y="78"/>
                      </a:lnTo>
                      <a:lnTo>
                        <a:pt x="13" y="78"/>
                      </a:lnTo>
                      <a:lnTo>
                        <a:pt x="15" y="78"/>
                      </a:lnTo>
                      <a:lnTo>
                        <a:pt x="13" y="78"/>
                      </a:lnTo>
                      <a:lnTo>
                        <a:pt x="13" y="76"/>
                      </a:lnTo>
                      <a:lnTo>
                        <a:pt x="11" y="76"/>
                      </a:lnTo>
                      <a:lnTo>
                        <a:pt x="11" y="74"/>
                      </a:lnTo>
                      <a:lnTo>
                        <a:pt x="9" y="74"/>
                      </a:lnTo>
                      <a:lnTo>
                        <a:pt x="9" y="73"/>
                      </a:lnTo>
                      <a:lnTo>
                        <a:pt x="8" y="73"/>
                      </a:lnTo>
                      <a:lnTo>
                        <a:pt x="6" y="73"/>
                      </a:lnTo>
                      <a:lnTo>
                        <a:pt x="6" y="71"/>
                      </a:lnTo>
                      <a:lnTo>
                        <a:pt x="6" y="69"/>
                      </a:lnTo>
                      <a:lnTo>
                        <a:pt x="8" y="69"/>
                      </a:lnTo>
                      <a:lnTo>
                        <a:pt x="8" y="67"/>
                      </a:lnTo>
                      <a:lnTo>
                        <a:pt x="6" y="67"/>
                      </a:lnTo>
                      <a:lnTo>
                        <a:pt x="6" y="65"/>
                      </a:lnTo>
                      <a:lnTo>
                        <a:pt x="6" y="63"/>
                      </a:lnTo>
                      <a:lnTo>
                        <a:pt x="6" y="62"/>
                      </a:lnTo>
                      <a:lnTo>
                        <a:pt x="6" y="60"/>
                      </a:lnTo>
                      <a:lnTo>
                        <a:pt x="8" y="60"/>
                      </a:lnTo>
                      <a:lnTo>
                        <a:pt x="6" y="60"/>
                      </a:lnTo>
                      <a:lnTo>
                        <a:pt x="4" y="58"/>
                      </a:lnTo>
                      <a:lnTo>
                        <a:pt x="4" y="56"/>
                      </a:lnTo>
                      <a:lnTo>
                        <a:pt x="2" y="56"/>
                      </a:lnTo>
                      <a:lnTo>
                        <a:pt x="2" y="54"/>
                      </a:lnTo>
                      <a:lnTo>
                        <a:pt x="2" y="53"/>
                      </a:lnTo>
                      <a:lnTo>
                        <a:pt x="2" y="51"/>
                      </a:lnTo>
                      <a:lnTo>
                        <a:pt x="0" y="51"/>
                      </a:lnTo>
                      <a:lnTo>
                        <a:pt x="0" y="49"/>
                      </a:lnTo>
                      <a:lnTo>
                        <a:pt x="0" y="47"/>
                      </a:lnTo>
                      <a:lnTo>
                        <a:pt x="0" y="45"/>
                      </a:lnTo>
                      <a:lnTo>
                        <a:pt x="0" y="43"/>
                      </a:lnTo>
                      <a:lnTo>
                        <a:pt x="0" y="42"/>
                      </a:lnTo>
                      <a:lnTo>
                        <a:pt x="0" y="40"/>
                      </a:lnTo>
                      <a:lnTo>
                        <a:pt x="2" y="40"/>
                      </a:lnTo>
                      <a:lnTo>
                        <a:pt x="4" y="40"/>
                      </a:lnTo>
                      <a:lnTo>
                        <a:pt x="6" y="40"/>
                      </a:lnTo>
                      <a:lnTo>
                        <a:pt x="8" y="40"/>
                      </a:lnTo>
                      <a:lnTo>
                        <a:pt x="9" y="40"/>
                      </a:lnTo>
                      <a:lnTo>
                        <a:pt x="9" y="38"/>
                      </a:lnTo>
                      <a:lnTo>
                        <a:pt x="11" y="38"/>
                      </a:lnTo>
                      <a:lnTo>
                        <a:pt x="9" y="38"/>
                      </a:lnTo>
                      <a:lnTo>
                        <a:pt x="8" y="38"/>
                      </a:lnTo>
                      <a:lnTo>
                        <a:pt x="8" y="36"/>
                      </a:lnTo>
                      <a:lnTo>
                        <a:pt x="9" y="34"/>
                      </a:lnTo>
                      <a:lnTo>
                        <a:pt x="11" y="34"/>
                      </a:lnTo>
                      <a:lnTo>
                        <a:pt x="13" y="32"/>
                      </a:lnTo>
                      <a:lnTo>
                        <a:pt x="15" y="32"/>
                      </a:lnTo>
                      <a:lnTo>
                        <a:pt x="13" y="32"/>
                      </a:lnTo>
                      <a:lnTo>
                        <a:pt x="15" y="31"/>
                      </a:lnTo>
                      <a:lnTo>
                        <a:pt x="15" y="29"/>
                      </a:lnTo>
                      <a:lnTo>
                        <a:pt x="17" y="27"/>
                      </a:lnTo>
                      <a:lnTo>
                        <a:pt x="17" y="25"/>
                      </a:lnTo>
                      <a:lnTo>
                        <a:pt x="18" y="25"/>
                      </a:lnTo>
                      <a:lnTo>
                        <a:pt x="20" y="25"/>
                      </a:lnTo>
                      <a:lnTo>
                        <a:pt x="20" y="23"/>
                      </a:lnTo>
                      <a:lnTo>
                        <a:pt x="20" y="21"/>
                      </a:lnTo>
                      <a:lnTo>
                        <a:pt x="20" y="20"/>
                      </a:lnTo>
                      <a:lnTo>
                        <a:pt x="22" y="20"/>
                      </a:lnTo>
                      <a:lnTo>
                        <a:pt x="22" y="18"/>
                      </a:lnTo>
                      <a:lnTo>
                        <a:pt x="24" y="18"/>
                      </a:lnTo>
                      <a:lnTo>
                        <a:pt x="24" y="16"/>
                      </a:lnTo>
                      <a:lnTo>
                        <a:pt x="26" y="16"/>
                      </a:lnTo>
                      <a:lnTo>
                        <a:pt x="26" y="14"/>
                      </a:lnTo>
                      <a:lnTo>
                        <a:pt x="28" y="14"/>
                      </a:lnTo>
                      <a:lnTo>
                        <a:pt x="29" y="14"/>
                      </a:lnTo>
                      <a:lnTo>
                        <a:pt x="29" y="12"/>
                      </a:lnTo>
                      <a:lnTo>
                        <a:pt x="31" y="12"/>
                      </a:lnTo>
                      <a:lnTo>
                        <a:pt x="33" y="12"/>
                      </a:lnTo>
                      <a:lnTo>
                        <a:pt x="35" y="12"/>
                      </a:lnTo>
                      <a:lnTo>
                        <a:pt x="37" y="12"/>
                      </a:lnTo>
                      <a:lnTo>
                        <a:pt x="39" y="12"/>
                      </a:lnTo>
                      <a:lnTo>
                        <a:pt x="39" y="10"/>
                      </a:lnTo>
                      <a:lnTo>
                        <a:pt x="40" y="10"/>
                      </a:lnTo>
                      <a:lnTo>
                        <a:pt x="40" y="12"/>
                      </a:lnTo>
                      <a:lnTo>
                        <a:pt x="40" y="10"/>
                      </a:lnTo>
                      <a:lnTo>
                        <a:pt x="42" y="10"/>
                      </a:lnTo>
                      <a:lnTo>
                        <a:pt x="44" y="10"/>
                      </a:lnTo>
                      <a:lnTo>
                        <a:pt x="44" y="9"/>
                      </a:lnTo>
                      <a:lnTo>
                        <a:pt x="46" y="9"/>
                      </a:lnTo>
                      <a:lnTo>
                        <a:pt x="46" y="10"/>
                      </a:lnTo>
                      <a:lnTo>
                        <a:pt x="48" y="10"/>
                      </a:lnTo>
                      <a:lnTo>
                        <a:pt x="48" y="9"/>
                      </a:lnTo>
                      <a:lnTo>
                        <a:pt x="49" y="9"/>
                      </a:lnTo>
                      <a:lnTo>
                        <a:pt x="49" y="10"/>
                      </a:lnTo>
                      <a:lnTo>
                        <a:pt x="51" y="10"/>
                      </a:lnTo>
                      <a:lnTo>
                        <a:pt x="51" y="12"/>
                      </a:lnTo>
                      <a:lnTo>
                        <a:pt x="53" y="12"/>
                      </a:lnTo>
                      <a:lnTo>
                        <a:pt x="53" y="10"/>
                      </a:lnTo>
                      <a:lnTo>
                        <a:pt x="55" y="10"/>
                      </a:lnTo>
                      <a:lnTo>
                        <a:pt x="55" y="12"/>
                      </a:lnTo>
                      <a:lnTo>
                        <a:pt x="57" y="12"/>
                      </a:lnTo>
                      <a:lnTo>
                        <a:pt x="59" y="12"/>
                      </a:lnTo>
                      <a:lnTo>
                        <a:pt x="60" y="12"/>
                      </a:lnTo>
                      <a:lnTo>
                        <a:pt x="62" y="12"/>
                      </a:lnTo>
                      <a:lnTo>
                        <a:pt x="64" y="12"/>
                      </a:lnTo>
                      <a:lnTo>
                        <a:pt x="64" y="10"/>
                      </a:lnTo>
                      <a:lnTo>
                        <a:pt x="64" y="12"/>
                      </a:lnTo>
                      <a:lnTo>
                        <a:pt x="66" y="12"/>
                      </a:lnTo>
                      <a:lnTo>
                        <a:pt x="66" y="10"/>
                      </a:lnTo>
                      <a:lnTo>
                        <a:pt x="68" y="10"/>
                      </a:lnTo>
                      <a:lnTo>
                        <a:pt x="70" y="10"/>
                      </a:lnTo>
                      <a:lnTo>
                        <a:pt x="71" y="10"/>
                      </a:lnTo>
                      <a:lnTo>
                        <a:pt x="71" y="12"/>
                      </a:lnTo>
                      <a:lnTo>
                        <a:pt x="71" y="10"/>
                      </a:lnTo>
                      <a:lnTo>
                        <a:pt x="73" y="12"/>
                      </a:lnTo>
                      <a:lnTo>
                        <a:pt x="73" y="10"/>
                      </a:lnTo>
                      <a:lnTo>
                        <a:pt x="73" y="12"/>
                      </a:lnTo>
                      <a:lnTo>
                        <a:pt x="73" y="10"/>
                      </a:lnTo>
                      <a:lnTo>
                        <a:pt x="73" y="12"/>
                      </a:lnTo>
                      <a:lnTo>
                        <a:pt x="75" y="12"/>
                      </a:lnTo>
                      <a:lnTo>
                        <a:pt x="75" y="10"/>
                      </a:lnTo>
                      <a:lnTo>
                        <a:pt x="75" y="12"/>
                      </a:lnTo>
                      <a:lnTo>
                        <a:pt x="77" y="12"/>
                      </a:lnTo>
                      <a:lnTo>
                        <a:pt x="77" y="10"/>
                      </a:lnTo>
                      <a:lnTo>
                        <a:pt x="79" y="10"/>
                      </a:lnTo>
                      <a:lnTo>
                        <a:pt x="79" y="12"/>
                      </a:lnTo>
                      <a:lnTo>
                        <a:pt x="81" y="12"/>
                      </a:lnTo>
                      <a:lnTo>
                        <a:pt x="81" y="10"/>
                      </a:lnTo>
                      <a:lnTo>
                        <a:pt x="82" y="10"/>
                      </a:lnTo>
                      <a:lnTo>
                        <a:pt x="82" y="9"/>
                      </a:lnTo>
                      <a:lnTo>
                        <a:pt x="82" y="10"/>
                      </a:lnTo>
                      <a:lnTo>
                        <a:pt x="84" y="10"/>
                      </a:lnTo>
                      <a:lnTo>
                        <a:pt x="84" y="9"/>
                      </a:lnTo>
                      <a:lnTo>
                        <a:pt x="86" y="9"/>
                      </a:lnTo>
                      <a:lnTo>
                        <a:pt x="86" y="10"/>
                      </a:lnTo>
                      <a:lnTo>
                        <a:pt x="88" y="9"/>
                      </a:lnTo>
                      <a:lnTo>
                        <a:pt x="90" y="9"/>
                      </a:lnTo>
                      <a:lnTo>
                        <a:pt x="90" y="10"/>
                      </a:lnTo>
                      <a:lnTo>
                        <a:pt x="91" y="10"/>
                      </a:lnTo>
                      <a:lnTo>
                        <a:pt x="93" y="10"/>
                      </a:lnTo>
                      <a:lnTo>
                        <a:pt x="95" y="10"/>
                      </a:lnTo>
                      <a:lnTo>
                        <a:pt x="95" y="12"/>
                      </a:lnTo>
                      <a:lnTo>
                        <a:pt x="95" y="14"/>
                      </a:lnTo>
                      <a:lnTo>
                        <a:pt x="97" y="14"/>
                      </a:lnTo>
                      <a:lnTo>
                        <a:pt x="97" y="16"/>
                      </a:lnTo>
                      <a:lnTo>
                        <a:pt x="95" y="16"/>
                      </a:lnTo>
                      <a:lnTo>
                        <a:pt x="97" y="16"/>
                      </a:lnTo>
                      <a:lnTo>
                        <a:pt x="97" y="18"/>
                      </a:lnTo>
                      <a:lnTo>
                        <a:pt x="99" y="18"/>
                      </a:lnTo>
                      <a:lnTo>
                        <a:pt x="99" y="16"/>
                      </a:lnTo>
                      <a:lnTo>
                        <a:pt x="101" y="16"/>
                      </a:lnTo>
                      <a:lnTo>
                        <a:pt x="101" y="14"/>
                      </a:lnTo>
                      <a:lnTo>
                        <a:pt x="102" y="14"/>
                      </a:lnTo>
                      <a:lnTo>
                        <a:pt x="102" y="12"/>
                      </a:lnTo>
                      <a:lnTo>
                        <a:pt x="101" y="12"/>
                      </a:lnTo>
                      <a:lnTo>
                        <a:pt x="102" y="12"/>
                      </a:lnTo>
                      <a:lnTo>
                        <a:pt x="102" y="14"/>
                      </a:lnTo>
                      <a:lnTo>
                        <a:pt x="102" y="16"/>
                      </a:lnTo>
                      <a:lnTo>
                        <a:pt x="104" y="16"/>
                      </a:lnTo>
                      <a:lnTo>
                        <a:pt x="104" y="18"/>
                      </a:lnTo>
                      <a:lnTo>
                        <a:pt x="106" y="18"/>
                      </a:lnTo>
                      <a:lnTo>
                        <a:pt x="106" y="20"/>
                      </a:lnTo>
                      <a:lnTo>
                        <a:pt x="106" y="18"/>
                      </a:lnTo>
                      <a:lnTo>
                        <a:pt x="106" y="20"/>
                      </a:lnTo>
                      <a:lnTo>
                        <a:pt x="108" y="20"/>
                      </a:lnTo>
                      <a:lnTo>
                        <a:pt x="108" y="21"/>
                      </a:lnTo>
                      <a:lnTo>
                        <a:pt x="110" y="21"/>
                      </a:lnTo>
                      <a:lnTo>
                        <a:pt x="112" y="21"/>
                      </a:lnTo>
                      <a:lnTo>
                        <a:pt x="112" y="20"/>
                      </a:lnTo>
                      <a:lnTo>
                        <a:pt x="113" y="20"/>
                      </a:lnTo>
                      <a:lnTo>
                        <a:pt x="115" y="20"/>
                      </a:lnTo>
                      <a:lnTo>
                        <a:pt x="117" y="20"/>
                      </a:lnTo>
                      <a:lnTo>
                        <a:pt x="119" y="20"/>
                      </a:lnTo>
                      <a:lnTo>
                        <a:pt x="117" y="20"/>
                      </a:lnTo>
                      <a:lnTo>
                        <a:pt x="119" y="20"/>
                      </a:lnTo>
                      <a:lnTo>
                        <a:pt x="119" y="21"/>
                      </a:lnTo>
                      <a:lnTo>
                        <a:pt x="119" y="20"/>
                      </a:lnTo>
                      <a:lnTo>
                        <a:pt x="119" y="21"/>
                      </a:lnTo>
                      <a:lnTo>
                        <a:pt x="121" y="21"/>
                      </a:lnTo>
                      <a:lnTo>
                        <a:pt x="123" y="21"/>
                      </a:lnTo>
                      <a:lnTo>
                        <a:pt x="124" y="21"/>
                      </a:lnTo>
                      <a:lnTo>
                        <a:pt x="123" y="21"/>
                      </a:lnTo>
                      <a:lnTo>
                        <a:pt x="123" y="23"/>
                      </a:lnTo>
                      <a:lnTo>
                        <a:pt x="124" y="23"/>
                      </a:lnTo>
                      <a:lnTo>
                        <a:pt x="123" y="23"/>
                      </a:lnTo>
                      <a:lnTo>
                        <a:pt x="124" y="23"/>
                      </a:lnTo>
                      <a:lnTo>
                        <a:pt x="124" y="25"/>
                      </a:lnTo>
                      <a:lnTo>
                        <a:pt x="126" y="25"/>
                      </a:lnTo>
                      <a:lnTo>
                        <a:pt x="126" y="27"/>
                      </a:lnTo>
                      <a:lnTo>
                        <a:pt x="128" y="27"/>
                      </a:lnTo>
                      <a:lnTo>
                        <a:pt x="130" y="27"/>
                      </a:lnTo>
                      <a:lnTo>
                        <a:pt x="132" y="27"/>
                      </a:lnTo>
                      <a:lnTo>
                        <a:pt x="133" y="27"/>
                      </a:lnTo>
                      <a:lnTo>
                        <a:pt x="135" y="27"/>
                      </a:lnTo>
                      <a:lnTo>
                        <a:pt x="135" y="25"/>
                      </a:lnTo>
                      <a:lnTo>
                        <a:pt x="135" y="23"/>
                      </a:lnTo>
                      <a:lnTo>
                        <a:pt x="137" y="23"/>
                      </a:lnTo>
                      <a:lnTo>
                        <a:pt x="137" y="21"/>
                      </a:lnTo>
                      <a:lnTo>
                        <a:pt x="135" y="21"/>
                      </a:lnTo>
                      <a:lnTo>
                        <a:pt x="135" y="20"/>
                      </a:lnTo>
                      <a:lnTo>
                        <a:pt x="135" y="18"/>
                      </a:lnTo>
                      <a:lnTo>
                        <a:pt x="133" y="18"/>
                      </a:lnTo>
                      <a:lnTo>
                        <a:pt x="133" y="16"/>
                      </a:lnTo>
                      <a:lnTo>
                        <a:pt x="132" y="16"/>
                      </a:lnTo>
                      <a:lnTo>
                        <a:pt x="132" y="14"/>
                      </a:lnTo>
                      <a:lnTo>
                        <a:pt x="132" y="12"/>
                      </a:lnTo>
                      <a:lnTo>
                        <a:pt x="132" y="14"/>
                      </a:lnTo>
                      <a:lnTo>
                        <a:pt x="132" y="12"/>
                      </a:lnTo>
                      <a:lnTo>
                        <a:pt x="132" y="10"/>
                      </a:lnTo>
                      <a:lnTo>
                        <a:pt x="132" y="12"/>
                      </a:lnTo>
                      <a:lnTo>
                        <a:pt x="133" y="12"/>
                      </a:lnTo>
                      <a:lnTo>
                        <a:pt x="135" y="10"/>
                      </a:lnTo>
                      <a:lnTo>
                        <a:pt x="135" y="12"/>
                      </a:lnTo>
                      <a:lnTo>
                        <a:pt x="135" y="10"/>
                      </a:lnTo>
                      <a:lnTo>
                        <a:pt x="137" y="12"/>
                      </a:lnTo>
                      <a:lnTo>
                        <a:pt x="139" y="12"/>
                      </a:lnTo>
                      <a:lnTo>
                        <a:pt x="139" y="10"/>
                      </a:lnTo>
                      <a:lnTo>
                        <a:pt x="139" y="12"/>
                      </a:lnTo>
                      <a:lnTo>
                        <a:pt x="139" y="10"/>
                      </a:lnTo>
                      <a:lnTo>
                        <a:pt x="139" y="9"/>
                      </a:lnTo>
                      <a:lnTo>
                        <a:pt x="141" y="9"/>
                      </a:lnTo>
                      <a:lnTo>
                        <a:pt x="139" y="9"/>
                      </a:lnTo>
                      <a:lnTo>
                        <a:pt x="141" y="7"/>
                      </a:lnTo>
                      <a:lnTo>
                        <a:pt x="141" y="9"/>
                      </a:lnTo>
                      <a:lnTo>
                        <a:pt x="143" y="9"/>
                      </a:lnTo>
                      <a:lnTo>
                        <a:pt x="144" y="9"/>
                      </a:lnTo>
                      <a:lnTo>
                        <a:pt x="146" y="9"/>
                      </a:lnTo>
                      <a:lnTo>
                        <a:pt x="146" y="7"/>
                      </a:lnTo>
                      <a:lnTo>
                        <a:pt x="146" y="5"/>
                      </a:lnTo>
                      <a:lnTo>
                        <a:pt x="148" y="7"/>
                      </a:lnTo>
                      <a:lnTo>
                        <a:pt x="148" y="5"/>
                      </a:lnTo>
                      <a:lnTo>
                        <a:pt x="150" y="3"/>
                      </a:lnTo>
                      <a:lnTo>
                        <a:pt x="152" y="5"/>
                      </a:lnTo>
                      <a:lnTo>
                        <a:pt x="152" y="7"/>
                      </a:lnTo>
                      <a:lnTo>
                        <a:pt x="154" y="7"/>
                      </a:lnTo>
                      <a:lnTo>
                        <a:pt x="154" y="9"/>
                      </a:lnTo>
                      <a:lnTo>
                        <a:pt x="155" y="9"/>
                      </a:lnTo>
                      <a:lnTo>
                        <a:pt x="157" y="9"/>
                      </a:lnTo>
                      <a:lnTo>
                        <a:pt x="159" y="10"/>
                      </a:lnTo>
                      <a:lnTo>
                        <a:pt x="159" y="12"/>
                      </a:lnTo>
                      <a:lnTo>
                        <a:pt x="161" y="12"/>
                      </a:lnTo>
                      <a:lnTo>
                        <a:pt x="161" y="14"/>
                      </a:lnTo>
                      <a:lnTo>
                        <a:pt x="163" y="12"/>
                      </a:lnTo>
                      <a:lnTo>
                        <a:pt x="163" y="14"/>
                      </a:lnTo>
                      <a:lnTo>
                        <a:pt x="163" y="12"/>
                      </a:lnTo>
                      <a:lnTo>
                        <a:pt x="164" y="12"/>
                      </a:lnTo>
                      <a:lnTo>
                        <a:pt x="164" y="14"/>
                      </a:lnTo>
                      <a:lnTo>
                        <a:pt x="166" y="14"/>
                      </a:lnTo>
                      <a:lnTo>
                        <a:pt x="166" y="12"/>
                      </a:lnTo>
                      <a:lnTo>
                        <a:pt x="166" y="10"/>
                      </a:lnTo>
                      <a:lnTo>
                        <a:pt x="168" y="10"/>
                      </a:lnTo>
                      <a:lnTo>
                        <a:pt x="168" y="9"/>
                      </a:lnTo>
                      <a:lnTo>
                        <a:pt x="170" y="9"/>
                      </a:lnTo>
                      <a:lnTo>
                        <a:pt x="170" y="10"/>
                      </a:lnTo>
                      <a:lnTo>
                        <a:pt x="172" y="10"/>
                      </a:lnTo>
                      <a:lnTo>
                        <a:pt x="172" y="9"/>
                      </a:lnTo>
                      <a:lnTo>
                        <a:pt x="174" y="10"/>
                      </a:lnTo>
                      <a:lnTo>
                        <a:pt x="174" y="9"/>
                      </a:lnTo>
                      <a:lnTo>
                        <a:pt x="174" y="7"/>
                      </a:lnTo>
                      <a:lnTo>
                        <a:pt x="175" y="7"/>
                      </a:lnTo>
                      <a:lnTo>
                        <a:pt x="175" y="5"/>
                      </a:lnTo>
                      <a:lnTo>
                        <a:pt x="177" y="5"/>
                      </a:lnTo>
                      <a:lnTo>
                        <a:pt x="177" y="3"/>
                      </a:lnTo>
                      <a:lnTo>
                        <a:pt x="179" y="3"/>
                      </a:lnTo>
                      <a:lnTo>
                        <a:pt x="179" y="5"/>
                      </a:lnTo>
                      <a:lnTo>
                        <a:pt x="181" y="5"/>
                      </a:lnTo>
                      <a:lnTo>
                        <a:pt x="183" y="5"/>
                      </a:lnTo>
                      <a:lnTo>
                        <a:pt x="183" y="3"/>
                      </a:lnTo>
                      <a:lnTo>
                        <a:pt x="185" y="3"/>
                      </a:lnTo>
                      <a:lnTo>
                        <a:pt x="183" y="3"/>
                      </a:lnTo>
                      <a:lnTo>
                        <a:pt x="185" y="1"/>
                      </a:lnTo>
                      <a:lnTo>
                        <a:pt x="185" y="3"/>
                      </a:lnTo>
                      <a:lnTo>
                        <a:pt x="185" y="1"/>
                      </a:lnTo>
                      <a:lnTo>
                        <a:pt x="186" y="1"/>
                      </a:lnTo>
                      <a:lnTo>
                        <a:pt x="186" y="0"/>
                      </a:lnTo>
                      <a:lnTo>
                        <a:pt x="186" y="1"/>
                      </a:lnTo>
                      <a:lnTo>
                        <a:pt x="186" y="3"/>
                      </a:lnTo>
                      <a:lnTo>
                        <a:pt x="185" y="3"/>
                      </a:lnTo>
                      <a:lnTo>
                        <a:pt x="186" y="3"/>
                      </a:lnTo>
                      <a:lnTo>
                        <a:pt x="186" y="5"/>
                      </a:lnTo>
                      <a:lnTo>
                        <a:pt x="185" y="7"/>
                      </a:lnTo>
                      <a:lnTo>
                        <a:pt x="185" y="9"/>
                      </a:lnTo>
                      <a:lnTo>
                        <a:pt x="185" y="10"/>
                      </a:lnTo>
                      <a:lnTo>
                        <a:pt x="183" y="10"/>
                      </a:lnTo>
                      <a:lnTo>
                        <a:pt x="183" y="9"/>
                      </a:lnTo>
                      <a:lnTo>
                        <a:pt x="183" y="10"/>
                      </a:lnTo>
                      <a:lnTo>
                        <a:pt x="181" y="12"/>
                      </a:lnTo>
                      <a:lnTo>
                        <a:pt x="181" y="14"/>
                      </a:lnTo>
                      <a:lnTo>
                        <a:pt x="181" y="16"/>
                      </a:lnTo>
                      <a:lnTo>
                        <a:pt x="181" y="18"/>
                      </a:lnTo>
                      <a:lnTo>
                        <a:pt x="179" y="18"/>
                      </a:lnTo>
                      <a:lnTo>
                        <a:pt x="181" y="18"/>
                      </a:lnTo>
                      <a:lnTo>
                        <a:pt x="179" y="20"/>
                      </a:lnTo>
                      <a:lnTo>
                        <a:pt x="179" y="21"/>
                      </a:lnTo>
                      <a:lnTo>
                        <a:pt x="181" y="21"/>
                      </a:lnTo>
                      <a:lnTo>
                        <a:pt x="181" y="23"/>
                      </a:lnTo>
                      <a:lnTo>
                        <a:pt x="179" y="23"/>
                      </a:lnTo>
                      <a:lnTo>
                        <a:pt x="181" y="25"/>
                      </a:lnTo>
                      <a:lnTo>
                        <a:pt x="183" y="25"/>
                      </a:lnTo>
                      <a:lnTo>
                        <a:pt x="183" y="27"/>
                      </a:lnTo>
                      <a:lnTo>
                        <a:pt x="185" y="27"/>
                      </a:lnTo>
                      <a:lnTo>
                        <a:pt x="185" y="29"/>
                      </a:lnTo>
                      <a:lnTo>
                        <a:pt x="183" y="29"/>
                      </a:lnTo>
                      <a:lnTo>
                        <a:pt x="185" y="31"/>
                      </a:lnTo>
                      <a:lnTo>
                        <a:pt x="183" y="31"/>
                      </a:lnTo>
                      <a:lnTo>
                        <a:pt x="183" y="32"/>
                      </a:lnTo>
                      <a:lnTo>
                        <a:pt x="185" y="32"/>
                      </a:lnTo>
                      <a:lnTo>
                        <a:pt x="186" y="34"/>
                      </a:lnTo>
                      <a:lnTo>
                        <a:pt x="186" y="36"/>
                      </a:lnTo>
                      <a:lnTo>
                        <a:pt x="186" y="38"/>
                      </a:lnTo>
                      <a:lnTo>
                        <a:pt x="188" y="38"/>
                      </a:lnTo>
                      <a:lnTo>
                        <a:pt x="188" y="42"/>
                      </a:lnTo>
                      <a:lnTo>
                        <a:pt x="190" y="47"/>
                      </a:lnTo>
                      <a:lnTo>
                        <a:pt x="188" y="49"/>
                      </a:lnTo>
                      <a:lnTo>
                        <a:pt x="186" y="53"/>
                      </a:lnTo>
                      <a:lnTo>
                        <a:pt x="186" y="56"/>
                      </a:lnTo>
                      <a:lnTo>
                        <a:pt x="185" y="60"/>
                      </a:lnTo>
                      <a:lnTo>
                        <a:pt x="185" y="62"/>
                      </a:lnTo>
                      <a:lnTo>
                        <a:pt x="185" y="63"/>
                      </a:lnTo>
                      <a:lnTo>
                        <a:pt x="185" y="65"/>
                      </a:lnTo>
                      <a:lnTo>
                        <a:pt x="186" y="65"/>
                      </a:lnTo>
                      <a:lnTo>
                        <a:pt x="186" y="67"/>
                      </a:lnTo>
                      <a:lnTo>
                        <a:pt x="186" y="69"/>
                      </a:lnTo>
                      <a:lnTo>
                        <a:pt x="186" y="71"/>
                      </a:lnTo>
                      <a:lnTo>
                        <a:pt x="188" y="71"/>
                      </a:lnTo>
                      <a:lnTo>
                        <a:pt x="188" y="73"/>
                      </a:lnTo>
                      <a:lnTo>
                        <a:pt x="188" y="74"/>
                      </a:lnTo>
                      <a:lnTo>
                        <a:pt x="188" y="76"/>
                      </a:lnTo>
                      <a:lnTo>
                        <a:pt x="188" y="78"/>
                      </a:lnTo>
                      <a:lnTo>
                        <a:pt x="186" y="78"/>
                      </a:lnTo>
                      <a:lnTo>
                        <a:pt x="188" y="78"/>
                      </a:lnTo>
                      <a:lnTo>
                        <a:pt x="188" y="80"/>
                      </a:lnTo>
                      <a:lnTo>
                        <a:pt x="186" y="80"/>
                      </a:lnTo>
                      <a:lnTo>
                        <a:pt x="186" y="82"/>
                      </a:lnTo>
                      <a:lnTo>
                        <a:pt x="186" y="84"/>
                      </a:lnTo>
                      <a:lnTo>
                        <a:pt x="185" y="84"/>
                      </a:lnTo>
                      <a:lnTo>
                        <a:pt x="185" y="85"/>
                      </a:lnTo>
                      <a:lnTo>
                        <a:pt x="183" y="85"/>
                      </a:lnTo>
                      <a:lnTo>
                        <a:pt x="183" y="87"/>
                      </a:lnTo>
                      <a:lnTo>
                        <a:pt x="181" y="87"/>
                      </a:lnTo>
                      <a:lnTo>
                        <a:pt x="181" y="85"/>
                      </a:lnTo>
                      <a:lnTo>
                        <a:pt x="179" y="85"/>
                      </a:lnTo>
                      <a:lnTo>
                        <a:pt x="179" y="84"/>
                      </a:lnTo>
                      <a:lnTo>
                        <a:pt x="179" y="85"/>
                      </a:lnTo>
                      <a:lnTo>
                        <a:pt x="179" y="84"/>
                      </a:lnTo>
                      <a:lnTo>
                        <a:pt x="177" y="84"/>
                      </a:lnTo>
                      <a:lnTo>
                        <a:pt x="177" y="85"/>
                      </a:lnTo>
                      <a:lnTo>
                        <a:pt x="175" y="85"/>
                      </a:lnTo>
                      <a:lnTo>
                        <a:pt x="174" y="85"/>
                      </a:lnTo>
                      <a:lnTo>
                        <a:pt x="172" y="85"/>
                      </a:lnTo>
                      <a:lnTo>
                        <a:pt x="172" y="87"/>
                      </a:lnTo>
                      <a:lnTo>
                        <a:pt x="172" y="89"/>
                      </a:lnTo>
                      <a:lnTo>
                        <a:pt x="172" y="87"/>
                      </a:lnTo>
                      <a:lnTo>
                        <a:pt x="172" y="89"/>
                      </a:lnTo>
                      <a:lnTo>
                        <a:pt x="170" y="89"/>
                      </a:lnTo>
                      <a:lnTo>
                        <a:pt x="170" y="91"/>
                      </a:lnTo>
                      <a:lnTo>
                        <a:pt x="168" y="91"/>
                      </a:lnTo>
                      <a:lnTo>
                        <a:pt x="170" y="91"/>
                      </a:lnTo>
                      <a:lnTo>
                        <a:pt x="168" y="91"/>
                      </a:lnTo>
                      <a:lnTo>
                        <a:pt x="170" y="91"/>
                      </a:lnTo>
                      <a:lnTo>
                        <a:pt x="168" y="91"/>
                      </a:lnTo>
                      <a:lnTo>
                        <a:pt x="168" y="93"/>
                      </a:lnTo>
                      <a:lnTo>
                        <a:pt x="168" y="91"/>
                      </a:lnTo>
                      <a:lnTo>
                        <a:pt x="168" y="93"/>
                      </a:lnTo>
                      <a:lnTo>
                        <a:pt x="166" y="93"/>
                      </a:lnTo>
                      <a:lnTo>
                        <a:pt x="168" y="93"/>
                      </a:lnTo>
                      <a:lnTo>
                        <a:pt x="166" y="93"/>
                      </a:lnTo>
                      <a:lnTo>
                        <a:pt x="168" y="93"/>
                      </a:lnTo>
                      <a:lnTo>
                        <a:pt x="166" y="93"/>
                      </a:lnTo>
                      <a:lnTo>
                        <a:pt x="164" y="95"/>
                      </a:lnTo>
                      <a:lnTo>
                        <a:pt x="163" y="95"/>
                      </a:lnTo>
                      <a:lnTo>
                        <a:pt x="161" y="95"/>
                      </a:lnTo>
                      <a:lnTo>
                        <a:pt x="161" y="93"/>
                      </a:lnTo>
                      <a:lnTo>
                        <a:pt x="159" y="93"/>
                      </a:lnTo>
                      <a:lnTo>
                        <a:pt x="159" y="95"/>
                      </a:lnTo>
                      <a:lnTo>
                        <a:pt x="157" y="96"/>
                      </a:lnTo>
                      <a:lnTo>
                        <a:pt x="157" y="98"/>
                      </a:lnTo>
                      <a:lnTo>
                        <a:pt x="155" y="98"/>
                      </a:lnTo>
                      <a:lnTo>
                        <a:pt x="155" y="96"/>
                      </a:lnTo>
                      <a:lnTo>
                        <a:pt x="155" y="98"/>
                      </a:lnTo>
                      <a:lnTo>
                        <a:pt x="154" y="98"/>
                      </a:lnTo>
                      <a:lnTo>
                        <a:pt x="154" y="96"/>
                      </a:lnTo>
                      <a:lnTo>
                        <a:pt x="154" y="98"/>
                      </a:lnTo>
                      <a:lnTo>
                        <a:pt x="154" y="96"/>
                      </a:lnTo>
                      <a:lnTo>
                        <a:pt x="152" y="96"/>
                      </a:lnTo>
                      <a:lnTo>
                        <a:pt x="152" y="98"/>
                      </a:lnTo>
                      <a:lnTo>
                        <a:pt x="150" y="98"/>
                      </a:lnTo>
                      <a:lnTo>
                        <a:pt x="150" y="96"/>
                      </a:lnTo>
                      <a:lnTo>
                        <a:pt x="150" y="98"/>
                      </a:lnTo>
                      <a:lnTo>
                        <a:pt x="148" y="98"/>
                      </a:lnTo>
                      <a:lnTo>
                        <a:pt x="148" y="96"/>
                      </a:lnTo>
                      <a:lnTo>
                        <a:pt x="146" y="96"/>
                      </a:lnTo>
                      <a:lnTo>
                        <a:pt x="146" y="98"/>
                      </a:lnTo>
                      <a:lnTo>
                        <a:pt x="146" y="96"/>
                      </a:lnTo>
                      <a:lnTo>
                        <a:pt x="146" y="98"/>
                      </a:lnTo>
                      <a:lnTo>
                        <a:pt x="148" y="102"/>
                      </a:lnTo>
                      <a:lnTo>
                        <a:pt x="146" y="102"/>
                      </a:lnTo>
                      <a:lnTo>
                        <a:pt x="146" y="104"/>
                      </a:lnTo>
                      <a:lnTo>
                        <a:pt x="146" y="106"/>
                      </a:lnTo>
                      <a:lnTo>
                        <a:pt x="146" y="107"/>
                      </a:lnTo>
                      <a:lnTo>
                        <a:pt x="148" y="107"/>
                      </a:lnTo>
                      <a:lnTo>
                        <a:pt x="146" y="107"/>
                      </a:lnTo>
                      <a:lnTo>
                        <a:pt x="144" y="107"/>
                      </a:lnTo>
                      <a:lnTo>
                        <a:pt x="143" y="107"/>
                      </a:lnTo>
                      <a:lnTo>
                        <a:pt x="141" y="107"/>
                      </a:lnTo>
                      <a:lnTo>
                        <a:pt x="141" y="106"/>
                      </a:lnTo>
                      <a:lnTo>
                        <a:pt x="139" y="106"/>
                      </a:lnTo>
                      <a:lnTo>
                        <a:pt x="137" y="106"/>
                      </a:lnTo>
                      <a:lnTo>
                        <a:pt x="135" y="106"/>
                      </a:lnTo>
                      <a:lnTo>
                        <a:pt x="133" y="104"/>
                      </a:lnTo>
                      <a:lnTo>
                        <a:pt x="132" y="104"/>
                      </a:lnTo>
                      <a:lnTo>
                        <a:pt x="132" y="106"/>
                      </a:lnTo>
                      <a:lnTo>
                        <a:pt x="132" y="107"/>
                      </a:lnTo>
                      <a:lnTo>
                        <a:pt x="130" y="107"/>
                      </a:lnTo>
                      <a:lnTo>
                        <a:pt x="130" y="109"/>
                      </a:lnTo>
                      <a:lnTo>
                        <a:pt x="128" y="109"/>
                      </a:lnTo>
                      <a:lnTo>
                        <a:pt x="128" y="107"/>
                      </a:lnTo>
                      <a:lnTo>
                        <a:pt x="126" y="107"/>
                      </a:lnTo>
                      <a:lnTo>
                        <a:pt x="126" y="109"/>
                      </a:lnTo>
                      <a:lnTo>
                        <a:pt x="124" y="109"/>
                      </a:lnTo>
                      <a:lnTo>
                        <a:pt x="124" y="111"/>
                      </a:lnTo>
                      <a:lnTo>
                        <a:pt x="126" y="111"/>
                      </a:lnTo>
                      <a:lnTo>
                        <a:pt x="126" y="113"/>
                      </a:lnTo>
                      <a:lnTo>
                        <a:pt x="126" y="111"/>
                      </a:lnTo>
                      <a:lnTo>
                        <a:pt x="126" y="113"/>
                      </a:lnTo>
                      <a:lnTo>
                        <a:pt x="126" y="111"/>
                      </a:lnTo>
                      <a:lnTo>
                        <a:pt x="126" y="113"/>
                      </a:lnTo>
                      <a:lnTo>
                        <a:pt x="126" y="111"/>
                      </a:lnTo>
                      <a:lnTo>
                        <a:pt x="126" y="113"/>
                      </a:lnTo>
                      <a:lnTo>
                        <a:pt x="128" y="113"/>
                      </a:lnTo>
                      <a:lnTo>
                        <a:pt x="126" y="113"/>
                      </a:lnTo>
                      <a:lnTo>
                        <a:pt x="128" y="113"/>
                      </a:lnTo>
                      <a:lnTo>
                        <a:pt x="126" y="113"/>
                      </a:lnTo>
                      <a:lnTo>
                        <a:pt x="126" y="115"/>
                      </a:lnTo>
                      <a:lnTo>
                        <a:pt x="126" y="113"/>
                      </a:lnTo>
                      <a:lnTo>
                        <a:pt x="126" y="115"/>
                      </a:lnTo>
                      <a:lnTo>
                        <a:pt x="126" y="117"/>
                      </a:lnTo>
                      <a:lnTo>
                        <a:pt x="128" y="117"/>
                      </a:lnTo>
                      <a:lnTo>
                        <a:pt x="126" y="117"/>
                      </a:lnTo>
                      <a:lnTo>
                        <a:pt x="126" y="118"/>
                      </a:lnTo>
                      <a:lnTo>
                        <a:pt x="126" y="120"/>
                      </a:lnTo>
                      <a:lnTo>
                        <a:pt x="126" y="122"/>
                      </a:lnTo>
                      <a:lnTo>
                        <a:pt x="128" y="122"/>
                      </a:lnTo>
                      <a:lnTo>
                        <a:pt x="128" y="124"/>
                      </a:lnTo>
                      <a:lnTo>
                        <a:pt x="130" y="124"/>
                      </a:lnTo>
                      <a:lnTo>
                        <a:pt x="130" y="126"/>
                      </a:lnTo>
                      <a:lnTo>
                        <a:pt x="132" y="126"/>
                      </a:lnTo>
                      <a:lnTo>
                        <a:pt x="132" y="127"/>
                      </a:lnTo>
                      <a:lnTo>
                        <a:pt x="133" y="127"/>
                      </a:lnTo>
                      <a:lnTo>
                        <a:pt x="135" y="129"/>
                      </a:lnTo>
                      <a:lnTo>
                        <a:pt x="137" y="129"/>
                      </a:lnTo>
                      <a:lnTo>
                        <a:pt x="137" y="131"/>
                      </a:lnTo>
                      <a:lnTo>
                        <a:pt x="139" y="131"/>
                      </a:lnTo>
                      <a:lnTo>
                        <a:pt x="139" y="133"/>
                      </a:lnTo>
                      <a:lnTo>
                        <a:pt x="137" y="133"/>
                      </a:lnTo>
                      <a:lnTo>
                        <a:pt x="137" y="135"/>
                      </a:lnTo>
                      <a:lnTo>
                        <a:pt x="135" y="135"/>
                      </a:lnTo>
                      <a:lnTo>
                        <a:pt x="137" y="135"/>
                      </a:lnTo>
                      <a:lnTo>
                        <a:pt x="137" y="137"/>
                      </a:lnTo>
                      <a:lnTo>
                        <a:pt x="137" y="138"/>
                      </a:lnTo>
                      <a:lnTo>
                        <a:pt x="137" y="140"/>
                      </a:lnTo>
                      <a:lnTo>
                        <a:pt x="137" y="138"/>
                      </a:lnTo>
                      <a:lnTo>
                        <a:pt x="135" y="138"/>
                      </a:lnTo>
                      <a:lnTo>
                        <a:pt x="133" y="138"/>
                      </a:lnTo>
                      <a:lnTo>
                        <a:pt x="132" y="137"/>
                      </a:lnTo>
                      <a:lnTo>
                        <a:pt x="130" y="137"/>
                      </a:lnTo>
                      <a:lnTo>
                        <a:pt x="130" y="135"/>
                      </a:lnTo>
                      <a:lnTo>
                        <a:pt x="130" y="137"/>
                      </a:lnTo>
                      <a:lnTo>
                        <a:pt x="128" y="137"/>
                      </a:lnTo>
                      <a:lnTo>
                        <a:pt x="128" y="138"/>
                      </a:lnTo>
                      <a:lnTo>
                        <a:pt x="126" y="137"/>
                      </a:lnTo>
                      <a:lnTo>
                        <a:pt x="126" y="135"/>
                      </a:lnTo>
                      <a:lnTo>
                        <a:pt x="124" y="133"/>
                      </a:lnTo>
                      <a:lnTo>
                        <a:pt x="124" y="131"/>
                      </a:lnTo>
                      <a:lnTo>
                        <a:pt x="123" y="131"/>
                      </a:lnTo>
                      <a:lnTo>
                        <a:pt x="121" y="131"/>
                      </a:lnTo>
                      <a:lnTo>
                        <a:pt x="121" y="133"/>
                      </a:lnTo>
                      <a:lnTo>
                        <a:pt x="119" y="133"/>
                      </a:lnTo>
                      <a:lnTo>
                        <a:pt x="117" y="133"/>
                      </a:lnTo>
                      <a:lnTo>
                        <a:pt x="115" y="133"/>
                      </a:lnTo>
                      <a:lnTo>
                        <a:pt x="113" y="133"/>
                      </a:lnTo>
                      <a:lnTo>
                        <a:pt x="113" y="135"/>
                      </a:lnTo>
                      <a:lnTo>
                        <a:pt x="113" y="133"/>
                      </a:lnTo>
                      <a:lnTo>
                        <a:pt x="113" y="135"/>
                      </a:lnTo>
                      <a:lnTo>
                        <a:pt x="113" y="133"/>
                      </a:lnTo>
                      <a:lnTo>
                        <a:pt x="112" y="133"/>
                      </a:lnTo>
                      <a:lnTo>
                        <a:pt x="110" y="133"/>
                      </a:lnTo>
                      <a:lnTo>
                        <a:pt x="110" y="135"/>
                      </a:lnTo>
                      <a:lnTo>
                        <a:pt x="108" y="135"/>
                      </a:lnTo>
                      <a:lnTo>
                        <a:pt x="108" y="137"/>
                      </a:lnTo>
                      <a:lnTo>
                        <a:pt x="106" y="137"/>
                      </a:lnTo>
                      <a:lnTo>
                        <a:pt x="104" y="137"/>
                      </a:lnTo>
                      <a:lnTo>
                        <a:pt x="102" y="137"/>
                      </a:lnTo>
                      <a:lnTo>
                        <a:pt x="102" y="135"/>
                      </a:lnTo>
                      <a:lnTo>
                        <a:pt x="102" y="133"/>
                      </a:lnTo>
                      <a:lnTo>
                        <a:pt x="102" y="131"/>
                      </a:lnTo>
                      <a:lnTo>
                        <a:pt x="102" y="129"/>
                      </a:lnTo>
                      <a:lnTo>
                        <a:pt x="102" y="127"/>
                      </a:lnTo>
                      <a:lnTo>
                        <a:pt x="104" y="127"/>
                      </a:lnTo>
                      <a:lnTo>
                        <a:pt x="104" y="126"/>
                      </a:lnTo>
                      <a:lnTo>
                        <a:pt x="104" y="124"/>
                      </a:lnTo>
                      <a:lnTo>
                        <a:pt x="106" y="124"/>
                      </a:lnTo>
                      <a:lnTo>
                        <a:pt x="106" y="122"/>
                      </a:lnTo>
                      <a:lnTo>
                        <a:pt x="106" y="120"/>
                      </a:lnTo>
                      <a:lnTo>
                        <a:pt x="104" y="120"/>
                      </a:lnTo>
                      <a:lnTo>
                        <a:pt x="104" y="118"/>
                      </a:lnTo>
                      <a:lnTo>
                        <a:pt x="104" y="117"/>
                      </a:lnTo>
                      <a:lnTo>
                        <a:pt x="102" y="117"/>
                      </a:lnTo>
                      <a:lnTo>
                        <a:pt x="101" y="115"/>
                      </a:lnTo>
                      <a:lnTo>
                        <a:pt x="99" y="115"/>
                      </a:lnTo>
                      <a:lnTo>
                        <a:pt x="99" y="113"/>
                      </a:lnTo>
                      <a:lnTo>
                        <a:pt x="95" y="113"/>
                      </a:lnTo>
                      <a:lnTo>
                        <a:pt x="93" y="113"/>
                      </a:lnTo>
                      <a:lnTo>
                        <a:pt x="93" y="115"/>
                      </a:lnTo>
                      <a:lnTo>
                        <a:pt x="95" y="115"/>
                      </a:lnTo>
                      <a:lnTo>
                        <a:pt x="95" y="117"/>
                      </a:lnTo>
                      <a:lnTo>
                        <a:pt x="97" y="117"/>
                      </a:lnTo>
                      <a:lnTo>
                        <a:pt x="95" y="118"/>
                      </a:lnTo>
                      <a:lnTo>
                        <a:pt x="95" y="120"/>
                      </a:lnTo>
                      <a:lnTo>
                        <a:pt x="97" y="120"/>
                      </a:lnTo>
                      <a:lnTo>
                        <a:pt x="97" y="122"/>
                      </a:lnTo>
                      <a:lnTo>
                        <a:pt x="97" y="124"/>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1" name="Freeform 24">
                  <a:extLst>
                    <a:ext uri="{FF2B5EF4-FFF2-40B4-BE49-F238E27FC236}">
                      <a16:creationId xmlns:a16="http://schemas.microsoft.com/office/drawing/2014/main" id="{2CD9689B-3B26-03F5-FE41-608AC158B705}"/>
                    </a:ext>
                  </a:extLst>
                </p:cNvPr>
                <p:cNvSpPr>
                  <a:spLocks noEditPoints="1"/>
                </p:cNvSpPr>
                <p:nvPr/>
              </p:nvSpPr>
              <p:spPr bwMode="auto">
                <a:xfrm>
                  <a:off x="5804239" y="4306208"/>
                  <a:ext cx="155421" cy="104819"/>
                </a:xfrm>
                <a:custGeom>
                  <a:avLst/>
                  <a:gdLst>
                    <a:gd name="T0" fmla="*/ 0 w 86"/>
                    <a:gd name="T1" fmla="*/ 58 h 58"/>
                    <a:gd name="T2" fmla="*/ 0 w 86"/>
                    <a:gd name="T3" fmla="*/ 58 h 58"/>
                    <a:gd name="T4" fmla="*/ 9 w 86"/>
                    <a:gd name="T5" fmla="*/ 44 h 58"/>
                    <a:gd name="T6" fmla="*/ 8 w 86"/>
                    <a:gd name="T7" fmla="*/ 44 h 58"/>
                    <a:gd name="T8" fmla="*/ 31 w 86"/>
                    <a:gd name="T9" fmla="*/ 40 h 58"/>
                    <a:gd name="T10" fmla="*/ 51 w 86"/>
                    <a:gd name="T11" fmla="*/ 40 h 58"/>
                    <a:gd name="T12" fmla="*/ 24 w 86"/>
                    <a:gd name="T13" fmla="*/ 38 h 58"/>
                    <a:gd name="T14" fmla="*/ 26 w 86"/>
                    <a:gd name="T15" fmla="*/ 38 h 58"/>
                    <a:gd name="T16" fmla="*/ 26 w 86"/>
                    <a:gd name="T17" fmla="*/ 36 h 58"/>
                    <a:gd name="T18" fmla="*/ 29 w 86"/>
                    <a:gd name="T19" fmla="*/ 38 h 58"/>
                    <a:gd name="T20" fmla="*/ 29 w 86"/>
                    <a:gd name="T21" fmla="*/ 36 h 58"/>
                    <a:gd name="T22" fmla="*/ 33 w 86"/>
                    <a:gd name="T23" fmla="*/ 38 h 58"/>
                    <a:gd name="T24" fmla="*/ 46 w 86"/>
                    <a:gd name="T25" fmla="*/ 36 h 58"/>
                    <a:gd name="T26" fmla="*/ 46 w 86"/>
                    <a:gd name="T27" fmla="*/ 35 h 58"/>
                    <a:gd name="T28" fmla="*/ 15 w 86"/>
                    <a:gd name="T29" fmla="*/ 35 h 58"/>
                    <a:gd name="T30" fmla="*/ 13 w 86"/>
                    <a:gd name="T31" fmla="*/ 33 h 58"/>
                    <a:gd name="T32" fmla="*/ 22 w 86"/>
                    <a:gd name="T33" fmla="*/ 33 h 58"/>
                    <a:gd name="T34" fmla="*/ 13 w 86"/>
                    <a:gd name="T35" fmla="*/ 29 h 58"/>
                    <a:gd name="T36" fmla="*/ 13 w 86"/>
                    <a:gd name="T37" fmla="*/ 31 h 58"/>
                    <a:gd name="T38" fmla="*/ 11 w 86"/>
                    <a:gd name="T39" fmla="*/ 27 h 58"/>
                    <a:gd name="T40" fmla="*/ 9 w 86"/>
                    <a:gd name="T41" fmla="*/ 25 h 58"/>
                    <a:gd name="T42" fmla="*/ 6 w 86"/>
                    <a:gd name="T43" fmla="*/ 24 h 58"/>
                    <a:gd name="T44" fmla="*/ 6 w 86"/>
                    <a:gd name="T45" fmla="*/ 22 h 58"/>
                    <a:gd name="T46" fmla="*/ 6 w 86"/>
                    <a:gd name="T47" fmla="*/ 20 h 58"/>
                    <a:gd name="T48" fmla="*/ 82 w 86"/>
                    <a:gd name="T49" fmla="*/ 16 h 58"/>
                    <a:gd name="T50" fmla="*/ 86 w 86"/>
                    <a:gd name="T51" fmla="*/ 9 h 58"/>
                    <a:gd name="T52" fmla="*/ 77 w 86"/>
                    <a:gd name="T53" fmla="*/ 9 h 58"/>
                    <a:gd name="T54" fmla="*/ 75 w 86"/>
                    <a:gd name="T55" fmla="*/ 5 h 58"/>
                    <a:gd name="T56" fmla="*/ 4 w 86"/>
                    <a:gd name="T57" fmla="*/ 5 h 58"/>
                    <a:gd name="T58" fmla="*/ 6 w 86"/>
                    <a:gd name="T59" fmla="*/ 5 h 58"/>
                    <a:gd name="T60" fmla="*/ 4 w 86"/>
                    <a:gd name="T61" fmla="*/ 11 h 58"/>
                    <a:gd name="T62" fmla="*/ 4 w 86"/>
                    <a:gd name="T63" fmla="*/ 9 h 58"/>
                    <a:gd name="T64" fmla="*/ 4 w 86"/>
                    <a:gd name="T65" fmla="*/ 7 h 58"/>
                    <a:gd name="T66" fmla="*/ 4 w 86"/>
                    <a:gd name="T67" fmla="*/ 5 h 58"/>
                    <a:gd name="T68" fmla="*/ 4 w 86"/>
                    <a:gd name="T69" fmla="*/ 4 h 58"/>
                    <a:gd name="T70" fmla="*/ 8 w 86"/>
                    <a:gd name="T71" fmla="*/ 4 h 58"/>
                    <a:gd name="T72" fmla="*/ 6 w 86"/>
                    <a:gd name="T73" fmla="*/ 4 h 58"/>
                    <a:gd name="T74" fmla="*/ 77 w 86"/>
                    <a:gd name="T75" fmla="*/ 2 h 58"/>
                    <a:gd name="T76" fmla="*/ 77 w 86"/>
                    <a:gd name="T77" fmla="*/ 2 h 58"/>
                    <a:gd name="T78" fmla="*/ 6 w 86"/>
                    <a:gd name="T79" fmla="*/ 4 h 58"/>
                    <a:gd name="T80" fmla="*/ 8 w 86"/>
                    <a:gd name="T81" fmla="*/ 2 h 58"/>
                    <a:gd name="T82" fmla="*/ 6 w 86"/>
                    <a:gd name="T83" fmla="*/ 2 h 58"/>
                    <a:gd name="T84" fmla="*/ 9 w 86"/>
                    <a:gd name="T85" fmla="*/ 2 h 58"/>
                    <a:gd name="T86" fmla="*/ 4 w 86"/>
                    <a:gd name="T87" fmla="*/ 2 h 58"/>
                    <a:gd name="T88" fmla="*/ 4 w 86"/>
                    <a:gd name="T89" fmla="*/ 2 h 58"/>
                    <a:gd name="T90" fmla="*/ 6 w 86"/>
                    <a:gd name="T91" fmla="*/ 2 h 58"/>
                    <a:gd name="T92" fmla="*/ 6 w 86"/>
                    <a:gd name="T93" fmla="*/ 4 h 58"/>
                    <a:gd name="T94" fmla="*/ 4 w 86"/>
                    <a:gd name="T95" fmla="*/ 0 h 58"/>
                    <a:gd name="T96" fmla="*/ 6 w 86"/>
                    <a:gd name="T97" fmla="*/ 0 h 58"/>
                    <a:gd name="T98" fmla="*/ 77 w 86"/>
                    <a:gd name="T9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6" h="58">
                      <a:moveTo>
                        <a:pt x="0" y="58"/>
                      </a:moveTo>
                      <a:lnTo>
                        <a:pt x="0" y="57"/>
                      </a:lnTo>
                      <a:lnTo>
                        <a:pt x="0" y="58"/>
                      </a:lnTo>
                      <a:close/>
                      <a:moveTo>
                        <a:pt x="0" y="58"/>
                      </a:moveTo>
                      <a:lnTo>
                        <a:pt x="2" y="58"/>
                      </a:lnTo>
                      <a:lnTo>
                        <a:pt x="0" y="58"/>
                      </a:lnTo>
                      <a:lnTo>
                        <a:pt x="0" y="57"/>
                      </a:lnTo>
                      <a:lnTo>
                        <a:pt x="0" y="58"/>
                      </a:lnTo>
                      <a:close/>
                      <a:moveTo>
                        <a:pt x="9" y="44"/>
                      </a:moveTo>
                      <a:lnTo>
                        <a:pt x="9" y="46"/>
                      </a:lnTo>
                      <a:lnTo>
                        <a:pt x="9" y="44"/>
                      </a:lnTo>
                      <a:lnTo>
                        <a:pt x="8" y="44"/>
                      </a:lnTo>
                      <a:lnTo>
                        <a:pt x="9" y="44"/>
                      </a:lnTo>
                      <a:close/>
                      <a:moveTo>
                        <a:pt x="33" y="40"/>
                      </a:moveTo>
                      <a:lnTo>
                        <a:pt x="31" y="40"/>
                      </a:lnTo>
                      <a:lnTo>
                        <a:pt x="33" y="40"/>
                      </a:lnTo>
                      <a:close/>
                      <a:moveTo>
                        <a:pt x="51" y="38"/>
                      </a:moveTo>
                      <a:lnTo>
                        <a:pt x="51" y="40"/>
                      </a:lnTo>
                      <a:lnTo>
                        <a:pt x="51" y="38"/>
                      </a:lnTo>
                      <a:close/>
                      <a:moveTo>
                        <a:pt x="24" y="36"/>
                      </a:moveTo>
                      <a:lnTo>
                        <a:pt x="24" y="38"/>
                      </a:lnTo>
                      <a:lnTo>
                        <a:pt x="24" y="36"/>
                      </a:lnTo>
                      <a:close/>
                      <a:moveTo>
                        <a:pt x="26" y="36"/>
                      </a:moveTo>
                      <a:lnTo>
                        <a:pt x="26" y="38"/>
                      </a:lnTo>
                      <a:lnTo>
                        <a:pt x="24" y="38"/>
                      </a:lnTo>
                      <a:lnTo>
                        <a:pt x="24" y="36"/>
                      </a:lnTo>
                      <a:lnTo>
                        <a:pt x="26" y="36"/>
                      </a:lnTo>
                      <a:close/>
                      <a:moveTo>
                        <a:pt x="33" y="38"/>
                      </a:moveTo>
                      <a:lnTo>
                        <a:pt x="31" y="38"/>
                      </a:lnTo>
                      <a:lnTo>
                        <a:pt x="29" y="38"/>
                      </a:lnTo>
                      <a:lnTo>
                        <a:pt x="31" y="38"/>
                      </a:lnTo>
                      <a:lnTo>
                        <a:pt x="31" y="36"/>
                      </a:lnTo>
                      <a:lnTo>
                        <a:pt x="29" y="36"/>
                      </a:lnTo>
                      <a:lnTo>
                        <a:pt x="31" y="36"/>
                      </a:lnTo>
                      <a:lnTo>
                        <a:pt x="33" y="36"/>
                      </a:lnTo>
                      <a:lnTo>
                        <a:pt x="33" y="38"/>
                      </a:lnTo>
                      <a:close/>
                      <a:moveTo>
                        <a:pt x="48" y="35"/>
                      </a:moveTo>
                      <a:lnTo>
                        <a:pt x="46" y="35"/>
                      </a:lnTo>
                      <a:lnTo>
                        <a:pt x="46" y="36"/>
                      </a:lnTo>
                      <a:lnTo>
                        <a:pt x="46" y="35"/>
                      </a:lnTo>
                      <a:lnTo>
                        <a:pt x="46" y="33"/>
                      </a:lnTo>
                      <a:lnTo>
                        <a:pt x="46" y="35"/>
                      </a:lnTo>
                      <a:lnTo>
                        <a:pt x="48" y="35"/>
                      </a:lnTo>
                      <a:close/>
                      <a:moveTo>
                        <a:pt x="15" y="33"/>
                      </a:moveTo>
                      <a:lnTo>
                        <a:pt x="15" y="35"/>
                      </a:lnTo>
                      <a:lnTo>
                        <a:pt x="17" y="35"/>
                      </a:lnTo>
                      <a:lnTo>
                        <a:pt x="15" y="35"/>
                      </a:lnTo>
                      <a:lnTo>
                        <a:pt x="13" y="33"/>
                      </a:lnTo>
                      <a:lnTo>
                        <a:pt x="15" y="33"/>
                      </a:lnTo>
                      <a:close/>
                      <a:moveTo>
                        <a:pt x="20" y="33"/>
                      </a:moveTo>
                      <a:lnTo>
                        <a:pt x="22" y="33"/>
                      </a:lnTo>
                      <a:lnTo>
                        <a:pt x="20" y="33"/>
                      </a:lnTo>
                      <a:close/>
                      <a:moveTo>
                        <a:pt x="13" y="27"/>
                      </a:moveTo>
                      <a:lnTo>
                        <a:pt x="13" y="29"/>
                      </a:lnTo>
                      <a:lnTo>
                        <a:pt x="15" y="29"/>
                      </a:lnTo>
                      <a:lnTo>
                        <a:pt x="15" y="31"/>
                      </a:lnTo>
                      <a:lnTo>
                        <a:pt x="13" y="31"/>
                      </a:lnTo>
                      <a:lnTo>
                        <a:pt x="13" y="29"/>
                      </a:lnTo>
                      <a:lnTo>
                        <a:pt x="11" y="29"/>
                      </a:lnTo>
                      <a:lnTo>
                        <a:pt x="11" y="27"/>
                      </a:lnTo>
                      <a:lnTo>
                        <a:pt x="13" y="27"/>
                      </a:lnTo>
                      <a:close/>
                      <a:moveTo>
                        <a:pt x="11" y="25"/>
                      </a:moveTo>
                      <a:lnTo>
                        <a:pt x="9" y="25"/>
                      </a:lnTo>
                      <a:lnTo>
                        <a:pt x="11" y="25"/>
                      </a:lnTo>
                      <a:close/>
                      <a:moveTo>
                        <a:pt x="8" y="24"/>
                      </a:moveTo>
                      <a:lnTo>
                        <a:pt x="6" y="24"/>
                      </a:lnTo>
                      <a:lnTo>
                        <a:pt x="6" y="22"/>
                      </a:lnTo>
                      <a:lnTo>
                        <a:pt x="8" y="24"/>
                      </a:lnTo>
                      <a:close/>
                      <a:moveTo>
                        <a:pt x="6" y="22"/>
                      </a:moveTo>
                      <a:lnTo>
                        <a:pt x="8" y="22"/>
                      </a:lnTo>
                      <a:lnTo>
                        <a:pt x="6" y="22"/>
                      </a:lnTo>
                      <a:close/>
                      <a:moveTo>
                        <a:pt x="6" y="20"/>
                      </a:moveTo>
                      <a:lnTo>
                        <a:pt x="8" y="20"/>
                      </a:lnTo>
                      <a:lnTo>
                        <a:pt x="6" y="20"/>
                      </a:lnTo>
                      <a:close/>
                      <a:moveTo>
                        <a:pt x="82" y="16"/>
                      </a:moveTo>
                      <a:lnTo>
                        <a:pt x="82" y="18"/>
                      </a:lnTo>
                      <a:lnTo>
                        <a:pt x="82" y="16"/>
                      </a:lnTo>
                      <a:close/>
                      <a:moveTo>
                        <a:pt x="86" y="9"/>
                      </a:moveTo>
                      <a:lnTo>
                        <a:pt x="84" y="9"/>
                      </a:lnTo>
                      <a:lnTo>
                        <a:pt x="86" y="9"/>
                      </a:lnTo>
                      <a:close/>
                      <a:moveTo>
                        <a:pt x="77" y="9"/>
                      </a:moveTo>
                      <a:lnTo>
                        <a:pt x="77" y="7"/>
                      </a:lnTo>
                      <a:lnTo>
                        <a:pt x="77" y="9"/>
                      </a:lnTo>
                      <a:close/>
                      <a:moveTo>
                        <a:pt x="75" y="5"/>
                      </a:moveTo>
                      <a:lnTo>
                        <a:pt x="77" y="5"/>
                      </a:lnTo>
                      <a:lnTo>
                        <a:pt x="75" y="5"/>
                      </a:lnTo>
                      <a:close/>
                      <a:moveTo>
                        <a:pt x="4" y="5"/>
                      </a:moveTo>
                      <a:lnTo>
                        <a:pt x="4" y="4"/>
                      </a:lnTo>
                      <a:lnTo>
                        <a:pt x="4" y="5"/>
                      </a:lnTo>
                      <a:lnTo>
                        <a:pt x="6" y="5"/>
                      </a:lnTo>
                      <a:lnTo>
                        <a:pt x="6" y="7"/>
                      </a:lnTo>
                      <a:lnTo>
                        <a:pt x="6" y="9"/>
                      </a:lnTo>
                      <a:lnTo>
                        <a:pt x="4" y="11"/>
                      </a:lnTo>
                      <a:lnTo>
                        <a:pt x="4" y="9"/>
                      </a:lnTo>
                      <a:lnTo>
                        <a:pt x="4" y="11"/>
                      </a:lnTo>
                      <a:lnTo>
                        <a:pt x="4" y="9"/>
                      </a:lnTo>
                      <a:lnTo>
                        <a:pt x="4" y="11"/>
                      </a:lnTo>
                      <a:lnTo>
                        <a:pt x="4" y="9"/>
                      </a:lnTo>
                      <a:lnTo>
                        <a:pt x="4" y="7"/>
                      </a:lnTo>
                      <a:lnTo>
                        <a:pt x="2" y="7"/>
                      </a:lnTo>
                      <a:lnTo>
                        <a:pt x="2" y="5"/>
                      </a:lnTo>
                      <a:lnTo>
                        <a:pt x="4" y="5"/>
                      </a:lnTo>
                      <a:lnTo>
                        <a:pt x="2" y="5"/>
                      </a:lnTo>
                      <a:lnTo>
                        <a:pt x="2" y="4"/>
                      </a:lnTo>
                      <a:lnTo>
                        <a:pt x="4" y="4"/>
                      </a:lnTo>
                      <a:lnTo>
                        <a:pt x="4" y="5"/>
                      </a:lnTo>
                      <a:close/>
                      <a:moveTo>
                        <a:pt x="6" y="4"/>
                      </a:moveTo>
                      <a:lnTo>
                        <a:pt x="8" y="4"/>
                      </a:lnTo>
                      <a:lnTo>
                        <a:pt x="6" y="4"/>
                      </a:lnTo>
                      <a:lnTo>
                        <a:pt x="8" y="4"/>
                      </a:lnTo>
                      <a:lnTo>
                        <a:pt x="6" y="4"/>
                      </a:lnTo>
                      <a:close/>
                      <a:moveTo>
                        <a:pt x="77" y="2"/>
                      </a:moveTo>
                      <a:lnTo>
                        <a:pt x="77" y="4"/>
                      </a:lnTo>
                      <a:lnTo>
                        <a:pt x="77" y="2"/>
                      </a:lnTo>
                      <a:lnTo>
                        <a:pt x="75" y="4"/>
                      </a:lnTo>
                      <a:lnTo>
                        <a:pt x="75" y="2"/>
                      </a:lnTo>
                      <a:lnTo>
                        <a:pt x="77" y="2"/>
                      </a:lnTo>
                      <a:close/>
                      <a:moveTo>
                        <a:pt x="6" y="4"/>
                      </a:moveTo>
                      <a:lnTo>
                        <a:pt x="6" y="2"/>
                      </a:lnTo>
                      <a:lnTo>
                        <a:pt x="6" y="4"/>
                      </a:lnTo>
                      <a:close/>
                      <a:moveTo>
                        <a:pt x="8" y="2"/>
                      </a:moveTo>
                      <a:lnTo>
                        <a:pt x="8" y="4"/>
                      </a:lnTo>
                      <a:lnTo>
                        <a:pt x="8" y="2"/>
                      </a:lnTo>
                      <a:lnTo>
                        <a:pt x="8" y="4"/>
                      </a:lnTo>
                      <a:lnTo>
                        <a:pt x="6" y="4"/>
                      </a:lnTo>
                      <a:lnTo>
                        <a:pt x="6" y="2"/>
                      </a:lnTo>
                      <a:lnTo>
                        <a:pt x="8" y="2"/>
                      </a:lnTo>
                      <a:close/>
                      <a:moveTo>
                        <a:pt x="8" y="2"/>
                      </a:moveTo>
                      <a:lnTo>
                        <a:pt x="9" y="2"/>
                      </a:lnTo>
                      <a:lnTo>
                        <a:pt x="8" y="2"/>
                      </a:lnTo>
                      <a:close/>
                      <a:moveTo>
                        <a:pt x="4" y="0"/>
                      </a:moveTo>
                      <a:lnTo>
                        <a:pt x="4" y="2"/>
                      </a:lnTo>
                      <a:lnTo>
                        <a:pt x="4" y="0"/>
                      </a:lnTo>
                      <a:lnTo>
                        <a:pt x="6" y="2"/>
                      </a:lnTo>
                      <a:lnTo>
                        <a:pt x="4" y="2"/>
                      </a:lnTo>
                      <a:lnTo>
                        <a:pt x="6" y="2"/>
                      </a:lnTo>
                      <a:lnTo>
                        <a:pt x="4" y="2"/>
                      </a:lnTo>
                      <a:lnTo>
                        <a:pt x="6" y="2"/>
                      </a:lnTo>
                      <a:lnTo>
                        <a:pt x="6" y="4"/>
                      </a:lnTo>
                      <a:lnTo>
                        <a:pt x="6" y="2"/>
                      </a:lnTo>
                      <a:lnTo>
                        <a:pt x="6" y="4"/>
                      </a:lnTo>
                      <a:lnTo>
                        <a:pt x="4" y="4"/>
                      </a:lnTo>
                      <a:lnTo>
                        <a:pt x="4" y="2"/>
                      </a:lnTo>
                      <a:lnTo>
                        <a:pt x="4" y="0"/>
                      </a:lnTo>
                      <a:close/>
                      <a:moveTo>
                        <a:pt x="6" y="0"/>
                      </a:moveTo>
                      <a:lnTo>
                        <a:pt x="4" y="0"/>
                      </a:lnTo>
                      <a:lnTo>
                        <a:pt x="6" y="0"/>
                      </a:lnTo>
                      <a:close/>
                      <a:moveTo>
                        <a:pt x="77" y="0"/>
                      </a:moveTo>
                      <a:lnTo>
                        <a:pt x="75" y="0"/>
                      </a:lnTo>
                      <a:lnTo>
                        <a:pt x="7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2" name="Freeform 25">
                  <a:extLst>
                    <a:ext uri="{FF2B5EF4-FFF2-40B4-BE49-F238E27FC236}">
                      <a16:creationId xmlns:a16="http://schemas.microsoft.com/office/drawing/2014/main" id="{203623F0-26F0-A59F-59EB-B7223D0AE7B2}"/>
                    </a:ext>
                  </a:extLst>
                </p:cNvPr>
                <p:cNvSpPr>
                  <a:spLocks noEditPoints="1"/>
                </p:cNvSpPr>
                <p:nvPr/>
              </p:nvSpPr>
              <p:spPr bwMode="auto">
                <a:xfrm>
                  <a:off x="5804239" y="4289944"/>
                  <a:ext cx="151806" cy="101204"/>
                </a:xfrm>
                <a:custGeom>
                  <a:avLst/>
                  <a:gdLst>
                    <a:gd name="T0" fmla="*/ 0 w 84"/>
                    <a:gd name="T1" fmla="*/ 55 h 56"/>
                    <a:gd name="T2" fmla="*/ 13 w 84"/>
                    <a:gd name="T3" fmla="*/ 55 h 56"/>
                    <a:gd name="T4" fmla="*/ 11 w 84"/>
                    <a:gd name="T5" fmla="*/ 55 h 56"/>
                    <a:gd name="T6" fmla="*/ 9 w 84"/>
                    <a:gd name="T7" fmla="*/ 55 h 56"/>
                    <a:gd name="T8" fmla="*/ 51 w 84"/>
                    <a:gd name="T9" fmla="*/ 51 h 56"/>
                    <a:gd name="T10" fmla="*/ 51 w 84"/>
                    <a:gd name="T11" fmla="*/ 51 h 56"/>
                    <a:gd name="T12" fmla="*/ 2 w 84"/>
                    <a:gd name="T13" fmla="*/ 51 h 56"/>
                    <a:gd name="T14" fmla="*/ 51 w 84"/>
                    <a:gd name="T15" fmla="*/ 51 h 56"/>
                    <a:gd name="T16" fmla="*/ 51 w 84"/>
                    <a:gd name="T17" fmla="*/ 49 h 56"/>
                    <a:gd name="T18" fmla="*/ 51 w 84"/>
                    <a:gd name="T19" fmla="*/ 49 h 56"/>
                    <a:gd name="T20" fmla="*/ 33 w 84"/>
                    <a:gd name="T21" fmla="*/ 49 h 56"/>
                    <a:gd name="T22" fmla="*/ 51 w 84"/>
                    <a:gd name="T23" fmla="*/ 49 h 56"/>
                    <a:gd name="T24" fmla="*/ 51 w 84"/>
                    <a:gd name="T25" fmla="*/ 49 h 56"/>
                    <a:gd name="T26" fmla="*/ 51 w 84"/>
                    <a:gd name="T27" fmla="*/ 47 h 56"/>
                    <a:gd name="T28" fmla="*/ 26 w 84"/>
                    <a:gd name="T29" fmla="*/ 47 h 56"/>
                    <a:gd name="T30" fmla="*/ 24 w 84"/>
                    <a:gd name="T31" fmla="*/ 45 h 56"/>
                    <a:gd name="T32" fmla="*/ 24 w 84"/>
                    <a:gd name="T33" fmla="*/ 45 h 56"/>
                    <a:gd name="T34" fmla="*/ 24 w 84"/>
                    <a:gd name="T35" fmla="*/ 45 h 56"/>
                    <a:gd name="T36" fmla="*/ 29 w 84"/>
                    <a:gd name="T37" fmla="*/ 44 h 56"/>
                    <a:gd name="T38" fmla="*/ 24 w 84"/>
                    <a:gd name="T39" fmla="*/ 44 h 56"/>
                    <a:gd name="T40" fmla="*/ 48 w 84"/>
                    <a:gd name="T41" fmla="*/ 44 h 56"/>
                    <a:gd name="T42" fmla="*/ 48 w 84"/>
                    <a:gd name="T43" fmla="*/ 44 h 56"/>
                    <a:gd name="T44" fmla="*/ 22 w 84"/>
                    <a:gd name="T45" fmla="*/ 40 h 56"/>
                    <a:gd name="T46" fmla="*/ 22 w 84"/>
                    <a:gd name="T47" fmla="*/ 40 h 56"/>
                    <a:gd name="T48" fmla="*/ 35 w 84"/>
                    <a:gd name="T49" fmla="*/ 38 h 56"/>
                    <a:gd name="T50" fmla="*/ 24 w 84"/>
                    <a:gd name="T51" fmla="*/ 38 h 56"/>
                    <a:gd name="T52" fmla="*/ 13 w 84"/>
                    <a:gd name="T53" fmla="*/ 36 h 56"/>
                    <a:gd name="T54" fmla="*/ 13 w 84"/>
                    <a:gd name="T55" fmla="*/ 36 h 56"/>
                    <a:gd name="T56" fmla="*/ 9 w 84"/>
                    <a:gd name="T57" fmla="*/ 34 h 56"/>
                    <a:gd name="T58" fmla="*/ 9 w 84"/>
                    <a:gd name="T59" fmla="*/ 34 h 56"/>
                    <a:gd name="T60" fmla="*/ 9 w 84"/>
                    <a:gd name="T61" fmla="*/ 33 h 56"/>
                    <a:gd name="T62" fmla="*/ 6 w 84"/>
                    <a:gd name="T63" fmla="*/ 31 h 56"/>
                    <a:gd name="T64" fmla="*/ 6 w 84"/>
                    <a:gd name="T65" fmla="*/ 31 h 56"/>
                    <a:gd name="T66" fmla="*/ 6 w 84"/>
                    <a:gd name="T67" fmla="*/ 31 h 56"/>
                    <a:gd name="T68" fmla="*/ 6 w 84"/>
                    <a:gd name="T69" fmla="*/ 31 h 56"/>
                    <a:gd name="T70" fmla="*/ 6 w 84"/>
                    <a:gd name="T71" fmla="*/ 31 h 56"/>
                    <a:gd name="T72" fmla="*/ 6 w 84"/>
                    <a:gd name="T73" fmla="*/ 27 h 56"/>
                    <a:gd name="T74" fmla="*/ 8 w 84"/>
                    <a:gd name="T75" fmla="*/ 25 h 56"/>
                    <a:gd name="T76" fmla="*/ 6 w 84"/>
                    <a:gd name="T77" fmla="*/ 25 h 56"/>
                    <a:gd name="T78" fmla="*/ 6 w 84"/>
                    <a:gd name="T79" fmla="*/ 25 h 56"/>
                    <a:gd name="T80" fmla="*/ 28 w 84"/>
                    <a:gd name="T81" fmla="*/ 25 h 56"/>
                    <a:gd name="T82" fmla="*/ 29 w 84"/>
                    <a:gd name="T83" fmla="*/ 25 h 56"/>
                    <a:gd name="T84" fmla="*/ 29 w 84"/>
                    <a:gd name="T85" fmla="*/ 25 h 56"/>
                    <a:gd name="T86" fmla="*/ 29 w 84"/>
                    <a:gd name="T87" fmla="*/ 25 h 56"/>
                    <a:gd name="T88" fmla="*/ 31 w 84"/>
                    <a:gd name="T89" fmla="*/ 23 h 56"/>
                    <a:gd name="T90" fmla="*/ 82 w 84"/>
                    <a:gd name="T91" fmla="*/ 13 h 56"/>
                    <a:gd name="T92" fmla="*/ 4 w 84"/>
                    <a:gd name="T93" fmla="*/ 13 h 56"/>
                    <a:gd name="T94" fmla="*/ 4 w 84"/>
                    <a:gd name="T95" fmla="*/ 13 h 56"/>
                    <a:gd name="T96" fmla="*/ 9 w 84"/>
                    <a:gd name="T97" fmla="*/ 11 h 56"/>
                    <a:gd name="T98" fmla="*/ 9 w 84"/>
                    <a:gd name="T99" fmla="*/ 11 h 56"/>
                    <a:gd name="T100" fmla="*/ 79 w 84"/>
                    <a:gd name="T101" fmla="*/ 11 h 56"/>
                    <a:gd name="T102" fmla="*/ 6 w 84"/>
                    <a:gd name="T103" fmla="*/ 9 h 56"/>
                    <a:gd name="T104" fmla="*/ 6 w 84"/>
                    <a:gd name="T105" fmla="*/ 9 h 56"/>
                    <a:gd name="T106" fmla="*/ 2 w 84"/>
                    <a:gd name="T107" fmla="*/ 3 h 56"/>
                    <a:gd name="T108" fmla="*/ 2 w 84"/>
                    <a:gd name="T109" fmla="*/ 3 h 56"/>
                    <a:gd name="T110" fmla="*/ 2 w 84"/>
                    <a:gd name="T111" fmla="*/ 3 h 56"/>
                    <a:gd name="T112" fmla="*/ 2 w 84"/>
                    <a:gd name="T113" fmla="*/ 3 h 56"/>
                    <a:gd name="T114" fmla="*/ 4 w 84"/>
                    <a:gd name="T115" fmla="*/ 2 h 56"/>
                    <a:gd name="T116" fmla="*/ 2 w 84"/>
                    <a:gd name="T117" fmla="*/ 2 h 56"/>
                    <a:gd name="T118" fmla="*/ 2 w 84"/>
                    <a:gd name="T11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56">
                      <a:moveTo>
                        <a:pt x="0" y="56"/>
                      </a:moveTo>
                      <a:lnTo>
                        <a:pt x="0" y="56"/>
                      </a:lnTo>
                      <a:lnTo>
                        <a:pt x="0" y="55"/>
                      </a:lnTo>
                      <a:lnTo>
                        <a:pt x="0" y="55"/>
                      </a:lnTo>
                      <a:lnTo>
                        <a:pt x="0" y="55"/>
                      </a:lnTo>
                      <a:lnTo>
                        <a:pt x="0" y="55"/>
                      </a:lnTo>
                      <a:lnTo>
                        <a:pt x="0" y="56"/>
                      </a:lnTo>
                      <a:lnTo>
                        <a:pt x="0" y="56"/>
                      </a:lnTo>
                      <a:close/>
                      <a:moveTo>
                        <a:pt x="13" y="55"/>
                      </a:moveTo>
                      <a:lnTo>
                        <a:pt x="13" y="55"/>
                      </a:lnTo>
                      <a:lnTo>
                        <a:pt x="13" y="55"/>
                      </a:lnTo>
                      <a:lnTo>
                        <a:pt x="13" y="55"/>
                      </a:lnTo>
                      <a:lnTo>
                        <a:pt x="13" y="55"/>
                      </a:lnTo>
                      <a:close/>
                      <a:moveTo>
                        <a:pt x="13" y="55"/>
                      </a:moveTo>
                      <a:lnTo>
                        <a:pt x="13" y="55"/>
                      </a:lnTo>
                      <a:lnTo>
                        <a:pt x="11" y="55"/>
                      </a:lnTo>
                      <a:lnTo>
                        <a:pt x="11" y="55"/>
                      </a:lnTo>
                      <a:lnTo>
                        <a:pt x="11" y="55"/>
                      </a:lnTo>
                      <a:lnTo>
                        <a:pt x="13" y="55"/>
                      </a:lnTo>
                      <a:close/>
                      <a:moveTo>
                        <a:pt x="9" y="55"/>
                      </a:moveTo>
                      <a:lnTo>
                        <a:pt x="9" y="55"/>
                      </a:lnTo>
                      <a:lnTo>
                        <a:pt x="9" y="55"/>
                      </a:lnTo>
                      <a:lnTo>
                        <a:pt x="9" y="55"/>
                      </a:lnTo>
                      <a:lnTo>
                        <a:pt x="9" y="55"/>
                      </a:lnTo>
                      <a:lnTo>
                        <a:pt x="9" y="55"/>
                      </a:lnTo>
                      <a:lnTo>
                        <a:pt x="9" y="55"/>
                      </a:lnTo>
                      <a:close/>
                      <a:moveTo>
                        <a:pt x="51" y="51"/>
                      </a:moveTo>
                      <a:lnTo>
                        <a:pt x="51" y="51"/>
                      </a:lnTo>
                      <a:lnTo>
                        <a:pt x="51" y="51"/>
                      </a:lnTo>
                      <a:lnTo>
                        <a:pt x="51" y="51"/>
                      </a:lnTo>
                      <a:lnTo>
                        <a:pt x="51" y="51"/>
                      </a:lnTo>
                      <a:lnTo>
                        <a:pt x="51" y="51"/>
                      </a:lnTo>
                      <a:close/>
                      <a:moveTo>
                        <a:pt x="51" y="51"/>
                      </a:moveTo>
                      <a:lnTo>
                        <a:pt x="51" y="51"/>
                      </a:lnTo>
                      <a:lnTo>
                        <a:pt x="51" y="51"/>
                      </a:lnTo>
                      <a:lnTo>
                        <a:pt x="51" y="51"/>
                      </a:lnTo>
                      <a:lnTo>
                        <a:pt x="51" y="51"/>
                      </a:lnTo>
                      <a:close/>
                      <a:moveTo>
                        <a:pt x="2" y="51"/>
                      </a:moveTo>
                      <a:lnTo>
                        <a:pt x="2" y="51"/>
                      </a:lnTo>
                      <a:lnTo>
                        <a:pt x="2" y="51"/>
                      </a:lnTo>
                      <a:lnTo>
                        <a:pt x="2" y="51"/>
                      </a:lnTo>
                      <a:lnTo>
                        <a:pt x="2" y="51"/>
                      </a:lnTo>
                      <a:lnTo>
                        <a:pt x="2" y="51"/>
                      </a:lnTo>
                      <a:lnTo>
                        <a:pt x="2" y="51"/>
                      </a:lnTo>
                      <a:lnTo>
                        <a:pt x="2" y="51"/>
                      </a:lnTo>
                      <a:lnTo>
                        <a:pt x="2" y="51"/>
                      </a:lnTo>
                      <a:close/>
                      <a:moveTo>
                        <a:pt x="51" y="51"/>
                      </a:moveTo>
                      <a:lnTo>
                        <a:pt x="51" y="51"/>
                      </a:lnTo>
                      <a:lnTo>
                        <a:pt x="51" y="51"/>
                      </a:lnTo>
                      <a:lnTo>
                        <a:pt x="51" y="49"/>
                      </a:lnTo>
                      <a:lnTo>
                        <a:pt x="51" y="49"/>
                      </a:lnTo>
                      <a:lnTo>
                        <a:pt x="51" y="51"/>
                      </a:lnTo>
                      <a:close/>
                      <a:moveTo>
                        <a:pt x="51" y="49"/>
                      </a:moveTo>
                      <a:lnTo>
                        <a:pt x="51" y="49"/>
                      </a:lnTo>
                      <a:lnTo>
                        <a:pt x="51" y="49"/>
                      </a:lnTo>
                      <a:lnTo>
                        <a:pt x="51" y="49"/>
                      </a:lnTo>
                      <a:lnTo>
                        <a:pt x="51" y="49"/>
                      </a:lnTo>
                      <a:lnTo>
                        <a:pt x="51" y="49"/>
                      </a:lnTo>
                      <a:lnTo>
                        <a:pt x="51" y="49"/>
                      </a:lnTo>
                      <a:lnTo>
                        <a:pt x="51" y="49"/>
                      </a:lnTo>
                      <a:lnTo>
                        <a:pt x="51" y="49"/>
                      </a:lnTo>
                      <a:lnTo>
                        <a:pt x="51" y="49"/>
                      </a:lnTo>
                      <a:lnTo>
                        <a:pt x="51" y="49"/>
                      </a:lnTo>
                      <a:close/>
                      <a:moveTo>
                        <a:pt x="33" y="49"/>
                      </a:moveTo>
                      <a:lnTo>
                        <a:pt x="33" y="49"/>
                      </a:lnTo>
                      <a:lnTo>
                        <a:pt x="33" y="49"/>
                      </a:lnTo>
                      <a:lnTo>
                        <a:pt x="33" y="49"/>
                      </a:lnTo>
                      <a:lnTo>
                        <a:pt x="33" y="49"/>
                      </a:lnTo>
                      <a:close/>
                      <a:moveTo>
                        <a:pt x="51" y="49"/>
                      </a:moveTo>
                      <a:lnTo>
                        <a:pt x="51" y="49"/>
                      </a:lnTo>
                      <a:lnTo>
                        <a:pt x="51" y="49"/>
                      </a:lnTo>
                      <a:lnTo>
                        <a:pt x="51" y="49"/>
                      </a:lnTo>
                      <a:lnTo>
                        <a:pt x="51" y="49"/>
                      </a:lnTo>
                      <a:lnTo>
                        <a:pt x="51" y="49"/>
                      </a:lnTo>
                      <a:close/>
                      <a:moveTo>
                        <a:pt x="51" y="49"/>
                      </a:moveTo>
                      <a:lnTo>
                        <a:pt x="51" y="49"/>
                      </a:lnTo>
                      <a:lnTo>
                        <a:pt x="51" y="49"/>
                      </a:lnTo>
                      <a:lnTo>
                        <a:pt x="51" y="49"/>
                      </a:lnTo>
                      <a:lnTo>
                        <a:pt x="51" y="49"/>
                      </a:lnTo>
                      <a:lnTo>
                        <a:pt x="51" y="49"/>
                      </a:lnTo>
                      <a:lnTo>
                        <a:pt x="51" y="49"/>
                      </a:lnTo>
                      <a:close/>
                      <a:moveTo>
                        <a:pt x="51" y="47"/>
                      </a:moveTo>
                      <a:lnTo>
                        <a:pt x="51" y="47"/>
                      </a:lnTo>
                      <a:lnTo>
                        <a:pt x="51" y="47"/>
                      </a:lnTo>
                      <a:lnTo>
                        <a:pt x="51" y="47"/>
                      </a:lnTo>
                      <a:lnTo>
                        <a:pt x="51" y="47"/>
                      </a:lnTo>
                      <a:lnTo>
                        <a:pt x="51" y="47"/>
                      </a:lnTo>
                      <a:close/>
                      <a:moveTo>
                        <a:pt x="26" y="47"/>
                      </a:moveTo>
                      <a:lnTo>
                        <a:pt x="26" y="47"/>
                      </a:lnTo>
                      <a:lnTo>
                        <a:pt x="26" y="47"/>
                      </a:lnTo>
                      <a:lnTo>
                        <a:pt x="26" y="47"/>
                      </a:lnTo>
                      <a:lnTo>
                        <a:pt x="26" y="47"/>
                      </a:lnTo>
                      <a:lnTo>
                        <a:pt x="26" y="47"/>
                      </a:lnTo>
                      <a:lnTo>
                        <a:pt x="26" y="47"/>
                      </a:lnTo>
                      <a:lnTo>
                        <a:pt x="26" y="47"/>
                      </a:lnTo>
                      <a:close/>
                      <a:moveTo>
                        <a:pt x="24" y="45"/>
                      </a:moveTo>
                      <a:lnTo>
                        <a:pt x="24" y="45"/>
                      </a:lnTo>
                      <a:lnTo>
                        <a:pt x="24" y="45"/>
                      </a:lnTo>
                      <a:lnTo>
                        <a:pt x="24" y="45"/>
                      </a:lnTo>
                      <a:lnTo>
                        <a:pt x="24" y="45"/>
                      </a:lnTo>
                      <a:close/>
                      <a:moveTo>
                        <a:pt x="24" y="45"/>
                      </a:moveTo>
                      <a:lnTo>
                        <a:pt x="24" y="45"/>
                      </a:lnTo>
                      <a:lnTo>
                        <a:pt x="24" y="45"/>
                      </a:lnTo>
                      <a:lnTo>
                        <a:pt x="24" y="45"/>
                      </a:lnTo>
                      <a:lnTo>
                        <a:pt x="24" y="45"/>
                      </a:lnTo>
                      <a:lnTo>
                        <a:pt x="24" y="45"/>
                      </a:lnTo>
                      <a:lnTo>
                        <a:pt x="24" y="45"/>
                      </a:lnTo>
                      <a:lnTo>
                        <a:pt x="24" y="45"/>
                      </a:lnTo>
                      <a:lnTo>
                        <a:pt x="24" y="45"/>
                      </a:lnTo>
                      <a:lnTo>
                        <a:pt x="24" y="45"/>
                      </a:lnTo>
                      <a:lnTo>
                        <a:pt x="24" y="45"/>
                      </a:lnTo>
                      <a:lnTo>
                        <a:pt x="24" y="45"/>
                      </a:lnTo>
                      <a:close/>
                      <a:moveTo>
                        <a:pt x="29" y="44"/>
                      </a:moveTo>
                      <a:lnTo>
                        <a:pt x="29" y="44"/>
                      </a:lnTo>
                      <a:lnTo>
                        <a:pt x="29" y="44"/>
                      </a:lnTo>
                      <a:lnTo>
                        <a:pt x="29" y="44"/>
                      </a:lnTo>
                      <a:lnTo>
                        <a:pt x="29" y="44"/>
                      </a:lnTo>
                      <a:close/>
                      <a:moveTo>
                        <a:pt x="24" y="44"/>
                      </a:moveTo>
                      <a:lnTo>
                        <a:pt x="24" y="44"/>
                      </a:lnTo>
                      <a:lnTo>
                        <a:pt x="24" y="44"/>
                      </a:lnTo>
                      <a:lnTo>
                        <a:pt x="24" y="44"/>
                      </a:lnTo>
                      <a:lnTo>
                        <a:pt x="24" y="44"/>
                      </a:lnTo>
                      <a:lnTo>
                        <a:pt x="24" y="44"/>
                      </a:lnTo>
                      <a:close/>
                      <a:moveTo>
                        <a:pt x="48" y="44"/>
                      </a:moveTo>
                      <a:lnTo>
                        <a:pt x="48" y="44"/>
                      </a:lnTo>
                      <a:lnTo>
                        <a:pt x="48" y="44"/>
                      </a:lnTo>
                      <a:lnTo>
                        <a:pt x="48" y="44"/>
                      </a:lnTo>
                      <a:lnTo>
                        <a:pt x="48" y="44"/>
                      </a:lnTo>
                      <a:lnTo>
                        <a:pt x="48" y="44"/>
                      </a:lnTo>
                      <a:lnTo>
                        <a:pt x="48" y="44"/>
                      </a:lnTo>
                      <a:lnTo>
                        <a:pt x="48" y="44"/>
                      </a:lnTo>
                      <a:lnTo>
                        <a:pt x="48" y="44"/>
                      </a:lnTo>
                      <a:lnTo>
                        <a:pt x="48" y="44"/>
                      </a:lnTo>
                      <a:lnTo>
                        <a:pt x="48" y="44"/>
                      </a:lnTo>
                      <a:lnTo>
                        <a:pt x="48" y="44"/>
                      </a:lnTo>
                      <a:lnTo>
                        <a:pt x="48" y="44"/>
                      </a:lnTo>
                      <a:lnTo>
                        <a:pt x="48" y="44"/>
                      </a:lnTo>
                      <a:close/>
                      <a:moveTo>
                        <a:pt x="22" y="40"/>
                      </a:moveTo>
                      <a:lnTo>
                        <a:pt x="22" y="40"/>
                      </a:lnTo>
                      <a:lnTo>
                        <a:pt x="22" y="40"/>
                      </a:lnTo>
                      <a:lnTo>
                        <a:pt x="22" y="40"/>
                      </a:lnTo>
                      <a:lnTo>
                        <a:pt x="22" y="40"/>
                      </a:lnTo>
                      <a:lnTo>
                        <a:pt x="22" y="40"/>
                      </a:lnTo>
                      <a:lnTo>
                        <a:pt x="22" y="40"/>
                      </a:lnTo>
                      <a:lnTo>
                        <a:pt x="22" y="40"/>
                      </a:lnTo>
                      <a:close/>
                      <a:moveTo>
                        <a:pt x="35" y="38"/>
                      </a:moveTo>
                      <a:lnTo>
                        <a:pt x="35" y="38"/>
                      </a:lnTo>
                      <a:lnTo>
                        <a:pt x="35" y="38"/>
                      </a:lnTo>
                      <a:lnTo>
                        <a:pt x="35" y="38"/>
                      </a:lnTo>
                      <a:lnTo>
                        <a:pt x="35" y="38"/>
                      </a:lnTo>
                      <a:lnTo>
                        <a:pt x="35" y="38"/>
                      </a:lnTo>
                      <a:close/>
                      <a:moveTo>
                        <a:pt x="24" y="38"/>
                      </a:moveTo>
                      <a:lnTo>
                        <a:pt x="24" y="38"/>
                      </a:lnTo>
                      <a:lnTo>
                        <a:pt x="24" y="38"/>
                      </a:lnTo>
                      <a:lnTo>
                        <a:pt x="24" y="38"/>
                      </a:lnTo>
                      <a:lnTo>
                        <a:pt x="24" y="38"/>
                      </a:lnTo>
                      <a:close/>
                      <a:moveTo>
                        <a:pt x="28" y="38"/>
                      </a:moveTo>
                      <a:lnTo>
                        <a:pt x="28" y="38"/>
                      </a:lnTo>
                      <a:lnTo>
                        <a:pt x="28" y="38"/>
                      </a:lnTo>
                      <a:lnTo>
                        <a:pt x="28" y="38"/>
                      </a:lnTo>
                      <a:lnTo>
                        <a:pt x="28" y="38"/>
                      </a:lnTo>
                      <a:close/>
                      <a:moveTo>
                        <a:pt x="13" y="36"/>
                      </a:moveTo>
                      <a:lnTo>
                        <a:pt x="13" y="36"/>
                      </a:lnTo>
                      <a:lnTo>
                        <a:pt x="13" y="36"/>
                      </a:lnTo>
                      <a:lnTo>
                        <a:pt x="13" y="36"/>
                      </a:lnTo>
                      <a:lnTo>
                        <a:pt x="13" y="36"/>
                      </a:lnTo>
                      <a:close/>
                      <a:moveTo>
                        <a:pt x="13" y="36"/>
                      </a:moveTo>
                      <a:lnTo>
                        <a:pt x="13" y="36"/>
                      </a:lnTo>
                      <a:lnTo>
                        <a:pt x="13" y="36"/>
                      </a:lnTo>
                      <a:lnTo>
                        <a:pt x="13" y="36"/>
                      </a:lnTo>
                      <a:lnTo>
                        <a:pt x="13" y="36"/>
                      </a:lnTo>
                      <a:close/>
                      <a:moveTo>
                        <a:pt x="9" y="34"/>
                      </a:moveTo>
                      <a:lnTo>
                        <a:pt x="9" y="34"/>
                      </a:lnTo>
                      <a:lnTo>
                        <a:pt x="9" y="34"/>
                      </a:lnTo>
                      <a:lnTo>
                        <a:pt x="9" y="34"/>
                      </a:lnTo>
                      <a:lnTo>
                        <a:pt x="9" y="34"/>
                      </a:lnTo>
                      <a:lnTo>
                        <a:pt x="9" y="34"/>
                      </a:lnTo>
                      <a:lnTo>
                        <a:pt x="9" y="34"/>
                      </a:lnTo>
                      <a:lnTo>
                        <a:pt x="9" y="34"/>
                      </a:lnTo>
                      <a:lnTo>
                        <a:pt x="9" y="34"/>
                      </a:lnTo>
                      <a:lnTo>
                        <a:pt x="9" y="34"/>
                      </a:lnTo>
                      <a:close/>
                      <a:moveTo>
                        <a:pt x="9" y="33"/>
                      </a:moveTo>
                      <a:lnTo>
                        <a:pt x="9" y="33"/>
                      </a:lnTo>
                      <a:lnTo>
                        <a:pt x="9" y="33"/>
                      </a:lnTo>
                      <a:lnTo>
                        <a:pt x="9" y="33"/>
                      </a:lnTo>
                      <a:lnTo>
                        <a:pt x="9" y="33"/>
                      </a:lnTo>
                      <a:lnTo>
                        <a:pt x="9" y="33"/>
                      </a:lnTo>
                      <a:close/>
                      <a:moveTo>
                        <a:pt x="6" y="31"/>
                      </a:moveTo>
                      <a:lnTo>
                        <a:pt x="6" y="31"/>
                      </a:lnTo>
                      <a:lnTo>
                        <a:pt x="6" y="31"/>
                      </a:lnTo>
                      <a:lnTo>
                        <a:pt x="6" y="31"/>
                      </a:lnTo>
                      <a:lnTo>
                        <a:pt x="6" y="31"/>
                      </a:lnTo>
                      <a:lnTo>
                        <a:pt x="6" y="31"/>
                      </a:lnTo>
                      <a:lnTo>
                        <a:pt x="6" y="31"/>
                      </a:lnTo>
                      <a:lnTo>
                        <a:pt x="6" y="31"/>
                      </a:lnTo>
                      <a:close/>
                      <a:moveTo>
                        <a:pt x="6" y="31"/>
                      </a:moveTo>
                      <a:lnTo>
                        <a:pt x="6" y="31"/>
                      </a:lnTo>
                      <a:lnTo>
                        <a:pt x="6" y="31"/>
                      </a:lnTo>
                      <a:lnTo>
                        <a:pt x="6" y="31"/>
                      </a:lnTo>
                      <a:lnTo>
                        <a:pt x="6" y="31"/>
                      </a:lnTo>
                      <a:lnTo>
                        <a:pt x="6" y="31"/>
                      </a:lnTo>
                      <a:lnTo>
                        <a:pt x="6" y="31"/>
                      </a:lnTo>
                      <a:close/>
                      <a:moveTo>
                        <a:pt x="6" y="31"/>
                      </a:moveTo>
                      <a:lnTo>
                        <a:pt x="6" y="31"/>
                      </a:lnTo>
                      <a:lnTo>
                        <a:pt x="6" y="31"/>
                      </a:lnTo>
                      <a:lnTo>
                        <a:pt x="6" y="31"/>
                      </a:lnTo>
                      <a:lnTo>
                        <a:pt x="6" y="31"/>
                      </a:lnTo>
                      <a:close/>
                      <a:moveTo>
                        <a:pt x="6" y="31"/>
                      </a:moveTo>
                      <a:lnTo>
                        <a:pt x="6" y="31"/>
                      </a:lnTo>
                      <a:lnTo>
                        <a:pt x="6" y="31"/>
                      </a:lnTo>
                      <a:lnTo>
                        <a:pt x="6" y="31"/>
                      </a:lnTo>
                      <a:lnTo>
                        <a:pt x="6" y="31"/>
                      </a:lnTo>
                      <a:lnTo>
                        <a:pt x="6" y="31"/>
                      </a:lnTo>
                      <a:close/>
                      <a:moveTo>
                        <a:pt x="6" y="31"/>
                      </a:moveTo>
                      <a:lnTo>
                        <a:pt x="6" y="31"/>
                      </a:lnTo>
                      <a:lnTo>
                        <a:pt x="6" y="31"/>
                      </a:lnTo>
                      <a:lnTo>
                        <a:pt x="6" y="31"/>
                      </a:lnTo>
                      <a:lnTo>
                        <a:pt x="6" y="31"/>
                      </a:lnTo>
                      <a:lnTo>
                        <a:pt x="6" y="31"/>
                      </a:lnTo>
                      <a:close/>
                      <a:moveTo>
                        <a:pt x="6" y="27"/>
                      </a:moveTo>
                      <a:lnTo>
                        <a:pt x="6" y="27"/>
                      </a:lnTo>
                      <a:lnTo>
                        <a:pt x="6" y="27"/>
                      </a:lnTo>
                      <a:lnTo>
                        <a:pt x="6" y="27"/>
                      </a:lnTo>
                      <a:lnTo>
                        <a:pt x="6" y="27"/>
                      </a:lnTo>
                      <a:close/>
                      <a:moveTo>
                        <a:pt x="8" y="27"/>
                      </a:moveTo>
                      <a:lnTo>
                        <a:pt x="8" y="27"/>
                      </a:lnTo>
                      <a:lnTo>
                        <a:pt x="8" y="27"/>
                      </a:lnTo>
                      <a:lnTo>
                        <a:pt x="8" y="25"/>
                      </a:lnTo>
                      <a:lnTo>
                        <a:pt x="8" y="25"/>
                      </a:lnTo>
                      <a:lnTo>
                        <a:pt x="8" y="25"/>
                      </a:lnTo>
                      <a:lnTo>
                        <a:pt x="8" y="27"/>
                      </a:lnTo>
                      <a:close/>
                      <a:moveTo>
                        <a:pt x="6" y="25"/>
                      </a:moveTo>
                      <a:lnTo>
                        <a:pt x="6" y="25"/>
                      </a:lnTo>
                      <a:lnTo>
                        <a:pt x="6" y="25"/>
                      </a:lnTo>
                      <a:lnTo>
                        <a:pt x="6" y="25"/>
                      </a:lnTo>
                      <a:lnTo>
                        <a:pt x="6" y="25"/>
                      </a:lnTo>
                      <a:lnTo>
                        <a:pt x="6" y="25"/>
                      </a:lnTo>
                      <a:close/>
                      <a:moveTo>
                        <a:pt x="8" y="25"/>
                      </a:moveTo>
                      <a:lnTo>
                        <a:pt x="6" y="25"/>
                      </a:lnTo>
                      <a:lnTo>
                        <a:pt x="6" y="25"/>
                      </a:lnTo>
                      <a:lnTo>
                        <a:pt x="8" y="25"/>
                      </a:lnTo>
                      <a:lnTo>
                        <a:pt x="8" y="25"/>
                      </a:lnTo>
                      <a:lnTo>
                        <a:pt x="8" y="25"/>
                      </a:lnTo>
                      <a:lnTo>
                        <a:pt x="8" y="25"/>
                      </a:lnTo>
                      <a:close/>
                      <a:moveTo>
                        <a:pt x="28" y="25"/>
                      </a:moveTo>
                      <a:lnTo>
                        <a:pt x="28" y="25"/>
                      </a:lnTo>
                      <a:lnTo>
                        <a:pt x="28" y="25"/>
                      </a:lnTo>
                      <a:lnTo>
                        <a:pt x="28" y="25"/>
                      </a:lnTo>
                      <a:lnTo>
                        <a:pt x="29" y="25"/>
                      </a:lnTo>
                      <a:lnTo>
                        <a:pt x="28" y="25"/>
                      </a:lnTo>
                      <a:lnTo>
                        <a:pt x="28" y="25"/>
                      </a:lnTo>
                      <a:close/>
                      <a:moveTo>
                        <a:pt x="29" y="25"/>
                      </a:moveTo>
                      <a:lnTo>
                        <a:pt x="29" y="25"/>
                      </a:lnTo>
                      <a:lnTo>
                        <a:pt x="29" y="25"/>
                      </a:lnTo>
                      <a:lnTo>
                        <a:pt x="29" y="25"/>
                      </a:lnTo>
                      <a:lnTo>
                        <a:pt x="29" y="25"/>
                      </a:lnTo>
                      <a:lnTo>
                        <a:pt x="29" y="25"/>
                      </a:lnTo>
                      <a:lnTo>
                        <a:pt x="29" y="25"/>
                      </a:lnTo>
                      <a:close/>
                      <a:moveTo>
                        <a:pt x="29" y="25"/>
                      </a:moveTo>
                      <a:lnTo>
                        <a:pt x="29" y="25"/>
                      </a:lnTo>
                      <a:lnTo>
                        <a:pt x="29" y="25"/>
                      </a:lnTo>
                      <a:lnTo>
                        <a:pt x="29" y="25"/>
                      </a:lnTo>
                      <a:lnTo>
                        <a:pt x="29" y="25"/>
                      </a:lnTo>
                      <a:lnTo>
                        <a:pt x="29" y="25"/>
                      </a:lnTo>
                      <a:lnTo>
                        <a:pt x="29" y="25"/>
                      </a:lnTo>
                      <a:lnTo>
                        <a:pt x="29" y="25"/>
                      </a:lnTo>
                      <a:lnTo>
                        <a:pt x="29" y="25"/>
                      </a:lnTo>
                      <a:close/>
                      <a:moveTo>
                        <a:pt x="31" y="23"/>
                      </a:moveTo>
                      <a:lnTo>
                        <a:pt x="31" y="23"/>
                      </a:lnTo>
                      <a:lnTo>
                        <a:pt x="31" y="23"/>
                      </a:lnTo>
                      <a:lnTo>
                        <a:pt x="31" y="23"/>
                      </a:lnTo>
                      <a:close/>
                      <a:moveTo>
                        <a:pt x="84" y="13"/>
                      </a:moveTo>
                      <a:lnTo>
                        <a:pt x="84" y="13"/>
                      </a:lnTo>
                      <a:lnTo>
                        <a:pt x="84" y="13"/>
                      </a:lnTo>
                      <a:lnTo>
                        <a:pt x="84" y="13"/>
                      </a:lnTo>
                      <a:lnTo>
                        <a:pt x="82" y="13"/>
                      </a:lnTo>
                      <a:lnTo>
                        <a:pt x="82" y="13"/>
                      </a:lnTo>
                      <a:lnTo>
                        <a:pt x="84" y="13"/>
                      </a:lnTo>
                      <a:lnTo>
                        <a:pt x="84" y="13"/>
                      </a:lnTo>
                      <a:lnTo>
                        <a:pt x="84" y="13"/>
                      </a:lnTo>
                      <a:lnTo>
                        <a:pt x="84" y="13"/>
                      </a:lnTo>
                      <a:close/>
                      <a:moveTo>
                        <a:pt x="4" y="13"/>
                      </a:moveTo>
                      <a:lnTo>
                        <a:pt x="4" y="13"/>
                      </a:lnTo>
                      <a:lnTo>
                        <a:pt x="4" y="13"/>
                      </a:lnTo>
                      <a:lnTo>
                        <a:pt x="4" y="13"/>
                      </a:lnTo>
                      <a:lnTo>
                        <a:pt x="4" y="13"/>
                      </a:lnTo>
                      <a:lnTo>
                        <a:pt x="4" y="13"/>
                      </a:lnTo>
                      <a:lnTo>
                        <a:pt x="4" y="13"/>
                      </a:lnTo>
                      <a:close/>
                      <a:moveTo>
                        <a:pt x="6" y="13"/>
                      </a:moveTo>
                      <a:lnTo>
                        <a:pt x="6" y="13"/>
                      </a:lnTo>
                      <a:lnTo>
                        <a:pt x="6" y="13"/>
                      </a:lnTo>
                      <a:lnTo>
                        <a:pt x="6" y="13"/>
                      </a:lnTo>
                      <a:lnTo>
                        <a:pt x="6" y="13"/>
                      </a:lnTo>
                      <a:close/>
                      <a:moveTo>
                        <a:pt x="9" y="11"/>
                      </a:moveTo>
                      <a:lnTo>
                        <a:pt x="9" y="11"/>
                      </a:lnTo>
                      <a:lnTo>
                        <a:pt x="9" y="11"/>
                      </a:lnTo>
                      <a:lnTo>
                        <a:pt x="8" y="11"/>
                      </a:lnTo>
                      <a:lnTo>
                        <a:pt x="8" y="11"/>
                      </a:lnTo>
                      <a:lnTo>
                        <a:pt x="8" y="11"/>
                      </a:lnTo>
                      <a:lnTo>
                        <a:pt x="9" y="11"/>
                      </a:lnTo>
                      <a:lnTo>
                        <a:pt x="9" y="11"/>
                      </a:lnTo>
                      <a:lnTo>
                        <a:pt x="9" y="11"/>
                      </a:lnTo>
                      <a:close/>
                      <a:moveTo>
                        <a:pt x="81" y="11"/>
                      </a:moveTo>
                      <a:lnTo>
                        <a:pt x="81" y="11"/>
                      </a:lnTo>
                      <a:lnTo>
                        <a:pt x="81" y="11"/>
                      </a:lnTo>
                      <a:lnTo>
                        <a:pt x="79" y="11"/>
                      </a:lnTo>
                      <a:lnTo>
                        <a:pt x="79" y="11"/>
                      </a:lnTo>
                      <a:lnTo>
                        <a:pt x="79" y="11"/>
                      </a:lnTo>
                      <a:lnTo>
                        <a:pt x="81" y="11"/>
                      </a:lnTo>
                      <a:lnTo>
                        <a:pt x="81" y="11"/>
                      </a:lnTo>
                      <a:lnTo>
                        <a:pt x="81" y="11"/>
                      </a:lnTo>
                      <a:close/>
                      <a:moveTo>
                        <a:pt x="6" y="9"/>
                      </a:moveTo>
                      <a:lnTo>
                        <a:pt x="6" y="11"/>
                      </a:lnTo>
                      <a:lnTo>
                        <a:pt x="6" y="9"/>
                      </a:lnTo>
                      <a:lnTo>
                        <a:pt x="6" y="9"/>
                      </a:lnTo>
                      <a:lnTo>
                        <a:pt x="6" y="9"/>
                      </a:lnTo>
                      <a:close/>
                      <a:moveTo>
                        <a:pt x="4" y="9"/>
                      </a:moveTo>
                      <a:lnTo>
                        <a:pt x="6" y="9"/>
                      </a:lnTo>
                      <a:lnTo>
                        <a:pt x="4" y="9"/>
                      </a:lnTo>
                      <a:lnTo>
                        <a:pt x="4" y="9"/>
                      </a:lnTo>
                      <a:lnTo>
                        <a:pt x="4" y="9"/>
                      </a:lnTo>
                      <a:lnTo>
                        <a:pt x="4" y="9"/>
                      </a:lnTo>
                      <a:lnTo>
                        <a:pt x="4" y="9"/>
                      </a:lnTo>
                      <a:close/>
                      <a:moveTo>
                        <a:pt x="2" y="3"/>
                      </a:moveTo>
                      <a:lnTo>
                        <a:pt x="2" y="3"/>
                      </a:lnTo>
                      <a:lnTo>
                        <a:pt x="2" y="3"/>
                      </a:lnTo>
                      <a:lnTo>
                        <a:pt x="2" y="3"/>
                      </a:lnTo>
                      <a:lnTo>
                        <a:pt x="2" y="3"/>
                      </a:lnTo>
                      <a:lnTo>
                        <a:pt x="2" y="3"/>
                      </a:lnTo>
                      <a:lnTo>
                        <a:pt x="2" y="3"/>
                      </a:lnTo>
                      <a:close/>
                      <a:moveTo>
                        <a:pt x="2" y="3"/>
                      </a:moveTo>
                      <a:lnTo>
                        <a:pt x="2" y="3"/>
                      </a:lnTo>
                      <a:lnTo>
                        <a:pt x="2" y="3"/>
                      </a:lnTo>
                      <a:lnTo>
                        <a:pt x="2" y="3"/>
                      </a:lnTo>
                      <a:lnTo>
                        <a:pt x="2" y="3"/>
                      </a:lnTo>
                      <a:lnTo>
                        <a:pt x="2" y="3"/>
                      </a:lnTo>
                      <a:lnTo>
                        <a:pt x="2" y="3"/>
                      </a:lnTo>
                      <a:lnTo>
                        <a:pt x="2" y="3"/>
                      </a:lnTo>
                      <a:lnTo>
                        <a:pt x="2" y="3"/>
                      </a:lnTo>
                      <a:close/>
                      <a:moveTo>
                        <a:pt x="2" y="3"/>
                      </a:moveTo>
                      <a:lnTo>
                        <a:pt x="2" y="3"/>
                      </a:lnTo>
                      <a:lnTo>
                        <a:pt x="2" y="3"/>
                      </a:lnTo>
                      <a:lnTo>
                        <a:pt x="2" y="3"/>
                      </a:lnTo>
                      <a:lnTo>
                        <a:pt x="2" y="3"/>
                      </a:lnTo>
                      <a:close/>
                      <a:moveTo>
                        <a:pt x="4" y="2"/>
                      </a:moveTo>
                      <a:lnTo>
                        <a:pt x="4" y="3"/>
                      </a:lnTo>
                      <a:lnTo>
                        <a:pt x="4" y="2"/>
                      </a:lnTo>
                      <a:lnTo>
                        <a:pt x="4" y="2"/>
                      </a:lnTo>
                      <a:lnTo>
                        <a:pt x="4" y="2"/>
                      </a:lnTo>
                      <a:lnTo>
                        <a:pt x="4" y="2"/>
                      </a:lnTo>
                      <a:lnTo>
                        <a:pt x="4" y="2"/>
                      </a:lnTo>
                      <a:close/>
                      <a:moveTo>
                        <a:pt x="2" y="2"/>
                      </a:moveTo>
                      <a:lnTo>
                        <a:pt x="2" y="2"/>
                      </a:lnTo>
                      <a:lnTo>
                        <a:pt x="2" y="2"/>
                      </a:lnTo>
                      <a:lnTo>
                        <a:pt x="2" y="0"/>
                      </a:lnTo>
                      <a:lnTo>
                        <a:pt x="2" y="0"/>
                      </a:lnTo>
                      <a:lnTo>
                        <a:pt x="2" y="2"/>
                      </a:lnTo>
                      <a:close/>
                      <a:moveTo>
                        <a:pt x="2" y="0"/>
                      </a:moveTo>
                      <a:lnTo>
                        <a:pt x="2" y="0"/>
                      </a:lnTo>
                      <a:lnTo>
                        <a:pt x="2" y="0"/>
                      </a:lnTo>
                      <a:lnTo>
                        <a:pt x="0"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3" name="Freeform 26">
                  <a:extLst>
                    <a:ext uri="{FF2B5EF4-FFF2-40B4-BE49-F238E27FC236}">
                      <a16:creationId xmlns:a16="http://schemas.microsoft.com/office/drawing/2014/main" id="{064B2AA3-8A4B-D236-81EB-77A02C37CFC5}"/>
                    </a:ext>
                  </a:extLst>
                </p:cNvPr>
                <p:cNvSpPr>
                  <a:spLocks noEditPoints="1"/>
                </p:cNvSpPr>
                <p:nvPr/>
              </p:nvSpPr>
              <p:spPr bwMode="auto">
                <a:xfrm>
                  <a:off x="6443993" y="2990555"/>
                  <a:ext cx="594575" cy="589153"/>
                </a:xfrm>
                <a:custGeom>
                  <a:avLst/>
                  <a:gdLst>
                    <a:gd name="T0" fmla="*/ 2 w 329"/>
                    <a:gd name="T1" fmla="*/ 311 h 326"/>
                    <a:gd name="T2" fmla="*/ 4 w 329"/>
                    <a:gd name="T3" fmla="*/ 313 h 326"/>
                    <a:gd name="T4" fmla="*/ 4 w 329"/>
                    <a:gd name="T5" fmla="*/ 315 h 326"/>
                    <a:gd name="T6" fmla="*/ 6 w 329"/>
                    <a:gd name="T7" fmla="*/ 317 h 326"/>
                    <a:gd name="T8" fmla="*/ 8 w 329"/>
                    <a:gd name="T9" fmla="*/ 318 h 326"/>
                    <a:gd name="T10" fmla="*/ 8 w 329"/>
                    <a:gd name="T11" fmla="*/ 320 h 326"/>
                    <a:gd name="T12" fmla="*/ 9 w 329"/>
                    <a:gd name="T13" fmla="*/ 320 h 326"/>
                    <a:gd name="T14" fmla="*/ 11 w 329"/>
                    <a:gd name="T15" fmla="*/ 322 h 326"/>
                    <a:gd name="T16" fmla="*/ 11 w 329"/>
                    <a:gd name="T17" fmla="*/ 322 h 326"/>
                    <a:gd name="T18" fmla="*/ 13 w 329"/>
                    <a:gd name="T19" fmla="*/ 322 h 326"/>
                    <a:gd name="T20" fmla="*/ 15 w 329"/>
                    <a:gd name="T21" fmla="*/ 320 h 326"/>
                    <a:gd name="T22" fmla="*/ 17 w 329"/>
                    <a:gd name="T23" fmla="*/ 322 h 326"/>
                    <a:gd name="T24" fmla="*/ 19 w 329"/>
                    <a:gd name="T25" fmla="*/ 324 h 326"/>
                    <a:gd name="T26" fmla="*/ 19 w 329"/>
                    <a:gd name="T27" fmla="*/ 326 h 326"/>
                    <a:gd name="T28" fmla="*/ 17 w 329"/>
                    <a:gd name="T29" fmla="*/ 324 h 326"/>
                    <a:gd name="T30" fmla="*/ 15 w 329"/>
                    <a:gd name="T31" fmla="*/ 324 h 326"/>
                    <a:gd name="T32" fmla="*/ 13 w 329"/>
                    <a:gd name="T33" fmla="*/ 324 h 326"/>
                    <a:gd name="T34" fmla="*/ 11 w 329"/>
                    <a:gd name="T35" fmla="*/ 322 h 326"/>
                    <a:gd name="T36" fmla="*/ 11 w 329"/>
                    <a:gd name="T37" fmla="*/ 324 h 326"/>
                    <a:gd name="T38" fmla="*/ 11 w 329"/>
                    <a:gd name="T39" fmla="*/ 324 h 326"/>
                    <a:gd name="T40" fmla="*/ 8 w 329"/>
                    <a:gd name="T41" fmla="*/ 324 h 326"/>
                    <a:gd name="T42" fmla="*/ 6 w 329"/>
                    <a:gd name="T43" fmla="*/ 324 h 326"/>
                    <a:gd name="T44" fmla="*/ 4 w 329"/>
                    <a:gd name="T45" fmla="*/ 322 h 326"/>
                    <a:gd name="T46" fmla="*/ 4 w 329"/>
                    <a:gd name="T47" fmla="*/ 320 h 326"/>
                    <a:gd name="T48" fmla="*/ 2 w 329"/>
                    <a:gd name="T49" fmla="*/ 318 h 326"/>
                    <a:gd name="T50" fmla="*/ 2 w 329"/>
                    <a:gd name="T51" fmla="*/ 317 h 326"/>
                    <a:gd name="T52" fmla="*/ 0 w 329"/>
                    <a:gd name="T53" fmla="*/ 315 h 326"/>
                    <a:gd name="T54" fmla="*/ 0 w 329"/>
                    <a:gd name="T55" fmla="*/ 311 h 326"/>
                    <a:gd name="T56" fmla="*/ 312 w 329"/>
                    <a:gd name="T57" fmla="*/ 4 h 326"/>
                    <a:gd name="T58" fmla="*/ 320 w 329"/>
                    <a:gd name="T59" fmla="*/ 8 h 326"/>
                    <a:gd name="T60" fmla="*/ 325 w 329"/>
                    <a:gd name="T61" fmla="*/ 10 h 326"/>
                    <a:gd name="T62" fmla="*/ 327 w 329"/>
                    <a:gd name="T63" fmla="*/ 11 h 326"/>
                    <a:gd name="T64" fmla="*/ 329 w 329"/>
                    <a:gd name="T65" fmla="*/ 13 h 326"/>
                    <a:gd name="T66" fmla="*/ 327 w 329"/>
                    <a:gd name="T67" fmla="*/ 13 h 326"/>
                    <a:gd name="T68" fmla="*/ 327 w 329"/>
                    <a:gd name="T69" fmla="*/ 15 h 326"/>
                    <a:gd name="T70" fmla="*/ 325 w 329"/>
                    <a:gd name="T71" fmla="*/ 15 h 326"/>
                    <a:gd name="T72" fmla="*/ 323 w 329"/>
                    <a:gd name="T73" fmla="*/ 15 h 326"/>
                    <a:gd name="T74" fmla="*/ 322 w 329"/>
                    <a:gd name="T75" fmla="*/ 13 h 326"/>
                    <a:gd name="T76" fmla="*/ 318 w 329"/>
                    <a:gd name="T77" fmla="*/ 13 h 326"/>
                    <a:gd name="T78" fmla="*/ 318 w 329"/>
                    <a:gd name="T79" fmla="*/ 13 h 326"/>
                    <a:gd name="T80" fmla="*/ 316 w 329"/>
                    <a:gd name="T81" fmla="*/ 11 h 326"/>
                    <a:gd name="T82" fmla="*/ 314 w 329"/>
                    <a:gd name="T83" fmla="*/ 11 h 326"/>
                    <a:gd name="T84" fmla="*/ 312 w 329"/>
                    <a:gd name="T85" fmla="*/ 11 h 326"/>
                    <a:gd name="T86" fmla="*/ 312 w 329"/>
                    <a:gd name="T87" fmla="*/ 11 h 326"/>
                    <a:gd name="T88" fmla="*/ 311 w 329"/>
                    <a:gd name="T89" fmla="*/ 10 h 326"/>
                    <a:gd name="T90" fmla="*/ 309 w 329"/>
                    <a:gd name="T91" fmla="*/ 10 h 326"/>
                    <a:gd name="T92" fmla="*/ 309 w 329"/>
                    <a:gd name="T93" fmla="*/ 10 h 326"/>
                    <a:gd name="T94" fmla="*/ 307 w 329"/>
                    <a:gd name="T95" fmla="*/ 8 h 326"/>
                    <a:gd name="T96" fmla="*/ 305 w 329"/>
                    <a:gd name="T97" fmla="*/ 6 h 326"/>
                    <a:gd name="T98" fmla="*/ 303 w 329"/>
                    <a:gd name="T99" fmla="*/ 4 h 326"/>
                    <a:gd name="T100" fmla="*/ 300 w 329"/>
                    <a:gd name="T101" fmla="*/ 4 h 326"/>
                    <a:gd name="T102" fmla="*/ 300 w 329"/>
                    <a:gd name="T103" fmla="*/ 2 h 326"/>
                    <a:gd name="T104" fmla="*/ 302 w 329"/>
                    <a:gd name="T105" fmla="*/ 0 h 326"/>
                    <a:gd name="T106" fmla="*/ 305 w 329"/>
                    <a:gd name="T107" fmla="*/ 0 h 326"/>
                    <a:gd name="T108" fmla="*/ 309 w 329"/>
                    <a:gd name="T109" fmla="*/ 2 h 326"/>
                    <a:gd name="T110" fmla="*/ 311 w 329"/>
                    <a:gd name="T111" fmla="*/ 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9" h="326">
                      <a:moveTo>
                        <a:pt x="2" y="311"/>
                      </a:moveTo>
                      <a:lnTo>
                        <a:pt x="2" y="311"/>
                      </a:lnTo>
                      <a:lnTo>
                        <a:pt x="2" y="311"/>
                      </a:lnTo>
                      <a:lnTo>
                        <a:pt x="2" y="311"/>
                      </a:lnTo>
                      <a:lnTo>
                        <a:pt x="2" y="311"/>
                      </a:lnTo>
                      <a:lnTo>
                        <a:pt x="2" y="311"/>
                      </a:lnTo>
                      <a:lnTo>
                        <a:pt x="2" y="311"/>
                      </a:lnTo>
                      <a:lnTo>
                        <a:pt x="2" y="311"/>
                      </a:lnTo>
                      <a:lnTo>
                        <a:pt x="2" y="311"/>
                      </a:lnTo>
                      <a:lnTo>
                        <a:pt x="2" y="311"/>
                      </a:lnTo>
                      <a:lnTo>
                        <a:pt x="4" y="311"/>
                      </a:lnTo>
                      <a:lnTo>
                        <a:pt x="4" y="313"/>
                      </a:lnTo>
                      <a:lnTo>
                        <a:pt x="4" y="313"/>
                      </a:lnTo>
                      <a:lnTo>
                        <a:pt x="4" y="313"/>
                      </a:lnTo>
                      <a:lnTo>
                        <a:pt x="4" y="313"/>
                      </a:lnTo>
                      <a:lnTo>
                        <a:pt x="4" y="313"/>
                      </a:lnTo>
                      <a:lnTo>
                        <a:pt x="4" y="313"/>
                      </a:lnTo>
                      <a:lnTo>
                        <a:pt x="4" y="313"/>
                      </a:lnTo>
                      <a:lnTo>
                        <a:pt x="4" y="315"/>
                      </a:lnTo>
                      <a:lnTo>
                        <a:pt x="4" y="315"/>
                      </a:lnTo>
                      <a:lnTo>
                        <a:pt x="4" y="315"/>
                      </a:lnTo>
                      <a:lnTo>
                        <a:pt x="6" y="315"/>
                      </a:lnTo>
                      <a:lnTo>
                        <a:pt x="6" y="315"/>
                      </a:lnTo>
                      <a:lnTo>
                        <a:pt x="6" y="315"/>
                      </a:lnTo>
                      <a:lnTo>
                        <a:pt x="6" y="315"/>
                      </a:lnTo>
                      <a:lnTo>
                        <a:pt x="6" y="315"/>
                      </a:lnTo>
                      <a:lnTo>
                        <a:pt x="6" y="317"/>
                      </a:lnTo>
                      <a:lnTo>
                        <a:pt x="6" y="317"/>
                      </a:lnTo>
                      <a:lnTo>
                        <a:pt x="6" y="317"/>
                      </a:lnTo>
                      <a:lnTo>
                        <a:pt x="6" y="317"/>
                      </a:lnTo>
                      <a:lnTo>
                        <a:pt x="6" y="317"/>
                      </a:lnTo>
                      <a:lnTo>
                        <a:pt x="6" y="317"/>
                      </a:lnTo>
                      <a:lnTo>
                        <a:pt x="6" y="318"/>
                      </a:lnTo>
                      <a:lnTo>
                        <a:pt x="8" y="318"/>
                      </a:lnTo>
                      <a:lnTo>
                        <a:pt x="8" y="318"/>
                      </a:lnTo>
                      <a:lnTo>
                        <a:pt x="8" y="318"/>
                      </a:lnTo>
                      <a:lnTo>
                        <a:pt x="8" y="318"/>
                      </a:lnTo>
                      <a:lnTo>
                        <a:pt x="8" y="318"/>
                      </a:lnTo>
                      <a:lnTo>
                        <a:pt x="8" y="320"/>
                      </a:lnTo>
                      <a:lnTo>
                        <a:pt x="8" y="320"/>
                      </a:lnTo>
                      <a:lnTo>
                        <a:pt x="8" y="320"/>
                      </a:lnTo>
                      <a:lnTo>
                        <a:pt x="8" y="320"/>
                      </a:lnTo>
                      <a:lnTo>
                        <a:pt x="9" y="320"/>
                      </a:lnTo>
                      <a:lnTo>
                        <a:pt x="9" y="320"/>
                      </a:lnTo>
                      <a:lnTo>
                        <a:pt x="9" y="320"/>
                      </a:lnTo>
                      <a:lnTo>
                        <a:pt x="9" y="320"/>
                      </a:lnTo>
                      <a:lnTo>
                        <a:pt x="9" y="320"/>
                      </a:lnTo>
                      <a:lnTo>
                        <a:pt x="9" y="320"/>
                      </a:lnTo>
                      <a:lnTo>
                        <a:pt x="9" y="320"/>
                      </a:lnTo>
                      <a:lnTo>
                        <a:pt x="9" y="320"/>
                      </a:lnTo>
                      <a:lnTo>
                        <a:pt x="9" y="320"/>
                      </a:lnTo>
                      <a:lnTo>
                        <a:pt x="9" y="320"/>
                      </a:lnTo>
                      <a:lnTo>
                        <a:pt x="9" y="320"/>
                      </a:lnTo>
                      <a:lnTo>
                        <a:pt x="9" y="320"/>
                      </a:lnTo>
                      <a:lnTo>
                        <a:pt x="11" y="322"/>
                      </a:lnTo>
                      <a:lnTo>
                        <a:pt x="11" y="322"/>
                      </a:lnTo>
                      <a:lnTo>
                        <a:pt x="11" y="322"/>
                      </a:lnTo>
                      <a:lnTo>
                        <a:pt x="11" y="322"/>
                      </a:lnTo>
                      <a:lnTo>
                        <a:pt x="11" y="322"/>
                      </a:lnTo>
                      <a:lnTo>
                        <a:pt x="11" y="322"/>
                      </a:lnTo>
                      <a:lnTo>
                        <a:pt x="11" y="322"/>
                      </a:lnTo>
                      <a:lnTo>
                        <a:pt x="11" y="322"/>
                      </a:lnTo>
                      <a:lnTo>
                        <a:pt x="11" y="322"/>
                      </a:lnTo>
                      <a:lnTo>
                        <a:pt x="11" y="320"/>
                      </a:lnTo>
                      <a:lnTo>
                        <a:pt x="11" y="320"/>
                      </a:lnTo>
                      <a:lnTo>
                        <a:pt x="11" y="320"/>
                      </a:lnTo>
                      <a:lnTo>
                        <a:pt x="11" y="320"/>
                      </a:lnTo>
                      <a:lnTo>
                        <a:pt x="13" y="320"/>
                      </a:lnTo>
                      <a:lnTo>
                        <a:pt x="13" y="322"/>
                      </a:lnTo>
                      <a:lnTo>
                        <a:pt x="13" y="322"/>
                      </a:lnTo>
                      <a:lnTo>
                        <a:pt x="15" y="322"/>
                      </a:lnTo>
                      <a:lnTo>
                        <a:pt x="15" y="322"/>
                      </a:lnTo>
                      <a:lnTo>
                        <a:pt x="15" y="320"/>
                      </a:lnTo>
                      <a:lnTo>
                        <a:pt x="15" y="320"/>
                      </a:lnTo>
                      <a:lnTo>
                        <a:pt x="15" y="320"/>
                      </a:lnTo>
                      <a:lnTo>
                        <a:pt x="15" y="320"/>
                      </a:lnTo>
                      <a:lnTo>
                        <a:pt x="15" y="320"/>
                      </a:lnTo>
                      <a:lnTo>
                        <a:pt x="15" y="320"/>
                      </a:lnTo>
                      <a:lnTo>
                        <a:pt x="15" y="320"/>
                      </a:lnTo>
                      <a:lnTo>
                        <a:pt x="17" y="320"/>
                      </a:lnTo>
                      <a:lnTo>
                        <a:pt x="17" y="320"/>
                      </a:lnTo>
                      <a:lnTo>
                        <a:pt x="17" y="320"/>
                      </a:lnTo>
                      <a:lnTo>
                        <a:pt x="17" y="320"/>
                      </a:lnTo>
                      <a:lnTo>
                        <a:pt x="17" y="322"/>
                      </a:lnTo>
                      <a:lnTo>
                        <a:pt x="19" y="322"/>
                      </a:lnTo>
                      <a:lnTo>
                        <a:pt x="19" y="322"/>
                      </a:lnTo>
                      <a:lnTo>
                        <a:pt x="19" y="322"/>
                      </a:lnTo>
                      <a:lnTo>
                        <a:pt x="19" y="324"/>
                      </a:lnTo>
                      <a:lnTo>
                        <a:pt x="19" y="324"/>
                      </a:lnTo>
                      <a:lnTo>
                        <a:pt x="19" y="324"/>
                      </a:lnTo>
                      <a:lnTo>
                        <a:pt x="19" y="324"/>
                      </a:lnTo>
                      <a:lnTo>
                        <a:pt x="20" y="324"/>
                      </a:lnTo>
                      <a:lnTo>
                        <a:pt x="20" y="324"/>
                      </a:lnTo>
                      <a:lnTo>
                        <a:pt x="20" y="324"/>
                      </a:lnTo>
                      <a:lnTo>
                        <a:pt x="19" y="324"/>
                      </a:lnTo>
                      <a:lnTo>
                        <a:pt x="19" y="324"/>
                      </a:lnTo>
                      <a:lnTo>
                        <a:pt x="19" y="324"/>
                      </a:lnTo>
                      <a:lnTo>
                        <a:pt x="19" y="326"/>
                      </a:lnTo>
                      <a:lnTo>
                        <a:pt x="17" y="326"/>
                      </a:lnTo>
                      <a:lnTo>
                        <a:pt x="17" y="326"/>
                      </a:lnTo>
                      <a:lnTo>
                        <a:pt x="17" y="326"/>
                      </a:lnTo>
                      <a:lnTo>
                        <a:pt x="17" y="326"/>
                      </a:lnTo>
                      <a:lnTo>
                        <a:pt x="17" y="326"/>
                      </a:lnTo>
                      <a:lnTo>
                        <a:pt x="17" y="324"/>
                      </a:lnTo>
                      <a:lnTo>
                        <a:pt x="17" y="324"/>
                      </a:lnTo>
                      <a:lnTo>
                        <a:pt x="17" y="324"/>
                      </a:lnTo>
                      <a:lnTo>
                        <a:pt x="15" y="324"/>
                      </a:lnTo>
                      <a:lnTo>
                        <a:pt x="15" y="324"/>
                      </a:lnTo>
                      <a:lnTo>
                        <a:pt x="15" y="324"/>
                      </a:lnTo>
                      <a:lnTo>
                        <a:pt x="15" y="324"/>
                      </a:lnTo>
                      <a:lnTo>
                        <a:pt x="15" y="324"/>
                      </a:lnTo>
                      <a:lnTo>
                        <a:pt x="15" y="324"/>
                      </a:lnTo>
                      <a:lnTo>
                        <a:pt x="15" y="324"/>
                      </a:lnTo>
                      <a:lnTo>
                        <a:pt x="15" y="324"/>
                      </a:lnTo>
                      <a:lnTo>
                        <a:pt x="15" y="324"/>
                      </a:lnTo>
                      <a:lnTo>
                        <a:pt x="15" y="324"/>
                      </a:lnTo>
                      <a:lnTo>
                        <a:pt x="13" y="324"/>
                      </a:lnTo>
                      <a:lnTo>
                        <a:pt x="13" y="324"/>
                      </a:lnTo>
                      <a:lnTo>
                        <a:pt x="13" y="324"/>
                      </a:lnTo>
                      <a:lnTo>
                        <a:pt x="13" y="324"/>
                      </a:lnTo>
                      <a:lnTo>
                        <a:pt x="13" y="324"/>
                      </a:lnTo>
                      <a:lnTo>
                        <a:pt x="13" y="324"/>
                      </a:lnTo>
                      <a:lnTo>
                        <a:pt x="13" y="324"/>
                      </a:lnTo>
                      <a:lnTo>
                        <a:pt x="11" y="322"/>
                      </a:lnTo>
                      <a:lnTo>
                        <a:pt x="11" y="322"/>
                      </a:lnTo>
                      <a:lnTo>
                        <a:pt x="11" y="322"/>
                      </a:lnTo>
                      <a:lnTo>
                        <a:pt x="11" y="322"/>
                      </a:lnTo>
                      <a:lnTo>
                        <a:pt x="11" y="322"/>
                      </a:lnTo>
                      <a:lnTo>
                        <a:pt x="11" y="322"/>
                      </a:lnTo>
                      <a:lnTo>
                        <a:pt x="11" y="322"/>
                      </a:lnTo>
                      <a:lnTo>
                        <a:pt x="11" y="322"/>
                      </a:lnTo>
                      <a:lnTo>
                        <a:pt x="11" y="322"/>
                      </a:lnTo>
                      <a:lnTo>
                        <a:pt x="11" y="324"/>
                      </a:lnTo>
                      <a:lnTo>
                        <a:pt x="11" y="324"/>
                      </a:lnTo>
                      <a:lnTo>
                        <a:pt x="11" y="324"/>
                      </a:lnTo>
                      <a:lnTo>
                        <a:pt x="11" y="324"/>
                      </a:lnTo>
                      <a:lnTo>
                        <a:pt x="11" y="324"/>
                      </a:lnTo>
                      <a:lnTo>
                        <a:pt x="11" y="324"/>
                      </a:lnTo>
                      <a:lnTo>
                        <a:pt x="11" y="324"/>
                      </a:lnTo>
                      <a:lnTo>
                        <a:pt x="11" y="324"/>
                      </a:lnTo>
                      <a:lnTo>
                        <a:pt x="11" y="324"/>
                      </a:lnTo>
                      <a:lnTo>
                        <a:pt x="9" y="324"/>
                      </a:lnTo>
                      <a:lnTo>
                        <a:pt x="9" y="324"/>
                      </a:lnTo>
                      <a:lnTo>
                        <a:pt x="9" y="324"/>
                      </a:lnTo>
                      <a:lnTo>
                        <a:pt x="9" y="324"/>
                      </a:lnTo>
                      <a:lnTo>
                        <a:pt x="9" y="324"/>
                      </a:lnTo>
                      <a:lnTo>
                        <a:pt x="8" y="324"/>
                      </a:lnTo>
                      <a:lnTo>
                        <a:pt x="8" y="324"/>
                      </a:lnTo>
                      <a:lnTo>
                        <a:pt x="8" y="324"/>
                      </a:lnTo>
                      <a:lnTo>
                        <a:pt x="8" y="324"/>
                      </a:lnTo>
                      <a:lnTo>
                        <a:pt x="8" y="324"/>
                      </a:lnTo>
                      <a:lnTo>
                        <a:pt x="8" y="324"/>
                      </a:lnTo>
                      <a:lnTo>
                        <a:pt x="6" y="324"/>
                      </a:lnTo>
                      <a:lnTo>
                        <a:pt x="6" y="324"/>
                      </a:lnTo>
                      <a:lnTo>
                        <a:pt x="6" y="324"/>
                      </a:lnTo>
                      <a:lnTo>
                        <a:pt x="6" y="322"/>
                      </a:lnTo>
                      <a:lnTo>
                        <a:pt x="6" y="322"/>
                      </a:lnTo>
                      <a:lnTo>
                        <a:pt x="4" y="322"/>
                      </a:lnTo>
                      <a:lnTo>
                        <a:pt x="4" y="322"/>
                      </a:lnTo>
                      <a:lnTo>
                        <a:pt x="4" y="322"/>
                      </a:lnTo>
                      <a:lnTo>
                        <a:pt x="4" y="322"/>
                      </a:lnTo>
                      <a:lnTo>
                        <a:pt x="4" y="322"/>
                      </a:lnTo>
                      <a:lnTo>
                        <a:pt x="4" y="322"/>
                      </a:lnTo>
                      <a:lnTo>
                        <a:pt x="4" y="322"/>
                      </a:lnTo>
                      <a:lnTo>
                        <a:pt x="4" y="322"/>
                      </a:lnTo>
                      <a:lnTo>
                        <a:pt x="4" y="320"/>
                      </a:lnTo>
                      <a:lnTo>
                        <a:pt x="4" y="320"/>
                      </a:lnTo>
                      <a:lnTo>
                        <a:pt x="4" y="320"/>
                      </a:lnTo>
                      <a:lnTo>
                        <a:pt x="4" y="320"/>
                      </a:lnTo>
                      <a:lnTo>
                        <a:pt x="4" y="320"/>
                      </a:lnTo>
                      <a:lnTo>
                        <a:pt x="4" y="320"/>
                      </a:lnTo>
                      <a:lnTo>
                        <a:pt x="4" y="318"/>
                      </a:lnTo>
                      <a:lnTo>
                        <a:pt x="4" y="318"/>
                      </a:lnTo>
                      <a:lnTo>
                        <a:pt x="2" y="318"/>
                      </a:lnTo>
                      <a:lnTo>
                        <a:pt x="2" y="318"/>
                      </a:lnTo>
                      <a:lnTo>
                        <a:pt x="2" y="317"/>
                      </a:lnTo>
                      <a:lnTo>
                        <a:pt x="2" y="317"/>
                      </a:lnTo>
                      <a:lnTo>
                        <a:pt x="2" y="317"/>
                      </a:lnTo>
                      <a:lnTo>
                        <a:pt x="2" y="317"/>
                      </a:lnTo>
                      <a:lnTo>
                        <a:pt x="2" y="317"/>
                      </a:lnTo>
                      <a:lnTo>
                        <a:pt x="2" y="317"/>
                      </a:lnTo>
                      <a:lnTo>
                        <a:pt x="2" y="317"/>
                      </a:lnTo>
                      <a:lnTo>
                        <a:pt x="2" y="317"/>
                      </a:lnTo>
                      <a:lnTo>
                        <a:pt x="2" y="317"/>
                      </a:lnTo>
                      <a:lnTo>
                        <a:pt x="0" y="317"/>
                      </a:lnTo>
                      <a:lnTo>
                        <a:pt x="0" y="315"/>
                      </a:lnTo>
                      <a:lnTo>
                        <a:pt x="0" y="315"/>
                      </a:lnTo>
                      <a:lnTo>
                        <a:pt x="0" y="315"/>
                      </a:lnTo>
                      <a:lnTo>
                        <a:pt x="0" y="315"/>
                      </a:lnTo>
                      <a:lnTo>
                        <a:pt x="0" y="313"/>
                      </a:lnTo>
                      <a:lnTo>
                        <a:pt x="0" y="313"/>
                      </a:lnTo>
                      <a:lnTo>
                        <a:pt x="0" y="313"/>
                      </a:lnTo>
                      <a:lnTo>
                        <a:pt x="0" y="313"/>
                      </a:lnTo>
                      <a:lnTo>
                        <a:pt x="0" y="313"/>
                      </a:lnTo>
                      <a:lnTo>
                        <a:pt x="0" y="313"/>
                      </a:lnTo>
                      <a:lnTo>
                        <a:pt x="0" y="311"/>
                      </a:lnTo>
                      <a:lnTo>
                        <a:pt x="0" y="311"/>
                      </a:lnTo>
                      <a:lnTo>
                        <a:pt x="0" y="311"/>
                      </a:lnTo>
                      <a:lnTo>
                        <a:pt x="0" y="311"/>
                      </a:lnTo>
                      <a:lnTo>
                        <a:pt x="2" y="311"/>
                      </a:lnTo>
                      <a:lnTo>
                        <a:pt x="2" y="311"/>
                      </a:lnTo>
                      <a:lnTo>
                        <a:pt x="2" y="311"/>
                      </a:lnTo>
                      <a:close/>
                      <a:moveTo>
                        <a:pt x="312" y="4"/>
                      </a:moveTo>
                      <a:lnTo>
                        <a:pt x="312" y="4"/>
                      </a:lnTo>
                      <a:lnTo>
                        <a:pt x="314" y="6"/>
                      </a:lnTo>
                      <a:lnTo>
                        <a:pt x="314" y="6"/>
                      </a:lnTo>
                      <a:lnTo>
                        <a:pt x="316" y="8"/>
                      </a:lnTo>
                      <a:lnTo>
                        <a:pt x="318" y="8"/>
                      </a:lnTo>
                      <a:lnTo>
                        <a:pt x="318" y="8"/>
                      </a:lnTo>
                      <a:lnTo>
                        <a:pt x="320" y="8"/>
                      </a:lnTo>
                      <a:lnTo>
                        <a:pt x="320" y="8"/>
                      </a:lnTo>
                      <a:lnTo>
                        <a:pt x="322" y="8"/>
                      </a:lnTo>
                      <a:lnTo>
                        <a:pt x="322" y="10"/>
                      </a:lnTo>
                      <a:lnTo>
                        <a:pt x="323" y="10"/>
                      </a:lnTo>
                      <a:lnTo>
                        <a:pt x="323" y="10"/>
                      </a:lnTo>
                      <a:lnTo>
                        <a:pt x="325" y="10"/>
                      </a:lnTo>
                      <a:lnTo>
                        <a:pt x="325" y="10"/>
                      </a:lnTo>
                      <a:lnTo>
                        <a:pt x="325" y="10"/>
                      </a:lnTo>
                      <a:lnTo>
                        <a:pt x="325" y="10"/>
                      </a:lnTo>
                      <a:lnTo>
                        <a:pt x="325" y="10"/>
                      </a:lnTo>
                      <a:lnTo>
                        <a:pt x="327" y="10"/>
                      </a:lnTo>
                      <a:lnTo>
                        <a:pt x="327" y="10"/>
                      </a:lnTo>
                      <a:lnTo>
                        <a:pt x="327" y="10"/>
                      </a:lnTo>
                      <a:lnTo>
                        <a:pt x="327" y="11"/>
                      </a:lnTo>
                      <a:lnTo>
                        <a:pt x="327" y="11"/>
                      </a:lnTo>
                      <a:lnTo>
                        <a:pt x="329" y="11"/>
                      </a:lnTo>
                      <a:lnTo>
                        <a:pt x="329" y="11"/>
                      </a:lnTo>
                      <a:lnTo>
                        <a:pt x="329" y="11"/>
                      </a:lnTo>
                      <a:lnTo>
                        <a:pt x="329" y="13"/>
                      </a:lnTo>
                      <a:lnTo>
                        <a:pt x="329" y="13"/>
                      </a:lnTo>
                      <a:lnTo>
                        <a:pt x="329" y="13"/>
                      </a:lnTo>
                      <a:lnTo>
                        <a:pt x="329" y="13"/>
                      </a:lnTo>
                      <a:lnTo>
                        <a:pt x="329" y="13"/>
                      </a:lnTo>
                      <a:lnTo>
                        <a:pt x="329" y="13"/>
                      </a:lnTo>
                      <a:lnTo>
                        <a:pt x="327" y="13"/>
                      </a:lnTo>
                      <a:lnTo>
                        <a:pt x="327" y="13"/>
                      </a:lnTo>
                      <a:lnTo>
                        <a:pt x="327" y="13"/>
                      </a:lnTo>
                      <a:lnTo>
                        <a:pt x="327" y="13"/>
                      </a:lnTo>
                      <a:lnTo>
                        <a:pt x="327" y="13"/>
                      </a:lnTo>
                      <a:lnTo>
                        <a:pt x="327" y="13"/>
                      </a:lnTo>
                      <a:lnTo>
                        <a:pt x="327" y="13"/>
                      </a:lnTo>
                      <a:lnTo>
                        <a:pt x="327" y="15"/>
                      </a:lnTo>
                      <a:lnTo>
                        <a:pt x="327" y="15"/>
                      </a:lnTo>
                      <a:lnTo>
                        <a:pt x="327" y="15"/>
                      </a:lnTo>
                      <a:lnTo>
                        <a:pt x="327" y="15"/>
                      </a:lnTo>
                      <a:lnTo>
                        <a:pt x="327" y="15"/>
                      </a:lnTo>
                      <a:lnTo>
                        <a:pt x="325" y="15"/>
                      </a:lnTo>
                      <a:lnTo>
                        <a:pt x="325" y="15"/>
                      </a:lnTo>
                      <a:lnTo>
                        <a:pt x="325" y="15"/>
                      </a:lnTo>
                      <a:lnTo>
                        <a:pt x="325" y="15"/>
                      </a:lnTo>
                      <a:lnTo>
                        <a:pt x="325" y="15"/>
                      </a:lnTo>
                      <a:lnTo>
                        <a:pt x="325" y="15"/>
                      </a:lnTo>
                      <a:lnTo>
                        <a:pt x="325" y="15"/>
                      </a:lnTo>
                      <a:lnTo>
                        <a:pt x="323" y="15"/>
                      </a:lnTo>
                      <a:lnTo>
                        <a:pt x="323" y="15"/>
                      </a:lnTo>
                      <a:lnTo>
                        <a:pt x="323" y="15"/>
                      </a:lnTo>
                      <a:lnTo>
                        <a:pt x="323" y="15"/>
                      </a:lnTo>
                      <a:lnTo>
                        <a:pt x="323" y="15"/>
                      </a:lnTo>
                      <a:lnTo>
                        <a:pt x="323" y="15"/>
                      </a:lnTo>
                      <a:lnTo>
                        <a:pt x="323" y="15"/>
                      </a:lnTo>
                      <a:lnTo>
                        <a:pt x="322" y="15"/>
                      </a:lnTo>
                      <a:lnTo>
                        <a:pt x="322" y="15"/>
                      </a:lnTo>
                      <a:lnTo>
                        <a:pt x="322" y="13"/>
                      </a:lnTo>
                      <a:lnTo>
                        <a:pt x="322" y="13"/>
                      </a:lnTo>
                      <a:lnTo>
                        <a:pt x="322" y="13"/>
                      </a:lnTo>
                      <a:lnTo>
                        <a:pt x="322" y="13"/>
                      </a:lnTo>
                      <a:lnTo>
                        <a:pt x="320" y="13"/>
                      </a:lnTo>
                      <a:lnTo>
                        <a:pt x="320" y="13"/>
                      </a:lnTo>
                      <a:lnTo>
                        <a:pt x="320" y="13"/>
                      </a:lnTo>
                      <a:lnTo>
                        <a:pt x="320" y="13"/>
                      </a:lnTo>
                      <a:lnTo>
                        <a:pt x="320" y="13"/>
                      </a:lnTo>
                      <a:lnTo>
                        <a:pt x="320" y="13"/>
                      </a:lnTo>
                      <a:lnTo>
                        <a:pt x="318" y="13"/>
                      </a:lnTo>
                      <a:lnTo>
                        <a:pt x="318" y="13"/>
                      </a:lnTo>
                      <a:lnTo>
                        <a:pt x="318" y="13"/>
                      </a:lnTo>
                      <a:lnTo>
                        <a:pt x="318" y="13"/>
                      </a:lnTo>
                      <a:lnTo>
                        <a:pt x="318" y="13"/>
                      </a:lnTo>
                      <a:lnTo>
                        <a:pt x="318" y="13"/>
                      </a:lnTo>
                      <a:lnTo>
                        <a:pt x="318" y="13"/>
                      </a:lnTo>
                      <a:lnTo>
                        <a:pt x="318" y="13"/>
                      </a:lnTo>
                      <a:lnTo>
                        <a:pt x="318" y="11"/>
                      </a:lnTo>
                      <a:lnTo>
                        <a:pt x="316" y="13"/>
                      </a:lnTo>
                      <a:lnTo>
                        <a:pt x="316" y="11"/>
                      </a:lnTo>
                      <a:lnTo>
                        <a:pt x="316" y="11"/>
                      </a:lnTo>
                      <a:lnTo>
                        <a:pt x="316" y="11"/>
                      </a:lnTo>
                      <a:lnTo>
                        <a:pt x="316" y="11"/>
                      </a:lnTo>
                      <a:lnTo>
                        <a:pt x="316" y="11"/>
                      </a:lnTo>
                      <a:lnTo>
                        <a:pt x="316" y="11"/>
                      </a:lnTo>
                      <a:lnTo>
                        <a:pt x="316" y="11"/>
                      </a:lnTo>
                      <a:lnTo>
                        <a:pt x="316" y="11"/>
                      </a:lnTo>
                      <a:lnTo>
                        <a:pt x="314" y="11"/>
                      </a:lnTo>
                      <a:lnTo>
                        <a:pt x="314" y="11"/>
                      </a:lnTo>
                      <a:lnTo>
                        <a:pt x="314" y="11"/>
                      </a:lnTo>
                      <a:lnTo>
                        <a:pt x="314" y="11"/>
                      </a:lnTo>
                      <a:lnTo>
                        <a:pt x="314" y="11"/>
                      </a:lnTo>
                      <a:lnTo>
                        <a:pt x="314" y="11"/>
                      </a:lnTo>
                      <a:lnTo>
                        <a:pt x="314" y="11"/>
                      </a:lnTo>
                      <a:lnTo>
                        <a:pt x="314" y="11"/>
                      </a:lnTo>
                      <a:lnTo>
                        <a:pt x="314" y="11"/>
                      </a:lnTo>
                      <a:lnTo>
                        <a:pt x="314" y="11"/>
                      </a:lnTo>
                      <a:lnTo>
                        <a:pt x="312" y="11"/>
                      </a:lnTo>
                      <a:lnTo>
                        <a:pt x="312" y="11"/>
                      </a:lnTo>
                      <a:lnTo>
                        <a:pt x="312" y="11"/>
                      </a:lnTo>
                      <a:lnTo>
                        <a:pt x="312" y="11"/>
                      </a:lnTo>
                      <a:lnTo>
                        <a:pt x="312" y="11"/>
                      </a:lnTo>
                      <a:lnTo>
                        <a:pt x="312" y="11"/>
                      </a:lnTo>
                      <a:lnTo>
                        <a:pt x="312" y="11"/>
                      </a:lnTo>
                      <a:lnTo>
                        <a:pt x="312" y="11"/>
                      </a:lnTo>
                      <a:lnTo>
                        <a:pt x="312" y="11"/>
                      </a:lnTo>
                      <a:lnTo>
                        <a:pt x="312" y="10"/>
                      </a:lnTo>
                      <a:lnTo>
                        <a:pt x="311" y="10"/>
                      </a:lnTo>
                      <a:lnTo>
                        <a:pt x="311" y="10"/>
                      </a:lnTo>
                      <a:lnTo>
                        <a:pt x="311" y="10"/>
                      </a:lnTo>
                      <a:lnTo>
                        <a:pt x="311" y="10"/>
                      </a:lnTo>
                      <a:lnTo>
                        <a:pt x="311" y="10"/>
                      </a:lnTo>
                      <a:lnTo>
                        <a:pt x="311" y="10"/>
                      </a:lnTo>
                      <a:lnTo>
                        <a:pt x="311" y="10"/>
                      </a:lnTo>
                      <a:lnTo>
                        <a:pt x="309" y="10"/>
                      </a:lnTo>
                      <a:lnTo>
                        <a:pt x="309" y="10"/>
                      </a:lnTo>
                      <a:lnTo>
                        <a:pt x="309" y="10"/>
                      </a:lnTo>
                      <a:lnTo>
                        <a:pt x="309" y="10"/>
                      </a:lnTo>
                      <a:lnTo>
                        <a:pt x="309" y="10"/>
                      </a:lnTo>
                      <a:lnTo>
                        <a:pt x="309" y="10"/>
                      </a:lnTo>
                      <a:lnTo>
                        <a:pt x="309" y="10"/>
                      </a:lnTo>
                      <a:lnTo>
                        <a:pt x="309" y="10"/>
                      </a:lnTo>
                      <a:lnTo>
                        <a:pt x="309" y="10"/>
                      </a:lnTo>
                      <a:lnTo>
                        <a:pt x="309" y="10"/>
                      </a:lnTo>
                      <a:lnTo>
                        <a:pt x="309" y="10"/>
                      </a:lnTo>
                      <a:lnTo>
                        <a:pt x="309" y="10"/>
                      </a:lnTo>
                      <a:lnTo>
                        <a:pt x="307" y="10"/>
                      </a:lnTo>
                      <a:lnTo>
                        <a:pt x="307" y="10"/>
                      </a:lnTo>
                      <a:lnTo>
                        <a:pt x="307" y="8"/>
                      </a:lnTo>
                      <a:lnTo>
                        <a:pt x="307" y="8"/>
                      </a:lnTo>
                      <a:lnTo>
                        <a:pt x="307" y="8"/>
                      </a:lnTo>
                      <a:lnTo>
                        <a:pt x="307" y="8"/>
                      </a:lnTo>
                      <a:lnTo>
                        <a:pt x="307" y="8"/>
                      </a:lnTo>
                      <a:lnTo>
                        <a:pt x="307" y="8"/>
                      </a:lnTo>
                      <a:lnTo>
                        <a:pt x="307" y="8"/>
                      </a:lnTo>
                      <a:lnTo>
                        <a:pt x="305" y="8"/>
                      </a:lnTo>
                      <a:lnTo>
                        <a:pt x="305" y="8"/>
                      </a:lnTo>
                      <a:lnTo>
                        <a:pt x="305" y="8"/>
                      </a:lnTo>
                      <a:lnTo>
                        <a:pt x="305" y="8"/>
                      </a:lnTo>
                      <a:lnTo>
                        <a:pt x="305" y="6"/>
                      </a:lnTo>
                      <a:lnTo>
                        <a:pt x="303" y="6"/>
                      </a:lnTo>
                      <a:lnTo>
                        <a:pt x="303" y="6"/>
                      </a:lnTo>
                      <a:lnTo>
                        <a:pt x="303" y="6"/>
                      </a:lnTo>
                      <a:lnTo>
                        <a:pt x="303" y="6"/>
                      </a:lnTo>
                      <a:lnTo>
                        <a:pt x="303" y="6"/>
                      </a:lnTo>
                      <a:lnTo>
                        <a:pt x="303" y="6"/>
                      </a:lnTo>
                      <a:lnTo>
                        <a:pt x="303" y="4"/>
                      </a:lnTo>
                      <a:lnTo>
                        <a:pt x="302" y="4"/>
                      </a:lnTo>
                      <a:lnTo>
                        <a:pt x="302" y="4"/>
                      </a:lnTo>
                      <a:lnTo>
                        <a:pt x="302" y="4"/>
                      </a:lnTo>
                      <a:lnTo>
                        <a:pt x="302" y="4"/>
                      </a:lnTo>
                      <a:lnTo>
                        <a:pt x="302" y="4"/>
                      </a:lnTo>
                      <a:lnTo>
                        <a:pt x="302" y="4"/>
                      </a:lnTo>
                      <a:lnTo>
                        <a:pt x="300" y="4"/>
                      </a:lnTo>
                      <a:lnTo>
                        <a:pt x="300" y="4"/>
                      </a:lnTo>
                      <a:lnTo>
                        <a:pt x="300" y="4"/>
                      </a:lnTo>
                      <a:lnTo>
                        <a:pt x="300" y="2"/>
                      </a:lnTo>
                      <a:lnTo>
                        <a:pt x="300" y="2"/>
                      </a:lnTo>
                      <a:lnTo>
                        <a:pt x="300" y="2"/>
                      </a:lnTo>
                      <a:lnTo>
                        <a:pt x="300" y="2"/>
                      </a:lnTo>
                      <a:lnTo>
                        <a:pt x="300" y="2"/>
                      </a:lnTo>
                      <a:lnTo>
                        <a:pt x="300" y="2"/>
                      </a:lnTo>
                      <a:lnTo>
                        <a:pt x="300" y="2"/>
                      </a:lnTo>
                      <a:lnTo>
                        <a:pt x="300" y="2"/>
                      </a:lnTo>
                      <a:lnTo>
                        <a:pt x="300" y="2"/>
                      </a:lnTo>
                      <a:lnTo>
                        <a:pt x="302" y="0"/>
                      </a:lnTo>
                      <a:lnTo>
                        <a:pt x="302" y="0"/>
                      </a:lnTo>
                      <a:lnTo>
                        <a:pt x="302" y="0"/>
                      </a:lnTo>
                      <a:lnTo>
                        <a:pt x="303" y="0"/>
                      </a:lnTo>
                      <a:lnTo>
                        <a:pt x="303" y="0"/>
                      </a:lnTo>
                      <a:lnTo>
                        <a:pt x="303" y="0"/>
                      </a:lnTo>
                      <a:lnTo>
                        <a:pt x="305" y="0"/>
                      </a:lnTo>
                      <a:lnTo>
                        <a:pt x="305" y="0"/>
                      </a:lnTo>
                      <a:lnTo>
                        <a:pt x="305" y="0"/>
                      </a:lnTo>
                      <a:lnTo>
                        <a:pt x="305" y="0"/>
                      </a:lnTo>
                      <a:lnTo>
                        <a:pt x="307" y="0"/>
                      </a:lnTo>
                      <a:lnTo>
                        <a:pt x="307" y="0"/>
                      </a:lnTo>
                      <a:lnTo>
                        <a:pt x="307" y="0"/>
                      </a:lnTo>
                      <a:lnTo>
                        <a:pt x="309" y="2"/>
                      </a:lnTo>
                      <a:lnTo>
                        <a:pt x="309" y="2"/>
                      </a:lnTo>
                      <a:lnTo>
                        <a:pt x="309" y="2"/>
                      </a:lnTo>
                      <a:lnTo>
                        <a:pt x="309" y="2"/>
                      </a:lnTo>
                      <a:lnTo>
                        <a:pt x="309" y="2"/>
                      </a:lnTo>
                      <a:lnTo>
                        <a:pt x="309" y="2"/>
                      </a:lnTo>
                      <a:lnTo>
                        <a:pt x="309" y="2"/>
                      </a:lnTo>
                      <a:lnTo>
                        <a:pt x="311" y="2"/>
                      </a:lnTo>
                      <a:lnTo>
                        <a:pt x="311" y="4"/>
                      </a:lnTo>
                      <a:lnTo>
                        <a:pt x="311" y="4"/>
                      </a:lnTo>
                      <a:lnTo>
                        <a:pt x="311" y="4"/>
                      </a:lnTo>
                      <a:lnTo>
                        <a:pt x="311" y="4"/>
                      </a:lnTo>
                      <a:lnTo>
                        <a:pt x="311" y="4"/>
                      </a:lnTo>
                      <a:lnTo>
                        <a:pt x="311" y="4"/>
                      </a:lnTo>
                      <a:lnTo>
                        <a:pt x="311" y="4"/>
                      </a:lnTo>
                      <a:lnTo>
                        <a:pt x="312" y="4"/>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4" name="Freeform 27">
                  <a:extLst>
                    <a:ext uri="{FF2B5EF4-FFF2-40B4-BE49-F238E27FC236}">
                      <a16:creationId xmlns:a16="http://schemas.microsoft.com/office/drawing/2014/main" id="{6F10DE69-97DD-A637-2C3A-FAF8E761A08B}"/>
                    </a:ext>
                  </a:extLst>
                </p:cNvPr>
                <p:cNvSpPr>
                  <a:spLocks noEditPoints="1"/>
                </p:cNvSpPr>
                <p:nvPr/>
              </p:nvSpPr>
              <p:spPr bwMode="auto">
                <a:xfrm>
                  <a:off x="3908467" y="1588155"/>
                  <a:ext cx="3957805" cy="2287936"/>
                </a:xfrm>
                <a:custGeom>
                  <a:avLst/>
                  <a:gdLst>
                    <a:gd name="T0" fmla="*/ 1259 w 2190"/>
                    <a:gd name="T1" fmla="*/ 1228 h 1266"/>
                    <a:gd name="T2" fmla="*/ 1418 w 2190"/>
                    <a:gd name="T3" fmla="*/ 1104 h 1266"/>
                    <a:gd name="T4" fmla="*/ 1692 w 2190"/>
                    <a:gd name="T5" fmla="*/ 1127 h 1266"/>
                    <a:gd name="T6" fmla="*/ 1686 w 2190"/>
                    <a:gd name="T7" fmla="*/ 1040 h 1266"/>
                    <a:gd name="T8" fmla="*/ 1721 w 2190"/>
                    <a:gd name="T9" fmla="*/ 575 h 1266"/>
                    <a:gd name="T10" fmla="*/ 1714 w 2190"/>
                    <a:gd name="T11" fmla="*/ 601 h 1266"/>
                    <a:gd name="T12" fmla="*/ 1668 w 2190"/>
                    <a:gd name="T13" fmla="*/ 632 h 1266"/>
                    <a:gd name="T14" fmla="*/ 1664 w 2190"/>
                    <a:gd name="T15" fmla="*/ 701 h 1266"/>
                    <a:gd name="T16" fmla="*/ 1725 w 2190"/>
                    <a:gd name="T17" fmla="*/ 782 h 1266"/>
                    <a:gd name="T18" fmla="*/ 1632 w 2190"/>
                    <a:gd name="T19" fmla="*/ 740 h 1266"/>
                    <a:gd name="T20" fmla="*/ 1690 w 2190"/>
                    <a:gd name="T21" fmla="*/ 776 h 1266"/>
                    <a:gd name="T22" fmla="*/ 1686 w 2190"/>
                    <a:gd name="T23" fmla="*/ 835 h 1266"/>
                    <a:gd name="T24" fmla="*/ 1715 w 2190"/>
                    <a:gd name="T25" fmla="*/ 864 h 1266"/>
                    <a:gd name="T26" fmla="*/ 1719 w 2190"/>
                    <a:gd name="T27" fmla="*/ 886 h 1266"/>
                    <a:gd name="T28" fmla="*/ 1686 w 2190"/>
                    <a:gd name="T29" fmla="*/ 913 h 1266"/>
                    <a:gd name="T30" fmla="*/ 1664 w 2190"/>
                    <a:gd name="T31" fmla="*/ 963 h 1266"/>
                    <a:gd name="T32" fmla="*/ 1650 w 2190"/>
                    <a:gd name="T33" fmla="*/ 968 h 1266"/>
                    <a:gd name="T34" fmla="*/ 1646 w 2190"/>
                    <a:gd name="T35" fmla="*/ 1007 h 1266"/>
                    <a:gd name="T36" fmla="*/ 1606 w 2190"/>
                    <a:gd name="T37" fmla="*/ 1023 h 1266"/>
                    <a:gd name="T38" fmla="*/ 1586 w 2190"/>
                    <a:gd name="T39" fmla="*/ 1043 h 1266"/>
                    <a:gd name="T40" fmla="*/ 1542 w 2190"/>
                    <a:gd name="T41" fmla="*/ 1071 h 1266"/>
                    <a:gd name="T42" fmla="*/ 1506 w 2190"/>
                    <a:gd name="T43" fmla="*/ 1098 h 1266"/>
                    <a:gd name="T44" fmla="*/ 1456 w 2190"/>
                    <a:gd name="T45" fmla="*/ 1109 h 1266"/>
                    <a:gd name="T46" fmla="*/ 1447 w 2190"/>
                    <a:gd name="T47" fmla="*/ 1089 h 1266"/>
                    <a:gd name="T48" fmla="*/ 1389 w 2190"/>
                    <a:gd name="T49" fmla="*/ 1089 h 1266"/>
                    <a:gd name="T50" fmla="*/ 1398 w 2190"/>
                    <a:gd name="T51" fmla="*/ 1136 h 1266"/>
                    <a:gd name="T52" fmla="*/ 1341 w 2190"/>
                    <a:gd name="T53" fmla="*/ 1146 h 1266"/>
                    <a:gd name="T54" fmla="*/ 1321 w 2190"/>
                    <a:gd name="T55" fmla="*/ 1184 h 1266"/>
                    <a:gd name="T56" fmla="*/ 1274 w 2190"/>
                    <a:gd name="T57" fmla="*/ 1146 h 1266"/>
                    <a:gd name="T58" fmla="*/ 1239 w 2190"/>
                    <a:gd name="T59" fmla="*/ 1142 h 1266"/>
                    <a:gd name="T60" fmla="*/ 1119 w 2190"/>
                    <a:gd name="T61" fmla="*/ 1096 h 1266"/>
                    <a:gd name="T62" fmla="*/ 1009 w 2190"/>
                    <a:gd name="T63" fmla="*/ 1144 h 1266"/>
                    <a:gd name="T64" fmla="*/ 912 w 2190"/>
                    <a:gd name="T65" fmla="*/ 1089 h 1266"/>
                    <a:gd name="T66" fmla="*/ 889 w 2190"/>
                    <a:gd name="T67" fmla="*/ 998 h 1266"/>
                    <a:gd name="T68" fmla="*/ 825 w 2190"/>
                    <a:gd name="T69" fmla="*/ 897 h 1266"/>
                    <a:gd name="T70" fmla="*/ 706 w 2190"/>
                    <a:gd name="T71" fmla="*/ 895 h 1266"/>
                    <a:gd name="T72" fmla="*/ 540 w 2190"/>
                    <a:gd name="T73" fmla="*/ 912 h 1266"/>
                    <a:gd name="T74" fmla="*/ 378 w 2190"/>
                    <a:gd name="T75" fmla="*/ 870 h 1266"/>
                    <a:gd name="T76" fmla="*/ 210 w 2190"/>
                    <a:gd name="T77" fmla="*/ 804 h 1266"/>
                    <a:gd name="T78" fmla="*/ 226 w 2190"/>
                    <a:gd name="T79" fmla="*/ 676 h 1266"/>
                    <a:gd name="T80" fmla="*/ 78 w 2190"/>
                    <a:gd name="T81" fmla="*/ 623 h 1266"/>
                    <a:gd name="T82" fmla="*/ 5 w 2190"/>
                    <a:gd name="T83" fmla="*/ 519 h 1266"/>
                    <a:gd name="T84" fmla="*/ 126 w 2190"/>
                    <a:gd name="T85" fmla="*/ 447 h 1266"/>
                    <a:gd name="T86" fmla="*/ 246 w 2190"/>
                    <a:gd name="T87" fmla="*/ 341 h 1266"/>
                    <a:gd name="T88" fmla="*/ 379 w 2190"/>
                    <a:gd name="T89" fmla="*/ 235 h 1266"/>
                    <a:gd name="T90" fmla="*/ 515 w 2190"/>
                    <a:gd name="T91" fmla="*/ 177 h 1266"/>
                    <a:gd name="T92" fmla="*/ 681 w 2190"/>
                    <a:gd name="T93" fmla="*/ 305 h 1266"/>
                    <a:gd name="T94" fmla="*/ 1232 w 2190"/>
                    <a:gd name="T95" fmla="*/ 396 h 1266"/>
                    <a:gd name="T96" fmla="*/ 1513 w 2190"/>
                    <a:gd name="T97" fmla="*/ 287 h 1266"/>
                    <a:gd name="T98" fmla="*/ 1538 w 2190"/>
                    <a:gd name="T99" fmla="*/ 203 h 1266"/>
                    <a:gd name="T100" fmla="*/ 1644 w 2190"/>
                    <a:gd name="T101" fmla="*/ 95 h 1266"/>
                    <a:gd name="T102" fmla="*/ 1767 w 2190"/>
                    <a:gd name="T103" fmla="*/ 1 h 1266"/>
                    <a:gd name="T104" fmla="*/ 1909 w 2190"/>
                    <a:gd name="T105" fmla="*/ 82 h 1266"/>
                    <a:gd name="T106" fmla="*/ 2051 w 2190"/>
                    <a:gd name="T107" fmla="*/ 203 h 1266"/>
                    <a:gd name="T108" fmla="*/ 2159 w 2190"/>
                    <a:gd name="T109" fmla="*/ 254 h 1266"/>
                    <a:gd name="T110" fmla="*/ 2060 w 2190"/>
                    <a:gd name="T111" fmla="*/ 358 h 1266"/>
                    <a:gd name="T112" fmla="*/ 1969 w 2190"/>
                    <a:gd name="T113" fmla="*/ 411 h 1266"/>
                    <a:gd name="T114" fmla="*/ 1865 w 2190"/>
                    <a:gd name="T115" fmla="*/ 455 h 1266"/>
                    <a:gd name="T116" fmla="*/ 1752 w 2190"/>
                    <a:gd name="T117" fmla="*/ 504 h 1266"/>
                    <a:gd name="T118" fmla="*/ 1721 w 2190"/>
                    <a:gd name="T119" fmla="*/ 511 h 1266"/>
                    <a:gd name="T120" fmla="*/ 1726 w 2190"/>
                    <a:gd name="T121" fmla="*/ 453 h 1266"/>
                    <a:gd name="T122" fmla="*/ 1615 w 2190"/>
                    <a:gd name="T123" fmla="*/ 515 h 1266"/>
                    <a:gd name="T124" fmla="*/ 1588 w 2190"/>
                    <a:gd name="T125" fmla="*/ 55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0" h="1266">
                      <a:moveTo>
                        <a:pt x="1329" y="1195"/>
                      </a:moveTo>
                      <a:lnTo>
                        <a:pt x="1329" y="1197"/>
                      </a:lnTo>
                      <a:lnTo>
                        <a:pt x="1329" y="1199"/>
                      </a:lnTo>
                      <a:lnTo>
                        <a:pt x="1330" y="1199"/>
                      </a:lnTo>
                      <a:lnTo>
                        <a:pt x="1330" y="1200"/>
                      </a:lnTo>
                      <a:lnTo>
                        <a:pt x="1332" y="1200"/>
                      </a:lnTo>
                      <a:lnTo>
                        <a:pt x="1334" y="1200"/>
                      </a:lnTo>
                      <a:lnTo>
                        <a:pt x="1336" y="1200"/>
                      </a:lnTo>
                      <a:lnTo>
                        <a:pt x="1338" y="1200"/>
                      </a:lnTo>
                      <a:lnTo>
                        <a:pt x="1338" y="1202"/>
                      </a:lnTo>
                      <a:lnTo>
                        <a:pt x="1338" y="1204"/>
                      </a:lnTo>
                      <a:lnTo>
                        <a:pt x="1338" y="1206"/>
                      </a:lnTo>
                      <a:lnTo>
                        <a:pt x="1339" y="1208"/>
                      </a:lnTo>
                      <a:lnTo>
                        <a:pt x="1339" y="1210"/>
                      </a:lnTo>
                      <a:lnTo>
                        <a:pt x="1339" y="1211"/>
                      </a:lnTo>
                      <a:lnTo>
                        <a:pt x="1339" y="1213"/>
                      </a:lnTo>
                      <a:lnTo>
                        <a:pt x="1341" y="1213"/>
                      </a:lnTo>
                      <a:lnTo>
                        <a:pt x="1339" y="1213"/>
                      </a:lnTo>
                      <a:lnTo>
                        <a:pt x="1338" y="1213"/>
                      </a:lnTo>
                      <a:lnTo>
                        <a:pt x="1338" y="1215"/>
                      </a:lnTo>
                      <a:lnTo>
                        <a:pt x="1336" y="1215"/>
                      </a:lnTo>
                      <a:lnTo>
                        <a:pt x="1336" y="1217"/>
                      </a:lnTo>
                      <a:lnTo>
                        <a:pt x="1334" y="1217"/>
                      </a:lnTo>
                      <a:lnTo>
                        <a:pt x="1332" y="1217"/>
                      </a:lnTo>
                      <a:lnTo>
                        <a:pt x="1332" y="1215"/>
                      </a:lnTo>
                      <a:lnTo>
                        <a:pt x="1334" y="1215"/>
                      </a:lnTo>
                      <a:lnTo>
                        <a:pt x="1334" y="1213"/>
                      </a:lnTo>
                      <a:lnTo>
                        <a:pt x="1334" y="1215"/>
                      </a:lnTo>
                      <a:lnTo>
                        <a:pt x="1332" y="1213"/>
                      </a:lnTo>
                      <a:lnTo>
                        <a:pt x="1332" y="1215"/>
                      </a:lnTo>
                      <a:lnTo>
                        <a:pt x="1332" y="1217"/>
                      </a:lnTo>
                      <a:lnTo>
                        <a:pt x="1334" y="1217"/>
                      </a:lnTo>
                      <a:lnTo>
                        <a:pt x="1332" y="1217"/>
                      </a:lnTo>
                      <a:lnTo>
                        <a:pt x="1332" y="1219"/>
                      </a:lnTo>
                      <a:lnTo>
                        <a:pt x="1332" y="1221"/>
                      </a:lnTo>
                      <a:lnTo>
                        <a:pt x="1330" y="1221"/>
                      </a:lnTo>
                      <a:lnTo>
                        <a:pt x="1330" y="1222"/>
                      </a:lnTo>
                      <a:lnTo>
                        <a:pt x="1330" y="1221"/>
                      </a:lnTo>
                      <a:lnTo>
                        <a:pt x="1330" y="1222"/>
                      </a:lnTo>
                      <a:lnTo>
                        <a:pt x="1329" y="1222"/>
                      </a:lnTo>
                      <a:lnTo>
                        <a:pt x="1327" y="1222"/>
                      </a:lnTo>
                      <a:lnTo>
                        <a:pt x="1327" y="1224"/>
                      </a:lnTo>
                      <a:lnTo>
                        <a:pt x="1329" y="1224"/>
                      </a:lnTo>
                      <a:lnTo>
                        <a:pt x="1327" y="1224"/>
                      </a:lnTo>
                      <a:lnTo>
                        <a:pt x="1327" y="1226"/>
                      </a:lnTo>
                      <a:lnTo>
                        <a:pt x="1327" y="1228"/>
                      </a:lnTo>
                      <a:lnTo>
                        <a:pt x="1325" y="1228"/>
                      </a:lnTo>
                      <a:lnTo>
                        <a:pt x="1325" y="1230"/>
                      </a:lnTo>
                      <a:lnTo>
                        <a:pt x="1325" y="1232"/>
                      </a:lnTo>
                      <a:lnTo>
                        <a:pt x="1323" y="1232"/>
                      </a:lnTo>
                      <a:lnTo>
                        <a:pt x="1321" y="1232"/>
                      </a:lnTo>
                      <a:lnTo>
                        <a:pt x="1321" y="1230"/>
                      </a:lnTo>
                      <a:lnTo>
                        <a:pt x="1319" y="1230"/>
                      </a:lnTo>
                      <a:lnTo>
                        <a:pt x="1319" y="1228"/>
                      </a:lnTo>
                      <a:lnTo>
                        <a:pt x="1318" y="1228"/>
                      </a:lnTo>
                      <a:lnTo>
                        <a:pt x="1318" y="1230"/>
                      </a:lnTo>
                      <a:lnTo>
                        <a:pt x="1318" y="1228"/>
                      </a:lnTo>
                      <a:lnTo>
                        <a:pt x="1319" y="1228"/>
                      </a:lnTo>
                      <a:lnTo>
                        <a:pt x="1319" y="1230"/>
                      </a:lnTo>
                      <a:lnTo>
                        <a:pt x="1321" y="1230"/>
                      </a:lnTo>
                      <a:lnTo>
                        <a:pt x="1321" y="1232"/>
                      </a:lnTo>
                      <a:lnTo>
                        <a:pt x="1323" y="1232"/>
                      </a:lnTo>
                      <a:lnTo>
                        <a:pt x="1323" y="1233"/>
                      </a:lnTo>
                      <a:lnTo>
                        <a:pt x="1323" y="1232"/>
                      </a:lnTo>
                      <a:lnTo>
                        <a:pt x="1323" y="1233"/>
                      </a:lnTo>
                      <a:lnTo>
                        <a:pt x="1323" y="1235"/>
                      </a:lnTo>
                      <a:lnTo>
                        <a:pt x="1321" y="1235"/>
                      </a:lnTo>
                      <a:lnTo>
                        <a:pt x="1323" y="1235"/>
                      </a:lnTo>
                      <a:lnTo>
                        <a:pt x="1321" y="1235"/>
                      </a:lnTo>
                      <a:lnTo>
                        <a:pt x="1321" y="1237"/>
                      </a:lnTo>
                      <a:lnTo>
                        <a:pt x="1321" y="1239"/>
                      </a:lnTo>
                      <a:lnTo>
                        <a:pt x="1321" y="1241"/>
                      </a:lnTo>
                      <a:lnTo>
                        <a:pt x="1321" y="1242"/>
                      </a:lnTo>
                      <a:lnTo>
                        <a:pt x="1321" y="1244"/>
                      </a:lnTo>
                      <a:lnTo>
                        <a:pt x="1323" y="1244"/>
                      </a:lnTo>
                      <a:lnTo>
                        <a:pt x="1321" y="1244"/>
                      </a:lnTo>
                      <a:lnTo>
                        <a:pt x="1319" y="1244"/>
                      </a:lnTo>
                      <a:lnTo>
                        <a:pt x="1319" y="1246"/>
                      </a:lnTo>
                      <a:lnTo>
                        <a:pt x="1319" y="1248"/>
                      </a:lnTo>
                      <a:lnTo>
                        <a:pt x="1318" y="1248"/>
                      </a:lnTo>
                      <a:lnTo>
                        <a:pt x="1316" y="1248"/>
                      </a:lnTo>
                      <a:lnTo>
                        <a:pt x="1314" y="1248"/>
                      </a:lnTo>
                      <a:lnTo>
                        <a:pt x="1312" y="1248"/>
                      </a:lnTo>
                      <a:lnTo>
                        <a:pt x="1312" y="1250"/>
                      </a:lnTo>
                      <a:lnTo>
                        <a:pt x="1310" y="1250"/>
                      </a:lnTo>
                      <a:lnTo>
                        <a:pt x="1310" y="1252"/>
                      </a:lnTo>
                      <a:lnTo>
                        <a:pt x="1308" y="1252"/>
                      </a:lnTo>
                      <a:lnTo>
                        <a:pt x="1308" y="1253"/>
                      </a:lnTo>
                      <a:lnTo>
                        <a:pt x="1307" y="1253"/>
                      </a:lnTo>
                      <a:lnTo>
                        <a:pt x="1307" y="1255"/>
                      </a:lnTo>
                      <a:lnTo>
                        <a:pt x="1307" y="1257"/>
                      </a:lnTo>
                      <a:lnTo>
                        <a:pt x="1305" y="1257"/>
                      </a:lnTo>
                      <a:lnTo>
                        <a:pt x="1305" y="1259"/>
                      </a:lnTo>
                      <a:lnTo>
                        <a:pt x="1303" y="1259"/>
                      </a:lnTo>
                      <a:lnTo>
                        <a:pt x="1301" y="1259"/>
                      </a:lnTo>
                      <a:lnTo>
                        <a:pt x="1303" y="1259"/>
                      </a:lnTo>
                      <a:lnTo>
                        <a:pt x="1301" y="1257"/>
                      </a:lnTo>
                      <a:lnTo>
                        <a:pt x="1299" y="1257"/>
                      </a:lnTo>
                      <a:lnTo>
                        <a:pt x="1298" y="1259"/>
                      </a:lnTo>
                      <a:lnTo>
                        <a:pt x="1296" y="1259"/>
                      </a:lnTo>
                      <a:lnTo>
                        <a:pt x="1296" y="1257"/>
                      </a:lnTo>
                      <a:lnTo>
                        <a:pt x="1296" y="1259"/>
                      </a:lnTo>
                      <a:lnTo>
                        <a:pt x="1294" y="1259"/>
                      </a:lnTo>
                      <a:lnTo>
                        <a:pt x="1294" y="1261"/>
                      </a:lnTo>
                      <a:lnTo>
                        <a:pt x="1294" y="1263"/>
                      </a:lnTo>
                      <a:lnTo>
                        <a:pt x="1294" y="1264"/>
                      </a:lnTo>
                      <a:lnTo>
                        <a:pt x="1292" y="1264"/>
                      </a:lnTo>
                      <a:lnTo>
                        <a:pt x="1290" y="1264"/>
                      </a:lnTo>
                      <a:lnTo>
                        <a:pt x="1288" y="1264"/>
                      </a:lnTo>
                      <a:lnTo>
                        <a:pt x="1288" y="1266"/>
                      </a:lnTo>
                      <a:lnTo>
                        <a:pt x="1290" y="1266"/>
                      </a:lnTo>
                      <a:lnTo>
                        <a:pt x="1288" y="1266"/>
                      </a:lnTo>
                      <a:lnTo>
                        <a:pt x="1287" y="1266"/>
                      </a:lnTo>
                      <a:lnTo>
                        <a:pt x="1288" y="1266"/>
                      </a:lnTo>
                      <a:lnTo>
                        <a:pt x="1288" y="1264"/>
                      </a:lnTo>
                      <a:lnTo>
                        <a:pt x="1287" y="1264"/>
                      </a:lnTo>
                      <a:lnTo>
                        <a:pt x="1288" y="1264"/>
                      </a:lnTo>
                      <a:lnTo>
                        <a:pt x="1288" y="1263"/>
                      </a:lnTo>
                      <a:lnTo>
                        <a:pt x="1288" y="1264"/>
                      </a:lnTo>
                      <a:lnTo>
                        <a:pt x="1287" y="1264"/>
                      </a:lnTo>
                      <a:lnTo>
                        <a:pt x="1285" y="1264"/>
                      </a:lnTo>
                      <a:lnTo>
                        <a:pt x="1285" y="1266"/>
                      </a:lnTo>
                      <a:lnTo>
                        <a:pt x="1285" y="1264"/>
                      </a:lnTo>
                      <a:lnTo>
                        <a:pt x="1285" y="1263"/>
                      </a:lnTo>
                      <a:lnTo>
                        <a:pt x="1283" y="1263"/>
                      </a:lnTo>
                      <a:lnTo>
                        <a:pt x="1281" y="1263"/>
                      </a:lnTo>
                      <a:lnTo>
                        <a:pt x="1279" y="1263"/>
                      </a:lnTo>
                      <a:lnTo>
                        <a:pt x="1279" y="1261"/>
                      </a:lnTo>
                      <a:lnTo>
                        <a:pt x="1277" y="1261"/>
                      </a:lnTo>
                      <a:lnTo>
                        <a:pt x="1276" y="1263"/>
                      </a:lnTo>
                      <a:lnTo>
                        <a:pt x="1276" y="1261"/>
                      </a:lnTo>
                      <a:lnTo>
                        <a:pt x="1274" y="1263"/>
                      </a:lnTo>
                      <a:lnTo>
                        <a:pt x="1272" y="1261"/>
                      </a:lnTo>
                      <a:lnTo>
                        <a:pt x="1272" y="1259"/>
                      </a:lnTo>
                      <a:lnTo>
                        <a:pt x="1272" y="1261"/>
                      </a:lnTo>
                      <a:lnTo>
                        <a:pt x="1272" y="1259"/>
                      </a:lnTo>
                      <a:lnTo>
                        <a:pt x="1270" y="1259"/>
                      </a:lnTo>
                      <a:lnTo>
                        <a:pt x="1268" y="1259"/>
                      </a:lnTo>
                      <a:lnTo>
                        <a:pt x="1266" y="1259"/>
                      </a:lnTo>
                      <a:lnTo>
                        <a:pt x="1266" y="1257"/>
                      </a:lnTo>
                      <a:lnTo>
                        <a:pt x="1265" y="1257"/>
                      </a:lnTo>
                      <a:lnTo>
                        <a:pt x="1263" y="1257"/>
                      </a:lnTo>
                      <a:lnTo>
                        <a:pt x="1261" y="1255"/>
                      </a:lnTo>
                      <a:lnTo>
                        <a:pt x="1259" y="1255"/>
                      </a:lnTo>
                      <a:lnTo>
                        <a:pt x="1257" y="1255"/>
                      </a:lnTo>
                      <a:lnTo>
                        <a:pt x="1256" y="1253"/>
                      </a:lnTo>
                      <a:lnTo>
                        <a:pt x="1256" y="1252"/>
                      </a:lnTo>
                      <a:lnTo>
                        <a:pt x="1257" y="1250"/>
                      </a:lnTo>
                      <a:lnTo>
                        <a:pt x="1257" y="1248"/>
                      </a:lnTo>
                      <a:lnTo>
                        <a:pt x="1257" y="1246"/>
                      </a:lnTo>
                      <a:lnTo>
                        <a:pt x="1256" y="1246"/>
                      </a:lnTo>
                      <a:lnTo>
                        <a:pt x="1256" y="1244"/>
                      </a:lnTo>
                      <a:lnTo>
                        <a:pt x="1256" y="1242"/>
                      </a:lnTo>
                      <a:lnTo>
                        <a:pt x="1254" y="1242"/>
                      </a:lnTo>
                      <a:lnTo>
                        <a:pt x="1254" y="1241"/>
                      </a:lnTo>
                      <a:lnTo>
                        <a:pt x="1256" y="1241"/>
                      </a:lnTo>
                      <a:lnTo>
                        <a:pt x="1256" y="1239"/>
                      </a:lnTo>
                      <a:lnTo>
                        <a:pt x="1256" y="1237"/>
                      </a:lnTo>
                      <a:lnTo>
                        <a:pt x="1254" y="1235"/>
                      </a:lnTo>
                      <a:lnTo>
                        <a:pt x="1254" y="1233"/>
                      </a:lnTo>
                      <a:lnTo>
                        <a:pt x="1256" y="1232"/>
                      </a:lnTo>
                      <a:lnTo>
                        <a:pt x="1256" y="1230"/>
                      </a:lnTo>
                      <a:lnTo>
                        <a:pt x="1254" y="1230"/>
                      </a:lnTo>
                      <a:lnTo>
                        <a:pt x="1256" y="1230"/>
                      </a:lnTo>
                      <a:lnTo>
                        <a:pt x="1254" y="1230"/>
                      </a:lnTo>
                      <a:lnTo>
                        <a:pt x="1254" y="1228"/>
                      </a:lnTo>
                      <a:lnTo>
                        <a:pt x="1254" y="1226"/>
                      </a:lnTo>
                      <a:lnTo>
                        <a:pt x="1256" y="1226"/>
                      </a:lnTo>
                      <a:lnTo>
                        <a:pt x="1254" y="1226"/>
                      </a:lnTo>
                      <a:lnTo>
                        <a:pt x="1256" y="1226"/>
                      </a:lnTo>
                      <a:lnTo>
                        <a:pt x="1257" y="1228"/>
                      </a:lnTo>
                      <a:lnTo>
                        <a:pt x="1259" y="1228"/>
                      </a:lnTo>
                      <a:lnTo>
                        <a:pt x="1261" y="1228"/>
                      </a:lnTo>
                      <a:lnTo>
                        <a:pt x="1259" y="1228"/>
                      </a:lnTo>
                      <a:lnTo>
                        <a:pt x="1257" y="1228"/>
                      </a:lnTo>
                      <a:lnTo>
                        <a:pt x="1257" y="1226"/>
                      </a:lnTo>
                      <a:lnTo>
                        <a:pt x="1256" y="1226"/>
                      </a:lnTo>
                      <a:lnTo>
                        <a:pt x="1256" y="1224"/>
                      </a:lnTo>
                      <a:lnTo>
                        <a:pt x="1256" y="1226"/>
                      </a:lnTo>
                      <a:lnTo>
                        <a:pt x="1256" y="1224"/>
                      </a:lnTo>
                      <a:lnTo>
                        <a:pt x="1256" y="1222"/>
                      </a:lnTo>
                      <a:lnTo>
                        <a:pt x="1257" y="1224"/>
                      </a:lnTo>
                      <a:lnTo>
                        <a:pt x="1257" y="1222"/>
                      </a:lnTo>
                      <a:lnTo>
                        <a:pt x="1259" y="1222"/>
                      </a:lnTo>
                      <a:lnTo>
                        <a:pt x="1261" y="1222"/>
                      </a:lnTo>
                      <a:lnTo>
                        <a:pt x="1261" y="1221"/>
                      </a:lnTo>
                      <a:lnTo>
                        <a:pt x="1263" y="1221"/>
                      </a:lnTo>
                      <a:lnTo>
                        <a:pt x="1263" y="1219"/>
                      </a:lnTo>
                      <a:lnTo>
                        <a:pt x="1265" y="1219"/>
                      </a:lnTo>
                      <a:lnTo>
                        <a:pt x="1266" y="1219"/>
                      </a:lnTo>
                      <a:lnTo>
                        <a:pt x="1265" y="1219"/>
                      </a:lnTo>
                      <a:lnTo>
                        <a:pt x="1266" y="1219"/>
                      </a:lnTo>
                      <a:lnTo>
                        <a:pt x="1265" y="1219"/>
                      </a:lnTo>
                      <a:lnTo>
                        <a:pt x="1266" y="1219"/>
                      </a:lnTo>
                      <a:lnTo>
                        <a:pt x="1265" y="1219"/>
                      </a:lnTo>
                      <a:lnTo>
                        <a:pt x="1266" y="1217"/>
                      </a:lnTo>
                      <a:lnTo>
                        <a:pt x="1268" y="1215"/>
                      </a:lnTo>
                      <a:lnTo>
                        <a:pt x="1270" y="1215"/>
                      </a:lnTo>
                      <a:lnTo>
                        <a:pt x="1272" y="1215"/>
                      </a:lnTo>
                      <a:lnTo>
                        <a:pt x="1272" y="1213"/>
                      </a:lnTo>
                      <a:lnTo>
                        <a:pt x="1274" y="1213"/>
                      </a:lnTo>
                      <a:lnTo>
                        <a:pt x="1276" y="1211"/>
                      </a:lnTo>
                      <a:lnTo>
                        <a:pt x="1277" y="1211"/>
                      </a:lnTo>
                      <a:lnTo>
                        <a:pt x="1277" y="1210"/>
                      </a:lnTo>
                      <a:lnTo>
                        <a:pt x="1277" y="1211"/>
                      </a:lnTo>
                      <a:lnTo>
                        <a:pt x="1277" y="1210"/>
                      </a:lnTo>
                      <a:lnTo>
                        <a:pt x="1277" y="1208"/>
                      </a:lnTo>
                      <a:lnTo>
                        <a:pt x="1277" y="1210"/>
                      </a:lnTo>
                      <a:lnTo>
                        <a:pt x="1277" y="1208"/>
                      </a:lnTo>
                      <a:lnTo>
                        <a:pt x="1277" y="1210"/>
                      </a:lnTo>
                      <a:lnTo>
                        <a:pt x="1276" y="1210"/>
                      </a:lnTo>
                      <a:lnTo>
                        <a:pt x="1276" y="1211"/>
                      </a:lnTo>
                      <a:lnTo>
                        <a:pt x="1274" y="1210"/>
                      </a:lnTo>
                      <a:lnTo>
                        <a:pt x="1274" y="1211"/>
                      </a:lnTo>
                      <a:lnTo>
                        <a:pt x="1274" y="1210"/>
                      </a:lnTo>
                      <a:lnTo>
                        <a:pt x="1274" y="1208"/>
                      </a:lnTo>
                      <a:lnTo>
                        <a:pt x="1276" y="1208"/>
                      </a:lnTo>
                      <a:lnTo>
                        <a:pt x="1274" y="1208"/>
                      </a:lnTo>
                      <a:lnTo>
                        <a:pt x="1276" y="1208"/>
                      </a:lnTo>
                      <a:lnTo>
                        <a:pt x="1276" y="1206"/>
                      </a:lnTo>
                      <a:lnTo>
                        <a:pt x="1274" y="1206"/>
                      </a:lnTo>
                      <a:lnTo>
                        <a:pt x="1276" y="1206"/>
                      </a:lnTo>
                      <a:lnTo>
                        <a:pt x="1277" y="1206"/>
                      </a:lnTo>
                      <a:lnTo>
                        <a:pt x="1277" y="1204"/>
                      </a:lnTo>
                      <a:lnTo>
                        <a:pt x="1279" y="1204"/>
                      </a:lnTo>
                      <a:lnTo>
                        <a:pt x="1281" y="1204"/>
                      </a:lnTo>
                      <a:lnTo>
                        <a:pt x="1281" y="1206"/>
                      </a:lnTo>
                      <a:lnTo>
                        <a:pt x="1283" y="1206"/>
                      </a:lnTo>
                      <a:lnTo>
                        <a:pt x="1285" y="1206"/>
                      </a:lnTo>
                      <a:lnTo>
                        <a:pt x="1285" y="1208"/>
                      </a:lnTo>
                      <a:lnTo>
                        <a:pt x="1285" y="1206"/>
                      </a:lnTo>
                      <a:lnTo>
                        <a:pt x="1287" y="1206"/>
                      </a:lnTo>
                      <a:lnTo>
                        <a:pt x="1288" y="1206"/>
                      </a:lnTo>
                      <a:lnTo>
                        <a:pt x="1287" y="1206"/>
                      </a:lnTo>
                      <a:lnTo>
                        <a:pt x="1287" y="1204"/>
                      </a:lnTo>
                      <a:lnTo>
                        <a:pt x="1287" y="1202"/>
                      </a:lnTo>
                      <a:lnTo>
                        <a:pt x="1288" y="1202"/>
                      </a:lnTo>
                      <a:lnTo>
                        <a:pt x="1287" y="1202"/>
                      </a:lnTo>
                      <a:lnTo>
                        <a:pt x="1288" y="1202"/>
                      </a:lnTo>
                      <a:lnTo>
                        <a:pt x="1288" y="1200"/>
                      </a:lnTo>
                      <a:lnTo>
                        <a:pt x="1290" y="1200"/>
                      </a:lnTo>
                      <a:lnTo>
                        <a:pt x="1292" y="1200"/>
                      </a:lnTo>
                      <a:lnTo>
                        <a:pt x="1294" y="1200"/>
                      </a:lnTo>
                      <a:lnTo>
                        <a:pt x="1294" y="1202"/>
                      </a:lnTo>
                      <a:lnTo>
                        <a:pt x="1294" y="1200"/>
                      </a:lnTo>
                      <a:lnTo>
                        <a:pt x="1294" y="1202"/>
                      </a:lnTo>
                      <a:lnTo>
                        <a:pt x="1296" y="1202"/>
                      </a:lnTo>
                      <a:lnTo>
                        <a:pt x="1298" y="1202"/>
                      </a:lnTo>
                      <a:lnTo>
                        <a:pt x="1296" y="1200"/>
                      </a:lnTo>
                      <a:lnTo>
                        <a:pt x="1298" y="1200"/>
                      </a:lnTo>
                      <a:lnTo>
                        <a:pt x="1296" y="1200"/>
                      </a:lnTo>
                      <a:lnTo>
                        <a:pt x="1298" y="1200"/>
                      </a:lnTo>
                      <a:lnTo>
                        <a:pt x="1298" y="1202"/>
                      </a:lnTo>
                      <a:lnTo>
                        <a:pt x="1298" y="1204"/>
                      </a:lnTo>
                      <a:lnTo>
                        <a:pt x="1298" y="1202"/>
                      </a:lnTo>
                      <a:lnTo>
                        <a:pt x="1298" y="1204"/>
                      </a:lnTo>
                      <a:lnTo>
                        <a:pt x="1298" y="1202"/>
                      </a:lnTo>
                      <a:lnTo>
                        <a:pt x="1299" y="1202"/>
                      </a:lnTo>
                      <a:lnTo>
                        <a:pt x="1299" y="1200"/>
                      </a:lnTo>
                      <a:lnTo>
                        <a:pt x="1299" y="1202"/>
                      </a:lnTo>
                      <a:lnTo>
                        <a:pt x="1299" y="1200"/>
                      </a:lnTo>
                      <a:lnTo>
                        <a:pt x="1301" y="1200"/>
                      </a:lnTo>
                      <a:lnTo>
                        <a:pt x="1301" y="1202"/>
                      </a:lnTo>
                      <a:lnTo>
                        <a:pt x="1303" y="1202"/>
                      </a:lnTo>
                      <a:lnTo>
                        <a:pt x="1305" y="1202"/>
                      </a:lnTo>
                      <a:lnTo>
                        <a:pt x="1303" y="1202"/>
                      </a:lnTo>
                      <a:lnTo>
                        <a:pt x="1305" y="1202"/>
                      </a:lnTo>
                      <a:lnTo>
                        <a:pt x="1303" y="1202"/>
                      </a:lnTo>
                      <a:lnTo>
                        <a:pt x="1303" y="1204"/>
                      </a:lnTo>
                      <a:lnTo>
                        <a:pt x="1301" y="1204"/>
                      </a:lnTo>
                      <a:lnTo>
                        <a:pt x="1303" y="1204"/>
                      </a:lnTo>
                      <a:lnTo>
                        <a:pt x="1301" y="1204"/>
                      </a:lnTo>
                      <a:lnTo>
                        <a:pt x="1303" y="1204"/>
                      </a:lnTo>
                      <a:lnTo>
                        <a:pt x="1303" y="1202"/>
                      </a:lnTo>
                      <a:lnTo>
                        <a:pt x="1303" y="1204"/>
                      </a:lnTo>
                      <a:lnTo>
                        <a:pt x="1303" y="1202"/>
                      </a:lnTo>
                      <a:lnTo>
                        <a:pt x="1305" y="1202"/>
                      </a:lnTo>
                      <a:lnTo>
                        <a:pt x="1307" y="1202"/>
                      </a:lnTo>
                      <a:lnTo>
                        <a:pt x="1308" y="1202"/>
                      </a:lnTo>
                      <a:lnTo>
                        <a:pt x="1307" y="1202"/>
                      </a:lnTo>
                      <a:lnTo>
                        <a:pt x="1308" y="1202"/>
                      </a:lnTo>
                      <a:lnTo>
                        <a:pt x="1308" y="1200"/>
                      </a:lnTo>
                      <a:lnTo>
                        <a:pt x="1307" y="1202"/>
                      </a:lnTo>
                      <a:lnTo>
                        <a:pt x="1305" y="1200"/>
                      </a:lnTo>
                      <a:lnTo>
                        <a:pt x="1307" y="1200"/>
                      </a:lnTo>
                      <a:lnTo>
                        <a:pt x="1308" y="1200"/>
                      </a:lnTo>
                      <a:lnTo>
                        <a:pt x="1308" y="1199"/>
                      </a:lnTo>
                      <a:lnTo>
                        <a:pt x="1310" y="1199"/>
                      </a:lnTo>
                      <a:lnTo>
                        <a:pt x="1312" y="1199"/>
                      </a:lnTo>
                      <a:lnTo>
                        <a:pt x="1312" y="1200"/>
                      </a:lnTo>
                      <a:lnTo>
                        <a:pt x="1314" y="1200"/>
                      </a:lnTo>
                      <a:lnTo>
                        <a:pt x="1314" y="1199"/>
                      </a:lnTo>
                      <a:lnTo>
                        <a:pt x="1314" y="1200"/>
                      </a:lnTo>
                      <a:lnTo>
                        <a:pt x="1314" y="1199"/>
                      </a:lnTo>
                      <a:lnTo>
                        <a:pt x="1316" y="1199"/>
                      </a:lnTo>
                      <a:lnTo>
                        <a:pt x="1318" y="1199"/>
                      </a:lnTo>
                      <a:lnTo>
                        <a:pt x="1318" y="1200"/>
                      </a:lnTo>
                      <a:lnTo>
                        <a:pt x="1316" y="1200"/>
                      </a:lnTo>
                      <a:lnTo>
                        <a:pt x="1318" y="1200"/>
                      </a:lnTo>
                      <a:lnTo>
                        <a:pt x="1318" y="1202"/>
                      </a:lnTo>
                      <a:lnTo>
                        <a:pt x="1318" y="1204"/>
                      </a:lnTo>
                      <a:lnTo>
                        <a:pt x="1319" y="1204"/>
                      </a:lnTo>
                      <a:lnTo>
                        <a:pt x="1318" y="1204"/>
                      </a:lnTo>
                      <a:lnTo>
                        <a:pt x="1319" y="1204"/>
                      </a:lnTo>
                      <a:lnTo>
                        <a:pt x="1318" y="1204"/>
                      </a:lnTo>
                      <a:lnTo>
                        <a:pt x="1318" y="1206"/>
                      </a:lnTo>
                      <a:lnTo>
                        <a:pt x="1318" y="1208"/>
                      </a:lnTo>
                      <a:lnTo>
                        <a:pt x="1318" y="1206"/>
                      </a:lnTo>
                      <a:lnTo>
                        <a:pt x="1318" y="1204"/>
                      </a:lnTo>
                      <a:lnTo>
                        <a:pt x="1319" y="1204"/>
                      </a:lnTo>
                      <a:lnTo>
                        <a:pt x="1318" y="1204"/>
                      </a:lnTo>
                      <a:lnTo>
                        <a:pt x="1318" y="1202"/>
                      </a:lnTo>
                      <a:lnTo>
                        <a:pt x="1318" y="1200"/>
                      </a:lnTo>
                      <a:lnTo>
                        <a:pt x="1318" y="1199"/>
                      </a:lnTo>
                      <a:lnTo>
                        <a:pt x="1316" y="1199"/>
                      </a:lnTo>
                      <a:lnTo>
                        <a:pt x="1318" y="1199"/>
                      </a:lnTo>
                      <a:lnTo>
                        <a:pt x="1319" y="1199"/>
                      </a:lnTo>
                      <a:lnTo>
                        <a:pt x="1319" y="1200"/>
                      </a:lnTo>
                      <a:lnTo>
                        <a:pt x="1321" y="1200"/>
                      </a:lnTo>
                      <a:lnTo>
                        <a:pt x="1323" y="1200"/>
                      </a:lnTo>
                      <a:lnTo>
                        <a:pt x="1323" y="1202"/>
                      </a:lnTo>
                      <a:lnTo>
                        <a:pt x="1323" y="1200"/>
                      </a:lnTo>
                      <a:lnTo>
                        <a:pt x="1325" y="1200"/>
                      </a:lnTo>
                      <a:lnTo>
                        <a:pt x="1325" y="1202"/>
                      </a:lnTo>
                      <a:lnTo>
                        <a:pt x="1323" y="1202"/>
                      </a:lnTo>
                      <a:lnTo>
                        <a:pt x="1325" y="1202"/>
                      </a:lnTo>
                      <a:lnTo>
                        <a:pt x="1325" y="1204"/>
                      </a:lnTo>
                      <a:lnTo>
                        <a:pt x="1325" y="1202"/>
                      </a:lnTo>
                      <a:lnTo>
                        <a:pt x="1325" y="1204"/>
                      </a:lnTo>
                      <a:lnTo>
                        <a:pt x="1325" y="1202"/>
                      </a:lnTo>
                      <a:lnTo>
                        <a:pt x="1325" y="1200"/>
                      </a:lnTo>
                      <a:lnTo>
                        <a:pt x="1323" y="1200"/>
                      </a:lnTo>
                      <a:lnTo>
                        <a:pt x="1323" y="1199"/>
                      </a:lnTo>
                      <a:lnTo>
                        <a:pt x="1323" y="1197"/>
                      </a:lnTo>
                      <a:lnTo>
                        <a:pt x="1325" y="1197"/>
                      </a:lnTo>
                      <a:lnTo>
                        <a:pt x="1327" y="1197"/>
                      </a:lnTo>
                      <a:lnTo>
                        <a:pt x="1327" y="1195"/>
                      </a:lnTo>
                      <a:lnTo>
                        <a:pt x="1329" y="1195"/>
                      </a:lnTo>
                      <a:lnTo>
                        <a:pt x="1327" y="1195"/>
                      </a:lnTo>
                      <a:lnTo>
                        <a:pt x="1329" y="1195"/>
                      </a:lnTo>
                      <a:close/>
                      <a:moveTo>
                        <a:pt x="1412" y="1102"/>
                      </a:moveTo>
                      <a:lnTo>
                        <a:pt x="1414" y="1102"/>
                      </a:lnTo>
                      <a:lnTo>
                        <a:pt x="1416" y="1104"/>
                      </a:lnTo>
                      <a:lnTo>
                        <a:pt x="1418" y="1104"/>
                      </a:lnTo>
                      <a:lnTo>
                        <a:pt x="1420" y="1104"/>
                      </a:lnTo>
                      <a:lnTo>
                        <a:pt x="1420" y="1105"/>
                      </a:lnTo>
                      <a:lnTo>
                        <a:pt x="1422" y="1105"/>
                      </a:lnTo>
                      <a:lnTo>
                        <a:pt x="1422" y="1107"/>
                      </a:lnTo>
                      <a:lnTo>
                        <a:pt x="1422" y="1105"/>
                      </a:lnTo>
                      <a:lnTo>
                        <a:pt x="1423" y="1107"/>
                      </a:lnTo>
                      <a:lnTo>
                        <a:pt x="1425" y="1107"/>
                      </a:lnTo>
                      <a:lnTo>
                        <a:pt x="1427" y="1109"/>
                      </a:lnTo>
                      <a:lnTo>
                        <a:pt x="1429" y="1109"/>
                      </a:lnTo>
                      <a:lnTo>
                        <a:pt x="1431" y="1109"/>
                      </a:lnTo>
                      <a:lnTo>
                        <a:pt x="1431" y="1111"/>
                      </a:lnTo>
                      <a:lnTo>
                        <a:pt x="1431" y="1113"/>
                      </a:lnTo>
                      <a:lnTo>
                        <a:pt x="1431" y="1115"/>
                      </a:lnTo>
                      <a:lnTo>
                        <a:pt x="1431" y="1116"/>
                      </a:lnTo>
                      <a:lnTo>
                        <a:pt x="1431" y="1115"/>
                      </a:lnTo>
                      <a:lnTo>
                        <a:pt x="1431" y="1116"/>
                      </a:lnTo>
                      <a:lnTo>
                        <a:pt x="1433" y="1116"/>
                      </a:lnTo>
                      <a:lnTo>
                        <a:pt x="1433" y="1115"/>
                      </a:lnTo>
                      <a:lnTo>
                        <a:pt x="1433" y="1116"/>
                      </a:lnTo>
                      <a:lnTo>
                        <a:pt x="1431" y="1116"/>
                      </a:lnTo>
                      <a:lnTo>
                        <a:pt x="1433" y="1116"/>
                      </a:lnTo>
                      <a:lnTo>
                        <a:pt x="1433" y="1118"/>
                      </a:lnTo>
                      <a:lnTo>
                        <a:pt x="1431" y="1118"/>
                      </a:lnTo>
                      <a:lnTo>
                        <a:pt x="1431" y="1120"/>
                      </a:lnTo>
                      <a:lnTo>
                        <a:pt x="1431" y="1122"/>
                      </a:lnTo>
                      <a:lnTo>
                        <a:pt x="1429" y="1122"/>
                      </a:lnTo>
                      <a:lnTo>
                        <a:pt x="1431" y="1122"/>
                      </a:lnTo>
                      <a:lnTo>
                        <a:pt x="1429" y="1122"/>
                      </a:lnTo>
                      <a:lnTo>
                        <a:pt x="1429" y="1120"/>
                      </a:lnTo>
                      <a:lnTo>
                        <a:pt x="1427" y="1120"/>
                      </a:lnTo>
                      <a:lnTo>
                        <a:pt x="1429" y="1120"/>
                      </a:lnTo>
                      <a:lnTo>
                        <a:pt x="1429" y="1122"/>
                      </a:lnTo>
                      <a:lnTo>
                        <a:pt x="1429" y="1124"/>
                      </a:lnTo>
                      <a:lnTo>
                        <a:pt x="1427" y="1124"/>
                      </a:lnTo>
                      <a:lnTo>
                        <a:pt x="1425" y="1122"/>
                      </a:lnTo>
                      <a:lnTo>
                        <a:pt x="1423" y="1120"/>
                      </a:lnTo>
                      <a:lnTo>
                        <a:pt x="1423" y="1118"/>
                      </a:lnTo>
                      <a:lnTo>
                        <a:pt x="1422" y="1118"/>
                      </a:lnTo>
                      <a:lnTo>
                        <a:pt x="1422" y="1116"/>
                      </a:lnTo>
                      <a:lnTo>
                        <a:pt x="1422" y="1115"/>
                      </a:lnTo>
                      <a:lnTo>
                        <a:pt x="1422" y="1113"/>
                      </a:lnTo>
                      <a:lnTo>
                        <a:pt x="1422" y="1115"/>
                      </a:lnTo>
                      <a:lnTo>
                        <a:pt x="1422" y="1116"/>
                      </a:lnTo>
                      <a:lnTo>
                        <a:pt x="1420" y="1115"/>
                      </a:lnTo>
                      <a:lnTo>
                        <a:pt x="1420" y="1113"/>
                      </a:lnTo>
                      <a:lnTo>
                        <a:pt x="1418" y="1111"/>
                      </a:lnTo>
                      <a:lnTo>
                        <a:pt x="1418" y="1109"/>
                      </a:lnTo>
                      <a:lnTo>
                        <a:pt x="1416" y="1109"/>
                      </a:lnTo>
                      <a:lnTo>
                        <a:pt x="1416" y="1107"/>
                      </a:lnTo>
                      <a:lnTo>
                        <a:pt x="1416" y="1105"/>
                      </a:lnTo>
                      <a:lnTo>
                        <a:pt x="1416" y="1104"/>
                      </a:lnTo>
                      <a:lnTo>
                        <a:pt x="1414" y="1104"/>
                      </a:lnTo>
                      <a:lnTo>
                        <a:pt x="1414" y="1102"/>
                      </a:lnTo>
                      <a:lnTo>
                        <a:pt x="1412" y="1102"/>
                      </a:lnTo>
                      <a:close/>
                      <a:moveTo>
                        <a:pt x="1715" y="1010"/>
                      </a:moveTo>
                      <a:lnTo>
                        <a:pt x="1717" y="1010"/>
                      </a:lnTo>
                      <a:lnTo>
                        <a:pt x="1717" y="1012"/>
                      </a:lnTo>
                      <a:lnTo>
                        <a:pt x="1719" y="1012"/>
                      </a:lnTo>
                      <a:lnTo>
                        <a:pt x="1719" y="1014"/>
                      </a:lnTo>
                      <a:lnTo>
                        <a:pt x="1721" y="1014"/>
                      </a:lnTo>
                      <a:lnTo>
                        <a:pt x="1721" y="1016"/>
                      </a:lnTo>
                      <a:lnTo>
                        <a:pt x="1723" y="1016"/>
                      </a:lnTo>
                      <a:lnTo>
                        <a:pt x="1723" y="1018"/>
                      </a:lnTo>
                      <a:lnTo>
                        <a:pt x="1723" y="1016"/>
                      </a:lnTo>
                      <a:lnTo>
                        <a:pt x="1725" y="1016"/>
                      </a:lnTo>
                      <a:lnTo>
                        <a:pt x="1726" y="1016"/>
                      </a:lnTo>
                      <a:lnTo>
                        <a:pt x="1725" y="1016"/>
                      </a:lnTo>
                      <a:lnTo>
                        <a:pt x="1725" y="1018"/>
                      </a:lnTo>
                      <a:lnTo>
                        <a:pt x="1726" y="1018"/>
                      </a:lnTo>
                      <a:lnTo>
                        <a:pt x="1728" y="1018"/>
                      </a:lnTo>
                      <a:lnTo>
                        <a:pt x="1730" y="1018"/>
                      </a:lnTo>
                      <a:lnTo>
                        <a:pt x="1730" y="1019"/>
                      </a:lnTo>
                      <a:lnTo>
                        <a:pt x="1730" y="1021"/>
                      </a:lnTo>
                      <a:lnTo>
                        <a:pt x="1732" y="1021"/>
                      </a:lnTo>
                      <a:lnTo>
                        <a:pt x="1732" y="1023"/>
                      </a:lnTo>
                      <a:lnTo>
                        <a:pt x="1730" y="1023"/>
                      </a:lnTo>
                      <a:lnTo>
                        <a:pt x="1728" y="1023"/>
                      </a:lnTo>
                      <a:lnTo>
                        <a:pt x="1728" y="1025"/>
                      </a:lnTo>
                      <a:lnTo>
                        <a:pt x="1726" y="1025"/>
                      </a:lnTo>
                      <a:lnTo>
                        <a:pt x="1726" y="1027"/>
                      </a:lnTo>
                      <a:lnTo>
                        <a:pt x="1726" y="1029"/>
                      </a:lnTo>
                      <a:lnTo>
                        <a:pt x="1726" y="1030"/>
                      </a:lnTo>
                      <a:lnTo>
                        <a:pt x="1726" y="1032"/>
                      </a:lnTo>
                      <a:lnTo>
                        <a:pt x="1725" y="1032"/>
                      </a:lnTo>
                      <a:lnTo>
                        <a:pt x="1726" y="1032"/>
                      </a:lnTo>
                      <a:lnTo>
                        <a:pt x="1726" y="1034"/>
                      </a:lnTo>
                      <a:lnTo>
                        <a:pt x="1728" y="1036"/>
                      </a:lnTo>
                      <a:lnTo>
                        <a:pt x="1726" y="1036"/>
                      </a:lnTo>
                      <a:lnTo>
                        <a:pt x="1728" y="1036"/>
                      </a:lnTo>
                      <a:lnTo>
                        <a:pt x="1728" y="1038"/>
                      </a:lnTo>
                      <a:lnTo>
                        <a:pt x="1726" y="1040"/>
                      </a:lnTo>
                      <a:lnTo>
                        <a:pt x="1728" y="1040"/>
                      </a:lnTo>
                      <a:lnTo>
                        <a:pt x="1726" y="1040"/>
                      </a:lnTo>
                      <a:lnTo>
                        <a:pt x="1726" y="1041"/>
                      </a:lnTo>
                      <a:lnTo>
                        <a:pt x="1725" y="1041"/>
                      </a:lnTo>
                      <a:lnTo>
                        <a:pt x="1725" y="1043"/>
                      </a:lnTo>
                      <a:lnTo>
                        <a:pt x="1725" y="1045"/>
                      </a:lnTo>
                      <a:lnTo>
                        <a:pt x="1725" y="1047"/>
                      </a:lnTo>
                      <a:lnTo>
                        <a:pt x="1723" y="1047"/>
                      </a:lnTo>
                      <a:lnTo>
                        <a:pt x="1723" y="1049"/>
                      </a:lnTo>
                      <a:lnTo>
                        <a:pt x="1721" y="1051"/>
                      </a:lnTo>
                      <a:lnTo>
                        <a:pt x="1721" y="1052"/>
                      </a:lnTo>
                      <a:lnTo>
                        <a:pt x="1719" y="1052"/>
                      </a:lnTo>
                      <a:lnTo>
                        <a:pt x="1719" y="1054"/>
                      </a:lnTo>
                      <a:lnTo>
                        <a:pt x="1719" y="1056"/>
                      </a:lnTo>
                      <a:lnTo>
                        <a:pt x="1719" y="1058"/>
                      </a:lnTo>
                      <a:lnTo>
                        <a:pt x="1719" y="1060"/>
                      </a:lnTo>
                      <a:lnTo>
                        <a:pt x="1719" y="1062"/>
                      </a:lnTo>
                      <a:lnTo>
                        <a:pt x="1717" y="1062"/>
                      </a:lnTo>
                      <a:lnTo>
                        <a:pt x="1717" y="1063"/>
                      </a:lnTo>
                      <a:lnTo>
                        <a:pt x="1717" y="1065"/>
                      </a:lnTo>
                      <a:lnTo>
                        <a:pt x="1717" y="1067"/>
                      </a:lnTo>
                      <a:lnTo>
                        <a:pt x="1715" y="1067"/>
                      </a:lnTo>
                      <a:lnTo>
                        <a:pt x="1715" y="1069"/>
                      </a:lnTo>
                      <a:lnTo>
                        <a:pt x="1717" y="1069"/>
                      </a:lnTo>
                      <a:lnTo>
                        <a:pt x="1715" y="1069"/>
                      </a:lnTo>
                      <a:lnTo>
                        <a:pt x="1715" y="1071"/>
                      </a:lnTo>
                      <a:lnTo>
                        <a:pt x="1715" y="1073"/>
                      </a:lnTo>
                      <a:lnTo>
                        <a:pt x="1715" y="1074"/>
                      </a:lnTo>
                      <a:lnTo>
                        <a:pt x="1715" y="1076"/>
                      </a:lnTo>
                      <a:lnTo>
                        <a:pt x="1714" y="1076"/>
                      </a:lnTo>
                      <a:lnTo>
                        <a:pt x="1715" y="1076"/>
                      </a:lnTo>
                      <a:lnTo>
                        <a:pt x="1714" y="1078"/>
                      </a:lnTo>
                      <a:lnTo>
                        <a:pt x="1714" y="1080"/>
                      </a:lnTo>
                      <a:lnTo>
                        <a:pt x="1714" y="1082"/>
                      </a:lnTo>
                      <a:lnTo>
                        <a:pt x="1712" y="1082"/>
                      </a:lnTo>
                      <a:lnTo>
                        <a:pt x="1712" y="1083"/>
                      </a:lnTo>
                      <a:lnTo>
                        <a:pt x="1712" y="1085"/>
                      </a:lnTo>
                      <a:lnTo>
                        <a:pt x="1710" y="1085"/>
                      </a:lnTo>
                      <a:lnTo>
                        <a:pt x="1710" y="1087"/>
                      </a:lnTo>
                      <a:lnTo>
                        <a:pt x="1712" y="1087"/>
                      </a:lnTo>
                      <a:lnTo>
                        <a:pt x="1710" y="1089"/>
                      </a:lnTo>
                      <a:lnTo>
                        <a:pt x="1712" y="1089"/>
                      </a:lnTo>
                      <a:lnTo>
                        <a:pt x="1710" y="1089"/>
                      </a:lnTo>
                      <a:lnTo>
                        <a:pt x="1710" y="1091"/>
                      </a:lnTo>
                      <a:lnTo>
                        <a:pt x="1710" y="1089"/>
                      </a:lnTo>
                      <a:lnTo>
                        <a:pt x="1710" y="1091"/>
                      </a:lnTo>
                      <a:lnTo>
                        <a:pt x="1710" y="1089"/>
                      </a:lnTo>
                      <a:lnTo>
                        <a:pt x="1710" y="1091"/>
                      </a:lnTo>
                      <a:lnTo>
                        <a:pt x="1708" y="1091"/>
                      </a:lnTo>
                      <a:lnTo>
                        <a:pt x="1708" y="1093"/>
                      </a:lnTo>
                      <a:lnTo>
                        <a:pt x="1708" y="1094"/>
                      </a:lnTo>
                      <a:lnTo>
                        <a:pt x="1706" y="1094"/>
                      </a:lnTo>
                      <a:lnTo>
                        <a:pt x="1706" y="1096"/>
                      </a:lnTo>
                      <a:lnTo>
                        <a:pt x="1706" y="1098"/>
                      </a:lnTo>
                      <a:lnTo>
                        <a:pt x="1705" y="1098"/>
                      </a:lnTo>
                      <a:lnTo>
                        <a:pt x="1703" y="1098"/>
                      </a:lnTo>
                      <a:lnTo>
                        <a:pt x="1703" y="1100"/>
                      </a:lnTo>
                      <a:lnTo>
                        <a:pt x="1705" y="1100"/>
                      </a:lnTo>
                      <a:lnTo>
                        <a:pt x="1703" y="1100"/>
                      </a:lnTo>
                      <a:lnTo>
                        <a:pt x="1703" y="1102"/>
                      </a:lnTo>
                      <a:lnTo>
                        <a:pt x="1701" y="1104"/>
                      </a:lnTo>
                      <a:lnTo>
                        <a:pt x="1699" y="1104"/>
                      </a:lnTo>
                      <a:lnTo>
                        <a:pt x="1699" y="1105"/>
                      </a:lnTo>
                      <a:lnTo>
                        <a:pt x="1697" y="1105"/>
                      </a:lnTo>
                      <a:lnTo>
                        <a:pt x="1697" y="1107"/>
                      </a:lnTo>
                      <a:lnTo>
                        <a:pt x="1697" y="1109"/>
                      </a:lnTo>
                      <a:lnTo>
                        <a:pt x="1695" y="1109"/>
                      </a:lnTo>
                      <a:lnTo>
                        <a:pt x="1695" y="1111"/>
                      </a:lnTo>
                      <a:lnTo>
                        <a:pt x="1695" y="1113"/>
                      </a:lnTo>
                      <a:lnTo>
                        <a:pt x="1694" y="1113"/>
                      </a:lnTo>
                      <a:lnTo>
                        <a:pt x="1694" y="1115"/>
                      </a:lnTo>
                      <a:lnTo>
                        <a:pt x="1694" y="1116"/>
                      </a:lnTo>
                      <a:lnTo>
                        <a:pt x="1694" y="1118"/>
                      </a:lnTo>
                      <a:lnTo>
                        <a:pt x="1694" y="1120"/>
                      </a:lnTo>
                      <a:lnTo>
                        <a:pt x="1694" y="1122"/>
                      </a:lnTo>
                      <a:lnTo>
                        <a:pt x="1694" y="1124"/>
                      </a:lnTo>
                      <a:lnTo>
                        <a:pt x="1692" y="1124"/>
                      </a:lnTo>
                      <a:lnTo>
                        <a:pt x="1692" y="1126"/>
                      </a:lnTo>
                      <a:lnTo>
                        <a:pt x="1694" y="1126"/>
                      </a:lnTo>
                      <a:lnTo>
                        <a:pt x="1694" y="1127"/>
                      </a:lnTo>
                      <a:lnTo>
                        <a:pt x="1692" y="1127"/>
                      </a:lnTo>
                      <a:lnTo>
                        <a:pt x="1692" y="1129"/>
                      </a:lnTo>
                      <a:lnTo>
                        <a:pt x="1692" y="1131"/>
                      </a:lnTo>
                      <a:lnTo>
                        <a:pt x="1692" y="1133"/>
                      </a:lnTo>
                      <a:lnTo>
                        <a:pt x="1690" y="1133"/>
                      </a:lnTo>
                      <a:lnTo>
                        <a:pt x="1690" y="1131"/>
                      </a:lnTo>
                      <a:lnTo>
                        <a:pt x="1688" y="1131"/>
                      </a:lnTo>
                      <a:lnTo>
                        <a:pt x="1688" y="1133"/>
                      </a:lnTo>
                      <a:lnTo>
                        <a:pt x="1686" y="1133"/>
                      </a:lnTo>
                      <a:lnTo>
                        <a:pt x="1686" y="1131"/>
                      </a:lnTo>
                      <a:lnTo>
                        <a:pt x="1686" y="1129"/>
                      </a:lnTo>
                      <a:lnTo>
                        <a:pt x="1686" y="1127"/>
                      </a:lnTo>
                      <a:lnTo>
                        <a:pt x="1686" y="1126"/>
                      </a:lnTo>
                      <a:lnTo>
                        <a:pt x="1686" y="1124"/>
                      </a:lnTo>
                      <a:lnTo>
                        <a:pt x="1686" y="1122"/>
                      </a:lnTo>
                      <a:lnTo>
                        <a:pt x="1684" y="1122"/>
                      </a:lnTo>
                      <a:lnTo>
                        <a:pt x="1686" y="1122"/>
                      </a:lnTo>
                      <a:lnTo>
                        <a:pt x="1684" y="1122"/>
                      </a:lnTo>
                      <a:lnTo>
                        <a:pt x="1684" y="1120"/>
                      </a:lnTo>
                      <a:lnTo>
                        <a:pt x="1684" y="1118"/>
                      </a:lnTo>
                      <a:lnTo>
                        <a:pt x="1683" y="1118"/>
                      </a:lnTo>
                      <a:lnTo>
                        <a:pt x="1683" y="1116"/>
                      </a:lnTo>
                      <a:lnTo>
                        <a:pt x="1681" y="1115"/>
                      </a:lnTo>
                      <a:lnTo>
                        <a:pt x="1679" y="1115"/>
                      </a:lnTo>
                      <a:lnTo>
                        <a:pt x="1677" y="1113"/>
                      </a:lnTo>
                      <a:lnTo>
                        <a:pt x="1679" y="1113"/>
                      </a:lnTo>
                      <a:lnTo>
                        <a:pt x="1677" y="1113"/>
                      </a:lnTo>
                      <a:lnTo>
                        <a:pt x="1675" y="1113"/>
                      </a:lnTo>
                      <a:lnTo>
                        <a:pt x="1675" y="1111"/>
                      </a:lnTo>
                      <a:lnTo>
                        <a:pt x="1677" y="1111"/>
                      </a:lnTo>
                      <a:lnTo>
                        <a:pt x="1675" y="1111"/>
                      </a:lnTo>
                      <a:lnTo>
                        <a:pt x="1675" y="1109"/>
                      </a:lnTo>
                      <a:lnTo>
                        <a:pt x="1677" y="1109"/>
                      </a:lnTo>
                      <a:lnTo>
                        <a:pt x="1677" y="1107"/>
                      </a:lnTo>
                      <a:lnTo>
                        <a:pt x="1677" y="1105"/>
                      </a:lnTo>
                      <a:lnTo>
                        <a:pt x="1677" y="1107"/>
                      </a:lnTo>
                      <a:lnTo>
                        <a:pt x="1677" y="1109"/>
                      </a:lnTo>
                      <a:lnTo>
                        <a:pt x="1675" y="1109"/>
                      </a:lnTo>
                      <a:lnTo>
                        <a:pt x="1675" y="1111"/>
                      </a:lnTo>
                      <a:lnTo>
                        <a:pt x="1675" y="1113"/>
                      </a:lnTo>
                      <a:lnTo>
                        <a:pt x="1673" y="1111"/>
                      </a:lnTo>
                      <a:lnTo>
                        <a:pt x="1672" y="1109"/>
                      </a:lnTo>
                      <a:lnTo>
                        <a:pt x="1673" y="1109"/>
                      </a:lnTo>
                      <a:lnTo>
                        <a:pt x="1672" y="1109"/>
                      </a:lnTo>
                      <a:lnTo>
                        <a:pt x="1673" y="1109"/>
                      </a:lnTo>
                      <a:lnTo>
                        <a:pt x="1672" y="1109"/>
                      </a:lnTo>
                      <a:lnTo>
                        <a:pt x="1672" y="1107"/>
                      </a:lnTo>
                      <a:lnTo>
                        <a:pt x="1670" y="1107"/>
                      </a:lnTo>
                      <a:lnTo>
                        <a:pt x="1670" y="1105"/>
                      </a:lnTo>
                      <a:lnTo>
                        <a:pt x="1670" y="1104"/>
                      </a:lnTo>
                      <a:lnTo>
                        <a:pt x="1670" y="1105"/>
                      </a:lnTo>
                      <a:lnTo>
                        <a:pt x="1670" y="1104"/>
                      </a:lnTo>
                      <a:lnTo>
                        <a:pt x="1670" y="1102"/>
                      </a:lnTo>
                      <a:lnTo>
                        <a:pt x="1668" y="1100"/>
                      </a:lnTo>
                      <a:lnTo>
                        <a:pt x="1668" y="1098"/>
                      </a:lnTo>
                      <a:lnTo>
                        <a:pt x="1668" y="1096"/>
                      </a:lnTo>
                      <a:lnTo>
                        <a:pt x="1666" y="1094"/>
                      </a:lnTo>
                      <a:lnTo>
                        <a:pt x="1668" y="1094"/>
                      </a:lnTo>
                      <a:lnTo>
                        <a:pt x="1666" y="1094"/>
                      </a:lnTo>
                      <a:lnTo>
                        <a:pt x="1668" y="1094"/>
                      </a:lnTo>
                      <a:lnTo>
                        <a:pt x="1666" y="1094"/>
                      </a:lnTo>
                      <a:lnTo>
                        <a:pt x="1666" y="1093"/>
                      </a:lnTo>
                      <a:lnTo>
                        <a:pt x="1666" y="1094"/>
                      </a:lnTo>
                      <a:lnTo>
                        <a:pt x="1666" y="1093"/>
                      </a:lnTo>
                      <a:lnTo>
                        <a:pt x="1668" y="1093"/>
                      </a:lnTo>
                      <a:lnTo>
                        <a:pt x="1666" y="1093"/>
                      </a:lnTo>
                      <a:lnTo>
                        <a:pt x="1664" y="1093"/>
                      </a:lnTo>
                      <a:lnTo>
                        <a:pt x="1663" y="1093"/>
                      </a:lnTo>
                      <a:lnTo>
                        <a:pt x="1663" y="1091"/>
                      </a:lnTo>
                      <a:lnTo>
                        <a:pt x="1664" y="1091"/>
                      </a:lnTo>
                      <a:lnTo>
                        <a:pt x="1666" y="1091"/>
                      </a:lnTo>
                      <a:lnTo>
                        <a:pt x="1664" y="1091"/>
                      </a:lnTo>
                      <a:lnTo>
                        <a:pt x="1663" y="1091"/>
                      </a:lnTo>
                      <a:lnTo>
                        <a:pt x="1663" y="1089"/>
                      </a:lnTo>
                      <a:lnTo>
                        <a:pt x="1664" y="1089"/>
                      </a:lnTo>
                      <a:lnTo>
                        <a:pt x="1664" y="1087"/>
                      </a:lnTo>
                      <a:lnTo>
                        <a:pt x="1663" y="1087"/>
                      </a:lnTo>
                      <a:lnTo>
                        <a:pt x="1664" y="1087"/>
                      </a:lnTo>
                      <a:lnTo>
                        <a:pt x="1664" y="1085"/>
                      </a:lnTo>
                      <a:lnTo>
                        <a:pt x="1666" y="1085"/>
                      </a:lnTo>
                      <a:lnTo>
                        <a:pt x="1664" y="1085"/>
                      </a:lnTo>
                      <a:lnTo>
                        <a:pt x="1664" y="1083"/>
                      </a:lnTo>
                      <a:lnTo>
                        <a:pt x="1664" y="1082"/>
                      </a:lnTo>
                      <a:lnTo>
                        <a:pt x="1666" y="1082"/>
                      </a:lnTo>
                      <a:lnTo>
                        <a:pt x="1664" y="1082"/>
                      </a:lnTo>
                      <a:lnTo>
                        <a:pt x="1666" y="1082"/>
                      </a:lnTo>
                      <a:lnTo>
                        <a:pt x="1664" y="1082"/>
                      </a:lnTo>
                      <a:lnTo>
                        <a:pt x="1666" y="1082"/>
                      </a:lnTo>
                      <a:lnTo>
                        <a:pt x="1664" y="1082"/>
                      </a:lnTo>
                      <a:lnTo>
                        <a:pt x="1666" y="1080"/>
                      </a:lnTo>
                      <a:lnTo>
                        <a:pt x="1664" y="1082"/>
                      </a:lnTo>
                      <a:lnTo>
                        <a:pt x="1666" y="1080"/>
                      </a:lnTo>
                      <a:lnTo>
                        <a:pt x="1666" y="1082"/>
                      </a:lnTo>
                      <a:lnTo>
                        <a:pt x="1668" y="1082"/>
                      </a:lnTo>
                      <a:lnTo>
                        <a:pt x="1668" y="1080"/>
                      </a:lnTo>
                      <a:lnTo>
                        <a:pt x="1668" y="1082"/>
                      </a:lnTo>
                      <a:lnTo>
                        <a:pt x="1668" y="1080"/>
                      </a:lnTo>
                      <a:lnTo>
                        <a:pt x="1666" y="1080"/>
                      </a:lnTo>
                      <a:lnTo>
                        <a:pt x="1666" y="1078"/>
                      </a:lnTo>
                      <a:lnTo>
                        <a:pt x="1666" y="1080"/>
                      </a:lnTo>
                      <a:lnTo>
                        <a:pt x="1666" y="1078"/>
                      </a:lnTo>
                      <a:lnTo>
                        <a:pt x="1668" y="1078"/>
                      </a:lnTo>
                      <a:lnTo>
                        <a:pt x="1668" y="1076"/>
                      </a:lnTo>
                      <a:lnTo>
                        <a:pt x="1666" y="1078"/>
                      </a:lnTo>
                      <a:lnTo>
                        <a:pt x="1666" y="1076"/>
                      </a:lnTo>
                      <a:lnTo>
                        <a:pt x="1666" y="1078"/>
                      </a:lnTo>
                      <a:lnTo>
                        <a:pt x="1666" y="1076"/>
                      </a:lnTo>
                      <a:lnTo>
                        <a:pt x="1664" y="1076"/>
                      </a:lnTo>
                      <a:lnTo>
                        <a:pt x="1664" y="1074"/>
                      </a:lnTo>
                      <a:lnTo>
                        <a:pt x="1666" y="1074"/>
                      </a:lnTo>
                      <a:lnTo>
                        <a:pt x="1668" y="1074"/>
                      </a:lnTo>
                      <a:lnTo>
                        <a:pt x="1668" y="1076"/>
                      </a:lnTo>
                      <a:lnTo>
                        <a:pt x="1668" y="1074"/>
                      </a:lnTo>
                      <a:lnTo>
                        <a:pt x="1666" y="1074"/>
                      </a:lnTo>
                      <a:lnTo>
                        <a:pt x="1666" y="1073"/>
                      </a:lnTo>
                      <a:lnTo>
                        <a:pt x="1666" y="1071"/>
                      </a:lnTo>
                      <a:lnTo>
                        <a:pt x="1666" y="1069"/>
                      </a:lnTo>
                      <a:lnTo>
                        <a:pt x="1668" y="1069"/>
                      </a:lnTo>
                      <a:lnTo>
                        <a:pt x="1666" y="1069"/>
                      </a:lnTo>
                      <a:lnTo>
                        <a:pt x="1666" y="1067"/>
                      </a:lnTo>
                      <a:lnTo>
                        <a:pt x="1668" y="1067"/>
                      </a:lnTo>
                      <a:lnTo>
                        <a:pt x="1666" y="1067"/>
                      </a:lnTo>
                      <a:lnTo>
                        <a:pt x="1666" y="1065"/>
                      </a:lnTo>
                      <a:lnTo>
                        <a:pt x="1668" y="1067"/>
                      </a:lnTo>
                      <a:lnTo>
                        <a:pt x="1668" y="1065"/>
                      </a:lnTo>
                      <a:lnTo>
                        <a:pt x="1666" y="1065"/>
                      </a:lnTo>
                      <a:lnTo>
                        <a:pt x="1668" y="1065"/>
                      </a:lnTo>
                      <a:lnTo>
                        <a:pt x="1666" y="1065"/>
                      </a:lnTo>
                      <a:lnTo>
                        <a:pt x="1668" y="1065"/>
                      </a:lnTo>
                      <a:lnTo>
                        <a:pt x="1668" y="1063"/>
                      </a:lnTo>
                      <a:lnTo>
                        <a:pt x="1670" y="1063"/>
                      </a:lnTo>
                      <a:lnTo>
                        <a:pt x="1672" y="1063"/>
                      </a:lnTo>
                      <a:lnTo>
                        <a:pt x="1673" y="1063"/>
                      </a:lnTo>
                      <a:lnTo>
                        <a:pt x="1672" y="1063"/>
                      </a:lnTo>
                      <a:lnTo>
                        <a:pt x="1670" y="1063"/>
                      </a:lnTo>
                      <a:lnTo>
                        <a:pt x="1670" y="1062"/>
                      </a:lnTo>
                      <a:lnTo>
                        <a:pt x="1672" y="1062"/>
                      </a:lnTo>
                      <a:lnTo>
                        <a:pt x="1672" y="1060"/>
                      </a:lnTo>
                      <a:lnTo>
                        <a:pt x="1672" y="1058"/>
                      </a:lnTo>
                      <a:lnTo>
                        <a:pt x="1673" y="1058"/>
                      </a:lnTo>
                      <a:lnTo>
                        <a:pt x="1673" y="1056"/>
                      </a:lnTo>
                      <a:lnTo>
                        <a:pt x="1675" y="1056"/>
                      </a:lnTo>
                      <a:lnTo>
                        <a:pt x="1675" y="1054"/>
                      </a:lnTo>
                      <a:lnTo>
                        <a:pt x="1675" y="1052"/>
                      </a:lnTo>
                      <a:lnTo>
                        <a:pt x="1677" y="1052"/>
                      </a:lnTo>
                      <a:lnTo>
                        <a:pt x="1677" y="1051"/>
                      </a:lnTo>
                      <a:lnTo>
                        <a:pt x="1679" y="1051"/>
                      </a:lnTo>
                      <a:lnTo>
                        <a:pt x="1679" y="1052"/>
                      </a:lnTo>
                      <a:lnTo>
                        <a:pt x="1681" y="1052"/>
                      </a:lnTo>
                      <a:lnTo>
                        <a:pt x="1679" y="1052"/>
                      </a:lnTo>
                      <a:lnTo>
                        <a:pt x="1679" y="1051"/>
                      </a:lnTo>
                      <a:lnTo>
                        <a:pt x="1677" y="1051"/>
                      </a:lnTo>
                      <a:lnTo>
                        <a:pt x="1677" y="1049"/>
                      </a:lnTo>
                      <a:lnTo>
                        <a:pt x="1679" y="1049"/>
                      </a:lnTo>
                      <a:lnTo>
                        <a:pt x="1679" y="1047"/>
                      </a:lnTo>
                      <a:lnTo>
                        <a:pt x="1679" y="1049"/>
                      </a:lnTo>
                      <a:lnTo>
                        <a:pt x="1679" y="1047"/>
                      </a:lnTo>
                      <a:lnTo>
                        <a:pt x="1679" y="1049"/>
                      </a:lnTo>
                      <a:lnTo>
                        <a:pt x="1677" y="1049"/>
                      </a:lnTo>
                      <a:lnTo>
                        <a:pt x="1679" y="1049"/>
                      </a:lnTo>
                      <a:lnTo>
                        <a:pt x="1679" y="1047"/>
                      </a:lnTo>
                      <a:lnTo>
                        <a:pt x="1679" y="1049"/>
                      </a:lnTo>
                      <a:lnTo>
                        <a:pt x="1679" y="1047"/>
                      </a:lnTo>
                      <a:lnTo>
                        <a:pt x="1681" y="1047"/>
                      </a:lnTo>
                      <a:lnTo>
                        <a:pt x="1679" y="1047"/>
                      </a:lnTo>
                      <a:lnTo>
                        <a:pt x="1681" y="1047"/>
                      </a:lnTo>
                      <a:lnTo>
                        <a:pt x="1681" y="1045"/>
                      </a:lnTo>
                      <a:lnTo>
                        <a:pt x="1681" y="1043"/>
                      </a:lnTo>
                      <a:lnTo>
                        <a:pt x="1683" y="1043"/>
                      </a:lnTo>
                      <a:lnTo>
                        <a:pt x="1683" y="1041"/>
                      </a:lnTo>
                      <a:lnTo>
                        <a:pt x="1684" y="1041"/>
                      </a:lnTo>
                      <a:lnTo>
                        <a:pt x="1684" y="1040"/>
                      </a:lnTo>
                      <a:lnTo>
                        <a:pt x="1686" y="1040"/>
                      </a:lnTo>
                      <a:lnTo>
                        <a:pt x="1686" y="1038"/>
                      </a:lnTo>
                      <a:lnTo>
                        <a:pt x="1686" y="1036"/>
                      </a:lnTo>
                      <a:lnTo>
                        <a:pt x="1688" y="1036"/>
                      </a:lnTo>
                      <a:lnTo>
                        <a:pt x="1688" y="1034"/>
                      </a:lnTo>
                      <a:lnTo>
                        <a:pt x="1690" y="1034"/>
                      </a:lnTo>
                      <a:lnTo>
                        <a:pt x="1692" y="1034"/>
                      </a:lnTo>
                      <a:lnTo>
                        <a:pt x="1690" y="1034"/>
                      </a:lnTo>
                      <a:lnTo>
                        <a:pt x="1692" y="1032"/>
                      </a:lnTo>
                      <a:lnTo>
                        <a:pt x="1692" y="1030"/>
                      </a:lnTo>
                      <a:lnTo>
                        <a:pt x="1694" y="1030"/>
                      </a:lnTo>
                      <a:lnTo>
                        <a:pt x="1694" y="1029"/>
                      </a:lnTo>
                      <a:lnTo>
                        <a:pt x="1694" y="1027"/>
                      </a:lnTo>
                      <a:lnTo>
                        <a:pt x="1695" y="1027"/>
                      </a:lnTo>
                      <a:lnTo>
                        <a:pt x="1694" y="1027"/>
                      </a:lnTo>
                      <a:lnTo>
                        <a:pt x="1695" y="1027"/>
                      </a:lnTo>
                      <a:lnTo>
                        <a:pt x="1694" y="1027"/>
                      </a:lnTo>
                      <a:lnTo>
                        <a:pt x="1695" y="1027"/>
                      </a:lnTo>
                      <a:lnTo>
                        <a:pt x="1694" y="1027"/>
                      </a:lnTo>
                      <a:lnTo>
                        <a:pt x="1695" y="1027"/>
                      </a:lnTo>
                      <a:lnTo>
                        <a:pt x="1695" y="1025"/>
                      </a:lnTo>
                      <a:lnTo>
                        <a:pt x="1695" y="1023"/>
                      </a:lnTo>
                      <a:lnTo>
                        <a:pt x="1697" y="1023"/>
                      </a:lnTo>
                      <a:lnTo>
                        <a:pt x="1697" y="1021"/>
                      </a:lnTo>
                      <a:lnTo>
                        <a:pt x="1699" y="1019"/>
                      </a:lnTo>
                      <a:lnTo>
                        <a:pt x="1701" y="1019"/>
                      </a:lnTo>
                      <a:lnTo>
                        <a:pt x="1703" y="1019"/>
                      </a:lnTo>
                      <a:lnTo>
                        <a:pt x="1703" y="1018"/>
                      </a:lnTo>
                      <a:lnTo>
                        <a:pt x="1705" y="1018"/>
                      </a:lnTo>
                      <a:lnTo>
                        <a:pt x="1706" y="1018"/>
                      </a:lnTo>
                      <a:lnTo>
                        <a:pt x="1708" y="1018"/>
                      </a:lnTo>
                      <a:lnTo>
                        <a:pt x="1710" y="1018"/>
                      </a:lnTo>
                      <a:lnTo>
                        <a:pt x="1710" y="1016"/>
                      </a:lnTo>
                      <a:lnTo>
                        <a:pt x="1712" y="1016"/>
                      </a:lnTo>
                      <a:lnTo>
                        <a:pt x="1714" y="1018"/>
                      </a:lnTo>
                      <a:lnTo>
                        <a:pt x="1715" y="1019"/>
                      </a:lnTo>
                      <a:lnTo>
                        <a:pt x="1714" y="1019"/>
                      </a:lnTo>
                      <a:lnTo>
                        <a:pt x="1714" y="1021"/>
                      </a:lnTo>
                      <a:lnTo>
                        <a:pt x="1712" y="1021"/>
                      </a:lnTo>
                      <a:lnTo>
                        <a:pt x="1714" y="1021"/>
                      </a:lnTo>
                      <a:lnTo>
                        <a:pt x="1714" y="1019"/>
                      </a:lnTo>
                      <a:lnTo>
                        <a:pt x="1715" y="1019"/>
                      </a:lnTo>
                      <a:lnTo>
                        <a:pt x="1715" y="1018"/>
                      </a:lnTo>
                      <a:lnTo>
                        <a:pt x="1714" y="1018"/>
                      </a:lnTo>
                      <a:lnTo>
                        <a:pt x="1714" y="1016"/>
                      </a:lnTo>
                      <a:lnTo>
                        <a:pt x="1712" y="1016"/>
                      </a:lnTo>
                      <a:lnTo>
                        <a:pt x="1712" y="1014"/>
                      </a:lnTo>
                      <a:lnTo>
                        <a:pt x="1712" y="1012"/>
                      </a:lnTo>
                      <a:lnTo>
                        <a:pt x="1714" y="1012"/>
                      </a:lnTo>
                      <a:lnTo>
                        <a:pt x="1715" y="1012"/>
                      </a:lnTo>
                      <a:lnTo>
                        <a:pt x="1715" y="1010"/>
                      </a:lnTo>
                      <a:lnTo>
                        <a:pt x="1715" y="1012"/>
                      </a:lnTo>
                      <a:lnTo>
                        <a:pt x="1715" y="1010"/>
                      </a:lnTo>
                      <a:close/>
                      <a:moveTo>
                        <a:pt x="1768" y="500"/>
                      </a:moveTo>
                      <a:lnTo>
                        <a:pt x="1768" y="502"/>
                      </a:lnTo>
                      <a:lnTo>
                        <a:pt x="1767" y="502"/>
                      </a:lnTo>
                      <a:lnTo>
                        <a:pt x="1767" y="500"/>
                      </a:lnTo>
                      <a:lnTo>
                        <a:pt x="1768" y="500"/>
                      </a:lnTo>
                      <a:close/>
                      <a:moveTo>
                        <a:pt x="1642" y="588"/>
                      </a:moveTo>
                      <a:lnTo>
                        <a:pt x="1642" y="590"/>
                      </a:lnTo>
                      <a:lnTo>
                        <a:pt x="1642" y="588"/>
                      </a:lnTo>
                      <a:lnTo>
                        <a:pt x="1644" y="588"/>
                      </a:lnTo>
                      <a:lnTo>
                        <a:pt x="1646" y="588"/>
                      </a:lnTo>
                      <a:lnTo>
                        <a:pt x="1648" y="588"/>
                      </a:lnTo>
                      <a:lnTo>
                        <a:pt x="1652" y="588"/>
                      </a:lnTo>
                      <a:lnTo>
                        <a:pt x="1652" y="586"/>
                      </a:lnTo>
                      <a:lnTo>
                        <a:pt x="1653" y="586"/>
                      </a:lnTo>
                      <a:lnTo>
                        <a:pt x="1653" y="585"/>
                      </a:lnTo>
                      <a:lnTo>
                        <a:pt x="1655" y="585"/>
                      </a:lnTo>
                      <a:lnTo>
                        <a:pt x="1657" y="585"/>
                      </a:lnTo>
                      <a:lnTo>
                        <a:pt x="1657" y="583"/>
                      </a:lnTo>
                      <a:lnTo>
                        <a:pt x="1657" y="581"/>
                      </a:lnTo>
                      <a:lnTo>
                        <a:pt x="1657" y="579"/>
                      </a:lnTo>
                      <a:lnTo>
                        <a:pt x="1655" y="579"/>
                      </a:lnTo>
                      <a:lnTo>
                        <a:pt x="1657" y="579"/>
                      </a:lnTo>
                      <a:lnTo>
                        <a:pt x="1659" y="579"/>
                      </a:lnTo>
                      <a:lnTo>
                        <a:pt x="1659" y="577"/>
                      </a:lnTo>
                      <a:lnTo>
                        <a:pt x="1661" y="577"/>
                      </a:lnTo>
                      <a:lnTo>
                        <a:pt x="1663" y="577"/>
                      </a:lnTo>
                      <a:lnTo>
                        <a:pt x="1663" y="575"/>
                      </a:lnTo>
                      <a:lnTo>
                        <a:pt x="1664" y="575"/>
                      </a:lnTo>
                      <a:lnTo>
                        <a:pt x="1666" y="575"/>
                      </a:lnTo>
                      <a:lnTo>
                        <a:pt x="1668" y="574"/>
                      </a:lnTo>
                      <a:lnTo>
                        <a:pt x="1670" y="574"/>
                      </a:lnTo>
                      <a:lnTo>
                        <a:pt x="1670" y="572"/>
                      </a:lnTo>
                      <a:lnTo>
                        <a:pt x="1670" y="574"/>
                      </a:lnTo>
                      <a:lnTo>
                        <a:pt x="1672" y="574"/>
                      </a:lnTo>
                      <a:lnTo>
                        <a:pt x="1672" y="575"/>
                      </a:lnTo>
                      <a:lnTo>
                        <a:pt x="1672" y="574"/>
                      </a:lnTo>
                      <a:lnTo>
                        <a:pt x="1670" y="574"/>
                      </a:lnTo>
                      <a:lnTo>
                        <a:pt x="1670" y="572"/>
                      </a:lnTo>
                      <a:lnTo>
                        <a:pt x="1672" y="572"/>
                      </a:lnTo>
                      <a:lnTo>
                        <a:pt x="1672" y="570"/>
                      </a:lnTo>
                      <a:lnTo>
                        <a:pt x="1672" y="568"/>
                      </a:lnTo>
                      <a:lnTo>
                        <a:pt x="1670" y="568"/>
                      </a:lnTo>
                      <a:lnTo>
                        <a:pt x="1668" y="568"/>
                      </a:lnTo>
                      <a:lnTo>
                        <a:pt x="1670" y="568"/>
                      </a:lnTo>
                      <a:lnTo>
                        <a:pt x="1672" y="568"/>
                      </a:lnTo>
                      <a:lnTo>
                        <a:pt x="1673" y="568"/>
                      </a:lnTo>
                      <a:lnTo>
                        <a:pt x="1673" y="566"/>
                      </a:lnTo>
                      <a:lnTo>
                        <a:pt x="1675" y="566"/>
                      </a:lnTo>
                      <a:lnTo>
                        <a:pt x="1677" y="566"/>
                      </a:lnTo>
                      <a:lnTo>
                        <a:pt x="1677" y="564"/>
                      </a:lnTo>
                      <a:lnTo>
                        <a:pt x="1679" y="564"/>
                      </a:lnTo>
                      <a:lnTo>
                        <a:pt x="1681" y="566"/>
                      </a:lnTo>
                      <a:lnTo>
                        <a:pt x="1681" y="568"/>
                      </a:lnTo>
                      <a:lnTo>
                        <a:pt x="1683" y="568"/>
                      </a:lnTo>
                      <a:lnTo>
                        <a:pt x="1683" y="570"/>
                      </a:lnTo>
                      <a:lnTo>
                        <a:pt x="1684" y="570"/>
                      </a:lnTo>
                      <a:lnTo>
                        <a:pt x="1683" y="570"/>
                      </a:lnTo>
                      <a:lnTo>
                        <a:pt x="1683" y="568"/>
                      </a:lnTo>
                      <a:lnTo>
                        <a:pt x="1681" y="568"/>
                      </a:lnTo>
                      <a:lnTo>
                        <a:pt x="1681" y="566"/>
                      </a:lnTo>
                      <a:lnTo>
                        <a:pt x="1679" y="564"/>
                      </a:lnTo>
                      <a:lnTo>
                        <a:pt x="1681" y="564"/>
                      </a:lnTo>
                      <a:lnTo>
                        <a:pt x="1683" y="564"/>
                      </a:lnTo>
                      <a:lnTo>
                        <a:pt x="1684" y="564"/>
                      </a:lnTo>
                      <a:lnTo>
                        <a:pt x="1684" y="563"/>
                      </a:lnTo>
                      <a:lnTo>
                        <a:pt x="1686" y="563"/>
                      </a:lnTo>
                      <a:lnTo>
                        <a:pt x="1688" y="563"/>
                      </a:lnTo>
                      <a:lnTo>
                        <a:pt x="1690" y="563"/>
                      </a:lnTo>
                      <a:lnTo>
                        <a:pt x="1692" y="563"/>
                      </a:lnTo>
                      <a:lnTo>
                        <a:pt x="1694" y="563"/>
                      </a:lnTo>
                      <a:lnTo>
                        <a:pt x="1695" y="563"/>
                      </a:lnTo>
                      <a:lnTo>
                        <a:pt x="1694" y="563"/>
                      </a:lnTo>
                      <a:lnTo>
                        <a:pt x="1694" y="564"/>
                      </a:lnTo>
                      <a:lnTo>
                        <a:pt x="1695" y="564"/>
                      </a:lnTo>
                      <a:lnTo>
                        <a:pt x="1697" y="564"/>
                      </a:lnTo>
                      <a:lnTo>
                        <a:pt x="1697" y="566"/>
                      </a:lnTo>
                      <a:lnTo>
                        <a:pt x="1699" y="566"/>
                      </a:lnTo>
                      <a:lnTo>
                        <a:pt x="1701" y="566"/>
                      </a:lnTo>
                      <a:lnTo>
                        <a:pt x="1703" y="566"/>
                      </a:lnTo>
                      <a:lnTo>
                        <a:pt x="1701" y="566"/>
                      </a:lnTo>
                      <a:lnTo>
                        <a:pt x="1701" y="568"/>
                      </a:lnTo>
                      <a:lnTo>
                        <a:pt x="1703" y="568"/>
                      </a:lnTo>
                      <a:lnTo>
                        <a:pt x="1703" y="570"/>
                      </a:lnTo>
                      <a:lnTo>
                        <a:pt x="1701" y="568"/>
                      </a:lnTo>
                      <a:lnTo>
                        <a:pt x="1701" y="570"/>
                      </a:lnTo>
                      <a:lnTo>
                        <a:pt x="1703" y="570"/>
                      </a:lnTo>
                      <a:lnTo>
                        <a:pt x="1703" y="572"/>
                      </a:lnTo>
                      <a:lnTo>
                        <a:pt x="1705" y="572"/>
                      </a:lnTo>
                      <a:lnTo>
                        <a:pt x="1706" y="572"/>
                      </a:lnTo>
                      <a:lnTo>
                        <a:pt x="1708" y="572"/>
                      </a:lnTo>
                      <a:lnTo>
                        <a:pt x="1706" y="572"/>
                      </a:lnTo>
                      <a:lnTo>
                        <a:pt x="1708" y="572"/>
                      </a:lnTo>
                      <a:lnTo>
                        <a:pt x="1710" y="570"/>
                      </a:lnTo>
                      <a:lnTo>
                        <a:pt x="1708" y="570"/>
                      </a:lnTo>
                      <a:lnTo>
                        <a:pt x="1710" y="570"/>
                      </a:lnTo>
                      <a:lnTo>
                        <a:pt x="1712" y="570"/>
                      </a:lnTo>
                      <a:lnTo>
                        <a:pt x="1710" y="570"/>
                      </a:lnTo>
                      <a:lnTo>
                        <a:pt x="1710" y="572"/>
                      </a:lnTo>
                      <a:lnTo>
                        <a:pt x="1712" y="572"/>
                      </a:lnTo>
                      <a:lnTo>
                        <a:pt x="1712" y="574"/>
                      </a:lnTo>
                      <a:lnTo>
                        <a:pt x="1714" y="574"/>
                      </a:lnTo>
                      <a:lnTo>
                        <a:pt x="1712" y="574"/>
                      </a:lnTo>
                      <a:lnTo>
                        <a:pt x="1714" y="575"/>
                      </a:lnTo>
                      <a:lnTo>
                        <a:pt x="1715" y="575"/>
                      </a:lnTo>
                      <a:lnTo>
                        <a:pt x="1715" y="577"/>
                      </a:lnTo>
                      <a:lnTo>
                        <a:pt x="1717" y="575"/>
                      </a:lnTo>
                      <a:lnTo>
                        <a:pt x="1717" y="577"/>
                      </a:lnTo>
                      <a:lnTo>
                        <a:pt x="1717" y="575"/>
                      </a:lnTo>
                      <a:lnTo>
                        <a:pt x="1717" y="577"/>
                      </a:lnTo>
                      <a:lnTo>
                        <a:pt x="1717" y="575"/>
                      </a:lnTo>
                      <a:lnTo>
                        <a:pt x="1717" y="577"/>
                      </a:lnTo>
                      <a:lnTo>
                        <a:pt x="1719" y="577"/>
                      </a:lnTo>
                      <a:lnTo>
                        <a:pt x="1719" y="575"/>
                      </a:lnTo>
                      <a:lnTo>
                        <a:pt x="1719" y="577"/>
                      </a:lnTo>
                      <a:lnTo>
                        <a:pt x="1719" y="575"/>
                      </a:lnTo>
                      <a:lnTo>
                        <a:pt x="1719" y="577"/>
                      </a:lnTo>
                      <a:lnTo>
                        <a:pt x="1719" y="575"/>
                      </a:lnTo>
                      <a:lnTo>
                        <a:pt x="1721" y="575"/>
                      </a:lnTo>
                      <a:lnTo>
                        <a:pt x="1721" y="577"/>
                      </a:lnTo>
                      <a:lnTo>
                        <a:pt x="1721" y="575"/>
                      </a:lnTo>
                      <a:lnTo>
                        <a:pt x="1721" y="577"/>
                      </a:lnTo>
                      <a:lnTo>
                        <a:pt x="1721" y="575"/>
                      </a:lnTo>
                      <a:lnTo>
                        <a:pt x="1723" y="575"/>
                      </a:lnTo>
                      <a:lnTo>
                        <a:pt x="1723" y="577"/>
                      </a:lnTo>
                      <a:lnTo>
                        <a:pt x="1723" y="575"/>
                      </a:lnTo>
                      <a:lnTo>
                        <a:pt x="1723" y="577"/>
                      </a:lnTo>
                      <a:lnTo>
                        <a:pt x="1725" y="577"/>
                      </a:lnTo>
                      <a:lnTo>
                        <a:pt x="1725" y="575"/>
                      </a:lnTo>
                      <a:lnTo>
                        <a:pt x="1723" y="575"/>
                      </a:lnTo>
                      <a:lnTo>
                        <a:pt x="1725" y="575"/>
                      </a:lnTo>
                      <a:lnTo>
                        <a:pt x="1726" y="575"/>
                      </a:lnTo>
                      <a:lnTo>
                        <a:pt x="1728" y="575"/>
                      </a:lnTo>
                      <a:lnTo>
                        <a:pt x="1730" y="575"/>
                      </a:lnTo>
                      <a:lnTo>
                        <a:pt x="1730" y="577"/>
                      </a:lnTo>
                      <a:lnTo>
                        <a:pt x="1732" y="577"/>
                      </a:lnTo>
                      <a:lnTo>
                        <a:pt x="1732" y="575"/>
                      </a:lnTo>
                      <a:lnTo>
                        <a:pt x="1732" y="577"/>
                      </a:lnTo>
                      <a:lnTo>
                        <a:pt x="1732" y="575"/>
                      </a:lnTo>
                      <a:lnTo>
                        <a:pt x="1732" y="574"/>
                      </a:lnTo>
                      <a:lnTo>
                        <a:pt x="1732" y="575"/>
                      </a:lnTo>
                      <a:lnTo>
                        <a:pt x="1732" y="574"/>
                      </a:lnTo>
                      <a:lnTo>
                        <a:pt x="1732" y="575"/>
                      </a:lnTo>
                      <a:lnTo>
                        <a:pt x="1732" y="574"/>
                      </a:lnTo>
                      <a:lnTo>
                        <a:pt x="1734" y="574"/>
                      </a:lnTo>
                      <a:lnTo>
                        <a:pt x="1734" y="572"/>
                      </a:lnTo>
                      <a:lnTo>
                        <a:pt x="1734" y="574"/>
                      </a:lnTo>
                      <a:lnTo>
                        <a:pt x="1736" y="574"/>
                      </a:lnTo>
                      <a:lnTo>
                        <a:pt x="1736" y="572"/>
                      </a:lnTo>
                      <a:lnTo>
                        <a:pt x="1734" y="572"/>
                      </a:lnTo>
                      <a:lnTo>
                        <a:pt x="1736" y="572"/>
                      </a:lnTo>
                      <a:lnTo>
                        <a:pt x="1737" y="572"/>
                      </a:lnTo>
                      <a:lnTo>
                        <a:pt x="1737" y="574"/>
                      </a:lnTo>
                      <a:lnTo>
                        <a:pt x="1737" y="575"/>
                      </a:lnTo>
                      <a:lnTo>
                        <a:pt x="1737" y="577"/>
                      </a:lnTo>
                      <a:lnTo>
                        <a:pt x="1739" y="577"/>
                      </a:lnTo>
                      <a:lnTo>
                        <a:pt x="1739" y="575"/>
                      </a:lnTo>
                      <a:lnTo>
                        <a:pt x="1741" y="575"/>
                      </a:lnTo>
                      <a:lnTo>
                        <a:pt x="1743" y="575"/>
                      </a:lnTo>
                      <a:lnTo>
                        <a:pt x="1743" y="577"/>
                      </a:lnTo>
                      <a:lnTo>
                        <a:pt x="1741" y="577"/>
                      </a:lnTo>
                      <a:lnTo>
                        <a:pt x="1743" y="577"/>
                      </a:lnTo>
                      <a:lnTo>
                        <a:pt x="1745" y="577"/>
                      </a:lnTo>
                      <a:lnTo>
                        <a:pt x="1747" y="577"/>
                      </a:lnTo>
                      <a:lnTo>
                        <a:pt x="1748" y="577"/>
                      </a:lnTo>
                      <a:lnTo>
                        <a:pt x="1750" y="577"/>
                      </a:lnTo>
                      <a:lnTo>
                        <a:pt x="1748" y="577"/>
                      </a:lnTo>
                      <a:lnTo>
                        <a:pt x="1750" y="579"/>
                      </a:lnTo>
                      <a:lnTo>
                        <a:pt x="1752" y="579"/>
                      </a:lnTo>
                      <a:lnTo>
                        <a:pt x="1750" y="577"/>
                      </a:lnTo>
                      <a:lnTo>
                        <a:pt x="1750" y="579"/>
                      </a:lnTo>
                      <a:lnTo>
                        <a:pt x="1750" y="577"/>
                      </a:lnTo>
                      <a:lnTo>
                        <a:pt x="1752" y="577"/>
                      </a:lnTo>
                      <a:lnTo>
                        <a:pt x="1754" y="577"/>
                      </a:lnTo>
                      <a:lnTo>
                        <a:pt x="1756" y="577"/>
                      </a:lnTo>
                      <a:lnTo>
                        <a:pt x="1757" y="577"/>
                      </a:lnTo>
                      <a:lnTo>
                        <a:pt x="1756" y="577"/>
                      </a:lnTo>
                      <a:lnTo>
                        <a:pt x="1757" y="577"/>
                      </a:lnTo>
                      <a:lnTo>
                        <a:pt x="1757" y="579"/>
                      </a:lnTo>
                      <a:lnTo>
                        <a:pt x="1757" y="577"/>
                      </a:lnTo>
                      <a:lnTo>
                        <a:pt x="1756" y="577"/>
                      </a:lnTo>
                      <a:lnTo>
                        <a:pt x="1754" y="579"/>
                      </a:lnTo>
                      <a:lnTo>
                        <a:pt x="1752" y="579"/>
                      </a:lnTo>
                      <a:lnTo>
                        <a:pt x="1754" y="579"/>
                      </a:lnTo>
                      <a:lnTo>
                        <a:pt x="1754" y="581"/>
                      </a:lnTo>
                      <a:lnTo>
                        <a:pt x="1752" y="581"/>
                      </a:lnTo>
                      <a:lnTo>
                        <a:pt x="1752" y="579"/>
                      </a:lnTo>
                      <a:lnTo>
                        <a:pt x="1752" y="581"/>
                      </a:lnTo>
                      <a:lnTo>
                        <a:pt x="1754" y="581"/>
                      </a:lnTo>
                      <a:lnTo>
                        <a:pt x="1752" y="581"/>
                      </a:lnTo>
                      <a:lnTo>
                        <a:pt x="1752" y="583"/>
                      </a:lnTo>
                      <a:lnTo>
                        <a:pt x="1754" y="583"/>
                      </a:lnTo>
                      <a:lnTo>
                        <a:pt x="1754" y="585"/>
                      </a:lnTo>
                      <a:lnTo>
                        <a:pt x="1756" y="585"/>
                      </a:lnTo>
                      <a:lnTo>
                        <a:pt x="1754" y="585"/>
                      </a:lnTo>
                      <a:lnTo>
                        <a:pt x="1752" y="585"/>
                      </a:lnTo>
                      <a:lnTo>
                        <a:pt x="1752" y="586"/>
                      </a:lnTo>
                      <a:lnTo>
                        <a:pt x="1754" y="586"/>
                      </a:lnTo>
                      <a:lnTo>
                        <a:pt x="1752" y="586"/>
                      </a:lnTo>
                      <a:lnTo>
                        <a:pt x="1750" y="586"/>
                      </a:lnTo>
                      <a:lnTo>
                        <a:pt x="1748" y="588"/>
                      </a:lnTo>
                      <a:lnTo>
                        <a:pt x="1748" y="586"/>
                      </a:lnTo>
                      <a:lnTo>
                        <a:pt x="1750" y="586"/>
                      </a:lnTo>
                      <a:lnTo>
                        <a:pt x="1748" y="586"/>
                      </a:lnTo>
                      <a:lnTo>
                        <a:pt x="1748" y="588"/>
                      </a:lnTo>
                      <a:lnTo>
                        <a:pt x="1748" y="590"/>
                      </a:lnTo>
                      <a:lnTo>
                        <a:pt x="1747" y="590"/>
                      </a:lnTo>
                      <a:lnTo>
                        <a:pt x="1747" y="592"/>
                      </a:lnTo>
                      <a:lnTo>
                        <a:pt x="1748" y="592"/>
                      </a:lnTo>
                      <a:lnTo>
                        <a:pt x="1748" y="590"/>
                      </a:lnTo>
                      <a:lnTo>
                        <a:pt x="1748" y="592"/>
                      </a:lnTo>
                      <a:lnTo>
                        <a:pt x="1748" y="590"/>
                      </a:lnTo>
                      <a:lnTo>
                        <a:pt x="1750" y="590"/>
                      </a:lnTo>
                      <a:lnTo>
                        <a:pt x="1750" y="592"/>
                      </a:lnTo>
                      <a:lnTo>
                        <a:pt x="1750" y="590"/>
                      </a:lnTo>
                      <a:lnTo>
                        <a:pt x="1750" y="592"/>
                      </a:lnTo>
                      <a:lnTo>
                        <a:pt x="1750" y="590"/>
                      </a:lnTo>
                      <a:lnTo>
                        <a:pt x="1750" y="592"/>
                      </a:lnTo>
                      <a:lnTo>
                        <a:pt x="1752" y="592"/>
                      </a:lnTo>
                      <a:lnTo>
                        <a:pt x="1750" y="592"/>
                      </a:lnTo>
                      <a:lnTo>
                        <a:pt x="1750" y="590"/>
                      </a:lnTo>
                      <a:lnTo>
                        <a:pt x="1752" y="590"/>
                      </a:lnTo>
                      <a:lnTo>
                        <a:pt x="1754" y="590"/>
                      </a:lnTo>
                      <a:lnTo>
                        <a:pt x="1752" y="590"/>
                      </a:lnTo>
                      <a:lnTo>
                        <a:pt x="1752" y="592"/>
                      </a:lnTo>
                      <a:lnTo>
                        <a:pt x="1752" y="594"/>
                      </a:lnTo>
                      <a:lnTo>
                        <a:pt x="1750" y="594"/>
                      </a:lnTo>
                      <a:lnTo>
                        <a:pt x="1752" y="594"/>
                      </a:lnTo>
                      <a:lnTo>
                        <a:pt x="1752" y="595"/>
                      </a:lnTo>
                      <a:lnTo>
                        <a:pt x="1750" y="595"/>
                      </a:lnTo>
                      <a:lnTo>
                        <a:pt x="1750" y="594"/>
                      </a:lnTo>
                      <a:lnTo>
                        <a:pt x="1750" y="595"/>
                      </a:lnTo>
                      <a:lnTo>
                        <a:pt x="1750" y="594"/>
                      </a:lnTo>
                      <a:lnTo>
                        <a:pt x="1748" y="594"/>
                      </a:lnTo>
                      <a:lnTo>
                        <a:pt x="1748" y="595"/>
                      </a:lnTo>
                      <a:lnTo>
                        <a:pt x="1748" y="594"/>
                      </a:lnTo>
                      <a:lnTo>
                        <a:pt x="1748" y="595"/>
                      </a:lnTo>
                      <a:lnTo>
                        <a:pt x="1747" y="595"/>
                      </a:lnTo>
                      <a:lnTo>
                        <a:pt x="1748" y="595"/>
                      </a:lnTo>
                      <a:lnTo>
                        <a:pt x="1748" y="597"/>
                      </a:lnTo>
                      <a:lnTo>
                        <a:pt x="1747" y="597"/>
                      </a:lnTo>
                      <a:lnTo>
                        <a:pt x="1745" y="597"/>
                      </a:lnTo>
                      <a:lnTo>
                        <a:pt x="1747" y="597"/>
                      </a:lnTo>
                      <a:lnTo>
                        <a:pt x="1745" y="597"/>
                      </a:lnTo>
                      <a:lnTo>
                        <a:pt x="1743" y="597"/>
                      </a:lnTo>
                      <a:lnTo>
                        <a:pt x="1741" y="597"/>
                      </a:lnTo>
                      <a:lnTo>
                        <a:pt x="1739" y="597"/>
                      </a:lnTo>
                      <a:lnTo>
                        <a:pt x="1739" y="595"/>
                      </a:lnTo>
                      <a:lnTo>
                        <a:pt x="1737" y="595"/>
                      </a:lnTo>
                      <a:lnTo>
                        <a:pt x="1737" y="594"/>
                      </a:lnTo>
                      <a:lnTo>
                        <a:pt x="1737" y="592"/>
                      </a:lnTo>
                      <a:lnTo>
                        <a:pt x="1739" y="592"/>
                      </a:lnTo>
                      <a:lnTo>
                        <a:pt x="1737" y="592"/>
                      </a:lnTo>
                      <a:lnTo>
                        <a:pt x="1739" y="592"/>
                      </a:lnTo>
                      <a:lnTo>
                        <a:pt x="1739" y="590"/>
                      </a:lnTo>
                      <a:lnTo>
                        <a:pt x="1739" y="592"/>
                      </a:lnTo>
                      <a:lnTo>
                        <a:pt x="1737" y="592"/>
                      </a:lnTo>
                      <a:lnTo>
                        <a:pt x="1737" y="594"/>
                      </a:lnTo>
                      <a:lnTo>
                        <a:pt x="1736" y="594"/>
                      </a:lnTo>
                      <a:lnTo>
                        <a:pt x="1736" y="595"/>
                      </a:lnTo>
                      <a:lnTo>
                        <a:pt x="1734" y="595"/>
                      </a:lnTo>
                      <a:lnTo>
                        <a:pt x="1734" y="594"/>
                      </a:lnTo>
                      <a:lnTo>
                        <a:pt x="1732" y="594"/>
                      </a:lnTo>
                      <a:lnTo>
                        <a:pt x="1732" y="592"/>
                      </a:lnTo>
                      <a:lnTo>
                        <a:pt x="1730" y="592"/>
                      </a:lnTo>
                      <a:lnTo>
                        <a:pt x="1730" y="594"/>
                      </a:lnTo>
                      <a:lnTo>
                        <a:pt x="1732" y="594"/>
                      </a:lnTo>
                      <a:lnTo>
                        <a:pt x="1730" y="594"/>
                      </a:lnTo>
                      <a:lnTo>
                        <a:pt x="1732" y="594"/>
                      </a:lnTo>
                      <a:lnTo>
                        <a:pt x="1730" y="594"/>
                      </a:lnTo>
                      <a:lnTo>
                        <a:pt x="1728" y="594"/>
                      </a:lnTo>
                      <a:lnTo>
                        <a:pt x="1728" y="595"/>
                      </a:lnTo>
                      <a:lnTo>
                        <a:pt x="1726" y="595"/>
                      </a:lnTo>
                      <a:lnTo>
                        <a:pt x="1725" y="595"/>
                      </a:lnTo>
                      <a:lnTo>
                        <a:pt x="1723" y="597"/>
                      </a:lnTo>
                      <a:lnTo>
                        <a:pt x="1721" y="597"/>
                      </a:lnTo>
                      <a:lnTo>
                        <a:pt x="1721" y="599"/>
                      </a:lnTo>
                      <a:lnTo>
                        <a:pt x="1719" y="599"/>
                      </a:lnTo>
                      <a:lnTo>
                        <a:pt x="1719" y="597"/>
                      </a:lnTo>
                      <a:lnTo>
                        <a:pt x="1719" y="599"/>
                      </a:lnTo>
                      <a:lnTo>
                        <a:pt x="1719" y="601"/>
                      </a:lnTo>
                      <a:lnTo>
                        <a:pt x="1717" y="601"/>
                      </a:lnTo>
                      <a:lnTo>
                        <a:pt x="1719" y="601"/>
                      </a:lnTo>
                      <a:lnTo>
                        <a:pt x="1717" y="601"/>
                      </a:lnTo>
                      <a:lnTo>
                        <a:pt x="1719" y="601"/>
                      </a:lnTo>
                      <a:lnTo>
                        <a:pt x="1719" y="599"/>
                      </a:lnTo>
                      <a:lnTo>
                        <a:pt x="1717" y="599"/>
                      </a:lnTo>
                      <a:lnTo>
                        <a:pt x="1717" y="601"/>
                      </a:lnTo>
                      <a:lnTo>
                        <a:pt x="1717" y="599"/>
                      </a:lnTo>
                      <a:lnTo>
                        <a:pt x="1717" y="601"/>
                      </a:lnTo>
                      <a:lnTo>
                        <a:pt x="1715" y="599"/>
                      </a:lnTo>
                      <a:lnTo>
                        <a:pt x="1715" y="601"/>
                      </a:lnTo>
                      <a:lnTo>
                        <a:pt x="1714" y="601"/>
                      </a:lnTo>
                      <a:lnTo>
                        <a:pt x="1715" y="601"/>
                      </a:lnTo>
                      <a:lnTo>
                        <a:pt x="1715" y="599"/>
                      </a:lnTo>
                      <a:lnTo>
                        <a:pt x="1714" y="599"/>
                      </a:lnTo>
                      <a:lnTo>
                        <a:pt x="1714" y="601"/>
                      </a:lnTo>
                      <a:lnTo>
                        <a:pt x="1714" y="599"/>
                      </a:lnTo>
                      <a:lnTo>
                        <a:pt x="1715" y="599"/>
                      </a:lnTo>
                      <a:lnTo>
                        <a:pt x="1717" y="597"/>
                      </a:lnTo>
                      <a:lnTo>
                        <a:pt x="1715" y="597"/>
                      </a:lnTo>
                      <a:lnTo>
                        <a:pt x="1715" y="599"/>
                      </a:lnTo>
                      <a:lnTo>
                        <a:pt x="1714" y="599"/>
                      </a:lnTo>
                      <a:lnTo>
                        <a:pt x="1714" y="597"/>
                      </a:lnTo>
                      <a:lnTo>
                        <a:pt x="1712" y="597"/>
                      </a:lnTo>
                      <a:lnTo>
                        <a:pt x="1714" y="597"/>
                      </a:lnTo>
                      <a:lnTo>
                        <a:pt x="1714" y="599"/>
                      </a:lnTo>
                      <a:lnTo>
                        <a:pt x="1714" y="601"/>
                      </a:lnTo>
                      <a:lnTo>
                        <a:pt x="1714" y="599"/>
                      </a:lnTo>
                      <a:lnTo>
                        <a:pt x="1714" y="601"/>
                      </a:lnTo>
                      <a:lnTo>
                        <a:pt x="1712" y="601"/>
                      </a:lnTo>
                      <a:lnTo>
                        <a:pt x="1710" y="601"/>
                      </a:lnTo>
                      <a:lnTo>
                        <a:pt x="1710" y="603"/>
                      </a:lnTo>
                      <a:lnTo>
                        <a:pt x="1712" y="603"/>
                      </a:lnTo>
                      <a:lnTo>
                        <a:pt x="1710" y="603"/>
                      </a:lnTo>
                      <a:lnTo>
                        <a:pt x="1710" y="601"/>
                      </a:lnTo>
                      <a:lnTo>
                        <a:pt x="1708" y="601"/>
                      </a:lnTo>
                      <a:lnTo>
                        <a:pt x="1710" y="601"/>
                      </a:lnTo>
                      <a:lnTo>
                        <a:pt x="1710" y="603"/>
                      </a:lnTo>
                      <a:lnTo>
                        <a:pt x="1710" y="601"/>
                      </a:lnTo>
                      <a:lnTo>
                        <a:pt x="1708" y="603"/>
                      </a:lnTo>
                      <a:lnTo>
                        <a:pt x="1706" y="603"/>
                      </a:lnTo>
                      <a:lnTo>
                        <a:pt x="1705" y="603"/>
                      </a:lnTo>
                      <a:lnTo>
                        <a:pt x="1703" y="603"/>
                      </a:lnTo>
                      <a:lnTo>
                        <a:pt x="1703" y="605"/>
                      </a:lnTo>
                      <a:lnTo>
                        <a:pt x="1701" y="605"/>
                      </a:lnTo>
                      <a:lnTo>
                        <a:pt x="1699" y="605"/>
                      </a:lnTo>
                      <a:lnTo>
                        <a:pt x="1699" y="606"/>
                      </a:lnTo>
                      <a:lnTo>
                        <a:pt x="1699" y="605"/>
                      </a:lnTo>
                      <a:lnTo>
                        <a:pt x="1697" y="605"/>
                      </a:lnTo>
                      <a:lnTo>
                        <a:pt x="1697" y="606"/>
                      </a:lnTo>
                      <a:lnTo>
                        <a:pt x="1699" y="606"/>
                      </a:lnTo>
                      <a:lnTo>
                        <a:pt x="1697" y="606"/>
                      </a:lnTo>
                      <a:lnTo>
                        <a:pt x="1695" y="606"/>
                      </a:lnTo>
                      <a:lnTo>
                        <a:pt x="1694" y="606"/>
                      </a:lnTo>
                      <a:lnTo>
                        <a:pt x="1694" y="605"/>
                      </a:lnTo>
                      <a:lnTo>
                        <a:pt x="1692" y="605"/>
                      </a:lnTo>
                      <a:lnTo>
                        <a:pt x="1692" y="606"/>
                      </a:lnTo>
                      <a:lnTo>
                        <a:pt x="1690" y="605"/>
                      </a:lnTo>
                      <a:lnTo>
                        <a:pt x="1690" y="606"/>
                      </a:lnTo>
                      <a:lnTo>
                        <a:pt x="1692" y="606"/>
                      </a:lnTo>
                      <a:lnTo>
                        <a:pt x="1690" y="606"/>
                      </a:lnTo>
                      <a:lnTo>
                        <a:pt x="1690" y="605"/>
                      </a:lnTo>
                      <a:lnTo>
                        <a:pt x="1690" y="606"/>
                      </a:lnTo>
                      <a:lnTo>
                        <a:pt x="1692" y="606"/>
                      </a:lnTo>
                      <a:lnTo>
                        <a:pt x="1694" y="606"/>
                      </a:lnTo>
                      <a:lnTo>
                        <a:pt x="1694" y="608"/>
                      </a:lnTo>
                      <a:lnTo>
                        <a:pt x="1694" y="606"/>
                      </a:lnTo>
                      <a:lnTo>
                        <a:pt x="1694" y="608"/>
                      </a:lnTo>
                      <a:lnTo>
                        <a:pt x="1695" y="608"/>
                      </a:lnTo>
                      <a:lnTo>
                        <a:pt x="1695" y="610"/>
                      </a:lnTo>
                      <a:lnTo>
                        <a:pt x="1695" y="612"/>
                      </a:lnTo>
                      <a:lnTo>
                        <a:pt x="1694" y="612"/>
                      </a:lnTo>
                      <a:lnTo>
                        <a:pt x="1694" y="614"/>
                      </a:lnTo>
                      <a:lnTo>
                        <a:pt x="1692" y="614"/>
                      </a:lnTo>
                      <a:lnTo>
                        <a:pt x="1694" y="614"/>
                      </a:lnTo>
                      <a:lnTo>
                        <a:pt x="1692" y="614"/>
                      </a:lnTo>
                      <a:lnTo>
                        <a:pt x="1692" y="612"/>
                      </a:lnTo>
                      <a:lnTo>
                        <a:pt x="1690" y="612"/>
                      </a:lnTo>
                      <a:lnTo>
                        <a:pt x="1692" y="612"/>
                      </a:lnTo>
                      <a:lnTo>
                        <a:pt x="1690" y="612"/>
                      </a:lnTo>
                      <a:lnTo>
                        <a:pt x="1692" y="612"/>
                      </a:lnTo>
                      <a:lnTo>
                        <a:pt x="1690" y="610"/>
                      </a:lnTo>
                      <a:lnTo>
                        <a:pt x="1688" y="612"/>
                      </a:lnTo>
                      <a:lnTo>
                        <a:pt x="1688" y="610"/>
                      </a:lnTo>
                      <a:lnTo>
                        <a:pt x="1688" y="612"/>
                      </a:lnTo>
                      <a:lnTo>
                        <a:pt x="1686" y="612"/>
                      </a:lnTo>
                      <a:lnTo>
                        <a:pt x="1686" y="614"/>
                      </a:lnTo>
                      <a:lnTo>
                        <a:pt x="1684" y="614"/>
                      </a:lnTo>
                      <a:lnTo>
                        <a:pt x="1686" y="614"/>
                      </a:lnTo>
                      <a:lnTo>
                        <a:pt x="1686" y="616"/>
                      </a:lnTo>
                      <a:lnTo>
                        <a:pt x="1686" y="614"/>
                      </a:lnTo>
                      <a:lnTo>
                        <a:pt x="1686" y="616"/>
                      </a:lnTo>
                      <a:lnTo>
                        <a:pt x="1686" y="614"/>
                      </a:lnTo>
                      <a:lnTo>
                        <a:pt x="1686" y="616"/>
                      </a:lnTo>
                      <a:lnTo>
                        <a:pt x="1684" y="616"/>
                      </a:lnTo>
                      <a:lnTo>
                        <a:pt x="1684" y="617"/>
                      </a:lnTo>
                      <a:lnTo>
                        <a:pt x="1684" y="619"/>
                      </a:lnTo>
                      <a:lnTo>
                        <a:pt x="1684" y="617"/>
                      </a:lnTo>
                      <a:lnTo>
                        <a:pt x="1684" y="619"/>
                      </a:lnTo>
                      <a:lnTo>
                        <a:pt x="1686" y="619"/>
                      </a:lnTo>
                      <a:lnTo>
                        <a:pt x="1686" y="621"/>
                      </a:lnTo>
                      <a:lnTo>
                        <a:pt x="1684" y="621"/>
                      </a:lnTo>
                      <a:lnTo>
                        <a:pt x="1686" y="621"/>
                      </a:lnTo>
                      <a:lnTo>
                        <a:pt x="1684" y="621"/>
                      </a:lnTo>
                      <a:lnTo>
                        <a:pt x="1686" y="621"/>
                      </a:lnTo>
                      <a:lnTo>
                        <a:pt x="1686" y="623"/>
                      </a:lnTo>
                      <a:lnTo>
                        <a:pt x="1684" y="623"/>
                      </a:lnTo>
                      <a:lnTo>
                        <a:pt x="1683" y="623"/>
                      </a:lnTo>
                      <a:lnTo>
                        <a:pt x="1683" y="625"/>
                      </a:lnTo>
                      <a:lnTo>
                        <a:pt x="1681" y="625"/>
                      </a:lnTo>
                      <a:lnTo>
                        <a:pt x="1683" y="625"/>
                      </a:lnTo>
                      <a:lnTo>
                        <a:pt x="1683" y="623"/>
                      </a:lnTo>
                      <a:lnTo>
                        <a:pt x="1681" y="623"/>
                      </a:lnTo>
                      <a:lnTo>
                        <a:pt x="1683" y="623"/>
                      </a:lnTo>
                      <a:lnTo>
                        <a:pt x="1681" y="623"/>
                      </a:lnTo>
                      <a:lnTo>
                        <a:pt x="1681" y="625"/>
                      </a:lnTo>
                      <a:lnTo>
                        <a:pt x="1681" y="623"/>
                      </a:lnTo>
                      <a:lnTo>
                        <a:pt x="1681" y="625"/>
                      </a:lnTo>
                      <a:lnTo>
                        <a:pt x="1679" y="625"/>
                      </a:lnTo>
                      <a:lnTo>
                        <a:pt x="1681" y="625"/>
                      </a:lnTo>
                      <a:lnTo>
                        <a:pt x="1679" y="625"/>
                      </a:lnTo>
                      <a:lnTo>
                        <a:pt x="1677" y="625"/>
                      </a:lnTo>
                      <a:lnTo>
                        <a:pt x="1675" y="627"/>
                      </a:lnTo>
                      <a:lnTo>
                        <a:pt x="1675" y="625"/>
                      </a:lnTo>
                      <a:lnTo>
                        <a:pt x="1675" y="627"/>
                      </a:lnTo>
                      <a:lnTo>
                        <a:pt x="1675" y="625"/>
                      </a:lnTo>
                      <a:lnTo>
                        <a:pt x="1673" y="625"/>
                      </a:lnTo>
                      <a:lnTo>
                        <a:pt x="1673" y="627"/>
                      </a:lnTo>
                      <a:lnTo>
                        <a:pt x="1672" y="627"/>
                      </a:lnTo>
                      <a:lnTo>
                        <a:pt x="1672" y="625"/>
                      </a:lnTo>
                      <a:lnTo>
                        <a:pt x="1672" y="627"/>
                      </a:lnTo>
                      <a:lnTo>
                        <a:pt x="1672" y="625"/>
                      </a:lnTo>
                      <a:lnTo>
                        <a:pt x="1672" y="623"/>
                      </a:lnTo>
                      <a:lnTo>
                        <a:pt x="1673" y="623"/>
                      </a:lnTo>
                      <a:lnTo>
                        <a:pt x="1673" y="621"/>
                      </a:lnTo>
                      <a:lnTo>
                        <a:pt x="1673" y="619"/>
                      </a:lnTo>
                      <a:lnTo>
                        <a:pt x="1673" y="621"/>
                      </a:lnTo>
                      <a:lnTo>
                        <a:pt x="1673" y="619"/>
                      </a:lnTo>
                      <a:lnTo>
                        <a:pt x="1672" y="619"/>
                      </a:lnTo>
                      <a:lnTo>
                        <a:pt x="1672" y="621"/>
                      </a:lnTo>
                      <a:lnTo>
                        <a:pt x="1670" y="621"/>
                      </a:lnTo>
                      <a:lnTo>
                        <a:pt x="1668" y="621"/>
                      </a:lnTo>
                      <a:lnTo>
                        <a:pt x="1668" y="619"/>
                      </a:lnTo>
                      <a:lnTo>
                        <a:pt x="1668" y="621"/>
                      </a:lnTo>
                      <a:lnTo>
                        <a:pt x="1668" y="619"/>
                      </a:lnTo>
                      <a:lnTo>
                        <a:pt x="1668" y="621"/>
                      </a:lnTo>
                      <a:lnTo>
                        <a:pt x="1666" y="621"/>
                      </a:lnTo>
                      <a:lnTo>
                        <a:pt x="1664" y="621"/>
                      </a:lnTo>
                      <a:lnTo>
                        <a:pt x="1666" y="621"/>
                      </a:lnTo>
                      <a:lnTo>
                        <a:pt x="1664" y="621"/>
                      </a:lnTo>
                      <a:lnTo>
                        <a:pt x="1666" y="621"/>
                      </a:lnTo>
                      <a:lnTo>
                        <a:pt x="1664" y="623"/>
                      </a:lnTo>
                      <a:lnTo>
                        <a:pt x="1664" y="625"/>
                      </a:lnTo>
                      <a:lnTo>
                        <a:pt x="1666" y="625"/>
                      </a:lnTo>
                      <a:lnTo>
                        <a:pt x="1668" y="625"/>
                      </a:lnTo>
                      <a:lnTo>
                        <a:pt x="1668" y="627"/>
                      </a:lnTo>
                      <a:lnTo>
                        <a:pt x="1666" y="627"/>
                      </a:lnTo>
                      <a:lnTo>
                        <a:pt x="1668" y="627"/>
                      </a:lnTo>
                      <a:lnTo>
                        <a:pt x="1668" y="625"/>
                      </a:lnTo>
                      <a:lnTo>
                        <a:pt x="1670" y="625"/>
                      </a:lnTo>
                      <a:lnTo>
                        <a:pt x="1670" y="627"/>
                      </a:lnTo>
                      <a:lnTo>
                        <a:pt x="1668" y="627"/>
                      </a:lnTo>
                      <a:lnTo>
                        <a:pt x="1670" y="627"/>
                      </a:lnTo>
                      <a:lnTo>
                        <a:pt x="1668" y="627"/>
                      </a:lnTo>
                      <a:lnTo>
                        <a:pt x="1670" y="627"/>
                      </a:lnTo>
                      <a:lnTo>
                        <a:pt x="1668" y="627"/>
                      </a:lnTo>
                      <a:lnTo>
                        <a:pt x="1666" y="627"/>
                      </a:lnTo>
                      <a:lnTo>
                        <a:pt x="1668" y="627"/>
                      </a:lnTo>
                      <a:lnTo>
                        <a:pt x="1666" y="627"/>
                      </a:lnTo>
                      <a:lnTo>
                        <a:pt x="1668" y="627"/>
                      </a:lnTo>
                      <a:lnTo>
                        <a:pt x="1666" y="628"/>
                      </a:lnTo>
                      <a:lnTo>
                        <a:pt x="1668" y="628"/>
                      </a:lnTo>
                      <a:lnTo>
                        <a:pt x="1670" y="628"/>
                      </a:lnTo>
                      <a:lnTo>
                        <a:pt x="1670" y="627"/>
                      </a:lnTo>
                      <a:lnTo>
                        <a:pt x="1670" y="628"/>
                      </a:lnTo>
                      <a:lnTo>
                        <a:pt x="1672" y="628"/>
                      </a:lnTo>
                      <a:lnTo>
                        <a:pt x="1670" y="628"/>
                      </a:lnTo>
                      <a:lnTo>
                        <a:pt x="1670" y="627"/>
                      </a:lnTo>
                      <a:lnTo>
                        <a:pt x="1672" y="627"/>
                      </a:lnTo>
                      <a:lnTo>
                        <a:pt x="1672" y="628"/>
                      </a:lnTo>
                      <a:lnTo>
                        <a:pt x="1670" y="628"/>
                      </a:lnTo>
                      <a:lnTo>
                        <a:pt x="1670" y="630"/>
                      </a:lnTo>
                      <a:lnTo>
                        <a:pt x="1668" y="630"/>
                      </a:lnTo>
                      <a:lnTo>
                        <a:pt x="1668" y="632"/>
                      </a:lnTo>
                      <a:lnTo>
                        <a:pt x="1666" y="632"/>
                      </a:lnTo>
                      <a:lnTo>
                        <a:pt x="1666" y="630"/>
                      </a:lnTo>
                      <a:lnTo>
                        <a:pt x="1668" y="630"/>
                      </a:lnTo>
                      <a:lnTo>
                        <a:pt x="1666" y="630"/>
                      </a:lnTo>
                      <a:lnTo>
                        <a:pt x="1664" y="630"/>
                      </a:lnTo>
                      <a:lnTo>
                        <a:pt x="1664" y="632"/>
                      </a:lnTo>
                      <a:lnTo>
                        <a:pt x="1663" y="632"/>
                      </a:lnTo>
                      <a:lnTo>
                        <a:pt x="1661" y="632"/>
                      </a:lnTo>
                      <a:lnTo>
                        <a:pt x="1661" y="634"/>
                      </a:lnTo>
                      <a:lnTo>
                        <a:pt x="1663" y="632"/>
                      </a:lnTo>
                      <a:lnTo>
                        <a:pt x="1663" y="634"/>
                      </a:lnTo>
                      <a:lnTo>
                        <a:pt x="1663" y="636"/>
                      </a:lnTo>
                      <a:lnTo>
                        <a:pt x="1663" y="634"/>
                      </a:lnTo>
                      <a:lnTo>
                        <a:pt x="1663" y="636"/>
                      </a:lnTo>
                      <a:lnTo>
                        <a:pt x="1661" y="636"/>
                      </a:lnTo>
                      <a:lnTo>
                        <a:pt x="1663" y="638"/>
                      </a:lnTo>
                      <a:lnTo>
                        <a:pt x="1661" y="638"/>
                      </a:lnTo>
                      <a:lnTo>
                        <a:pt x="1659" y="638"/>
                      </a:lnTo>
                      <a:lnTo>
                        <a:pt x="1659" y="636"/>
                      </a:lnTo>
                      <a:lnTo>
                        <a:pt x="1657" y="636"/>
                      </a:lnTo>
                      <a:lnTo>
                        <a:pt x="1657" y="638"/>
                      </a:lnTo>
                      <a:lnTo>
                        <a:pt x="1659" y="638"/>
                      </a:lnTo>
                      <a:lnTo>
                        <a:pt x="1657" y="638"/>
                      </a:lnTo>
                      <a:lnTo>
                        <a:pt x="1657" y="639"/>
                      </a:lnTo>
                      <a:lnTo>
                        <a:pt x="1659" y="639"/>
                      </a:lnTo>
                      <a:lnTo>
                        <a:pt x="1659" y="641"/>
                      </a:lnTo>
                      <a:lnTo>
                        <a:pt x="1657" y="641"/>
                      </a:lnTo>
                      <a:lnTo>
                        <a:pt x="1655" y="641"/>
                      </a:lnTo>
                      <a:lnTo>
                        <a:pt x="1655" y="639"/>
                      </a:lnTo>
                      <a:lnTo>
                        <a:pt x="1653" y="639"/>
                      </a:lnTo>
                      <a:lnTo>
                        <a:pt x="1653" y="641"/>
                      </a:lnTo>
                      <a:lnTo>
                        <a:pt x="1653" y="643"/>
                      </a:lnTo>
                      <a:lnTo>
                        <a:pt x="1652" y="643"/>
                      </a:lnTo>
                      <a:lnTo>
                        <a:pt x="1652" y="641"/>
                      </a:lnTo>
                      <a:lnTo>
                        <a:pt x="1652" y="639"/>
                      </a:lnTo>
                      <a:lnTo>
                        <a:pt x="1652" y="641"/>
                      </a:lnTo>
                      <a:lnTo>
                        <a:pt x="1650" y="641"/>
                      </a:lnTo>
                      <a:lnTo>
                        <a:pt x="1650" y="643"/>
                      </a:lnTo>
                      <a:lnTo>
                        <a:pt x="1648" y="643"/>
                      </a:lnTo>
                      <a:lnTo>
                        <a:pt x="1648" y="641"/>
                      </a:lnTo>
                      <a:lnTo>
                        <a:pt x="1648" y="643"/>
                      </a:lnTo>
                      <a:lnTo>
                        <a:pt x="1648" y="641"/>
                      </a:lnTo>
                      <a:lnTo>
                        <a:pt x="1648" y="643"/>
                      </a:lnTo>
                      <a:lnTo>
                        <a:pt x="1648" y="645"/>
                      </a:lnTo>
                      <a:lnTo>
                        <a:pt x="1646" y="647"/>
                      </a:lnTo>
                      <a:lnTo>
                        <a:pt x="1646" y="648"/>
                      </a:lnTo>
                      <a:lnTo>
                        <a:pt x="1644" y="648"/>
                      </a:lnTo>
                      <a:lnTo>
                        <a:pt x="1644" y="650"/>
                      </a:lnTo>
                      <a:lnTo>
                        <a:pt x="1646" y="650"/>
                      </a:lnTo>
                      <a:lnTo>
                        <a:pt x="1644" y="650"/>
                      </a:lnTo>
                      <a:lnTo>
                        <a:pt x="1644" y="652"/>
                      </a:lnTo>
                      <a:lnTo>
                        <a:pt x="1642" y="652"/>
                      </a:lnTo>
                      <a:lnTo>
                        <a:pt x="1641" y="652"/>
                      </a:lnTo>
                      <a:lnTo>
                        <a:pt x="1641" y="654"/>
                      </a:lnTo>
                      <a:lnTo>
                        <a:pt x="1639" y="654"/>
                      </a:lnTo>
                      <a:lnTo>
                        <a:pt x="1639" y="656"/>
                      </a:lnTo>
                      <a:lnTo>
                        <a:pt x="1639" y="658"/>
                      </a:lnTo>
                      <a:lnTo>
                        <a:pt x="1639" y="659"/>
                      </a:lnTo>
                      <a:lnTo>
                        <a:pt x="1637" y="659"/>
                      </a:lnTo>
                      <a:lnTo>
                        <a:pt x="1637" y="661"/>
                      </a:lnTo>
                      <a:lnTo>
                        <a:pt x="1637" y="659"/>
                      </a:lnTo>
                      <a:lnTo>
                        <a:pt x="1635" y="659"/>
                      </a:lnTo>
                      <a:lnTo>
                        <a:pt x="1635" y="661"/>
                      </a:lnTo>
                      <a:lnTo>
                        <a:pt x="1635" y="659"/>
                      </a:lnTo>
                      <a:lnTo>
                        <a:pt x="1635" y="661"/>
                      </a:lnTo>
                      <a:lnTo>
                        <a:pt x="1633" y="661"/>
                      </a:lnTo>
                      <a:lnTo>
                        <a:pt x="1633" y="663"/>
                      </a:lnTo>
                      <a:lnTo>
                        <a:pt x="1632" y="663"/>
                      </a:lnTo>
                      <a:lnTo>
                        <a:pt x="1632" y="665"/>
                      </a:lnTo>
                      <a:lnTo>
                        <a:pt x="1632" y="667"/>
                      </a:lnTo>
                      <a:lnTo>
                        <a:pt x="1632" y="669"/>
                      </a:lnTo>
                      <a:lnTo>
                        <a:pt x="1632" y="670"/>
                      </a:lnTo>
                      <a:lnTo>
                        <a:pt x="1632" y="669"/>
                      </a:lnTo>
                      <a:lnTo>
                        <a:pt x="1632" y="670"/>
                      </a:lnTo>
                      <a:lnTo>
                        <a:pt x="1632" y="669"/>
                      </a:lnTo>
                      <a:lnTo>
                        <a:pt x="1632" y="670"/>
                      </a:lnTo>
                      <a:lnTo>
                        <a:pt x="1633" y="670"/>
                      </a:lnTo>
                      <a:lnTo>
                        <a:pt x="1633" y="672"/>
                      </a:lnTo>
                      <a:lnTo>
                        <a:pt x="1632" y="672"/>
                      </a:lnTo>
                      <a:lnTo>
                        <a:pt x="1632" y="674"/>
                      </a:lnTo>
                      <a:lnTo>
                        <a:pt x="1630" y="674"/>
                      </a:lnTo>
                      <a:lnTo>
                        <a:pt x="1628" y="676"/>
                      </a:lnTo>
                      <a:lnTo>
                        <a:pt x="1628" y="674"/>
                      </a:lnTo>
                      <a:lnTo>
                        <a:pt x="1626" y="674"/>
                      </a:lnTo>
                      <a:lnTo>
                        <a:pt x="1628" y="674"/>
                      </a:lnTo>
                      <a:lnTo>
                        <a:pt x="1628" y="676"/>
                      </a:lnTo>
                      <a:lnTo>
                        <a:pt x="1630" y="674"/>
                      </a:lnTo>
                      <a:lnTo>
                        <a:pt x="1632" y="674"/>
                      </a:lnTo>
                      <a:lnTo>
                        <a:pt x="1632" y="672"/>
                      </a:lnTo>
                      <a:lnTo>
                        <a:pt x="1633" y="672"/>
                      </a:lnTo>
                      <a:lnTo>
                        <a:pt x="1633" y="670"/>
                      </a:lnTo>
                      <a:lnTo>
                        <a:pt x="1633" y="672"/>
                      </a:lnTo>
                      <a:lnTo>
                        <a:pt x="1635" y="672"/>
                      </a:lnTo>
                      <a:lnTo>
                        <a:pt x="1637" y="672"/>
                      </a:lnTo>
                      <a:lnTo>
                        <a:pt x="1639" y="672"/>
                      </a:lnTo>
                      <a:lnTo>
                        <a:pt x="1641" y="672"/>
                      </a:lnTo>
                      <a:lnTo>
                        <a:pt x="1641" y="674"/>
                      </a:lnTo>
                      <a:lnTo>
                        <a:pt x="1642" y="674"/>
                      </a:lnTo>
                      <a:lnTo>
                        <a:pt x="1641" y="674"/>
                      </a:lnTo>
                      <a:lnTo>
                        <a:pt x="1641" y="676"/>
                      </a:lnTo>
                      <a:lnTo>
                        <a:pt x="1642" y="676"/>
                      </a:lnTo>
                      <a:lnTo>
                        <a:pt x="1644" y="676"/>
                      </a:lnTo>
                      <a:lnTo>
                        <a:pt x="1644" y="678"/>
                      </a:lnTo>
                      <a:lnTo>
                        <a:pt x="1648" y="680"/>
                      </a:lnTo>
                      <a:lnTo>
                        <a:pt x="1648" y="681"/>
                      </a:lnTo>
                      <a:lnTo>
                        <a:pt x="1650" y="681"/>
                      </a:lnTo>
                      <a:lnTo>
                        <a:pt x="1650" y="680"/>
                      </a:lnTo>
                      <a:lnTo>
                        <a:pt x="1652" y="681"/>
                      </a:lnTo>
                      <a:lnTo>
                        <a:pt x="1653" y="681"/>
                      </a:lnTo>
                      <a:lnTo>
                        <a:pt x="1653" y="683"/>
                      </a:lnTo>
                      <a:lnTo>
                        <a:pt x="1652" y="683"/>
                      </a:lnTo>
                      <a:lnTo>
                        <a:pt x="1650" y="685"/>
                      </a:lnTo>
                      <a:lnTo>
                        <a:pt x="1652" y="683"/>
                      </a:lnTo>
                      <a:lnTo>
                        <a:pt x="1653" y="683"/>
                      </a:lnTo>
                      <a:lnTo>
                        <a:pt x="1653" y="685"/>
                      </a:lnTo>
                      <a:lnTo>
                        <a:pt x="1653" y="687"/>
                      </a:lnTo>
                      <a:lnTo>
                        <a:pt x="1652" y="687"/>
                      </a:lnTo>
                      <a:lnTo>
                        <a:pt x="1652" y="689"/>
                      </a:lnTo>
                      <a:lnTo>
                        <a:pt x="1650" y="689"/>
                      </a:lnTo>
                      <a:lnTo>
                        <a:pt x="1652" y="689"/>
                      </a:lnTo>
                      <a:lnTo>
                        <a:pt x="1652" y="687"/>
                      </a:lnTo>
                      <a:lnTo>
                        <a:pt x="1653" y="687"/>
                      </a:lnTo>
                      <a:lnTo>
                        <a:pt x="1653" y="685"/>
                      </a:lnTo>
                      <a:lnTo>
                        <a:pt x="1653" y="683"/>
                      </a:lnTo>
                      <a:lnTo>
                        <a:pt x="1655" y="683"/>
                      </a:lnTo>
                      <a:lnTo>
                        <a:pt x="1657" y="683"/>
                      </a:lnTo>
                      <a:lnTo>
                        <a:pt x="1659" y="683"/>
                      </a:lnTo>
                      <a:lnTo>
                        <a:pt x="1661" y="683"/>
                      </a:lnTo>
                      <a:lnTo>
                        <a:pt x="1661" y="685"/>
                      </a:lnTo>
                      <a:lnTo>
                        <a:pt x="1661" y="683"/>
                      </a:lnTo>
                      <a:lnTo>
                        <a:pt x="1661" y="685"/>
                      </a:lnTo>
                      <a:lnTo>
                        <a:pt x="1663" y="685"/>
                      </a:lnTo>
                      <a:lnTo>
                        <a:pt x="1664" y="685"/>
                      </a:lnTo>
                      <a:lnTo>
                        <a:pt x="1664" y="687"/>
                      </a:lnTo>
                      <a:lnTo>
                        <a:pt x="1666" y="687"/>
                      </a:lnTo>
                      <a:lnTo>
                        <a:pt x="1668" y="687"/>
                      </a:lnTo>
                      <a:lnTo>
                        <a:pt x="1670" y="687"/>
                      </a:lnTo>
                      <a:lnTo>
                        <a:pt x="1670" y="689"/>
                      </a:lnTo>
                      <a:lnTo>
                        <a:pt x="1672" y="689"/>
                      </a:lnTo>
                      <a:lnTo>
                        <a:pt x="1670" y="691"/>
                      </a:lnTo>
                      <a:lnTo>
                        <a:pt x="1672" y="691"/>
                      </a:lnTo>
                      <a:lnTo>
                        <a:pt x="1670" y="691"/>
                      </a:lnTo>
                      <a:lnTo>
                        <a:pt x="1672" y="691"/>
                      </a:lnTo>
                      <a:lnTo>
                        <a:pt x="1672" y="692"/>
                      </a:lnTo>
                      <a:lnTo>
                        <a:pt x="1672" y="694"/>
                      </a:lnTo>
                      <a:lnTo>
                        <a:pt x="1673" y="694"/>
                      </a:lnTo>
                      <a:lnTo>
                        <a:pt x="1672" y="694"/>
                      </a:lnTo>
                      <a:lnTo>
                        <a:pt x="1672" y="696"/>
                      </a:lnTo>
                      <a:lnTo>
                        <a:pt x="1673" y="696"/>
                      </a:lnTo>
                      <a:lnTo>
                        <a:pt x="1673" y="698"/>
                      </a:lnTo>
                      <a:lnTo>
                        <a:pt x="1675" y="698"/>
                      </a:lnTo>
                      <a:lnTo>
                        <a:pt x="1675" y="700"/>
                      </a:lnTo>
                      <a:lnTo>
                        <a:pt x="1675" y="701"/>
                      </a:lnTo>
                      <a:lnTo>
                        <a:pt x="1677" y="703"/>
                      </a:lnTo>
                      <a:lnTo>
                        <a:pt x="1677" y="705"/>
                      </a:lnTo>
                      <a:lnTo>
                        <a:pt x="1679" y="705"/>
                      </a:lnTo>
                      <a:lnTo>
                        <a:pt x="1677" y="705"/>
                      </a:lnTo>
                      <a:lnTo>
                        <a:pt x="1675" y="707"/>
                      </a:lnTo>
                      <a:lnTo>
                        <a:pt x="1675" y="705"/>
                      </a:lnTo>
                      <a:lnTo>
                        <a:pt x="1675" y="707"/>
                      </a:lnTo>
                      <a:lnTo>
                        <a:pt x="1673" y="707"/>
                      </a:lnTo>
                      <a:lnTo>
                        <a:pt x="1672" y="707"/>
                      </a:lnTo>
                      <a:lnTo>
                        <a:pt x="1672" y="705"/>
                      </a:lnTo>
                      <a:lnTo>
                        <a:pt x="1670" y="705"/>
                      </a:lnTo>
                      <a:lnTo>
                        <a:pt x="1670" y="703"/>
                      </a:lnTo>
                      <a:lnTo>
                        <a:pt x="1668" y="703"/>
                      </a:lnTo>
                      <a:lnTo>
                        <a:pt x="1666" y="703"/>
                      </a:lnTo>
                      <a:lnTo>
                        <a:pt x="1668" y="703"/>
                      </a:lnTo>
                      <a:lnTo>
                        <a:pt x="1668" y="701"/>
                      </a:lnTo>
                      <a:lnTo>
                        <a:pt x="1666" y="701"/>
                      </a:lnTo>
                      <a:lnTo>
                        <a:pt x="1666" y="703"/>
                      </a:lnTo>
                      <a:lnTo>
                        <a:pt x="1664" y="701"/>
                      </a:lnTo>
                      <a:lnTo>
                        <a:pt x="1663" y="701"/>
                      </a:lnTo>
                      <a:lnTo>
                        <a:pt x="1661" y="701"/>
                      </a:lnTo>
                      <a:lnTo>
                        <a:pt x="1663" y="703"/>
                      </a:lnTo>
                      <a:lnTo>
                        <a:pt x="1661" y="703"/>
                      </a:lnTo>
                      <a:lnTo>
                        <a:pt x="1661" y="705"/>
                      </a:lnTo>
                      <a:lnTo>
                        <a:pt x="1661" y="703"/>
                      </a:lnTo>
                      <a:lnTo>
                        <a:pt x="1659" y="703"/>
                      </a:lnTo>
                      <a:lnTo>
                        <a:pt x="1659" y="705"/>
                      </a:lnTo>
                      <a:lnTo>
                        <a:pt x="1657" y="705"/>
                      </a:lnTo>
                      <a:lnTo>
                        <a:pt x="1657" y="707"/>
                      </a:lnTo>
                      <a:lnTo>
                        <a:pt x="1655" y="707"/>
                      </a:lnTo>
                      <a:lnTo>
                        <a:pt x="1657" y="707"/>
                      </a:lnTo>
                      <a:lnTo>
                        <a:pt x="1655" y="707"/>
                      </a:lnTo>
                      <a:lnTo>
                        <a:pt x="1657" y="707"/>
                      </a:lnTo>
                      <a:lnTo>
                        <a:pt x="1655" y="707"/>
                      </a:lnTo>
                      <a:lnTo>
                        <a:pt x="1657" y="707"/>
                      </a:lnTo>
                      <a:lnTo>
                        <a:pt x="1657" y="705"/>
                      </a:lnTo>
                      <a:lnTo>
                        <a:pt x="1659" y="705"/>
                      </a:lnTo>
                      <a:lnTo>
                        <a:pt x="1661" y="703"/>
                      </a:lnTo>
                      <a:lnTo>
                        <a:pt x="1661" y="705"/>
                      </a:lnTo>
                      <a:lnTo>
                        <a:pt x="1661" y="703"/>
                      </a:lnTo>
                      <a:lnTo>
                        <a:pt x="1663" y="703"/>
                      </a:lnTo>
                      <a:lnTo>
                        <a:pt x="1661" y="701"/>
                      </a:lnTo>
                      <a:lnTo>
                        <a:pt x="1663" y="701"/>
                      </a:lnTo>
                      <a:lnTo>
                        <a:pt x="1664" y="701"/>
                      </a:lnTo>
                      <a:lnTo>
                        <a:pt x="1664" y="703"/>
                      </a:lnTo>
                      <a:lnTo>
                        <a:pt x="1666" y="703"/>
                      </a:lnTo>
                      <a:lnTo>
                        <a:pt x="1664" y="703"/>
                      </a:lnTo>
                      <a:lnTo>
                        <a:pt x="1666" y="705"/>
                      </a:lnTo>
                      <a:lnTo>
                        <a:pt x="1666" y="703"/>
                      </a:lnTo>
                      <a:lnTo>
                        <a:pt x="1666" y="701"/>
                      </a:lnTo>
                      <a:lnTo>
                        <a:pt x="1668" y="701"/>
                      </a:lnTo>
                      <a:lnTo>
                        <a:pt x="1668" y="703"/>
                      </a:lnTo>
                      <a:lnTo>
                        <a:pt x="1666" y="703"/>
                      </a:lnTo>
                      <a:lnTo>
                        <a:pt x="1668" y="703"/>
                      </a:lnTo>
                      <a:lnTo>
                        <a:pt x="1670" y="703"/>
                      </a:lnTo>
                      <a:lnTo>
                        <a:pt x="1670" y="705"/>
                      </a:lnTo>
                      <a:lnTo>
                        <a:pt x="1672" y="705"/>
                      </a:lnTo>
                      <a:lnTo>
                        <a:pt x="1672" y="707"/>
                      </a:lnTo>
                      <a:lnTo>
                        <a:pt x="1673" y="707"/>
                      </a:lnTo>
                      <a:lnTo>
                        <a:pt x="1673" y="709"/>
                      </a:lnTo>
                      <a:lnTo>
                        <a:pt x="1673" y="707"/>
                      </a:lnTo>
                      <a:lnTo>
                        <a:pt x="1675" y="707"/>
                      </a:lnTo>
                      <a:lnTo>
                        <a:pt x="1675" y="705"/>
                      </a:lnTo>
                      <a:lnTo>
                        <a:pt x="1675" y="707"/>
                      </a:lnTo>
                      <a:lnTo>
                        <a:pt x="1677" y="707"/>
                      </a:lnTo>
                      <a:lnTo>
                        <a:pt x="1677" y="705"/>
                      </a:lnTo>
                      <a:lnTo>
                        <a:pt x="1679" y="705"/>
                      </a:lnTo>
                      <a:lnTo>
                        <a:pt x="1679" y="707"/>
                      </a:lnTo>
                      <a:lnTo>
                        <a:pt x="1681" y="707"/>
                      </a:lnTo>
                      <a:lnTo>
                        <a:pt x="1681" y="709"/>
                      </a:lnTo>
                      <a:lnTo>
                        <a:pt x="1681" y="711"/>
                      </a:lnTo>
                      <a:lnTo>
                        <a:pt x="1681" y="712"/>
                      </a:lnTo>
                      <a:lnTo>
                        <a:pt x="1679" y="712"/>
                      </a:lnTo>
                      <a:lnTo>
                        <a:pt x="1677" y="712"/>
                      </a:lnTo>
                      <a:lnTo>
                        <a:pt x="1677" y="714"/>
                      </a:lnTo>
                      <a:lnTo>
                        <a:pt x="1675" y="714"/>
                      </a:lnTo>
                      <a:lnTo>
                        <a:pt x="1673" y="714"/>
                      </a:lnTo>
                      <a:lnTo>
                        <a:pt x="1675" y="714"/>
                      </a:lnTo>
                      <a:lnTo>
                        <a:pt x="1673" y="714"/>
                      </a:lnTo>
                      <a:lnTo>
                        <a:pt x="1675" y="714"/>
                      </a:lnTo>
                      <a:lnTo>
                        <a:pt x="1677" y="714"/>
                      </a:lnTo>
                      <a:lnTo>
                        <a:pt x="1675" y="714"/>
                      </a:lnTo>
                      <a:lnTo>
                        <a:pt x="1677" y="714"/>
                      </a:lnTo>
                      <a:lnTo>
                        <a:pt x="1677" y="712"/>
                      </a:lnTo>
                      <a:lnTo>
                        <a:pt x="1679" y="712"/>
                      </a:lnTo>
                      <a:lnTo>
                        <a:pt x="1681" y="712"/>
                      </a:lnTo>
                      <a:lnTo>
                        <a:pt x="1683" y="712"/>
                      </a:lnTo>
                      <a:lnTo>
                        <a:pt x="1683" y="714"/>
                      </a:lnTo>
                      <a:lnTo>
                        <a:pt x="1684" y="714"/>
                      </a:lnTo>
                      <a:lnTo>
                        <a:pt x="1684" y="716"/>
                      </a:lnTo>
                      <a:lnTo>
                        <a:pt x="1683" y="716"/>
                      </a:lnTo>
                      <a:lnTo>
                        <a:pt x="1684" y="716"/>
                      </a:lnTo>
                      <a:lnTo>
                        <a:pt x="1683" y="716"/>
                      </a:lnTo>
                      <a:lnTo>
                        <a:pt x="1684" y="716"/>
                      </a:lnTo>
                      <a:lnTo>
                        <a:pt x="1684" y="718"/>
                      </a:lnTo>
                      <a:lnTo>
                        <a:pt x="1686" y="720"/>
                      </a:lnTo>
                      <a:lnTo>
                        <a:pt x="1684" y="720"/>
                      </a:lnTo>
                      <a:lnTo>
                        <a:pt x="1684" y="718"/>
                      </a:lnTo>
                      <a:lnTo>
                        <a:pt x="1683" y="718"/>
                      </a:lnTo>
                      <a:lnTo>
                        <a:pt x="1683" y="720"/>
                      </a:lnTo>
                      <a:lnTo>
                        <a:pt x="1684" y="722"/>
                      </a:lnTo>
                      <a:lnTo>
                        <a:pt x="1684" y="723"/>
                      </a:lnTo>
                      <a:lnTo>
                        <a:pt x="1686" y="723"/>
                      </a:lnTo>
                      <a:lnTo>
                        <a:pt x="1686" y="722"/>
                      </a:lnTo>
                      <a:lnTo>
                        <a:pt x="1686" y="723"/>
                      </a:lnTo>
                      <a:lnTo>
                        <a:pt x="1686" y="725"/>
                      </a:lnTo>
                      <a:lnTo>
                        <a:pt x="1688" y="725"/>
                      </a:lnTo>
                      <a:lnTo>
                        <a:pt x="1688" y="727"/>
                      </a:lnTo>
                      <a:lnTo>
                        <a:pt x="1686" y="727"/>
                      </a:lnTo>
                      <a:lnTo>
                        <a:pt x="1688" y="727"/>
                      </a:lnTo>
                      <a:lnTo>
                        <a:pt x="1688" y="729"/>
                      </a:lnTo>
                      <a:lnTo>
                        <a:pt x="1690" y="729"/>
                      </a:lnTo>
                      <a:lnTo>
                        <a:pt x="1690" y="731"/>
                      </a:lnTo>
                      <a:lnTo>
                        <a:pt x="1690" y="733"/>
                      </a:lnTo>
                      <a:lnTo>
                        <a:pt x="1692" y="733"/>
                      </a:lnTo>
                      <a:lnTo>
                        <a:pt x="1690" y="733"/>
                      </a:lnTo>
                      <a:lnTo>
                        <a:pt x="1692" y="733"/>
                      </a:lnTo>
                      <a:lnTo>
                        <a:pt x="1690" y="733"/>
                      </a:lnTo>
                      <a:lnTo>
                        <a:pt x="1690" y="734"/>
                      </a:lnTo>
                      <a:lnTo>
                        <a:pt x="1692" y="734"/>
                      </a:lnTo>
                      <a:lnTo>
                        <a:pt x="1694" y="734"/>
                      </a:lnTo>
                      <a:lnTo>
                        <a:pt x="1694" y="736"/>
                      </a:lnTo>
                      <a:lnTo>
                        <a:pt x="1692" y="736"/>
                      </a:lnTo>
                      <a:lnTo>
                        <a:pt x="1694" y="736"/>
                      </a:lnTo>
                      <a:lnTo>
                        <a:pt x="1692" y="738"/>
                      </a:lnTo>
                      <a:lnTo>
                        <a:pt x="1694" y="736"/>
                      </a:lnTo>
                      <a:lnTo>
                        <a:pt x="1694" y="738"/>
                      </a:lnTo>
                      <a:lnTo>
                        <a:pt x="1694" y="740"/>
                      </a:lnTo>
                      <a:lnTo>
                        <a:pt x="1694" y="742"/>
                      </a:lnTo>
                      <a:lnTo>
                        <a:pt x="1692" y="742"/>
                      </a:lnTo>
                      <a:lnTo>
                        <a:pt x="1692" y="744"/>
                      </a:lnTo>
                      <a:lnTo>
                        <a:pt x="1692" y="745"/>
                      </a:lnTo>
                      <a:lnTo>
                        <a:pt x="1694" y="745"/>
                      </a:lnTo>
                      <a:lnTo>
                        <a:pt x="1692" y="745"/>
                      </a:lnTo>
                      <a:lnTo>
                        <a:pt x="1694" y="745"/>
                      </a:lnTo>
                      <a:lnTo>
                        <a:pt x="1692" y="745"/>
                      </a:lnTo>
                      <a:lnTo>
                        <a:pt x="1694" y="745"/>
                      </a:lnTo>
                      <a:lnTo>
                        <a:pt x="1692" y="745"/>
                      </a:lnTo>
                      <a:lnTo>
                        <a:pt x="1694" y="745"/>
                      </a:lnTo>
                      <a:lnTo>
                        <a:pt x="1694" y="747"/>
                      </a:lnTo>
                      <a:lnTo>
                        <a:pt x="1694" y="749"/>
                      </a:lnTo>
                      <a:lnTo>
                        <a:pt x="1695" y="749"/>
                      </a:lnTo>
                      <a:lnTo>
                        <a:pt x="1697" y="751"/>
                      </a:lnTo>
                      <a:lnTo>
                        <a:pt x="1695" y="751"/>
                      </a:lnTo>
                      <a:lnTo>
                        <a:pt x="1697" y="751"/>
                      </a:lnTo>
                      <a:lnTo>
                        <a:pt x="1697" y="753"/>
                      </a:lnTo>
                      <a:lnTo>
                        <a:pt x="1697" y="751"/>
                      </a:lnTo>
                      <a:lnTo>
                        <a:pt x="1697" y="753"/>
                      </a:lnTo>
                      <a:lnTo>
                        <a:pt x="1697" y="751"/>
                      </a:lnTo>
                      <a:lnTo>
                        <a:pt x="1699" y="753"/>
                      </a:lnTo>
                      <a:lnTo>
                        <a:pt x="1701" y="753"/>
                      </a:lnTo>
                      <a:lnTo>
                        <a:pt x="1703" y="753"/>
                      </a:lnTo>
                      <a:lnTo>
                        <a:pt x="1703" y="754"/>
                      </a:lnTo>
                      <a:lnTo>
                        <a:pt x="1705" y="754"/>
                      </a:lnTo>
                      <a:lnTo>
                        <a:pt x="1706" y="754"/>
                      </a:lnTo>
                      <a:lnTo>
                        <a:pt x="1708" y="756"/>
                      </a:lnTo>
                      <a:lnTo>
                        <a:pt x="1710" y="756"/>
                      </a:lnTo>
                      <a:lnTo>
                        <a:pt x="1710" y="758"/>
                      </a:lnTo>
                      <a:lnTo>
                        <a:pt x="1710" y="760"/>
                      </a:lnTo>
                      <a:lnTo>
                        <a:pt x="1710" y="762"/>
                      </a:lnTo>
                      <a:lnTo>
                        <a:pt x="1712" y="762"/>
                      </a:lnTo>
                      <a:lnTo>
                        <a:pt x="1710" y="762"/>
                      </a:lnTo>
                      <a:lnTo>
                        <a:pt x="1712" y="762"/>
                      </a:lnTo>
                      <a:lnTo>
                        <a:pt x="1710" y="764"/>
                      </a:lnTo>
                      <a:lnTo>
                        <a:pt x="1712" y="764"/>
                      </a:lnTo>
                      <a:lnTo>
                        <a:pt x="1712" y="765"/>
                      </a:lnTo>
                      <a:lnTo>
                        <a:pt x="1712" y="767"/>
                      </a:lnTo>
                      <a:lnTo>
                        <a:pt x="1714" y="767"/>
                      </a:lnTo>
                      <a:lnTo>
                        <a:pt x="1715" y="767"/>
                      </a:lnTo>
                      <a:lnTo>
                        <a:pt x="1717" y="767"/>
                      </a:lnTo>
                      <a:lnTo>
                        <a:pt x="1719" y="767"/>
                      </a:lnTo>
                      <a:lnTo>
                        <a:pt x="1719" y="769"/>
                      </a:lnTo>
                      <a:lnTo>
                        <a:pt x="1721" y="769"/>
                      </a:lnTo>
                      <a:lnTo>
                        <a:pt x="1723" y="769"/>
                      </a:lnTo>
                      <a:lnTo>
                        <a:pt x="1723" y="771"/>
                      </a:lnTo>
                      <a:lnTo>
                        <a:pt x="1725" y="771"/>
                      </a:lnTo>
                      <a:lnTo>
                        <a:pt x="1725" y="773"/>
                      </a:lnTo>
                      <a:lnTo>
                        <a:pt x="1726" y="773"/>
                      </a:lnTo>
                      <a:lnTo>
                        <a:pt x="1726" y="775"/>
                      </a:lnTo>
                      <a:lnTo>
                        <a:pt x="1728" y="775"/>
                      </a:lnTo>
                      <a:lnTo>
                        <a:pt x="1728" y="776"/>
                      </a:lnTo>
                      <a:lnTo>
                        <a:pt x="1728" y="778"/>
                      </a:lnTo>
                      <a:lnTo>
                        <a:pt x="1730" y="778"/>
                      </a:lnTo>
                      <a:lnTo>
                        <a:pt x="1728" y="778"/>
                      </a:lnTo>
                      <a:lnTo>
                        <a:pt x="1730" y="778"/>
                      </a:lnTo>
                      <a:lnTo>
                        <a:pt x="1728" y="778"/>
                      </a:lnTo>
                      <a:lnTo>
                        <a:pt x="1730" y="780"/>
                      </a:lnTo>
                      <a:lnTo>
                        <a:pt x="1730" y="782"/>
                      </a:lnTo>
                      <a:lnTo>
                        <a:pt x="1728" y="782"/>
                      </a:lnTo>
                      <a:lnTo>
                        <a:pt x="1726" y="782"/>
                      </a:lnTo>
                      <a:lnTo>
                        <a:pt x="1725" y="782"/>
                      </a:lnTo>
                      <a:lnTo>
                        <a:pt x="1723" y="782"/>
                      </a:lnTo>
                      <a:lnTo>
                        <a:pt x="1723" y="780"/>
                      </a:lnTo>
                      <a:lnTo>
                        <a:pt x="1721" y="780"/>
                      </a:lnTo>
                      <a:lnTo>
                        <a:pt x="1719" y="780"/>
                      </a:lnTo>
                      <a:lnTo>
                        <a:pt x="1717" y="780"/>
                      </a:lnTo>
                      <a:lnTo>
                        <a:pt x="1715" y="778"/>
                      </a:lnTo>
                      <a:lnTo>
                        <a:pt x="1714" y="778"/>
                      </a:lnTo>
                      <a:lnTo>
                        <a:pt x="1712" y="776"/>
                      </a:lnTo>
                      <a:lnTo>
                        <a:pt x="1710" y="776"/>
                      </a:lnTo>
                      <a:lnTo>
                        <a:pt x="1708" y="776"/>
                      </a:lnTo>
                      <a:lnTo>
                        <a:pt x="1708" y="775"/>
                      </a:lnTo>
                      <a:lnTo>
                        <a:pt x="1706" y="775"/>
                      </a:lnTo>
                      <a:lnTo>
                        <a:pt x="1706" y="776"/>
                      </a:lnTo>
                      <a:lnTo>
                        <a:pt x="1705" y="776"/>
                      </a:lnTo>
                      <a:lnTo>
                        <a:pt x="1703" y="776"/>
                      </a:lnTo>
                      <a:lnTo>
                        <a:pt x="1703" y="778"/>
                      </a:lnTo>
                      <a:lnTo>
                        <a:pt x="1701" y="778"/>
                      </a:lnTo>
                      <a:lnTo>
                        <a:pt x="1699" y="778"/>
                      </a:lnTo>
                      <a:lnTo>
                        <a:pt x="1697" y="778"/>
                      </a:lnTo>
                      <a:lnTo>
                        <a:pt x="1695" y="778"/>
                      </a:lnTo>
                      <a:lnTo>
                        <a:pt x="1695" y="776"/>
                      </a:lnTo>
                      <a:lnTo>
                        <a:pt x="1694" y="776"/>
                      </a:lnTo>
                      <a:lnTo>
                        <a:pt x="1694" y="775"/>
                      </a:lnTo>
                      <a:lnTo>
                        <a:pt x="1694" y="773"/>
                      </a:lnTo>
                      <a:lnTo>
                        <a:pt x="1692" y="773"/>
                      </a:lnTo>
                      <a:lnTo>
                        <a:pt x="1692" y="771"/>
                      </a:lnTo>
                      <a:lnTo>
                        <a:pt x="1690" y="771"/>
                      </a:lnTo>
                      <a:lnTo>
                        <a:pt x="1688" y="771"/>
                      </a:lnTo>
                      <a:lnTo>
                        <a:pt x="1688" y="769"/>
                      </a:lnTo>
                      <a:lnTo>
                        <a:pt x="1688" y="767"/>
                      </a:lnTo>
                      <a:lnTo>
                        <a:pt x="1688" y="769"/>
                      </a:lnTo>
                      <a:lnTo>
                        <a:pt x="1686" y="769"/>
                      </a:lnTo>
                      <a:lnTo>
                        <a:pt x="1684" y="769"/>
                      </a:lnTo>
                      <a:lnTo>
                        <a:pt x="1683" y="767"/>
                      </a:lnTo>
                      <a:lnTo>
                        <a:pt x="1683" y="769"/>
                      </a:lnTo>
                      <a:lnTo>
                        <a:pt x="1681" y="769"/>
                      </a:lnTo>
                      <a:lnTo>
                        <a:pt x="1679" y="769"/>
                      </a:lnTo>
                      <a:lnTo>
                        <a:pt x="1679" y="767"/>
                      </a:lnTo>
                      <a:lnTo>
                        <a:pt x="1677" y="769"/>
                      </a:lnTo>
                      <a:lnTo>
                        <a:pt x="1675" y="769"/>
                      </a:lnTo>
                      <a:lnTo>
                        <a:pt x="1673" y="771"/>
                      </a:lnTo>
                      <a:lnTo>
                        <a:pt x="1672" y="771"/>
                      </a:lnTo>
                      <a:lnTo>
                        <a:pt x="1672" y="773"/>
                      </a:lnTo>
                      <a:lnTo>
                        <a:pt x="1670" y="773"/>
                      </a:lnTo>
                      <a:lnTo>
                        <a:pt x="1668" y="773"/>
                      </a:lnTo>
                      <a:lnTo>
                        <a:pt x="1666" y="773"/>
                      </a:lnTo>
                      <a:lnTo>
                        <a:pt x="1664" y="773"/>
                      </a:lnTo>
                      <a:lnTo>
                        <a:pt x="1663" y="773"/>
                      </a:lnTo>
                      <a:lnTo>
                        <a:pt x="1663" y="771"/>
                      </a:lnTo>
                      <a:lnTo>
                        <a:pt x="1661" y="771"/>
                      </a:lnTo>
                      <a:lnTo>
                        <a:pt x="1661" y="769"/>
                      </a:lnTo>
                      <a:lnTo>
                        <a:pt x="1659" y="769"/>
                      </a:lnTo>
                      <a:lnTo>
                        <a:pt x="1659" y="767"/>
                      </a:lnTo>
                      <a:lnTo>
                        <a:pt x="1657" y="765"/>
                      </a:lnTo>
                      <a:lnTo>
                        <a:pt x="1657" y="764"/>
                      </a:lnTo>
                      <a:lnTo>
                        <a:pt x="1657" y="762"/>
                      </a:lnTo>
                      <a:lnTo>
                        <a:pt x="1655" y="762"/>
                      </a:lnTo>
                      <a:lnTo>
                        <a:pt x="1655" y="760"/>
                      </a:lnTo>
                      <a:lnTo>
                        <a:pt x="1655" y="758"/>
                      </a:lnTo>
                      <a:lnTo>
                        <a:pt x="1655" y="756"/>
                      </a:lnTo>
                      <a:lnTo>
                        <a:pt x="1655" y="754"/>
                      </a:lnTo>
                      <a:lnTo>
                        <a:pt x="1657" y="753"/>
                      </a:lnTo>
                      <a:lnTo>
                        <a:pt x="1655" y="753"/>
                      </a:lnTo>
                      <a:lnTo>
                        <a:pt x="1655" y="756"/>
                      </a:lnTo>
                      <a:lnTo>
                        <a:pt x="1655" y="758"/>
                      </a:lnTo>
                      <a:lnTo>
                        <a:pt x="1655" y="760"/>
                      </a:lnTo>
                      <a:lnTo>
                        <a:pt x="1653" y="760"/>
                      </a:lnTo>
                      <a:lnTo>
                        <a:pt x="1653" y="758"/>
                      </a:lnTo>
                      <a:lnTo>
                        <a:pt x="1653" y="760"/>
                      </a:lnTo>
                      <a:lnTo>
                        <a:pt x="1652" y="760"/>
                      </a:lnTo>
                      <a:lnTo>
                        <a:pt x="1650" y="760"/>
                      </a:lnTo>
                      <a:lnTo>
                        <a:pt x="1650" y="758"/>
                      </a:lnTo>
                      <a:lnTo>
                        <a:pt x="1648" y="758"/>
                      </a:lnTo>
                      <a:lnTo>
                        <a:pt x="1646" y="758"/>
                      </a:lnTo>
                      <a:lnTo>
                        <a:pt x="1646" y="756"/>
                      </a:lnTo>
                      <a:lnTo>
                        <a:pt x="1644" y="756"/>
                      </a:lnTo>
                      <a:lnTo>
                        <a:pt x="1646" y="756"/>
                      </a:lnTo>
                      <a:lnTo>
                        <a:pt x="1646" y="758"/>
                      </a:lnTo>
                      <a:lnTo>
                        <a:pt x="1644" y="758"/>
                      </a:lnTo>
                      <a:lnTo>
                        <a:pt x="1644" y="756"/>
                      </a:lnTo>
                      <a:lnTo>
                        <a:pt x="1642" y="756"/>
                      </a:lnTo>
                      <a:lnTo>
                        <a:pt x="1642" y="754"/>
                      </a:lnTo>
                      <a:lnTo>
                        <a:pt x="1642" y="753"/>
                      </a:lnTo>
                      <a:lnTo>
                        <a:pt x="1642" y="751"/>
                      </a:lnTo>
                      <a:lnTo>
                        <a:pt x="1642" y="749"/>
                      </a:lnTo>
                      <a:lnTo>
                        <a:pt x="1641" y="747"/>
                      </a:lnTo>
                      <a:lnTo>
                        <a:pt x="1641" y="745"/>
                      </a:lnTo>
                      <a:lnTo>
                        <a:pt x="1641" y="744"/>
                      </a:lnTo>
                      <a:lnTo>
                        <a:pt x="1641" y="742"/>
                      </a:lnTo>
                      <a:lnTo>
                        <a:pt x="1641" y="740"/>
                      </a:lnTo>
                      <a:lnTo>
                        <a:pt x="1641" y="738"/>
                      </a:lnTo>
                      <a:lnTo>
                        <a:pt x="1639" y="738"/>
                      </a:lnTo>
                      <a:lnTo>
                        <a:pt x="1639" y="736"/>
                      </a:lnTo>
                      <a:lnTo>
                        <a:pt x="1641" y="736"/>
                      </a:lnTo>
                      <a:lnTo>
                        <a:pt x="1641" y="734"/>
                      </a:lnTo>
                      <a:lnTo>
                        <a:pt x="1639" y="734"/>
                      </a:lnTo>
                      <a:lnTo>
                        <a:pt x="1641" y="734"/>
                      </a:lnTo>
                      <a:lnTo>
                        <a:pt x="1639" y="734"/>
                      </a:lnTo>
                      <a:lnTo>
                        <a:pt x="1641" y="734"/>
                      </a:lnTo>
                      <a:lnTo>
                        <a:pt x="1639" y="736"/>
                      </a:lnTo>
                      <a:lnTo>
                        <a:pt x="1639" y="738"/>
                      </a:lnTo>
                      <a:lnTo>
                        <a:pt x="1641" y="740"/>
                      </a:lnTo>
                      <a:lnTo>
                        <a:pt x="1639" y="740"/>
                      </a:lnTo>
                      <a:lnTo>
                        <a:pt x="1641" y="740"/>
                      </a:lnTo>
                      <a:lnTo>
                        <a:pt x="1641" y="742"/>
                      </a:lnTo>
                      <a:lnTo>
                        <a:pt x="1641" y="744"/>
                      </a:lnTo>
                      <a:lnTo>
                        <a:pt x="1641" y="745"/>
                      </a:lnTo>
                      <a:lnTo>
                        <a:pt x="1642" y="749"/>
                      </a:lnTo>
                      <a:lnTo>
                        <a:pt x="1642" y="751"/>
                      </a:lnTo>
                      <a:lnTo>
                        <a:pt x="1642" y="749"/>
                      </a:lnTo>
                      <a:lnTo>
                        <a:pt x="1641" y="747"/>
                      </a:lnTo>
                      <a:lnTo>
                        <a:pt x="1641" y="745"/>
                      </a:lnTo>
                      <a:lnTo>
                        <a:pt x="1641" y="744"/>
                      </a:lnTo>
                      <a:lnTo>
                        <a:pt x="1641" y="742"/>
                      </a:lnTo>
                      <a:lnTo>
                        <a:pt x="1641" y="740"/>
                      </a:lnTo>
                      <a:lnTo>
                        <a:pt x="1639" y="740"/>
                      </a:lnTo>
                      <a:lnTo>
                        <a:pt x="1641" y="738"/>
                      </a:lnTo>
                      <a:lnTo>
                        <a:pt x="1639" y="738"/>
                      </a:lnTo>
                      <a:lnTo>
                        <a:pt x="1639" y="736"/>
                      </a:lnTo>
                      <a:lnTo>
                        <a:pt x="1641" y="734"/>
                      </a:lnTo>
                      <a:lnTo>
                        <a:pt x="1639" y="734"/>
                      </a:lnTo>
                      <a:lnTo>
                        <a:pt x="1639" y="736"/>
                      </a:lnTo>
                      <a:lnTo>
                        <a:pt x="1637" y="736"/>
                      </a:lnTo>
                      <a:lnTo>
                        <a:pt x="1637" y="734"/>
                      </a:lnTo>
                      <a:lnTo>
                        <a:pt x="1637" y="736"/>
                      </a:lnTo>
                      <a:lnTo>
                        <a:pt x="1637" y="734"/>
                      </a:lnTo>
                      <a:lnTo>
                        <a:pt x="1639" y="734"/>
                      </a:lnTo>
                      <a:lnTo>
                        <a:pt x="1639" y="733"/>
                      </a:lnTo>
                      <a:lnTo>
                        <a:pt x="1637" y="733"/>
                      </a:lnTo>
                      <a:lnTo>
                        <a:pt x="1637" y="731"/>
                      </a:lnTo>
                      <a:lnTo>
                        <a:pt x="1635" y="731"/>
                      </a:lnTo>
                      <a:lnTo>
                        <a:pt x="1635" y="729"/>
                      </a:lnTo>
                      <a:lnTo>
                        <a:pt x="1633" y="729"/>
                      </a:lnTo>
                      <a:lnTo>
                        <a:pt x="1632" y="729"/>
                      </a:lnTo>
                      <a:lnTo>
                        <a:pt x="1632" y="731"/>
                      </a:lnTo>
                      <a:lnTo>
                        <a:pt x="1630" y="731"/>
                      </a:lnTo>
                      <a:lnTo>
                        <a:pt x="1630" y="733"/>
                      </a:lnTo>
                      <a:lnTo>
                        <a:pt x="1632" y="733"/>
                      </a:lnTo>
                      <a:lnTo>
                        <a:pt x="1630" y="733"/>
                      </a:lnTo>
                      <a:lnTo>
                        <a:pt x="1630" y="734"/>
                      </a:lnTo>
                      <a:lnTo>
                        <a:pt x="1630" y="733"/>
                      </a:lnTo>
                      <a:lnTo>
                        <a:pt x="1632" y="733"/>
                      </a:lnTo>
                      <a:lnTo>
                        <a:pt x="1633" y="733"/>
                      </a:lnTo>
                      <a:lnTo>
                        <a:pt x="1632" y="733"/>
                      </a:lnTo>
                      <a:lnTo>
                        <a:pt x="1630" y="733"/>
                      </a:lnTo>
                      <a:lnTo>
                        <a:pt x="1632" y="733"/>
                      </a:lnTo>
                      <a:lnTo>
                        <a:pt x="1632" y="731"/>
                      </a:lnTo>
                      <a:lnTo>
                        <a:pt x="1632" y="729"/>
                      </a:lnTo>
                      <a:lnTo>
                        <a:pt x="1633" y="729"/>
                      </a:lnTo>
                      <a:lnTo>
                        <a:pt x="1635" y="729"/>
                      </a:lnTo>
                      <a:lnTo>
                        <a:pt x="1633" y="729"/>
                      </a:lnTo>
                      <a:lnTo>
                        <a:pt x="1633" y="731"/>
                      </a:lnTo>
                      <a:lnTo>
                        <a:pt x="1635" y="731"/>
                      </a:lnTo>
                      <a:lnTo>
                        <a:pt x="1637" y="731"/>
                      </a:lnTo>
                      <a:lnTo>
                        <a:pt x="1637" y="733"/>
                      </a:lnTo>
                      <a:lnTo>
                        <a:pt x="1637" y="734"/>
                      </a:lnTo>
                      <a:lnTo>
                        <a:pt x="1637" y="733"/>
                      </a:lnTo>
                      <a:lnTo>
                        <a:pt x="1637" y="734"/>
                      </a:lnTo>
                      <a:lnTo>
                        <a:pt x="1635" y="734"/>
                      </a:lnTo>
                      <a:lnTo>
                        <a:pt x="1635" y="733"/>
                      </a:lnTo>
                      <a:lnTo>
                        <a:pt x="1635" y="734"/>
                      </a:lnTo>
                      <a:lnTo>
                        <a:pt x="1633" y="734"/>
                      </a:lnTo>
                      <a:lnTo>
                        <a:pt x="1633" y="736"/>
                      </a:lnTo>
                      <a:lnTo>
                        <a:pt x="1633" y="738"/>
                      </a:lnTo>
                      <a:lnTo>
                        <a:pt x="1633" y="740"/>
                      </a:lnTo>
                      <a:lnTo>
                        <a:pt x="1635" y="740"/>
                      </a:lnTo>
                      <a:lnTo>
                        <a:pt x="1633" y="740"/>
                      </a:lnTo>
                      <a:lnTo>
                        <a:pt x="1633" y="742"/>
                      </a:lnTo>
                      <a:lnTo>
                        <a:pt x="1633" y="740"/>
                      </a:lnTo>
                      <a:lnTo>
                        <a:pt x="1633" y="742"/>
                      </a:lnTo>
                      <a:lnTo>
                        <a:pt x="1633" y="740"/>
                      </a:lnTo>
                      <a:lnTo>
                        <a:pt x="1632" y="740"/>
                      </a:lnTo>
                      <a:lnTo>
                        <a:pt x="1630" y="740"/>
                      </a:lnTo>
                      <a:lnTo>
                        <a:pt x="1632" y="738"/>
                      </a:lnTo>
                      <a:lnTo>
                        <a:pt x="1630" y="738"/>
                      </a:lnTo>
                      <a:lnTo>
                        <a:pt x="1632" y="738"/>
                      </a:lnTo>
                      <a:lnTo>
                        <a:pt x="1630" y="738"/>
                      </a:lnTo>
                      <a:lnTo>
                        <a:pt x="1630" y="740"/>
                      </a:lnTo>
                      <a:lnTo>
                        <a:pt x="1630" y="738"/>
                      </a:lnTo>
                      <a:lnTo>
                        <a:pt x="1630" y="740"/>
                      </a:lnTo>
                      <a:lnTo>
                        <a:pt x="1630" y="742"/>
                      </a:lnTo>
                      <a:lnTo>
                        <a:pt x="1628" y="742"/>
                      </a:lnTo>
                      <a:lnTo>
                        <a:pt x="1628" y="740"/>
                      </a:lnTo>
                      <a:lnTo>
                        <a:pt x="1628" y="742"/>
                      </a:lnTo>
                      <a:lnTo>
                        <a:pt x="1630" y="742"/>
                      </a:lnTo>
                      <a:lnTo>
                        <a:pt x="1630" y="744"/>
                      </a:lnTo>
                      <a:lnTo>
                        <a:pt x="1630" y="745"/>
                      </a:lnTo>
                      <a:lnTo>
                        <a:pt x="1632" y="745"/>
                      </a:lnTo>
                      <a:lnTo>
                        <a:pt x="1633" y="745"/>
                      </a:lnTo>
                      <a:lnTo>
                        <a:pt x="1633" y="744"/>
                      </a:lnTo>
                      <a:lnTo>
                        <a:pt x="1635" y="744"/>
                      </a:lnTo>
                      <a:lnTo>
                        <a:pt x="1633" y="744"/>
                      </a:lnTo>
                      <a:lnTo>
                        <a:pt x="1635" y="744"/>
                      </a:lnTo>
                      <a:lnTo>
                        <a:pt x="1635" y="745"/>
                      </a:lnTo>
                      <a:lnTo>
                        <a:pt x="1637" y="745"/>
                      </a:lnTo>
                      <a:lnTo>
                        <a:pt x="1637" y="744"/>
                      </a:lnTo>
                      <a:lnTo>
                        <a:pt x="1639" y="744"/>
                      </a:lnTo>
                      <a:lnTo>
                        <a:pt x="1639" y="745"/>
                      </a:lnTo>
                      <a:lnTo>
                        <a:pt x="1637" y="745"/>
                      </a:lnTo>
                      <a:lnTo>
                        <a:pt x="1637" y="744"/>
                      </a:lnTo>
                      <a:lnTo>
                        <a:pt x="1637" y="745"/>
                      </a:lnTo>
                      <a:lnTo>
                        <a:pt x="1639" y="745"/>
                      </a:lnTo>
                      <a:lnTo>
                        <a:pt x="1639" y="747"/>
                      </a:lnTo>
                      <a:lnTo>
                        <a:pt x="1637" y="747"/>
                      </a:lnTo>
                      <a:lnTo>
                        <a:pt x="1639" y="747"/>
                      </a:lnTo>
                      <a:lnTo>
                        <a:pt x="1637" y="747"/>
                      </a:lnTo>
                      <a:lnTo>
                        <a:pt x="1637" y="749"/>
                      </a:lnTo>
                      <a:lnTo>
                        <a:pt x="1639" y="749"/>
                      </a:lnTo>
                      <a:lnTo>
                        <a:pt x="1639" y="747"/>
                      </a:lnTo>
                      <a:lnTo>
                        <a:pt x="1639" y="749"/>
                      </a:lnTo>
                      <a:lnTo>
                        <a:pt x="1641" y="749"/>
                      </a:lnTo>
                      <a:lnTo>
                        <a:pt x="1641" y="751"/>
                      </a:lnTo>
                      <a:lnTo>
                        <a:pt x="1642" y="751"/>
                      </a:lnTo>
                      <a:lnTo>
                        <a:pt x="1642" y="753"/>
                      </a:lnTo>
                      <a:lnTo>
                        <a:pt x="1641" y="753"/>
                      </a:lnTo>
                      <a:lnTo>
                        <a:pt x="1641" y="751"/>
                      </a:lnTo>
                      <a:lnTo>
                        <a:pt x="1641" y="753"/>
                      </a:lnTo>
                      <a:lnTo>
                        <a:pt x="1642" y="753"/>
                      </a:lnTo>
                      <a:lnTo>
                        <a:pt x="1642" y="754"/>
                      </a:lnTo>
                      <a:lnTo>
                        <a:pt x="1642" y="756"/>
                      </a:lnTo>
                      <a:lnTo>
                        <a:pt x="1644" y="756"/>
                      </a:lnTo>
                      <a:lnTo>
                        <a:pt x="1644" y="758"/>
                      </a:lnTo>
                      <a:lnTo>
                        <a:pt x="1644" y="760"/>
                      </a:lnTo>
                      <a:lnTo>
                        <a:pt x="1644" y="758"/>
                      </a:lnTo>
                      <a:lnTo>
                        <a:pt x="1644" y="760"/>
                      </a:lnTo>
                      <a:lnTo>
                        <a:pt x="1644" y="758"/>
                      </a:lnTo>
                      <a:lnTo>
                        <a:pt x="1646" y="758"/>
                      </a:lnTo>
                      <a:lnTo>
                        <a:pt x="1648" y="758"/>
                      </a:lnTo>
                      <a:lnTo>
                        <a:pt x="1650" y="758"/>
                      </a:lnTo>
                      <a:lnTo>
                        <a:pt x="1650" y="760"/>
                      </a:lnTo>
                      <a:lnTo>
                        <a:pt x="1650" y="762"/>
                      </a:lnTo>
                      <a:lnTo>
                        <a:pt x="1650" y="764"/>
                      </a:lnTo>
                      <a:lnTo>
                        <a:pt x="1648" y="764"/>
                      </a:lnTo>
                      <a:lnTo>
                        <a:pt x="1648" y="762"/>
                      </a:lnTo>
                      <a:lnTo>
                        <a:pt x="1646" y="762"/>
                      </a:lnTo>
                      <a:lnTo>
                        <a:pt x="1646" y="760"/>
                      </a:lnTo>
                      <a:lnTo>
                        <a:pt x="1646" y="762"/>
                      </a:lnTo>
                      <a:lnTo>
                        <a:pt x="1644" y="762"/>
                      </a:lnTo>
                      <a:lnTo>
                        <a:pt x="1646" y="762"/>
                      </a:lnTo>
                      <a:lnTo>
                        <a:pt x="1644" y="762"/>
                      </a:lnTo>
                      <a:lnTo>
                        <a:pt x="1642" y="762"/>
                      </a:lnTo>
                      <a:lnTo>
                        <a:pt x="1641" y="762"/>
                      </a:lnTo>
                      <a:lnTo>
                        <a:pt x="1639" y="762"/>
                      </a:lnTo>
                      <a:lnTo>
                        <a:pt x="1639" y="764"/>
                      </a:lnTo>
                      <a:lnTo>
                        <a:pt x="1639" y="762"/>
                      </a:lnTo>
                      <a:lnTo>
                        <a:pt x="1637" y="762"/>
                      </a:lnTo>
                      <a:lnTo>
                        <a:pt x="1635" y="762"/>
                      </a:lnTo>
                      <a:lnTo>
                        <a:pt x="1633" y="762"/>
                      </a:lnTo>
                      <a:lnTo>
                        <a:pt x="1632" y="762"/>
                      </a:lnTo>
                      <a:lnTo>
                        <a:pt x="1630" y="762"/>
                      </a:lnTo>
                      <a:lnTo>
                        <a:pt x="1628" y="762"/>
                      </a:lnTo>
                      <a:lnTo>
                        <a:pt x="1626" y="764"/>
                      </a:lnTo>
                      <a:lnTo>
                        <a:pt x="1624" y="764"/>
                      </a:lnTo>
                      <a:lnTo>
                        <a:pt x="1626" y="764"/>
                      </a:lnTo>
                      <a:lnTo>
                        <a:pt x="1624" y="764"/>
                      </a:lnTo>
                      <a:lnTo>
                        <a:pt x="1622" y="764"/>
                      </a:lnTo>
                      <a:lnTo>
                        <a:pt x="1621" y="764"/>
                      </a:lnTo>
                      <a:lnTo>
                        <a:pt x="1619" y="762"/>
                      </a:lnTo>
                      <a:lnTo>
                        <a:pt x="1617" y="762"/>
                      </a:lnTo>
                      <a:lnTo>
                        <a:pt x="1617" y="764"/>
                      </a:lnTo>
                      <a:lnTo>
                        <a:pt x="1617" y="765"/>
                      </a:lnTo>
                      <a:lnTo>
                        <a:pt x="1615" y="767"/>
                      </a:lnTo>
                      <a:lnTo>
                        <a:pt x="1613" y="769"/>
                      </a:lnTo>
                      <a:lnTo>
                        <a:pt x="1613" y="771"/>
                      </a:lnTo>
                      <a:lnTo>
                        <a:pt x="1611" y="771"/>
                      </a:lnTo>
                      <a:lnTo>
                        <a:pt x="1611" y="773"/>
                      </a:lnTo>
                      <a:lnTo>
                        <a:pt x="1610" y="773"/>
                      </a:lnTo>
                      <a:lnTo>
                        <a:pt x="1610" y="775"/>
                      </a:lnTo>
                      <a:lnTo>
                        <a:pt x="1608" y="775"/>
                      </a:lnTo>
                      <a:lnTo>
                        <a:pt x="1608" y="776"/>
                      </a:lnTo>
                      <a:lnTo>
                        <a:pt x="1606" y="778"/>
                      </a:lnTo>
                      <a:lnTo>
                        <a:pt x="1608" y="778"/>
                      </a:lnTo>
                      <a:lnTo>
                        <a:pt x="1608" y="776"/>
                      </a:lnTo>
                      <a:lnTo>
                        <a:pt x="1610" y="776"/>
                      </a:lnTo>
                      <a:lnTo>
                        <a:pt x="1610" y="775"/>
                      </a:lnTo>
                      <a:lnTo>
                        <a:pt x="1611" y="775"/>
                      </a:lnTo>
                      <a:lnTo>
                        <a:pt x="1611" y="773"/>
                      </a:lnTo>
                      <a:lnTo>
                        <a:pt x="1613" y="773"/>
                      </a:lnTo>
                      <a:lnTo>
                        <a:pt x="1613" y="771"/>
                      </a:lnTo>
                      <a:lnTo>
                        <a:pt x="1615" y="771"/>
                      </a:lnTo>
                      <a:lnTo>
                        <a:pt x="1615" y="769"/>
                      </a:lnTo>
                      <a:lnTo>
                        <a:pt x="1615" y="767"/>
                      </a:lnTo>
                      <a:lnTo>
                        <a:pt x="1617" y="767"/>
                      </a:lnTo>
                      <a:lnTo>
                        <a:pt x="1617" y="765"/>
                      </a:lnTo>
                      <a:lnTo>
                        <a:pt x="1619" y="765"/>
                      </a:lnTo>
                      <a:lnTo>
                        <a:pt x="1621" y="765"/>
                      </a:lnTo>
                      <a:lnTo>
                        <a:pt x="1622" y="765"/>
                      </a:lnTo>
                      <a:lnTo>
                        <a:pt x="1624" y="765"/>
                      </a:lnTo>
                      <a:lnTo>
                        <a:pt x="1626" y="765"/>
                      </a:lnTo>
                      <a:lnTo>
                        <a:pt x="1626" y="764"/>
                      </a:lnTo>
                      <a:lnTo>
                        <a:pt x="1628" y="764"/>
                      </a:lnTo>
                      <a:lnTo>
                        <a:pt x="1628" y="762"/>
                      </a:lnTo>
                      <a:lnTo>
                        <a:pt x="1630" y="762"/>
                      </a:lnTo>
                      <a:lnTo>
                        <a:pt x="1632" y="762"/>
                      </a:lnTo>
                      <a:lnTo>
                        <a:pt x="1633" y="764"/>
                      </a:lnTo>
                      <a:lnTo>
                        <a:pt x="1635" y="764"/>
                      </a:lnTo>
                      <a:lnTo>
                        <a:pt x="1637" y="764"/>
                      </a:lnTo>
                      <a:lnTo>
                        <a:pt x="1639" y="764"/>
                      </a:lnTo>
                      <a:lnTo>
                        <a:pt x="1639" y="762"/>
                      </a:lnTo>
                      <a:lnTo>
                        <a:pt x="1641" y="764"/>
                      </a:lnTo>
                      <a:lnTo>
                        <a:pt x="1642" y="762"/>
                      </a:lnTo>
                      <a:lnTo>
                        <a:pt x="1644" y="764"/>
                      </a:lnTo>
                      <a:lnTo>
                        <a:pt x="1646" y="764"/>
                      </a:lnTo>
                      <a:lnTo>
                        <a:pt x="1648" y="764"/>
                      </a:lnTo>
                      <a:lnTo>
                        <a:pt x="1650" y="764"/>
                      </a:lnTo>
                      <a:lnTo>
                        <a:pt x="1650" y="762"/>
                      </a:lnTo>
                      <a:lnTo>
                        <a:pt x="1652" y="762"/>
                      </a:lnTo>
                      <a:lnTo>
                        <a:pt x="1652" y="764"/>
                      </a:lnTo>
                      <a:lnTo>
                        <a:pt x="1653" y="764"/>
                      </a:lnTo>
                      <a:lnTo>
                        <a:pt x="1653" y="765"/>
                      </a:lnTo>
                      <a:lnTo>
                        <a:pt x="1653" y="767"/>
                      </a:lnTo>
                      <a:lnTo>
                        <a:pt x="1655" y="767"/>
                      </a:lnTo>
                      <a:lnTo>
                        <a:pt x="1657" y="767"/>
                      </a:lnTo>
                      <a:lnTo>
                        <a:pt x="1657" y="769"/>
                      </a:lnTo>
                      <a:lnTo>
                        <a:pt x="1659" y="769"/>
                      </a:lnTo>
                      <a:lnTo>
                        <a:pt x="1659" y="771"/>
                      </a:lnTo>
                      <a:lnTo>
                        <a:pt x="1661" y="773"/>
                      </a:lnTo>
                      <a:lnTo>
                        <a:pt x="1663" y="773"/>
                      </a:lnTo>
                      <a:lnTo>
                        <a:pt x="1664" y="773"/>
                      </a:lnTo>
                      <a:lnTo>
                        <a:pt x="1666" y="775"/>
                      </a:lnTo>
                      <a:lnTo>
                        <a:pt x="1668" y="775"/>
                      </a:lnTo>
                      <a:lnTo>
                        <a:pt x="1668" y="773"/>
                      </a:lnTo>
                      <a:lnTo>
                        <a:pt x="1670" y="773"/>
                      </a:lnTo>
                      <a:lnTo>
                        <a:pt x="1670" y="775"/>
                      </a:lnTo>
                      <a:lnTo>
                        <a:pt x="1670" y="773"/>
                      </a:lnTo>
                      <a:lnTo>
                        <a:pt x="1672" y="773"/>
                      </a:lnTo>
                      <a:lnTo>
                        <a:pt x="1673" y="773"/>
                      </a:lnTo>
                      <a:lnTo>
                        <a:pt x="1675" y="773"/>
                      </a:lnTo>
                      <a:lnTo>
                        <a:pt x="1677" y="773"/>
                      </a:lnTo>
                      <a:lnTo>
                        <a:pt x="1677" y="771"/>
                      </a:lnTo>
                      <a:lnTo>
                        <a:pt x="1677" y="773"/>
                      </a:lnTo>
                      <a:lnTo>
                        <a:pt x="1677" y="771"/>
                      </a:lnTo>
                      <a:lnTo>
                        <a:pt x="1679" y="771"/>
                      </a:lnTo>
                      <a:lnTo>
                        <a:pt x="1681" y="771"/>
                      </a:lnTo>
                      <a:lnTo>
                        <a:pt x="1683" y="771"/>
                      </a:lnTo>
                      <a:lnTo>
                        <a:pt x="1684" y="771"/>
                      </a:lnTo>
                      <a:lnTo>
                        <a:pt x="1686" y="771"/>
                      </a:lnTo>
                      <a:lnTo>
                        <a:pt x="1688" y="771"/>
                      </a:lnTo>
                      <a:lnTo>
                        <a:pt x="1688" y="773"/>
                      </a:lnTo>
                      <a:lnTo>
                        <a:pt x="1688" y="775"/>
                      </a:lnTo>
                      <a:lnTo>
                        <a:pt x="1690" y="775"/>
                      </a:lnTo>
                      <a:lnTo>
                        <a:pt x="1688" y="775"/>
                      </a:lnTo>
                      <a:lnTo>
                        <a:pt x="1690" y="775"/>
                      </a:lnTo>
                      <a:lnTo>
                        <a:pt x="1690" y="776"/>
                      </a:lnTo>
                      <a:lnTo>
                        <a:pt x="1690" y="778"/>
                      </a:lnTo>
                      <a:lnTo>
                        <a:pt x="1692" y="778"/>
                      </a:lnTo>
                      <a:lnTo>
                        <a:pt x="1692" y="780"/>
                      </a:lnTo>
                      <a:lnTo>
                        <a:pt x="1694" y="780"/>
                      </a:lnTo>
                      <a:lnTo>
                        <a:pt x="1695" y="780"/>
                      </a:lnTo>
                      <a:lnTo>
                        <a:pt x="1697" y="780"/>
                      </a:lnTo>
                      <a:lnTo>
                        <a:pt x="1699" y="780"/>
                      </a:lnTo>
                      <a:lnTo>
                        <a:pt x="1699" y="782"/>
                      </a:lnTo>
                      <a:lnTo>
                        <a:pt x="1701" y="782"/>
                      </a:lnTo>
                      <a:lnTo>
                        <a:pt x="1703" y="782"/>
                      </a:lnTo>
                      <a:lnTo>
                        <a:pt x="1703" y="784"/>
                      </a:lnTo>
                      <a:lnTo>
                        <a:pt x="1705" y="784"/>
                      </a:lnTo>
                      <a:lnTo>
                        <a:pt x="1706" y="784"/>
                      </a:lnTo>
                      <a:lnTo>
                        <a:pt x="1706" y="786"/>
                      </a:lnTo>
                      <a:lnTo>
                        <a:pt x="1705" y="786"/>
                      </a:lnTo>
                      <a:lnTo>
                        <a:pt x="1706" y="786"/>
                      </a:lnTo>
                      <a:lnTo>
                        <a:pt x="1706" y="787"/>
                      </a:lnTo>
                      <a:lnTo>
                        <a:pt x="1708" y="787"/>
                      </a:lnTo>
                      <a:lnTo>
                        <a:pt x="1706" y="787"/>
                      </a:lnTo>
                      <a:lnTo>
                        <a:pt x="1706" y="789"/>
                      </a:lnTo>
                      <a:lnTo>
                        <a:pt x="1708" y="787"/>
                      </a:lnTo>
                      <a:lnTo>
                        <a:pt x="1708" y="789"/>
                      </a:lnTo>
                      <a:lnTo>
                        <a:pt x="1710" y="789"/>
                      </a:lnTo>
                      <a:lnTo>
                        <a:pt x="1712" y="789"/>
                      </a:lnTo>
                      <a:lnTo>
                        <a:pt x="1710" y="789"/>
                      </a:lnTo>
                      <a:lnTo>
                        <a:pt x="1712" y="789"/>
                      </a:lnTo>
                      <a:lnTo>
                        <a:pt x="1710" y="789"/>
                      </a:lnTo>
                      <a:lnTo>
                        <a:pt x="1712" y="789"/>
                      </a:lnTo>
                      <a:lnTo>
                        <a:pt x="1712" y="791"/>
                      </a:lnTo>
                      <a:lnTo>
                        <a:pt x="1712" y="789"/>
                      </a:lnTo>
                      <a:lnTo>
                        <a:pt x="1712" y="791"/>
                      </a:lnTo>
                      <a:lnTo>
                        <a:pt x="1714" y="791"/>
                      </a:lnTo>
                      <a:lnTo>
                        <a:pt x="1714" y="793"/>
                      </a:lnTo>
                      <a:lnTo>
                        <a:pt x="1715" y="793"/>
                      </a:lnTo>
                      <a:lnTo>
                        <a:pt x="1717" y="793"/>
                      </a:lnTo>
                      <a:lnTo>
                        <a:pt x="1719" y="795"/>
                      </a:lnTo>
                      <a:lnTo>
                        <a:pt x="1721" y="795"/>
                      </a:lnTo>
                      <a:lnTo>
                        <a:pt x="1721" y="797"/>
                      </a:lnTo>
                      <a:lnTo>
                        <a:pt x="1721" y="795"/>
                      </a:lnTo>
                      <a:lnTo>
                        <a:pt x="1723" y="797"/>
                      </a:lnTo>
                      <a:lnTo>
                        <a:pt x="1723" y="798"/>
                      </a:lnTo>
                      <a:lnTo>
                        <a:pt x="1725" y="798"/>
                      </a:lnTo>
                      <a:lnTo>
                        <a:pt x="1723" y="798"/>
                      </a:lnTo>
                      <a:lnTo>
                        <a:pt x="1725" y="798"/>
                      </a:lnTo>
                      <a:lnTo>
                        <a:pt x="1725" y="800"/>
                      </a:lnTo>
                      <a:lnTo>
                        <a:pt x="1726" y="800"/>
                      </a:lnTo>
                      <a:lnTo>
                        <a:pt x="1726" y="802"/>
                      </a:lnTo>
                      <a:lnTo>
                        <a:pt x="1728" y="802"/>
                      </a:lnTo>
                      <a:lnTo>
                        <a:pt x="1728" y="804"/>
                      </a:lnTo>
                      <a:lnTo>
                        <a:pt x="1730" y="806"/>
                      </a:lnTo>
                      <a:lnTo>
                        <a:pt x="1730" y="807"/>
                      </a:lnTo>
                      <a:lnTo>
                        <a:pt x="1728" y="807"/>
                      </a:lnTo>
                      <a:lnTo>
                        <a:pt x="1730" y="807"/>
                      </a:lnTo>
                      <a:lnTo>
                        <a:pt x="1732" y="809"/>
                      </a:lnTo>
                      <a:lnTo>
                        <a:pt x="1732" y="811"/>
                      </a:lnTo>
                      <a:lnTo>
                        <a:pt x="1730" y="811"/>
                      </a:lnTo>
                      <a:lnTo>
                        <a:pt x="1728" y="813"/>
                      </a:lnTo>
                      <a:lnTo>
                        <a:pt x="1726" y="813"/>
                      </a:lnTo>
                      <a:lnTo>
                        <a:pt x="1726" y="811"/>
                      </a:lnTo>
                      <a:lnTo>
                        <a:pt x="1726" y="813"/>
                      </a:lnTo>
                      <a:lnTo>
                        <a:pt x="1725" y="813"/>
                      </a:lnTo>
                      <a:lnTo>
                        <a:pt x="1725" y="811"/>
                      </a:lnTo>
                      <a:lnTo>
                        <a:pt x="1725" y="813"/>
                      </a:lnTo>
                      <a:lnTo>
                        <a:pt x="1723" y="813"/>
                      </a:lnTo>
                      <a:lnTo>
                        <a:pt x="1723" y="811"/>
                      </a:lnTo>
                      <a:lnTo>
                        <a:pt x="1723" y="813"/>
                      </a:lnTo>
                      <a:lnTo>
                        <a:pt x="1721" y="813"/>
                      </a:lnTo>
                      <a:lnTo>
                        <a:pt x="1719" y="813"/>
                      </a:lnTo>
                      <a:lnTo>
                        <a:pt x="1717" y="813"/>
                      </a:lnTo>
                      <a:lnTo>
                        <a:pt x="1715" y="813"/>
                      </a:lnTo>
                      <a:lnTo>
                        <a:pt x="1714" y="813"/>
                      </a:lnTo>
                      <a:lnTo>
                        <a:pt x="1714" y="815"/>
                      </a:lnTo>
                      <a:lnTo>
                        <a:pt x="1712" y="815"/>
                      </a:lnTo>
                      <a:lnTo>
                        <a:pt x="1710" y="817"/>
                      </a:lnTo>
                      <a:lnTo>
                        <a:pt x="1708" y="817"/>
                      </a:lnTo>
                      <a:lnTo>
                        <a:pt x="1708" y="818"/>
                      </a:lnTo>
                      <a:lnTo>
                        <a:pt x="1706" y="818"/>
                      </a:lnTo>
                      <a:lnTo>
                        <a:pt x="1705" y="818"/>
                      </a:lnTo>
                      <a:lnTo>
                        <a:pt x="1706" y="818"/>
                      </a:lnTo>
                      <a:lnTo>
                        <a:pt x="1705" y="818"/>
                      </a:lnTo>
                      <a:lnTo>
                        <a:pt x="1703" y="818"/>
                      </a:lnTo>
                      <a:lnTo>
                        <a:pt x="1703" y="820"/>
                      </a:lnTo>
                      <a:lnTo>
                        <a:pt x="1701" y="820"/>
                      </a:lnTo>
                      <a:lnTo>
                        <a:pt x="1703" y="820"/>
                      </a:lnTo>
                      <a:lnTo>
                        <a:pt x="1701" y="820"/>
                      </a:lnTo>
                      <a:lnTo>
                        <a:pt x="1701" y="822"/>
                      </a:lnTo>
                      <a:lnTo>
                        <a:pt x="1699" y="822"/>
                      </a:lnTo>
                      <a:lnTo>
                        <a:pt x="1697" y="822"/>
                      </a:lnTo>
                      <a:lnTo>
                        <a:pt x="1695" y="822"/>
                      </a:lnTo>
                      <a:lnTo>
                        <a:pt x="1695" y="824"/>
                      </a:lnTo>
                      <a:lnTo>
                        <a:pt x="1694" y="826"/>
                      </a:lnTo>
                      <a:lnTo>
                        <a:pt x="1695" y="826"/>
                      </a:lnTo>
                      <a:lnTo>
                        <a:pt x="1694" y="826"/>
                      </a:lnTo>
                      <a:lnTo>
                        <a:pt x="1695" y="826"/>
                      </a:lnTo>
                      <a:lnTo>
                        <a:pt x="1695" y="828"/>
                      </a:lnTo>
                      <a:lnTo>
                        <a:pt x="1694" y="828"/>
                      </a:lnTo>
                      <a:lnTo>
                        <a:pt x="1694" y="829"/>
                      </a:lnTo>
                      <a:lnTo>
                        <a:pt x="1692" y="829"/>
                      </a:lnTo>
                      <a:lnTo>
                        <a:pt x="1690" y="829"/>
                      </a:lnTo>
                      <a:lnTo>
                        <a:pt x="1690" y="831"/>
                      </a:lnTo>
                      <a:lnTo>
                        <a:pt x="1688" y="831"/>
                      </a:lnTo>
                      <a:lnTo>
                        <a:pt x="1688" y="829"/>
                      </a:lnTo>
                      <a:lnTo>
                        <a:pt x="1686" y="829"/>
                      </a:lnTo>
                      <a:lnTo>
                        <a:pt x="1686" y="828"/>
                      </a:lnTo>
                      <a:lnTo>
                        <a:pt x="1684" y="828"/>
                      </a:lnTo>
                      <a:lnTo>
                        <a:pt x="1683" y="828"/>
                      </a:lnTo>
                      <a:lnTo>
                        <a:pt x="1681" y="828"/>
                      </a:lnTo>
                      <a:lnTo>
                        <a:pt x="1679" y="828"/>
                      </a:lnTo>
                      <a:lnTo>
                        <a:pt x="1677" y="828"/>
                      </a:lnTo>
                      <a:lnTo>
                        <a:pt x="1675" y="829"/>
                      </a:lnTo>
                      <a:lnTo>
                        <a:pt x="1675" y="831"/>
                      </a:lnTo>
                      <a:lnTo>
                        <a:pt x="1675" y="833"/>
                      </a:lnTo>
                      <a:lnTo>
                        <a:pt x="1673" y="833"/>
                      </a:lnTo>
                      <a:lnTo>
                        <a:pt x="1672" y="833"/>
                      </a:lnTo>
                      <a:lnTo>
                        <a:pt x="1672" y="831"/>
                      </a:lnTo>
                      <a:lnTo>
                        <a:pt x="1670" y="831"/>
                      </a:lnTo>
                      <a:lnTo>
                        <a:pt x="1670" y="833"/>
                      </a:lnTo>
                      <a:lnTo>
                        <a:pt x="1668" y="833"/>
                      </a:lnTo>
                      <a:lnTo>
                        <a:pt x="1668" y="835"/>
                      </a:lnTo>
                      <a:lnTo>
                        <a:pt x="1666" y="835"/>
                      </a:lnTo>
                      <a:lnTo>
                        <a:pt x="1664" y="837"/>
                      </a:lnTo>
                      <a:lnTo>
                        <a:pt x="1666" y="837"/>
                      </a:lnTo>
                      <a:lnTo>
                        <a:pt x="1666" y="839"/>
                      </a:lnTo>
                      <a:lnTo>
                        <a:pt x="1668" y="839"/>
                      </a:lnTo>
                      <a:lnTo>
                        <a:pt x="1666" y="839"/>
                      </a:lnTo>
                      <a:lnTo>
                        <a:pt x="1664" y="839"/>
                      </a:lnTo>
                      <a:lnTo>
                        <a:pt x="1664" y="840"/>
                      </a:lnTo>
                      <a:lnTo>
                        <a:pt x="1663" y="839"/>
                      </a:lnTo>
                      <a:lnTo>
                        <a:pt x="1663" y="840"/>
                      </a:lnTo>
                      <a:lnTo>
                        <a:pt x="1661" y="840"/>
                      </a:lnTo>
                      <a:lnTo>
                        <a:pt x="1659" y="840"/>
                      </a:lnTo>
                      <a:lnTo>
                        <a:pt x="1659" y="842"/>
                      </a:lnTo>
                      <a:lnTo>
                        <a:pt x="1657" y="842"/>
                      </a:lnTo>
                      <a:lnTo>
                        <a:pt x="1657" y="844"/>
                      </a:lnTo>
                      <a:lnTo>
                        <a:pt x="1659" y="842"/>
                      </a:lnTo>
                      <a:lnTo>
                        <a:pt x="1659" y="840"/>
                      </a:lnTo>
                      <a:lnTo>
                        <a:pt x="1661" y="840"/>
                      </a:lnTo>
                      <a:lnTo>
                        <a:pt x="1661" y="842"/>
                      </a:lnTo>
                      <a:lnTo>
                        <a:pt x="1661" y="840"/>
                      </a:lnTo>
                      <a:lnTo>
                        <a:pt x="1663" y="840"/>
                      </a:lnTo>
                      <a:lnTo>
                        <a:pt x="1664" y="840"/>
                      </a:lnTo>
                      <a:lnTo>
                        <a:pt x="1666" y="840"/>
                      </a:lnTo>
                      <a:lnTo>
                        <a:pt x="1666" y="839"/>
                      </a:lnTo>
                      <a:lnTo>
                        <a:pt x="1668" y="839"/>
                      </a:lnTo>
                      <a:lnTo>
                        <a:pt x="1668" y="840"/>
                      </a:lnTo>
                      <a:lnTo>
                        <a:pt x="1670" y="840"/>
                      </a:lnTo>
                      <a:lnTo>
                        <a:pt x="1670" y="842"/>
                      </a:lnTo>
                      <a:lnTo>
                        <a:pt x="1670" y="844"/>
                      </a:lnTo>
                      <a:lnTo>
                        <a:pt x="1672" y="844"/>
                      </a:lnTo>
                      <a:lnTo>
                        <a:pt x="1670" y="844"/>
                      </a:lnTo>
                      <a:lnTo>
                        <a:pt x="1670" y="842"/>
                      </a:lnTo>
                      <a:lnTo>
                        <a:pt x="1670" y="840"/>
                      </a:lnTo>
                      <a:lnTo>
                        <a:pt x="1668" y="840"/>
                      </a:lnTo>
                      <a:lnTo>
                        <a:pt x="1668" y="839"/>
                      </a:lnTo>
                      <a:lnTo>
                        <a:pt x="1666" y="839"/>
                      </a:lnTo>
                      <a:lnTo>
                        <a:pt x="1666" y="837"/>
                      </a:lnTo>
                      <a:lnTo>
                        <a:pt x="1666" y="835"/>
                      </a:lnTo>
                      <a:lnTo>
                        <a:pt x="1668" y="835"/>
                      </a:lnTo>
                      <a:lnTo>
                        <a:pt x="1670" y="833"/>
                      </a:lnTo>
                      <a:lnTo>
                        <a:pt x="1672" y="833"/>
                      </a:lnTo>
                      <a:lnTo>
                        <a:pt x="1673" y="833"/>
                      </a:lnTo>
                      <a:lnTo>
                        <a:pt x="1675" y="833"/>
                      </a:lnTo>
                      <a:lnTo>
                        <a:pt x="1675" y="831"/>
                      </a:lnTo>
                      <a:lnTo>
                        <a:pt x="1677" y="829"/>
                      </a:lnTo>
                      <a:lnTo>
                        <a:pt x="1679" y="829"/>
                      </a:lnTo>
                      <a:lnTo>
                        <a:pt x="1681" y="829"/>
                      </a:lnTo>
                      <a:lnTo>
                        <a:pt x="1683" y="829"/>
                      </a:lnTo>
                      <a:lnTo>
                        <a:pt x="1684" y="829"/>
                      </a:lnTo>
                      <a:lnTo>
                        <a:pt x="1684" y="831"/>
                      </a:lnTo>
                      <a:lnTo>
                        <a:pt x="1684" y="833"/>
                      </a:lnTo>
                      <a:lnTo>
                        <a:pt x="1686" y="833"/>
                      </a:lnTo>
                      <a:lnTo>
                        <a:pt x="1686" y="835"/>
                      </a:lnTo>
                      <a:lnTo>
                        <a:pt x="1684" y="837"/>
                      </a:lnTo>
                      <a:lnTo>
                        <a:pt x="1684" y="839"/>
                      </a:lnTo>
                      <a:lnTo>
                        <a:pt x="1683" y="839"/>
                      </a:lnTo>
                      <a:lnTo>
                        <a:pt x="1684" y="839"/>
                      </a:lnTo>
                      <a:lnTo>
                        <a:pt x="1686" y="840"/>
                      </a:lnTo>
                      <a:lnTo>
                        <a:pt x="1688" y="840"/>
                      </a:lnTo>
                      <a:lnTo>
                        <a:pt x="1688" y="839"/>
                      </a:lnTo>
                      <a:lnTo>
                        <a:pt x="1690" y="840"/>
                      </a:lnTo>
                      <a:lnTo>
                        <a:pt x="1692" y="842"/>
                      </a:lnTo>
                      <a:lnTo>
                        <a:pt x="1692" y="844"/>
                      </a:lnTo>
                      <a:lnTo>
                        <a:pt x="1692" y="846"/>
                      </a:lnTo>
                      <a:lnTo>
                        <a:pt x="1690" y="846"/>
                      </a:lnTo>
                      <a:lnTo>
                        <a:pt x="1692" y="846"/>
                      </a:lnTo>
                      <a:lnTo>
                        <a:pt x="1692" y="848"/>
                      </a:lnTo>
                      <a:lnTo>
                        <a:pt x="1692" y="850"/>
                      </a:lnTo>
                      <a:lnTo>
                        <a:pt x="1692" y="851"/>
                      </a:lnTo>
                      <a:lnTo>
                        <a:pt x="1690" y="851"/>
                      </a:lnTo>
                      <a:lnTo>
                        <a:pt x="1690" y="853"/>
                      </a:lnTo>
                      <a:lnTo>
                        <a:pt x="1692" y="853"/>
                      </a:lnTo>
                      <a:lnTo>
                        <a:pt x="1690" y="853"/>
                      </a:lnTo>
                      <a:lnTo>
                        <a:pt x="1692" y="853"/>
                      </a:lnTo>
                      <a:lnTo>
                        <a:pt x="1690" y="853"/>
                      </a:lnTo>
                      <a:lnTo>
                        <a:pt x="1690" y="851"/>
                      </a:lnTo>
                      <a:lnTo>
                        <a:pt x="1692" y="851"/>
                      </a:lnTo>
                      <a:lnTo>
                        <a:pt x="1692" y="850"/>
                      </a:lnTo>
                      <a:lnTo>
                        <a:pt x="1692" y="848"/>
                      </a:lnTo>
                      <a:lnTo>
                        <a:pt x="1692" y="846"/>
                      </a:lnTo>
                      <a:lnTo>
                        <a:pt x="1690" y="846"/>
                      </a:lnTo>
                      <a:lnTo>
                        <a:pt x="1692" y="846"/>
                      </a:lnTo>
                      <a:lnTo>
                        <a:pt x="1692" y="844"/>
                      </a:lnTo>
                      <a:lnTo>
                        <a:pt x="1692" y="842"/>
                      </a:lnTo>
                      <a:lnTo>
                        <a:pt x="1690" y="840"/>
                      </a:lnTo>
                      <a:lnTo>
                        <a:pt x="1688" y="839"/>
                      </a:lnTo>
                      <a:lnTo>
                        <a:pt x="1688" y="840"/>
                      </a:lnTo>
                      <a:lnTo>
                        <a:pt x="1688" y="839"/>
                      </a:lnTo>
                      <a:lnTo>
                        <a:pt x="1686" y="839"/>
                      </a:lnTo>
                      <a:lnTo>
                        <a:pt x="1684" y="839"/>
                      </a:lnTo>
                      <a:lnTo>
                        <a:pt x="1684" y="837"/>
                      </a:lnTo>
                      <a:lnTo>
                        <a:pt x="1686" y="837"/>
                      </a:lnTo>
                      <a:lnTo>
                        <a:pt x="1686" y="835"/>
                      </a:lnTo>
                      <a:lnTo>
                        <a:pt x="1688" y="835"/>
                      </a:lnTo>
                      <a:lnTo>
                        <a:pt x="1690" y="835"/>
                      </a:lnTo>
                      <a:lnTo>
                        <a:pt x="1690" y="837"/>
                      </a:lnTo>
                      <a:lnTo>
                        <a:pt x="1692" y="837"/>
                      </a:lnTo>
                      <a:lnTo>
                        <a:pt x="1694" y="837"/>
                      </a:lnTo>
                      <a:lnTo>
                        <a:pt x="1694" y="835"/>
                      </a:lnTo>
                      <a:lnTo>
                        <a:pt x="1695" y="835"/>
                      </a:lnTo>
                      <a:lnTo>
                        <a:pt x="1697" y="835"/>
                      </a:lnTo>
                      <a:lnTo>
                        <a:pt x="1699" y="833"/>
                      </a:lnTo>
                      <a:lnTo>
                        <a:pt x="1701" y="833"/>
                      </a:lnTo>
                      <a:lnTo>
                        <a:pt x="1701" y="831"/>
                      </a:lnTo>
                      <a:lnTo>
                        <a:pt x="1703" y="831"/>
                      </a:lnTo>
                      <a:lnTo>
                        <a:pt x="1705" y="831"/>
                      </a:lnTo>
                      <a:lnTo>
                        <a:pt x="1705" y="829"/>
                      </a:lnTo>
                      <a:lnTo>
                        <a:pt x="1706" y="829"/>
                      </a:lnTo>
                      <a:lnTo>
                        <a:pt x="1706" y="831"/>
                      </a:lnTo>
                      <a:lnTo>
                        <a:pt x="1706" y="829"/>
                      </a:lnTo>
                      <a:lnTo>
                        <a:pt x="1706" y="831"/>
                      </a:lnTo>
                      <a:lnTo>
                        <a:pt x="1708" y="831"/>
                      </a:lnTo>
                      <a:lnTo>
                        <a:pt x="1710" y="831"/>
                      </a:lnTo>
                      <a:lnTo>
                        <a:pt x="1712" y="831"/>
                      </a:lnTo>
                      <a:lnTo>
                        <a:pt x="1712" y="833"/>
                      </a:lnTo>
                      <a:lnTo>
                        <a:pt x="1714" y="833"/>
                      </a:lnTo>
                      <a:lnTo>
                        <a:pt x="1714" y="835"/>
                      </a:lnTo>
                      <a:lnTo>
                        <a:pt x="1715" y="835"/>
                      </a:lnTo>
                      <a:lnTo>
                        <a:pt x="1715" y="837"/>
                      </a:lnTo>
                      <a:lnTo>
                        <a:pt x="1715" y="839"/>
                      </a:lnTo>
                      <a:lnTo>
                        <a:pt x="1715" y="837"/>
                      </a:lnTo>
                      <a:lnTo>
                        <a:pt x="1717" y="837"/>
                      </a:lnTo>
                      <a:lnTo>
                        <a:pt x="1717" y="839"/>
                      </a:lnTo>
                      <a:lnTo>
                        <a:pt x="1715" y="839"/>
                      </a:lnTo>
                      <a:lnTo>
                        <a:pt x="1717" y="839"/>
                      </a:lnTo>
                      <a:lnTo>
                        <a:pt x="1719" y="840"/>
                      </a:lnTo>
                      <a:lnTo>
                        <a:pt x="1719" y="842"/>
                      </a:lnTo>
                      <a:lnTo>
                        <a:pt x="1721" y="842"/>
                      </a:lnTo>
                      <a:lnTo>
                        <a:pt x="1721" y="844"/>
                      </a:lnTo>
                      <a:lnTo>
                        <a:pt x="1721" y="842"/>
                      </a:lnTo>
                      <a:lnTo>
                        <a:pt x="1721" y="844"/>
                      </a:lnTo>
                      <a:lnTo>
                        <a:pt x="1723" y="844"/>
                      </a:lnTo>
                      <a:lnTo>
                        <a:pt x="1721" y="844"/>
                      </a:lnTo>
                      <a:lnTo>
                        <a:pt x="1721" y="846"/>
                      </a:lnTo>
                      <a:lnTo>
                        <a:pt x="1719" y="846"/>
                      </a:lnTo>
                      <a:lnTo>
                        <a:pt x="1717" y="846"/>
                      </a:lnTo>
                      <a:lnTo>
                        <a:pt x="1717" y="848"/>
                      </a:lnTo>
                      <a:lnTo>
                        <a:pt x="1715" y="846"/>
                      </a:lnTo>
                      <a:lnTo>
                        <a:pt x="1717" y="846"/>
                      </a:lnTo>
                      <a:lnTo>
                        <a:pt x="1715" y="846"/>
                      </a:lnTo>
                      <a:lnTo>
                        <a:pt x="1714" y="846"/>
                      </a:lnTo>
                      <a:lnTo>
                        <a:pt x="1714" y="844"/>
                      </a:lnTo>
                      <a:lnTo>
                        <a:pt x="1712" y="844"/>
                      </a:lnTo>
                      <a:lnTo>
                        <a:pt x="1712" y="846"/>
                      </a:lnTo>
                      <a:lnTo>
                        <a:pt x="1712" y="844"/>
                      </a:lnTo>
                      <a:lnTo>
                        <a:pt x="1710" y="844"/>
                      </a:lnTo>
                      <a:lnTo>
                        <a:pt x="1708" y="844"/>
                      </a:lnTo>
                      <a:lnTo>
                        <a:pt x="1710" y="844"/>
                      </a:lnTo>
                      <a:lnTo>
                        <a:pt x="1712" y="844"/>
                      </a:lnTo>
                      <a:lnTo>
                        <a:pt x="1712" y="846"/>
                      </a:lnTo>
                      <a:lnTo>
                        <a:pt x="1712" y="844"/>
                      </a:lnTo>
                      <a:lnTo>
                        <a:pt x="1712" y="846"/>
                      </a:lnTo>
                      <a:lnTo>
                        <a:pt x="1714" y="846"/>
                      </a:lnTo>
                      <a:lnTo>
                        <a:pt x="1715" y="846"/>
                      </a:lnTo>
                      <a:lnTo>
                        <a:pt x="1715" y="848"/>
                      </a:lnTo>
                      <a:lnTo>
                        <a:pt x="1717" y="848"/>
                      </a:lnTo>
                      <a:lnTo>
                        <a:pt x="1715" y="848"/>
                      </a:lnTo>
                      <a:lnTo>
                        <a:pt x="1715" y="850"/>
                      </a:lnTo>
                      <a:lnTo>
                        <a:pt x="1714" y="850"/>
                      </a:lnTo>
                      <a:lnTo>
                        <a:pt x="1715" y="850"/>
                      </a:lnTo>
                      <a:lnTo>
                        <a:pt x="1714" y="850"/>
                      </a:lnTo>
                      <a:lnTo>
                        <a:pt x="1715" y="850"/>
                      </a:lnTo>
                      <a:lnTo>
                        <a:pt x="1714" y="850"/>
                      </a:lnTo>
                      <a:lnTo>
                        <a:pt x="1715" y="850"/>
                      </a:lnTo>
                      <a:lnTo>
                        <a:pt x="1715" y="848"/>
                      </a:lnTo>
                      <a:lnTo>
                        <a:pt x="1717" y="848"/>
                      </a:lnTo>
                      <a:lnTo>
                        <a:pt x="1717" y="846"/>
                      </a:lnTo>
                      <a:lnTo>
                        <a:pt x="1719" y="846"/>
                      </a:lnTo>
                      <a:lnTo>
                        <a:pt x="1721" y="846"/>
                      </a:lnTo>
                      <a:lnTo>
                        <a:pt x="1721" y="844"/>
                      </a:lnTo>
                      <a:lnTo>
                        <a:pt x="1723" y="844"/>
                      </a:lnTo>
                      <a:lnTo>
                        <a:pt x="1725" y="844"/>
                      </a:lnTo>
                      <a:lnTo>
                        <a:pt x="1726" y="844"/>
                      </a:lnTo>
                      <a:lnTo>
                        <a:pt x="1728" y="846"/>
                      </a:lnTo>
                      <a:lnTo>
                        <a:pt x="1728" y="844"/>
                      </a:lnTo>
                      <a:lnTo>
                        <a:pt x="1728" y="846"/>
                      </a:lnTo>
                      <a:lnTo>
                        <a:pt x="1730" y="846"/>
                      </a:lnTo>
                      <a:lnTo>
                        <a:pt x="1732" y="846"/>
                      </a:lnTo>
                      <a:lnTo>
                        <a:pt x="1732" y="848"/>
                      </a:lnTo>
                      <a:lnTo>
                        <a:pt x="1734" y="848"/>
                      </a:lnTo>
                      <a:lnTo>
                        <a:pt x="1734" y="846"/>
                      </a:lnTo>
                      <a:lnTo>
                        <a:pt x="1736" y="846"/>
                      </a:lnTo>
                      <a:lnTo>
                        <a:pt x="1737" y="846"/>
                      </a:lnTo>
                      <a:lnTo>
                        <a:pt x="1737" y="848"/>
                      </a:lnTo>
                      <a:lnTo>
                        <a:pt x="1736" y="848"/>
                      </a:lnTo>
                      <a:lnTo>
                        <a:pt x="1734" y="848"/>
                      </a:lnTo>
                      <a:lnTo>
                        <a:pt x="1734" y="850"/>
                      </a:lnTo>
                      <a:lnTo>
                        <a:pt x="1732" y="850"/>
                      </a:lnTo>
                      <a:lnTo>
                        <a:pt x="1730" y="850"/>
                      </a:lnTo>
                      <a:lnTo>
                        <a:pt x="1730" y="851"/>
                      </a:lnTo>
                      <a:lnTo>
                        <a:pt x="1730" y="850"/>
                      </a:lnTo>
                      <a:lnTo>
                        <a:pt x="1730" y="851"/>
                      </a:lnTo>
                      <a:lnTo>
                        <a:pt x="1728" y="851"/>
                      </a:lnTo>
                      <a:lnTo>
                        <a:pt x="1730" y="851"/>
                      </a:lnTo>
                      <a:lnTo>
                        <a:pt x="1728" y="851"/>
                      </a:lnTo>
                      <a:lnTo>
                        <a:pt x="1728" y="853"/>
                      </a:lnTo>
                      <a:lnTo>
                        <a:pt x="1726" y="853"/>
                      </a:lnTo>
                      <a:lnTo>
                        <a:pt x="1726" y="855"/>
                      </a:lnTo>
                      <a:lnTo>
                        <a:pt x="1726" y="853"/>
                      </a:lnTo>
                      <a:lnTo>
                        <a:pt x="1726" y="855"/>
                      </a:lnTo>
                      <a:lnTo>
                        <a:pt x="1725" y="855"/>
                      </a:lnTo>
                      <a:lnTo>
                        <a:pt x="1725" y="857"/>
                      </a:lnTo>
                      <a:lnTo>
                        <a:pt x="1723" y="857"/>
                      </a:lnTo>
                      <a:lnTo>
                        <a:pt x="1723" y="859"/>
                      </a:lnTo>
                      <a:lnTo>
                        <a:pt x="1721" y="859"/>
                      </a:lnTo>
                      <a:lnTo>
                        <a:pt x="1719" y="859"/>
                      </a:lnTo>
                      <a:lnTo>
                        <a:pt x="1717" y="859"/>
                      </a:lnTo>
                      <a:lnTo>
                        <a:pt x="1715" y="859"/>
                      </a:lnTo>
                      <a:lnTo>
                        <a:pt x="1717" y="859"/>
                      </a:lnTo>
                      <a:lnTo>
                        <a:pt x="1715" y="859"/>
                      </a:lnTo>
                      <a:lnTo>
                        <a:pt x="1715" y="860"/>
                      </a:lnTo>
                      <a:lnTo>
                        <a:pt x="1715" y="859"/>
                      </a:lnTo>
                      <a:lnTo>
                        <a:pt x="1714" y="859"/>
                      </a:lnTo>
                      <a:lnTo>
                        <a:pt x="1714" y="860"/>
                      </a:lnTo>
                      <a:lnTo>
                        <a:pt x="1712" y="860"/>
                      </a:lnTo>
                      <a:lnTo>
                        <a:pt x="1714" y="860"/>
                      </a:lnTo>
                      <a:lnTo>
                        <a:pt x="1712" y="860"/>
                      </a:lnTo>
                      <a:lnTo>
                        <a:pt x="1712" y="862"/>
                      </a:lnTo>
                      <a:lnTo>
                        <a:pt x="1712" y="864"/>
                      </a:lnTo>
                      <a:lnTo>
                        <a:pt x="1714" y="864"/>
                      </a:lnTo>
                      <a:lnTo>
                        <a:pt x="1714" y="862"/>
                      </a:lnTo>
                      <a:lnTo>
                        <a:pt x="1714" y="860"/>
                      </a:lnTo>
                      <a:lnTo>
                        <a:pt x="1715" y="860"/>
                      </a:lnTo>
                      <a:lnTo>
                        <a:pt x="1715" y="862"/>
                      </a:lnTo>
                      <a:lnTo>
                        <a:pt x="1715" y="864"/>
                      </a:lnTo>
                      <a:lnTo>
                        <a:pt x="1714" y="864"/>
                      </a:lnTo>
                      <a:lnTo>
                        <a:pt x="1715" y="864"/>
                      </a:lnTo>
                      <a:lnTo>
                        <a:pt x="1715" y="862"/>
                      </a:lnTo>
                      <a:lnTo>
                        <a:pt x="1717" y="862"/>
                      </a:lnTo>
                      <a:lnTo>
                        <a:pt x="1717" y="860"/>
                      </a:lnTo>
                      <a:lnTo>
                        <a:pt x="1719" y="860"/>
                      </a:lnTo>
                      <a:lnTo>
                        <a:pt x="1721" y="860"/>
                      </a:lnTo>
                      <a:lnTo>
                        <a:pt x="1721" y="859"/>
                      </a:lnTo>
                      <a:lnTo>
                        <a:pt x="1723" y="859"/>
                      </a:lnTo>
                      <a:lnTo>
                        <a:pt x="1725" y="859"/>
                      </a:lnTo>
                      <a:lnTo>
                        <a:pt x="1725" y="860"/>
                      </a:lnTo>
                      <a:lnTo>
                        <a:pt x="1725" y="862"/>
                      </a:lnTo>
                      <a:lnTo>
                        <a:pt x="1725" y="860"/>
                      </a:lnTo>
                      <a:lnTo>
                        <a:pt x="1725" y="862"/>
                      </a:lnTo>
                      <a:lnTo>
                        <a:pt x="1725" y="860"/>
                      </a:lnTo>
                      <a:lnTo>
                        <a:pt x="1726" y="860"/>
                      </a:lnTo>
                      <a:lnTo>
                        <a:pt x="1726" y="859"/>
                      </a:lnTo>
                      <a:lnTo>
                        <a:pt x="1725" y="859"/>
                      </a:lnTo>
                      <a:lnTo>
                        <a:pt x="1723" y="859"/>
                      </a:lnTo>
                      <a:lnTo>
                        <a:pt x="1725" y="859"/>
                      </a:lnTo>
                      <a:lnTo>
                        <a:pt x="1725" y="857"/>
                      </a:lnTo>
                      <a:lnTo>
                        <a:pt x="1726" y="857"/>
                      </a:lnTo>
                      <a:lnTo>
                        <a:pt x="1728" y="857"/>
                      </a:lnTo>
                      <a:lnTo>
                        <a:pt x="1728" y="855"/>
                      </a:lnTo>
                      <a:lnTo>
                        <a:pt x="1730" y="855"/>
                      </a:lnTo>
                      <a:lnTo>
                        <a:pt x="1730" y="857"/>
                      </a:lnTo>
                      <a:lnTo>
                        <a:pt x="1732" y="857"/>
                      </a:lnTo>
                      <a:lnTo>
                        <a:pt x="1732" y="859"/>
                      </a:lnTo>
                      <a:lnTo>
                        <a:pt x="1730" y="859"/>
                      </a:lnTo>
                      <a:lnTo>
                        <a:pt x="1732" y="859"/>
                      </a:lnTo>
                      <a:lnTo>
                        <a:pt x="1730" y="859"/>
                      </a:lnTo>
                      <a:lnTo>
                        <a:pt x="1730" y="860"/>
                      </a:lnTo>
                      <a:lnTo>
                        <a:pt x="1732" y="860"/>
                      </a:lnTo>
                      <a:lnTo>
                        <a:pt x="1730" y="860"/>
                      </a:lnTo>
                      <a:lnTo>
                        <a:pt x="1730" y="862"/>
                      </a:lnTo>
                      <a:lnTo>
                        <a:pt x="1732" y="862"/>
                      </a:lnTo>
                      <a:lnTo>
                        <a:pt x="1732" y="860"/>
                      </a:lnTo>
                      <a:lnTo>
                        <a:pt x="1732" y="862"/>
                      </a:lnTo>
                      <a:lnTo>
                        <a:pt x="1732" y="864"/>
                      </a:lnTo>
                      <a:lnTo>
                        <a:pt x="1730" y="864"/>
                      </a:lnTo>
                      <a:lnTo>
                        <a:pt x="1730" y="862"/>
                      </a:lnTo>
                      <a:lnTo>
                        <a:pt x="1730" y="864"/>
                      </a:lnTo>
                      <a:lnTo>
                        <a:pt x="1730" y="866"/>
                      </a:lnTo>
                      <a:lnTo>
                        <a:pt x="1730" y="868"/>
                      </a:lnTo>
                      <a:lnTo>
                        <a:pt x="1728" y="868"/>
                      </a:lnTo>
                      <a:lnTo>
                        <a:pt x="1730" y="868"/>
                      </a:lnTo>
                      <a:lnTo>
                        <a:pt x="1732" y="868"/>
                      </a:lnTo>
                      <a:lnTo>
                        <a:pt x="1732" y="870"/>
                      </a:lnTo>
                      <a:lnTo>
                        <a:pt x="1730" y="870"/>
                      </a:lnTo>
                      <a:lnTo>
                        <a:pt x="1732" y="870"/>
                      </a:lnTo>
                      <a:lnTo>
                        <a:pt x="1732" y="871"/>
                      </a:lnTo>
                      <a:lnTo>
                        <a:pt x="1730" y="871"/>
                      </a:lnTo>
                      <a:lnTo>
                        <a:pt x="1732" y="870"/>
                      </a:lnTo>
                      <a:lnTo>
                        <a:pt x="1730" y="870"/>
                      </a:lnTo>
                      <a:lnTo>
                        <a:pt x="1730" y="871"/>
                      </a:lnTo>
                      <a:lnTo>
                        <a:pt x="1728" y="871"/>
                      </a:lnTo>
                      <a:lnTo>
                        <a:pt x="1728" y="873"/>
                      </a:lnTo>
                      <a:lnTo>
                        <a:pt x="1728" y="871"/>
                      </a:lnTo>
                      <a:lnTo>
                        <a:pt x="1726" y="873"/>
                      </a:lnTo>
                      <a:lnTo>
                        <a:pt x="1726" y="871"/>
                      </a:lnTo>
                      <a:lnTo>
                        <a:pt x="1725" y="871"/>
                      </a:lnTo>
                      <a:lnTo>
                        <a:pt x="1726" y="871"/>
                      </a:lnTo>
                      <a:lnTo>
                        <a:pt x="1726" y="870"/>
                      </a:lnTo>
                      <a:lnTo>
                        <a:pt x="1726" y="868"/>
                      </a:lnTo>
                      <a:lnTo>
                        <a:pt x="1725" y="868"/>
                      </a:lnTo>
                      <a:lnTo>
                        <a:pt x="1726" y="868"/>
                      </a:lnTo>
                      <a:lnTo>
                        <a:pt x="1726" y="870"/>
                      </a:lnTo>
                      <a:lnTo>
                        <a:pt x="1725" y="870"/>
                      </a:lnTo>
                      <a:lnTo>
                        <a:pt x="1726" y="870"/>
                      </a:lnTo>
                      <a:lnTo>
                        <a:pt x="1725" y="871"/>
                      </a:lnTo>
                      <a:lnTo>
                        <a:pt x="1726" y="871"/>
                      </a:lnTo>
                      <a:lnTo>
                        <a:pt x="1726" y="873"/>
                      </a:lnTo>
                      <a:lnTo>
                        <a:pt x="1725" y="873"/>
                      </a:lnTo>
                      <a:lnTo>
                        <a:pt x="1725" y="871"/>
                      </a:lnTo>
                      <a:lnTo>
                        <a:pt x="1725" y="870"/>
                      </a:lnTo>
                      <a:lnTo>
                        <a:pt x="1725" y="868"/>
                      </a:lnTo>
                      <a:lnTo>
                        <a:pt x="1726" y="868"/>
                      </a:lnTo>
                      <a:lnTo>
                        <a:pt x="1726" y="866"/>
                      </a:lnTo>
                      <a:lnTo>
                        <a:pt x="1725" y="866"/>
                      </a:lnTo>
                      <a:lnTo>
                        <a:pt x="1726" y="864"/>
                      </a:lnTo>
                      <a:lnTo>
                        <a:pt x="1725" y="864"/>
                      </a:lnTo>
                      <a:lnTo>
                        <a:pt x="1725" y="866"/>
                      </a:lnTo>
                      <a:lnTo>
                        <a:pt x="1725" y="868"/>
                      </a:lnTo>
                      <a:lnTo>
                        <a:pt x="1725" y="870"/>
                      </a:lnTo>
                      <a:lnTo>
                        <a:pt x="1725" y="871"/>
                      </a:lnTo>
                      <a:lnTo>
                        <a:pt x="1723" y="871"/>
                      </a:lnTo>
                      <a:lnTo>
                        <a:pt x="1721" y="871"/>
                      </a:lnTo>
                      <a:lnTo>
                        <a:pt x="1719" y="871"/>
                      </a:lnTo>
                      <a:lnTo>
                        <a:pt x="1719" y="870"/>
                      </a:lnTo>
                      <a:lnTo>
                        <a:pt x="1719" y="868"/>
                      </a:lnTo>
                      <a:lnTo>
                        <a:pt x="1721" y="868"/>
                      </a:lnTo>
                      <a:lnTo>
                        <a:pt x="1719" y="868"/>
                      </a:lnTo>
                      <a:lnTo>
                        <a:pt x="1719" y="870"/>
                      </a:lnTo>
                      <a:lnTo>
                        <a:pt x="1719" y="871"/>
                      </a:lnTo>
                      <a:lnTo>
                        <a:pt x="1719" y="870"/>
                      </a:lnTo>
                      <a:lnTo>
                        <a:pt x="1717" y="870"/>
                      </a:lnTo>
                      <a:lnTo>
                        <a:pt x="1717" y="868"/>
                      </a:lnTo>
                      <a:lnTo>
                        <a:pt x="1717" y="870"/>
                      </a:lnTo>
                      <a:lnTo>
                        <a:pt x="1717" y="868"/>
                      </a:lnTo>
                      <a:lnTo>
                        <a:pt x="1715" y="868"/>
                      </a:lnTo>
                      <a:lnTo>
                        <a:pt x="1715" y="870"/>
                      </a:lnTo>
                      <a:lnTo>
                        <a:pt x="1717" y="870"/>
                      </a:lnTo>
                      <a:lnTo>
                        <a:pt x="1717" y="871"/>
                      </a:lnTo>
                      <a:lnTo>
                        <a:pt x="1717" y="870"/>
                      </a:lnTo>
                      <a:lnTo>
                        <a:pt x="1715" y="870"/>
                      </a:lnTo>
                      <a:lnTo>
                        <a:pt x="1715" y="871"/>
                      </a:lnTo>
                      <a:lnTo>
                        <a:pt x="1715" y="873"/>
                      </a:lnTo>
                      <a:lnTo>
                        <a:pt x="1715" y="871"/>
                      </a:lnTo>
                      <a:lnTo>
                        <a:pt x="1717" y="871"/>
                      </a:lnTo>
                      <a:lnTo>
                        <a:pt x="1717" y="873"/>
                      </a:lnTo>
                      <a:lnTo>
                        <a:pt x="1719" y="873"/>
                      </a:lnTo>
                      <a:lnTo>
                        <a:pt x="1717" y="873"/>
                      </a:lnTo>
                      <a:lnTo>
                        <a:pt x="1715" y="873"/>
                      </a:lnTo>
                      <a:lnTo>
                        <a:pt x="1714" y="873"/>
                      </a:lnTo>
                      <a:lnTo>
                        <a:pt x="1714" y="871"/>
                      </a:lnTo>
                      <a:lnTo>
                        <a:pt x="1714" y="873"/>
                      </a:lnTo>
                      <a:lnTo>
                        <a:pt x="1712" y="873"/>
                      </a:lnTo>
                      <a:lnTo>
                        <a:pt x="1712" y="871"/>
                      </a:lnTo>
                      <a:lnTo>
                        <a:pt x="1712" y="873"/>
                      </a:lnTo>
                      <a:lnTo>
                        <a:pt x="1714" y="873"/>
                      </a:lnTo>
                      <a:lnTo>
                        <a:pt x="1714" y="875"/>
                      </a:lnTo>
                      <a:lnTo>
                        <a:pt x="1712" y="875"/>
                      </a:lnTo>
                      <a:lnTo>
                        <a:pt x="1714" y="875"/>
                      </a:lnTo>
                      <a:lnTo>
                        <a:pt x="1715" y="875"/>
                      </a:lnTo>
                      <a:lnTo>
                        <a:pt x="1717" y="875"/>
                      </a:lnTo>
                      <a:lnTo>
                        <a:pt x="1717" y="873"/>
                      </a:lnTo>
                      <a:lnTo>
                        <a:pt x="1719" y="875"/>
                      </a:lnTo>
                      <a:lnTo>
                        <a:pt x="1719" y="877"/>
                      </a:lnTo>
                      <a:lnTo>
                        <a:pt x="1717" y="877"/>
                      </a:lnTo>
                      <a:lnTo>
                        <a:pt x="1715" y="877"/>
                      </a:lnTo>
                      <a:lnTo>
                        <a:pt x="1715" y="879"/>
                      </a:lnTo>
                      <a:lnTo>
                        <a:pt x="1717" y="879"/>
                      </a:lnTo>
                      <a:lnTo>
                        <a:pt x="1717" y="877"/>
                      </a:lnTo>
                      <a:lnTo>
                        <a:pt x="1715" y="877"/>
                      </a:lnTo>
                      <a:lnTo>
                        <a:pt x="1717" y="877"/>
                      </a:lnTo>
                      <a:lnTo>
                        <a:pt x="1719" y="877"/>
                      </a:lnTo>
                      <a:lnTo>
                        <a:pt x="1721" y="877"/>
                      </a:lnTo>
                      <a:lnTo>
                        <a:pt x="1723" y="879"/>
                      </a:lnTo>
                      <a:lnTo>
                        <a:pt x="1721" y="879"/>
                      </a:lnTo>
                      <a:lnTo>
                        <a:pt x="1721" y="877"/>
                      </a:lnTo>
                      <a:lnTo>
                        <a:pt x="1721" y="879"/>
                      </a:lnTo>
                      <a:lnTo>
                        <a:pt x="1721" y="877"/>
                      </a:lnTo>
                      <a:lnTo>
                        <a:pt x="1721" y="879"/>
                      </a:lnTo>
                      <a:lnTo>
                        <a:pt x="1721" y="881"/>
                      </a:lnTo>
                      <a:lnTo>
                        <a:pt x="1721" y="879"/>
                      </a:lnTo>
                      <a:lnTo>
                        <a:pt x="1721" y="881"/>
                      </a:lnTo>
                      <a:lnTo>
                        <a:pt x="1723" y="881"/>
                      </a:lnTo>
                      <a:lnTo>
                        <a:pt x="1721" y="881"/>
                      </a:lnTo>
                      <a:lnTo>
                        <a:pt x="1723" y="881"/>
                      </a:lnTo>
                      <a:lnTo>
                        <a:pt x="1721" y="881"/>
                      </a:lnTo>
                      <a:lnTo>
                        <a:pt x="1723" y="881"/>
                      </a:lnTo>
                      <a:lnTo>
                        <a:pt x="1721" y="881"/>
                      </a:lnTo>
                      <a:lnTo>
                        <a:pt x="1721" y="882"/>
                      </a:lnTo>
                      <a:lnTo>
                        <a:pt x="1721" y="881"/>
                      </a:lnTo>
                      <a:lnTo>
                        <a:pt x="1719" y="881"/>
                      </a:lnTo>
                      <a:lnTo>
                        <a:pt x="1719" y="882"/>
                      </a:lnTo>
                      <a:lnTo>
                        <a:pt x="1719" y="881"/>
                      </a:lnTo>
                      <a:lnTo>
                        <a:pt x="1717" y="881"/>
                      </a:lnTo>
                      <a:lnTo>
                        <a:pt x="1715" y="881"/>
                      </a:lnTo>
                      <a:lnTo>
                        <a:pt x="1715" y="882"/>
                      </a:lnTo>
                      <a:lnTo>
                        <a:pt x="1717" y="882"/>
                      </a:lnTo>
                      <a:lnTo>
                        <a:pt x="1719" y="882"/>
                      </a:lnTo>
                      <a:lnTo>
                        <a:pt x="1719" y="884"/>
                      </a:lnTo>
                      <a:lnTo>
                        <a:pt x="1721" y="884"/>
                      </a:lnTo>
                      <a:lnTo>
                        <a:pt x="1719" y="884"/>
                      </a:lnTo>
                      <a:lnTo>
                        <a:pt x="1721" y="884"/>
                      </a:lnTo>
                      <a:lnTo>
                        <a:pt x="1721" y="882"/>
                      </a:lnTo>
                      <a:lnTo>
                        <a:pt x="1721" y="884"/>
                      </a:lnTo>
                      <a:lnTo>
                        <a:pt x="1721" y="882"/>
                      </a:lnTo>
                      <a:lnTo>
                        <a:pt x="1721" y="884"/>
                      </a:lnTo>
                      <a:lnTo>
                        <a:pt x="1721" y="886"/>
                      </a:lnTo>
                      <a:lnTo>
                        <a:pt x="1719" y="886"/>
                      </a:lnTo>
                      <a:lnTo>
                        <a:pt x="1719" y="888"/>
                      </a:lnTo>
                      <a:lnTo>
                        <a:pt x="1721" y="888"/>
                      </a:lnTo>
                      <a:lnTo>
                        <a:pt x="1719" y="888"/>
                      </a:lnTo>
                      <a:lnTo>
                        <a:pt x="1719" y="890"/>
                      </a:lnTo>
                      <a:lnTo>
                        <a:pt x="1719" y="888"/>
                      </a:lnTo>
                      <a:lnTo>
                        <a:pt x="1717" y="888"/>
                      </a:lnTo>
                      <a:lnTo>
                        <a:pt x="1717" y="890"/>
                      </a:lnTo>
                      <a:lnTo>
                        <a:pt x="1715" y="890"/>
                      </a:lnTo>
                      <a:lnTo>
                        <a:pt x="1714" y="890"/>
                      </a:lnTo>
                      <a:lnTo>
                        <a:pt x="1712" y="890"/>
                      </a:lnTo>
                      <a:lnTo>
                        <a:pt x="1710" y="890"/>
                      </a:lnTo>
                      <a:lnTo>
                        <a:pt x="1708" y="890"/>
                      </a:lnTo>
                      <a:lnTo>
                        <a:pt x="1708" y="888"/>
                      </a:lnTo>
                      <a:lnTo>
                        <a:pt x="1706" y="888"/>
                      </a:lnTo>
                      <a:lnTo>
                        <a:pt x="1705" y="886"/>
                      </a:lnTo>
                      <a:lnTo>
                        <a:pt x="1706" y="886"/>
                      </a:lnTo>
                      <a:lnTo>
                        <a:pt x="1705" y="886"/>
                      </a:lnTo>
                      <a:lnTo>
                        <a:pt x="1705" y="884"/>
                      </a:lnTo>
                      <a:lnTo>
                        <a:pt x="1703" y="886"/>
                      </a:lnTo>
                      <a:lnTo>
                        <a:pt x="1703" y="884"/>
                      </a:lnTo>
                      <a:lnTo>
                        <a:pt x="1701" y="884"/>
                      </a:lnTo>
                      <a:lnTo>
                        <a:pt x="1703" y="884"/>
                      </a:lnTo>
                      <a:lnTo>
                        <a:pt x="1703" y="886"/>
                      </a:lnTo>
                      <a:lnTo>
                        <a:pt x="1705" y="886"/>
                      </a:lnTo>
                      <a:lnTo>
                        <a:pt x="1705" y="884"/>
                      </a:lnTo>
                      <a:lnTo>
                        <a:pt x="1705" y="886"/>
                      </a:lnTo>
                      <a:lnTo>
                        <a:pt x="1705" y="888"/>
                      </a:lnTo>
                      <a:lnTo>
                        <a:pt x="1706" y="888"/>
                      </a:lnTo>
                      <a:lnTo>
                        <a:pt x="1708" y="888"/>
                      </a:lnTo>
                      <a:lnTo>
                        <a:pt x="1708" y="890"/>
                      </a:lnTo>
                      <a:lnTo>
                        <a:pt x="1710" y="890"/>
                      </a:lnTo>
                      <a:lnTo>
                        <a:pt x="1712" y="890"/>
                      </a:lnTo>
                      <a:lnTo>
                        <a:pt x="1714" y="890"/>
                      </a:lnTo>
                      <a:lnTo>
                        <a:pt x="1715" y="890"/>
                      </a:lnTo>
                      <a:lnTo>
                        <a:pt x="1715" y="892"/>
                      </a:lnTo>
                      <a:lnTo>
                        <a:pt x="1715" y="893"/>
                      </a:lnTo>
                      <a:lnTo>
                        <a:pt x="1717" y="895"/>
                      </a:lnTo>
                      <a:lnTo>
                        <a:pt x="1719" y="895"/>
                      </a:lnTo>
                      <a:lnTo>
                        <a:pt x="1719" y="897"/>
                      </a:lnTo>
                      <a:lnTo>
                        <a:pt x="1717" y="897"/>
                      </a:lnTo>
                      <a:lnTo>
                        <a:pt x="1715" y="897"/>
                      </a:lnTo>
                      <a:lnTo>
                        <a:pt x="1717" y="897"/>
                      </a:lnTo>
                      <a:lnTo>
                        <a:pt x="1719" y="897"/>
                      </a:lnTo>
                      <a:lnTo>
                        <a:pt x="1717" y="897"/>
                      </a:lnTo>
                      <a:lnTo>
                        <a:pt x="1717" y="899"/>
                      </a:lnTo>
                      <a:lnTo>
                        <a:pt x="1717" y="901"/>
                      </a:lnTo>
                      <a:lnTo>
                        <a:pt x="1719" y="901"/>
                      </a:lnTo>
                      <a:lnTo>
                        <a:pt x="1719" y="903"/>
                      </a:lnTo>
                      <a:lnTo>
                        <a:pt x="1717" y="903"/>
                      </a:lnTo>
                      <a:lnTo>
                        <a:pt x="1719" y="903"/>
                      </a:lnTo>
                      <a:lnTo>
                        <a:pt x="1719" y="901"/>
                      </a:lnTo>
                      <a:lnTo>
                        <a:pt x="1721" y="901"/>
                      </a:lnTo>
                      <a:lnTo>
                        <a:pt x="1719" y="903"/>
                      </a:lnTo>
                      <a:lnTo>
                        <a:pt x="1721" y="903"/>
                      </a:lnTo>
                      <a:lnTo>
                        <a:pt x="1719" y="903"/>
                      </a:lnTo>
                      <a:lnTo>
                        <a:pt x="1719" y="904"/>
                      </a:lnTo>
                      <a:lnTo>
                        <a:pt x="1719" y="906"/>
                      </a:lnTo>
                      <a:lnTo>
                        <a:pt x="1719" y="904"/>
                      </a:lnTo>
                      <a:lnTo>
                        <a:pt x="1717" y="904"/>
                      </a:lnTo>
                      <a:lnTo>
                        <a:pt x="1717" y="906"/>
                      </a:lnTo>
                      <a:lnTo>
                        <a:pt x="1717" y="904"/>
                      </a:lnTo>
                      <a:lnTo>
                        <a:pt x="1717" y="903"/>
                      </a:lnTo>
                      <a:lnTo>
                        <a:pt x="1715" y="903"/>
                      </a:lnTo>
                      <a:lnTo>
                        <a:pt x="1714" y="903"/>
                      </a:lnTo>
                      <a:lnTo>
                        <a:pt x="1712" y="903"/>
                      </a:lnTo>
                      <a:lnTo>
                        <a:pt x="1714" y="903"/>
                      </a:lnTo>
                      <a:lnTo>
                        <a:pt x="1714" y="904"/>
                      </a:lnTo>
                      <a:lnTo>
                        <a:pt x="1712" y="904"/>
                      </a:lnTo>
                      <a:lnTo>
                        <a:pt x="1712" y="903"/>
                      </a:lnTo>
                      <a:lnTo>
                        <a:pt x="1712" y="904"/>
                      </a:lnTo>
                      <a:lnTo>
                        <a:pt x="1712" y="906"/>
                      </a:lnTo>
                      <a:lnTo>
                        <a:pt x="1710" y="906"/>
                      </a:lnTo>
                      <a:lnTo>
                        <a:pt x="1710" y="908"/>
                      </a:lnTo>
                      <a:lnTo>
                        <a:pt x="1710" y="910"/>
                      </a:lnTo>
                      <a:lnTo>
                        <a:pt x="1708" y="910"/>
                      </a:lnTo>
                      <a:lnTo>
                        <a:pt x="1708" y="908"/>
                      </a:lnTo>
                      <a:lnTo>
                        <a:pt x="1706" y="908"/>
                      </a:lnTo>
                      <a:lnTo>
                        <a:pt x="1706" y="906"/>
                      </a:lnTo>
                      <a:lnTo>
                        <a:pt x="1706" y="904"/>
                      </a:lnTo>
                      <a:lnTo>
                        <a:pt x="1706" y="906"/>
                      </a:lnTo>
                      <a:lnTo>
                        <a:pt x="1706" y="904"/>
                      </a:lnTo>
                      <a:lnTo>
                        <a:pt x="1705" y="904"/>
                      </a:lnTo>
                      <a:lnTo>
                        <a:pt x="1705" y="903"/>
                      </a:lnTo>
                      <a:lnTo>
                        <a:pt x="1706" y="903"/>
                      </a:lnTo>
                      <a:lnTo>
                        <a:pt x="1706" y="901"/>
                      </a:lnTo>
                      <a:lnTo>
                        <a:pt x="1706" y="903"/>
                      </a:lnTo>
                      <a:lnTo>
                        <a:pt x="1705" y="903"/>
                      </a:lnTo>
                      <a:lnTo>
                        <a:pt x="1705" y="901"/>
                      </a:lnTo>
                      <a:lnTo>
                        <a:pt x="1703" y="901"/>
                      </a:lnTo>
                      <a:lnTo>
                        <a:pt x="1703" y="903"/>
                      </a:lnTo>
                      <a:lnTo>
                        <a:pt x="1701" y="903"/>
                      </a:lnTo>
                      <a:lnTo>
                        <a:pt x="1701" y="904"/>
                      </a:lnTo>
                      <a:lnTo>
                        <a:pt x="1699" y="904"/>
                      </a:lnTo>
                      <a:lnTo>
                        <a:pt x="1699" y="903"/>
                      </a:lnTo>
                      <a:lnTo>
                        <a:pt x="1699" y="904"/>
                      </a:lnTo>
                      <a:lnTo>
                        <a:pt x="1701" y="904"/>
                      </a:lnTo>
                      <a:lnTo>
                        <a:pt x="1701" y="906"/>
                      </a:lnTo>
                      <a:lnTo>
                        <a:pt x="1701" y="908"/>
                      </a:lnTo>
                      <a:lnTo>
                        <a:pt x="1699" y="908"/>
                      </a:lnTo>
                      <a:lnTo>
                        <a:pt x="1699" y="910"/>
                      </a:lnTo>
                      <a:lnTo>
                        <a:pt x="1697" y="910"/>
                      </a:lnTo>
                      <a:lnTo>
                        <a:pt x="1695" y="910"/>
                      </a:lnTo>
                      <a:lnTo>
                        <a:pt x="1697" y="910"/>
                      </a:lnTo>
                      <a:lnTo>
                        <a:pt x="1697" y="912"/>
                      </a:lnTo>
                      <a:lnTo>
                        <a:pt x="1695" y="912"/>
                      </a:lnTo>
                      <a:lnTo>
                        <a:pt x="1697" y="912"/>
                      </a:lnTo>
                      <a:lnTo>
                        <a:pt x="1697" y="913"/>
                      </a:lnTo>
                      <a:lnTo>
                        <a:pt x="1695" y="913"/>
                      </a:lnTo>
                      <a:lnTo>
                        <a:pt x="1695" y="915"/>
                      </a:lnTo>
                      <a:lnTo>
                        <a:pt x="1694" y="915"/>
                      </a:lnTo>
                      <a:lnTo>
                        <a:pt x="1694" y="913"/>
                      </a:lnTo>
                      <a:lnTo>
                        <a:pt x="1692" y="913"/>
                      </a:lnTo>
                      <a:lnTo>
                        <a:pt x="1690" y="915"/>
                      </a:lnTo>
                      <a:lnTo>
                        <a:pt x="1690" y="913"/>
                      </a:lnTo>
                      <a:lnTo>
                        <a:pt x="1688" y="913"/>
                      </a:lnTo>
                      <a:lnTo>
                        <a:pt x="1690" y="913"/>
                      </a:lnTo>
                      <a:lnTo>
                        <a:pt x="1688" y="913"/>
                      </a:lnTo>
                      <a:lnTo>
                        <a:pt x="1686" y="913"/>
                      </a:lnTo>
                      <a:lnTo>
                        <a:pt x="1684" y="913"/>
                      </a:lnTo>
                      <a:lnTo>
                        <a:pt x="1684" y="912"/>
                      </a:lnTo>
                      <a:lnTo>
                        <a:pt x="1686" y="912"/>
                      </a:lnTo>
                      <a:lnTo>
                        <a:pt x="1686" y="910"/>
                      </a:lnTo>
                      <a:lnTo>
                        <a:pt x="1686" y="908"/>
                      </a:lnTo>
                      <a:lnTo>
                        <a:pt x="1688" y="908"/>
                      </a:lnTo>
                      <a:lnTo>
                        <a:pt x="1686" y="908"/>
                      </a:lnTo>
                      <a:lnTo>
                        <a:pt x="1686" y="910"/>
                      </a:lnTo>
                      <a:lnTo>
                        <a:pt x="1686" y="912"/>
                      </a:lnTo>
                      <a:lnTo>
                        <a:pt x="1684" y="912"/>
                      </a:lnTo>
                      <a:lnTo>
                        <a:pt x="1684" y="913"/>
                      </a:lnTo>
                      <a:lnTo>
                        <a:pt x="1683" y="913"/>
                      </a:lnTo>
                      <a:lnTo>
                        <a:pt x="1683" y="912"/>
                      </a:lnTo>
                      <a:lnTo>
                        <a:pt x="1683" y="910"/>
                      </a:lnTo>
                      <a:lnTo>
                        <a:pt x="1681" y="910"/>
                      </a:lnTo>
                      <a:lnTo>
                        <a:pt x="1679" y="910"/>
                      </a:lnTo>
                      <a:lnTo>
                        <a:pt x="1677" y="910"/>
                      </a:lnTo>
                      <a:lnTo>
                        <a:pt x="1677" y="908"/>
                      </a:lnTo>
                      <a:lnTo>
                        <a:pt x="1677" y="910"/>
                      </a:lnTo>
                      <a:lnTo>
                        <a:pt x="1677" y="908"/>
                      </a:lnTo>
                      <a:lnTo>
                        <a:pt x="1675" y="908"/>
                      </a:lnTo>
                      <a:lnTo>
                        <a:pt x="1673" y="908"/>
                      </a:lnTo>
                      <a:lnTo>
                        <a:pt x="1673" y="910"/>
                      </a:lnTo>
                      <a:lnTo>
                        <a:pt x="1672" y="910"/>
                      </a:lnTo>
                      <a:lnTo>
                        <a:pt x="1670" y="908"/>
                      </a:lnTo>
                      <a:lnTo>
                        <a:pt x="1670" y="906"/>
                      </a:lnTo>
                      <a:lnTo>
                        <a:pt x="1668" y="906"/>
                      </a:lnTo>
                      <a:lnTo>
                        <a:pt x="1668" y="904"/>
                      </a:lnTo>
                      <a:lnTo>
                        <a:pt x="1666" y="904"/>
                      </a:lnTo>
                      <a:lnTo>
                        <a:pt x="1664" y="904"/>
                      </a:lnTo>
                      <a:lnTo>
                        <a:pt x="1664" y="903"/>
                      </a:lnTo>
                      <a:lnTo>
                        <a:pt x="1663" y="903"/>
                      </a:lnTo>
                      <a:lnTo>
                        <a:pt x="1664" y="903"/>
                      </a:lnTo>
                      <a:lnTo>
                        <a:pt x="1664" y="904"/>
                      </a:lnTo>
                      <a:lnTo>
                        <a:pt x="1666" y="904"/>
                      </a:lnTo>
                      <a:lnTo>
                        <a:pt x="1668" y="904"/>
                      </a:lnTo>
                      <a:lnTo>
                        <a:pt x="1668" y="906"/>
                      </a:lnTo>
                      <a:lnTo>
                        <a:pt x="1670" y="906"/>
                      </a:lnTo>
                      <a:lnTo>
                        <a:pt x="1670" y="908"/>
                      </a:lnTo>
                      <a:lnTo>
                        <a:pt x="1668" y="908"/>
                      </a:lnTo>
                      <a:lnTo>
                        <a:pt x="1670" y="908"/>
                      </a:lnTo>
                      <a:lnTo>
                        <a:pt x="1672" y="910"/>
                      </a:lnTo>
                      <a:lnTo>
                        <a:pt x="1673" y="910"/>
                      </a:lnTo>
                      <a:lnTo>
                        <a:pt x="1675" y="910"/>
                      </a:lnTo>
                      <a:lnTo>
                        <a:pt x="1675" y="908"/>
                      </a:lnTo>
                      <a:lnTo>
                        <a:pt x="1677" y="908"/>
                      </a:lnTo>
                      <a:lnTo>
                        <a:pt x="1677" y="910"/>
                      </a:lnTo>
                      <a:lnTo>
                        <a:pt x="1679" y="910"/>
                      </a:lnTo>
                      <a:lnTo>
                        <a:pt x="1681" y="910"/>
                      </a:lnTo>
                      <a:lnTo>
                        <a:pt x="1683" y="910"/>
                      </a:lnTo>
                      <a:lnTo>
                        <a:pt x="1683" y="912"/>
                      </a:lnTo>
                      <a:lnTo>
                        <a:pt x="1683" y="913"/>
                      </a:lnTo>
                      <a:lnTo>
                        <a:pt x="1684" y="913"/>
                      </a:lnTo>
                      <a:lnTo>
                        <a:pt x="1686" y="913"/>
                      </a:lnTo>
                      <a:lnTo>
                        <a:pt x="1688" y="915"/>
                      </a:lnTo>
                      <a:lnTo>
                        <a:pt x="1690" y="915"/>
                      </a:lnTo>
                      <a:lnTo>
                        <a:pt x="1692" y="915"/>
                      </a:lnTo>
                      <a:lnTo>
                        <a:pt x="1692" y="917"/>
                      </a:lnTo>
                      <a:lnTo>
                        <a:pt x="1692" y="919"/>
                      </a:lnTo>
                      <a:lnTo>
                        <a:pt x="1690" y="919"/>
                      </a:lnTo>
                      <a:lnTo>
                        <a:pt x="1690" y="921"/>
                      </a:lnTo>
                      <a:lnTo>
                        <a:pt x="1688" y="921"/>
                      </a:lnTo>
                      <a:lnTo>
                        <a:pt x="1688" y="923"/>
                      </a:lnTo>
                      <a:lnTo>
                        <a:pt x="1688" y="924"/>
                      </a:lnTo>
                      <a:lnTo>
                        <a:pt x="1686" y="924"/>
                      </a:lnTo>
                      <a:lnTo>
                        <a:pt x="1684" y="924"/>
                      </a:lnTo>
                      <a:lnTo>
                        <a:pt x="1684" y="923"/>
                      </a:lnTo>
                      <a:lnTo>
                        <a:pt x="1683" y="923"/>
                      </a:lnTo>
                      <a:lnTo>
                        <a:pt x="1683" y="921"/>
                      </a:lnTo>
                      <a:lnTo>
                        <a:pt x="1681" y="921"/>
                      </a:lnTo>
                      <a:lnTo>
                        <a:pt x="1683" y="921"/>
                      </a:lnTo>
                      <a:lnTo>
                        <a:pt x="1681" y="919"/>
                      </a:lnTo>
                      <a:lnTo>
                        <a:pt x="1681" y="921"/>
                      </a:lnTo>
                      <a:lnTo>
                        <a:pt x="1679" y="921"/>
                      </a:lnTo>
                      <a:lnTo>
                        <a:pt x="1679" y="923"/>
                      </a:lnTo>
                      <a:lnTo>
                        <a:pt x="1677" y="923"/>
                      </a:lnTo>
                      <a:lnTo>
                        <a:pt x="1677" y="921"/>
                      </a:lnTo>
                      <a:lnTo>
                        <a:pt x="1675" y="923"/>
                      </a:lnTo>
                      <a:lnTo>
                        <a:pt x="1677" y="923"/>
                      </a:lnTo>
                      <a:lnTo>
                        <a:pt x="1677" y="921"/>
                      </a:lnTo>
                      <a:lnTo>
                        <a:pt x="1677" y="923"/>
                      </a:lnTo>
                      <a:lnTo>
                        <a:pt x="1679" y="923"/>
                      </a:lnTo>
                      <a:lnTo>
                        <a:pt x="1679" y="921"/>
                      </a:lnTo>
                      <a:lnTo>
                        <a:pt x="1681" y="921"/>
                      </a:lnTo>
                      <a:lnTo>
                        <a:pt x="1683" y="921"/>
                      </a:lnTo>
                      <a:lnTo>
                        <a:pt x="1683" y="923"/>
                      </a:lnTo>
                      <a:lnTo>
                        <a:pt x="1684" y="924"/>
                      </a:lnTo>
                      <a:lnTo>
                        <a:pt x="1684" y="926"/>
                      </a:lnTo>
                      <a:lnTo>
                        <a:pt x="1684" y="928"/>
                      </a:lnTo>
                      <a:lnTo>
                        <a:pt x="1683" y="928"/>
                      </a:lnTo>
                      <a:lnTo>
                        <a:pt x="1681" y="928"/>
                      </a:lnTo>
                      <a:lnTo>
                        <a:pt x="1681" y="930"/>
                      </a:lnTo>
                      <a:lnTo>
                        <a:pt x="1681" y="928"/>
                      </a:lnTo>
                      <a:lnTo>
                        <a:pt x="1679" y="928"/>
                      </a:lnTo>
                      <a:lnTo>
                        <a:pt x="1679" y="930"/>
                      </a:lnTo>
                      <a:lnTo>
                        <a:pt x="1679" y="928"/>
                      </a:lnTo>
                      <a:lnTo>
                        <a:pt x="1681" y="928"/>
                      </a:lnTo>
                      <a:lnTo>
                        <a:pt x="1681" y="930"/>
                      </a:lnTo>
                      <a:lnTo>
                        <a:pt x="1683" y="928"/>
                      </a:lnTo>
                      <a:lnTo>
                        <a:pt x="1683" y="930"/>
                      </a:lnTo>
                      <a:lnTo>
                        <a:pt x="1683" y="932"/>
                      </a:lnTo>
                      <a:lnTo>
                        <a:pt x="1684" y="932"/>
                      </a:lnTo>
                      <a:lnTo>
                        <a:pt x="1684" y="934"/>
                      </a:lnTo>
                      <a:lnTo>
                        <a:pt x="1686" y="934"/>
                      </a:lnTo>
                      <a:lnTo>
                        <a:pt x="1684" y="934"/>
                      </a:lnTo>
                      <a:lnTo>
                        <a:pt x="1684" y="935"/>
                      </a:lnTo>
                      <a:lnTo>
                        <a:pt x="1684" y="937"/>
                      </a:lnTo>
                      <a:lnTo>
                        <a:pt x="1683" y="937"/>
                      </a:lnTo>
                      <a:lnTo>
                        <a:pt x="1683" y="935"/>
                      </a:lnTo>
                      <a:lnTo>
                        <a:pt x="1683" y="937"/>
                      </a:lnTo>
                      <a:lnTo>
                        <a:pt x="1683" y="935"/>
                      </a:lnTo>
                      <a:lnTo>
                        <a:pt x="1681" y="935"/>
                      </a:lnTo>
                      <a:lnTo>
                        <a:pt x="1681" y="937"/>
                      </a:lnTo>
                      <a:lnTo>
                        <a:pt x="1679" y="937"/>
                      </a:lnTo>
                      <a:lnTo>
                        <a:pt x="1681" y="937"/>
                      </a:lnTo>
                      <a:lnTo>
                        <a:pt x="1679" y="937"/>
                      </a:lnTo>
                      <a:lnTo>
                        <a:pt x="1679" y="939"/>
                      </a:lnTo>
                      <a:lnTo>
                        <a:pt x="1681" y="939"/>
                      </a:lnTo>
                      <a:lnTo>
                        <a:pt x="1681" y="941"/>
                      </a:lnTo>
                      <a:lnTo>
                        <a:pt x="1679" y="941"/>
                      </a:lnTo>
                      <a:lnTo>
                        <a:pt x="1681" y="941"/>
                      </a:lnTo>
                      <a:lnTo>
                        <a:pt x="1679" y="941"/>
                      </a:lnTo>
                      <a:lnTo>
                        <a:pt x="1681" y="943"/>
                      </a:lnTo>
                      <a:lnTo>
                        <a:pt x="1679" y="943"/>
                      </a:lnTo>
                      <a:lnTo>
                        <a:pt x="1679" y="945"/>
                      </a:lnTo>
                      <a:lnTo>
                        <a:pt x="1677" y="945"/>
                      </a:lnTo>
                      <a:lnTo>
                        <a:pt x="1677" y="943"/>
                      </a:lnTo>
                      <a:lnTo>
                        <a:pt x="1675" y="943"/>
                      </a:lnTo>
                      <a:lnTo>
                        <a:pt x="1677" y="945"/>
                      </a:lnTo>
                      <a:lnTo>
                        <a:pt x="1675" y="945"/>
                      </a:lnTo>
                      <a:lnTo>
                        <a:pt x="1675" y="943"/>
                      </a:lnTo>
                      <a:lnTo>
                        <a:pt x="1675" y="941"/>
                      </a:lnTo>
                      <a:lnTo>
                        <a:pt x="1673" y="941"/>
                      </a:lnTo>
                      <a:lnTo>
                        <a:pt x="1675" y="941"/>
                      </a:lnTo>
                      <a:lnTo>
                        <a:pt x="1673" y="941"/>
                      </a:lnTo>
                      <a:lnTo>
                        <a:pt x="1672" y="941"/>
                      </a:lnTo>
                      <a:lnTo>
                        <a:pt x="1672" y="943"/>
                      </a:lnTo>
                      <a:lnTo>
                        <a:pt x="1672" y="941"/>
                      </a:lnTo>
                      <a:lnTo>
                        <a:pt x="1672" y="939"/>
                      </a:lnTo>
                      <a:lnTo>
                        <a:pt x="1672" y="941"/>
                      </a:lnTo>
                      <a:lnTo>
                        <a:pt x="1672" y="939"/>
                      </a:lnTo>
                      <a:lnTo>
                        <a:pt x="1672" y="941"/>
                      </a:lnTo>
                      <a:lnTo>
                        <a:pt x="1672" y="939"/>
                      </a:lnTo>
                      <a:lnTo>
                        <a:pt x="1670" y="939"/>
                      </a:lnTo>
                      <a:lnTo>
                        <a:pt x="1670" y="941"/>
                      </a:lnTo>
                      <a:lnTo>
                        <a:pt x="1668" y="941"/>
                      </a:lnTo>
                      <a:lnTo>
                        <a:pt x="1670" y="941"/>
                      </a:lnTo>
                      <a:lnTo>
                        <a:pt x="1668" y="941"/>
                      </a:lnTo>
                      <a:lnTo>
                        <a:pt x="1668" y="939"/>
                      </a:lnTo>
                      <a:lnTo>
                        <a:pt x="1668" y="941"/>
                      </a:lnTo>
                      <a:lnTo>
                        <a:pt x="1668" y="943"/>
                      </a:lnTo>
                      <a:lnTo>
                        <a:pt x="1668" y="941"/>
                      </a:lnTo>
                      <a:lnTo>
                        <a:pt x="1670" y="941"/>
                      </a:lnTo>
                      <a:lnTo>
                        <a:pt x="1672" y="941"/>
                      </a:lnTo>
                      <a:lnTo>
                        <a:pt x="1672" y="943"/>
                      </a:lnTo>
                      <a:lnTo>
                        <a:pt x="1673" y="943"/>
                      </a:lnTo>
                      <a:lnTo>
                        <a:pt x="1673" y="941"/>
                      </a:lnTo>
                      <a:lnTo>
                        <a:pt x="1673" y="943"/>
                      </a:lnTo>
                      <a:lnTo>
                        <a:pt x="1673" y="941"/>
                      </a:lnTo>
                      <a:lnTo>
                        <a:pt x="1673" y="943"/>
                      </a:lnTo>
                      <a:lnTo>
                        <a:pt x="1675" y="943"/>
                      </a:lnTo>
                      <a:lnTo>
                        <a:pt x="1673" y="943"/>
                      </a:lnTo>
                      <a:lnTo>
                        <a:pt x="1675" y="943"/>
                      </a:lnTo>
                      <a:lnTo>
                        <a:pt x="1673" y="943"/>
                      </a:lnTo>
                      <a:lnTo>
                        <a:pt x="1675" y="943"/>
                      </a:lnTo>
                      <a:lnTo>
                        <a:pt x="1675" y="945"/>
                      </a:lnTo>
                      <a:lnTo>
                        <a:pt x="1677" y="945"/>
                      </a:lnTo>
                      <a:lnTo>
                        <a:pt x="1675" y="945"/>
                      </a:lnTo>
                      <a:lnTo>
                        <a:pt x="1677" y="945"/>
                      </a:lnTo>
                      <a:lnTo>
                        <a:pt x="1675" y="945"/>
                      </a:lnTo>
                      <a:lnTo>
                        <a:pt x="1675" y="946"/>
                      </a:lnTo>
                      <a:lnTo>
                        <a:pt x="1673" y="946"/>
                      </a:lnTo>
                      <a:lnTo>
                        <a:pt x="1675" y="946"/>
                      </a:lnTo>
                      <a:lnTo>
                        <a:pt x="1673" y="946"/>
                      </a:lnTo>
                      <a:lnTo>
                        <a:pt x="1675" y="946"/>
                      </a:lnTo>
                      <a:lnTo>
                        <a:pt x="1673" y="946"/>
                      </a:lnTo>
                      <a:lnTo>
                        <a:pt x="1672" y="946"/>
                      </a:lnTo>
                      <a:lnTo>
                        <a:pt x="1670" y="946"/>
                      </a:lnTo>
                      <a:lnTo>
                        <a:pt x="1672" y="946"/>
                      </a:lnTo>
                      <a:lnTo>
                        <a:pt x="1670" y="946"/>
                      </a:lnTo>
                      <a:lnTo>
                        <a:pt x="1672" y="946"/>
                      </a:lnTo>
                      <a:lnTo>
                        <a:pt x="1670" y="946"/>
                      </a:lnTo>
                      <a:lnTo>
                        <a:pt x="1672" y="946"/>
                      </a:lnTo>
                      <a:lnTo>
                        <a:pt x="1672" y="948"/>
                      </a:lnTo>
                      <a:lnTo>
                        <a:pt x="1670" y="948"/>
                      </a:lnTo>
                      <a:lnTo>
                        <a:pt x="1670" y="950"/>
                      </a:lnTo>
                      <a:lnTo>
                        <a:pt x="1668" y="950"/>
                      </a:lnTo>
                      <a:lnTo>
                        <a:pt x="1668" y="952"/>
                      </a:lnTo>
                      <a:lnTo>
                        <a:pt x="1668" y="950"/>
                      </a:lnTo>
                      <a:lnTo>
                        <a:pt x="1666" y="952"/>
                      </a:lnTo>
                      <a:lnTo>
                        <a:pt x="1668" y="952"/>
                      </a:lnTo>
                      <a:lnTo>
                        <a:pt x="1670" y="952"/>
                      </a:lnTo>
                      <a:lnTo>
                        <a:pt x="1670" y="954"/>
                      </a:lnTo>
                      <a:lnTo>
                        <a:pt x="1668" y="954"/>
                      </a:lnTo>
                      <a:lnTo>
                        <a:pt x="1668" y="952"/>
                      </a:lnTo>
                      <a:lnTo>
                        <a:pt x="1668" y="954"/>
                      </a:lnTo>
                      <a:lnTo>
                        <a:pt x="1668" y="952"/>
                      </a:lnTo>
                      <a:lnTo>
                        <a:pt x="1666" y="952"/>
                      </a:lnTo>
                      <a:lnTo>
                        <a:pt x="1666" y="954"/>
                      </a:lnTo>
                      <a:lnTo>
                        <a:pt x="1666" y="952"/>
                      </a:lnTo>
                      <a:lnTo>
                        <a:pt x="1666" y="954"/>
                      </a:lnTo>
                      <a:lnTo>
                        <a:pt x="1666" y="952"/>
                      </a:lnTo>
                      <a:lnTo>
                        <a:pt x="1664" y="952"/>
                      </a:lnTo>
                      <a:lnTo>
                        <a:pt x="1664" y="954"/>
                      </a:lnTo>
                      <a:lnTo>
                        <a:pt x="1663" y="954"/>
                      </a:lnTo>
                      <a:lnTo>
                        <a:pt x="1663" y="956"/>
                      </a:lnTo>
                      <a:lnTo>
                        <a:pt x="1663" y="954"/>
                      </a:lnTo>
                      <a:lnTo>
                        <a:pt x="1663" y="956"/>
                      </a:lnTo>
                      <a:lnTo>
                        <a:pt x="1663" y="954"/>
                      </a:lnTo>
                      <a:lnTo>
                        <a:pt x="1663" y="956"/>
                      </a:lnTo>
                      <a:lnTo>
                        <a:pt x="1663" y="957"/>
                      </a:lnTo>
                      <a:lnTo>
                        <a:pt x="1663" y="956"/>
                      </a:lnTo>
                      <a:lnTo>
                        <a:pt x="1664" y="957"/>
                      </a:lnTo>
                      <a:lnTo>
                        <a:pt x="1664" y="956"/>
                      </a:lnTo>
                      <a:lnTo>
                        <a:pt x="1664" y="957"/>
                      </a:lnTo>
                      <a:lnTo>
                        <a:pt x="1666" y="957"/>
                      </a:lnTo>
                      <a:lnTo>
                        <a:pt x="1664" y="957"/>
                      </a:lnTo>
                      <a:lnTo>
                        <a:pt x="1666" y="957"/>
                      </a:lnTo>
                      <a:lnTo>
                        <a:pt x="1664" y="957"/>
                      </a:lnTo>
                      <a:lnTo>
                        <a:pt x="1664" y="959"/>
                      </a:lnTo>
                      <a:lnTo>
                        <a:pt x="1666" y="959"/>
                      </a:lnTo>
                      <a:lnTo>
                        <a:pt x="1666" y="961"/>
                      </a:lnTo>
                      <a:lnTo>
                        <a:pt x="1664" y="961"/>
                      </a:lnTo>
                      <a:lnTo>
                        <a:pt x="1664" y="963"/>
                      </a:lnTo>
                      <a:lnTo>
                        <a:pt x="1666" y="963"/>
                      </a:lnTo>
                      <a:lnTo>
                        <a:pt x="1664" y="963"/>
                      </a:lnTo>
                      <a:lnTo>
                        <a:pt x="1666" y="963"/>
                      </a:lnTo>
                      <a:lnTo>
                        <a:pt x="1664" y="963"/>
                      </a:lnTo>
                      <a:lnTo>
                        <a:pt x="1663" y="963"/>
                      </a:lnTo>
                      <a:lnTo>
                        <a:pt x="1663" y="965"/>
                      </a:lnTo>
                      <a:lnTo>
                        <a:pt x="1661" y="965"/>
                      </a:lnTo>
                      <a:lnTo>
                        <a:pt x="1659" y="965"/>
                      </a:lnTo>
                      <a:lnTo>
                        <a:pt x="1659" y="966"/>
                      </a:lnTo>
                      <a:lnTo>
                        <a:pt x="1657" y="966"/>
                      </a:lnTo>
                      <a:lnTo>
                        <a:pt x="1655" y="966"/>
                      </a:lnTo>
                      <a:lnTo>
                        <a:pt x="1655" y="965"/>
                      </a:lnTo>
                      <a:lnTo>
                        <a:pt x="1657" y="965"/>
                      </a:lnTo>
                      <a:lnTo>
                        <a:pt x="1657" y="963"/>
                      </a:lnTo>
                      <a:lnTo>
                        <a:pt x="1659" y="963"/>
                      </a:lnTo>
                      <a:lnTo>
                        <a:pt x="1659" y="965"/>
                      </a:lnTo>
                      <a:lnTo>
                        <a:pt x="1659" y="963"/>
                      </a:lnTo>
                      <a:lnTo>
                        <a:pt x="1659" y="965"/>
                      </a:lnTo>
                      <a:lnTo>
                        <a:pt x="1659" y="963"/>
                      </a:lnTo>
                      <a:lnTo>
                        <a:pt x="1661" y="963"/>
                      </a:lnTo>
                      <a:lnTo>
                        <a:pt x="1659" y="963"/>
                      </a:lnTo>
                      <a:lnTo>
                        <a:pt x="1661" y="963"/>
                      </a:lnTo>
                      <a:lnTo>
                        <a:pt x="1661" y="961"/>
                      </a:lnTo>
                      <a:lnTo>
                        <a:pt x="1659" y="961"/>
                      </a:lnTo>
                      <a:lnTo>
                        <a:pt x="1661" y="961"/>
                      </a:lnTo>
                      <a:lnTo>
                        <a:pt x="1661" y="959"/>
                      </a:lnTo>
                      <a:lnTo>
                        <a:pt x="1663" y="959"/>
                      </a:lnTo>
                      <a:lnTo>
                        <a:pt x="1661" y="959"/>
                      </a:lnTo>
                      <a:lnTo>
                        <a:pt x="1663" y="959"/>
                      </a:lnTo>
                      <a:lnTo>
                        <a:pt x="1663" y="957"/>
                      </a:lnTo>
                      <a:lnTo>
                        <a:pt x="1663" y="959"/>
                      </a:lnTo>
                      <a:lnTo>
                        <a:pt x="1663" y="957"/>
                      </a:lnTo>
                      <a:lnTo>
                        <a:pt x="1664" y="957"/>
                      </a:lnTo>
                      <a:lnTo>
                        <a:pt x="1663" y="957"/>
                      </a:lnTo>
                      <a:lnTo>
                        <a:pt x="1664" y="957"/>
                      </a:lnTo>
                      <a:lnTo>
                        <a:pt x="1663" y="957"/>
                      </a:lnTo>
                      <a:lnTo>
                        <a:pt x="1661" y="957"/>
                      </a:lnTo>
                      <a:lnTo>
                        <a:pt x="1659" y="957"/>
                      </a:lnTo>
                      <a:lnTo>
                        <a:pt x="1659" y="959"/>
                      </a:lnTo>
                      <a:lnTo>
                        <a:pt x="1657" y="959"/>
                      </a:lnTo>
                      <a:lnTo>
                        <a:pt x="1657" y="961"/>
                      </a:lnTo>
                      <a:lnTo>
                        <a:pt x="1657" y="963"/>
                      </a:lnTo>
                      <a:lnTo>
                        <a:pt x="1655" y="963"/>
                      </a:lnTo>
                      <a:lnTo>
                        <a:pt x="1657" y="963"/>
                      </a:lnTo>
                      <a:lnTo>
                        <a:pt x="1655" y="963"/>
                      </a:lnTo>
                      <a:lnTo>
                        <a:pt x="1655" y="961"/>
                      </a:lnTo>
                      <a:lnTo>
                        <a:pt x="1653" y="961"/>
                      </a:lnTo>
                      <a:lnTo>
                        <a:pt x="1653" y="959"/>
                      </a:lnTo>
                      <a:lnTo>
                        <a:pt x="1653" y="957"/>
                      </a:lnTo>
                      <a:lnTo>
                        <a:pt x="1655" y="957"/>
                      </a:lnTo>
                      <a:lnTo>
                        <a:pt x="1653" y="957"/>
                      </a:lnTo>
                      <a:lnTo>
                        <a:pt x="1655" y="957"/>
                      </a:lnTo>
                      <a:lnTo>
                        <a:pt x="1653" y="957"/>
                      </a:lnTo>
                      <a:lnTo>
                        <a:pt x="1653" y="956"/>
                      </a:lnTo>
                      <a:lnTo>
                        <a:pt x="1655" y="956"/>
                      </a:lnTo>
                      <a:lnTo>
                        <a:pt x="1653" y="956"/>
                      </a:lnTo>
                      <a:lnTo>
                        <a:pt x="1653" y="957"/>
                      </a:lnTo>
                      <a:lnTo>
                        <a:pt x="1652" y="957"/>
                      </a:lnTo>
                      <a:lnTo>
                        <a:pt x="1653" y="957"/>
                      </a:lnTo>
                      <a:lnTo>
                        <a:pt x="1652" y="957"/>
                      </a:lnTo>
                      <a:lnTo>
                        <a:pt x="1653" y="957"/>
                      </a:lnTo>
                      <a:lnTo>
                        <a:pt x="1653" y="959"/>
                      </a:lnTo>
                      <a:lnTo>
                        <a:pt x="1652" y="959"/>
                      </a:lnTo>
                      <a:lnTo>
                        <a:pt x="1653" y="959"/>
                      </a:lnTo>
                      <a:lnTo>
                        <a:pt x="1652" y="959"/>
                      </a:lnTo>
                      <a:lnTo>
                        <a:pt x="1653" y="959"/>
                      </a:lnTo>
                      <a:lnTo>
                        <a:pt x="1652" y="959"/>
                      </a:lnTo>
                      <a:lnTo>
                        <a:pt x="1652" y="957"/>
                      </a:lnTo>
                      <a:lnTo>
                        <a:pt x="1650" y="957"/>
                      </a:lnTo>
                      <a:lnTo>
                        <a:pt x="1650" y="956"/>
                      </a:lnTo>
                      <a:lnTo>
                        <a:pt x="1650" y="954"/>
                      </a:lnTo>
                      <a:lnTo>
                        <a:pt x="1648" y="954"/>
                      </a:lnTo>
                      <a:lnTo>
                        <a:pt x="1650" y="952"/>
                      </a:lnTo>
                      <a:lnTo>
                        <a:pt x="1648" y="952"/>
                      </a:lnTo>
                      <a:lnTo>
                        <a:pt x="1650" y="952"/>
                      </a:lnTo>
                      <a:lnTo>
                        <a:pt x="1650" y="950"/>
                      </a:lnTo>
                      <a:lnTo>
                        <a:pt x="1652" y="950"/>
                      </a:lnTo>
                      <a:lnTo>
                        <a:pt x="1650" y="950"/>
                      </a:lnTo>
                      <a:lnTo>
                        <a:pt x="1650" y="948"/>
                      </a:lnTo>
                      <a:lnTo>
                        <a:pt x="1648" y="948"/>
                      </a:lnTo>
                      <a:lnTo>
                        <a:pt x="1650" y="948"/>
                      </a:lnTo>
                      <a:lnTo>
                        <a:pt x="1650" y="950"/>
                      </a:lnTo>
                      <a:lnTo>
                        <a:pt x="1652" y="950"/>
                      </a:lnTo>
                      <a:lnTo>
                        <a:pt x="1650" y="950"/>
                      </a:lnTo>
                      <a:lnTo>
                        <a:pt x="1648" y="950"/>
                      </a:lnTo>
                      <a:lnTo>
                        <a:pt x="1650" y="950"/>
                      </a:lnTo>
                      <a:lnTo>
                        <a:pt x="1650" y="952"/>
                      </a:lnTo>
                      <a:lnTo>
                        <a:pt x="1648" y="952"/>
                      </a:lnTo>
                      <a:lnTo>
                        <a:pt x="1648" y="954"/>
                      </a:lnTo>
                      <a:lnTo>
                        <a:pt x="1650" y="956"/>
                      </a:lnTo>
                      <a:lnTo>
                        <a:pt x="1650" y="957"/>
                      </a:lnTo>
                      <a:lnTo>
                        <a:pt x="1650" y="959"/>
                      </a:lnTo>
                      <a:lnTo>
                        <a:pt x="1652" y="959"/>
                      </a:lnTo>
                      <a:lnTo>
                        <a:pt x="1652" y="961"/>
                      </a:lnTo>
                      <a:lnTo>
                        <a:pt x="1650" y="961"/>
                      </a:lnTo>
                      <a:lnTo>
                        <a:pt x="1650" y="959"/>
                      </a:lnTo>
                      <a:lnTo>
                        <a:pt x="1648" y="959"/>
                      </a:lnTo>
                      <a:lnTo>
                        <a:pt x="1650" y="959"/>
                      </a:lnTo>
                      <a:lnTo>
                        <a:pt x="1648" y="959"/>
                      </a:lnTo>
                      <a:lnTo>
                        <a:pt x="1646" y="959"/>
                      </a:lnTo>
                      <a:lnTo>
                        <a:pt x="1648" y="959"/>
                      </a:lnTo>
                      <a:lnTo>
                        <a:pt x="1648" y="957"/>
                      </a:lnTo>
                      <a:lnTo>
                        <a:pt x="1646" y="957"/>
                      </a:lnTo>
                      <a:lnTo>
                        <a:pt x="1648" y="957"/>
                      </a:lnTo>
                      <a:lnTo>
                        <a:pt x="1646" y="957"/>
                      </a:lnTo>
                      <a:lnTo>
                        <a:pt x="1646" y="959"/>
                      </a:lnTo>
                      <a:lnTo>
                        <a:pt x="1646" y="957"/>
                      </a:lnTo>
                      <a:lnTo>
                        <a:pt x="1646" y="959"/>
                      </a:lnTo>
                      <a:lnTo>
                        <a:pt x="1644" y="959"/>
                      </a:lnTo>
                      <a:lnTo>
                        <a:pt x="1644" y="961"/>
                      </a:lnTo>
                      <a:lnTo>
                        <a:pt x="1644" y="959"/>
                      </a:lnTo>
                      <a:lnTo>
                        <a:pt x="1646" y="959"/>
                      </a:lnTo>
                      <a:lnTo>
                        <a:pt x="1646" y="961"/>
                      </a:lnTo>
                      <a:lnTo>
                        <a:pt x="1646" y="959"/>
                      </a:lnTo>
                      <a:lnTo>
                        <a:pt x="1646" y="961"/>
                      </a:lnTo>
                      <a:lnTo>
                        <a:pt x="1646" y="959"/>
                      </a:lnTo>
                      <a:lnTo>
                        <a:pt x="1648" y="959"/>
                      </a:lnTo>
                      <a:lnTo>
                        <a:pt x="1648" y="961"/>
                      </a:lnTo>
                      <a:lnTo>
                        <a:pt x="1648" y="959"/>
                      </a:lnTo>
                      <a:lnTo>
                        <a:pt x="1648" y="961"/>
                      </a:lnTo>
                      <a:lnTo>
                        <a:pt x="1648" y="959"/>
                      </a:lnTo>
                      <a:lnTo>
                        <a:pt x="1648" y="961"/>
                      </a:lnTo>
                      <a:lnTo>
                        <a:pt x="1646" y="961"/>
                      </a:lnTo>
                      <a:lnTo>
                        <a:pt x="1648" y="961"/>
                      </a:lnTo>
                      <a:lnTo>
                        <a:pt x="1648" y="963"/>
                      </a:lnTo>
                      <a:lnTo>
                        <a:pt x="1646" y="963"/>
                      </a:lnTo>
                      <a:lnTo>
                        <a:pt x="1648" y="963"/>
                      </a:lnTo>
                      <a:lnTo>
                        <a:pt x="1646" y="963"/>
                      </a:lnTo>
                      <a:lnTo>
                        <a:pt x="1644" y="963"/>
                      </a:lnTo>
                      <a:lnTo>
                        <a:pt x="1646" y="963"/>
                      </a:lnTo>
                      <a:lnTo>
                        <a:pt x="1644" y="963"/>
                      </a:lnTo>
                      <a:lnTo>
                        <a:pt x="1646" y="963"/>
                      </a:lnTo>
                      <a:lnTo>
                        <a:pt x="1644" y="963"/>
                      </a:lnTo>
                      <a:lnTo>
                        <a:pt x="1646" y="963"/>
                      </a:lnTo>
                      <a:lnTo>
                        <a:pt x="1646" y="965"/>
                      </a:lnTo>
                      <a:lnTo>
                        <a:pt x="1646" y="963"/>
                      </a:lnTo>
                      <a:lnTo>
                        <a:pt x="1646" y="965"/>
                      </a:lnTo>
                      <a:lnTo>
                        <a:pt x="1648" y="965"/>
                      </a:lnTo>
                      <a:lnTo>
                        <a:pt x="1646" y="965"/>
                      </a:lnTo>
                      <a:lnTo>
                        <a:pt x="1648" y="965"/>
                      </a:lnTo>
                      <a:lnTo>
                        <a:pt x="1650" y="963"/>
                      </a:lnTo>
                      <a:lnTo>
                        <a:pt x="1650" y="965"/>
                      </a:lnTo>
                      <a:lnTo>
                        <a:pt x="1650" y="963"/>
                      </a:lnTo>
                      <a:lnTo>
                        <a:pt x="1650" y="965"/>
                      </a:lnTo>
                      <a:lnTo>
                        <a:pt x="1652" y="965"/>
                      </a:lnTo>
                      <a:lnTo>
                        <a:pt x="1653" y="965"/>
                      </a:lnTo>
                      <a:lnTo>
                        <a:pt x="1653" y="966"/>
                      </a:lnTo>
                      <a:lnTo>
                        <a:pt x="1652" y="966"/>
                      </a:lnTo>
                      <a:lnTo>
                        <a:pt x="1653" y="966"/>
                      </a:lnTo>
                      <a:lnTo>
                        <a:pt x="1653" y="968"/>
                      </a:lnTo>
                      <a:lnTo>
                        <a:pt x="1655" y="968"/>
                      </a:lnTo>
                      <a:lnTo>
                        <a:pt x="1653" y="968"/>
                      </a:lnTo>
                      <a:lnTo>
                        <a:pt x="1653" y="970"/>
                      </a:lnTo>
                      <a:lnTo>
                        <a:pt x="1653" y="968"/>
                      </a:lnTo>
                      <a:lnTo>
                        <a:pt x="1655" y="968"/>
                      </a:lnTo>
                      <a:lnTo>
                        <a:pt x="1653" y="970"/>
                      </a:lnTo>
                      <a:lnTo>
                        <a:pt x="1655" y="970"/>
                      </a:lnTo>
                      <a:lnTo>
                        <a:pt x="1653" y="970"/>
                      </a:lnTo>
                      <a:lnTo>
                        <a:pt x="1655" y="970"/>
                      </a:lnTo>
                      <a:lnTo>
                        <a:pt x="1653" y="970"/>
                      </a:lnTo>
                      <a:lnTo>
                        <a:pt x="1655" y="970"/>
                      </a:lnTo>
                      <a:lnTo>
                        <a:pt x="1653" y="970"/>
                      </a:lnTo>
                      <a:lnTo>
                        <a:pt x="1653" y="972"/>
                      </a:lnTo>
                      <a:lnTo>
                        <a:pt x="1653" y="970"/>
                      </a:lnTo>
                      <a:lnTo>
                        <a:pt x="1652" y="970"/>
                      </a:lnTo>
                      <a:lnTo>
                        <a:pt x="1653" y="972"/>
                      </a:lnTo>
                      <a:lnTo>
                        <a:pt x="1652" y="972"/>
                      </a:lnTo>
                      <a:lnTo>
                        <a:pt x="1652" y="970"/>
                      </a:lnTo>
                      <a:lnTo>
                        <a:pt x="1653" y="970"/>
                      </a:lnTo>
                      <a:lnTo>
                        <a:pt x="1652" y="970"/>
                      </a:lnTo>
                      <a:lnTo>
                        <a:pt x="1650" y="970"/>
                      </a:lnTo>
                      <a:lnTo>
                        <a:pt x="1650" y="968"/>
                      </a:lnTo>
                      <a:lnTo>
                        <a:pt x="1648" y="968"/>
                      </a:lnTo>
                      <a:lnTo>
                        <a:pt x="1650" y="968"/>
                      </a:lnTo>
                      <a:lnTo>
                        <a:pt x="1648" y="968"/>
                      </a:lnTo>
                      <a:lnTo>
                        <a:pt x="1646" y="968"/>
                      </a:lnTo>
                      <a:lnTo>
                        <a:pt x="1646" y="970"/>
                      </a:lnTo>
                      <a:lnTo>
                        <a:pt x="1648" y="970"/>
                      </a:lnTo>
                      <a:lnTo>
                        <a:pt x="1650" y="970"/>
                      </a:lnTo>
                      <a:lnTo>
                        <a:pt x="1648" y="970"/>
                      </a:lnTo>
                      <a:lnTo>
                        <a:pt x="1650" y="970"/>
                      </a:lnTo>
                      <a:lnTo>
                        <a:pt x="1650" y="972"/>
                      </a:lnTo>
                      <a:lnTo>
                        <a:pt x="1650" y="970"/>
                      </a:lnTo>
                      <a:lnTo>
                        <a:pt x="1650" y="972"/>
                      </a:lnTo>
                      <a:lnTo>
                        <a:pt x="1650" y="974"/>
                      </a:lnTo>
                      <a:lnTo>
                        <a:pt x="1652" y="974"/>
                      </a:lnTo>
                      <a:lnTo>
                        <a:pt x="1652" y="972"/>
                      </a:lnTo>
                      <a:lnTo>
                        <a:pt x="1652" y="974"/>
                      </a:lnTo>
                      <a:lnTo>
                        <a:pt x="1652" y="972"/>
                      </a:lnTo>
                      <a:lnTo>
                        <a:pt x="1653" y="972"/>
                      </a:lnTo>
                      <a:lnTo>
                        <a:pt x="1652" y="972"/>
                      </a:lnTo>
                      <a:lnTo>
                        <a:pt x="1653" y="972"/>
                      </a:lnTo>
                      <a:lnTo>
                        <a:pt x="1652" y="972"/>
                      </a:lnTo>
                      <a:lnTo>
                        <a:pt x="1653" y="972"/>
                      </a:lnTo>
                      <a:lnTo>
                        <a:pt x="1653" y="970"/>
                      </a:lnTo>
                      <a:lnTo>
                        <a:pt x="1655" y="970"/>
                      </a:lnTo>
                      <a:lnTo>
                        <a:pt x="1655" y="972"/>
                      </a:lnTo>
                      <a:lnTo>
                        <a:pt x="1655" y="970"/>
                      </a:lnTo>
                      <a:lnTo>
                        <a:pt x="1655" y="972"/>
                      </a:lnTo>
                      <a:lnTo>
                        <a:pt x="1657" y="972"/>
                      </a:lnTo>
                      <a:lnTo>
                        <a:pt x="1655" y="972"/>
                      </a:lnTo>
                      <a:lnTo>
                        <a:pt x="1655" y="974"/>
                      </a:lnTo>
                      <a:lnTo>
                        <a:pt x="1657" y="974"/>
                      </a:lnTo>
                      <a:lnTo>
                        <a:pt x="1659" y="974"/>
                      </a:lnTo>
                      <a:lnTo>
                        <a:pt x="1659" y="972"/>
                      </a:lnTo>
                      <a:lnTo>
                        <a:pt x="1659" y="974"/>
                      </a:lnTo>
                      <a:lnTo>
                        <a:pt x="1657" y="974"/>
                      </a:lnTo>
                      <a:lnTo>
                        <a:pt x="1655" y="974"/>
                      </a:lnTo>
                      <a:lnTo>
                        <a:pt x="1653" y="974"/>
                      </a:lnTo>
                      <a:lnTo>
                        <a:pt x="1653" y="976"/>
                      </a:lnTo>
                      <a:lnTo>
                        <a:pt x="1652" y="976"/>
                      </a:lnTo>
                      <a:lnTo>
                        <a:pt x="1653" y="976"/>
                      </a:lnTo>
                      <a:lnTo>
                        <a:pt x="1652" y="976"/>
                      </a:lnTo>
                      <a:lnTo>
                        <a:pt x="1650" y="976"/>
                      </a:lnTo>
                      <a:lnTo>
                        <a:pt x="1648" y="976"/>
                      </a:lnTo>
                      <a:lnTo>
                        <a:pt x="1648" y="977"/>
                      </a:lnTo>
                      <a:lnTo>
                        <a:pt x="1646" y="977"/>
                      </a:lnTo>
                      <a:lnTo>
                        <a:pt x="1644" y="977"/>
                      </a:lnTo>
                      <a:lnTo>
                        <a:pt x="1644" y="979"/>
                      </a:lnTo>
                      <a:lnTo>
                        <a:pt x="1644" y="977"/>
                      </a:lnTo>
                      <a:lnTo>
                        <a:pt x="1646" y="977"/>
                      </a:lnTo>
                      <a:lnTo>
                        <a:pt x="1648" y="977"/>
                      </a:lnTo>
                      <a:lnTo>
                        <a:pt x="1650" y="977"/>
                      </a:lnTo>
                      <a:lnTo>
                        <a:pt x="1648" y="977"/>
                      </a:lnTo>
                      <a:lnTo>
                        <a:pt x="1648" y="979"/>
                      </a:lnTo>
                      <a:lnTo>
                        <a:pt x="1648" y="977"/>
                      </a:lnTo>
                      <a:lnTo>
                        <a:pt x="1648" y="979"/>
                      </a:lnTo>
                      <a:lnTo>
                        <a:pt x="1646" y="979"/>
                      </a:lnTo>
                      <a:lnTo>
                        <a:pt x="1646" y="981"/>
                      </a:lnTo>
                      <a:lnTo>
                        <a:pt x="1644" y="981"/>
                      </a:lnTo>
                      <a:lnTo>
                        <a:pt x="1644" y="983"/>
                      </a:lnTo>
                      <a:lnTo>
                        <a:pt x="1642" y="983"/>
                      </a:lnTo>
                      <a:lnTo>
                        <a:pt x="1642" y="985"/>
                      </a:lnTo>
                      <a:lnTo>
                        <a:pt x="1642" y="987"/>
                      </a:lnTo>
                      <a:lnTo>
                        <a:pt x="1641" y="987"/>
                      </a:lnTo>
                      <a:lnTo>
                        <a:pt x="1641" y="985"/>
                      </a:lnTo>
                      <a:lnTo>
                        <a:pt x="1639" y="985"/>
                      </a:lnTo>
                      <a:lnTo>
                        <a:pt x="1637" y="985"/>
                      </a:lnTo>
                      <a:lnTo>
                        <a:pt x="1635" y="985"/>
                      </a:lnTo>
                      <a:lnTo>
                        <a:pt x="1635" y="983"/>
                      </a:lnTo>
                      <a:lnTo>
                        <a:pt x="1633" y="983"/>
                      </a:lnTo>
                      <a:lnTo>
                        <a:pt x="1633" y="981"/>
                      </a:lnTo>
                      <a:lnTo>
                        <a:pt x="1632" y="981"/>
                      </a:lnTo>
                      <a:lnTo>
                        <a:pt x="1630" y="981"/>
                      </a:lnTo>
                      <a:lnTo>
                        <a:pt x="1628" y="979"/>
                      </a:lnTo>
                      <a:lnTo>
                        <a:pt x="1628" y="977"/>
                      </a:lnTo>
                      <a:lnTo>
                        <a:pt x="1626" y="977"/>
                      </a:lnTo>
                      <a:lnTo>
                        <a:pt x="1624" y="979"/>
                      </a:lnTo>
                      <a:lnTo>
                        <a:pt x="1624" y="977"/>
                      </a:lnTo>
                      <a:lnTo>
                        <a:pt x="1622" y="977"/>
                      </a:lnTo>
                      <a:lnTo>
                        <a:pt x="1621" y="979"/>
                      </a:lnTo>
                      <a:lnTo>
                        <a:pt x="1621" y="977"/>
                      </a:lnTo>
                      <a:lnTo>
                        <a:pt x="1621" y="976"/>
                      </a:lnTo>
                      <a:lnTo>
                        <a:pt x="1619" y="976"/>
                      </a:lnTo>
                      <a:lnTo>
                        <a:pt x="1621" y="976"/>
                      </a:lnTo>
                      <a:lnTo>
                        <a:pt x="1621" y="977"/>
                      </a:lnTo>
                      <a:lnTo>
                        <a:pt x="1621" y="979"/>
                      </a:lnTo>
                      <a:lnTo>
                        <a:pt x="1622" y="979"/>
                      </a:lnTo>
                      <a:lnTo>
                        <a:pt x="1622" y="977"/>
                      </a:lnTo>
                      <a:lnTo>
                        <a:pt x="1624" y="977"/>
                      </a:lnTo>
                      <a:lnTo>
                        <a:pt x="1624" y="979"/>
                      </a:lnTo>
                      <a:lnTo>
                        <a:pt x="1626" y="979"/>
                      </a:lnTo>
                      <a:lnTo>
                        <a:pt x="1626" y="977"/>
                      </a:lnTo>
                      <a:lnTo>
                        <a:pt x="1626" y="979"/>
                      </a:lnTo>
                      <a:lnTo>
                        <a:pt x="1626" y="977"/>
                      </a:lnTo>
                      <a:lnTo>
                        <a:pt x="1628" y="979"/>
                      </a:lnTo>
                      <a:lnTo>
                        <a:pt x="1628" y="981"/>
                      </a:lnTo>
                      <a:lnTo>
                        <a:pt x="1630" y="981"/>
                      </a:lnTo>
                      <a:lnTo>
                        <a:pt x="1632" y="981"/>
                      </a:lnTo>
                      <a:lnTo>
                        <a:pt x="1632" y="983"/>
                      </a:lnTo>
                      <a:lnTo>
                        <a:pt x="1632" y="981"/>
                      </a:lnTo>
                      <a:lnTo>
                        <a:pt x="1632" y="983"/>
                      </a:lnTo>
                      <a:lnTo>
                        <a:pt x="1632" y="981"/>
                      </a:lnTo>
                      <a:lnTo>
                        <a:pt x="1632" y="983"/>
                      </a:lnTo>
                      <a:lnTo>
                        <a:pt x="1633" y="983"/>
                      </a:lnTo>
                      <a:lnTo>
                        <a:pt x="1633" y="985"/>
                      </a:lnTo>
                      <a:lnTo>
                        <a:pt x="1633" y="987"/>
                      </a:lnTo>
                      <a:lnTo>
                        <a:pt x="1635" y="987"/>
                      </a:lnTo>
                      <a:lnTo>
                        <a:pt x="1633" y="987"/>
                      </a:lnTo>
                      <a:lnTo>
                        <a:pt x="1633" y="988"/>
                      </a:lnTo>
                      <a:lnTo>
                        <a:pt x="1632" y="988"/>
                      </a:lnTo>
                      <a:lnTo>
                        <a:pt x="1632" y="990"/>
                      </a:lnTo>
                      <a:lnTo>
                        <a:pt x="1632" y="988"/>
                      </a:lnTo>
                      <a:lnTo>
                        <a:pt x="1633" y="988"/>
                      </a:lnTo>
                      <a:lnTo>
                        <a:pt x="1633" y="987"/>
                      </a:lnTo>
                      <a:lnTo>
                        <a:pt x="1635" y="987"/>
                      </a:lnTo>
                      <a:lnTo>
                        <a:pt x="1637" y="987"/>
                      </a:lnTo>
                      <a:lnTo>
                        <a:pt x="1639" y="987"/>
                      </a:lnTo>
                      <a:lnTo>
                        <a:pt x="1637" y="987"/>
                      </a:lnTo>
                      <a:lnTo>
                        <a:pt x="1635" y="987"/>
                      </a:lnTo>
                      <a:lnTo>
                        <a:pt x="1637" y="987"/>
                      </a:lnTo>
                      <a:lnTo>
                        <a:pt x="1639" y="987"/>
                      </a:lnTo>
                      <a:lnTo>
                        <a:pt x="1639" y="988"/>
                      </a:lnTo>
                      <a:lnTo>
                        <a:pt x="1637" y="988"/>
                      </a:lnTo>
                      <a:lnTo>
                        <a:pt x="1637" y="987"/>
                      </a:lnTo>
                      <a:lnTo>
                        <a:pt x="1637" y="988"/>
                      </a:lnTo>
                      <a:lnTo>
                        <a:pt x="1639" y="988"/>
                      </a:lnTo>
                      <a:lnTo>
                        <a:pt x="1639" y="987"/>
                      </a:lnTo>
                      <a:lnTo>
                        <a:pt x="1641" y="987"/>
                      </a:lnTo>
                      <a:lnTo>
                        <a:pt x="1642" y="987"/>
                      </a:lnTo>
                      <a:lnTo>
                        <a:pt x="1642" y="988"/>
                      </a:lnTo>
                      <a:lnTo>
                        <a:pt x="1642" y="987"/>
                      </a:lnTo>
                      <a:lnTo>
                        <a:pt x="1641" y="987"/>
                      </a:lnTo>
                      <a:lnTo>
                        <a:pt x="1642" y="987"/>
                      </a:lnTo>
                      <a:lnTo>
                        <a:pt x="1642" y="985"/>
                      </a:lnTo>
                      <a:lnTo>
                        <a:pt x="1644" y="983"/>
                      </a:lnTo>
                      <a:lnTo>
                        <a:pt x="1644" y="985"/>
                      </a:lnTo>
                      <a:lnTo>
                        <a:pt x="1646" y="985"/>
                      </a:lnTo>
                      <a:lnTo>
                        <a:pt x="1648" y="985"/>
                      </a:lnTo>
                      <a:lnTo>
                        <a:pt x="1650" y="985"/>
                      </a:lnTo>
                      <a:lnTo>
                        <a:pt x="1650" y="987"/>
                      </a:lnTo>
                      <a:lnTo>
                        <a:pt x="1650" y="988"/>
                      </a:lnTo>
                      <a:lnTo>
                        <a:pt x="1648" y="988"/>
                      </a:lnTo>
                      <a:lnTo>
                        <a:pt x="1648" y="990"/>
                      </a:lnTo>
                      <a:lnTo>
                        <a:pt x="1646" y="990"/>
                      </a:lnTo>
                      <a:lnTo>
                        <a:pt x="1646" y="992"/>
                      </a:lnTo>
                      <a:lnTo>
                        <a:pt x="1646" y="990"/>
                      </a:lnTo>
                      <a:lnTo>
                        <a:pt x="1646" y="992"/>
                      </a:lnTo>
                      <a:lnTo>
                        <a:pt x="1648" y="994"/>
                      </a:lnTo>
                      <a:lnTo>
                        <a:pt x="1648" y="996"/>
                      </a:lnTo>
                      <a:lnTo>
                        <a:pt x="1646" y="996"/>
                      </a:lnTo>
                      <a:lnTo>
                        <a:pt x="1646" y="998"/>
                      </a:lnTo>
                      <a:lnTo>
                        <a:pt x="1644" y="998"/>
                      </a:lnTo>
                      <a:lnTo>
                        <a:pt x="1644" y="996"/>
                      </a:lnTo>
                      <a:lnTo>
                        <a:pt x="1644" y="998"/>
                      </a:lnTo>
                      <a:lnTo>
                        <a:pt x="1642" y="998"/>
                      </a:lnTo>
                      <a:lnTo>
                        <a:pt x="1641" y="998"/>
                      </a:lnTo>
                      <a:lnTo>
                        <a:pt x="1642" y="998"/>
                      </a:lnTo>
                      <a:lnTo>
                        <a:pt x="1642" y="999"/>
                      </a:lnTo>
                      <a:lnTo>
                        <a:pt x="1642" y="1001"/>
                      </a:lnTo>
                      <a:lnTo>
                        <a:pt x="1644" y="1001"/>
                      </a:lnTo>
                      <a:lnTo>
                        <a:pt x="1642" y="1001"/>
                      </a:lnTo>
                      <a:lnTo>
                        <a:pt x="1644" y="1001"/>
                      </a:lnTo>
                      <a:lnTo>
                        <a:pt x="1646" y="1001"/>
                      </a:lnTo>
                      <a:lnTo>
                        <a:pt x="1646" y="1003"/>
                      </a:lnTo>
                      <a:lnTo>
                        <a:pt x="1648" y="1003"/>
                      </a:lnTo>
                      <a:lnTo>
                        <a:pt x="1646" y="1003"/>
                      </a:lnTo>
                      <a:lnTo>
                        <a:pt x="1646" y="1005"/>
                      </a:lnTo>
                      <a:lnTo>
                        <a:pt x="1646" y="1003"/>
                      </a:lnTo>
                      <a:lnTo>
                        <a:pt x="1648" y="1005"/>
                      </a:lnTo>
                      <a:lnTo>
                        <a:pt x="1646" y="1005"/>
                      </a:lnTo>
                      <a:lnTo>
                        <a:pt x="1648" y="1005"/>
                      </a:lnTo>
                      <a:lnTo>
                        <a:pt x="1648" y="1007"/>
                      </a:lnTo>
                      <a:lnTo>
                        <a:pt x="1648" y="1005"/>
                      </a:lnTo>
                      <a:lnTo>
                        <a:pt x="1648" y="1007"/>
                      </a:lnTo>
                      <a:lnTo>
                        <a:pt x="1646" y="1007"/>
                      </a:lnTo>
                      <a:lnTo>
                        <a:pt x="1648" y="1007"/>
                      </a:lnTo>
                      <a:lnTo>
                        <a:pt x="1648" y="1009"/>
                      </a:lnTo>
                      <a:lnTo>
                        <a:pt x="1646" y="1009"/>
                      </a:lnTo>
                      <a:lnTo>
                        <a:pt x="1648" y="1009"/>
                      </a:lnTo>
                      <a:lnTo>
                        <a:pt x="1646" y="1009"/>
                      </a:lnTo>
                      <a:lnTo>
                        <a:pt x="1646" y="1010"/>
                      </a:lnTo>
                      <a:lnTo>
                        <a:pt x="1646" y="1009"/>
                      </a:lnTo>
                      <a:lnTo>
                        <a:pt x="1646" y="1007"/>
                      </a:lnTo>
                      <a:lnTo>
                        <a:pt x="1646" y="1005"/>
                      </a:lnTo>
                      <a:lnTo>
                        <a:pt x="1644" y="1005"/>
                      </a:lnTo>
                      <a:lnTo>
                        <a:pt x="1644" y="1007"/>
                      </a:lnTo>
                      <a:lnTo>
                        <a:pt x="1646" y="1007"/>
                      </a:lnTo>
                      <a:lnTo>
                        <a:pt x="1644" y="1007"/>
                      </a:lnTo>
                      <a:lnTo>
                        <a:pt x="1646" y="1007"/>
                      </a:lnTo>
                      <a:lnTo>
                        <a:pt x="1644" y="1007"/>
                      </a:lnTo>
                      <a:lnTo>
                        <a:pt x="1644" y="1009"/>
                      </a:lnTo>
                      <a:lnTo>
                        <a:pt x="1642" y="1009"/>
                      </a:lnTo>
                      <a:lnTo>
                        <a:pt x="1644" y="1007"/>
                      </a:lnTo>
                      <a:lnTo>
                        <a:pt x="1642" y="1007"/>
                      </a:lnTo>
                      <a:lnTo>
                        <a:pt x="1642" y="1005"/>
                      </a:lnTo>
                      <a:lnTo>
                        <a:pt x="1641" y="1005"/>
                      </a:lnTo>
                      <a:lnTo>
                        <a:pt x="1641" y="1007"/>
                      </a:lnTo>
                      <a:lnTo>
                        <a:pt x="1641" y="1005"/>
                      </a:lnTo>
                      <a:lnTo>
                        <a:pt x="1641" y="1003"/>
                      </a:lnTo>
                      <a:lnTo>
                        <a:pt x="1641" y="1005"/>
                      </a:lnTo>
                      <a:lnTo>
                        <a:pt x="1639" y="1003"/>
                      </a:lnTo>
                      <a:lnTo>
                        <a:pt x="1637" y="1003"/>
                      </a:lnTo>
                      <a:lnTo>
                        <a:pt x="1637" y="1005"/>
                      </a:lnTo>
                      <a:lnTo>
                        <a:pt x="1637" y="1007"/>
                      </a:lnTo>
                      <a:lnTo>
                        <a:pt x="1635" y="1007"/>
                      </a:lnTo>
                      <a:lnTo>
                        <a:pt x="1635" y="1005"/>
                      </a:lnTo>
                      <a:lnTo>
                        <a:pt x="1635" y="1003"/>
                      </a:lnTo>
                      <a:lnTo>
                        <a:pt x="1637" y="1001"/>
                      </a:lnTo>
                      <a:lnTo>
                        <a:pt x="1635" y="1001"/>
                      </a:lnTo>
                      <a:lnTo>
                        <a:pt x="1635" y="1003"/>
                      </a:lnTo>
                      <a:lnTo>
                        <a:pt x="1635" y="1005"/>
                      </a:lnTo>
                      <a:lnTo>
                        <a:pt x="1635" y="1003"/>
                      </a:lnTo>
                      <a:lnTo>
                        <a:pt x="1633" y="1005"/>
                      </a:lnTo>
                      <a:lnTo>
                        <a:pt x="1632" y="1005"/>
                      </a:lnTo>
                      <a:lnTo>
                        <a:pt x="1632" y="1007"/>
                      </a:lnTo>
                      <a:lnTo>
                        <a:pt x="1630" y="1007"/>
                      </a:lnTo>
                      <a:lnTo>
                        <a:pt x="1630" y="1009"/>
                      </a:lnTo>
                      <a:lnTo>
                        <a:pt x="1630" y="1007"/>
                      </a:lnTo>
                      <a:lnTo>
                        <a:pt x="1628" y="1007"/>
                      </a:lnTo>
                      <a:lnTo>
                        <a:pt x="1630" y="1007"/>
                      </a:lnTo>
                      <a:lnTo>
                        <a:pt x="1630" y="1009"/>
                      </a:lnTo>
                      <a:lnTo>
                        <a:pt x="1632" y="1007"/>
                      </a:lnTo>
                      <a:lnTo>
                        <a:pt x="1632" y="1009"/>
                      </a:lnTo>
                      <a:lnTo>
                        <a:pt x="1633" y="1009"/>
                      </a:lnTo>
                      <a:lnTo>
                        <a:pt x="1633" y="1010"/>
                      </a:lnTo>
                      <a:lnTo>
                        <a:pt x="1632" y="1010"/>
                      </a:lnTo>
                      <a:lnTo>
                        <a:pt x="1632" y="1012"/>
                      </a:lnTo>
                      <a:lnTo>
                        <a:pt x="1633" y="1012"/>
                      </a:lnTo>
                      <a:lnTo>
                        <a:pt x="1633" y="1010"/>
                      </a:lnTo>
                      <a:lnTo>
                        <a:pt x="1635" y="1010"/>
                      </a:lnTo>
                      <a:lnTo>
                        <a:pt x="1637" y="1010"/>
                      </a:lnTo>
                      <a:lnTo>
                        <a:pt x="1637" y="1012"/>
                      </a:lnTo>
                      <a:lnTo>
                        <a:pt x="1639" y="1012"/>
                      </a:lnTo>
                      <a:lnTo>
                        <a:pt x="1637" y="1012"/>
                      </a:lnTo>
                      <a:lnTo>
                        <a:pt x="1637" y="1014"/>
                      </a:lnTo>
                      <a:lnTo>
                        <a:pt x="1637" y="1012"/>
                      </a:lnTo>
                      <a:lnTo>
                        <a:pt x="1635" y="1014"/>
                      </a:lnTo>
                      <a:lnTo>
                        <a:pt x="1635" y="1012"/>
                      </a:lnTo>
                      <a:lnTo>
                        <a:pt x="1635" y="1014"/>
                      </a:lnTo>
                      <a:lnTo>
                        <a:pt x="1635" y="1016"/>
                      </a:lnTo>
                      <a:lnTo>
                        <a:pt x="1633" y="1016"/>
                      </a:lnTo>
                      <a:lnTo>
                        <a:pt x="1633" y="1014"/>
                      </a:lnTo>
                      <a:lnTo>
                        <a:pt x="1632" y="1016"/>
                      </a:lnTo>
                      <a:lnTo>
                        <a:pt x="1632" y="1014"/>
                      </a:lnTo>
                      <a:lnTo>
                        <a:pt x="1630" y="1014"/>
                      </a:lnTo>
                      <a:lnTo>
                        <a:pt x="1628" y="1014"/>
                      </a:lnTo>
                      <a:lnTo>
                        <a:pt x="1628" y="1016"/>
                      </a:lnTo>
                      <a:lnTo>
                        <a:pt x="1630" y="1016"/>
                      </a:lnTo>
                      <a:lnTo>
                        <a:pt x="1632" y="1016"/>
                      </a:lnTo>
                      <a:lnTo>
                        <a:pt x="1632" y="1018"/>
                      </a:lnTo>
                      <a:lnTo>
                        <a:pt x="1630" y="1018"/>
                      </a:lnTo>
                      <a:lnTo>
                        <a:pt x="1628" y="1018"/>
                      </a:lnTo>
                      <a:lnTo>
                        <a:pt x="1626" y="1018"/>
                      </a:lnTo>
                      <a:lnTo>
                        <a:pt x="1626" y="1016"/>
                      </a:lnTo>
                      <a:lnTo>
                        <a:pt x="1628" y="1016"/>
                      </a:lnTo>
                      <a:lnTo>
                        <a:pt x="1628" y="1014"/>
                      </a:lnTo>
                      <a:lnTo>
                        <a:pt x="1626" y="1014"/>
                      </a:lnTo>
                      <a:lnTo>
                        <a:pt x="1626" y="1012"/>
                      </a:lnTo>
                      <a:lnTo>
                        <a:pt x="1628" y="1012"/>
                      </a:lnTo>
                      <a:lnTo>
                        <a:pt x="1626" y="1012"/>
                      </a:lnTo>
                      <a:lnTo>
                        <a:pt x="1626" y="1014"/>
                      </a:lnTo>
                      <a:lnTo>
                        <a:pt x="1624" y="1014"/>
                      </a:lnTo>
                      <a:lnTo>
                        <a:pt x="1624" y="1012"/>
                      </a:lnTo>
                      <a:lnTo>
                        <a:pt x="1626" y="1012"/>
                      </a:lnTo>
                      <a:lnTo>
                        <a:pt x="1628" y="1012"/>
                      </a:lnTo>
                      <a:lnTo>
                        <a:pt x="1626" y="1012"/>
                      </a:lnTo>
                      <a:lnTo>
                        <a:pt x="1624" y="1012"/>
                      </a:lnTo>
                      <a:lnTo>
                        <a:pt x="1624" y="1010"/>
                      </a:lnTo>
                      <a:lnTo>
                        <a:pt x="1624" y="1012"/>
                      </a:lnTo>
                      <a:lnTo>
                        <a:pt x="1622" y="1012"/>
                      </a:lnTo>
                      <a:lnTo>
                        <a:pt x="1621" y="1012"/>
                      </a:lnTo>
                      <a:lnTo>
                        <a:pt x="1621" y="1014"/>
                      </a:lnTo>
                      <a:lnTo>
                        <a:pt x="1622" y="1012"/>
                      </a:lnTo>
                      <a:lnTo>
                        <a:pt x="1622" y="1014"/>
                      </a:lnTo>
                      <a:lnTo>
                        <a:pt x="1624" y="1014"/>
                      </a:lnTo>
                      <a:lnTo>
                        <a:pt x="1624" y="1016"/>
                      </a:lnTo>
                      <a:lnTo>
                        <a:pt x="1622" y="1016"/>
                      </a:lnTo>
                      <a:lnTo>
                        <a:pt x="1622" y="1018"/>
                      </a:lnTo>
                      <a:lnTo>
                        <a:pt x="1624" y="1018"/>
                      </a:lnTo>
                      <a:lnTo>
                        <a:pt x="1622" y="1018"/>
                      </a:lnTo>
                      <a:lnTo>
                        <a:pt x="1621" y="1018"/>
                      </a:lnTo>
                      <a:lnTo>
                        <a:pt x="1619" y="1018"/>
                      </a:lnTo>
                      <a:lnTo>
                        <a:pt x="1619" y="1019"/>
                      </a:lnTo>
                      <a:lnTo>
                        <a:pt x="1621" y="1019"/>
                      </a:lnTo>
                      <a:lnTo>
                        <a:pt x="1621" y="1021"/>
                      </a:lnTo>
                      <a:lnTo>
                        <a:pt x="1622" y="1021"/>
                      </a:lnTo>
                      <a:lnTo>
                        <a:pt x="1624" y="1021"/>
                      </a:lnTo>
                      <a:lnTo>
                        <a:pt x="1624" y="1019"/>
                      </a:lnTo>
                      <a:lnTo>
                        <a:pt x="1626" y="1019"/>
                      </a:lnTo>
                      <a:lnTo>
                        <a:pt x="1624" y="1021"/>
                      </a:lnTo>
                      <a:lnTo>
                        <a:pt x="1626" y="1021"/>
                      </a:lnTo>
                      <a:lnTo>
                        <a:pt x="1624" y="1021"/>
                      </a:lnTo>
                      <a:lnTo>
                        <a:pt x="1626" y="1021"/>
                      </a:lnTo>
                      <a:lnTo>
                        <a:pt x="1624" y="1021"/>
                      </a:lnTo>
                      <a:lnTo>
                        <a:pt x="1624" y="1023"/>
                      </a:lnTo>
                      <a:lnTo>
                        <a:pt x="1626" y="1023"/>
                      </a:lnTo>
                      <a:lnTo>
                        <a:pt x="1624" y="1023"/>
                      </a:lnTo>
                      <a:lnTo>
                        <a:pt x="1622" y="1023"/>
                      </a:lnTo>
                      <a:lnTo>
                        <a:pt x="1621" y="1023"/>
                      </a:lnTo>
                      <a:lnTo>
                        <a:pt x="1622" y="1023"/>
                      </a:lnTo>
                      <a:lnTo>
                        <a:pt x="1622" y="1025"/>
                      </a:lnTo>
                      <a:lnTo>
                        <a:pt x="1624" y="1025"/>
                      </a:lnTo>
                      <a:lnTo>
                        <a:pt x="1624" y="1027"/>
                      </a:lnTo>
                      <a:lnTo>
                        <a:pt x="1624" y="1025"/>
                      </a:lnTo>
                      <a:lnTo>
                        <a:pt x="1624" y="1027"/>
                      </a:lnTo>
                      <a:lnTo>
                        <a:pt x="1622" y="1027"/>
                      </a:lnTo>
                      <a:lnTo>
                        <a:pt x="1622" y="1025"/>
                      </a:lnTo>
                      <a:lnTo>
                        <a:pt x="1622" y="1027"/>
                      </a:lnTo>
                      <a:lnTo>
                        <a:pt x="1622" y="1025"/>
                      </a:lnTo>
                      <a:lnTo>
                        <a:pt x="1621" y="1027"/>
                      </a:lnTo>
                      <a:lnTo>
                        <a:pt x="1621" y="1025"/>
                      </a:lnTo>
                      <a:lnTo>
                        <a:pt x="1619" y="1027"/>
                      </a:lnTo>
                      <a:lnTo>
                        <a:pt x="1619" y="1025"/>
                      </a:lnTo>
                      <a:lnTo>
                        <a:pt x="1617" y="1025"/>
                      </a:lnTo>
                      <a:lnTo>
                        <a:pt x="1617" y="1027"/>
                      </a:lnTo>
                      <a:lnTo>
                        <a:pt x="1619" y="1027"/>
                      </a:lnTo>
                      <a:lnTo>
                        <a:pt x="1617" y="1027"/>
                      </a:lnTo>
                      <a:lnTo>
                        <a:pt x="1615" y="1027"/>
                      </a:lnTo>
                      <a:lnTo>
                        <a:pt x="1615" y="1025"/>
                      </a:lnTo>
                      <a:lnTo>
                        <a:pt x="1613" y="1025"/>
                      </a:lnTo>
                      <a:lnTo>
                        <a:pt x="1615" y="1025"/>
                      </a:lnTo>
                      <a:lnTo>
                        <a:pt x="1613" y="1025"/>
                      </a:lnTo>
                      <a:lnTo>
                        <a:pt x="1613" y="1023"/>
                      </a:lnTo>
                      <a:lnTo>
                        <a:pt x="1613" y="1025"/>
                      </a:lnTo>
                      <a:lnTo>
                        <a:pt x="1613" y="1023"/>
                      </a:lnTo>
                      <a:lnTo>
                        <a:pt x="1613" y="1025"/>
                      </a:lnTo>
                      <a:lnTo>
                        <a:pt x="1613" y="1027"/>
                      </a:lnTo>
                      <a:lnTo>
                        <a:pt x="1611" y="1027"/>
                      </a:lnTo>
                      <a:lnTo>
                        <a:pt x="1610" y="1027"/>
                      </a:lnTo>
                      <a:lnTo>
                        <a:pt x="1610" y="1025"/>
                      </a:lnTo>
                      <a:lnTo>
                        <a:pt x="1610" y="1023"/>
                      </a:lnTo>
                      <a:lnTo>
                        <a:pt x="1608" y="1023"/>
                      </a:lnTo>
                      <a:lnTo>
                        <a:pt x="1606" y="1023"/>
                      </a:lnTo>
                      <a:lnTo>
                        <a:pt x="1606" y="1021"/>
                      </a:lnTo>
                      <a:lnTo>
                        <a:pt x="1606" y="1023"/>
                      </a:lnTo>
                      <a:lnTo>
                        <a:pt x="1606" y="1021"/>
                      </a:lnTo>
                      <a:lnTo>
                        <a:pt x="1604" y="1021"/>
                      </a:lnTo>
                      <a:lnTo>
                        <a:pt x="1606" y="1021"/>
                      </a:lnTo>
                      <a:lnTo>
                        <a:pt x="1606" y="1019"/>
                      </a:lnTo>
                      <a:lnTo>
                        <a:pt x="1608" y="1019"/>
                      </a:lnTo>
                      <a:lnTo>
                        <a:pt x="1608" y="1018"/>
                      </a:lnTo>
                      <a:lnTo>
                        <a:pt x="1608" y="1019"/>
                      </a:lnTo>
                      <a:lnTo>
                        <a:pt x="1606" y="1019"/>
                      </a:lnTo>
                      <a:lnTo>
                        <a:pt x="1606" y="1021"/>
                      </a:lnTo>
                      <a:lnTo>
                        <a:pt x="1604" y="1021"/>
                      </a:lnTo>
                      <a:lnTo>
                        <a:pt x="1606" y="1021"/>
                      </a:lnTo>
                      <a:lnTo>
                        <a:pt x="1606" y="1023"/>
                      </a:lnTo>
                      <a:lnTo>
                        <a:pt x="1604" y="1023"/>
                      </a:lnTo>
                      <a:lnTo>
                        <a:pt x="1602" y="1023"/>
                      </a:lnTo>
                      <a:lnTo>
                        <a:pt x="1602" y="1021"/>
                      </a:lnTo>
                      <a:lnTo>
                        <a:pt x="1600" y="1021"/>
                      </a:lnTo>
                      <a:lnTo>
                        <a:pt x="1599" y="1021"/>
                      </a:lnTo>
                      <a:lnTo>
                        <a:pt x="1599" y="1019"/>
                      </a:lnTo>
                      <a:lnTo>
                        <a:pt x="1597" y="1019"/>
                      </a:lnTo>
                      <a:lnTo>
                        <a:pt x="1595" y="1019"/>
                      </a:lnTo>
                      <a:lnTo>
                        <a:pt x="1597" y="1019"/>
                      </a:lnTo>
                      <a:lnTo>
                        <a:pt x="1599" y="1019"/>
                      </a:lnTo>
                      <a:lnTo>
                        <a:pt x="1599" y="1021"/>
                      </a:lnTo>
                      <a:lnTo>
                        <a:pt x="1600" y="1021"/>
                      </a:lnTo>
                      <a:lnTo>
                        <a:pt x="1602" y="1021"/>
                      </a:lnTo>
                      <a:lnTo>
                        <a:pt x="1602" y="1023"/>
                      </a:lnTo>
                      <a:lnTo>
                        <a:pt x="1604" y="1023"/>
                      </a:lnTo>
                      <a:lnTo>
                        <a:pt x="1606" y="1023"/>
                      </a:lnTo>
                      <a:lnTo>
                        <a:pt x="1608" y="1023"/>
                      </a:lnTo>
                      <a:lnTo>
                        <a:pt x="1610" y="1023"/>
                      </a:lnTo>
                      <a:lnTo>
                        <a:pt x="1610" y="1025"/>
                      </a:lnTo>
                      <a:lnTo>
                        <a:pt x="1610" y="1023"/>
                      </a:lnTo>
                      <a:lnTo>
                        <a:pt x="1610" y="1025"/>
                      </a:lnTo>
                      <a:lnTo>
                        <a:pt x="1610" y="1027"/>
                      </a:lnTo>
                      <a:lnTo>
                        <a:pt x="1611" y="1027"/>
                      </a:lnTo>
                      <a:lnTo>
                        <a:pt x="1613" y="1027"/>
                      </a:lnTo>
                      <a:lnTo>
                        <a:pt x="1613" y="1029"/>
                      </a:lnTo>
                      <a:lnTo>
                        <a:pt x="1615" y="1029"/>
                      </a:lnTo>
                      <a:lnTo>
                        <a:pt x="1615" y="1030"/>
                      </a:lnTo>
                      <a:lnTo>
                        <a:pt x="1617" y="1030"/>
                      </a:lnTo>
                      <a:lnTo>
                        <a:pt x="1615" y="1030"/>
                      </a:lnTo>
                      <a:lnTo>
                        <a:pt x="1617" y="1030"/>
                      </a:lnTo>
                      <a:lnTo>
                        <a:pt x="1617" y="1029"/>
                      </a:lnTo>
                      <a:lnTo>
                        <a:pt x="1617" y="1030"/>
                      </a:lnTo>
                      <a:lnTo>
                        <a:pt x="1617" y="1029"/>
                      </a:lnTo>
                      <a:lnTo>
                        <a:pt x="1617" y="1030"/>
                      </a:lnTo>
                      <a:lnTo>
                        <a:pt x="1617" y="1032"/>
                      </a:lnTo>
                      <a:lnTo>
                        <a:pt x="1615" y="1030"/>
                      </a:lnTo>
                      <a:lnTo>
                        <a:pt x="1615" y="1032"/>
                      </a:lnTo>
                      <a:lnTo>
                        <a:pt x="1615" y="1034"/>
                      </a:lnTo>
                      <a:lnTo>
                        <a:pt x="1613" y="1034"/>
                      </a:lnTo>
                      <a:lnTo>
                        <a:pt x="1613" y="1032"/>
                      </a:lnTo>
                      <a:lnTo>
                        <a:pt x="1613" y="1034"/>
                      </a:lnTo>
                      <a:lnTo>
                        <a:pt x="1611" y="1034"/>
                      </a:lnTo>
                      <a:lnTo>
                        <a:pt x="1613" y="1034"/>
                      </a:lnTo>
                      <a:lnTo>
                        <a:pt x="1613" y="1036"/>
                      </a:lnTo>
                      <a:lnTo>
                        <a:pt x="1613" y="1034"/>
                      </a:lnTo>
                      <a:lnTo>
                        <a:pt x="1613" y="1036"/>
                      </a:lnTo>
                      <a:lnTo>
                        <a:pt x="1613" y="1034"/>
                      </a:lnTo>
                      <a:lnTo>
                        <a:pt x="1613" y="1036"/>
                      </a:lnTo>
                      <a:lnTo>
                        <a:pt x="1613" y="1038"/>
                      </a:lnTo>
                      <a:lnTo>
                        <a:pt x="1611" y="1038"/>
                      </a:lnTo>
                      <a:lnTo>
                        <a:pt x="1610" y="1038"/>
                      </a:lnTo>
                      <a:lnTo>
                        <a:pt x="1610" y="1040"/>
                      </a:lnTo>
                      <a:lnTo>
                        <a:pt x="1610" y="1038"/>
                      </a:lnTo>
                      <a:lnTo>
                        <a:pt x="1611" y="1038"/>
                      </a:lnTo>
                      <a:lnTo>
                        <a:pt x="1610" y="1036"/>
                      </a:lnTo>
                      <a:lnTo>
                        <a:pt x="1608" y="1036"/>
                      </a:lnTo>
                      <a:lnTo>
                        <a:pt x="1608" y="1034"/>
                      </a:lnTo>
                      <a:lnTo>
                        <a:pt x="1606" y="1034"/>
                      </a:lnTo>
                      <a:lnTo>
                        <a:pt x="1606" y="1032"/>
                      </a:lnTo>
                      <a:lnTo>
                        <a:pt x="1604" y="1032"/>
                      </a:lnTo>
                      <a:lnTo>
                        <a:pt x="1606" y="1032"/>
                      </a:lnTo>
                      <a:lnTo>
                        <a:pt x="1604" y="1032"/>
                      </a:lnTo>
                      <a:lnTo>
                        <a:pt x="1604" y="1034"/>
                      </a:lnTo>
                      <a:lnTo>
                        <a:pt x="1604" y="1032"/>
                      </a:lnTo>
                      <a:lnTo>
                        <a:pt x="1604" y="1034"/>
                      </a:lnTo>
                      <a:lnTo>
                        <a:pt x="1604" y="1036"/>
                      </a:lnTo>
                      <a:lnTo>
                        <a:pt x="1602" y="1036"/>
                      </a:lnTo>
                      <a:lnTo>
                        <a:pt x="1600" y="1036"/>
                      </a:lnTo>
                      <a:lnTo>
                        <a:pt x="1599" y="1036"/>
                      </a:lnTo>
                      <a:lnTo>
                        <a:pt x="1599" y="1038"/>
                      </a:lnTo>
                      <a:lnTo>
                        <a:pt x="1599" y="1036"/>
                      </a:lnTo>
                      <a:lnTo>
                        <a:pt x="1599" y="1038"/>
                      </a:lnTo>
                      <a:lnTo>
                        <a:pt x="1597" y="1038"/>
                      </a:lnTo>
                      <a:lnTo>
                        <a:pt x="1597" y="1036"/>
                      </a:lnTo>
                      <a:lnTo>
                        <a:pt x="1597" y="1034"/>
                      </a:lnTo>
                      <a:lnTo>
                        <a:pt x="1597" y="1036"/>
                      </a:lnTo>
                      <a:lnTo>
                        <a:pt x="1597" y="1034"/>
                      </a:lnTo>
                      <a:lnTo>
                        <a:pt x="1597" y="1036"/>
                      </a:lnTo>
                      <a:lnTo>
                        <a:pt x="1595" y="1036"/>
                      </a:lnTo>
                      <a:lnTo>
                        <a:pt x="1595" y="1034"/>
                      </a:lnTo>
                      <a:lnTo>
                        <a:pt x="1597" y="1034"/>
                      </a:lnTo>
                      <a:lnTo>
                        <a:pt x="1595" y="1034"/>
                      </a:lnTo>
                      <a:lnTo>
                        <a:pt x="1595" y="1032"/>
                      </a:lnTo>
                      <a:lnTo>
                        <a:pt x="1595" y="1034"/>
                      </a:lnTo>
                      <a:lnTo>
                        <a:pt x="1595" y="1032"/>
                      </a:lnTo>
                      <a:lnTo>
                        <a:pt x="1595" y="1034"/>
                      </a:lnTo>
                      <a:lnTo>
                        <a:pt x="1595" y="1036"/>
                      </a:lnTo>
                      <a:lnTo>
                        <a:pt x="1593" y="1036"/>
                      </a:lnTo>
                      <a:lnTo>
                        <a:pt x="1593" y="1038"/>
                      </a:lnTo>
                      <a:lnTo>
                        <a:pt x="1595" y="1038"/>
                      </a:lnTo>
                      <a:lnTo>
                        <a:pt x="1595" y="1040"/>
                      </a:lnTo>
                      <a:lnTo>
                        <a:pt x="1595" y="1038"/>
                      </a:lnTo>
                      <a:lnTo>
                        <a:pt x="1597" y="1038"/>
                      </a:lnTo>
                      <a:lnTo>
                        <a:pt x="1597" y="1040"/>
                      </a:lnTo>
                      <a:lnTo>
                        <a:pt x="1595" y="1040"/>
                      </a:lnTo>
                      <a:lnTo>
                        <a:pt x="1595" y="1041"/>
                      </a:lnTo>
                      <a:lnTo>
                        <a:pt x="1597" y="1041"/>
                      </a:lnTo>
                      <a:lnTo>
                        <a:pt x="1595" y="1041"/>
                      </a:lnTo>
                      <a:lnTo>
                        <a:pt x="1593" y="1041"/>
                      </a:lnTo>
                      <a:lnTo>
                        <a:pt x="1591" y="1041"/>
                      </a:lnTo>
                      <a:lnTo>
                        <a:pt x="1591" y="1040"/>
                      </a:lnTo>
                      <a:lnTo>
                        <a:pt x="1593" y="1040"/>
                      </a:lnTo>
                      <a:lnTo>
                        <a:pt x="1593" y="1038"/>
                      </a:lnTo>
                      <a:lnTo>
                        <a:pt x="1593" y="1036"/>
                      </a:lnTo>
                      <a:lnTo>
                        <a:pt x="1591" y="1036"/>
                      </a:lnTo>
                      <a:lnTo>
                        <a:pt x="1591" y="1038"/>
                      </a:lnTo>
                      <a:lnTo>
                        <a:pt x="1590" y="1038"/>
                      </a:lnTo>
                      <a:lnTo>
                        <a:pt x="1588" y="1038"/>
                      </a:lnTo>
                      <a:lnTo>
                        <a:pt x="1590" y="1038"/>
                      </a:lnTo>
                      <a:lnTo>
                        <a:pt x="1588" y="1038"/>
                      </a:lnTo>
                      <a:lnTo>
                        <a:pt x="1590" y="1038"/>
                      </a:lnTo>
                      <a:lnTo>
                        <a:pt x="1591" y="1038"/>
                      </a:lnTo>
                      <a:lnTo>
                        <a:pt x="1591" y="1040"/>
                      </a:lnTo>
                      <a:lnTo>
                        <a:pt x="1590" y="1040"/>
                      </a:lnTo>
                      <a:lnTo>
                        <a:pt x="1591" y="1040"/>
                      </a:lnTo>
                      <a:lnTo>
                        <a:pt x="1590" y="1040"/>
                      </a:lnTo>
                      <a:lnTo>
                        <a:pt x="1590" y="1041"/>
                      </a:lnTo>
                      <a:lnTo>
                        <a:pt x="1591" y="1041"/>
                      </a:lnTo>
                      <a:lnTo>
                        <a:pt x="1590" y="1041"/>
                      </a:lnTo>
                      <a:lnTo>
                        <a:pt x="1588" y="1041"/>
                      </a:lnTo>
                      <a:lnTo>
                        <a:pt x="1586" y="1041"/>
                      </a:lnTo>
                      <a:lnTo>
                        <a:pt x="1586" y="1040"/>
                      </a:lnTo>
                      <a:lnTo>
                        <a:pt x="1586" y="1041"/>
                      </a:lnTo>
                      <a:lnTo>
                        <a:pt x="1586" y="1040"/>
                      </a:lnTo>
                      <a:lnTo>
                        <a:pt x="1584" y="1040"/>
                      </a:lnTo>
                      <a:lnTo>
                        <a:pt x="1582" y="1040"/>
                      </a:lnTo>
                      <a:lnTo>
                        <a:pt x="1582" y="1038"/>
                      </a:lnTo>
                      <a:lnTo>
                        <a:pt x="1580" y="1038"/>
                      </a:lnTo>
                      <a:lnTo>
                        <a:pt x="1579" y="1038"/>
                      </a:lnTo>
                      <a:lnTo>
                        <a:pt x="1579" y="1036"/>
                      </a:lnTo>
                      <a:lnTo>
                        <a:pt x="1579" y="1034"/>
                      </a:lnTo>
                      <a:lnTo>
                        <a:pt x="1577" y="1034"/>
                      </a:lnTo>
                      <a:lnTo>
                        <a:pt x="1577" y="1032"/>
                      </a:lnTo>
                      <a:lnTo>
                        <a:pt x="1577" y="1034"/>
                      </a:lnTo>
                      <a:lnTo>
                        <a:pt x="1579" y="1034"/>
                      </a:lnTo>
                      <a:lnTo>
                        <a:pt x="1579" y="1036"/>
                      </a:lnTo>
                      <a:lnTo>
                        <a:pt x="1579" y="1038"/>
                      </a:lnTo>
                      <a:lnTo>
                        <a:pt x="1580" y="1038"/>
                      </a:lnTo>
                      <a:lnTo>
                        <a:pt x="1582" y="1038"/>
                      </a:lnTo>
                      <a:lnTo>
                        <a:pt x="1582" y="1040"/>
                      </a:lnTo>
                      <a:lnTo>
                        <a:pt x="1580" y="1040"/>
                      </a:lnTo>
                      <a:lnTo>
                        <a:pt x="1579" y="1040"/>
                      </a:lnTo>
                      <a:lnTo>
                        <a:pt x="1577" y="1040"/>
                      </a:lnTo>
                      <a:lnTo>
                        <a:pt x="1575" y="1040"/>
                      </a:lnTo>
                      <a:lnTo>
                        <a:pt x="1575" y="1038"/>
                      </a:lnTo>
                      <a:lnTo>
                        <a:pt x="1573" y="1036"/>
                      </a:lnTo>
                      <a:lnTo>
                        <a:pt x="1573" y="1038"/>
                      </a:lnTo>
                      <a:lnTo>
                        <a:pt x="1571" y="1038"/>
                      </a:lnTo>
                      <a:lnTo>
                        <a:pt x="1571" y="1036"/>
                      </a:lnTo>
                      <a:lnTo>
                        <a:pt x="1571" y="1038"/>
                      </a:lnTo>
                      <a:lnTo>
                        <a:pt x="1569" y="1038"/>
                      </a:lnTo>
                      <a:lnTo>
                        <a:pt x="1569" y="1036"/>
                      </a:lnTo>
                      <a:lnTo>
                        <a:pt x="1569" y="1038"/>
                      </a:lnTo>
                      <a:lnTo>
                        <a:pt x="1571" y="1038"/>
                      </a:lnTo>
                      <a:lnTo>
                        <a:pt x="1571" y="1036"/>
                      </a:lnTo>
                      <a:lnTo>
                        <a:pt x="1571" y="1038"/>
                      </a:lnTo>
                      <a:lnTo>
                        <a:pt x="1569" y="1038"/>
                      </a:lnTo>
                      <a:lnTo>
                        <a:pt x="1569" y="1040"/>
                      </a:lnTo>
                      <a:lnTo>
                        <a:pt x="1569" y="1038"/>
                      </a:lnTo>
                      <a:lnTo>
                        <a:pt x="1571" y="1038"/>
                      </a:lnTo>
                      <a:lnTo>
                        <a:pt x="1573" y="1038"/>
                      </a:lnTo>
                      <a:lnTo>
                        <a:pt x="1573" y="1036"/>
                      </a:lnTo>
                      <a:lnTo>
                        <a:pt x="1575" y="1038"/>
                      </a:lnTo>
                      <a:lnTo>
                        <a:pt x="1575" y="1040"/>
                      </a:lnTo>
                      <a:lnTo>
                        <a:pt x="1577" y="1040"/>
                      </a:lnTo>
                      <a:lnTo>
                        <a:pt x="1579" y="1040"/>
                      </a:lnTo>
                      <a:lnTo>
                        <a:pt x="1580" y="1040"/>
                      </a:lnTo>
                      <a:lnTo>
                        <a:pt x="1582" y="1040"/>
                      </a:lnTo>
                      <a:lnTo>
                        <a:pt x="1582" y="1041"/>
                      </a:lnTo>
                      <a:lnTo>
                        <a:pt x="1584" y="1041"/>
                      </a:lnTo>
                      <a:lnTo>
                        <a:pt x="1584" y="1043"/>
                      </a:lnTo>
                      <a:lnTo>
                        <a:pt x="1586" y="1043"/>
                      </a:lnTo>
                      <a:lnTo>
                        <a:pt x="1586" y="1045"/>
                      </a:lnTo>
                      <a:lnTo>
                        <a:pt x="1586" y="1043"/>
                      </a:lnTo>
                      <a:lnTo>
                        <a:pt x="1588" y="1043"/>
                      </a:lnTo>
                      <a:lnTo>
                        <a:pt x="1590" y="1043"/>
                      </a:lnTo>
                      <a:lnTo>
                        <a:pt x="1591" y="1043"/>
                      </a:lnTo>
                      <a:lnTo>
                        <a:pt x="1591" y="1045"/>
                      </a:lnTo>
                      <a:lnTo>
                        <a:pt x="1590" y="1045"/>
                      </a:lnTo>
                      <a:lnTo>
                        <a:pt x="1591" y="1045"/>
                      </a:lnTo>
                      <a:lnTo>
                        <a:pt x="1593" y="1045"/>
                      </a:lnTo>
                      <a:lnTo>
                        <a:pt x="1593" y="1047"/>
                      </a:lnTo>
                      <a:lnTo>
                        <a:pt x="1595" y="1047"/>
                      </a:lnTo>
                      <a:lnTo>
                        <a:pt x="1593" y="1047"/>
                      </a:lnTo>
                      <a:lnTo>
                        <a:pt x="1595" y="1047"/>
                      </a:lnTo>
                      <a:lnTo>
                        <a:pt x="1593" y="1047"/>
                      </a:lnTo>
                      <a:lnTo>
                        <a:pt x="1595" y="1047"/>
                      </a:lnTo>
                      <a:lnTo>
                        <a:pt x="1595" y="1049"/>
                      </a:lnTo>
                      <a:lnTo>
                        <a:pt x="1593" y="1049"/>
                      </a:lnTo>
                      <a:lnTo>
                        <a:pt x="1593" y="1047"/>
                      </a:lnTo>
                      <a:lnTo>
                        <a:pt x="1593" y="1049"/>
                      </a:lnTo>
                      <a:lnTo>
                        <a:pt x="1591" y="1049"/>
                      </a:lnTo>
                      <a:lnTo>
                        <a:pt x="1591" y="1051"/>
                      </a:lnTo>
                      <a:lnTo>
                        <a:pt x="1590" y="1051"/>
                      </a:lnTo>
                      <a:lnTo>
                        <a:pt x="1590" y="1049"/>
                      </a:lnTo>
                      <a:lnTo>
                        <a:pt x="1590" y="1051"/>
                      </a:lnTo>
                      <a:lnTo>
                        <a:pt x="1590" y="1052"/>
                      </a:lnTo>
                      <a:lnTo>
                        <a:pt x="1588" y="1052"/>
                      </a:lnTo>
                      <a:lnTo>
                        <a:pt x="1588" y="1051"/>
                      </a:lnTo>
                      <a:lnTo>
                        <a:pt x="1590" y="1051"/>
                      </a:lnTo>
                      <a:lnTo>
                        <a:pt x="1588" y="1051"/>
                      </a:lnTo>
                      <a:lnTo>
                        <a:pt x="1588" y="1049"/>
                      </a:lnTo>
                      <a:lnTo>
                        <a:pt x="1588" y="1051"/>
                      </a:lnTo>
                      <a:lnTo>
                        <a:pt x="1586" y="1051"/>
                      </a:lnTo>
                      <a:lnTo>
                        <a:pt x="1588" y="1051"/>
                      </a:lnTo>
                      <a:lnTo>
                        <a:pt x="1588" y="1052"/>
                      </a:lnTo>
                      <a:lnTo>
                        <a:pt x="1586" y="1052"/>
                      </a:lnTo>
                      <a:lnTo>
                        <a:pt x="1586" y="1054"/>
                      </a:lnTo>
                      <a:lnTo>
                        <a:pt x="1586" y="1056"/>
                      </a:lnTo>
                      <a:lnTo>
                        <a:pt x="1584" y="1056"/>
                      </a:lnTo>
                      <a:lnTo>
                        <a:pt x="1584" y="1058"/>
                      </a:lnTo>
                      <a:lnTo>
                        <a:pt x="1582" y="1058"/>
                      </a:lnTo>
                      <a:lnTo>
                        <a:pt x="1582" y="1060"/>
                      </a:lnTo>
                      <a:lnTo>
                        <a:pt x="1582" y="1058"/>
                      </a:lnTo>
                      <a:lnTo>
                        <a:pt x="1582" y="1060"/>
                      </a:lnTo>
                      <a:lnTo>
                        <a:pt x="1580" y="1060"/>
                      </a:lnTo>
                      <a:lnTo>
                        <a:pt x="1580" y="1062"/>
                      </a:lnTo>
                      <a:lnTo>
                        <a:pt x="1580" y="1060"/>
                      </a:lnTo>
                      <a:lnTo>
                        <a:pt x="1580" y="1058"/>
                      </a:lnTo>
                      <a:lnTo>
                        <a:pt x="1582" y="1058"/>
                      </a:lnTo>
                      <a:lnTo>
                        <a:pt x="1582" y="1056"/>
                      </a:lnTo>
                      <a:lnTo>
                        <a:pt x="1582" y="1058"/>
                      </a:lnTo>
                      <a:lnTo>
                        <a:pt x="1582" y="1056"/>
                      </a:lnTo>
                      <a:lnTo>
                        <a:pt x="1580" y="1056"/>
                      </a:lnTo>
                      <a:lnTo>
                        <a:pt x="1579" y="1056"/>
                      </a:lnTo>
                      <a:lnTo>
                        <a:pt x="1577" y="1056"/>
                      </a:lnTo>
                      <a:lnTo>
                        <a:pt x="1577" y="1054"/>
                      </a:lnTo>
                      <a:lnTo>
                        <a:pt x="1577" y="1056"/>
                      </a:lnTo>
                      <a:lnTo>
                        <a:pt x="1579" y="1056"/>
                      </a:lnTo>
                      <a:lnTo>
                        <a:pt x="1579" y="1058"/>
                      </a:lnTo>
                      <a:lnTo>
                        <a:pt x="1579" y="1060"/>
                      </a:lnTo>
                      <a:lnTo>
                        <a:pt x="1577" y="1060"/>
                      </a:lnTo>
                      <a:lnTo>
                        <a:pt x="1577" y="1062"/>
                      </a:lnTo>
                      <a:lnTo>
                        <a:pt x="1577" y="1063"/>
                      </a:lnTo>
                      <a:lnTo>
                        <a:pt x="1577" y="1065"/>
                      </a:lnTo>
                      <a:lnTo>
                        <a:pt x="1575" y="1065"/>
                      </a:lnTo>
                      <a:lnTo>
                        <a:pt x="1575" y="1067"/>
                      </a:lnTo>
                      <a:lnTo>
                        <a:pt x="1575" y="1065"/>
                      </a:lnTo>
                      <a:lnTo>
                        <a:pt x="1575" y="1063"/>
                      </a:lnTo>
                      <a:lnTo>
                        <a:pt x="1575" y="1062"/>
                      </a:lnTo>
                      <a:lnTo>
                        <a:pt x="1573" y="1060"/>
                      </a:lnTo>
                      <a:lnTo>
                        <a:pt x="1573" y="1062"/>
                      </a:lnTo>
                      <a:lnTo>
                        <a:pt x="1575" y="1062"/>
                      </a:lnTo>
                      <a:lnTo>
                        <a:pt x="1573" y="1062"/>
                      </a:lnTo>
                      <a:lnTo>
                        <a:pt x="1573" y="1060"/>
                      </a:lnTo>
                      <a:lnTo>
                        <a:pt x="1573" y="1062"/>
                      </a:lnTo>
                      <a:lnTo>
                        <a:pt x="1573" y="1060"/>
                      </a:lnTo>
                      <a:lnTo>
                        <a:pt x="1571" y="1060"/>
                      </a:lnTo>
                      <a:lnTo>
                        <a:pt x="1569" y="1060"/>
                      </a:lnTo>
                      <a:lnTo>
                        <a:pt x="1569" y="1058"/>
                      </a:lnTo>
                      <a:lnTo>
                        <a:pt x="1569" y="1060"/>
                      </a:lnTo>
                      <a:lnTo>
                        <a:pt x="1568" y="1060"/>
                      </a:lnTo>
                      <a:lnTo>
                        <a:pt x="1566" y="1060"/>
                      </a:lnTo>
                      <a:lnTo>
                        <a:pt x="1568" y="1060"/>
                      </a:lnTo>
                      <a:lnTo>
                        <a:pt x="1566" y="1060"/>
                      </a:lnTo>
                      <a:lnTo>
                        <a:pt x="1568" y="1060"/>
                      </a:lnTo>
                      <a:lnTo>
                        <a:pt x="1569" y="1060"/>
                      </a:lnTo>
                      <a:lnTo>
                        <a:pt x="1569" y="1062"/>
                      </a:lnTo>
                      <a:lnTo>
                        <a:pt x="1569" y="1060"/>
                      </a:lnTo>
                      <a:lnTo>
                        <a:pt x="1569" y="1062"/>
                      </a:lnTo>
                      <a:lnTo>
                        <a:pt x="1571" y="1060"/>
                      </a:lnTo>
                      <a:lnTo>
                        <a:pt x="1571" y="1062"/>
                      </a:lnTo>
                      <a:lnTo>
                        <a:pt x="1571" y="1063"/>
                      </a:lnTo>
                      <a:lnTo>
                        <a:pt x="1569" y="1063"/>
                      </a:lnTo>
                      <a:lnTo>
                        <a:pt x="1571" y="1065"/>
                      </a:lnTo>
                      <a:lnTo>
                        <a:pt x="1569" y="1065"/>
                      </a:lnTo>
                      <a:lnTo>
                        <a:pt x="1569" y="1067"/>
                      </a:lnTo>
                      <a:lnTo>
                        <a:pt x="1569" y="1065"/>
                      </a:lnTo>
                      <a:lnTo>
                        <a:pt x="1568" y="1065"/>
                      </a:lnTo>
                      <a:lnTo>
                        <a:pt x="1566" y="1065"/>
                      </a:lnTo>
                      <a:lnTo>
                        <a:pt x="1566" y="1067"/>
                      </a:lnTo>
                      <a:lnTo>
                        <a:pt x="1566" y="1065"/>
                      </a:lnTo>
                      <a:lnTo>
                        <a:pt x="1566" y="1067"/>
                      </a:lnTo>
                      <a:lnTo>
                        <a:pt x="1566" y="1065"/>
                      </a:lnTo>
                      <a:lnTo>
                        <a:pt x="1566" y="1067"/>
                      </a:lnTo>
                      <a:lnTo>
                        <a:pt x="1564" y="1065"/>
                      </a:lnTo>
                      <a:lnTo>
                        <a:pt x="1564" y="1067"/>
                      </a:lnTo>
                      <a:lnTo>
                        <a:pt x="1564" y="1069"/>
                      </a:lnTo>
                      <a:lnTo>
                        <a:pt x="1562" y="1069"/>
                      </a:lnTo>
                      <a:lnTo>
                        <a:pt x="1564" y="1071"/>
                      </a:lnTo>
                      <a:lnTo>
                        <a:pt x="1562" y="1071"/>
                      </a:lnTo>
                      <a:lnTo>
                        <a:pt x="1562" y="1073"/>
                      </a:lnTo>
                      <a:lnTo>
                        <a:pt x="1562" y="1071"/>
                      </a:lnTo>
                      <a:lnTo>
                        <a:pt x="1562" y="1073"/>
                      </a:lnTo>
                      <a:lnTo>
                        <a:pt x="1562" y="1071"/>
                      </a:lnTo>
                      <a:lnTo>
                        <a:pt x="1562" y="1069"/>
                      </a:lnTo>
                      <a:lnTo>
                        <a:pt x="1560" y="1069"/>
                      </a:lnTo>
                      <a:lnTo>
                        <a:pt x="1560" y="1067"/>
                      </a:lnTo>
                      <a:lnTo>
                        <a:pt x="1559" y="1067"/>
                      </a:lnTo>
                      <a:lnTo>
                        <a:pt x="1559" y="1065"/>
                      </a:lnTo>
                      <a:lnTo>
                        <a:pt x="1560" y="1065"/>
                      </a:lnTo>
                      <a:lnTo>
                        <a:pt x="1559" y="1065"/>
                      </a:lnTo>
                      <a:lnTo>
                        <a:pt x="1560" y="1065"/>
                      </a:lnTo>
                      <a:lnTo>
                        <a:pt x="1559" y="1065"/>
                      </a:lnTo>
                      <a:lnTo>
                        <a:pt x="1559" y="1067"/>
                      </a:lnTo>
                      <a:lnTo>
                        <a:pt x="1560" y="1067"/>
                      </a:lnTo>
                      <a:lnTo>
                        <a:pt x="1560" y="1069"/>
                      </a:lnTo>
                      <a:lnTo>
                        <a:pt x="1562" y="1069"/>
                      </a:lnTo>
                      <a:lnTo>
                        <a:pt x="1560" y="1069"/>
                      </a:lnTo>
                      <a:lnTo>
                        <a:pt x="1560" y="1071"/>
                      </a:lnTo>
                      <a:lnTo>
                        <a:pt x="1562" y="1071"/>
                      </a:lnTo>
                      <a:lnTo>
                        <a:pt x="1560" y="1071"/>
                      </a:lnTo>
                      <a:lnTo>
                        <a:pt x="1559" y="1071"/>
                      </a:lnTo>
                      <a:lnTo>
                        <a:pt x="1559" y="1073"/>
                      </a:lnTo>
                      <a:lnTo>
                        <a:pt x="1557" y="1073"/>
                      </a:lnTo>
                      <a:lnTo>
                        <a:pt x="1557" y="1074"/>
                      </a:lnTo>
                      <a:lnTo>
                        <a:pt x="1557" y="1073"/>
                      </a:lnTo>
                      <a:lnTo>
                        <a:pt x="1557" y="1071"/>
                      </a:lnTo>
                      <a:lnTo>
                        <a:pt x="1555" y="1071"/>
                      </a:lnTo>
                      <a:lnTo>
                        <a:pt x="1555" y="1069"/>
                      </a:lnTo>
                      <a:lnTo>
                        <a:pt x="1553" y="1069"/>
                      </a:lnTo>
                      <a:lnTo>
                        <a:pt x="1555" y="1069"/>
                      </a:lnTo>
                      <a:lnTo>
                        <a:pt x="1555" y="1071"/>
                      </a:lnTo>
                      <a:lnTo>
                        <a:pt x="1553" y="1071"/>
                      </a:lnTo>
                      <a:lnTo>
                        <a:pt x="1551" y="1071"/>
                      </a:lnTo>
                      <a:lnTo>
                        <a:pt x="1551" y="1073"/>
                      </a:lnTo>
                      <a:lnTo>
                        <a:pt x="1551" y="1071"/>
                      </a:lnTo>
                      <a:lnTo>
                        <a:pt x="1551" y="1073"/>
                      </a:lnTo>
                      <a:lnTo>
                        <a:pt x="1553" y="1073"/>
                      </a:lnTo>
                      <a:lnTo>
                        <a:pt x="1553" y="1074"/>
                      </a:lnTo>
                      <a:lnTo>
                        <a:pt x="1551" y="1074"/>
                      </a:lnTo>
                      <a:lnTo>
                        <a:pt x="1549" y="1074"/>
                      </a:lnTo>
                      <a:lnTo>
                        <a:pt x="1549" y="1073"/>
                      </a:lnTo>
                      <a:lnTo>
                        <a:pt x="1549" y="1074"/>
                      </a:lnTo>
                      <a:lnTo>
                        <a:pt x="1549" y="1073"/>
                      </a:lnTo>
                      <a:lnTo>
                        <a:pt x="1549" y="1074"/>
                      </a:lnTo>
                      <a:lnTo>
                        <a:pt x="1548" y="1074"/>
                      </a:lnTo>
                      <a:lnTo>
                        <a:pt x="1549" y="1074"/>
                      </a:lnTo>
                      <a:lnTo>
                        <a:pt x="1549" y="1076"/>
                      </a:lnTo>
                      <a:lnTo>
                        <a:pt x="1549" y="1074"/>
                      </a:lnTo>
                      <a:lnTo>
                        <a:pt x="1549" y="1076"/>
                      </a:lnTo>
                      <a:lnTo>
                        <a:pt x="1548" y="1076"/>
                      </a:lnTo>
                      <a:lnTo>
                        <a:pt x="1546" y="1076"/>
                      </a:lnTo>
                      <a:lnTo>
                        <a:pt x="1546" y="1074"/>
                      </a:lnTo>
                      <a:lnTo>
                        <a:pt x="1544" y="1074"/>
                      </a:lnTo>
                      <a:lnTo>
                        <a:pt x="1546" y="1074"/>
                      </a:lnTo>
                      <a:lnTo>
                        <a:pt x="1546" y="1073"/>
                      </a:lnTo>
                      <a:lnTo>
                        <a:pt x="1546" y="1074"/>
                      </a:lnTo>
                      <a:lnTo>
                        <a:pt x="1546" y="1073"/>
                      </a:lnTo>
                      <a:lnTo>
                        <a:pt x="1546" y="1074"/>
                      </a:lnTo>
                      <a:lnTo>
                        <a:pt x="1544" y="1074"/>
                      </a:lnTo>
                      <a:lnTo>
                        <a:pt x="1544" y="1073"/>
                      </a:lnTo>
                      <a:lnTo>
                        <a:pt x="1542" y="1073"/>
                      </a:lnTo>
                      <a:lnTo>
                        <a:pt x="1542" y="1071"/>
                      </a:lnTo>
                      <a:lnTo>
                        <a:pt x="1540" y="1071"/>
                      </a:lnTo>
                      <a:lnTo>
                        <a:pt x="1542" y="1071"/>
                      </a:lnTo>
                      <a:lnTo>
                        <a:pt x="1542" y="1069"/>
                      </a:lnTo>
                      <a:lnTo>
                        <a:pt x="1540" y="1069"/>
                      </a:lnTo>
                      <a:lnTo>
                        <a:pt x="1540" y="1067"/>
                      </a:lnTo>
                      <a:lnTo>
                        <a:pt x="1538" y="1067"/>
                      </a:lnTo>
                      <a:lnTo>
                        <a:pt x="1538" y="1065"/>
                      </a:lnTo>
                      <a:lnTo>
                        <a:pt x="1537" y="1065"/>
                      </a:lnTo>
                      <a:lnTo>
                        <a:pt x="1537" y="1063"/>
                      </a:lnTo>
                      <a:lnTo>
                        <a:pt x="1535" y="1062"/>
                      </a:lnTo>
                      <a:lnTo>
                        <a:pt x="1535" y="1060"/>
                      </a:lnTo>
                      <a:lnTo>
                        <a:pt x="1535" y="1058"/>
                      </a:lnTo>
                      <a:lnTo>
                        <a:pt x="1535" y="1056"/>
                      </a:lnTo>
                      <a:lnTo>
                        <a:pt x="1535" y="1054"/>
                      </a:lnTo>
                      <a:lnTo>
                        <a:pt x="1537" y="1054"/>
                      </a:lnTo>
                      <a:lnTo>
                        <a:pt x="1535" y="1054"/>
                      </a:lnTo>
                      <a:lnTo>
                        <a:pt x="1535" y="1056"/>
                      </a:lnTo>
                      <a:lnTo>
                        <a:pt x="1535" y="1058"/>
                      </a:lnTo>
                      <a:lnTo>
                        <a:pt x="1535" y="1060"/>
                      </a:lnTo>
                      <a:lnTo>
                        <a:pt x="1535" y="1062"/>
                      </a:lnTo>
                      <a:lnTo>
                        <a:pt x="1535" y="1063"/>
                      </a:lnTo>
                      <a:lnTo>
                        <a:pt x="1537" y="1063"/>
                      </a:lnTo>
                      <a:lnTo>
                        <a:pt x="1537" y="1065"/>
                      </a:lnTo>
                      <a:lnTo>
                        <a:pt x="1538" y="1065"/>
                      </a:lnTo>
                      <a:lnTo>
                        <a:pt x="1538" y="1067"/>
                      </a:lnTo>
                      <a:lnTo>
                        <a:pt x="1540" y="1067"/>
                      </a:lnTo>
                      <a:lnTo>
                        <a:pt x="1540" y="1069"/>
                      </a:lnTo>
                      <a:lnTo>
                        <a:pt x="1540" y="1071"/>
                      </a:lnTo>
                      <a:lnTo>
                        <a:pt x="1540" y="1073"/>
                      </a:lnTo>
                      <a:lnTo>
                        <a:pt x="1540" y="1074"/>
                      </a:lnTo>
                      <a:lnTo>
                        <a:pt x="1542" y="1074"/>
                      </a:lnTo>
                      <a:lnTo>
                        <a:pt x="1542" y="1073"/>
                      </a:lnTo>
                      <a:lnTo>
                        <a:pt x="1542" y="1074"/>
                      </a:lnTo>
                      <a:lnTo>
                        <a:pt x="1542" y="1076"/>
                      </a:lnTo>
                      <a:lnTo>
                        <a:pt x="1544" y="1076"/>
                      </a:lnTo>
                      <a:lnTo>
                        <a:pt x="1542" y="1076"/>
                      </a:lnTo>
                      <a:lnTo>
                        <a:pt x="1544" y="1076"/>
                      </a:lnTo>
                      <a:lnTo>
                        <a:pt x="1544" y="1078"/>
                      </a:lnTo>
                      <a:lnTo>
                        <a:pt x="1546" y="1080"/>
                      </a:lnTo>
                      <a:lnTo>
                        <a:pt x="1546" y="1082"/>
                      </a:lnTo>
                      <a:lnTo>
                        <a:pt x="1544" y="1082"/>
                      </a:lnTo>
                      <a:lnTo>
                        <a:pt x="1544" y="1080"/>
                      </a:lnTo>
                      <a:lnTo>
                        <a:pt x="1542" y="1080"/>
                      </a:lnTo>
                      <a:lnTo>
                        <a:pt x="1542" y="1082"/>
                      </a:lnTo>
                      <a:lnTo>
                        <a:pt x="1542" y="1080"/>
                      </a:lnTo>
                      <a:lnTo>
                        <a:pt x="1542" y="1082"/>
                      </a:lnTo>
                      <a:lnTo>
                        <a:pt x="1540" y="1080"/>
                      </a:lnTo>
                      <a:lnTo>
                        <a:pt x="1538" y="1080"/>
                      </a:lnTo>
                      <a:lnTo>
                        <a:pt x="1538" y="1078"/>
                      </a:lnTo>
                      <a:lnTo>
                        <a:pt x="1537" y="1078"/>
                      </a:lnTo>
                      <a:lnTo>
                        <a:pt x="1535" y="1078"/>
                      </a:lnTo>
                      <a:lnTo>
                        <a:pt x="1535" y="1076"/>
                      </a:lnTo>
                      <a:lnTo>
                        <a:pt x="1535" y="1074"/>
                      </a:lnTo>
                      <a:lnTo>
                        <a:pt x="1535" y="1076"/>
                      </a:lnTo>
                      <a:lnTo>
                        <a:pt x="1535" y="1074"/>
                      </a:lnTo>
                      <a:lnTo>
                        <a:pt x="1533" y="1074"/>
                      </a:lnTo>
                      <a:lnTo>
                        <a:pt x="1533" y="1073"/>
                      </a:lnTo>
                      <a:lnTo>
                        <a:pt x="1531" y="1073"/>
                      </a:lnTo>
                      <a:lnTo>
                        <a:pt x="1531" y="1074"/>
                      </a:lnTo>
                      <a:lnTo>
                        <a:pt x="1529" y="1074"/>
                      </a:lnTo>
                      <a:lnTo>
                        <a:pt x="1529" y="1073"/>
                      </a:lnTo>
                      <a:lnTo>
                        <a:pt x="1529" y="1074"/>
                      </a:lnTo>
                      <a:lnTo>
                        <a:pt x="1531" y="1074"/>
                      </a:lnTo>
                      <a:lnTo>
                        <a:pt x="1531" y="1073"/>
                      </a:lnTo>
                      <a:lnTo>
                        <a:pt x="1533" y="1073"/>
                      </a:lnTo>
                      <a:lnTo>
                        <a:pt x="1533" y="1074"/>
                      </a:lnTo>
                      <a:lnTo>
                        <a:pt x="1535" y="1074"/>
                      </a:lnTo>
                      <a:lnTo>
                        <a:pt x="1535" y="1076"/>
                      </a:lnTo>
                      <a:lnTo>
                        <a:pt x="1533" y="1076"/>
                      </a:lnTo>
                      <a:lnTo>
                        <a:pt x="1533" y="1074"/>
                      </a:lnTo>
                      <a:lnTo>
                        <a:pt x="1531" y="1074"/>
                      </a:lnTo>
                      <a:lnTo>
                        <a:pt x="1531" y="1076"/>
                      </a:lnTo>
                      <a:lnTo>
                        <a:pt x="1531" y="1074"/>
                      </a:lnTo>
                      <a:lnTo>
                        <a:pt x="1529" y="1074"/>
                      </a:lnTo>
                      <a:lnTo>
                        <a:pt x="1527" y="1074"/>
                      </a:lnTo>
                      <a:lnTo>
                        <a:pt x="1526" y="1074"/>
                      </a:lnTo>
                      <a:lnTo>
                        <a:pt x="1524" y="1074"/>
                      </a:lnTo>
                      <a:lnTo>
                        <a:pt x="1524" y="1076"/>
                      </a:lnTo>
                      <a:lnTo>
                        <a:pt x="1522" y="1076"/>
                      </a:lnTo>
                      <a:lnTo>
                        <a:pt x="1524" y="1076"/>
                      </a:lnTo>
                      <a:lnTo>
                        <a:pt x="1524" y="1074"/>
                      </a:lnTo>
                      <a:lnTo>
                        <a:pt x="1526" y="1074"/>
                      </a:lnTo>
                      <a:lnTo>
                        <a:pt x="1527" y="1074"/>
                      </a:lnTo>
                      <a:lnTo>
                        <a:pt x="1529" y="1074"/>
                      </a:lnTo>
                      <a:lnTo>
                        <a:pt x="1531" y="1074"/>
                      </a:lnTo>
                      <a:lnTo>
                        <a:pt x="1531" y="1076"/>
                      </a:lnTo>
                      <a:lnTo>
                        <a:pt x="1533" y="1076"/>
                      </a:lnTo>
                      <a:lnTo>
                        <a:pt x="1533" y="1074"/>
                      </a:lnTo>
                      <a:lnTo>
                        <a:pt x="1533" y="1076"/>
                      </a:lnTo>
                      <a:lnTo>
                        <a:pt x="1535" y="1076"/>
                      </a:lnTo>
                      <a:lnTo>
                        <a:pt x="1535" y="1078"/>
                      </a:lnTo>
                      <a:lnTo>
                        <a:pt x="1537" y="1078"/>
                      </a:lnTo>
                      <a:lnTo>
                        <a:pt x="1537" y="1080"/>
                      </a:lnTo>
                      <a:lnTo>
                        <a:pt x="1538" y="1080"/>
                      </a:lnTo>
                      <a:lnTo>
                        <a:pt x="1538" y="1082"/>
                      </a:lnTo>
                      <a:lnTo>
                        <a:pt x="1540" y="1082"/>
                      </a:lnTo>
                      <a:lnTo>
                        <a:pt x="1542" y="1083"/>
                      </a:lnTo>
                      <a:lnTo>
                        <a:pt x="1544" y="1083"/>
                      </a:lnTo>
                      <a:lnTo>
                        <a:pt x="1544" y="1085"/>
                      </a:lnTo>
                      <a:lnTo>
                        <a:pt x="1542" y="1085"/>
                      </a:lnTo>
                      <a:lnTo>
                        <a:pt x="1542" y="1087"/>
                      </a:lnTo>
                      <a:lnTo>
                        <a:pt x="1540" y="1087"/>
                      </a:lnTo>
                      <a:lnTo>
                        <a:pt x="1540" y="1085"/>
                      </a:lnTo>
                      <a:lnTo>
                        <a:pt x="1538" y="1085"/>
                      </a:lnTo>
                      <a:lnTo>
                        <a:pt x="1537" y="1085"/>
                      </a:lnTo>
                      <a:lnTo>
                        <a:pt x="1537" y="1083"/>
                      </a:lnTo>
                      <a:lnTo>
                        <a:pt x="1535" y="1085"/>
                      </a:lnTo>
                      <a:lnTo>
                        <a:pt x="1535" y="1083"/>
                      </a:lnTo>
                      <a:lnTo>
                        <a:pt x="1535" y="1085"/>
                      </a:lnTo>
                      <a:lnTo>
                        <a:pt x="1537" y="1085"/>
                      </a:lnTo>
                      <a:lnTo>
                        <a:pt x="1538" y="1085"/>
                      </a:lnTo>
                      <a:lnTo>
                        <a:pt x="1537" y="1085"/>
                      </a:lnTo>
                      <a:lnTo>
                        <a:pt x="1538" y="1085"/>
                      </a:lnTo>
                      <a:lnTo>
                        <a:pt x="1540" y="1085"/>
                      </a:lnTo>
                      <a:lnTo>
                        <a:pt x="1540" y="1087"/>
                      </a:lnTo>
                      <a:lnTo>
                        <a:pt x="1538" y="1087"/>
                      </a:lnTo>
                      <a:lnTo>
                        <a:pt x="1537" y="1089"/>
                      </a:lnTo>
                      <a:lnTo>
                        <a:pt x="1537" y="1091"/>
                      </a:lnTo>
                      <a:lnTo>
                        <a:pt x="1538" y="1091"/>
                      </a:lnTo>
                      <a:lnTo>
                        <a:pt x="1537" y="1091"/>
                      </a:lnTo>
                      <a:lnTo>
                        <a:pt x="1538" y="1091"/>
                      </a:lnTo>
                      <a:lnTo>
                        <a:pt x="1538" y="1093"/>
                      </a:lnTo>
                      <a:lnTo>
                        <a:pt x="1537" y="1093"/>
                      </a:lnTo>
                      <a:lnTo>
                        <a:pt x="1538" y="1093"/>
                      </a:lnTo>
                      <a:lnTo>
                        <a:pt x="1537" y="1093"/>
                      </a:lnTo>
                      <a:lnTo>
                        <a:pt x="1537" y="1094"/>
                      </a:lnTo>
                      <a:lnTo>
                        <a:pt x="1535" y="1096"/>
                      </a:lnTo>
                      <a:lnTo>
                        <a:pt x="1535" y="1094"/>
                      </a:lnTo>
                      <a:lnTo>
                        <a:pt x="1533" y="1096"/>
                      </a:lnTo>
                      <a:lnTo>
                        <a:pt x="1533" y="1094"/>
                      </a:lnTo>
                      <a:lnTo>
                        <a:pt x="1533" y="1096"/>
                      </a:lnTo>
                      <a:lnTo>
                        <a:pt x="1531" y="1096"/>
                      </a:lnTo>
                      <a:lnTo>
                        <a:pt x="1529" y="1096"/>
                      </a:lnTo>
                      <a:lnTo>
                        <a:pt x="1529" y="1094"/>
                      </a:lnTo>
                      <a:lnTo>
                        <a:pt x="1527" y="1094"/>
                      </a:lnTo>
                      <a:lnTo>
                        <a:pt x="1527" y="1096"/>
                      </a:lnTo>
                      <a:lnTo>
                        <a:pt x="1526" y="1096"/>
                      </a:lnTo>
                      <a:lnTo>
                        <a:pt x="1526" y="1094"/>
                      </a:lnTo>
                      <a:lnTo>
                        <a:pt x="1524" y="1094"/>
                      </a:lnTo>
                      <a:lnTo>
                        <a:pt x="1524" y="1093"/>
                      </a:lnTo>
                      <a:lnTo>
                        <a:pt x="1522" y="1093"/>
                      </a:lnTo>
                      <a:lnTo>
                        <a:pt x="1524" y="1093"/>
                      </a:lnTo>
                      <a:lnTo>
                        <a:pt x="1524" y="1094"/>
                      </a:lnTo>
                      <a:lnTo>
                        <a:pt x="1526" y="1094"/>
                      </a:lnTo>
                      <a:lnTo>
                        <a:pt x="1526" y="1096"/>
                      </a:lnTo>
                      <a:lnTo>
                        <a:pt x="1524" y="1098"/>
                      </a:lnTo>
                      <a:lnTo>
                        <a:pt x="1522" y="1098"/>
                      </a:lnTo>
                      <a:lnTo>
                        <a:pt x="1522" y="1100"/>
                      </a:lnTo>
                      <a:lnTo>
                        <a:pt x="1522" y="1098"/>
                      </a:lnTo>
                      <a:lnTo>
                        <a:pt x="1522" y="1100"/>
                      </a:lnTo>
                      <a:lnTo>
                        <a:pt x="1520" y="1100"/>
                      </a:lnTo>
                      <a:lnTo>
                        <a:pt x="1520" y="1098"/>
                      </a:lnTo>
                      <a:lnTo>
                        <a:pt x="1518" y="1098"/>
                      </a:lnTo>
                      <a:lnTo>
                        <a:pt x="1518" y="1100"/>
                      </a:lnTo>
                      <a:lnTo>
                        <a:pt x="1517" y="1100"/>
                      </a:lnTo>
                      <a:lnTo>
                        <a:pt x="1515" y="1100"/>
                      </a:lnTo>
                      <a:lnTo>
                        <a:pt x="1515" y="1102"/>
                      </a:lnTo>
                      <a:lnTo>
                        <a:pt x="1515" y="1100"/>
                      </a:lnTo>
                      <a:lnTo>
                        <a:pt x="1513" y="1100"/>
                      </a:lnTo>
                      <a:lnTo>
                        <a:pt x="1513" y="1102"/>
                      </a:lnTo>
                      <a:lnTo>
                        <a:pt x="1511" y="1102"/>
                      </a:lnTo>
                      <a:lnTo>
                        <a:pt x="1511" y="1100"/>
                      </a:lnTo>
                      <a:lnTo>
                        <a:pt x="1509" y="1100"/>
                      </a:lnTo>
                      <a:lnTo>
                        <a:pt x="1509" y="1098"/>
                      </a:lnTo>
                      <a:lnTo>
                        <a:pt x="1507" y="1098"/>
                      </a:lnTo>
                      <a:lnTo>
                        <a:pt x="1506" y="1098"/>
                      </a:lnTo>
                      <a:lnTo>
                        <a:pt x="1506" y="1096"/>
                      </a:lnTo>
                      <a:lnTo>
                        <a:pt x="1507" y="1096"/>
                      </a:lnTo>
                      <a:lnTo>
                        <a:pt x="1509" y="1096"/>
                      </a:lnTo>
                      <a:lnTo>
                        <a:pt x="1507" y="1096"/>
                      </a:lnTo>
                      <a:lnTo>
                        <a:pt x="1506" y="1096"/>
                      </a:lnTo>
                      <a:lnTo>
                        <a:pt x="1506" y="1098"/>
                      </a:lnTo>
                      <a:lnTo>
                        <a:pt x="1504" y="1098"/>
                      </a:lnTo>
                      <a:lnTo>
                        <a:pt x="1504" y="1096"/>
                      </a:lnTo>
                      <a:lnTo>
                        <a:pt x="1504" y="1094"/>
                      </a:lnTo>
                      <a:lnTo>
                        <a:pt x="1504" y="1093"/>
                      </a:lnTo>
                      <a:lnTo>
                        <a:pt x="1506" y="1093"/>
                      </a:lnTo>
                      <a:lnTo>
                        <a:pt x="1506" y="1091"/>
                      </a:lnTo>
                      <a:lnTo>
                        <a:pt x="1504" y="1091"/>
                      </a:lnTo>
                      <a:lnTo>
                        <a:pt x="1504" y="1093"/>
                      </a:lnTo>
                      <a:lnTo>
                        <a:pt x="1504" y="1094"/>
                      </a:lnTo>
                      <a:lnTo>
                        <a:pt x="1504" y="1096"/>
                      </a:lnTo>
                      <a:lnTo>
                        <a:pt x="1504" y="1098"/>
                      </a:lnTo>
                      <a:lnTo>
                        <a:pt x="1502" y="1098"/>
                      </a:lnTo>
                      <a:lnTo>
                        <a:pt x="1502" y="1096"/>
                      </a:lnTo>
                      <a:lnTo>
                        <a:pt x="1502" y="1098"/>
                      </a:lnTo>
                      <a:lnTo>
                        <a:pt x="1502" y="1096"/>
                      </a:lnTo>
                      <a:lnTo>
                        <a:pt x="1502" y="1098"/>
                      </a:lnTo>
                      <a:lnTo>
                        <a:pt x="1500" y="1098"/>
                      </a:lnTo>
                      <a:lnTo>
                        <a:pt x="1500" y="1096"/>
                      </a:lnTo>
                      <a:lnTo>
                        <a:pt x="1500" y="1098"/>
                      </a:lnTo>
                      <a:lnTo>
                        <a:pt x="1502" y="1098"/>
                      </a:lnTo>
                      <a:lnTo>
                        <a:pt x="1504" y="1098"/>
                      </a:lnTo>
                      <a:lnTo>
                        <a:pt x="1502" y="1100"/>
                      </a:lnTo>
                      <a:lnTo>
                        <a:pt x="1502" y="1102"/>
                      </a:lnTo>
                      <a:lnTo>
                        <a:pt x="1500" y="1102"/>
                      </a:lnTo>
                      <a:lnTo>
                        <a:pt x="1502" y="1104"/>
                      </a:lnTo>
                      <a:lnTo>
                        <a:pt x="1502" y="1102"/>
                      </a:lnTo>
                      <a:lnTo>
                        <a:pt x="1504" y="1102"/>
                      </a:lnTo>
                      <a:lnTo>
                        <a:pt x="1504" y="1104"/>
                      </a:lnTo>
                      <a:lnTo>
                        <a:pt x="1502" y="1104"/>
                      </a:lnTo>
                      <a:lnTo>
                        <a:pt x="1502" y="1105"/>
                      </a:lnTo>
                      <a:lnTo>
                        <a:pt x="1500" y="1105"/>
                      </a:lnTo>
                      <a:lnTo>
                        <a:pt x="1500" y="1104"/>
                      </a:lnTo>
                      <a:lnTo>
                        <a:pt x="1500" y="1105"/>
                      </a:lnTo>
                      <a:lnTo>
                        <a:pt x="1500" y="1104"/>
                      </a:lnTo>
                      <a:lnTo>
                        <a:pt x="1498" y="1104"/>
                      </a:lnTo>
                      <a:lnTo>
                        <a:pt x="1496" y="1104"/>
                      </a:lnTo>
                      <a:lnTo>
                        <a:pt x="1495" y="1104"/>
                      </a:lnTo>
                      <a:lnTo>
                        <a:pt x="1495" y="1102"/>
                      </a:lnTo>
                      <a:lnTo>
                        <a:pt x="1496" y="1102"/>
                      </a:lnTo>
                      <a:lnTo>
                        <a:pt x="1498" y="1102"/>
                      </a:lnTo>
                      <a:lnTo>
                        <a:pt x="1496" y="1102"/>
                      </a:lnTo>
                      <a:lnTo>
                        <a:pt x="1496" y="1100"/>
                      </a:lnTo>
                      <a:lnTo>
                        <a:pt x="1496" y="1102"/>
                      </a:lnTo>
                      <a:lnTo>
                        <a:pt x="1496" y="1100"/>
                      </a:lnTo>
                      <a:lnTo>
                        <a:pt x="1496" y="1102"/>
                      </a:lnTo>
                      <a:lnTo>
                        <a:pt x="1495" y="1102"/>
                      </a:lnTo>
                      <a:lnTo>
                        <a:pt x="1496" y="1102"/>
                      </a:lnTo>
                      <a:lnTo>
                        <a:pt x="1495" y="1102"/>
                      </a:lnTo>
                      <a:lnTo>
                        <a:pt x="1493" y="1100"/>
                      </a:lnTo>
                      <a:lnTo>
                        <a:pt x="1491" y="1100"/>
                      </a:lnTo>
                      <a:lnTo>
                        <a:pt x="1491" y="1102"/>
                      </a:lnTo>
                      <a:lnTo>
                        <a:pt x="1491" y="1100"/>
                      </a:lnTo>
                      <a:lnTo>
                        <a:pt x="1493" y="1100"/>
                      </a:lnTo>
                      <a:lnTo>
                        <a:pt x="1493" y="1098"/>
                      </a:lnTo>
                      <a:lnTo>
                        <a:pt x="1493" y="1096"/>
                      </a:lnTo>
                      <a:lnTo>
                        <a:pt x="1493" y="1098"/>
                      </a:lnTo>
                      <a:lnTo>
                        <a:pt x="1491" y="1100"/>
                      </a:lnTo>
                      <a:lnTo>
                        <a:pt x="1491" y="1098"/>
                      </a:lnTo>
                      <a:lnTo>
                        <a:pt x="1493" y="1098"/>
                      </a:lnTo>
                      <a:lnTo>
                        <a:pt x="1491" y="1098"/>
                      </a:lnTo>
                      <a:lnTo>
                        <a:pt x="1491" y="1100"/>
                      </a:lnTo>
                      <a:lnTo>
                        <a:pt x="1489" y="1100"/>
                      </a:lnTo>
                      <a:lnTo>
                        <a:pt x="1487" y="1100"/>
                      </a:lnTo>
                      <a:lnTo>
                        <a:pt x="1489" y="1100"/>
                      </a:lnTo>
                      <a:lnTo>
                        <a:pt x="1487" y="1100"/>
                      </a:lnTo>
                      <a:lnTo>
                        <a:pt x="1489" y="1100"/>
                      </a:lnTo>
                      <a:lnTo>
                        <a:pt x="1489" y="1102"/>
                      </a:lnTo>
                      <a:lnTo>
                        <a:pt x="1487" y="1102"/>
                      </a:lnTo>
                      <a:lnTo>
                        <a:pt x="1489" y="1102"/>
                      </a:lnTo>
                      <a:lnTo>
                        <a:pt x="1487" y="1102"/>
                      </a:lnTo>
                      <a:lnTo>
                        <a:pt x="1487" y="1100"/>
                      </a:lnTo>
                      <a:lnTo>
                        <a:pt x="1486" y="1100"/>
                      </a:lnTo>
                      <a:lnTo>
                        <a:pt x="1484" y="1100"/>
                      </a:lnTo>
                      <a:lnTo>
                        <a:pt x="1484" y="1102"/>
                      </a:lnTo>
                      <a:lnTo>
                        <a:pt x="1484" y="1100"/>
                      </a:lnTo>
                      <a:lnTo>
                        <a:pt x="1484" y="1098"/>
                      </a:lnTo>
                      <a:lnTo>
                        <a:pt x="1484" y="1100"/>
                      </a:lnTo>
                      <a:lnTo>
                        <a:pt x="1484" y="1098"/>
                      </a:lnTo>
                      <a:lnTo>
                        <a:pt x="1484" y="1100"/>
                      </a:lnTo>
                      <a:lnTo>
                        <a:pt x="1482" y="1100"/>
                      </a:lnTo>
                      <a:lnTo>
                        <a:pt x="1484" y="1100"/>
                      </a:lnTo>
                      <a:lnTo>
                        <a:pt x="1484" y="1102"/>
                      </a:lnTo>
                      <a:lnTo>
                        <a:pt x="1482" y="1102"/>
                      </a:lnTo>
                      <a:lnTo>
                        <a:pt x="1482" y="1104"/>
                      </a:lnTo>
                      <a:lnTo>
                        <a:pt x="1484" y="1104"/>
                      </a:lnTo>
                      <a:lnTo>
                        <a:pt x="1482" y="1104"/>
                      </a:lnTo>
                      <a:lnTo>
                        <a:pt x="1480" y="1104"/>
                      </a:lnTo>
                      <a:lnTo>
                        <a:pt x="1480" y="1102"/>
                      </a:lnTo>
                      <a:lnTo>
                        <a:pt x="1482" y="1102"/>
                      </a:lnTo>
                      <a:lnTo>
                        <a:pt x="1480" y="1102"/>
                      </a:lnTo>
                      <a:lnTo>
                        <a:pt x="1478" y="1102"/>
                      </a:lnTo>
                      <a:lnTo>
                        <a:pt x="1476" y="1102"/>
                      </a:lnTo>
                      <a:lnTo>
                        <a:pt x="1478" y="1102"/>
                      </a:lnTo>
                      <a:lnTo>
                        <a:pt x="1478" y="1104"/>
                      </a:lnTo>
                      <a:lnTo>
                        <a:pt x="1480" y="1104"/>
                      </a:lnTo>
                      <a:lnTo>
                        <a:pt x="1480" y="1105"/>
                      </a:lnTo>
                      <a:lnTo>
                        <a:pt x="1482" y="1105"/>
                      </a:lnTo>
                      <a:lnTo>
                        <a:pt x="1480" y="1105"/>
                      </a:lnTo>
                      <a:lnTo>
                        <a:pt x="1480" y="1107"/>
                      </a:lnTo>
                      <a:lnTo>
                        <a:pt x="1478" y="1107"/>
                      </a:lnTo>
                      <a:lnTo>
                        <a:pt x="1480" y="1107"/>
                      </a:lnTo>
                      <a:lnTo>
                        <a:pt x="1478" y="1107"/>
                      </a:lnTo>
                      <a:lnTo>
                        <a:pt x="1478" y="1109"/>
                      </a:lnTo>
                      <a:lnTo>
                        <a:pt x="1480" y="1109"/>
                      </a:lnTo>
                      <a:lnTo>
                        <a:pt x="1478" y="1109"/>
                      </a:lnTo>
                      <a:lnTo>
                        <a:pt x="1478" y="1107"/>
                      </a:lnTo>
                      <a:lnTo>
                        <a:pt x="1478" y="1109"/>
                      </a:lnTo>
                      <a:lnTo>
                        <a:pt x="1478" y="1107"/>
                      </a:lnTo>
                      <a:lnTo>
                        <a:pt x="1476" y="1107"/>
                      </a:lnTo>
                      <a:lnTo>
                        <a:pt x="1475" y="1107"/>
                      </a:lnTo>
                      <a:lnTo>
                        <a:pt x="1473" y="1107"/>
                      </a:lnTo>
                      <a:lnTo>
                        <a:pt x="1473" y="1105"/>
                      </a:lnTo>
                      <a:lnTo>
                        <a:pt x="1473" y="1104"/>
                      </a:lnTo>
                      <a:lnTo>
                        <a:pt x="1473" y="1102"/>
                      </a:lnTo>
                      <a:lnTo>
                        <a:pt x="1475" y="1102"/>
                      </a:lnTo>
                      <a:lnTo>
                        <a:pt x="1476" y="1102"/>
                      </a:lnTo>
                      <a:lnTo>
                        <a:pt x="1476" y="1100"/>
                      </a:lnTo>
                      <a:lnTo>
                        <a:pt x="1475" y="1100"/>
                      </a:lnTo>
                      <a:lnTo>
                        <a:pt x="1475" y="1102"/>
                      </a:lnTo>
                      <a:lnTo>
                        <a:pt x="1473" y="1102"/>
                      </a:lnTo>
                      <a:lnTo>
                        <a:pt x="1473" y="1100"/>
                      </a:lnTo>
                      <a:lnTo>
                        <a:pt x="1471" y="1100"/>
                      </a:lnTo>
                      <a:lnTo>
                        <a:pt x="1471" y="1102"/>
                      </a:lnTo>
                      <a:lnTo>
                        <a:pt x="1469" y="1102"/>
                      </a:lnTo>
                      <a:lnTo>
                        <a:pt x="1467" y="1102"/>
                      </a:lnTo>
                      <a:lnTo>
                        <a:pt x="1467" y="1104"/>
                      </a:lnTo>
                      <a:lnTo>
                        <a:pt x="1467" y="1102"/>
                      </a:lnTo>
                      <a:lnTo>
                        <a:pt x="1467" y="1104"/>
                      </a:lnTo>
                      <a:lnTo>
                        <a:pt x="1467" y="1102"/>
                      </a:lnTo>
                      <a:lnTo>
                        <a:pt x="1467" y="1104"/>
                      </a:lnTo>
                      <a:lnTo>
                        <a:pt x="1465" y="1104"/>
                      </a:lnTo>
                      <a:lnTo>
                        <a:pt x="1467" y="1104"/>
                      </a:lnTo>
                      <a:lnTo>
                        <a:pt x="1465" y="1104"/>
                      </a:lnTo>
                      <a:lnTo>
                        <a:pt x="1467" y="1104"/>
                      </a:lnTo>
                      <a:lnTo>
                        <a:pt x="1465" y="1104"/>
                      </a:lnTo>
                      <a:lnTo>
                        <a:pt x="1465" y="1105"/>
                      </a:lnTo>
                      <a:lnTo>
                        <a:pt x="1464" y="1105"/>
                      </a:lnTo>
                      <a:lnTo>
                        <a:pt x="1465" y="1105"/>
                      </a:lnTo>
                      <a:lnTo>
                        <a:pt x="1464" y="1105"/>
                      </a:lnTo>
                      <a:lnTo>
                        <a:pt x="1465" y="1105"/>
                      </a:lnTo>
                      <a:lnTo>
                        <a:pt x="1464" y="1105"/>
                      </a:lnTo>
                      <a:lnTo>
                        <a:pt x="1465" y="1105"/>
                      </a:lnTo>
                      <a:lnTo>
                        <a:pt x="1467" y="1105"/>
                      </a:lnTo>
                      <a:lnTo>
                        <a:pt x="1467" y="1107"/>
                      </a:lnTo>
                      <a:lnTo>
                        <a:pt x="1465" y="1107"/>
                      </a:lnTo>
                      <a:lnTo>
                        <a:pt x="1464" y="1107"/>
                      </a:lnTo>
                      <a:lnTo>
                        <a:pt x="1464" y="1109"/>
                      </a:lnTo>
                      <a:lnTo>
                        <a:pt x="1465" y="1109"/>
                      </a:lnTo>
                      <a:lnTo>
                        <a:pt x="1467" y="1109"/>
                      </a:lnTo>
                      <a:lnTo>
                        <a:pt x="1467" y="1111"/>
                      </a:lnTo>
                      <a:lnTo>
                        <a:pt x="1469" y="1111"/>
                      </a:lnTo>
                      <a:lnTo>
                        <a:pt x="1467" y="1111"/>
                      </a:lnTo>
                      <a:lnTo>
                        <a:pt x="1465" y="1113"/>
                      </a:lnTo>
                      <a:lnTo>
                        <a:pt x="1465" y="1111"/>
                      </a:lnTo>
                      <a:lnTo>
                        <a:pt x="1465" y="1113"/>
                      </a:lnTo>
                      <a:lnTo>
                        <a:pt x="1464" y="1113"/>
                      </a:lnTo>
                      <a:lnTo>
                        <a:pt x="1464" y="1111"/>
                      </a:lnTo>
                      <a:lnTo>
                        <a:pt x="1464" y="1109"/>
                      </a:lnTo>
                      <a:lnTo>
                        <a:pt x="1462" y="1109"/>
                      </a:lnTo>
                      <a:lnTo>
                        <a:pt x="1462" y="1107"/>
                      </a:lnTo>
                      <a:lnTo>
                        <a:pt x="1460" y="1107"/>
                      </a:lnTo>
                      <a:lnTo>
                        <a:pt x="1458" y="1107"/>
                      </a:lnTo>
                      <a:lnTo>
                        <a:pt x="1456" y="1107"/>
                      </a:lnTo>
                      <a:lnTo>
                        <a:pt x="1456" y="1109"/>
                      </a:lnTo>
                      <a:lnTo>
                        <a:pt x="1456" y="1107"/>
                      </a:lnTo>
                      <a:lnTo>
                        <a:pt x="1456" y="1109"/>
                      </a:lnTo>
                      <a:lnTo>
                        <a:pt x="1456" y="1107"/>
                      </a:lnTo>
                      <a:lnTo>
                        <a:pt x="1456" y="1109"/>
                      </a:lnTo>
                      <a:lnTo>
                        <a:pt x="1454" y="1109"/>
                      </a:lnTo>
                      <a:lnTo>
                        <a:pt x="1454" y="1111"/>
                      </a:lnTo>
                      <a:lnTo>
                        <a:pt x="1454" y="1109"/>
                      </a:lnTo>
                      <a:lnTo>
                        <a:pt x="1456" y="1109"/>
                      </a:lnTo>
                      <a:lnTo>
                        <a:pt x="1456" y="1111"/>
                      </a:lnTo>
                      <a:lnTo>
                        <a:pt x="1456" y="1109"/>
                      </a:lnTo>
                      <a:lnTo>
                        <a:pt x="1456" y="1111"/>
                      </a:lnTo>
                      <a:lnTo>
                        <a:pt x="1458" y="1111"/>
                      </a:lnTo>
                      <a:lnTo>
                        <a:pt x="1456" y="1111"/>
                      </a:lnTo>
                      <a:lnTo>
                        <a:pt x="1458" y="1111"/>
                      </a:lnTo>
                      <a:lnTo>
                        <a:pt x="1458" y="1113"/>
                      </a:lnTo>
                      <a:lnTo>
                        <a:pt x="1456" y="1113"/>
                      </a:lnTo>
                      <a:lnTo>
                        <a:pt x="1454" y="1113"/>
                      </a:lnTo>
                      <a:lnTo>
                        <a:pt x="1456" y="1113"/>
                      </a:lnTo>
                      <a:lnTo>
                        <a:pt x="1456" y="1111"/>
                      </a:lnTo>
                      <a:lnTo>
                        <a:pt x="1456" y="1113"/>
                      </a:lnTo>
                      <a:lnTo>
                        <a:pt x="1456" y="1111"/>
                      </a:lnTo>
                      <a:lnTo>
                        <a:pt x="1454" y="1111"/>
                      </a:lnTo>
                      <a:lnTo>
                        <a:pt x="1454" y="1113"/>
                      </a:lnTo>
                      <a:lnTo>
                        <a:pt x="1453" y="1113"/>
                      </a:lnTo>
                      <a:lnTo>
                        <a:pt x="1453" y="1115"/>
                      </a:lnTo>
                      <a:lnTo>
                        <a:pt x="1454" y="1115"/>
                      </a:lnTo>
                      <a:lnTo>
                        <a:pt x="1453" y="1116"/>
                      </a:lnTo>
                      <a:lnTo>
                        <a:pt x="1453" y="1115"/>
                      </a:lnTo>
                      <a:lnTo>
                        <a:pt x="1454" y="1115"/>
                      </a:lnTo>
                      <a:lnTo>
                        <a:pt x="1454" y="1113"/>
                      </a:lnTo>
                      <a:lnTo>
                        <a:pt x="1454" y="1115"/>
                      </a:lnTo>
                      <a:lnTo>
                        <a:pt x="1454" y="1113"/>
                      </a:lnTo>
                      <a:lnTo>
                        <a:pt x="1456" y="1115"/>
                      </a:lnTo>
                      <a:lnTo>
                        <a:pt x="1456" y="1113"/>
                      </a:lnTo>
                      <a:lnTo>
                        <a:pt x="1456" y="1115"/>
                      </a:lnTo>
                      <a:lnTo>
                        <a:pt x="1456" y="1113"/>
                      </a:lnTo>
                      <a:lnTo>
                        <a:pt x="1458" y="1113"/>
                      </a:lnTo>
                      <a:lnTo>
                        <a:pt x="1458" y="1115"/>
                      </a:lnTo>
                      <a:lnTo>
                        <a:pt x="1458" y="1113"/>
                      </a:lnTo>
                      <a:lnTo>
                        <a:pt x="1458" y="1115"/>
                      </a:lnTo>
                      <a:lnTo>
                        <a:pt x="1458" y="1113"/>
                      </a:lnTo>
                      <a:lnTo>
                        <a:pt x="1460" y="1113"/>
                      </a:lnTo>
                      <a:lnTo>
                        <a:pt x="1460" y="1115"/>
                      </a:lnTo>
                      <a:lnTo>
                        <a:pt x="1460" y="1116"/>
                      </a:lnTo>
                      <a:lnTo>
                        <a:pt x="1458" y="1116"/>
                      </a:lnTo>
                      <a:lnTo>
                        <a:pt x="1458" y="1115"/>
                      </a:lnTo>
                      <a:lnTo>
                        <a:pt x="1456" y="1115"/>
                      </a:lnTo>
                      <a:lnTo>
                        <a:pt x="1456" y="1116"/>
                      </a:lnTo>
                      <a:lnTo>
                        <a:pt x="1454" y="1116"/>
                      </a:lnTo>
                      <a:lnTo>
                        <a:pt x="1456" y="1116"/>
                      </a:lnTo>
                      <a:lnTo>
                        <a:pt x="1456" y="1118"/>
                      </a:lnTo>
                      <a:lnTo>
                        <a:pt x="1458" y="1118"/>
                      </a:lnTo>
                      <a:lnTo>
                        <a:pt x="1456" y="1118"/>
                      </a:lnTo>
                      <a:lnTo>
                        <a:pt x="1456" y="1120"/>
                      </a:lnTo>
                      <a:lnTo>
                        <a:pt x="1456" y="1118"/>
                      </a:lnTo>
                      <a:lnTo>
                        <a:pt x="1456" y="1120"/>
                      </a:lnTo>
                      <a:lnTo>
                        <a:pt x="1458" y="1120"/>
                      </a:lnTo>
                      <a:lnTo>
                        <a:pt x="1456" y="1120"/>
                      </a:lnTo>
                      <a:lnTo>
                        <a:pt x="1456" y="1118"/>
                      </a:lnTo>
                      <a:lnTo>
                        <a:pt x="1454" y="1118"/>
                      </a:lnTo>
                      <a:lnTo>
                        <a:pt x="1453" y="1118"/>
                      </a:lnTo>
                      <a:lnTo>
                        <a:pt x="1454" y="1118"/>
                      </a:lnTo>
                      <a:lnTo>
                        <a:pt x="1453" y="1118"/>
                      </a:lnTo>
                      <a:lnTo>
                        <a:pt x="1451" y="1118"/>
                      </a:lnTo>
                      <a:lnTo>
                        <a:pt x="1451" y="1116"/>
                      </a:lnTo>
                      <a:lnTo>
                        <a:pt x="1449" y="1116"/>
                      </a:lnTo>
                      <a:lnTo>
                        <a:pt x="1447" y="1116"/>
                      </a:lnTo>
                      <a:lnTo>
                        <a:pt x="1445" y="1116"/>
                      </a:lnTo>
                      <a:lnTo>
                        <a:pt x="1444" y="1116"/>
                      </a:lnTo>
                      <a:lnTo>
                        <a:pt x="1444" y="1115"/>
                      </a:lnTo>
                      <a:lnTo>
                        <a:pt x="1444" y="1113"/>
                      </a:lnTo>
                      <a:lnTo>
                        <a:pt x="1445" y="1113"/>
                      </a:lnTo>
                      <a:lnTo>
                        <a:pt x="1445" y="1111"/>
                      </a:lnTo>
                      <a:lnTo>
                        <a:pt x="1447" y="1111"/>
                      </a:lnTo>
                      <a:lnTo>
                        <a:pt x="1447" y="1113"/>
                      </a:lnTo>
                      <a:lnTo>
                        <a:pt x="1447" y="1111"/>
                      </a:lnTo>
                      <a:lnTo>
                        <a:pt x="1449" y="1111"/>
                      </a:lnTo>
                      <a:lnTo>
                        <a:pt x="1449" y="1109"/>
                      </a:lnTo>
                      <a:lnTo>
                        <a:pt x="1449" y="1111"/>
                      </a:lnTo>
                      <a:lnTo>
                        <a:pt x="1451" y="1111"/>
                      </a:lnTo>
                      <a:lnTo>
                        <a:pt x="1451" y="1109"/>
                      </a:lnTo>
                      <a:lnTo>
                        <a:pt x="1449" y="1109"/>
                      </a:lnTo>
                      <a:lnTo>
                        <a:pt x="1449" y="1111"/>
                      </a:lnTo>
                      <a:lnTo>
                        <a:pt x="1447" y="1111"/>
                      </a:lnTo>
                      <a:lnTo>
                        <a:pt x="1445" y="1111"/>
                      </a:lnTo>
                      <a:lnTo>
                        <a:pt x="1444" y="1111"/>
                      </a:lnTo>
                      <a:lnTo>
                        <a:pt x="1444" y="1113"/>
                      </a:lnTo>
                      <a:lnTo>
                        <a:pt x="1444" y="1111"/>
                      </a:lnTo>
                      <a:lnTo>
                        <a:pt x="1444" y="1113"/>
                      </a:lnTo>
                      <a:lnTo>
                        <a:pt x="1442" y="1113"/>
                      </a:lnTo>
                      <a:lnTo>
                        <a:pt x="1442" y="1111"/>
                      </a:lnTo>
                      <a:lnTo>
                        <a:pt x="1444" y="1111"/>
                      </a:lnTo>
                      <a:lnTo>
                        <a:pt x="1442" y="1111"/>
                      </a:lnTo>
                      <a:lnTo>
                        <a:pt x="1442" y="1109"/>
                      </a:lnTo>
                      <a:lnTo>
                        <a:pt x="1440" y="1109"/>
                      </a:lnTo>
                      <a:lnTo>
                        <a:pt x="1440" y="1107"/>
                      </a:lnTo>
                      <a:lnTo>
                        <a:pt x="1440" y="1105"/>
                      </a:lnTo>
                      <a:lnTo>
                        <a:pt x="1438" y="1105"/>
                      </a:lnTo>
                      <a:lnTo>
                        <a:pt x="1438" y="1104"/>
                      </a:lnTo>
                      <a:lnTo>
                        <a:pt x="1438" y="1102"/>
                      </a:lnTo>
                      <a:lnTo>
                        <a:pt x="1436" y="1102"/>
                      </a:lnTo>
                      <a:lnTo>
                        <a:pt x="1434" y="1102"/>
                      </a:lnTo>
                      <a:lnTo>
                        <a:pt x="1433" y="1100"/>
                      </a:lnTo>
                      <a:lnTo>
                        <a:pt x="1433" y="1098"/>
                      </a:lnTo>
                      <a:lnTo>
                        <a:pt x="1433" y="1096"/>
                      </a:lnTo>
                      <a:lnTo>
                        <a:pt x="1433" y="1098"/>
                      </a:lnTo>
                      <a:lnTo>
                        <a:pt x="1433" y="1100"/>
                      </a:lnTo>
                      <a:lnTo>
                        <a:pt x="1433" y="1098"/>
                      </a:lnTo>
                      <a:lnTo>
                        <a:pt x="1431" y="1098"/>
                      </a:lnTo>
                      <a:lnTo>
                        <a:pt x="1433" y="1098"/>
                      </a:lnTo>
                      <a:lnTo>
                        <a:pt x="1433" y="1100"/>
                      </a:lnTo>
                      <a:lnTo>
                        <a:pt x="1431" y="1098"/>
                      </a:lnTo>
                      <a:lnTo>
                        <a:pt x="1431" y="1096"/>
                      </a:lnTo>
                      <a:lnTo>
                        <a:pt x="1433" y="1096"/>
                      </a:lnTo>
                      <a:lnTo>
                        <a:pt x="1433" y="1094"/>
                      </a:lnTo>
                      <a:lnTo>
                        <a:pt x="1434" y="1094"/>
                      </a:lnTo>
                      <a:lnTo>
                        <a:pt x="1434" y="1093"/>
                      </a:lnTo>
                      <a:lnTo>
                        <a:pt x="1436" y="1093"/>
                      </a:lnTo>
                      <a:lnTo>
                        <a:pt x="1434" y="1093"/>
                      </a:lnTo>
                      <a:lnTo>
                        <a:pt x="1434" y="1094"/>
                      </a:lnTo>
                      <a:lnTo>
                        <a:pt x="1433" y="1094"/>
                      </a:lnTo>
                      <a:lnTo>
                        <a:pt x="1433" y="1093"/>
                      </a:lnTo>
                      <a:lnTo>
                        <a:pt x="1434" y="1093"/>
                      </a:lnTo>
                      <a:lnTo>
                        <a:pt x="1433" y="1093"/>
                      </a:lnTo>
                      <a:lnTo>
                        <a:pt x="1433" y="1094"/>
                      </a:lnTo>
                      <a:lnTo>
                        <a:pt x="1433" y="1093"/>
                      </a:lnTo>
                      <a:lnTo>
                        <a:pt x="1434" y="1093"/>
                      </a:lnTo>
                      <a:lnTo>
                        <a:pt x="1434" y="1091"/>
                      </a:lnTo>
                      <a:lnTo>
                        <a:pt x="1434" y="1093"/>
                      </a:lnTo>
                      <a:lnTo>
                        <a:pt x="1433" y="1093"/>
                      </a:lnTo>
                      <a:lnTo>
                        <a:pt x="1433" y="1094"/>
                      </a:lnTo>
                      <a:lnTo>
                        <a:pt x="1433" y="1096"/>
                      </a:lnTo>
                      <a:lnTo>
                        <a:pt x="1431" y="1094"/>
                      </a:lnTo>
                      <a:lnTo>
                        <a:pt x="1433" y="1094"/>
                      </a:lnTo>
                      <a:lnTo>
                        <a:pt x="1433" y="1093"/>
                      </a:lnTo>
                      <a:lnTo>
                        <a:pt x="1433" y="1094"/>
                      </a:lnTo>
                      <a:lnTo>
                        <a:pt x="1431" y="1094"/>
                      </a:lnTo>
                      <a:lnTo>
                        <a:pt x="1433" y="1096"/>
                      </a:lnTo>
                      <a:lnTo>
                        <a:pt x="1431" y="1096"/>
                      </a:lnTo>
                      <a:lnTo>
                        <a:pt x="1431" y="1094"/>
                      </a:lnTo>
                      <a:lnTo>
                        <a:pt x="1433" y="1094"/>
                      </a:lnTo>
                      <a:lnTo>
                        <a:pt x="1431" y="1094"/>
                      </a:lnTo>
                      <a:lnTo>
                        <a:pt x="1433" y="1094"/>
                      </a:lnTo>
                      <a:lnTo>
                        <a:pt x="1433" y="1093"/>
                      </a:lnTo>
                      <a:lnTo>
                        <a:pt x="1431" y="1093"/>
                      </a:lnTo>
                      <a:lnTo>
                        <a:pt x="1433" y="1093"/>
                      </a:lnTo>
                      <a:lnTo>
                        <a:pt x="1433" y="1091"/>
                      </a:lnTo>
                      <a:lnTo>
                        <a:pt x="1434" y="1091"/>
                      </a:lnTo>
                      <a:lnTo>
                        <a:pt x="1436" y="1091"/>
                      </a:lnTo>
                      <a:lnTo>
                        <a:pt x="1434" y="1091"/>
                      </a:lnTo>
                      <a:lnTo>
                        <a:pt x="1436" y="1091"/>
                      </a:lnTo>
                      <a:lnTo>
                        <a:pt x="1434" y="1091"/>
                      </a:lnTo>
                      <a:lnTo>
                        <a:pt x="1434" y="1089"/>
                      </a:lnTo>
                      <a:lnTo>
                        <a:pt x="1434" y="1091"/>
                      </a:lnTo>
                      <a:lnTo>
                        <a:pt x="1433" y="1091"/>
                      </a:lnTo>
                      <a:lnTo>
                        <a:pt x="1433" y="1093"/>
                      </a:lnTo>
                      <a:lnTo>
                        <a:pt x="1433" y="1091"/>
                      </a:lnTo>
                      <a:lnTo>
                        <a:pt x="1433" y="1089"/>
                      </a:lnTo>
                      <a:lnTo>
                        <a:pt x="1434" y="1089"/>
                      </a:lnTo>
                      <a:lnTo>
                        <a:pt x="1436" y="1089"/>
                      </a:lnTo>
                      <a:lnTo>
                        <a:pt x="1438" y="1089"/>
                      </a:lnTo>
                      <a:lnTo>
                        <a:pt x="1440" y="1089"/>
                      </a:lnTo>
                      <a:lnTo>
                        <a:pt x="1442" y="1089"/>
                      </a:lnTo>
                      <a:lnTo>
                        <a:pt x="1440" y="1089"/>
                      </a:lnTo>
                      <a:lnTo>
                        <a:pt x="1440" y="1091"/>
                      </a:lnTo>
                      <a:lnTo>
                        <a:pt x="1438" y="1091"/>
                      </a:lnTo>
                      <a:lnTo>
                        <a:pt x="1436" y="1091"/>
                      </a:lnTo>
                      <a:lnTo>
                        <a:pt x="1438" y="1091"/>
                      </a:lnTo>
                      <a:lnTo>
                        <a:pt x="1436" y="1091"/>
                      </a:lnTo>
                      <a:lnTo>
                        <a:pt x="1438" y="1091"/>
                      </a:lnTo>
                      <a:lnTo>
                        <a:pt x="1440" y="1091"/>
                      </a:lnTo>
                      <a:lnTo>
                        <a:pt x="1440" y="1089"/>
                      </a:lnTo>
                      <a:lnTo>
                        <a:pt x="1440" y="1091"/>
                      </a:lnTo>
                      <a:lnTo>
                        <a:pt x="1440" y="1089"/>
                      </a:lnTo>
                      <a:lnTo>
                        <a:pt x="1442" y="1089"/>
                      </a:lnTo>
                      <a:lnTo>
                        <a:pt x="1444" y="1089"/>
                      </a:lnTo>
                      <a:lnTo>
                        <a:pt x="1445" y="1089"/>
                      </a:lnTo>
                      <a:lnTo>
                        <a:pt x="1445" y="1091"/>
                      </a:lnTo>
                      <a:lnTo>
                        <a:pt x="1447" y="1091"/>
                      </a:lnTo>
                      <a:lnTo>
                        <a:pt x="1447" y="1089"/>
                      </a:lnTo>
                      <a:lnTo>
                        <a:pt x="1449" y="1089"/>
                      </a:lnTo>
                      <a:lnTo>
                        <a:pt x="1447" y="1089"/>
                      </a:lnTo>
                      <a:lnTo>
                        <a:pt x="1449" y="1089"/>
                      </a:lnTo>
                      <a:lnTo>
                        <a:pt x="1449" y="1091"/>
                      </a:lnTo>
                      <a:lnTo>
                        <a:pt x="1451" y="1091"/>
                      </a:lnTo>
                      <a:lnTo>
                        <a:pt x="1453" y="1091"/>
                      </a:lnTo>
                      <a:lnTo>
                        <a:pt x="1453" y="1089"/>
                      </a:lnTo>
                      <a:lnTo>
                        <a:pt x="1454" y="1089"/>
                      </a:lnTo>
                      <a:lnTo>
                        <a:pt x="1454" y="1087"/>
                      </a:lnTo>
                      <a:lnTo>
                        <a:pt x="1456" y="1087"/>
                      </a:lnTo>
                      <a:lnTo>
                        <a:pt x="1458" y="1087"/>
                      </a:lnTo>
                      <a:lnTo>
                        <a:pt x="1458" y="1089"/>
                      </a:lnTo>
                      <a:lnTo>
                        <a:pt x="1460" y="1089"/>
                      </a:lnTo>
                      <a:lnTo>
                        <a:pt x="1462" y="1091"/>
                      </a:lnTo>
                      <a:lnTo>
                        <a:pt x="1462" y="1089"/>
                      </a:lnTo>
                      <a:lnTo>
                        <a:pt x="1462" y="1087"/>
                      </a:lnTo>
                      <a:lnTo>
                        <a:pt x="1464" y="1087"/>
                      </a:lnTo>
                      <a:lnTo>
                        <a:pt x="1465" y="1087"/>
                      </a:lnTo>
                      <a:lnTo>
                        <a:pt x="1467" y="1087"/>
                      </a:lnTo>
                      <a:lnTo>
                        <a:pt x="1467" y="1085"/>
                      </a:lnTo>
                      <a:lnTo>
                        <a:pt x="1465" y="1085"/>
                      </a:lnTo>
                      <a:lnTo>
                        <a:pt x="1467" y="1085"/>
                      </a:lnTo>
                      <a:lnTo>
                        <a:pt x="1467" y="1083"/>
                      </a:lnTo>
                      <a:lnTo>
                        <a:pt x="1465" y="1083"/>
                      </a:lnTo>
                      <a:lnTo>
                        <a:pt x="1465" y="1082"/>
                      </a:lnTo>
                      <a:lnTo>
                        <a:pt x="1464" y="1082"/>
                      </a:lnTo>
                      <a:lnTo>
                        <a:pt x="1464" y="1080"/>
                      </a:lnTo>
                      <a:lnTo>
                        <a:pt x="1465" y="1080"/>
                      </a:lnTo>
                      <a:lnTo>
                        <a:pt x="1464" y="1080"/>
                      </a:lnTo>
                      <a:lnTo>
                        <a:pt x="1464" y="1082"/>
                      </a:lnTo>
                      <a:lnTo>
                        <a:pt x="1465" y="1082"/>
                      </a:lnTo>
                      <a:lnTo>
                        <a:pt x="1465" y="1083"/>
                      </a:lnTo>
                      <a:lnTo>
                        <a:pt x="1467" y="1083"/>
                      </a:lnTo>
                      <a:lnTo>
                        <a:pt x="1465" y="1085"/>
                      </a:lnTo>
                      <a:lnTo>
                        <a:pt x="1467" y="1085"/>
                      </a:lnTo>
                      <a:lnTo>
                        <a:pt x="1467" y="1087"/>
                      </a:lnTo>
                      <a:lnTo>
                        <a:pt x="1465" y="1087"/>
                      </a:lnTo>
                      <a:lnTo>
                        <a:pt x="1464" y="1087"/>
                      </a:lnTo>
                      <a:lnTo>
                        <a:pt x="1462" y="1087"/>
                      </a:lnTo>
                      <a:lnTo>
                        <a:pt x="1462" y="1089"/>
                      </a:lnTo>
                      <a:lnTo>
                        <a:pt x="1460" y="1089"/>
                      </a:lnTo>
                      <a:lnTo>
                        <a:pt x="1460" y="1087"/>
                      </a:lnTo>
                      <a:lnTo>
                        <a:pt x="1460" y="1089"/>
                      </a:lnTo>
                      <a:lnTo>
                        <a:pt x="1458" y="1089"/>
                      </a:lnTo>
                      <a:lnTo>
                        <a:pt x="1458" y="1087"/>
                      </a:lnTo>
                      <a:lnTo>
                        <a:pt x="1456" y="1087"/>
                      </a:lnTo>
                      <a:lnTo>
                        <a:pt x="1454" y="1087"/>
                      </a:lnTo>
                      <a:lnTo>
                        <a:pt x="1454" y="1089"/>
                      </a:lnTo>
                      <a:lnTo>
                        <a:pt x="1453" y="1089"/>
                      </a:lnTo>
                      <a:lnTo>
                        <a:pt x="1453" y="1091"/>
                      </a:lnTo>
                      <a:lnTo>
                        <a:pt x="1451" y="1091"/>
                      </a:lnTo>
                      <a:lnTo>
                        <a:pt x="1449" y="1091"/>
                      </a:lnTo>
                      <a:lnTo>
                        <a:pt x="1449" y="1089"/>
                      </a:lnTo>
                      <a:lnTo>
                        <a:pt x="1447" y="1089"/>
                      </a:lnTo>
                      <a:lnTo>
                        <a:pt x="1447" y="1091"/>
                      </a:lnTo>
                      <a:lnTo>
                        <a:pt x="1445" y="1089"/>
                      </a:lnTo>
                      <a:lnTo>
                        <a:pt x="1444" y="1089"/>
                      </a:lnTo>
                      <a:lnTo>
                        <a:pt x="1442" y="1089"/>
                      </a:lnTo>
                      <a:lnTo>
                        <a:pt x="1440" y="1089"/>
                      </a:lnTo>
                      <a:lnTo>
                        <a:pt x="1438" y="1089"/>
                      </a:lnTo>
                      <a:lnTo>
                        <a:pt x="1438" y="1087"/>
                      </a:lnTo>
                      <a:lnTo>
                        <a:pt x="1440" y="1087"/>
                      </a:lnTo>
                      <a:lnTo>
                        <a:pt x="1440" y="1085"/>
                      </a:lnTo>
                      <a:lnTo>
                        <a:pt x="1440" y="1083"/>
                      </a:lnTo>
                      <a:lnTo>
                        <a:pt x="1440" y="1082"/>
                      </a:lnTo>
                      <a:lnTo>
                        <a:pt x="1442" y="1080"/>
                      </a:lnTo>
                      <a:lnTo>
                        <a:pt x="1440" y="1080"/>
                      </a:lnTo>
                      <a:lnTo>
                        <a:pt x="1440" y="1078"/>
                      </a:lnTo>
                      <a:lnTo>
                        <a:pt x="1442" y="1078"/>
                      </a:lnTo>
                      <a:lnTo>
                        <a:pt x="1444" y="1078"/>
                      </a:lnTo>
                      <a:lnTo>
                        <a:pt x="1444" y="1076"/>
                      </a:lnTo>
                      <a:lnTo>
                        <a:pt x="1444" y="1078"/>
                      </a:lnTo>
                      <a:lnTo>
                        <a:pt x="1442" y="1078"/>
                      </a:lnTo>
                      <a:lnTo>
                        <a:pt x="1440" y="1078"/>
                      </a:lnTo>
                      <a:lnTo>
                        <a:pt x="1440" y="1080"/>
                      </a:lnTo>
                      <a:lnTo>
                        <a:pt x="1442" y="1080"/>
                      </a:lnTo>
                      <a:lnTo>
                        <a:pt x="1440" y="1082"/>
                      </a:lnTo>
                      <a:lnTo>
                        <a:pt x="1440" y="1083"/>
                      </a:lnTo>
                      <a:lnTo>
                        <a:pt x="1440" y="1085"/>
                      </a:lnTo>
                      <a:lnTo>
                        <a:pt x="1440" y="1087"/>
                      </a:lnTo>
                      <a:lnTo>
                        <a:pt x="1438" y="1087"/>
                      </a:lnTo>
                      <a:lnTo>
                        <a:pt x="1438" y="1089"/>
                      </a:lnTo>
                      <a:lnTo>
                        <a:pt x="1436" y="1089"/>
                      </a:lnTo>
                      <a:lnTo>
                        <a:pt x="1436" y="1087"/>
                      </a:lnTo>
                      <a:lnTo>
                        <a:pt x="1434" y="1087"/>
                      </a:lnTo>
                      <a:lnTo>
                        <a:pt x="1434" y="1089"/>
                      </a:lnTo>
                      <a:lnTo>
                        <a:pt x="1433" y="1089"/>
                      </a:lnTo>
                      <a:lnTo>
                        <a:pt x="1431" y="1089"/>
                      </a:lnTo>
                      <a:lnTo>
                        <a:pt x="1431" y="1091"/>
                      </a:lnTo>
                      <a:lnTo>
                        <a:pt x="1429" y="1091"/>
                      </a:lnTo>
                      <a:lnTo>
                        <a:pt x="1429" y="1093"/>
                      </a:lnTo>
                      <a:lnTo>
                        <a:pt x="1429" y="1091"/>
                      </a:lnTo>
                      <a:lnTo>
                        <a:pt x="1427" y="1091"/>
                      </a:lnTo>
                      <a:lnTo>
                        <a:pt x="1425" y="1091"/>
                      </a:lnTo>
                      <a:lnTo>
                        <a:pt x="1425" y="1089"/>
                      </a:lnTo>
                      <a:lnTo>
                        <a:pt x="1423" y="1089"/>
                      </a:lnTo>
                      <a:lnTo>
                        <a:pt x="1422" y="1089"/>
                      </a:lnTo>
                      <a:lnTo>
                        <a:pt x="1420" y="1089"/>
                      </a:lnTo>
                      <a:lnTo>
                        <a:pt x="1418" y="1089"/>
                      </a:lnTo>
                      <a:lnTo>
                        <a:pt x="1418" y="1087"/>
                      </a:lnTo>
                      <a:lnTo>
                        <a:pt x="1418" y="1085"/>
                      </a:lnTo>
                      <a:lnTo>
                        <a:pt x="1416" y="1085"/>
                      </a:lnTo>
                      <a:lnTo>
                        <a:pt x="1418" y="1085"/>
                      </a:lnTo>
                      <a:lnTo>
                        <a:pt x="1418" y="1083"/>
                      </a:lnTo>
                      <a:lnTo>
                        <a:pt x="1420" y="1083"/>
                      </a:lnTo>
                      <a:lnTo>
                        <a:pt x="1420" y="1082"/>
                      </a:lnTo>
                      <a:lnTo>
                        <a:pt x="1422" y="1082"/>
                      </a:lnTo>
                      <a:lnTo>
                        <a:pt x="1422" y="1080"/>
                      </a:lnTo>
                      <a:lnTo>
                        <a:pt x="1423" y="1080"/>
                      </a:lnTo>
                      <a:lnTo>
                        <a:pt x="1422" y="1080"/>
                      </a:lnTo>
                      <a:lnTo>
                        <a:pt x="1423" y="1078"/>
                      </a:lnTo>
                      <a:lnTo>
                        <a:pt x="1425" y="1078"/>
                      </a:lnTo>
                      <a:lnTo>
                        <a:pt x="1425" y="1080"/>
                      </a:lnTo>
                      <a:lnTo>
                        <a:pt x="1425" y="1078"/>
                      </a:lnTo>
                      <a:lnTo>
                        <a:pt x="1423" y="1078"/>
                      </a:lnTo>
                      <a:lnTo>
                        <a:pt x="1422" y="1080"/>
                      </a:lnTo>
                      <a:lnTo>
                        <a:pt x="1423" y="1080"/>
                      </a:lnTo>
                      <a:lnTo>
                        <a:pt x="1422" y="1080"/>
                      </a:lnTo>
                      <a:lnTo>
                        <a:pt x="1422" y="1082"/>
                      </a:lnTo>
                      <a:lnTo>
                        <a:pt x="1420" y="1082"/>
                      </a:lnTo>
                      <a:lnTo>
                        <a:pt x="1420" y="1083"/>
                      </a:lnTo>
                      <a:lnTo>
                        <a:pt x="1418" y="1083"/>
                      </a:lnTo>
                      <a:lnTo>
                        <a:pt x="1418" y="1085"/>
                      </a:lnTo>
                      <a:lnTo>
                        <a:pt x="1416" y="1083"/>
                      </a:lnTo>
                      <a:lnTo>
                        <a:pt x="1416" y="1085"/>
                      </a:lnTo>
                      <a:lnTo>
                        <a:pt x="1416" y="1083"/>
                      </a:lnTo>
                      <a:lnTo>
                        <a:pt x="1414" y="1083"/>
                      </a:lnTo>
                      <a:lnTo>
                        <a:pt x="1414" y="1085"/>
                      </a:lnTo>
                      <a:lnTo>
                        <a:pt x="1412" y="1085"/>
                      </a:lnTo>
                      <a:lnTo>
                        <a:pt x="1412" y="1083"/>
                      </a:lnTo>
                      <a:lnTo>
                        <a:pt x="1412" y="1085"/>
                      </a:lnTo>
                      <a:lnTo>
                        <a:pt x="1414" y="1085"/>
                      </a:lnTo>
                      <a:lnTo>
                        <a:pt x="1414" y="1083"/>
                      </a:lnTo>
                      <a:lnTo>
                        <a:pt x="1414" y="1085"/>
                      </a:lnTo>
                      <a:lnTo>
                        <a:pt x="1414" y="1083"/>
                      </a:lnTo>
                      <a:lnTo>
                        <a:pt x="1416" y="1083"/>
                      </a:lnTo>
                      <a:lnTo>
                        <a:pt x="1416" y="1085"/>
                      </a:lnTo>
                      <a:lnTo>
                        <a:pt x="1418" y="1085"/>
                      </a:lnTo>
                      <a:lnTo>
                        <a:pt x="1416" y="1087"/>
                      </a:lnTo>
                      <a:lnTo>
                        <a:pt x="1416" y="1089"/>
                      </a:lnTo>
                      <a:lnTo>
                        <a:pt x="1418" y="1089"/>
                      </a:lnTo>
                      <a:lnTo>
                        <a:pt x="1420" y="1089"/>
                      </a:lnTo>
                      <a:lnTo>
                        <a:pt x="1420" y="1091"/>
                      </a:lnTo>
                      <a:lnTo>
                        <a:pt x="1418" y="1091"/>
                      </a:lnTo>
                      <a:lnTo>
                        <a:pt x="1418" y="1093"/>
                      </a:lnTo>
                      <a:lnTo>
                        <a:pt x="1416" y="1093"/>
                      </a:lnTo>
                      <a:lnTo>
                        <a:pt x="1416" y="1094"/>
                      </a:lnTo>
                      <a:lnTo>
                        <a:pt x="1414" y="1094"/>
                      </a:lnTo>
                      <a:lnTo>
                        <a:pt x="1412" y="1094"/>
                      </a:lnTo>
                      <a:lnTo>
                        <a:pt x="1412" y="1093"/>
                      </a:lnTo>
                      <a:lnTo>
                        <a:pt x="1411" y="1093"/>
                      </a:lnTo>
                      <a:lnTo>
                        <a:pt x="1409" y="1091"/>
                      </a:lnTo>
                      <a:lnTo>
                        <a:pt x="1409" y="1089"/>
                      </a:lnTo>
                      <a:lnTo>
                        <a:pt x="1407" y="1089"/>
                      </a:lnTo>
                      <a:lnTo>
                        <a:pt x="1407" y="1087"/>
                      </a:lnTo>
                      <a:lnTo>
                        <a:pt x="1405" y="1087"/>
                      </a:lnTo>
                      <a:lnTo>
                        <a:pt x="1403" y="1087"/>
                      </a:lnTo>
                      <a:lnTo>
                        <a:pt x="1403" y="1085"/>
                      </a:lnTo>
                      <a:lnTo>
                        <a:pt x="1403" y="1087"/>
                      </a:lnTo>
                      <a:lnTo>
                        <a:pt x="1402" y="1087"/>
                      </a:lnTo>
                      <a:lnTo>
                        <a:pt x="1400" y="1087"/>
                      </a:lnTo>
                      <a:lnTo>
                        <a:pt x="1398" y="1087"/>
                      </a:lnTo>
                      <a:lnTo>
                        <a:pt x="1396" y="1087"/>
                      </a:lnTo>
                      <a:lnTo>
                        <a:pt x="1396" y="1089"/>
                      </a:lnTo>
                      <a:lnTo>
                        <a:pt x="1394" y="1089"/>
                      </a:lnTo>
                      <a:lnTo>
                        <a:pt x="1394" y="1091"/>
                      </a:lnTo>
                      <a:lnTo>
                        <a:pt x="1392" y="1091"/>
                      </a:lnTo>
                      <a:lnTo>
                        <a:pt x="1391" y="1091"/>
                      </a:lnTo>
                      <a:lnTo>
                        <a:pt x="1391" y="1093"/>
                      </a:lnTo>
                      <a:lnTo>
                        <a:pt x="1391" y="1091"/>
                      </a:lnTo>
                      <a:lnTo>
                        <a:pt x="1389" y="1091"/>
                      </a:lnTo>
                      <a:lnTo>
                        <a:pt x="1389" y="1089"/>
                      </a:lnTo>
                      <a:lnTo>
                        <a:pt x="1387" y="1087"/>
                      </a:lnTo>
                      <a:lnTo>
                        <a:pt x="1385" y="1087"/>
                      </a:lnTo>
                      <a:lnTo>
                        <a:pt x="1385" y="1089"/>
                      </a:lnTo>
                      <a:lnTo>
                        <a:pt x="1383" y="1089"/>
                      </a:lnTo>
                      <a:lnTo>
                        <a:pt x="1381" y="1089"/>
                      </a:lnTo>
                      <a:lnTo>
                        <a:pt x="1381" y="1091"/>
                      </a:lnTo>
                      <a:lnTo>
                        <a:pt x="1380" y="1091"/>
                      </a:lnTo>
                      <a:lnTo>
                        <a:pt x="1378" y="1091"/>
                      </a:lnTo>
                      <a:lnTo>
                        <a:pt x="1378" y="1089"/>
                      </a:lnTo>
                      <a:lnTo>
                        <a:pt x="1378" y="1091"/>
                      </a:lnTo>
                      <a:lnTo>
                        <a:pt x="1376" y="1091"/>
                      </a:lnTo>
                      <a:lnTo>
                        <a:pt x="1374" y="1091"/>
                      </a:lnTo>
                      <a:lnTo>
                        <a:pt x="1374" y="1089"/>
                      </a:lnTo>
                      <a:lnTo>
                        <a:pt x="1372" y="1089"/>
                      </a:lnTo>
                      <a:lnTo>
                        <a:pt x="1371" y="1089"/>
                      </a:lnTo>
                      <a:lnTo>
                        <a:pt x="1371" y="1087"/>
                      </a:lnTo>
                      <a:lnTo>
                        <a:pt x="1369" y="1089"/>
                      </a:lnTo>
                      <a:lnTo>
                        <a:pt x="1367" y="1089"/>
                      </a:lnTo>
                      <a:lnTo>
                        <a:pt x="1365" y="1087"/>
                      </a:lnTo>
                      <a:lnTo>
                        <a:pt x="1363" y="1087"/>
                      </a:lnTo>
                      <a:lnTo>
                        <a:pt x="1361" y="1087"/>
                      </a:lnTo>
                      <a:lnTo>
                        <a:pt x="1361" y="1085"/>
                      </a:lnTo>
                      <a:lnTo>
                        <a:pt x="1360" y="1087"/>
                      </a:lnTo>
                      <a:lnTo>
                        <a:pt x="1360" y="1085"/>
                      </a:lnTo>
                      <a:lnTo>
                        <a:pt x="1360" y="1087"/>
                      </a:lnTo>
                      <a:lnTo>
                        <a:pt x="1361" y="1087"/>
                      </a:lnTo>
                      <a:lnTo>
                        <a:pt x="1363" y="1087"/>
                      </a:lnTo>
                      <a:lnTo>
                        <a:pt x="1365" y="1087"/>
                      </a:lnTo>
                      <a:lnTo>
                        <a:pt x="1365" y="1089"/>
                      </a:lnTo>
                      <a:lnTo>
                        <a:pt x="1367" y="1089"/>
                      </a:lnTo>
                      <a:lnTo>
                        <a:pt x="1369" y="1089"/>
                      </a:lnTo>
                      <a:lnTo>
                        <a:pt x="1371" y="1089"/>
                      </a:lnTo>
                      <a:lnTo>
                        <a:pt x="1372" y="1089"/>
                      </a:lnTo>
                      <a:lnTo>
                        <a:pt x="1374" y="1089"/>
                      </a:lnTo>
                      <a:lnTo>
                        <a:pt x="1374" y="1091"/>
                      </a:lnTo>
                      <a:lnTo>
                        <a:pt x="1376" y="1091"/>
                      </a:lnTo>
                      <a:lnTo>
                        <a:pt x="1378" y="1091"/>
                      </a:lnTo>
                      <a:lnTo>
                        <a:pt x="1380" y="1091"/>
                      </a:lnTo>
                      <a:lnTo>
                        <a:pt x="1381" y="1091"/>
                      </a:lnTo>
                      <a:lnTo>
                        <a:pt x="1381" y="1089"/>
                      </a:lnTo>
                      <a:lnTo>
                        <a:pt x="1383" y="1089"/>
                      </a:lnTo>
                      <a:lnTo>
                        <a:pt x="1385" y="1089"/>
                      </a:lnTo>
                      <a:lnTo>
                        <a:pt x="1385" y="1087"/>
                      </a:lnTo>
                      <a:lnTo>
                        <a:pt x="1387" y="1087"/>
                      </a:lnTo>
                      <a:lnTo>
                        <a:pt x="1387" y="1089"/>
                      </a:lnTo>
                      <a:lnTo>
                        <a:pt x="1389" y="1089"/>
                      </a:lnTo>
                      <a:lnTo>
                        <a:pt x="1389" y="1091"/>
                      </a:lnTo>
                      <a:lnTo>
                        <a:pt x="1391" y="1093"/>
                      </a:lnTo>
                      <a:lnTo>
                        <a:pt x="1392" y="1093"/>
                      </a:lnTo>
                      <a:lnTo>
                        <a:pt x="1392" y="1091"/>
                      </a:lnTo>
                      <a:lnTo>
                        <a:pt x="1394" y="1091"/>
                      </a:lnTo>
                      <a:lnTo>
                        <a:pt x="1394" y="1089"/>
                      </a:lnTo>
                      <a:lnTo>
                        <a:pt x="1396" y="1089"/>
                      </a:lnTo>
                      <a:lnTo>
                        <a:pt x="1396" y="1087"/>
                      </a:lnTo>
                      <a:lnTo>
                        <a:pt x="1398" y="1087"/>
                      </a:lnTo>
                      <a:lnTo>
                        <a:pt x="1400" y="1087"/>
                      </a:lnTo>
                      <a:lnTo>
                        <a:pt x="1402" y="1087"/>
                      </a:lnTo>
                      <a:lnTo>
                        <a:pt x="1403" y="1087"/>
                      </a:lnTo>
                      <a:lnTo>
                        <a:pt x="1403" y="1089"/>
                      </a:lnTo>
                      <a:lnTo>
                        <a:pt x="1403" y="1091"/>
                      </a:lnTo>
                      <a:lnTo>
                        <a:pt x="1403" y="1093"/>
                      </a:lnTo>
                      <a:lnTo>
                        <a:pt x="1405" y="1093"/>
                      </a:lnTo>
                      <a:lnTo>
                        <a:pt x="1405" y="1094"/>
                      </a:lnTo>
                      <a:lnTo>
                        <a:pt x="1405" y="1096"/>
                      </a:lnTo>
                      <a:lnTo>
                        <a:pt x="1407" y="1096"/>
                      </a:lnTo>
                      <a:lnTo>
                        <a:pt x="1407" y="1098"/>
                      </a:lnTo>
                      <a:lnTo>
                        <a:pt x="1409" y="1100"/>
                      </a:lnTo>
                      <a:lnTo>
                        <a:pt x="1411" y="1100"/>
                      </a:lnTo>
                      <a:lnTo>
                        <a:pt x="1412" y="1100"/>
                      </a:lnTo>
                      <a:lnTo>
                        <a:pt x="1412" y="1102"/>
                      </a:lnTo>
                      <a:lnTo>
                        <a:pt x="1412" y="1104"/>
                      </a:lnTo>
                      <a:lnTo>
                        <a:pt x="1414" y="1104"/>
                      </a:lnTo>
                      <a:lnTo>
                        <a:pt x="1414" y="1105"/>
                      </a:lnTo>
                      <a:lnTo>
                        <a:pt x="1414" y="1107"/>
                      </a:lnTo>
                      <a:lnTo>
                        <a:pt x="1416" y="1107"/>
                      </a:lnTo>
                      <a:lnTo>
                        <a:pt x="1416" y="1109"/>
                      </a:lnTo>
                      <a:lnTo>
                        <a:pt x="1416" y="1111"/>
                      </a:lnTo>
                      <a:lnTo>
                        <a:pt x="1416" y="1113"/>
                      </a:lnTo>
                      <a:lnTo>
                        <a:pt x="1418" y="1113"/>
                      </a:lnTo>
                      <a:lnTo>
                        <a:pt x="1418" y="1115"/>
                      </a:lnTo>
                      <a:lnTo>
                        <a:pt x="1416" y="1115"/>
                      </a:lnTo>
                      <a:lnTo>
                        <a:pt x="1418" y="1115"/>
                      </a:lnTo>
                      <a:lnTo>
                        <a:pt x="1418" y="1116"/>
                      </a:lnTo>
                      <a:lnTo>
                        <a:pt x="1416" y="1116"/>
                      </a:lnTo>
                      <a:lnTo>
                        <a:pt x="1416" y="1118"/>
                      </a:lnTo>
                      <a:lnTo>
                        <a:pt x="1416" y="1120"/>
                      </a:lnTo>
                      <a:lnTo>
                        <a:pt x="1414" y="1122"/>
                      </a:lnTo>
                      <a:lnTo>
                        <a:pt x="1414" y="1120"/>
                      </a:lnTo>
                      <a:lnTo>
                        <a:pt x="1412" y="1120"/>
                      </a:lnTo>
                      <a:lnTo>
                        <a:pt x="1412" y="1118"/>
                      </a:lnTo>
                      <a:lnTo>
                        <a:pt x="1412" y="1116"/>
                      </a:lnTo>
                      <a:lnTo>
                        <a:pt x="1412" y="1115"/>
                      </a:lnTo>
                      <a:lnTo>
                        <a:pt x="1414" y="1115"/>
                      </a:lnTo>
                      <a:lnTo>
                        <a:pt x="1412" y="1115"/>
                      </a:lnTo>
                      <a:lnTo>
                        <a:pt x="1412" y="1113"/>
                      </a:lnTo>
                      <a:lnTo>
                        <a:pt x="1414" y="1113"/>
                      </a:lnTo>
                      <a:lnTo>
                        <a:pt x="1412" y="1113"/>
                      </a:lnTo>
                      <a:lnTo>
                        <a:pt x="1412" y="1115"/>
                      </a:lnTo>
                      <a:lnTo>
                        <a:pt x="1412" y="1113"/>
                      </a:lnTo>
                      <a:lnTo>
                        <a:pt x="1411" y="1113"/>
                      </a:lnTo>
                      <a:lnTo>
                        <a:pt x="1411" y="1111"/>
                      </a:lnTo>
                      <a:lnTo>
                        <a:pt x="1409" y="1111"/>
                      </a:lnTo>
                      <a:lnTo>
                        <a:pt x="1407" y="1111"/>
                      </a:lnTo>
                      <a:lnTo>
                        <a:pt x="1407" y="1113"/>
                      </a:lnTo>
                      <a:lnTo>
                        <a:pt x="1405" y="1113"/>
                      </a:lnTo>
                      <a:lnTo>
                        <a:pt x="1403" y="1113"/>
                      </a:lnTo>
                      <a:lnTo>
                        <a:pt x="1403" y="1115"/>
                      </a:lnTo>
                      <a:lnTo>
                        <a:pt x="1403" y="1113"/>
                      </a:lnTo>
                      <a:lnTo>
                        <a:pt x="1402" y="1113"/>
                      </a:lnTo>
                      <a:lnTo>
                        <a:pt x="1402" y="1115"/>
                      </a:lnTo>
                      <a:lnTo>
                        <a:pt x="1400" y="1116"/>
                      </a:lnTo>
                      <a:lnTo>
                        <a:pt x="1400" y="1115"/>
                      </a:lnTo>
                      <a:lnTo>
                        <a:pt x="1400" y="1116"/>
                      </a:lnTo>
                      <a:lnTo>
                        <a:pt x="1400" y="1115"/>
                      </a:lnTo>
                      <a:lnTo>
                        <a:pt x="1400" y="1116"/>
                      </a:lnTo>
                      <a:lnTo>
                        <a:pt x="1398" y="1116"/>
                      </a:lnTo>
                      <a:lnTo>
                        <a:pt x="1396" y="1116"/>
                      </a:lnTo>
                      <a:lnTo>
                        <a:pt x="1396" y="1118"/>
                      </a:lnTo>
                      <a:lnTo>
                        <a:pt x="1398" y="1116"/>
                      </a:lnTo>
                      <a:lnTo>
                        <a:pt x="1400" y="1116"/>
                      </a:lnTo>
                      <a:lnTo>
                        <a:pt x="1402" y="1116"/>
                      </a:lnTo>
                      <a:lnTo>
                        <a:pt x="1402" y="1115"/>
                      </a:lnTo>
                      <a:lnTo>
                        <a:pt x="1402" y="1113"/>
                      </a:lnTo>
                      <a:lnTo>
                        <a:pt x="1403" y="1113"/>
                      </a:lnTo>
                      <a:lnTo>
                        <a:pt x="1403" y="1115"/>
                      </a:lnTo>
                      <a:lnTo>
                        <a:pt x="1403" y="1113"/>
                      </a:lnTo>
                      <a:lnTo>
                        <a:pt x="1405" y="1113"/>
                      </a:lnTo>
                      <a:lnTo>
                        <a:pt x="1407" y="1113"/>
                      </a:lnTo>
                      <a:lnTo>
                        <a:pt x="1409" y="1113"/>
                      </a:lnTo>
                      <a:lnTo>
                        <a:pt x="1409" y="1111"/>
                      </a:lnTo>
                      <a:lnTo>
                        <a:pt x="1411" y="1113"/>
                      </a:lnTo>
                      <a:lnTo>
                        <a:pt x="1412" y="1113"/>
                      </a:lnTo>
                      <a:lnTo>
                        <a:pt x="1412" y="1115"/>
                      </a:lnTo>
                      <a:lnTo>
                        <a:pt x="1412" y="1116"/>
                      </a:lnTo>
                      <a:lnTo>
                        <a:pt x="1412" y="1118"/>
                      </a:lnTo>
                      <a:lnTo>
                        <a:pt x="1412" y="1120"/>
                      </a:lnTo>
                      <a:lnTo>
                        <a:pt x="1414" y="1122"/>
                      </a:lnTo>
                      <a:lnTo>
                        <a:pt x="1412" y="1122"/>
                      </a:lnTo>
                      <a:lnTo>
                        <a:pt x="1414" y="1122"/>
                      </a:lnTo>
                      <a:lnTo>
                        <a:pt x="1414" y="1124"/>
                      </a:lnTo>
                      <a:lnTo>
                        <a:pt x="1412" y="1124"/>
                      </a:lnTo>
                      <a:lnTo>
                        <a:pt x="1411" y="1124"/>
                      </a:lnTo>
                      <a:lnTo>
                        <a:pt x="1411" y="1126"/>
                      </a:lnTo>
                      <a:lnTo>
                        <a:pt x="1411" y="1127"/>
                      </a:lnTo>
                      <a:lnTo>
                        <a:pt x="1411" y="1129"/>
                      </a:lnTo>
                      <a:lnTo>
                        <a:pt x="1411" y="1131"/>
                      </a:lnTo>
                      <a:lnTo>
                        <a:pt x="1412" y="1131"/>
                      </a:lnTo>
                      <a:lnTo>
                        <a:pt x="1411" y="1131"/>
                      </a:lnTo>
                      <a:lnTo>
                        <a:pt x="1412" y="1131"/>
                      </a:lnTo>
                      <a:lnTo>
                        <a:pt x="1411" y="1131"/>
                      </a:lnTo>
                      <a:lnTo>
                        <a:pt x="1411" y="1133"/>
                      </a:lnTo>
                      <a:lnTo>
                        <a:pt x="1409" y="1133"/>
                      </a:lnTo>
                      <a:lnTo>
                        <a:pt x="1409" y="1135"/>
                      </a:lnTo>
                      <a:lnTo>
                        <a:pt x="1409" y="1133"/>
                      </a:lnTo>
                      <a:lnTo>
                        <a:pt x="1409" y="1135"/>
                      </a:lnTo>
                      <a:lnTo>
                        <a:pt x="1407" y="1135"/>
                      </a:lnTo>
                      <a:lnTo>
                        <a:pt x="1407" y="1133"/>
                      </a:lnTo>
                      <a:lnTo>
                        <a:pt x="1405" y="1133"/>
                      </a:lnTo>
                      <a:lnTo>
                        <a:pt x="1405" y="1131"/>
                      </a:lnTo>
                      <a:lnTo>
                        <a:pt x="1403" y="1131"/>
                      </a:lnTo>
                      <a:lnTo>
                        <a:pt x="1403" y="1129"/>
                      </a:lnTo>
                      <a:lnTo>
                        <a:pt x="1405" y="1129"/>
                      </a:lnTo>
                      <a:lnTo>
                        <a:pt x="1403" y="1129"/>
                      </a:lnTo>
                      <a:lnTo>
                        <a:pt x="1403" y="1131"/>
                      </a:lnTo>
                      <a:lnTo>
                        <a:pt x="1405" y="1131"/>
                      </a:lnTo>
                      <a:lnTo>
                        <a:pt x="1403" y="1131"/>
                      </a:lnTo>
                      <a:lnTo>
                        <a:pt x="1402" y="1131"/>
                      </a:lnTo>
                      <a:lnTo>
                        <a:pt x="1402" y="1133"/>
                      </a:lnTo>
                      <a:lnTo>
                        <a:pt x="1400" y="1133"/>
                      </a:lnTo>
                      <a:lnTo>
                        <a:pt x="1400" y="1135"/>
                      </a:lnTo>
                      <a:lnTo>
                        <a:pt x="1398" y="1135"/>
                      </a:lnTo>
                      <a:lnTo>
                        <a:pt x="1398" y="1136"/>
                      </a:lnTo>
                      <a:lnTo>
                        <a:pt x="1396" y="1136"/>
                      </a:lnTo>
                      <a:lnTo>
                        <a:pt x="1398" y="1136"/>
                      </a:lnTo>
                      <a:lnTo>
                        <a:pt x="1396" y="1136"/>
                      </a:lnTo>
                      <a:lnTo>
                        <a:pt x="1396" y="1138"/>
                      </a:lnTo>
                      <a:lnTo>
                        <a:pt x="1394" y="1138"/>
                      </a:lnTo>
                      <a:lnTo>
                        <a:pt x="1394" y="1136"/>
                      </a:lnTo>
                      <a:lnTo>
                        <a:pt x="1392" y="1136"/>
                      </a:lnTo>
                      <a:lnTo>
                        <a:pt x="1391" y="1136"/>
                      </a:lnTo>
                      <a:lnTo>
                        <a:pt x="1391" y="1135"/>
                      </a:lnTo>
                      <a:lnTo>
                        <a:pt x="1391" y="1136"/>
                      </a:lnTo>
                      <a:lnTo>
                        <a:pt x="1391" y="1135"/>
                      </a:lnTo>
                      <a:lnTo>
                        <a:pt x="1391" y="1133"/>
                      </a:lnTo>
                      <a:lnTo>
                        <a:pt x="1389" y="1133"/>
                      </a:lnTo>
                      <a:lnTo>
                        <a:pt x="1391" y="1133"/>
                      </a:lnTo>
                      <a:lnTo>
                        <a:pt x="1391" y="1131"/>
                      </a:lnTo>
                      <a:lnTo>
                        <a:pt x="1392" y="1131"/>
                      </a:lnTo>
                      <a:lnTo>
                        <a:pt x="1392" y="1129"/>
                      </a:lnTo>
                      <a:lnTo>
                        <a:pt x="1392" y="1131"/>
                      </a:lnTo>
                      <a:lnTo>
                        <a:pt x="1391" y="1131"/>
                      </a:lnTo>
                      <a:lnTo>
                        <a:pt x="1389" y="1131"/>
                      </a:lnTo>
                      <a:lnTo>
                        <a:pt x="1389" y="1129"/>
                      </a:lnTo>
                      <a:lnTo>
                        <a:pt x="1389" y="1127"/>
                      </a:lnTo>
                      <a:lnTo>
                        <a:pt x="1389" y="1129"/>
                      </a:lnTo>
                      <a:lnTo>
                        <a:pt x="1387" y="1129"/>
                      </a:lnTo>
                      <a:lnTo>
                        <a:pt x="1389" y="1129"/>
                      </a:lnTo>
                      <a:lnTo>
                        <a:pt x="1389" y="1131"/>
                      </a:lnTo>
                      <a:lnTo>
                        <a:pt x="1389" y="1133"/>
                      </a:lnTo>
                      <a:lnTo>
                        <a:pt x="1389" y="1135"/>
                      </a:lnTo>
                      <a:lnTo>
                        <a:pt x="1389" y="1136"/>
                      </a:lnTo>
                      <a:lnTo>
                        <a:pt x="1389" y="1138"/>
                      </a:lnTo>
                      <a:lnTo>
                        <a:pt x="1387" y="1138"/>
                      </a:lnTo>
                      <a:lnTo>
                        <a:pt x="1387" y="1140"/>
                      </a:lnTo>
                      <a:lnTo>
                        <a:pt x="1387" y="1138"/>
                      </a:lnTo>
                      <a:lnTo>
                        <a:pt x="1387" y="1140"/>
                      </a:lnTo>
                      <a:lnTo>
                        <a:pt x="1387" y="1138"/>
                      </a:lnTo>
                      <a:lnTo>
                        <a:pt x="1387" y="1140"/>
                      </a:lnTo>
                      <a:lnTo>
                        <a:pt x="1385" y="1140"/>
                      </a:lnTo>
                      <a:lnTo>
                        <a:pt x="1383" y="1140"/>
                      </a:lnTo>
                      <a:lnTo>
                        <a:pt x="1383" y="1138"/>
                      </a:lnTo>
                      <a:lnTo>
                        <a:pt x="1381" y="1138"/>
                      </a:lnTo>
                      <a:lnTo>
                        <a:pt x="1381" y="1136"/>
                      </a:lnTo>
                      <a:lnTo>
                        <a:pt x="1381" y="1135"/>
                      </a:lnTo>
                      <a:lnTo>
                        <a:pt x="1381" y="1136"/>
                      </a:lnTo>
                      <a:lnTo>
                        <a:pt x="1380" y="1136"/>
                      </a:lnTo>
                      <a:lnTo>
                        <a:pt x="1378" y="1136"/>
                      </a:lnTo>
                      <a:lnTo>
                        <a:pt x="1376" y="1136"/>
                      </a:lnTo>
                      <a:lnTo>
                        <a:pt x="1376" y="1135"/>
                      </a:lnTo>
                      <a:lnTo>
                        <a:pt x="1374" y="1135"/>
                      </a:lnTo>
                      <a:lnTo>
                        <a:pt x="1376" y="1135"/>
                      </a:lnTo>
                      <a:lnTo>
                        <a:pt x="1376" y="1133"/>
                      </a:lnTo>
                      <a:lnTo>
                        <a:pt x="1376" y="1135"/>
                      </a:lnTo>
                      <a:lnTo>
                        <a:pt x="1374" y="1135"/>
                      </a:lnTo>
                      <a:lnTo>
                        <a:pt x="1376" y="1135"/>
                      </a:lnTo>
                      <a:lnTo>
                        <a:pt x="1374" y="1136"/>
                      </a:lnTo>
                      <a:lnTo>
                        <a:pt x="1374" y="1135"/>
                      </a:lnTo>
                      <a:lnTo>
                        <a:pt x="1372" y="1135"/>
                      </a:lnTo>
                      <a:lnTo>
                        <a:pt x="1372" y="1133"/>
                      </a:lnTo>
                      <a:lnTo>
                        <a:pt x="1371" y="1131"/>
                      </a:lnTo>
                      <a:lnTo>
                        <a:pt x="1371" y="1133"/>
                      </a:lnTo>
                      <a:lnTo>
                        <a:pt x="1371" y="1131"/>
                      </a:lnTo>
                      <a:lnTo>
                        <a:pt x="1369" y="1131"/>
                      </a:lnTo>
                      <a:lnTo>
                        <a:pt x="1367" y="1131"/>
                      </a:lnTo>
                      <a:lnTo>
                        <a:pt x="1369" y="1131"/>
                      </a:lnTo>
                      <a:lnTo>
                        <a:pt x="1371" y="1131"/>
                      </a:lnTo>
                      <a:lnTo>
                        <a:pt x="1371" y="1133"/>
                      </a:lnTo>
                      <a:lnTo>
                        <a:pt x="1372" y="1133"/>
                      </a:lnTo>
                      <a:lnTo>
                        <a:pt x="1372" y="1135"/>
                      </a:lnTo>
                      <a:lnTo>
                        <a:pt x="1372" y="1136"/>
                      </a:lnTo>
                      <a:lnTo>
                        <a:pt x="1374" y="1136"/>
                      </a:lnTo>
                      <a:lnTo>
                        <a:pt x="1372" y="1136"/>
                      </a:lnTo>
                      <a:lnTo>
                        <a:pt x="1374" y="1136"/>
                      </a:lnTo>
                      <a:lnTo>
                        <a:pt x="1376" y="1136"/>
                      </a:lnTo>
                      <a:lnTo>
                        <a:pt x="1376" y="1138"/>
                      </a:lnTo>
                      <a:lnTo>
                        <a:pt x="1374" y="1138"/>
                      </a:lnTo>
                      <a:lnTo>
                        <a:pt x="1376" y="1138"/>
                      </a:lnTo>
                      <a:lnTo>
                        <a:pt x="1376" y="1136"/>
                      </a:lnTo>
                      <a:lnTo>
                        <a:pt x="1376" y="1138"/>
                      </a:lnTo>
                      <a:lnTo>
                        <a:pt x="1374" y="1138"/>
                      </a:lnTo>
                      <a:lnTo>
                        <a:pt x="1372" y="1138"/>
                      </a:lnTo>
                      <a:lnTo>
                        <a:pt x="1374" y="1138"/>
                      </a:lnTo>
                      <a:lnTo>
                        <a:pt x="1372" y="1138"/>
                      </a:lnTo>
                      <a:lnTo>
                        <a:pt x="1372" y="1140"/>
                      </a:lnTo>
                      <a:lnTo>
                        <a:pt x="1372" y="1142"/>
                      </a:lnTo>
                      <a:lnTo>
                        <a:pt x="1374" y="1142"/>
                      </a:lnTo>
                      <a:lnTo>
                        <a:pt x="1376" y="1142"/>
                      </a:lnTo>
                      <a:lnTo>
                        <a:pt x="1374" y="1142"/>
                      </a:lnTo>
                      <a:lnTo>
                        <a:pt x="1374" y="1144"/>
                      </a:lnTo>
                      <a:lnTo>
                        <a:pt x="1372" y="1144"/>
                      </a:lnTo>
                      <a:lnTo>
                        <a:pt x="1371" y="1144"/>
                      </a:lnTo>
                      <a:lnTo>
                        <a:pt x="1371" y="1146"/>
                      </a:lnTo>
                      <a:lnTo>
                        <a:pt x="1369" y="1146"/>
                      </a:lnTo>
                      <a:lnTo>
                        <a:pt x="1369" y="1144"/>
                      </a:lnTo>
                      <a:lnTo>
                        <a:pt x="1369" y="1146"/>
                      </a:lnTo>
                      <a:lnTo>
                        <a:pt x="1369" y="1144"/>
                      </a:lnTo>
                      <a:lnTo>
                        <a:pt x="1369" y="1142"/>
                      </a:lnTo>
                      <a:lnTo>
                        <a:pt x="1371" y="1142"/>
                      </a:lnTo>
                      <a:lnTo>
                        <a:pt x="1372" y="1142"/>
                      </a:lnTo>
                      <a:lnTo>
                        <a:pt x="1372" y="1140"/>
                      </a:lnTo>
                      <a:lnTo>
                        <a:pt x="1371" y="1140"/>
                      </a:lnTo>
                      <a:lnTo>
                        <a:pt x="1369" y="1140"/>
                      </a:lnTo>
                      <a:lnTo>
                        <a:pt x="1369" y="1138"/>
                      </a:lnTo>
                      <a:lnTo>
                        <a:pt x="1369" y="1140"/>
                      </a:lnTo>
                      <a:lnTo>
                        <a:pt x="1369" y="1138"/>
                      </a:lnTo>
                      <a:lnTo>
                        <a:pt x="1367" y="1138"/>
                      </a:lnTo>
                      <a:lnTo>
                        <a:pt x="1369" y="1138"/>
                      </a:lnTo>
                      <a:lnTo>
                        <a:pt x="1367" y="1138"/>
                      </a:lnTo>
                      <a:lnTo>
                        <a:pt x="1369" y="1138"/>
                      </a:lnTo>
                      <a:lnTo>
                        <a:pt x="1367" y="1138"/>
                      </a:lnTo>
                      <a:lnTo>
                        <a:pt x="1367" y="1136"/>
                      </a:lnTo>
                      <a:lnTo>
                        <a:pt x="1367" y="1138"/>
                      </a:lnTo>
                      <a:lnTo>
                        <a:pt x="1367" y="1136"/>
                      </a:lnTo>
                      <a:lnTo>
                        <a:pt x="1367" y="1138"/>
                      </a:lnTo>
                      <a:lnTo>
                        <a:pt x="1367" y="1136"/>
                      </a:lnTo>
                      <a:lnTo>
                        <a:pt x="1365" y="1136"/>
                      </a:lnTo>
                      <a:lnTo>
                        <a:pt x="1365" y="1138"/>
                      </a:lnTo>
                      <a:lnTo>
                        <a:pt x="1365" y="1136"/>
                      </a:lnTo>
                      <a:lnTo>
                        <a:pt x="1363" y="1136"/>
                      </a:lnTo>
                      <a:lnTo>
                        <a:pt x="1363" y="1138"/>
                      </a:lnTo>
                      <a:lnTo>
                        <a:pt x="1363" y="1136"/>
                      </a:lnTo>
                      <a:lnTo>
                        <a:pt x="1363" y="1138"/>
                      </a:lnTo>
                      <a:lnTo>
                        <a:pt x="1363" y="1136"/>
                      </a:lnTo>
                      <a:lnTo>
                        <a:pt x="1363" y="1138"/>
                      </a:lnTo>
                      <a:lnTo>
                        <a:pt x="1365" y="1138"/>
                      </a:lnTo>
                      <a:lnTo>
                        <a:pt x="1363" y="1138"/>
                      </a:lnTo>
                      <a:lnTo>
                        <a:pt x="1365" y="1138"/>
                      </a:lnTo>
                      <a:lnTo>
                        <a:pt x="1363" y="1138"/>
                      </a:lnTo>
                      <a:lnTo>
                        <a:pt x="1365" y="1138"/>
                      </a:lnTo>
                      <a:lnTo>
                        <a:pt x="1367" y="1138"/>
                      </a:lnTo>
                      <a:lnTo>
                        <a:pt x="1367" y="1140"/>
                      </a:lnTo>
                      <a:lnTo>
                        <a:pt x="1367" y="1142"/>
                      </a:lnTo>
                      <a:lnTo>
                        <a:pt x="1365" y="1142"/>
                      </a:lnTo>
                      <a:lnTo>
                        <a:pt x="1365" y="1144"/>
                      </a:lnTo>
                      <a:lnTo>
                        <a:pt x="1363" y="1144"/>
                      </a:lnTo>
                      <a:lnTo>
                        <a:pt x="1363" y="1146"/>
                      </a:lnTo>
                      <a:lnTo>
                        <a:pt x="1361" y="1146"/>
                      </a:lnTo>
                      <a:lnTo>
                        <a:pt x="1360" y="1146"/>
                      </a:lnTo>
                      <a:lnTo>
                        <a:pt x="1360" y="1147"/>
                      </a:lnTo>
                      <a:lnTo>
                        <a:pt x="1358" y="1147"/>
                      </a:lnTo>
                      <a:lnTo>
                        <a:pt x="1358" y="1146"/>
                      </a:lnTo>
                      <a:lnTo>
                        <a:pt x="1356" y="1147"/>
                      </a:lnTo>
                      <a:lnTo>
                        <a:pt x="1356" y="1146"/>
                      </a:lnTo>
                      <a:lnTo>
                        <a:pt x="1356" y="1144"/>
                      </a:lnTo>
                      <a:lnTo>
                        <a:pt x="1356" y="1146"/>
                      </a:lnTo>
                      <a:lnTo>
                        <a:pt x="1354" y="1146"/>
                      </a:lnTo>
                      <a:lnTo>
                        <a:pt x="1354" y="1144"/>
                      </a:lnTo>
                      <a:lnTo>
                        <a:pt x="1354" y="1146"/>
                      </a:lnTo>
                      <a:lnTo>
                        <a:pt x="1356" y="1146"/>
                      </a:lnTo>
                      <a:lnTo>
                        <a:pt x="1354" y="1146"/>
                      </a:lnTo>
                      <a:lnTo>
                        <a:pt x="1352" y="1146"/>
                      </a:lnTo>
                      <a:lnTo>
                        <a:pt x="1354" y="1146"/>
                      </a:lnTo>
                      <a:lnTo>
                        <a:pt x="1352" y="1147"/>
                      </a:lnTo>
                      <a:lnTo>
                        <a:pt x="1350" y="1147"/>
                      </a:lnTo>
                      <a:lnTo>
                        <a:pt x="1350" y="1149"/>
                      </a:lnTo>
                      <a:lnTo>
                        <a:pt x="1349" y="1149"/>
                      </a:lnTo>
                      <a:lnTo>
                        <a:pt x="1349" y="1147"/>
                      </a:lnTo>
                      <a:lnTo>
                        <a:pt x="1350" y="1147"/>
                      </a:lnTo>
                      <a:lnTo>
                        <a:pt x="1349" y="1147"/>
                      </a:lnTo>
                      <a:lnTo>
                        <a:pt x="1347" y="1147"/>
                      </a:lnTo>
                      <a:lnTo>
                        <a:pt x="1347" y="1146"/>
                      </a:lnTo>
                      <a:lnTo>
                        <a:pt x="1347" y="1147"/>
                      </a:lnTo>
                      <a:lnTo>
                        <a:pt x="1345" y="1147"/>
                      </a:lnTo>
                      <a:lnTo>
                        <a:pt x="1347" y="1147"/>
                      </a:lnTo>
                      <a:lnTo>
                        <a:pt x="1345" y="1147"/>
                      </a:lnTo>
                      <a:lnTo>
                        <a:pt x="1347" y="1147"/>
                      </a:lnTo>
                      <a:lnTo>
                        <a:pt x="1345" y="1147"/>
                      </a:lnTo>
                      <a:lnTo>
                        <a:pt x="1343" y="1147"/>
                      </a:lnTo>
                      <a:lnTo>
                        <a:pt x="1343" y="1149"/>
                      </a:lnTo>
                      <a:lnTo>
                        <a:pt x="1343" y="1147"/>
                      </a:lnTo>
                      <a:lnTo>
                        <a:pt x="1341" y="1147"/>
                      </a:lnTo>
                      <a:lnTo>
                        <a:pt x="1343" y="1147"/>
                      </a:lnTo>
                      <a:lnTo>
                        <a:pt x="1341" y="1147"/>
                      </a:lnTo>
                      <a:lnTo>
                        <a:pt x="1341" y="1146"/>
                      </a:lnTo>
                      <a:lnTo>
                        <a:pt x="1339" y="1146"/>
                      </a:lnTo>
                      <a:lnTo>
                        <a:pt x="1339" y="1147"/>
                      </a:lnTo>
                      <a:lnTo>
                        <a:pt x="1341" y="1147"/>
                      </a:lnTo>
                      <a:lnTo>
                        <a:pt x="1341" y="1149"/>
                      </a:lnTo>
                      <a:lnTo>
                        <a:pt x="1339" y="1149"/>
                      </a:lnTo>
                      <a:lnTo>
                        <a:pt x="1338" y="1149"/>
                      </a:lnTo>
                      <a:lnTo>
                        <a:pt x="1336" y="1149"/>
                      </a:lnTo>
                      <a:lnTo>
                        <a:pt x="1336" y="1151"/>
                      </a:lnTo>
                      <a:lnTo>
                        <a:pt x="1334" y="1151"/>
                      </a:lnTo>
                      <a:lnTo>
                        <a:pt x="1332" y="1151"/>
                      </a:lnTo>
                      <a:lnTo>
                        <a:pt x="1332" y="1149"/>
                      </a:lnTo>
                      <a:lnTo>
                        <a:pt x="1332" y="1151"/>
                      </a:lnTo>
                      <a:lnTo>
                        <a:pt x="1330" y="1151"/>
                      </a:lnTo>
                      <a:lnTo>
                        <a:pt x="1330" y="1149"/>
                      </a:lnTo>
                      <a:lnTo>
                        <a:pt x="1330" y="1147"/>
                      </a:lnTo>
                      <a:lnTo>
                        <a:pt x="1330" y="1149"/>
                      </a:lnTo>
                      <a:lnTo>
                        <a:pt x="1329" y="1149"/>
                      </a:lnTo>
                      <a:lnTo>
                        <a:pt x="1329" y="1151"/>
                      </a:lnTo>
                      <a:lnTo>
                        <a:pt x="1327" y="1151"/>
                      </a:lnTo>
                      <a:lnTo>
                        <a:pt x="1325" y="1151"/>
                      </a:lnTo>
                      <a:lnTo>
                        <a:pt x="1325" y="1153"/>
                      </a:lnTo>
                      <a:lnTo>
                        <a:pt x="1325" y="1155"/>
                      </a:lnTo>
                      <a:lnTo>
                        <a:pt x="1327" y="1157"/>
                      </a:lnTo>
                      <a:lnTo>
                        <a:pt x="1325" y="1157"/>
                      </a:lnTo>
                      <a:lnTo>
                        <a:pt x="1323" y="1157"/>
                      </a:lnTo>
                      <a:lnTo>
                        <a:pt x="1321" y="1158"/>
                      </a:lnTo>
                      <a:lnTo>
                        <a:pt x="1321" y="1157"/>
                      </a:lnTo>
                      <a:lnTo>
                        <a:pt x="1319" y="1157"/>
                      </a:lnTo>
                      <a:lnTo>
                        <a:pt x="1319" y="1158"/>
                      </a:lnTo>
                      <a:lnTo>
                        <a:pt x="1318" y="1158"/>
                      </a:lnTo>
                      <a:lnTo>
                        <a:pt x="1319" y="1157"/>
                      </a:lnTo>
                      <a:lnTo>
                        <a:pt x="1318" y="1157"/>
                      </a:lnTo>
                      <a:lnTo>
                        <a:pt x="1318" y="1155"/>
                      </a:lnTo>
                      <a:lnTo>
                        <a:pt x="1319" y="1157"/>
                      </a:lnTo>
                      <a:lnTo>
                        <a:pt x="1319" y="1155"/>
                      </a:lnTo>
                      <a:lnTo>
                        <a:pt x="1318" y="1155"/>
                      </a:lnTo>
                      <a:lnTo>
                        <a:pt x="1319" y="1155"/>
                      </a:lnTo>
                      <a:lnTo>
                        <a:pt x="1321" y="1155"/>
                      </a:lnTo>
                      <a:lnTo>
                        <a:pt x="1319" y="1155"/>
                      </a:lnTo>
                      <a:lnTo>
                        <a:pt x="1319" y="1153"/>
                      </a:lnTo>
                      <a:lnTo>
                        <a:pt x="1319" y="1155"/>
                      </a:lnTo>
                      <a:lnTo>
                        <a:pt x="1318" y="1155"/>
                      </a:lnTo>
                      <a:lnTo>
                        <a:pt x="1319" y="1155"/>
                      </a:lnTo>
                      <a:lnTo>
                        <a:pt x="1318" y="1153"/>
                      </a:lnTo>
                      <a:lnTo>
                        <a:pt x="1318" y="1155"/>
                      </a:lnTo>
                      <a:lnTo>
                        <a:pt x="1318" y="1153"/>
                      </a:lnTo>
                      <a:lnTo>
                        <a:pt x="1319" y="1153"/>
                      </a:lnTo>
                      <a:lnTo>
                        <a:pt x="1318" y="1153"/>
                      </a:lnTo>
                      <a:lnTo>
                        <a:pt x="1319" y="1151"/>
                      </a:lnTo>
                      <a:lnTo>
                        <a:pt x="1318" y="1151"/>
                      </a:lnTo>
                      <a:lnTo>
                        <a:pt x="1318" y="1149"/>
                      </a:lnTo>
                      <a:lnTo>
                        <a:pt x="1316" y="1149"/>
                      </a:lnTo>
                      <a:lnTo>
                        <a:pt x="1318" y="1149"/>
                      </a:lnTo>
                      <a:lnTo>
                        <a:pt x="1316" y="1149"/>
                      </a:lnTo>
                      <a:lnTo>
                        <a:pt x="1316" y="1151"/>
                      </a:lnTo>
                      <a:lnTo>
                        <a:pt x="1318" y="1151"/>
                      </a:lnTo>
                      <a:lnTo>
                        <a:pt x="1318" y="1153"/>
                      </a:lnTo>
                      <a:lnTo>
                        <a:pt x="1318" y="1155"/>
                      </a:lnTo>
                      <a:lnTo>
                        <a:pt x="1318" y="1157"/>
                      </a:lnTo>
                      <a:lnTo>
                        <a:pt x="1318" y="1155"/>
                      </a:lnTo>
                      <a:lnTo>
                        <a:pt x="1318" y="1157"/>
                      </a:lnTo>
                      <a:lnTo>
                        <a:pt x="1318" y="1158"/>
                      </a:lnTo>
                      <a:lnTo>
                        <a:pt x="1318" y="1160"/>
                      </a:lnTo>
                      <a:lnTo>
                        <a:pt x="1316" y="1160"/>
                      </a:lnTo>
                      <a:lnTo>
                        <a:pt x="1316" y="1162"/>
                      </a:lnTo>
                      <a:lnTo>
                        <a:pt x="1316" y="1160"/>
                      </a:lnTo>
                      <a:lnTo>
                        <a:pt x="1314" y="1160"/>
                      </a:lnTo>
                      <a:lnTo>
                        <a:pt x="1314" y="1162"/>
                      </a:lnTo>
                      <a:lnTo>
                        <a:pt x="1314" y="1160"/>
                      </a:lnTo>
                      <a:lnTo>
                        <a:pt x="1314" y="1162"/>
                      </a:lnTo>
                      <a:lnTo>
                        <a:pt x="1316" y="1162"/>
                      </a:lnTo>
                      <a:lnTo>
                        <a:pt x="1318" y="1162"/>
                      </a:lnTo>
                      <a:lnTo>
                        <a:pt x="1319" y="1164"/>
                      </a:lnTo>
                      <a:lnTo>
                        <a:pt x="1319" y="1162"/>
                      </a:lnTo>
                      <a:lnTo>
                        <a:pt x="1319" y="1164"/>
                      </a:lnTo>
                      <a:lnTo>
                        <a:pt x="1319" y="1162"/>
                      </a:lnTo>
                      <a:lnTo>
                        <a:pt x="1319" y="1164"/>
                      </a:lnTo>
                      <a:lnTo>
                        <a:pt x="1319" y="1162"/>
                      </a:lnTo>
                      <a:lnTo>
                        <a:pt x="1321" y="1162"/>
                      </a:lnTo>
                      <a:lnTo>
                        <a:pt x="1323" y="1162"/>
                      </a:lnTo>
                      <a:lnTo>
                        <a:pt x="1323" y="1164"/>
                      </a:lnTo>
                      <a:lnTo>
                        <a:pt x="1323" y="1166"/>
                      </a:lnTo>
                      <a:lnTo>
                        <a:pt x="1321" y="1166"/>
                      </a:lnTo>
                      <a:lnTo>
                        <a:pt x="1321" y="1168"/>
                      </a:lnTo>
                      <a:lnTo>
                        <a:pt x="1321" y="1166"/>
                      </a:lnTo>
                      <a:lnTo>
                        <a:pt x="1319" y="1166"/>
                      </a:lnTo>
                      <a:lnTo>
                        <a:pt x="1318" y="1166"/>
                      </a:lnTo>
                      <a:lnTo>
                        <a:pt x="1316" y="1166"/>
                      </a:lnTo>
                      <a:lnTo>
                        <a:pt x="1314" y="1166"/>
                      </a:lnTo>
                      <a:lnTo>
                        <a:pt x="1312" y="1166"/>
                      </a:lnTo>
                      <a:lnTo>
                        <a:pt x="1310" y="1166"/>
                      </a:lnTo>
                      <a:lnTo>
                        <a:pt x="1310" y="1168"/>
                      </a:lnTo>
                      <a:lnTo>
                        <a:pt x="1310" y="1166"/>
                      </a:lnTo>
                      <a:lnTo>
                        <a:pt x="1312" y="1166"/>
                      </a:lnTo>
                      <a:lnTo>
                        <a:pt x="1310" y="1166"/>
                      </a:lnTo>
                      <a:lnTo>
                        <a:pt x="1312" y="1166"/>
                      </a:lnTo>
                      <a:lnTo>
                        <a:pt x="1312" y="1164"/>
                      </a:lnTo>
                      <a:lnTo>
                        <a:pt x="1312" y="1166"/>
                      </a:lnTo>
                      <a:lnTo>
                        <a:pt x="1312" y="1164"/>
                      </a:lnTo>
                      <a:lnTo>
                        <a:pt x="1312" y="1166"/>
                      </a:lnTo>
                      <a:lnTo>
                        <a:pt x="1312" y="1164"/>
                      </a:lnTo>
                      <a:lnTo>
                        <a:pt x="1314" y="1164"/>
                      </a:lnTo>
                      <a:lnTo>
                        <a:pt x="1314" y="1162"/>
                      </a:lnTo>
                      <a:lnTo>
                        <a:pt x="1316" y="1162"/>
                      </a:lnTo>
                      <a:lnTo>
                        <a:pt x="1314" y="1162"/>
                      </a:lnTo>
                      <a:lnTo>
                        <a:pt x="1316" y="1162"/>
                      </a:lnTo>
                      <a:lnTo>
                        <a:pt x="1314" y="1162"/>
                      </a:lnTo>
                      <a:lnTo>
                        <a:pt x="1312" y="1162"/>
                      </a:lnTo>
                      <a:lnTo>
                        <a:pt x="1312" y="1164"/>
                      </a:lnTo>
                      <a:lnTo>
                        <a:pt x="1310" y="1164"/>
                      </a:lnTo>
                      <a:lnTo>
                        <a:pt x="1310" y="1162"/>
                      </a:lnTo>
                      <a:lnTo>
                        <a:pt x="1310" y="1160"/>
                      </a:lnTo>
                      <a:lnTo>
                        <a:pt x="1310" y="1162"/>
                      </a:lnTo>
                      <a:lnTo>
                        <a:pt x="1310" y="1164"/>
                      </a:lnTo>
                      <a:lnTo>
                        <a:pt x="1310" y="1166"/>
                      </a:lnTo>
                      <a:lnTo>
                        <a:pt x="1310" y="1164"/>
                      </a:lnTo>
                      <a:lnTo>
                        <a:pt x="1310" y="1166"/>
                      </a:lnTo>
                      <a:lnTo>
                        <a:pt x="1308" y="1166"/>
                      </a:lnTo>
                      <a:lnTo>
                        <a:pt x="1308" y="1168"/>
                      </a:lnTo>
                      <a:lnTo>
                        <a:pt x="1310" y="1168"/>
                      </a:lnTo>
                      <a:lnTo>
                        <a:pt x="1310" y="1169"/>
                      </a:lnTo>
                      <a:lnTo>
                        <a:pt x="1310" y="1171"/>
                      </a:lnTo>
                      <a:lnTo>
                        <a:pt x="1308" y="1171"/>
                      </a:lnTo>
                      <a:lnTo>
                        <a:pt x="1310" y="1169"/>
                      </a:lnTo>
                      <a:lnTo>
                        <a:pt x="1308" y="1169"/>
                      </a:lnTo>
                      <a:lnTo>
                        <a:pt x="1307" y="1169"/>
                      </a:lnTo>
                      <a:lnTo>
                        <a:pt x="1305" y="1169"/>
                      </a:lnTo>
                      <a:lnTo>
                        <a:pt x="1303" y="1169"/>
                      </a:lnTo>
                      <a:lnTo>
                        <a:pt x="1305" y="1169"/>
                      </a:lnTo>
                      <a:lnTo>
                        <a:pt x="1307" y="1169"/>
                      </a:lnTo>
                      <a:lnTo>
                        <a:pt x="1308" y="1169"/>
                      </a:lnTo>
                      <a:lnTo>
                        <a:pt x="1310" y="1169"/>
                      </a:lnTo>
                      <a:lnTo>
                        <a:pt x="1308" y="1171"/>
                      </a:lnTo>
                      <a:lnTo>
                        <a:pt x="1310" y="1171"/>
                      </a:lnTo>
                      <a:lnTo>
                        <a:pt x="1310" y="1169"/>
                      </a:lnTo>
                      <a:lnTo>
                        <a:pt x="1312" y="1169"/>
                      </a:lnTo>
                      <a:lnTo>
                        <a:pt x="1312" y="1171"/>
                      </a:lnTo>
                      <a:lnTo>
                        <a:pt x="1314" y="1171"/>
                      </a:lnTo>
                      <a:lnTo>
                        <a:pt x="1314" y="1169"/>
                      </a:lnTo>
                      <a:lnTo>
                        <a:pt x="1316" y="1169"/>
                      </a:lnTo>
                      <a:lnTo>
                        <a:pt x="1316" y="1171"/>
                      </a:lnTo>
                      <a:lnTo>
                        <a:pt x="1318" y="1171"/>
                      </a:lnTo>
                      <a:lnTo>
                        <a:pt x="1318" y="1173"/>
                      </a:lnTo>
                      <a:lnTo>
                        <a:pt x="1318" y="1175"/>
                      </a:lnTo>
                      <a:lnTo>
                        <a:pt x="1316" y="1175"/>
                      </a:lnTo>
                      <a:lnTo>
                        <a:pt x="1316" y="1173"/>
                      </a:lnTo>
                      <a:lnTo>
                        <a:pt x="1316" y="1175"/>
                      </a:lnTo>
                      <a:lnTo>
                        <a:pt x="1314" y="1175"/>
                      </a:lnTo>
                      <a:lnTo>
                        <a:pt x="1316" y="1175"/>
                      </a:lnTo>
                      <a:lnTo>
                        <a:pt x="1316" y="1177"/>
                      </a:lnTo>
                      <a:lnTo>
                        <a:pt x="1314" y="1177"/>
                      </a:lnTo>
                      <a:lnTo>
                        <a:pt x="1316" y="1177"/>
                      </a:lnTo>
                      <a:lnTo>
                        <a:pt x="1316" y="1179"/>
                      </a:lnTo>
                      <a:lnTo>
                        <a:pt x="1316" y="1177"/>
                      </a:lnTo>
                      <a:lnTo>
                        <a:pt x="1316" y="1179"/>
                      </a:lnTo>
                      <a:lnTo>
                        <a:pt x="1316" y="1177"/>
                      </a:lnTo>
                      <a:lnTo>
                        <a:pt x="1318" y="1177"/>
                      </a:lnTo>
                      <a:lnTo>
                        <a:pt x="1318" y="1179"/>
                      </a:lnTo>
                      <a:lnTo>
                        <a:pt x="1318" y="1177"/>
                      </a:lnTo>
                      <a:lnTo>
                        <a:pt x="1319" y="1177"/>
                      </a:lnTo>
                      <a:lnTo>
                        <a:pt x="1319" y="1179"/>
                      </a:lnTo>
                      <a:lnTo>
                        <a:pt x="1321" y="1179"/>
                      </a:lnTo>
                      <a:lnTo>
                        <a:pt x="1321" y="1180"/>
                      </a:lnTo>
                      <a:lnTo>
                        <a:pt x="1319" y="1180"/>
                      </a:lnTo>
                      <a:lnTo>
                        <a:pt x="1319" y="1179"/>
                      </a:lnTo>
                      <a:lnTo>
                        <a:pt x="1318" y="1179"/>
                      </a:lnTo>
                      <a:lnTo>
                        <a:pt x="1318" y="1180"/>
                      </a:lnTo>
                      <a:lnTo>
                        <a:pt x="1319" y="1180"/>
                      </a:lnTo>
                      <a:lnTo>
                        <a:pt x="1321" y="1180"/>
                      </a:lnTo>
                      <a:lnTo>
                        <a:pt x="1321" y="1182"/>
                      </a:lnTo>
                      <a:lnTo>
                        <a:pt x="1323" y="1184"/>
                      </a:lnTo>
                      <a:lnTo>
                        <a:pt x="1321" y="1184"/>
                      </a:lnTo>
                      <a:lnTo>
                        <a:pt x="1321" y="1186"/>
                      </a:lnTo>
                      <a:lnTo>
                        <a:pt x="1319" y="1188"/>
                      </a:lnTo>
                      <a:lnTo>
                        <a:pt x="1319" y="1189"/>
                      </a:lnTo>
                      <a:lnTo>
                        <a:pt x="1318" y="1189"/>
                      </a:lnTo>
                      <a:lnTo>
                        <a:pt x="1316" y="1189"/>
                      </a:lnTo>
                      <a:lnTo>
                        <a:pt x="1316" y="1191"/>
                      </a:lnTo>
                      <a:lnTo>
                        <a:pt x="1314" y="1191"/>
                      </a:lnTo>
                      <a:lnTo>
                        <a:pt x="1312" y="1191"/>
                      </a:lnTo>
                      <a:lnTo>
                        <a:pt x="1310" y="1191"/>
                      </a:lnTo>
                      <a:lnTo>
                        <a:pt x="1312" y="1191"/>
                      </a:lnTo>
                      <a:lnTo>
                        <a:pt x="1310" y="1191"/>
                      </a:lnTo>
                      <a:lnTo>
                        <a:pt x="1310" y="1193"/>
                      </a:lnTo>
                      <a:lnTo>
                        <a:pt x="1310" y="1191"/>
                      </a:lnTo>
                      <a:lnTo>
                        <a:pt x="1308" y="1191"/>
                      </a:lnTo>
                      <a:lnTo>
                        <a:pt x="1308" y="1193"/>
                      </a:lnTo>
                      <a:lnTo>
                        <a:pt x="1308" y="1191"/>
                      </a:lnTo>
                      <a:lnTo>
                        <a:pt x="1307" y="1191"/>
                      </a:lnTo>
                      <a:lnTo>
                        <a:pt x="1305" y="1191"/>
                      </a:lnTo>
                      <a:lnTo>
                        <a:pt x="1305" y="1189"/>
                      </a:lnTo>
                      <a:lnTo>
                        <a:pt x="1305" y="1191"/>
                      </a:lnTo>
                      <a:lnTo>
                        <a:pt x="1303" y="1191"/>
                      </a:lnTo>
                      <a:lnTo>
                        <a:pt x="1303" y="1189"/>
                      </a:lnTo>
                      <a:lnTo>
                        <a:pt x="1303" y="1191"/>
                      </a:lnTo>
                      <a:lnTo>
                        <a:pt x="1301" y="1191"/>
                      </a:lnTo>
                      <a:lnTo>
                        <a:pt x="1301" y="1193"/>
                      </a:lnTo>
                      <a:lnTo>
                        <a:pt x="1301" y="1191"/>
                      </a:lnTo>
                      <a:lnTo>
                        <a:pt x="1301" y="1189"/>
                      </a:lnTo>
                      <a:lnTo>
                        <a:pt x="1301" y="1188"/>
                      </a:lnTo>
                      <a:lnTo>
                        <a:pt x="1299" y="1188"/>
                      </a:lnTo>
                      <a:lnTo>
                        <a:pt x="1299" y="1186"/>
                      </a:lnTo>
                      <a:lnTo>
                        <a:pt x="1299" y="1188"/>
                      </a:lnTo>
                      <a:lnTo>
                        <a:pt x="1299" y="1186"/>
                      </a:lnTo>
                      <a:lnTo>
                        <a:pt x="1298" y="1186"/>
                      </a:lnTo>
                      <a:lnTo>
                        <a:pt x="1299" y="1186"/>
                      </a:lnTo>
                      <a:lnTo>
                        <a:pt x="1301" y="1186"/>
                      </a:lnTo>
                      <a:lnTo>
                        <a:pt x="1303" y="1186"/>
                      </a:lnTo>
                      <a:lnTo>
                        <a:pt x="1301" y="1188"/>
                      </a:lnTo>
                      <a:lnTo>
                        <a:pt x="1303" y="1188"/>
                      </a:lnTo>
                      <a:lnTo>
                        <a:pt x="1303" y="1186"/>
                      </a:lnTo>
                      <a:lnTo>
                        <a:pt x="1303" y="1184"/>
                      </a:lnTo>
                      <a:lnTo>
                        <a:pt x="1303" y="1186"/>
                      </a:lnTo>
                      <a:lnTo>
                        <a:pt x="1303" y="1184"/>
                      </a:lnTo>
                      <a:lnTo>
                        <a:pt x="1301" y="1184"/>
                      </a:lnTo>
                      <a:lnTo>
                        <a:pt x="1301" y="1186"/>
                      </a:lnTo>
                      <a:lnTo>
                        <a:pt x="1301" y="1184"/>
                      </a:lnTo>
                      <a:lnTo>
                        <a:pt x="1301" y="1186"/>
                      </a:lnTo>
                      <a:lnTo>
                        <a:pt x="1301" y="1184"/>
                      </a:lnTo>
                      <a:lnTo>
                        <a:pt x="1299" y="1184"/>
                      </a:lnTo>
                      <a:lnTo>
                        <a:pt x="1299" y="1182"/>
                      </a:lnTo>
                      <a:lnTo>
                        <a:pt x="1299" y="1184"/>
                      </a:lnTo>
                      <a:lnTo>
                        <a:pt x="1299" y="1182"/>
                      </a:lnTo>
                      <a:lnTo>
                        <a:pt x="1298" y="1182"/>
                      </a:lnTo>
                      <a:lnTo>
                        <a:pt x="1298" y="1180"/>
                      </a:lnTo>
                      <a:lnTo>
                        <a:pt x="1298" y="1182"/>
                      </a:lnTo>
                      <a:lnTo>
                        <a:pt x="1298" y="1180"/>
                      </a:lnTo>
                      <a:lnTo>
                        <a:pt x="1298" y="1179"/>
                      </a:lnTo>
                      <a:lnTo>
                        <a:pt x="1296" y="1179"/>
                      </a:lnTo>
                      <a:lnTo>
                        <a:pt x="1294" y="1179"/>
                      </a:lnTo>
                      <a:lnTo>
                        <a:pt x="1294" y="1177"/>
                      </a:lnTo>
                      <a:lnTo>
                        <a:pt x="1296" y="1177"/>
                      </a:lnTo>
                      <a:lnTo>
                        <a:pt x="1296" y="1175"/>
                      </a:lnTo>
                      <a:lnTo>
                        <a:pt x="1296" y="1177"/>
                      </a:lnTo>
                      <a:lnTo>
                        <a:pt x="1298" y="1175"/>
                      </a:lnTo>
                      <a:lnTo>
                        <a:pt x="1296" y="1175"/>
                      </a:lnTo>
                      <a:lnTo>
                        <a:pt x="1296" y="1177"/>
                      </a:lnTo>
                      <a:lnTo>
                        <a:pt x="1296" y="1175"/>
                      </a:lnTo>
                      <a:lnTo>
                        <a:pt x="1298" y="1175"/>
                      </a:lnTo>
                      <a:lnTo>
                        <a:pt x="1296" y="1175"/>
                      </a:lnTo>
                      <a:lnTo>
                        <a:pt x="1296" y="1177"/>
                      </a:lnTo>
                      <a:lnTo>
                        <a:pt x="1296" y="1175"/>
                      </a:lnTo>
                      <a:lnTo>
                        <a:pt x="1294" y="1175"/>
                      </a:lnTo>
                      <a:lnTo>
                        <a:pt x="1294" y="1173"/>
                      </a:lnTo>
                      <a:lnTo>
                        <a:pt x="1294" y="1171"/>
                      </a:lnTo>
                      <a:lnTo>
                        <a:pt x="1294" y="1173"/>
                      </a:lnTo>
                      <a:lnTo>
                        <a:pt x="1294" y="1171"/>
                      </a:lnTo>
                      <a:lnTo>
                        <a:pt x="1292" y="1171"/>
                      </a:lnTo>
                      <a:lnTo>
                        <a:pt x="1292" y="1169"/>
                      </a:lnTo>
                      <a:lnTo>
                        <a:pt x="1292" y="1168"/>
                      </a:lnTo>
                      <a:lnTo>
                        <a:pt x="1292" y="1166"/>
                      </a:lnTo>
                      <a:lnTo>
                        <a:pt x="1292" y="1164"/>
                      </a:lnTo>
                      <a:lnTo>
                        <a:pt x="1292" y="1166"/>
                      </a:lnTo>
                      <a:lnTo>
                        <a:pt x="1292" y="1164"/>
                      </a:lnTo>
                      <a:lnTo>
                        <a:pt x="1292" y="1162"/>
                      </a:lnTo>
                      <a:lnTo>
                        <a:pt x="1292" y="1160"/>
                      </a:lnTo>
                      <a:lnTo>
                        <a:pt x="1292" y="1158"/>
                      </a:lnTo>
                      <a:lnTo>
                        <a:pt x="1294" y="1158"/>
                      </a:lnTo>
                      <a:lnTo>
                        <a:pt x="1296" y="1158"/>
                      </a:lnTo>
                      <a:lnTo>
                        <a:pt x="1296" y="1157"/>
                      </a:lnTo>
                      <a:lnTo>
                        <a:pt x="1296" y="1155"/>
                      </a:lnTo>
                      <a:lnTo>
                        <a:pt x="1296" y="1153"/>
                      </a:lnTo>
                      <a:lnTo>
                        <a:pt x="1294" y="1153"/>
                      </a:lnTo>
                      <a:lnTo>
                        <a:pt x="1296" y="1153"/>
                      </a:lnTo>
                      <a:lnTo>
                        <a:pt x="1298" y="1153"/>
                      </a:lnTo>
                      <a:lnTo>
                        <a:pt x="1299" y="1153"/>
                      </a:lnTo>
                      <a:lnTo>
                        <a:pt x="1299" y="1151"/>
                      </a:lnTo>
                      <a:lnTo>
                        <a:pt x="1299" y="1153"/>
                      </a:lnTo>
                      <a:lnTo>
                        <a:pt x="1301" y="1153"/>
                      </a:lnTo>
                      <a:lnTo>
                        <a:pt x="1299" y="1151"/>
                      </a:lnTo>
                      <a:lnTo>
                        <a:pt x="1299" y="1149"/>
                      </a:lnTo>
                      <a:lnTo>
                        <a:pt x="1301" y="1149"/>
                      </a:lnTo>
                      <a:lnTo>
                        <a:pt x="1299" y="1149"/>
                      </a:lnTo>
                      <a:lnTo>
                        <a:pt x="1301" y="1147"/>
                      </a:lnTo>
                      <a:lnTo>
                        <a:pt x="1299" y="1147"/>
                      </a:lnTo>
                      <a:lnTo>
                        <a:pt x="1299" y="1149"/>
                      </a:lnTo>
                      <a:lnTo>
                        <a:pt x="1298" y="1149"/>
                      </a:lnTo>
                      <a:lnTo>
                        <a:pt x="1296" y="1149"/>
                      </a:lnTo>
                      <a:lnTo>
                        <a:pt x="1296" y="1147"/>
                      </a:lnTo>
                      <a:lnTo>
                        <a:pt x="1296" y="1146"/>
                      </a:lnTo>
                      <a:lnTo>
                        <a:pt x="1294" y="1146"/>
                      </a:lnTo>
                      <a:lnTo>
                        <a:pt x="1294" y="1144"/>
                      </a:lnTo>
                      <a:lnTo>
                        <a:pt x="1294" y="1146"/>
                      </a:lnTo>
                      <a:lnTo>
                        <a:pt x="1296" y="1147"/>
                      </a:lnTo>
                      <a:lnTo>
                        <a:pt x="1294" y="1147"/>
                      </a:lnTo>
                      <a:lnTo>
                        <a:pt x="1296" y="1147"/>
                      </a:lnTo>
                      <a:lnTo>
                        <a:pt x="1294" y="1147"/>
                      </a:lnTo>
                      <a:lnTo>
                        <a:pt x="1294" y="1149"/>
                      </a:lnTo>
                      <a:lnTo>
                        <a:pt x="1294" y="1147"/>
                      </a:lnTo>
                      <a:lnTo>
                        <a:pt x="1292" y="1147"/>
                      </a:lnTo>
                      <a:lnTo>
                        <a:pt x="1290" y="1146"/>
                      </a:lnTo>
                      <a:lnTo>
                        <a:pt x="1292" y="1146"/>
                      </a:lnTo>
                      <a:lnTo>
                        <a:pt x="1290" y="1146"/>
                      </a:lnTo>
                      <a:lnTo>
                        <a:pt x="1292" y="1144"/>
                      </a:lnTo>
                      <a:lnTo>
                        <a:pt x="1290" y="1144"/>
                      </a:lnTo>
                      <a:lnTo>
                        <a:pt x="1292" y="1144"/>
                      </a:lnTo>
                      <a:lnTo>
                        <a:pt x="1290" y="1144"/>
                      </a:lnTo>
                      <a:lnTo>
                        <a:pt x="1292" y="1144"/>
                      </a:lnTo>
                      <a:lnTo>
                        <a:pt x="1290" y="1144"/>
                      </a:lnTo>
                      <a:lnTo>
                        <a:pt x="1290" y="1146"/>
                      </a:lnTo>
                      <a:lnTo>
                        <a:pt x="1290" y="1144"/>
                      </a:lnTo>
                      <a:lnTo>
                        <a:pt x="1288" y="1144"/>
                      </a:lnTo>
                      <a:lnTo>
                        <a:pt x="1290" y="1144"/>
                      </a:lnTo>
                      <a:lnTo>
                        <a:pt x="1288" y="1144"/>
                      </a:lnTo>
                      <a:lnTo>
                        <a:pt x="1288" y="1142"/>
                      </a:lnTo>
                      <a:lnTo>
                        <a:pt x="1288" y="1144"/>
                      </a:lnTo>
                      <a:lnTo>
                        <a:pt x="1288" y="1142"/>
                      </a:lnTo>
                      <a:lnTo>
                        <a:pt x="1288" y="1140"/>
                      </a:lnTo>
                      <a:lnTo>
                        <a:pt x="1288" y="1142"/>
                      </a:lnTo>
                      <a:lnTo>
                        <a:pt x="1288" y="1140"/>
                      </a:lnTo>
                      <a:lnTo>
                        <a:pt x="1287" y="1140"/>
                      </a:lnTo>
                      <a:lnTo>
                        <a:pt x="1288" y="1140"/>
                      </a:lnTo>
                      <a:lnTo>
                        <a:pt x="1288" y="1138"/>
                      </a:lnTo>
                      <a:lnTo>
                        <a:pt x="1287" y="1138"/>
                      </a:lnTo>
                      <a:lnTo>
                        <a:pt x="1287" y="1140"/>
                      </a:lnTo>
                      <a:lnTo>
                        <a:pt x="1285" y="1140"/>
                      </a:lnTo>
                      <a:lnTo>
                        <a:pt x="1287" y="1140"/>
                      </a:lnTo>
                      <a:lnTo>
                        <a:pt x="1287" y="1142"/>
                      </a:lnTo>
                      <a:lnTo>
                        <a:pt x="1285" y="1142"/>
                      </a:lnTo>
                      <a:lnTo>
                        <a:pt x="1287" y="1142"/>
                      </a:lnTo>
                      <a:lnTo>
                        <a:pt x="1288" y="1144"/>
                      </a:lnTo>
                      <a:lnTo>
                        <a:pt x="1288" y="1146"/>
                      </a:lnTo>
                      <a:lnTo>
                        <a:pt x="1287" y="1146"/>
                      </a:lnTo>
                      <a:lnTo>
                        <a:pt x="1287" y="1147"/>
                      </a:lnTo>
                      <a:lnTo>
                        <a:pt x="1285" y="1147"/>
                      </a:lnTo>
                      <a:lnTo>
                        <a:pt x="1283" y="1147"/>
                      </a:lnTo>
                      <a:lnTo>
                        <a:pt x="1283" y="1149"/>
                      </a:lnTo>
                      <a:lnTo>
                        <a:pt x="1281" y="1149"/>
                      </a:lnTo>
                      <a:lnTo>
                        <a:pt x="1279" y="1149"/>
                      </a:lnTo>
                      <a:lnTo>
                        <a:pt x="1279" y="1147"/>
                      </a:lnTo>
                      <a:lnTo>
                        <a:pt x="1279" y="1149"/>
                      </a:lnTo>
                      <a:lnTo>
                        <a:pt x="1277" y="1149"/>
                      </a:lnTo>
                      <a:lnTo>
                        <a:pt x="1276" y="1149"/>
                      </a:lnTo>
                      <a:lnTo>
                        <a:pt x="1276" y="1147"/>
                      </a:lnTo>
                      <a:lnTo>
                        <a:pt x="1276" y="1149"/>
                      </a:lnTo>
                      <a:lnTo>
                        <a:pt x="1276" y="1151"/>
                      </a:lnTo>
                      <a:lnTo>
                        <a:pt x="1274" y="1151"/>
                      </a:lnTo>
                      <a:lnTo>
                        <a:pt x="1272" y="1151"/>
                      </a:lnTo>
                      <a:lnTo>
                        <a:pt x="1272" y="1149"/>
                      </a:lnTo>
                      <a:lnTo>
                        <a:pt x="1270" y="1149"/>
                      </a:lnTo>
                      <a:lnTo>
                        <a:pt x="1268" y="1149"/>
                      </a:lnTo>
                      <a:lnTo>
                        <a:pt x="1270" y="1147"/>
                      </a:lnTo>
                      <a:lnTo>
                        <a:pt x="1272" y="1147"/>
                      </a:lnTo>
                      <a:lnTo>
                        <a:pt x="1274" y="1146"/>
                      </a:lnTo>
                      <a:lnTo>
                        <a:pt x="1272" y="1146"/>
                      </a:lnTo>
                      <a:lnTo>
                        <a:pt x="1272" y="1144"/>
                      </a:lnTo>
                      <a:lnTo>
                        <a:pt x="1270" y="1144"/>
                      </a:lnTo>
                      <a:lnTo>
                        <a:pt x="1270" y="1142"/>
                      </a:lnTo>
                      <a:lnTo>
                        <a:pt x="1272" y="1142"/>
                      </a:lnTo>
                      <a:lnTo>
                        <a:pt x="1272" y="1140"/>
                      </a:lnTo>
                      <a:lnTo>
                        <a:pt x="1274" y="1140"/>
                      </a:lnTo>
                      <a:lnTo>
                        <a:pt x="1274" y="1138"/>
                      </a:lnTo>
                      <a:lnTo>
                        <a:pt x="1276" y="1138"/>
                      </a:lnTo>
                      <a:lnTo>
                        <a:pt x="1274" y="1138"/>
                      </a:lnTo>
                      <a:lnTo>
                        <a:pt x="1274" y="1140"/>
                      </a:lnTo>
                      <a:lnTo>
                        <a:pt x="1272" y="1140"/>
                      </a:lnTo>
                      <a:lnTo>
                        <a:pt x="1272" y="1142"/>
                      </a:lnTo>
                      <a:lnTo>
                        <a:pt x="1270" y="1142"/>
                      </a:lnTo>
                      <a:lnTo>
                        <a:pt x="1270" y="1144"/>
                      </a:lnTo>
                      <a:lnTo>
                        <a:pt x="1268" y="1144"/>
                      </a:lnTo>
                      <a:lnTo>
                        <a:pt x="1270" y="1144"/>
                      </a:lnTo>
                      <a:lnTo>
                        <a:pt x="1270" y="1142"/>
                      </a:lnTo>
                      <a:lnTo>
                        <a:pt x="1268" y="1142"/>
                      </a:lnTo>
                      <a:lnTo>
                        <a:pt x="1268" y="1144"/>
                      </a:lnTo>
                      <a:lnTo>
                        <a:pt x="1268" y="1142"/>
                      </a:lnTo>
                      <a:lnTo>
                        <a:pt x="1268" y="1144"/>
                      </a:lnTo>
                      <a:lnTo>
                        <a:pt x="1266" y="1144"/>
                      </a:lnTo>
                      <a:lnTo>
                        <a:pt x="1265" y="1144"/>
                      </a:lnTo>
                      <a:lnTo>
                        <a:pt x="1265" y="1142"/>
                      </a:lnTo>
                      <a:lnTo>
                        <a:pt x="1263" y="1142"/>
                      </a:lnTo>
                      <a:lnTo>
                        <a:pt x="1263" y="1140"/>
                      </a:lnTo>
                      <a:lnTo>
                        <a:pt x="1263" y="1138"/>
                      </a:lnTo>
                      <a:lnTo>
                        <a:pt x="1265" y="1138"/>
                      </a:lnTo>
                      <a:lnTo>
                        <a:pt x="1263" y="1138"/>
                      </a:lnTo>
                      <a:lnTo>
                        <a:pt x="1265" y="1136"/>
                      </a:lnTo>
                      <a:lnTo>
                        <a:pt x="1263" y="1138"/>
                      </a:lnTo>
                      <a:lnTo>
                        <a:pt x="1263" y="1136"/>
                      </a:lnTo>
                      <a:lnTo>
                        <a:pt x="1261" y="1136"/>
                      </a:lnTo>
                      <a:lnTo>
                        <a:pt x="1261" y="1135"/>
                      </a:lnTo>
                      <a:lnTo>
                        <a:pt x="1259" y="1135"/>
                      </a:lnTo>
                      <a:lnTo>
                        <a:pt x="1261" y="1135"/>
                      </a:lnTo>
                      <a:lnTo>
                        <a:pt x="1261" y="1136"/>
                      </a:lnTo>
                      <a:lnTo>
                        <a:pt x="1263" y="1136"/>
                      </a:lnTo>
                      <a:lnTo>
                        <a:pt x="1261" y="1136"/>
                      </a:lnTo>
                      <a:lnTo>
                        <a:pt x="1263" y="1136"/>
                      </a:lnTo>
                      <a:lnTo>
                        <a:pt x="1263" y="1138"/>
                      </a:lnTo>
                      <a:lnTo>
                        <a:pt x="1261" y="1138"/>
                      </a:lnTo>
                      <a:lnTo>
                        <a:pt x="1261" y="1140"/>
                      </a:lnTo>
                      <a:lnTo>
                        <a:pt x="1261" y="1138"/>
                      </a:lnTo>
                      <a:lnTo>
                        <a:pt x="1261" y="1140"/>
                      </a:lnTo>
                      <a:lnTo>
                        <a:pt x="1263" y="1142"/>
                      </a:lnTo>
                      <a:lnTo>
                        <a:pt x="1261" y="1142"/>
                      </a:lnTo>
                      <a:lnTo>
                        <a:pt x="1263" y="1142"/>
                      </a:lnTo>
                      <a:lnTo>
                        <a:pt x="1261" y="1142"/>
                      </a:lnTo>
                      <a:lnTo>
                        <a:pt x="1259" y="1142"/>
                      </a:lnTo>
                      <a:lnTo>
                        <a:pt x="1259" y="1144"/>
                      </a:lnTo>
                      <a:lnTo>
                        <a:pt x="1257" y="1144"/>
                      </a:lnTo>
                      <a:lnTo>
                        <a:pt x="1257" y="1142"/>
                      </a:lnTo>
                      <a:lnTo>
                        <a:pt x="1257" y="1140"/>
                      </a:lnTo>
                      <a:lnTo>
                        <a:pt x="1257" y="1142"/>
                      </a:lnTo>
                      <a:lnTo>
                        <a:pt x="1257" y="1140"/>
                      </a:lnTo>
                      <a:lnTo>
                        <a:pt x="1259" y="1140"/>
                      </a:lnTo>
                      <a:lnTo>
                        <a:pt x="1257" y="1140"/>
                      </a:lnTo>
                      <a:lnTo>
                        <a:pt x="1257" y="1142"/>
                      </a:lnTo>
                      <a:lnTo>
                        <a:pt x="1257" y="1140"/>
                      </a:lnTo>
                      <a:lnTo>
                        <a:pt x="1257" y="1138"/>
                      </a:lnTo>
                      <a:lnTo>
                        <a:pt x="1256" y="1138"/>
                      </a:lnTo>
                      <a:lnTo>
                        <a:pt x="1257" y="1138"/>
                      </a:lnTo>
                      <a:lnTo>
                        <a:pt x="1257" y="1140"/>
                      </a:lnTo>
                      <a:lnTo>
                        <a:pt x="1256" y="1140"/>
                      </a:lnTo>
                      <a:lnTo>
                        <a:pt x="1256" y="1138"/>
                      </a:lnTo>
                      <a:lnTo>
                        <a:pt x="1254" y="1138"/>
                      </a:lnTo>
                      <a:lnTo>
                        <a:pt x="1256" y="1138"/>
                      </a:lnTo>
                      <a:lnTo>
                        <a:pt x="1256" y="1136"/>
                      </a:lnTo>
                      <a:lnTo>
                        <a:pt x="1254" y="1138"/>
                      </a:lnTo>
                      <a:lnTo>
                        <a:pt x="1254" y="1136"/>
                      </a:lnTo>
                      <a:lnTo>
                        <a:pt x="1254" y="1138"/>
                      </a:lnTo>
                      <a:lnTo>
                        <a:pt x="1254" y="1140"/>
                      </a:lnTo>
                      <a:lnTo>
                        <a:pt x="1254" y="1138"/>
                      </a:lnTo>
                      <a:lnTo>
                        <a:pt x="1252" y="1138"/>
                      </a:lnTo>
                      <a:lnTo>
                        <a:pt x="1252" y="1136"/>
                      </a:lnTo>
                      <a:lnTo>
                        <a:pt x="1252" y="1135"/>
                      </a:lnTo>
                      <a:lnTo>
                        <a:pt x="1254" y="1135"/>
                      </a:lnTo>
                      <a:lnTo>
                        <a:pt x="1254" y="1133"/>
                      </a:lnTo>
                      <a:lnTo>
                        <a:pt x="1252" y="1133"/>
                      </a:lnTo>
                      <a:lnTo>
                        <a:pt x="1250" y="1133"/>
                      </a:lnTo>
                      <a:lnTo>
                        <a:pt x="1252" y="1133"/>
                      </a:lnTo>
                      <a:lnTo>
                        <a:pt x="1250" y="1135"/>
                      </a:lnTo>
                      <a:lnTo>
                        <a:pt x="1250" y="1133"/>
                      </a:lnTo>
                      <a:lnTo>
                        <a:pt x="1252" y="1133"/>
                      </a:lnTo>
                      <a:lnTo>
                        <a:pt x="1252" y="1131"/>
                      </a:lnTo>
                      <a:lnTo>
                        <a:pt x="1252" y="1133"/>
                      </a:lnTo>
                      <a:lnTo>
                        <a:pt x="1250" y="1133"/>
                      </a:lnTo>
                      <a:lnTo>
                        <a:pt x="1250" y="1135"/>
                      </a:lnTo>
                      <a:lnTo>
                        <a:pt x="1248" y="1135"/>
                      </a:lnTo>
                      <a:lnTo>
                        <a:pt x="1248" y="1133"/>
                      </a:lnTo>
                      <a:lnTo>
                        <a:pt x="1248" y="1131"/>
                      </a:lnTo>
                      <a:lnTo>
                        <a:pt x="1248" y="1133"/>
                      </a:lnTo>
                      <a:lnTo>
                        <a:pt x="1248" y="1135"/>
                      </a:lnTo>
                      <a:lnTo>
                        <a:pt x="1250" y="1135"/>
                      </a:lnTo>
                      <a:lnTo>
                        <a:pt x="1250" y="1136"/>
                      </a:lnTo>
                      <a:lnTo>
                        <a:pt x="1250" y="1138"/>
                      </a:lnTo>
                      <a:lnTo>
                        <a:pt x="1252" y="1138"/>
                      </a:lnTo>
                      <a:lnTo>
                        <a:pt x="1250" y="1138"/>
                      </a:lnTo>
                      <a:lnTo>
                        <a:pt x="1248" y="1138"/>
                      </a:lnTo>
                      <a:lnTo>
                        <a:pt x="1250" y="1138"/>
                      </a:lnTo>
                      <a:lnTo>
                        <a:pt x="1250" y="1140"/>
                      </a:lnTo>
                      <a:lnTo>
                        <a:pt x="1250" y="1138"/>
                      </a:lnTo>
                      <a:lnTo>
                        <a:pt x="1252" y="1138"/>
                      </a:lnTo>
                      <a:lnTo>
                        <a:pt x="1252" y="1140"/>
                      </a:lnTo>
                      <a:lnTo>
                        <a:pt x="1250" y="1140"/>
                      </a:lnTo>
                      <a:lnTo>
                        <a:pt x="1252" y="1140"/>
                      </a:lnTo>
                      <a:lnTo>
                        <a:pt x="1252" y="1142"/>
                      </a:lnTo>
                      <a:lnTo>
                        <a:pt x="1252" y="1140"/>
                      </a:lnTo>
                      <a:lnTo>
                        <a:pt x="1252" y="1142"/>
                      </a:lnTo>
                      <a:lnTo>
                        <a:pt x="1250" y="1142"/>
                      </a:lnTo>
                      <a:lnTo>
                        <a:pt x="1250" y="1144"/>
                      </a:lnTo>
                      <a:lnTo>
                        <a:pt x="1248" y="1144"/>
                      </a:lnTo>
                      <a:lnTo>
                        <a:pt x="1250" y="1144"/>
                      </a:lnTo>
                      <a:lnTo>
                        <a:pt x="1248" y="1144"/>
                      </a:lnTo>
                      <a:lnTo>
                        <a:pt x="1248" y="1146"/>
                      </a:lnTo>
                      <a:lnTo>
                        <a:pt x="1246" y="1146"/>
                      </a:lnTo>
                      <a:lnTo>
                        <a:pt x="1246" y="1144"/>
                      </a:lnTo>
                      <a:lnTo>
                        <a:pt x="1248" y="1144"/>
                      </a:lnTo>
                      <a:lnTo>
                        <a:pt x="1246" y="1144"/>
                      </a:lnTo>
                      <a:lnTo>
                        <a:pt x="1246" y="1142"/>
                      </a:lnTo>
                      <a:lnTo>
                        <a:pt x="1248" y="1142"/>
                      </a:lnTo>
                      <a:lnTo>
                        <a:pt x="1248" y="1140"/>
                      </a:lnTo>
                      <a:lnTo>
                        <a:pt x="1248" y="1142"/>
                      </a:lnTo>
                      <a:lnTo>
                        <a:pt x="1246" y="1142"/>
                      </a:lnTo>
                      <a:lnTo>
                        <a:pt x="1246" y="1140"/>
                      </a:lnTo>
                      <a:lnTo>
                        <a:pt x="1246" y="1142"/>
                      </a:lnTo>
                      <a:lnTo>
                        <a:pt x="1246" y="1140"/>
                      </a:lnTo>
                      <a:lnTo>
                        <a:pt x="1245" y="1140"/>
                      </a:lnTo>
                      <a:lnTo>
                        <a:pt x="1245" y="1142"/>
                      </a:lnTo>
                      <a:lnTo>
                        <a:pt x="1246" y="1142"/>
                      </a:lnTo>
                      <a:lnTo>
                        <a:pt x="1245" y="1142"/>
                      </a:lnTo>
                      <a:lnTo>
                        <a:pt x="1246" y="1142"/>
                      </a:lnTo>
                      <a:lnTo>
                        <a:pt x="1245" y="1142"/>
                      </a:lnTo>
                      <a:lnTo>
                        <a:pt x="1245" y="1144"/>
                      </a:lnTo>
                      <a:lnTo>
                        <a:pt x="1245" y="1142"/>
                      </a:lnTo>
                      <a:lnTo>
                        <a:pt x="1245" y="1144"/>
                      </a:lnTo>
                      <a:lnTo>
                        <a:pt x="1243" y="1144"/>
                      </a:lnTo>
                      <a:lnTo>
                        <a:pt x="1243" y="1142"/>
                      </a:lnTo>
                      <a:lnTo>
                        <a:pt x="1245" y="1142"/>
                      </a:lnTo>
                      <a:lnTo>
                        <a:pt x="1245" y="1140"/>
                      </a:lnTo>
                      <a:lnTo>
                        <a:pt x="1243" y="1140"/>
                      </a:lnTo>
                      <a:lnTo>
                        <a:pt x="1245" y="1140"/>
                      </a:lnTo>
                      <a:lnTo>
                        <a:pt x="1245" y="1138"/>
                      </a:lnTo>
                      <a:lnTo>
                        <a:pt x="1245" y="1140"/>
                      </a:lnTo>
                      <a:lnTo>
                        <a:pt x="1243" y="1140"/>
                      </a:lnTo>
                      <a:lnTo>
                        <a:pt x="1245" y="1140"/>
                      </a:lnTo>
                      <a:lnTo>
                        <a:pt x="1245" y="1142"/>
                      </a:lnTo>
                      <a:lnTo>
                        <a:pt x="1245" y="1140"/>
                      </a:lnTo>
                      <a:lnTo>
                        <a:pt x="1245" y="1142"/>
                      </a:lnTo>
                      <a:lnTo>
                        <a:pt x="1245" y="1140"/>
                      </a:lnTo>
                      <a:lnTo>
                        <a:pt x="1245" y="1142"/>
                      </a:lnTo>
                      <a:lnTo>
                        <a:pt x="1243" y="1142"/>
                      </a:lnTo>
                      <a:lnTo>
                        <a:pt x="1243" y="1140"/>
                      </a:lnTo>
                      <a:lnTo>
                        <a:pt x="1243" y="1142"/>
                      </a:lnTo>
                      <a:lnTo>
                        <a:pt x="1243" y="1144"/>
                      </a:lnTo>
                      <a:lnTo>
                        <a:pt x="1243" y="1142"/>
                      </a:lnTo>
                      <a:lnTo>
                        <a:pt x="1243" y="1144"/>
                      </a:lnTo>
                      <a:lnTo>
                        <a:pt x="1243" y="1146"/>
                      </a:lnTo>
                      <a:lnTo>
                        <a:pt x="1241" y="1146"/>
                      </a:lnTo>
                      <a:lnTo>
                        <a:pt x="1241" y="1147"/>
                      </a:lnTo>
                      <a:lnTo>
                        <a:pt x="1239" y="1147"/>
                      </a:lnTo>
                      <a:lnTo>
                        <a:pt x="1239" y="1146"/>
                      </a:lnTo>
                      <a:lnTo>
                        <a:pt x="1241" y="1146"/>
                      </a:lnTo>
                      <a:lnTo>
                        <a:pt x="1239" y="1146"/>
                      </a:lnTo>
                      <a:lnTo>
                        <a:pt x="1241" y="1146"/>
                      </a:lnTo>
                      <a:lnTo>
                        <a:pt x="1241" y="1144"/>
                      </a:lnTo>
                      <a:lnTo>
                        <a:pt x="1239" y="1144"/>
                      </a:lnTo>
                      <a:lnTo>
                        <a:pt x="1239" y="1142"/>
                      </a:lnTo>
                      <a:lnTo>
                        <a:pt x="1241" y="1142"/>
                      </a:lnTo>
                      <a:lnTo>
                        <a:pt x="1239" y="1142"/>
                      </a:lnTo>
                      <a:lnTo>
                        <a:pt x="1239" y="1144"/>
                      </a:lnTo>
                      <a:lnTo>
                        <a:pt x="1237" y="1144"/>
                      </a:lnTo>
                      <a:lnTo>
                        <a:pt x="1239" y="1144"/>
                      </a:lnTo>
                      <a:lnTo>
                        <a:pt x="1237" y="1144"/>
                      </a:lnTo>
                      <a:lnTo>
                        <a:pt x="1237" y="1146"/>
                      </a:lnTo>
                      <a:lnTo>
                        <a:pt x="1239" y="1146"/>
                      </a:lnTo>
                      <a:lnTo>
                        <a:pt x="1237" y="1146"/>
                      </a:lnTo>
                      <a:lnTo>
                        <a:pt x="1235" y="1146"/>
                      </a:lnTo>
                      <a:lnTo>
                        <a:pt x="1237" y="1146"/>
                      </a:lnTo>
                      <a:lnTo>
                        <a:pt x="1235" y="1146"/>
                      </a:lnTo>
                      <a:lnTo>
                        <a:pt x="1234" y="1146"/>
                      </a:lnTo>
                      <a:lnTo>
                        <a:pt x="1232" y="1146"/>
                      </a:lnTo>
                      <a:lnTo>
                        <a:pt x="1230" y="1146"/>
                      </a:lnTo>
                      <a:lnTo>
                        <a:pt x="1230" y="1144"/>
                      </a:lnTo>
                      <a:lnTo>
                        <a:pt x="1228" y="1144"/>
                      </a:lnTo>
                      <a:lnTo>
                        <a:pt x="1228" y="1142"/>
                      </a:lnTo>
                      <a:lnTo>
                        <a:pt x="1226" y="1142"/>
                      </a:lnTo>
                      <a:lnTo>
                        <a:pt x="1225" y="1142"/>
                      </a:lnTo>
                      <a:lnTo>
                        <a:pt x="1223" y="1142"/>
                      </a:lnTo>
                      <a:lnTo>
                        <a:pt x="1221" y="1142"/>
                      </a:lnTo>
                      <a:lnTo>
                        <a:pt x="1221" y="1144"/>
                      </a:lnTo>
                      <a:lnTo>
                        <a:pt x="1219" y="1144"/>
                      </a:lnTo>
                      <a:lnTo>
                        <a:pt x="1217" y="1144"/>
                      </a:lnTo>
                      <a:lnTo>
                        <a:pt x="1217" y="1142"/>
                      </a:lnTo>
                      <a:lnTo>
                        <a:pt x="1215" y="1144"/>
                      </a:lnTo>
                      <a:lnTo>
                        <a:pt x="1214" y="1144"/>
                      </a:lnTo>
                      <a:lnTo>
                        <a:pt x="1214" y="1142"/>
                      </a:lnTo>
                      <a:lnTo>
                        <a:pt x="1212" y="1142"/>
                      </a:lnTo>
                      <a:lnTo>
                        <a:pt x="1210" y="1142"/>
                      </a:lnTo>
                      <a:lnTo>
                        <a:pt x="1210" y="1144"/>
                      </a:lnTo>
                      <a:lnTo>
                        <a:pt x="1208" y="1144"/>
                      </a:lnTo>
                      <a:lnTo>
                        <a:pt x="1208" y="1142"/>
                      </a:lnTo>
                      <a:lnTo>
                        <a:pt x="1208" y="1140"/>
                      </a:lnTo>
                      <a:lnTo>
                        <a:pt x="1208" y="1138"/>
                      </a:lnTo>
                      <a:lnTo>
                        <a:pt x="1206" y="1138"/>
                      </a:lnTo>
                      <a:lnTo>
                        <a:pt x="1204" y="1138"/>
                      </a:lnTo>
                      <a:lnTo>
                        <a:pt x="1204" y="1140"/>
                      </a:lnTo>
                      <a:lnTo>
                        <a:pt x="1203" y="1140"/>
                      </a:lnTo>
                      <a:lnTo>
                        <a:pt x="1203" y="1138"/>
                      </a:lnTo>
                      <a:lnTo>
                        <a:pt x="1201" y="1138"/>
                      </a:lnTo>
                      <a:lnTo>
                        <a:pt x="1201" y="1136"/>
                      </a:lnTo>
                      <a:lnTo>
                        <a:pt x="1199" y="1136"/>
                      </a:lnTo>
                      <a:lnTo>
                        <a:pt x="1197" y="1136"/>
                      </a:lnTo>
                      <a:lnTo>
                        <a:pt x="1197" y="1135"/>
                      </a:lnTo>
                      <a:lnTo>
                        <a:pt x="1197" y="1133"/>
                      </a:lnTo>
                      <a:lnTo>
                        <a:pt x="1199" y="1133"/>
                      </a:lnTo>
                      <a:lnTo>
                        <a:pt x="1197" y="1133"/>
                      </a:lnTo>
                      <a:lnTo>
                        <a:pt x="1197" y="1131"/>
                      </a:lnTo>
                      <a:lnTo>
                        <a:pt x="1195" y="1131"/>
                      </a:lnTo>
                      <a:lnTo>
                        <a:pt x="1195" y="1133"/>
                      </a:lnTo>
                      <a:lnTo>
                        <a:pt x="1193" y="1131"/>
                      </a:lnTo>
                      <a:lnTo>
                        <a:pt x="1193" y="1129"/>
                      </a:lnTo>
                      <a:lnTo>
                        <a:pt x="1192" y="1129"/>
                      </a:lnTo>
                      <a:lnTo>
                        <a:pt x="1190" y="1129"/>
                      </a:lnTo>
                      <a:lnTo>
                        <a:pt x="1188" y="1129"/>
                      </a:lnTo>
                      <a:lnTo>
                        <a:pt x="1186" y="1129"/>
                      </a:lnTo>
                      <a:lnTo>
                        <a:pt x="1186" y="1131"/>
                      </a:lnTo>
                      <a:lnTo>
                        <a:pt x="1186" y="1129"/>
                      </a:lnTo>
                      <a:lnTo>
                        <a:pt x="1186" y="1131"/>
                      </a:lnTo>
                      <a:lnTo>
                        <a:pt x="1184" y="1131"/>
                      </a:lnTo>
                      <a:lnTo>
                        <a:pt x="1184" y="1129"/>
                      </a:lnTo>
                      <a:lnTo>
                        <a:pt x="1186" y="1127"/>
                      </a:lnTo>
                      <a:lnTo>
                        <a:pt x="1186" y="1126"/>
                      </a:lnTo>
                      <a:lnTo>
                        <a:pt x="1184" y="1126"/>
                      </a:lnTo>
                      <a:lnTo>
                        <a:pt x="1184" y="1124"/>
                      </a:lnTo>
                      <a:lnTo>
                        <a:pt x="1186" y="1124"/>
                      </a:lnTo>
                      <a:lnTo>
                        <a:pt x="1184" y="1124"/>
                      </a:lnTo>
                      <a:lnTo>
                        <a:pt x="1184" y="1122"/>
                      </a:lnTo>
                      <a:lnTo>
                        <a:pt x="1186" y="1122"/>
                      </a:lnTo>
                      <a:lnTo>
                        <a:pt x="1186" y="1120"/>
                      </a:lnTo>
                      <a:lnTo>
                        <a:pt x="1184" y="1120"/>
                      </a:lnTo>
                      <a:lnTo>
                        <a:pt x="1184" y="1118"/>
                      </a:lnTo>
                      <a:lnTo>
                        <a:pt x="1184" y="1116"/>
                      </a:lnTo>
                      <a:lnTo>
                        <a:pt x="1183" y="1116"/>
                      </a:lnTo>
                      <a:lnTo>
                        <a:pt x="1181" y="1116"/>
                      </a:lnTo>
                      <a:lnTo>
                        <a:pt x="1181" y="1115"/>
                      </a:lnTo>
                      <a:lnTo>
                        <a:pt x="1181" y="1113"/>
                      </a:lnTo>
                      <a:lnTo>
                        <a:pt x="1181" y="1111"/>
                      </a:lnTo>
                      <a:lnTo>
                        <a:pt x="1181" y="1109"/>
                      </a:lnTo>
                      <a:lnTo>
                        <a:pt x="1183" y="1109"/>
                      </a:lnTo>
                      <a:lnTo>
                        <a:pt x="1184" y="1109"/>
                      </a:lnTo>
                      <a:lnTo>
                        <a:pt x="1184" y="1107"/>
                      </a:lnTo>
                      <a:lnTo>
                        <a:pt x="1186" y="1109"/>
                      </a:lnTo>
                      <a:lnTo>
                        <a:pt x="1186" y="1107"/>
                      </a:lnTo>
                      <a:lnTo>
                        <a:pt x="1186" y="1105"/>
                      </a:lnTo>
                      <a:lnTo>
                        <a:pt x="1188" y="1105"/>
                      </a:lnTo>
                      <a:lnTo>
                        <a:pt x="1188" y="1104"/>
                      </a:lnTo>
                      <a:lnTo>
                        <a:pt x="1188" y="1102"/>
                      </a:lnTo>
                      <a:lnTo>
                        <a:pt x="1190" y="1102"/>
                      </a:lnTo>
                      <a:lnTo>
                        <a:pt x="1190" y="1100"/>
                      </a:lnTo>
                      <a:lnTo>
                        <a:pt x="1188" y="1100"/>
                      </a:lnTo>
                      <a:lnTo>
                        <a:pt x="1186" y="1100"/>
                      </a:lnTo>
                      <a:lnTo>
                        <a:pt x="1186" y="1098"/>
                      </a:lnTo>
                      <a:lnTo>
                        <a:pt x="1184" y="1098"/>
                      </a:lnTo>
                      <a:lnTo>
                        <a:pt x="1184" y="1096"/>
                      </a:lnTo>
                      <a:lnTo>
                        <a:pt x="1184" y="1098"/>
                      </a:lnTo>
                      <a:lnTo>
                        <a:pt x="1183" y="1098"/>
                      </a:lnTo>
                      <a:lnTo>
                        <a:pt x="1183" y="1096"/>
                      </a:lnTo>
                      <a:lnTo>
                        <a:pt x="1181" y="1096"/>
                      </a:lnTo>
                      <a:lnTo>
                        <a:pt x="1179" y="1096"/>
                      </a:lnTo>
                      <a:lnTo>
                        <a:pt x="1179" y="1094"/>
                      </a:lnTo>
                      <a:lnTo>
                        <a:pt x="1179" y="1096"/>
                      </a:lnTo>
                      <a:lnTo>
                        <a:pt x="1177" y="1096"/>
                      </a:lnTo>
                      <a:lnTo>
                        <a:pt x="1175" y="1096"/>
                      </a:lnTo>
                      <a:lnTo>
                        <a:pt x="1175" y="1098"/>
                      </a:lnTo>
                      <a:lnTo>
                        <a:pt x="1175" y="1096"/>
                      </a:lnTo>
                      <a:lnTo>
                        <a:pt x="1175" y="1098"/>
                      </a:lnTo>
                      <a:lnTo>
                        <a:pt x="1173" y="1098"/>
                      </a:lnTo>
                      <a:lnTo>
                        <a:pt x="1172" y="1098"/>
                      </a:lnTo>
                      <a:lnTo>
                        <a:pt x="1170" y="1098"/>
                      </a:lnTo>
                      <a:lnTo>
                        <a:pt x="1170" y="1096"/>
                      </a:lnTo>
                      <a:lnTo>
                        <a:pt x="1168" y="1094"/>
                      </a:lnTo>
                      <a:lnTo>
                        <a:pt x="1166" y="1094"/>
                      </a:lnTo>
                      <a:lnTo>
                        <a:pt x="1166" y="1093"/>
                      </a:lnTo>
                      <a:lnTo>
                        <a:pt x="1164" y="1093"/>
                      </a:lnTo>
                      <a:lnTo>
                        <a:pt x="1164" y="1094"/>
                      </a:lnTo>
                      <a:lnTo>
                        <a:pt x="1162" y="1093"/>
                      </a:lnTo>
                      <a:lnTo>
                        <a:pt x="1162" y="1094"/>
                      </a:lnTo>
                      <a:lnTo>
                        <a:pt x="1162" y="1093"/>
                      </a:lnTo>
                      <a:lnTo>
                        <a:pt x="1161" y="1094"/>
                      </a:lnTo>
                      <a:lnTo>
                        <a:pt x="1161" y="1093"/>
                      </a:lnTo>
                      <a:lnTo>
                        <a:pt x="1161" y="1094"/>
                      </a:lnTo>
                      <a:lnTo>
                        <a:pt x="1161" y="1096"/>
                      </a:lnTo>
                      <a:lnTo>
                        <a:pt x="1159" y="1094"/>
                      </a:lnTo>
                      <a:lnTo>
                        <a:pt x="1159" y="1096"/>
                      </a:lnTo>
                      <a:lnTo>
                        <a:pt x="1157" y="1096"/>
                      </a:lnTo>
                      <a:lnTo>
                        <a:pt x="1157" y="1094"/>
                      </a:lnTo>
                      <a:lnTo>
                        <a:pt x="1157" y="1096"/>
                      </a:lnTo>
                      <a:lnTo>
                        <a:pt x="1155" y="1096"/>
                      </a:lnTo>
                      <a:lnTo>
                        <a:pt x="1155" y="1094"/>
                      </a:lnTo>
                      <a:lnTo>
                        <a:pt x="1153" y="1094"/>
                      </a:lnTo>
                      <a:lnTo>
                        <a:pt x="1153" y="1093"/>
                      </a:lnTo>
                      <a:lnTo>
                        <a:pt x="1152" y="1093"/>
                      </a:lnTo>
                      <a:lnTo>
                        <a:pt x="1150" y="1093"/>
                      </a:lnTo>
                      <a:lnTo>
                        <a:pt x="1152" y="1093"/>
                      </a:lnTo>
                      <a:lnTo>
                        <a:pt x="1150" y="1091"/>
                      </a:lnTo>
                      <a:lnTo>
                        <a:pt x="1152" y="1091"/>
                      </a:lnTo>
                      <a:lnTo>
                        <a:pt x="1150" y="1091"/>
                      </a:lnTo>
                      <a:lnTo>
                        <a:pt x="1148" y="1091"/>
                      </a:lnTo>
                      <a:lnTo>
                        <a:pt x="1146" y="1091"/>
                      </a:lnTo>
                      <a:lnTo>
                        <a:pt x="1144" y="1091"/>
                      </a:lnTo>
                      <a:lnTo>
                        <a:pt x="1144" y="1089"/>
                      </a:lnTo>
                      <a:lnTo>
                        <a:pt x="1144" y="1087"/>
                      </a:lnTo>
                      <a:lnTo>
                        <a:pt x="1142" y="1087"/>
                      </a:lnTo>
                      <a:lnTo>
                        <a:pt x="1142" y="1085"/>
                      </a:lnTo>
                      <a:lnTo>
                        <a:pt x="1141" y="1083"/>
                      </a:lnTo>
                      <a:lnTo>
                        <a:pt x="1141" y="1082"/>
                      </a:lnTo>
                      <a:lnTo>
                        <a:pt x="1139" y="1082"/>
                      </a:lnTo>
                      <a:lnTo>
                        <a:pt x="1139" y="1083"/>
                      </a:lnTo>
                      <a:lnTo>
                        <a:pt x="1139" y="1082"/>
                      </a:lnTo>
                      <a:lnTo>
                        <a:pt x="1137" y="1082"/>
                      </a:lnTo>
                      <a:lnTo>
                        <a:pt x="1137" y="1080"/>
                      </a:lnTo>
                      <a:lnTo>
                        <a:pt x="1135" y="1080"/>
                      </a:lnTo>
                      <a:lnTo>
                        <a:pt x="1135" y="1082"/>
                      </a:lnTo>
                      <a:lnTo>
                        <a:pt x="1133" y="1082"/>
                      </a:lnTo>
                      <a:lnTo>
                        <a:pt x="1133" y="1083"/>
                      </a:lnTo>
                      <a:lnTo>
                        <a:pt x="1131" y="1083"/>
                      </a:lnTo>
                      <a:lnTo>
                        <a:pt x="1130" y="1083"/>
                      </a:lnTo>
                      <a:lnTo>
                        <a:pt x="1128" y="1083"/>
                      </a:lnTo>
                      <a:lnTo>
                        <a:pt x="1126" y="1083"/>
                      </a:lnTo>
                      <a:lnTo>
                        <a:pt x="1126" y="1085"/>
                      </a:lnTo>
                      <a:lnTo>
                        <a:pt x="1124" y="1085"/>
                      </a:lnTo>
                      <a:lnTo>
                        <a:pt x="1122" y="1085"/>
                      </a:lnTo>
                      <a:lnTo>
                        <a:pt x="1122" y="1087"/>
                      </a:lnTo>
                      <a:lnTo>
                        <a:pt x="1120" y="1087"/>
                      </a:lnTo>
                      <a:lnTo>
                        <a:pt x="1120" y="1089"/>
                      </a:lnTo>
                      <a:lnTo>
                        <a:pt x="1119" y="1089"/>
                      </a:lnTo>
                      <a:lnTo>
                        <a:pt x="1117" y="1089"/>
                      </a:lnTo>
                      <a:lnTo>
                        <a:pt x="1119" y="1091"/>
                      </a:lnTo>
                      <a:lnTo>
                        <a:pt x="1119" y="1093"/>
                      </a:lnTo>
                      <a:lnTo>
                        <a:pt x="1119" y="1094"/>
                      </a:lnTo>
                      <a:lnTo>
                        <a:pt x="1119" y="1096"/>
                      </a:lnTo>
                      <a:lnTo>
                        <a:pt x="1117" y="1096"/>
                      </a:lnTo>
                      <a:lnTo>
                        <a:pt x="1117" y="1098"/>
                      </a:lnTo>
                      <a:lnTo>
                        <a:pt x="1115" y="1098"/>
                      </a:lnTo>
                      <a:lnTo>
                        <a:pt x="1115" y="1100"/>
                      </a:lnTo>
                      <a:lnTo>
                        <a:pt x="1113" y="1100"/>
                      </a:lnTo>
                      <a:lnTo>
                        <a:pt x="1111" y="1100"/>
                      </a:lnTo>
                      <a:lnTo>
                        <a:pt x="1111" y="1098"/>
                      </a:lnTo>
                      <a:lnTo>
                        <a:pt x="1111" y="1100"/>
                      </a:lnTo>
                      <a:lnTo>
                        <a:pt x="1110" y="1100"/>
                      </a:lnTo>
                      <a:lnTo>
                        <a:pt x="1110" y="1098"/>
                      </a:lnTo>
                      <a:lnTo>
                        <a:pt x="1110" y="1100"/>
                      </a:lnTo>
                      <a:lnTo>
                        <a:pt x="1108" y="1100"/>
                      </a:lnTo>
                      <a:lnTo>
                        <a:pt x="1106" y="1102"/>
                      </a:lnTo>
                      <a:lnTo>
                        <a:pt x="1104" y="1102"/>
                      </a:lnTo>
                      <a:lnTo>
                        <a:pt x="1104" y="1104"/>
                      </a:lnTo>
                      <a:lnTo>
                        <a:pt x="1102" y="1104"/>
                      </a:lnTo>
                      <a:lnTo>
                        <a:pt x="1100" y="1104"/>
                      </a:lnTo>
                      <a:lnTo>
                        <a:pt x="1099" y="1104"/>
                      </a:lnTo>
                      <a:lnTo>
                        <a:pt x="1099" y="1102"/>
                      </a:lnTo>
                      <a:lnTo>
                        <a:pt x="1099" y="1100"/>
                      </a:lnTo>
                      <a:lnTo>
                        <a:pt x="1099" y="1098"/>
                      </a:lnTo>
                      <a:lnTo>
                        <a:pt x="1097" y="1098"/>
                      </a:lnTo>
                      <a:lnTo>
                        <a:pt x="1097" y="1100"/>
                      </a:lnTo>
                      <a:lnTo>
                        <a:pt x="1095" y="1100"/>
                      </a:lnTo>
                      <a:lnTo>
                        <a:pt x="1093" y="1100"/>
                      </a:lnTo>
                      <a:lnTo>
                        <a:pt x="1091" y="1100"/>
                      </a:lnTo>
                      <a:lnTo>
                        <a:pt x="1091" y="1102"/>
                      </a:lnTo>
                      <a:lnTo>
                        <a:pt x="1089" y="1104"/>
                      </a:lnTo>
                      <a:lnTo>
                        <a:pt x="1089" y="1105"/>
                      </a:lnTo>
                      <a:lnTo>
                        <a:pt x="1089" y="1107"/>
                      </a:lnTo>
                      <a:lnTo>
                        <a:pt x="1089" y="1109"/>
                      </a:lnTo>
                      <a:lnTo>
                        <a:pt x="1089" y="1111"/>
                      </a:lnTo>
                      <a:lnTo>
                        <a:pt x="1088" y="1111"/>
                      </a:lnTo>
                      <a:lnTo>
                        <a:pt x="1086" y="1111"/>
                      </a:lnTo>
                      <a:lnTo>
                        <a:pt x="1086" y="1109"/>
                      </a:lnTo>
                      <a:lnTo>
                        <a:pt x="1086" y="1111"/>
                      </a:lnTo>
                      <a:lnTo>
                        <a:pt x="1086" y="1109"/>
                      </a:lnTo>
                      <a:lnTo>
                        <a:pt x="1084" y="1109"/>
                      </a:lnTo>
                      <a:lnTo>
                        <a:pt x="1084" y="1107"/>
                      </a:lnTo>
                      <a:lnTo>
                        <a:pt x="1082" y="1107"/>
                      </a:lnTo>
                      <a:lnTo>
                        <a:pt x="1082" y="1105"/>
                      </a:lnTo>
                      <a:lnTo>
                        <a:pt x="1080" y="1105"/>
                      </a:lnTo>
                      <a:lnTo>
                        <a:pt x="1080" y="1104"/>
                      </a:lnTo>
                      <a:lnTo>
                        <a:pt x="1080" y="1105"/>
                      </a:lnTo>
                      <a:lnTo>
                        <a:pt x="1080" y="1104"/>
                      </a:lnTo>
                      <a:lnTo>
                        <a:pt x="1078" y="1104"/>
                      </a:lnTo>
                      <a:lnTo>
                        <a:pt x="1078" y="1102"/>
                      </a:lnTo>
                      <a:lnTo>
                        <a:pt x="1077" y="1102"/>
                      </a:lnTo>
                      <a:lnTo>
                        <a:pt x="1077" y="1100"/>
                      </a:lnTo>
                      <a:lnTo>
                        <a:pt x="1075" y="1100"/>
                      </a:lnTo>
                      <a:lnTo>
                        <a:pt x="1075" y="1102"/>
                      </a:lnTo>
                      <a:lnTo>
                        <a:pt x="1075" y="1100"/>
                      </a:lnTo>
                      <a:lnTo>
                        <a:pt x="1075" y="1102"/>
                      </a:lnTo>
                      <a:lnTo>
                        <a:pt x="1075" y="1104"/>
                      </a:lnTo>
                      <a:lnTo>
                        <a:pt x="1073" y="1104"/>
                      </a:lnTo>
                      <a:lnTo>
                        <a:pt x="1073" y="1105"/>
                      </a:lnTo>
                      <a:lnTo>
                        <a:pt x="1073" y="1107"/>
                      </a:lnTo>
                      <a:lnTo>
                        <a:pt x="1071" y="1107"/>
                      </a:lnTo>
                      <a:lnTo>
                        <a:pt x="1069" y="1107"/>
                      </a:lnTo>
                      <a:lnTo>
                        <a:pt x="1069" y="1105"/>
                      </a:lnTo>
                      <a:lnTo>
                        <a:pt x="1069" y="1104"/>
                      </a:lnTo>
                      <a:lnTo>
                        <a:pt x="1068" y="1104"/>
                      </a:lnTo>
                      <a:lnTo>
                        <a:pt x="1069" y="1102"/>
                      </a:lnTo>
                      <a:lnTo>
                        <a:pt x="1068" y="1102"/>
                      </a:lnTo>
                      <a:lnTo>
                        <a:pt x="1066" y="1102"/>
                      </a:lnTo>
                      <a:lnTo>
                        <a:pt x="1066" y="1100"/>
                      </a:lnTo>
                      <a:lnTo>
                        <a:pt x="1064" y="1100"/>
                      </a:lnTo>
                      <a:lnTo>
                        <a:pt x="1064" y="1102"/>
                      </a:lnTo>
                      <a:lnTo>
                        <a:pt x="1064" y="1104"/>
                      </a:lnTo>
                      <a:lnTo>
                        <a:pt x="1062" y="1104"/>
                      </a:lnTo>
                      <a:lnTo>
                        <a:pt x="1062" y="1105"/>
                      </a:lnTo>
                      <a:lnTo>
                        <a:pt x="1060" y="1105"/>
                      </a:lnTo>
                      <a:lnTo>
                        <a:pt x="1060" y="1107"/>
                      </a:lnTo>
                      <a:lnTo>
                        <a:pt x="1058" y="1107"/>
                      </a:lnTo>
                      <a:lnTo>
                        <a:pt x="1058" y="1109"/>
                      </a:lnTo>
                      <a:lnTo>
                        <a:pt x="1060" y="1109"/>
                      </a:lnTo>
                      <a:lnTo>
                        <a:pt x="1058" y="1109"/>
                      </a:lnTo>
                      <a:lnTo>
                        <a:pt x="1060" y="1109"/>
                      </a:lnTo>
                      <a:lnTo>
                        <a:pt x="1058" y="1109"/>
                      </a:lnTo>
                      <a:lnTo>
                        <a:pt x="1058" y="1111"/>
                      </a:lnTo>
                      <a:lnTo>
                        <a:pt x="1057" y="1111"/>
                      </a:lnTo>
                      <a:lnTo>
                        <a:pt x="1055" y="1111"/>
                      </a:lnTo>
                      <a:lnTo>
                        <a:pt x="1055" y="1113"/>
                      </a:lnTo>
                      <a:lnTo>
                        <a:pt x="1057" y="1113"/>
                      </a:lnTo>
                      <a:lnTo>
                        <a:pt x="1055" y="1113"/>
                      </a:lnTo>
                      <a:lnTo>
                        <a:pt x="1053" y="1113"/>
                      </a:lnTo>
                      <a:lnTo>
                        <a:pt x="1051" y="1113"/>
                      </a:lnTo>
                      <a:lnTo>
                        <a:pt x="1051" y="1111"/>
                      </a:lnTo>
                      <a:lnTo>
                        <a:pt x="1051" y="1113"/>
                      </a:lnTo>
                      <a:lnTo>
                        <a:pt x="1051" y="1111"/>
                      </a:lnTo>
                      <a:lnTo>
                        <a:pt x="1049" y="1111"/>
                      </a:lnTo>
                      <a:lnTo>
                        <a:pt x="1049" y="1109"/>
                      </a:lnTo>
                      <a:lnTo>
                        <a:pt x="1047" y="1109"/>
                      </a:lnTo>
                      <a:lnTo>
                        <a:pt x="1049" y="1107"/>
                      </a:lnTo>
                      <a:lnTo>
                        <a:pt x="1047" y="1107"/>
                      </a:lnTo>
                      <a:lnTo>
                        <a:pt x="1046" y="1107"/>
                      </a:lnTo>
                      <a:lnTo>
                        <a:pt x="1044" y="1105"/>
                      </a:lnTo>
                      <a:lnTo>
                        <a:pt x="1042" y="1105"/>
                      </a:lnTo>
                      <a:lnTo>
                        <a:pt x="1042" y="1104"/>
                      </a:lnTo>
                      <a:lnTo>
                        <a:pt x="1040" y="1104"/>
                      </a:lnTo>
                      <a:lnTo>
                        <a:pt x="1038" y="1104"/>
                      </a:lnTo>
                      <a:lnTo>
                        <a:pt x="1037" y="1104"/>
                      </a:lnTo>
                      <a:lnTo>
                        <a:pt x="1038" y="1104"/>
                      </a:lnTo>
                      <a:lnTo>
                        <a:pt x="1037" y="1104"/>
                      </a:lnTo>
                      <a:lnTo>
                        <a:pt x="1037" y="1102"/>
                      </a:lnTo>
                      <a:lnTo>
                        <a:pt x="1035" y="1102"/>
                      </a:lnTo>
                      <a:lnTo>
                        <a:pt x="1035" y="1100"/>
                      </a:lnTo>
                      <a:lnTo>
                        <a:pt x="1035" y="1102"/>
                      </a:lnTo>
                      <a:lnTo>
                        <a:pt x="1033" y="1102"/>
                      </a:lnTo>
                      <a:lnTo>
                        <a:pt x="1033" y="1104"/>
                      </a:lnTo>
                      <a:lnTo>
                        <a:pt x="1031" y="1104"/>
                      </a:lnTo>
                      <a:lnTo>
                        <a:pt x="1031" y="1105"/>
                      </a:lnTo>
                      <a:lnTo>
                        <a:pt x="1033" y="1105"/>
                      </a:lnTo>
                      <a:lnTo>
                        <a:pt x="1033" y="1107"/>
                      </a:lnTo>
                      <a:lnTo>
                        <a:pt x="1031" y="1107"/>
                      </a:lnTo>
                      <a:lnTo>
                        <a:pt x="1029" y="1107"/>
                      </a:lnTo>
                      <a:lnTo>
                        <a:pt x="1029" y="1109"/>
                      </a:lnTo>
                      <a:lnTo>
                        <a:pt x="1027" y="1109"/>
                      </a:lnTo>
                      <a:lnTo>
                        <a:pt x="1027" y="1111"/>
                      </a:lnTo>
                      <a:lnTo>
                        <a:pt x="1027" y="1113"/>
                      </a:lnTo>
                      <a:lnTo>
                        <a:pt x="1026" y="1113"/>
                      </a:lnTo>
                      <a:lnTo>
                        <a:pt x="1027" y="1113"/>
                      </a:lnTo>
                      <a:lnTo>
                        <a:pt x="1027" y="1115"/>
                      </a:lnTo>
                      <a:lnTo>
                        <a:pt x="1026" y="1115"/>
                      </a:lnTo>
                      <a:lnTo>
                        <a:pt x="1024" y="1115"/>
                      </a:lnTo>
                      <a:lnTo>
                        <a:pt x="1024" y="1113"/>
                      </a:lnTo>
                      <a:lnTo>
                        <a:pt x="1024" y="1115"/>
                      </a:lnTo>
                      <a:lnTo>
                        <a:pt x="1022" y="1115"/>
                      </a:lnTo>
                      <a:lnTo>
                        <a:pt x="1022" y="1113"/>
                      </a:lnTo>
                      <a:lnTo>
                        <a:pt x="1020" y="1113"/>
                      </a:lnTo>
                      <a:lnTo>
                        <a:pt x="1018" y="1113"/>
                      </a:lnTo>
                      <a:lnTo>
                        <a:pt x="1016" y="1113"/>
                      </a:lnTo>
                      <a:lnTo>
                        <a:pt x="1016" y="1115"/>
                      </a:lnTo>
                      <a:lnTo>
                        <a:pt x="1016" y="1113"/>
                      </a:lnTo>
                      <a:lnTo>
                        <a:pt x="1015" y="1113"/>
                      </a:lnTo>
                      <a:lnTo>
                        <a:pt x="1015" y="1115"/>
                      </a:lnTo>
                      <a:lnTo>
                        <a:pt x="1013" y="1115"/>
                      </a:lnTo>
                      <a:lnTo>
                        <a:pt x="1011" y="1115"/>
                      </a:lnTo>
                      <a:lnTo>
                        <a:pt x="1011" y="1113"/>
                      </a:lnTo>
                      <a:lnTo>
                        <a:pt x="1009" y="1113"/>
                      </a:lnTo>
                      <a:lnTo>
                        <a:pt x="1009" y="1111"/>
                      </a:lnTo>
                      <a:lnTo>
                        <a:pt x="1007" y="1111"/>
                      </a:lnTo>
                      <a:lnTo>
                        <a:pt x="1005" y="1113"/>
                      </a:lnTo>
                      <a:lnTo>
                        <a:pt x="1005" y="1115"/>
                      </a:lnTo>
                      <a:lnTo>
                        <a:pt x="1004" y="1115"/>
                      </a:lnTo>
                      <a:lnTo>
                        <a:pt x="1005" y="1115"/>
                      </a:lnTo>
                      <a:lnTo>
                        <a:pt x="1005" y="1116"/>
                      </a:lnTo>
                      <a:lnTo>
                        <a:pt x="1004" y="1116"/>
                      </a:lnTo>
                      <a:lnTo>
                        <a:pt x="1004" y="1118"/>
                      </a:lnTo>
                      <a:lnTo>
                        <a:pt x="1004" y="1120"/>
                      </a:lnTo>
                      <a:lnTo>
                        <a:pt x="1002" y="1120"/>
                      </a:lnTo>
                      <a:lnTo>
                        <a:pt x="1002" y="1122"/>
                      </a:lnTo>
                      <a:lnTo>
                        <a:pt x="1002" y="1124"/>
                      </a:lnTo>
                      <a:lnTo>
                        <a:pt x="1002" y="1126"/>
                      </a:lnTo>
                      <a:lnTo>
                        <a:pt x="1002" y="1127"/>
                      </a:lnTo>
                      <a:lnTo>
                        <a:pt x="1004" y="1127"/>
                      </a:lnTo>
                      <a:lnTo>
                        <a:pt x="1004" y="1129"/>
                      </a:lnTo>
                      <a:lnTo>
                        <a:pt x="1004" y="1131"/>
                      </a:lnTo>
                      <a:lnTo>
                        <a:pt x="1005" y="1131"/>
                      </a:lnTo>
                      <a:lnTo>
                        <a:pt x="1005" y="1133"/>
                      </a:lnTo>
                      <a:lnTo>
                        <a:pt x="1007" y="1133"/>
                      </a:lnTo>
                      <a:lnTo>
                        <a:pt x="1007" y="1135"/>
                      </a:lnTo>
                      <a:lnTo>
                        <a:pt x="1009" y="1135"/>
                      </a:lnTo>
                      <a:lnTo>
                        <a:pt x="1009" y="1136"/>
                      </a:lnTo>
                      <a:lnTo>
                        <a:pt x="1009" y="1138"/>
                      </a:lnTo>
                      <a:lnTo>
                        <a:pt x="1007" y="1138"/>
                      </a:lnTo>
                      <a:lnTo>
                        <a:pt x="1009" y="1138"/>
                      </a:lnTo>
                      <a:lnTo>
                        <a:pt x="1009" y="1140"/>
                      </a:lnTo>
                      <a:lnTo>
                        <a:pt x="1009" y="1142"/>
                      </a:lnTo>
                      <a:lnTo>
                        <a:pt x="1011" y="1142"/>
                      </a:lnTo>
                      <a:lnTo>
                        <a:pt x="1011" y="1144"/>
                      </a:lnTo>
                      <a:lnTo>
                        <a:pt x="1009" y="1144"/>
                      </a:lnTo>
                      <a:lnTo>
                        <a:pt x="1007" y="1144"/>
                      </a:lnTo>
                      <a:lnTo>
                        <a:pt x="1009" y="1146"/>
                      </a:lnTo>
                      <a:lnTo>
                        <a:pt x="1007" y="1146"/>
                      </a:lnTo>
                      <a:lnTo>
                        <a:pt x="1009" y="1146"/>
                      </a:lnTo>
                      <a:lnTo>
                        <a:pt x="1007" y="1147"/>
                      </a:lnTo>
                      <a:lnTo>
                        <a:pt x="1007" y="1149"/>
                      </a:lnTo>
                      <a:lnTo>
                        <a:pt x="1009" y="1149"/>
                      </a:lnTo>
                      <a:lnTo>
                        <a:pt x="1007" y="1149"/>
                      </a:lnTo>
                      <a:lnTo>
                        <a:pt x="1007" y="1151"/>
                      </a:lnTo>
                      <a:lnTo>
                        <a:pt x="1007" y="1153"/>
                      </a:lnTo>
                      <a:lnTo>
                        <a:pt x="1007" y="1155"/>
                      </a:lnTo>
                      <a:lnTo>
                        <a:pt x="1009" y="1155"/>
                      </a:lnTo>
                      <a:lnTo>
                        <a:pt x="1011" y="1155"/>
                      </a:lnTo>
                      <a:lnTo>
                        <a:pt x="1011" y="1157"/>
                      </a:lnTo>
                      <a:lnTo>
                        <a:pt x="1013" y="1157"/>
                      </a:lnTo>
                      <a:lnTo>
                        <a:pt x="1013" y="1158"/>
                      </a:lnTo>
                      <a:lnTo>
                        <a:pt x="1011" y="1158"/>
                      </a:lnTo>
                      <a:lnTo>
                        <a:pt x="1011" y="1160"/>
                      </a:lnTo>
                      <a:lnTo>
                        <a:pt x="1009" y="1160"/>
                      </a:lnTo>
                      <a:lnTo>
                        <a:pt x="1007" y="1160"/>
                      </a:lnTo>
                      <a:lnTo>
                        <a:pt x="1005" y="1160"/>
                      </a:lnTo>
                      <a:lnTo>
                        <a:pt x="1005" y="1158"/>
                      </a:lnTo>
                      <a:lnTo>
                        <a:pt x="1004" y="1158"/>
                      </a:lnTo>
                      <a:lnTo>
                        <a:pt x="1002" y="1158"/>
                      </a:lnTo>
                      <a:lnTo>
                        <a:pt x="1004" y="1157"/>
                      </a:lnTo>
                      <a:lnTo>
                        <a:pt x="1002" y="1157"/>
                      </a:lnTo>
                      <a:lnTo>
                        <a:pt x="1000" y="1155"/>
                      </a:lnTo>
                      <a:lnTo>
                        <a:pt x="998" y="1157"/>
                      </a:lnTo>
                      <a:lnTo>
                        <a:pt x="996" y="1157"/>
                      </a:lnTo>
                      <a:lnTo>
                        <a:pt x="995" y="1157"/>
                      </a:lnTo>
                      <a:lnTo>
                        <a:pt x="995" y="1158"/>
                      </a:lnTo>
                      <a:lnTo>
                        <a:pt x="993" y="1158"/>
                      </a:lnTo>
                      <a:lnTo>
                        <a:pt x="991" y="1158"/>
                      </a:lnTo>
                      <a:lnTo>
                        <a:pt x="991" y="1157"/>
                      </a:lnTo>
                      <a:lnTo>
                        <a:pt x="989" y="1157"/>
                      </a:lnTo>
                      <a:lnTo>
                        <a:pt x="991" y="1155"/>
                      </a:lnTo>
                      <a:lnTo>
                        <a:pt x="989" y="1155"/>
                      </a:lnTo>
                      <a:lnTo>
                        <a:pt x="989" y="1153"/>
                      </a:lnTo>
                      <a:lnTo>
                        <a:pt x="991" y="1153"/>
                      </a:lnTo>
                      <a:lnTo>
                        <a:pt x="991" y="1151"/>
                      </a:lnTo>
                      <a:lnTo>
                        <a:pt x="989" y="1151"/>
                      </a:lnTo>
                      <a:lnTo>
                        <a:pt x="989" y="1149"/>
                      </a:lnTo>
                      <a:lnTo>
                        <a:pt x="989" y="1147"/>
                      </a:lnTo>
                      <a:lnTo>
                        <a:pt x="989" y="1146"/>
                      </a:lnTo>
                      <a:lnTo>
                        <a:pt x="987" y="1146"/>
                      </a:lnTo>
                      <a:lnTo>
                        <a:pt x="985" y="1144"/>
                      </a:lnTo>
                      <a:lnTo>
                        <a:pt x="987" y="1144"/>
                      </a:lnTo>
                      <a:lnTo>
                        <a:pt x="987" y="1142"/>
                      </a:lnTo>
                      <a:lnTo>
                        <a:pt x="987" y="1140"/>
                      </a:lnTo>
                      <a:lnTo>
                        <a:pt x="985" y="1140"/>
                      </a:lnTo>
                      <a:lnTo>
                        <a:pt x="985" y="1138"/>
                      </a:lnTo>
                      <a:lnTo>
                        <a:pt x="985" y="1136"/>
                      </a:lnTo>
                      <a:lnTo>
                        <a:pt x="984" y="1136"/>
                      </a:lnTo>
                      <a:lnTo>
                        <a:pt x="984" y="1138"/>
                      </a:lnTo>
                      <a:lnTo>
                        <a:pt x="982" y="1138"/>
                      </a:lnTo>
                      <a:lnTo>
                        <a:pt x="982" y="1140"/>
                      </a:lnTo>
                      <a:lnTo>
                        <a:pt x="980" y="1140"/>
                      </a:lnTo>
                      <a:lnTo>
                        <a:pt x="978" y="1140"/>
                      </a:lnTo>
                      <a:lnTo>
                        <a:pt x="976" y="1140"/>
                      </a:lnTo>
                      <a:lnTo>
                        <a:pt x="978" y="1140"/>
                      </a:lnTo>
                      <a:lnTo>
                        <a:pt x="976" y="1140"/>
                      </a:lnTo>
                      <a:lnTo>
                        <a:pt x="976" y="1142"/>
                      </a:lnTo>
                      <a:lnTo>
                        <a:pt x="974" y="1142"/>
                      </a:lnTo>
                      <a:lnTo>
                        <a:pt x="974" y="1144"/>
                      </a:lnTo>
                      <a:lnTo>
                        <a:pt x="973" y="1144"/>
                      </a:lnTo>
                      <a:lnTo>
                        <a:pt x="973" y="1146"/>
                      </a:lnTo>
                      <a:lnTo>
                        <a:pt x="971" y="1147"/>
                      </a:lnTo>
                      <a:lnTo>
                        <a:pt x="969" y="1147"/>
                      </a:lnTo>
                      <a:lnTo>
                        <a:pt x="967" y="1147"/>
                      </a:lnTo>
                      <a:lnTo>
                        <a:pt x="967" y="1149"/>
                      </a:lnTo>
                      <a:lnTo>
                        <a:pt x="965" y="1149"/>
                      </a:lnTo>
                      <a:lnTo>
                        <a:pt x="965" y="1147"/>
                      </a:lnTo>
                      <a:lnTo>
                        <a:pt x="964" y="1147"/>
                      </a:lnTo>
                      <a:lnTo>
                        <a:pt x="962" y="1147"/>
                      </a:lnTo>
                      <a:lnTo>
                        <a:pt x="962" y="1146"/>
                      </a:lnTo>
                      <a:lnTo>
                        <a:pt x="960" y="1146"/>
                      </a:lnTo>
                      <a:lnTo>
                        <a:pt x="958" y="1146"/>
                      </a:lnTo>
                      <a:lnTo>
                        <a:pt x="958" y="1147"/>
                      </a:lnTo>
                      <a:lnTo>
                        <a:pt x="956" y="1147"/>
                      </a:lnTo>
                      <a:lnTo>
                        <a:pt x="954" y="1147"/>
                      </a:lnTo>
                      <a:lnTo>
                        <a:pt x="953" y="1147"/>
                      </a:lnTo>
                      <a:lnTo>
                        <a:pt x="953" y="1146"/>
                      </a:lnTo>
                      <a:lnTo>
                        <a:pt x="953" y="1147"/>
                      </a:lnTo>
                      <a:lnTo>
                        <a:pt x="951" y="1147"/>
                      </a:lnTo>
                      <a:lnTo>
                        <a:pt x="951" y="1146"/>
                      </a:lnTo>
                      <a:lnTo>
                        <a:pt x="951" y="1144"/>
                      </a:lnTo>
                      <a:lnTo>
                        <a:pt x="949" y="1144"/>
                      </a:lnTo>
                      <a:lnTo>
                        <a:pt x="951" y="1144"/>
                      </a:lnTo>
                      <a:lnTo>
                        <a:pt x="951" y="1142"/>
                      </a:lnTo>
                      <a:lnTo>
                        <a:pt x="953" y="1142"/>
                      </a:lnTo>
                      <a:lnTo>
                        <a:pt x="951" y="1142"/>
                      </a:lnTo>
                      <a:lnTo>
                        <a:pt x="951" y="1140"/>
                      </a:lnTo>
                      <a:lnTo>
                        <a:pt x="949" y="1140"/>
                      </a:lnTo>
                      <a:lnTo>
                        <a:pt x="947" y="1140"/>
                      </a:lnTo>
                      <a:lnTo>
                        <a:pt x="945" y="1140"/>
                      </a:lnTo>
                      <a:lnTo>
                        <a:pt x="945" y="1138"/>
                      </a:lnTo>
                      <a:lnTo>
                        <a:pt x="943" y="1136"/>
                      </a:lnTo>
                      <a:lnTo>
                        <a:pt x="943" y="1135"/>
                      </a:lnTo>
                      <a:lnTo>
                        <a:pt x="943" y="1133"/>
                      </a:lnTo>
                      <a:lnTo>
                        <a:pt x="945" y="1133"/>
                      </a:lnTo>
                      <a:lnTo>
                        <a:pt x="945" y="1131"/>
                      </a:lnTo>
                      <a:lnTo>
                        <a:pt x="945" y="1129"/>
                      </a:lnTo>
                      <a:lnTo>
                        <a:pt x="943" y="1129"/>
                      </a:lnTo>
                      <a:lnTo>
                        <a:pt x="943" y="1127"/>
                      </a:lnTo>
                      <a:lnTo>
                        <a:pt x="945" y="1127"/>
                      </a:lnTo>
                      <a:lnTo>
                        <a:pt x="943" y="1127"/>
                      </a:lnTo>
                      <a:lnTo>
                        <a:pt x="942" y="1127"/>
                      </a:lnTo>
                      <a:lnTo>
                        <a:pt x="942" y="1126"/>
                      </a:lnTo>
                      <a:lnTo>
                        <a:pt x="942" y="1127"/>
                      </a:lnTo>
                      <a:lnTo>
                        <a:pt x="940" y="1127"/>
                      </a:lnTo>
                      <a:lnTo>
                        <a:pt x="942" y="1127"/>
                      </a:lnTo>
                      <a:lnTo>
                        <a:pt x="940" y="1127"/>
                      </a:lnTo>
                      <a:lnTo>
                        <a:pt x="938" y="1127"/>
                      </a:lnTo>
                      <a:lnTo>
                        <a:pt x="936" y="1127"/>
                      </a:lnTo>
                      <a:lnTo>
                        <a:pt x="934" y="1127"/>
                      </a:lnTo>
                      <a:lnTo>
                        <a:pt x="934" y="1126"/>
                      </a:lnTo>
                      <a:lnTo>
                        <a:pt x="932" y="1126"/>
                      </a:lnTo>
                      <a:lnTo>
                        <a:pt x="931" y="1126"/>
                      </a:lnTo>
                      <a:lnTo>
                        <a:pt x="929" y="1126"/>
                      </a:lnTo>
                      <a:lnTo>
                        <a:pt x="927" y="1124"/>
                      </a:lnTo>
                      <a:lnTo>
                        <a:pt x="925" y="1126"/>
                      </a:lnTo>
                      <a:lnTo>
                        <a:pt x="923" y="1126"/>
                      </a:lnTo>
                      <a:lnTo>
                        <a:pt x="922" y="1126"/>
                      </a:lnTo>
                      <a:lnTo>
                        <a:pt x="920" y="1126"/>
                      </a:lnTo>
                      <a:lnTo>
                        <a:pt x="918" y="1126"/>
                      </a:lnTo>
                      <a:lnTo>
                        <a:pt x="916" y="1124"/>
                      </a:lnTo>
                      <a:lnTo>
                        <a:pt x="918" y="1124"/>
                      </a:lnTo>
                      <a:lnTo>
                        <a:pt x="916" y="1124"/>
                      </a:lnTo>
                      <a:lnTo>
                        <a:pt x="916" y="1122"/>
                      </a:lnTo>
                      <a:lnTo>
                        <a:pt x="918" y="1122"/>
                      </a:lnTo>
                      <a:lnTo>
                        <a:pt x="918" y="1120"/>
                      </a:lnTo>
                      <a:lnTo>
                        <a:pt x="918" y="1118"/>
                      </a:lnTo>
                      <a:lnTo>
                        <a:pt x="920" y="1116"/>
                      </a:lnTo>
                      <a:lnTo>
                        <a:pt x="920" y="1115"/>
                      </a:lnTo>
                      <a:lnTo>
                        <a:pt x="918" y="1115"/>
                      </a:lnTo>
                      <a:lnTo>
                        <a:pt x="920" y="1115"/>
                      </a:lnTo>
                      <a:lnTo>
                        <a:pt x="922" y="1115"/>
                      </a:lnTo>
                      <a:lnTo>
                        <a:pt x="922" y="1113"/>
                      </a:lnTo>
                      <a:lnTo>
                        <a:pt x="923" y="1113"/>
                      </a:lnTo>
                      <a:lnTo>
                        <a:pt x="923" y="1111"/>
                      </a:lnTo>
                      <a:lnTo>
                        <a:pt x="923" y="1109"/>
                      </a:lnTo>
                      <a:lnTo>
                        <a:pt x="923" y="1107"/>
                      </a:lnTo>
                      <a:lnTo>
                        <a:pt x="923" y="1105"/>
                      </a:lnTo>
                      <a:lnTo>
                        <a:pt x="922" y="1105"/>
                      </a:lnTo>
                      <a:lnTo>
                        <a:pt x="922" y="1104"/>
                      </a:lnTo>
                      <a:lnTo>
                        <a:pt x="922" y="1102"/>
                      </a:lnTo>
                      <a:lnTo>
                        <a:pt x="923" y="1102"/>
                      </a:lnTo>
                      <a:lnTo>
                        <a:pt x="923" y="1100"/>
                      </a:lnTo>
                      <a:lnTo>
                        <a:pt x="925" y="1100"/>
                      </a:lnTo>
                      <a:lnTo>
                        <a:pt x="927" y="1100"/>
                      </a:lnTo>
                      <a:lnTo>
                        <a:pt x="927" y="1098"/>
                      </a:lnTo>
                      <a:lnTo>
                        <a:pt x="925" y="1098"/>
                      </a:lnTo>
                      <a:lnTo>
                        <a:pt x="925" y="1096"/>
                      </a:lnTo>
                      <a:lnTo>
                        <a:pt x="925" y="1094"/>
                      </a:lnTo>
                      <a:lnTo>
                        <a:pt x="925" y="1096"/>
                      </a:lnTo>
                      <a:lnTo>
                        <a:pt x="927" y="1096"/>
                      </a:lnTo>
                      <a:lnTo>
                        <a:pt x="929" y="1096"/>
                      </a:lnTo>
                      <a:lnTo>
                        <a:pt x="929" y="1094"/>
                      </a:lnTo>
                      <a:lnTo>
                        <a:pt x="929" y="1093"/>
                      </a:lnTo>
                      <a:lnTo>
                        <a:pt x="929" y="1091"/>
                      </a:lnTo>
                      <a:lnTo>
                        <a:pt x="927" y="1091"/>
                      </a:lnTo>
                      <a:lnTo>
                        <a:pt x="925" y="1091"/>
                      </a:lnTo>
                      <a:lnTo>
                        <a:pt x="925" y="1089"/>
                      </a:lnTo>
                      <a:lnTo>
                        <a:pt x="923" y="1089"/>
                      </a:lnTo>
                      <a:lnTo>
                        <a:pt x="922" y="1089"/>
                      </a:lnTo>
                      <a:lnTo>
                        <a:pt x="920" y="1089"/>
                      </a:lnTo>
                      <a:lnTo>
                        <a:pt x="920" y="1091"/>
                      </a:lnTo>
                      <a:lnTo>
                        <a:pt x="918" y="1091"/>
                      </a:lnTo>
                      <a:lnTo>
                        <a:pt x="918" y="1089"/>
                      </a:lnTo>
                      <a:lnTo>
                        <a:pt x="916" y="1089"/>
                      </a:lnTo>
                      <a:lnTo>
                        <a:pt x="914" y="1089"/>
                      </a:lnTo>
                      <a:lnTo>
                        <a:pt x="912" y="1089"/>
                      </a:lnTo>
                      <a:lnTo>
                        <a:pt x="912" y="1087"/>
                      </a:lnTo>
                      <a:lnTo>
                        <a:pt x="911" y="1087"/>
                      </a:lnTo>
                      <a:lnTo>
                        <a:pt x="909" y="1087"/>
                      </a:lnTo>
                      <a:lnTo>
                        <a:pt x="907" y="1087"/>
                      </a:lnTo>
                      <a:lnTo>
                        <a:pt x="905" y="1087"/>
                      </a:lnTo>
                      <a:lnTo>
                        <a:pt x="905" y="1085"/>
                      </a:lnTo>
                      <a:lnTo>
                        <a:pt x="907" y="1085"/>
                      </a:lnTo>
                      <a:lnTo>
                        <a:pt x="907" y="1083"/>
                      </a:lnTo>
                      <a:lnTo>
                        <a:pt x="907" y="1082"/>
                      </a:lnTo>
                      <a:lnTo>
                        <a:pt x="905" y="1082"/>
                      </a:lnTo>
                      <a:lnTo>
                        <a:pt x="907" y="1080"/>
                      </a:lnTo>
                      <a:lnTo>
                        <a:pt x="907" y="1078"/>
                      </a:lnTo>
                      <a:lnTo>
                        <a:pt x="905" y="1076"/>
                      </a:lnTo>
                      <a:lnTo>
                        <a:pt x="903" y="1076"/>
                      </a:lnTo>
                      <a:lnTo>
                        <a:pt x="903" y="1074"/>
                      </a:lnTo>
                      <a:lnTo>
                        <a:pt x="903" y="1073"/>
                      </a:lnTo>
                      <a:lnTo>
                        <a:pt x="905" y="1073"/>
                      </a:lnTo>
                      <a:lnTo>
                        <a:pt x="907" y="1073"/>
                      </a:lnTo>
                      <a:lnTo>
                        <a:pt x="907" y="1071"/>
                      </a:lnTo>
                      <a:lnTo>
                        <a:pt x="905" y="1071"/>
                      </a:lnTo>
                      <a:lnTo>
                        <a:pt x="903" y="1071"/>
                      </a:lnTo>
                      <a:lnTo>
                        <a:pt x="905" y="1069"/>
                      </a:lnTo>
                      <a:lnTo>
                        <a:pt x="903" y="1069"/>
                      </a:lnTo>
                      <a:lnTo>
                        <a:pt x="903" y="1067"/>
                      </a:lnTo>
                      <a:lnTo>
                        <a:pt x="903" y="1065"/>
                      </a:lnTo>
                      <a:lnTo>
                        <a:pt x="901" y="1065"/>
                      </a:lnTo>
                      <a:lnTo>
                        <a:pt x="900" y="1065"/>
                      </a:lnTo>
                      <a:lnTo>
                        <a:pt x="898" y="1065"/>
                      </a:lnTo>
                      <a:lnTo>
                        <a:pt x="898" y="1063"/>
                      </a:lnTo>
                      <a:lnTo>
                        <a:pt x="900" y="1063"/>
                      </a:lnTo>
                      <a:lnTo>
                        <a:pt x="900" y="1062"/>
                      </a:lnTo>
                      <a:lnTo>
                        <a:pt x="898" y="1062"/>
                      </a:lnTo>
                      <a:lnTo>
                        <a:pt x="898" y="1060"/>
                      </a:lnTo>
                      <a:lnTo>
                        <a:pt x="900" y="1060"/>
                      </a:lnTo>
                      <a:lnTo>
                        <a:pt x="898" y="1060"/>
                      </a:lnTo>
                      <a:lnTo>
                        <a:pt x="898" y="1058"/>
                      </a:lnTo>
                      <a:lnTo>
                        <a:pt x="900" y="1058"/>
                      </a:lnTo>
                      <a:lnTo>
                        <a:pt x="901" y="1058"/>
                      </a:lnTo>
                      <a:lnTo>
                        <a:pt x="901" y="1056"/>
                      </a:lnTo>
                      <a:lnTo>
                        <a:pt x="903" y="1056"/>
                      </a:lnTo>
                      <a:lnTo>
                        <a:pt x="903" y="1054"/>
                      </a:lnTo>
                      <a:lnTo>
                        <a:pt x="905" y="1054"/>
                      </a:lnTo>
                      <a:lnTo>
                        <a:pt x="907" y="1054"/>
                      </a:lnTo>
                      <a:lnTo>
                        <a:pt x="907" y="1052"/>
                      </a:lnTo>
                      <a:lnTo>
                        <a:pt x="905" y="1052"/>
                      </a:lnTo>
                      <a:lnTo>
                        <a:pt x="903" y="1052"/>
                      </a:lnTo>
                      <a:lnTo>
                        <a:pt x="901" y="1052"/>
                      </a:lnTo>
                      <a:lnTo>
                        <a:pt x="900" y="1052"/>
                      </a:lnTo>
                      <a:lnTo>
                        <a:pt x="900" y="1054"/>
                      </a:lnTo>
                      <a:lnTo>
                        <a:pt x="898" y="1054"/>
                      </a:lnTo>
                      <a:lnTo>
                        <a:pt x="896" y="1054"/>
                      </a:lnTo>
                      <a:lnTo>
                        <a:pt x="894" y="1054"/>
                      </a:lnTo>
                      <a:lnTo>
                        <a:pt x="894" y="1052"/>
                      </a:lnTo>
                      <a:lnTo>
                        <a:pt x="892" y="1052"/>
                      </a:lnTo>
                      <a:lnTo>
                        <a:pt x="891" y="1052"/>
                      </a:lnTo>
                      <a:lnTo>
                        <a:pt x="889" y="1052"/>
                      </a:lnTo>
                      <a:lnTo>
                        <a:pt x="887" y="1054"/>
                      </a:lnTo>
                      <a:lnTo>
                        <a:pt x="885" y="1054"/>
                      </a:lnTo>
                      <a:lnTo>
                        <a:pt x="883" y="1052"/>
                      </a:lnTo>
                      <a:lnTo>
                        <a:pt x="883" y="1054"/>
                      </a:lnTo>
                      <a:lnTo>
                        <a:pt x="883" y="1052"/>
                      </a:lnTo>
                      <a:lnTo>
                        <a:pt x="881" y="1054"/>
                      </a:lnTo>
                      <a:lnTo>
                        <a:pt x="880" y="1054"/>
                      </a:lnTo>
                      <a:lnTo>
                        <a:pt x="878" y="1054"/>
                      </a:lnTo>
                      <a:lnTo>
                        <a:pt x="876" y="1054"/>
                      </a:lnTo>
                      <a:lnTo>
                        <a:pt x="874" y="1056"/>
                      </a:lnTo>
                      <a:lnTo>
                        <a:pt x="872" y="1056"/>
                      </a:lnTo>
                      <a:lnTo>
                        <a:pt x="870" y="1056"/>
                      </a:lnTo>
                      <a:lnTo>
                        <a:pt x="870" y="1058"/>
                      </a:lnTo>
                      <a:lnTo>
                        <a:pt x="869" y="1058"/>
                      </a:lnTo>
                      <a:lnTo>
                        <a:pt x="869" y="1060"/>
                      </a:lnTo>
                      <a:lnTo>
                        <a:pt x="867" y="1060"/>
                      </a:lnTo>
                      <a:lnTo>
                        <a:pt x="869" y="1060"/>
                      </a:lnTo>
                      <a:lnTo>
                        <a:pt x="867" y="1060"/>
                      </a:lnTo>
                      <a:lnTo>
                        <a:pt x="867" y="1062"/>
                      </a:lnTo>
                      <a:lnTo>
                        <a:pt x="865" y="1062"/>
                      </a:lnTo>
                      <a:lnTo>
                        <a:pt x="863" y="1062"/>
                      </a:lnTo>
                      <a:lnTo>
                        <a:pt x="863" y="1063"/>
                      </a:lnTo>
                      <a:lnTo>
                        <a:pt x="861" y="1063"/>
                      </a:lnTo>
                      <a:lnTo>
                        <a:pt x="861" y="1062"/>
                      </a:lnTo>
                      <a:lnTo>
                        <a:pt x="859" y="1062"/>
                      </a:lnTo>
                      <a:lnTo>
                        <a:pt x="859" y="1060"/>
                      </a:lnTo>
                      <a:lnTo>
                        <a:pt x="858" y="1062"/>
                      </a:lnTo>
                      <a:lnTo>
                        <a:pt x="858" y="1060"/>
                      </a:lnTo>
                      <a:lnTo>
                        <a:pt x="858" y="1058"/>
                      </a:lnTo>
                      <a:lnTo>
                        <a:pt x="859" y="1058"/>
                      </a:lnTo>
                      <a:lnTo>
                        <a:pt x="861" y="1058"/>
                      </a:lnTo>
                      <a:lnTo>
                        <a:pt x="861" y="1056"/>
                      </a:lnTo>
                      <a:lnTo>
                        <a:pt x="861" y="1054"/>
                      </a:lnTo>
                      <a:lnTo>
                        <a:pt x="863" y="1054"/>
                      </a:lnTo>
                      <a:lnTo>
                        <a:pt x="865" y="1054"/>
                      </a:lnTo>
                      <a:lnTo>
                        <a:pt x="865" y="1052"/>
                      </a:lnTo>
                      <a:lnTo>
                        <a:pt x="865" y="1051"/>
                      </a:lnTo>
                      <a:lnTo>
                        <a:pt x="865" y="1049"/>
                      </a:lnTo>
                      <a:lnTo>
                        <a:pt x="865" y="1047"/>
                      </a:lnTo>
                      <a:lnTo>
                        <a:pt x="863" y="1047"/>
                      </a:lnTo>
                      <a:lnTo>
                        <a:pt x="861" y="1047"/>
                      </a:lnTo>
                      <a:lnTo>
                        <a:pt x="861" y="1045"/>
                      </a:lnTo>
                      <a:lnTo>
                        <a:pt x="863" y="1045"/>
                      </a:lnTo>
                      <a:lnTo>
                        <a:pt x="863" y="1043"/>
                      </a:lnTo>
                      <a:lnTo>
                        <a:pt x="863" y="1041"/>
                      </a:lnTo>
                      <a:lnTo>
                        <a:pt x="861" y="1041"/>
                      </a:lnTo>
                      <a:lnTo>
                        <a:pt x="859" y="1041"/>
                      </a:lnTo>
                      <a:lnTo>
                        <a:pt x="858" y="1041"/>
                      </a:lnTo>
                      <a:lnTo>
                        <a:pt x="858" y="1040"/>
                      </a:lnTo>
                      <a:lnTo>
                        <a:pt x="858" y="1038"/>
                      </a:lnTo>
                      <a:lnTo>
                        <a:pt x="858" y="1036"/>
                      </a:lnTo>
                      <a:lnTo>
                        <a:pt x="859" y="1036"/>
                      </a:lnTo>
                      <a:lnTo>
                        <a:pt x="859" y="1034"/>
                      </a:lnTo>
                      <a:lnTo>
                        <a:pt x="858" y="1034"/>
                      </a:lnTo>
                      <a:lnTo>
                        <a:pt x="859" y="1034"/>
                      </a:lnTo>
                      <a:lnTo>
                        <a:pt x="859" y="1032"/>
                      </a:lnTo>
                      <a:lnTo>
                        <a:pt x="858" y="1032"/>
                      </a:lnTo>
                      <a:lnTo>
                        <a:pt x="859" y="1032"/>
                      </a:lnTo>
                      <a:lnTo>
                        <a:pt x="858" y="1030"/>
                      </a:lnTo>
                      <a:lnTo>
                        <a:pt x="859" y="1030"/>
                      </a:lnTo>
                      <a:lnTo>
                        <a:pt x="859" y="1029"/>
                      </a:lnTo>
                      <a:lnTo>
                        <a:pt x="861" y="1029"/>
                      </a:lnTo>
                      <a:lnTo>
                        <a:pt x="863" y="1029"/>
                      </a:lnTo>
                      <a:lnTo>
                        <a:pt x="863" y="1027"/>
                      </a:lnTo>
                      <a:lnTo>
                        <a:pt x="865" y="1027"/>
                      </a:lnTo>
                      <a:lnTo>
                        <a:pt x="865" y="1029"/>
                      </a:lnTo>
                      <a:lnTo>
                        <a:pt x="867" y="1027"/>
                      </a:lnTo>
                      <a:lnTo>
                        <a:pt x="865" y="1025"/>
                      </a:lnTo>
                      <a:lnTo>
                        <a:pt x="865" y="1023"/>
                      </a:lnTo>
                      <a:lnTo>
                        <a:pt x="863" y="1023"/>
                      </a:lnTo>
                      <a:lnTo>
                        <a:pt x="865" y="1023"/>
                      </a:lnTo>
                      <a:lnTo>
                        <a:pt x="863" y="1023"/>
                      </a:lnTo>
                      <a:lnTo>
                        <a:pt x="863" y="1021"/>
                      </a:lnTo>
                      <a:lnTo>
                        <a:pt x="865" y="1021"/>
                      </a:lnTo>
                      <a:lnTo>
                        <a:pt x="863" y="1021"/>
                      </a:lnTo>
                      <a:lnTo>
                        <a:pt x="865" y="1019"/>
                      </a:lnTo>
                      <a:lnTo>
                        <a:pt x="865" y="1018"/>
                      </a:lnTo>
                      <a:lnTo>
                        <a:pt x="865" y="1019"/>
                      </a:lnTo>
                      <a:lnTo>
                        <a:pt x="865" y="1018"/>
                      </a:lnTo>
                      <a:lnTo>
                        <a:pt x="867" y="1018"/>
                      </a:lnTo>
                      <a:lnTo>
                        <a:pt x="867" y="1016"/>
                      </a:lnTo>
                      <a:lnTo>
                        <a:pt x="867" y="1014"/>
                      </a:lnTo>
                      <a:lnTo>
                        <a:pt x="867" y="1012"/>
                      </a:lnTo>
                      <a:lnTo>
                        <a:pt x="869" y="1012"/>
                      </a:lnTo>
                      <a:lnTo>
                        <a:pt x="870" y="1012"/>
                      </a:lnTo>
                      <a:lnTo>
                        <a:pt x="870" y="1014"/>
                      </a:lnTo>
                      <a:lnTo>
                        <a:pt x="872" y="1014"/>
                      </a:lnTo>
                      <a:lnTo>
                        <a:pt x="872" y="1012"/>
                      </a:lnTo>
                      <a:lnTo>
                        <a:pt x="874" y="1012"/>
                      </a:lnTo>
                      <a:lnTo>
                        <a:pt x="874" y="1010"/>
                      </a:lnTo>
                      <a:lnTo>
                        <a:pt x="876" y="1010"/>
                      </a:lnTo>
                      <a:lnTo>
                        <a:pt x="878" y="1010"/>
                      </a:lnTo>
                      <a:lnTo>
                        <a:pt x="878" y="1009"/>
                      </a:lnTo>
                      <a:lnTo>
                        <a:pt x="878" y="1007"/>
                      </a:lnTo>
                      <a:lnTo>
                        <a:pt x="878" y="1009"/>
                      </a:lnTo>
                      <a:lnTo>
                        <a:pt x="878" y="1007"/>
                      </a:lnTo>
                      <a:lnTo>
                        <a:pt x="880" y="1007"/>
                      </a:lnTo>
                      <a:lnTo>
                        <a:pt x="880" y="1005"/>
                      </a:lnTo>
                      <a:lnTo>
                        <a:pt x="880" y="1003"/>
                      </a:lnTo>
                      <a:lnTo>
                        <a:pt x="878" y="1003"/>
                      </a:lnTo>
                      <a:lnTo>
                        <a:pt x="880" y="1003"/>
                      </a:lnTo>
                      <a:lnTo>
                        <a:pt x="880" y="1001"/>
                      </a:lnTo>
                      <a:lnTo>
                        <a:pt x="881" y="1001"/>
                      </a:lnTo>
                      <a:lnTo>
                        <a:pt x="880" y="999"/>
                      </a:lnTo>
                      <a:lnTo>
                        <a:pt x="881" y="999"/>
                      </a:lnTo>
                      <a:lnTo>
                        <a:pt x="883" y="999"/>
                      </a:lnTo>
                      <a:lnTo>
                        <a:pt x="883" y="1001"/>
                      </a:lnTo>
                      <a:lnTo>
                        <a:pt x="885" y="1001"/>
                      </a:lnTo>
                      <a:lnTo>
                        <a:pt x="883" y="1001"/>
                      </a:lnTo>
                      <a:lnTo>
                        <a:pt x="885" y="1001"/>
                      </a:lnTo>
                      <a:lnTo>
                        <a:pt x="885" y="1003"/>
                      </a:lnTo>
                      <a:lnTo>
                        <a:pt x="885" y="1001"/>
                      </a:lnTo>
                      <a:lnTo>
                        <a:pt x="887" y="1001"/>
                      </a:lnTo>
                      <a:lnTo>
                        <a:pt x="887" y="999"/>
                      </a:lnTo>
                      <a:lnTo>
                        <a:pt x="889" y="999"/>
                      </a:lnTo>
                      <a:lnTo>
                        <a:pt x="889" y="998"/>
                      </a:lnTo>
                      <a:lnTo>
                        <a:pt x="891" y="998"/>
                      </a:lnTo>
                      <a:lnTo>
                        <a:pt x="891" y="996"/>
                      </a:lnTo>
                      <a:lnTo>
                        <a:pt x="891" y="994"/>
                      </a:lnTo>
                      <a:lnTo>
                        <a:pt x="892" y="994"/>
                      </a:lnTo>
                      <a:lnTo>
                        <a:pt x="892" y="992"/>
                      </a:lnTo>
                      <a:lnTo>
                        <a:pt x="894" y="992"/>
                      </a:lnTo>
                      <a:lnTo>
                        <a:pt x="896" y="992"/>
                      </a:lnTo>
                      <a:lnTo>
                        <a:pt x="898" y="994"/>
                      </a:lnTo>
                      <a:lnTo>
                        <a:pt x="898" y="992"/>
                      </a:lnTo>
                      <a:lnTo>
                        <a:pt x="900" y="992"/>
                      </a:lnTo>
                      <a:lnTo>
                        <a:pt x="900" y="990"/>
                      </a:lnTo>
                      <a:lnTo>
                        <a:pt x="900" y="988"/>
                      </a:lnTo>
                      <a:lnTo>
                        <a:pt x="898" y="988"/>
                      </a:lnTo>
                      <a:lnTo>
                        <a:pt x="900" y="988"/>
                      </a:lnTo>
                      <a:lnTo>
                        <a:pt x="898" y="988"/>
                      </a:lnTo>
                      <a:lnTo>
                        <a:pt x="900" y="988"/>
                      </a:lnTo>
                      <a:lnTo>
                        <a:pt x="898" y="988"/>
                      </a:lnTo>
                      <a:lnTo>
                        <a:pt x="898" y="987"/>
                      </a:lnTo>
                      <a:lnTo>
                        <a:pt x="896" y="987"/>
                      </a:lnTo>
                      <a:lnTo>
                        <a:pt x="896" y="985"/>
                      </a:lnTo>
                      <a:lnTo>
                        <a:pt x="896" y="983"/>
                      </a:lnTo>
                      <a:lnTo>
                        <a:pt x="894" y="983"/>
                      </a:lnTo>
                      <a:lnTo>
                        <a:pt x="896" y="983"/>
                      </a:lnTo>
                      <a:lnTo>
                        <a:pt x="894" y="981"/>
                      </a:lnTo>
                      <a:lnTo>
                        <a:pt x="896" y="981"/>
                      </a:lnTo>
                      <a:lnTo>
                        <a:pt x="898" y="981"/>
                      </a:lnTo>
                      <a:lnTo>
                        <a:pt x="898" y="983"/>
                      </a:lnTo>
                      <a:lnTo>
                        <a:pt x="898" y="981"/>
                      </a:lnTo>
                      <a:lnTo>
                        <a:pt x="900" y="981"/>
                      </a:lnTo>
                      <a:lnTo>
                        <a:pt x="900" y="979"/>
                      </a:lnTo>
                      <a:lnTo>
                        <a:pt x="900" y="977"/>
                      </a:lnTo>
                      <a:lnTo>
                        <a:pt x="898" y="977"/>
                      </a:lnTo>
                      <a:lnTo>
                        <a:pt x="898" y="976"/>
                      </a:lnTo>
                      <a:lnTo>
                        <a:pt x="898" y="974"/>
                      </a:lnTo>
                      <a:lnTo>
                        <a:pt x="900" y="974"/>
                      </a:lnTo>
                      <a:lnTo>
                        <a:pt x="900" y="972"/>
                      </a:lnTo>
                      <a:lnTo>
                        <a:pt x="901" y="972"/>
                      </a:lnTo>
                      <a:lnTo>
                        <a:pt x="901" y="970"/>
                      </a:lnTo>
                      <a:lnTo>
                        <a:pt x="901" y="968"/>
                      </a:lnTo>
                      <a:lnTo>
                        <a:pt x="901" y="966"/>
                      </a:lnTo>
                      <a:lnTo>
                        <a:pt x="901" y="965"/>
                      </a:lnTo>
                      <a:lnTo>
                        <a:pt x="901" y="963"/>
                      </a:lnTo>
                      <a:lnTo>
                        <a:pt x="901" y="961"/>
                      </a:lnTo>
                      <a:lnTo>
                        <a:pt x="901" y="959"/>
                      </a:lnTo>
                      <a:lnTo>
                        <a:pt x="901" y="957"/>
                      </a:lnTo>
                      <a:lnTo>
                        <a:pt x="901" y="956"/>
                      </a:lnTo>
                      <a:lnTo>
                        <a:pt x="900" y="956"/>
                      </a:lnTo>
                      <a:lnTo>
                        <a:pt x="901" y="956"/>
                      </a:lnTo>
                      <a:lnTo>
                        <a:pt x="901" y="954"/>
                      </a:lnTo>
                      <a:lnTo>
                        <a:pt x="901" y="952"/>
                      </a:lnTo>
                      <a:lnTo>
                        <a:pt x="900" y="952"/>
                      </a:lnTo>
                      <a:lnTo>
                        <a:pt x="901" y="950"/>
                      </a:lnTo>
                      <a:lnTo>
                        <a:pt x="900" y="950"/>
                      </a:lnTo>
                      <a:lnTo>
                        <a:pt x="901" y="950"/>
                      </a:lnTo>
                      <a:lnTo>
                        <a:pt x="901" y="948"/>
                      </a:lnTo>
                      <a:lnTo>
                        <a:pt x="900" y="948"/>
                      </a:lnTo>
                      <a:lnTo>
                        <a:pt x="900" y="946"/>
                      </a:lnTo>
                      <a:lnTo>
                        <a:pt x="900" y="945"/>
                      </a:lnTo>
                      <a:lnTo>
                        <a:pt x="900" y="943"/>
                      </a:lnTo>
                      <a:lnTo>
                        <a:pt x="900" y="941"/>
                      </a:lnTo>
                      <a:lnTo>
                        <a:pt x="900" y="939"/>
                      </a:lnTo>
                      <a:lnTo>
                        <a:pt x="901" y="937"/>
                      </a:lnTo>
                      <a:lnTo>
                        <a:pt x="900" y="937"/>
                      </a:lnTo>
                      <a:lnTo>
                        <a:pt x="900" y="935"/>
                      </a:lnTo>
                      <a:lnTo>
                        <a:pt x="898" y="935"/>
                      </a:lnTo>
                      <a:lnTo>
                        <a:pt x="898" y="934"/>
                      </a:lnTo>
                      <a:lnTo>
                        <a:pt x="900" y="934"/>
                      </a:lnTo>
                      <a:lnTo>
                        <a:pt x="898" y="932"/>
                      </a:lnTo>
                      <a:lnTo>
                        <a:pt x="900" y="932"/>
                      </a:lnTo>
                      <a:lnTo>
                        <a:pt x="898" y="932"/>
                      </a:lnTo>
                      <a:lnTo>
                        <a:pt x="900" y="932"/>
                      </a:lnTo>
                      <a:lnTo>
                        <a:pt x="900" y="930"/>
                      </a:lnTo>
                      <a:lnTo>
                        <a:pt x="898" y="930"/>
                      </a:lnTo>
                      <a:lnTo>
                        <a:pt x="898" y="928"/>
                      </a:lnTo>
                      <a:lnTo>
                        <a:pt x="898" y="930"/>
                      </a:lnTo>
                      <a:lnTo>
                        <a:pt x="896" y="930"/>
                      </a:lnTo>
                      <a:lnTo>
                        <a:pt x="894" y="930"/>
                      </a:lnTo>
                      <a:lnTo>
                        <a:pt x="894" y="928"/>
                      </a:lnTo>
                      <a:lnTo>
                        <a:pt x="894" y="926"/>
                      </a:lnTo>
                      <a:lnTo>
                        <a:pt x="892" y="928"/>
                      </a:lnTo>
                      <a:lnTo>
                        <a:pt x="892" y="926"/>
                      </a:lnTo>
                      <a:lnTo>
                        <a:pt x="892" y="928"/>
                      </a:lnTo>
                      <a:lnTo>
                        <a:pt x="892" y="926"/>
                      </a:lnTo>
                      <a:lnTo>
                        <a:pt x="892" y="928"/>
                      </a:lnTo>
                      <a:lnTo>
                        <a:pt x="891" y="926"/>
                      </a:lnTo>
                      <a:lnTo>
                        <a:pt x="889" y="926"/>
                      </a:lnTo>
                      <a:lnTo>
                        <a:pt x="891" y="928"/>
                      </a:lnTo>
                      <a:lnTo>
                        <a:pt x="889" y="928"/>
                      </a:lnTo>
                      <a:lnTo>
                        <a:pt x="891" y="928"/>
                      </a:lnTo>
                      <a:lnTo>
                        <a:pt x="889" y="928"/>
                      </a:lnTo>
                      <a:lnTo>
                        <a:pt x="891" y="930"/>
                      </a:lnTo>
                      <a:lnTo>
                        <a:pt x="889" y="930"/>
                      </a:lnTo>
                      <a:lnTo>
                        <a:pt x="889" y="932"/>
                      </a:lnTo>
                      <a:lnTo>
                        <a:pt x="887" y="932"/>
                      </a:lnTo>
                      <a:lnTo>
                        <a:pt x="885" y="932"/>
                      </a:lnTo>
                      <a:lnTo>
                        <a:pt x="885" y="930"/>
                      </a:lnTo>
                      <a:lnTo>
                        <a:pt x="885" y="928"/>
                      </a:lnTo>
                      <a:lnTo>
                        <a:pt x="885" y="926"/>
                      </a:lnTo>
                      <a:lnTo>
                        <a:pt x="883" y="926"/>
                      </a:lnTo>
                      <a:lnTo>
                        <a:pt x="883" y="924"/>
                      </a:lnTo>
                      <a:lnTo>
                        <a:pt x="881" y="924"/>
                      </a:lnTo>
                      <a:lnTo>
                        <a:pt x="883" y="924"/>
                      </a:lnTo>
                      <a:lnTo>
                        <a:pt x="883" y="923"/>
                      </a:lnTo>
                      <a:lnTo>
                        <a:pt x="881" y="923"/>
                      </a:lnTo>
                      <a:lnTo>
                        <a:pt x="881" y="921"/>
                      </a:lnTo>
                      <a:lnTo>
                        <a:pt x="880" y="921"/>
                      </a:lnTo>
                      <a:lnTo>
                        <a:pt x="880" y="919"/>
                      </a:lnTo>
                      <a:lnTo>
                        <a:pt x="881" y="919"/>
                      </a:lnTo>
                      <a:lnTo>
                        <a:pt x="880" y="919"/>
                      </a:lnTo>
                      <a:lnTo>
                        <a:pt x="881" y="919"/>
                      </a:lnTo>
                      <a:lnTo>
                        <a:pt x="881" y="917"/>
                      </a:lnTo>
                      <a:lnTo>
                        <a:pt x="881" y="915"/>
                      </a:lnTo>
                      <a:lnTo>
                        <a:pt x="880" y="915"/>
                      </a:lnTo>
                      <a:lnTo>
                        <a:pt x="880" y="913"/>
                      </a:lnTo>
                      <a:lnTo>
                        <a:pt x="880" y="912"/>
                      </a:lnTo>
                      <a:lnTo>
                        <a:pt x="880" y="910"/>
                      </a:lnTo>
                      <a:lnTo>
                        <a:pt x="878" y="908"/>
                      </a:lnTo>
                      <a:lnTo>
                        <a:pt x="878" y="906"/>
                      </a:lnTo>
                      <a:lnTo>
                        <a:pt x="876" y="906"/>
                      </a:lnTo>
                      <a:lnTo>
                        <a:pt x="876" y="908"/>
                      </a:lnTo>
                      <a:lnTo>
                        <a:pt x="874" y="908"/>
                      </a:lnTo>
                      <a:lnTo>
                        <a:pt x="874" y="906"/>
                      </a:lnTo>
                      <a:lnTo>
                        <a:pt x="874" y="904"/>
                      </a:lnTo>
                      <a:lnTo>
                        <a:pt x="872" y="904"/>
                      </a:lnTo>
                      <a:lnTo>
                        <a:pt x="872" y="903"/>
                      </a:lnTo>
                      <a:lnTo>
                        <a:pt x="870" y="901"/>
                      </a:lnTo>
                      <a:lnTo>
                        <a:pt x="869" y="901"/>
                      </a:lnTo>
                      <a:lnTo>
                        <a:pt x="869" y="903"/>
                      </a:lnTo>
                      <a:lnTo>
                        <a:pt x="867" y="903"/>
                      </a:lnTo>
                      <a:lnTo>
                        <a:pt x="867" y="901"/>
                      </a:lnTo>
                      <a:lnTo>
                        <a:pt x="865" y="901"/>
                      </a:lnTo>
                      <a:lnTo>
                        <a:pt x="865" y="899"/>
                      </a:lnTo>
                      <a:lnTo>
                        <a:pt x="865" y="897"/>
                      </a:lnTo>
                      <a:lnTo>
                        <a:pt x="863" y="897"/>
                      </a:lnTo>
                      <a:lnTo>
                        <a:pt x="863" y="895"/>
                      </a:lnTo>
                      <a:lnTo>
                        <a:pt x="861" y="895"/>
                      </a:lnTo>
                      <a:lnTo>
                        <a:pt x="859" y="895"/>
                      </a:lnTo>
                      <a:lnTo>
                        <a:pt x="858" y="895"/>
                      </a:lnTo>
                      <a:lnTo>
                        <a:pt x="856" y="897"/>
                      </a:lnTo>
                      <a:lnTo>
                        <a:pt x="856" y="899"/>
                      </a:lnTo>
                      <a:lnTo>
                        <a:pt x="856" y="901"/>
                      </a:lnTo>
                      <a:lnTo>
                        <a:pt x="856" y="903"/>
                      </a:lnTo>
                      <a:lnTo>
                        <a:pt x="858" y="903"/>
                      </a:lnTo>
                      <a:lnTo>
                        <a:pt x="856" y="903"/>
                      </a:lnTo>
                      <a:lnTo>
                        <a:pt x="856" y="904"/>
                      </a:lnTo>
                      <a:lnTo>
                        <a:pt x="854" y="904"/>
                      </a:lnTo>
                      <a:lnTo>
                        <a:pt x="854" y="903"/>
                      </a:lnTo>
                      <a:lnTo>
                        <a:pt x="854" y="904"/>
                      </a:lnTo>
                      <a:lnTo>
                        <a:pt x="852" y="904"/>
                      </a:lnTo>
                      <a:lnTo>
                        <a:pt x="852" y="906"/>
                      </a:lnTo>
                      <a:lnTo>
                        <a:pt x="850" y="906"/>
                      </a:lnTo>
                      <a:lnTo>
                        <a:pt x="849" y="906"/>
                      </a:lnTo>
                      <a:lnTo>
                        <a:pt x="847" y="904"/>
                      </a:lnTo>
                      <a:lnTo>
                        <a:pt x="847" y="903"/>
                      </a:lnTo>
                      <a:lnTo>
                        <a:pt x="845" y="903"/>
                      </a:lnTo>
                      <a:lnTo>
                        <a:pt x="843" y="903"/>
                      </a:lnTo>
                      <a:lnTo>
                        <a:pt x="843" y="901"/>
                      </a:lnTo>
                      <a:lnTo>
                        <a:pt x="841" y="901"/>
                      </a:lnTo>
                      <a:lnTo>
                        <a:pt x="839" y="903"/>
                      </a:lnTo>
                      <a:lnTo>
                        <a:pt x="838" y="903"/>
                      </a:lnTo>
                      <a:lnTo>
                        <a:pt x="836" y="903"/>
                      </a:lnTo>
                      <a:lnTo>
                        <a:pt x="836" y="901"/>
                      </a:lnTo>
                      <a:lnTo>
                        <a:pt x="834" y="901"/>
                      </a:lnTo>
                      <a:lnTo>
                        <a:pt x="832" y="901"/>
                      </a:lnTo>
                      <a:lnTo>
                        <a:pt x="830" y="901"/>
                      </a:lnTo>
                      <a:lnTo>
                        <a:pt x="830" y="899"/>
                      </a:lnTo>
                      <a:lnTo>
                        <a:pt x="828" y="899"/>
                      </a:lnTo>
                      <a:lnTo>
                        <a:pt x="827" y="899"/>
                      </a:lnTo>
                      <a:lnTo>
                        <a:pt x="827" y="897"/>
                      </a:lnTo>
                      <a:lnTo>
                        <a:pt x="825" y="897"/>
                      </a:lnTo>
                      <a:lnTo>
                        <a:pt x="825" y="899"/>
                      </a:lnTo>
                      <a:lnTo>
                        <a:pt x="825" y="897"/>
                      </a:lnTo>
                      <a:lnTo>
                        <a:pt x="823" y="897"/>
                      </a:lnTo>
                      <a:lnTo>
                        <a:pt x="821" y="899"/>
                      </a:lnTo>
                      <a:lnTo>
                        <a:pt x="819" y="899"/>
                      </a:lnTo>
                      <a:lnTo>
                        <a:pt x="818" y="901"/>
                      </a:lnTo>
                      <a:lnTo>
                        <a:pt x="818" y="903"/>
                      </a:lnTo>
                      <a:lnTo>
                        <a:pt x="816" y="903"/>
                      </a:lnTo>
                      <a:lnTo>
                        <a:pt x="816" y="901"/>
                      </a:lnTo>
                      <a:lnTo>
                        <a:pt x="814" y="901"/>
                      </a:lnTo>
                      <a:lnTo>
                        <a:pt x="814" y="899"/>
                      </a:lnTo>
                      <a:lnTo>
                        <a:pt x="812" y="899"/>
                      </a:lnTo>
                      <a:lnTo>
                        <a:pt x="814" y="897"/>
                      </a:lnTo>
                      <a:lnTo>
                        <a:pt x="816" y="897"/>
                      </a:lnTo>
                      <a:lnTo>
                        <a:pt x="814" y="895"/>
                      </a:lnTo>
                      <a:lnTo>
                        <a:pt x="816" y="895"/>
                      </a:lnTo>
                      <a:lnTo>
                        <a:pt x="818" y="893"/>
                      </a:lnTo>
                      <a:lnTo>
                        <a:pt x="819" y="893"/>
                      </a:lnTo>
                      <a:lnTo>
                        <a:pt x="819" y="892"/>
                      </a:lnTo>
                      <a:lnTo>
                        <a:pt x="819" y="890"/>
                      </a:lnTo>
                      <a:lnTo>
                        <a:pt x="821" y="890"/>
                      </a:lnTo>
                      <a:lnTo>
                        <a:pt x="821" y="888"/>
                      </a:lnTo>
                      <a:lnTo>
                        <a:pt x="823" y="888"/>
                      </a:lnTo>
                      <a:lnTo>
                        <a:pt x="823" y="890"/>
                      </a:lnTo>
                      <a:lnTo>
                        <a:pt x="823" y="888"/>
                      </a:lnTo>
                      <a:lnTo>
                        <a:pt x="825" y="888"/>
                      </a:lnTo>
                      <a:lnTo>
                        <a:pt x="825" y="886"/>
                      </a:lnTo>
                      <a:lnTo>
                        <a:pt x="823" y="886"/>
                      </a:lnTo>
                      <a:lnTo>
                        <a:pt x="823" y="884"/>
                      </a:lnTo>
                      <a:lnTo>
                        <a:pt x="821" y="882"/>
                      </a:lnTo>
                      <a:lnTo>
                        <a:pt x="821" y="881"/>
                      </a:lnTo>
                      <a:lnTo>
                        <a:pt x="821" y="879"/>
                      </a:lnTo>
                      <a:lnTo>
                        <a:pt x="821" y="881"/>
                      </a:lnTo>
                      <a:lnTo>
                        <a:pt x="819" y="881"/>
                      </a:lnTo>
                      <a:lnTo>
                        <a:pt x="819" y="879"/>
                      </a:lnTo>
                      <a:lnTo>
                        <a:pt x="821" y="877"/>
                      </a:lnTo>
                      <a:lnTo>
                        <a:pt x="821" y="875"/>
                      </a:lnTo>
                      <a:lnTo>
                        <a:pt x="819" y="877"/>
                      </a:lnTo>
                      <a:lnTo>
                        <a:pt x="818" y="877"/>
                      </a:lnTo>
                      <a:lnTo>
                        <a:pt x="816" y="877"/>
                      </a:lnTo>
                      <a:lnTo>
                        <a:pt x="814" y="877"/>
                      </a:lnTo>
                      <a:lnTo>
                        <a:pt x="810" y="881"/>
                      </a:lnTo>
                      <a:lnTo>
                        <a:pt x="810" y="882"/>
                      </a:lnTo>
                      <a:lnTo>
                        <a:pt x="808" y="882"/>
                      </a:lnTo>
                      <a:lnTo>
                        <a:pt x="808" y="881"/>
                      </a:lnTo>
                      <a:lnTo>
                        <a:pt x="808" y="879"/>
                      </a:lnTo>
                      <a:lnTo>
                        <a:pt x="810" y="879"/>
                      </a:lnTo>
                      <a:lnTo>
                        <a:pt x="808" y="879"/>
                      </a:lnTo>
                      <a:lnTo>
                        <a:pt x="808" y="877"/>
                      </a:lnTo>
                      <a:lnTo>
                        <a:pt x="808" y="875"/>
                      </a:lnTo>
                      <a:lnTo>
                        <a:pt x="807" y="875"/>
                      </a:lnTo>
                      <a:lnTo>
                        <a:pt x="808" y="875"/>
                      </a:lnTo>
                      <a:lnTo>
                        <a:pt x="810" y="875"/>
                      </a:lnTo>
                      <a:lnTo>
                        <a:pt x="810" y="873"/>
                      </a:lnTo>
                      <a:lnTo>
                        <a:pt x="812" y="873"/>
                      </a:lnTo>
                      <a:lnTo>
                        <a:pt x="814" y="871"/>
                      </a:lnTo>
                      <a:lnTo>
                        <a:pt x="816" y="871"/>
                      </a:lnTo>
                      <a:lnTo>
                        <a:pt x="816" y="870"/>
                      </a:lnTo>
                      <a:lnTo>
                        <a:pt x="818" y="870"/>
                      </a:lnTo>
                      <a:lnTo>
                        <a:pt x="816" y="870"/>
                      </a:lnTo>
                      <a:lnTo>
                        <a:pt x="816" y="868"/>
                      </a:lnTo>
                      <a:lnTo>
                        <a:pt x="816" y="870"/>
                      </a:lnTo>
                      <a:lnTo>
                        <a:pt x="814" y="870"/>
                      </a:lnTo>
                      <a:lnTo>
                        <a:pt x="812" y="870"/>
                      </a:lnTo>
                      <a:lnTo>
                        <a:pt x="810" y="870"/>
                      </a:lnTo>
                      <a:lnTo>
                        <a:pt x="810" y="868"/>
                      </a:lnTo>
                      <a:lnTo>
                        <a:pt x="808" y="868"/>
                      </a:lnTo>
                      <a:lnTo>
                        <a:pt x="810" y="866"/>
                      </a:lnTo>
                      <a:lnTo>
                        <a:pt x="808" y="866"/>
                      </a:lnTo>
                      <a:lnTo>
                        <a:pt x="808" y="864"/>
                      </a:lnTo>
                      <a:lnTo>
                        <a:pt x="807" y="864"/>
                      </a:lnTo>
                      <a:lnTo>
                        <a:pt x="807" y="862"/>
                      </a:lnTo>
                      <a:lnTo>
                        <a:pt x="805" y="862"/>
                      </a:lnTo>
                      <a:lnTo>
                        <a:pt x="803" y="864"/>
                      </a:lnTo>
                      <a:lnTo>
                        <a:pt x="803" y="866"/>
                      </a:lnTo>
                      <a:lnTo>
                        <a:pt x="801" y="866"/>
                      </a:lnTo>
                      <a:lnTo>
                        <a:pt x="801" y="864"/>
                      </a:lnTo>
                      <a:lnTo>
                        <a:pt x="801" y="866"/>
                      </a:lnTo>
                      <a:lnTo>
                        <a:pt x="799" y="866"/>
                      </a:lnTo>
                      <a:lnTo>
                        <a:pt x="797" y="868"/>
                      </a:lnTo>
                      <a:lnTo>
                        <a:pt x="797" y="866"/>
                      </a:lnTo>
                      <a:lnTo>
                        <a:pt x="796" y="866"/>
                      </a:lnTo>
                      <a:lnTo>
                        <a:pt x="794" y="866"/>
                      </a:lnTo>
                      <a:lnTo>
                        <a:pt x="794" y="868"/>
                      </a:lnTo>
                      <a:lnTo>
                        <a:pt x="794" y="870"/>
                      </a:lnTo>
                      <a:lnTo>
                        <a:pt x="792" y="871"/>
                      </a:lnTo>
                      <a:lnTo>
                        <a:pt x="792" y="870"/>
                      </a:lnTo>
                      <a:lnTo>
                        <a:pt x="790" y="870"/>
                      </a:lnTo>
                      <a:lnTo>
                        <a:pt x="790" y="871"/>
                      </a:lnTo>
                      <a:lnTo>
                        <a:pt x="790" y="870"/>
                      </a:lnTo>
                      <a:lnTo>
                        <a:pt x="788" y="870"/>
                      </a:lnTo>
                      <a:lnTo>
                        <a:pt x="788" y="871"/>
                      </a:lnTo>
                      <a:lnTo>
                        <a:pt x="786" y="871"/>
                      </a:lnTo>
                      <a:lnTo>
                        <a:pt x="785" y="871"/>
                      </a:lnTo>
                      <a:lnTo>
                        <a:pt x="785" y="873"/>
                      </a:lnTo>
                      <a:lnTo>
                        <a:pt x="783" y="873"/>
                      </a:lnTo>
                      <a:lnTo>
                        <a:pt x="783" y="871"/>
                      </a:lnTo>
                      <a:lnTo>
                        <a:pt x="781" y="871"/>
                      </a:lnTo>
                      <a:lnTo>
                        <a:pt x="783" y="871"/>
                      </a:lnTo>
                      <a:lnTo>
                        <a:pt x="781" y="873"/>
                      </a:lnTo>
                      <a:lnTo>
                        <a:pt x="779" y="873"/>
                      </a:lnTo>
                      <a:lnTo>
                        <a:pt x="777" y="873"/>
                      </a:lnTo>
                      <a:lnTo>
                        <a:pt x="777" y="875"/>
                      </a:lnTo>
                      <a:lnTo>
                        <a:pt x="776" y="875"/>
                      </a:lnTo>
                      <a:lnTo>
                        <a:pt x="774" y="875"/>
                      </a:lnTo>
                      <a:lnTo>
                        <a:pt x="772" y="875"/>
                      </a:lnTo>
                      <a:lnTo>
                        <a:pt x="770" y="875"/>
                      </a:lnTo>
                      <a:lnTo>
                        <a:pt x="772" y="875"/>
                      </a:lnTo>
                      <a:lnTo>
                        <a:pt x="770" y="873"/>
                      </a:lnTo>
                      <a:lnTo>
                        <a:pt x="768" y="873"/>
                      </a:lnTo>
                      <a:lnTo>
                        <a:pt x="766" y="873"/>
                      </a:lnTo>
                      <a:lnTo>
                        <a:pt x="766" y="871"/>
                      </a:lnTo>
                      <a:lnTo>
                        <a:pt x="766" y="873"/>
                      </a:lnTo>
                      <a:lnTo>
                        <a:pt x="768" y="873"/>
                      </a:lnTo>
                      <a:lnTo>
                        <a:pt x="766" y="873"/>
                      </a:lnTo>
                      <a:lnTo>
                        <a:pt x="765" y="873"/>
                      </a:lnTo>
                      <a:lnTo>
                        <a:pt x="763" y="873"/>
                      </a:lnTo>
                      <a:lnTo>
                        <a:pt x="763" y="871"/>
                      </a:lnTo>
                      <a:lnTo>
                        <a:pt x="761" y="871"/>
                      </a:lnTo>
                      <a:lnTo>
                        <a:pt x="759" y="873"/>
                      </a:lnTo>
                      <a:lnTo>
                        <a:pt x="759" y="871"/>
                      </a:lnTo>
                      <a:lnTo>
                        <a:pt x="757" y="870"/>
                      </a:lnTo>
                      <a:lnTo>
                        <a:pt x="757" y="868"/>
                      </a:lnTo>
                      <a:lnTo>
                        <a:pt x="755" y="868"/>
                      </a:lnTo>
                      <a:lnTo>
                        <a:pt x="754" y="868"/>
                      </a:lnTo>
                      <a:lnTo>
                        <a:pt x="752" y="868"/>
                      </a:lnTo>
                      <a:lnTo>
                        <a:pt x="752" y="870"/>
                      </a:lnTo>
                      <a:lnTo>
                        <a:pt x="750" y="870"/>
                      </a:lnTo>
                      <a:lnTo>
                        <a:pt x="748" y="871"/>
                      </a:lnTo>
                      <a:lnTo>
                        <a:pt x="746" y="871"/>
                      </a:lnTo>
                      <a:lnTo>
                        <a:pt x="748" y="871"/>
                      </a:lnTo>
                      <a:lnTo>
                        <a:pt x="746" y="871"/>
                      </a:lnTo>
                      <a:lnTo>
                        <a:pt x="744" y="871"/>
                      </a:lnTo>
                      <a:lnTo>
                        <a:pt x="744" y="873"/>
                      </a:lnTo>
                      <a:lnTo>
                        <a:pt x="743" y="873"/>
                      </a:lnTo>
                      <a:lnTo>
                        <a:pt x="741" y="873"/>
                      </a:lnTo>
                      <a:lnTo>
                        <a:pt x="741" y="875"/>
                      </a:lnTo>
                      <a:lnTo>
                        <a:pt x="743" y="875"/>
                      </a:lnTo>
                      <a:lnTo>
                        <a:pt x="743" y="877"/>
                      </a:lnTo>
                      <a:lnTo>
                        <a:pt x="744" y="877"/>
                      </a:lnTo>
                      <a:lnTo>
                        <a:pt x="744" y="879"/>
                      </a:lnTo>
                      <a:lnTo>
                        <a:pt x="743" y="879"/>
                      </a:lnTo>
                      <a:lnTo>
                        <a:pt x="741" y="879"/>
                      </a:lnTo>
                      <a:lnTo>
                        <a:pt x="741" y="881"/>
                      </a:lnTo>
                      <a:lnTo>
                        <a:pt x="739" y="881"/>
                      </a:lnTo>
                      <a:lnTo>
                        <a:pt x="737" y="881"/>
                      </a:lnTo>
                      <a:lnTo>
                        <a:pt x="737" y="882"/>
                      </a:lnTo>
                      <a:lnTo>
                        <a:pt x="735" y="882"/>
                      </a:lnTo>
                      <a:lnTo>
                        <a:pt x="734" y="882"/>
                      </a:lnTo>
                      <a:lnTo>
                        <a:pt x="734" y="884"/>
                      </a:lnTo>
                      <a:lnTo>
                        <a:pt x="732" y="884"/>
                      </a:lnTo>
                      <a:lnTo>
                        <a:pt x="732" y="886"/>
                      </a:lnTo>
                      <a:lnTo>
                        <a:pt x="730" y="886"/>
                      </a:lnTo>
                      <a:lnTo>
                        <a:pt x="730" y="884"/>
                      </a:lnTo>
                      <a:lnTo>
                        <a:pt x="730" y="886"/>
                      </a:lnTo>
                      <a:lnTo>
                        <a:pt x="728" y="886"/>
                      </a:lnTo>
                      <a:lnTo>
                        <a:pt x="728" y="888"/>
                      </a:lnTo>
                      <a:lnTo>
                        <a:pt x="726" y="888"/>
                      </a:lnTo>
                      <a:lnTo>
                        <a:pt x="724" y="888"/>
                      </a:lnTo>
                      <a:lnTo>
                        <a:pt x="723" y="888"/>
                      </a:lnTo>
                      <a:lnTo>
                        <a:pt x="723" y="890"/>
                      </a:lnTo>
                      <a:lnTo>
                        <a:pt x="721" y="890"/>
                      </a:lnTo>
                      <a:lnTo>
                        <a:pt x="719" y="890"/>
                      </a:lnTo>
                      <a:lnTo>
                        <a:pt x="717" y="892"/>
                      </a:lnTo>
                      <a:lnTo>
                        <a:pt x="717" y="890"/>
                      </a:lnTo>
                      <a:lnTo>
                        <a:pt x="715" y="890"/>
                      </a:lnTo>
                      <a:lnTo>
                        <a:pt x="713" y="890"/>
                      </a:lnTo>
                      <a:lnTo>
                        <a:pt x="712" y="890"/>
                      </a:lnTo>
                      <a:lnTo>
                        <a:pt x="710" y="890"/>
                      </a:lnTo>
                      <a:lnTo>
                        <a:pt x="710" y="892"/>
                      </a:lnTo>
                      <a:lnTo>
                        <a:pt x="708" y="892"/>
                      </a:lnTo>
                      <a:lnTo>
                        <a:pt x="708" y="893"/>
                      </a:lnTo>
                      <a:lnTo>
                        <a:pt x="706" y="893"/>
                      </a:lnTo>
                      <a:lnTo>
                        <a:pt x="706" y="895"/>
                      </a:lnTo>
                      <a:lnTo>
                        <a:pt x="706" y="897"/>
                      </a:lnTo>
                      <a:lnTo>
                        <a:pt x="704" y="897"/>
                      </a:lnTo>
                      <a:lnTo>
                        <a:pt x="704" y="899"/>
                      </a:lnTo>
                      <a:lnTo>
                        <a:pt x="703" y="901"/>
                      </a:lnTo>
                      <a:lnTo>
                        <a:pt x="704" y="901"/>
                      </a:lnTo>
                      <a:lnTo>
                        <a:pt x="704" y="903"/>
                      </a:lnTo>
                      <a:lnTo>
                        <a:pt x="703" y="903"/>
                      </a:lnTo>
                      <a:lnTo>
                        <a:pt x="703" y="901"/>
                      </a:lnTo>
                      <a:lnTo>
                        <a:pt x="703" y="903"/>
                      </a:lnTo>
                      <a:lnTo>
                        <a:pt x="701" y="903"/>
                      </a:lnTo>
                      <a:lnTo>
                        <a:pt x="701" y="901"/>
                      </a:lnTo>
                      <a:lnTo>
                        <a:pt x="699" y="901"/>
                      </a:lnTo>
                      <a:lnTo>
                        <a:pt x="699" y="903"/>
                      </a:lnTo>
                      <a:lnTo>
                        <a:pt x="697" y="903"/>
                      </a:lnTo>
                      <a:lnTo>
                        <a:pt x="695" y="904"/>
                      </a:lnTo>
                      <a:lnTo>
                        <a:pt x="693" y="904"/>
                      </a:lnTo>
                      <a:lnTo>
                        <a:pt x="693" y="906"/>
                      </a:lnTo>
                      <a:lnTo>
                        <a:pt x="692" y="906"/>
                      </a:lnTo>
                      <a:lnTo>
                        <a:pt x="690" y="908"/>
                      </a:lnTo>
                      <a:lnTo>
                        <a:pt x="688" y="908"/>
                      </a:lnTo>
                      <a:lnTo>
                        <a:pt x="686" y="908"/>
                      </a:lnTo>
                      <a:lnTo>
                        <a:pt x="688" y="908"/>
                      </a:lnTo>
                      <a:lnTo>
                        <a:pt x="686" y="908"/>
                      </a:lnTo>
                      <a:lnTo>
                        <a:pt x="684" y="908"/>
                      </a:lnTo>
                      <a:lnTo>
                        <a:pt x="684" y="910"/>
                      </a:lnTo>
                      <a:lnTo>
                        <a:pt x="682" y="910"/>
                      </a:lnTo>
                      <a:lnTo>
                        <a:pt x="684" y="910"/>
                      </a:lnTo>
                      <a:lnTo>
                        <a:pt x="682" y="910"/>
                      </a:lnTo>
                      <a:lnTo>
                        <a:pt x="682" y="912"/>
                      </a:lnTo>
                      <a:lnTo>
                        <a:pt x="684" y="912"/>
                      </a:lnTo>
                      <a:lnTo>
                        <a:pt x="686" y="912"/>
                      </a:lnTo>
                      <a:lnTo>
                        <a:pt x="686" y="913"/>
                      </a:lnTo>
                      <a:lnTo>
                        <a:pt x="686" y="915"/>
                      </a:lnTo>
                      <a:lnTo>
                        <a:pt x="684" y="915"/>
                      </a:lnTo>
                      <a:lnTo>
                        <a:pt x="682" y="917"/>
                      </a:lnTo>
                      <a:lnTo>
                        <a:pt x="681" y="917"/>
                      </a:lnTo>
                      <a:lnTo>
                        <a:pt x="681" y="919"/>
                      </a:lnTo>
                      <a:lnTo>
                        <a:pt x="679" y="919"/>
                      </a:lnTo>
                      <a:lnTo>
                        <a:pt x="677" y="919"/>
                      </a:lnTo>
                      <a:lnTo>
                        <a:pt x="677" y="921"/>
                      </a:lnTo>
                      <a:lnTo>
                        <a:pt x="675" y="921"/>
                      </a:lnTo>
                      <a:lnTo>
                        <a:pt x="675" y="919"/>
                      </a:lnTo>
                      <a:lnTo>
                        <a:pt x="673" y="921"/>
                      </a:lnTo>
                      <a:lnTo>
                        <a:pt x="673" y="919"/>
                      </a:lnTo>
                      <a:lnTo>
                        <a:pt x="671" y="921"/>
                      </a:lnTo>
                      <a:lnTo>
                        <a:pt x="670" y="921"/>
                      </a:lnTo>
                      <a:lnTo>
                        <a:pt x="670" y="919"/>
                      </a:lnTo>
                      <a:lnTo>
                        <a:pt x="668" y="919"/>
                      </a:lnTo>
                      <a:lnTo>
                        <a:pt x="666" y="919"/>
                      </a:lnTo>
                      <a:lnTo>
                        <a:pt x="666" y="921"/>
                      </a:lnTo>
                      <a:lnTo>
                        <a:pt x="664" y="921"/>
                      </a:lnTo>
                      <a:lnTo>
                        <a:pt x="662" y="921"/>
                      </a:lnTo>
                      <a:lnTo>
                        <a:pt x="662" y="923"/>
                      </a:lnTo>
                      <a:lnTo>
                        <a:pt x="661" y="923"/>
                      </a:lnTo>
                      <a:lnTo>
                        <a:pt x="661" y="924"/>
                      </a:lnTo>
                      <a:lnTo>
                        <a:pt x="659" y="924"/>
                      </a:lnTo>
                      <a:lnTo>
                        <a:pt x="657" y="924"/>
                      </a:lnTo>
                      <a:lnTo>
                        <a:pt x="655" y="924"/>
                      </a:lnTo>
                      <a:lnTo>
                        <a:pt x="653" y="923"/>
                      </a:lnTo>
                      <a:lnTo>
                        <a:pt x="651" y="923"/>
                      </a:lnTo>
                      <a:lnTo>
                        <a:pt x="650" y="923"/>
                      </a:lnTo>
                      <a:lnTo>
                        <a:pt x="648" y="923"/>
                      </a:lnTo>
                      <a:lnTo>
                        <a:pt x="648" y="921"/>
                      </a:lnTo>
                      <a:lnTo>
                        <a:pt x="648" y="919"/>
                      </a:lnTo>
                      <a:lnTo>
                        <a:pt x="648" y="917"/>
                      </a:lnTo>
                      <a:lnTo>
                        <a:pt x="648" y="915"/>
                      </a:lnTo>
                      <a:lnTo>
                        <a:pt x="646" y="915"/>
                      </a:lnTo>
                      <a:lnTo>
                        <a:pt x="644" y="915"/>
                      </a:lnTo>
                      <a:lnTo>
                        <a:pt x="642" y="915"/>
                      </a:lnTo>
                      <a:lnTo>
                        <a:pt x="640" y="915"/>
                      </a:lnTo>
                      <a:lnTo>
                        <a:pt x="640" y="913"/>
                      </a:lnTo>
                      <a:lnTo>
                        <a:pt x="639" y="913"/>
                      </a:lnTo>
                      <a:lnTo>
                        <a:pt x="637" y="913"/>
                      </a:lnTo>
                      <a:lnTo>
                        <a:pt x="637" y="912"/>
                      </a:lnTo>
                      <a:lnTo>
                        <a:pt x="635" y="912"/>
                      </a:lnTo>
                      <a:lnTo>
                        <a:pt x="633" y="912"/>
                      </a:lnTo>
                      <a:lnTo>
                        <a:pt x="631" y="912"/>
                      </a:lnTo>
                      <a:lnTo>
                        <a:pt x="631" y="913"/>
                      </a:lnTo>
                      <a:lnTo>
                        <a:pt x="630" y="913"/>
                      </a:lnTo>
                      <a:lnTo>
                        <a:pt x="630" y="915"/>
                      </a:lnTo>
                      <a:lnTo>
                        <a:pt x="628" y="915"/>
                      </a:lnTo>
                      <a:lnTo>
                        <a:pt x="626" y="915"/>
                      </a:lnTo>
                      <a:lnTo>
                        <a:pt x="624" y="915"/>
                      </a:lnTo>
                      <a:lnTo>
                        <a:pt x="624" y="913"/>
                      </a:lnTo>
                      <a:lnTo>
                        <a:pt x="622" y="913"/>
                      </a:lnTo>
                      <a:lnTo>
                        <a:pt x="620" y="912"/>
                      </a:lnTo>
                      <a:lnTo>
                        <a:pt x="619" y="913"/>
                      </a:lnTo>
                      <a:lnTo>
                        <a:pt x="617" y="912"/>
                      </a:lnTo>
                      <a:lnTo>
                        <a:pt x="615" y="912"/>
                      </a:lnTo>
                      <a:lnTo>
                        <a:pt x="613" y="912"/>
                      </a:lnTo>
                      <a:lnTo>
                        <a:pt x="611" y="912"/>
                      </a:lnTo>
                      <a:lnTo>
                        <a:pt x="609" y="912"/>
                      </a:lnTo>
                      <a:lnTo>
                        <a:pt x="608" y="912"/>
                      </a:lnTo>
                      <a:lnTo>
                        <a:pt x="606" y="912"/>
                      </a:lnTo>
                      <a:lnTo>
                        <a:pt x="604" y="912"/>
                      </a:lnTo>
                      <a:lnTo>
                        <a:pt x="602" y="912"/>
                      </a:lnTo>
                      <a:lnTo>
                        <a:pt x="600" y="912"/>
                      </a:lnTo>
                      <a:lnTo>
                        <a:pt x="600" y="910"/>
                      </a:lnTo>
                      <a:lnTo>
                        <a:pt x="602" y="908"/>
                      </a:lnTo>
                      <a:lnTo>
                        <a:pt x="602" y="906"/>
                      </a:lnTo>
                      <a:lnTo>
                        <a:pt x="600" y="904"/>
                      </a:lnTo>
                      <a:lnTo>
                        <a:pt x="597" y="904"/>
                      </a:lnTo>
                      <a:lnTo>
                        <a:pt x="593" y="903"/>
                      </a:lnTo>
                      <a:lnTo>
                        <a:pt x="589" y="903"/>
                      </a:lnTo>
                      <a:lnTo>
                        <a:pt x="588" y="903"/>
                      </a:lnTo>
                      <a:lnTo>
                        <a:pt x="588" y="904"/>
                      </a:lnTo>
                      <a:lnTo>
                        <a:pt x="586" y="904"/>
                      </a:lnTo>
                      <a:lnTo>
                        <a:pt x="584" y="903"/>
                      </a:lnTo>
                      <a:lnTo>
                        <a:pt x="584" y="904"/>
                      </a:lnTo>
                      <a:lnTo>
                        <a:pt x="582" y="904"/>
                      </a:lnTo>
                      <a:lnTo>
                        <a:pt x="582" y="906"/>
                      </a:lnTo>
                      <a:lnTo>
                        <a:pt x="580" y="906"/>
                      </a:lnTo>
                      <a:lnTo>
                        <a:pt x="580" y="908"/>
                      </a:lnTo>
                      <a:lnTo>
                        <a:pt x="578" y="908"/>
                      </a:lnTo>
                      <a:lnTo>
                        <a:pt x="577" y="908"/>
                      </a:lnTo>
                      <a:lnTo>
                        <a:pt x="575" y="908"/>
                      </a:lnTo>
                      <a:lnTo>
                        <a:pt x="573" y="908"/>
                      </a:lnTo>
                      <a:lnTo>
                        <a:pt x="573" y="910"/>
                      </a:lnTo>
                      <a:lnTo>
                        <a:pt x="571" y="910"/>
                      </a:lnTo>
                      <a:lnTo>
                        <a:pt x="571" y="912"/>
                      </a:lnTo>
                      <a:lnTo>
                        <a:pt x="571" y="910"/>
                      </a:lnTo>
                      <a:lnTo>
                        <a:pt x="571" y="912"/>
                      </a:lnTo>
                      <a:lnTo>
                        <a:pt x="569" y="912"/>
                      </a:lnTo>
                      <a:lnTo>
                        <a:pt x="569" y="913"/>
                      </a:lnTo>
                      <a:lnTo>
                        <a:pt x="567" y="915"/>
                      </a:lnTo>
                      <a:lnTo>
                        <a:pt x="566" y="915"/>
                      </a:lnTo>
                      <a:lnTo>
                        <a:pt x="564" y="915"/>
                      </a:lnTo>
                      <a:lnTo>
                        <a:pt x="564" y="917"/>
                      </a:lnTo>
                      <a:lnTo>
                        <a:pt x="566" y="917"/>
                      </a:lnTo>
                      <a:lnTo>
                        <a:pt x="566" y="919"/>
                      </a:lnTo>
                      <a:lnTo>
                        <a:pt x="564" y="919"/>
                      </a:lnTo>
                      <a:lnTo>
                        <a:pt x="562" y="919"/>
                      </a:lnTo>
                      <a:lnTo>
                        <a:pt x="562" y="921"/>
                      </a:lnTo>
                      <a:lnTo>
                        <a:pt x="560" y="923"/>
                      </a:lnTo>
                      <a:lnTo>
                        <a:pt x="560" y="924"/>
                      </a:lnTo>
                      <a:lnTo>
                        <a:pt x="558" y="924"/>
                      </a:lnTo>
                      <a:lnTo>
                        <a:pt x="558" y="926"/>
                      </a:lnTo>
                      <a:lnTo>
                        <a:pt x="557" y="928"/>
                      </a:lnTo>
                      <a:lnTo>
                        <a:pt x="555" y="928"/>
                      </a:lnTo>
                      <a:lnTo>
                        <a:pt x="553" y="930"/>
                      </a:lnTo>
                      <a:lnTo>
                        <a:pt x="553" y="932"/>
                      </a:lnTo>
                      <a:lnTo>
                        <a:pt x="551" y="934"/>
                      </a:lnTo>
                      <a:lnTo>
                        <a:pt x="551" y="935"/>
                      </a:lnTo>
                      <a:lnTo>
                        <a:pt x="551" y="937"/>
                      </a:lnTo>
                      <a:lnTo>
                        <a:pt x="551" y="939"/>
                      </a:lnTo>
                      <a:lnTo>
                        <a:pt x="553" y="939"/>
                      </a:lnTo>
                      <a:lnTo>
                        <a:pt x="551" y="941"/>
                      </a:lnTo>
                      <a:lnTo>
                        <a:pt x="551" y="939"/>
                      </a:lnTo>
                      <a:lnTo>
                        <a:pt x="549" y="939"/>
                      </a:lnTo>
                      <a:lnTo>
                        <a:pt x="547" y="939"/>
                      </a:lnTo>
                      <a:lnTo>
                        <a:pt x="547" y="937"/>
                      </a:lnTo>
                      <a:lnTo>
                        <a:pt x="546" y="937"/>
                      </a:lnTo>
                      <a:lnTo>
                        <a:pt x="546" y="935"/>
                      </a:lnTo>
                      <a:lnTo>
                        <a:pt x="544" y="934"/>
                      </a:lnTo>
                      <a:lnTo>
                        <a:pt x="544" y="932"/>
                      </a:lnTo>
                      <a:lnTo>
                        <a:pt x="546" y="932"/>
                      </a:lnTo>
                      <a:lnTo>
                        <a:pt x="544" y="932"/>
                      </a:lnTo>
                      <a:lnTo>
                        <a:pt x="544" y="930"/>
                      </a:lnTo>
                      <a:lnTo>
                        <a:pt x="546" y="928"/>
                      </a:lnTo>
                      <a:lnTo>
                        <a:pt x="546" y="926"/>
                      </a:lnTo>
                      <a:lnTo>
                        <a:pt x="546" y="924"/>
                      </a:lnTo>
                      <a:lnTo>
                        <a:pt x="547" y="924"/>
                      </a:lnTo>
                      <a:lnTo>
                        <a:pt x="547" y="923"/>
                      </a:lnTo>
                      <a:lnTo>
                        <a:pt x="547" y="921"/>
                      </a:lnTo>
                      <a:lnTo>
                        <a:pt x="547" y="919"/>
                      </a:lnTo>
                      <a:lnTo>
                        <a:pt x="547" y="917"/>
                      </a:lnTo>
                      <a:lnTo>
                        <a:pt x="546" y="917"/>
                      </a:lnTo>
                      <a:lnTo>
                        <a:pt x="546" y="915"/>
                      </a:lnTo>
                      <a:lnTo>
                        <a:pt x="546" y="913"/>
                      </a:lnTo>
                      <a:lnTo>
                        <a:pt x="544" y="912"/>
                      </a:lnTo>
                      <a:lnTo>
                        <a:pt x="542" y="912"/>
                      </a:lnTo>
                      <a:lnTo>
                        <a:pt x="540" y="912"/>
                      </a:lnTo>
                      <a:lnTo>
                        <a:pt x="540" y="910"/>
                      </a:lnTo>
                      <a:lnTo>
                        <a:pt x="538" y="910"/>
                      </a:lnTo>
                      <a:lnTo>
                        <a:pt x="538" y="912"/>
                      </a:lnTo>
                      <a:lnTo>
                        <a:pt x="536" y="912"/>
                      </a:lnTo>
                      <a:lnTo>
                        <a:pt x="536" y="913"/>
                      </a:lnTo>
                      <a:lnTo>
                        <a:pt x="535" y="913"/>
                      </a:lnTo>
                      <a:lnTo>
                        <a:pt x="535" y="912"/>
                      </a:lnTo>
                      <a:lnTo>
                        <a:pt x="533" y="913"/>
                      </a:lnTo>
                      <a:lnTo>
                        <a:pt x="531" y="913"/>
                      </a:lnTo>
                      <a:lnTo>
                        <a:pt x="531" y="915"/>
                      </a:lnTo>
                      <a:lnTo>
                        <a:pt x="531" y="913"/>
                      </a:lnTo>
                      <a:lnTo>
                        <a:pt x="529" y="915"/>
                      </a:lnTo>
                      <a:lnTo>
                        <a:pt x="527" y="915"/>
                      </a:lnTo>
                      <a:lnTo>
                        <a:pt x="525" y="915"/>
                      </a:lnTo>
                      <a:lnTo>
                        <a:pt x="525" y="917"/>
                      </a:lnTo>
                      <a:lnTo>
                        <a:pt x="525" y="915"/>
                      </a:lnTo>
                      <a:lnTo>
                        <a:pt x="524" y="915"/>
                      </a:lnTo>
                      <a:lnTo>
                        <a:pt x="524" y="917"/>
                      </a:lnTo>
                      <a:lnTo>
                        <a:pt x="522" y="915"/>
                      </a:lnTo>
                      <a:lnTo>
                        <a:pt x="522" y="917"/>
                      </a:lnTo>
                      <a:lnTo>
                        <a:pt x="520" y="917"/>
                      </a:lnTo>
                      <a:lnTo>
                        <a:pt x="522" y="919"/>
                      </a:lnTo>
                      <a:lnTo>
                        <a:pt x="520" y="919"/>
                      </a:lnTo>
                      <a:lnTo>
                        <a:pt x="518" y="919"/>
                      </a:lnTo>
                      <a:lnTo>
                        <a:pt x="518" y="917"/>
                      </a:lnTo>
                      <a:lnTo>
                        <a:pt x="516" y="917"/>
                      </a:lnTo>
                      <a:lnTo>
                        <a:pt x="516" y="919"/>
                      </a:lnTo>
                      <a:lnTo>
                        <a:pt x="515" y="917"/>
                      </a:lnTo>
                      <a:lnTo>
                        <a:pt x="513" y="917"/>
                      </a:lnTo>
                      <a:lnTo>
                        <a:pt x="511" y="917"/>
                      </a:lnTo>
                      <a:lnTo>
                        <a:pt x="511" y="915"/>
                      </a:lnTo>
                      <a:lnTo>
                        <a:pt x="511" y="917"/>
                      </a:lnTo>
                      <a:lnTo>
                        <a:pt x="509" y="917"/>
                      </a:lnTo>
                      <a:lnTo>
                        <a:pt x="509" y="919"/>
                      </a:lnTo>
                      <a:lnTo>
                        <a:pt x="507" y="919"/>
                      </a:lnTo>
                      <a:lnTo>
                        <a:pt x="507" y="921"/>
                      </a:lnTo>
                      <a:lnTo>
                        <a:pt x="505" y="921"/>
                      </a:lnTo>
                      <a:lnTo>
                        <a:pt x="504" y="921"/>
                      </a:lnTo>
                      <a:lnTo>
                        <a:pt x="502" y="921"/>
                      </a:lnTo>
                      <a:lnTo>
                        <a:pt x="502" y="919"/>
                      </a:lnTo>
                      <a:lnTo>
                        <a:pt x="500" y="919"/>
                      </a:lnTo>
                      <a:lnTo>
                        <a:pt x="498" y="919"/>
                      </a:lnTo>
                      <a:lnTo>
                        <a:pt x="496" y="919"/>
                      </a:lnTo>
                      <a:lnTo>
                        <a:pt x="494" y="919"/>
                      </a:lnTo>
                      <a:lnTo>
                        <a:pt x="493" y="921"/>
                      </a:lnTo>
                      <a:lnTo>
                        <a:pt x="491" y="921"/>
                      </a:lnTo>
                      <a:lnTo>
                        <a:pt x="489" y="923"/>
                      </a:lnTo>
                      <a:lnTo>
                        <a:pt x="489" y="921"/>
                      </a:lnTo>
                      <a:lnTo>
                        <a:pt x="487" y="921"/>
                      </a:lnTo>
                      <a:lnTo>
                        <a:pt x="485" y="919"/>
                      </a:lnTo>
                      <a:lnTo>
                        <a:pt x="483" y="919"/>
                      </a:lnTo>
                      <a:lnTo>
                        <a:pt x="483" y="917"/>
                      </a:lnTo>
                      <a:lnTo>
                        <a:pt x="482" y="917"/>
                      </a:lnTo>
                      <a:lnTo>
                        <a:pt x="482" y="915"/>
                      </a:lnTo>
                      <a:lnTo>
                        <a:pt x="480" y="915"/>
                      </a:lnTo>
                      <a:lnTo>
                        <a:pt x="478" y="915"/>
                      </a:lnTo>
                      <a:lnTo>
                        <a:pt x="476" y="913"/>
                      </a:lnTo>
                      <a:lnTo>
                        <a:pt x="474" y="913"/>
                      </a:lnTo>
                      <a:lnTo>
                        <a:pt x="473" y="913"/>
                      </a:lnTo>
                      <a:lnTo>
                        <a:pt x="473" y="912"/>
                      </a:lnTo>
                      <a:lnTo>
                        <a:pt x="471" y="910"/>
                      </a:lnTo>
                      <a:lnTo>
                        <a:pt x="469" y="910"/>
                      </a:lnTo>
                      <a:lnTo>
                        <a:pt x="469" y="912"/>
                      </a:lnTo>
                      <a:lnTo>
                        <a:pt x="467" y="912"/>
                      </a:lnTo>
                      <a:lnTo>
                        <a:pt x="467" y="910"/>
                      </a:lnTo>
                      <a:lnTo>
                        <a:pt x="465" y="910"/>
                      </a:lnTo>
                      <a:lnTo>
                        <a:pt x="465" y="912"/>
                      </a:lnTo>
                      <a:lnTo>
                        <a:pt x="463" y="912"/>
                      </a:lnTo>
                      <a:lnTo>
                        <a:pt x="463" y="913"/>
                      </a:lnTo>
                      <a:lnTo>
                        <a:pt x="463" y="915"/>
                      </a:lnTo>
                      <a:lnTo>
                        <a:pt x="463" y="917"/>
                      </a:lnTo>
                      <a:lnTo>
                        <a:pt x="462" y="917"/>
                      </a:lnTo>
                      <a:lnTo>
                        <a:pt x="460" y="917"/>
                      </a:lnTo>
                      <a:lnTo>
                        <a:pt x="460" y="915"/>
                      </a:lnTo>
                      <a:lnTo>
                        <a:pt x="458" y="915"/>
                      </a:lnTo>
                      <a:lnTo>
                        <a:pt x="458" y="917"/>
                      </a:lnTo>
                      <a:lnTo>
                        <a:pt x="458" y="915"/>
                      </a:lnTo>
                      <a:lnTo>
                        <a:pt x="456" y="915"/>
                      </a:lnTo>
                      <a:lnTo>
                        <a:pt x="454" y="915"/>
                      </a:lnTo>
                      <a:lnTo>
                        <a:pt x="452" y="915"/>
                      </a:lnTo>
                      <a:lnTo>
                        <a:pt x="452" y="913"/>
                      </a:lnTo>
                      <a:lnTo>
                        <a:pt x="452" y="912"/>
                      </a:lnTo>
                      <a:lnTo>
                        <a:pt x="451" y="913"/>
                      </a:lnTo>
                      <a:lnTo>
                        <a:pt x="449" y="913"/>
                      </a:lnTo>
                      <a:lnTo>
                        <a:pt x="449" y="915"/>
                      </a:lnTo>
                      <a:lnTo>
                        <a:pt x="449" y="917"/>
                      </a:lnTo>
                      <a:lnTo>
                        <a:pt x="447" y="917"/>
                      </a:lnTo>
                      <a:lnTo>
                        <a:pt x="445" y="917"/>
                      </a:lnTo>
                      <a:lnTo>
                        <a:pt x="443" y="917"/>
                      </a:lnTo>
                      <a:lnTo>
                        <a:pt x="443" y="915"/>
                      </a:lnTo>
                      <a:lnTo>
                        <a:pt x="443" y="913"/>
                      </a:lnTo>
                      <a:lnTo>
                        <a:pt x="442" y="912"/>
                      </a:lnTo>
                      <a:lnTo>
                        <a:pt x="442" y="910"/>
                      </a:lnTo>
                      <a:lnTo>
                        <a:pt x="440" y="910"/>
                      </a:lnTo>
                      <a:lnTo>
                        <a:pt x="440" y="908"/>
                      </a:lnTo>
                      <a:lnTo>
                        <a:pt x="438" y="908"/>
                      </a:lnTo>
                      <a:lnTo>
                        <a:pt x="438" y="906"/>
                      </a:lnTo>
                      <a:lnTo>
                        <a:pt x="436" y="906"/>
                      </a:lnTo>
                      <a:lnTo>
                        <a:pt x="436" y="904"/>
                      </a:lnTo>
                      <a:lnTo>
                        <a:pt x="436" y="903"/>
                      </a:lnTo>
                      <a:lnTo>
                        <a:pt x="436" y="901"/>
                      </a:lnTo>
                      <a:lnTo>
                        <a:pt x="434" y="901"/>
                      </a:lnTo>
                      <a:lnTo>
                        <a:pt x="432" y="901"/>
                      </a:lnTo>
                      <a:lnTo>
                        <a:pt x="432" y="903"/>
                      </a:lnTo>
                      <a:lnTo>
                        <a:pt x="432" y="904"/>
                      </a:lnTo>
                      <a:lnTo>
                        <a:pt x="431" y="904"/>
                      </a:lnTo>
                      <a:lnTo>
                        <a:pt x="429" y="904"/>
                      </a:lnTo>
                      <a:lnTo>
                        <a:pt x="429" y="903"/>
                      </a:lnTo>
                      <a:lnTo>
                        <a:pt x="427" y="903"/>
                      </a:lnTo>
                      <a:lnTo>
                        <a:pt x="425" y="903"/>
                      </a:lnTo>
                      <a:lnTo>
                        <a:pt x="423" y="903"/>
                      </a:lnTo>
                      <a:lnTo>
                        <a:pt x="423" y="904"/>
                      </a:lnTo>
                      <a:lnTo>
                        <a:pt x="421" y="904"/>
                      </a:lnTo>
                      <a:lnTo>
                        <a:pt x="421" y="903"/>
                      </a:lnTo>
                      <a:lnTo>
                        <a:pt x="420" y="903"/>
                      </a:lnTo>
                      <a:lnTo>
                        <a:pt x="420" y="901"/>
                      </a:lnTo>
                      <a:lnTo>
                        <a:pt x="418" y="901"/>
                      </a:lnTo>
                      <a:lnTo>
                        <a:pt x="418" y="903"/>
                      </a:lnTo>
                      <a:lnTo>
                        <a:pt x="418" y="901"/>
                      </a:lnTo>
                      <a:lnTo>
                        <a:pt x="416" y="901"/>
                      </a:lnTo>
                      <a:lnTo>
                        <a:pt x="414" y="901"/>
                      </a:lnTo>
                      <a:lnTo>
                        <a:pt x="412" y="899"/>
                      </a:lnTo>
                      <a:lnTo>
                        <a:pt x="414" y="899"/>
                      </a:lnTo>
                      <a:lnTo>
                        <a:pt x="412" y="899"/>
                      </a:lnTo>
                      <a:lnTo>
                        <a:pt x="414" y="897"/>
                      </a:lnTo>
                      <a:lnTo>
                        <a:pt x="414" y="895"/>
                      </a:lnTo>
                      <a:lnTo>
                        <a:pt x="416" y="895"/>
                      </a:lnTo>
                      <a:lnTo>
                        <a:pt x="416" y="893"/>
                      </a:lnTo>
                      <a:lnTo>
                        <a:pt x="416" y="892"/>
                      </a:lnTo>
                      <a:lnTo>
                        <a:pt x="414" y="892"/>
                      </a:lnTo>
                      <a:lnTo>
                        <a:pt x="414" y="890"/>
                      </a:lnTo>
                      <a:lnTo>
                        <a:pt x="412" y="890"/>
                      </a:lnTo>
                      <a:lnTo>
                        <a:pt x="410" y="890"/>
                      </a:lnTo>
                      <a:lnTo>
                        <a:pt x="410" y="892"/>
                      </a:lnTo>
                      <a:lnTo>
                        <a:pt x="409" y="892"/>
                      </a:lnTo>
                      <a:lnTo>
                        <a:pt x="409" y="893"/>
                      </a:lnTo>
                      <a:lnTo>
                        <a:pt x="407" y="893"/>
                      </a:lnTo>
                      <a:lnTo>
                        <a:pt x="405" y="893"/>
                      </a:lnTo>
                      <a:lnTo>
                        <a:pt x="403" y="893"/>
                      </a:lnTo>
                      <a:lnTo>
                        <a:pt x="401" y="892"/>
                      </a:lnTo>
                      <a:lnTo>
                        <a:pt x="400" y="892"/>
                      </a:lnTo>
                      <a:lnTo>
                        <a:pt x="398" y="892"/>
                      </a:lnTo>
                      <a:lnTo>
                        <a:pt x="400" y="890"/>
                      </a:lnTo>
                      <a:lnTo>
                        <a:pt x="398" y="890"/>
                      </a:lnTo>
                      <a:lnTo>
                        <a:pt x="396" y="888"/>
                      </a:lnTo>
                      <a:lnTo>
                        <a:pt x="394" y="888"/>
                      </a:lnTo>
                      <a:lnTo>
                        <a:pt x="392" y="888"/>
                      </a:lnTo>
                      <a:lnTo>
                        <a:pt x="390" y="888"/>
                      </a:lnTo>
                      <a:lnTo>
                        <a:pt x="390" y="886"/>
                      </a:lnTo>
                      <a:lnTo>
                        <a:pt x="389" y="886"/>
                      </a:lnTo>
                      <a:lnTo>
                        <a:pt x="389" y="884"/>
                      </a:lnTo>
                      <a:lnTo>
                        <a:pt x="387" y="884"/>
                      </a:lnTo>
                      <a:lnTo>
                        <a:pt x="389" y="884"/>
                      </a:lnTo>
                      <a:lnTo>
                        <a:pt x="387" y="882"/>
                      </a:lnTo>
                      <a:lnTo>
                        <a:pt x="385" y="882"/>
                      </a:lnTo>
                      <a:lnTo>
                        <a:pt x="383" y="882"/>
                      </a:lnTo>
                      <a:lnTo>
                        <a:pt x="381" y="882"/>
                      </a:lnTo>
                      <a:lnTo>
                        <a:pt x="381" y="881"/>
                      </a:lnTo>
                      <a:lnTo>
                        <a:pt x="381" y="879"/>
                      </a:lnTo>
                      <a:lnTo>
                        <a:pt x="383" y="879"/>
                      </a:lnTo>
                      <a:lnTo>
                        <a:pt x="383" y="877"/>
                      </a:lnTo>
                      <a:lnTo>
                        <a:pt x="381" y="877"/>
                      </a:lnTo>
                      <a:lnTo>
                        <a:pt x="379" y="877"/>
                      </a:lnTo>
                      <a:lnTo>
                        <a:pt x="379" y="875"/>
                      </a:lnTo>
                      <a:lnTo>
                        <a:pt x="381" y="875"/>
                      </a:lnTo>
                      <a:lnTo>
                        <a:pt x="381" y="873"/>
                      </a:lnTo>
                      <a:lnTo>
                        <a:pt x="379" y="873"/>
                      </a:lnTo>
                      <a:lnTo>
                        <a:pt x="379" y="871"/>
                      </a:lnTo>
                      <a:lnTo>
                        <a:pt x="381" y="871"/>
                      </a:lnTo>
                      <a:lnTo>
                        <a:pt x="381" y="870"/>
                      </a:lnTo>
                      <a:lnTo>
                        <a:pt x="379" y="870"/>
                      </a:lnTo>
                      <a:lnTo>
                        <a:pt x="378" y="870"/>
                      </a:lnTo>
                      <a:lnTo>
                        <a:pt x="378" y="868"/>
                      </a:lnTo>
                      <a:lnTo>
                        <a:pt x="376" y="868"/>
                      </a:lnTo>
                      <a:lnTo>
                        <a:pt x="374" y="868"/>
                      </a:lnTo>
                      <a:lnTo>
                        <a:pt x="372" y="868"/>
                      </a:lnTo>
                      <a:lnTo>
                        <a:pt x="370" y="868"/>
                      </a:lnTo>
                      <a:lnTo>
                        <a:pt x="370" y="866"/>
                      </a:lnTo>
                      <a:lnTo>
                        <a:pt x="369" y="866"/>
                      </a:lnTo>
                      <a:lnTo>
                        <a:pt x="367" y="866"/>
                      </a:lnTo>
                      <a:lnTo>
                        <a:pt x="367" y="868"/>
                      </a:lnTo>
                      <a:lnTo>
                        <a:pt x="367" y="870"/>
                      </a:lnTo>
                      <a:lnTo>
                        <a:pt x="365" y="870"/>
                      </a:lnTo>
                      <a:lnTo>
                        <a:pt x="363" y="870"/>
                      </a:lnTo>
                      <a:lnTo>
                        <a:pt x="361" y="871"/>
                      </a:lnTo>
                      <a:lnTo>
                        <a:pt x="361" y="873"/>
                      </a:lnTo>
                      <a:lnTo>
                        <a:pt x="359" y="873"/>
                      </a:lnTo>
                      <a:lnTo>
                        <a:pt x="359" y="871"/>
                      </a:lnTo>
                      <a:lnTo>
                        <a:pt x="358" y="871"/>
                      </a:lnTo>
                      <a:lnTo>
                        <a:pt x="356" y="871"/>
                      </a:lnTo>
                      <a:lnTo>
                        <a:pt x="356" y="870"/>
                      </a:lnTo>
                      <a:lnTo>
                        <a:pt x="356" y="868"/>
                      </a:lnTo>
                      <a:lnTo>
                        <a:pt x="354" y="868"/>
                      </a:lnTo>
                      <a:lnTo>
                        <a:pt x="354" y="866"/>
                      </a:lnTo>
                      <a:lnTo>
                        <a:pt x="352" y="866"/>
                      </a:lnTo>
                      <a:lnTo>
                        <a:pt x="352" y="864"/>
                      </a:lnTo>
                      <a:lnTo>
                        <a:pt x="350" y="862"/>
                      </a:lnTo>
                      <a:lnTo>
                        <a:pt x="350" y="860"/>
                      </a:lnTo>
                      <a:lnTo>
                        <a:pt x="348" y="860"/>
                      </a:lnTo>
                      <a:lnTo>
                        <a:pt x="347" y="860"/>
                      </a:lnTo>
                      <a:lnTo>
                        <a:pt x="347" y="859"/>
                      </a:lnTo>
                      <a:lnTo>
                        <a:pt x="347" y="857"/>
                      </a:lnTo>
                      <a:lnTo>
                        <a:pt x="345" y="857"/>
                      </a:lnTo>
                      <a:lnTo>
                        <a:pt x="343" y="857"/>
                      </a:lnTo>
                      <a:lnTo>
                        <a:pt x="341" y="857"/>
                      </a:lnTo>
                      <a:lnTo>
                        <a:pt x="339" y="857"/>
                      </a:lnTo>
                      <a:lnTo>
                        <a:pt x="339" y="855"/>
                      </a:lnTo>
                      <a:lnTo>
                        <a:pt x="337" y="855"/>
                      </a:lnTo>
                      <a:lnTo>
                        <a:pt x="336" y="855"/>
                      </a:lnTo>
                      <a:lnTo>
                        <a:pt x="336" y="853"/>
                      </a:lnTo>
                      <a:lnTo>
                        <a:pt x="334" y="853"/>
                      </a:lnTo>
                      <a:lnTo>
                        <a:pt x="332" y="853"/>
                      </a:lnTo>
                      <a:lnTo>
                        <a:pt x="330" y="853"/>
                      </a:lnTo>
                      <a:lnTo>
                        <a:pt x="328" y="851"/>
                      </a:lnTo>
                      <a:lnTo>
                        <a:pt x="327" y="851"/>
                      </a:lnTo>
                      <a:lnTo>
                        <a:pt x="327" y="850"/>
                      </a:lnTo>
                      <a:lnTo>
                        <a:pt x="328" y="850"/>
                      </a:lnTo>
                      <a:lnTo>
                        <a:pt x="327" y="850"/>
                      </a:lnTo>
                      <a:lnTo>
                        <a:pt x="327" y="848"/>
                      </a:lnTo>
                      <a:lnTo>
                        <a:pt x="325" y="848"/>
                      </a:lnTo>
                      <a:lnTo>
                        <a:pt x="323" y="846"/>
                      </a:lnTo>
                      <a:lnTo>
                        <a:pt x="323" y="844"/>
                      </a:lnTo>
                      <a:lnTo>
                        <a:pt x="321" y="844"/>
                      </a:lnTo>
                      <a:lnTo>
                        <a:pt x="319" y="844"/>
                      </a:lnTo>
                      <a:lnTo>
                        <a:pt x="317" y="844"/>
                      </a:lnTo>
                      <a:lnTo>
                        <a:pt x="317" y="842"/>
                      </a:lnTo>
                      <a:lnTo>
                        <a:pt x="316" y="842"/>
                      </a:lnTo>
                      <a:lnTo>
                        <a:pt x="314" y="840"/>
                      </a:lnTo>
                      <a:lnTo>
                        <a:pt x="312" y="840"/>
                      </a:lnTo>
                      <a:lnTo>
                        <a:pt x="310" y="840"/>
                      </a:lnTo>
                      <a:lnTo>
                        <a:pt x="308" y="840"/>
                      </a:lnTo>
                      <a:lnTo>
                        <a:pt x="308" y="839"/>
                      </a:lnTo>
                      <a:lnTo>
                        <a:pt x="308" y="837"/>
                      </a:lnTo>
                      <a:lnTo>
                        <a:pt x="308" y="835"/>
                      </a:lnTo>
                      <a:lnTo>
                        <a:pt x="306" y="835"/>
                      </a:lnTo>
                      <a:lnTo>
                        <a:pt x="305" y="835"/>
                      </a:lnTo>
                      <a:lnTo>
                        <a:pt x="305" y="833"/>
                      </a:lnTo>
                      <a:lnTo>
                        <a:pt x="306" y="833"/>
                      </a:lnTo>
                      <a:lnTo>
                        <a:pt x="306" y="831"/>
                      </a:lnTo>
                      <a:lnTo>
                        <a:pt x="306" y="829"/>
                      </a:lnTo>
                      <a:lnTo>
                        <a:pt x="305" y="829"/>
                      </a:lnTo>
                      <a:lnTo>
                        <a:pt x="303" y="831"/>
                      </a:lnTo>
                      <a:lnTo>
                        <a:pt x="303" y="829"/>
                      </a:lnTo>
                      <a:lnTo>
                        <a:pt x="303" y="831"/>
                      </a:lnTo>
                      <a:lnTo>
                        <a:pt x="301" y="831"/>
                      </a:lnTo>
                      <a:lnTo>
                        <a:pt x="301" y="829"/>
                      </a:lnTo>
                      <a:lnTo>
                        <a:pt x="299" y="829"/>
                      </a:lnTo>
                      <a:lnTo>
                        <a:pt x="297" y="829"/>
                      </a:lnTo>
                      <a:lnTo>
                        <a:pt x="296" y="829"/>
                      </a:lnTo>
                      <a:lnTo>
                        <a:pt x="294" y="829"/>
                      </a:lnTo>
                      <a:lnTo>
                        <a:pt x="294" y="828"/>
                      </a:lnTo>
                      <a:lnTo>
                        <a:pt x="294" y="829"/>
                      </a:lnTo>
                      <a:lnTo>
                        <a:pt x="292" y="828"/>
                      </a:lnTo>
                      <a:lnTo>
                        <a:pt x="290" y="828"/>
                      </a:lnTo>
                      <a:lnTo>
                        <a:pt x="288" y="826"/>
                      </a:lnTo>
                      <a:lnTo>
                        <a:pt x="288" y="828"/>
                      </a:lnTo>
                      <a:lnTo>
                        <a:pt x="286" y="828"/>
                      </a:lnTo>
                      <a:lnTo>
                        <a:pt x="286" y="829"/>
                      </a:lnTo>
                      <a:lnTo>
                        <a:pt x="285" y="829"/>
                      </a:lnTo>
                      <a:lnTo>
                        <a:pt x="283" y="829"/>
                      </a:lnTo>
                      <a:lnTo>
                        <a:pt x="283" y="828"/>
                      </a:lnTo>
                      <a:lnTo>
                        <a:pt x="281" y="828"/>
                      </a:lnTo>
                      <a:lnTo>
                        <a:pt x="281" y="829"/>
                      </a:lnTo>
                      <a:lnTo>
                        <a:pt x="281" y="831"/>
                      </a:lnTo>
                      <a:lnTo>
                        <a:pt x="281" y="833"/>
                      </a:lnTo>
                      <a:lnTo>
                        <a:pt x="281" y="835"/>
                      </a:lnTo>
                      <a:lnTo>
                        <a:pt x="279" y="835"/>
                      </a:lnTo>
                      <a:lnTo>
                        <a:pt x="279" y="837"/>
                      </a:lnTo>
                      <a:lnTo>
                        <a:pt x="277" y="837"/>
                      </a:lnTo>
                      <a:lnTo>
                        <a:pt x="275" y="837"/>
                      </a:lnTo>
                      <a:lnTo>
                        <a:pt x="275" y="839"/>
                      </a:lnTo>
                      <a:lnTo>
                        <a:pt x="277" y="840"/>
                      </a:lnTo>
                      <a:lnTo>
                        <a:pt x="275" y="840"/>
                      </a:lnTo>
                      <a:lnTo>
                        <a:pt x="275" y="842"/>
                      </a:lnTo>
                      <a:lnTo>
                        <a:pt x="274" y="842"/>
                      </a:lnTo>
                      <a:lnTo>
                        <a:pt x="272" y="842"/>
                      </a:lnTo>
                      <a:lnTo>
                        <a:pt x="270" y="842"/>
                      </a:lnTo>
                      <a:lnTo>
                        <a:pt x="270" y="840"/>
                      </a:lnTo>
                      <a:lnTo>
                        <a:pt x="270" y="839"/>
                      </a:lnTo>
                      <a:lnTo>
                        <a:pt x="268" y="839"/>
                      </a:lnTo>
                      <a:lnTo>
                        <a:pt x="268" y="837"/>
                      </a:lnTo>
                      <a:lnTo>
                        <a:pt x="268" y="835"/>
                      </a:lnTo>
                      <a:lnTo>
                        <a:pt x="266" y="835"/>
                      </a:lnTo>
                      <a:lnTo>
                        <a:pt x="268" y="833"/>
                      </a:lnTo>
                      <a:lnTo>
                        <a:pt x="266" y="833"/>
                      </a:lnTo>
                      <a:lnTo>
                        <a:pt x="264" y="833"/>
                      </a:lnTo>
                      <a:lnTo>
                        <a:pt x="263" y="833"/>
                      </a:lnTo>
                      <a:lnTo>
                        <a:pt x="263" y="831"/>
                      </a:lnTo>
                      <a:lnTo>
                        <a:pt x="261" y="831"/>
                      </a:lnTo>
                      <a:lnTo>
                        <a:pt x="259" y="831"/>
                      </a:lnTo>
                      <a:lnTo>
                        <a:pt x="259" y="829"/>
                      </a:lnTo>
                      <a:lnTo>
                        <a:pt x="257" y="829"/>
                      </a:lnTo>
                      <a:lnTo>
                        <a:pt x="257" y="828"/>
                      </a:lnTo>
                      <a:lnTo>
                        <a:pt x="255" y="828"/>
                      </a:lnTo>
                      <a:lnTo>
                        <a:pt x="254" y="828"/>
                      </a:lnTo>
                      <a:lnTo>
                        <a:pt x="254" y="826"/>
                      </a:lnTo>
                      <a:lnTo>
                        <a:pt x="252" y="826"/>
                      </a:lnTo>
                      <a:lnTo>
                        <a:pt x="250" y="826"/>
                      </a:lnTo>
                      <a:lnTo>
                        <a:pt x="248" y="826"/>
                      </a:lnTo>
                      <a:lnTo>
                        <a:pt x="250" y="826"/>
                      </a:lnTo>
                      <a:lnTo>
                        <a:pt x="248" y="826"/>
                      </a:lnTo>
                      <a:lnTo>
                        <a:pt x="246" y="826"/>
                      </a:lnTo>
                      <a:lnTo>
                        <a:pt x="246" y="824"/>
                      </a:lnTo>
                      <a:lnTo>
                        <a:pt x="244" y="824"/>
                      </a:lnTo>
                      <a:lnTo>
                        <a:pt x="243" y="824"/>
                      </a:lnTo>
                      <a:lnTo>
                        <a:pt x="241" y="822"/>
                      </a:lnTo>
                      <a:lnTo>
                        <a:pt x="243" y="822"/>
                      </a:lnTo>
                      <a:lnTo>
                        <a:pt x="241" y="822"/>
                      </a:lnTo>
                      <a:lnTo>
                        <a:pt x="239" y="822"/>
                      </a:lnTo>
                      <a:lnTo>
                        <a:pt x="237" y="822"/>
                      </a:lnTo>
                      <a:lnTo>
                        <a:pt x="237" y="820"/>
                      </a:lnTo>
                      <a:lnTo>
                        <a:pt x="239" y="820"/>
                      </a:lnTo>
                      <a:lnTo>
                        <a:pt x="237" y="818"/>
                      </a:lnTo>
                      <a:lnTo>
                        <a:pt x="239" y="818"/>
                      </a:lnTo>
                      <a:lnTo>
                        <a:pt x="239" y="817"/>
                      </a:lnTo>
                      <a:lnTo>
                        <a:pt x="239" y="815"/>
                      </a:lnTo>
                      <a:lnTo>
                        <a:pt x="237" y="815"/>
                      </a:lnTo>
                      <a:lnTo>
                        <a:pt x="237" y="813"/>
                      </a:lnTo>
                      <a:lnTo>
                        <a:pt x="235" y="813"/>
                      </a:lnTo>
                      <a:lnTo>
                        <a:pt x="235" y="815"/>
                      </a:lnTo>
                      <a:lnTo>
                        <a:pt x="233" y="815"/>
                      </a:lnTo>
                      <a:lnTo>
                        <a:pt x="233" y="813"/>
                      </a:lnTo>
                      <a:lnTo>
                        <a:pt x="232" y="813"/>
                      </a:lnTo>
                      <a:lnTo>
                        <a:pt x="232" y="811"/>
                      </a:lnTo>
                      <a:lnTo>
                        <a:pt x="230" y="811"/>
                      </a:lnTo>
                      <a:lnTo>
                        <a:pt x="228" y="811"/>
                      </a:lnTo>
                      <a:lnTo>
                        <a:pt x="228" y="809"/>
                      </a:lnTo>
                      <a:lnTo>
                        <a:pt x="226" y="809"/>
                      </a:lnTo>
                      <a:lnTo>
                        <a:pt x="226" y="807"/>
                      </a:lnTo>
                      <a:lnTo>
                        <a:pt x="224" y="807"/>
                      </a:lnTo>
                      <a:lnTo>
                        <a:pt x="223" y="807"/>
                      </a:lnTo>
                      <a:lnTo>
                        <a:pt x="221" y="806"/>
                      </a:lnTo>
                      <a:lnTo>
                        <a:pt x="221" y="807"/>
                      </a:lnTo>
                      <a:lnTo>
                        <a:pt x="219" y="807"/>
                      </a:lnTo>
                      <a:lnTo>
                        <a:pt x="217" y="809"/>
                      </a:lnTo>
                      <a:lnTo>
                        <a:pt x="215" y="809"/>
                      </a:lnTo>
                      <a:lnTo>
                        <a:pt x="215" y="807"/>
                      </a:lnTo>
                      <a:lnTo>
                        <a:pt x="215" y="809"/>
                      </a:lnTo>
                      <a:lnTo>
                        <a:pt x="215" y="807"/>
                      </a:lnTo>
                      <a:lnTo>
                        <a:pt x="213" y="807"/>
                      </a:lnTo>
                      <a:lnTo>
                        <a:pt x="213" y="806"/>
                      </a:lnTo>
                      <a:lnTo>
                        <a:pt x="212" y="806"/>
                      </a:lnTo>
                      <a:lnTo>
                        <a:pt x="210" y="806"/>
                      </a:lnTo>
                      <a:lnTo>
                        <a:pt x="210" y="804"/>
                      </a:lnTo>
                      <a:lnTo>
                        <a:pt x="208" y="804"/>
                      </a:lnTo>
                      <a:lnTo>
                        <a:pt x="206" y="804"/>
                      </a:lnTo>
                      <a:lnTo>
                        <a:pt x="204" y="804"/>
                      </a:lnTo>
                      <a:lnTo>
                        <a:pt x="202" y="804"/>
                      </a:lnTo>
                      <a:lnTo>
                        <a:pt x="201" y="804"/>
                      </a:lnTo>
                      <a:lnTo>
                        <a:pt x="201" y="802"/>
                      </a:lnTo>
                      <a:lnTo>
                        <a:pt x="199" y="802"/>
                      </a:lnTo>
                      <a:lnTo>
                        <a:pt x="197" y="802"/>
                      </a:lnTo>
                      <a:lnTo>
                        <a:pt x="195" y="802"/>
                      </a:lnTo>
                      <a:lnTo>
                        <a:pt x="193" y="802"/>
                      </a:lnTo>
                      <a:lnTo>
                        <a:pt x="193" y="804"/>
                      </a:lnTo>
                      <a:lnTo>
                        <a:pt x="193" y="802"/>
                      </a:lnTo>
                      <a:lnTo>
                        <a:pt x="193" y="800"/>
                      </a:lnTo>
                      <a:lnTo>
                        <a:pt x="191" y="800"/>
                      </a:lnTo>
                      <a:lnTo>
                        <a:pt x="191" y="798"/>
                      </a:lnTo>
                      <a:lnTo>
                        <a:pt x="191" y="797"/>
                      </a:lnTo>
                      <a:lnTo>
                        <a:pt x="190" y="797"/>
                      </a:lnTo>
                      <a:lnTo>
                        <a:pt x="190" y="795"/>
                      </a:lnTo>
                      <a:lnTo>
                        <a:pt x="190" y="797"/>
                      </a:lnTo>
                      <a:lnTo>
                        <a:pt x="188" y="797"/>
                      </a:lnTo>
                      <a:lnTo>
                        <a:pt x="186" y="795"/>
                      </a:lnTo>
                      <a:lnTo>
                        <a:pt x="186" y="793"/>
                      </a:lnTo>
                      <a:lnTo>
                        <a:pt x="186" y="791"/>
                      </a:lnTo>
                      <a:lnTo>
                        <a:pt x="188" y="791"/>
                      </a:lnTo>
                      <a:lnTo>
                        <a:pt x="186" y="791"/>
                      </a:lnTo>
                      <a:lnTo>
                        <a:pt x="186" y="789"/>
                      </a:lnTo>
                      <a:lnTo>
                        <a:pt x="184" y="789"/>
                      </a:lnTo>
                      <a:lnTo>
                        <a:pt x="184" y="787"/>
                      </a:lnTo>
                      <a:lnTo>
                        <a:pt x="186" y="787"/>
                      </a:lnTo>
                      <a:lnTo>
                        <a:pt x="188" y="787"/>
                      </a:lnTo>
                      <a:lnTo>
                        <a:pt x="188" y="786"/>
                      </a:lnTo>
                      <a:lnTo>
                        <a:pt x="190" y="786"/>
                      </a:lnTo>
                      <a:lnTo>
                        <a:pt x="190" y="784"/>
                      </a:lnTo>
                      <a:lnTo>
                        <a:pt x="188" y="784"/>
                      </a:lnTo>
                      <a:lnTo>
                        <a:pt x="188" y="782"/>
                      </a:lnTo>
                      <a:lnTo>
                        <a:pt x="186" y="782"/>
                      </a:lnTo>
                      <a:lnTo>
                        <a:pt x="186" y="780"/>
                      </a:lnTo>
                      <a:lnTo>
                        <a:pt x="184" y="780"/>
                      </a:lnTo>
                      <a:lnTo>
                        <a:pt x="184" y="778"/>
                      </a:lnTo>
                      <a:lnTo>
                        <a:pt x="184" y="776"/>
                      </a:lnTo>
                      <a:lnTo>
                        <a:pt x="184" y="775"/>
                      </a:lnTo>
                      <a:lnTo>
                        <a:pt x="186" y="775"/>
                      </a:lnTo>
                      <a:lnTo>
                        <a:pt x="184" y="773"/>
                      </a:lnTo>
                      <a:lnTo>
                        <a:pt x="184" y="771"/>
                      </a:lnTo>
                      <a:lnTo>
                        <a:pt x="182" y="771"/>
                      </a:lnTo>
                      <a:lnTo>
                        <a:pt x="182" y="769"/>
                      </a:lnTo>
                      <a:lnTo>
                        <a:pt x="181" y="769"/>
                      </a:lnTo>
                      <a:lnTo>
                        <a:pt x="181" y="767"/>
                      </a:lnTo>
                      <a:lnTo>
                        <a:pt x="179" y="767"/>
                      </a:lnTo>
                      <a:lnTo>
                        <a:pt x="177" y="765"/>
                      </a:lnTo>
                      <a:lnTo>
                        <a:pt x="175" y="764"/>
                      </a:lnTo>
                      <a:lnTo>
                        <a:pt x="175" y="762"/>
                      </a:lnTo>
                      <a:lnTo>
                        <a:pt x="177" y="762"/>
                      </a:lnTo>
                      <a:lnTo>
                        <a:pt x="177" y="760"/>
                      </a:lnTo>
                      <a:lnTo>
                        <a:pt x="175" y="760"/>
                      </a:lnTo>
                      <a:lnTo>
                        <a:pt x="175" y="758"/>
                      </a:lnTo>
                      <a:lnTo>
                        <a:pt x="177" y="758"/>
                      </a:lnTo>
                      <a:lnTo>
                        <a:pt x="175" y="758"/>
                      </a:lnTo>
                      <a:lnTo>
                        <a:pt x="175" y="756"/>
                      </a:lnTo>
                      <a:lnTo>
                        <a:pt x="175" y="754"/>
                      </a:lnTo>
                      <a:lnTo>
                        <a:pt x="175" y="753"/>
                      </a:lnTo>
                      <a:lnTo>
                        <a:pt x="173" y="753"/>
                      </a:lnTo>
                      <a:lnTo>
                        <a:pt x="175" y="753"/>
                      </a:lnTo>
                      <a:lnTo>
                        <a:pt x="175" y="751"/>
                      </a:lnTo>
                      <a:lnTo>
                        <a:pt x="179" y="751"/>
                      </a:lnTo>
                      <a:lnTo>
                        <a:pt x="181" y="751"/>
                      </a:lnTo>
                      <a:lnTo>
                        <a:pt x="182" y="751"/>
                      </a:lnTo>
                      <a:lnTo>
                        <a:pt x="184" y="749"/>
                      </a:lnTo>
                      <a:lnTo>
                        <a:pt x="186" y="749"/>
                      </a:lnTo>
                      <a:lnTo>
                        <a:pt x="186" y="747"/>
                      </a:lnTo>
                      <a:lnTo>
                        <a:pt x="186" y="749"/>
                      </a:lnTo>
                      <a:lnTo>
                        <a:pt x="186" y="751"/>
                      </a:lnTo>
                      <a:lnTo>
                        <a:pt x="186" y="753"/>
                      </a:lnTo>
                      <a:lnTo>
                        <a:pt x="186" y="754"/>
                      </a:lnTo>
                      <a:lnTo>
                        <a:pt x="188" y="754"/>
                      </a:lnTo>
                      <a:lnTo>
                        <a:pt x="188" y="756"/>
                      </a:lnTo>
                      <a:lnTo>
                        <a:pt x="190" y="756"/>
                      </a:lnTo>
                      <a:lnTo>
                        <a:pt x="191" y="756"/>
                      </a:lnTo>
                      <a:lnTo>
                        <a:pt x="191" y="758"/>
                      </a:lnTo>
                      <a:lnTo>
                        <a:pt x="193" y="758"/>
                      </a:lnTo>
                      <a:lnTo>
                        <a:pt x="195" y="758"/>
                      </a:lnTo>
                      <a:lnTo>
                        <a:pt x="195" y="756"/>
                      </a:lnTo>
                      <a:lnTo>
                        <a:pt x="197" y="756"/>
                      </a:lnTo>
                      <a:lnTo>
                        <a:pt x="197" y="758"/>
                      </a:lnTo>
                      <a:lnTo>
                        <a:pt x="199" y="758"/>
                      </a:lnTo>
                      <a:lnTo>
                        <a:pt x="199" y="756"/>
                      </a:lnTo>
                      <a:lnTo>
                        <a:pt x="199" y="754"/>
                      </a:lnTo>
                      <a:lnTo>
                        <a:pt x="201" y="754"/>
                      </a:lnTo>
                      <a:lnTo>
                        <a:pt x="201" y="753"/>
                      </a:lnTo>
                      <a:lnTo>
                        <a:pt x="202" y="753"/>
                      </a:lnTo>
                      <a:lnTo>
                        <a:pt x="204" y="753"/>
                      </a:lnTo>
                      <a:lnTo>
                        <a:pt x="206" y="753"/>
                      </a:lnTo>
                      <a:lnTo>
                        <a:pt x="208" y="751"/>
                      </a:lnTo>
                      <a:lnTo>
                        <a:pt x="210" y="751"/>
                      </a:lnTo>
                      <a:lnTo>
                        <a:pt x="212" y="749"/>
                      </a:lnTo>
                      <a:lnTo>
                        <a:pt x="213" y="749"/>
                      </a:lnTo>
                      <a:lnTo>
                        <a:pt x="215" y="749"/>
                      </a:lnTo>
                      <a:lnTo>
                        <a:pt x="215" y="747"/>
                      </a:lnTo>
                      <a:lnTo>
                        <a:pt x="215" y="745"/>
                      </a:lnTo>
                      <a:lnTo>
                        <a:pt x="213" y="744"/>
                      </a:lnTo>
                      <a:lnTo>
                        <a:pt x="212" y="744"/>
                      </a:lnTo>
                      <a:lnTo>
                        <a:pt x="212" y="742"/>
                      </a:lnTo>
                      <a:lnTo>
                        <a:pt x="212" y="740"/>
                      </a:lnTo>
                      <a:lnTo>
                        <a:pt x="210" y="740"/>
                      </a:lnTo>
                      <a:lnTo>
                        <a:pt x="210" y="738"/>
                      </a:lnTo>
                      <a:lnTo>
                        <a:pt x="208" y="738"/>
                      </a:lnTo>
                      <a:lnTo>
                        <a:pt x="208" y="736"/>
                      </a:lnTo>
                      <a:lnTo>
                        <a:pt x="208" y="734"/>
                      </a:lnTo>
                      <a:lnTo>
                        <a:pt x="208" y="733"/>
                      </a:lnTo>
                      <a:lnTo>
                        <a:pt x="208" y="731"/>
                      </a:lnTo>
                      <a:lnTo>
                        <a:pt x="210" y="731"/>
                      </a:lnTo>
                      <a:lnTo>
                        <a:pt x="210" y="729"/>
                      </a:lnTo>
                      <a:lnTo>
                        <a:pt x="208" y="729"/>
                      </a:lnTo>
                      <a:lnTo>
                        <a:pt x="206" y="729"/>
                      </a:lnTo>
                      <a:lnTo>
                        <a:pt x="202" y="729"/>
                      </a:lnTo>
                      <a:lnTo>
                        <a:pt x="201" y="729"/>
                      </a:lnTo>
                      <a:lnTo>
                        <a:pt x="199" y="729"/>
                      </a:lnTo>
                      <a:lnTo>
                        <a:pt x="199" y="727"/>
                      </a:lnTo>
                      <a:lnTo>
                        <a:pt x="197" y="727"/>
                      </a:lnTo>
                      <a:lnTo>
                        <a:pt x="197" y="725"/>
                      </a:lnTo>
                      <a:lnTo>
                        <a:pt x="195" y="725"/>
                      </a:lnTo>
                      <a:lnTo>
                        <a:pt x="195" y="723"/>
                      </a:lnTo>
                      <a:lnTo>
                        <a:pt x="193" y="723"/>
                      </a:lnTo>
                      <a:lnTo>
                        <a:pt x="193" y="722"/>
                      </a:lnTo>
                      <a:lnTo>
                        <a:pt x="191" y="722"/>
                      </a:lnTo>
                      <a:lnTo>
                        <a:pt x="193" y="722"/>
                      </a:lnTo>
                      <a:lnTo>
                        <a:pt x="191" y="720"/>
                      </a:lnTo>
                      <a:lnTo>
                        <a:pt x="191" y="718"/>
                      </a:lnTo>
                      <a:lnTo>
                        <a:pt x="193" y="718"/>
                      </a:lnTo>
                      <a:lnTo>
                        <a:pt x="193" y="716"/>
                      </a:lnTo>
                      <a:lnTo>
                        <a:pt x="191" y="716"/>
                      </a:lnTo>
                      <a:lnTo>
                        <a:pt x="191" y="714"/>
                      </a:lnTo>
                      <a:lnTo>
                        <a:pt x="193" y="714"/>
                      </a:lnTo>
                      <a:lnTo>
                        <a:pt x="195" y="712"/>
                      </a:lnTo>
                      <a:lnTo>
                        <a:pt x="197" y="712"/>
                      </a:lnTo>
                      <a:lnTo>
                        <a:pt x="197" y="711"/>
                      </a:lnTo>
                      <a:lnTo>
                        <a:pt x="195" y="709"/>
                      </a:lnTo>
                      <a:lnTo>
                        <a:pt x="195" y="707"/>
                      </a:lnTo>
                      <a:lnTo>
                        <a:pt x="193" y="707"/>
                      </a:lnTo>
                      <a:lnTo>
                        <a:pt x="193" y="705"/>
                      </a:lnTo>
                      <a:lnTo>
                        <a:pt x="191" y="701"/>
                      </a:lnTo>
                      <a:lnTo>
                        <a:pt x="191" y="700"/>
                      </a:lnTo>
                      <a:lnTo>
                        <a:pt x="193" y="698"/>
                      </a:lnTo>
                      <a:lnTo>
                        <a:pt x="195" y="698"/>
                      </a:lnTo>
                      <a:lnTo>
                        <a:pt x="197" y="700"/>
                      </a:lnTo>
                      <a:lnTo>
                        <a:pt x="199" y="700"/>
                      </a:lnTo>
                      <a:lnTo>
                        <a:pt x="201" y="700"/>
                      </a:lnTo>
                      <a:lnTo>
                        <a:pt x="202" y="700"/>
                      </a:lnTo>
                      <a:lnTo>
                        <a:pt x="204" y="698"/>
                      </a:lnTo>
                      <a:lnTo>
                        <a:pt x="208" y="700"/>
                      </a:lnTo>
                      <a:lnTo>
                        <a:pt x="210" y="700"/>
                      </a:lnTo>
                      <a:lnTo>
                        <a:pt x="210" y="698"/>
                      </a:lnTo>
                      <a:lnTo>
                        <a:pt x="210" y="696"/>
                      </a:lnTo>
                      <a:lnTo>
                        <a:pt x="212" y="696"/>
                      </a:lnTo>
                      <a:lnTo>
                        <a:pt x="213" y="694"/>
                      </a:lnTo>
                      <a:lnTo>
                        <a:pt x="213" y="691"/>
                      </a:lnTo>
                      <a:lnTo>
                        <a:pt x="215" y="691"/>
                      </a:lnTo>
                      <a:lnTo>
                        <a:pt x="215" y="689"/>
                      </a:lnTo>
                      <a:lnTo>
                        <a:pt x="215" y="687"/>
                      </a:lnTo>
                      <a:lnTo>
                        <a:pt x="213" y="685"/>
                      </a:lnTo>
                      <a:lnTo>
                        <a:pt x="213" y="683"/>
                      </a:lnTo>
                      <a:lnTo>
                        <a:pt x="215" y="683"/>
                      </a:lnTo>
                      <a:lnTo>
                        <a:pt x="217" y="683"/>
                      </a:lnTo>
                      <a:lnTo>
                        <a:pt x="219" y="685"/>
                      </a:lnTo>
                      <a:lnTo>
                        <a:pt x="221" y="683"/>
                      </a:lnTo>
                      <a:lnTo>
                        <a:pt x="221" y="681"/>
                      </a:lnTo>
                      <a:lnTo>
                        <a:pt x="221" y="680"/>
                      </a:lnTo>
                      <a:lnTo>
                        <a:pt x="223" y="680"/>
                      </a:lnTo>
                      <a:lnTo>
                        <a:pt x="224" y="680"/>
                      </a:lnTo>
                      <a:lnTo>
                        <a:pt x="224" y="678"/>
                      </a:lnTo>
                      <a:lnTo>
                        <a:pt x="226" y="678"/>
                      </a:lnTo>
                      <a:lnTo>
                        <a:pt x="226" y="676"/>
                      </a:lnTo>
                      <a:lnTo>
                        <a:pt x="230" y="676"/>
                      </a:lnTo>
                      <a:lnTo>
                        <a:pt x="232" y="676"/>
                      </a:lnTo>
                      <a:lnTo>
                        <a:pt x="232" y="674"/>
                      </a:lnTo>
                      <a:lnTo>
                        <a:pt x="233" y="672"/>
                      </a:lnTo>
                      <a:lnTo>
                        <a:pt x="235" y="670"/>
                      </a:lnTo>
                      <a:lnTo>
                        <a:pt x="237" y="669"/>
                      </a:lnTo>
                      <a:lnTo>
                        <a:pt x="237" y="667"/>
                      </a:lnTo>
                      <a:lnTo>
                        <a:pt x="237" y="665"/>
                      </a:lnTo>
                      <a:lnTo>
                        <a:pt x="237" y="663"/>
                      </a:lnTo>
                      <a:lnTo>
                        <a:pt x="237" y="661"/>
                      </a:lnTo>
                      <a:lnTo>
                        <a:pt x="237" y="659"/>
                      </a:lnTo>
                      <a:lnTo>
                        <a:pt x="239" y="656"/>
                      </a:lnTo>
                      <a:lnTo>
                        <a:pt x="241" y="656"/>
                      </a:lnTo>
                      <a:lnTo>
                        <a:pt x="241" y="654"/>
                      </a:lnTo>
                      <a:lnTo>
                        <a:pt x="241" y="652"/>
                      </a:lnTo>
                      <a:lnTo>
                        <a:pt x="241" y="650"/>
                      </a:lnTo>
                      <a:lnTo>
                        <a:pt x="243" y="648"/>
                      </a:lnTo>
                      <a:lnTo>
                        <a:pt x="243" y="647"/>
                      </a:lnTo>
                      <a:lnTo>
                        <a:pt x="241" y="647"/>
                      </a:lnTo>
                      <a:lnTo>
                        <a:pt x="241" y="645"/>
                      </a:lnTo>
                      <a:lnTo>
                        <a:pt x="239" y="645"/>
                      </a:lnTo>
                      <a:lnTo>
                        <a:pt x="237" y="643"/>
                      </a:lnTo>
                      <a:lnTo>
                        <a:pt x="237" y="645"/>
                      </a:lnTo>
                      <a:lnTo>
                        <a:pt x="237" y="647"/>
                      </a:lnTo>
                      <a:lnTo>
                        <a:pt x="235" y="647"/>
                      </a:lnTo>
                      <a:lnTo>
                        <a:pt x="235" y="648"/>
                      </a:lnTo>
                      <a:lnTo>
                        <a:pt x="233" y="648"/>
                      </a:lnTo>
                      <a:lnTo>
                        <a:pt x="232" y="648"/>
                      </a:lnTo>
                      <a:lnTo>
                        <a:pt x="230" y="647"/>
                      </a:lnTo>
                      <a:lnTo>
                        <a:pt x="230" y="645"/>
                      </a:lnTo>
                      <a:lnTo>
                        <a:pt x="228" y="643"/>
                      </a:lnTo>
                      <a:lnTo>
                        <a:pt x="226" y="643"/>
                      </a:lnTo>
                      <a:lnTo>
                        <a:pt x="224" y="643"/>
                      </a:lnTo>
                      <a:lnTo>
                        <a:pt x="224" y="641"/>
                      </a:lnTo>
                      <a:lnTo>
                        <a:pt x="223" y="641"/>
                      </a:lnTo>
                      <a:lnTo>
                        <a:pt x="223" y="639"/>
                      </a:lnTo>
                      <a:lnTo>
                        <a:pt x="221" y="639"/>
                      </a:lnTo>
                      <a:lnTo>
                        <a:pt x="219" y="639"/>
                      </a:lnTo>
                      <a:lnTo>
                        <a:pt x="219" y="638"/>
                      </a:lnTo>
                      <a:lnTo>
                        <a:pt x="217" y="638"/>
                      </a:lnTo>
                      <a:lnTo>
                        <a:pt x="217" y="636"/>
                      </a:lnTo>
                      <a:lnTo>
                        <a:pt x="217" y="634"/>
                      </a:lnTo>
                      <a:lnTo>
                        <a:pt x="215" y="634"/>
                      </a:lnTo>
                      <a:lnTo>
                        <a:pt x="215" y="632"/>
                      </a:lnTo>
                      <a:lnTo>
                        <a:pt x="213" y="632"/>
                      </a:lnTo>
                      <a:lnTo>
                        <a:pt x="212" y="632"/>
                      </a:lnTo>
                      <a:lnTo>
                        <a:pt x="210" y="632"/>
                      </a:lnTo>
                      <a:lnTo>
                        <a:pt x="210" y="630"/>
                      </a:lnTo>
                      <a:lnTo>
                        <a:pt x="210" y="628"/>
                      </a:lnTo>
                      <a:lnTo>
                        <a:pt x="208" y="628"/>
                      </a:lnTo>
                      <a:lnTo>
                        <a:pt x="206" y="628"/>
                      </a:lnTo>
                      <a:lnTo>
                        <a:pt x="204" y="628"/>
                      </a:lnTo>
                      <a:lnTo>
                        <a:pt x="202" y="628"/>
                      </a:lnTo>
                      <a:lnTo>
                        <a:pt x="201" y="628"/>
                      </a:lnTo>
                      <a:lnTo>
                        <a:pt x="199" y="628"/>
                      </a:lnTo>
                      <a:lnTo>
                        <a:pt x="197" y="630"/>
                      </a:lnTo>
                      <a:lnTo>
                        <a:pt x="195" y="630"/>
                      </a:lnTo>
                      <a:lnTo>
                        <a:pt x="193" y="630"/>
                      </a:lnTo>
                      <a:lnTo>
                        <a:pt x="190" y="630"/>
                      </a:lnTo>
                      <a:lnTo>
                        <a:pt x="188" y="630"/>
                      </a:lnTo>
                      <a:lnTo>
                        <a:pt x="186" y="630"/>
                      </a:lnTo>
                      <a:lnTo>
                        <a:pt x="184" y="630"/>
                      </a:lnTo>
                      <a:lnTo>
                        <a:pt x="182" y="632"/>
                      </a:lnTo>
                      <a:lnTo>
                        <a:pt x="181" y="634"/>
                      </a:lnTo>
                      <a:lnTo>
                        <a:pt x="179" y="634"/>
                      </a:lnTo>
                      <a:lnTo>
                        <a:pt x="177" y="636"/>
                      </a:lnTo>
                      <a:lnTo>
                        <a:pt x="175" y="636"/>
                      </a:lnTo>
                      <a:lnTo>
                        <a:pt x="173" y="636"/>
                      </a:lnTo>
                      <a:lnTo>
                        <a:pt x="173" y="638"/>
                      </a:lnTo>
                      <a:lnTo>
                        <a:pt x="171" y="638"/>
                      </a:lnTo>
                      <a:lnTo>
                        <a:pt x="170" y="638"/>
                      </a:lnTo>
                      <a:lnTo>
                        <a:pt x="168" y="639"/>
                      </a:lnTo>
                      <a:lnTo>
                        <a:pt x="166" y="639"/>
                      </a:lnTo>
                      <a:lnTo>
                        <a:pt x="164" y="641"/>
                      </a:lnTo>
                      <a:lnTo>
                        <a:pt x="164" y="643"/>
                      </a:lnTo>
                      <a:lnTo>
                        <a:pt x="162" y="643"/>
                      </a:lnTo>
                      <a:lnTo>
                        <a:pt x="160" y="643"/>
                      </a:lnTo>
                      <a:lnTo>
                        <a:pt x="159" y="643"/>
                      </a:lnTo>
                      <a:lnTo>
                        <a:pt x="157" y="643"/>
                      </a:lnTo>
                      <a:lnTo>
                        <a:pt x="157" y="645"/>
                      </a:lnTo>
                      <a:lnTo>
                        <a:pt x="157" y="647"/>
                      </a:lnTo>
                      <a:lnTo>
                        <a:pt x="155" y="647"/>
                      </a:lnTo>
                      <a:lnTo>
                        <a:pt x="153" y="647"/>
                      </a:lnTo>
                      <a:lnTo>
                        <a:pt x="153" y="645"/>
                      </a:lnTo>
                      <a:lnTo>
                        <a:pt x="151" y="645"/>
                      </a:lnTo>
                      <a:lnTo>
                        <a:pt x="153" y="645"/>
                      </a:lnTo>
                      <a:lnTo>
                        <a:pt x="151" y="645"/>
                      </a:lnTo>
                      <a:lnTo>
                        <a:pt x="151" y="643"/>
                      </a:lnTo>
                      <a:lnTo>
                        <a:pt x="149" y="643"/>
                      </a:lnTo>
                      <a:lnTo>
                        <a:pt x="148" y="643"/>
                      </a:lnTo>
                      <a:lnTo>
                        <a:pt x="146" y="643"/>
                      </a:lnTo>
                      <a:lnTo>
                        <a:pt x="146" y="645"/>
                      </a:lnTo>
                      <a:lnTo>
                        <a:pt x="146" y="643"/>
                      </a:lnTo>
                      <a:lnTo>
                        <a:pt x="144" y="643"/>
                      </a:lnTo>
                      <a:lnTo>
                        <a:pt x="142" y="643"/>
                      </a:lnTo>
                      <a:lnTo>
                        <a:pt x="140" y="643"/>
                      </a:lnTo>
                      <a:lnTo>
                        <a:pt x="139" y="645"/>
                      </a:lnTo>
                      <a:lnTo>
                        <a:pt x="137" y="645"/>
                      </a:lnTo>
                      <a:lnTo>
                        <a:pt x="137" y="647"/>
                      </a:lnTo>
                      <a:lnTo>
                        <a:pt x="135" y="647"/>
                      </a:lnTo>
                      <a:lnTo>
                        <a:pt x="133" y="647"/>
                      </a:lnTo>
                      <a:lnTo>
                        <a:pt x="131" y="647"/>
                      </a:lnTo>
                      <a:lnTo>
                        <a:pt x="129" y="647"/>
                      </a:lnTo>
                      <a:lnTo>
                        <a:pt x="129" y="648"/>
                      </a:lnTo>
                      <a:lnTo>
                        <a:pt x="128" y="648"/>
                      </a:lnTo>
                      <a:lnTo>
                        <a:pt x="128" y="650"/>
                      </a:lnTo>
                      <a:lnTo>
                        <a:pt x="126" y="650"/>
                      </a:lnTo>
                      <a:lnTo>
                        <a:pt x="126" y="652"/>
                      </a:lnTo>
                      <a:lnTo>
                        <a:pt x="124" y="652"/>
                      </a:lnTo>
                      <a:lnTo>
                        <a:pt x="122" y="652"/>
                      </a:lnTo>
                      <a:lnTo>
                        <a:pt x="122" y="650"/>
                      </a:lnTo>
                      <a:lnTo>
                        <a:pt x="120" y="650"/>
                      </a:lnTo>
                      <a:lnTo>
                        <a:pt x="122" y="650"/>
                      </a:lnTo>
                      <a:lnTo>
                        <a:pt x="120" y="648"/>
                      </a:lnTo>
                      <a:lnTo>
                        <a:pt x="120" y="650"/>
                      </a:lnTo>
                      <a:lnTo>
                        <a:pt x="118" y="650"/>
                      </a:lnTo>
                      <a:lnTo>
                        <a:pt x="118" y="648"/>
                      </a:lnTo>
                      <a:lnTo>
                        <a:pt x="117" y="648"/>
                      </a:lnTo>
                      <a:lnTo>
                        <a:pt x="117" y="647"/>
                      </a:lnTo>
                      <a:lnTo>
                        <a:pt x="115" y="647"/>
                      </a:lnTo>
                      <a:lnTo>
                        <a:pt x="115" y="645"/>
                      </a:lnTo>
                      <a:lnTo>
                        <a:pt x="117" y="645"/>
                      </a:lnTo>
                      <a:lnTo>
                        <a:pt x="115" y="645"/>
                      </a:lnTo>
                      <a:lnTo>
                        <a:pt x="115" y="643"/>
                      </a:lnTo>
                      <a:lnTo>
                        <a:pt x="115" y="641"/>
                      </a:lnTo>
                      <a:lnTo>
                        <a:pt x="115" y="639"/>
                      </a:lnTo>
                      <a:lnTo>
                        <a:pt x="113" y="639"/>
                      </a:lnTo>
                      <a:lnTo>
                        <a:pt x="113" y="638"/>
                      </a:lnTo>
                      <a:lnTo>
                        <a:pt x="111" y="638"/>
                      </a:lnTo>
                      <a:lnTo>
                        <a:pt x="111" y="636"/>
                      </a:lnTo>
                      <a:lnTo>
                        <a:pt x="109" y="636"/>
                      </a:lnTo>
                      <a:lnTo>
                        <a:pt x="108" y="636"/>
                      </a:lnTo>
                      <a:lnTo>
                        <a:pt x="108" y="634"/>
                      </a:lnTo>
                      <a:lnTo>
                        <a:pt x="108" y="632"/>
                      </a:lnTo>
                      <a:lnTo>
                        <a:pt x="106" y="632"/>
                      </a:lnTo>
                      <a:lnTo>
                        <a:pt x="104" y="632"/>
                      </a:lnTo>
                      <a:lnTo>
                        <a:pt x="102" y="632"/>
                      </a:lnTo>
                      <a:lnTo>
                        <a:pt x="102" y="634"/>
                      </a:lnTo>
                      <a:lnTo>
                        <a:pt x="102" y="632"/>
                      </a:lnTo>
                      <a:lnTo>
                        <a:pt x="100" y="632"/>
                      </a:lnTo>
                      <a:lnTo>
                        <a:pt x="100" y="634"/>
                      </a:lnTo>
                      <a:lnTo>
                        <a:pt x="98" y="634"/>
                      </a:lnTo>
                      <a:lnTo>
                        <a:pt x="97" y="634"/>
                      </a:lnTo>
                      <a:lnTo>
                        <a:pt x="95" y="634"/>
                      </a:lnTo>
                      <a:lnTo>
                        <a:pt x="93" y="634"/>
                      </a:lnTo>
                      <a:lnTo>
                        <a:pt x="91" y="634"/>
                      </a:lnTo>
                      <a:lnTo>
                        <a:pt x="91" y="632"/>
                      </a:lnTo>
                      <a:lnTo>
                        <a:pt x="89" y="634"/>
                      </a:lnTo>
                      <a:lnTo>
                        <a:pt x="89" y="636"/>
                      </a:lnTo>
                      <a:lnTo>
                        <a:pt x="91" y="636"/>
                      </a:lnTo>
                      <a:lnTo>
                        <a:pt x="89" y="638"/>
                      </a:lnTo>
                      <a:lnTo>
                        <a:pt x="91" y="638"/>
                      </a:lnTo>
                      <a:lnTo>
                        <a:pt x="89" y="638"/>
                      </a:lnTo>
                      <a:lnTo>
                        <a:pt x="89" y="639"/>
                      </a:lnTo>
                      <a:lnTo>
                        <a:pt x="87" y="639"/>
                      </a:lnTo>
                      <a:lnTo>
                        <a:pt x="86" y="639"/>
                      </a:lnTo>
                      <a:lnTo>
                        <a:pt x="86" y="638"/>
                      </a:lnTo>
                      <a:lnTo>
                        <a:pt x="86" y="636"/>
                      </a:lnTo>
                      <a:lnTo>
                        <a:pt x="86" y="634"/>
                      </a:lnTo>
                      <a:lnTo>
                        <a:pt x="86" y="632"/>
                      </a:lnTo>
                      <a:lnTo>
                        <a:pt x="84" y="630"/>
                      </a:lnTo>
                      <a:lnTo>
                        <a:pt x="82" y="630"/>
                      </a:lnTo>
                      <a:lnTo>
                        <a:pt x="80" y="630"/>
                      </a:lnTo>
                      <a:lnTo>
                        <a:pt x="80" y="628"/>
                      </a:lnTo>
                      <a:lnTo>
                        <a:pt x="80" y="627"/>
                      </a:lnTo>
                      <a:lnTo>
                        <a:pt x="78" y="627"/>
                      </a:lnTo>
                      <a:lnTo>
                        <a:pt x="78" y="625"/>
                      </a:lnTo>
                      <a:lnTo>
                        <a:pt x="76" y="625"/>
                      </a:lnTo>
                      <a:lnTo>
                        <a:pt x="78" y="625"/>
                      </a:lnTo>
                      <a:lnTo>
                        <a:pt x="78" y="623"/>
                      </a:lnTo>
                      <a:lnTo>
                        <a:pt x="80" y="623"/>
                      </a:lnTo>
                      <a:lnTo>
                        <a:pt x="78" y="623"/>
                      </a:lnTo>
                      <a:lnTo>
                        <a:pt x="78" y="621"/>
                      </a:lnTo>
                      <a:lnTo>
                        <a:pt x="76" y="621"/>
                      </a:lnTo>
                      <a:lnTo>
                        <a:pt x="76" y="619"/>
                      </a:lnTo>
                      <a:lnTo>
                        <a:pt x="76" y="617"/>
                      </a:lnTo>
                      <a:lnTo>
                        <a:pt x="76" y="616"/>
                      </a:lnTo>
                      <a:lnTo>
                        <a:pt x="76" y="614"/>
                      </a:lnTo>
                      <a:lnTo>
                        <a:pt x="75" y="614"/>
                      </a:lnTo>
                      <a:lnTo>
                        <a:pt x="75" y="612"/>
                      </a:lnTo>
                      <a:lnTo>
                        <a:pt x="76" y="612"/>
                      </a:lnTo>
                      <a:lnTo>
                        <a:pt x="76" y="610"/>
                      </a:lnTo>
                      <a:lnTo>
                        <a:pt x="78" y="608"/>
                      </a:lnTo>
                      <a:lnTo>
                        <a:pt x="78" y="606"/>
                      </a:lnTo>
                      <a:lnTo>
                        <a:pt x="76" y="606"/>
                      </a:lnTo>
                      <a:lnTo>
                        <a:pt x="75" y="606"/>
                      </a:lnTo>
                      <a:lnTo>
                        <a:pt x="73" y="606"/>
                      </a:lnTo>
                      <a:lnTo>
                        <a:pt x="73" y="605"/>
                      </a:lnTo>
                      <a:lnTo>
                        <a:pt x="71" y="605"/>
                      </a:lnTo>
                      <a:lnTo>
                        <a:pt x="71" y="603"/>
                      </a:lnTo>
                      <a:lnTo>
                        <a:pt x="69" y="601"/>
                      </a:lnTo>
                      <a:lnTo>
                        <a:pt x="69" y="603"/>
                      </a:lnTo>
                      <a:lnTo>
                        <a:pt x="67" y="603"/>
                      </a:lnTo>
                      <a:lnTo>
                        <a:pt x="67" y="601"/>
                      </a:lnTo>
                      <a:lnTo>
                        <a:pt x="67" y="599"/>
                      </a:lnTo>
                      <a:lnTo>
                        <a:pt x="67" y="597"/>
                      </a:lnTo>
                      <a:lnTo>
                        <a:pt x="66" y="595"/>
                      </a:lnTo>
                      <a:lnTo>
                        <a:pt x="67" y="595"/>
                      </a:lnTo>
                      <a:lnTo>
                        <a:pt x="66" y="595"/>
                      </a:lnTo>
                      <a:lnTo>
                        <a:pt x="66" y="594"/>
                      </a:lnTo>
                      <a:lnTo>
                        <a:pt x="64" y="594"/>
                      </a:lnTo>
                      <a:lnTo>
                        <a:pt x="62" y="594"/>
                      </a:lnTo>
                      <a:lnTo>
                        <a:pt x="60" y="594"/>
                      </a:lnTo>
                      <a:lnTo>
                        <a:pt x="58" y="592"/>
                      </a:lnTo>
                      <a:lnTo>
                        <a:pt x="58" y="594"/>
                      </a:lnTo>
                      <a:lnTo>
                        <a:pt x="58" y="592"/>
                      </a:lnTo>
                      <a:lnTo>
                        <a:pt x="56" y="592"/>
                      </a:lnTo>
                      <a:lnTo>
                        <a:pt x="58" y="592"/>
                      </a:lnTo>
                      <a:lnTo>
                        <a:pt x="56" y="592"/>
                      </a:lnTo>
                      <a:lnTo>
                        <a:pt x="55" y="592"/>
                      </a:lnTo>
                      <a:lnTo>
                        <a:pt x="53" y="592"/>
                      </a:lnTo>
                      <a:lnTo>
                        <a:pt x="51" y="592"/>
                      </a:lnTo>
                      <a:lnTo>
                        <a:pt x="49" y="592"/>
                      </a:lnTo>
                      <a:lnTo>
                        <a:pt x="49" y="594"/>
                      </a:lnTo>
                      <a:lnTo>
                        <a:pt x="47" y="594"/>
                      </a:lnTo>
                      <a:lnTo>
                        <a:pt x="47" y="592"/>
                      </a:lnTo>
                      <a:lnTo>
                        <a:pt x="45" y="592"/>
                      </a:lnTo>
                      <a:lnTo>
                        <a:pt x="45" y="590"/>
                      </a:lnTo>
                      <a:lnTo>
                        <a:pt x="44" y="590"/>
                      </a:lnTo>
                      <a:lnTo>
                        <a:pt x="44" y="592"/>
                      </a:lnTo>
                      <a:lnTo>
                        <a:pt x="42" y="592"/>
                      </a:lnTo>
                      <a:lnTo>
                        <a:pt x="42" y="590"/>
                      </a:lnTo>
                      <a:lnTo>
                        <a:pt x="40" y="588"/>
                      </a:lnTo>
                      <a:lnTo>
                        <a:pt x="40" y="590"/>
                      </a:lnTo>
                      <a:lnTo>
                        <a:pt x="38" y="590"/>
                      </a:lnTo>
                      <a:lnTo>
                        <a:pt x="36" y="590"/>
                      </a:lnTo>
                      <a:lnTo>
                        <a:pt x="35" y="590"/>
                      </a:lnTo>
                      <a:lnTo>
                        <a:pt x="35" y="588"/>
                      </a:lnTo>
                      <a:lnTo>
                        <a:pt x="35" y="590"/>
                      </a:lnTo>
                      <a:lnTo>
                        <a:pt x="33" y="590"/>
                      </a:lnTo>
                      <a:lnTo>
                        <a:pt x="33" y="588"/>
                      </a:lnTo>
                      <a:lnTo>
                        <a:pt x="33" y="586"/>
                      </a:lnTo>
                      <a:lnTo>
                        <a:pt x="33" y="585"/>
                      </a:lnTo>
                      <a:lnTo>
                        <a:pt x="33" y="583"/>
                      </a:lnTo>
                      <a:lnTo>
                        <a:pt x="35" y="583"/>
                      </a:lnTo>
                      <a:lnTo>
                        <a:pt x="36" y="583"/>
                      </a:lnTo>
                      <a:lnTo>
                        <a:pt x="38" y="583"/>
                      </a:lnTo>
                      <a:lnTo>
                        <a:pt x="40" y="583"/>
                      </a:lnTo>
                      <a:lnTo>
                        <a:pt x="42" y="581"/>
                      </a:lnTo>
                      <a:lnTo>
                        <a:pt x="42" y="583"/>
                      </a:lnTo>
                      <a:lnTo>
                        <a:pt x="42" y="581"/>
                      </a:lnTo>
                      <a:lnTo>
                        <a:pt x="44" y="583"/>
                      </a:lnTo>
                      <a:lnTo>
                        <a:pt x="44" y="585"/>
                      </a:lnTo>
                      <a:lnTo>
                        <a:pt x="45" y="585"/>
                      </a:lnTo>
                      <a:lnTo>
                        <a:pt x="47" y="585"/>
                      </a:lnTo>
                      <a:lnTo>
                        <a:pt x="47" y="583"/>
                      </a:lnTo>
                      <a:lnTo>
                        <a:pt x="49" y="583"/>
                      </a:lnTo>
                      <a:lnTo>
                        <a:pt x="47" y="583"/>
                      </a:lnTo>
                      <a:lnTo>
                        <a:pt x="49" y="581"/>
                      </a:lnTo>
                      <a:lnTo>
                        <a:pt x="51" y="581"/>
                      </a:lnTo>
                      <a:lnTo>
                        <a:pt x="53" y="581"/>
                      </a:lnTo>
                      <a:lnTo>
                        <a:pt x="55" y="581"/>
                      </a:lnTo>
                      <a:lnTo>
                        <a:pt x="56" y="581"/>
                      </a:lnTo>
                      <a:lnTo>
                        <a:pt x="56" y="579"/>
                      </a:lnTo>
                      <a:lnTo>
                        <a:pt x="55" y="579"/>
                      </a:lnTo>
                      <a:lnTo>
                        <a:pt x="56" y="577"/>
                      </a:lnTo>
                      <a:lnTo>
                        <a:pt x="56" y="575"/>
                      </a:lnTo>
                      <a:lnTo>
                        <a:pt x="55" y="575"/>
                      </a:lnTo>
                      <a:lnTo>
                        <a:pt x="55" y="574"/>
                      </a:lnTo>
                      <a:lnTo>
                        <a:pt x="53" y="574"/>
                      </a:lnTo>
                      <a:lnTo>
                        <a:pt x="51" y="574"/>
                      </a:lnTo>
                      <a:lnTo>
                        <a:pt x="51" y="572"/>
                      </a:lnTo>
                      <a:lnTo>
                        <a:pt x="49" y="572"/>
                      </a:lnTo>
                      <a:lnTo>
                        <a:pt x="49" y="570"/>
                      </a:lnTo>
                      <a:lnTo>
                        <a:pt x="47" y="568"/>
                      </a:lnTo>
                      <a:lnTo>
                        <a:pt x="49" y="566"/>
                      </a:lnTo>
                      <a:lnTo>
                        <a:pt x="51" y="566"/>
                      </a:lnTo>
                      <a:lnTo>
                        <a:pt x="51" y="564"/>
                      </a:lnTo>
                      <a:lnTo>
                        <a:pt x="51" y="563"/>
                      </a:lnTo>
                      <a:lnTo>
                        <a:pt x="49" y="563"/>
                      </a:lnTo>
                      <a:lnTo>
                        <a:pt x="49" y="561"/>
                      </a:lnTo>
                      <a:lnTo>
                        <a:pt x="49" y="559"/>
                      </a:lnTo>
                      <a:lnTo>
                        <a:pt x="49" y="557"/>
                      </a:lnTo>
                      <a:lnTo>
                        <a:pt x="47" y="557"/>
                      </a:lnTo>
                      <a:lnTo>
                        <a:pt x="49" y="557"/>
                      </a:lnTo>
                      <a:lnTo>
                        <a:pt x="49" y="555"/>
                      </a:lnTo>
                      <a:lnTo>
                        <a:pt x="47" y="555"/>
                      </a:lnTo>
                      <a:lnTo>
                        <a:pt x="45" y="555"/>
                      </a:lnTo>
                      <a:lnTo>
                        <a:pt x="45" y="553"/>
                      </a:lnTo>
                      <a:lnTo>
                        <a:pt x="45" y="552"/>
                      </a:lnTo>
                      <a:lnTo>
                        <a:pt x="44" y="552"/>
                      </a:lnTo>
                      <a:lnTo>
                        <a:pt x="44" y="550"/>
                      </a:lnTo>
                      <a:lnTo>
                        <a:pt x="45" y="550"/>
                      </a:lnTo>
                      <a:lnTo>
                        <a:pt x="44" y="550"/>
                      </a:lnTo>
                      <a:lnTo>
                        <a:pt x="45" y="550"/>
                      </a:lnTo>
                      <a:lnTo>
                        <a:pt x="45" y="548"/>
                      </a:lnTo>
                      <a:lnTo>
                        <a:pt x="44" y="548"/>
                      </a:lnTo>
                      <a:lnTo>
                        <a:pt x="44" y="546"/>
                      </a:lnTo>
                      <a:lnTo>
                        <a:pt x="45" y="546"/>
                      </a:lnTo>
                      <a:lnTo>
                        <a:pt x="45" y="544"/>
                      </a:lnTo>
                      <a:lnTo>
                        <a:pt x="44" y="544"/>
                      </a:lnTo>
                      <a:lnTo>
                        <a:pt x="44" y="542"/>
                      </a:lnTo>
                      <a:lnTo>
                        <a:pt x="45" y="542"/>
                      </a:lnTo>
                      <a:lnTo>
                        <a:pt x="47" y="542"/>
                      </a:lnTo>
                      <a:lnTo>
                        <a:pt x="47" y="541"/>
                      </a:lnTo>
                      <a:lnTo>
                        <a:pt x="47" y="539"/>
                      </a:lnTo>
                      <a:lnTo>
                        <a:pt x="45" y="539"/>
                      </a:lnTo>
                      <a:lnTo>
                        <a:pt x="44" y="539"/>
                      </a:lnTo>
                      <a:lnTo>
                        <a:pt x="44" y="537"/>
                      </a:lnTo>
                      <a:lnTo>
                        <a:pt x="42" y="537"/>
                      </a:lnTo>
                      <a:lnTo>
                        <a:pt x="40" y="535"/>
                      </a:lnTo>
                      <a:lnTo>
                        <a:pt x="38" y="535"/>
                      </a:lnTo>
                      <a:lnTo>
                        <a:pt x="36" y="535"/>
                      </a:lnTo>
                      <a:lnTo>
                        <a:pt x="35" y="535"/>
                      </a:lnTo>
                      <a:lnTo>
                        <a:pt x="35" y="533"/>
                      </a:lnTo>
                      <a:lnTo>
                        <a:pt x="33" y="533"/>
                      </a:lnTo>
                      <a:lnTo>
                        <a:pt x="31" y="533"/>
                      </a:lnTo>
                      <a:lnTo>
                        <a:pt x="29" y="531"/>
                      </a:lnTo>
                      <a:lnTo>
                        <a:pt x="29" y="533"/>
                      </a:lnTo>
                      <a:lnTo>
                        <a:pt x="29" y="531"/>
                      </a:lnTo>
                      <a:lnTo>
                        <a:pt x="29" y="533"/>
                      </a:lnTo>
                      <a:lnTo>
                        <a:pt x="27" y="531"/>
                      </a:lnTo>
                      <a:lnTo>
                        <a:pt x="27" y="533"/>
                      </a:lnTo>
                      <a:lnTo>
                        <a:pt x="25" y="533"/>
                      </a:lnTo>
                      <a:lnTo>
                        <a:pt x="25" y="531"/>
                      </a:lnTo>
                      <a:lnTo>
                        <a:pt x="24" y="533"/>
                      </a:lnTo>
                      <a:lnTo>
                        <a:pt x="24" y="531"/>
                      </a:lnTo>
                      <a:lnTo>
                        <a:pt x="22" y="531"/>
                      </a:lnTo>
                      <a:lnTo>
                        <a:pt x="20" y="531"/>
                      </a:lnTo>
                      <a:lnTo>
                        <a:pt x="20" y="533"/>
                      </a:lnTo>
                      <a:lnTo>
                        <a:pt x="18" y="533"/>
                      </a:lnTo>
                      <a:lnTo>
                        <a:pt x="18" y="535"/>
                      </a:lnTo>
                      <a:lnTo>
                        <a:pt x="18" y="537"/>
                      </a:lnTo>
                      <a:lnTo>
                        <a:pt x="16" y="537"/>
                      </a:lnTo>
                      <a:lnTo>
                        <a:pt x="14" y="537"/>
                      </a:lnTo>
                      <a:lnTo>
                        <a:pt x="13" y="537"/>
                      </a:lnTo>
                      <a:lnTo>
                        <a:pt x="13" y="535"/>
                      </a:lnTo>
                      <a:lnTo>
                        <a:pt x="11" y="535"/>
                      </a:lnTo>
                      <a:lnTo>
                        <a:pt x="9" y="535"/>
                      </a:lnTo>
                      <a:lnTo>
                        <a:pt x="9" y="533"/>
                      </a:lnTo>
                      <a:lnTo>
                        <a:pt x="9" y="531"/>
                      </a:lnTo>
                      <a:lnTo>
                        <a:pt x="7" y="531"/>
                      </a:lnTo>
                      <a:lnTo>
                        <a:pt x="7" y="530"/>
                      </a:lnTo>
                      <a:lnTo>
                        <a:pt x="7" y="528"/>
                      </a:lnTo>
                      <a:lnTo>
                        <a:pt x="7" y="526"/>
                      </a:lnTo>
                      <a:lnTo>
                        <a:pt x="5" y="526"/>
                      </a:lnTo>
                      <a:lnTo>
                        <a:pt x="5" y="524"/>
                      </a:lnTo>
                      <a:lnTo>
                        <a:pt x="7" y="522"/>
                      </a:lnTo>
                      <a:lnTo>
                        <a:pt x="9" y="522"/>
                      </a:lnTo>
                      <a:lnTo>
                        <a:pt x="11" y="522"/>
                      </a:lnTo>
                      <a:lnTo>
                        <a:pt x="11" y="521"/>
                      </a:lnTo>
                      <a:lnTo>
                        <a:pt x="9" y="519"/>
                      </a:lnTo>
                      <a:lnTo>
                        <a:pt x="7" y="519"/>
                      </a:lnTo>
                      <a:lnTo>
                        <a:pt x="5" y="519"/>
                      </a:lnTo>
                      <a:lnTo>
                        <a:pt x="5" y="517"/>
                      </a:lnTo>
                      <a:lnTo>
                        <a:pt x="5" y="515"/>
                      </a:lnTo>
                      <a:lnTo>
                        <a:pt x="3" y="515"/>
                      </a:lnTo>
                      <a:lnTo>
                        <a:pt x="3" y="513"/>
                      </a:lnTo>
                      <a:lnTo>
                        <a:pt x="3" y="511"/>
                      </a:lnTo>
                      <a:lnTo>
                        <a:pt x="2" y="511"/>
                      </a:lnTo>
                      <a:lnTo>
                        <a:pt x="0" y="511"/>
                      </a:lnTo>
                      <a:lnTo>
                        <a:pt x="0" y="510"/>
                      </a:lnTo>
                      <a:lnTo>
                        <a:pt x="2" y="510"/>
                      </a:lnTo>
                      <a:lnTo>
                        <a:pt x="2" y="508"/>
                      </a:lnTo>
                      <a:lnTo>
                        <a:pt x="3" y="508"/>
                      </a:lnTo>
                      <a:lnTo>
                        <a:pt x="3" y="506"/>
                      </a:lnTo>
                      <a:lnTo>
                        <a:pt x="3" y="504"/>
                      </a:lnTo>
                      <a:lnTo>
                        <a:pt x="5" y="504"/>
                      </a:lnTo>
                      <a:lnTo>
                        <a:pt x="7" y="504"/>
                      </a:lnTo>
                      <a:lnTo>
                        <a:pt x="9" y="504"/>
                      </a:lnTo>
                      <a:lnTo>
                        <a:pt x="11" y="504"/>
                      </a:lnTo>
                      <a:lnTo>
                        <a:pt x="11" y="502"/>
                      </a:lnTo>
                      <a:lnTo>
                        <a:pt x="13" y="500"/>
                      </a:lnTo>
                      <a:lnTo>
                        <a:pt x="11" y="500"/>
                      </a:lnTo>
                      <a:lnTo>
                        <a:pt x="13" y="500"/>
                      </a:lnTo>
                      <a:lnTo>
                        <a:pt x="13" y="499"/>
                      </a:lnTo>
                      <a:lnTo>
                        <a:pt x="14" y="499"/>
                      </a:lnTo>
                      <a:lnTo>
                        <a:pt x="14" y="497"/>
                      </a:lnTo>
                      <a:lnTo>
                        <a:pt x="13" y="497"/>
                      </a:lnTo>
                      <a:lnTo>
                        <a:pt x="13" y="495"/>
                      </a:lnTo>
                      <a:lnTo>
                        <a:pt x="13" y="493"/>
                      </a:lnTo>
                      <a:lnTo>
                        <a:pt x="11" y="493"/>
                      </a:lnTo>
                      <a:lnTo>
                        <a:pt x="9" y="493"/>
                      </a:lnTo>
                      <a:lnTo>
                        <a:pt x="9" y="491"/>
                      </a:lnTo>
                      <a:lnTo>
                        <a:pt x="11" y="491"/>
                      </a:lnTo>
                      <a:lnTo>
                        <a:pt x="11" y="489"/>
                      </a:lnTo>
                      <a:lnTo>
                        <a:pt x="13" y="489"/>
                      </a:lnTo>
                      <a:lnTo>
                        <a:pt x="13" y="488"/>
                      </a:lnTo>
                      <a:lnTo>
                        <a:pt x="13" y="486"/>
                      </a:lnTo>
                      <a:lnTo>
                        <a:pt x="14" y="486"/>
                      </a:lnTo>
                      <a:lnTo>
                        <a:pt x="14" y="484"/>
                      </a:lnTo>
                      <a:lnTo>
                        <a:pt x="14" y="482"/>
                      </a:lnTo>
                      <a:lnTo>
                        <a:pt x="16" y="482"/>
                      </a:lnTo>
                      <a:lnTo>
                        <a:pt x="16" y="480"/>
                      </a:lnTo>
                      <a:lnTo>
                        <a:pt x="18" y="480"/>
                      </a:lnTo>
                      <a:lnTo>
                        <a:pt x="18" y="482"/>
                      </a:lnTo>
                      <a:lnTo>
                        <a:pt x="20" y="482"/>
                      </a:lnTo>
                      <a:lnTo>
                        <a:pt x="20" y="480"/>
                      </a:lnTo>
                      <a:lnTo>
                        <a:pt x="22" y="480"/>
                      </a:lnTo>
                      <a:lnTo>
                        <a:pt x="24" y="480"/>
                      </a:lnTo>
                      <a:lnTo>
                        <a:pt x="25" y="480"/>
                      </a:lnTo>
                      <a:lnTo>
                        <a:pt x="27" y="480"/>
                      </a:lnTo>
                      <a:lnTo>
                        <a:pt x="29" y="480"/>
                      </a:lnTo>
                      <a:lnTo>
                        <a:pt x="31" y="480"/>
                      </a:lnTo>
                      <a:lnTo>
                        <a:pt x="31" y="478"/>
                      </a:lnTo>
                      <a:lnTo>
                        <a:pt x="33" y="478"/>
                      </a:lnTo>
                      <a:lnTo>
                        <a:pt x="33" y="477"/>
                      </a:lnTo>
                      <a:lnTo>
                        <a:pt x="35" y="477"/>
                      </a:lnTo>
                      <a:lnTo>
                        <a:pt x="36" y="475"/>
                      </a:lnTo>
                      <a:lnTo>
                        <a:pt x="38" y="475"/>
                      </a:lnTo>
                      <a:lnTo>
                        <a:pt x="40" y="475"/>
                      </a:lnTo>
                      <a:lnTo>
                        <a:pt x="40" y="473"/>
                      </a:lnTo>
                      <a:lnTo>
                        <a:pt x="40" y="471"/>
                      </a:lnTo>
                      <a:lnTo>
                        <a:pt x="42" y="471"/>
                      </a:lnTo>
                      <a:lnTo>
                        <a:pt x="44" y="471"/>
                      </a:lnTo>
                      <a:lnTo>
                        <a:pt x="45" y="471"/>
                      </a:lnTo>
                      <a:lnTo>
                        <a:pt x="45" y="473"/>
                      </a:lnTo>
                      <a:lnTo>
                        <a:pt x="47" y="473"/>
                      </a:lnTo>
                      <a:lnTo>
                        <a:pt x="49" y="471"/>
                      </a:lnTo>
                      <a:lnTo>
                        <a:pt x="47" y="471"/>
                      </a:lnTo>
                      <a:lnTo>
                        <a:pt x="45" y="471"/>
                      </a:lnTo>
                      <a:lnTo>
                        <a:pt x="45" y="469"/>
                      </a:lnTo>
                      <a:lnTo>
                        <a:pt x="44" y="469"/>
                      </a:lnTo>
                      <a:lnTo>
                        <a:pt x="44" y="468"/>
                      </a:lnTo>
                      <a:lnTo>
                        <a:pt x="45" y="468"/>
                      </a:lnTo>
                      <a:lnTo>
                        <a:pt x="45" y="466"/>
                      </a:lnTo>
                      <a:lnTo>
                        <a:pt x="47" y="466"/>
                      </a:lnTo>
                      <a:lnTo>
                        <a:pt x="49" y="468"/>
                      </a:lnTo>
                      <a:lnTo>
                        <a:pt x="51" y="468"/>
                      </a:lnTo>
                      <a:lnTo>
                        <a:pt x="53" y="468"/>
                      </a:lnTo>
                      <a:lnTo>
                        <a:pt x="53" y="469"/>
                      </a:lnTo>
                      <a:lnTo>
                        <a:pt x="53" y="468"/>
                      </a:lnTo>
                      <a:lnTo>
                        <a:pt x="55" y="469"/>
                      </a:lnTo>
                      <a:lnTo>
                        <a:pt x="55" y="468"/>
                      </a:lnTo>
                      <a:lnTo>
                        <a:pt x="56" y="468"/>
                      </a:lnTo>
                      <a:lnTo>
                        <a:pt x="58" y="468"/>
                      </a:lnTo>
                      <a:lnTo>
                        <a:pt x="58" y="469"/>
                      </a:lnTo>
                      <a:lnTo>
                        <a:pt x="58" y="468"/>
                      </a:lnTo>
                      <a:lnTo>
                        <a:pt x="60" y="469"/>
                      </a:lnTo>
                      <a:lnTo>
                        <a:pt x="60" y="468"/>
                      </a:lnTo>
                      <a:lnTo>
                        <a:pt x="62" y="468"/>
                      </a:lnTo>
                      <a:lnTo>
                        <a:pt x="62" y="466"/>
                      </a:lnTo>
                      <a:lnTo>
                        <a:pt x="64" y="466"/>
                      </a:lnTo>
                      <a:lnTo>
                        <a:pt x="66" y="466"/>
                      </a:lnTo>
                      <a:lnTo>
                        <a:pt x="66" y="464"/>
                      </a:lnTo>
                      <a:lnTo>
                        <a:pt x="67" y="464"/>
                      </a:lnTo>
                      <a:lnTo>
                        <a:pt x="67" y="462"/>
                      </a:lnTo>
                      <a:lnTo>
                        <a:pt x="69" y="462"/>
                      </a:lnTo>
                      <a:lnTo>
                        <a:pt x="71" y="462"/>
                      </a:lnTo>
                      <a:lnTo>
                        <a:pt x="71" y="460"/>
                      </a:lnTo>
                      <a:lnTo>
                        <a:pt x="73" y="460"/>
                      </a:lnTo>
                      <a:lnTo>
                        <a:pt x="73" y="462"/>
                      </a:lnTo>
                      <a:lnTo>
                        <a:pt x="75" y="462"/>
                      </a:lnTo>
                      <a:lnTo>
                        <a:pt x="73" y="464"/>
                      </a:lnTo>
                      <a:lnTo>
                        <a:pt x="75" y="464"/>
                      </a:lnTo>
                      <a:lnTo>
                        <a:pt x="73" y="464"/>
                      </a:lnTo>
                      <a:lnTo>
                        <a:pt x="73" y="466"/>
                      </a:lnTo>
                      <a:lnTo>
                        <a:pt x="75" y="466"/>
                      </a:lnTo>
                      <a:lnTo>
                        <a:pt x="75" y="468"/>
                      </a:lnTo>
                      <a:lnTo>
                        <a:pt x="76" y="466"/>
                      </a:lnTo>
                      <a:lnTo>
                        <a:pt x="76" y="468"/>
                      </a:lnTo>
                      <a:lnTo>
                        <a:pt x="76" y="469"/>
                      </a:lnTo>
                      <a:lnTo>
                        <a:pt x="75" y="471"/>
                      </a:lnTo>
                      <a:lnTo>
                        <a:pt x="76" y="471"/>
                      </a:lnTo>
                      <a:lnTo>
                        <a:pt x="76" y="473"/>
                      </a:lnTo>
                      <a:lnTo>
                        <a:pt x="76" y="475"/>
                      </a:lnTo>
                      <a:lnTo>
                        <a:pt x="78" y="473"/>
                      </a:lnTo>
                      <a:lnTo>
                        <a:pt x="80" y="473"/>
                      </a:lnTo>
                      <a:lnTo>
                        <a:pt x="82" y="473"/>
                      </a:lnTo>
                      <a:lnTo>
                        <a:pt x="84" y="473"/>
                      </a:lnTo>
                      <a:lnTo>
                        <a:pt x="84" y="475"/>
                      </a:lnTo>
                      <a:lnTo>
                        <a:pt x="84" y="473"/>
                      </a:lnTo>
                      <a:lnTo>
                        <a:pt x="86" y="473"/>
                      </a:lnTo>
                      <a:lnTo>
                        <a:pt x="84" y="473"/>
                      </a:lnTo>
                      <a:lnTo>
                        <a:pt x="86" y="473"/>
                      </a:lnTo>
                      <a:lnTo>
                        <a:pt x="86" y="471"/>
                      </a:lnTo>
                      <a:lnTo>
                        <a:pt x="87" y="471"/>
                      </a:lnTo>
                      <a:lnTo>
                        <a:pt x="89" y="471"/>
                      </a:lnTo>
                      <a:lnTo>
                        <a:pt x="91" y="471"/>
                      </a:lnTo>
                      <a:lnTo>
                        <a:pt x="93" y="471"/>
                      </a:lnTo>
                      <a:lnTo>
                        <a:pt x="95" y="471"/>
                      </a:lnTo>
                      <a:lnTo>
                        <a:pt x="95" y="469"/>
                      </a:lnTo>
                      <a:lnTo>
                        <a:pt x="97" y="469"/>
                      </a:lnTo>
                      <a:lnTo>
                        <a:pt x="98" y="469"/>
                      </a:lnTo>
                      <a:lnTo>
                        <a:pt x="98" y="471"/>
                      </a:lnTo>
                      <a:lnTo>
                        <a:pt x="98" y="473"/>
                      </a:lnTo>
                      <a:lnTo>
                        <a:pt x="100" y="473"/>
                      </a:lnTo>
                      <a:lnTo>
                        <a:pt x="100" y="471"/>
                      </a:lnTo>
                      <a:lnTo>
                        <a:pt x="102" y="471"/>
                      </a:lnTo>
                      <a:lnTo>
                        <a:pt x="104" y="471"/>
                      </a:lnTo>
                      <a:lnTo>
                        <a:pt x="104" y="469"/>
                      </a:lnTo>
                      <a:lnTo>
                        <a:pt x="106" y="469"/>
                      </a:lnTo>
                      <a:lnTo>
                        <a:pt x="106" y="468"/>
                      </a:lnTo>
                      <a:lnTo>
                        <a:pt x="106" y="466"/>
                      </a:lnTo>
                      <a:lnTo>
                        <a:pt x="108" y="466"/>
                      </a:lnTo>
                      <a:lnTo>
                        <a:pt x="108" y="464"/>
                      </a:lnTo>
                      <a:lnTo>
                        <a:pt x="109" y="464"/>
                      </a:lnTo>
                      <a:lnTo>
                        <a:pt x="109" y="462"/>
                      </a:lnTo>
                      <a:lnTo>
                        <a:pt x="111" y="462"/>
                      </a:lnTo>
                      <a:lnTo>
                        <a:pt x="111" y="460"/>
                      </a:lnTo>
                      <a:lnTo>
                        <a:pt x="111" y="458"/>
                      </a:lnTo>
                      <a:lnTo>
                        <a:pt x="109" y="458"/>
                      </a:lnTo>
                      <a:lnTo>
                        <a:pt x="109" y="457"/>
                      </a:lnTo>
                      <a:lnTo>
                        <a:pt x="111" y="457"/>
                      </a:lnTo>
                      <a:lnTo>
                        <a:pt x="113" y="457"/>
                      </a:lnTo>
                      <a:lnTo>
                        <a:pt x="113" y="455"/>
                      </a:lnTo>
                      <a:lnTo>
                        <a:pt x="115" y="455"/>
                      </a:lnTo>
                      <a:lnTo>
                        <a:pt x="115" y="453"/>
                      </a:lnTo>
                      <a:lnTo>
                        <a:pt x="113" y="453"/>
                      </a:lnTo>
                      <a:lnTo>
                        <a:pt x="115" y="451"/>
                      </a:lnTo>
                      <a:lnTo>
                        <a:pt x="115" y="449"/>
                      </a:lnTo>
                      <a:lnTo>
                        <a:pt x="117" y="449"/>
                      </a:lnTo>
                      <a:lnTo>
                        <a:pt x="118" y="449"/>
                      </a:lnTo>
                      <a:lnTo>
                        <a:pt x="117" y="449"/>
                      </a:lnTo>
                      <a:lnTo>
                        <a:pt x="118" y="449"/>
                      </a:lnTo>
                      <a:lnTo>
                        <a:pt x="118" y="447"/>
                      </a:lnTo>
                      <a:lnTo>
                        <a:pt x="120" y="447"/>
                      </a:lnTo>
                      <a:lnTo>
                        <a:pt x="122" y="447"/>
                      </a:lnTo>
                      <a:lnTo>
                        <a:pt x="122" y="446"/>
                      </a:lnTo>
                      <a:lnTo>
                        <a:pt x="124" y="446"/>
                      </a:lnTo>
                      <a:lnTo>
                        <a:pt x="124" y="447"/>
                      </a:lnTo>
                      <a:lnTo>
                        <a:pt x="124" y="446"/>
                      </a:lnTo>
                      <a:lnTo>
                        <a:pt x="126" y="446"/>
                      </a:lnTo>
                      <a:lnTo>
                        <a:pt x="126" y="447"/>
                      </a:lnTo>
                      <a:lnTo>
                        <a:pt x="128" y="447"/>
                      </a:lnTo>
                      <a:lnTo>
                        <a:pt x="126" y="447"/>
                      </a:lnTo>
                      <a:lnTo>
                        <a:pt x="128" y="447"/>
                      </a:lnTo>
                      <a:lnTo>
                        <a:pt x="129" y="447"/>
                      </a:lnTo>
                      <a:lnTo>
                        <a:pt x="131" y="447"/>
                      </a:lnTo>
                      <a:lnTo>
                        <a:pt x="133" y="447"/>
                      </a:lnTo>
                      <a:lnTo>
                        <a:pt x="133" y="449"/>
                      </a:lnTo>
                      <a:lnTo>
                        <a:pt x="135" y="447"/>
                      </a:lnTo>
                      <a:lnTo>
                        <a:pt x="137" y="447"/>
                      </a:lnTo>
                      <a:lnTo>
                        <a:pt x="139" y="447"/>
                      </a:lnTo>
                      <a:lnTo>
                        <a:pt x="140" y="447"/>
                      </a:lnTo>
                      <a:lnTo>
                        <a:pt x="140" y="449"/>
                      </a:lnTo>
                      <a:lnTo>
                        <a:pt x="142" y="449"/>
                      </a:lnTo>
                      <a:lnTo>
                        <a:pt x="144" y="449"/>
                      </a:lnTo>
                      <a:lnTo>
                        <a:pt x="144" y="447"/>
                      </a:lnTo>
                      <a:lnTo>
                        <a:pt x="146" y="449"/>
                      </a:lnTo>
                      <a:lnTo>
                        <a:pt x="146" y="447"/>
                      </a:lnTo>
                      <a:lnTo>
                        <a:pt x="146" y="449"/>
                      </a:lnTo>
                      <a:lnTo>
                        <a:pt x="148" y="449"/>
                      </a:lnTo>
                      <a:lnTo>
                        <a:pt x="148" y="447"/>
                      </a:lnTo>
                      <a:lnTo>
                        <a:pt x="149" y="447"/>
                      </a:lnTo>
                      <a:lnTo>
                        <a:pt x="151" y="447"/>
                      </a:lnTo>
                      <a:lnTo>
                        <a:pt x="153" y="447"/>
                      </a:lnTo>
                      <a:lnTo>
                        <a:pt x="153" y="446"/>
                      </a:lnTo>
                      <a:lnTo>
                        <a:pt x="155" y="446"/>
                      </a:lnTo>
                      <a:lnTo>
                        <a:pt x="157" y="446"/>
                      </a:lnTo>
                      <a:lnTo>
                        <a:pt x="159" y="446"/>
                      </a:lnTo>
                      <a:lnTo>
                        <a:pt x="160" y="446"/>
                      </a:lnTo>
                      <a:lnTo>
                        <a:pt x="160" y="447"/>
                      </a:lnTo>
                      <a:lnTo>
                        <a:pt x="162" y="447"/>
                      </a:lnTo>
                      <a:lnTo>
                        <a:pt x="162" y="446"/>
                      </a:lnTo>
                      <a:lnTo>
                        <a:pt x="164" y="446"/>
                      </a:lnTo>
                      <a:lnTo>
                        <a:pt x="166" y="446"/>
                      </a:lnTo>
                      <a:lnTo>
                        <a:pt x="168" y="446"/>
                      </a:lnTo>
                      <a:lnTo>
                        <a:pt x="168" y="444"/>
                      </a:lnTo>
                      <a:lnTo>
                        <a:pt x="168" y="442"/>
                      </a:lnTo>
                      <a:lnTo>
                        <a:pt x="168" y="440"/>
                      </a:lnTo>
                      <a:lnTo>
                        <a:pt x="170" y="440"/>
                      </a:lnTo>
                      <a:lnTo>
                        <a:pt x="171" y="440"/>
                      </a:lnTo>
                      <a:lnTo>
                        <a:pt x="171" y="438"/>
                      </a:lnTo>
                      <a:lnTo>
                        <a:pt x="171" y="440"/>
                      </a:lnTo>
                      <a:lnTo>
                        <a:pt x="173" y="438"/>
                      </a:lnTo>
                      <a:lnTo>
                        <a:pt x="173" y="436"/>
                      </a:lnTo>
                      <a:lnTo>
                        <a:pt x="173" y="435"/>
                      </a:lnTo>
                      <a:lnTo>
                        <a:pt x="175" y="433"/>
                      </a:lnTo>
                      <a:lnTo>
                        <a:pt x="175" y="435"/>
                      </a:lnTo>
                      <a:lnTo>
                        <a:pt x="175" y="433"/>
                      </a:lnTo>
                      <a:lnTo>
                        <a:pt x="177" y="433"/>
                      </a:lnTo>
                      <a:lnTo>
                        <a:pt x="179" y="433"/>
                      </a:lnTo>
                      <a:lnTo>
                        <a:pt x="179" y="431"/>
                      </a:lnTo>
                      <a:lnTo>
                        <a:pt x="181" y="431"/>
                      </a:lnTo>
                      <a:lnTo>
                        <a:pt x="182" y="431"/>
                      </a:lnTo>
                      <a:lnTo>
                        <a:pt x="184" y="431"/>
                      </a:lnTo>
                      <a:lnTo>
                        <a:pt x="184" y="429"/>
                      </a:lnTo>
                      <a:lnTo>
                        <a:pt x="186" y="429"/>
                      </a:lnTo>
                      <a:lnTo>
                        <a:pt x="188" y="429"/>
                      </a:lnTo>
                      <a:lnTo>
                        <a:pt x="188" y="427"/>
                      </a:lnTo>
                      <a:lnTo>
                        <a:pt x="190" y="427"/>
                      </a:lnTo>
                      <a:lnTo>
                        <a:pt x="191" y="427"/>
                      </a:lnTo>
                      <a:lnTo>
                        <a:pt x="191" y="425"/>
                      </a:lnTo>
                      <a:lnTo>
                        <a:pt x="193" y="425"/>
                      </a:lnTo>
                      <a:lnTo>
                        <a:pt x="195" y="425"/>
                      </a:lnTo>
                      <a:lnTo>
                        <a:pt x="195" y="424"/>
                      </a:lnTo>
                      <a:lnTo>
                        <a:pt x="197" y="424"/>
                      </a:lnTo>
                      <a:lnTo>
                        <a:pt x="199" y="424"/>
                      </a:lnTo>
                      <a:lnTo>
                        <a:pt x="199" y="422"/>
                      </a:lnTo>
                      <a:lnTo>
                        <a:pt x="201" y="422"/>
                      </a:lnTo>
                      <a:lnTo>
                        <a:pt x="202" y="422"/>
                      </a:lnTo>
                      <a:lnTo>
                        <a:pt x="204" y="422"/>
                      </a:lnTo>
                      <a:lnTo>
                        <a:pt x="204" y="420"/>
                      </a:lnTo>
                      <a:lnTo>
                        <a:pt x="206" y="420"/>
                      </a:lnTo>
                      <a:lnTo>
                        <a:pt x="208" y="420"/>
                      </a:lnTo>
                      <a:lnTo>
                        <a:pt x="208" y="418"/>
                      </a:lnTo>
                      <a:lnTo>
                        <a:pt x="210" y="418"/>
                      </a:lnTo>
                      <a:lnTo>
                        <a:pt x="212" y="418"/>
                      </a:lnTo>
                      <a:lnTo>
                        <a:pt x="212" y="420"/>
                      </a:lnTo>
                      <a:lnTo>
                        <a:pt x="213" y="420"/>
                      </a:lnTo>
                      <a:lnTo>
                        <a:pt x="215" y="420"/>
                      </a:lnTo>
                      <a:lnTo>
                        <a:pt x="217" y="420"/>
                      </a:lnTo>
                      <a:lnTo>
                        <a:pt x="219" y="420"/>
                      </a:lnTo>
                      <a:lnTo>
                        <a:pt x="221" y="420"/>
                      </a:lnTo>
                      <a:lnTo>
                        <a:pt x="221" y="418"/>
                      </a:lnTo>
                      <a:lnTo>
                        <a:pt x="223" y="418"/>
                      </a:lnTo>
                      <a:lnTo>
                        <a:pt x="223" y="416"/>
                      </a:lnTo>
                      <a:lnTo>
                        <a:pt x="223" y="415"/>
                      </a:lnTo>
                      <a:lnTo>
                        <a:pt x="224" y="415"/>
                      </a:lnTo>
                      <a:lnTo>
                        <a:pt x="224" y="413"/>
                      </a:lnTo>
                      <a:lnTo>
                        <a:pt x="226" y="413"/>
                      </a:lnTo>
                      <a:lnTo>
                        <a:pt x="228" y="411"/>
                      </a:lnTo>
                      <a:lnTo>
                        <a:pt x="230" y="411"/>
                      </a:lnTo>
                      <a:lnTo>
                        <a:pt x="232" y="411"/>
                      </a:lnTo>
                      <a:lnTo>
                        <a:pt x="233" y="411"/>
                      </a:lnTo>
                      <a:lnTo>
                        <a:pt x="235" y="411"/>
                      </a:lnTo>
                      <a:lnTo>
                        <a:pt x="237" y="411"/>
                      </a:lnTo>
                      <a:lnTo>
                        <a:pt x="239" y="411"/>
                      </a:lnTo>
                      <a:lnTo>
                        <a:pt x="241" y="411"/>
                      </a:lnTo>
                      <a:lnTo>
                        <a:pt x="239" y="409"/>
                      </a:lnTo>
                      <a:lnTo>
                        <a:pt x="241" y="409"/>
                      </a:lnTo>
                      <a:lnTo>
                        <a:pt x="241" y="407"/>
                      </a:lnTo>
                      <a:lnTo>
                        <a:pt x="239" y="407"/>
                      </a:lnTo>
                      <a:lnTo>
                        <a:pt x="239" y="405"/>
                      </a:lnTo>
                      <a:lnTo>
                        <a:pt x="241" y="405"/>
                      </a:lnTo>
                      <a:lnTo>
                        <a:pt x="241" y="404"/>
                      </a:lnTo>
                      <a:lnTo>
                        <a:pt x="239" y="404"/>
                      </a:lnTo>
                      <a:lnTo>
                        <a:pt x="239" y="402"/>
                      </a:lnTo>
                      <a:lnTo>
                        <a:pt x="241" y="402"/>
                      </a:lnTo>
                      <a:lnTo>
                        <a:pt x="239" y="402"/>
                      </a:lnTo>
                      <a:lnTo>
                        <a:pt x="239" y="400"/>
                      </a:lnTo>
                      <a:lnTo>
                        <a:pt x="239" y="398"/>
                      </a:lnTo>
                      <a:lnTo>
                        <a:pt x="237" y="398"/>
                      </a:lnTo>
                      <a:lnTo>
                        <a:pt x="237" y="396"/>
                      </a:lnTo>
                      <a:lnTo>
                        <a:pt x="239" y="396"/>
                      </a:lnTo>
                      <a:lnTo>
                        <a:pt x="239" y="394"/>
                      </a:lnTo>
                      <a:lnTo>
                        <a:pt x="241" y="394"/>
                      </a:lnTo>
                      <a:lnTo>
                        <a:pt x="239" y="394"/>
                      </a:lnTo>
                      <a:lnTo>
                        <a:pt x="237" y="393"/>
                      </a:lnTo>
                      <a:lnTo>
                        <a:pt x="237" y="391"/>
                      </a:lnTo>
                      <a:lnTo>
                        <a:pt x="235" y="391"/>
                      </a:lnTo>
                      <a:lnTo>
                        <a:pt x="237" y="391"/>
                      </a:lnTo>
                      <a:lnTo>
                        <a:pt x="237" y="389"/>
                      </a:lnTo>
                      <a:lnTo>
                        <a:pt x="239" y="387"/>
                      </a:lnTo>
                      <a:lnTo>
                        <a:pt x="239" y="385"/>
                      </a:lnTo>
                      <a:lnTo>
                        <a:pt x="239" y="383"/>
                      </a:lnTo>
                      <a:lnTo>
                        <a:pt x="241" y="383"/>
                      </a:lnTo>
                      <a:lnTo>
                        <a:pt x="243" y="383"/>
                      </a:lnTo>
                      <a:lnTo>
                        <a:pt x="244" y="383"/>
                      </a:lnTo>
                      <a:lnTo>
                        <a:pt x="246" y="383"/>
                      </a:lnTo>
                      <a:lnTo>
                        <a:pt x="244" y="383"/>
                      </a:lnTo>
                      <a:lnTo>
                        <a:pt x="246" y="383"/>
                      </a:lnTo>
                      <a:lnTo>
                        <a:pt x="246" y="382"/>
                      </a:lnTo>
                      <a:lnTo>
                        <a:pt x="248" y="382"/>
                      </a:lnTo>
                      <a:lnTo>
                        <a:pt x="250" y="382"/>
                      </a:lnTo>
                      <a:lnTo>
                        <a:pt x="252" y="382"/>
                      </a:lnTo>
                      <a:lnTo>
                        <a:pt x="250" y="382"/>
                      </a:lnTo>
                      <a:lnTo>
                        <a:pt x="252" y="382"/>
                      </a:lnTo>
                      <a:lnTo>
                        <a:pt x="252" y="380"/>
                      </a:lnTo>
                      <a:lnTo>
                        <a:pt x="252" y="382"/>
                      </a:lnTo>
                      <a:lnTo>
                        <a:pt x="252" y="380"/>
                      </a:lnTo>
                      <a:lnTo>
                        <a:pt x="250" y="380"/>
                      </a:lnTo>
                      <a:lnTo>
                        <a:pt x="248" y="380"/>
                      </a:lnTo>
                      <a:lnTo>
                        <a:pt x="248" y="378"/>
                      </a:lnTo>
                      <a:lnTo>
                        <a:pt x="246" y="378"/>
                      </a:lnTo>
                      <a:lnTo>
                        <a:pt x="244" y="378"/>
                      </a:lnTo>
                      <a:lnTo>
                        <a:pt x="244" y="376"/>
                      </a:lnTo>
                      <a:lnTo>
                        <a:pt x="244" y="374"/>
                      </a:lnTo>
                      <a:lnTo>
                        <a:pt x="246" y="374"/>
                      </a:lnTo>
                      <a:lnTo>
                        <a:pt x="248" y="374"/>
                      </a:lnTo>
                      <a:lnTo>
                        <a:pt x="250" y="374"/>
                      </a:lnTo>
                      <a:lnTo>
                        <a:pt x="250" y="372"/>
                      </a:lnTo>
                      <a:lnTo>
                        <a:pt x="252" y="372"/>
                      </a:lnTo>
                      <a:lnTo>
                        <a:pt x="254" y="372"/>
                      </a:lnTo>
                      <a:lnTo>
                        <a:pt x="255" y="372"/>
                      </a:lnTo>
                      <a:lnTo>
                        <a:pt x="257" y="372"/>
                      </a:lnTo>
                      <a:lnTo>
                        <a:pt x="259" y="371"/>
                      </a:lnTo>
                      <a:lnTo>
                        <a:pt x="259" y="369"/>
                      </a:lnTo>
                      <a:lnTo>
                        <a:pt x="257" y="367"/>
                      </a:lnTo>
                      <a:lnTo>
                        <a:pt x="259" y="365"/>
                      </a:lnTo>
                      <a:lnTo>
                        <a:pt x="257" y="365"/>
                      </a:lnTo>
                      <a:lnTo>
                        <a:pt x="255" y="365"/>
                      </a:lnTo>
                      <a:lnTo>
                        <a:pt x="255" y="363"/>
                      </a:lnTo>
                      <a:lnTo>
                        <a:pt x="257" y="363"/>
                      </a:lnTo>
                      <a:lnTo>
                        <a:pt x="257" y="362"/>
                      </a:lnTo>
                      <a:lnTo>
                        <a:pt x="257" y="360"/>
                      </a:lnTo>
                      <a:lnTo>
                        <a:pt x="255" y="358"/>
                      </a:lnTo>
                      <a:lnTo>
                        <a:pt x="254" y="354"/>
                      </a:lnTo>
                      <a:lnTo>
                        <a:pt x="250" y="349"/>
                      </a:lnTo>
                      <a:lnTo>
                        <a:pt x="250" y="347"/>
                      </a:lnTo>
                      <a:lnTo>
                        <a:pt x="248" y="347"/>
                      </a:lnTo>
                      <a:lnTo>
                        <a:pt x="250" y="347"/>
                      </a:lnTo>
                      <a:lnTo>
                        <a:pt x="248" y="347"/>
                      </a:lnTo>
                      <a:lnTo>
                        <a:pt x="248" y="345"/>
                      </a:lnTo>
                      <a:lnTo>
                        <a:pt x="248" y="343"/>
                      </a:lnTo>
                      <a:lnTo>
                        <a:pt x="248" y="341"/>
                      </a:lnTo>
                      <a:lnTo>
                        <a:pt x="246" y="341"/>
                      </a:lnTo>
                      <a:lnTo>
                        <a:pt x="246" y="340"/>
                      </a:lnTo>
                      <a:lnTo>
                        <a:pt x="246" y="338"/>
                      </a:lnTo>
                      <a:lnTo>
                        <a:pt x="244" y="338"/>
                      </a:lnTo>
                      <a:lnTo>
                        <a:pt x="244" y="336"/>
                      </a:lnTo>
                      <a:lnTo>
                        <a:pt x="244" y="334"/>
                      </a:lnTo>
                      <a:lnTo>
                        <a:pt x="244" y="332"/>
                      </a:lnTo>
                      <a:lnTo>
                        <a:pt x="244" y="330"/>
                      </a:lnTo>
                      <a:lnTo>
                        <a:pt x="244" y="329"/>
                      </a:lnTo>
                      <a:lnTo>
                        <a:pt x="244" y="327"/>
                      </a:lnTo>
                      <a:lnTo>
                        <a:pt x="244" y="325"/>
                      </a:lnTo>
                      <a:lnTo>
                        <a:pt x="243" y="325"/>
                      </a:lnTo>
                      <a:lnTo>
                        <a:pt x="243" y="323"/>
                      </a:lnTo>
                      <a:lnTo>
                        <a:pt x="244" y="321"/>
                      </a:lnTo>
                      <a:lnTo>
                        <a:pt x="244" y="319"/>
                      </a:lnTo>
                      <a:lnTo>
                        <a:pt x="244" y="318"/>
                      </a:lnTo>
                      <a:lnTo>
                        <a:pt x="243" y="318"/>
                      </a:lnTo>
                      <a:lnTo>
                        <a:pt x="244" y="318"/>
                      </a:lnTo>
                      <a:lnTo>
                        <a:pt x="244" y="316"/>
                      </a:lnTo>
                      <a:lnTo>
                        <a:pt x="248" y="316"/>
                      </a:lnTo>
                      <a:lnTo>
                        <a:pt x="250" y="316"/>
                      </a:lnTo>
                      <a:lnTo>
                        <a:pt x="248" y="314"/>
                      </a:lnTo>
                      <a:lnTo>
                        <a:pt x="246" y="314"/>
                      </a:lnTo>
                      <a:lnTo>
                        <a:pt x="244" y="314"/>
                      </a:lnTo>
                      <a:lnTo>
                        <a:pt x="243" y="312"/>
                      </a:lnTo>
                      <a:lnTo>
                        <a:pt x="241" y="312"/>
                      </a:lnTo>
                      <a:lnTo>
                        <a:pt x="241" y="310"/>
                      </a:lnTo>
                      <a:lnTo>
                        <a:pt x="239" y="310"/>
                      </a:lnTo>
                      <a:lnTo>
                        <a:pt x="239" y="312"/>
                      </a:lnTo>
                      <a:lnTo>
                        <a:pt x="237" y="312"/>
                      </a:lnTo>
                      <a:lnTo>
                        <a:pt x="237" y="310"/>
                      </a:lnTo>
                      <a:lnTo>
                        <a:pt x="235" y="310"/>
                      </a:lnTo>
                      <a:lnTo>
                        <a:pt x="235" y="312"/>
                      </a:lnTo>
                      <a:lnTo>
                        <a:pt x="233" y="312"/>
                      </a:lnTo>
                      <a:lnTo>
                        <a:pt x="232" y="312"/>
                      </a:lnTo>
                      <a:lnTo>
                        <a:pt x="230" y="312"/>
                      </a:lnTo>
                      <a:lnTo>
                        <a:pt x="230" y="310"/>
                      </a:lnTo>
                      <a:lnTo>
                        <a:pt x="228" y="310"/>
                      </a:lnTo>
                      <a:lnTo>
                        <a:pt x="230" y="310"/>
                      </a:lnTo>
                      <a:lnTo>
                        <a:pt x="228" y="310"/>
                      </a:lnTo>
                      <a:lnTo>
                        <a:pt x="228" y="309"/>
                      </a:lnTo>
                      <a:lnTo>
                        <a:pt x="226" y="309"/>
                      </a:lnTo>
                      <a:lnTo>
                        <a:pt x="228" y="309"/>
                      </a:lnTo>
                      <a:lnTo>
                        <a:pt x="228" y="307"/>
                      </a:lnTo>
                      <a:lnTo>
                        <a:pt x="230" y="307"/>
                      </a:lnTo>
                      <a:lnTo>
                        <a:pt x="232" y="307"/>
                      </a:lnTo>
                      <a:lnTo>
                        <a:pt x="232" y="305"/>
                      </a:lnTo>
                      <a:lnTo>
                        <a:pt x="233" y="305"/>
                      </a:lnTo>
                      <a:lnTo>
                        <a:pt x="233" y="303"/>
                      </a:lnTo>
                      <a:lnTo>
                        <a:pt x="235" y="303"/>
                      </a:lnTo>
                      <a:lnTo>
                        <a:pt x="237" y="303"/>
                      </a:lnTo>
                      <a:lnTo>
                        <a:pt x="237" y="305"/>
                      </a:lnTo>
                      <a:lnTo>
                        <a:pt x="239" y="305"/>
                      </a:lnTo>
                      <a:lnTo>
                        <a:pt x="239" y="303"/>
                      </a:lnTo>
                      <a:lnTo>
                        <a:pt x="241" y="303"/>
                      </a:lnTo>
                      <a:lnTo>
                        <a:pt x="243" y="303"/>
                      </a:lnTo>
                      <a:lnTo>
                        <a:pt x="244" y="303"/>
                      </a:lnTo>
                      <a:lnTo>
                        <a:pt x="246" y="303"/>
                      </a:lnTo>
                      <a:lnTo>
                        <a:pt x="246" y="301"/>
                      </a:lnTo>
                      <a:lnTo>
                        <a:pt x="248" y="301"/>
                      </a:lnTo>
                      <a:lnTo>
                        <a:pt x="250" y="301"/>
                      </a:lnTo>
                      <a:lnTo>
                        <a:pt x="252" y="301"/>
                      </a:lnTo>
                      <a:lnTo>
                        <a:pt x="254" y="301"/>
                      </a:lnTo>
                      <a:lnTo>
                        <a:pt x="255" y="301"/>
                      </a:lnTo>
                      <a:lnTo>
                        <a:pt x="255" y="299"/>
                      </a:lnTo>
                      <a:lnTo>
                        <a:pt x="257" y="299"/>
                      </a:lnTo>
                      <a:lnTo>
                        <a:pt x="259" y="299"/>
                      </a:lnTo>
                      <a:lnTo>
                        <a:pt x="261" y="301"/>
                      </a:lnTo>
                      <a:lnTo>
                        <a:pt x="263" y="301"/>
                      </a:lnTo>
                      <a:lnTo>
                        <a:pt x="263" y="299"/>
                      </a:lnTo>
                      <a:lnTo>
                        <a:pt x="264" y="299"/>
                      </a:lnTo>
                      <a:lnTo>
                        <a:pt x="266" y="299"/>
                      </a:lnTo>
                      <a:lnTo>
                        <a:pt x="268" y="299"/>
                      </a:lnTo>
                      <a:lnTo>
                        <a:pt x="268" y="298"/>
                      </a:lnTo>
                      <a:lnTo>
                        <a:pt x="270" y="298"/>
                      </a:lnTo>
                      <a:lnTo>
                        <a:pt x="272" y="298"/>
                      </a:lnTo>
                      <a:lnTo>
                        <a:pt x="274" y="298"/>
                      </a:lnTo>
                      <a:lnTo>
                        <a:pt x="274" y="296"/>
                      </a:lnTo>
                      <a:lnTo>
                        <a:pt x="275" y="298"/>
                      </a:lnTo>
                      <a:lnTo>
                        <a:pt x="277" y="296"/>
                      </a:lnTo>
                      <a:lnTo>
                        <a:pt x="279" y="296"/>
                      </a:lnTo>
                      <a:lnTo>
                        <a:pt x="281" y="296"/>
                      </a:lnTo>
                      <a:lnTo>
                        <a:pt x="283" y="296"/>
                      </a:lnTo>
                      <a:lnTo>
                        <a:pt x="285" y="296"/>
                      </a:lnTo>
                      <a:lnTo>
                        <a:pt x="285" y="294"/>
                      </a:lnTo>
                      <a:lnTo>
                        <a:pt x="286" y="294"/>
                      </a:lnTo>
                      <a:lnTo>
                        <a:pt x="288" y="294"/>
                      </a:lnTo>
                      <a:lnTo>
                        <a:pt x="288" y="292"/>
                      </a:lnTo>
                      <a:lnTo>
                        <a:pt x="290" y="292"/>
                      </a:lnTo>
                      <a:lnTo>
                        <a:pt x="292" y="292"/>
                      </a:lnTo>
                      <a:lnTo>
                        <a:pt x="294" y="294"/>
                      </a:lnTo>
                      <a:lnTo>
                        <a:pt x="296" y="296"/>
                      </a:lnTo>
                      <a:lnTo>
                        <a:pt x="296" y="298"/>
                      </a:lnTo>
                      <a:lnTo>
                        <a:pt x="297" y="298"/>
                      </a:lnTo>
                      <a:lnTo>
                        <a:pt x="299" y="298"/>
                      </a:lnTo>
                      <a:lnTo>
                        <a:pt x="299" y="299"/>
                      </a:lnTo>
                      <a:lnTo>
                        <a:pt x="301" y="299"/>
                      </a:lnTo>
                      <a:lnTo>
                        <a:pt x="303" y="299"/>
                      </a:lnTo>
                      <a:lnTo>
                        <a:pt x="305" y="299"/>
                      </a:lnTo>
                      <a:lnTo>
                        <a:pt x="305" y="298"/>
                      </a:lnTo>
                      <a:lnTo>
                        <a:pt x="305" y="299"/>
                      </a:lnTo>
                      <a:lnTo>
                        <a:pt x="305" y="298"/>
                      </a:lnTo>
                      <a:lnTo>
                        <a:pt x="306" y="298"/>
                      </a:lnTo>
                      <a:lnTo>
                        <a:pt x="308" y="298"/>
                      </a:lnTo>
                      <a:lnTo>
                        <a:pt x="310" y="298"/>
                      </a:lnTo>
                      <a:lnTo>
                        <a:pt x="312" y="298"/>
                      </a:lnTo>
                      <a:lnTo>
                        <a:pt x="314" y="298"/>
                      </a:lnTo>
                      <a:lnTo>
                        <a:pt x="314" y="299"/>
                      </a:lnTo>
                      <a:lnTo>
                        <a:pt x="317" y="299"/>
                      </a:lnTo>
                      <a:lnTo>
                        <a:pt x="319" y="301"/>
                      </a:lnTo>
                      <a:lnTo>
                        <a:pt x="323" y="298"/>
                      </a:lnTo>
                      <a:lnTo>
                        <a:pt x="325" y="292"/>
                      </a:lnTo>
                      <a:lnTo>
                        <a:pt x="323" y="290"/>
                      </a:lnTo>
                      <a:lnTo>
                        <a:pt x="321" y="288"/>
                      </a:lnTo>
                      <a:lnTo>
                        <a:pt x="317" y="288"/>
                      </a:lnTo>
                      <a:lnTo>
                        <a:pt x="312" y="287"/>
                      </a:lnTo>
                      <a:lnTo>
                        <a:pt x="312" y="285"/>
                      </a:lnTo>
                      <a:lnTo>
                        <a:pt x="316" y="276"/>
                      </a:lnTo>
                      <a:lnTo>
                        <a:pt x="319" y="274"/>
                      </a:lnTo>
                      <a:lnTo>
                        <a:pt x="319" y="270"/>
                      </a:lnTo>
                      <a:lnTo>
                        <a:pt x="319" y="266"/>
                      </a:lnTo>
                      <a:lnTo>
                        <a:pt x="319" y="265"/>
                      </a:lnTo>
                      <a:lnTo>
                        <a:pt x="323" y="261"/>
                      </a:lnTo>
                      <a:lnTo>
                        <a:pt x="325" y="257"/>
                      </a:lnTo>
                      <a:lnTo>
                        <a:pt x="327" y="256"/>
                      </a:lnTo>
                      <a:lnTo>
                        <a:pt x="328" y="252"/>
                      </a:lnTo>
                      <a:lnTo>
                        <a:pt x="330" y="248"/>
                      </a:lnTo>
                      <a:lnTo>
                        <a:pt x="330" y="246"/>
                      </a:lnTo>
                      <a:lnTo>
                        <a:pt x="330" y="245"/>
                      </a:lnTo>
                      <a:lnTo>
                        <a:pt x="332" y="241"/>
                      </a:lnTo>
                      <a:lnTo>
                        <a:pt x="334" y="241"/>
                      </a:lnTo>
                      <a:lnTo>
                        <a:pt x="334" y="239"/>
                      </a:lnTo>
                      <a:lnTo>
                        <a:pt x="334" y="237"/>
                      </a:lnTo>
                      <a:lnTo>
                        <a:pt x="336" y="235"/>
                      </a:lnTo>
                      <a:lnTo>
                        <a:pt x="336" y="234"/>
                      </a:lnTo>
                      <a:lnTo>
                        <a:pt x="336" y="232"/>
                      </a:lnTo>
                      <a:lnTo>
                        <a:pt x="337" y="232"/>
                      </a:lnTo>
                      <a:lnTo>
                        <a:pt x="337" y="230"/>
                      </a:lnTo>
                      <a:lnTo>
                        <a:pt x="337" y="228"/>
                      </a:lnTo>
                      <a:lnTo>
                        <a:pt x="339" y="228"/>
                      </a:lnTo>
                      <a:lnTo>
                        <a:pt x="339" y="226"/>
                      </a:lnTo>
                      <a:lnTo>
                        <a:pt x="341" y="226"/>
                      </a:lnTo>
                      <a:lnTo>
                        <a:pt x="343" y="224"/>
                      </a:lnTo>
                      <a:lnTo>
                        <a:pt x="343" y="226"/>
                      </a:lnTo>
                      <a:lnTo>
                        <a:pt x="345" y="226"/>
                      </a:lnTo>
                      <a:lnTo>
                        <a:pt x="345" y="228"/>
                      </a:lnTo>
                      <a:lnTo>
                        <a:pt x="347" y="228"/>
                      </a:lnTo>
                      <a:lnTo>
                        <a:pt x="348" y="228"/>
                      </a:lnTo>
                      <a:lnTo>
                        <a:pt x="350" y="228"/>
                      </a:lnTo>
                      <a:lnTo>
                        <a:pt x="352" y="228"/>
                      </a:lnTo>
                      <a:lnTo>
                        <a:pt x="352" y="230"/>
                      </a:lnTo>
                      <a:lnTo>
                        <a:pt x="354" y="230"/>
                      </a:lnTo>
                      <a:lnTo>
                        <a:pt x="354" y="228"/>
                      </a:lnTo>
                      <a:lnTo>
                        <a:pt x="354" y="230"/>
                      </a:lnTo>
                      <a:lnTo>
                        <a:pt x="356" y="230"/>
                      </a:lnTo>
                      <a:lnTo>
                        <a:pt x="358" y="230"/>
                      </a:lnTo>
                      <a:lnTo>
                        <a:pt x="358" y="232"/>
                      </a:lnTo>
                      <a:lnTo>
                        <a:pt x="359" y="232"/>
                      </a:lnTo>
                      <a:lnTo>
                        <a:pt x="361" y="232"/>
                      </a:lnTo>
                      <a:lnTo>
                        <a:pt x="363" y="232"/>
                      </a:lnTo>
                      <a:lnTo>
                        <a:pt x="363" y="234"/>
                      </a:lnTo>
                      <a:lnTo>
                        <a:pt x="365" y="232"/>
                      </a:lnTo>
                      <a:lnTo>
                        <a:pt x="365" y="234"/>
                      </a:lnTo>
                      <a:lnTo>
                        <a:pt x="367" y="234"/>
                      </a:lnTo>
                      <a:lnTo>
                        <a:pt x="369" y="234"/>
                      </a:lnTo>
                      <a:lnTo>
                        <a:pt x="370" y="234"/>
                      </a:lnTo>
                      <a:lnTo>
                        <a:pt x="370" y="235"/>
                      </a:lnTo>
                      <a:lnTo>
                        <a:pt x="370" y="234"/>
                      </a:lnTo>
                      <a:lnTo>
                        <a:pt x="372" y="234"/>
                      </a:lnTo>
                      <a:lnTo>
                        <a:pt x="374" y="234"/>
                      </a:lnTo>
                      <a:lnTo>
                        <a:pt x="376" y="235"/>
                      </a:lnTo>
                      <a:lnTo>
                        <a:pt x="378" y="235"/>
                      </a:lnTo>
                      <a:lnTo>
                        <a:pt x="379" y="235"/>
                      </a:lnTo>
                      <a:lnTo>
                        <a:pt x="379" y="234"/>
                      </a:lnTo>
                      <a:lnTo>
                        <a:pt x="381" y="234"/>
                      </a:lnTo>
                      <a:lnTo>
                        <a:pt x="383" y="234"/>
                      </a:lnTo>
                      <a:lnTo>
                        <a:pt x="385" y="234"/>
                      </a:lnTo>
                      <a:lnTo>
                        <a:pt x="387" y="234"/>
                      </a:lnTo>
                      <a:lnTo>
                        <a:pt x="389" y="234"/>
                      </a:lnTo>
                      <a:lnTo>
                        <a:pt x="390" y="234"/>
                      </a:lnTo>
                      <a:lnTo>
                        <a:pt x="392" y="235"/>
                      </a:lnTo>
                      <a:lnTo>
                        <a:pt x="392" y="234"/>
                      </a:lnTo>
                      <a:lnTo>
                        <a:pt x="394" y="234"/>
                      </a:lnTo>
                      <a:lnTo>
                        <a:pt x="396" y="234"/>
                      </a:lnTo>
                      <a:lnTo>
                        <a:pt x="398" y="234"/>
                      </a:lnTo>
                      <a:lnTo>
                        <a:pt x="400" y="235"/>
                      </a:lnTo>
                      <a:lnTo>
                        <a:pt x="400" y="237"/>
                      </a:lnTo>
                      <a:lnTo>
                        <a:pt x="400" y="239"/>
                      </a:lnTo>
                      <a:lnTo>
                        <a:pt x="398" y="239"/>
                      </a:lnTo>
                      <a:lnTo>
                        <a:pt x="400" y="239"/>
                      </a:lnTo>
                      <a:lnTo>
                        <a:pt x="401" y="239"/>
                      </a:lnTo>
                      <a:lnTo>
                        <a:pt x="403" y="239"/>
                      </a:lnTo>
                      <a:lnTo>
                        <a:pt x="405" y="239"/>
                      </a:lnTo>
                      <a:lnTo>
                        <a:pt x="407" y="239"/>
                      </a:lnTo>
                      <a:lnTo>
                        <a:pt x="409" y="239"/>
                      </a:lnTo>
                      <a:lnTo>
                        <a:pt x="409" y="237"/>
                      </a:lnTo>
                      <a:lnTo>
                        <a:pt x="409" y="235"/>
                      </a:lnTo>
                      <a:lnTo>
                        <a:pt x="409" y="237"/>
                      </a:lnTo>
                      <a:lnTo>
                        <a:pt x="410" y="237"/>
                      </a:lnTo>
                      <a:lnTo>
                        <a:pt x="410" y="235"/>
                      </a:lnTo>
                      <a:lnTo>
                        <a:pt x="412" y="235"/>
                      </a:lnTo>
                      <a:lnTo>
                        <a:pt x="414" y="235"/>
                      </a:lnTo>
                      <a:lnTo>
                        <a:pt x="414" y="234"/>
                      </a:lnTo>
                      <a:lnTo>
                        <a:pt x="416" y="234"/>
                      </a:lnTo>
                      <a:lnTo>
                        <a:pt x="416" y="232"/>
                      </a:lnTo>
                      <a:lnTo>
                        <a:pt x="418" y="232"/>
                      </a:lnTo>
                      <a:lnTo>
                        <a:pt x="420" y="232"/>
                      </a:lnTo>
                      <a:lnTo>
                        <a:pt x="421" y="232"/>
                      </a:lnTo>
                      <a:lnTo>
                        <a:pt x="423" y="232"/>
                      </a:lnTo>
                      <a:lnTo>
                        <a:pt x="425" y="232"/>
                      </a:lnTo>
                      <a:lnTo>
                        <a:pt x="427" y="232"/>
                      </a:lnTo>
                      <a:lnTo>
                        <a:pt x="429" y="232"/>
                      </a:lnTo>
                      <a:lnTo>
                        <a:pt x="429" y="230"/>
                      </a:lnTo>
                      <a:lnTo>
                        <a:pt x="431" y="230"/>
                      </a:lnTo>
                      <a:lnTo>
                        <a:pt x="429" y="230"/>
                      </a:lnTo>
                      <a:lnTo>
                        <a:pt x="431" y="230"/>
                      </a:lnTo>
                      <a:lnTo>
                        <a:pt x="431" y="228"/>
                      </a:lnTo>
                      <a:lnTo>
                        <a:pt x="432" y="228"/>
                      </a:lnTo>
                      <a:lnTo>
                        <a:pt x="432" y="226"/>
                      </a:lnTo>
                      <a:lnTo>
                        <a:pt x="434" y="226"/>
                      </a:lnTo>
                      <a:lnTo>
                        <a:pt x="434" y="224"/>
                      </a:lnTo>
                      <a:lnTo>
                        <a:pt x="434" y="223"/>
                      </a:lnTo>
                      <a:lnTo>
                        <a:pt x="432" y="223"/>
                      </a:lnTo>
                      <a:lnTo>
                        <a:pt x="434" y="223"/>
                      </a:lnTo>
                      <a:lnTo>
                        <a:pt x="434" y="221"/>
                      </a:lnTo>
                      <a:lnTo>
                        <a:pt x="434" y="219"/>
                      </a:lnTo>
                      <a:lnTo>
                        <a:pt x="434" y="217"/>
                      </a:lnTo>
                      <a:lnTo>
                        <a:pt x="432" y="217"/>
                      </a:lnTo>
                      <a:lnTo>
                        <a:pt x="431" y="217"/>
                      </a:lnTo>
                      <a:lnTo>
                        <a:pt x="431" y="215"/>
                      </a:lnTo>
                      <a:lnTo>
                        <a:pt x="432" y="213"/>
                      </a:lnTo>
                      <a:lnTo>
                        <a:pt x="432" y="212"/>
                      </a:lnTo>
                      <a:lnTo>
                        <a:pt x="429" y="201"/>
                      </a:lnTo>
                      <a:lnTo>
                        <a:pt x="429" y="199"/>
                      </a:lnTo>
                      <a:lnTo>
                        <a:pt x="429" y="197"/>
                      </a:lnTo>
                      <a:lnTo>
                        <a:pt x="429" y="195"/>
                      </a:lnTo>
                      <a:lnTo>
                        <a:pt x="431" y="195"/>
                      </a:lnTo>
                      <a:lnTo>
                        <a:pt x="431" y="193"/>
                      </a:lnTo>
                      <a:lnTo>
                        <a:pt x="431" y="192"/>
                      </a:lnTo>
                      <a:lnTo>
                        <a:pt x="431" y="190"/>
                      </a:lnTo>
                      <a:lnTo>
                        <a:pt x="432" y="190"/>
                      </a:lnTo>
                      <a:lnTo>
                        <a:pt x="432" y="188"/>
                      </a:lnTo>
                      <a:lnTo>
                        <a:pt x="434" y="188"/>
                      </a:lnTo>
                      <a:lnTo>
                        <a:pt x="434" y="186"/>
                      </a:lnTo>
                      <a:lnTo>
                        <a:pt x="434" y="184"/>
                      </a:lnTo>
                      <a:lnTo>
                        <a:pt x="436" y="184"/>
                      </a:lnTo>
                      <a:lnTo>
                        <a:pt x="436" y="182"/>
                      </a:lnTo>
                      <a:lnTo>
                        <a:pt x="438" y="182"/>
                      </a:lnTo>
                      <a:lnTo>
                        <a:pt x="440" y="182"/>
                      </a:lnTo>
                      <a:lnTo>
                        <a:pt x="442" y="182"/>
                      </a:lnTo>
                      <a:lnTo>
                        <a:pt x="447" y="182"/>
                      </a:lnTo>
                      <a:lnTo>
                        <a:pt x="451" y="182"/>
                      </a:lnTo>
                      <a:lnTo>
                        <a:pt x="452" y="182"/>
                      </a:lnTo>
                      <a:lnTo>
                        <a:pt x="454" y="182"/>
                      </a:lnTo>
                      <a:lnTo>
                        <a:pt x="454" y="181"/>
                      </a:lnTo>
                      <a:lnTo>
                        <a:pt x="456" y="181"/>
                      </a:lnTo>
                      <a:lnTo>
                        <a:pt x="458" y="181"/>
                      </a:lnTo>
                      <a:lnTo>
                        <a:pt x="460" y="181"/>
                      </a:lnTo>
                      <a:lnTo>
                        <a:pt x="465" y="179"/>
                      </a:lnTo>
                      <a:lnTo>
                        <a:pt x="467" y="179"/>
                      </a:lnTo>
                      <a:lnTo>
                        <a:pt x="465" y="177"/>
                      </a:lnTo>
                      <a:lnTo>
                        <a:pt x="467" y="177"/>
                      </a:lnTo>
                      <a:lnTo>
                        <a:pt x="465" y="177"/>
                      </a:lnTo>
                      <a:lnTo>
                        <a:pt x="467" y="177"/>
                      </a:lnTo>
                      <a:lnTo>
                        <a:pt x="467" y="175"/>
                      </a:lnTo>
                      <a:lnTo>
                        <a:pt x="469" y="175"/>
                      </a:lnTo>
                      <a:lnTo>
                        <a:pt x="471" y="175"/>
                      </a:lnTo>
                      <a:lnTo>
                        <a:pt x="471" y="173"/>
                      </a:lnTo>
                      <a:lnTo>
                        <a:pt x="473" y="173"/>
                      </a:lnTo>
                      <a:lnTo>
                        <a:pt x="473" y="171"/>
                      </a:lnTo>
                      <a:lnTo>
                        <a:pt x="473" y="170"/>
                      </a:lnTo>
                      <a:lnTo>
                        <a:pt x="473" y="168"/>
                      </a:lnTo>
                      <a:lnTo>
                        <a:pt x="474" y="168"/>
                      </a:lnTo>
                      <a:lnTo>
                        <a:pt x="474" y="166"/>
                      </a:lnTo>
                      <a:lnTo>
                        <a:pt x="473" y="166"/>
                      </a:lnTo>
                      <a:lnTo>
                        <a:pt x="471" y="166"/>
                      </a:lnTo>
                      <a:lnTo>
                        <a:pt x="471" y="164"/>
                      </a:lnTo>
                      <a:lnTo>
                        <a:pt x="471" y="162"/>
                      </a:lnTo>
                      <a:lnTo>
                        <a:pt x="473" y="162"/>
                      </a:lnTo>
                      <a:lnTo>
                        <a:pt x="473" y="160"/>
                      </a:lnTo>
                      <a:lnTo>
                        <a:pt x="474" y="160"/>
                      </a:lnTo>
                      <a:lnTo>
                        <a:pt x="474" y="159"/>
                      </a:lnTo>
                      <a:lnTo>
                        <a:pt x="476" y="159"/>
                      </a:lnTo>
                      <a:lnTo>
                        <a:pt x="476" y="157"/>
                      </a:lnTo>
                      <a:lnTo>
                        <a:pt x="476" y="159"/>
                      </a:lnTo>
                      <a:lnTo>
                        <a:pt x="478" y="159"/>
                      </a:lnTo>
                      <a:lnTo>
                        <a:pt x="480" y="159"/>
                      </a:lnTo>
                      <a:lnTo>
                        <a:pt x="482" y="159"/>
                      </a:lnTo>
                      <a:lnTo>
                        <a:pt x="483" y="159"/>
                      </a:lnTo>
                      <a:lnTo>
                        <a:pt x="483" y="157"/>
                      </a:lnTo>
                      <a:lnTo>
                        <a:pt x="485" y="157"/>
                      </a:lnTo>
                      <a:lnTo>
                        <a:pt x="487" y="157"/>
                      </a:lnTo>
                      <a:lnTo>
                        <a:pt x="489" y="157"/>
                      </a:lnTo>
                      <a:lnTo>
                        <a:pt x="489" y="159"/>
                      </a:lnTo>
                      <a:lnTo>
                        <a:pt x="491" y="159"/>
                      </a:lnTo>
                      <a:lnTo>
                        <a:pt x="493" y="159"/>
                      </a:lnTo>
                      <a:lnTo>
                        <a:pt x="494" y="159"/>
                      </a:lnTo>
                      <a:lnTo>
                        <a:pt x="496" y="159"/>
                      </a:lnTo>
                      <a:lnTo>
                        <a:pt x="496" y="160"/>
                      </a:lnTo>
                      <a:lnTo>
                        <a:pt x="496" y="159"/>
                      </a:lnTo>
                      <a:lnTo>
                        <a:pt x="498" y="159"/>
                      </a:lnTo>
                      <a:lnTo>
                        <a:pt x="498" y="157"/>
                      </a:lnTo>
                      <a:lnTo>
                        <a:pt x="500" y="157"/>
                      </a:lnTo>
                      <a:lnTo>
                        <a:pt x="502" y="157"/>
                      </a:lnTo>
                      <a:lnTo>
                        <a:pt x="504" y="157"/>
                      </a:lnTo>
                      <a:lnTo>
                        <a:pt x="505" y="157"/>
                      </a:lnTo>
                      <a:lnTo>
                        <a:pt x="505" y="155"/>
                      </a:lnTo>
                      <a:lnTo>
                        <a:pt x="507" y="155"/>
                      </a:lnTo>
                      <a:lnTo>
                        <a:pt x="507" y="157"/>
                      </a:lnTo>
                      <a:lnTo>
                        <a:pt x="509" y="155"/>
                      </a:lnTo>
                      <a:lnTo>
                        <a:pt x="509" y="157"/>
                      </a:lnTo>
                      <a:lnTo>
                        <a:pt x="511" y="157"/>
                      </a:lnTo>
                      <a:lnTo>
                        <a:pt x="511" y="159"/>
                      </a:lnTo>
                      <a:lnTo>
                        <a:pt x="511" y="160"/>
                      </a:lnTo>
                      <a:lnTo>
                        <a:pt x="513" y="160"/>
                      </a:lnTo>
                      <a:lnTo>
                        <a:pt x="513" y="162"/>
                      </a:lnTo>
                      <a:lnTo>
                        <a:pt x="511" y="162"/>
                      </a:lnTo>
                      <a:lnTo>
                        <a:pt x="513" y="162"/>
                      </a:lnTo>
                      <a:lnTo>
                        <a:pt x="511" y="162"/>
                      </a:lnTo>
                      <a:lnTo>
                        <a:pt x="511" y="164"/>
                      </a:lnTo>
                      <a:lnTo>
                        <a:pt x="509" y="164"/>
                      </a:lnTo>
                      <a:lnTo>
                        <a:pt x="507" y="164"/>
                      </a:lnTo>
                      <a:lnTo>
                        <a:pt x="507" y="166"/>
                      </a:lnTo>
                      <a:lnTo>
                        <a:pt x="507" y="168"/>
                      </a:lnTo>
                      <a:lnTo>
                        <a:pt x="509" y="166"/>
                      </a:lnTo>
                      <a:lnTo>
                        <a:pt x="509" y="168"/>
                      </a:lnTo>
                      <a:lnTo>
                        <a:pt x="511" y="168"/>
                      </a:lnTo>
                      <a:lnTo>
                        <a:pt x="509" y="168"/>
                      </a:lnTo>
                      <a:lnTo>
                        <a:pt x="509" y="170"/>
                      </a:lnTo>
                      <a:lnTo>
                        <a:pt x="511" y="170"/>
                      </a:lnTo>
                      <a:lnTo>
                        <a:pt x="513" y="170"/>
                      </a:lnTo>
                      <a:lnTo>
                        <a:pt x="515" y="171"/>
                      </a:lnTo>
                      <a:lnTo>
                        <a:pt x="515" y="170"/>
                      </a:lnTo>
                      <a:lnTo>
                        <a:pt x="516" y="171"/>
                      </a:lnTo>
                      <a:lnTo>
                        <a:pt x="518" y="171"/>
                      </a:lnTo>
                      <a:lnTo>
                        <a:pt x="518" y="173"/>
                      </a:lnTo>
                      <a:lnTo>
                        <a:pt x="518" y="171"/>
                      </a:lnTo>
                      <a:lnTo>
                        <a:pt x="520" y="171"/>
                      </a:lnTo>
                      <a:lnTo>
                        <a:pt x="520" y="173"/>
                      </a:lnTo>
                      <a:lnTo>
                        <a:pt x="518" y="173"/>
                      </a:lnTo>
                      <a:lnTo>
                        <a:pt x="518" y="175"/>
                      </a:lnTo>
                      <a:lnTo>
                        <a:pt x="516" y="175"/>
                      </a:lnTo>
                      <a:lnTo>
                        <a:pt x="518" y="175"/>
                      </a:lnTo>
                      <a:lnTo>
                        <a:pt x="516" y="175"/>
                      </a:lnTo>
                      <a:lnTo>
                        <a:pt x="515" y="177"/>
                      </a:lnTo>
                      <a:lnTo>
                        <a:pt x="516" y="177"/>
                      </a:lnTo>
                      <a:lnTo>
                        <a:pt x="516" y="179"/>
                      </a:lnTo>
                      <a:lnTo>
                        <a:pt x="518" y="179"/>
                      </a:lnTo>
                      <a:lnTo>
                        <a:pt x="520" y="179"/>
                      </a:lnTo>
                      <a:lnTo>
                        <a:pt x="522" y="179"/>
                      </a:lnTo>
                      <a:lnTo>
                        <a:pt x="522" y="181"/>
                      </a:lnTo>
                      <a:lnTo>
                        <a:pt x="524" y="181"/>
                      </a:lnTo>
                      <a:lnTo>
                        <a:pt x="525" y="181"/>
                      </a:lnTo>
                      <a:lnTo>
                        <a:pt x="527" y="181"/>
                      </a:lnTo>
                      <a:lnTo>
                        <a:pt x="529" y="181"/>
                      </a:lnTo>
                      <a:lnTo>
                        <a:pt x="529" y="182"/>
                      </a:lnTo>
                      <a:lnTo>
                        <a:pt x="531" y="182"/>
                      </a:lnTo>
                      <a:lnTo>
                        <a:pt x="531" y="184"/>
                      </a:lnTo>
                      <a:lnTo>
                        <a:pt x="533" y="184"/>
                      </a:lnTo>
                      <a:lnTo>
                        <a:pt x="535" y="184"/>
                      </a:lnTo>
                      <a:lnTo>
                        <a:pt x="536" y="184"/>
                      </a:lnTo>
                      <a:lnTo>
                        <a:pt x="536" y="186"/>
                      </a:lnTo>
                      <a:lnTo>
                        <a:pt x="538" y="186"/>
                      </a:lnTo>
                      <a:lnTo>
                        <a:pt x="536" y="188"/>
                      </a:lnTo>
                      <a:lnTo>
                        <a:pt x="538" y="188"/>
                      </a:lnTo>
                      <a:lnTo>
                        <a:pt x="538" y="190"/>
                      </a:lnTo>
                      <a:lnTo>
                        <a:pt x="538" y="192"/>
                      </a:lnTo>
                      <a:lnTo>
                        <a:pt x="540" y="192"/>
                      </a:lnTo>
                      <a:lnTo>
                        <a:pt x="542" y="192"/>
                      </a:lnTo>
                      <a:lnTo>
                        <a:pt x="544" y="193"/>
                      </a:lnTo>
                      <a:lnTo>
                        <a:pt x="546" y="193"/>
                      </a:lnTo>
                      <a:lnTo>
                        <a:pt x="546" y="195"/>
                      </a:lnTo>
                      <a:lnTo>
                        <a:pt x="546" y="193"/>
                      </a:lnTo>
                      <a:lnTo>
                        <a:pt x="547" y="193"/>
                      </a:lnTo>
                      <a:lnTo>
                        <a:pt x="549" y="193"/>
                      </a:lnTo>
                      <a:lnTo>
                        <a:pt x="549" y="195"/>
                      </a:lnTo>
                      <a:lnTo>
                        <a:pt x="551" y="195"/>
                      </a:lnTo>
                      <a:lnTo>
                        <a:pt x="553" y="195"/>
                      </a:lnTo>
                      <a:lnTo>
                        <a:pt x="553" y="197"/>
                      </a:lnTo>
                      <a:lnTo>
                        <a:pt x="555" y="197"/>
                      </a:lnTo>
                      <a:lnTo>
                        <a:pt x="555" y="199"/>
                      </a:lnTo>
                      <a:lnTo>
                        <a:pt x="557" y="199"/>
                      </a:lnTo>
                      <a:lnTo>
                        <a:pt x="558" y="199"/>
                      </a:lnTo>
                      <a:lnTo>
                        <a:pt x="560" y="199"/>
                      </a:lnTo>
                      <a:lnTo>
                        <a:pt x="562" y="199"/>
                      </a:lnTo>
                      <a:lnTo>
                        <a:pt x="562" y="197"/>
                      </a:lnTo>
                      <a:lnTo>
                        <a:pt x="564" y="197"/>
                      </a:lnTo>
                      <a:lnTo>
                        <a:pt x="566" y="197"/>
                      </a:lnTo>
                      <a:lnTo>
                        <a:pt x="567" y="197"/>
                      </a:lnTo>
                      <a:lnTo>
                        <a:pt x="569" y="197"/>
                      </a:lnTo>
                      <a:lnTo>
                        <a:pt x="571" y="197"/>
                      </a:lnTo>
                      <a:lnTo>
                        <a:pt x="573" y="197"/>
                      </a:lnTo>
                      <a:lnTo>
                        <a:pt x="573" y="199"/>
                      </a:lnTo>
                      <a:lnTo>
                        <a:pt x="575" y="199"/>
                      </a:lnTo>
                      <a:lnTo>
                        <a:pt x="575" y="201"/>
                      </a:lnTo>
                      <a:lnTo>
                        <a:pt x="577" y="201"/>
                      </a:lnTo>
                      <a:lnTo>
                        <a:pt x="578" y="201"/>
                      </a:lnTo>
                      <a:lnTo>
                        <a:pt x="578" y="203"/>
                      </a:lnTo>
                      <a:lnTo>
                        <a:pt x="578" y="204"/>
                      </a:lnTo>
                      <a:lnTo>
                        <a:pt x="580" y="204"/>
                      </a:lnTo>
                      <a:lnTo>
                        <a:pt x="582" y="204"/>
                      </a:lnTo>
                      <a:lnTo>
                        <a:pt x="584" y="204"/>
                      </a:lnTo>
                      <a:lnTo>
                        <a:pt x="586" y="204"/>
                      </a:lnTo>
                      <a:lnTo>
                        <a:pt x="586" y="203"/>
                      </a:lnTo>
                      <a:lnTo>
                        <a:pt x="588" y="203"/>
                      </a:lnTo>
                      <a:lnTo>
                        <a:pt x="589" y="203"/>
                      </a:lnTo>
                      <a:lnTo>
                        <a:pt x="591" y="203"/>
                      </a:lnTo>
                      <a:lnTo>
                        <a:pt x="591" y="204"/>
                      </a:lnTo>
                      <a:lnTo>
                        <a:pt x="589" y="204"/>
                      </a:lnTo>
                      <a:lnTo>
                        <a:pt x="591" y="206"/>
                      </a:lnTo>
                      <a:lnTo>
                        <a:pt x="593" y="208"/>
                      </a:lnTo>
                      <a:lnTo>
                        <a:pt x="595" y="208"/>
                      </a:lnTo>
                      <a:lnTo>
                        <a:pt x="597" y="208"/>
                      </a:lnTo>
                      <a:lnTo>
                        <a:pt x="598" y="208"/>
                      </a:lnTo>
                      <a:lnTo>
                        <a:pt x="598" y="210"/>
                      </a:lnTo>
                      <a:lnTo>
                        <a:pt x="600" y="210"/>
                      </a:lnTo>
                      <a:lnTo>
                        <a:pt x="602" y="210"/>
                      </a:lnTo>
                      <a:lnTo>
                        <a:pt x="600" y="210"/>
                      </a:lnTo>
                      <a:lnTo>
                        <a:pt x="600" y="212"/>
                      </a:lnTo>
                      <a:lnTo>
                        <a:pt x="602" y="212"/>
                      </a:lnTo>
                      <a:lnTo>
                        <a:pt x="602" y="213"/>
                      </a:lnTo>
                      <a:lnTo>
                        <a:pt x="602" y="215"/>
                      </a:lnTo>
                      <a:lnTo>
                        <a:pt x="604" y="215"/>
                      </a:lnTo>
                      <a:lnTo>
                        <a:pt x="604" y="217"/>
                      </a:lnTo>
                      <a:lnTo>
                        <a:pt x="604" y="219"/>
                      </a:lnTo>
                      <a:lnTo>
                        <a:pt x="606" y="219"/>
                      </a:lnTo>
                      <a:lnTo>
                        <a:pt x="606" y="221"/>
                      </a:lnTo>
                      <a:lnTo>
                        <a:pt x="606" y="223"/>
                      </a:lnTo>
                      <a:lnTo>
                        <a:pt x="606" y="224"/>
                      </a:lnTo>
                      <a:lnTo>
                        <a:pt x="608" y="224"/>
                      </a:lnTo>
                      <a:lnTo>
                        <a:pt x="608" y="226"/>
                      </a:lnTo>
                      <a:lnTo>
                        <a:pt x="609" y="228"/>
                      </a:lnTo>
                      <a:lnTo>
                        <a:pt x="611" y="228"/>
                      </a:lnTo>
                      <a:lnTo>
                        <a:pt x="611" y="230"/>
                      </a:lnTo>
                      <a:lnTo>
                        <a:pt x="613" y="230"/>
                      </a:lnTo>
                      <a:lnTo>
                        <a:pt x="613" y="232"/>
                      </a:lnTo>
                      <a:lnTo>
                        <a:pt x="615" y="234"/>
                      </a:lnTo>
                      <a:lnTo>
                        <a:pt x="617" y="234"/>
                      </a:lnTo>
                      <a:lnTo>
                        <a:pt x="619" y="234"/>
                      </a:lnTo>
                      <a:lnTo>
                        <a:pt x="620" y="235"/>
                      </a:lnTo>
                      <a:lnTo>
                        <a:pt x="620" y="237"/>
                      </a:lnTo>
                      <a:lnTo>
                        <a:pt x="622" y="237"/>
                      </a:lnTo>
                      <a:lnTo>
                        <a:pt x="622" y="239"/>
                      </a:lnTo>
                      <a:lnTo>
                        <a:pt x="622" y="241"/>
                      </a:lnTo>
                      <a:lnTo>
                        <a:pt x="624" y="241"/>
                      </a:lnTo>
                      <a:lnTo>
                        <a:pt x="624" y="243"/>
                      </a:lnTo>
                      <a:lnTo>
                        <a:pt x="626" y="243"/>
                      </a:lnTo>
                      <a:lnTo>
                        <a:pt x="626" y="245"/>
                      </a:lnTo>
                      <a:lnTo>
                        <a:pt x="624" y="246"/>
                      </a:lnTo>
                      <a:lnTo>
                        <a:pt x="624" y="248"/>
                      </a:lnTo>
                      <a:lnTo>
                        <a:pt x="626" y="248"/>
                      </a:lnTo>
                      <a:lnTo>
                        <a:pt x="626" y="250"/>
                      </a:lnTo>
                      <a:lnTo>
                        <a:pt x="626" y="252"/>
                      </a:lnTo>
                      <a:lnTo>
                        <a:pt x="624" y="252"/>
                      </a:lnTo>
                      <a:lnTo>
                        <a:pt x="624" y="254"/>
                      </a:lnTo>
                      <a:lnTo>
                        <a:pt x="624" y="256"/>
                      </a:lnTo>
                      <a:lnTo>
                        <a:pt x="622" y="257"/>
                      </a:lnTo>
                      <a:lnTo>
                        <a:pt x="620" y="257"/>
                      </a:lnTo>
                      <a:lnTo>
                        <a:pt x="620" y="259"/>
                      </a:lnTo>
                      <a:lnTo>
                        <a:pt x="622" y="261"/>
                      </a:lnTo>
                      <a:lnTo>
                        <a:pt x="622" y="263"/>
                      </a:lnTo>
                      <a:lnTo>
                        <a:pt x="622" y="265"/>
                      </a:lnTo>
                      <a:lnTo>
                        <a:pt x="624" y="265"/>
                      </a:lnTo>
                      <a:lnTo>
                        <a:pt x="624" y="266"/>
                      </a:lnTo>
                      <a:lnTo>
                        <a:pt x="624" y="268"/>
                      </a:lnTo>
                      <a:lnTo>
                        <a:pt x="619" y="274"/>
                      </a:lnTo>
                      <a:lnTo>
                        <a:pt x="613" y="279"/>
                      </a:lnTo>
                      <a:lnTo>
                        <a:pt x="613" y="281"/>
                      </a:lnTo>
                      <a:lnTo>
                        <a:pt x="613" y="283"/>
                      </a:lnTo>
                      <a:lnTo>
                        <a:pt x="611" y="285"/>
                      </a:lnTo>
                      <a:lnTo>
                        <a:pt x="611" y="287"/>
                      </a:lnTo>
                      <a:lnTo>
                        <a:pt x="611" y="288"/>
                      </a:lnTo>
                      <a:lnTo>
                        <a:pt x="613" y="288"/>
                      </a:lnTo>
                      <a:lnTo>
                        <a:pt x="615" y="288"/>
                      </a:lnTo>
                      <a:lnTo>
                        <a:pt x="615" y="290"/>
                      </a:lnTo>
                      <a:lnTo>
                        <a:pt x="617" y="292"/>
                      </a:lnTo>
                      <a:lnTo>
                        <a:pt x="617" y="294"/>
                      </a:lnTo>
                      <a:lnTo>
                        <a:pt x="617" y="296"/>
                      </a:lnTo>
                      <a:lnTo>
                        <a:pt x="617" y="294"/>
                      </a:lnTo>
                      <a:lnTo>
                        <a:pt x="619" y="294"/>
                      </a:lnTo>
                      <a:lnTo>
                        <a:pt x="619" y="296"/>
                      </a:lnTo>
                      <a:lnTo>
                        <a:pt x="620" y="296"/>
                      </a:lnTo>
                      <a:lnTo>
                        <a:pt x="620" y="298"/>
                      </a:lnTo>
                      <a:lnTo>
                        <a:pt x="619" y="298"/>
                      </a:lnTo>
                      <a:lnTo>
                        <a:pt x="620" y="299"/>
                      </a:lnTo>
                      <a:lnTo>
                        <a:pt x="622" y="298"/>
                      </a:lnTo>
                      <a:lnTo>
                        <a:pt x="624" y="298"/>
                      </a:lnTo>
                      <a:lnTo>
                        <a:pt x="626" y="298"/>
                      </a:lnTo>
                      <a:lnTo>
                        <a:pt x="628" y="298"/>
                      </a:lnTo>
                      <a:lnTo>
                        <a:pt x="630" y="298"/>
                      </a:lnTo>
                      <a:lnTo>
                        <a:pt x="630" y="299"/>
                      </a:lnTo>
                      <a:lnTo>
                        <a:pt x="631" y="299"/>
                      </a:lnTo>
                      <a:lnTo>
                        <a:pt x="633" y="301"/>
                      </a:lnTo>
                      <a:lnTo>
                        <a:pt x="635" y="301"/>
                      </a:lnTo>
                      <a:lnTo>
                        <a:pt x="637" y="301"/>
                      </a:lnTo>
                      <a:lnTo>
                        <a:pt x="639" y="299"/>
                      </a:lnTo>
                      <a:lnTo>
                        <a:pt x="640" y="299"/>
                      </a:lnTo>
                      <a:lnTo>
                        <a:pt x="640" y="301"/>
                      </a:lnTo>
                      <a:lnTo>
                        <a:pt x="642" y="301"/>
                      </a:lnTo>
                      <a:lnTo>
                        <a:pt x="644" y="303"/>
                      </a:lnTo>
                      <a:lnTo>
                        <a:pt x="646" y="303"/>
                      </a:lnTo>
                      <a:lnTo>
                        <a:pt x="648" y="303"/>
                      </a:lnTo>
                      <a:lnTo>
                        <a:pt x="650" y="303"/>
                      </a:lnTo>
                      <a:lnTo>
                        <a:pt x="651" y="303"/>
                      </a:lnTo>
                      <a:lnTo>
                        <a:pt x="653" y="303"/>
                      </a:lnTo>
                      <a:lnTo>
                        <a:pt x="655" y="303"/>
                      </a:lnTo>
                      <a:lnTo>
                        <a:pt x="662" y="303"/>
                      </a:lnTo>
                      <a:lnTo>
                        <a:pt x="664" y="303"/>
                      </a:lnTo>
                      <a:lnTo>
                        <a:pt x="666" y="303"/>
                      </a:lnTo>
                      <a:lnTo>
                        <a:pt x="668" y="305"/>
                      </a:lnTo>
                      <a:lnTo>
                        <a:pt x="670" y="305"/>
                      </a:lnTo>
                      <a:lnTo>
                        <a:pt x="671" y="305"/>
                      </a:lnTo>
                      <a:lnTo>
                        <a:pt x="673" y="305"/>
                      </a:lnTo>
                      <a:lnTo>
                        <a:pt x="675" y="305"/>
                      </a:lnTo>
                      <a:lnTo>
                        <a:pt x="677" y="305"/>
                      </a:lnTo>
                      <a:lnTo>
                        <a:pt x="679" y="305"/>
                      </a:lnTo>
                      <a:lnTo>
                        <a:pt x="681" y="305"/>
                      </a:lnTo>
                      <a:lnTo>
                        <a:pt x="682" y="305"/>
                      </a:lnTo>
                      <a:lnTo>
                        <a:pt x="684" y="305"/>
                      </a:lnTo>
                      <a:lnTo>
                        <a:pt x="686" y="303"/>
                      </a:lnTo>
                      <a:lnTo>
                        <a:pt x="688" y="303"/>
                      </a:lnTo>
                      <a:lnTo>
                        <a:pt x="690" y="303"/>
                      </a:lnTo>
                      <a:lnTo>
                        <a:pt x="692" y="303"/>
                      </a:lnTo>
                      <a:lnTo>
                        <a:pt x="692" y="305"/>
                      </a:lnTo>
                      <a:lnTo>
                        <a:pt x="693" y="305"/>
                      </a:lnTo>
                      <a:lnTo>
                        <a:pt x="695" y="305"/>
                      </a:lnTo>
                      <a:lnTo>
                        <a:pt x="697" y="305"/>
                      </a:lnTo>
                      <a:lnTo>
                        <a:pt x="699" y="305"/>
                      </a:lnTo>
                      <a:lnTo>
                        <a:pt x="701" y="305"/>
                      </a:lnTo>
                      <a:lnTo>
                        <a:pt x="703" y="305"/>
                      </a:lnTo>
                      <a:lnTo>
                        <a:pt x="704" y="305"/>
                      </a:lnTo>
                      <a:lnTo>
                        <a:pt x="706" y="307"/>
                      </a:lnTo>
                      <a:lnTo>
                        <a:pt x="706" y="305"/>
                      </a:lnTo>
                      <a:lnTo>
                        <a:pt x="708" y="305"/>
                      </a:lnTo>
                      <a:lnTo>
                        <a:pt x="708" y="307"/>
                      </a:lnTo>
                      <a:lnTo>
                        <a:pt x="708" y="305"/>
                      </a:lnTo>
                      <a:lnTo>
                        <a:pt x="710" y="307"/>
                      </a:lnTo>
                      <a:lnTo>
                        <a:pt x="712" y="307"/>
                      </a:lnTo>
                      <a:lnTo>
                        <a:pt x="713" y="307"/>
                      </a:lnTo>
                      <a:lnTo>
                        <a:pt x="715" y="307"/>
                      </a:lnTo>
                      <a:lnTo>
                        <a:pt x="717" y="307"/>
                      </a:lnTo>
                      <a:lnTo>
                        <a:pt x="717" y="309"/>
                      </a:lnTo>
                      <a:lnTo>
                        <a:pt x="719" y="309"/>
                      </a:lnTo>
                      <a:lnTo>
                        <a:pt x="721" y="309"/>
                      </a:lnTo>
                      <a:lnTo>
                        <a:pt x="721" y="310"/>
                      </a:lnTo>
                      <a:lnTo>
                        <a:pt x="726" y="312"/>
                      </a:lnTo>
                      <a:lnTo>
                        <a:pt x="730" y="314"/>
                      </a:lnTo>
                      <a:lnTo>
                        <a:pt x="732" y="314"/>
                      </a:lnTo>
                      <a:lnTo>
                        <a:pt x="735" y="316"/>
                      </a:lnTo>
                      <a:lnTo>
                        <a:pt x="737" y="316"/>
                      </a:lnTo>
                      <a:lnTo>
                        <a:pt x="737" y="318"/>
                      </a:lnTo>
                      <a:lnTo>
                        <a:pt x="739" y="318"/>
                      </a:lnTo>
                      <a:lnTo>
                        <a:pt x="739" y="319"/>
                      </a:lnTo>
                      <a:lnTo>
                        <a:pt x="741" y="319"/>
                      </a:lnTo>
                      <a:lnTo>
                        <a:pt x="743" y="319"/>
                      </a:lnTo>
                      <a:lnTo>
                        <a:pt x="743" y="321"/>
                      </a:lnTo>
                      <a:lnTo>
                        <a:pt x="743" y="323"/>
                      </a:lnTo>
                      <a:lnTo>
                        <a:pt x="744" y="323"/>
                      </a:lnTo>
                      <a:lnTo>
                        <a:pt x="746" y="323"/>
                      </a:lnTo>
                      <a:lnTo>
                        <a:pt x="748" y="323"/>
                      </a:lnTo>
                      <a:lnTo>
                        <a:pt x="750" y="323"/>
                      </a:lnTo>
                      <a:lnTo>
                        <a:pt x="750" y="325"/>
                      </a:lnTo>
                      <a:lnTo>
                        <a:pt x="752" y="325"/>
                      </a:lnTo>
                      <a:lnTo>
                        <a:pt x="754" y="325"/>
                      </a:lnTo>
                      <a:lnTo>
                        <a:pt x="754" y="327"/>
                      </a:lnTo>
                      <a:lnTo>
                        <a:pt x="755" y="327"/>
                      </a:lnTo>
                      <a:lnTo>
                        <a:pt x="755" y="329"/>
                      </a:lnTo>
                      <a:lnTo>
                        <a:pt x="757" y="329"/>
                      </a:lnTo>
                      <a:lnTo>
                        <a:pt x="759" y="329"/>
                      </a:lnTo>
                      <a:lnTo>
                        <a:pt x="761" y="330"/>
                      </a:lnTo>
                      <a:lnTo>
                        <a:pt x="763" y="330"/>
                      </a:lnTo>
                      <a:lnTo>
                        <a:pt x="765" y="330"/>
                      </a:lnTo>
                      <a:lnTo>
                        <a:pt x="766" y="332"/>
                      </a:lnTo>
                      <a:lnTo>
                        <a:pt x="768" y="332"/>
                      </a:lnTo>
                      <a:lnTo>
                        <a:pt x="772" y="332"/>
                      </a:lnTo>
                      <a:lnTo>
                        <a:pt x="774" y="332"/>
                      </a:lnTo>
                      <a:lnTo>
                        <a:pt x="777" y="330"/>
                      </a:lnTo>
                      <a:lnTo>
                        <a:pt x="779" y="330"/>
                      </a:lnTo>
                      <a:lnTo>
                        <a:pt x="781" y="330"/>
                      </a:lnTo>
                      <a:lnTo>
                        <a:pt x="783" y="330"/>
                      </a:lnTo>
                      <a:lnTo>
                        <a:pt x="781" y="332"/>
                      </a:lnTo>
                      <a:lnTo>
                        <a:pt x="779" y="336"/>
                      </a:lnTo>
                      <a:lnTo>
                        <a:pt x="779" y="338"/>
                      </a:lnTo>
                      <a:lnTo>
                        <a:pt x="779" y="340"/>
                      </a:lnTo>
                      <a:lnTo>
                        <a:pt x="777" y="340"/>
                      </a:lnTo>
                      <a:lnTo>
                        <a:pt x="779" y="340"/>
                      </a:lnTo>
                      <a:lnTo>
                        <a:pt x="781" y="341"/>
                      </a:lnTo>
                      <a:lnTo>
                        <a:pt x="783" y="341"/>
                      </a:lnTo>
                      <a:lnTo>
                        <a:pt x="785" y="341"/>
                      </a:lnTo>
                      <a:lnTo>
                        <a:pt x="786" y="341"/>
                      </a:lnTo>
                      <a:lnTo>
                        <a:pt x="788" y="345"/>
                      </a:lnTo>
                      <a:lnTo>
                        <a:pt x="788" y="347"/>
                      </a:lnTo>
                      <a:lnTo>
                        <a:pt x="790" y="349"/>
                      </a:lnTo>
                      <a:lnTo>
                        <a:pt x="794" y="356"/>
                      </a:lnTo>
                      <a:lnTo>
                        <a:pt x="797" y="362"/>
                      </a:lnTo>
                      <a:lnTo>
                        <a:pt x="797" y="367"/>
                      </a:lnTo>
                      <a:lnTo>
                        <a:pt x="799" y="369"/>
                      </a:lnTo>
                      <a:lnTo>
                        <a:pt x="801" y="369"/>
                      </a:lnTo>
                      <a:lnTo>
                        <a:pt x="810" y="376"/>
                      </a:lnTo>
                      <a:lnTo>
                        <a:pt x="816" y="380"/>
                      </a:lnTo>
                      <a:lnTo>
                        <a:pt x="816" y="387"/>
                      </a:lnTo>
                      <a:lnTo>
                        <a:pt x="827" y="385"/>
                      </a:lnTo>
                      <a:lnTo>
                        <a:pt x="830" y="385"/>
                      </a:lnTo>
                      <a:lnTo>
                        <a:pt x="838" y="385"/>
                      </a:lnTo>
                      <a:lnTo>
                        <a:pt x="845" y="383"/>
                      </a:lnTo>
                      <a:lnTo>
                        <a:pt x="856" y="385"/>
                      </a:lnTo>
                      <a:lnTo>
                        <a:pt x="869" y="387"/>
                      </a:lnTo>
                      <a:lnTo>
                        <a:pt x="876" y="389"/>
                      </a:lnTo>
                      <a:lnTo>
                        <a:pt x="878" y="389"/>
                      </a:lnTo>
                      <a:lnTo>
                        <a:pt x="880" y="389"/>
                      </a:lnTo>
                      <a:lnTo>
                        <a:pt x="881" y="389"/>
                      </a:lnTo>
                      <a:lnTo>
                        <a:pt x="883" y="389"/>
                      </a:lnTo>
                      <a:lnTo>
                        <a:pt x="885" y="389"/>
                      </a:lnTo>
                      <a:lnTo>
                        <a:pt x="887" y="389"/>
                      </a:lnTo>
                      <a:lnTo>
                        <a:pt x="891" y="391"/>
                      </a:lnTo>
                      <a:lnTo>
                        <a:pt x="900" y="391"/>
                      </a:lnTo>
                      <a:lnTo>
                        <a:pt x="903" y="391"/>
                      </a:lnTo>
                      <a:lnTo>
                        <a:pt x="905" y="391"/>
                      </a:lnTo>
                      <a:lnTo>
                        <a:pt x="911" y="391"/>
                      </a:lnTo>
                      <a:lnTo>
                        <a:pt x="916" y="393"/>
                      </a:lnTo>
                      <a:lnTo>
                        <a:pt x="927" y="393"/>
                      </a:lnTo>
                      <a:lnTo>
                        <a:pt x="929" y="393"/>
                      </a:lnTo>
                      <a:lnTo>
                        <a:pt x="931" y="393"/>
                      </a:lnTo>
                      <a:lnTo>
                        <a:pt x="934" y="391"/>
                      </a:lnTo>
                      <a:lnTo>
                        <a:pt x="945" y="389"/>
                      </a:lnTo>
                      <a:lnTo>
                        <a:pt x="953" y="391"/>
                      </a:lnTo>
                      <a:lnTo>
                        <a:pt x="954" y="391"/>
                      </a:lnTo>
                      <a:lnTo>
                        <a:pt x="956" y="389"/>
                      </a:lnTo>
                      <a:lnTo>
                        <a:pt x="976" y="389"/>
                      </a:lnTo>
                      <a:lnTo>
                        <a:pt x="980" y="389"/>
                      </a:lnTo>
                      <a:lnTo>
                        <a:pt x="1002" y="394"/>
                      </a:lnTo>
                      <a:lnTo>
                        <a:pt x="1004" y="394"/>
                      </a:lnTo>
                      <a:lnTo>
                        <a:pt x="1009" y="394"/>
                      </a:lnTo>
                      <a:lnTo>
                        <a:pt x="1020" y="405"/>
                      </a:lnTo>
                      <a:lnTo>
                        <a:pt x="1022" y="405"/>
                      </a:lnTo>
                      <a:lnTo>
                        <a:pt x="1027" y="407"/>
                      </a:lnTo>
                      <a:lnTo>
                        <a:pt x="1033" y="407"/>
                      </a:lnTo>
                      <a:lnTo>
                        <a:pt x="1037" y="407"/>
                      </a:lnTo>
                      <a:lnTo>
                        <a:pt x="1038" y="407"/>
                      </a:lnTo>
                      <a:lnTo>
                        <a:pt x="1042" y="407"/>
                      </a:lnTo>
                      <a:lnTo>
                        <a:pt x="1055" y="413"/>
                      </a:lnTo>
                      <a:lnTo>
                        <a:pt x="1060" y="415"/>
                      </a:lnTo>
                      <a:lnTo>
                        <a:pt x="1068" y="416"/>
                      </a:lnTo>
                      <a:lnTo>
                        <a:pt x="1084" y="420"/>
                      </a:lnTo>
                      <a:lnTo>
                        <a:pt x="1088" y="420"/>
                      </a:lnTo>
                      <a:lnTo>
                        <a:pt x="1091" y="420"/>
                      </a:lnTo>
                      <a:lnTo>
                        <a:pt x="1095" y="420"/>
                      </a:lnTo>
                      <a:lnTo>
                        <a:pt x="1108" y="418"/>
                      </a:lnTo>
                      <a:lnTo>
                        <a:pt x="1108" y="425"/>
                      </a:lnTo>
                      <a:lnTo>
                        <a:pt x="1111" y="425"/>
                      </a:lnTo>
                      <a:lnTo>
                        <a:pt x="1113" y="425"/>
                      </a:lnTo>
                      <a:lnTo>
                        <a:pt x="1115" y="425"/>
                      </a:lnTo>
                      <a:lnTo>
                        <a:pt x="1119" y="425"/>
                      </a:lnTo>
                      <a:lnTo>
                        <a:pt x="1120" y="425"/>
                      </a:lnTo>
                      <a:lnTo>
                        <a:pt x="1122" y="425"/>
                      </a:lnTo>
                      <a:lnTo>
                        <a:pt x="1124" y="427"/>
                      </a:lnTo>
                      <a:lnTo>
                        <a:pt x="1133" y="422"/>
                      </a:lnTo>
                      <a:lnTo>
                        <a:pt x="1135" y="422"/>
                      </a:lnTo>
                      <a:lnTo>
                        <a:pt x="1137" y="422"/>
                      </a:lnTo>
                      <a:lnTo>
                        <a:pt x="1137" y="420"/>
                      </a:lnTo>
                      <a:lnTo>
                        <a:pt x="1139" y="420"/>
                      </a:lnTo>
                      <a:lnTo>
                        <a:pt x="1141" y="418"/>
                      </a:lnTo>
                      <a:lnTo>
                        <a:pt x="1142" y="418"/>
                      </a:lnTo>
                      <a:lnTo>
                        <a:pt x="1144" y="416"/>
                      </a:lnTo>
                      <a:lnTo>
                        <a:pt x="1150" y="415"/>
                      </a:lnTo>
                      <a:lnTo>
                        <a:pt x="1152" y="415"/>
                      </a:lnTo>
                      <a:lnTo>
                        <a:pt x="1153" y="415"/>
                      </a:lnTo>
                      <a:lnTo>
                        <a:pt x="1155" y="413"/>
                      </a:lnTo>
                      <a:lnTo>
                        <a:pt x="1162" y="411"/>
                      </a:lnTo>
                      <a:lnTo>
                        <a:pt x="1166" y="409"/>
                      </a:lnTo>
                      <a:lnTo>
                        <a:pt x="1172" y="407"/>
                      </a:lnTo>
                      <a:lnTo>
                        <a:pt x="1177" y="405"/>
                      </a:lnTo>
                      <a:lnTo>
                        <a:pt x="1183" y="404"/>
                      </a:lnTo>
                      <a:lnTo>
                        <a:pt x="1186" y="404"/>
                      </a:lnTo>
                      <a:lnTo>
                        <a:pt x="1188" y="402"/>
                      </a:lnTo>
                      <a:lnTo>
                        <a:pt x="1190" y="402"/>
                      </a:lnTo>
                      <a:lnTo>
                        <a:pt x="1195" y="402"/>
                      </a:lnTo>
                      <a:lnTo>
                        <a:pt x="1197" y="402"/>
                      </a:lnTo>
                      <a:lnTo>
                        <a:pt x="1201" y="400"/>
                      </a:lnTo>
                      <a:lnTo>
                        <a:pt x="1206" y="400"/>
                      </a:lnTo>
                      <a:lnTo>
                        <a:pt x="1206" y="398"/>
                      </a:lnTo>
                      <a:lnTo>
                        <a:pt x="1212" y="396"/>
                      </a:lnTo>
                      <a:lnTo>
                        <a:pt x="1214" y="396"/>
                      </a:lnTo>
                      <a:lnTo>
                        <a:pt x="1215" y="398"/>
                      </a:lnTo>
                      <a:lnTo>
                        <a:pt x="1223" y="398"/>
                      </a:lnTo>
                      <a:lnTo>
                        <a:pt x="1226" y="398"/>
                      </a:lnTo>
                      <a:lnTo>
                        <a:pt x="1230" y="398"/>
                      </a:lnTo>
                      <a:lnTo>
                        <a:pt x="1232" y="398"/>
                      </a:lnTo>
                      <a:lnTo>
                        <a:pt x="1232" y="396"/>
                      </a:lnTo>
                      <a:lnTo>
                        <a:pt x="1234" y="396"/>
                      </a:lnTo>
                      <a:lnTo>
                        <a:pt x="1239" y="396"/>
                      </a:lnTo>
                      <a:lnTo>
                        <a:pt x="1241" y="396"/>
                      </a:lnTo>
                      <a:lnTo>
                        <a:pt x="1243" y="396"/>
                      </a:lnTo>
                      <a:lnTo>
                        <a:pt x="1248" y="396"/>
                      </a:lnTo>
                      <a:lnTo>
                        <a:pt x="1250" y="396"/>
                      </a:lnTo>
                      <a:lnTo>
                        <a:pt x="1252" y="396"/>
                      </a:lnTo>
                      <a:lnTo>
                        <a:pt x="1257" y="398"/>
                      </a:lnTo>
                      <a:lnTo>
                        <a:pt x="1259" y="398"/>
                      </a:lnTo>
                      <a:lnTo>
                        <a:pt x="1261" y="398"/>
                      </a:lnTo>
                      <a:lnTo>
                        <a:pt x="1266" y="396"/>
                      </a:lnTo>
                      <a:lnTo>
                        <a:pt x="1268" y="396"/>
                      </a:lnTo>
                      <a:lnTo>
                        <a:pt x="1277" y="398"/>
                      </a:lnTo>
                      <a:lnTo>
                        <a:pt x="1279" y="396"/>
                      </a:lnTo>
                      <a:lnTo>
                        <a:pt x="1281" y="396"/>
                      </a:lnTo>
                      <a:lnTo>
                        <a:pt x="1285" y="396"/>
                      </a:lnTo>
                      <a:lnTo>
                        <a:pt x="1287" y="396"/>
                      </a:lnTo>
                      <a:lnTo>
                        <a:pt x="1288" y="394"/>
                      </a:lnTo>
                      <a:lnTo>
                        <a:pt x="1292" y="393"/>
                      </a:lnTo>
                      <a:lnTo>
                        <a:pt x="1294" y="393"/>
                      </a:lnTo>
                      <a:lnTo>
                        <a:pt x="1298" y="391"/>
                      </a:lnTo>
                      <a:lnTo>
                        <a:pt x="1299" y="391"/>
                      </a:lnTo>
                      <a:lnTo>
                        <a:pt x="1301" y="391"/>
                      </a:lnTo>
                      <a:lnTo>
                        <a:pt x="1307" y="389"/>
                      </a:lnTo>
                      <a:lnTo>
                        <a:pt x="1308" y="389"/>
                      </a:lnTo>
                      <a:lnTo>
                        <a:pt x="1314" y="387"/>
                      </a:lnTo>
                      <a:lnTo>
                        <a:pt x="1316" y="387"/>
                      </a:lnTo>
                      <a:lnTo>
                        <a:pt x="1316" y="385"/>
                      </a:lnTo>
                      <a:lnTo>
                        <a:pt x="1318" y="385"/>
                      </a:lnTo>
                      <a:lnTo>
                        <a:pt x="1319" y="385"/>
                      </a:lnTo>
                      <a:lnTo>
                        <a:pt x="1319" y="383"/>
                      </a:lnTo>
                      <a:lnTo>
                        <a:pt x="1325" y="380"/>
                      </a:lnTo>
                      <a:lnTo>
                        <a:pt x="1329" y="376"/>
                      </a:lnTo>
                      <a:lnTo>
                        <a:pt x="1327" y="376"/>
                      </a:lnTo>
                      <a:lnTo>
                        <a:pt x="1329" y="374"/>
                      </a:lnTo>
                      <a:lnTo>
                        <a:pt x="1330" y="372"/>
                      </a:lnTo>
                      <a:lnTo>
                        <a:pt x="1336" y="369"/>
                      </a:lnTo>
                      <a:lnTo>
                        <a:pt x="1338" y="367"/>
                      </a:lnTo>
                      <a:lnTo>
                        <a:pt x="1339" y="365"/>
                      </a:lnTo>
                      <a:lnTo>
                        <a:pt x="1341" y="365"/>
                      </a:lnTo>
                      <a:lnTo>
                        <a:pt x="1341" y="363"/>
                      </a:lnTo>
                      <a:lnTo>
                        <a:pt x="1345" y="363"/>
                      </a:lnTo>
                      <a:lnTo>
                        <a:pt x="1347" y="363"/>
                      </a:lnTo>
                      <a:lnTo>
                        <a:pt x="1349" y="362"/>
                      </a:lnTo>
                      <a:lnTo>
                        <a:pt x="1350" y="362"/>
                      </a:lnTo>
                      <a:lnTo>
                        <a:pt x="1352" y="362"/>
                      </a:lnTo>
                      <a:lnTo>
                        <a:pt x="1352" y="360"/>
                      </a:lnTo>
                      <a:lnTo>
                        <a:pt x="1354" y="360"/>
                      </a:lnTo>
                      <a:lnTo>
                        <a:pt x="1356" y="360"/>
                      </a:lnTo>
                      <a:lnTo>
                        <a:pt x="1358" y="360"/>
                      </a:lnTo>
                      <a:lnTo>
                        <a:pt x="1360" y="360"/>
                      </a:lnTo>
                      <a:lnTo>
                        <a:pt x="1361" y="358"/>
                      </a:lnTo>
                      <a:lnTo>
                        <a:pt x="1367" y="352"/>
                      </a:lnTo>
                      <a:lnTo>
                        <a:pt x="1371" y="352"/>
                      </a:lnTo>
                      <a:lnTo>
                        <a:pt x="1372" y="352"/>
                      </a:lnTo>
                      <a:lnTo>
                        <a:pt x="1374" y="351"/>
                      </a:lnTo>
                      <a:lnTo>
                        <a:pt x="1374" y="349"/>
                      </a:lnTo>
                      <a:lnTo>
                        <a:pt x="1372" y="347"/>
                      </a:lnTo>
                      <a:lnTo>
                        <a:pt x="1371" y="345"/>
                      </a:lnTo>
                      <a:lnTo>
                        <a:pt x="1371" y="343"/>
                      </a:lnTo>
                      <a:lnTo>
                        <a:pt x="1369" y="343"/>
                      </a:lnTo>
                      <a:lnTo>
                        <a:pt x="1367" y="341"/>
                      </a:lnTo>
                      <a:lnTo>
                        <a:pt x="1365" y="341"/>
                      </a:lnTo>
                      <a:lnTo>
                        <a:pt x="1365" y="340"/>
                      </a:lnTo>
                      <a:lnTo>
                        <a:pt x="1363" y="340"/>
                      </a:lnTo>
                      <a:lnTo>
                        <a:pt x="1361" y="340"/>
                      </a:lnTo>
                      <a:lnTo>
                        <a:pt x="1361" y="338"/>
                      </a:lnTo>
                      <a:lnTo>
                        <a:pt x="1360" y="338"/>
                      </a:lnTo>
                      <a:lnTo>
                        <a:pt x="1360" y="336"/>
                      </a:lnTo>
                      <a:lnTo>
                        <a:pt x="1358" y="334"/>
                      </a:lnTo>
                      <a:lnTo>
                        <a:pt x="1358" y="332"/>
                      </a:lnTo>
                      <a:lnTo>
                        <a:pt x="1358" y="330"/>
                      </a:lnTo>
                      <a:lnTo>
                        <a:pt x="1356" y="330"/>
                      </a:lnTo>
                      <a:lnTo>
                        <a:pt x="1354" y="330"/>
                      </a:lnTo>
                      <a:lnTo>
                        <a:pt x="1354" y="329"/>
                      </a:lnTo>
                      <a:lnTo>
                        <a:pt x="1354" y="327"/>
                      </a:lnTo>
                      <a:lnTo>
                        <a:pt x="1356" y="323"/>
                      </a:lnTo>
                      <a:lnTo>
                        <a:pt x="1358" y="323"/>
                      </a:lnTo>
                      <a:lnTo>
                        <a:pt x="1358" y="321"/>
                      </a:lnTo>
                      <a:lnTo>
                        <a:pt x="1360" y="321"/>
                      </a:lnTo>
                      <a:lnTo>
                        <a:pt x="1360" y="319"/>
                      </a:lnTo>
                      <a:lnTo>
                        <a:pt x="1360" y="318"/>
                      </a:lnTo>
                      <a:lnTo>
                        <a:pt x="1360" y="316"/>
                      </a:lnTo>
                      <a:lnTo>
                        <a:pt x="1361" y="314"/>
                      </a:lnTo>
                      <a:lnTo>
                        <a:pt x="1361" y="312"/>
                      </a:lnTo>
                      <a:lnTo>
                        <a:pt x="1363" y="310"/>
                      </a:lnTo>
                      <a:lnTo>
                        <a:pt x="1365" y="307"/>
                      </a:lnTo>
                      <a:lnTo>
                        <a:pt x="1367" y="305"/>
                      </a:lnTo>
                      <a:lnTo>
                        <a:pt x="1369" y="305"/>
                      </a:lnTo>
                      <a:lnTo>
                        <a:pt x="1371" y="303"/>
                      </a:lnTo>
                      <a:lnTo>
                        <a:pt x="1372" y="303"/>
                      </a:lnTo>
                      <a:lnTo>
                        <a:pt x="1374" y="303"/>
                      </a:lnTo>
                      <a:lnTo>
                        <a:pt x="1376" y="301"/>
                      </a:lnTo>
                      <a:lnTo>
                        <a:pt x="1378" y="301"/>
                      </a:lnTo>
                      <a:lnTo>
                        <a:pt x="1378" y="303"/>
                      </a:lnTo>
                      <a:lnTo>
                        <a:pt x="1380" y="303"/>
                      </a:lnTo>
                      <a:lnTo>
                        <a:pt x="1381" y="303"/>
                      </a:lnTo>
                      <a:lnTo>
                        <a:pt x="1387" y="303"/>
                      </a:lnTo>
                      <a:lnTo>
                        <a:pt x="1389" y="303"/>
                      </a:lnTo>
                      <a:lnTo>
                        <a:pt x="1391" y="303"/>
                      </a:lnTo>
                      <a:lnTo>
                        <a:pt x="1392" y="305"/>
                      </a:lnTo>
                      <a:lnTo>
                        <a:pt x="1394" y="305"/>
                      </a:lnTo>
                      <a:lnTo>
                        <a:pt x="1394" y="307"/>
                      </a:lnTo>
                      <a:lnTo>
                        <a:pt x="1396" y="309"/>
                      </a:lnTo>
                      <a:lnTo>
                        <a:pt x="1398" y="309"/>
                      </a:lnTo>
                      <a:lnTo>
                        <a:pt x="1400" y="310"/>
                      </a:lnTo>
                      <a:lnTo>
                        <a:pt x="1402" y="310"/>
                      </a:lnTo>
                      <a:lnTo>
                        <a:pt x="1403" y="310"/>
                      </a:lnTo>
                      <a:lnTo>
                        <a:pt x="1405" y="310"/>
                      </a:lnTo>
                      <a:lnTo>
                        <a:pt x="1409" y="310"/>
                      </a:lnTo>
                      <a:lnTo>
                        <a:pt x="1411" y="312"/>
                      </a:lnTo>
                      <a:lnTo>
                        <a:pt x="1412" y="312"/>
                      </a:lnTo>
                      <a:lnTo>
                        <a:pt x="1414" y="312"/>
                      </a:lnTo>
                      <a:lnTo>
                        <a:pt x="1416" y="312"/>
                      </a:lnTo>
                      <a:lnTo>
                        <a:pt x="1418" y="312"/>
                      </a:lnTo>
                      <a:lnTo>
                        <a:pt x="1420" y="312"/>
                      </a:lnTo>
                      <a:lnTo>
                        <a:pt x="1420" y="314"/>
                      </a:lnTo>
                      <a:lnTo>
                        <a:pt x="1422" y="314"/>
                      </a:lnTo>
                      <a:lnTo>
                        <a:pt x="1423" y="314"/>
                      </a:lnTo>
                      <a:lnTo>
                        <a:pt x="1425" y="314"/>
                      </a:lnTo>
                      <a:lnTo>
                        <a:pt x="1429" y="314"/>
                      </a:lnTo>
                      <a:lnTo>
                        <a:pt x="1431" y="314"/>
                      </a:lnTo>
                      <a:lnTo>
                        <a:pt x="1433" y="314"/>
                      </a:lnTo>
                      <a:lnTo>
                        <a:pt x="1434" y="314"/>
                      </a:lnTo>
                      <a:lnTo>
                        <a:pt x="1436" y="314"/>
                      </a:lnTo>
                      <a:lnTo>
                        <a:pt x="1438" y="312"/>
                      </a:lnTo>
                      <a:lnTo>
                        <a:pt x="1438" y="310"/>
                      </a:lnTo>
                      <a:lnTo>
                        <a:pt x="1440" y="310"/>
                      </a:lnTo>
                      <a:lnTo>
                        <a:pt x="1442" y="310"/>
                      </a:lnTo>
                      <a:lnTo>
                        <a:pt x="1442" y="309"/>
                      </a:lnTo>
                      <a:lnTo>
                        <a:pt x="1444" y="309"/>
                      </a:lnTo>
                      <a:lnTo>
                        <a:pt x="1445" y="309"/>
                      </a:lnTo>
                      <a:lnTo>
                        <a:pt x="1447" y="309"/>
                      </a:lnTo>
                      <a:lnTo>
                        <a:pt x="1449" y="309"/>
                      </a:lnTo>
                      <a:lnTo>
                        <a:pt x="1451" y="307"/>
                      </a:lnTo>
                      <a:lnTo>
                        <a:pt x="1453" y="305"/>
                      </a:lnTo>
                      <a:lnTo>
                        <a:pt x="1454" y="303"/>
                      </a:lnTo>
                      <a:lnTo>
                        <a:pt x="1456" y="303"/>
                      </a:lnTo>
                      <a:lnTo>
                        <a:pt x="1456" y="301"/>
                      </a:lnTo>
                      <a:lnTo>
                        <a:pt x="1458" y="301"/>
                      </a:lnTo>
                      <a:lnTo>
                        <a:pt x="1460" y="301"/>
                      </a:lnTo>
                      <a:lnTo>
                        <a:pt x="1460" y="299"/>
                      </a:lnTo>
                      <a:lnTo>
                        <a:pt x="1462" y="299"/>
                      </a:lnTo>
                      <a:lnTo>
                        <a:pt x="1462" y="298"/>
                      </a:lnTo>
                      <a:lnTo>
                        <a:pt x="1464" y="298"/>
                      </a:lnTo>
                      <a:lnTo>
                        <a:pt x="1464" y="296"/>
                      </a:lnTo>
                      <a:lnTo>
                        <a:pt x="1465" y="296"/>
                      </a:lnTo>
                      <a:lnTo>
                        <a:pt x="1465" y="294"/>
                      </a:lnTo>
                      <a:lnTo>
                        <a:pt x="1465" y="292"/>
                      </a:lnTo>
                      <a:lnTo>
                        <a:pt x="1467" y="290"/>
                      </a:lnTo>
                      <a:lnTo>
                        <a:pt x="1469" y="290"/>
                      </a:lnTo>
                      <a:lnTo>
                        <a:pt x="1473" y="290"/>
                      </a:lnTo>
                      <a:lnTo>
                        <a:pt x="1478" y="292"/>
                      </a:lnTo>
                      <a:lnTo>
                        <a:pt x="1480" y="292"/>
                      </a:lnTo>
                      <a:lnTo>
                        <a:pt x="1482" y="292"/>
                      </a:lnTo>
                      <a:lnTo>
                        <a:pt x="1487" y="292"/>
                      </a:lnTo>
                      <a:lnTo>
                        <a:pt x="1489" y="292"/>
                      </a:lnTo>
                      <a:lnTo>
                        <a:pt x="1491" y="292"/>
                      </a:lnTo>
                      <a:lnTo>
                        <a:pt x="1493" y="292"/>
                      </a:lnTo>
                      <a:lnTo>
                        <a:pt x="1495" y="292"/>
                      </a:lnTo>
                      <a:lnTo>
                        <a:pt x="1496" y="290"/>
                      </a:lnTo>
                      <a:lnTo>
                        <a:pt x="1498" y="290"/>
                      </a:lnTo>
                      <a:lnTo>
                        <a:pt x="1500" y="290"/>
                      </a:lnTo>
                      <a:lnTo>
                        <a:pt x="1502" y="290"/>
                      </a:lnTo>
                      <a:lnTo>
                        <a:pt x="1504" y="290"/>
                      </a:lnTo>
                      <a:lnTo>
                        <a:pt x="1506" y="290"/>
                      </a:lnTo>
                      <a:lnTo>
                        <a:pt x="1507" y="290"/>
                      </a:lnTo>
                      <a:lnTo>
                        <a:pt x="1509" y="290"/>
                      </a:lnTo>
                      <a:lnTo>
                        <a:pt x="1509" y="288"/>
                      </a:lnTo>
                      <a:lnTo>
                        <a:pt x="1509" y="287"/>
                      </a:lnTo>
                      <a:lnTo>
                        <a:pt x="1511" y="287"/>
                      </a:lnTo>
                      <a:lnTo>
                        <a:pt x="1513" y="287"/>
                      </a:lnTo>
                      <a:lnTo>
                        <a:pt x="1513" y="285"/>
                      </a:lnTo>
                      <a:lnTo>
                        <a:pt x="1515" y="283"/>
                      </a:lnTo>
                      <a:lnTo>
                        <a:pt x="1517" y="283"/>
                      </a:lnTo>
                      <a:lnTo>
                        <a:pt x="1518" y="281"/>
                      </a:lnTo>
                      <a:lnTo>
                        <a:pt x="1520" y="281"/>
                      </a:lnTo>
                      <a:lnTo>
                        <a:pt x="1522" y="281"/>
                      </a:lnTo>
                      <a:lnTo>
                        <a:pt x="1524" y="281"/>
                      </a:lnTo>
                      <a:lnTo>
                        <a:pt x="1526" y="279"/>
                      </a:lnTo>
                      <a:lnTo>
                        <a:pt x="1527" y="277"/>
                      </a:lnTo>
                      <a:lnTo>
                        <a:pt x="1527" y="276"/>
                      </a:lnTo>
                      <a:lnTo>
                        <a:pt x="1527" y="274"/>
                      </a:lnTo>
                      <a:lnTo>
                        <a:pt x="1526" y="274"/>
                      </a:lnTo>
                      <a:lnTo>
                        <a:pt x="1527" y="272"/>
                      </a:lnTo>
                      <a:lnTo>
                        <a:pt x="1527" y="270"/>
                      </a:lnTo>
                      <a:lnTo>
                        <a:pt x="1533" y="265"/>
                      </a:lnTo>
                      <a:lnTo>
                        <a:pt x="1538" y="261"/>
                      </a:lnTo>
                      <a:lnTo>
                        <a:pt x="1538" y="259"/>
                      </a:lnTo>
                      <a:lnTo>
                        <a:pt x="1542" y="257"/>
                      </a:lnTo>
                      <a:lnTo>
                        <a:pt x="1546" y="257"/>
                      </a:lnTo>
                      <a:lnTo>
                        <a:pt x="1548" y="257"/>
                      </a:lnTo>
                      <a:lnTo>
                        <a:pt x="1548" y="256"/>
                      </a:lnTo>
                      <a:lnTo>
                        <a:pt x="1549" y="256"/>
                      </a:lnTo>
                      <a:lnTo>
                        <a:pt x="1553" y="257"/>
                      </a:lnTo>
                      <a:lnTo>
                        <a:pt x="1555" y="257"/>
                      </a:lnTo>
                      <a:lnTo>
                        <a:pt x="1557" y="257"/>
                      </a:lnTo>
                      <a:lnTo>
                        <a:pt x="1562" y="257"/>
                      </a:lnTo>
                      <a:lnTo>
                        <a:pt x="1564" y="257"/>
                      </a:lnTo>
                      <a:lnTo>
                        <a:pt x="1568" y="257"/>
                      </a:lnTo>
                      <a:lnTo>
                        <a:pt x="1568" y="256"/>
                      </a:lnTo>
                      <a:lnTo>
                        <a:pt x="1568" y="254"/>
                      </a:lnTo>
                      <a:lnTo>
                        <a:pt x="1568" y="252"/>
                      </a:lnTo>
                      <a:lnTo>
                        <a:pt x="1569" y="250"/>
                      </a:lnTo>
                      <a:lnTo>
                        <a:pt x="1568" y="248"/>
                      </a:lnTo>
                      <a:lnTo>
                        <a:pt x="1569" y="248"/>
                      </a:lnTo>
                      <a:lnTo>
                        <a:pt x="1571" y="248"/>
                      </a:lnTo>
                      <a:lnTo>
                        <a:pt x="1573" y="248"/>
                      </a:lnTo>
                      <a:lnTo>
                        <a:pt x="1575" y="248"/>
                      </a:lnTo>
                      <a:lnTo>
                        <a:pt x="1577" y="248"/>
                      </a:lnTo>
                      <a:lnTo>
                        <a:pt x="1577" y="250"/>
                      </a:lnTo>
                      <a:lnTo>
                        <a:pt x="1579" y="252"/>
                      </a:lnTo>
                      <a:lnTo>
                        <a:pt x="1580" y="250"/>
                      </a:lnTo>
                      <a:lnTo>
                        <a:pt x="1582" y="250"/>
                      </a:lnTo>
                      <a:lnTo>
                        <a:pt x="1584" y="250"/>
                      </a:lnTo>
                      <a:lnTo>
                        <a:pt x="1584" y="248"/>
                      </a:lnTo>
                      <a:lnTo>
                        <a:pt x="1586" y="248"/>
                      </a:lnTo>
                      <a:lnTo>
                        <a:pt x="1588" y="248"/>
                      </a:lnTo>
                      <a:lnTo>
                        <a:pt x="1590" y="248"/>
                      </a:lnTo>
                      <a:lnTo>
                        <a:pt x="1590" y="246"/>
                      </a:lnTo>
                      <a:lnTo>
                        <a:pt x="1591" y="246"/>
                      </a:lnTo>
                      <a:lnTo>
                        <a:pt x="1593" y="246"/>
                      </a:lnTo>
                      <a:lnTo>
                        <a:pt x="1593" y="245"/>
                      </a:lnTo>
                      <a:lnTo>
                        <a:pt x="1595" y="245"/>
                      </a:lnTo>
                      <a:lnTo>
                        <a:pt x="1597" y="245"/>
                      </a:lnTo>
                      <a:lnTo>
                        <a:pt x="1599" y="245"/>
                      </a:lnTo>
                      <a:lnTo>
                        <a:pt x="1600" y="243"/>
                      </a:lnTo>
                      <a:lnTo>
                        <a:pt x="1602" y="243"/>
                      </a:lnTo>
                      <a:lnTo>
                        <a:pt x="1604" y="243"/>
                      </a:lnTo>
                      <a:lnTo>
                        <a:pt x="1604" y="245"/>
                      </a:lnTo>
                      <a:lnTo>
                        <a:pt x="1606" y="245"/>
                      </a:lnTo>
                      <a:lnTo>
                        <a:pt x="1608" y="245"/>
                      </a:lnTo>
                      <a:lnTo>
                        <a:pt x="1610" y="245"/>
                      </a:lnTo>
                      <a:lnTo>
                        <a:pt x="1611" y="245"/>
                      </a:lnTo>
                      <a:lnTo>
                        <a:pt x="1613" y="245"/>
                      </a:lnTo>
                      <a:lnTo>
                        <a:pt x="1615" y="245"/>
                      </a:lnTo>
                      <a:lnTo>
                        <a:pt x="1617" y="245"/>
                      </a:lnTo>
                      <a:lnTo>
                        <a:pt x="1619" y="245"/>
                      </a:lnTo>
                      <a:lnTo>
                        <a:pt x="1619" y="243"/>
                      </a:lnTo>
                      <a:lnTo>
                        <a:pt x="1621" y="243"/>
                      </a:lnTo>
                      <a:lnTo>
                        <a:pt x="1622" y="241"/>
                      </a:lnTo>
                      <a:lnTo>
                        <a:pt x="1622" y="243"/>
                      </a:lnTo>
                      <a:lnTo>
                        <a:pt x="1622" y="245"/>
                      </a:lnTo>
                      <a:lnTo>
                        <a:pt x="1624" y="243"/>
                      </a:lnTo>
                      <a:lnTo>
                        <a:pt x="1626" y="243"/>
                      </a:lnTo>
                      <a:lnTo>
                        <a:pt x="1626" y="245"/>
                      </a:lnTo>
                      <a:lnTo>
                        <a:pt x="1628" y="245"/>
                      </a:lnTo>
                      <a:lnTo>
                        <a:pt x="1628" y="246"/>
                      </a:lnTo>
                      <a:lnTo>
                        <a:pt x="1630" y="246"/>
                      </a:lnTo>
                      <a:lnTo>
                        <a:pt x="1632" y="246"/>
                      </a:lnTo>
                      <a:lnTo>
                        <a:pt x="1633" y="246"/>
                      </a:lnTo>
                      <a:lnTo>
                        <a:pt x="1635" y="246"/>
                      </a:lnTo>
                      <a:lnTo>
                        <a:pt x="1635" y="248"/>
                      </a:lnTo>
                      <a:lnTo>
                        <a:pt x="1637" y="248"/>
                      </a:lnTo>
                      <a:lnTo>
                        <a:pt x="1639" y="248"/>
                      </a:lnTo>
                      <a:lnTo>
                        <a:pt x="1641" y="246"/>
                      </a:lnTo>
                      <a:lnTo>
                        <a:pt x="1642" y="246"/>
                      </a:lnTo>
                      <a:lnTo>
                        <a:pt x="1644" y="246"/>
                      </a:lnTo>
                      <a:lnTo>
                        <a:pt x="1646" y="246"/>
                      </a:lnTo>
                      <a:lnTo>
                        <a:pt x="1646" y="248"/>
                      </a:lnTo>
                      <a:lnTo>
                        <a:pt x="1646" y="246"/>
                      </a:lnTo>
                      <a:lnTo>
                        <a:pt x="1648" y="246"/>
                      </a:lnTo>
                      <a:lnTo>
                        <a:pt x="1650" y="248"/>
                      </a:lnTo>
                      <a:lnTo>
                        <a:pt x="1652" y="248"/>
                      </a:lnTo>
                      <a:lnTo>
                        <a:pt x="1652" y="246"/>
                      </a:lnTo>
                      <a:lnTo>
                        <a:pt x="1653" y="246"/>
                      </a:lnTo>
                      <a:lnTo>
                        <a:pt x="1653" y="245"/>
                      </a:lnTo>
                      <a:lnTo>
                        <a:pt x="1655" y="245"/>
                      </a:lnTo>
                      <a:lnTo>
                        <a:pt x="1657" y="246"/>
                      </a:lnTo>
                      <a:lnTo>
                        <a:pt x="1657" y="245"/>
                      </a:lnTo>
                      <a:lnTo>
                        <a:pt x="1659" y="245"/>
                      </a:lnTo>
                      <a:lnTo>
                        <a:pt x="1659" y="243"/>
                      </a:lnTo>
                      <a:lnTo>
                        <a:pt x="1657" y="243"/>
                      </a:lnTo>
                      <a:lnTo>
                        <a:pt x="1657" y="241"/>
                      </a:lnTo>
                      <a:lnTo>
                        <a:pt x="1659" y="241"/>
                      </a:lnTo>
                      <a:lnTo>
                        <a:pt x="1657" y="239"/>
                      </a:lnTo>
                      <a:lnTo>
                        <a:pt x="1659" y="239"/>
                      </a:lnTo>
                      <a:lnTo>
                        <a:pt x="1657" y="239"/>
                      </a:lnTo>
                      <a:lnTo>
                        <a:pt x="1657" y="237"/>
                      </a:lnTo>
                      <a:lnTo>
                        <a:pt x="1655" y="237"/>
                      </a:lnTo>
                      <a:lnTo>
                        <a:pt x="1655" y="235"/>
                      </a:lnTo>
                      <a:lnTo>
                        <a:pt x="1653" y="234"/>
                      </a:lnTo>
                      <a:lnTo>
                        <a:pt x="1653" y="232"/>
                      </a:lnTo>
                      <a:lnTo>
                        <a:pt x="1652" y="228"/>
                      </a:lnTo>
                      <a:lnTo>
                        <a:pt x="1650" y="228"/>
                      </a:lnTo>
                      <a:lnTo>
                        <a:pt x="1650" y="226"/>
                      </a:lnTo>
                      <a:lnTo>
                        <a:pt x="1648" y="226"/>
                      </a:lnTo>
                      <a:lnTo>
                        <a:pt x="1648" y="224"/>
                      </a:lnTo>
                      <a:lnTo>
                        <a:pt x="1646" y="224"/>
                      </a:lnTo>
                      <a:lnTo>
                        <a:pt x="1644" y="224"/>
                      </a:lnTo>
                      <a:lnTo>
                        <a:pt x="1646" y="224"/>
                      </a:lnTo>
                      <a:lnTo>
                        <a:pt x="1644" y="224"/>
                      </a:lnTo>
                      <a:lnTo>
                        <a:pt x="1644" y="223"/>
                      </a:lnTo>
                      <a:lnTo>
                        <a:pt x="1642" y="223"/>
                      </a:lnTo>
                      <a:lnTo>
                        <a:pt x="1642" y="221"/>
                      </a:lnTo>
                      <a:lnTo>
                        <a:pt x="1641" y="221"/>
                      </a:lnTo>
                      <a:lnTo>
                        <a:pt x="1642" y="221"/>
                      </a:lnTo>
                      <a:lnTo>
                        <a:pt x="1641" y="221"/>
                      </a:lnTo>
                      <a:lnTo>
                        <a:pt x="1639" y="221"/>
                      </a:lnTo>
                      <a:lnTo>
                        <a:pt x="1639" y="219"/>
                      </a:lnTo>
                      <a:lnTo>
                        <a:pt x="1637" y="219"/>
                      </a:lnTo>
                      <a:lnTo>
                        <a:pt x="1637" y="217"/>
                      </a:lnTo>
                      <a:lnTo>
                        <a:pt x="1639" y="217"/>
                      </a:lnTo>
                      <a:lnTo>
                        <a:pt x="1637" y="217"/>
                      </a:lnTo>
                      <a:lnTo>
                        <a:pt x="1633" y="215"/>
                      </a:lnTo>
                      <a:lnTo>
                        <a:pt x="1630" y="215"/>
                      </a:lnTo>
                      <a:lnTo>
                        <a:pt x="1630" y="213"/>
                      </a:lnTo>
                      <a:lnTo>
                        <a:pt x="1630" y="210"/>
                      </a:lnTo>
                      <a:lnTo>
                        <a:pt x="1626" y="208"/>
                      </a:lnTo>
                      <a:lnTo>
                        <a:pt x="1622" y="208"/>
                      </a:lnTo>
                      <a:lnTo>
                        <a:pt x="1617" y="206"/>
                      </a:lnTo>
                      <a:lnTo>
                        <a:pt x="1610" y="199"/>
                      </a:lnTo>
                      <a:lnTo>
                        <a:pt x="1608" y="199"/>
                      </a:lnTo>
                      <a:lnTo>
                        <a:pt x="1606" y="199"/>
                      </a:lnTo>
                      <a:lnTo>
                        <a:pt x="1604" y="199"/>
                      </a:lnTo>
                      <a:lnTo>
                        <a:pt x="1604" y="197"/>
                      </a:lnTo>
                      <a:lnTo>
                        <a:pt x="1602" y="197"/>
                      </a:lnTo>
                      <a:lnTo>
                        <a:pt x="1600" y="197"/>
                      </a:lnTo>
                      <a:lnTo>
                        <a:pt x="1599" y="197"/>
                      </a:lnTo>
                      <a:lnTo>
                        <a:pt x="1597" y="197"/>
                      </a:lnTo>
                      <a:lnTo>
                        <a:pt x="1595" y="197"/>
                      </a:lnTo>
                      <a:lnTo>
                        <a:pt x="1593" y="197"/>
                      </a:lnTo>
                      <a:lnTo>
                        <a:pt x="1591" y="197"/>
                      </a:lnTo>
                      <a:lnTo>
                        <a:pt x="1590" y="197"/>
                      </a:lnTo>
                      <a:lnTo>
                        <a:pt x="1588" y="197"/>
                      </a:lnTo>
                      <a:lnTo>
                        <a:pt x="1586" y="197"/>
                      </a:lnTo>
                      <a:lnTo>
                        <a:pt x="1584" y="197"/>
                      </a:lnTo>
                      <a:lnTo>
                        <a:pt x="1582" y="197"/>
                      </a:lnTo>
                      <a:lnTo>
                        <a:pt x="1582" y="199"/>
                      </a:lnTo>
                      <a:lnTo>
                        <a:pt x="1580" y="199"/>
                      </a:lnTo>
                      <a:lnTo>
                        <a:pt x="1577" y="203"/>
                      </a:lnTo>
                      <a:lnTo>
                        <a:pt x="1573" y="204"/>
                      </a:lnTo>
                      <a:lnTo>
                        <a:pt x="1573" y="206"/>
                      </a:lnTo>
                      <a:lnTo>
                        <a:pt x="1571" y="206"/>
                      </a:lnTo>
                      <a:lnTo>
                        <a:pt x="1568" y="210"/>
                      </a:lnTo>
                      <a:lnTo>
                        <a:pt x="1564" y="208"/>
                      </a:lnTo>
                      <a:lnTo>
                        <a:pt x="1557" y="204"/>
                      </a:lnTo>
                      <a:lnTo>
                        <a:pt x="1553" y="203"/>
                      </a:lnTo>
                      <a:lnTo>
                        <a:pt x="1549" y="203"/>
                      </a:lnTo>
                      <a:lnTo>
                        <a:pt x="1548" y="201"/>
                      </a:lnTo>
                      <a:lnTo>
                        <a:pt x="1546" y="201"/>
                      </a:lnTo>
                      <a:lnTo>
                        <a:pt x="1542" y="203"/>
                      </a:lnTo>
                      <a:lnTo>
                        <a:pt x="1540" y="203"/>
                      </a:lnTo>
                      <a:lnTo>
                        <a:pt x="1538" y="203"/>
                      </a:lnTo>
                      <a:lnTo>
                        <a:pt x="1533" y="204"/>
                      </a:lnTo>
                      <a:lnTo>
                        <a:pt x="1527" y="203"/>
                      </a:lnTo>
                      <a:lnTo>
                        <a:pt x="1526" y="203"/>
                      </a:lnTo>
                      <a:lnTo>
                        <a:pt x="1522" y="204"/>
                      </a:lnTo>
                      <a:lnTo>
                        <a:pt x="1520" y="204"/>
                      </a:lnTo>
                      <a:lnTo>
                        <a:pt x="1517" y="210"/>
                      </a:lnTo>
                      <a:lnTo>
                        <a:pt x="1515" y="210"/>
                      </a:lnTo>
                      <a:lnTo>
                        <a:pt x="1513" y="208"/>
                      </a:lnTo>
                      <a:lnTo>
                        <a:pt x="1502" y="201"/>
                      </a:lnTo>
                      <a:lnTo>
                        <a:pt x="1502" y="199"/>
                      </a:lnTo>
                      <a:lnTo>
                        <a:pt x="1502" y="197"/>
                      </a:lnTo>
                      <a:lnTo>
                        <a:pt x="1502" y="195"/>
                      </a:lnTo>
                      <a:lnTo>
                        <a:pt x="1500" y="193"/>
                      </a:lnTo>
                      <a:lnTo>
                        <a:pt x="1502" y="193"/>
                      </a:lnTo>
                      <a:lnTo>
                        <a:pt x="1500" y="193"/>
                      </a:lnTo>
                      <a:lnTo>
                        <a:pt x="1500" y="192"/>
                      </a:lnTo>
                      <a:lnTo>
                        <a:pt x="1506" y="190"/>
                      </a:lnTo>
                      <a:lnTo>
                        <a:pt x="1511" y="188"/>
                      </a:lnTo>
                      <a:lnTo>
                        <a:pt x="1511" y="179"/>
                      </a:lnTo>
                      <a:lnTo>
                        <a:pt x="1517" y="171"/>
                      </a:lnTo>
                      <a:lnTo>
                        <a:pt x="1520" y="168"/>
                      </a:lnTo>
                      <a:lnTo>
                        <a:pt x="1518" y="168"/>
                      </a:lnTo>
                      <a:lnTo>
                        <a:pt x="1522" y="162"/>
                      </a:lnTo>
                      <a:lnTo>
                        <a:pt x="1533" y="148"/>
                      </a:lnTo>
                      <a:lnTo>
                        <a:pt x="1535" y="144"/>
                      </a:lnTo>
                      <a:lnTo>
                        <a:pt x="1538" y="137"/>
                      </a:lnTo>
                      <a:lnTo>
                        <a:pt x="1540" y="135"/>
                      </a:lnTo>
                      <a:lnTo>
                        <a:pt x="1544" y="131"/>
                      </a:lnTo>
                      <a:lnTo>
                        <a:pt x="1544" y="133"/>
                      </a:lnTo>
                      <a:lnTo>
                        <a:pt x="1548" y="135"/>
                      </a:lnTo>
                      <a:lnTo>
                        <a:pt x="1549" y="135"/>
                      </a:lnTo>
                      <a:lnTo>
                        <a:pt x="1551" y="137"/>
                      </a:lnTo>
                      <a:lnTo>
                        <a:pt x="1553" y="137"/>
                      </a:lnTo>
                      <a:lnTo>
                        <a:pt x="1557" y="137"/>
                      </a:lnTo>
                      <a:lnTo>
                        <a:pt x="1559" y="139"/>
                      </a:lnTo>
                      <a:lnTo>
                        <a:pt x="1560" y="139"/>
                      </a:lnTo>
                      <a:lnTo>
                        <a:pt x="1564" y="140"/>
                      </a:lnTo>
                      <a:lnTo>
                        <a:pt x="1566" y="140"/>
                      </a:lnTo>
                      <a:lnTo>
                        <a:pt x="1569" y="139"/>
                      </a:lnTo>
                      <a:lnTo>
                        <a:pt x="1571" y="140"/>
                      </a:lnTo>
                      <a:lnTo>
                        <a:pt x="1573" y="140"/>
                      </a:lnTo>
                      <a:lnTo>
                        <a:pt x="1577" y="142"/>
                      </a:lnTo>
                      <a:lnTo>
                        <a:pt x="1579" y="142"/>
                      </a:lnTo>
                      <a:lnTo>
                        <a:pt x="1580" y="142"/>
                      </a:lnTo>
                      <a:lnTo>
                        <a:pt x="1584" y="144"/>
                      </a:lnTo>
                      <a:lnTo>
                        <a:pt x="1586" y="144"/>
                      </a:lnTo>
                      <a:lnTo>
                        <a:pt x="1584" y="144"/>
                      </a:lnTo>
                      <a:lnTo>
                        <a:pt x="1586" y="144"/>
                      </a:lnTo>
                      <a:lnTo>
                        <a:pt x="1584" y="144"/>
                      </a:lnTo>
                      <a:lnTo>
                        <a:pt x="1586" y="142"/>
                      </a:lnTo>
                      <a:lnTo>
                        <a:pt x="1584" y="142"/>
                      </a:lnTo>
                      <a:lnTo>
                        <a:pt x="1586" y="142"/>
                      </a:lnTo>
                      <a:lnTo>
                        <a:pt x="1588" y="142"/>
                      </a:lnTo>
                      <a:lnTo>
                        <a:pt x="1588" y="140"/>
                      </a:lnTo>
                      <a:lnTo>
                        <a:pt x="1590" y="140"/>
                      </a:lnTo>
                      <a:lnTo>
                        <a:pt x="1591" y="140"/>
                      </a:lnTo>
                      <a:lnTo>
                        <a:pt x="1593" y="140"/>
                      </a:lnTo>
                      <a:lnTo>
                        <a:pt x="1593" y="139"/>
                      </a:lnTo>
                      <a:lnTo>
                        <a:pt x="1593" y="140"/>
                      </a:lnTo>
                      <a:lnTo>
                        <a:pt x="1593" y="139"/>
                      </a:lnTo>
                      <a:lnTo>
                        <a:pt x="1595" y="139"/>
                      </a:lnTo>
                      <a:lnTo>
                        <a:pt x="1595" y="137"/>
                      </a:lnTo>
                      <a:lnTo>
                        <a:pt x="1595" y="139"/>
                      </a:lnTo>
                      <a:lnTo>
                        <a:pt x="1597" y="139"/>
                      </a:lnTo>
                      <a:lnTo>
                        <a:pt x="1597" y="137"/>
                      </a:lnTo>
                      <a:lnTo>
                        <a:pt x="1597" y="139"/>
                      </a:lnTo>
                      <a:lnTo>
                        <a:pt x="1597" y="137"/>
                      </a:lnTo>
                      <a:lnTo>
                        <a:pt x="1599" y="137"/>
                      </a:lnTo>
                      <a:lnTo>
                        <a:pt x="1597" y="137"/>
                      </a:lnTo>
                      <a:lnTo>
                        <a:pt x="1597" y="135"/>
                      </a:lnTo>
                      <a:lnTo>
                        <a:pt x="1599" y="135"/>
                      </a:lnTo>
                      <a:lnTo>
                        <a:pt x="1599" y="137"/>
                      </a:lnTo>
                      <a:lnTo>
                        <a:pt x="1599" y="135"/>
                      </a:lnTo>
                      <a:lnTo>
                        <a:pt x="1600" y="135"/>
                      </a:lnTo>
                      <a:lnTo>
                        <a:pt x="1602" y="135"/>
                      </a:lnTo>
                      <a:lnTo>
                        <a:pt x="1602" y="133"/>
                      </a:lnTo>
                      <a:lnTo>
                        <a:pt x="1604" y="133"/>
                      </a:lnTo>
                      <a:lnTo>
                        <a:pt x="1602" y="133"/>
                      </a:lnTo>
                      <a:lnTo>
                        <a:pt x="1604" y="133"/>
                      </a:lnTo>
                      <a:lnTo>
                        <a:pt x="1602" y="133"/>
                      </a:lnTo>
                      <a:lnTo>
                        <a:pt x="1604" y="133"/>
                      </a:lnTo>
                      <a:lnTo>
                        <a:pt x="1602" y="133"/>
                      </a:lnTo>
                      <a:lnTo>
                        <a:pt x="1604" y="133"/>
                      </a:lnTo>
                      <a:lnTo>
                        <a:pt x="1606" y="133"/>
                      </a:lnTo>
                      <a:lnTo>
                        <a:pt x="1606" y="131"/>
                      </a:lnTo>
                      <a:lnTo>
                        <a:pt x="1608" y="131"/>
                      </a:lnTo>
                      <a:lnTo>
                        <a:pt x="1606" y="131"/>
                      </a:lnTo>
                      <a:lnTo>
                        <a:pt x="1608" y="131"/>
                      </a:lnTo>
                      <a:lnTo>
                        <a:pt x="1606" y="131"/>
                      </a:lnTo>
                      <a:lnTo>
                        <a:pt x="1608" y="131"/>
                      </a:lnTo>
                      <a:lnTo>
                        <a:pt x="1606" y="131"/>
                      </a:lnTo>
                      <a:lnTo>
                        <a:pt x="1608" y="131"/>
                      </a:lnTo>
                      <a:lnTo>
                        <a:pt x="1608" y="129"/>
                      </a:lnTo>
                      <a:lnTo>
                        <a:pt x="1610" y="129"/>
                      </a:lnTo>
                      <a:lnTo>
                        <a:pt x="1611" y="129"/>
                      </a:lnTo>
                      <a:lnTo>
                        <a:pt x="1611" y="128"/>
                      </a:lnTo>
                      <a:lnTo>
                        <a:pt x="1611" y="129"/>
                      </a:lnTo>
                      <a:lnTo>
                        <a:pt x="1613" y="129"/>
                      </a:lnTo>
                      <a:lnTo>
                        <a:pt x="1613" y="128"/>
                      </a:lnTo>
                      <a:lnTo>
                        <a:pt x="1615" y="128"/>
                      </a:lnTo>
                      <a:lnTo>
                        <a:pt x="1617" y="128"/>
                      </a:lnTo>
                      <a:lnTo>
                        <a:pt x="1619" y="128"/>
                      </a:lnTo>
                      <a:lnTo>
                        <a:pt x="1617" y="128"/>
                      </a:lnTo>
                      <a:lnTo>
                        <a:pt x="1619" y="128"/>
                      </a:lnTo>
                      <a:lnTo>
                        <a:pt x="1621" y="128"/>
                      </a:lnTo>
                      <a:lnTo>
                        <a:pt x="1622" y="128"/>
                      </a:lnTo>
                      <a:lnTo>
                        <a:pt x="1624" y="128"/>
                      </a:lnTo>
                      <a:lnTo>
                        <a:pt x="1622" y="128"/>
                      </a:lnTo>
                      <a:lnTo>
                        <a:pt x="1624" y="128"/>
                      </a:lnTo>
                      <a:lnTo>
                        <a:pt x="1626" y="128"/>
                      </a:lnTo>
                      <a:lnTo>
                        <a:pt x="1628" y="128"/>
                      </a:lnTo>
                      <a:lnTo>
                        <a:pt x="1628" y="126"/>
                      </a:lnTo>
                      <a:lnTo>
                        <a:pt x="1628" y="128"/>
                      </a:lnTo>
                      <a:lnTo>
                        <a:pt x="1628" y="126"/>
                      </a:lnTo>
                      <a:lnTo>
                        <a:pt x="1630" y="126"/>
                      </a:lnTo>
                      <a:lnTo>
                        <a:pt x="1632" y="126"/>
                      </a:lnTo>
                      <a:lnTo>
                        <a:pt x="1632" y="124"/>
                      </a:lnTo>
                      <a:lnTo>
                        <a:pt x="1633" y="124"/>
                      </a:lnTo>
                      <a:lnTo>
                        <a:pt x="1632" y="124"/>
                      </a:lnTo>
                      <a:lnTo>
                        <a:pt x="1633" y="124"/>
                      </a:lnTo>
                      <a:lnTo>
                        <a:pt x="1635" y="124"/>
                      </a:lnTo>
                      <a:lnTo>
                        <a:pt x="1635" y="122"/>
                      </a:lnTo>
                      <a:lnTo>
                        <a:pt x="1637" y="122"/>
                      </a:lnTo>
                      <a:lnTo>
                        <a:pt x="1637" y="120"/>
                      </a:lnTo>
                      <a:lnTo>
                        <a:pt x="1635" y="120"/>
                      </a:lnTo>
                      <a:lnTo>
                        <a:pt x="1637" y="120"/>
                      </a:lnTo>
                      <a:lnTo>
                        <a:pt x="1637" y="118"/>
                      </a:lnTo>
                      <a:lnTo>
                        <a:pt x="1637" y="117"/>
                      </a:lnTo>
                      <a:lnTo>
                        <a:pt x="1637" y="115"/>
                      </a:lnTo>
                      <a:lnTo>
                        <a:pt x="1639" y="115"/>
                      </a:lnTo>
                      <a:lnTo>
                        <a:pt x="1637" y="115"/>
                      </a:lnTo>
                      <a:lnTo>
                        <a:pt x="1639" y="115"/>
                      </a:lnTo>
                      <a:lnTo>
                        <a:pt x="1637" y="115"/>
                      </a:lnTo>
                      <a:lnTo>
                        <a:pt x="1637" y="113"/>
                      </a:lnTo>
                      <a:lnTo>
                        <a:pt x="1639" y="113"/>
                      </a:lnTo>
                      <a:lnTo>
                        <a:pt x="1637" y="113"/>
                      </a:lnTo>
                      <a:lnTo>
                        <a:pt x="1635" y="113"/>
                      </a:lnTo>
                      <a:lnTo>
                        <a:pt x="1635" y="115"/>
                      </a:lnTo>
                      <a:lnTo>
                        <a:pt x="1635" y="113"/>
                      </a:lnTo>
                      <a:lnTo>
                        <a:pt x="1633" y="113"/>
                      </a:lnTo>
                      <a:lnTo>
                        <a:pt x="1633" y="115"/>
                      </a:lnTo>
                      <a:lnTo>
                        <a:pt x="1633" y="113"/>
                      </a:lnTo>
                      <a:lnTo>
                        <a:pt x="1632" y="113"/>
                      </a:lnTo>
                      <a:lnTo>
                        <a:pt x="1630" y="113"/>
                      </a:lnTo>
                      <a:lnTo>
                        <a:pt x="1632" y="113"/>
                      </a:lnTo>
                      <a:lnTo>
                        <a:pt x="1630" y="113"/>
                      </a:lnTo>
                      <a:lnTo>
                        <a:pt x="1630" y="111"/>
                      </a:lnTo>
                      <a:lnTo>
                        <a:pt x="1632" y="111"/>
                      </a:lnTo>
                      <a:lnTo>
                        <a:pt x="1633" y="111"/>
                      </a:lnTo>
                      <a:lnTo>
                        <a:pt x="1633" y="109"/>
                      </a:lnTo>
                      <a:lnTo>
                        <a:pt x="1635" y="109"/>
                      </a:lnTo>
                      <a:lnTo>
                        <a:pt x="1633" y="109"/>
                      </a:lnTo>
                      <a:lnTo>
                        <a:pt x="1635" y="109"/>
                      </a:lnTo>
                      <a:lnTo>
                        <a:pt x="1633" y="109"/>
                      </a:lnTo>
                      <a:lnTo>
                        <a:pt x="1633" y="107"/>
                      </a:lnTo>
                      <a:lnTo>
                        <a:pt x="1635" y="107"/>
                      </a:lnTo>
                      <a:lnTo>
                        <a:pt x="1635" y="106"/>
                      </a:lnTo>
                      <a:lnTo>
                        <a:pt x="1635" y="104"/>
                      </a:lnTo>
                      <a:lnTo>
                        <a:pt x="1637" y="104"/>
                      </a:lnTo>
                      <a:lnTo>
                        <a:pt x="1639" y="104"/>
                      </a:lnTo>
                      <a:lnTo>
                        <a:pt x="1639" y="102"/>
                      </a:lnTo>
                      <a:lnTo>
                        <a:pt x="1641" y="102"/>
                      </a:lnTo>
                      <a:lnTo>
                        <a:pt x="1641" y="100"/>
                      </a:lnTo>
                      <a:lnTo>
                        <a:pt x="1642" y="100"/>
                      </a:lnTo>
                      <a:lnTo>
                        <a:pt x="1642" y="98"/>
                      </a:lnTo>
                      <a:lnTo>
                        <a:pt x="1644" y="98"/>
                      </a:lnTo>
                      <a:lnTo>
                        <a:pt x="1642" y="98"/>
                      </a:lnTo>
                      <a:lnTo>
                        <a:pt x="1642" y="96"/>
                      </a:lnTo>
                      <a:lnTo>
                        <a:pt x="1644" y="96"/>
                      </a:lnTo>
                      <a:lnTo>
                        <a:pt x="1642" y="96"/>
                      </a:lnTo>
                      <a:lnTo>
                        <a:pt x="1642" y="95"/>
                      </a:lnTo>
                      <a:lnTo>
                        <a:pt x="1644" y="95"/>
                      </a:lnTo>
                      <a:lnTo>
                        <a:pt x="1644" y="93"/>
                      </a:lnTo>
                      <a:lnTo>
                        <a:pt x="1646" y="93"/>
                      </a:lnTo>
                      <a:lnTo>
                        <a:pt x="1646" y="91"/>
                      </a:lnTo>
                      <a:lnTo>
                        <a:pt x="1648" y="91"/>
                      </a:lnTo>
                      <a:lnTo>
                        <a:pt x="1648" y="89"/>
                      </a:lnTo>
                      <a:lnTo>
                        <a:pt x="1650" y="89"/>
                      </a:lnTo>
                      <a:lnTo>
                        <a:pt x="1652" y="89"/>
                      </a:lnTo>
                      <a:lnTo>
                        <a:pt x="1652" y="87"/>
                      </a:lnTo>
                      <a:lnTo>
                        <a:pt x="1650" y="87"/>
                      </a:lnTo>
                      <a:lnTo>
                        <a:pt x="1652" y="87"/>
                      </a:lnTo>
                      <a:lnTo>
                        <a:pt x="1652" y="86"/>
                      </a:lnTo>
                      <a:lnTo>
                        <a:pt x="1653" y="86"/>
                      </a:lnTo>
                      <a:lnTo>
                        <a:pt x="1652" y="86"/>
                      </a:lnTo>
                      <a:lnTo>
                        <a:pt x="1652" y="84"/>
                      </a:lnTo>
                      <a:lnTo>
                        <a:pt x="1653" y="86"/>
                      </a:lnTo>
                      <a:lnTo>
                        <a:pt x="1653" y="84"/>
                      </a:lnTo>
                      <a:lnTo>
                        <a:pt x="1652" y="84"/>
                      </a:lnTo>
                      <a:lnTo>
                        <a:pt x="1653" y="84"/>
                      </a:lnTo>
                      <a:lnTo>
                        <a:pt x="1652" y="84"/>
                      </a:lnTo>
                      <a:lnTo>
                        <a:pt x="1652" y="82"/>
                      </a:lnTo>
                      <a:lnTo>
                        <a:pt x="1653" y="82"/>
                      </a:lnTo>
                      <a:lnTo>
                        <a:pt x="1653" y="84"/>
                      </a:lnTo>
                      <a:lnTo>
                        <a:pt x="1655" y="82"/>
                      </a:lnTo>
                      <a:lnTo>
                        <a:pt x="1653" y="82"/>
                      </a:lnTo>
                      <a:lnTo>
                        <a:pt x="1655" y="82"/>
                      </a:lnTo>
                      <a:lnTo>
                        <a:pt x="1653" y="80"/>
                      </a:lnTo>
                      <a:lnTo>
                        <a:pt x="1655" y="80"/>
                      </a:lnTo>
                      <a:lnTo>
                        <a:pt x="1657" y="80"/>
                      </a:lnTo>
                      <a:lnTo>
                        <a:pt x="1657" y="78"/>
                      </a:lnTo>
                      <a:lnTo>
                        <a:pt x="1659" y="78"/>
                      </a:lnTo>
                      <a:lnTo>
                        <a:pt x="1657" y="76"/>
                      </a:lnTo>
                      <a:lnTo>
                        <a:pt x="1659" y="76"/>
                      </a:lnTo>
                      <a:lnTo>
                        <a:pt x="1659" y="75"/>
                      </a:lnTo>
                      <a:lnTo>
                        <a:pt x="1661" y="75"/>
                      </a:lnTo>
                      <a:lnTo>
                        <a:pt x="1661" y="73"/>
                      </a:lnTo>
                      <a:lnTo>
                        <a:pt x="1661" y="71"/>
                      </a:lnTo>
                      <a:lnTo>
                        <a:pt x="1663" y="71"/>
                      </a:lnTo>
                      <a:lnTo>
                        <a:pt x="1663" y="69"/>
                      </a:lnTo>
                      <a:lnTo>
                        <a:pt x="1663" y="67"/>
                      </a:lnTo>
                      <a:lnTo>
                        <a:pt x="1664" y="67"/>
                      </a:lnTo>
                      <a:lnTo>
                        <a:pt x="1664" y="65"/>
                      </a:lnTo>
                      <a:lnTo>
                        <a:pt x="1664" y="67"/>
                      </a:lnTo>
                      <a:lnTo>
                        <a:pt x="1666" y="67"/>
                      </a:lnTo>
                      <a:lnTo>
                        <a:pt x="1666" y="65"/>
                      </a:lnTo>
                      <a:lnTo>
                        <a:pt x="1668" y="65"/>
                      </a:lnTo>
                      <a:lnTo>
                        <a:pt x="1668" y="64"/>
                      </a:lnTo>
                      <a:lnTo>
                        <a:pt x="1670" y="64"/>
                      </a:lnTo>
                      <a:lnTo>
                        <a:pt x="1672" y="64"/>
                      </a:lnTo>
                      <a:lnTo>
                        <a:pt x="1672" y="62"/>
                      </a:lnTo>
                      <a:lnTo>
                        <a:pt x="1673" y="62"/>
                      </a:lnTo>
                      <a:lnTo>
                        <a:pt x="1675" y="62"/>
                      </a:lnTo>
                      <a:lnTo>
                        <a:pt x="1675" y="60"/>
                      </a:lnTo>
                      <a:lnTo>
                        <a:pt x="1677" y="60"/>
                      </a:lnTo>
                      <a:lnTo>
                        <a:pt x="1677" y="58"/>
                      </a:lnTo>
                      <a:lnTo>
                        <a:pt x="1679" y="58"/>
                      </a:lnTo>
                      <a:lnTo>
                        <a:pt x="1681" y="58"/>
                      </a:lnTo>
                      <a:lnTo>
                        <a:pt x="1683" y="58"/>
                      </a:lnTo>
                      <a:lnTo>
                        <a:pt x="1684" y="58"/>
                      </a:lnTo>
                      <a:lnTo>
                        <a:pt x="1684" y="56"/>
                      </a:lnTo>
                      <a:lnTo>
                        <a:pt x="1686" y="56"/>
                      </a:lnTo>
                      <a:lnTo>
                        <a:pt x="1686" y="54"/>
                      </a:lnTo>
                      <a:lnTo>
                        <a:pt x="1684" y="54"/>
                      </a:lnTo>
                      <a:lnTo>
                        <a:pt x="1684" y="53"/>
                      </a:lnTo>
                      <a:lnTo>
                        <a:pt x="1686" y="53"/>
                      </a:lnTo>
                      <a:lnTo>
                        <a:pt x="1688" y="53"/>
                      </a:lnTo>
                      <a:lnTo>
                        <a:pt x="1688" y="51"/>
                      </a:lnTo>
                      <a:lnTo>
                        <a:pt x="1688" y="49"/>
                      </a:lnTo>
                      <a:lnTo>
                        <a:pt x="1688" y="47"/>
                      </a:lnTo>
                      <a:lnTo>
                        <a:pt x="1688" y="45"/>
                      </a:lnTo>
                      <a:lnTo>
                        <a:pt x="1686" y="45"/>
                      </a:lnTo>
                      <a:lnTo>
                        <a:pt x="1686" y="43"/>
                      </a:lnTo>
                      <a:lnTo>
                        <a:pt x="1684" y="43"/>
                      </a:lnTo>
                      <a:lnTo>
                        <a:pt x="1683" y="43"/>
                      </a:lnTo>
                      <a:lnTo>
                        <a:pt x="1683" y="42"/>
                      </a:lnTo>
                      <a:lnTo>
                        <a:pt x="1684" y="42"/>
                      </a:lnTo>
                      <a:lnTo>
                        <a:pt x="1684" y="40"/>
                      </a:lnTo>
                      <a:lnTo>
                        <a:pt x="1684" y="38"/>
                      </a:lnTo>
                      <a:lnTo>
                        <a:pt x="1686" y="38"/>
                      </a:lnTo>
                      <a:lnTo>
                        <a:pt x="1686" y="36"/>
                      </a:lnTo>
                      <a:lnTo>
                        <a:pt x="1684" y="36"/>
                      </a:lnTo>
                      <a:lnTo>
                        <a:pt x="1686" y="36"/>
                      </a:lnTo>
                      <a:lnTo>
                        <a:pt x="1686" y="34"/>
                      </a:lnTo>
                      <a:lnTo>
                        <a:pt x="1684" y="34"/>
                      </a:lnTo>
                      <a:lnTo>
                        <a:pt x="1683" y="34"/>
                      </a:lnTo>
                      <a:lnTo>
                        <a:pt x="1683" y="33"/>
                      </a:lnTo>
                      <a:lnTo>
                        <a:pt x="1681" y="33"/>
                      </a:lnTo>
                      <a:lnTo>
                        <a:pt x="1679" y="33"/>
                      </a:lnTo>
                      <a:lnTo>
                        <a:pt x="1677" y="33"/>
                      </a:lnTo>
                      <a:lnTo>
                        <a:pt x="1677" y="31"/>
                      </a:lnTo>
                      <a:lnTo>
                        <a:pt x="1677" y="33"/>
                      </a:lnTo>
                      <a:lnTo>
                        <a:pt x="1675" y="33"/>
                      </a:lnTo>
                      <a:lnTo>
                        <a:pt x="1673" y="33"/>
                      </a:lnTo>
                      <a:lnTo>
                        <a:pt x="1672" y="33"/>
                      </a:lnTo>
                      <a:lnTo>
                        <a:pt x="1668" y="33"/>
                      </a:lnTo>
                      <a:lnTo>
                        <a:pt x="1668" y="34"/>
                      </a:lnTo>
                      <a:lnTo>
                        <a:pt x="1664" y="34"/>
                      </a:lnTo>
                      <a:lnTo>
                        <a:pt x="1663" y="34"/>
                      </a:lnTo>
                      <a:lnTo>
                        <a:pt x="1663" y="33"/>
                      </a:lnTo>
                      <a:lnTo>
                        <a:pt x="1663" y="31"/>
                      </a:lnTo>
                      <a:lnTo>
                        <a:pt x="1663" y="29"/>
                      </a:lnTo>
                      <a:lnTo>
                        <a:pt x="1663" y="27"/>
                      </a:lnTo>
                      <a:lnTo>
                        <a:pt x="1664" y="27"/>
                      </a:lnTo>
                      <a:lnTo>
                        <a:pt x="1664" y="25"/>
                      </a:lnTo>
                      <a:lnTo>
                        <a:pt x="1666" y="25"/>
                      </a:lnTo>
                      <a:lnTo>
                        <a:pt x="1668" y="25"/>
                      </a:lnTo>
                      <a:lnTo>
                        <a:pt x="1670" y="23"/>
                      </a:lnTo>
                      <a:lnTo>
                        <a:pt x="1672" y="23"/>
                      </a:lnTo>
                      <a:lnTo>
                        <a:pt x="1673" y="23"/>
                      </a:lnTo>
                      <a:lnTo>
                        <a:pt x="1673" y="22"/>
                      </a:lnTo>
                      <a:lnTo>
                        <a:pt x="1675" y="22"/>
                      </a:lnTo>
                      <a:lnTo>
                        <a:pt x="1675" y="20"/>
                      </a:lnTo>
                      <a:lnTo>
                        <a:pt x="1677" y="18"/>
                      </a:lnTo>
                      <a:lnTo>
                        <a:pt x="1679" y="18"/>
                      </a:lnTo>
                      <a:lnTo>
                        <a:pt x="1679" y="16"/>
                      </a:lnTo>
                      <a:lnTo>
                        <a:pt x="1681" y="16"/>
                      </a:lnTo>
                      <a:lnTo>
                        <a:pt x="1683" y="16"/>
                      </a:lnTo>
                      <a:lnTo>
                        <a:pt x="1684" y="14"/>
                      </a:lnTo>
                      <a:lnTo>
                        <a:pt x="1686" y="14"/>
                      </a:lnTo>
                      <a:lnTo>
                        <a:pt x="1686" y="12"/>
                      </a:lnTo>
                      <a:lnTo>
                        <a:pt x="1684" y="12"/>
                      </a:lnTo>
                      <a:lnTo>
                        <a:pt x="1686" y="12"/>
                      </a:lnTo>
                      <a:lnTo>
                        <a:pt x="1686" y="11"/>
                      </a:lnTo>
                      <a:lnTo>
                        <a:pt x="1688" y="11"/>
                      </a:lnTo>
                      <a:lnTo>
                        <a:pt x="1690" y="11"/>
                      </a:lnTo>
                      <a:lnTo>
                        <a:pt x="1690" y="9"/>
                      </a:lnTo>
                      <a:lnTo>
                        <a:pt x="1692" y="9"/>
                      </a:lnTo>
                      <a:lnTo>
                        <a:pt x="1694" y="9"/>
                      </a:lnTo>
                      <a:lnTo>
                        <a:pt x="1695" y="9"/>
                      </a:lnTo>
                      <a:lnTo>
                        <a:pt x="1697" y="9"/>
                      </a:lnTo>
                      <a:lnTo>
                        <a:pt x="1699" y="9"/>
                      </a:lnTo>
                      <a:lnTo>
                        <a:pt x="1701" y="9"/>
                      </a:lnTo>
                      <a:lnTo>
                        <a:pt x="1699" y="9"/>
                      </a:lnTo>
                      <a:lnTo>
                        <a:pt x="1701" y="9"/>
                      </a:lnTo>
                      <a:lnTo>
                        <a:pt x="1703" y="9"/>
                      </a:lnTo>
                      <a:lnTo>
                        <a:pt x="1705" y="9"/>
                      </a:lnTo>
                      <a:lnTo>
                        <a:pt x="1706" y="9"/>
                      </a:lnTo>
                      <a:lnTo>
                        <a:pt x="1708" y="9"/>
                      </a:lnTo>
                      <a:lnTo>
                        <a:pt x="1708" y="7"/>
                      </a:lnTo>
                      <a:lnTo>
                        <a:pt x="1710" y="7"/>
                      </a:lnTo>
                      <a:lnTo>
                        <a:pt x="1712" y="7"/>
                      </a:lnTo>
                      <a:lnTo>
                        <a:pt x="1714" y="7"/>
                      </a:lnTo>
                      <a:lnTo>
                        <a:pt x="1715" y="7"/>
                      </a:lnTo>
                      <a:lnTo>
                        <a:pt x="1717" y="7"/>
                      </a:lnTo>
                      <a:lnTo>
                        <a:pt x="1719" y="5"/>
                      </a:lnTo>
                      <a:lnTo>
                        <a:pt x="1721" y="5"/>
                      </a:lnTo>
                      <a:lnTo>
                        <a:pt x="1723" y="5"/>
                      </a:lnTo>
                      <a:lnTo>
                        <a:pt x="1725" y="5"/>
                      </a:lnTo>
                      <a:lnTo>
                        <a:pt x="1726" y="3"/>
                      </a:lnTo>
                      <a:lnTo>
                        <a:pt x="1728" y="3"/>
                      </a:lnTo>
                      <a:lnTo>
                        <a:pt x="1730" y="3"/>
                      </a:lnTo>
                      <a:lnTo>
                        <a:pt x="1732" y="3"/>
                      </a:lnTo>
                      <a:lnTo>
                        <a:pt x="1734" y="3"/>
                      </a:lnTo>
                      <a:lnTo>
                        <a:pt x="1736" y="3"/>
                      </a:lnTo>
                      <a:lnTo>
                        <a:pt x="1737" y="3"/>
                      </a:lnTo>
                      <a:lnTo>
                        <a:pt x="1737" y="1"/>
                      </a:lnTo>
                      <a:lnTo>
                        <a:pt x="1739" y="1"/>
                      </a:lnTo>
                      <a:lnTo>
                        <a:pt x="1741" y="1"/>
                      </a:lnTo>
                      <a:lnTo>
                        <a:pt x="1743" y="1"/>
                      </a:lnTo>
                      <a:lnTo>
                        <a:pt x="1745" y="1"/>
                      </a:lnTo>
                      <a:lnTo>
                        <a:pt x="1747" y="1"/>
                      </a:lnTo>
                      <a:lnTo>
                        <a:pt x="1747" y="3"/>
                      </a:lnTo>
                      <a:lnTo>
                        <a:pt x="1748" y="3"/>
                      </a:lnTo>
                      <a:lnTo>
                        <a:pt x="1750" y="3"/>
                      </a:lnTo>
                      <a:lnTo>
                        <a:pt x="1752" y="3"/>
                      </a:lnTo>
                      <a:lnTo>
                        <a:pt x="1754" y="1"/>
                      </a:lnTo>
                      <a:lnTo>
                        <a:pt x="1756" y="3"/>
                      </a:lnTo>
                      <a:lnTo>
                        <a:pt x="1757" y="3"/>
                      </a:lnTo>
                      <a:lnTo>
                        <a:pt x="1759" y="1"/>
                      </a:lnTo>
                      <a:lnTo>
                        <a:pt x="1761" y="3"/>
                      </a:lnTo>
                      <a:lnTo>
                        <a:pt x="1763" y="3"/>
                      </a:lnTo>
                      <a:lnTo>
                        <a:pt x="1765" y="1"/>
                      </a:lnTo>
                      <a:lnTo>
                        <a:pt x="1767" y="1"/>
                      </a:lnTo>
                      <a:lnTo>
                        <a:pt x="1768" y="1"/>
                      </a:lnTo>
                      <a:lnTo>
                        <a:pt x="1770" y="1"/>
                      </a:lnTo>
                      <a:lnTo>
                        <a:pt x="1772" y="1"/>
                      </a:lnTo>
                      <a:lnTo>
                        <a:pt x="1774" y="1"/>
                      </a:lnTo>
                      <a:lnTo>
                        <a:pt x="1774" y="0"/>
                      </a:lnTo>
                      <a:lnTo>
                        <a:pt x="1776" y="0"/>
                      </a:lnTo>
                      <a:lnTo>
                        <a:pt x="1778" y="0"/>
                      </a:lnTo>
                      <a:lnTo>
                        <a:pt x="1779" y="0"/>
                      </a:lnTo>
                      <a:lnTo>
                        <a:pt x="1781" y="0"/>
                      </a:lnTo>
                      <a:lnTo>
                        <a:pt x="1783" y="0"/>
                      </a:lnTo>
                      <a:lnTo>
                        <a:pt x="1785" y="0"/>
                      </a:lnTo>
                      <a:lnTo>
                        <a:pt x="1785" y="1"/>
                      </a:lnTo>
                      <a:lnTo>
                        <a:pt x="1787" y="1"/>
                      </a:lnTo>
                      <a:lnTo>
                        <a:pt x="1785" y="0"/>
                      </a:lnTo>
                      <a:lnTo>
                        <a:pt x="1787" y="0"/>
                      </a:lnTo>
                      <a:lnTo>
                        <a:pt x="1788" y="0"/>
                      </a:lnTo>
                      <a:lnTo>
                        <a:pt x="1787" y="0"/>
                      </a:lnTo>
                      <a:lnTo>
                        <a:pt x="1787" y="1"/>
                      </a:lnTo>
                      <a:lnTo>
                        <a:pt x="1788" y="1"/>
                      </a:lnTo>
                      <a:lnTo>
                        <a:pt x="1788" y="0"/>
                      </a:lnTo>
                      <a:lnTo>
                        <a:pt x="1790" y="0"/>
                      </a:lnTo>
                      <a:lnTo>
                        <a:pt x="1792" y="0"/>
                      </a:lnTo>
                      <a:lnTo>
                        <a:pt x="1792" y="1"/>
                      </a:lnTo>
                      <a:lnTo>
                        <a:pt x="1794" y="1"/>
                      </a:lnTo>
                      <a:lnTo>
                        <a:pt x="1796" y="1"/>
                      </a:lnTo>
                      <a:lnTo>
                        <a:pt x="1798" y="1"/>
                      </a:lnTo>
                      <a:lnTo>
                        <a:pt x="1799" y="1"/>
                      </a:lnTo>
                      <a:lnTo>
                        <a:pt x="1801" y="1"/>
                      </a:lnTo>
                      <a:lnTo>
                        <a:pt x="1801" y="3"/>
                      </a:lnTo>
                      <a:lnTo>
                        <a:pt x="1803" y="3"/>
                      </a:lnTo>
                      <a:lnTo>
                        <a:pt x="1805" y="5"/>
                      </a:lnTo>
                      <a:lnTo>
                        <a:pt x="1807" y="5"/>
                      </a:lnTo>
                      <a:lnTo>
                        <a:pt x="1809" y="7"/>
                      </a:lnTo>
                      <a:lnTo>
                        <a:pt x="1810" y="5"/>
                      </a:lnTo>
                      <a:lnTo>
                        <a:pt x="1812" y="5"/>
                      </a:lnTo>
                      <a:lnTo>
                        <a:pt x="1814" y="7"/>
                      </a:lnTo>
                      <a:lnTo>
                        <a:pt x="1816" y="7"/>
                      </a:lnTo>
                      <a:lnTo>
                        <a:pt x="1816" y="9"/>
                      </a:lnTo>
                      <a:lnTo>
                        <a:pt x="1818" y="9"/>
                      </a:lnTo>
                      <a:lnTo>
                        <a:pt x="1818" y="11"/>
                      </a:lnTo>
                      <a:lnTo>
                        <a:pt x="1820" y="11"/>
                      </a:lnTo>
                      <a:lnTo>
                        <a:pt x="1821" y="11"/>
                      </a:lnTo>
                      <a:lnTo>
                        <a:pt x="1821" y="12"/>
                      </a:lnTo>
                      <a:lnTo>
                        <a:pt x="1823" y="12"/>
                      </a:lnTo>
                      <a:lnTo>
                        <a:pt x="1825" y="11"/>
                      </a:lnTo>
                      <a:lnTo>
                        <a:pt x="1827" y="12"/>
                      </a:lnTo>
                      <a:lnTo>
                        <a:pt x="1829" y="12"/>
                      </a:lnTo>
                      <a:lnTo>
                        <a:pt x="1829" y="14"/>
                      </a:lnTo>
                      <a:lnTo>
                        <a:pt x="1830" y="14"/>
                      </a:lnTo>
                      <a:lnTo>
                        <a:pt x="1832" y="14"/>
                      </a:lnTo>
                      <a:lnTo>
                        <a:pt x="1834" y="14"/>
                      </a:lnTo>
                      <a:lnTo>
                        <a:pt x="1834" y="16"/>
                      </a:lnTo>
                      <a:lnTo>
                        <a:pt x="1836" y="16"/>
                      </a:lnTo>
                      <a:lnTo>
                        <a:pt x="1836" y="14"/>
                      </a:lnTo>
                      <a:lnTo>
                        <a:pt x="1836" y="12"/>
                      </a:lnTo>
                      <a:lnTo>
                        <a:pt x="1838" y="12"/>
                      </a:lnTo>
                      <a:lnTo>
                        <a:pt x="1840" y="12"/>
                      </a:lnTo>
                      <a:lnTo>
                        <a:pt x="1841" y="12"/>
                      </a:lnTo>
                      <a:lnTo>
                        <a:pt x="1843" y="12"/>
                      </a:lnTo>
                      <a:lnTo>
                        <a:pt x="1845" y="12"/>
                      </a:lnTo>
                      <a:lnTo>
                        <a:pt x="1847" y="12"/>
                      </a:lnTo>
                      <a:lnTo>
                        <a:pt x="1849" y="12"/>
                      </a:lnTo>
                      <a:lnTo>
                        <a:pt x="1851" y="12"/>
                      </a:lnTo>
                      <a:lnTo>
                        <a:pt x="1851" y="14"/>
                      </a:lnTo>
                      <a:lnTo>
                        <a:pt x="1852" y="14"/>
                      </a:lnTo>
                      <a:lnTo>
                        <a:pt x="1854" y="14"/>
                      </a:lnTo>
                      <a:lnTo>
                        <a:pt x="1856" y="14"/>
                      </a:lnTo>
                      <a:lnTo>
                        <a:pt x="1858" y="16"/>
                      </a:lnTo>
                      <a:lnTo>
                        <a:pt x="1858" y="18"/>
                      </a:lnTo>
                      <a:lnTo>
                        <a:pt x="1860" y="16"/>
                      </a:lnTo>
                      <a:lnTo>
                        <a:pt x="1861" y="16"/>
                      </a:lnTo>
                      <a:lnTo>
                        <a:pt x="1863" y="16"/>
                      </a:lnTo>
                      <a:lnTo>
                        <a:pt x="1861" y="18"/>
                      </a:lnTo>
                      <a:lnTo>
                        <a:pt x="1863" y="18"/>
                      </a:lnTo>
                      <a:lnTo>
                        <a:pt x="1865" y="20"/>
                      </a:lnTo>
                      <a:lnTo>
                        <a:pt x="1867" y="20"/>
                      </a:lnTo>
                      <a:lnTo>
                        <a:pt x="1865" y="20"/>
                      </a:lnTo>
                      <a:lnTo>
                        <a:pt x="1865" y="22"/>
                      </a:lnTo>
                      <a:lnTo>
                        <a:pt x="1863" y="22"/>
                      </a:lnTo>
                      <a:lnTo>
                        <a:pt x="1863" y="23"/>
                      </a:lnTo>
                      <a:lnTo>
                        <a:pt x="1865" y="23"/>
                      </a:lnTo>
                      <a:lnTo>
                        <a:pt x="1867" y="23"/>
                      </a:lnTo>
                      <a:lnTo>
                        <a:pt x="1869" y="23"/>
                      </a:lnTo>
                      <a:lnTo>
                        <a:pt x="1871" y="23"/>
                      </a:lnTo>
                      <a:lnTo>
                        <a:pt x="1871" y="25"/>
                      </a:lnTo>
                      <a:lnTo>
                        <a:pt x="1872" y="25"/>
                      </a:lnTo>
                      <a:lnTo>
                        <a:pt x="1872" y="27"/>
                      </a:lnTo>
                      <a:lnTo>
                        <a:pt x="1874" y="27"/>
                      </a:lnTo>
                      <a:lnTo>
                        <a:pt x="1876" y="27"/>
                      </a:lnTo>
                      <a:lnTo>
                        <a:pt x="1876" y="25"/>
                      </a:lnTo>
                      <a:lnTo>
                        <a:pt x="1878" y="25"/>
                      </a:lnTo>
                      <a:lnTo>
                        <a:pt x="1878" y="27"/>
                      </a:lnTo>
                      <a:lnTo>
                        <a:pt x="1880" y="27"/>
                      </a:lnTo>
                      <a:lnTo>
                        <a:pt x="1878" y="27"/>
                      </a:lnTo>
                      <a:lnTo>
                        <a:pt x="1876" y="29"/>
                      </a:lnTo>
                      <a:lnTo>
                        <a:pt x="1878" y="29"/>
                      </a:lnTo>
                      <a:lnTo>
                        <a:pt x="1878" y="31"/>
                      </a:lnTo>
                      <a:lnTo>
                        <a:pt x="1876" y="31"/>
                      </a:lnTo>
                      <a:lnTo>
                        <a:pt x="1874" y="31"/>
                      </a:lnTo>
                      <a:lnTo>
                        <a:pt x="1874" y="33"/>
                      </a:lnTo>
                      <a:lnTo>
                        <a:pt x="1876" y="33"/>
                      </a:lnTo>
                      <a:lnTo>
                        <a:pt x="1876" y="34"/>
                      </a:lnTo>
                      <a:lnTo>
                        <a:pt x="1878" y="33"/>
                      </a:lnTo>
                      <a:lnTo>
                        <a:pt x="1880" y="34"/>
                      </a:lnTo>
                      <a:lnTo>
                        <a:pt x="1882" y="34"/>
                      </a:lnTo>
                      <a:lnTo>
                        <a:pt x="1882" y="36"/>
                      </a:lnTo>
                      <a:lnTo>
                        <a:pt x="1883" y="36"/>
                      </a:lnTo>
                      <a:lnTo>
                        <a:pt x="1882" y="36"/>
                      </a:lnTo>
                      <a:lnTo>
                        <a:pt x="1882" y="38"/>
                      </a:lnTo>
                      <a:lnTo>
                        <a:pt x="1883" y="38"/>
                      </a:lnTo>
                      <a:lnTo>
                        <a:pt x="1885" y="38"/>
                      </a:lnTo>
                      <a:lnTo>
                        <a:pt x="1887" y="40"/>
                      </a:lnTo>
                      <a:lnTo>
                        <a:pt x="1887" y="42"/>
                      </a:lnTo>
                      <a:lnTo>
                        <a:pt x="1887" y="43"/>
                      </a:lnTo>
                      <a:lnTo>
                        <a:pt x="1889" y="43"/>
                      </a:lnTo>
                      <a:lnTo>
                        <a:pt x="1891" y="43"/>
                      </a:lnTo>
                      <a:lnTo>
                        <a:pt x="1891" y="45"/>
                      </a:lnTo>
                      <a:lnTo>
                        <a:pt x="1889" y="45"/>
                      </a:lnTo>
                      <a:lnTo>
                        <a:pt x="1887" y="45"/>
                      </a:lnTo>
                      <a:lnTo>
                        <a:pt x="1887" y="47"/>
                      </a:lnTo>
                      <a:lnTo>
                        <a:pt x="1885" y="47"/>
                      </a:lnTo>
                      <a:lnTo>
                        <a:pt x="1887" y="47"/>
                      </a:lnTo>
                      <a:lnTo>
                        <a:pt x="1889" y="47"/>
                      </a:lnTo>
                      <a:lnTo>
                        <a:pt x="1889" y="49"/>
                      </a:lnTo>
                      <a:lnTo>
                        <a:pt x="1889" y="47"/>
                      </a:lnTo>
                      <a:lnTo>
                        <a:pt x="1891" y="47"/>
                      </a:lnTo>
                      <a:lnTo>
                        <a:pt x="1891" y="49"/>
                      </a:lnTo>
                      <a:lnTo>
                        <a:pt x="1893" y="49"/>
                      </a:lnTo>
                      <a:lnTo>
                        <a:pt x="1894" y="49"/>
                      </a:lnTo>
                      <a:lnTo>
                        <a:pt x="1896" y="51"/>
                      </a:lnTo>
                      <a:lnTo>
                        <a:pt x="1894" y="51"/>
                      </a:lnTo>
                      <a:lnTo>
                        <a:pt x="1894" y="53"/>
                      </a:lnTo>
                      <a:lnTo>
                        <a:pt x="1893" y="53"/>
                      </a:lnTo>
                      <a:lnTo>
                        <a:pt x="1891" y="54"/>
                      </a:lnTo>
                      <a:lnTo>
                        <a:pt x="1893" y="54"/>
                      </a:lnTo>
                      <a:lnTo>
                        <a:pt x="1893" y="56"/>
                      </a:lnTo>
                      <a:lnTo>
                        <a:pt x="1893" y="58"/>
                      </a:lnTo>
                      <a:lnTo>
                        <a:pt x="1894" y="58"/>
                      </a:lnTo>
                      <a:lnTo>
                        <a:pt x="1896" y="60"/>
                      </a:lnTo>
                      <a:lnTo>
                        <a:pt x="1896" y="62"/>
                      </a:lnTo>
                      <a:lnTo>
                        <a:pt x="1898" y="62"/>
                      </a:lnTo>
                      <a:lnTo>
                        <a:pt x="1898" y="64"/>
                      </a:lnTo>
                      <a:lnTo>
                        <a:pt x="1900" y="64"/>
                      </a:lnTo>
                      <a:lnTo>
                        <a:pt x="1898" y="64"/>
                      </a:lnTo>
                      <a:lnTo>
                        <a:pt x="1900" y="64"/>
                      </a:lnTo>
                      <a:lnTo>
                        <a:pt x="1902" y="64"/>
                      </a:lnTo>
                      <a:lnTo>
                        <a:pt x="1902" y="65"/>
                      </a:lnTo>
                      <a:lnTo>
                        <a:pt x="1902" y="67"/>
                      </a:lnTo>
                      <a:lnTo>
                        <a:pt x="1900" y="69"/>
                      </a:lnTo>
                      <a:lnTo>
                        <a:pt x="1902" y="71"/>
                      </a:lnTo>
                      <a:lnTo>
                        <a:pt x="1903" y="71"/>
                      </a:lnTo>
                      <a:lnTo>
                        <a:pt x="1905" y="71"/>
                      </a:lnTo>
                      <a:lnTo>
                        <a:pt x="1905" y="73"/>
                      </a:lnTo>
                      <a:lnTo>
                        <a:pt x="1903" y="73"/>
                      </a:lnTo>
                      <a:lnTo>
                        <a:pt x="1903" y="75"/>
                      </a:lnTo>
                      <a:lnTo>
                        <a:pt x="1905" y="76"/>
                      </a:lnTo>
                      <a:lnTo>
                        <a:pt x="1907" y="76"/>
                      </a:lnTo>
                      <a:lnTo>
                        <a:pt x="1909" y="76"/>
                      </a:lnTo>
                      <a:lnTo>
                        <a:pt x="1909" y="78"/>
                      </a:lnTo>
                      <a:lnTo>
                        <a:pt x="1907" y="78"/>
                      </a:lnTo>
                      <a:lnTo>
                        <a:pt x="1905" y="78"/>
                      </a:lnTo>
                      <a:lnTo>
                        <a:pt x="1905" y="80"/>
                      </a:lnTo>
                      <a:lnTo>
                        <a:pt x="1905" y="82"/>
                      </a:lnTo>
                      <a:lnTo>
                        <a:pt x="1907" y="82"/>
                      </a:lnTo>
                      <a:lnTo>
                        <a:pt x="1909" y="82"/>
                      </a:lnTo>
                      <a:lnTo>
                        <a:pt x="1907" y="80"/>
                      </a:lnTo>
                      <a:lnTo>
                        <a:pt x="1907" y="78"/>
                      </a:lnTo>
                      <a:lnTo>
                        <a:pt x="1909" y="78"/>
                      </a:lnTo>
                      <a:lnTo>
                        <a:pt x="1911" y="78"/>
                      </a:lnTo>
                      <a:lnTo>
                        <a:pt x="1911" y="80"/>
                      </a:lnTo>
                      <a:lnTo>
                        <a:pt x="1909" y="80"/>
                      </a:lnTo>
                      <a:lnTo>
                        <a:pt x="1909" y="82"/>
                      </a:lnTo>
                      <a:lnTo>
                        <a:pt x="1907" y="82"/>
                      </a:lnTo>
                      <a:lnTo>
                        <a:pt x="1907" y="84"/>
                      </a:lnTo>
                      <a:lnTo>
                        <a:pt x="1909" y="86"/>
                      </a:lnTo>
                      <a:lnTo>
                        <a:pt x="1909" y="87"/>
                      </a:lnTo>
                      <a:lnTo>
                        <a:pt x="1909" y="89"/>
                      </a:lnTo>
                      <a:lnTo>
                        <a:pt x="1911" y="89"/>
                      </a:lnTo>
                      <a:lnTo>
                        <a:pt x="1913" y="91"/>
                      </a:lnTo>
                      <a:lnTo>
                        <a:pt x="1913" y="93"/>
                      </a:lnTo>
                      <a:lnTo>
                        <a:pt x="1914" y="93"/>
                      </a:lnTo>
                      <a:lnTo>
                        <a:pt x="1916" y="93"/>
                      </a:lnTo>
                      <a:lnTo>
                        <a:pt x="1916" y="95"/>
                      </a:lnTo>
                      <a:lnTo>
                        <a:pt x="1918" y="96"/>
                      </a:lnTo>
                      <a:lnTo>
                        <a:pt x="1918" y="98"/>
                      </a:lnTo>
                      <a:lnTo>
                        <a:pt x="1920" y="98"/>
                      </a:lnTo>
                      <a:lnTo>
                        <a:pt x="1922" y="100"/>
                      </a:lnTo>
                      <a:lnTo>
                        <a:pt x="1922" y="102"/>
                      </a:lnTo>
                      <a:lnTo>
                        <a:pt x="1922" y="104"/>
                      </a:lnTo>
                      <a:lnTo>
                        <a:pt x="1924" y="104"/>
                      </a:lnTo>
                      <a:lnTo>
                        <a:pt x="1924" y="106"/>
                      </a:lnTo>
                      <a:lnTo>
                        <a:pt x="1924" y="107"/>
                      </a:lnTo>
                      <a:lnTo>
                        <a:pt x="1922" y="107"/>
                      </a:lnTo>
                      <a:lnTo>
                        <a:pt x="1922" y="109"/>
                      </a:lnTo>
                      <a:lnTo>
                        <a:pt x="1922" y="111"/>
                      </a:lnTo>
                      <a:lnTo>
                        <a:pt x="1924" y="111"/>
                      </a:lnTo>
                      <a:lnTo>
                        <a:pt x="1924" y="113"/>
                      </a:lnTo>
                      <a:lnTo>
                        <a:pt x="1924" y="115"/>
                      </a:lnTo>
                      <a:lnTo>
                        <a:pt x="1925" y="117"/>
                      </a:lnTo>
                      <a:lnTo>
                        <a:pt x="1927" y="117"/>
                      </a:lnTo>
                      <a:lnTo>
                        <a:pt x="1929" y="117"/>
                      </a:lnTo>
                      <a:lnTo>
                        <a:pt x="1931" y="117"/>
                      </a:lnTo>
                      <a:lnTo>
                        <a:pt x="1931" y="118"/>
                      </a:lnTo>
                      <a:lnTo>
                        <a:pt x="1933" y="118"/>
                      </a:lnTo>
                      <a:lnTo>
                        <a:pt x="1933" y="120"/>
                      </a:lnTo>
                      <a:lnTo>
                        <a:pt x="1931" y="120"/>
                      </a:lnTo>
                      <a:lnTo>
                        <a:pt x="1931" y="122"/>
                      </a:lnTo>
                      <a:lnTo>
                        <a:pt x="1929" y="124"/>
                      </a:lnTo>
                      <a:lnTo>
                        <a:pt x="1929" y="126"/>
                      </a:lnTo>
                      <a:lnTo>
                        <a:pt x="1929" y="128"/>
                      </a:lnTo>
                      <a:lnTo>
                        <a:pt x="1929" y="129"/>
                      </a:lnTo>
                      <a:lnTo>
                        <a:pt x="1931" y="129"/>
                      </a:lnTo>
                      <a:lnTo>
                        <a:pt x="1929" y="131"/>
                      </a:lnTo>
                      <a:lnTo>
                        <a:pt x="1929" y="133"/>
                      </a:lnTo>
                      <a:lnTo>
                        <a:pt x="1931" y="133"/>
                      </a:lnTo>
                      <a:lnTo>
                        <a:pt x="1933" y="133"/>
                      </a:lnTo>
                      <a:lnTo>
                        <a:pt x="1933" y="135"/>
                      </a:lnTo>
                      <a:lnTo>
                        <a:pt x="1934" y="135"/>
                      </a:lnTo>
                      <a:lnTo>
                        <a:pt x="1934" y="137"/>
                      </a:lnTo>
                      <a:lnTo>
                        <a:pt x="1936" y="139"/>
                      </a:lnTo>
                      <a:lnTo>
                        <a:pt x="1938" y="139"/>
                      </a:lnTo>
                      <a:lnTo>
                        <a:pt x="1938" y="140"/>
                      </a:lnTo>
                      <a:lnTo>
                        <a:pt x="1940" y="142"/>
                      </a:lnTo>
                      <a:lnTo>
                        <a:pt x="1942" y="142"/>
                      </a:lnTo>
                      <a:lnTo>
                        <a:pt x="1944" y="142"/>
                      </a:lnTo>
                      <a:lnTo>
                        <a:pt x="1945" y="140"/>
                      </a:lnTo>
                      <a:lnTo>
                        <a:pt x="1945" y="142"/>
                      </a:lnTo>
                      <a:lnTo>
                        <a:pt x="1947" y="142"/>
                      </a:lnTo>
                      <a:lnTo>
                        <a:pt x="1949" y="144"/>
                      </a:lnTo>
                      <a:lnTo>
                        <a:pt x="1949" y="142"/>
                      </a:lnTo>
                      <a:lnTo>
                        <a:pt x="1951" y="142"/>
                      </a:lnTo>
                      <a:lnTo>
                        <a:pt x="1953" y="142"/>
                      </a:lnTo>
                      <a:lnTo>
                        <a:pt x="1953" y="144"/>
                      </a:lnTo>
                      <a:lnTo>
                        <a:pt x="1955" y="144"/>
                      </a:lnTo>
                      <a:lnTo>
                        <a:pt x="1956" y="144"/>
                      </a:lnTo>
                      <a:lnTo>
                        <a:pt x="1958" y="142"/>
                      </a:lnTo>
                      <a:lnTo>
                        <a:pt x="1960" y="142"/>
                      </a:lnTo>
                      <a:lnTo>
                        <a:pt x="1960" y="140"/>
                      </a:lnTo>
                      <a:lnTo>
                        <a:pt x="1966" y="140"/>
                      </a:lnTo>
                      <a:lnTo>
                        <a:pt x="1967" y="140"/>
                      </a:lnTo>
                      <a:lnTo>
                        <a:pt x="1969" y="140"/>
                      </a:lnTo>
                      <a:lnTo>
                        <a:pt x="1969" y="142"/>
                      </a:lnTo>
                      <a:lnTo>
                        <a:pt x="1971" y="142"/>
                      </a:lnTo>
                      <a:lnTo>
                        <a:pt x="1973" y="142"/>
                      </a:lnTo>
                      <a:lnTo>
                        <a:pt x="1973" y="140"/>
                      </a:lnTo>
                      <a:lnTo>
                        <a:pt x="1975" y="140"/>
                      </a:lnTo>
                      <a:lnTo>
                        <a:pt x="1975" y="142"/>
                      </a:lnTo>
                      <a:lnTo>
                        <a:pt x="1976" y="142"/>
                      </a:lnTo>
                      <a:lnTo>
                        <a:pt x="1975" y="142"/>
                      </a:lnTo>
                      <a:lnTo>
                        <a:pt x="1975" y="144"/>
                      </a:lnTo>
                      <a:lnTo>
                        <a:pt x="1973" y="144"/>
                      </a:lnTo>
                      <a:lnTo>
                        <a:pt x="1975" y="146"/>
                      </a:lnTo>
                      <a:lnTo>
                        <a:pt x="1976" y="146"/>
                      </a:lnTo>
                      <a:lnTo>
                        <a:pt x="1978" y="146"/>
                      </a:lnTo>
                      <a:lnTo>
                        <a:pt x="1980" y="146"/>
                      </a:lnTo>
                      <a:lnTo>
                        <a:pt x="1982" y="146"/>
                      </a:lnTo>
                      <a:lnTo>
                        <a:pt x="1984" y="146"/>
                      </a:lnTo>
                      <a:lnTo>
                        <a:pt x="1984" y="148"/>
                      </a:lnTo>
                      <a:lnTo>
                        <a:pt x="1984" y="150"/>
                      </a:lnTo>
                      <a:lnTo>
                        <a:pt x="1986" y="150"/>
                      </a:lnTo>
                      <a:lnTo>
                        <a:pt x="1987" y="150"/>
                      </a:lnTo>
                      <a:lnTo>
                        <a:pt x="1989" y="150"/>
                      </a:lnTo>
                      <a:lnTo>
                        <a:pt x="1989" y="148"/>
                      </a:lnTo>
                      <a:lnTo>
                        <a:pt x="1991" y="148"/>
                      </a:lnTo>
                      <a:lnTo>
                        <a:pt x="1993" y="148"/>
                      </a:lnTo>
                      <a:lnTo>
                        <a:pt x="1993" y="150"/>
                      </a:lnTo>
                      <a:lnTo>
                        <a:pt x="1995" y="150"/>
                      </a:lnTo>
                      <a:lnTo>
                        <a:pt x="1997" y="150"/>
                      </a:lnTo>
                      <a:lnTo>
                        <a:pt x="1997" y="148"/>
                      </a:lnTo>
                      <a:lnTo>
                        <a:pt x="1998" y="148"/>
                      </a:lnTo>
                      <a:lnTo>
                        <a:pt x="1998" y="146"/>
                      </a:lnTo>
                      <a:lnTo>
                        <a:pt x="1998" y="148"/>
                      </a:lnTo>
                      <a:lnTo>
                        <a:pt x="2000" y="148"/>
                      </a:lnTo>
                      <a:lnTo>
                        <a:pt x="2002" y="148"/>
                      </a:lnTo>
                      <a:lnTo>
                        <a:pt x="2002" y="150"/>
                      </a:lnTo>
                      <a:lnTo>
                        <a:pt x="2002" y="151"/>
                      </a:lnTo>
                      <a:lnTo>
                        <a:pt x="2004" y="151"/>
                      </a:lnTo>
                      <a:lnTo>
                        <a:pt x="2004" y="153"/>
                      </a:lnTo>
                      <a:lnTo>
                        <a:pt x="2006" y="151"/>
                      </a:lnTo>
                      <a:lnTo>
                        <a:pt x="2007" y="151"/>
                      </a:lnTo>
                      <a:lnTo>
                        <a:pt x="2009" y="153"/>
                      </a:lnTo>
                      <a:lnTo>
                        <a:pt x="2009" y="155"/>
                      </a:lnTo>
                      <a:lnTo>
                        <a:pt x="2011" y="155"/>
                      </a:lnTo>
                      <a:lnTo>
                        <a:pt x="2013" y="157"/>
                      </a:lnTo>
                      <a:lnTo>
                        <a:pt x="2011" y="157"/>
                      </a:lnTo>
                      <a:lnTo>
                        <a:pt x="2013" y="159"/>
                      </a:lnTo>
                      <a:lnTo>
                        <a:pt x="2015" y="159"/>
                      </a:lnTo>
                      <a:lnTo>
                        <a:pt x="2015" y="160"/>
                      </a:lnTo>
                      <a:lnTo>
                        <a:pt x="2017" y="160"/>
                      </a:lnTo>
                      <a:lnTo>
                        <a:pt x="2018" y="160"/>
                      </a:lnTo>
                      <a:lnTo>
                        <a:pt x="2018" y="162"/>
                      </a:lnTo>
                      <a:lnTo>
                        <a:pt x="2020" y="162"/>
                      </a:lnTo>
                      <a:lnTo>
                        <a:pt x="2020" y="164"/>
                      </a:lnTo>
                      <a:lnTo>
                        <a:pt x="2022" y="164"/>
                      </a:lnTo>
                      <a:lnTo>
                        <a:pt x="2024" y="166"/>
                      </a:lnTo>
                      <a:lnTo>
                        <a:pt x="2026" y="166"/>
                      </a:lnTo>
                      <a:lnTo>
                        <a:pt x="2026" y="168"/>
                      </a:lnTo>
                      <a:lnTo>
                        <a:pt x="2028" y="168"/>
                      </a:lnTo>
                      <a:lnTo>
                        <a:pt x="2029" y="166"/>
                      </a:lnTo>
                      <a:lnTo>
                        <a:pt x="2029" y="168"/>
                      </a:lnTo>
                      <a:lnTo>
                        <a:pt x="2029" y="166"/>
                      </a:lnTo>
                      <a:lnTo>
                        <a:pt x="2031" y="166"/>
                      </a:lnTo>
                      <a:lnTo>
                        <a:pt x="2033" y="166"/>
                      </a:lnTo>
                      <a:lnTo>
                        <a:pt x="2035" y="166"/>
                      </a:lnTo>
                      <a:lnTo>
                        <a:pt x="2037" y="166"/>
                      </a:lnTo>
                      <a:lnTo>
                        <a:pt x="2037" y="168"/>
                      </a:lnTo>
                      <a:lnTo>
                        <a:pt x="2039" y="168"/>
                      </a:lnTo>
                      <a:lnTo>
                        <a:pt x="2040" y="166"/>
                      </a:lnTo>
                      <a:lnTo>
                        <a:pt x="2042" y="166"/>
                      </a:lnTo>
                      <a:lnTo>
                        <a:pt x="2042" y="168"/>
                      </a:lnTo>
                      <a:lnTo>
                        <a:pt x="2040" y="170"/>
                      </a:lnTo>
                      <a:lnTo>
                        <a:pt x="2040" y="171"/>
                      </a:lnTo>
                      <a:lnTo>
                        <a:pt x="2039" y="171"/>
                      </a:lnTo>
                      <a:lnTo>
                        <a:pt x="2039" y="173"/>
                      </a:lnTo>
                      <a:lnTo>
                        <a:pt x="2039" y="175"/>
                      </a:lnTo>
                      <a:lnTo>
                        <a:pt x="2037" y="175"/>
                      </a:lnTo>
                      <a:lnTo>
                        <a:pt x="2037" y="177"/>
                      </a:lnTo>
                      <a:lnTo>
                        <a:pt x="2039" y="177"/>
                      </a:lnTo>
                      <a:lnTo>
                        <a:pt x="2040" y="177"/>
                      </a:lnTo>
                      <a:lnTo>
                        <a:pt x="2040" y="179"/>
                      </a:lnTo>
                      <a:lnTo>
                        <a:pt x="2040" y="181"/>
                      </a:lnTo>
                      <a:lnTo>
                        <a:pt x="2042" y="181"/>
                      </a:lnTo>
                      <a:lnTo>
                        <a:pt x="2044" y="181"/>
                      </a:lnTo>
                      <a:lnTo>
                        <a:pt x="2044" y="179"/>
                      </a:lnTo>
                      <a:lnTo>
                        <a:pt x="2046" y="179"/>
                      </a:lnTo>
                      <a:lnTo>
                        <a:pt x="2046" y="181"/>
                      </a:lnTo>
                      <a:lnTo>
                        <a:pt x="2044" y="182"/>
                      </a:lnTo>
                      <a:lnTo>
                        <a:pt x="2046" y="182"/>
                      </a:lnTo>
                      <a:lnTo>
                        <a:pt x="2046" y="184"/>
                      </a:lnTo>
                      <a:lnTo>
                        <a:pt x="2046" y="186"/>
                      </a:lnTo>
                      <a:lnTo>
                        <a:pt x="2048" y="186"/>
                      </a:lnTo>
                      <a:lnTo>
                        <a:pt x="2048" y="188"/>
                      </a:lnTo>
                      <a:lnTo>
                        <a:pt x="2046" y="188"/>
                      </a:lnTo>
                      <a:lnTo>
                        <a:pt x="2046" y="190"/>
                      </a:lnTo>
                      <a:lnTo>
                        <a:pt x="2046" y="192"/>
                      </a:lnTo>
                      <a:lnTo>
                        <a:pt x="2044" y="192"/>
                      </a:lnTo>
                      <a:lnTo>
                        <a:pt x="2044" y="193"/>
                      </a:lnTo>
                      <a:lnTo>
                        <a:pt x="2042" y="193"/>
                      </a:lnTo>
                      <a:lnTo>
                        <a:pt x="2042" y="195"/>
                      </a:lnTo>
                      <a:lnTo>
                        <a:pt x="2042" y="197"/>
                      </a:lnTo>
                      <a:lnTo>
                        <a:pt x="2044" y="197"/>
                      </a:lnTo>
                      <a:lnTo>
                        <a:pt x="2046" y="197"/>
                      </a:lnTo>
                      <a:lnTo>
                        <a:pt x="2049" y="201"/>
                      </a:lnTo>
                      <a:lnTo>
                        <a:pt x="2051" y="203"/>
                      </a:lnTo>
                      <a:lnTo>
                        <a:pt x="2051" y="204"/>
                      </a:lnTo>
                      <a:lnTo>
                        <a:pt x="2053" y="204"/>
                      </a:lnTo>
                      <a:lnTo>
                        <a:pt x="2053" y="206"/>
                      </a:lnTo>
                      <a:lnTo>
                        <a:pt x="2053" y="208"/>
                      </a:lnTo>
                      <a:lnTo>
                        <a:pt x="2055" y="210"/>
                      </a:lnTo>
                      <a:lnTo>
                        <a:pt x="2057" y="210"/>
                      </a:lnTo>
                      <a:lnTo>
                        <a:pt x="2059" y="210"/>
                      </a:lnTo>
                      <a:lnTo>
                        <a:pt x="2060" y="210"/>
                      </a:lnTo>
                      <a:lnTo>
                        <a:pt x="2060" y="208"/>
                      </a:lnTo>
                      <a:lnTo>
                        <a:pt x="2062" y="208"/>
                      </a:lnTo>
                      <a:lnTo>
                        <a:pt x="2064" y="208"/>
                      </a:lnTo>
                      <a:lnTo>
                        <a:pt x="2068" y="208"/>
                      </a:lnTo>
                      <a:lnTo>
                        <a:pt x="2070" y="208"/>
                      </a:lnTo>
                      <a:lnTo>
                        <a:pt x="2071" y="208"/>
                      </a:lnTo>
                      <a:lnTo>
                        <a:pt x="2073" y="208"/>
                      </a:lnTo>
                      <a:lnTo>
                        <a:pt x="2073" y="210"/>
                      </a:lnTo>
                      <a:lnTo>
                        <a:pt x="2075" y="210"/>
                      </a:lnTo>
                      <a:lnTo>
                        <a:pt x="2077" y="210"/>
                      </a:lnTo>
                      <a:lnTo>
                        <a:pt x="2079" y="208"/>
                      </a:lnTo>
                      <a:lnTo>
                        <a:pt x="2081" y="208"/>
                      </a:lnTo>
                      <a:lnTo>
                        <a:pt x="2081" y="210"/>
                      </a:lnTo>
                      <a:lnTo>
                        <a:pt x="2082" y="210"/>
                      </a:lnTo>
                      <a:lnTo>
                        <a:pt x="2084" y="210"/>
                      </a:lnTo>
                      <a:lnTo>
                        <a:pt x="2086" y="210"/>
                      </a:lnTo>
                      <a:lnTo>
                        <a:pt x="2088" y="210"/>
                      </a:lnTo>
                      <a:lnTo>
                        <a:pt x="2090" y="210"/>
                      </a:lnTo>
                      <a:lnTo>
                        <a:pt x="2090" y="208"/>
                      </a:lnTo>
                      <a:lnTo>
                        <a:pt x="2091" y="208"/>
                      </a:lnTo>
                      <a:lnTo>
                        <a:pt x="2093" y="208"/>
                      </a:lnTo>
                      <a:lnTo>
                        <a:pt x="2095" y="208"/>
                      </a:lnTo>
                      <a:lnTo>
                        <a:pt x="2097" y="208"/>
                      </a:lnTo>
                      <a:lnTo>
                        <a:pt x="2099" y="208"/>
                      </a:lnTo>
                      <a:lnTo>
                        <a:pt x="2101" y="208"/>
                      </a:lnTo>
                      <a:lnTo>
                        <a:pt x="2102" y="208"/>
                      </a:lnTo>
                      <a:lnTo>
                        <a:pt x="2104" y="208"/>
                      </a:lnTo>
                      <a:lnTo>
                        <a:pt x="2106" y="208"/>
                      </a:lnTo>
                      <a:lnTo>
                        <a:pt x="2108" y="208"/>
                      </a:lnTo>
                      <a:lnTo>
                        <a:pt x="2110" y="208"/>
                      </a:lnTo>
                      <a:lnTo>
                        <a:pt x="2112" y="208"/>
                      </a:lnTo>
                      <a:lnTo>
                        <a:pt x="2112" y="206"/>
                      </a:lnTo>
                      <a:lnTo>
                        <a:pt x="2113" y="206"/>
                      </a:lnTo>
                      <a:lnTo>
                        <a:pt x="2113" y="204"/>
                      </a:lnTo>
                      <a:lnTo>
                        <a:pt x="2115" y="204"/>
                      </a:lnTo>
                      <a:lnTo>
                        <a:pt x="2113" y="204"/>
                      </a:lnTo>
                      <a:lnTo>
                        <a:pt x="2113" y="203"/>
                      </a:lnTo>
                      <a:lnTo>
                        <a:pt x="2115" y="203"/>
                      </a:lnTo>
                      <a:lnTo>
                        <a:pt x="2113" y="203"/>
                      </a:lnTo>
                      <a:lnTo>
                        <a:pt x="2113" y="201"/>
                      </a:lnTo>
                      <a:lnTo>
                        <a:pt x="2113" y="199"/>
                      </a:lnTo>
                      <a:lnTo>
                        <a:pt x="2115" y="199"/>
                      </a:lnTo>
                      <a:lnTo>
                        <a:pt x="2117" y="201"/>
                      </a:lnTo>
                      <a:lnTo>
                        <a:pt x="2119" y="201"/>
                      </a:lnTo>
                      <a:lnTo>
                        <a:pt x="2121" y="199"/>
                      </a:lnTo>
                      <a:lnTo>
                        <a:pt x="2122" y="197"/>
                      </a:lnTo>
                      <a:lnTo>
                        <a:pt x="2124" y="197"/>
                      </a:lnTo>
                      <a:lnTo>
                        <a:pt x="2126" y="197"/>
                      </a:lnTo>
                      <a:lnTo>
                        <a:pt x="2126" y="195"/>
                      </a:lnTo>
                      <a:lnTo>
                        <a:pt x="2128" y="195"/>
                      </a:lnTo>
                      <a:lnTo>
                        <a:pt x="2130" y="195"/>
                      </a:lnTo>
                      <a:lnTo>
                        <a:pt x="2130" y="193"/>
                      </a:lnTo>
                      <a:lnTo>
                        <a:pt x="2132" y="193"/>
                      </a:lnTo>
                      <a:lnTo>
                        <a:pt x="2133" y="193"/>
                      </a:lnTo>
                      <a:lnTo>
                        <a:pt x="2135" y="193"/>
                      </a:lnTo>
                      <a:lnTo>
                        <a:pt x="2137" y="195"/>
                      </a:lnTo>
                      <a:lnTo>
                        <a:pt x="2137" y="193"/>
                      </a:lnTo>
                      <a:lnTo>
                        <a:pt x="2139" y="193"/>
                      </a:lnTo>
                      <a:lnTo>
                        <a:pt x="2141" y="193"/>
                      </a:lnTo>
                      <a:lnTo>
                        <a:pt x="2141" y="195"/>
                      </a:lnTo>
                      <a:lnTo>
                        <a:pt x="2143" y="195"/>
                      </a:lnTo>
                      <a:lnTo>
                        <a:pt x="2144" y="195"/>
                      </a:lnTo>
                      <a:lnTo>
                        <a:pt x="2144" y="193"/>
                      </a:lnTo>
                      <a:lnTo>
                        <a:pt x="2146" y="193"/>
                      </a:lnTo>
                      <a:lnTo>
                        <a:pt x="2146" y="192"/>
                      </a:lnTo>
                      <a:lnTo>
                        <a:pt x="2148" y="192"/>
                      </a:lnTo>
                      <a:lnTo>
                        <a:pt x="2150" y="192"/>
                      </a:lnTo>
                      <a:lnTo>
                        <a:pt x="2152" y="192"/>
                      </a:lnTo>
                      <a:lnTo>
                        <a:pt x="2154" y="192"/>
                      </a:lnTo>
                      <a:lnTo>
                        <a:pt x="2154" y="190"/>
                      </a:lnTo>
                      <a:lnTo>
                        <a:pt x="2155" y="190"/>
                      </a:lnTo>
                      <a:lnTo>
                        <a:pt x="2157" y="190"/>
                      </a:lnTo>
                      <a:lnTo>
                        <a:pt x="2159" y="188"/>
                      </a:lnTo>
                      <a:lnTo>
                        <a:pt x="2161" y="188"/>
                      </a:lnTo>
                      <a:lnTo>
                        <a:pt x="2163" y="188"/>
                      </a:lnTo>
                      <a:lnTo>
                        <a:pt x="2163" y="186"/>
                      </a:lnTo>
                      <a:lnTo>
                        <a:pt x="2164" y="186"/>
                      </a:lnTo>
                      <a:lnTo>
                        <a:pt x="2166" y="186"/>
                      </a:lnTo>
                      <a:lnTo>
                        <a:pt x="2168" y="186"/>
                      </a:lnTo>
                      <a:lnTo>
                        <a:pt x="2170" y="184"/>
                      </a:lnTo>
                      <a:lnTo>
                        <a:pt x="2172" y="184"/>
                      </a:lnTo>
                      <a:lnTo>
                        <a:pt x="2174" y="184"/>
                      </a:lnTo>
                      <a:lnTo>
                        <a:pt x="2175" y="184"/>
                      </a:lnTo>
                      <a:lnTo>
                        <a:pt x="2177" y="184"/>
                      </a:lnTo>
                      <a:lnTo>
                        <a:pt x="2177" y="182"/>
                      </a:lnTo>
                      <a:lnTo>
                        <a:pt x="2179" y="182"/>
                      </a:lnTo>
                      <a:lnTo>
                        <a:pt x="2181" y="182"/>
                      </a:lnTo>
                      <a:lnTo>
                        <a:pt x="2181" y="184"/>
                      </a:lnTo>
                      <a:lnTo>
                        <a:pt x="2183" y="184"/>
                      </a:lnTo>
                      <a:lnTo>
                        <a:pt x="2185" y="182"/>
                      </a:lnTo>
                      <a:lnTo>
                        <a:pt x="2186" y="182"/>
                      </a:lnTo>
                      <a:lnTo>
                        <a:pt x="2186" y="184"/>
                      </a:lnTo>
                      <a:lnTo>
                        <a:pt x="2188" y="184"/>
                      </a:lnTo>
                      <a:lnTo>
                        <a:pt x="2190" y="184"/>
                      </a:lnTo>
                      <a:lnTo>
                        <a:pt x="2188" y="184"/>
                      </a:lnTo>
                      <a:lnTo>
                        <a:pt x="2188" y="186"/>
                      </a:lnTo>
                      <a:lnTo>
                        <a:pt x="2188" y="188"/>
                      </a:lnTo>
                      <a:lnTo>
                        <a:pt x="2186" y="188"/>
                      </a:lnTo>
                      <a:lnTo>
                        <a:pt x="2186" y="190"/>
                      </a:lnTo>
                      <a:lnTo>
                        <a:pt x="2185" y="190"/>
                      </a:lnTo>
                      <a:lnTo>
                        <a:pt x="2185" y="192"/>
                      </a:lnTo>
                      <a:lnTo>
                        <a:pt x="2186" y="192"/>
                      </a:lnTo>
                      <a:lnTo>
                        <a:pt x="2185" y="193"/>
                      </a:lnTo>
                      <a:lnTo>
                        <a:pt x="2185" y="195"/>
                      </a:lnTo>
                      <a:lnTo>
                        <a:pt x="2183" y="195"/>
                      </a:lnTo>
                      <a:lnTo>
                        <a:pt x="2183" y="197"/>
                      </a:lnTo>
                      <a:lnTo>
                        <a:pt x="2181" y="197"/>
                      </a:lnTo>
                      <a:lnTo>
                        <a:pt x="2181" y="199"/>
                      </a:lnTo>
                      <a:lnTo>
                        <a:pt x="2183" y="199"/>
                      </a:lnTo>
                      <a:lnTo>
                        <a:pt x="2183" y="201"/>
                      </a:lnTo>
                      <a:lnTo>
                        <a:pt x="2185" y="201"/>
                      </a:lnTo>
                      <a:lnTo>
                        <a:pt x="2185" y="203"/>
                      </a:lnTo>
                      <a:lnTo>
                        <a:pt x="2185" y="204"/>
                      </a:lnTo>
                      <a:lnTo>
                        <a:pt x="2186" y="204"/>
                      </a:lnTo>
                      <a:lnTo>
                        <a:pt x="2188" y="206"/>
                      </a:lnTo>
                      <a:lnTo>
                        <a:pt x="2190" y="208"/>
                      </a:lnTo>
                      <a:lnTo>
                        <a:pt x="2188" y="208"/>
                      </a:lnTo>
                      <a:lnTo>
                        <a:pt x="2188" y="210"/>
                      </a:lnTo>
                      <a:lnTo>
                        <a:pt x="2186" y="210"/>
                      </a:lnTo>
                      <a:lnTo>
                        <a:pt x="2186" y="212"/>
                      </a:lnTo>
                      <a:lnTo>
                        <a:pt x="2186" y="213"/>
                      </a:lnTo>
                      <a:lnTo>
                        <a:pt x="2185" y="213"/>
                      </a:lnTo>
                      <a:lnTo>
                        <a:pt x="2183" y="215"/>
                      </a:lnTo>
                      <a:lnTo>
                        <a:pt x="2181" y="215"/>
                      </a:lnTo>
                      <a:lnTo>
                        <a:pt x="2181" y="217"/>
                      </a:lnTo>
                      <a:lnTo>
                        <a:pt x="2179" y="217"/>
                      </a:lnTo>
                      <a:lnTo>
                        <a:pt x="2177" y="217"/>
                      </a:lnTo>
                      <a:lnTo>
                        <a:pt x="2175" y="219"/>
                      </a:lnTo>
                      <a:lnTo>
                        <a:pt x="2174" y="217"/>
                      </a:lnTo>
                      <a:lnTo>
                        <a:pt x="2174" y="219"/>
                      </a:lnTo>
                      <a:lnTo>
                        <a:pt x="2172" y="219"/>
                      </a:lnTo>
                      <a:lnTo>
                        <a:pt x="2170" y="219"/>
                      </a:lnTo>
                      <a:lnTo>
                        <a:pt x="2170" y="221"/>
                      </a:lnTo>
                      <a:lnTo>
                        <a:pt x="2168" y="221"/>
                      </a:lnTo>
                      <a:lnTo>
                        <a:pt x="2168" y="223"/>
                      </a:lnTo>
                      <a:lnTo>
                        <a:pt x="2166" y="224"/>
                      </a:lnTo>
                      <a:lnTo>
                        <a:pt x="2168" y="224"/>
                      </a:lnTo>
                      <a:lnTo>
                        <a:pt x="2168" y="226"/>
                      </a:lnTo>
                      <a:lnTo>
                        <a:pt x="2168" y="228"/>
                      </a:lnTo>
                      <a:lnTo>
                        <a:pt x="2170" y="228"/>
                      </a:lnTo>
                      <a:lnTo>
                        <a:pt x="2170" y="230"/>
                      </a:lnTo>
                      <a:lnTo>
                        <a:pt x="2168" y="230"/>
                      </a:lnTo>
                      <a:lnTo>
                        <a:pt x="2166" y="230"/>
                      </a:lnTo>
                      <a:lnTo>
                        <a:pt x="2166" y="232"/>
                      </a:lnTo>
                      <a:lnTo>
                        <a:pt x="2164" y="234"/>
                      </a:lnTo>
                      <a:lnTo>
                        <a:pt x="2163" y="234"/>
                      </a:lnTo>
                      <a:lnTo>
                        <a:pt x="2163" y="235"/>
                      </a:lnTo>
                      <a:lnTo>
                        <a:pt x="2164" y="235"/>
                      </a:lnTo>
                      <a:lnTo>
                        <a:pt x="2164" y="237"/>
                      </a:lnTo>
                      <a:lnTo>
                        <a:pt x="2163" y="237"/>
                      </a:lnTo>
                      <a:lnTo>
                        <a:pt x="2163" y="239"/>
                      </a:lnTo>
                      <a:lnTo>
                        <a:pt x="2163" y="241"/>
                      </a:lnTo>
                      <a:lnTo>
                        <a:pt x="2163" y="243"/>
                      </a:lnTo>
                      <a:lnTo>
                        <a:pt x="2163" y="245"/>
                      </a:lnTo>
                      <a:lnTo>
                        <a:pt x="2163" y="246"/>
                      </a:lnTo>
                      <a:lnTo>
                        <a:pt x="2161" y="246"/>
                      </a:lnTo>
                      <a:lnTo>
                        <a:pt x="2161" y="248"/>
                      </a:lnTo>
                      <a:lnTo>
                        <a:pt x="2159" y="248"/>
                      </a:lnTo>
                      <a:lnTo>
                        <a:pt x="2157" y="250"/>
                      </a:lnTo>
                      <a:lnTo>
                        <a:pt x="2157" y="252"/>
                      </a:lnTo>
                      <a:lnTo>
                        <a:pt x="2155" y="252"/>
                      </a:lnTo>
                      <a:lnTo>
                        <a:pt x="2155" y="254"/>
                      </a:lnTo>
                      <a:lnTo>
                        <a:pt x="2157" y="254"/>
                      </a:lnTo>
                      <a:lnTo>
                        <a:pt x="2159" y="254"/>
                      </a:lnTo>
                      <a:lnTo>
                        <a:pt x="2159" y="256"/>
                      </a:lnTo>
                      <a:lnTo>
                        <a:pt x="2159" y="257"/>
                      </a:lnTo>
                      <a:lnTo>
                        <a:pt x="2157" y="257"/>
                      </a:lnTo>
                      <a:lnTo>
                        <a:pt x="2159" y="257"/>
                      </a:lnTo>
                      <a:lnTo>
                        <a:pt x="2157" y="259"/>
                      </a:lnTo>
                      <a:lnTo>
                        <a:pt x="2159" y="259"/>
                      </a:lnTo>
                      <a:lnTo>
                        <a:pt x="2159" y="261"/>
                      </a:lnTo>
                      <a:lnTo>
                        <a:pt x="2157" y="261"/>
                      </a:lnTo>
                      <a:lnTo>
                        <a:pt x="2157" y="263"/>
                      </a:lnTo>
                      <a:lnTo>
                        <a:pt x="2155" y="263"/>
                      </a:lnTo>
                      <a:lnTo>
                        <a:pt x="2155" y="261"/>
                      </a:lnTo>
                      <a:lnTo>
                        <a:pt x="2154" y="261"/>
                      </a:lnTo>
                      <a:lnTo>
                        <a:pt x="2154" y="263"/>
                      </a:lnTo>
                      <a:lnTo>
                        <a:pt x="2152" y="263"/>
                      </a:lnTo>
                      <a:lnTo>
                        <a:pt x="2150" y="265"/>
                      </a:lnTo>
                      <a:lnTo>
                        <a:pt x="2150" y="266"/>
                      </a:lnTo>
                      <a:lnTo>
                        <a:pt x="2152" y="266"/>
                      </a:lnTo>
                      <a:lnTo>
                        <a:pt x="2152" y="268"/>
                      </a:lnTo>
                      <a:lnTo>
                        <a:pt x="2150" y="270"/>
                      </a:lnTo>
                      <a:lnTo>
                        <a:pt x="2150" y="272"/>
                      </a:lnTo>
                      <a:lnTo>
                        <a:pt x="2148" y="272"/>
                      </a:lnTo>
                      <a:lnTo>
                        <a:pt x="2148" y="274"/>
                      </a:lnTo>
                      <a:lnTo>
                        <a:pt x="2146" y="274"/>
                      </a:lnTo>
                      <a:lnTo>
                        <a:pt x="2144" y="274"/>
                      </a:lnTo>
                      <a:lnTo>
                        <a:pt x="2143" y="274"/>
                      </a:lnTo>
                      <a:lnTo>
                        <a:pt x="2143" y="276"/>
                      </a:lnTo>
                      <a:lnTo>
                        <a:pt x="2143" y="277"/>
                      </a:lnTo>
                      <a:lnTo>
                        <a:pt x="2144" y="277"/>
                      </a:lnTo>
                      <a:lnTo>
                        <a:pt x="2143" y="277"/>
                      </a:lnTo>
                      <a:lnTo>
                        <a:pt x="2143" y="279"/>
                      </a:lnTo>
                      <a:lnTo>
                        <a:pt x="2141" y="279"/>
                      </a:lnTo>
                      <a:lnTo>
                        <a:pt x="2141" y="281"/>
                      </a:lnTo>
                      <a:lnTo>
                        <a:pt x="2141" y="279"/>
                      </a:lnTo>
                      <a:lnTo>
                        <a:pt x="2143" y="281"/>
                      </a:lnTo>
                      <a:lnTo>
                        <a:pt x="2143" y="283"/>
                      </a:lnTo>
                      <a:lnTo>
                        <a:pt x="2141" y="283"/>
                      </a:lnTo>
                      <a:lnTo>
                        <a:pt x="2143" y="283"/>
                      </a:lnTo>
                      <a:lnTo>
                        <a:pt x="2141" y="283"/>
                      </a:lnTo>
                      <a:lnTo>
                        <a:pt x="2141" y="285"/>
                      </a:lnTo>
                      <a:lnTo>
                        <a:pt x="2139" y="285"/>
                      </a:lnTo>
                      <a:lnTo>
                        <a:pt x="2141" y="285"/>
                      </a:lnTo>
                      <a:lnTo>
                        <a:pt x="2139" y="285"/>
                      </a:lnTo>
                      <a:lnTo>
                        <a:pt x="2137" y="285"/>
                      </a:lnTo>
                      <a:lnTo>
                        <a:pt x="2137" y="287"/>
                      </a:lnTo>
                      <a:lnTo>
                        <a:pt x="2137" y="285"/>
                      </a:lnTo>
                      <a:lnTo>
                        <a:pt x="2137" y="287"/>
                      </a:lnTo>
                      <a:lnTo>
                        <a:pt x="2137" y="285"/>
                      </a:lnTo>
                      <a:lnTo>
                        <a:pt x="2137" y="287"/>
                      </a:lnTo>
                      <a:lnTo>
                        <a:pt x="2135" y="287"/>
                      </a:lnTo>
                      <a:lnTo>
                        <a:pt x="2133" y="287"/>
                      </a:lnTo>
                      <a:lnTo>
                        <a:pt x="2135" y="287"/>
                      </a:lnTo>
                      <a:lnTo>
                        <a:pt x="2133" y="287"/>
                      </a:lnTo>
                      <a:lnTo>
                        <a:pt x="2133" y="288"/>
                      </a:lnTo>
                      <a:lnTo>
                        <a:pt x="2132" y="287"/>
                      </a:lnTo>
                      <a:lnTo>
                        <a:pt x="2132" y="288"/>
                      </a:lnTo>
                      <a:lnTo>
                        <a:pt x="2133" y="288"/>
                      </a:lnTo>
                      <a:lnTo>
                        <a:pt x="2132" y="288"/>
                      </a:lnTo>
                      <a:lnTo>
                        <a:pt x="2132" y="290"/>
                      </a:lnTo>
                      <a:lnTo>
                        <a:pt x="2132" y="288"/>
                      </a:lnTo>
                      <a:lnTo>
                        <a:pt x="2132" y="290"/>
                      </a:lnTo>
                      <a:lnTo>
                        <a:pt x="2130" y="290"/>
                      </a:lnTo>
                      <a:lnTo>
                        <a:pt x="2132" y="290"/>
                      </a:lnTo>
                      <a:lnTo>
                        <a:pt x="2130" y="290"/>
                      </a:lnTo>
                      <a:lnTo>
                        <a:pt x="2132" y="290"/>
                      </a:lnTo>
                      <a:lnTo>
                        <a:pt x="2130" y="290"/>
                      </a:lnTo>
                      <a:lnTo>
                        <a:pt x="2132" y="290"/>
                      </a:lnTo>
                      <a:lnTo>
                        <a:pt x="2132" y="292"/>
                      </a:lnTo>
                      <a:lnTo>
                        <a:pt x="2130" y="292"/>
                      </a:lnTo>
                      <a:lnTo>
                        <a:pt x="2132" y="292"/>
                      </a:lnTo>
                      <a:lnTo>
                        <a:pt x="2130" y="292"/>
                      </a:lnTo>
                      <a:lnTo>
                        <a:pt x="2130" y="294"/>
                      </a:lnTo>
                      <a:lnTo>
                        <a:pt x="2130" y="296"/>
                      </a:lnTo>
                      <a:lnTo>
                        <a:pt x="2130" y="298"/>
                      </a:lnTo>
                      <a:lnTo>
                        <a:pt x="2130" y="296"/>
                      </a:lnTo>
                      <a:lnTo>
                        <a:pt x="2130" y="298"/>
                      </a:lnTo>
                      <a:lnTo>
                        <a:pt x="2130" y="299"/>
                      </a:lnTo>
                      <a:lnTo>
                        <a:pt x="2130" y="301"/>
                      </a:lnTo>
                      <a:lnTo>
                        <a:pt x="2130" y="299"/>
                      </a:lnTo>
                      <a:lnTo>
                        <a:pt x="2130" y="301"/>
                      </a:lnTo>
                      <a:lnTo>
                        <a:pt x="2128" y="301"/>
                      </a:lnTo>
                      <a:lnTo>
                        <a:pt x="2128" y="303"/>
                      </a:lnTo>
                      <a:lnTo>
                        <a:pt x="2126" y="303"/>
                      </a:lnTo>
                      <a:lnTo>
                        <a:pt x="2128" y="303"/>
                      </a:lnTo>
                      <a:lnTo>
                        <a:pt x="2126" y="303"/>
                      </a:lnTo>
                      <a:lnTo>
                        <a:pt x="2128" y="303"/>
                      </a:lnTo>
                      <a:lnTo>
                        <a:pt x="2126" y="303"/>
                      </a:lnTo>
                      <a:lnTo>
                        <a:pt x="2124" y="303"/>
                      </a:lnTo>
                      <a:lnTo>
                        <a:pt x="2126" y="305"/>
                      </a:lnTo>
                      <a:lnTo>
                        <a:pt x="2124" y="305"/>
                      </a:lnTo>
                      <a:lnTo>
                        <a:pt x="2126" y="305"/>
                      </a:lnTo>
                      <a:lnTo>
                        <a:pt x="2124" y="305"/>
                      </a:lnTo>
                      <a:lnTo>
                        <a:pt x="2122" y="305"/>
                      </a:lnTo>
                      <a:lnTo>
                        <a:pt x="2122" y="303"/>
                      </a:lnTo>
                      <a:lnTo>
                        <a:pt x="2121" y="303"/>
                      </a:lnTo>
                      <a:lnTo>
                        <a:pt x="2122" y="303"/>
                      </a:lnTo>
                      <a:lnTo>
                        <a:pt x="2121" y="303"/>
                      </a:lnTo>
                      <a:lnTo>
                        <a:pt x="2117" y="303"/>
                      </a:lnTo>
                      <a:lnTo>
                        <a:pt x="2108" y="301"/>
                      </a:lnTo>
                      <a:lnTo>
                        <a:pt x="2104" y="299"/>
                      </a:lnTo>
                      <a:lnTo>
                        <a:pt x="2101" y="298"/>
                      </a:lnTo>
                      <a:lnTo>
                        <a:pt x="2091" y="298"/>
                      </a:lnTo>
                      <a:lnTo>
                        <a:pt x="2090" y="296"/>
                      </a:lnTo>
                      <a:lnTo>
                        <a:pt x="2088" y="296"/>
                      </a:lnTo>
                      <a:lnTo>
                        <a:pt x="2088" y="294"/>
                      </a:lnTo>
                      <a:lnTo>
                        <a:pt x="2086" y="294"/>
                      </a:lnTo>
                      <a:lnTo>
                        <a:pt x="2084" y="294"/>
                      </a:lnTo>
                      <a:lnTo>
                        <a:pt x="2084" y="296"/>
                      </a:lnTo>
                      <a:lnTo>
                        <a:pt x="2082" y="296"/>
                      </a:lnTo>
                      <a:lnTo>
                        <a:pt x="2082" y="298"/>
                      </a:lnTo>
                      <a:lnTo>
                        <a:pt x="2081" y="298"/>
                      </a:lnTo>
                      <a:lnTo>
                        <a:pt x="2079" y="298"/>
                      </a:lnTo>
                      <a:lnTo>
                        <a:pt x="2079" y="299"/>
                      </a:lnTo>
                      <a:lnTo>
                        <a:pt x="2077" y="299"/>
                      </a:lnTo>
                      <a:lnTo>
                        <a:pt x="2079" y="299"/>
                      </a:lnTo>
                      <a:lnTo>
                        <a:pt x="2079" y="301"/>
                      </a:lnTo>
                      <a:lnTo>
                        <a:pt x="2077" y="301"/>
                      </a:lnTo>
                      <a:lnTo>
                        <a:pt x="2077" y="303"/>
                      </a:lnTo>
                      <a:lnTo>
                        <a:pt x="2075" y="303"/>
                      </a:lnTo>
                      <a:lnTo>
                        <a:pt x="2075" y="305"/>
                      </a:lnTo>
                      <a:lnTo>
                        <a:pt x="2073" y="305"/>
                      </a:lnTo>
                      <a:lnTo>
                        <a:pt x="2071" y="305"/>
                      </a:lnTo>
                      <a:lnTo>
                        <a:pt x="2071" y="307"/>
                      </a:lnTo>
                      <a:lnTo>
                        <a:pt x="2070" y="307"/>
                      </a:lnTo>
                      <a:lnTo>
                        <a:pt x="2068" y="307"/>
                      </a:lnTo>
                      <a:lnTo>
                        <a:pt x="2066" y="307"/>
                      </a:lnTo>
                      <a:lnTo>
                        <a:pt x="2064" y="309"/>
                      </a:lnTo>
                      <a:lnTo>
                        <a:pt x="2062" y="309"/>
                      </a:lnTo>
                      <a:lnTo>
                        <a:pt x="2060" y="309"/>
                      </a:lnTo>
                      <a:lnTo>
                        <a:pt x="2060" y="307"/>
                      </a:lnTo>
                      <a:lnTo>
                        <a:pt x="2060" y="309"/>
                      </a:lnTo>
                      <a:lnTo>
                        <a:pt x="2060" y="307"/>
                      </a:lnTo>
                      <a:lnTo>
                        <a:pt x="2059" y="307"/>
                      </a:lnTo>
                      <a:lnTo>
                        <a:pt x="2059" y="309"/>
                      </a:lnTo>
                      <a:lnTo>
                        <a:pt x="2057" y="309"/>
                      </a:lnTo>
                      <a:lnTo>
                        <a:pt x="2057" y="310"/>
                      </a:lnTo>
                      <a:lnTo>
                        <a:pt x="2055" y="310"/>
                      </a:lnTo>
                      <a:lnTo>
                        <a:pt x="2053" y="310"/>
                      </a:lnTo>
                      <a:lnTo>
                        <a:pt x="2053" y="312"/>
                      </a:lnTo>
                      <a:lnTo>
                        <a:pt x="2055" y="312"/>
                      </a:lnTo>
                      <a:lnTo>
                        <a:pt x="2055" y="314"/>
                      </a:lnTo>
                      <a:lnTo>
                        <a:pt x="2057" y="314"/>
                      </a:lnTo>
                      <a:lnTo>
                        <a:pt x="2057" y="312"/>
                      </a:lnTo>
                      <a:lnTo>
                        <a:pt x="2057" y="314"/>
                      </a:lnTo>
                      <a:lnTo>
                        <a:pt x="2057" y="316"/>
                      </a:lnTo>
                      <a:lnTo>
                        <a:pt x="2059" y="316"/>
                      </a:lnTo>
                      <a:lnTo>
                        <a:pt x="2059" y="319"/>
                      </a:lnTo>
                      <a:lnTo>
                        <a:pt x="2060" y="327"/>
                      </a:lnTo>
                      <a:lnTo>
                        <a:pt x="2062" y="327"/>
                      </a:lnTo>
                      <a:lnTo>
                        <a:pt x="2062" y="332"/>
                      </a:lnTo>
                      <a:lnTo>
                        <a:pt x="2064" y="334"/>
                      </a:lnTo>
                      <a:lnTo>
                        <a:pt x="2064" y="336"/>
                      </a:lnTo>
                      <a:lnTo>
                        <a:pt x="2066" y="340"/>
                      </a:lnTo>
                      <a:lnTo>
                        <a:pt x="2064" y="340"/>
                      </a:lnTo>
                      <a:lnTo>
                        <a:pt x="2064" y="341"/>
                      </a:lnTo>
                      <a:lnTo>
                        <a:pt x="2062" y="341"/>
                      </a:lnTo>
                      <a:lnTo>
                        <a:pt x="2064" y="341"/>
                      </a:lnTo>
                      <a:lnTo>
                        <a:pt x="2062" y="341"/>
                      </a:lnTo>
                      <a:lnTo>
                        <a:pt x="2062" y="343"/>
                      </a:lnTo>
                      <a:lnTo>
                        <a:pt x="2064" y="343"/>
                      </a:lnTo>
                      <a:lnTo>
                        <a:pt x="2064" y="345"/>
                      </a:lnTo>
                      <a:lnTo>
                        <a:pt x="2062" y="345"/>
                      </a:lnTo>
                      <a:lnTo>
                        <a:pt x="2064" y="345"/>
                      </a:lnTo>
                      <a:lnTo>
                        <a:pt x="2062" y="345"/>
                      </a:lnTo>
                      <a:lnTo>
                        <a:pt x="2062" y="347"/>
                      </a:lnTo>
                      <a:lnTo>
                        <a:pt x="2062" y="349"/>
                      </a:lnTo>
                      <a:lnTo>
                        <a:pt x="2062" y="351"/>
                      </a:lnTo>
                      <a:lnTo>
                        <a:pt x="2062" y="352"/>
                      </a:lnTo>
                      <a:lnTo>
                        <a:pt x="2062" y="354"/>
                      </a:lnTo>
                      <a:lnTo>
                        <a:pt x="2062" y="356"/>
                      </a:lnTo>
                      <a:lnTo>
                        <a:pt x="2062" y="358"/>
                      </a:lnTo>
                      <a:lnTo>
                        <a:pt x="2060" y="356"/>
                      </a:lnTo>
                      <a:lnTo>
                        <a:pt x="2060" y="358"/>
                      </a:lnTo>
                      <a:lnTo>
                        <a:pt x="2062" y="358"/>
                      </a:lnTo>
                      <a:lnTo>
                        <a:pt x="2060" y="358"/>
                      </a:lnTo>
                      <a:lnTo>
                        <a:pt x="2062" y="358"/>
                      </a:lnTo>
                      <a:lnTo>
                        <a:pt x="2064" y="360"/>
                      </a:lnTo>
                      <a:lnTo>
                        <a:pt x="2066" y="360"/>
                      </a:lnTo>
                      <a:lnTo>
                        <a:pt x="2066" y="362"/>
                      </a:lnTo>
                      <a:lnTo>
                        <a:pt x="2064" y="362"/>
                      </a:lnTo>
                      <a:lnTo>
                        <a:pt x="2066" y="362"/>
                      </a:lnTo>
                      <a:lnTo>
                        <a:pt x="2066" y="363"/>
                      </a:lnTo>
                      <a:lnTo>
                        <a:pt x="2064" y="363"/>
                      </a:lnTo>
                      <a:lnTo>
                        <a:pt x="2064" y="365"/>
                      </a:lnTo>
                      <a:lnTo>
                        <a:pt x="2064" y="367"/>
                      </a:lnTo>
                      <a:lnTo>
                        <a:pt x="2062" y="367"/>
                      </a:lnTo>
                      <a:lnTo>
                        <a:pt x="2062" y="369"/>
                      </a:lnTo>
                      <a:lnTo>
                        <a:pt x="2060" y="369"/>
                      </a:lnTo>
                      <a:lnTo>
                        <a:pt x="2060" y="371"/>
                      </a:lnTo>
                      <a:lnTo>
                        <a:pt x="2062" y="371"/>
                      </a:lnTo>
                      <a:lnTo>
                        <a:pt x="2062" y="372"/>
                      </a:lnTo>
                      <a:lnTo>
                        <a:pt x="2060" y="372"/>
                      </a:lnTo>
                      <a:lnTo>
                        <a:pt x="2060" y="374"/>
                      </a:lnTo>
                      <a:lnTo>
                        <a:pt x="2059" y="374"/>
                      </a:lnTo>
                      <a:lnTo>
                        <a:pt x="2059" y="376"/>
                      </a:lnTo>
                      <a:lnTo>
                        <a:pt x="2059" y="378"/>
                      </a:lnTo>
                      <a:lnTo>
                        <a:pt x="2059" y="380"/>
                      </a:lnTo>
                      <a:lnTo>
                        <a:pt x="2057" y="380"/>
                      </a:lnTo>
                      <a:lnTo>
                        <a:pt x="2055" y="380"/>
                      </a:lnTo>
                      <a:lnTo>
                        <a:pt x="2055" y="382"/>
                      </a:lnTo>
                      <a:lnTo>
                        <a:pt x="2053" y="382"/>
                      </a:lnTo>
                      <a:lnTo>
                        <a:pt x="2051" y="382"/>
                      </a:lnTo>
                      <a:lnTo>
                        <a:pt x="2049" y="382"/>
                      </a:lnTo>
                      <a:lnTo>
                        <a:pt x="2048" y="382"/>
                      </a:lnTo>
                      <a:lnTo>
                        <a:pt x="2046" y="382"/>
                      </a:lnTo>
                      <a:lnTo>
                        <a:pt x="2046" y="383"/>
                      </a:lnTo>
                      <a:lnTo>
                        <a:pt x="2044" y="383"/>
                      </a:lnTo>
                      <a:lnTo>
                        <a:pt x="2042" y="382"/>
                      </a:lnTo>
                      <a:lnTo>
                        <a:pt x="2042" y="383"/>
                      </a:lnTo>
                      <a:lnTo>
                        <a:pt x="2040" y="383"/>
                      </a:lnTo>
                      <a:lnTo>
                        <a:pt x="2039" y="383"/>
                      </a:lnTo>
                      <a:lnTo>
                        <a:pt x="2037" y="385"/>
                      </a:lnTo>
                      <a:lnTo>
                        <a:pt x="2035" y="385"/>
                      </a:lnTo>
                      <a:lnTo>
                        <a:pt x="2033" y="385"/>
                      </a:lnTo>
                      <a:lnTo>
                        <a:pt x="2033" y="387"/>
                      </a:lnTo>
                      <a:lnTo>
                        <a:pt x="2035" y="387"/>
                      </a:lnTo>
                      <a:lnTo>
                        <a:pt x="2035" y="389"/>
                      </a:lnTo>
                      <a:lnTo>
                        <a:pt x="2037" y="389"/>
                      </a:lnTo>
                      <a:lnTo>
                        <a:pt x="2037" y="387"/>
                      </a:lnTo>
                      <a:lnTo>
                        <a:pt x="2039" y="387"/>
                      </a:lnTo>
                      <a:lnTo>
                        <a:pt x="2039" y="389"/>
                      </a:lnTo>
                      <a:lnTo>
                        <a:pt x="2040" y="389"/>
                      </a:lnTo>
                      <a:lnTo>
                        <a:pt x="2040" y="391"/>
                      </a:lnTo>
                      <a:lnTo>
                        <a:pt x="2040" y="393"/>
                      </a:lnTo>
                      <a:lnTo>
                        <a:pt x="2039" y="393"/>
                      </a:lnTo>
                      <a:lnTo>
                        <a:pt x="2039" y="394"/>
                      </a:lnTo>
                      <a:lnTo>
                        <a:pt x="2040" y="394"/>
                      </a:lnTo>
                      <a:lnTo>
                        <a:pt x="2040" y="396"/>
                      </a:lnTo>
                      <a:lnTo>
                        <a:pt x="2040" y="398"/>
                      </a:lnTo>
                      <a:lnTo>
                        <a:pt x="2039" y="398"/>
                      </a:lnTo>
                      <a:lnTo>
                        <a:pt x="2039" y="396"/>
                      </a:lnTo>
                      <a:lnTo>
                        <a:pt x="2040" y="396"/>
                      </a:lnTo>
                      <a:lnTo>
                        <a:pt x="2039" y="396"/>
                      </a:lnTo>
                      <a:lnTo>
                        <a:pt x="2039" y="394"/>
                      </a:lnTo>
                      <a:lnTo>
                        <a:pt x="2037" y="393"/>
                      </a:lnTo>
                      <a:lnTo>
                        <a:pt x="2037" y="391"/>
                      </a:lnTo>
                      <a:lnTo>
                        <a:pt x="2035" y="391"/>
                      </a:lnTo>
                      <a:lnTo>
                        <a:pt x="2035" y="393"/>
                      </a:lnTo>
                      <a:lnTo>
                        <a:pt x="2033" y="393"/>
                      </a:lnTo>
                      <a:lnTo>
                        <a:pt x="2035" y="391"/>
                      </a:lnTo>
                      <a:lnTo>
                        <a:pt x="2033" y="391"/>
                      </a:lnTo>
                      <a:lnTo>
                        <a:pt x="2031" y="391"/>
                      </a:lnTo>
                      <a:lnTo>
                        <a:pt x="2029" y="389"/>
                      </a:lnTo>
                      <a:lnTo>
                        <a:pt x="2029" y="387"/>
                      </a:lnTo>
                      <a:lnTo>
                        <a:pt x="2028" y="387"/>
                      </a:lnTo>
                      <a:lnTo>
                        <a:pt x="2028" y="385"/>
                      </a:lnTo>
                      <a:lnTo>
                        <a:pt x="2028" y="383"/>
                      </a:lnTo>
                      <a:lnTo>
                        <a:pt x="2028" y="382"/>
                      </a:lnTo>
                      <a:lnTo>
                        <a:pt x="2028" y="380"/>
                      </a:lnTo>
                      <a:lnTo>
                        <a:pt x="2026" y="380"/>
                      </a:lnTo>
                      <a:lnTo>
                        <a:pt x="2024" y="380"/>
                      </a:lnTo>
                      <a:lnTo>
                        <a:pt x="2022" y="380"/>
                      </a:lnTo>
                      <a:lnTo>
                        <a:pt x="2024" y="380"/>
                      </a:lnTo>
                      <a:lnTo>
                        <a:pt x="2022" y="380"/>
                      </a:lnTo>
                      <a:lnTo>
                        <a:pt x="2022" y="378"/>
                      </a:lnTo>
                      <a:lnTo>
                        <a:pt x="2024" y="378"/>
                      </a:lnTo>
                      <a:lnTo>
                        <a:pt x="2022" y="378"/>
                      </a:lnTo>
                      <a:lnTo>
                        <a:pt x="2020" y="378"/>
                      </a:lnTo>
                      <a:lnTo>
                        <a:pt x="2018" y="378"/>
                      </a:lnTo>
                      <a:lnTo>
                        <a:pt x="2017" y="378"/>
                      </a:lnTo>
                      <a:lnTo>
                        <a:pt x="2017" y="376"/>
                      </a:lnTo>
                      <a:lnTo>
                        <a:pt x="2015" y="376"/>
                      </a:lnTo>
                      <a:lnTo>
                        <a:pt x="2015" y="378"/>
                      </a:lnTo>
                      <a:lnTo>
                        <a:pt x="2013" y="378"/>
                      </a:lnTo>
                      <a:lnTo>
                        <a:pt x="2013" y="380"/>
                      </a:lnTo>
                      <a:lnTo>
                        <a:pt x="2013" y="382"/>
                      </a:lnTo>
                      <a:lnTo>
                        <a:pt x="2011" y="382"/>
                      </a:lnTo>
                      <a:lnTo>
                        <a:pt x="2011" y="383"/>
                      </a:lnTo>
                      <a:lnTo>
                        <a:pt x="2011" y="385"/>
                      </a:lnTo>
                      <a:lnTo>
                        <a:pt x="2011" y="387"/>
                      </a:lnTo>
                      <a:lnTo>
                        <a:pt x="2009" y="387"/>
                      </a:lnTo>
                      <a:lnTo>
                        <a:pt x="2011" y="387"/>
                      </a:lnTo>
                      <a:lnTo>
                        <a:pt x="2011" y="389"/>
                      </a:lnTo>
                      <a:lnTo>
                        <a:pt x="2009" y="389"/>
                      </a:lnTo>
                      <a:lnTo>
                        <a:pt x="2009" y="391"/>
                      </a:lnTo>
                      <a:lnTo>
                        <a:pt x="2011" y="391"/>
                      </a:lnTo>
                      <a:lnTo>
                        <a:pt x="2009" y="391"/>
                      </a:lnTo>
                      <a:lnTo>
                        <a:pt x="2009" y="393"/>
                      </a:lnTo>
                      <a:lnTo>
                        <a:pt x="2009" y="394"/>
                      </a:lnTo>
                      <a:lnTo>
                        <a:pt x="2009" y="396"/>
                      </a:lnTo>
                      <a:lnTo>
                        <a:pt x="2007" y="396"/>
                      </a:lnTo>
                      <a:lnTo>
                        <a:pt x="2007" y="398"/>
                      </a:lnTo>
                      <a:lnTo>
                        <a:pt x="2006" y="398"/>
                      </a:lnTo>
                      <a:lnTo>
                        <a:pt x="2006" y="396"/>
                      </a:lnTo>
                      <a:lnTo>
                        <a:pt x="2004" y="396"/>
                      </a:lnTo>
                      <a:lnTo>
                        <a:pt x="2004" y="398"/>
                      </a:lnTo>
                      <a:lnTo>
                        <a:pt x="2002" y="398"/>
                      </a:lnTo>
                      <a:lnTo>
                        <a:pt x="2002" y="400"/>
                      </a:lnTo>
                      <a:lnTo>
                        <a:pt x="2004" y="398"/>
                      </a:lnTo>
                      <a:lnTo>
                        <a:pt x="2004" y="400"/>
                      </a:lnTo>
                      <a:lnTo>
                        <a:pt x="2002" y="400"/>
                      </a:lnTo>
                      <a:lnTo>
                        <a:pt x="2002" y="398"/>
                      </a:lnTo>
                      <a:lnTo>
                        <a:pt x="2000" y="398"/>
                      </a:lnTo>
                      <a:lnTo>
                        <a:pt x="1998" y="398"/>
                      </a:lnTo>
                      <a:lnTo>
                        <a:pt x="1998" y="396"/>
                      </a:lnTo>
                      <a:lnTo>
                        <a:pt x="1998" y="398"/>
                      </a:lnTo>
                      <a:lnTo>
                        <a:pt x="1998" y="396"/>
                      </a:lnTo>
                      <a:lnTo>
                        <a:pt x="1997" y="396"/>
                      </a:lnTo>
                      <a:lnTo>
                        <a:pt x="1997" y="398"/>
                      </a:lnTo>
                      <a:lnTo>
                        <a:pt x="1995" y="398"/>
                      </a:lnTo>
                      <a:lnTo>
                        <a:pt x="1997" y="396"/>
                      </a:lnTo>
                      <a:lnTo>
                        <a:pt x="1995" y="396"/>
                      </a:lnTo>
                      <a:lnTo>
                        <a:pt x="1995" y="398"/>
                      </a:lnTo>
                      <a:lnTo>
                        <a:pt x="1993" y="398"/>
                      </a:lnTo>
                      <a:lnTo>
                        <a:pt x="1995" y="398"/>
                      </a:lnTo>
                      <a:lnTo>
                        <a:pt x="1993" y="398"/>
                      </a:lnTo>
                      <a:lnTo>
                        <a:pt x="1995" y="398"/>
                      </a:lnTo>
                      <a:lnTo>
                        <a:pt x="1995" y="400"/>
                      </a:lnTo>
                      <a:lnTo>
                        <a:pt x="1993" y="398"/>
                      </a:lnTo>
                      <a:lnTo>
                        <a:pt x="1993" y="400"/>
                      </a:lnTo>
                      <a:lnTo>
                        <a:pt x="1993" y="398"/>
                      </a:lnTo>
                      <a:lnTo>
                        <a:pt x="1993" y="400"/>
                      </a:lnTo>
                      <a:lnTo>
                        <a:pt x="1991" y="400"/>
                      </a:lnTo>
                      <a:lnTo>
                        <a:pt x="1991" y="402"/>
                      </a:lnTo>
                      <a:lnTo>
                        <a:pt x="1989" y="402"/>
                      </a:lnTo>
                      <a:lnTo>
                        <a:pt x="1991" y="402"/>
                      </a:lnTo>
                      <a:lnTo>
                        <a:pt x="1989" y="402"/>
                      </a:lnTo>
                      <a:lnTo>
                        <a:pt x="1991" y="404"/>
                      </a:lnTo>
                      <a:lnTo>
                        <a:pt x="1989" y="404"/>
                      </a:lnTo>
                      <a:lnTo>
                        <a:pt x="1989" y="405"/>
                      </a:lnTo>
                      <a:lnTo>
                        <a:pt x="1991" y="405"/>
                      </a:lnTo>
                      <a:lnTo>
                        <a:pt x="1989" y="405"/>
                      </a:lnTo>
                      <a:lnTo>
                        <a:pt x="1989" y="407"/>
                      </a:lnTo>
                      <a:lnTo>
                        <a:pt x="1987" y="407"/>
                      </a:lnTo>
                      <a:lnTo>
                        <a:pt x="1986" y="407"/>
                      </a:lnTo>
                      <a:lnTo>
                        <a:pt x="1984" y="407"/>
                      </a:lnTo>
                      <a:lnTo>
                        <a:pt x="1984" y="409"/>
                      </a:lnTo>
                      <a:lnTo>
                        <a:pt x="1982" y="409"/>
                      </a:lnTo>
                      <a:lnTo>
                        <a:pt x="1980" y="409"/>
                      </a:lnTo>
                      <a:lnTo>
                        <a:pt x="1980" y="411"/>
                      </a:lnTo>
                      <a:lnTo>
                        <a:pt x="1982" y="411"/>
                      </a:lnTo>
                      <a:lnTo>
                        <a:pt x="1980" y="411"/>
                      </a:lnTo>
                      <a:lnTo>
                        <a:pt x="1982" y="411"/>
                      </a:lnTo>
                      <a:lnTo>
                        <a:pt x="1980" y="411"/>
                      </a:lnTo>
                      <a:lnTo>
                        <a:pt x="1980" y="413"/>
                      </a:lnTo>
                      <a:lnTo>
                        <a:pt x="1978" y="413"/>
                      </a:lnTo>
                      <a:lnTo>
                        <a:pt x="1978" y="411"/>
                      </a:lnTo>
                      <a:lnTo>
                        <a:pt x="1976" y="413"/>
                      </a:lnTo>
                      <a:lnTo>
                        <a:pt x="1976" y="411"/>
                      </a:lnTo>
                      <a:lnTo>
                        <a:pt x="1975" y="411"/>
                      </a:lnTo>
                      <a:lnTo>
                        <a:pt x="1973" y="411"/>
                      </a:lnTo>
                      <a:lnTo>
                        <a:pt x="1973" y="413"/>
                      </a:lnTo>
                      <a:lnTo>
                        <a:pt x="1971" y="413"/>
                      </a:lnTo>
                      <a:lnTo>
                        <a:pt x="1971" y="411"/>
                      </a:lnTo>
                      <a:lnTo>
                        <a:pt x="1969" y="411"/>
                      </a:lnTo>
                      <a:lnTo>
                        <a:pt x="1969" y="413"/>
                      </a:lnTo>
                      <a:lnTo>
                        <a:pt x="1967" y="413"/>
                      </a:lnTo>
                      <a:lnTo>
                        <a:pt x="1966" y="413"/>
                      </a:lnTo>
                      <a:lnTo>
                        <a:pt x="1964" y="413"/>
                      </a:lnTo>
                      <a:lnTo>
                        <a:pt x="1962" y="413"/>
                      </a:lnTo>
                      <a:lnTo>
                        <a:pt x="1960" y="413"/>
                      </a:lnTo>
                      <a:lnTo>
                        <a:pt x="1958" y="413"/>
                      </a:lnTo>
                      <a:lnTo>
                        <a:pt x="1956" y="413"/>
                      </a:lnTo>
                      <a:lnTo>
                        <a:pt x="1953" y="413"/>
                      </a:lnTo>
                      <a:lnTo>
                        <a:pt x="1951" y="413"/>
                      </a:lnTo>
                      <a:lnTo>
                        <a:pt x="1949" y="413"/>
                      </a:lnTo>
                      <a:lnTo>
                        <a:pt x="1947" y="413"/>
                      </a:lnTo>
                      <a:lnTo>
                        <a:pt x="1949" y="413"/>
                      </a:lnTo>
                      <a:lnTo>
                        <a:pt x="1949" y="415"/>
                      </a:lnTo>
                      <a:lnTo>
                        <a:pt x="1951" y="415"/>
                      </a:lnTo>
                      <a:lnTo>
                        <a:pt x="1951" y="416"/>
                      </a:lnTo>
                      <a:lnTo>
                        <a:pt x="1951" y="418"/>
                      </a:lnTo>
                      <a:lnTo>
                        <a:pt x="1951" y="420"/>
                      </a:lnTo>
                      <a:lnTo>
                        <a:pt x="1953" y="420"/>
                      </a:lnTo>
                      <a:lnTo>
                        <a:pt x="1953" y="422"/>
                      </a:lnTo>
                      <a:lnTo>
                        <a:pt x="1953" y="424"/>
                      </a:lnTo>
                      <a:lnTo>
                        <a:pt x="1955" y="424"/>
                      </a:lnTo>
                      <a:lnTo>
                        <a:pt x="1956" y="424"/>
                      </a:lnTo>
                      <a:lnTo>
                        <a:pt x="1956" y="425"/>
                      </a:lnTo>
                      <a:lnTo>
                        <a:pt x="1956" y="424"/>
                      </a:lnTo>
                      <a:lnTo>
                        <a:pt x="1956" y="425"/>
                      </a:lnTo>
                      <a:lnTo>
                        <a:pt x="1958" y="425"/>
                      </a:lnTo>
                      <a:lnTo>
                        <a:pt x="1958" y="427"/>
                      </a:lnTo>
                      <a:lnTo>
                        <a:pt x="1956" y="427"/>
                      </a:lnTo>
                      <a:lnTo>
                        <a:pt x="1958" y="427"/>
                      </a:lnTo>
                      <a:lnTo>
                        <a:pt x="1958" y="429"/>
                      </a:lnTo>
                      <a:lnTo>
                        <a:pt x="1956" y="429"/>
                      </a:lnTo>
                      <a:lnTo>
                        <a:pt x="1958" y="429"/>
                      </a:lnTo>
                      <a:lnTo>
                        <a:pt x="1956" y="429"/>
                      </a:lnTo>
                      <a:lnTo>
                        <a:pt x="1956" y="431"/>
                      </a:lnTo>
                      <a:lnTo>
                        <a:pt x="1955" y="431"/>
                      </a:lnTo>
                      <a:lnTo>
                        <a:pt x="1956" y="431"/>
                      </a:lnTo>
                      <a:lnTo>
                        <a:pt x="1955" y="431"/>
                      </a:lnTo>
                      <a:lnTo>
                        <a:pt x="1955" y="433"/>
                      </a:lnTo>
                      <a:lnTo>
                        <a:pt x="1956" y="433"/>
                      </a:lnTo>
                      <a:lnTo>
                        <a:pt x="1955" y="433"/>
                      </a:lnTo>
                      <a:lnTo>
                        <a:pt x="1955" y="435"/>
                      </a:lnTo>
                      <a:lnTo>
                        <a:pt x="1953" y="435"/>
                      </a:lnTo>
                      <a:lnTo>
                        <a:pt x="1951" y="435"/>
                      </a:lnTo>
                      <a:lnTo>
                        <a:pt x="1951" y="436"/>
                      </a:lnTo>
                      <a:lnTo>
                        <a:pt x="1951" y="435"/>
                      </a:lnTo>
                      <a:lnTo>
                        <a:pt x="1949" y="435"/>
                      </a:lnTo>
                      <a:lnTo>
                        <a:pt x="1951" y="435"/>
                      </a:lnTo>
                      <a:lnTo>
                        <a:pt x="1949" y="435"/>
                      </a:lnTo>
                      <a:lnTo>
                        <a:pt x="1947" y="435"/>
                      </a:lnTo>
                      <a:lnTo>
                        <a:pt x="1949" y="435"/>
                      </a:lnTo>
                      <a:lnTo>
                        <a:pt x="1949" y="433"/>
                      </a:lnTo>
                      <a:lnTo>
                        <a:pt x="1947" y="433"/>
                      </a:lnTo>
                      <a:lnTo>
                        <a:pt x="1947" y="435"/>
                      </a:lnTo>
                      <a:lnTo>
                        <a:pt x="1947" y="433"/>
                      </a:lnTo>
                      <a:lnTo>
                        <a:pt x="1945" y="435"/>
                      </a:lnTo>
                      <a:lnTo>
                        <a:pt x="1945" y="433"/>
                      </a:lnTo>
                      <a:lnTo>
                        <a:pt x="1944" y="433"/>
                      </a:lnTo>
                      <a:lnTo>
                        <a:pt x="1942" y="433"/>
                      </a:lnTo>
                      <a:lnTo>
                        <a:pt x="1944" y="433"/>
                      </a:lnTo>
                      <a:lnTo>
                        <a:pt x="1942" y="433"/>
                      </a:lnTo>
                      <a:lnTo>
                        <a:pt x="1942" y="435"/>
                      </a:lnTo>
                      <a:lnTo>
                        <a:pt x="1942" y="433"/>
                      </a:lnTo>
                      <a:lnTo>
                        <a:pt x="1940" y="435"/>
                      </a:lnTo>
                      <a:lnTo>
                        <a:pt x="1942" y="435"/>
                      </a:lnTo>
                      <a:lnTo>
                        <a:pt x="1940" y="435"/>
                      </a:lnTo>
                      <a:lnTo>
                        <a:pt x="1940" y="433"/>
                      </a:lnTo>
                      <a:lnTo>
                        <a:pt x="1940" y="435"/>
                      </a:lnTo>
                      <a:lnTo>
                        <a:pt x="1940" y="433"/>
                      </a:lnTo>
                      <a:lnTo>
                        <a:pt x="1938" y="433"/>
                      </a:lnTo>
                      <a:lnTo>
                        <a:pt x="1936" y="433"/>
                      </a:lnTo>
                      <a:lnTo>
                        <a:pt x="1934" y="435"/>
                      </a:lnTo>
                      <a:lnTo>
                        <a:pt x="1934" y="433"/>
                      </a:lnTo>
                      <a:lnTo>
                        <a:pt x="1934" y="435"/>
                      </a:lnTo>
                      <a:lnTo>
                        <a:pt x="1933" y="433"/>
                      </a:lnTo>
                      <a:lnTo>
                        <a:pt x="1931" y="433"/>
                      </a:lnTo>
                      <a:lnTo>
                        <a:pt x="1931" y="431"/>
                      </a:lnTo>
                      <a:lnTo>
                        <a:pt x="1931" y="433"/>
                      </a:lnTo>
                      <a:lnTo>
                        <a:pt x="1929" y="433"/>
                      </a:lnTo>
                      <a:lnTo>
                        <a:pt x="1929" y="431"/>
                      </a:lnTo>
                      <a:lnTo>
                        <a:pt x="1927" y="431"/>
                      </a:lnTo>
                      <a:lnTo>
                        <a:pt x="1929" y="431"/>
                      </a:lnTo>
                      <a:lnTo>
                        <a:pt x="1927" y="431"/>
                      </a:lnTo>
                      <a:lnTo>
                        <a:pt x="1927" y="433"/>
                      </a:lnTo>
                      <a:lnTo>
                        <a:pt x="1925" y="433"/>
                      </a:lnTo>
                      <a:lnTo>
                        <a:pt x="1925" y="431"/>
                      </a:lnTo>
                      <a:lnTo>
                        <a:pt x="1924" y="431"/>
                      </a:lnTo>
                      <a:lnTo>
                        <a:pt x="1924" y="433"/>
                      </a:lnTo>
                      <a:lnTo>
                        <a:pt x="1922" y="431"/>
                      </a:lnTo>
                      <a:lnTo>
                        <a:pt x="1920" y="431"/>
                      </a:lnTo>
                      <a:lnTo>
                        <a:pt x="1922" y="431"/>
                      </a:lnTo>
                      <a:lnTo>
                        <a:pt x="1920" y="431"/>
                      </a:lnTo>
                      <a:lnTo>
                        <a:pt x="1920" y="429"/>
                      </a:lnTo>
                      <a:lnTo>
                        <a:pt x="1920" y="431"/>
                      </a:lnTo>
                      <a:lnTo>
                        <a:pt x="1918" y="431"/>
                      </a:lnTo>
                      <a:lnTo>
                        <a:pt x="1918" y="429"/>
                      </a:lnTo>
                      <a:lnTo>
                        <a:pt x="1916" y="429"/>
                      </a:lnTo>
                      <a:lnTo>
                        <a:pt x="1914" y="429"/>
                      </a:lnTo>
                      <a:lnTo>
                        <a:pt x="1916" y="429"/>
                      </a:lnTo>
                      <a:lnTo>
                        <a:pt x="1914" y="429"/>
                      </a:lnTo>
                      <a:lnTo>
                        <a:pt x="1916" y="429"/>
                      </a:lnTo>
                      <a:lnTo>
                        <a:pt x="1916" y="427"/>
                      </a:lnTo>
                      <a:lnTo>
                        <a:pt x="1918" y="427"/>
                      </a:lnTo>
                      <a:lnTo>
                        <a:pt x="1916" y="427"/>
                      </a:lnTo>
                      <a:lnTo>
                        <a:pt x="1916" y="425"/>
                      </a:lnTo>
                      <a:lnTo>
                        <a:pt x="1914" y="425"/>
                      </a:lnTo>
                      <a:lnTo>
                        <a:pt x="1914" y="427"/>
                      </a:lnTo>
                      <a:lnTo>
                        <a:pt x="1914" y="425"/>
                      </a:lnTo>
                      <a:lnTo>
                        <a:pt x="1913" y="425"/>
                      </a:lnTo>
                      <a:lnTo>
                        <a:pt x="1913" y="424"/>
                      </a:lnTo>
                      <a:lnTo>
                        <a:pt x="1914" y="424"/>
                      </a:lnTo>
                      <a:lnTo>
                        <a:pt x="1913" y="424"/>
                      </a:lnTo>
                      <a:lnTo>
                        <a:pt x="1913" y="422"/>
                      </a:lnTo>
                      <a:lnTo>
                        <a:pt x="1911" y="422"/>
                      </a:lnTo>
                      <a:lnTo>
                        <a:pt x="1911" y="420"/>
                      </a:lnTo>
                      <a:lnTo>
                        <a:pt x="1909" y="422"/>
                      </a:lnTo>
                      <a:lnTo>
                        <a:pt x="1909" y="420"/>
                      </a:lnTo>
                      <a:lnTo>
                        <a:pt x="1907" y="420"/>
                      </a:lnTo>
                      <a:lnTo>
                        <a:pt x="1905" y="422"/>
                      </a:lnTo>
                      <a:lnTo>
                        <a:pt x="1905" y="424"/>
                      </a:lnTo>
                      <a:lnTo>
                        <a:pt x="1905" y="422"/>
                      </a:lnTo>
                      <a:lnTo>
                        <a:pt x="1903" y="422"/>
                      </a:lnTo>
                      <a:lnTo>
                        <a:pt x="1903" y="424"/>
                      </a:lnTo>
                      <a:lnTo>
                        <a:pt x="1902" y="422"/>
                      </a:lnTo>
                      <a:lnTo>
                        <a:pt x="1900" y="422"/>
                      </a:lnTo>
                      <a:lnTo>
                        <a:pt x="1900" y="424"/>
                      </a:lnTo>
                      <a:lnTo>
                        <a:pt x="1902" y="424"/>
                      </a:lnTo>
                      <a:lnTo>
                        <a:pt x="1900" y="424"/>
                      </a:lnTo>
                      <a:lnTo>
                        <a:pt x="1900" y="425"/>
                      </a:lnTo>
                      <a:lnTo>
                        <a:pt x="1898" y="425"/>
                      </a:lnTo>
                      <a:lnTo>
                        <a:pt x="1898" y="424"/>
                      </a:lnTo>
                      <a:lnTo>
                        <a:pt x="1898" y="425"/>
                      </a:lnTo>
                      <a:lnTo>
                        <a:pt x="1896" y="425"/>
                      </a:lnTo>
                      <a:lnTo>
                        <a:pt x="1896" y="427"/>
                      </a:lnTo>
                      <a:lnTo>
                        <a:pt x="1896" y="429"/>
                      </a:lnTo>
                      <a:lnTo>
                        <a:pt x="1894" y="431"/>
                      </a:lnTo>
                      <a:lnTo>
                        <a:pt x="1894" y="433"/>
                      </a:lnTo>
                      <a:lnTo>
                        <a:pt x="1894" y="435"/>
                      </a:lnTo>
                      <a:lnTo>
                        <a:pt x="1894" y="436"/>
                      </a:lnTo>
                      <a:lnTo>
                        <a:pt x="1893" y="436"/>
                      </a:lnTo>
                      <a:lnTo>
                        <a:pt x="1894" y="436"/>
                      </a:lnTo>
                      <a:lnTo>
                        <a:pt x="1894" y="435"/>
                      </a:lnTo>
                      <a:lnTo>
                        <a:pt x="1893" y="435"/>
                      </a:lnTo>
                      <a:lnTo>
                        <a:pt x="1893" y="436"/>
                      </a:lnTo>
                      <a:lnTo>
                        <a:pt x="1891" y="436"/>
                      </a:lnTo>
                      <a:lnTo>
                        <a:pt x="1889" y="438"/>
                      </a:lnTo>
                      <a:lnTo>
                        <a:pt x="1889" y="440"/>
                      </a:lnTo>
                      <a:lnTo>
                        <a:pt x="1887" y="440"/>
                      </a:lnTo>
                      <a:lnTo>
                        <a:pt x="1887" y="442"/>
                      </a:lnTo>
                      <a:lnTo>
                        <a:pt x="1885" y="442"/>
                      </a:lnTo>
                      <a:lnTo>
                        <a:pt x="1885" y="444"/>
                      </a:lnTo>
                      <a:lnTo>
                        <a:pt x="1883" y="444"/>
                      </a:lnTo>
                      <a:lnTo>
                        <a:pt x="1882" y="444"/>
                      </a:lnTo>
                      <a:lnTo>
                        <a:pt x="1882" y="446"/>
                      </a:lnTo>
                      <a:lnTo>
                        <a:pt x="1880" y="446"/>
                      </a:lnTo>
                      <a:lnTo>
                        <a:pt x="1880" y="447"/>
                      </a:lnTo>
                      <a:lnTo>
                        <a:pt x="1880" y="449"/>
                      </a:lnTo>
                      <a:lnTo>
                        <a:pt x="1878" y="449"/>
                      </a:lnTo>
                      <a:lnTo>
                        <a:pt x="1878" y="451"/>
                      </a:lnTo>
                      <a:lnTo>
                        <a:pt x="1876" y="451"/>
                      </a:lnTo>
                      <a:lnTo>
                        <a:pt x="1874" y="451"/>
                      </a:lnTo>
                      <a:lnTo>
                        <a:pt x="1876" y="451"/>
                      </a:lnTo>
                      <a:lnTo>
                        <a:pt x="1876" y="453"/>
                      </a:lnTo>
                      <a:lnTo>
                        <a:pt x="1874" y="453"/>
                      </a:lnTo>
                      <a:lnTo>
                        <a:pt x="1872" y="453"/>
                      </a:lnTo>
                      <a:lnTo>
                        <a:pt x="1872" y="451"/>
                      </a:lnTo>
                      <a:lnTo>
                        <a:pt x="1872" y="453"/>
                      </a:lnTo>
                      <a:lnTo>
                        <a:pt x="1871" y="453"/>
                      </a:lnTo>
                      <a:lnTo>
                        <a:pt x="1869" y="453"/>
                      </a:lnTo>
                      <a:lnTo>
                        <a:pt x="1867" y="453"/>
                      </a:lnTo>
                      <a:lnTo>
                        <a:pt x="1865" y="453"/>
                      </a:lnTo>
                      <a:lnTo>
                        <a:pt x="1865" y="455"/>
                      </a:lnTo>
                      <a:lnTo>
                        <a:pt x="1863" y="455"/>
                      </a:lnTo>
                      <a:lnTo>
                        <a:pt x="1861" y="455"/>
                      </a:lnTo>
                      <a:lnTo>
                        <a:pt x="1861" y="457"/>
                      </a:lnTo>
                      <a:lnTo>
                        <a:pt x="1863" y="457"/>
                      </a:lnTo>
                      <a:lnTo>
                        <a:pt x="1865" y="457"/>
                      </a:lnTo>
                      <a:lnTo>
                        <a:pt x="1863" y="457"/>
                      </a:lnTo>
                      <a:lnTo>
                        <a:pt x="1861" y="457"/>
                      </a:lnTo>
                      <a:lnTo>
                        <a:pt x="1860" y="457"/>
                      </a:lnTo>
                      <a:lnTo>
                        <a:pt x="1860" y="458"/>
                      </a:lnTo>
                      <a:lnTo>
                        <a:pt x="1858" y="458"/>
                      </a:lnTo>
                      <a:lnTo>
                        <a:pt x="1856" y="458"/>
                      </a:lnTo>
                      <a:lnTo>
                        <a:pt x="1856" y="460"/>
                      </a:lnTo>
                      <a:lnTo>
                        <a:pt x="1854" y="460"/>
                      </a:lnTo>
                      <a:lnTo>
                        <a:pt x="1854" y="462"/>
                      </a:lnTo>
                      <a:lnTo>
                        <a:pt x="1852" y="462"/>
                      </a:lnTo>
                      <a:lnTo>
                        <a:pt x="1852" y="460"/>
                      </a:lnTo>
                      <a:lnTo>
                        <a:pt x="1852" y="462"/>
                      </a:lnTo>
                      <a:lnTo>
                        <a:pt x="1851" y="462"/>
                      </a:lnTo>
                      <a:lnTo>
                        <a:pt x="1851" y="460"/>
                      </a:lnTo>
                      <a:lnTo>
                        <a:pt x="1849" y="460"/>
                      </a:lnTo>
                      <a:lnTo>
                        <a:pt x="1849" y="462"/>
                      </a:lnTo>
                      <a:lnTo>
                        <a:pt x="1847" y="462"/>
                      </a:lnTo>
                      <a:lnTo>
                        <a:pt x="1845" y="464"/>
                      </a:lnTo>
                      <a:lnTo>
                        <a:pt x="1843" y="464"/>
                      </a:lnTo>
                      <a:lnTo>
                        <a:pt x="1841" y="464"/>
                      </a:lnTo>
                      <a:lnTo>
                        <a:pt x="1841" y="466"/>
                      </a:lnTo>
                      <a:lnTo>
                        <a:pt x="1840" y="466"/>
                      </a:lnTo>
                      <a:lnTo>
                        <a:pt x="1841" y="468"/>
                      </a:lnTo>
                      <a:lnTo>
                        <a:pt x="1840" y="468"/>
                      </a:lnTo>
                      <a:lnTo>
                        <a:pt x="1838" y="468"/>
                      </a:lnTo>
                      <a:lnTo>
                        <a:pt x="1836" y="468"/>
                      </a:lnTo>
                      <a:lnTo>
                        <a:pt x="1834" y="469"/>
                      </a:lnTo>
                      <a:lnTo>
                        <a:pt x="1832" y="469"/>
                      </a:lnTo>
                      <a:lnTo>
                        <a:pt x="1832" y="471"/>
                      </a:lnTo>
                      <a:lnTo>
                        <a:pt x="1830" y="471"/>
                      </a:lnTo>
                      <a:lnTo>
                        <a:pt x="1830" y="473"/>
                      </a:lnTo>
                      <a:lnTo>
                        <a:pt x="1829" y="473"/>
                      </a:lnTo>
                      <a:lnTo>
                        <a:pt x="1827" y="473"/>
                      </a:lnTo>
                      <a:lnTo>
                        <a:pt x="1827" y="475"/>
                      </a:lnTo>
                      <a:lnTo>
                        <a:pt x="1825" y="475"/>
                      </a:lnTo>
                      <a:lnTo>
                        <a:pt x="1823" y="475"/>
                      </a:lnTo>
                      <a:lnTo>
                        <a:pt x="1823" y="477"/>
                      </a:lnTo>
                      <a:lnTo>
                        <a:pt x="1821" y="477"/>
                      </a:lnTo>
                      <a:lnTo>
                        <a:pt x="1821" y="478"/>
                      </a:lnTo>
                      <a:lnTo>
                        <a:pt x="1820" y="478"/>
                      </a:lnTo>
                      <a:lnTo>
                        <a:pt x="1818" y="480"/>
                      </a:lnTo>
                      <a:lnTo>
                        <a:pt x="1816" y="482"/>
                      </a:lnTo>
                      <a:lnTo>
                        <a:pt x="1818" y="484"/>
                      </a:lnTo>
                      <a:lnTo>
                        <a:pt x="1816" y="486"/>
                      </a:lnTo>
                      <a:lnTo>
                        <a:pt x="1816" y="484"/>
                      </a:lnTo>
                      <a:lnTo>
                        <a:pt x="1816" y="486"/>
                      </a:lnTo>
                      <a:lnTo>
                        <a:pt x="1814" y="486"/>
                      </a:lnTo>
                      <a:lnTo>
                        <a:pt x="1814" y="488"/>
                      </a:lnTo>
                      <a:lnTo>
                        <a:pt x="1812" y="488"/>
                      </a:lnTo>
                      <a:lnTo>
                        <a:pt x="1810" y="488"/>
                      </a:lnTo>
                      <a:lnTo>
                        <a:pt x="1812" y="488"/>
                      </a:lnTo>
                      <a:lnTo>
                        <a:pt x="1812" y="489"/>
                      </a:lnTo>
                      <a:lnTo>
                        <a:pt x="1810" y="489"/>
                      </a:lnTo>
                      <a:lnTo>
                        <a:pt x="1810" y="491"/>
                      </a:lnTo>
                      <a:lnTo>
                        <a:pt x="1809" y="491"/>
                      </a:lnTo>
                      <a:lnTo>
                        <a:pt x="1809" y="489"/>
                      </a:lnTo>
                      <a:lnTo>
                        <a:pt x="1809" y="491"/>
                      </a:lnTo>
                      <a:lnTo>
                        <a:pt x="1807" y="491"/>
                      </a:lnTo>
                      <a:lnTo>
                        <a:pt x="1805" y="491"/>
                      </a:lnTo>
                      <a:lnTo>
                        <a:pt x="1803" y="491"/>
                      </a:lnTo>
                      <a:lnTo>
                        <a:pt x="1803" y="489"/>
                      </a:lnTo>
                      <a:lnTo>
                        <a:pt x="1803" y="491"/>
                      </a:lnTo>
                      <a:lnTo>
                        <a:pt x="1801" y="491"/>
                      </a:lnTo>
                      <a:lnTo>
                        <a:pt x="1801" y="489"/>
                      </a:lnTo>
                      <a:lnTo>
                        <a:pt x="1799" y="491"/>
                      </a:lnTo>
                      <a:lnTo>
                        <a:pt x="1801" y="491"/>
                      </a:lnTo>
                      <a:lnTo>
                        <a:pt x="1799" y="491"/>
                      </a:lnTo>
                      <a:lnTo>
                        <a:pt x="1799" y="489"/>
                      </a:lnTo>
                      <a:lnTo>
                        <a:pt x="1798" y="489"/>
                      </a:lnTo>
                      <a:lnTo>
                        <a:pt x="1796" y="489"/>
                      </a:lnTo>
                      <a:lnTo>
                        <a:pt x="1796" y="491"/>
                      </a:lnTo>
                      <a:lnTo>
                        <a:pt x="1796" y="489"/>
                      </a:lnTo>
                      <a:lnTo>
                        <a:pt x="1796" y="491"/>
                      </a:lnTo>
                      <a:lnTo>
                        <a:pt x="1796" y="489"/>
                      </a:lnTo>
                      <a:lnTo>
                        <a:pt x="1794" y="489"/>
                      </a:lnTo>
                      <a:lnTo>
                        <a:pt x="1794" y="491"/>
                      </a:lnTo>
                      <a:lnTo>
                        <a:pt x="1794" y="489"/>
                      </a:lnTo>
                      <a:lnTo>
                        <a:pt x="1792" y="489"/>
                      </a:lnTo>
                      <a:lnTo>
                        <a:pt x="1790" y="489"/>
                      </a:lnTo>
                      <a:lnTo>
                        <a:pt x="1790" y="488"/>
                      </a:lnTo>
                      <a:lnTo>
                        <a:pt x="1792" y="488"/>
                      </a:lnTo>
                      <a:lnTo>
                        <a:pt x="1790" y="488"/>
                      </a:lnTo>
                      <a:lnTo>
                        <a:pt x="1790" y="486"/>
                      </a:lnTo>
                      <a:lnTo>
                        <a:pt x="1792" y="486"/>
                      </a:lnTo>
                      <a:lnTo>
                        <a:pt x="1792" y="484"/>
                      </a:lnTo>
                      <a:lnTo>
                        <a:pt x="1794" y="484"/>
                      </a:lnTo>
                      <a:lnTo>
                        <a:pt x="1794" y="482"/>
                      </a:lnTo>
                      <a:lnTo>
                        <a:pt x="1792" y="482"/>
                      </a:lnTo>
                      <a:lnTo>
                        <a:pt x="1792" y="480"/>
                      </a:lnTo>
                      <a:lnTo>
                        <a:pt x="1792" y="478"/>
                      </a:lnTo>
                      <a:lnTo>
                        <a:pt x="1792" y="480"/>
                      </a:lnTo>
                      <a:lnTo>
                        <a:pt x="1792" y="482"/>
                      </a:lnTo>
                      <a:lnTo>
                        <a:pt x="1794" y="482"/>
                      </a:lnTo>
                      <a:lnTo>
                        <a:pt x="1794" y="484"/>
                      </a:lnTo>
                      <a:lnTo>
                        <a:pt x="1792" y="484"/>
                      </a:lnTo>
                      <a:lnTo>
                        <a:pt x="1792" y="486"/>
                      </a:lnTo>
                      <a:lnTo>
                        <a:pt x="1790" y="486"/>
                      </a:lnTo>
                      <a:lnTo>
                        <a:pt x="1790" y="488"/>
                      </a:lnTo>
                      <a:lnTo>
                        <a:pt x="1792" y="488"/>
                      </a:lnTo>
                      <a:lnTo>
                        <a:pt x="1790" y="488"/>
                      </a:lnTo>
                      <a:lnTo>
                        <a:pt x="1790" y="489"/>
                      </a:lnTo>
                      <a:lnTo>
                        <a:pt x="1790" y="491"/>
                      </a:lnTo>
                      <a:lnTo>
                        <a:pt x="1788" y="491"/>
                      </a:lnTo>
                      <a:lnTo>
                        <a:pt x="1788" y="493"/>
                      </a:lnTo>
                      <a:lnTo>
                        <a:pt x="1787" y="493"/>
                      </a:lnTo>
                      <a:lnTo>
                        <a:pt x="1788" y="493"/>
                      </a:lnTo>
                      <a:lnTo>
                        <a:pt x="1788" y="491"/>
                      </a:lnTo>
                      <a:lnTo>
                        <a:pt x="1787" y="491"/>
                      </a:lnTo>
                      <a:lnTo>
                        <a:pt x="1785" y="491"/>
                      </a:lnTo>
                      <a:lnTo>
                        <a:pt x="1785" y="493"/>
                      </a:lnTo>
                      <a:lnTo>
                        <a:pt x="1785" y="495"/>
                      </a:lnTo>
                      <a:lnTo>
                        <a:pt x="1783" y="493"/>
                      </a:lnTo>
                      <a:lnTo>
                        <a:pt x="1783" y="495"/>
                      </a:lnTo>
                      <a:lnTo>
                        <a:pt x="1783" y="493"/>
                      </a:lnTo>
                      <a:lnTo>
                        <a:pt x="1783" y="495"/>
                      </a:lnTo>
                      <a:lnTo>
                        <a:pt x="1783" y="493"/>
                      </a:lnTo>
                      <a:lnTo>
                        <a:pt x="1783" y="491"/>
                      </a:lnTo>
                      <a:lnTo>
                        <a:pt x="1781" y="491"/>
                      </a:lnTo>
                      <a:lnTo>
                        <a:pt x="1779" y="491"/>
                      </a:lnTo>
                      <a:lnTo>
                        <a:pt x="1778" y="491"/>
                      </a:lnTo>
                      <a:lnTo>
                        <a:pt x="1778" y="493"/>
                      </a:lnTo>
                      <a:lnTo>
                        <a:pt x="1776" y="493"/>
                      </a:lnTo>
                      <a:lnTo>
                        <a:pt x="1776" y="495"/>
                      </a:lnTo>
                      <a:lnTo>
                        <a:pt x="1776" y="493"/>
                      </a:lnTo>
                      <a:lnTo>
                        <a:pt x="1778" y="493"/>
                      </a:lnTo>
                      <a:lnTo>
                        <a:pt x="1778" y="495"/>
                      </a:lnTo>
                      <a:lnTo>
                        <a:pt x="1776" y="495"/>
                      </a:lnTo>
                      <a:lnTo>
                        <a:pt x="1776" y="497"/>
                      </a:lnTo>
                      <a:lnTo>
                        <a:pt x="1774" y="497"/>
                      </a:lnTo>
                      <a:lnTo>
                        <a:pt x="1772" y="497"/>
                      </a:lnTo>
                      <a:lnTo>
                        <a:pt x="1774" y="497"/>
                      </a:lnTo>
                      <a:lnTo>
                        <a:pt x="1772" y="497"/>
                      </a:lnTo>
                      <a:lnTo>
                        <a:pt x="1772" y="495"/>
                      </a:lnTo>
                      <a:lnTo>
                        <a:pt x="1772" y="497"/>
                      </a:lnTo>
                      <a:lnTo>
                        <a:pt x="1770" y="497"/>
                      </a:lnTo>
                      <a:lnTo>
                        <a:pt x="1770" y="495"/>
                      </a:lnTo>
                      <a:lnTo>
                        <a:pt x="1768" y="497"/>
                      </a:lnTo>
                      <a:lnTo>
                        <a:pt x="1770" y="497"/>
                      </a:lnTo>
                      <a:lnTo>
                        <a:pt x="1768" y="497"/>
                      </a:lnTo>
                      <a:lnTo>
                        <a:pt x="1768" y="495"/>
                      </a:lnTo>
                      <a:lnTo>
                        <a:pt x="1768" y="497"/>
                      </a:lnTo>
                      <a:lnTo>
                        <a:pt x="1767" y="497"/>
                      </a:lnTo>
                      <a:lnTo>
                        <a:pt x="1768" y="497"/>
                      </a:lnTo>
                      <a:lnTo>
                        <a:pt x="1767" y="497"/>
                      </a:lnTo>
                      <a:lnTo>
                        <a:pt x="1767" y="499"/>
                      </a:lnTo>
                      <a:lnTo>
                        <a:pt x="1767" y="497"/>
                      </a:lnTo>
                      <a:lnTo>
                        <a:pt x="1765" y="499"/>
                      </a:lnTo>
                      <a:lnTo>
                        <a:pt x="1767" y="499"/>
                      </a:lnTo>
                      <a:lnTo>
                        <a:pt x="1765" y="499"/>
                      </a:lnTo>
                      <a:lnTo>
                        <a:pt x="1763" y="499"/>
                      </a:lnTo>
                      <a:lnTo>
                        <a:pt x="1761" y="499"/>
                      </a:lnTo>
                      <a:lnTo>
                        <a:pt x="1759" y="499"/>
                      </a:lnTo>
                      <a:lnTo>
                        <a:pt x="1761" y="499"/>
                      </a:lnTo>
                      <a:lnTo>
                        <a:pt x="1759" y="499"/>
                      </a:lnTo>
                      <a:lnTo>
                        <a:pt x="1759" y="500"/>
                      </a:lnTo>
                      <a:lnTo>
                        <a:pt x="1761" y="500"/>
                      </a:lnTo>
                      <a:lnTo>
                        <a:pt x="1759" y="500"/>
                      </a:lnTo>
                      <a:lnTo>
                        <a:pt x="1757" y="500"/>
                      </a:lnTo>
                      <a:lnTo>
                        <a:pt x="1759" y="500"/>
                      </a:lnTo>
                      <a:lnTo>
                        <a:pt x="1757" y="500"/>
                      </a:lnTo>
                      <a:lnTo>
                        <a:pt x="1757" y="502"/>
                      </a:lnTo>
                      <a:lnTo>
                        <a:pt x="1756" y="502"/>
                      </a:lnTo>
                      <a:lnTo>
                        <a:pt x="1756" y="500"/>
                      </a:lnTo>
                      <a:lnTo>
                        <a:pt x="1756" y="502"/>
                      </a:lnTo>
                      <a:lnTo>
                        <a:pt x="1754" y="502"/>
                      </a:lnTo>
                      <a:lnTo>
                        <a:pt x="1754" y="504"/>
                      </a:lnTo>
                      <a:lnTo>
                        <a:pt x="1752" y="504"/>
                      </a:lnTo>
                      <a:lnTo>
                        <a:pt x="1754" y="504"/>
                      </a:lnTo>
                      <a:lnTo>
                        <a:pt x="1754" y="502"/>
                      </a:lnTo>
                      <a:lnTo>
                        <a:pt x="1752" y="502"/>
                      </a:lnTo>
                      <a:lnTo>
                        <a:pt x="1752" y="504"/>
                      </a:lnTo>
                      <a:lnTo>
                        <a:pt x="1752" y="502"/>
                      </a:lnTo>
                      <a:lnTo>
                        <a:pt x="1752" y="504"/>
                      </a:lnTo>
                      <a:lnTo>
                        <a:pt x="1752" y="502"/>
                      </a:lnTo>
                      <a:lnTo>
                        <a:pt x="1752" y="504"/>
                      </a:lnTo>
                      <a:lnTo>
                        <a:pt x="1750" y="504"/>
                      </a:lnTo>
                      <a:lnTo>
                        <a:pt x="1748" y="504"/>
                      </a:lnTo>
                      <a:lnTo>
                        <a:pt x="1747" y="504"/>
                      </a:lnTo>
                      <a:lnTo>
                        <a:pt x="1747" y="506"/>
                      </a:lnTo>
                      <a:lnTo>
                        <a:pt x="1745" y="506"/>
                      </a:lnTo>
                      <a:lnTo>
                        <a:pt x="1745" y="508"/>
                      </a:lnTo>
                      <a:lnTo>
                        <a:pt x="1743" y="508"/>
                      </a:lnTo>
                      <a:lnTo>
                        <a:pt x="1741" y="508"/>
                      </a:lnTo>
                      <a:lnTo>
                        <a:pt x="1741" y="510"/>
                      </a:lnTo>
                      <a:lnTo>
                        <a:pt x="1741" y="508"/>
                      </a:lnTo>
                      <a:lnTo>
                        <a:pt x="1741" y="510"/>
                      </a:lnTo>
                      <a:lnTo>
                        <a:pt x="1741" y="511"/>
                      </a:lnTo>
                      <a:lnTo>
                        <a:pt x="1739" y="511"/>
                      </a:lnTo>
                      <a:lnTo>
                        <a:pt x="1737" y="511"/>
                      </a:lnTo>
                      <a:lnTo>
                        <a:pt x="1736" y="513"/>
                      </a:lnTo>
                      <a:lnTo>
                        <a:pt x="1737" y="513"/>
                      </a:lnTo>
                      <a:lnTo>
                        <a:pt x="1736" y="513"/>
                      </a:lnTo>
                      <a:lnTo>
                        <a:pt x="1734" y="513"/>
                      </a:lnTo>
                      <a:lnTo>
                        <a:pt x="1736" y="513"/>
                      </a:lnTo>
                      <a:lnTo>
                        <a:pt x="1736" y="515"/>
                      </a:lnTo>
                      <a:lnTo>
                        <a:pt x="1737" y="515"/>
                      </a:lnTo>
                      <a:lnTo>
                        <a:pt x="1736" y="515"/>
                      </a:lnTo>
                      <a:lnTo>
                        <a:pt x="1736" y="517"/>
                      </a:lnTo>
                      <a:lnTo>
                        <a:pt x="1734" y="517"/>
                      </a:lnTo>
                      <a:lnTo>
                        <a:pt x="1734" y="515"/>
                      </a:lnTo>
                      <a:lnTo>
                        <a:pt x="1734" y="517"/>
                      </a:lnTo>
                      <a:lnTo>
                        <a:pt x="1736" y="519"/>
                      </a:lnTo>
                      <a:lnTo>
                        <a:pt x="1734" y="519"/>
                      </a:lnTo>
                      <a:lnTo>
                        <a:pt x="1734" y="517"/>
                      </a:lnTo>
                      <a:lnTo>
                        <a:pt x="1732" y="517"/>
                      </a:lnTo>
                      <a:lnTo>
                        <a:pt x="1732" y="519"/>
                      </a:lnTo>
                      <a:lnTo>
                        <a:pt x="1730" y="519"/>
                      </a:lnTo>
                      <a:lnTo>
                        <a:pt x="1730" y="517"/>
                      </a:lnTo>
                      <a:lnTo>
                        <a:pt x="1728" y="517"/>
                      </a:lnTo>
                      <a:lnTo>
                        <a:pt x="1728" y="519"/>
                      </a:lnTo>
                      <a:lnTo>
                        <a:pt x="1728" y="517"/>
                      </a:lnTo>
                      <a:lnTo>
                        <a:pt x="1728" y="519"/>
                      </a:lnTo>
                      <a:lnTo>
                        <a:pt x="1726" y="519"/>
                      </a:lnTo>
                      <a:lnTo>
                        <a:pt x="1726" y="521"/>
                      </a:lnTo>
                      <a:lnTo>
                        <a:pt x="1726" y="519"/>
                      </a:lnTo>
                      <a:lnTo>
                        <a:pt x="1726" y="521"/>
                      </a:lnTo>
                      <a:lnTo>
                        <a:pt x="1728" y="521"/>
                      </a:lnTo>
                      <a:lnTo>
                        <a:pt x="1728" y="522"/>
                      </a:lnTo>
                      <a:lnTo>
                        <a:pt x="1726" y="522"/>
                      </a:lnTo>
                      <a:lnTo>
                        <a:pt x="1726" y="521"/>
                      </a:lnTo>
                      <a:lnTo>
                        <a:pt x="1725" y="521"/>
                      </a:lnTo>
                      <a:lnTo>
                        <a:pt x="1726" y="521"/>
                      </a:lnTo>
                      <a:lnTo>
                        <a:pt x="1725" y="521"/>
                      </a:lnTo>
                      <a:lnTo>
                        <a:pt x="1725" y="519"/>
                      </a:lnTo>
                      <a:lnTo>
                        <a:pt x="1723" y="519"/>
                      </a:lnTo>
                      <a:lnTo>
                        <a:pt x="1723" y="521"/>
                      </a:lnTo>
                      <a:lnTo>
                        <a:pt x="1723" y="519"/>
                      </a:lnTo>
                      <a:lnTo>
                        <a:pt x="1723" y="521"/>
                      </a:lnTo>
                      <a:lnTo>
                        <a:pt x="1721" y="521"/>
                      </a:lnTo>
                      <a:lnTo>
                        <a:pt x="1721" y="519"/>
                      </a:lnTo>
                      <a:lnTo>
                        <a:pt x="1721" y="521"/>
                      </a:lnTo>
                      <a:lnTo>
                        <a:pt x="1721" y="519"/>
                      </a:lnTo>
                      <a:lnTo>
                        <a:pt x="1721" y="521"/>
                      </a:lnTo>
                      <a:lnTo>
                        <a:pt x="1721" y="519"/>
                      </a:lnTo>
                      <a:lnTo>
                        <a:pt x="1721" y="521"/>
                      </a:lnTo>
                      <a:lnTo>
                        <a:pt x="1719" y="521"/>
                      </a:lnTo>
                      <a:lnTo>
                        <a:pt x="1721" y="521"/>
                      </a:lnTo>
                      <a:lnTo>
                        <a:pt x="1719" y="521"/>
                      </a:lnTo>
                      <a:lnTo>
                        <a:pt x="1721" y="522"/>
                      </a:lnTo>
                      <a:lnTo>
                        <a:pt x="1719" y="521"/>
                      </a:lnTo>
                      <a:lnTo>
                        <a:pt x="1719" y="522"/>
                      </a:lnTo>
                      <a:lnTo>
                        <a:pt x="1717" y="522"/>
                      </a:lnTo>
                      <a:lnTo>
                        <a:pt x="1719" y="522"/>
                      </a:lnTo>
                      <a:lnTo>
                        <a:pt x="1721" y="522"/>
                      </a:lnTo>
                      <a:lnTo>
                        <a:pt x="1721" y="524"/>
                      </a:lnTo>
                      <a:lnTo>
                        <a:pt x="1723" y="524"/>
                      </a:lnTo>
                      <a:lnTo>
                        <a:pt x="1721" y="524"/>
                      </a:lnTo>
                      <a:lnTo>
                        <a:pt x="1721" y="526"/>
                      </a:lnTo>
                      <a:lnTo>
                        <a:pt x="1721" y="524"/>
                      </a:lnTo>
                      <a:lnTo>
                        <a:pt x="1721" y="526"/>
                      </a:lnTo>
                      <a:lnTo>
                        <a:pt x="1719" y="526"/>
                      </a:lnTo>
                      <a:lnTo>
                        <a:pt x="1719" y="524"/>
                      </a:lnTo>
                      <a:lnTo>
                        <a:pt x="1719" y="526"/>
                      </a:lnTo>
                      <a:lnTo>
                        <a:pt x="1719" y="524"/>
                      </a:lnTo>
                      <a:lnTo>
                        <a:pt x="1717" y="524"/>
                      </a:lnTo>
                      <a:lnTo>
                        <a:pt x="1715" y="524"/>
                      </a:lnTo>
                      <a:lnTo>
                        <a:pt x="1715" y="526"/>
                      </a:lnTo>
                      <a:lnTo>
                        <a:pt x="1714" y="526"/>
                      </a:lnTo>
                      <a:lnTo>
                        <a:pt x="1715" y="526"/>
                      </a:lnTo>
                      <a:lnTo>
                        <a:pt x="1714" y="526"/>
                      </a:lnTo>
                      <a:lnTo>
                        <a:pt x="1714" y="528"/>
                      </a:lnTo>
                      <a:lnTo>
                        <a:pt x="1714" y="526"/>
                      </a:lnTo>
                      <a:lnTo>
                        <a:pt x="1712" y="526"/>
                      </a:lnTo>
                      <a:lnTo>
                        <a:pt x="1712" y="528"/>
                      </a:lnTo>
                      <a:lnTo>
                        <a:pt x="1712" y="526"/>
                      </a:lnTo>
                      <a:lnTo>
                        <a:pt x="1712" y="528"/>
                      </a:lnTo>
                      <a:lnTo>
                        <a:pt x="1712" y="526"/>
                      </a:lnTo>
                      <a:lnTo>
                        <a:pt x="1710" y="526"/>
                      </a:lnTo>
                      <a:lnTo>
                        <a:pt x="1708" y="526"/>
                      </a:lnTo>
                      <a:lnTo>
                        <a:pt x="1708" y="528"/>
                      </a:lnTo>
                      <a:lnTo>
                        <a:pt x="1706" y="528"/>
                      </a:lnTo>
                      <a:lnTo>
                        <a:pt x="1705" y="528"/>
                      </a:lnTo>
                      <a:lnTo>
                        <a:pt x="1705" y="530"/>
                      </a:lnTo>
                      <a:lnTo>
                        <a:pt x="1705" y="528"/>
                      </a:lnTo>
                      <a:lnTo>
                        <a:pt x="1706" y="528"/>
                      </a:lnTo>
                      <a:lnTo>
                        <a:pt x="1705" y="528"/>
                      </a:lnTo>
                      <a:lnTo>
                        <a:pt x="1705" y="530"/>
                      </a:lnTo>
                      <a:lnTo>
                        <a:pt x="1703" y="530"/>
                      </a:lnTo>
                      <a:lnTo>
                        <a:pt x="1701" y="530"/>
                      </a:lnTo>
                      <a:lnTo>
                        <a:pt x="1701" y="528"/>
                      </a:lnTo>
                      <a:lnTo>
                        <a:pt x="1703" y="528"/>
                      </a:lnTo>
                      <a:lnTo>
                        <a:pt x="1701" y="528"/>
                      </a:lnTo>
                      <a:lnTo>
                        <a:pt x="1701" y="526"/>
                      </a:lnTo>
                      <a:lnTo>
                        <a:pt x="1701" y="528"/>
                      </a:lnTo>
                      <a:lnTo>
                        <a:pt x="1701" y="526"/>
                      </a:lnTo>
                      <a:lnTo>
                        <a:pt x="1701" y="524"/>
                      </a:lnTo>
                      <a:lnTo>
                        <a:pt x="1703" y="524"/>
                      </a:lnTo>
                      <a:lnTo>
                        <a:pt x="1703" y="526"/>
                      </a:lnTo>
                      <a:lnTo>
                        <a:pt x="1703" y="524"/>
                      </a:lnTo>
                      <a:lnTo>
                        <a:pt x="1701" y="524"/>
                      </a:lnTo>
                      <a:lnTo>
                        <a:pt x="1699" y="524"/>
                      </a:lnTo>
                      <a:lnTo>
                        <a:pt x="1699" y="522"/>
                      </a:lnTo>
                      <a:lnTo>
                        <a:pt x="1701" y="522"/>
                      </a:lnTo>
                      <a:lnTo>
                        <a:pt x="1703" y="522"/>
                      </a:lnTo>
                      <a:lnTo>
                        <a:pt x="1705" y="522"/>
                      </a:lnTo>
                      <a:lnTo>
                        <a:pt x="1703" y="522"/>
                      </a:lnTo>
                      <a:lnTo>
                        <a:pt x="1705" y="522"/>
                      </a:lnTo>
                      <a:lnTo>
                        <a:pt x="1706" y="522"/>
                      </a:lnTo>
                      <a:lnTo>
                        <a:pt x="1706" y="521"/>
                      </a:lnTo>
                      <a:lnTo>
                        <a:pt x="1708" y="521"/>
                      </a:lnTo>
                      <a:lnTo>
                        <a:pt x="1708" y="522"/>
                      </a:lnTo>
                      <a:lnTo>
                        <a:pt x="1708" y="521"/>
                      </a:lnTo>
                      <a:lnTo>
                        <a:pt x="1708" y="522"/>
                      </a:lnTo>
                      <a:lnTo>
                        <a:pt x="1708" y="521"/>
                      </a:lnTo>
                      <a:lnTo>
                        <a:pt x="1708" y="519"/>
                      </a:lnTo>
                      <a:lnTo>
                        <a:pt x="1710" y="519"/>
                      </a:lnTo>
                      <a:lnTo>
                        <a:pt x="1712" y="519"/>
                      </a:lnTo>
                      <a:lnTo>
                        <a:pt x="1712" y="521"/>
                      </a:lnTo>
                      <a:lnTo>
                        <a:pt x="1712" y="519"/>
                      </a:lnTo>
                      <a:lnTo>
                        <a:pt x="1712" y="521"/>
                      </a:lnTo>
                      <a:lnTo>
                        <a:pt x="1714" y="521"/>
                      </a:lnTo>
                      <a:lnTo>
                        <a:pt x="1714" y="519"/>
                      </a:lnTo>
                      <a:lnTo>
                        <a:pt x="1715" y="519"/>
                      </a:lnTo>
                      <a:lnTo>
                        <a:pt x="1717" y="519"/>
                      </a:lnTo>
                      <a:lnTo>
                        <a:pt x="1717" y="517"/>
                      </a:lnTo>
                      <a:lnTo>
                        <a:pt x="1719" y="517"/>
                      </a:lnTo>
                      <a:lnTo>
                        <a:pt x="1721" y="517"/>
                      </a:lnTo>
                      <a:lnTo>
                        <a:pt x="1721" y="515"/>
                      </a:lnTo>
                      <a:lnTo>
                        <a:pt x="1719" y="515"/>
                      </a:lnTo>
                      <a:lnTo>
                        <a:pt x="1719" y="513"/>
                      </a:lnTo>
                      <a:lnTo>
                        <a:pt x="1717" y="513"/>
                      </a:lnTo>
                      <a:lnTo>
                        <a:pt x="1719" y="513"/>
                      </a:lnTo>
                      <a:lnTo>
                        <a:pt x="1717" y="513"/>
                      </a:lnTo>
                      <a:lnTo>
                        <a:pt x="1717" y="511"/>
                      </a:lnTo>
                      <a:lnTo>
                        <a:pt x="1719" y="511"/>
                      </a:lnTo>
                      <a:lnTo>
                        <a:pt x="1719" y="513"/>
                      </a:lnTo>
                      <a:lnTo>
                        <a:pt x="1721" y="511"/>
                      </a:lnTo>
                      <a:lnTo>
                        <a:pt x="1719" y="511"/>
                      </a:lnTo>
                      <a:lnTo>
                        <a:pt x="1717" y="511"/>
                      </a:lnTo>
                      <a:lnTo>
                        <a:pt x="1717" y="510"/>
                      </a:lnTo>
                      <a:lnTo>
                        <a:pt x="1717" y="511"/>
                      </a:lnTo>
                      <a:lnTo>
                        <a:pt x="1719" y="510"/>
                      </a:lnTo>
                      <a:lnTo>
                        <a:pt x="1719" y="511"/>
                      </a:lnTo>
                      <a:lnTo>
                        <a:pt x="1719" y="510"/>
                      </a:lnTo>
                      <a:lnTo>
                        <a:pt x="1719" y="511"/>
                      </a:lnTo>
                      <a:lnTo>
                        <a:pt x="1719" y="510"/>
                      </a:lnTo>
                      <a:lnTo>
                        <a:pt x="1719" y="511"/>
                      </a:lnTo>
                      <a:lnTo>
                        <a:pt x="1721" y="510"/>
                      </a:lnTo>
                      <a:lnTo>
                        <a:pt x="1721" y="511"/>
                      </a:lnTo>
                      <a:lnTo>
                        <a:pt x="1721" y="510"/>
                      </a:lnTo>
                      <a:lnTo>
                        <a:pt x="1723" y="510"/>
                      </a:lnTo>
                      <a:lnTo>
                        <a:pt x="1725" y="510"/>
                      </a:lnTo>
                      <a:lnTo>
                        <a:pt x="1725" y="508"/>
                      </a:lnTo>
                      <a:lnTo>
                        <a:pt x="1723" y="510"/>
                      </a:lnTo>
                      <a:lnTo>
                        <a:pt x="1723" y="508"/>
                      </a:lnTo>
                      <a:lnTo>
                        <a:pt x="1725" y="508"/>
                      </a:lnTo>
                      <a:lnTo>
                        <a:pt x="1726" y="508"/>
                      </a:lnTo>
                      <a:lnTo>
                        <a:pt x="1728" y="508"/>
                      </a:lnTo>
                      <a:lnTo>
                        <a:pt x="1728" y="506"/>
                      </a:lnTo>
                      <a:lnTo>
                        <a:pt x="1730" y="506"/>
                      </a:lnTo>
                      <a:lnTo>
                        <a:pt x="1730" y="504"/>
                      </a:lnTo>
                      <a:lnTo>
                        <a:pt x="1728" y="504"/>
                      </a:lnTo>
                      <a:lnTo>
                        <a:pt x="1728" y="506"/>
                      </a:lnTo>
                      <a:lnTo>
                        <a:pt x="1730" y="506"/>
                      </a:lnTo>
                      <a:lnTo>
                        <a:pt x="1728" y="506"/>
                      </a:lnTo>
                      <a:lnTo>
                        <a:pt x="1726" y="506"/>
                      </a:lnTo>
                      <a:lnTo>
                        <a:pt x="1725" y="506"/>
                      </a:lnTo>
                      <a:lnTo>
                        <a:pt x="1723" y="506"/>
                      </a:lnTo>
                      <a:lnTo>
                        <a:pt x="1723" y="504"/>
                      </a:lnTo>
                      <a:lnTo>
                        <a:pt x="1721" y="504"/>
                      </a:lnTo>
                      <a:lnTo>
                        <a:pt x="1723" y="504"/>
                      </a:lnTo>
                      <a:lnTo>
                        <a:pt x="1721" y="504"/>
                      </a:lnTo>
                      <a:lnTo>
                        <a:pt x="1721" y="506"/>
                      </a:lnTo>
                      <a:lnTo>
                        <a:pt x="1721" y="504"/>
                      </a:lnTo>
                      <a:lnTo>
                        <a:pt x="1719" y="504"/>
                      </a:lnTo>
                      <a:lnTo>
                        <a:pt x="1717" y="504"/>
                      </a:lnTo>
                      <a:lnTo>
                        <a:pt x="1717" y="506"/>
                      </a:lnTo>
                      <a:lnTo>
                        <a:pt x="1717" y="504"/>
                      </a:lnTo>
                      <a:lnTo>
                        <a:pt x="1717" y="506"/>
                      </a:lnTo>
                      <a:lnTo>
                        <a:pt x="1717" y="504"/>
                      </a:lnTo>
                      <a:lnTo>
                        <a:pt x="1715" y="504"/>
                      </a:lnTo>
                      <a:lnTo>
                        <a:pt x="1715" y="506"/>
                      </a:lnTo>
                      <a:lnTo>
                        <a:pt x="1717" y="506"/>
                      </a:lnTo>
                      <a:lnTo>
                        <a:pt x="1715" y="506"/>
                      </a:lnTo>
                      <a:lnTo>
                        <a:pt x="1715" y="508"/>
                      </a:lnTo>
                      <a:lnTo>
                        <a:pt x="1714" y="506"/>
                      </a:lnTo>
                      <a:lnTo>
                        <a:pt x="1715" y="506"/>
                      </a:lnTo>
                      <a:lnTo>
                        <a:pt x="1714" y="506"/>
                      </a:lnTo>
                      <a:lnTo>
                        <a:pt x="1714" y="504"/>
                      </a:lnTo>
                      <a:lnTo>
                        <a:pt x="1714" y="502"/>
                      </a:lnTo>
                      <a:lnTo>
                        <a:pt x="1714" y="504"/>
                      </a:lnTo>
                      <a:lnTo>
                        <a:pt x="1712" y="502"/>
                      </a:lnTo>
                      <a:lnTo>
                        <a:pt x="1714" y="502"/>
                      </a:lnTo>
                      <a:lnTo>
                        <a:pt x="1712" y="502"/>
                      </a:lnTo>
                      <a:lnTo>
                        <a:pt x="1710" y="502"/>
                      </a:lnTo>
                      <a:lnTo>
                        <a:pt x="1710" y="500"/>
                      </a:lnTo>
                      <a:lnTo>
                        <a:pt x="1710" y="502"/>
                      </a:lnTo>
                      <a:lnTo>
                        <a:pt x="1708" y="502"/>
                      </a:lnTo>
                      <a:lnTo>
                        <a:pt x="1706" y="502"/>
                      </a:lnTo>
                      <a:lnTo>
                        <a:pt x="1708" y="502"/>
                      </a:lnTo>
                      <a:lnTo>
                        <a:pt x="1706" y="502"/>
                      </a:lnTo>
                      <a:lnTo>
                        <a:pt x="1705" y="502"/>
                      </a:lnTo>
                      <a:lnTo>
                        <a:pt x="1705" y="500"/>
                      </a:lnTo>
                      <a:lnTo>
                        <a:pt x="1706" y="500"/>
                      </a:lnTo>
                      <a:lnTo>
                        <a:pt x="1706" y="499"/>
                      </a:lnTo>
                      <a:lnTo>
                        <a:pt x="1708" y="499"/>
                      </a:lnTo>
                      <a:lnTo>
                        <a:pt x="1710" y="499"/>
                      </a:lnTo>
                      <a:lnTo>
                        <a:pt x="1712" y="499"/>
                      </a:lnTo>
                      <a:lnTo>
                        <a:pt x="1714" y="499"/>
                      </a:lnTo>
                      <a:lnTo>
                        <a:pt x="1714" y="497"/>
                      </a:lnTo>
                      <a:lnTo>
                        <a:pt x="1712" y="497"/>
                      </a:lnTo>
                      <a:lnTo>
                        <a:pt x="1714" y="497"/>
                      </a:lnTo>
                      <a:lnTo>
                        <a:pt x="1715" y="497"/>
                      </a:lnTo>
                      <a:lnTo>
                        <a:pt x="1715" y="499"/>
                      </a:lnTo>
                      <a:lnTo>
                        <a:pt x="1715" y="497"/>
                      </a:lnTo>
                      <a:lnTo>
                        <a:pt x="1715" y="499"/>
                      </a:lnTo>
                      <a:lnTo>
                        <a:pt x="1715" y="497"/>
                      </a:lnTo>
                      <a:lnTo>
                        <a:pt x="1715" y="495"/>
                      </a:lnTo>
                      <a:lnTo>
                        <a:pt x="1714" y="495"/>
                      </a:lnTo>
                      <a:lnTo>
                        <a:pt x="1715" y="495"/>
                      </a:lnTo>
                      <a:lnTo>
                        <a:pt x="1714" y="495"/>
                      </a:lnTo>
                      <a:lnTo>
                        <a:pt x="1714" y="493"/>
                      </a:lnTo>
                      <a:lnTo>
                        <a:pt x="1714" y="491"/>
                      </a:lnTo>
                      <a:lnTo>
                        <a:pt x="1715" y="491"/>
                      </a:lnTo>
                      <a:lnTo>
                        <a:pt x="1715" y="489"/>
                      </a:lnTo>
                      <a:lnTo>
                        <a:pt x="1717" y="489"/>
                      </a:lnTo>
                      <a:lnTo>
                        <a:pt x="1719" y="489"/>
                      </a:lnTo>
                      <a:lnTo>
                        <a:pt x="1719" y="488"/>
                      </a:lnTo>
                      <a:lnTo>
                        <a:pt x="1721" y="488"/>
                      </a:lnTo>
                      <a:lnTo>
                        <a:pt x="1723" y="488"/>
                      </a:lnTo>
                      <a:lnTo>
                        <a:pt x="1725" y="488"/>
                      </a:lnTo>
                      <a:lnTo>
                        <a:pt x="1725" y="486"/>
                      </a:lnTo>
                      <a:lnTo>
                        <a:pt x="1726" y="486"/>
                      </a:lnTo>
                      <a:lnTo>
                        <a:pt x="1726" y="484"/>
                      </a:lnTo>
                      <a:lnTo>
                        <a:pt x="1728" y="484"/>
                      </a:lnTo>
                      <a:lnTo>
                        <a:pt x="1726" y="484"/>
                      </a:lnTo>
                      <a:lnTo>
                        <a:pt x="1728" y="484"/>
                      </a:lnTo>
                      <a:lnTo>
                        <a:pt x="1728" y="482"/>
                      </a:lnTo>
                      <a:lnTo>
                        <a:pt x="1730" y="482"/>
                      </a:lnTo>
                      <a:lnTo>
                        <a:pt x="1730" y="480"/>
                      </a:lnTo>
                      <a:lnTo>
                        <a:pt x="1732" y="480"/>
                      </a:lnTo>
                      <a:lnTo>
                        <a:pt x="1732" y="478"/>
                      </a:lnTo>
                      <a:lnTo>
                        <a:pt x="1734" y="478"/>
                      </a:lnTo>
                      <a:lnTo>
                        <a:pt x="1734" y="477"/>
                      </a:lnTo>
                      <a:lnTo>
                        <a:pt x="1736" y="477"/>
                      </a:lnTo>
                      <a:lnTo>
                        <a:pt x="1736" y="475"/>
                      </a:lnTo>
                      <a:lnTo>
                        <a:pt x="1736" y="473"/>
                      </a:lnTo>
                      <a:lnTo>
                        <a:pt x="1737" y="473"/>
                      </a:lnTo>
                      <a:lnTo>
                        <a:pt x="1739" y="473"/>
                      </a:lnTo>
                      <a:lnTo>
                        <a:pt x="1739" y="471"/>
                      </a:lnTo>
                      <a:lnTo>
                        <a:pt x="1739" y="469"/>
                      </a:lnTo>
                      <a:lnTo>
                        <a:pt x="1741" y="469"/>
                      </a:lnTo>
                      <a:lnTo>
                        <a:pt x="1743" y="468"/>
                      </a:lnTo>
                      <a:lnTo>
                        <a:pt x="1745" y="468"/>
                      </a:lnTo>
                      <a:lnTo>
                        <a:pt x="1745" y="466"/>
                      </a:lnTo>
                      <a:lnTo>
                        <a:pt x="1743" y="466"/>
                      </a:lnTo>
                      <a:lnTo>
                        <a:pt x="1745" y="466"/>
                      </a:lnTo>
                      <a:lnTo>
                        <a:pt x="1743" y="466"/>
                      </a:lnTo>
                      <a:lnTo>
                        <a:pt x="1743" y="468"/>
                      </a:lnTo>
                      <a:lnTo>
                        <a:pt x="1743" y="466"/>
                      </a:lnTo>
                      <a:lnTo>
                        <a:pt x="1741" y="466"/>
                      </a:lnTo>
                      <a:lnTo>
                        <a:pt x="1741" y="464"/>
                      </a:lnTo>
                      <a:lnTo>
                        <a:pt x="1739" y="464"/>
                      </a:lnTo>
                      <a:lnTo>
                        <a:pt x="1737" y="464"/>
                      </a:lnTo>
                      <a:lnTo>
                        <a:pt x="1737" y="462"/>
                      </a:lnTo>
                      <a:lnTo>
                        <a:pt x="1739" y="460"/>
                      </a:lnTo>
                      <a:lnTo>
                        <a:pt x="1737" y="460"/>
                      </a:lnTo>
                      <a:lnTo>
                        <a:pt x="1737" y="458"/>
                      </a:lnTo>
                      <a:lnTo>
                        <a:pt x="1739" y="460"/>
                      </a:lnTo>
                      <a:lnTo>
                        <a:pt x="1741" y="460"/>
                      </a:lnTo>
                      <a:lnTo>
                        <a:pt x="1743" y="460"/>
                      </a:lnTo>
                      <a:lnTo>
                        <a:pt x="1743" y="458"/>
                      </a:lnTo>
                      <a:lnTo>
                        <a:pt x="1741" y="458"/>
                      </a:lnTo>
                      <a:lnTo>
                        <a:pt x="1739" y="458"/>
                      </a:lnTo>
                      <a:lnTo>
                        <a:pt x="1739" y="457"/>
                      </a:lnTo>
                      <a:lnTo>
                        <a:pt x="1737" y="457"/>
                      </a:lnTo>
                      <a:lnTo>
                        <a:pt x="1736" y="457"/>
                      </a:lnTo>
                      <a:lnTo>
                        <a:pt x="1736" y="455"/>
                      </a:lnTo>
                      <a:lnTo>
                        <a:pt x="1737" y="455"/>
                      </a:lnTo>
                      <a:lnTo>
                        <a:pt x="1739" y="455"/>
                      </a:lnTo>
                      <a:lnTo>
                        <a:pt x="1739" y="453"/>
                      </a:lnTo>
                      <a:lnTo>
                        <a:pt x="1739" y="455"/>
                      </a:lnTo>
                      <a:lnTo>
                        <a:pt x="1741" y="455"/>
                      </a:lnTo>
                      <a:lnTo>
                        <a:pt x="1741" y="453"/>
                      </a:lnTo>
                      <a:lnTo>
                        <a:pt x="1743" y="453"/>
                      </a:lnTo>
                      <a:lnTo>
                        <a:pt x="1743" y="451"/>
                      </a:lnTo>
                      <a:lnTo>
                        <a:pt x="1745" y="451"/>
                      </a:lnTo>
                      <a:lnTo>
                        <a:pt x="1743" y="451"/>
                      </a:lnTo>
                      <a:lnTo>
                        <a:pt x="1745" y="451"/>
                      </a:lnTo>
                      <a:lnTo>
                        <a:pt x="1743" y="451"/>
                      </a:lnTo>
                      <a:lnTo>
                        <a:pt x="1745" y="451"/>
                      </a:lnTo>
                      <a:lnTo>
                        <a:pt x="1743" y="451"/>
                      </a:lnTo>
                      <a:lnTo>
                        <a:pt x="1743" y="453"/>
                      </a:lnTo>
                      <a:lnTo>
                        <a:pt x="1741" y="453"/>
                      </a:lnTo>
                      <a:lnTo>
                        <a:pt x="1741" y="455"/>
                      </a:lnTo>
                      <a:lnTo>
                        <a:pt x="1739" y="455"/>
                      </a:lnTo>
                      <a:lnTo>
                        <a:pt x="1739" y="453"/>
                      </a:lnTo>
                      <a:lnTo>
                        <a:pt x="1739" y="455"/>
                      </a:lnTo>
                      <a:lnTo>
                        <a:pt x="1737" y="455"/>
                      </a:lnTo>
                      <a:lnTo>
                        <a:pt x="1736" y="455"/>
                      </a:lnTo>
                      <a:lnTo>
                        <a:pt x="1736" y="457"/>
                      </a:lnTo>
                      <a:lnTo>
                        <a:pt x="1737" y="457"/>
                      </a:lnTo>
                      <a:lnTo>
                        <a:pt x="1737" y="458"/>
                      </a:lnTo>
                      <a:lnTo>
                        <a:pt x="1739" y="458"/>
                      </a:lnTo>
                      <a:lnTo>
                        <a:pt x="1741" y="458"/>
                      </a:lnTo>
                      <a:lnTo>
                        <a:pt x="1741" y="460"/>
                      </a:lnTo>
                      <a:lnTo>
                        <a:pt x="1739" y="460"/>
                      </a:lnTo>
                      <a:lnTo>
                        <a:pt x="1739" y="458"/>
                      </a:lnTo>
                      <a:lnTo>
                        <a:pt x="1737" y="458"/>
                      </a:lnTo>
                      <a:lnTo>
                        <a:pt x="1737" y="460"/>
                      </a:lnTo>
                      <a:lnTo>
                        <a:pt x="1736" y="460"/>
                      </a:lnTo>
                      <a:lnTo>
                        <a:pt x="1736" y="458"/>
                      </a:lnTo>
                      <a:lnTo>
                        <a:pt x="1734" y="458"/>
                      </a:lnTo>
                      <a:lnTo>
                        <a:pt x="1732" y="457"/>
                      </a:lnTo>
                      <a:lnTo>
                        <a:pt x="1730" y="457"/>
                      </a:lnTo>
                      <a:lnTo>
                        <a:pt x="1730" y="455"/>
                      </a:lnTo>
                      <a:lnTo>
                        <a:pt x="1728" y="455"/>
                      </a:lnTo>
                      <a:lnTo>
                        <a:pt x="1730" y="455"/>
                      </a:lnTo>
                      <a:lnTo>
                        <a:pt x="1728" y="455"/>
                      </a:lnTo>
                      <a:lnTo>
                        <a:pt x="1726" y="455"/>
                      </a:lnTo>
                      <a:lnTo>
                        <a:pt x="1726" y="453"/>
                      </a:lnTo>
                      <a:lnTo>
                        <a:pt x="1726" y="451"/>
                      </a:lnTo>
                      <a:lnTo>
                        <a:pt x="1726" y="449"/>
                      </a:lnTo>
                      <a:lnTo>
                        <a:pt x="1728" y="449"/>
                      </a:lnTo>
                      <a:lnTo>
                        <a:pt x="1728" y="447"/>
                      </a:lnTo>
                      <a:lnTo>
                        <a:pt x="1728" y="446"/>
                      </a:lnTo>
                      <a:lnTo>
                        <a:pt x="1726" y="447"/>
                      </a:lnTo>
                      <a:lnTo>
                        <a:pt x="1726" y="446"/>
                      </a:lnTo>
                      <a:lnTo>
                        <a:pt x="1728" y="446"/>
                      </a:lnTo>
                      <a:lnTo>
                        <a:pt x="1728" y="444"/>
                      </a:lnTo>
                      <a:lnTo>
                        <a:pt x="1730" y="444"/>
                      </a:lnTo>
                      <a:lnTo>
                        <a:pt x="1732" y="444"/>
                      </a:lnTo>
                      <a:lnTo>
                        <a:pt x="1730" y="444"/>
                      </a:lnTo>
                      <a:lnTo>
                        <a:pt x="1728" y="444"/>
                      </a:lnTo>
                      <a:lnTo>
                        <a:pt x="1728" y="446"/>
                      </a:lnTo>
                      <a:lnTo>
                        <a:pt x="1726" y="446"/>
                      </a:lnTo>
                      <a:lnTo>
                        <a:pt x="1725" y="446"/>
                      </a:lnTo>
                      <a:lnTo>
                        <a:pt x="1726" y="447"/>
                      </a:lnTo>
                      <a:lnTo>
                        <a:pt x="1728" y="447"/>
                      </a:lnTo>
                      <a:lnTo>
                        <a:pt x="1726" y="449"/>
                      </a:lnTo>
                      <a:lnTo>
                        <a:pt x="1725" y="449"/>
                      </a:lnTo>
                      <a:lnTo>
                        <a:pt x="1725" y="451"/>
                      </a:lnTo>
                      <a:lnTo>
                        <a:pt x="1725" y="453"/>
                      </a:lnTo>
                      <a:lnTo>
                        <a:pt x="1725" y="451"/>
                      </a:lnTo>
                      <a:lnTo>
                        <a:pt x="1725" y="453"/>
                      </a:lnTo>
                      <a:lnTo>
                        <a:pt x="1723" y="453"/>
                      </a:lnTo>
                      <a:lnTo>
                        <a:pt x="1725" y="453"/>
                      </a:lnTo>
                      <a:lnTo>
                        <a:pt x="1723" y="453"/>
                      </a:lnTo>
                      <a:lnTo>
                        <a:pt x="1723" y="455"/>
                      </a:lnTo>
                      <a:lnTo>
                        <a:pt x="1723" y="453"/>
                      </a:lnTo>
                      <a:lnTo>
                        <a:pt x="1723" y="455"/>
                      </a:lnTo>
                      <a:lnTo>
                        <a:pt x="1721" y="455"/>
                      </a:lnTo>
                      <a:lnTo>
                        <a:pt x="1719" y="455"/>
                      </a:lnTo>
                      <a:lnTo>
                        <a:pt x="1719" y="453"/>
                      </a:lnTo>
                      <a:lnTo>
                        <a:pt x="1719" y="455"/>
                      </a:lnTo>
                      <a:lnTo>
                        <a:pt x="1717" y="455"/>
                      </a:lnTo>
                      <a:lnTo>
                        <a:pt x="1715" y="455"/>
                      </a:lnTo>
                      <a:lnTo>
                        <a:pt x="1715" y="453"/>
                      </a:lnTo>
                      <a:lnTo>
                        <a:pt x="1714" y="453"/>
                      </a:lnTo>
                      <a:lnTo>
                        <a:pt x="1712" y="453"/>
                      </a:lnTo>
                      <a:lnTo>
                        <a:pt x="1710" y="453"/>
                      </a:lnTo>
                      <a:lnTo>
                        <a:pt x="1708" y="451"/>
                      </a:lnTo>
                      <a:lnTo>
                        <a:pt x="1710" y="451"/>
                      </a:lnTo>
                      <a:lnTo>
                        <a:pt x="1708" y="451"/>
                      </a:lnTo>
                      <a:lnTo>
                        <a:pt x="1706" y="451"/>
                      </a:lnTo>
                      <a:lnTo>
                        <a:pt x="1705" y="451"/>
                      </a:lnTo>
                      <a:lnTo>
                        <a:pt x="1703" y="451"/>
                      </a:lnTo>
                      <a:lnTo>
                        <a:pt x="1703" y="453"/>
                      </a:lnTo>
                      <a:lnTo>
                        <a:pt x="1701" y="453"/>
                      </a:lnTo>
                      <a:lnTo>
                        <a:pt x="1699" y="453"/>
                      </a:lnTo>
                      <a:lnTo>
                        <a:pt x="1699" y="455"/>
                      </a:lnTo>
                      <a:lnTo>
                        <a:pt x="1699" y="457"/>
                      </a:lnTo>
                      <a:lnTo>
                        <a:pt x="1699" y="455"/>
                      </a:lnTo>
                      <a:lnTo>
                        <a:pt x="1697" y="455"/>
                      </a:lnTo>
                      <a:lnTo>
                        <a:pt x="1697" y="453"/>
                      </a:lnTo>
                      <a:lnTo>
                        <a:pt x="1695" y="453"/>
                      </a:lnTo>
                      <a:lnTo>
                        <a:pt x="1695" y="455"/>
                      </a:lnTo>
                      <a:lnTo>
                        <a:pt x="1695" y="457"/>
                      </a:lnTo>
                      <a:lnTo>
                        <a:pt x="1694" y="457"/>
                      </a:lnTo>
                      <a:lnTo>
                        <a:pt x="1694" y="458"/>
                      </a:lnTo>
                      <a:lnTo>
                        <a:pt x="1695" y="458"/>
                      </a:lnTo>
                      <a:lnTo>
                        <a:pt x="1697" y="458"/>
                      </a:lnTo>
                      <a:lnTo>
                        <a:pt x="1695" y="458"/>
                      </a:lnTo>
                      <a:lnTo>
                        <a:pt x="1695" y="460"/>
                      </a:lnTo>
                      <a:lnTo>
                        <a:pt x="1694" y="460"/>
                      </a:lnTo>
                      <a:lnTo>
                        <a:pt x="1692" y="460"/>
                      </a:lnTo>
                      <a:lnTo>
                        <a:pt x="1690" y="460"/>
                      </a:lnTo>
                      <a:lnTo>
                        <a:pt x="1690" y="462"/>
                      </a:lnTo>
                      <a:lnTo>
                        <a:pt x="1690" y="464"/>
                      </a:lnTo>
                      <a:lnTo>
                        <a:pt x="1688" y="464"/>
                      </a:lnTo>
                      <a:lnTo>
                        <a:pt x="1688" y="462"/>
                      </a:lnTo>
                      <a:lnTo>
                        <a:pt x="1688" y="464"/>
                      </a:lnTo>
                      <a:lnTo>
                        <a:pt x="1686" y="464"/>
                      </a:lnTo>
                      <a:lnTo>
                        <a:pt x="1686" y="466"/>
                      </a:lnTo>
                      <a:lnTo>
                        <a:pt x="1684" y="466"/>
                      </a:lnTo>
                      <a:lnTo>
                        <a:pt x="1684" y="468"/>
                      </a:lnTo>
                      <a:lnTo>
                        <a:pt x="1683" y="468"/>
                      </a:lnTo>
                      <a:lnTo>
                        <a:pt x="1683" y="469"/>
                      </a:lnTo>
                      <a:lnTo>
                        <a:pt x="1681" y="469"/>
                      </a:lnTo>
                      <a:lnTo>
                        <a:pt x="1679" y="469"/>
                      </a:lnTo>
                      <a:lnTo>
                        <a:pt x="1679" y="471"/>
                      </a:lnTo>
                      <a:lnTo>
                        <a:pt x="1681" y="471"/>
                      </a:lnTo>
                      <a:lnTo>
                        <a:pt x="1683" y="471"/>
                      </a:lnTo>
                      <a:lnTo>
                        <a:pt x="1681" y="471"/>
                      </a:lnTo>
                      <a:lnTo>
                        <a:pt x="1681" y="473"/>
                      </a:lnTo>
                      <a:lnTo>
                        <a:pt x="1679" y="473"/>
                      </a:lnTo>
                      <a:lnTo>
                        <a:pt x="1679" y="475"/>
                      </a:lnTo>
                      <a:lnTo>
                        <a:pt x="1677" y="475"/>
                      </a:lnTo>
                      <a:lnTo>
                        <a:pt x="1679" y="475"/>
                      </a:lnTo>
                      <a:lnTo>
                        <a:pt x="1679" y="477"/>
                      </a:lnTo>
                      <a:lnTo>
                        <a:pt x="1677" y="477"/>
                      </a:lnTo>
                      <a:lnTo>
                        <a:pt x="1675" y="477"/>
                      </a:lnTo>
                      <a:lnTo>
                        <a:pt x="1673" y="477"/>
                      </a:lnTo>
                      <a:lnTo>
                        <a:pt x="1673" y="478"/>
                      </a:lnTo>
                      <a:lnTo>
                        <a:pt x="1672" y="478"/>
                      </a:lnTo>
                      <a:lnTo>
                        <a:pt x="1670" y="478"/>
                      </a:lnTo>
                      <a:lnTo>
                        <a:pt x="1668" y="480"/>
                      </a:lnTo>
                      <a:lnTo>
                        <a:pt x="1666" y="480"/>
                      </a:lnTo>
                      <a:lnTo>
                        <a:pt x="1664" y="480"/>
                      </a:lnTo>
                      <a:lnTo>
                        <a:pt x="1664" y="482"/>
                      </a:lnTo>
                      <a:lnTo>
                        <a:pt x="1664" y="480"/>
                      </a:lnTo>
                      <a:lnTo>
                        <a:pt x="1664" y="482"/>
                      </a:lnTo>
                      <a:lnTo>
                        <a:pt x="1663" y="482"/>
                      </a:lnTo>
                      <a:lnTo>
                        <a:pt x="1661" y="482"/>
                      </a:lnTo>
                      <a:lnTo>
                        <a:pt x="1659" y="482"/>
                      </a:lnTo>
                      <a:lnTo>
                        <a:pt x="1657" y="484"/>
                      </a:lnTo>
                      <a:lnTo>
                        <a:pt x="1659" y="484"/>
                      </a:lnTo>
                      <a:lnTo>
                        <a:pt x="1657" y="484"/>
                      </a:lnTo>
                      <a:lnTo>
                        <a:pt x="1655" y="484"/>
                      </a:lnTo>
                      <a:lnTo>
                        <a:pt x="1655" y="486"/>
                      </a:lnTo>
                      <a:lnTo>
                        <a:pt x="1653" y="486"/>
                      </a:lnTo>
                      <a:lnTo>
                        <a:pt x="1652" y="486"/>
                      </a:lnTo>
                      <a:lnTo>
                        <a:pt x="1650" y="486"/>
                      </a:lnTo>
                      <a:lnTo>
                        <a:pt x="1650" y="488"/>
                      </a:lnTo>
                      <a:lnTo>
                        <a:pt x="1650" y="486"/>
                      </a:lnTo>
                      <a:lnTo>
                        <a:pt x="1648" y="486"/>
                      </a:lnTo>
                      <a:lnTo>
                        <a:pt x="1648" y="488"/>
                      </a:lnTo>
                      <a:lnTo>
                        <a:pt x="1646" y="488"/>
                      </a:lnTo>
                      <a:lnTo>
                        <a:pt x="1644" y="488"/>
                      </a:lnTo>
                      <a:lnTo>
                        <a:pt x="1644" y="486"/>
                      </a:lnTo>
                      <a:lnTo>
                        <a:pt x="1644" y="488"/>
                      </a:lnTo>
                      <a:lnTo>
                        <a:pt x="1646" y="488"/>
                      </a:lnTo>
                      <a:lnTo>
                        <a:pt x="1644" y="488"/>
                      </a:lnTo>
                      <a:lnTo>
                        <a:pt x="1644" y="489"/>
                      </a:lnTo>
                      <a:lnTo>
                        <a:pt x="1642" y="489"/>
                      </a:lnTo>
                      <a:lnTo>
                        <a:pt x="1644" y="489"/>
                      </a:lnTo>
                      <a:lnTo>
                        <a:pt x="1644" y="491"/>
                      </a:lnTo>
                      <a:lnTo>
                        <a:pt x="1642" y="491"/>
                      </a:lnTo>
                      <a:lnTo>
                        <a:pt x="1641" y="491"/>
                      </a:lnTo>
                      <a:lnTo>
                        <a:pt x="1641" y="493"/>
                      </a:lnTo>
                      <a:lnTo>
                        <a:pt x="1639" y="491"/>
                      </a:lnTo>
                      <a:lnTo>
                        <a:pt x="1639" y="493"/>
                      </a:lnTo>
                      <a:lnTo>
                        <a:pt x="1639" y="491"/>
                      </a:lnTo>
                      <a:lnTo>
                        <a:pt x="1641" y="493"/>
                      </a:lnTo>
                      <a:lnTo>
                        <a:pt x="1639" y="493"/>
                      </a:lnTo>
                      <a:lnTo>
                        <a:pt x="1637" y="495"/>
                      </a:lnTo>
                      <a:lnTo>
                        <a:pt x="1637" y="497"/>
                      </a:lnTo>
                      <a:lnTo>
                        <a:pt x="1635" y="499"/>
                      </a:lnTo>
                      <a:lnTo>
                        <a:pt x="1635" y="500"/>
                      </a:lnTo>
                      <a:lnTo>
                        <a:pt x="1635" y="499"/>
                      </a:lnTo>
                      <a:lnTo>
                        <a:pt x="1633" y="499"/>
                      </a:lnTo>
                      <a:lnTo>
                        <a:pt x="1633" y="500"/>
                      </a:lnTo>
                      <a:lnTo>
                        <a:pt x="1635" y="500"/>
                      </a:lnTo>
                      <a:lnTo>
                        <a:pt x="1635" y="499"/>
                      </a:lnTo>
                      <a:lnTo>
                        <a:pt x="1635" y="500"/>
                      </a:lnTo>
                      <a:lnTo>
                        <a:pt x="1635" y="502"/>
                      </a:lnTo>
                      <a:lnTo>
                        <a:pt x="1635" y="504"/>
                      </a:lnTo>
                      <a:lnTo>
                        <a:pt x="1635" y="506"/>
                      </a:lnTo>
                      <a:lnTo>
                        <a:pt x="1633" y="506"/>
                      </a:lnTo>
                      <a:lnTo>
                        <a:pt x="1633" y="504"/>
                      </a:lnTo>
                      <a:lnTo>
                        <a:pt x="1633" y="506"/>
                      </a:lnTo>
                      <a:lnTo>
                        <a:pt x="1635" y="506"/>
                      </a:lnTo>
                      <a:lnTo>
                        <a:pt x="1635" y="504"/>
                      </a:lnTo>
                      <a:lnTo>
                        <a:pt x="1635" y="506"/>
                      </a:lnTo>
                      <a:lnTo>
                        <a:pt x="1635" y="508"/>
                      </a:lnTo>
                      <a:lnTo>
                        <a:pt x="1633" y="508"/>
                      </a:lnTo>
                      <a:lnTo>
                        <a:pt x="1635" y="506"/>
                      </a:lnTo>
                      <a:lnTo>
                        <a:pt x="1633" y="506"/>
                      </a:lnTo>
                      <a:lnTo>
                        <a:pt x="1632" y="506"/>
                      </a:lnTo>
                      <a:lnTo>
                        <a:pt x="1633" y="506"/>
                      </a:lnTo>
                      <a:lnTo>
                        <a:pt x="1633" y="508"/>
                      </a:lnTo>
                      <a:lnTo>
                        <a:pt x="1632" y="508"/>
                      </a:lnTo>
                      <a:lnTo>
                        <a:pt x="1630" y="510"/>
                      </a:lnTo>
                      <a:lnTo>
                        <a:pt x="1630" y="511"/>
                      </a:lnTo>
                      <a:lnTo>
                        <a:pt x="1628" y="511"/>
                      </a:lnTo>
                      <a:lnTo>
                        <a:pt x="1626" y="513"/>
                      </a:lnTo>
                      <a:lnTo>
                        <a:pt x="1624" y="513"/>
                      </a:lnTo>
                      <a:lnTo>
                        <a:pt x="1622" y="513"/>
                      </a:lnTo>
                      <a:lnTo>
                        <a:pt x="1622" y="515"/>
                      </a:lnTo>
                      <a:lnTo>
                        <a:pt x="1621" y="515"/>
                      </a:lnTo>
                      <a:lnTo>
                        <a:pt x="1619" y="515"/>
                      </a:lnTo>
                      <a:lnTo>
                        <a:pt x="1617" y="515"/>
                      </a:lnTo>
                      <a:lnTo>
                        <a:pt x="1615" y="515"/>
                      </a:lnTo>
                      <a:lnTo>
                        <a:pt x="1613" y="515"/>
                      </a:lnTo>
                      <a:lnTo>
                        <a:pt x="1615" y="515"/>
                      </a:lnTo>
                      <a:lnTo>
                        <a:pt x="1613" y="515"/>
                      </a:lnTo>
                      <a:lnTo>
                        <a:pt x="1611" y="515"/>
                      </a:lnTo>
                      <a:lnTo>
                        <a:pt x="1610" y="515"/>
                      </a:lnTo>
                      <a:lnTo>
                        <a:pt x="1608" y="515"/>
                      </a:lnTo>
                      <a:lnTo>
                        <a:pt x="1608" y="517"/>
                      </a:lnTo>
                      <a:lnTo>
                        <a:pt x="1606" y="517"/>
                      </a:lnTo>
                      <a:lnTo>
                        <a:pt x="1604" y="517"/>
                      </a:lnTo>
                      <a:lnTo>
                        <a:pt x="1604" y="519"/>
                      </a:lnTo>
                      <a:lnTo>
                        <a:pt x="1602" y="519"/>
                      </a:lnTo>
                      <a:lnTo>
                        <a:pt x="1600" y="519"/>
                      </a:lnTo>
                      <a:lnTo>
                        <a:pt x="1599" y="519"/>
                      </a:lnTo>
                      <a:lnTo>
                        <a:pt x="1597" y="519"/>
                      </a:lnTo>
                      <a:lnTo>
                        <a:pt x="1597" y="517"/>
                      </a:lnTo>
                      <a:lnTo>
                        <a:pt x="1595" y="517"/>
                      </a:lnTo>
                      <a:lnTo>
                        <a:pt x="1597" y="517"/>
                      </a:lnTo>
                      <a:lnTo>
                        <a:pt x="1595" y="515"/>
                      </a:lnTo>
                      <a:lnTo>
                        <a:pt x="1595" y="513"/>
                      </a:lnTo>
                      <a:lnTo>
                        <a:pt x="1593" y="513"/>
                      </a:lnTo>
                      <a:lnTo>
                        <a:pt x="1591" y="513"/>
                      </a:lnTo>
                      <a:lnTo>
                        <a:pt x="1590" y="513"/>
                      </a:lnTo>
                      <a:lnTo>
                        <a:pt x="1588" y="513"/>
                      </a:lnTo>
                      <a:lnTo>
                        <a:pt x="1586" y="513"/>
                      </a:lnTo>
                      <a:lnTo>
                        <a:pt x="1586" y="511"/>
                      </a:lnTo>
                      <a:lnTo>
                        <a:pt x="1586" y="513"/>
                      </a:lnTo>
                      <a:lnTo>
                        <a:pt x="1588" y="513"/>
                      </a:lnTo>
                      <a:lnTo>
                        <a:pt x="1588" y="511"/>
                      </a:lnTo>
                      <a:lnTo>
                        <a:pt x="1586" y="511"/>
                      </a:lnTo>
                      <a:lnTo>
                        <a:pt x="1584" y="511"/>
                      </a:lnTo>
                      <a:lnTo>
                        <a:pt x="1586" y="511"/>
                      </a:lnTo>
                      <a:lnTo>
                        <a:pt x="1584" y="511"/>
                      </a:lnTo>
                      <a:lnTo>
                        <a:pt x="1582" y="511"/>
                      </a:lnTo>
                      <a:lnTo>
                        <a:pt x="1584" y="511"/>
                      </a:lnTo>
                      <a:lnTo>
                        <a:pt x="1582" y="511"/>
                      </a:lnTo>
                      <a:lnTo>
                        <a:pt x="1582" y="513"/>
                      </a:lnTo>
                      <a:lnTo>
                        <a:pt x="1580" y="513"/>
                      </a:lnTo>
                      <a:lnTo>
                        <a:pt x="1582" y="513"/>
                      </a:lnTo>
                      <a:lnTo>
                        <a:pt x="1582" y="515"/>
                      </a:lnTo>
                      <a:lnTo>
                        <a:pt x="1582" y="513"/>
                      </a:lnTo>
                      <a:lnTo>
                        <a:pt x="1584" y="513"/>
                      </a:lnTo>
                      <a:lnTo>
                        <a:pt x="1582" y="513"/>
                      </a:lnTo>
                      <a:lnTo>
                        <a:pt x="1584" y="513"/>
                      </a:lnTo>
                      <a:lnTo>
                        <a:pt x="1586" y="513"/>
                      </a:lnTo>
                      <a:lnTo>
                        <a:pt x="1584" y="513"/>
                      </a:lnTo>
                      <a:lnTo>
                        <a:pt x="1582" y="513"/>
                      </a:lnTo>
                      <a:lnTo>
                        <a:pt x="1582" y="515"/>
                      </a:lnTo>
                      <a:lnTo>
                        <a:pt x="1580" y="515"/>
                      </a:lnTo>
                      <a:lnTo>
                        <a:pt x="1580" y="517"/>
                      </a:lnTo>
                      <a:lnTo>
                        <a:pt x="1579" y="517"/>
                      </a:lnTo>
                      <a:lnTo>
                        <a:pt x="1580" y="517"/>
                      </a:lnTo>
                      <a:lnTo>
                        <a:pt x="1580" y="515"/>
                      </a:lnTo>
                      <a:lnTo>
                        <a:pt x="1580" y="513"/>
                      </a:lnTo>
                      <a:lnTo>
                        <a:pt x="1580" y="511"/>
                      </a:lnTo>
                      <a:lnTo>
                        <a:pt x="1582" y="511"/>
                      </a:lnTo>
                      <a:lnTo>
                        <a:pt x="1580" y="511"/>
                      </a:lnTo>
                      <a:lnTo>
                        <a:pt x="1580" y="510"/>
                      </a:lnTo>
                      <a:lnTo>
                        <a:pt x="1580" y="508"/>
                      </a:lnTo>
                      <a:lnTo>
                        <a:pt x="1582" y="508"/>
                      </a:lnTo>
                      <a:lnTo>
                        <a:pt x="1582" y="510"/>
                      </a:lnTo>
                      <a:lnTo>
                        <a:pt x="1582" y="508"/>
                      </a:lnTo>
                      <a:lnTo>
                        <a:pt x="1584" y="508"/>
                      </a:lnTo>
                      <a:lnTo>
                        <a:pt x="1582" y="508"/>
                      </a:lnTo>
                      <a:lnTo>
                        <a:pt x="1582" y="506"/>
                      </a:lnTo>
                      <a:lnTo>
                        <a:pt x="1582" y="504"/>
                      </a:lnTo>
                      <a:lnTo>
                        <a:pt x="1582" y="506"/>
                      </a:lnTo>
                      <a:lnTo>
                        <a:pt x="1580" y="506"/>
                      </a:lnTo>
                      <a:lnTo>
                        <a:pt x="1582" y="504"/>
                      </a:lnTo>
                      <a:lnTo>
                        <a:pt x="1580" y="504"/>
                      </a:lnTo>
                      <a:lnTo>
                        <a:pt x="1582" y="504"/>
                      </a:lnTo>
                      <a:lnTo>
                        <a:pt x="1580" y="504"/>
                      </a:lnTo>
                      <a:lnTo>
                        <a:pt x="1582" y="504"/>
                      </a:lnTo>
                      <a:lnTo>
                        <a:pt x="1580" y="504"/>
                      </a:lnTo>
                      <a:lnTo>
                        <a:pt x="1582" y="504"/>
                      </a:lnTo>
                      <a:lnTo>
                        <a:pt x="1580" y="506"/>
                      </a:lnTo>
                      <a:lnTo>
                        <a:pt x="1582" y="506"/>
                      </a:lnTo>
                      <a:lnTo>
                        <a:pt x="1582" y="504"/>
                      </a:lnTo>
                      <a:lnTo>
                        <a:pt x="1582" y="506"/>
                      </a:lnTo>
                      <a:lnTo>
                        <a:pt x="1582" y="508"/>
                      </a:lnTo>
                      <a:lnTo>
                        <a:pt x="1584" y="508"/>
                      </a:lnTo>
                      <a:lnTo>
                        <a:pt x="1582" y="508"/>
                      </a:lnTo>
                      <a:lnTo>
                        <a:pt x="1580" y="508"/>
                      </a:lnTo>
                      <a:lnTo>
                        <a:pt x="1582" y="508"/>
                      </a:lnTo>
                      <a:lnTo>
                        <a:pt x="1580" y="508"/>
                      </a:lnTo>
                      <a:lnTo>
                        <a:pt x="1580" y="510"/>
                      </a:lnTo>
                      <a:lnTo>
                        <a:pt x="1580" y="511"/>
                      </a:lnTo>
                      <a:lnTo>
                        <a:pt x="1582" y="511"/>
                      </a:lnTo>
                      <a:lnTo>
                        <a:pt x="1580" y="511"/>
                      </a:lnTo>
                      <a:lnTo>
                        <a:pt x="1580" y="513"/>
                      </a:lnTo>
                      <a:lnTo>
                        <a:pt x="1580" y="515"/>
                      </a:lnTo>
                      <a:lnTo>
                        <a:pt x="1579" y="515"/>
                      </a:lnTo>
                      <a:lnTo>
                        <a:pt x="1580" y="515"/>
                      </a:lnTo>
                      <a:lnTo>
                        <a:pt x="1580" y="517"/>
                      </a:lnTo>
                      <a:lnTo>
                        <a:pt x="1579" y="517"/>
                      </a:lnTo>
                      <a:lnTo>
                        <a:pt x="1579" y="515"/>
                      </a:lnTo>
                      <a:lnTo>
                        <a:pt x="1577" y="515"/>
                      </a:lnTo>
                      <a:lnTo>
                        <a:pt x="1575" y="515"/>
                      </a:lnTo>
                      <a:lnTo>
                        <a:pt x="1573" y="513"/>
                      </a:lnTo>
                      <a:lnTo>
                        <a:pt x="1571" y="513"/>
                      </a:lnTo>
                      <a:lnTo>
                        <a:pt x="1573" y="513"/>
                      </a:lnTo>
                      <a:lnTo>
                        <a:pt x="1575" y="515"/>
                      </a:lnTo>
                      <a:lnTo>
                        <a:pt x="1577" y="515"/>
                      </a:lnTo>
                      <a:lnTo>
                        <a:pt x="1579" y="515"/>
                      </a:lnTo>
                      <a:lnTo>
                        <a:pt x="1579" y="517"/>
                      </a:lnTo>
                      <a:lnTo>
                        <a:pt x="1580" y="517"/>
                      </a:lnTo>
                      <a:lnTo>
                        <a:pt x="1580" y="519"/>
                      </a:lnTo>
                      <a:lnTo>
                        <a:pt x="1580" y="521"/>
                      </a:lnTo>
                      <a:lnTo>
                        <a:pt x="1582" y="521"/>
                      </a:lnTo>
                      <a:lnTo>
                        <a:pt x="1580" y="521"/>
                      </a:lnTo>
                      <a:lnTo>
                        <a:pt x="1579" y="521"/>
                      </a:lnTo>
                      <a:lnTo>
                        <a:pt x="1580" y="521"/>
                      </a:lnTo>
                      <a:lnTo>
                        <a:pt x="1582" y="521"/>
                      </a:lnTo>
                      <a:lnTo>
                        <a:pt x="1582" y="522"/>
                      </a:lnTo>
                      <a:lnTo>
                        <a:pt x="1580" y="522"/>
                      </a:lnTo>
                      <a:lnTo>
                        <a:pt x="1580" y="521"/>
                      </a:lnTo>
                      <a:lnTo>
                        <a:pt x="1579" y="521"/>
                      </a:lnTo>
                      <a:lnTo>
                        <a:pt x="1577" y="521"/>
                      </a:lnTo>
                      <a:lnTo>
                        <a:pt x="1577" y="519"/>
                      </a:lnTo>
                      <a:lnTo>
                        <a:pt x="1575" y="519"/>
                      </a:lnTo>
                      <a:lnTo>
                        <a:pt x="1577" y="519"/>
                      </a:lnTo>
                      <a:lnTo>
                        <a:pt x="1577" y="521"/>
                      </a:lnTo>
                      <a:lnTo>
                        <a:pt x="1579" y="521"/>
                      </a:lnTo>
                      <a:lnTo>
                        <a:pt x="1579" y="522"/>
                      </a:lnTo>
                      <a:lnTo>
                        <a:pt x="1577" y="524"/>
                      </a:lnTo>
                      <a:lnTo>
                        <a:pt x="1577" y="526"/>
                      </a:lnTo>
                      <a:lnTo>
                        <a:pt x="1575" y="526"/>
                      </a:lnTo>
                      <a:lnTo>
                        <a:pt x="1575" y="528"/>
                      </a:lnTo>
                      <a:lnTo>
                        <a:pt x="1573" y="528"/>
                      </a:lnTo>
                      <a:lnTo>
                        <a:pt x="1575" y="528"/>
                      </a:lnTo>
                      <a:lnTo>
                        <a:pt x="1575" y="530"/>
                      </a:lnTo>
                      <a:lnTo>
                        <a:pt x="1573" y="530"/>
                      </a:lnTo>
                      <a:lnTo>
                        <a:pt x="1575" y="530"/>
                      </a:lnTo>
                      <a:lnTo>
                        <a:pt x="1575" y="531"/>
                      </a:lnTo>
                      <a:lnTo>
                        <a:pt x="1573" y="531"/>
                      </a:lnTo>
                      <a:lnTo>
                        <a:pt x="1573" y="533"/>
                      </a:lnTo>
                      <a:lnTo>
                        <a:pt x="1575" y="533"/>
                      </a:lnTo>
                      <a:lnTo>
                        <a:pt x="1575" y="535"/>
                      </a:lnTo>
                      <a:lnTo>
                        <a:pt x="1575" y="537"/>
                      </a:lnTo>
                      <a:lnTo>
                        <a:pt x="1577" y="537"/>
                      </a:lnTo>
                      <a:lnTo>
                        <a:pt x="1577" y="539"/>
                      </a:lnTo>
                      <a:lnTo>
                        <a:pt x="1575" y="537"/>
                      </a:lnTo>
                      <a:lnTo>
                        <a:pt x="1575" y="539"/>
                      </a:lnTo>
                      <a:lnTo>
                        <a:pt x="1577" y="539"/>
                      </a:lnTo>
                      <a:lnTo>
                        <a:pt x="1577" y="541"/>
                      </a:lnTo>
                      <a:lnTo>
                        <a:pt x="1579" y="541"/>
                      </a:lnTo>
                      <a:lnTo>
                        <a:pt x="1579" y="542"/>
                      </a:lnTo>
                      <a:lnTo>
                        <a:pt x="1580" y="542"/>
                      </a:lnTo>
                      <a:lnTo>
                        <a:pt x="1579" y="542"/>
                      </a:lnTo>
                      <a:lnTo>
                        <a:pt x="1580" y="544"/>
                      </a:lnTo>
                      <a:lnTo>
                        <a:pt x="1580" y="542"/>
                      </a:lnTo>
                      <a:lnTo>
                        <a:pt x="1580" y="544"/>
                      </a:lnTo>
                      <a:lnTo>
                        <a:pt x="1582" y="544"/>
                      </a:lnTo>
                      <a:lnTo>
                        <a:pt x="1582" y="546"/>
                      </a:lnTo>
                      <a:lnTo>
                        <a:pt x="1584" y="546"/>
                      </a:lnTo>
                      <a:lnTo>
                        <a:pt x="1584" y="544"/>
                      </a:lnTo>
                      <a:lnTo>
                        <a:pt x="1586" y="544"/>
                      </a:lnTo>
                      <a:lnTo>
                        <a:pt x="1584" y="544"/>
                      </a:lnTo>
                      <a:lnTo>
                        <a:pt x="1586" y="544"/>
                      </a:lnTo>
                      <a:lnTo>
                        <a:pt x="1584" y="544"/>
                      </a:lnTo>
                      <a:lnTo>
                        <a:pt x="1584" y="546"/>
                      </a:lnTo>
                      <a:lnTo>
                        <a:pt x="1582" y="546"/>
                      </a:lnTo>
                      <a:lnTo>
                        <a:pt x="1584" y="546"/>
                      </a:lnTo>
                      <a:lnTo>
                        <a:pt x="1584" y="548"/>
                      </a:lnTo>
                      <a:lnTo>
                        <a:pt x="1582" y="548"/>
                      </a:lnTo>
                      <a:lnTo>
                        <a:pt x="1584" y="548"/>
                      </a:lnTo>
                      <a:lnTo>
                        <a:pt x="1584" y="546"/>
                      </a:lnTo>
                      <a:lnTo>
                        <a:pt x="1586" y="548"/>
                      </a:lnTo>
                      <a:lnTo>
                        <a:pt x="1586" y="546"/>
                      </a:lnTo>
                      <a:lnTo>
                        <a:pt x="1586" y="548"/>
                      </a:lnTo>
                      <a:lnTo>
                        <a:pt x="1588" y="548"/>
                      </a:lnTo>
                      <a:lnTo>
                        <a:pt x="1590" y="550"/>
                      </a:lnTo>
                      <a:lnTo>
                        <a:pt x="1588" y="550"/>
                      </a:lnTo>
                      <a:lnTo>
                        <a:pt x="1586" y="550"/>
                      </a:lnTo>
                      <a:lnTo>
                        <a:pt x="1588" y="550"/>
                      </a:lnTo>
                      <a:lnTo>
                        <a:pt x="1590" y="550"/>
                      </a:lnTo>
                      <a:lnTo>
                        <a:pt x="1591" y="550"/>
                      </a:lnTo>
                      <a:lnTo>
                        <a:pt x="1591" y="552"/>
                      </a:lnTo>
                      <a:lnTo>
                        <a:pt x="1590" y="552"/>
                      </a:lnTo>
                      <a:lnTo>
                        <a:pt x="1588" y="552"/>
                      </a:lnTo>
                      <a:lnTo>
                        <a:pt x="1590" y="552"/>
                      </a:lnTo>
                      <a:lnTo>
                        <a:pt x="1591" y="552"/>
                      </a:lnTo>
                      <a:lnTo>
                        <a:pt x="1591" y="553"/>
                      </a:lnTo>
                      <a:lnTo>
                        <a:pt x="1591" y="555"/>
                      </a:lnTo>
                      <a:lnTo>
                        <a:pt x="1590" y="555"/>
                      </a:lnTo>
                      <a:lnTo>
                        <a:pt x="1591" y="555"/>
                      </a:lnTo>
                      <a:lnTo>
                        <a:pt x="1591" y="557"/>
                      </a:lnTo>
                      <a:lnTo>
                        <a:pt x="1591" y="555"/>
                      </a:lnTo>
                      <a:lnTo>
                        <a:pt x="1590" y="555"/>
                      </a:lnTo>
                      <a:lnTo>
                        <a:pt x="1591" y="555"/>
                      </a:lnTo>
                      <a:lnTo>
                        <a:pt x="1591" y="553"/>
                      </a:lnTo>
                      <a:lnTo>
                        <a:pt x="1591" y="555"/>
                      </a:lnTo>
                      <a:lnTo>
                        <a:pt x="1591" y="553"/>
                      </a:lnTo>
                      <a:lnTo>
                        <a:pt x="1591" y="552"/>
                      </a:lnTo>
                      <a:lnTo>
                        <a:pt x="1593" y="552"/>
                      </a:lnTo>
                      <a:lnTo>
                        <a:pt x="1595" y="552"/>
                      </a:lnTo>
                      <a:lnTo>
                        <a:pt x="1597" y="552"/>
                      </a:lnTo>
                      <a:lnTo>
                        <a:pt x="1599" y="552"/>
                      </a:lnTo>
                      <a:lnTo>
                        <a:pt x="1597" y="552"/>
                      </a:lnTo>
                      <a:lnTo>
                        <a:pt x="1599" y="552"/>
                      </a:lnTo>
                      <a:lnTo>
                        <a:pt x="1600" y="552"/>
                      </a:lnTo>
                      <a:lnTo>
                        <a:pt x="1600" y="553"/>
                      </a:lnTo>
                      <a:lnTo>
                        <a:pt x="1600" y="552"/>
                      </a:lnTo>
                      <a:lnTo>
                        <a:pt x="1602" y="552"/>
                      </a:lnTo>
                      <a:lnTo>
                        <a:pt x="1600" y="552"/>
                      </a:lnTo>
                      <a:lnTo>
                        <a:pt x="1602" y="552"/>
                      </a:lnTo>
                      <a:lnTo>
                        <a:pt x="1604" y="552"/>
                      </a:lnTo>
                      <a:lnTo>
                        <a:pt x="1604" y="553"/>
                      </a:lnTo>
                      <a:lnTo>
                        <a:pt x="1604" y="552"/>
                      </a:lnTo>
                      <a:lnTo>
                        <a:pt x="1606" y="552"/>
                      </a:lnTo>
                      <a:lnTo>
                        <a:pt x="1608" y="552"/>
                      </a:lnTo>
                      <a:lnTo>
                        <a:pt x="1608" y="553"/>
                      </a:lnTo>
                      <a:lnTo>
                        <a:pt x="1610" y="553"/>
                      </a:lnTo>
                      <a:lnTo>
                        <a:pt x="1608" y="555"/>
                      </a:lnTo>
                      <a:lnTo>
                        <a:pt x="1610" y="553"/>
                      </a:lnTo>
                      <a:lnTo>
                        <a:pt x="1610" y="555"/>
                      </a:lnTo>
                      <a:lnTo>
                        <a:pt x="1610" y="553"/>
                      </a:lnTo>
                      <a:lnTo>
                        <a:pt x="1610" y="552"/>
                      </a:lnTo>
                      <a:lnTo>
                        <a:pt x="1611" y="553"/>
                      </a:lnTo>
                      <a:lnTo>
                        <a:pt x="1610" y="552"/>
                      </a:lnTo>
                      <a:lnTo>
                        <a:pt x="1611" y="552"/>
                      </a:lnTo>
                      <a:lnTo>
                        <a:pt x="1613" y="552"/>
                      </a:lnTo>
                      <a:lnTo>
                        <a:pt x="1613" y="553"/>
                      </a:lnTo>
                      <a:lnTo>
                        <a:pt x="1615" y="553"/>
                      </a:lnTo>
                      <a:lnTo>
                        <a:pt x="1615" y="555"/>
                      </a:lnTo>
                      <a:lnTo>
                        <a:pt x="1615" y="557"/>
                      </a:lnTo>
                      <a:lnTo>
                        <a:pt x="1617" y="557"/>
                      </a:lnTo>
                      <a:lnTo>
                        <a:pt x="1615" y="557"/>
                      </a:lnTo>
                      <a:lnTo>
                        <a:pt x="1615" y="555"/>
                      </a:lnTo>
                      <a:lnTo>
                        <a:pt x="1615" y="553"/>
                      </a:lnTo>
                      <a:lnTo>
                        <a:pt x="1613" y="553"/>
                      </a:lnTo>
                      <a:lnTo>
                        <a:pt x="1613" y="552"/>
                      </a:lnTo>
                      <a:lnTo>
                        <a:pt x="1615" y="552"/>
                      </a:lnTo>
                      <a:lnTo>
                        <a:pt x="1617" y="552"/>
                      </a:lnTo>
                      <a:lnTo>
                        <a:pt x="1619" y="552"/>
                      </a:lnTo>
                      <a:lnTo>
                        <a:pt x="1621" y="552"/>
                      </a:lnTo>
                      <a:lnTo>
                        <a:pt x="1622" y="552"/>
                      </a:lnTo>
                      <a:lnTo>
                        <a:pt x="1624" y="553"/>
                      </a:lnTo>
                      <a:lnTo>
                        <a:pt x="1622" y="553"/>
                      </a:lnTo>
                      <a:lnTo>
                        <a:pt x="1624" y="553"/>
                      </a:lnTo>
                      <a:lnTo>
                        <a:pt x="1624" y="555"/>
                      </a:lnTo>
                      <a:lnTo>
                        <a:pt x="1624" y="557"/>
                      </a:lnTo>
                      <a:lnTo>
                        <a:pt x="1626" y="557"/>
                      </a:lnTo>
                      <a:lnTo>
                        <a:pt x="1628" y="559"/>
                      </a:lnTo>
                      <a:lnTo>
                        <a:pt x="1628" y="561"/>
                      </a:lnTo>
                      <a:lnTo>
                        <a:pt x="1628" y="563"/>
                      </a:lnTo>
                      <a:lnTo>
                        <a:pt x="1630" y="563"/>
                      </a:lnTo>
                      <a:lnTo>
                        <a:pt x="1632" y="563"/>
                      </a:lnTo>
                      <a:lnTo>
                        <a:pt x="1632" y="564"/>
                      </a:lnTo>
                      <a:lnTo>
                        <a:pt x="1633" y="564"/>
                      </a:lnTo>
                      <a:lnTo>
                        <a:pt x="1633" y="563"/>
                      </a:lnTo>
                      <a:lnTo>
                        <a:pt x="1635" y="563"/>
                      </a:lnTo>
                      <a:lnTo>
                        <a:pt x="1635" y="564"/>
                      </a:lnTo>
                      <a:lnTo>
                        <a:pt x="1633" y="564"/>
                      </a:lnTo>
                      <a:lnTo>
                        <a:pt x="1635" y="564"/>
                      </a:lnTo>
                      <a:lnTo>
                        <a:pt x="1633" y="564"/>
                      </a:lnTo>
                      <a:lnTo>
                        <a:pt x="1633" y="566"/>
                      </a:lnTo>
                      <a:lnTo>
                        <a:pt x="1635" y="566"/>
                      </a:lnTo>
                      <a:lnTo>
                        <a:pt x="1635" y="568"/>
                      </a:lnTo>
                      <a:lnTo>
                        <a:pt x="1637" y="568"/>
                      </a:lnTo>
                      <a:lnTo>
                        <a:pt x="1635" y="568"/>
                      </a:lnTo>
                      <a:lnTo>
                        <a:pt x="1635" y="570"/>
                      </a:lnTo>
                      <a:lnTo>
                        <a:pt x="1635" y="568"/>
                      </a:lnTo>
                      <a:lnTo>
                        <a:pt x="1633" y="568"/>
                      </a:lnTo>
                      <a:lnTo>
                        <a:pt x="1632" y="568"/>
                      </a:lnTo>
                      <a:lnTo>
                        <a:pt x="1630" y="568"/>
                      </a:lnTo>
                      <a:lnTo>
                        <a:pt x="1630" y="566"/>
                      </a:lnTo>
                      <a:lnTo>
                        <a:pt x="1628" y="566"/>
                      </a:lnTo>
                      <a:lnTo>
                        <a:pt x="1628" y="568"/>
                      </a:lnTo>
                      <a:lnTo>
                        <a:pt x="1626" y="568"/>
                      </a:lnTo>
                      <a:lnTo>
                        <a:pt x="1624" y="570"/>
                      </a:lnTo>
                      <a:lnTo>
                        <a:pt x="1624" y="572"/>
                      </a:lnTo>
                      <a:lnTo>
                        <a:pt x="1622" y="572"/>
                      </a:lnTo>
                      <a:lnTo>
                        <a:pt x="1622" y="574"/>
                      </a:lnTo>
                      <a:lnTo>
                        <a:pt x="1622" y="575"/>
                      </a:lnTo>
                      <a:lnTo>
                        <a:pt x="1622" y="577"/>
                      </a:lnTo>
                      <a:lnTo>
                        <a:pt x="1622" y="579"/>
                      </a:lnTo>
                      <a:lnTo>
                        <a:pt x="1624" y="579"/>
                      </a:lnTo>
                      <a:lnTo>
                        <a:pt x="1622" y="579"/>
                      </a:lnTo>
                      <a:lnTo>
                        <a:pt x="1622" y="581"/>
                      </a:lnTo>
                      <a:lnTo>
                        <a:pt x="1624" y="581"/>
                      </a:lnTo>
                      <a:lnTo>
                        <a:pt x="1624" y="583"/>
                      </a:lnTo>
                      <a:lnTo>
                        <a:pt x="1624" y="581"/>
                      </a:lnTo>
                      <a:lnTo>
                        <a:pt x="1622" y="583"/>
                      </a:lnTo>
                      <a:lnTo>
                        <a:pt x="1622" y="581"/>
                      </a:lnTo>
                      <a:lnTo>
                        <a:pt x="1622" y="583"/>
                      </a:lnTo>
                      <a:lnTo>
                        <a:pt x="1624" y="583"/>
                      </a:lnTo>
                      <a:lnTo>
                        <a:pt x="1626" y="583"/>
                      </a:lnTo>
                      <a:lnTo>
                        <a:pt x="1626" y="585"/>
                      </a:lnTo>
                      <a:lnTo>
                        <a:pt x="1628" y="585"/>
                      </a:lnTo>
                      <a:lnTo>
                        <a:pt x="1626" y="583"/>
                      </a:lnTo>
                      <a:lnTo>
                        <a:pt x="1628" y="583"/>
                      </a:lnTo>
                      <a:lnTo>
                        <a:pt x="1628" y="585"/>
                      </a:lnTo>
                      <a:lnTo>
                        <a:pt x="1630" y="585"/>
                      </a:lnTo>
                      <a:lnTo>
                        <a:pt x="1630" y="586"/>
                      </a:lnTo>
                      <a:lnTo>
                        <a:pt x="1630" y="588"/>
                      </a:lnTo>
                      <a:lnTo>
                        <a:pt x="1630" y="586"/>
                      </a:lnTo>
                      <a:lnTo>
                        <a:pt x="1632" y="586"/>
                      </a:lnTo>
                      <a:lnTo>
                        <a:pt x="1632" y="588"/>
                      </a:lnTo>
                      <a:lnTo>
                        <a:pt x="1632" y="586"/>
                      </a:lnTo>
                      <a:lnTo>
                        <a:pt x="1633" y="586"/>
                      </a:lnTo>
                      <a:lnTo>
                        <a:pt x="1632" y="586"/>
                      </a:lnTo>
                      <a:lnTo>
                        <a:pt x="1632" y="588"/>
                      </a:lnTo>
                      <a:lnTo>
                        <a:pt x="1633" y="586"/>
                      </a:lnTo>
                      <a:lnTo>
                        <a:pt x="1633" y="588"/>
                      </a:lnTo>
                      <a:lnTo>
                        <a:pt x="1635" y="588"/>
                      </a:lnTo>
                      <a:lnTo>
                        <a:pt x="1633" y="588"/>
                      </a:lnTo>
                      <a:lnTo>
                        <a:pt x="1633" y="590"/>
                      </a:lnTo>
                      <a:lnTo>
                        <a:pt x="1635" y="590"/>
                      </a:lnTo>
                      <a:lnTo>
                        <a:pt x="1637" y="590"/>
                      </a:lnTo>
                      <a:lnTo>
                        <a:pt x="1639" y="590"/>
                      </a:lnTo>
                      <a:lnTo>
                        <a:pt x="1639" y="588"/>
                      </a:lnTo>
                      <a:lnTo>
                        <a:pt x="1641" y="588"/>
                      </a:lnTo>
                      <a:lnTo>
                        <a:pt x="1642" y="588"/>
                      </a:lnTo>
                      <a:lnTo>
                        <a:pt x="1642" y="590"/>
                      </a:lnTo>
                      <a:lnTo>
                        <a:pt x="1642" y="588"/>
                      </a:lnTo>
                      <a:close/>
                      <a:moveTo>
                        <a:pt x="1823" y="475"/>
                      </a:moveTo>
                      <a:lnTo>
                        <a:pt x="1825" y="475"/>
                      </a:lnTo>
                      <a:lnTo>
                        <a:pt x="1823" y="475"/>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5" name="Freeform 28">
                  <a:extLst>
                    <a:ext uri="{FF2B5EF4-FFF2-40B4-BE49-F238E27FC236}">
                      <a16:creationId xmlns:a16="http://schemas.microsoft.com/office/drawing/2014/main" id="{38006B48-9F4F-8C38-1FDB-BF313E4FC516}"/>
                    </a:ext>
                  </a:extLst>
                </p:cNvPr>
                <p:cNvSpPr>
                  <a:spLocks noEditPoints="1"/>
                </p:cNvSpPr>
                <p:nvPr/>
              </p:nvSpPr>
              <p:spPr bwMode="auto">
                <a:xfrm>
                  <a:off x="6143995" y="2410439"/>
                  <a:ext cx="1010235" cy="1604808"/>
                </a:xfrm>
                <a:custGeom>
                  <a:avLst/>
                  <a:gdLst>
                    <a:gd name="T0" fmla="*/ 88 w 559"/>
                    <a:gd name="T1" fmla="*/ 733 h 888"/>
                    <a:gd name="T2" fmla="*/ 84 w 559"/>
                    <a:gd name="T3" fmla="*/ 703 h 888"/>
                    <a:gd name="T4" fmla="*/ 93 w 559"/>
                    <a:gd name="T5" fmla="*/ 696 h 888"/>
                    <a:gd name="T6" fmla="*/ 161 w 559"/>
                    <a:gd name="T7" fmla="*/ 687 h 888"/>
                    <a:gd name="T8" fmla="*/ 168 w 559"/>
                    <a:gd name="T9" fmla="*/ 681 h 888"/>
                    <a:gd name="T10" fmla="*/ 179 w 559"/>
                    <a:gd name="T11" fmla="*/ 676 h 888"/>
                    <a:gd name="T12" fmla="*/ 221 w 559"/>
                    <a:gd name="T13" fmla="*/ 672 h 888"/>
                    <a:gd name="T14" fmla="*/ 194 w 559"/>
                    <a:gd name="T15" fmla="*/ 669 h 888"/>
                    <a:gd name="T16" fmla="*/ 186 w 559"/>
                    <a:gd name="T17" fmla="*/ 665 h 888"/>
                    <a:gd name="T18" fmla="*/ 210 w 559"/>
                    <a:gd name="T19" fmla="*/ 667 h 888"/>
                    <a:gd name="T20" fmla="*/ 183 w 559"/>
                    <a:gd name="T21" fmla="*/ 665 h 888"/>
                    <a:gd name="T22" fmla="*/ 183 w 559"/>
                    <a:gd name="T23" fmla="*/ 661 h 888"/>
                    <a:gd name="T24" fmla="*/ 170 w 559"/>
                    <a:gd name="T25" fmla="*/ 656 h 888"/>
                    <a:gd name="T26" fmla="*/ 433 w 559"/>
                    <a:gd name="T27" fmla="*/ 652 h 888"/>
                    <a:gd name="T28" fmla="*/ 197 w 559"/>
                    <a:gd name="T29" fmla="*/ 649 h 888"/>
                    <a:gd name="T30" fmla="*/ 194 w 559"/>
                    <a:gd name="T31" fmla="*/ 652 h 888"/>
                    <a:gd name="T32" fmla="*/ 181 w 559"/>
                    <a:gd name="T33" fmla="*/ 649 h 888"/>
                    <a:gd name="T34" fmla="*/ 185 w 559"/>
                    <a:gd name="T35" fmla="*/ 643 h 888"/>
                    <a:gd name="T36" fmla="*/ 194 w 559"/>
                    <a:gd name="T37" fmla="*/ 643 h 888"/>
                    <a:gd name="T38" fmla="*/ 183 w 559"/>
                    <a:gd name="T39" fmla="*/ 638 h 888"/>
                    <a:gd name="T40" fmla="*/ 208 w 559"/>
                    <a:gd name="T41" fmla="*/ 634 h 888"/>
                    <a:gd name="T42" fmla="*/ 161 w 559"/>
                    <a:gd name="T43" fmla="*/ 632 h 888"/>
                    <a:gd name="T44" fmla="*/ 307 w 559"/>
                    <a:gd name="T45" fmla="*/ 623 h 888"/>
                    <a:gd name="T46" fmla="*/ 318 w 559"/>
                    <a:gd name="T47" fmla="*/ 618 h 888"/>
                    <a:gd name="T48" fmla="*/ 311 w 559"/>
                    <a:gd name="T49" fmla="*/ 623 h 888"/>
                    <a:gd name="T50" fmla="*/ 332 w 559"/>
                    <a:gd name="T51" fmla="*/ 610 h 888"/>
                    <a:gd name="T52" fmla="*/ 351 w 559"/>
                    <a:gd name="T53" fmla="*/ 588 h 888"/>
                    <a:gd name="T54" fmla="*/ 367 w 559"/>
                    <a:gd name="T55" fmla="*/ 583 h 888"/>
                    <a:gd name="T56" fmla="*/ 402 w 559"/>
                    <a:gd name="T57" fmla="*/ 555 h 888"/>
                    <a:gd name="T58" fmla="*/ 416 w 559"/>
                    <a:gd name="T59" fmla="*/ 550 h 888"/>
                    <a:gd name="T60" fmla="*/ 404 w 559"/>
                    <a:gd name="T61" fmla="*/ 530 h 888"/>
                    <a:gd name="T62" fmla="*/ 411 w 559"/>
                    <a:gd name="T63" fmla="*/ 524 h 888"/>
                    <a:gd name="T64" fmla="*/ 418 w 559"/>
                    <a:gd name="T65" fmla="*/ 506 h 888"/>
                    <a:gd name="T66" fmla="*/ 442 w 559"/>
                    <a:gd name="T67" fmla="*/ 490 h 888"/>
                    <a:gd name="T68" fmla="*/ 466 w 559"/>
                    <a:gd name="T69" fmla="*/ 466 h 888"/>
                    <a:gd name="T70" fmla="*/ 468 w 559"/>
                    <a:gd name="T71" fmla="*/ 458 h 888"/>
                    <a:gd name="T72" fmla="*/ 440 w 559"/>
                    <a:gd name="T73" fmla="*/ 455 h 888"/>
                    <a:gd name="T74" fmla="*/ 466 w 559"/>
                    <a:gd name="T75" fmla="*/ 448 h 888"/>
                    <a:gd name="T76" fmla="*/ 488 w 559"/>
                    <a:gd name="T77" fmla="*/ 437 h 888"/>
                    <a:gd name="T78" fmla="*/ 477 w 559"/>
                    <a:gd name="T79" fmla="*/ 418 h 888"/>
                    <a:gd name="T80" fmla="*/ 495 w 559"/>
                    <a:gd name="T81" fmla="*/ 418 h 888"/>
                    <a:gd name="T82" fmla="*/ 480 w 559"/>
                    <a:gd name="T83" fmla="*/ 405 h 888"/>
                    <a:gd name="T84" fmla="*/ 502 w 559"/>
                    <a:gd name="T85" fmla="*/ 396 h 888"/>
                    <a:gd name="T86" fmla="*/ 506 w 559"/>
                    <a:gd name="T87" fmla="*/ 393 h 888"/>
                    <a:gd name="T88" fmla="*/ 511 w 559"/>
                    <a:gd name="T89" fmla="*/ 391 h 888"/>
                    <a:gd name="T90" fmla="*/ 491 w 559"/>
                    <a:gd name="T91" fmla="*/ 385 h 888"/>
                    <a:gd name="T92" fmla="*/ 506 w 559"/>
                    <a:gd name="T93" fmla="*/ 385 h 888"/>
                    <a:gd name="T94" fmla="*/ 513 w 559"/>
                    <a:gd name="T95" fmla="*/ 380 h 888"/>
                    <a:gd name="T96" fmla="*/ 495 w 559"/>
                    <a:gd name="T97" fmla="*/ 376 h 888"/>
                    <a:gd name="T98" fmla="*/ 506 w 559"/>
                    <a:gd name="T99" fmla="*/ 369 h 888"/>
                    <a:gd name="T100" fmla="*/ 511 w 559"/>
                    <a:gd name="T101" fmla="*/ 363 h 888"/>
                    <a:gd name="T102" fmla="*/ 489 w 559"/>
                    <a:gd name="T103" fmla="*/ 338 h 888"/>
                    <a:gd name="T104" fmla="*/ 480 w 559"/>
                    <a:gd name="T105" fmla="*/ 325 h 888"/>
                    <a:gd name="T106" fmla="*/ 446 w 559"/>
                    <a:gd name="T107" fmla="*/ 314 h 888"/>
                    <a:gd name="T108" fmla="*/ 418 w 559"/>
                    <a:gd name="T109" fmla="*/ 307 h 888"/>
                    <a:gd name="T110" fmla="*/ 404 w 559"/>
                    <a:gd name="T111" fmla="*/ 289 h 888"/>
                    <a:gd name="T112" fmla="*/ 431 w 559"/>
                    <a:gd name="T113" fmla="*/ 183 h 888"/>
                    <a:gd name="T114" fmla="*/ 451 w 559"/>
                    <a:gd name="T115" fmla="*/ 106 h 888"/>
                    <a:gd name="T116" fmla="*/ 522 w 559"/>
                    <a:gd name="T117" fmla="*/ 66 h 888"/>
                    <a:gd name="T118" fmla="*/ 511 w 559"/>
                    <a:gd name="T119" fmla="*/ 58 h 888"/>
                    <a:gd name="T120" fmla="*/ 486 w 559"/>
                    <a:gd name="T121" fmla="*/ 53 h 888"/>
                    <a:gd name="T122" fmla="*/ 533 w 559"/>
                    <a:gd name="T123" fmla="*/ 49 h 888"/>
                    <a:gd name="T124" fmla="*/ 533 w 559"/>
                    <a:gd name="T125" fmla="*/ 42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9" h="888">
                      <a:moveTo>
                        <a:pt x="159" y="886"/>
                      </a:moveTo>
                      <a:lnTo>
                        <a:pt x="157" y="888"/>
                      </a:lnTo>
                      <a:lnTo>
                        <a:pt x="159" y="886"/>
                      </a:lnTo>
                      <a:lnTo>
                        <a:pt x="157" y="886"/>
                      </a:lnTo>
                      <a:lnTo>
                        <a:pt x="155" y="886"/>
                      </a:lnTo>
                      <a:lnTo>
                        <a:pt x="154" y="886"/>
                      </a:lnTo>
                      <a:lnTo>
                        <a:pt x="155" y="886"/>
                      </a:lnTo>
                      <a:lnTo>
                        <a:pt x="157" y="886"/>
                      </a:lnTo>
                      <a:lnTo>
                        <a:pt x="159" y="886"/>
                      </a:lnTo>
                      <a:close/>
                      <a:moveTo>
                        <a:pt x="139" y="875"/>
                      </a:moveTo>
                      <a:lnTo>
                        <a:pt x="141" y="877"/>
                      </a:lnTo>
                      <a:lnTo>
                        <a:pt x="139" y="875"/>
                      </a:lnTo>
                      <a:close/>
                      <a:moveTo>
                        <a:pt x="128" y="873"/>
                      </a:moveTo>
                      <a:lnTo>
                        <a:pt x="126" y="873"/>
                      </a:lnTo>
                      <a:lnTo>
                        <a:pt x="128" y="873"/>
                      </a:lnTo>
                      <a:lnTo>
                        <a:pt x="126" y="873"/>
                      </a:lnTo>
                      <a:lnTo>
                        <a:pt x="128" y="873"/>
                      </a:lnTo>
                      <a:close/>
                      <a:moveTo>
                        <a:pt x="165" y="866"/>
                      </a:moveTo>
                      <a:lnTo>
                        <a:pt x="163" y="864"/>
                      </a:lnTo>
                      <a:lnTo>
                        <a:pt x="165" y="864"/>
                      </a:lnTo>
                      <a:lnTo>
                        <a:pt x="165" y="866"/>
                      </a:lnTo>
                      <a:close/>
                      <a:moveTo>
                        <a:pt x="146" y="853"/>
                      </a:moveTo>
                      <a:lnTo>
                        <a:pt x="148" y="853"/>
                      </a:lnTo>
                      <a:lnTo>
                        <a:pt x="148" y="855"/>
                      </a:lnTo>
                      <a:lnTo>
                        <a:pt x="148" y="853"/>
                      </a:lnTo>
                      <a:lnTo>
                        <a:pt x="146" y="853"/>
                      </a:lnTo>
                      <a:lnTo>
                        <a:pt x="144" y="853"/>
                      </a:lnTo>
                      <a:lnTo>
                        <a:pt x="146" y="853"/>
                      </a:lnTo>
                      <a:close/>
                      <a:moveTo>
                        <a:pt x="53" y="809"/>
                      </a:moveTo>
                      <a:lnTo>
                        <a:pt x="55" y="809"/>
                      </a:lnTo>
                      <a:lnTo>
                        <a:pt x="53" y="809"/>
                      </a:lnTo>
                      <a:close/>
                      <a:moveTo>
                        <a:pt x="59" y="806"/>
                      </a:moveTo>
                      <a:lnTo>
                        <a:pt x="57" y="806"/>
                      </a:lnTo>
                      <a:lnTo>
                        <a:pt x="59" y="806"/>
                      </a:lnTo>
                      <a:close/>
                      <a:moveTo>
                        <a:pt x="84" y="793"/>
                      </a:moveTo>
                      <a:lnTo>
                        <a:pt x="84" y="795"/>
                      </a:lnTo>
                      <a:lnTo>
                        <a:pt x="82" y="795"/>
                      </a:lnTo>
                      <a:lnTo>
                        <a:pt x="82" y="793"/>
                      </a:lnTo>
                      <a:lnTo>
                        <a:pt x="84" y="793"/>
                      </a:lnTo>
                      <a:close/>
                      <a:moveTo>
                        <a:pt x="82" y="793"/>
                      </a:moveTo>
                      <a:lnTo>
                        <a:pt x="84" y="793"/>
                      </a:lnTo>
                      <a:lnTo>
                        <a:pt x="82" y="793"/>
                      </a:lnTo>
                      <a:close/>
                      <a:moveTo>
                        <a:pt x="81" y="745"/>
                      </a:moveTo>
                      <a:lnTo>
                        <a:pt x="79" y="745"/>
                      </a:lnTo>
                      <a:lnTo>
                        <a:pt x="81" y="745"/>
                      </a:lnTo>
                      <a:close/>
                      <a:moveTo>
                        <a:pt x="86" y="733"/>
                      </a:moveTo>
                      <a:lnTo>
                        <a:pt x="88" y="733"/>
                      </a:lnTo>
                      <a:lnTo>
                        <a:pt x="86" y="733"/>
                      </a:lnTo>
                      <a:close/>
                      <a:moveTo>
                        <a:pt x="81" y="725"/>
                      </a:moveTo>
                      <a:lnTo>
                        <a:pt x="81" y="724"/>
                      </a:lnTo>
                      <a:lnTo>
                        <a:pt x="81" y="725"/>
                      </a:lnTo>
                      <a:close/>
                      <a:moveTo>
                        <a:pt x="82" y="720"/>
                      </a:moveTo>
                      <a:lnTo>
                        <a:pt x="82" y="722"/>
                      </a:lnTo>
                      <a:lnTo>
                        <a:pt x="81" y="722"/>
                      </a:lnTo>
                      <a:lnTo>
                        <a:pt x="81" y="720"/>
                      </a:lnTo>
                      <a:lnTo>
                        <a:pt x="82" y="720"/>
                      </a:lnTo>
                      <a:close/>
                      <a:moveTo>
                        <a:pt x="88" y="713"/>
                      </a:moveTo>
                      <a:lnTo>
                        <a:pt x="90" y="713"/>
                      </a:lnTo>
                      <a:lnTo>
                        <a:pt x="88" y="713"/>
                      </a:lnTo>
                      <a:lnTo>
                        <a:pt x="88" y="714"/>
                      </a:lnTo>
                      <a:lnTo>
                        <a:pt x="86" y="714"/>
                      </a:lnTo>
                      <a:lnTo>
                        <a:pt x="86" y="713"/>
                      </a:lnTo>
                      <a:lnTo>
                        <a:pt x="88" y="713"/>
                      </a:lnTo>
                      <a:lnTo>
                        <a:pt x="88" y="711"/>
                      </a:lnTo>
                      <a:lnTo>
                        <a:pt x="88" y="713"/>
                      </a:lnTo>
                      <a:lnTo>
                        <a:pt x="88" y="711"/>
                      </a:lnTo>
                      <a:lnTo>
                        <a:pt x="88" y="713"/>
                      </a:lnTo>
                      <a:close/>
                      <a:moveTo>
                        <a:pt x="73" y="709"/>
                      </a:moveTo>
                      <a:lnTo>
                        <a:pt x="73" y="711"/>
                      </a:lnTo>
                      <a:lnTo>
                        <a:pt x="73" y="709"/>
                      </a:lnTo>
                      <a:close/>
                      <a:moveTo>
                        <a:pt x="75" y="709"/>
                      </a:moveTo>
                      <a:lnTo>
                        <a:pt x="75" y="707"/>
                      </a:lnTo>
                      <a:lnTo>
                        <a:pt x="75" y="709"/>
                      </a:lnTo>
                      <a:close/>
                      <a:moveTo>
                        <a:pt x="77" y="707"/>
                      </a:moveTo>
                      <a:lnTo>
                        <a:pt x="77" y="709"/>
                      </a:lnTo>
                      <a:lnTo>
                        <a:pt x="75" y="709"/>
                      </a:lnTo>
                      <a:lnTo>
                        <a:pt x="75" y="707"/>
                      </a:lnTo>
                      <a:lnTo>
                        <a:pt x="77" y="707"/>
                      </a:lnTo>
                      <a:close/>
                      <a:moveTo>
                        <a:pt x="35" y="709"/>
                      </a:moveTo>
                      <a:lnTo>
                        <a:pt x="33" y="709"/>
                      </a:lnTo>
                      <a:lnTo>
                        <a:pt x="33" y="707"/>
                      </a:lnTo>
                      <a:lnTo>
                        <a:pt x="35" y="707"/>
                      </a:lnTo>
                      <a:lnTo>
                        <a:pt x="35" y="709"/>
                      </a:lnTo>
                      <a:close/>
                      <a:moveTo>
                        <a:pt x="81" y="705"/>
                      </a:moveTo>
                      <a:lnTo>
                        <a:pt x="81" y="707"/>
                      </a:lnTo>
                      <a:lnTo>
                        <a:pt x="81" y="705"/>
                      </a:lnTo>
                      <a:close/>
                      <a:moveTo>
                        <a:pt x="81" y="703"/>
                      </a:moveTo>
                      <a:lnTo>
                        <a:pt x="82" y="703"/>
                      </a:lnTo>
                      <a:lnTo>
                        <a:pt x="82" y="705"/>
                      </a:lnTo>
                      <a:lnTo>
                        <a:pt x="81" y="705"/>
                      </a:lnTo>
                      <a:lnTo>
                        <a:pt x="81" y="703"/>
                      </a:lnTo>
                      <a:close/>
                      <a:moveTo>
                        <a:pt x="84" y="703"/>
                      </a:moveTo>
                      <a:lnTo>
                        <a:pt x="84" y="705"/>
                      </a:lnTo>
                      <a:lnTo>
                        <a:pt x="84" y="703"/>
                      </a:lnTo>
                      <a:lnTo>
                        <a:pt x="84" y="705"/>
                      </a:lnTo>
                      <a:lnTo>
                        <a:pt x="84" y="703"/>
                      </a:lnTo>
                      <a:lnTo>
                        <a:pt x="82" y="703"/>
                      </a:lnTo>
                      <a:lnTo>
                        <a:pt x="84" y="703"/>
                      </a:lnTo>
                      <a:lnTo>
                        <a:pt x="82" y="703"/>
                      </a:lnTo>
                      <a:lnTo>
                        <a:pt x="82" y="705"/>
                      </a:lnTo>
                      <a:lnTo>
                        <a:pt x="82" y="703"/>
                      </a:lnTo>
                      <a:lnTo>
                        <a:pt x="82" y="705"/>
                      </a:lnTo>
                      <a:lnTo>
                        <a:pt x="82" y="703"/>
                      </a:lnTo>
                      <a:lnTo>
                        <a:pt x="84" y="703"/>
                      </a:lnTo>
                      <a:lnTo>
                        <a:pt x="84" y="705"/>
                      </a:lnTo>
                      <a:lnTo>
                        <a:pt x="84" y="703"/>
                      </a:lnTo>
                      <a:lnTo>
                        <a:pt x="84" y="705"/>
                      </a:lnTo>
                      <a:lnTo>
                        <a:pt x="82" y="705"/>
                      </a:lnTo>
                      <a:lnTo>
                        <a:pt x="82" y="703"/>
                      </a:lnTo>
                      <a:lnTo>
                        <a:pt x="84" y="703"/>
                      </a:lnTo>
                      <a:close/>
                      <a:moveTo>
                        <a:pt x="88" y="702"/>
                      </a:moveTo>
                      <a:lnTo>
                        <a:pt x="88" y="703"/>
                      </a:lnTo>
                      <a:lnTo>
                        <a:pt x="86" y="705"/>
                      </a:lnTo>
                      <a:lnTo>
                        <a:pt x="86" y="707"/>
                      </a:lnTo>
                      <a:lnTo>
                        <a:pt x="84" y="707"/>
                      </a:lnTo>
                      <a:lnTo>
                        <a:pt x="86" y="707"/>
                      </a:lnTo>
                      <a:lnTo>
                        <a:pt x="86" y="705"/>
                      </a:lnTo>
                      <a:lnTo>
                        <a:pt x="84" y="705"/>
                      </a:lnTo>
                      <a:lnTo>
                        <a:pt x="84" y="703"/>
                      </a:lnTo>
                      <a:lnTo>
                        <a:pt x="86" y="703"/>
                      </a:lnTo>
                      <a:lnTo>
                        <a:pt x="84" y="703"/>
                      </a:lnTo>
                      <a:lnTo>
                        <a:pt x="86" y="703"/>
                      </a:lnTo>
                      <a:lnTo>
                        <a:pt x="88" y="703"/>
                      </a:lnTo>
                      <a:lnTo>
                        <a:pt x="86" y="703"/>
                      </a:lnTo>
                      <a:lnTo>
                        <a:pt x="88" y="703"/>
                      </a:lnTo>
                      <a:lnTo>
                        <a:pt x="88" y="702"/>
                      </a:lnTo>
                      <a:lnTo>
                        <a:pt x="88" y="703"/>
                      </a:lnTo>
                      <a:lnTo>
                        <a:pt x="88" y="702"/>
                      </a:lnTo>
                      <a:close/>
                      <a:moveTo>
                        <a:pt x="84" y="702"/>
                      </a:moveTo>
                      <a:lnTo>
                        <a:pt x="84" y="703"/>
                      </a:lnTo>
                      <a:lnTo>
                        <a:pt x="82" y="703"/>
                      </a:lnTo>
                      <a:lnTo>
                        <a:pt x="84" y="703"/>
                      </a:lnTo>
                      <a:lnTo>
                        <a:pt x="82" y="703"/>
                      </a:lnTo>
                      <a:lnTo>
                        <a:pt x="84" y="703"/>
                      </a:lnTo>
                      <a:lnTo>
                        <a:pt x="84" y="702"/>
                      </a:lnTo>
                      <a:close/>
                      <a:moveTo>
                        <a:pt x="92" y="696"/>
                      </a:moveTo>
                      <a:lnTo>
                        <a:pt x="90" y="696"/>
                      </a:lnTo>
                      <a:lnTo>
                        <a:pt x="92" y="696"/>
                      </a:lnTo>
                      <a:close/>
                      <a:moveTo>
                        <a:pt x="92" y="694"/>
                      </a:moveTo>
                      <a:lnTo>
                        <a:pt x="93" y="694"/>
                      </a:lnTo>
                      <a:lnTo>
                        <a:pt x="93" y="696"/>
                      </a:lnTo>
                      <a:lnTo>
                        <a:pt x="92" y="696"/>
                      </a:lnTo>
                      <a:lnTo>
                        <a:pt x="92" y="698"/>
                      </a:lnTo>
                      <a:lnTo>
                        <a:pt x="90" y="700"/>
                      </a:lnTo>
                      <a:lnTo>
                        <a:pt x="90" y="702"/>
                      </a:lnTo>
                      <a:lnTo>
                        <a:pt x="90" y="700"/>
                      </a:lnTo>
                      <a:lnTo>
                        <a:pt x="90" y="698"/>
                      </a:lnTo>
                      <a:lnTo>
                        <a:pt x="90" y="700"/>
                      </a:lnTo>
                      <a:lnTo>
                        <a:pt x="90" y="698"/>
                      </a:lnTo>
                      <a:lnTo>
                        <a:pt x="90" y="700"/>
                      </a:lnTo>
                      <a:lnTo>
                        <a:pt x="88" y="698"/>
                      </a:lnTo>
                      <a:lnTo>
                        <a:pt x="88" y="696"/>
                      </a:lnTo>
                      <a:lnTo>
                        <a:pt x="90" y="696"/>
                      </a:lnTo>
                      <a:lnTo>
                        <a:pt x="92" y="696"/>
                      </a:lnTo>
                      <a:lnTo>
                        <a:pt x="92" y="694"/>
                      </a:lnTo>
                      <a:close/>
                      <a:moveTo>
                        <a:pt x="64" y="694"/>
                      </a:moveTo>
                      <a:lnTo>
                        <a:pt x="62" y="694"/>
                      </a:lnTo>
                      <a:lnTo>
                        <a:pt x="64" y="694"/>
                      </a:lnTo>
                      <a:close/>
                      <a:moveTo>
                        <a:pt x="102" y="692"/>
                      </a:moveTo>
                      <a:lnTo>
                        <a:pt x="104" y="692"/>
                      </a:lnTo>
                      <a:lnTo>
                        <a:pt x="102" y="692"/>
                      </a:lnTo>
                      <a:close/>
                      <a:moveTo>
                        <a:pt x="2" y="689"/>
                      </a:moveTo>
                      <a:lnTo>
                        <a:pt x="0" y="689"/>
                      </a:lnTo>
                      <a:lnTo>
                        <a:pt x="2" y="689"/>
                      </a:lnTo>
                      <a:close/>
                      <a:moveTo>
                        <a:pt x="143" y="689"/>
                      </a:moveTo>
                      <a:lnTo>
                        <a:pt x="143" y="687"/>
                      </a:lnTo>
                      <a:lnTo>
                        <a:pt x="143" y="689"/>
                      </a:lnTo>
                      <a:close/>
                      <a:moveTo>
                        <a:pt x="170" y="689"/>
                      </a:moveTo>
                      <a:lnTo>
                        <a:pt x="168" y="689"/>
                      </a:lnTo>
                      <a:lnTo>
                        <a:pt x="170" y="689"/>
                      </a:lnTo>
                      <a:lnTo>
                        <a:pt x="168" y="689"/>
                      </a:lnTo>
                      <a:lnTo>
                        <a:pt x="170" y="687"/>
                      </a:lnTo>
                      <a:lnTo>
                        <a:pt x="170" y="689"/>
                      </a:lnTo>
                      <a:close/>
                      <a:moveTo>
                        <a:pt x="31" y="689"/>
                      </a:moveTo>
                      <a:lnTo>
                        <a:pt x="31" y="687"/>
                      </a:lnTo>
                      <a:lnTo>
                        <a:pt x="33" y="687"/>
                      </a:lnTo>
                      <a:lnTo>
                        <a:pt x="31" y="689"/>
                      </a:lnTo>
                      <a:close/>
                      <a:moveTo>
                        <a:pt x="154" y="685"/>
                      </a:moveTo>
                      <a:lnTo>
                        <a:pt x="154" y="687"/>
                      </a:lnTo>
                      <a:lnTo>
                        <a:pt x="154" y="685"/>
                      </a:lnTo>
                      <a:close/>
                      <a:moveTo>
                        <a:pt x="130" y="685"/>
                      </a:moveTo>
                      <a:lnTo>
                        <a:pt x="132" y="685"/>
                      </a:lnTo>
                      <a:lnTo>
                        <a:pt x="130" y="685"/>
                      </a:lnTo>
                      <a:close/>
                      <a:moveTo>
                        <a:pt x="163" y="685"/>
                      </a:moveTo>
                      <a:lnTo>
                        <a:pt x="161" y="685"/>
                      </a:lnTo>
                      <a:lnTo>
                        <a:pt x="163" y="685"/>
                      </a:lnTo>
                      <a:close/>
                      <a:moveTo>
                        <a:pt x="161" y="685"/>
                      </a:moveTo>
                      <a:lnTo>
                        <a:pt x="161" y="687"/>
                      </a:lnTo>
                      <a:lnTo>
                        <a:pt x="159" y="687"/>
                      </a:lnTo>
                      <a:lnTo>
                        <a:pt x="159" y="689"/>
                      </a:lnTo>
                      <a:lnTo>
                        <a:pt x="159" y="687"/>
                      </a:lnTo>
                      <a:lnTo>
                        <a:pt x="159" y="689"/>
                      </a:lnTo>
                      <a:lnTo>
                        <a:pt x="159" y="687"/>
                      </a:lnTo>
                      <a:lnTo>
                        <a:pt x="159" y="689"/>
                      </a:lnTo>
                      <a:lnTo>
                        <a:pt x="159" y="687"/>
                      </a:lnTo>
                      <a:lnTo>
                        <a:pt x="157" y="687"/>
                      </a:lnTo>
                      <a:lnTo>
                        <a:pt x="157" y="689"/>
                      </a:lnTo>
                      <a:lnTo>
                        <a:pt x="157" y="687"/>
                      </a:lnTo>
                      <a:lnTo>
                        <a:pt x="159" y="687"/>
                      </a:lnTo>
                      <a:lnTo>
                        <a:pt x="157" y="687"/>
                      </a:lnTo>
                      <a:lnTo>
                        <a:pt x="157" y="685"/>
                      </a:lnTo>
                      <a:lnTo>
                        <a:pt x="159" y="685"/>
                      </a:lnTo>
                      <a:lnTo>
                        <a:pt x="161" y="685"/>
                      </a:lnTo>
                      <a:close/>
                      <a:moveTo>
                        <a:pt x="26" y="685"/>
                      </a:moveTo>
                      <a:lnTo>
                        <a:pt x="26" y="683"/>
                      </a:lnTo>
                      <a:lnTo>
                        <a:pt x="26" y="685"/>
                      </a:lnTo>
                      <a:close/>
                      <a:moveTo>
                        <a:pt x="168" y="681"/>
                      </a:moveTo>
                      <a:lnTo>
                        <a:pt x="168" y="683"/>
                      </a:lnTo>
                      <a:lnTo>
                        <a:pt x="168" y="681"/>
                      </a:lnTo>
                      <a:lnTo>
                        <a:pt x="168" y="683"/>
                      </a:lnTo>
                      <a:lnTo>
                        <a:pt x="166" y="683"/>
                      </a:lnTo>
                      <a:lnTo>
                        <a:pt x="166" y="685"/>
                      </a:lnTo>
                      <a:lnTo>
                        <a:pt x="166" y="687"/>
                      </a:lnTo>
                      <a:lnTo>
                        <a:pt x="166" y="689"/>
                      </a:lnTo>
                      <a:lnTo>
                        <a:pt x="165" y="689"/>
                      </a:lnTo>
                      <a:lnTo>
                        <a:pt x="165" y="687"/>
                      </a:lnTo>
                      <a:lnTo>
                        <a:pt x="165" y="689"/>
                      </a:lnTo>
                      <a:lnTo>
                        <a:pt x="165" y="687"/>
                      </a:lnTo>
                      <a:lnTo>
                        <a:pt x="166" y="687"/>
                      </a:lnTo>
                      <a:lnTo>
                        <a:pt x="166" y="685"/>
                      </a:lnTo>
                      <a:lnTo>
                        <a:pt x="165" y="685"/>
                      </a:lnTo>
                      <a:lnTo>
                        <a:pt x="163" y="685"/>
                      </a:lnTo>
                      <a:lnTo>
                        <a:pt x="163" y="683"/>
                      </a:lnTo>
                      <a:lnTo>
                        <a:pt x="165" y="683"/>
                      </a:lnTo>
                      <a:lnTo>
                        <a:pt x="166" y="683"/>
                      </a:lnTo>
                      <a:lnTo>
                        <a:pt x="165" y="683"/>
                      </a:lnTo>
                      <a:lnTo>
                        <a:pt x="166" y="683"/>
                      </a:lnTo>
                      <a:lnTo>
                        <a:pt x="166" y="681"/>
                      </a:lnTo>
                      <a:lnTo>
                        <a:pt x="166" y="683"/>
                      </a:lnTo>
                      <a:lnTo>
                        <a:pt x="166" y="681"/>
                      </a:lnTo>
                      <a:lnTo>
                        <a:pt x="166" y="683"/>
                      </a:lnTo>
                      <a:lnTo>
                        <a:pt x="166" y="681"/>
                      </a:lnTo>
                      <a:lnTo>
                        <a:pt x="166" y="683"/>
                      </a:lnTo>
                      <a:lnTo>
                        <a:pt x="166" y="681"/>
                      </a:lnTo>
                      <a:lnTo>
                        <a:pt x="168" y="681"/>
                      </a:lnTo>
                      <a:close/>
                      <a:moveTo>
                        <a:pt x="137" y="681"/>
                      </a:moveTo>
                      <a:lnTo>
                        <a:pt x="139" y="681"/>
                      </a:lnTo>
                      <a:lnTo>
                        <a:pt x="137" y="681"/>
                      </a:lnTo>
                      <a:lnTo>
                        <a:pt x="135" y="681"/>
                      </a:lnTo>
                      <a:lnTo>
                        <a:pt x="135" y="680"/>
                      </a:lnTo>
                      <a:lnTo>
                        <a:pt x="137" y="680"/>
                      </a:lnTo>
                      <a:lnTo>
                        <a:pt x="137" y="681"/>
                      </a:lnTo>
                      <a:close/>
                      <a:moveTo>
                        <a:pt x="13" y="680"/>
                      </a:moveTo>
                      <a:lnTo>
                        <a:pt x="13" y="681"/>
                      </a:lnTo>
                      <a:lnTo>
                        <a:pt x="13" y="680"/>
                      </a:lnTo>
                      <a:close/>
                      <a:moveTo>
                        <a:pt x="13" y="680"/>
                      </a:moveTo>
                      <a:lnTo>
                        <a:pt x="11" y="680"/>
                      </a:lnTo>
                      <a:lnTo>
                        <a:pt x="13" y="680"/>
                      </a:lnTo>
                      <a:close/>
                      <a:moveTo>
                        <a:pt x="210" y="678"/>
                      </a:moveTo>
                      <a:lnTo>
                        <a:pt x="210" y="680"/>
                      </a:lnTo>
                      <a:lnTo>
                        <a:pt x="210" y="678"/>
                      </a:lnTo>
                      <a:close/>
                      <a:moveTo>
                        <a:pt x="179" y="678"/>
                      </a:moveTo>
                      <a:lnTo>
                        <a:pt x="179" y="680"/>
                      </a:lnTo>
                      <a:lnTo>
                        <a:pt x="181" y="680"/>
                      </a:lnTo>
                      <a:lnTo>
                        <a:pt x="181" y="678"/>
                      </a:lnTo>
                      <a:lnTo>
                        <a:pt x="181" y="680"/>
                      </a:lnTo>
                      <a:lnTo>
                        <a:pt x="179" y="680"/>
                      </a:lnTo>
                      <a:lnTo>
                        <a:pt x="177" y="680"/>
                      </a:lnTo>
                      <a:lnTo>
                        <a:pt x="179" y="678"/>
                      </a:lnTo>
                      <a:lnTo>
                        <a:pt x="179" y="680"/>
                      </a:lnTo>
                      <a:lnTo>
                        <a:pt x="179" y="678"/>
                      </a:lnTo>
                      <a:close/>
                      <a:moveTo>
                        <a:pt x="175" y="678"/>
                      </a:moveTo>
                      <a:lnTo>
                        <a:pt x="175" y="680"/>
                      </a:lnTo>
                      <a:lnTo>
                        <a:pt x="174" y="680"/>
                      </a:lnTo>
                      <a:lnTo>
                        <a:pt x="174" y="678"/>
                      </a:lnTo>
                      <a:lnTo>
                        <a:pt x="175" y="678"/>
                      </a:lnTo>
                      <a:close/>
                      <a:moveTo>
                        <a:pt x="17" y="678"/>
                      </a:moveTo>
                      <a:lnTo>
                        <a:pt x="17" y="680"/>
                      </a:lnTo>
                      <a:lnTo>
                        <a:pt x="15" y="680"/>
                      </a:lnTo>
                      <a:lnTo>
                        <a:pt x="15" y="678"/>
                      </a:lnTo>
                      <a:lnTo>
                        <a:pt x="15" y="680"/>
                      </a:lnTo>
                      <a:lnTo>
                        <a:pt x="15" y="678"/>
                      </a:lnTo>
                      <a:lnTo>
                        <a:pt x="17" y="678"/>
                      </a:lnTo>
                      <a:close/>
                      <a:moveTo>
                        <a:pt x="212" y="678"/>
                      </a:moveTo>
                      <a:lnTo>
                        <a:pt x="210" y="678"/>
                      </a:lnTo>
                      <a:lnTo>
                        <a:pt x="212" y="678"/>
                      </a:lnTo>
                      <a:close/>
                      <a:moveTo>
                        <a:pt x="179" y="676"/>
                      </a:moveTo>
                      <a:lnTo>
                        <a:pt x="179" y="678"/>
                      </a:lnTo>
                      <a:lnTo>
                        <a:pt x="177" y="678"/>
                      </a:lnTo>
                      <a:lnTo>
                        <a:pt x="179" y="678"/>
                      </a:lnTo>
                      <a:lnTo>
                        <a:pt x="177" y="676"/>
                      </a:lnTo>
                      <a:lnTo>
                        <a:pt x="179" y="676"/>
                      </a:lnTo>
                      <a:close/>
                      <a:moveTo>
                        <a:pt x="154" y="676"/>
                      </a:moveTo>
                      <a:lnTo>
                        <a:pt x="155" y="676"/>
                      </a:lnTo>
                      <a:lnTo>
                        <a:pt x="154" y="676"/>
                      </a:lnTo>
                      <a:close/>
                      <a:moveTo>
                        <a:pt x="183" y="676"/>
                      </a:moveTo>
                      <a:lnTo>
                        <a:pt x="185" y="676"/>
                      </a:lnTo>
                      <a:lnTo>
                        <a:pt x="185" y="678"/>
                      </a:lnTo>
                      <a:lnTo>
                        <a:pt x="183" y="678"/>
                      </a:lnTo>
                      <a:lnTo>
                        <a:pt x="185" y="678"/>
                      </a:lnTo>
                      <a:lnTo>
                        <a:pt x="183" y="678"/>
                      </a:lnTo>
                      <a:lnTo>
                        <a:pt x="181" y="678"/>
                      </a:lnTo>
                      <a:lnTo>
                        <a:pt x="183" y="678"/>
                      </a:lnTo>
                      <a:lnTo>
                        <a:pt x="181" y="678"/>
                      </a:lnTo>
                      <a:lnTo>
                        <a:pt x="183" y="678"/>
                      </a:lnTo>
                      <a:lnTo>
                        <a:pt x="181" y="678"/>
                      </a:lnTo>
                      <a:lnTo>
                        <a:pt x="181" y="676"/>
                      </a:lnTo>
                      <a:lnTo>
                        <a:pt x="183" y="676"/>
                      </a:lnTo>
                      <a:close/>
                      <a:moveTo>
                        <a:pt x="201" y="676"/>
                      </a:moveTo>
                      <a:lnTo>
                        <a:pt x="199" y="676"/>
                      </a:lnTo>
                      <a:lnTo>
                        <a:pt x="201" y="676"/>
                      </a:lnTo>
                      <a:close/>
                      <a:moveTo>
                        <a:pt x="197" y="676"/>
                      </a:moveTo>
                      <a:lnTo>
                        <a:pt x="199" y="676"/>
                      </a:lnTo>
                      <a:lnTo>
                        <a:pt x="197" y="676"/>
                      </a:lnTo>
                      <a:close/>
                      <a:moveTo>
                        <a:pt x="214" y="676"/>
                      </a:moveTo>
                      <a:lnTo>
                        <a:pt x="214" y="674"/>
                      </a:lnTo>
                      <a:lnTo>
                        <a:pt x="214" y="676"/>
                      </a:lnTo>
                      <a:close/>
                      <a:moveTo>
                        <a:pt x="201" y="674"/>
                      </a:moveTo>
                      <a:lnTo>
                        <a:pt x="201" y="676"/>
                      </a:lnTo>
                      <a:lnTo>
                        <a:pt x="201" y="674"/>
                      </a:lnTo>
                      <a:lnTo>
                        <a:pt x="199" y="674"/>
                      </a:lnTo>
                      <a:lnTo>
                        <a:pt x="201" y="674"/>
                      </a:lnTo>
                      <a:close/>
                      <a:moveTo>
                        <a:pt x="214" y="674"/>
                      </a:moveTo>
                      <a:lnTo>
                        <a:pt x="216" y="674"/>
                      </a:lnTo>
                      <a:lnTo>
                        <a:pt x="214" y="674"/>
                      </a:lnTo>
                      <a:close/>
                      <a:moveTo>
                        <a:pt x="216" y="674"/>
                      </a:moveTo>
                      <a:lnTo>
                        <a:pt x="217" y="674"/>
                      </a:lnTo>
                      <a:lnTo>
                        <a:pt x="216" y="674"/>
                      </a:lnTo>
                      <a:close/>
                      <a:moveTo>
                        <a:pt x="199" y="672"/>
                      </a:moveTo>
                      <a:lnTo>
                        <a:pt x="199" y="674"/>
                      </a:lnTo>
                      <a:lnTo>
                        <a:pt x="199" y="672"/>
                      </a:lnTo>
                      <a:lnTo>
                        <a:pt x="199" y="674"/>
                      </a:lnTo>
                      <a:lnTo>
                        <a:pt x="197" y="674"/>
                      </a:lnTo>
                      <a:lnTo>
                        <a:pt x="197" y="672"/>
                      </a:lnTo>
                      <a:lnTo>
                        <a:pt x="199" y="672"/>
                      </a:lnTo>
                      <a:close/>
                      <a:moveTo>
                        <a:pt x="210" y="672"/>
                      </a:moveTo>
                      <a:lnTo>
                        <a:pt x="208" y="672"/>
                      </a:lnTo>
                      <a:lnTo>
                        <a:pt x="210" y="672"/>
                      </a:lnTo>
                      <a:close/>
                      <a:moveTo>
                        <a:pt x="221" y="672"/>
                      </a:moveTo>
                      <a:lnTo>
                        <a:pt x="219" y="672"/>
                      </a:lnTo>
                      <a:lnTo>
                        <a:pt x="221" y="672"/>
                      </a:lnTo>
                      <a:lnTo>
                        <a:pt x="219" y="672"/>
                      </a:lnTo>
                      <a:lnTo>
                        <a:pt x="217" y="672"/>
                      </a:lnTo>
                      <a:lnTo>
                        <a:pt x="217" y="674"/>
                      </a:lnTo>
                      <a:lnTo>
                        <a:pt x="217" y="672"/>
                      </a:lnTo>
                      <a:lnTo>
                        <a:pt x="219" y="672"/>
                      </a:lnTo>
                      <a:lnTo>
                        <a:pt x="221" y="672"/>
                      </a:lnTo>
                      <a:close/>
                      <a:moveTo>
                        <a:pt x="190" y="672"/>
                      </a:moveTo>
                      <a:lnTo>
                        <a:pt x="188" y="672"/>
                      </a:lnTo>
                      <a:lnTo>
                        <a:pt x="190" y="672"/>
                      </a:lnTo>
                      <a:lnTo>
                        <a:pt x="190" y="671"/>
                      </a:lnTo>
                      <a:lnTo>
                        <a:pt x="190" y="672"/>
                      </a:lnTo>
                      <a:close/>
                      <a:moveTo>
                        <a:pt x="188" y="672"/>
                      </a:moveTo>
                      <a:lnTo>
                        <a:pt x="188" y="671"/>
                      </a:lnTo>
                      <a:lnTo>
                        <a:pt x="188" y="672"/>
                      </a:lnTo>
                      <a:close/>
                      <a:moveTo>
                        <a:pt x="480" y="671"/>
                      </a:moveTo>
                      <a:lnTo>
                        <a:pt x="480" y="672"/>
                      </a:lnTo>
                      <a:lnTo>
                        <a:pt x="480" y="674"/>
                      </a:lnTo>
                      <a:lnTo>
                        <a:pt x="478" y="672"/>
                      </a:lnTo>
                      <a:lnTo>
                        <a:pt x="478" y="674"/>
                      </a:lnTo>
                      <a:lnTo>
                        <a:pt x="478" y="672"/>
                      </a:lnTo>
                      <a:lnTo>
                        <a:pt x="477" y="671"/>
                      </a:lnTo>
                      <a:lnTo>
                        <a:pt x="478" y="671"/>
                      </a:lnTo>
                      <a:lnTo>
                        <a:pt x="480" y="671"/>
                      </a:lnTo>
                      <a:close/>
                      <a:moveTo>
                        <a:pt x="210" y="671"/>
                      </a:moveTo>
                      <a:lnTo>
                        <a:pt x="212" y="671"/>
                      </a:lnTo>
                      <a:lnTo>
                        <a:pt x="210" y="671"/>
                      </a:lnTo>
                      <a:close/>
                      <a:moveTo>
                        <a:pt x="205" y="669"/>
                      </a:moveTo>
                      <a:lnTo>
                        <a:pt x="205" y="671"/>
                      </a:lnTo>
                      <a:lnTo>
                        <a:pt x="207" y="671"/>
                      </a:lnTo>
                      <a:lnTo>
                        <a:pt x="205" y="671"/>
                      </a:lnTo>
                      <a:lnTo>
                        <a:pt x="205" y="669"/>
                      </a:lnTo>
                      <a:close/>
                      <a:moveTo>
                        <a:pt x="203" y="669"/>
                      </a:moveTo>
                      <a:lnTo>
                        <a:pt x="203" y="671"/>
                      </a:lnTo>
                      <a:lnTo>
                        <a:pt x="203" y="669"/>
                      </a:lnTo>
                      <a:close/>
                      <a:moveTo>
                        <a:pt x="194" y="669"/>
                      </a:moveTo>
                      <a:lnTo>
                        <a:pt x="196" y="669"/>
                      </a:lnTo>
                      <a:lnTo>
                        <a:pt x="194" y="669"/>
                      </a:lnTo>
                      <a:close/>
                      <a:moveTo>
                        <a:pt x="194" y="669"/>
                      </a:moveTo>
                      <a:lnTo>
                        <a:pt x="196" y="669"/>
                      </a:lnTo>
                      <a:lnTo>
                        <a:pt x="194" y="669"/>
                      </a:lnTo>
                      <a:lnTo>
                        <a:pt x="194" y="671"/>
                      </a:lnTo>
                      <a:lnTo>
                        <a:pt x="194" y="669"/>
                      </a:lnTo>
                      <a:close/>
                      <a:moveTo>
                        <a:pt x="190" y="669"/>
                      </a:moveTo>
                      <a:lnTo>
                        <a:pt x="192" y="669"/>
                      </a:lnTo>
                      <a:lnTo>
                        <a:pt x="194" y="669"/>
                      </a:lnTo>
                      <a:lnTo>
                        <a:pt x="194" y="671"/>
                      </a:lnTo>
                      <a:lnTo>
                        <a:pt x="192" y="671"/>
                      </a:lnTo>
                      <a:lnTo>
                        <a:pt x="194" y="671"/>
                      </a:lnTo>
                      <a:lnTo>
                        <a:pt x="192" y="671"/>
                      </a:lnTo>
                      <a:lnTo>
                        <a:pt x="192" y="672"/>
                      </a:lnTo>
                      <a:lnTo>
                        <a:pt x="192" y="671"/>
                      </a:lnTo>
                      <a:lnTo>
                        <a:pt x="190" y="671"/>
                      </a:lnTo>
                      <a:lnTo>
                        <a:pt x="190" y="669"/>
                      </a:lnTo>
                      <a:lnTo>
                        <a:pt x="188" y="669"/>
                      </a:lnTo>
                      <a:lnTo>
                        <a:pt x="190" y="669"/>
                      </a:lnTo>
                      <a:close/>
                      <a:moveTo>
                        <a:pt x="203" y="669"/>
                      </a:moveTo>
                      <a:lnTo>
                        <a:pt x="201" y="669"/>
                      </a:lnTo>
                      <a:lnTo>
                        <a:pt x="203" y="669"/>
                      </a:lnTo>
                      <a:lnTo>
                        <a:pt x="203" y="667"/>
                      </a:lnTo>
                      <a:lnTo>
                        <a:pt x="203" y="669"/>
                      </a:lnTo>
                      <a:close/>
                      <a:moveTo>
                        <a:pt x="219" y="669"/>
                      </a:moveTo>
                      <a:lnTo>
                        <a:pt x="217" y="669"/>
                      </a:lnTo>
                      <a:lnTo>
                        <a:pt x="219" y="669"/>
                      </a:lnTo>
                      <a:lnTo>
                        <a:pt x="219" y="667"/>
                      </a:lnTo>
                      <a:lnTo>
                        <a:pt x="219" y="669"/>
                      </a:lnTo>
                      <a:close/>
                      <a:moveTo>
                        <a:pt x="219" y="667"/>
                      </a:moveTo>
                      <a:lnTo>
                        <a:pt x="217" y="667"/>
                      </a:lnTo>
                      <a:lnTo>
                        <a:pt x="219" y="667"/>
                      </a:lnTo>
                      <a:close/>
                      <a:moveTo>
                        <a:pt x="214" y="667"/>
                      </a:moveTo>
                      <a:lnTo>
                        <a:pt x="216" y="667"/>
                      </a:lnTo>
                      <a:lnTo>
                        <a:pt x="214" y="667"/>
                      </a:lnTo>
                      <a:lnTo>
                        <a:pt x="214" y="665"/>
                      </a:lnTo>
                      <a:lnTo>
                        <a:pt x="214" y="667"/>
                      </a:lnTo>
                      <a:close/>
                      <a:moveTo>
                        <a:pt x="216" y="665"/>
                      </a:moveTo>
                      <a:lnTo>
                        <a:pt x="214" y="665"/>
                      </a:lnTo>
                      <a:lnTo>
                        <a:pt x="216" y="665"/>
                      </a:lnTo>
                      <a:close/>
                      <a:moveTo>
                        <a:pt x="188" y="667"/>
                      </a:moveTo>
                      <a:lnTo>
                        <a:pt x="188" y="669"/>
                      </a:lnTo>
                      <a:lnTo>
                        <a:pt x="186" y="669"/>
                      </a:lnTo>
                      <a:lnTo>
                        <a:pt x="186" y="667"/>
                      </a:lnTo>
                      <a:lnTo>
                        <a:pt x="186" y="669"/>
                      </a:lnTo>
                      <a:lnTo>
                        <a:pt x="186" y="667"/>
                      </a:lnTo>
                      <a:lnTo>
                        <a:pt x="185" y="667"/>
                      </a:lnTo>
                      <a:lnTo>
                        <a:pt x="185" y="665"/>
                      </a:lnTo>
                      <a:lnTo>
                        <a:pt x="186" y="665"/>
                      </a:lnTo>
                      <a:lnTo>
                        <a:pt x="188" y="667"/>
                      </a:lnTo>
                      <a:close/>
                      <a:moveTo>
                        <a:pt x="212" y="665"/>
                      </a:moveTo>
                      <a:lnTo>
                        <a:pt x="210" y="665"/>
                      </a:lnTo>
                      <a:lnTo>
                        <a:pt x="212" y="665"/>
                      </a:lnTo>
                      <a:close/>
                      <a:moveTo>
                        <a:pt x="186" y="665"/>
                      </a:moveTo>
                      <a:lnTo>
                        <a:pt x="185" y="665"/>
                      </a:lnTo>
                      <a:lnTo>
                        <a:pt x="186" y="665"/>
                      </a:lnTo>
                      <a:close/>
                      <a:moveTo>
                        <a:pt x="210" y="663"/>
                      </a:moveTo>
                      <a:lnTo>
                        <a:pt x="210" y="665"/>
                      </a:lnTo>
                      <a:lnTo>
                        <a:pt x="210" y="663"/>
                      </a:lnTo>
                      <a:close/>
                      <a:moveTo>
                        <a:pt x="179" y="663"/>
                      </a:moveTo>
                      <a:lnTo>
                        <a:pt x="179" y="665"/>
                      </a:lnTo>
                      <a:lnTo>
                        <a:pt x="179" y="663"/>
                      </a:lnTo>
                      <a:close/>
                      <a:moveTo>
                        <a:pt x="217" y="663"/>
                      </a:moveTo>
                      <a:lnTo>
                        <a:pt x="217" y="665"/>
                      </a:lnTo>
                      <a:lnTo>
                        <a:pt x="219" y="665"/>
                      </a:lnTo>
                      <a:lnTo>
                        <a:pt x="217" y="665"/>
                      </a:lnTo>
                      <a:lnTo>
                        <a:pt x="219" y="665"/>
                      </a:lnTo>
                      <a:lnTo>
                        <a:pt x="217" y="665"/>
                      </a:lnTo>
                      <a:lnTo>
                        <a:pt x="219" y="667"/>
                      </a:lnTo>
                      <a:lnTo>
                        <a:pt x="217" y="667"/>
                      </a:lnTo>
                      <a:lnTo>
                        <a:pt x="217" y="665"/>
                      </a:lnTo>
                      <a:lnTo>
                        <a:pt x="217" y="667"/>
                      </a:lnTo>
                      <a:lnTo>
                        <a:pt x="216" y="667"/>
                      </a:lnTo>
                      <a:lnTo>
                        <a:pt x="216" y="665"/>
                      </a:lnTo>
                      <a:lnTo>
                        <a:pt x="214" y="665"/>
                      </a:lnTo>
                      <a:lnTo>
                        <a:pt x="214" y="663"/>
                      </a:lnTo>
                      <a:lnTo>
                        <a:pt x="216" y="663"/>
                      </a:lnTo>
                      <a:lnTo>
                        <a:pt x="217" y="663"/>
                      </a:lnTo>
                      <a:close/>
                      <a:moveTo>
                        <a:pt x="207" y="663"/>
                      </a:moveTo>
                      <a:lnTo>
                        <a:pt x="205" y="663"/>
                      </a:lnTo>
                      <a:lnTo>
                        <a:pt x="207" y="663"/>
                      </a:lnTo>
                      <a:lnTo>
                        <a:pt x="205" y="663"/>
                      </a:lnTo>
                      <a:lnTo>
                        <a:pt x="207" y="663"/>
                      </a:lnTo>
                      <a:close/>
                      <a:moveTo>
                        <a:pt x="186" y="663"/>
                      </a:moveTo>
                      <a:lnTo>
                        <a:pt x="186" y="665"/>
                      </a:lnTo>
                      <a:lnTo>
                        <a:pt x="186" y="663"/>
                      </a:lnTo>
                      <a:lnTo>
                        <a:pt x="185" y="663"/>
                      </a:lnTo>
                      <a:lnTo>
                        <a:pt x="186" y="663"/>
                      </a:lnTo>
                      <a:close/>
                      <a:moveTo>
                        <a:pt x="219" y="663"/>
                      </a:moveTo>
                      <a:lnTo>
                        <a:pt x="219" y="661"/>
                      </a:lnTo>
                      <a:lnTo>
                        <a:pt x="219" y="663"/>
                      </a:lnTo>
                      <a:close/>
                      <a:moveTo>
                        <a:pt x="223" y="661"/>
                      </a:moveTo>
                      <a:lnTo>
                        <a:pt x="223" y="663"/>
                      </a:lnTo>
                      <a:lnTo>
                        <a:pt x="223" y="661"/>
                      </a:lnTo>
                      <a:close/>
                      <a:moveTo>
                        <a:pt x="212" y="661"/>
                      </a:moveTo>
                      <a:lnTo>
                        <a:pt x="212" y="663"/>
                      </a:lnTo>
                      <a:lnTo>
                        <a:pt x="210" y="663"/>
                      </a:lnTo>
                      <a:lnTo>
                        <a:pt x="210" y="665"/>
                      </a:lnTo>
                      <a:lnTo>
                        <a:pt x="208" y="665"/>
                      </a:lnTo>
                      <a:lnTo>
                        <a:pt x="210" y="665"/>
                      </a:lnTo>
                      <a:lnTo>
                        <a:pt x="208" y="665"/>
                      </a:lnTo>
                      <a:lnTo>
                        <a:pt x="210" y="665"/>
                      </a:lnTo>
                      <a:lnTo>
                        <a:pt x="210" y="667"/>
                      </a:lnTo>
                      <a:lnTo>
                        <a:pt x="208" y="667"/>
                      </a:lnTo>
                      <a:lnTo>
                        <a:pt x="208" y="665"/>
                      </a:lnTo>
                      <a:lnTo>
                        <a:pt x="207" y="665"/>
                      </a:lnTo>
                      <a:lnTo>
                        <a:pt x="207" y="667"/>
                      </a:lnTo>
                      <a:lnTo>
                        <a:pt x="205" y="667"/>
                      </a:lnTo>
                      <a:lnTo>
                        <a:pt x="207" y="667"/>
                      </a:lnTo>
                      <a:lnTo>
                        <a:pt x="205" y="667"/>
                      </a:lnTo>
                      <a:lnTo>
                        <a:pt x="203" y="667"/>
                      </a:lnTo>
                      <a:lnTo>
                        <a:pt x="205" y="667"/>
                      </a:lnTo>
                      <a:lnTo>
                        <a:pt x="203" y="667"/>
                      </a:lnTo>
                      <a:lnTo>
                        <a:pt x="203" y="665"/>
                      </a:lnTo>
                      <a:lnTo>
                        <a:pt x="205" y="665"/>
                      </a:lnTo>
                      <a:lnTo>
                        <a:pt x="205" y="663"/>
                      </a:lnTo>
                      <a:lnTo>
                        <a:pt x="207" y="663"/>
                      </a:lnTo>
                      <a:lnTo>
                        <a:pt x="208" y="663"/>
                      </a:lnTo>
                      <a:lnTo>
                        <a:pt x="210" y="663"/>
                      </a:lnTo>
                      <a:lnTo>
                        <a:pt x="210" y="661"/>
                      </a:lnTo>
                      <a:lnTo>
                        <a:pt x="210" y="663"/>
                      </a:lnTo>
                      <a:lnTo>
                        <a:pt x="210" y="661"/>
                      </a:lnTo>
                      <a:lnTo>
                        <a:pt x="212" y="661"/>
                      </a:lnTo>
                      <a:close/>
                      <a:moveTo>
                        <a:pt x="185" y="667"/>
                      </a:moveTo>
                      <a:lnTo>
                        <a:pt x="185" y="669"/>
                      </a:lnTo>
                      <a:lnTo>
                        <a:pt x="183" y="669"/>
                      </a:lnTo>
                      <a:lnTo>
                        <a:pt x="183" y="671"/>
                      </a:lnTo>
                      <a:lnTo>
                        <a:pt x="183" y="672"/>
                      </a:lnTo>
                      <a:lnTo>
                        <a:pt x="181" y="672"/>
                      </a:lnTo>
                      <a:lnTo>
                        <a:pt x="183" y="672"/>
                      </a:lnTo>
                      <a:lnTo>
                        <a:pt x="183" y="674"/>
                      </a:lnTo>
                      <a:lnTo>
                        <a:pt x="181" y="674"/>
                      </a:lnTo>
                      <a:lnTo>
                        <a:pt x="181" y="676"/>
                      </a:lnTo>
                      <a:lnTo>
                        <a:pt x="179" y="676"/>
                      </a:lnTo>
                      <a:lnTo>
                        <a:pt x="179" y="674"/>
                      </a:lnTo>
                      <a:lnTo>
                        <a:pt x="181" y="674"/>
                      </a:lnTo>
                      <a:lnTo>
                        <a:pt x="179" y="674"/>
                      </a:lnTo>
                      <a:lnTo>
                        <a:pt x="179" y="672"/>
                      </a:lnTo>
                      <a:lnTo>
                        <a:pt x="177" y="672"/>
                      </a:lnTo>
                      <a:lnTo>
                        <a:pt x="177" y="671"/>
                      </a:lnTo>
                      <a:lnTo>
                        <a:pt x="177" y="669"/>
                      </a:lnTo>
                      <a:lnTo>
                        <a:pt x="177" y="667"/>
                      </a:lnTo>
                      <a:lnTo>
                        <a:pt x="179" y="665"/>
                      </a:lnTo>
                      <a:lnTo>
                        <a:pt x="181" y="663"/>
                      </a:lnTo>
                      <a:lnTo>
                        <a:pt x="179" y="663"/>
                      </a:lnTo>
                      <a:lnTo>
                        <a:pt x="181" y="663"/>
                      </a:lnTo>
                      <a:lnTo>
                        <a:pt x="181" y="661"/>
                      </a:lnTo>
                      <a:lnTo>
                        <a:pt x="181" y="663"/>
                      </a:lnTo>
                      <a:lnTo>
                        <a:pt x="183" y="663"/>
                      </a:lnTo>
                      <a:lnTo>
                        <a:pt x="183" y="665"/>
                      </a:lnTo>
                      <a:lnTo>
                        <a:pt x="185" y="667"/>
                      </a:lnTo>
                      <a:close/>
                      <a:moveTo>
                        <a:pt x="436" y="663"/>
                      </a:moveTo>
                      <a:lnTo>
                        <a:pt x="436" y="661"/>
                      </a:lnTo>
                      <a:lnTo>
                        <a:pt x="438" y="661"/>
                      </a:lnTo>
                      <a:lnTo>
                        <a:pt x="436" y="661"/>
                      </a:lnTo>
                      <a:lnTo>
                        <a:pt x="436" y="663"/>
                      </a:lnTo>
                      <a:close/>
                      <a:moveTo>
                        <a:pt x="214" y="661"/>
                      </a:moveTo>
                      <a:lnTo>
                        <a:pt x="214" y="663"/>
                      </a:lnTo>
                      <a:lnTo>
                        <a:pt x="212" y="663"/>
                      </a:lnTo>
                      <a:lnTo>
                        <a:pt x="212" y="661"/>
                      </a:lnTo>
                      <a:lnTo>
                        <a:pt x="214" y="661"/>
                      </a:lnTo>
                      <a:close/>
                      <a:moveTo>
                        <a:pt x="221" y="661"/>
                      </a:moveTo>
                      <a:lnTo>
                        <a:pt x="221" y="663"/>
                      </a:lnTo>
                      <a:lnTo>
                        <a:pt x="221" y="661"/>
                      </a:lnTo>
                      <a:lnTo>
                        <a:pt x="219" y="661"/>
                      </a:lnTo>
                      <a:lnTo>
                        <a:pt x="221" y="661"/>
                      </a:lnTo>
                      <a:lnTo>
                        <a:pt x="219" y="661"/>
                      </a:lnTo>
                      <a:lnTo>
                        <a:pt x="221" y="661"/>
                      </a:lnTo>
                      <a:lnTo>
                        <a:pt x="219" y="661"/>
                      </a:lnTo>
                      <a:lnTo>
                        <a:pt x="221" y="661"/>
                      </a:lnTo>
                      <a:close/>
                      <a:moveTo>
                        <a:pt x="185" y="663"/>
                      </a:moveTo>
                      <a:lnTo>
                        <a:pt x="185" y="665"/>
                      </a:lnTo>
                      <a:lnTo>
                        <a:pt x="186" y="665"/>
                      </a:lnTo>
                      <a:lnTo>
                        <a:pt x="185" y="665"/>
                      </a:lnTo>
                      <a:lnTo>
                        <a:pt x="185" y="667"/>
                      </a:lnTo>
                      <a:lnTo>
                        <a:pt x="186" y="667"/>
                      </a:lnTo>
                      <a:lnTo>
                        <a:pt x="186" y="669"/>
                      </a:lnTo>
                      <a:lnTo>
                        <a:pt x="185" y="667"/>
                      </a:lnTo>
                      <a:lnTo>
                        <a:pt x="186" y="669"/>
                      </a:lnTo>
                      <a:lnTo>
                        <a:pt x="186" y="671"/>
                      </a:lnTo>
                      <a:lnTo>
                        <a:pt x="188" y="671"/>
                      </a:lnTo>
                      <a:lnTo>
                        <a:pt x="188" y="672"/>
                      </a:lnTo>
                      <a:lnTo>
                        <a:pt x="188" y="674"/>
                      </a:lnTo>
                      <a:lnTo>
                        <a:pt x="186" y="674"/>
                      </a:lnTo>
                      <a:lnTo>
                        <a:pt x="185" y="674"/>
                      </a:lnTo>
                      <a:lnTo>
                        <a:pt x="185" y="672"/>
                      </a:lnTo>
                      <a:lnTo>
                        <a:pt x="185" y="671"/>
                      </a:lnTo>
                      <a:lnTo>
                        <a:pt x="185" y="672"/>
                      </a:lnTo>
                      <a:lnTo>
                        <a:pt x="183" y="672"/>
                      </a:lnTo>
                      <a:lnTo>
                        <a:pt x="183" y="671"/>
                      </a:lnTo>
                      <a:lnTo>
                        <a:pt x="183" y="669"/>
                      </a:lnTo>
                      <a:lnTo>
                        <a:pt x="185" y="669"/>
                      </a:lnTo>
                      <a:lnTo>
                        <a:pt x="185" y="667"/>
                      </a:lnTo>
                      <a:lnTo>
                        <a:pt x="185" y="665"/>
                      </a:lnTo>
                      <a:lnTo>
                        <a:pt x="183" y="665"/>
                      </a:lnTo>
                      <a:lnTo>
                        <a:pt x="183" y="663"/>
                      </a:lnTo>
                      <a:lnTo>
                        <a:pt x="183" y="661"/>
                      </a:lnTo>
                      <a:lnTo>
                        <a:pt x="183" y="660"/>
                      </a:lnTo>
                      <a:lnTo>
                        <a:pt x="183" y="661"/>
                      </a:lnTo>
                      <a:lnTo>
                        <a:pt x="185" y="661"/>
                      </a:lnTo>
                      <a:lnTo>
                        <a:pt x="185" y="663"/>
                      </a:lnTo>
                      <a:close/>
                      <a:moveTo>
                        <a:pt x="203" y="660"/>
                      </a:moveTo>
                      <a:lnTo>
                        <a:pt x="201" y="660"/>
                      </a:lnTo>
                      <a:lnTo>
                        <a:pt x="203" y="660"/>
                      </a:lnTo>
                      <a:close/>
                      <a:moveTo>
                        <a:pt x="181" y="661"/>
                      </a:moveTo>
                      <a:lnTo>
                        <a:pt x="179" y="660"/>
                      </a:lnTo>
                      <a:lnTo>
                        <a:pt x="181" y="660"/>
                      </a:lnTo>
                      <a:lnTo>
                        <a:pt x="181" y="658"/>
                      </a:lnTo>
                      <a:lnTo>
                        <a:pt x="181" y="660"/>
                      </a:lnTo>
                      <a:lnTo>
                        <a:pt x="181" y="661"/>
                      </a:lnTo>
                      <a:close/>
                      <a:moveTo>
                        <a:pt x="196" y="658"/>
                      </a:moveTo>
                      <a:lnTo>
                        <a:pt x="197" y="658"/>
                      </a:lnTo>
                      <a:lnTo>
                        <a:pt x="197" y="660"/>
                      </a:lnTo>
                      <a:lnTo>
                        <a:pt x="196" y="660"/>
                      </a:lnTo>
                      <a:lnTo>
                        <a:pt x="196" y="658"/>
                      </a:lnTo>
                      <a:close/>
                      <a:moveTo>
                        <a:pt x="232" y="658"/>
                      </a:moveTo>
                      <a:lnTo>
                        <a:pt x="232" y="660"/>
                      </a:lnTo>
                      <a:lnTo>
                        <a:pt x="232" y="658"/>
                      </a:lnTo>
                      <a:lnTo>
                        <a:pt x="232" y="660"/>
                      </a:lnTo>
                      <a:lnTo>
                        <a:pt x="232" y="658"/>
                      </a:lnTo>
                      <a:close/>
                      <a:moveTo>
                        <a:pt x="183" y="663"/>
                      </a:moveTo>
                      <a:lnTo>
                        <a:pt x="181" y="663"/>
                      </a:lnTo>
                      <a:lnTo>
                        <a:pt x="181" y="661"/>
                      </a:lnTo>
                      <a:lnTo>
                        <a:pt x="181" y="660"/>
                      </a:lnTo>
                      <a:lnTo>
                        <a:pt x="181" y="658"/>
                      </a:lnTo>
                      <a:lnTo>
                        <a:pt x="181" y="660"/>
                      </a:lnTo>
                      <a:lnTo>
                        <a:pt x="183" y="660"/>
                      </a:lnTo>
                      <a:lnTo>
                        <a:pt x="183" y="661"/>
                      </a:lnTo>
                      <a:lnTo>
                        <a:pt x="183" y="663"/>
                      </a:lnTo>
                      <a:close/>
                      <a:moveTo>
                        <a:pt x="223" y="658"/>
                      </a:moveTo>
                      <a:lnTo>
                        <a:pt x="221" y="658"/>
                      </a:lnTo>
                      <a:lnTo>
                        <a:pt x="223" y="656"/>
                      </a:lnTo>
                      <a:lnTo>
                        <a:pt x="223" y="658"/>
                      </a:lnTo>
                      <a:close/>
                      <a:moveTo>
                        <a:pt x="174" y="656"/>
                      </a:moveTo>
                      <a:lnTo>
                        <a:pt x="174" y="658"/>
                      </a:lnTo>
                      <a:lnTo>
                        <a:pt x="174" y="656"/>
                      </a:lnTo>
                      <a:close/>
                      <a:moveTo>
                        <a:pt x="174" y="656"/>
                      </a:moveTo>
                      <a:lnTo>
                        <a:pt x="172" y="656"/>
                      </a:lnTo>
                      <a:lnTo>
                        <a:pt x="174" y="656"/>
                      </a:lnTo>
                      <a:lnTo>
                        <a:pt x="174" y="658"/>
                      </a:lnTo>
                      <a:lnTo>
                        <a:pt x="172" y="656"/>
                      </a:lnTo>
                      <a:lnTo>
                        <a:pt x="172" y="658"/>
                      </a:lnTo>
                      <a:lnTo>
                        <a:pt x="170" y="658"/>
                      </a:lnTo>
                      <a:lnTo>
                        <a:pt x="170" y="656"/>
                      </a:lnTo>
                      <a:lnTo>
                        <a:pt x="172" y="656"/>
                      </a:lnTo>
                      <a:lnTo>
                        <a:pt x="174" y="656"/>
                      </a:lnTo>
                      <a:close/>
                      <a:moveTo>
                        <a:pt x="205" y="656"/>
                      </a:moveTo>
                      <a:lnTo>
                        <a:pt x="203" y="656"/>
                      </a:lnTo>
                      <a:lnTo>
                        <a:pt x="205" y="656"/>
                      </a:lnTo>
                      <a:close/>
                      <a:moveTo>
                        <a:pt x="181" y="656"/>
                      </a:moveTo>
                      <a:lnTo>
                        <a:pt x="181" y="658"/>
                      </a:lnTo>
                      <a:lnTo>
                        <a:pt x="183" y="658"/>
                      </a:lnTo>
                      <a:lnTo>
                        <a:pt x="183" y="660"/>
                      </a:lnTo>
                      <a:lnTo>
                        <a:pt x="181" y="660"/>
                      </a:lnTo>
                      <a:lnTo>
                        <a:pt x="181" y="658"/>
                      </a:lnTo>
                      <a:lnTo>
                        <a:pt x="179" y="658"/>
                      </a:lnTo>
                      <a:lnTo>
                        <a:pt x="179" y="656"/>
                      </a:lnTo>
                      <a:lnTo>
                        <a:pt x="179" y="654"/>
                      </a:lnTo>
                      <a:lnTo>
                        <a:pt x="181" y="656"/>
                      </a:lnTo>
                      <a:close/>
                      <a:moveTo>
                        <a:pt x="221" y="656"/>
                      </a:moveTo>
                      <a:lnTo>
                        <a:pt x="221" y="654"/>
                      </a:lnTo>
                      <a:lnTo>
                        <a:pt x="221" y="656"/>
                      </a:lnTo>
                      <a:lnTo>
                        <a:pt x="221" y="654"/>
                      </a:lnTo>
                      <a:lnTo>
                        <a:pt x="221" y="656"/>
                      </a:lnTo>
                      <a:close/>
                      <a:moveTo>
                        <a:pt x="221" y="654"/>
                      </a:moveTo>
                      <a:lnTo>
                        <a:pt x="219" y="654"/>
                      </a:lnTo>
                      <a:lnTo>
                        <a:pt x="221" y="654"/>
                      </a:lnTo>
                      <a:lnTo>
                        <a:pt x="219" y="656"/>
                      </a:lnTo>
                      <a:lnTo>
                        <a:pt x="219" y="654"/>
                      </a:lnTo>
                      <a:lnTo>
                        <a:pt x="219" y="656"/>
                      </a:lnTo>
                      <a:lnTo>
                        <a:pt x="219" y="654"/>
                      </a:lnTo>
                      <a:lnTo>
                        <a:pt x="221" y="654"/>
                      </a:lnTo>
                      <a:close/>
                      <a:moveTo>
                        <a:pt x="196" y="656"/>
                      </a:moveTo>
                      <a:lnTo>
                        <a:pt x="194" y="656"/>
                      </a:lnTo>
                      <a:lnTo>
                        <a:pt x="194" y="654"/>
                      </a:lnTo>
                      <a:lnTo>
                        <a:pt x="196" y="654"/>
                      </a:lnTo>
                      <a:lnTo>
                        <a:pt x="196" y="656"/>
                      </a:lnTo>
                      <a:close/>
                      <a:moveTo>
                        <a:pt x="196" y="654"/>
                      </a:moveTo>
                      <a:lnTo>
                        <a:pt x="194" y="654"/>
                      </a:lnTo>
                      <a:lnTo>
                        <a:pt x="196" y="654"/>
                      </a:lnTo>
                      <a:close/>
                      <a:moveTo>
                        <a:pt x="232" y="652"/>
                      </a:moveTo>
                      <a:lnTo>
                        <a:pt x="232" y="654"/>
                      </a:lnTo>
                      <a:lnTo>
                        <a:pt x="232" y="652"/>
                      </a:lnTo>
                      <a:close/>
                      <a:moveTo>
                        <a:pt x="236" y="654"/>
                      </a:moveTo>
                      <a:lnTo>
                        <a:pt x="236" y="652"/>
                      </a:lnTo>
                      <a:lnTo>
                        <a:pt x="236" y="654"/>
                      </a:lnTo>
                      <a:close/>
                      <a:moveTo>
                        <a:pt x="433" y="652"/>
                      </a:moveTo>
                      <a:lnTo>
                        <a:pt x="435" y="652"/>
                      </a:lnTo>
                      <a:lnTo>
                        <a:pt x="435" y="654"/>
                      </a:lnTo>
                      <a:lnTo>
                        <a:pt x="435" y="652"/>
                      </a:lnTo>
                      <a:lnTo>
                        <a:pt x="433" y="652"/>
                      </a:lnTo>
                      <a:close/>
                      <a:moveTo>
                        <a:pt x="179" y="652"/>
                      </a:moveTo>
                      <a:lnTo>
                        <a:pt x="177" y="652"/>
                      </a:lnTo>
                      <a:lnTo>
                        <a:pt x="177" y="650"/>
                      </a:lnTo>
                      <a:lnTo>
                        <a:pt x="177" y="652"/>
                      </a:lnTo>
                      <a:lnTo>
                        <a:pt x="179" y="652"/>
                      </a:lnTo>
                      <a:close/>
                      <a:moveTo>
                        <a:pt x="194" y="652"/>
                      </a:moveTo>
                      <a:lnTo>
                        <a:pt x="192" y="650"/>
                      </a:lnTo>
                      <a:lnTo>
                        <a:pt x="194" y="650"/>
                      </a:lnTo>
                      <a:lnTo>
                        <a:pt x="194" y="652"/>
                      </a:lnTo>
                      <a:close/>
                      <a:moveTo>
                        <a:pt x="230" y="650"/>
                      </a:moveTo>
                      <a:lnTo>
                        <a:pt x="232" y="650"/>
                      </a:lnTo>
                      <a:lnTo>
                        <a:pt x="230" y="650"/>
                      </a:lnTo>
                      <a:close/>
                      <a:moveTo>
                        <a:pt x="477" y="650"/>
                      </a:moveTo>
                      <a:lnTo>
                        <a:pt x="478" y="650"/>
                      </a:lnTo>
                      <a:lnTo>
                        <a:pt x="477" y="650"/>
                      </a:lnTo>
                      <a:lnTo>
                        <a:pt x="478" y="650"/>
                      </a:lnTo>
                      <a:lnTo>
                        <a:pt x="478" y="652"/>
                      </a:lnTo>
                      <a:lnTo>
                        <a:pt x="477" y="652"/>
                      </a:lnTo>
                      <a:lnTo>
                        <a:pt x="477" y="650"/>
                      </a:lnTo>
                      <a:close/>
                      <a:moveTo>
                        <a:pt x="179" y="649"/>
                      </a:moveTo>
                      <a:lnTo>
                        <a:pt x="179" y="650"/>
                      </a:lnTo>
                      <a:lnTo>
                        <a:pt x="179" y="652"/>
                      </a:lnTo>
                      <a:lnTo>
                        <a:pt x="177" y="652"/>
                      </a:lnTo>
                      <a:lnTo>
                        <a:pt x="177" y="650"/>
                      </a:lnTo>
                      <a:lnTo>
                        <a:pt x="177" y="649"/>
                      </a:lnTo>
                      <a:lnTo>
                        <a:pt x="179" y="649"/>
                      </a:lnTo>
                      <a:close/>
                      <a:moveTo>
                        <a:pt x="192" y="650"/>
                      </a:moveTo>
                      <a:lnTo>
                        <a:pt x="194" y="652"/>
                      </a:lnTo>
                      <a:lnTo>
                        <a:pt x="192" y="652"/>
                      </a:lnTo>
                      <a:lnTo>
                        <a:pt x="194" y="652"/>
                      </a:lnTo>
                      <a:lnTo>
                        <a:pt x="194" y="654"/>
                      </a:lnTo>
                      <a:lnTo>
                        <a:pt x="192" y="654"/>
                      </a:lnTo>
                      <a:lnTo>
                        <a:pt x="190" y="654"/>
                      </a:lnTo>
                      <a:lnTo>
                        <a:pt x="190" y="652"/>
                      </a:lnTo>
                      <a:lnTo>
                        <a:pt x="188" y="652"/>
                      </a:lnTo>
                      <a:lnTo>
                        <a:pt x="188" y="650"/>
                      </a:lnTo>
                      <a:lnTo>
                        <a:pt x="186" y="650"/>
                      </a:lnTo>
                      <a:lnTo>
                        <a:pt x="188" y="649"/>
                      </a:lnTo>
                      <a:lnTo>
                        <a:pt x="190" y="649"/>
                      </a:lnTo>
                      <a:lnTo>
                        <a:pt x="192" y="649"/>
                      </a:lnTo>
                      <a:lnTo>
                        <a:pt x="192" y="650"/>
                      </a:lnTo>
                      <a:close/>
                      <a:moveTo>
                        <a:pt x="196" y="649"/>
                      </a:moveTo>
                      <a:lnTo>
                        <a:pt x="197" y="649"/>
                      </a:lnTo>
                      <a:lnTo>
                        <a:pt x="197" y="650"/>
                      </a:lnTo>
                      <a:lnTo>
                        <a:pt x="197" y="649"/>
                      </a:lnTo>
                      <a:lnTo>
                        <a:pt x="197" y="650"/>
                      </a:lnTo>
                      <a:lnTo>
                        <a:pt x="197" y="649"/>
                      </a:lnTo>
                      <a:lnTo>
                        <a:pt x="197" y="650"/>
                      </a:lnTo>
                      <a:lnTo>
                        <a:pt x="197" y="652"/>
                      </a:lnTo>
                      <a:lnTo>
                        <a:pt x="197" y="650"/>
                      </a:lnTo>
                      <a:lnTo>
                        <a:pt x="196" y="650"/>
                      </a:lnTo>
                      <a:lnTo>
                        <a:pt x="196" y="649"/>
                      </a:lnTo>
                      <a:lnTo>
                        <a:pt x="194" y="649"/>
                      </a:lnTo>
                      <a:lnTo>
                        <a:pt x="196" y="649"/>
                      </a:lnTo>
                      <a:close/>
                      <a:moveTo>
                        <a:pt x="252" y="647"/>
                      </a:moveTo>
                      <a:lnTo>
                        <a:pt x="252" y="649"/>
                      </a:lnTo>
                      <a:lnTo>
                        <a:pt x="252" y="647"/>
                      </a:lnTo>
                      <a:lnTo>
                        <a:pt x="252" y="649"/>
                      </a:lnTo>
                      <a:lnTo>
                        <a:pt x="252" y="647"/>
                      </a:lnTo>
                      <a:close/>
                      <a:moveTo>
                        <a:pt x="185" y="650"/>
                      </a:moveTo>
                      <a:lnTo>
                        <a:pt x="185" y="649"/>
                      </a:lnTo>
                      <a:lnTo>
                        <a:pt x="185" y="650"/>
                      </a:lnTo>
                      <a:lnTo>
                        <a:pt x="186" y="650"/>
                      </a:lnTo>
                      <a:lnTo>
                        <a:pt x="188" y="652"/>
                      </a:lnTo>
                      <a:lnTo>
                        <a:pt x="190" y="652"/>
                      </a:lnTo>
                      <a:lnTo>
                        <a:pt x="188" y="652"/>
                      </a:lnTo>
                      <a:lnTo>
                        <a:pt x="186" y="652"/>
                      </a:lnTo>
                      <a:lnTo>
                        <a:pt x="185" y="650"/>
                      </a:lnTo>
                      <a:lnTo>
                        <a:pt x="185" y="652"/>
                      </a:lnTo>
                      <a:lnTo>
                        <a:pt x="185" y="650"/>
                      </a:lnTo>
                      <a:lnTo>
                        <a:pt x="183" y="650"/>
                      </a:lnTo>
                      <a:lnTo>
                        <a:pt x="183" y="649"/>
                      </a:lnTo>
                      <a:lnTo>
                        <a:pt x="181" y="649"/>
                      </a:lnTo>
                      <a:lnTo>
                        <a:pt x="183" y="647"/>
                      </a:lnTo>
                      <a:lnTo>
                        <a:pt x="183" y="649"/>
                      </a:lnTo>
                      <a:lnTo>
                        <a:pt x="185" y="650"/>
                      </a:lnTo>
                      <a:close/>
                      <a:moveTo>
                        <a:pt x="181" y="649"/>
                      </a:moveTo>
                      <a:lnTo>
                        <a:pt x="179" y="649"/>
                      </a:lnTo>
                      <a:lnTo>
                        <a:pt x="177" y="647"/>
                      </a:lnTo>
                      <a:lnTo>
                        <a:pt x="179" y="647"/>
                      </a:lnTo>
                      <a:lnTo>
                        <a:pt x="179" y="649"/>
                      </a:lnTo>
                      <a:lnTo>
                        <a:pt x="181" y="649"/>
                      </a:lnTo>
                      <a:close/>
                      <a:moveTo>
                        <a:pt x="194" y="647"/>
                      </a:moveTo>
                      <a:lnTo>
                        <a:pt x="194" y="649"/>
                      </a:lnTo>
                      <a:lnTo>
                        <a:pt x="196" y="649"/>
                      </a:lnTo>
                      <a:lnTo>
                        <a:pt x="196" y="650"/>
                      </a:lnTo>
                      <a:lnTo>
                        <a:pt x="196" y="649"/>
                      </a:lnTo>
                      <a:lnTo>
                        <a:pt x="196" y="650"/>
                      </a:lnTo>
                      <a:lnTo>
                        <a:pt x="197" y="650"/>
                      </a:lnTo>
                      <a:lnTo>
                        <a:pt x="197" y="652"/>
                      </a:lnTo>
                      <a:lnTo>
                        <a:pt x="197" y="654"/>
                      </a:lnTo>
                      <a:lnTo>
                        <a:pt x="196" y="654"/>
                      </a:lnTo>
                      <a:lnTo>
                        <a:pt x="196" y="652"/>
                      </a:lnTo>
                      <a:lnTo>
                        <a:pt x="194" y="652"/>
                      </a:lnTo>
                      <a:lnTo>
                        <a:pt x="194" y="650"/>
                      </a:lnTo>
                      <a:lnTo>
                        <a:pt x="192" y="650"/>
                      </a:lnTo>
                      <a:lnTo>
                        <a:pt x="192" y="649"/>
                      </a:lnTo>
                      <a:lnTo>
                        <a:pt x="190" y="649"/>
                      </a:lnTo>
                      <a:lnTo>
                        <a:pt x="192" y="647"/>
                      </a:lnTo>
                      <a:lnTo>
                        <a:pt x="194" y="647"/>
                      </a:lnTo>
                      <a:close/>
                      <a:moveTo>
                        <a:pt x="190" y="649"/>
                      </a:moveTo>
                      <a:lnTo>
                        <a:pt x="190" y="647"/>
                      </a:lnTo>
                      <a:lnTo>
                        <a:pt x="192" y="647"/>
                      </a:lnTo>
                      <a:lnTo>
                        <a:pt x="190" y="649"/>
                      </a:lnTo>
                      <a:close/>
                      <a:moveTo>
                        <a:pt x="188" y="649"/>
                      </a:moveTo>
                      <a:lnTo>
                        <a:pt x="190" y="649"/>
                      </a:lnTo>
                      <a:lnTo>
                        <a:pt x="188" y="649"/>
                      </a:lnTo>
                      <a:lnTo>
                        <a:pt x="186" y="649"/>
                      </a:lnTo>
                      <a:lnTo>
                        <a:pt x="186" y="650"/>
                      </a:lnTo>
                      <a:lnTo>
                        <a:pt x="186" y="649"/>
                      </a:lnTo>
                      <a:lnTo>
                        <a:pt x="185" y="649"/>
                      </a:lnTo>
                      <a:lnTo>
                        <a:pt x="185" y="650"/>
                      </a:lnTo>
                      <a:lnTo>
                        <a:pt x="185" y="649"/>
                      </a:lnTo>
                      <a:lnTo>
                        <a:pt x="183" y="649"/>
                      </a:lnTo>
                      <a:lnTo>
                        <a:pt x="183" y="647"/>
                      </a:lnTo>
                      <a:lnTo>
                        <a:pt x="185" y="647"/>
                      </a:lnTo>
                      <a:lnTo>
                        <a:pt x="185" y="649"/>
                      </a:lnTo>
                      <a:lnTo>
                        <a:pt x="186" y="647"/>
                      </a:lnTo>
                      <a:lnTo>
                        <a:pt x="188" y="647"/>
                      </a:lnTo>
                      <a:lnTo>
                        <a:pt x="188" y="649"/>
                      </a:lnTo>
                      <a:close/>
                      <a:moveTo>
                        <a:pt x="186" y="647"/>
                      </a:moveTo>
                      <a:lnTo>
                        <a:pt x="186" y="645"/>
                      </a:lnTo>
                      <a:lnTo>
                        <a:pt x="186" y="647"/>
                      </a:lnTo>
                      <a:close/>
                      <a:moveTo>
                        <a:pt x="185" y="645"/>
                      </a:moveTo>
                      <a:lnTo>
                        <a:pt x="185" y="647"/>
                      </a:lnTo>
                      <a:lnTo>
                        <a:pt x="185" y="645"/>
                      </a:lnTo>
                      <a:close/>
                      <a:moveTo>
                        <a:pt x="186" y="647"/>
                      </a:moveTo>
                      <a:lnTo>
                        <a:pt x="185" y="647"/>
                      </a:lnTo>
                      <a:lnTo>
                        <a:pt x="183" y="647"/>
                      </a:lnTo>
                      <a:lnTo>
                        <a:pt x="183" y="649"/>
                      </a:lnTo>
                      <a:lnTo>
                        <a:pt x="183" y="647"/>
                      </a:lnTo>
                      <a:lnTo>
                        <a:pt x="181" y="647"/>
                      </a:lnTo>
                      <a:lnTo>
                        <a:pt x="183" y="647"/>
                      </a:lnTo>
                      <a:lnTo>
                        <a:pt x="185" y="647"/>
                      </a:lnTo>
                      <a:lnTo>
                        <a:pt x="185" y="645"/>
                      </a:lnTo>
                      <a:lnTo>
                        <a:pt x="186" y="645"/>
                      </a:lnTo>
                      <a:lnTo>
                        <a:pt x="186" y="647"/>
                      </a:lnTo>
                      <a:close/>
                      <a:moveTo>
                        <a:pt x="174" y="645"/>
                      </a:moveTo>
                      <a:lnTo>
                        <a:pt x="172" y="645"/>
                      </a:lnTo>
                      <a:lnTo>
                        <a:pt x="174" y="645"/>
                      </a:lnTo>
                      <a:close/>
                      <a:moveTo>
                        <a:pt x="181" y="649"/>
                      </a:moveTo>
                      <a:lnTo>
                        <a:pt x="179" y="649"/>
                      </a:lnTo>
                      <a:lnTo>
                        <a:pt x="179" y="647"/>
                      </a:lnTo>
                      <a:lnTo>
                        <a:pt x="177" y="647"/>
                      </a:lnTo>
                      <a:lnTo>
                        <a:pt x="179" y="647"/>
                      </a:lnTo>
                      <a:lnTo>
                        <a:pt x="177" y="647"/>
                      </a:lnTo>
                      <a:lnTo>
                        <a:pt x="175" y="647"/>
                      </a:lnTo>
                      <a:lnTo>
                        <a:pt x="175" y="645"/>
                      </a:lnTo>
                      <a:lnTo>
                        <a:pt x="177" y="645"/>
                      </a:lnTo>
                      <a:lnTo>
                        <a:pt x="177" y="643"/>
                      </a:lnTo>
                      <a:lnTo>
                        <a:pt x="179" y="645"/>
                      </a:lnTo>
                      <a:lnTo>
                        <a:pt x="181" y="645"/>
                      </a:lnTo>
                      <a:lnTo>
                        <a:pt x="181" y="647"/>
                      </a:lnTo>
                      <a:lnTo>
                        <a:pt x="181" y="645"/>
                      </a:lnTo>
                      <a:lnTo>
                        <a:pt x="183" y="645"/>
                      </a:lnTo>
                      <a:lnTo>
                        <a:pt x="183" y="647"/>
                      </a:lnTo>
                      <a:lnTo>
                        <a:pt x="181" y="647"/>
                      </a:lnTo>
                      <a:lnTo>
                        <a:pt x="181" y="649"/>
                      </a:lnTo>
                      <a:close/>
                      <a:moveTo>
                        <a:pt x="194" y="643"/>
                      </a:moveTo>
                      <a:lnTo>
                        <a:pt x="192" y="643"/>
                      </a:lnTo>
                      <a:lnTo>
                        <a:pt x="194" y="643"/>
                      </a:lnTo>
                      <a:close/>
                      <a:moveTo>
                        <a:pt x="194" y="645"/>
                      </a:moveTo>
                      <a:lnTo>
                        <a:pt x="192" y="645"/>
                      </a:lnTo>
                      <a:lnTo>
                        <a:pt x="192" y="643"/>
                      </a:lnTo>
                      <a:lnTo>
                        <a:pt x="194" y="643"/>
                      </a:lnTo>
                      <a:lnTo>
                        <a:pt x="194" y="645"/>
                      </a:lnTo>
                      <a:close/>
                      <a:moveTo>
                        <a:pt x="269" y="643"/>
                      </a:moveTo>
                      <a:lnTo>
                        <a:pt x="267" y="643"/>
                      </a:lnTo>
                      <a:lnTo>
                        <a:pt x="269" y="643"/>
                      </a:lnTo>
                      <a:close/>
                      <a:moveTo>
                        <a:pt x="188" y="643"/>
                      </a:moveTo>
                      <a:lnTo>
                        <a:pt x="188" y="645"/>
                      </a:lnTo>
                      <a:lnTo>
                        <a:pt x="190" y="645"/>
                      </a:lnTo>
                      <a:lnTo>
                        <a:pt x="188" y="645"/>
                      </a:lnTo>
                      <a:lnTo>
                        <a:pt x="188" y="643"/>
                      </a:lnTo>
                      <a:lnTo>
                        <a:pt x="188" y="645"/>
                      </a:lnTo>
                      <a:lnTo>
                        <a:pt x="188" y="643"/>
                      </a:lnTo>
                      <a:lnTo>
                        <a:pt x="186" y="643"/>
                      </a:lnTo>
                      <a:lnTo>
                        <a:pt x="188" y="643"/>
                      </a:lnTo>
                      <a:lnTo>
                        <a:pt x="188" y="645"/>
                      </a:lnTo>
                      <a:lnTo>
                        <a:pt x="190" y="645"/>
                      </a:lnTo>
                      <a:lnTo>
                        <a:pt x="190" y="647"/>
                      </a:lnTo>
                      <a:lnTo>
                        <a:pt x="192" y="647"/>
                      </a:lnTo>
                      <a:lnTo>
                        <a:pt x="190" y="647"/>
                      </a:lnTo>
                      <a:lnTo>
                        <a:pt x="188" y="647"/>
                      </a:lnTo>
                      <a:lnTo>
                        <a:pt x="186" y="647"/>
                      </a:lnTo>
                      <a:lnTo>
                        <a:pt x="186" y="645"/>
                      </a:lnTo>
                      <a:lnTo>
                        <a:pt x="185" y="645"/>
                      </a:lnTo>
                      <a:lnTo>
                        <a:pt x="185" y="643"/>
                      </a:lnTo>
                      <a:lnTo>
                        <a:pt x="186" y="643"/>
                      </a:lnTo>
                      <a:lnTo>
                        <a:pt x="186" y="641"/>
                      </a:lnTo>
                      <a:lnTo>
                        <a:pt x="186" y="643"/>
                      </a:lnTo>
                      <a:lnTo>
                        <a:pt x="188" y="643"/>
                      </a:lnTo>
                      <a:close/>
                      <a:moveTo>
                        <a:pt x="185" y="643"/>
                      </a:moveTo>
                      <a:lnTo>
                        <a:pt x="183" y="641"/>
                      </a:lnTo>
                      <a:lnTo>
                        <a:pt x="185" y="641"/>
                      </a:lnTo>
                      <a:lnTo>
                        <a:pt x="185" y="643"/>
                      </a:lnTo>
                      <a:close/>
                      <a:moveTo>
                        <a:pt x="188" y="643"/>
                      </a:moveTo>
                      <a:lnTo>
                        <a:pt x="186" y="643"/>
                      </a:lnTo>
                      <a:lnTo>
                        <a:pt x="186" y="641"/>
                      </a:lnTo>
                      <a:lnTo>
                        <a:pt x="188" y="641"/>
                      </a:lnTo>
                      <a:lnTo>
                        <a:pt x="190" y="641"/>
                      </a:lnTo>
                      <a:lnTo>
                        <a:pt x="192" y="641"/>
                      </a:lnTo>
                      <a:lnTo>
                        <a:pt x="192" y="643"/>
                      </a:lnTo>
                      <a:lnTo>
                        <a:pt x="192" y="645"/>
                      </a:lnTo>
                      <a:lnTo>
                        <a:pt x="194" y="645"/>
                      </a:lnTo>
                      <a:lnTo>
                        <a:pt x="196" y="645"/>
                      </a:lnTo>
                      <a:lnTo>
                        <a:pt x="194" y="647"/>
                      </a:lnTo>
                      <a:lnTo>
                        <a:pt x="196" y="647"/>
                      </a:lnTo>
                      <a:lnTo>
                        <a:pt x="194" y="647"/>
                      </a:lnTo>
                      <a:lnTo>
                        <a:pt x="192" y="647"/>
                      </a:lnTo>
                      <a:lnTo>
                        <a:pt x="190" y="645"/>
                      </a:lnTo>
                      <a:lnTo>
                        <a:pt x="188" y="645"/>
                      </a:lnTo>
                      <a:lnTo>
                        <a:pt x="188" y="643"/>
                      </a:lnTo>
                      <a:close/>
                      <a:moveTo>
                        <a:pt x="190" y="641"/>
                      </a:moveTo>
                      <a:lnTo>
                        <a:pt x="192" y="641"/>
                      </a:lnTo>
                      <a:lnTo>
                        <a:pt x="190" y="641"/>
                      </a:lnTo>
                      <a:close/>
                      <a:moveTo>
                        <a:pt x="188" y="641"/>
                      </a:moveTo>
                      <a:lnTo>
                        <a:pt x="190" y="641"/>
                      </a:lnTo>
                      <a:lnTo>
                        <a:pt x="188" y="641"/>
                      </a:lnTo>
                      <a:close/>
                      <a:moveTo>
                        <a:pt x="194" y="643"/>
                      </a:moveTo>
                      <a:lnTo>
                        <a:pt x="194" y="641"/>
                      </a:lnTo>
                      <a:lnTo>
                        <a:pt x="192" y="641"/>
                      </a:lnTo>
                      <a:lnTo>
                        <a:pt x="194" y="641"/>
                      </a:lnTo>
                      <a:lnTo>
                        <a:pt x="194" y="643"/>
                      </a:lnTo>
                      <a:close/>
                      <a:moveTo>
                        <a:pt x="170" y="641"/>
                      </a:moveTo>
                      <a:lnTo>
                        <a:pt x="168" y="641"/>
                      </a:lnTo>
                      <a:lnTo>
                        <a:pt x="168" y="639"/>
                      </a:lnTo>
                      <a:lnTo>
                        <a:pt x="170" y="641"/>
                      </a:lnTo>
                      <a:close/>
                      <a:moveTo>
                        <a:pt x="194" y="643"/>
                      </a:moveTo>
                      <a:lnTo>
                        <a:pt x="192" y="643"/>
                      </a:lnTo>
                      <a:lnTo>
                        <a:pt x="192" y="641"/>
                      </a:lnTo>
                      <a:lnTo>
                        <a:pt x="192" y="639"/>
                      </a:lnTo>
                      <a:lnTo>
                        <a:pt x="192" y="641"/>
                      </a:lnTo>
                      <a:lnTo>
                        <a:pt x="194" y="641"/>
                      </a:lnTo>
                      <a:lnTo>
                        <a:pt x="194" y="643"/>
                      </a:lnTo>
                      <a:close/>
                      <a:moveTo>
                        <a:pt x="197" y="639"/>
                      </a:moveTo>
                      <a:lnTo>
                        <a:pt x="196" y="639"/>
                      </a:lnTo>
                      <a:lnTo>
                        <a:pt x="197" y="639"/>
                      </a:lnTo>
                      <a:close/>
                      <a:moveTo>
                        <a:pt x="194" y="641"/>
                      </a:moveTo>
                      <a:lnTo>
                        <a:pt x="194" y="639"/>
                      </a:lnTo>
                      <a:lnTo>
                        <a:pt x="194" y="641"/>
                      </a:lnTo>
                      <a:close/>
                      <a:moveTo>
                        <a:pt x="194" y="639"/>
                      </a:moveTo>
                      <a:lnTo>
                        <a:pt x="194" y="638"/>
                      </a:lnTo>
                      <a:lnTo>
                        <a:pt x="196" y="638"/>
                      </a:lnTo>
                      <a:lnTo>
                        <a:pt x="194" y="638"/>
                      </a:lnTo>
                      <a:lnTo>
                        <a:pt x="196" y="639"/>
                      </a:lnTo>
                      <a:lnTo>
                        <a:pt x="194" y="639"/>
                      </a:lnTo>
                      <a:close/>
                      <a:moveTo>
                        <a:pt x="174" y="638"/>
                      </a:moveTo>
                      <a:lnTo>
                        <a:pt x="175" y="638"/>
                      </a:lnTo>
                      <a:lnTo>
                        <a:pt x="175" y="639"/>
                      </a:lnTo>
                      <a:lnTo>
                        <a:pt x="177" y="639"/>
                      </a:lnTo>
                      <a:lnTo>
                        <a:pt x="175" y="639"/>
                      </a:lnTo>
                      <a:lnTo>
                        <a:pt x="174" y="639"/>
                      </a:lnTo>
                      <a:lnTo>
                        <a:pt x="175" y="639"/>
                      </a:lnTo>
                      <a:lnTo>
                        <a:pt x="177" y="639"/>
                      </a:lnTo>
                      <a:lnTo>
                        <a:pt x="179" y="639"/>
                      </a:lnTo>
                      <a:lnTo>
                        <a:pt x="181" y="639"/>
                      </a:lnTo>
                      <a:lnTo>
                        <a:pt x="181" y="641"/>
                      </a:lnTo>
                      <a:lnTo>
                        <a:pt x="183" y="641"/>
                      </a:lnTo>
                      <a:lnTo>
                        <a:pt x="181" y="641"/>
                      </a:lnTo>
                      <a:lnTo>
                        <a:pt x="179" y="641"/>
                      </a:lnTo>
                      <a:lnTo>
                        <a:pt x="177" y="641"/>
                      </a:lnTo>
                      <a:lnTo>
                        <a:pt x="177" y="643"/>
                      </a:lnTo>
                      <a:lnTo>
                        <a:pt x="177" y="641"/>
                      </a:lnTo>
                      <a:lnTo>
                        <a:pt x="175" y="641"/>
                      </a:lnTo>
                      <a:lnTo>
                        <a:pt x="174" y="641"/>
                      </a:lnTo>
                      <a:lnTo>
                        <a:pt x="174" y="639"/>
                      </a:lnTo>
                      <a:lnTo>
                        <a:pt x="172" y="639"/>
                      </a:lnTo>
                      <a:lnTo>
                        <a:pt x="174" y="638"/>
                      </a:lnTo>
                      <a:close/>
                      <a:moveTo>
                        <a:pt x="183" y="638"/>
                      </a:moveTo>
                      <a:lnTo>
                        <a:pt x="183" y="639"/>
                      </a:lnTo>
                      <a:lnTo>
                        <a:pt x="183" y="641"/>
                      </a:lnTo>
                      <a:lnTo>
                        <a:pt x="181" y="641"/>
                      </a:lnTo>
                      <a:lnTo>
                        <a:pt x="181" y="639"/>
                      </a:lnTo>
                      <a:lnTo>
                        <a:pt x="179" y="639"/>
                      </a:lnTo>
                      <a:lnTo>
                        <a:pt x="177" y="639"/>
                      </a:lnTo>
                      <a:lnTo>
                        <a:pt x="179" y="639"/>
                      </a:lnTo>
                      <a:lnTo>
                        <a:pt x="179" y="638"/>
                      </a:lnTo>
                      <a:lnTo>
                        <a:pt x="181" y="638"/>
                      </a:lnTo>
                      <a:lnTo>
                        <a:pt x="183" y="638"/>
                      </a:lnTo>
                      <a:lnTo>
                        <a:pt x="183" y="636"/>
                      </a:lnTo>
                      <a:lnTo>
                        <a:pt x="183" y="638"/>
                      </a:lnTo>
                      <a:close/>
                      <a:moveTo>
                        <a:pt x="185" y="638"/>
                      </a:moveTo>
                      <a:lnTo>
                        <a:pt x="183" y="638"/>
                      </a:lnTo>
                      <a:lnTo>
                        <a:pt x="183" y="636"/>
                      </a:lnTo>
                      <a:lnTo>
                        <a:pt x="185" y="638"/>
                      </a:lnTo>
                      <a:close/>
                      <a:moveTo>
                        <a:pt x="183" y="636"/>
                      </a:moveTo>
                      <a:lnTo>
                        <a:pt x="185" y="636"/>
                      </a:lnTo>
                      <a:lnTo>
                        <a:pt x="186" y="638"/>
                      </a:lnTo>
                      <a:lnTo>
                        <a:pt x="185" y="638"/>
                      </a:lnTo>
                      <a:lnTo>
                        <a:pt x="183" y="636"/>
                      </a:lnTo>
                      <a:close/>
                      <a:moveTo>
                        <a:pt x="192" y="638"/>
                      </a:moveTo>
                      <a:lnTo>
                        <a:pt x="192" y="639"/>
                      </a:lnTo>
                      <a:lnTo>
                        <a:pt x="192" y="641"/>
                      </a:lnTo>
                      <a:lnTo>
                        <a:pt x="192" y="643"/>
                      </a:lnTo>
                      <a:lnTo>
                        <a:pt x="192" y="641"/>
                      </a:lnTo>
                      <a:lnTo>
                        <a:pt x="190" y="641"/>
                      </a:lnTo>
                      <a:lnTo>
                        <a:pt x="188" y="641"/>
                      </a:lnTo>
                      <a:lnTo>
                        <a:pt x="186" y="641"/>
                      </a:lnTo>
                      <a:lnTo>
                        <a:pt x="188" y="641"/>
                      </a:lnTo>
                      <a:lnTo>
                        <a:pt x="186" y="641"/>
                      </a:lnTo>
                      <a:lnTo>
                        <a:pt x="185" y="643"/>
                      </a:lnTo>
                      <a:lnTo>
                        <a:pt x="185" y="641"/>
                      </a:lnTo>
                      <a:lnTo>
                        <a:pt x="183" y="641"/>
                      </a:lnTo>
                      <a:lnTo>
                        <a:pt x="183" y="639"/>
                      </a:lnTo>
                      <a:lnTo>
                        <a:pt x="183" y="638"/>
                      </a:lnTo>
                      <a:lnTo>
                        <a:pt x="185" y="638"/>
                      </a:lnTo>
                      <a:lnTo>
                        <a:pt x="186" y="638"/>
                      </a:lnTo>
                      <a:lnTo>
                        <a:pt x="188" y="638"/>
                      </a:lnTo>
                      <a:lnTo>
                        <a:pt x="188" y="636"/>
                      </a:lnTo>
                      <a:lnTo>
                        <a:pt x="190" y="636"/>
                      </a:lnTo>
                      <a:lnTo>
                        <a:pt x="192" y="636"/>
                      </a:lnTo>
                      <a:lnTo>
                        <a:pt x="192" y="638"/>
                      </a:lnTo>
                      <a:close/>
                      <a:moveTo>
                        <a:pt x="194" y="636"/>
                      </a:moveTo>
                      <a:lnTo>
                        <a:pt x="194" y="638"/>
                      </a:lnTo>
                      <a:lnTo>
                        <a:pt x="192" y="638"/>
                      </a:lnTo>
                      <a:lnTo>
                        <a:pt x="192" y="636"/>
                      </a:lnTo>
                      <a:lnTo>
                        <a:pt x="194" y="636"/>
                      </a:lnTo>
                      <a:close/>
                      <a:moveTo>
                        <a:pt x="190" y="636"/>
                      </a:moveTo>
                      <a:lnTo>
                        <a:pt x="188" y="636"/>
                      </a:lnTo>
                      <a:lnTo>
                        <a:pt x="190" y="636"/>
                      </a:lnTo>
                      <a:close/>
                      <a:moveTo>
                        <a:pt x="188" y="636"/>
                      </a:moveTo>
                      <a:lnTo>
                        <a:pt x="188" y="638"/>
                      </a:lnTo>
                      <a:lnTo>
                        <a:pt x="186" y="638"/>
                      </a:lnTo>
                      <a:lnTo>
                        <a:pt x="186" y="636"/>
                      </a:lnTo>
                      <a:lnTo>
                        <a:pt x="188" y="636"/>
                      </a:lnTo>
                      <a:close/>
                      <a:moveTo>
                        <a:pt x="208" y="634"/>
                      </a:moveTo>
                      <a:lnTo>
                        <a:pt x="208" y="636"/>
                      </a:lnTo>
                      <a:lnTo>
                        <a:pt x="208" y="634"/>
                      </a:lnTo>
                      <a:close/>
                      <a:moveTo>
                        <a:pt x="196" y="634"/>
                      </a:moveTo>
                      <a:lnTo>
                        <a:pt x="196" y="636"/>
                      </a:lnTo>
                      <a:lnTo>
                        <a:pt x="196" y="638"/>
                      </a:lnTo>
                      <a:lnTo>
                        <a:pt x="194" y="638"/>
                      </a:lnTo>
                      <a:lnTo>
                        <a:pt x="194" y="639"/>
                      </a:lnTo>
                      <a:lnTo>
                        <a:pt x="192" y="638"/>
                      </a:lnTo>
                      <a:lnTo>
                        <a:pt x="194" y="638"/>
                      </a:lnTo>
                      <a:lnTo>
                        <a:pt x="194" y="636"/>
                      </a:lnTo>
                      <a:lnTo>
                        <a:pt x="196" y="636"/>
                      </a:lnTo>
                      <a:lnTo>
                        <a:pt x="196" y="634"/>
                      </a:lnTo>
                      <a:close/>
                      <a:moveTo>
                        <a:pt x="188" y="636"/>
                      </a:moveTo>
                      <a:lnTo>
                        <a:pt x="188" y="634"/>
                      </a:lnTo>
                      <a:lnTo>
                        <a:pt x="188" y="636"/>
                      </a:lnTo>
                      <a:close/>
                      <a:moveTo>
                        <a:pt x="185" y="634"/>
                      </a:moveTo>
                      <a:lnTo>
                        <a:pt x="186" y="634"/>
                      </a:lnTo>
                      <a:lnTo>
                        <a:pt x="188" y="634"/>
                      </a:lnTo>
                      <a:lnTo>
                        <a:pt x="188" y="636"/>
                      </a:lnTo>
                      <a:lnTo>
                        <a:pt x="186" y="636"/>
                      </a:lnTo>
                      <a:lnTo>
                        <a:pt x="185" y="636"/>
                      </a:lnTo>
                      <a:lnTo>
                        <a:pt x="183" y="636"/>
                      </a:lnTo>
                      <a:lnTo>
                        <a:pt x="183" y="634"/>
                      </a:lnTo>
                      <a:lnTo>
                        <a:pt x="185" y="634"/>
                      </a:lnTo>
                      <a:close/>
                      <a:moveTo>
                        <a:pt x="207" y="634"/>
                      </a:moveTo>
                      <a:lnTo>
                        <a:pt x="205" y="634"/>
                      </a:lnTo>
                      <a:lnTo>
                        <a:pt x="207" y="634"/>
                      </a:lnTo>
                      <a:close/>
                      <a:moveTo>
                        <a:pt x="172" y="636"/>
                      </a:moveTo>
                      <a:lnTo>
                        <a:pt x="174" y="638"/>
                      </a:lnTo>
                      <a:lnTo>
                        <a:pt x="172" y="638"/>
                      </a:lnTo>
                      <a:lnTo>
                        <a:pt x="172" y="639"/>
                      </a:lnTo>
                      <a:lnTo>
                        <a:pt x="172" y="638"/>
                      </a:lnTo>
                      <a:lnTo>
                        <a:pt x="172" y="636"/>
                      </a:lnTo>
                      <a:lnTo>
                        <a:pt x="170" y="636"/>
                      </a:lnTo>
                      <a:lnTo>
                        <a:pt x="170" y="634"/>
                      </a:lnTo>
                      <a:lnTo>
                        <a:pt x="172" y="634"/>
                      </a:lnTo>
                      <a:lnTo>
                        <a:pt x="172" y="636"/>
                      </a:lnTo>
                      <a:close/>
                      <a:moveTo>
                        <a:pt x="181" y="634"/>
                      </a:moveTo>
                      <a:lnTo>
                        <a:pt x="181" y="632"/>
                      </a:lnTo>
                      <a:lnTo>
                        <a:pt x="181" y="634"/>
                      </a:lnTo>
                      <a:close/>
                      <a:moveTo>
                        <a:pt x="168" y="632"/>
                      </a:moveTo>
                      <a:lnTo>
                        <a:pt x="170" y="632"/>
                      </a:lnTo>
                      <a:lnTo>
                        <a:pt x="168" y="632"/>
                      </a:lnTo>
                      <a:close/>
                      <a:moveTo>
                        <a:pt x="199" y="632"/>
                      </a:moveTo>
                      <a:lnTo>
                        <a:pt x="199" y="634"/>
                      </a:lnTo>
                      <a:lnTo>
                        <a:pt x="197" y="634"/>
                      </a:lnTo>
                      <a:lnTo>
                        <a:pt x="197" y="632"/>
                      </a:lnTo>
                      <a:lnTo>
                        <a:pt x="199" y="632"/>
                      </a:lnTo>
                      <a:close/>
                      <a:moveTo>
                        <a:pt x="161" y="632"/>
                      </a:moveTo>
                      <a:lnTo>
                        <a:pt x="159" y="632"/>
                      </a:lnTo>
                      <a:lnTo>
                        <a:pt x="161" y="632"/>
                      </a:lnTo>
                      <a:close/>
                      <a:moveTo>
                        <a:pt x="181" y="630"/>
                      </a:moveTo>
                      <a:lnTo>
                        <a:pt x="181" y="632"/>
                      </a:lnTo>
                      <a:lnTo>
                        <a:pt x="181" y="634"/>
                      </a:lnTo>
                      <a:lnTo>
                        <a:pt x="179" y="634"/>
                      </a:lnTo>
                      <a:lnTo>
                        <a:pt x="179" y="632"/>
                      </a:lnTo>
                      <a:lnTo>
                        <a:pt x="181" y="630"/>
                      </a:lnTo>
                      <a:close/>
                      <a:moveTo>
                        <a:pt x="404" y="630"/>
                      </a:moveTo>
                      <a:lnTo>
                        <a:pt x="404" y="632"/>
                      </a:lnTo>
                      <a:lnTo>
                        <a:pt x="404" y="630"/>
                      </a:lnTo>
                      <a:close/>
                      <a:moveTo>
                        <a:pt x="411" y="628"/>
                      </a:moveTo>
                      <a:lnTo>
                        <a:pt x="411" y="630"/>
                      </a:lnTo>
                      <a:lnTo>
                        <a:pt x="409" y="630"/>
                      </a:lnTo>
                      <a:lnTo>
                        <a:pt x="409" y="628"/>
                      </a:lnTo>
                      <a:lnTo>
                        <a:pt x="411" y="628"/>
                      </a:lnTo>
                      <a:close/>
                      <a:moveTo>
                        <a:pt x="413" y="628"/>
                      </a:moveTo>
                      <a:lnTo>
                        <a:pt x="413" y="630"/>
                      </a:lnTo>
                      <a:lnTo>
                        <a:pt x="413" y="628"/>
                      </a:lnTo>
                      <a:close/>
                      <a:moveTo>
                        <a:pt x="407" y="628"/>
                      </a:moveTo>
                      <a:lnTo>
                        <a:pt x="405" y="628"/>
                      </a:lnTo>
                      <a:lnTo>
                        <a:pt x="407" y="628"/>
                      </a:lnTo>
                      <a:close/>
                      <a:moveTo>
                        <a:pt x="305" y="627"/>
                      </a:moveTo>
                      <a:lnTo>
                        <a:pt x="307" y="627"/>
                      </a:lnTo>
                      <a:lnTo>
                        <a:pt x="309" y="627"/>
                      </a:lnTo>
                      <a:lnTo>
                        <a:pt x="309" y="628"/>
                      </a:lnTo>
                      <a:lnTo>
                        <a:pt x="309" y="630"/>
                      </a:lnTo>
                      <a:lnTo>
                        <a:pt x="311" y="630"/>
                      </a:lnTo>
                      <a:lnTo>
                        <a:pt x="309" y="630"/>
                      </a:lnTo>
                      <a:lnTo>
                        <a:pt x="307" y="630"/>
                      </a:lnTo>
                      <a:lnTo>
                        <a:pt x="307" y="628"/>
                      </a:lnTo>
                      <a:lnTo>
                        <a:pt x="305" y="628"/>
                      </a:lnTo>
                      <a:lnTo>
                        <a:pt x="305" y="627"/>
                      </a:lnTo>
                      <a:lnTo>
                        <a:pt x="303" y="627"/>
                      </a:lnTo>
                      <a:lnTo>
                        <a:pt x="305" y="627"/>
                      </a:lnTo>
                      <a:close/>
                      <a:moveTo>
                        <a:pt x="405" y="625"/>
                      </a:moveTo>
                      <a:lnTo>
                        <a:pt x="407" y="625"/>
                      </a:lnTo>
                      <a:lnTo>
                        <a:pt x="405" y="625"/>
                      </a:lnTo>
                      <a:lnTo>
                        <a:pt x="407" y="625"/>
                      </a:lnTo>
                      <a:lnTo>
                        <a:pt x="405" y="625"/>
                      </a:lnTo>
                      <a:lnTo>
                        <a:pt x="407" y="625"/>
                      </a:lnTo>
                      <a:lnTo>
                        <a:pt x="405" y="625"/>
                      </a:lnTo>
                      <a:close/>
                      <a:moveTo>
                        <a:pt x="400" y="623"/>
                      </a:moveTo>
                      <a:lnTo>
                        <a:pt x="400" y="625"/>
                      </a:lnTo>
                      <a:lnTo>
                        <a:pt x="400" y="623"/>
                      </a:lnTo>
                      <a:close/>
                      <a:moveTo>
                        <a:pt x="307" y="621"/>
                      </a:moveTo>
                      <a:lnTo>
                        <a:pt x="307" y="623"/>
                      </a:lnTo>
                      <a:lnTo>
                        <a:pt x="309" y="623"/>
                      </a:lnTo>
                      <a:lnTo>
                        <a:pt x="307" y="623"/>
                      </a:lnTo>
                      <a:lnTo>
                        <a:pt x="307" y="621"/>
                      </a:lnTo>
                      <a:close/>
                      <a:moveTo>
                        <a:pt x="307" y="621"/>
                      </a:moveTo>
                      <a:lnTo>
                        <a:pt x="307" y="623"/>
                      </a:lnTo>
                      <a:lnTo>
                        <a:pt x="309" y="623"/>
                      </a:lnTo>
                      <a:lnTo>
                        <a:pt x="311" y="625"/>
                      </a:lnTo>
                      <a:lnTo>
                        <a:pt x="309" y="625"/>
                      </a:lnTo>
                      <a:lnTo>
                        <a:pt x="311" y="625"/>
                      </a:lnTo>
                      <a:lnTo>
                        <a:pt x="309" y="625"/>
                      </a:lnTo>
                      <a:lnTo>
                        <a:pt x="309" y="627"/>
                      </a:lnTo>
                      <a:lnTo>
                        <a:pt x="309" y="625"/>
                      </a:lnTo>
                      <a:lnTo>
                        <a:pt x="309" y="623"/>
                      </a:lnTo>
                      <a:lnTo>
                        <a:pt x="307" y="623"/>
                      </a:lnTo>
                      <a:lnTo>
                        <a:pt x="307" y="621"/>
                      </a:lnTo>
                      <a:close/>
                      <a:moveTo>
                        <a:pt x="322" y="621"/>
                      </a:moveTo>
                      <a:lnTo>
                        <a:pt x="322" y="623"/>
                      </a:lnTo>
                      <a:lnTo>
                        <a:pt x="322" y="625"/>
                      </a:lnTo>
                      <a:lnTo>
                        <a:pt x="322" y="623"/>
                      </a:lnTo>
                      <a:lnTo>
                        <a:pt x="320" y="623"/>
                      </a:lnTo>
                      <a:lnTo>
                        <a:pt x="320" y="625"/>
                      </a:lnTo>
                      <a:lnTo>
                        <a:pt x="320" y="623"/>
                      </a:lnTo>
                      <a:lnTo>
                        <a:pt x="318" y="623"/>
                      </a:lnTo>
                      <a:lnTo>
                        <a:pt x="316" y="623"/>
                      </a:lnTo>
                      <a:lnTo>
                        <a:pt x="314" y="623"/>
                      </a:lnTo>
                      <a:lnTo>
                        <a:pt x="316" y="621"/>
                      </a:lnTo>
                      <a:lnTo>
                        <a:pt x="316" y="623"/>
                      </a:lnTo>
                      <a:lnTo>
                        <a:pt x="318" y="623"/>
                      </a:lnTo>
                      <a:lnTo>
                        <a:pt x="316" y="623"/>
                      </a:lnTo>
                      <a:lnTo>
                        <a:pt x="318" y="623"/>
                      </a:lnTo>
                      <a:lnTo>
                        <a:pt x="318" y="621"/>
                      </a:lnTo>
                      <a:lnTo>
                        <a:pt x="318" y="623"/>
                      </a:lnTo>
                      <a:lnTo>
                        <a:pt x="318" y="621"/>
                      </a:lnTo>
                      <a:lnTo>
                        <a:pt x="320" y="621"/>
                      </a:lnTo>
                      <a:lnTo>
                        <a:pt x="322" y="621"/>
                      </a:lnTo>
                      <a:close/>
                      <a:moveTo>
                        <a:pt x="407" y="621"/>
                      </a:moveTo>
                      <a:lnTo>
                        <a:pt x="405" y="621"/>
                      </a:lnTo>
                      <a:lnTo>
                        <a:pt x="407" y="621"/>
                      </a:lnTo>
                      <a:close/>
                      <a:moveTo>
                        <a:pt x="318" y="618"/>
                      </a:moveTo>
                      <a:lnTo>
                        <a:pt x="318" y="619"/>
                      </a:lnTo>
                      <a:lnTo>
                        <a:pt x="316" y="619"/>
                      </a:lnTo>
                      <a:lnTo>
                        <a:pt x="314" y="619"/>
                      </a:lnTo>
                      <a:lnTo>
                        <a:pt x="316" y="619"/>
                      </a:lnTo>
                      <a:lnTo>
                        <a:pt x="316" y="618"/>
                      </a:lnTo>
                      <a:lnTo>
                        <a:pt x="318" y="618"/>
                      </a:lnTo>
                      <a:close/>
                      <a:moveTo>
                        <a:pt x="320" y="618"/>
                      </a:moveTo>
                      <a:lnTo>
                        <a:pt x="318" y="618"/>
                      </a:lnTo>
                      <a:lnTo>
                        <a:pt x="320" y="618"/>
                      </a:lnTo>
                      <a:close/>
                      <a:moveTo>
                        <a:pt x="411" y="618"/>
                      </a:moveTo>
                      <a:lnTo>
                        <a:pt x="413" y="618"/>
                      </a:lnTo>
                      <a:lnTo>
                        <a:pt x="411" y="618"/>
                      </a:lnTo>
                      <a:lnTo>
                        <a:pt x="413" y="618"/>
                      </a:lnTo>
                      <a:lnTo>
                        <a:pt x="413" y="619"/>
                      </a:lnTo>
                      <a:lnTo>
                        <a:pt x="413" y="618"/>
                      </a:lnTo>
                      <a:lnTo>
                        <a:pt x="411" y="618"/>
                      </a:lnTo>
                      <a:lnTo>
                        <a:pt x="411" y="619"/>
                      </a:lnTo>
                      <a:lnTo>
                        <a:pt x="409" y="619"/>
                      </a:lnTo>
                      <a:lnTo>
                        <a:pt x="411" y="619"/>
                      </a:lnTo>
                      <a:lnTo>
                        <a:pt x="409" y="619"/>
                      </a:lnTo>
                      <a:lnTo>
                        <a:pt x="407" y="619"/>
                      </a:lnTo>
                      <a:lnTo>
                        <a:pt x="409" y="619"/>
                      </a:lnTo>
                      <a:lnTo>
                        <a:pt x="407" y="619"/>
                      </a:lnTo>
                      <a:lnTo>
                        <a:pt x="409" y="618"/>
                      </a:lnTo>
                      <a:lnTo>
                        <a:pt x="407" y="618"/>
                      </a:lnTo>
                      <a:lnTo>
                        <a:pt x="409" y="618"/>
                      </a:lnTo>
                      <a:lnTo>
                        <a:pt x="407" y="618"/>
                      </a:lnTo>
                      <a:lnTo>
                        <a:pt x="409" y="618"/>
                      </a:lnTo>
                      <a:lnTo>
                        <a:pt x="411" y="618"/>
                      </a:lnTo>
                      <a:lnTo>
                        <a:pt x="411" y="616"/>
                      </a:lnTo>
                      <a:lnTo>
                        <a:pt x="411" y="618"/>
                      </a:lnTo>
                      <a:lnTo>
                        <a:pt x="411" y="616"/>
                      </a:lnTo>
                      <a:lnTo>
                        <a:pt x="411" y="618"/>
                      </a:lnTo>
                      <a:close/>
                      <a:moveTo>
                        <a:pt x="329" y="616"/>
                      </a:moveTo>
                      <a:lnTo>
                        <a:pt x="329" y="618"/>
                      </a:lnTo>
                      <a:lnTo>
                        <a:pt x="327" y="618"/>
                      </a:lnTo>
                      <a:lnTo>
                        <a:pt x="327" y="616"/>
                      </a:lnTo>
                      <a:lnTo>
                        <a:pt x="329" y="616"/>
                      </a:lnTo>
                      <a:close/>
                      <a:moveTo>
                        <a:pt x="409" y="616"/>
                      </a:moveTo>
                      <a:lnTo>
                        <a:pt x="411" y="616"/>
                      </a:lnTo>
                      <a:lnTo>
                        <a:pt x="409" y="616"/>
                      </a:lnTo>
                      <a:close/>
                      <a:moveTo>
                        <a:pt x="303" y="616"/>
                      </a:moveTo>
                      <a:lnTo>
                        <a:pt x="305" y="616"/>
                      </a:lnTo>
                      <a:lnTo>
                        <a:pt x="305" y="618"/>
                      </a:lnTo>
                      <a:lnTo>
                        <a:pt x="307" y="618"/>
                      </a:lnTo>
                      <a:lnTo>
                        <a:pt x="307" y="619"/>
                      </a:lnTo>
                      <a:lnTo>
                        <a:pt x="309" y="619"/>
                      </a:lnTo>
                      <a:lnTo>
                        <a:pt x="309" y="621"/>
                      </a:lnTo>
                      <a:lnTo>
                        <a:pt x="311" y="621"/>
                      </a:lnTo>
                      <a:lnTo>
                        <a:pt x="311" y="623"/>
                      </a:lnTo>
                      <a:lnTo>
                        <a:pt x="311" y="621"/>
                      </a:lnTo>
                      <a:lnTo>
                        <a:pt x="312" y="623"/>
                      </a:lnTo>
                      <a:lnTo>
                        <a:pt x="311" y="623"/>
                      </a:lnTo>
                      <a:lnTo>
                        <a:pt x="312" y="623"/>
                      </a:lnTo>
                      <a:lnTo>
                        <a:pt x="311" y="623"/>
                      </a:lnTo>
                      <a:lnTo>
                        <a:pt x="312" y="623"/>
                      </a:lnTo>
                      <a:lnTo>
                        <a:pt x="311" y="623"/>
                      </a:lnTo>
                      <a:lnTo>
                        <a:pt x="311" y="625"/>
                      </a:lnTo>
                      <a:lnTo>
                        <a:pt x="311" y="623"/>
                      </a:lnTo>
                      <a:lnTo>
                        <a:pt x="309" y="623"/>
                      </a:lnTo>
                      <a:lnTo>
                        <a:pt x="307" y="623"/>
                      </a:lnTo>
                      <a:lnTo>
                        <a:pt x="307" y="621"/>
                      </a:lnTo>
                      <a:lnTo>
                        <a:pt x="305" y="619"/>
                      </a:lnTo>
                      <a:lnTo>
                        <a:pt x="307" y="619"/>
                      </a:lnTo>
                      <a:lnTo>
                        <a:pt x="305" y="619"/>
                      </a:lnTo>
                      <a:lnTo>
                        <a:pt x="305" y="618"/>
                      </a:lnTo>
                      <a:lnTo>
                        <a:pt x="305" y="619"/>
                      </a:lnTo>
                      <a:lnTo>
                        <a:pt x="305" y="618"/>
                      </a:lnTo>
                      <a:lnTo>
                        <a:pt x="303" y="618"/>
                      </a:lnTo>
                      <a:lnTo>
                        <a:pt x="305" y="618"/>
                      </a:lnTo>
                      <a:lnTo>
                        <a:pt x="303" y="618"/>
                      </a:lnTo>
                      <a:lnTo>
                        <a:pt x="303" y="616"/>
                      </a:lnTo>
                      <a:close/>
                      <a:moveTo>
                        <a:pt x="409" y="614"/>
                      </a:moveTo>
                      <a:lnTo>
                        <a:pt x="411" y="614"/>
                      </a:lnTo>
                      <a:lnTo>
                        <a:pt x="409" y="614"/>
                      </a:lnTo>
                      <a:lnTo>
                        <a:pt x="409" y="616"/>
                      </a:lnTo>
                      <a:lnTo>
                        <a:pt x="411" y="616"/>
                      </a:lnTo>
                      <a:lnTo>
                        <a:pt x="409" y="616"/>
                      </a:lnTo>
                      <a:lnTo>
                        <a:pt x="409" y="614"/>
                      </a:lnTo>
                      <a:lnTo>
                        <a:pt x="409" y="616"/>
                      </a:lnTo>
                      <a:lnTo>
                        <a:pt x="407" y="616"/>
                      </a:lnTo>
                      <a:lnTo>
                        <a:pt x="407" y="614"/>
                      </a:lnTo>
                      <a:lnTo>
                        <a:pt x="407" y="616"/>
                      </a:lnTo>
                      <a:lnTo>
                        <a:pt x="407" y="618"/>
                      </a:lnTo>
                      <a:lnTo>
                        <a:pt x="405" y="618"/>
                      </a:lnTo>
                      <a:lnTo>
                        <a:pt x="405" y="616"/>
                      </a:lnTo>
                      <a:lnTo>
                        <a:pt x="407" y="616"/>
                      </a:lnTo>
                      <a:lnTo>
                        <a:pt x="407" y="614"/>
                      </a:lnTo>
                      <a:lnTo>
                        <a:pt x="409" y="614"/>
                      </a:lnTo>
                      <a:close/>
                      <a:moveTo>
                        <a:pt x="325" y="614"/>
                      </a:moveTo>
                      <a:lnTo>
                        <a:pt x="323" y="614"/>
                      </a:lnTo>
                      <a:lnTo>
                        <a:pt x="323" y="612"/>
                      </a:lnTo>
                      <a:lnTo>
                        <a:pt x="323" y="614"/>
                      </a:lnTo>
                      <a:lnTo>
                        <a:pt x="325" y="614"/>
                      </a:lnTo>
                      <a:close/>
                      <a:moveTo>
                        <a:pt x="409" y="612"/>
                      </a:moveTo>
                      <a:lnTo>
                        <a:pt x="411" y="612"/>
                      </a:lnTo>
                      <a:lnTo>
                        <a:pt x="409" y="612"/>
                      </a:lnTo>
                      <a:lnTo>
                        <a:pt x="409" y="610"/>
                      </a:lnTo>
                      <a:lnTo>
                        <a:pt x="411" y="612"/>
                      </a:lnTo>
                      <a:lnTo>
                        <a:pt x="409" y="612"/>
                      </a:lnTo>
                      <a:close/>
                      <a:moveTo>
                        <a:pt x="331" y="610"/>
                      </a:moveTo>
                      <a:lnTo>
                        <a:pt x="332" y="610"/>
                      </a:lnTo>
                      <a:lnTo>
                        <a:pt x="332" y="612"/>
                      </a:lnTo>
                      <a:lnTo>
                        <a:pt x="334" y="612"/>
                      </a:lnTo>
                      <a:lnTo>
                        <a:pt x="332" y="612"/>
                      </a:lnTo>
                      <a:lnTo>
                        <a:pt x="334" y="612"/>
                      </a:lnTo>
                      <a:lnTo>
                        <a:pt x="334" y="610"/>
                      </a:lnTo>
                      <a:lnTo>
                        <a:pt x="334" y="612"/>
                      </a:lnTo>
                      <a:lnTo>
                        <a:pt x="336" y="612"/>
                      </a:lnTo>
                      <a:lnTo>
                        <a:pt x="334" y="612"/>
                      </a:lnTo>
                      <a:lnTo>
                        <a:pt x="336" y="612"/>
                      </a:lnTo>
                      <a:lnTo>
                        <a:pt x="334" y="612"/>
                      </a:lnTo>
                      <a:lnTo>
                        <a:pt x="334" y="614"/>
                      </a:lnTo>
                      <a:lnTo>
                        <a:pt x="334" y="616"/>
                      </a:lnTo>
                      <a:lnTo>
                        <a:pt x="332" y="616"/>
                      </a:lnTo>
                      <a:lnTo>
                        <a:pt x="332" y="614"/>
                      </a:lnTo>
                      <a:lnTo>
                        <a:pt x="332" y="616"/>
                      </a:lnTo>
                      <a:lnTo>
                        <a:pt x="331" y="616"/>
                      </a:lnTo>
                      <a:lnTo>
                        <a:pt x="331" y="618"/>
                      </a:lnTo>
                      <a:lnTo>
                        <a:pt x="332" y="618"/>
                      </a:lnTo>
                      <a:lnTo>
                        <a:pt x="331" y="618"/>
                      </a:lnTo>
                      <a:lnTo>
                        <a:pt x="329" y="618"/>
                      </a:lnTo>
                      <a:lnTo>
                        <a:pt x="331" y="618"/>
                      </a:lnTo>
                      <a:lnTo>
                        <a:pt x="329" y="618"/>
                      </a:lnTo>
                      <a:lnTo>
                        <a:pt x="327" y="618"/>
                      </a:lnTo>
                      <a:lnTo>
                        <a:pt x="329" y="618"/>
                      </a:lnTo>
                      <a:lnTo>
                        <a:pt x="329" y="616"/>
                      </a:lnTo>
                      <a:lnTo>
                        <a:pt x="329" y="618"/>
                      </a:lnTo>
                      <a:lnTo>
                        <a:pt x="331" y="618"/>
                      </a:lnTo>
                      <a:lnTo>
                        <a:pt x="329" y="618"/>
                      </a:lnTo>
                      <a:lnTo>
                        <a:pt x="329" y="616"/>
                      </a:lnTo>
                      <a:lnTo>
                        <a:pt x="329" y="618"/>
                      </a:lnTo>
                      <a:lnTo>
                        <a:pt x="329" y="616"/>
                      </a:lnTo>
                      <a:lnTo>
                        <a:pt x="331" y="616"/>
                      </a:lnTo>
                      <a:lnTo>
                        <a:pt x="331" y="614"/>
                      </a:lnTo>
                      <a:lnTo>
                        <a:pt x="332" y="614"/>
                      </a:lnTo>
                      <a:lnTo>
                        <a:pt x="331" y="614"/>
                      </a:lnTo>
                      <a:lnTo>
                        <a:pt x="329" y="614"/>
                      </a:lnTo>
                      <a:lnTo>
                        <a:pt x="329" y="612"/>
                      </a:lnTo>
                      <a:lnTo>
                        <a:pt x="331" y="612"/>
                      </a:lnTo>
                      <a:lnTo>
                        <a:pt x="331" y="610"/>
                      </a:lnTo>
                      <a:close/>
                      <a:moveTo>
                        <a:pt x="438" y="601"/>
                      </a:moveTo>
                      <a:lnTo>
                        <a:pt x="436" y="601"/>
                      </a:lnTo>
                      <a:lnTo>
                        <a:pt x="436" y="599"/>
                      </a:lnTo>
                      <a:lnTo>
                        <a:pt x="438" y="599"/>
                      </a:lnTo>
                      <a:lnTo>
                        <a:pt x="438" y="601"/>
                      </a:lnTo>
                      <a:close/>
                      <a:moveTo>
                        <a:pt x="351" y="588"/>
                      </a:moveTo>
                      <a:lnTo>
                        <a:pt x="349" y="588"/>
                      </a:lnTo>
                      <a:lnTo>
                        <a:pt x="351" y="588"/>
                      </a:lnTo>
                      <a:close/>
                      <a:moveTo>
                        <a:pt x="349" y="586"/>
                      </a:moveTo>
                      <a:lnTo>
                        <a:pt x="349" y="588"/>
                      </a:lnTo>
                      <a:lnTo>
                        <a:pt x="347" y="588"/>
                      </a:lnTo>
                      <a:lnTo>
                        <a:pt x="347" y="586"/>
                      </a:lnTo>
                      <a:lnTo>
                        <a:pt x="349" y="586"/>
                      </a:lnTo>
                      <a:close/>
                      <a:moveTo>
                        <a:pt x="362" y="586"/>
                      </a:moveTo>
                      <a:lnTo>
                        <a:pt x="362" y="588"/>
                      </a:lnTo>
                      <a:lnTo>
                        <a:pt x="362" y="586"/>
                      </a:lnTo>
                      <a:lnTo>
                        <a:pt x="362" y="588"/>
                      </a:lnTo>
                      <a:lnTo>
                        <a:pt x="360" y="588"/>
                      </a:lnTo>
                      <a:lnTo>
                        <a:pt x="360" y="586"/>
                      </a:lnTo>
                      <a:lnTo>
                        <a:pt x="362" y="586"/>
                      </a:lnTo>
                      <a:close/>
                      <a:moveTo>
                        <a:pt x="345" y="586"/>
                      </a:moveTo>
                      <a:lnTo>
                        <a:pt x="347" y="586"/>
                      </a:lnTo>
                      <a:lnTo>
                        <a:pt x="349" y="586"/>
                      </a:lnTo>
                      <a:lnTo>
                        <a:pt x="347" y="586"/>
                      </a:lnTo>
                      <a:lnTo>
                        <a:pt x="345" y="586"/>
                      </a:lnTo>
                      <a:close/>
                      <a:moveTo>
                        <a:pt x="347" y="585"/>
                      </a:moveTo>
                      <a:lnTo>
                        <a:pt x="349" y="585"/>
                      </a:lnTo>
                      <a:lnTo>
                        <a:pt x="349" y="586"/>
                      </a:lnTo>
                      <a:lnTo>
                        <a:pt x="347" y="586"/>
                      </a:lnTo>
                      <a:lnTo>
                        <a:pt x="345" y="586"/>
                      </a:lnTo>
                      <a:lnTo>
                        <a:pt x="345" y="585"/>
                      </a:lnTo>
                      <a:lnTo>
                        <a:pt x="347" y="585"/>
                      </a:lnTo>
                      <a:close/>
                      <a:moveTo>
                        <a:pt x="345" y="586"/>
                      </a:moveTo>
                      <a:lnTo>
                        <a:pt x="345" y="585"/>
                      </a:lnTo>
                      <a:lnTo>
                        <a:pt x="345" y="586"/>
                      </a:lnTo>
                      <a:close/>
                      <a:moveTo>
                        <a:pt x="367" y="583"/>
                      </a:moveTo>
                      <a:lnTo>
                        <a:pt x="367" y="585"/>
                      </a:lnTo>
                      <a:lnTo>
                        <a:pt x="367" y="583"/>
                      </a:lnTo>
                      <a:lnTo>
                        <a:pt x="367" y="585"/>
                      </a:lnTo>
                      <a:lnTo>
                        <a:pt x="369" y="585"/>
                      </a:lnTo>
                      <a:lnTo>
                        <a:pt x="369" y="586"/>
                      </a:lnTo>
                      <a:lnTo>
                        <a:pt x="369" y="588"/>
                      </a:lnTo>
                      <a:lnTo>
                        <a:pt x="367" y="588"/>
                      </a:lnTo>
                      <a:lnTo>
                        <a:pt x="367" y="586"/>
                      </a:lnTo>
                      <a:lnTo>
                        <a:pt x="365" y="586"/>
                      </a:lnTo>
                      <a:lnTo>
                        <a:pt x="365" y="588"/>
                      </a:lnTo>
                      <a:lnTo>
                        <a:pt x="363" y="588"/>
                      </a:lnTo>
                      <a:lnTo>
                        <a:pt x="362" y="588"/>
                      </a:lnTo>
                      <a:lnTo>
                        <a:pt x="363" y="588"/>
                      </a:lnTo>
                      <a:lnTo>
                        <a:pt x="363" y="586"/>
                      </a:lnTo>
                      <a:lnTo>
                        <a:pt x="363" y="585"/>
                      </a:lnTo>
                      <a:lnTo>
                        <a:pt x="365" y="586"/>
                      </a:lnTo>
                      <a:lnTo>
                        <a:pt x="365" y="585"/>
                      </a:lnTo>
                      <a:lnTo>
                        <a:pt x="367" y="585"/>
                      </a:lnTo>
                      <a:lnTo>
                        <a:pt x="367" y="583"/>
                      </a:lnTo>
                      <a:close/>
                      <a:moveTo>
                        <a:pt x="367" y="583"/>
                      </a:moveTo>
                      <a:lnTo>
                        <a:pt x="365" y="583"/>
                      </a:lnTo>
                      <a:lnTo>
                        <a:pt x="367" y="583"/>
                      </a:lnTo>
                      <a:close/>
                      <a:moveTo>
                        <a:pt x="363" y="583"/>
                      </a:moveTo>
                      <a:lnTo>
                        <a:pt x="365" y="583"/>
                      </a:lnTo>
                      <a:lnTo>
                        <a:pt x="363" y="583"/>
                      </a:lnTo>
                      <a:close/>
                      <a:moveTo>
                        <a:pt x="380" y="574"/>
                      </a:moveTo>
                      <a:lnTo>
                        <a:pt x="380" y="572"/>
                      </a:lnTo>
                      <a:lnTo>
                        <a:pt x="380" y="574"/>
                      </a:lnTo>
                      <a:close/>
                      <a:moveTo>
                        <a:pt x="493" y="572"/>
                      </a:moveTo>
                      <a:lnTo>
                        <a:pt x="495" y="572"/>
                      </a:lnTo>
                      <a:lnTo>
                        <a:pt x="493" y="572"/>
                      </a:lnTo>
                      <a:close/>
                      <a:moveTo>
                        <a:pt x="389" y="566"/>
                      </a:moveTo>
                      <a:lnTo>
                        <a:pt x="389" y="564"/>
                      </a:lnTo>
                      <a:lnTo>
                        <a:pt x="389" y="566"/>
                      </a:lnTo>
                      <a:close/>
                      <a:moveTo>
                        <a:pt x="393" y="563"/>
                      </a:moveTo>
                      <a:lnTo>
                        <a:pt x="393" y="564"/>
                      </a:lnTo>
                      <a:lnTo>
                        <a:pt x="393" y="566"/>
                      </a:lnTo>
                      <a:lnTo>
                        <a:pt x="393" y="564"/>
                      </a:lnTo>
                      <a:lnTo>
                        <a:pt x="391" y="564"/>
                      </a:lnTo>
                      <a:lnTo>
                        <a:pt x="393" y="564"/>
                      </a:lnTo>
                      <a:lnTo>
                        <a:pt x="393" y="563"/>
                      </a:lnTo>
                      <a:close/>
                      <a:moveTo>
                        <a:pt x="391" y="563"/>
                      </a:moveTo>
                      <a:lnTo>
                        <a:pt x="389" y="563"/>
                      </a:lnTo>
                      <a:lnTo>
                        <a:pt x="391" y="563"/>
                      </a:lnTo>
                      <a:close/>
                      <a:moveTo>
                        <a:pt x="405" y="557"/>
                      </a:moveTo>
                      <a:lnTo>
                        <a:pt x="405" y="559"/>
                      </a:lnTo>
                      <a:lnTo>
                        <a:pt x="407" y="559"/>
                      </a:lnTo>
                      <a:lnTo>
                        <a:pt x="409" y="559"/>
                      </a:lnTo>
                      <a:lnTo>
                        <a:pt x="407" y="559"/>
                      </a:lnTo>
                      <a:lnTo>
                        <a:pt x="407" y="561"/>
                      </a:lnTo>
                      <a:lnTo>
                        <a:pt x="405" y="561"/>
                      </a:lnTo>
                      <a:lnTo>
                        <a:pt x="405" y="559"/>
                      </a:lnTo>
                      <a:lnTo>
                        <a:pt x="404" y="559"/>
                      </a:lnTo>
                      <a:lnTo>
                        <a:pt x="404" y="557"/>
                      </a:lnTo>
                      <a:lnTo>
                        <a:pt x="404" y="559"/>
                      </a:lnTo>
                      <a:lnTo>
                        <a:pt x="404" y="557"/>
                      </a:lnTo>
                      <a:lnTo>
                        <a:pt x="405" y="557"/>
                      </a:lnTo>
                      <a:close/>
                      <a:moveTo>
                        <a:pt x="407" y="557"/>
                      </a:moveTo>
                      <a:lnTo>
                        <a:pt x="405" y="557"/>
                      </a:lnTo>
                      <a:lnTo>
                        <a:pt x="407" y="557"/>
                      </a:lnTo>
                      <a:close/>
                      <a:moveTo>
                        <a:pt x="415" y="555"/>
                      </a:moveTo>
                      <a:lnTo>
                        <a:pt x="416" y="555"/>
                      </a:lnTo>
                      <a:lnTo>
                        <a:pt x="415" y="555"/>
                      </a:lnTo>
                      <a:close/>
                      <a:moveTo>
                        <a:pt x="402" y="555"/>
                      </a:moveTo>
                      <a:lnTo>
                        <a:pt x="400" y="555"/>
                      </a:lnTo>
                      <a:lnTo>
                        <a:pt x="402" y="555"/>
                      </a:lnTo>
                      <a:close/>
                      <a:moveTo>
                        <a:pt x="413" y="555"/>
                      </a:moveTo>
                      <a:lnTo>
                        <a:pt x="413" y="554"/>
                      </a:lnTo>
                      <a:lnTo>
                        <a:pt x="413" y="555"/>
                      </a:lnTo>
                      <a:close/>
                      <a:moveTo>
                        <a:pt x="405" y="555"/>
                      </a:moveTo>
                      <a:lnTo>
                        <a:pt x="405" y="554"/>
                      </a:lnTo>
                      <a:lnTo>
                        <a:pt x="405" y="555"/>
                      </a:lnTo>
                      <a:close/>
                      <a:moveTo>
                        <a:pt x="415" y="554"/>
                      </a:moveTo>
                      <a:lnTo>
                        <a:pt x="413" y="554"/>
                      </a:lnTo>
                      <a:lnTo>
                        <a:pt x="415" y="554"/>
                      </a:lnTo>
                      <a:close/>
                      <a:moveTo>
                        <a:pt x="411" y="552"/>
                      </a:moveTo>
                      <a:lnTo>
                        <a:pt x="413" y="552"/>
                      </a:lnTo>
                      <a:lnTo>
                        <a:pt x="411" y="552"/>
                      </a:lnTo>
                      <a:lnTo>
                        <a:pt x="413" y="552"/>
                      </a:lnTo>
                      <a:lnTo>
                        <a:pt x="411" y="552"/>
                      </a:lnTo>
                      <a:lnTo>
                        <a:pt x="413" y="552"/>
                      </a:lnTo>
                      <a:lnTo>
                        <a:pt x="411" y="552"/>
                      </a:lnTo>
                      <a:close/>
                      <a:moveTo>
                        <a:pt x="402" y="552"/>
                      </a:moveTo>
                      <a:lnTo>
                        <a:pt x="402" y="550"/>
                      </a:lnTo>
                      <a:lnTo>
                        <a:pt x="402" y="552"/>
                      </a:lnTo>
                      <a:close/>
                      <a:moveTo>
                        <a:pt x="420" y="544"/>
                      </a:moveTo>
                      <a:lnTo>
                        <a:pt x="420" y="546"/>
                      </a:lnTo>
                      <a:lnTo>
                        <a:pt x="420" y="544"/>
                      </a:lnTo>
                      <a:lnTo>
                        <a:pt x="420" y="546"/>
                      </a:lnTo>
                      <a:lnTo>
                        <a:pt x="420" y="544"/>
                      </a:lnTo>
                      <a:close/>
                      <a:moveTo>
                        <a:pt x="415" y="543"/>
                      </a:moveTo>
                      <a:lnTo>
                        <a:pt x="415" y="544"/>
                      </a:lnTo>
                      <a:lnTo>
                        <a:pt x="413" y="544"/>
                      </a:lnTo>
                      <a:lnTo>
                        <a:pt x="411" y="544"/>
                      </a:lnTo>
                      <a:lnTo>
                        <a:pt x="411" y="543"/>
                      </a:lnTo>
                      <a:lnTo>
                        <a:pt x="413" y="543"/>
                      </a:lnTo>
                      <a:lnTo>
                        <a:pt x="415" y="543"/>
                      </a:lnTo>
                      <a:lnTo>
                        <a:pt x="413" y="543"/>
                      </a:lnTo>
                      <a:lnTo>
                        <a:pt x="415" y="543"/>
                      </a:lnTo>
                      <a:close/>
                      <a:moveTo>
                        <a:pt x="416" y="543"/>
                      </a:moveTo>
                      <a:lnTo>
                        <a:pt x="416" y="544"/>
                      </a:lnTo>
                      <a:lnTo>
                        <a:pt x="418" y="544"/>
                      </a:lnTo>
                      <a:lnTo>
                        <a:pt x="418" y="546"/>
                      </a:lnTo>
                      <a:lnTo>
                        <a:pt x="416" y="546"/>
                      </a:lnTo>
                      <a:lnTo>
                        <a:pt x="418" y="546"/>
                      </a:lnTo>
                      <a:lnTo>
                        <a:pt x="420" y="546"/>
                      </a:lnTo>
                      <a:lnTo>
                        <a:pt x="418" y="548"/>
                      </a:lnTo>
                      <a:lnTo>
                        <a:pt x="418" y="546"/>
                      </a:lnTo>
                      <a:lnTo>
                        <a:pt x="418" y="548"/>
                      </a:lnTo>
                      <a:lnTo>
                        <a:pt x="418" y="546"/>
                      </a:lnTo>
                      <a:lnTo>
                        <a:pt x="418" y="548"/>
                      </a:lnTo>
                      <a:lnTo>
                        <a:pt x="416" y="548"/>
                      </a:lnTo>
                      <a:lnTo>
                        <a:pt x="416" y="550"/>
                      </a:lnTo>
                      <a:lnTo>
                        <a:pt x="418" y="550"/>
                      </a:lnTo>
                      <a:lnTo>
                        <a:pt x="416" y="550"/>
                      </a:lnTo>
                      <a:lnTo>
                        <a:pt x="416" y="552"/>
                      </a:lnTo>
                      <a:lnTo>
                        <a:pt x="416" y="550"/>
                      </a:lnTo>
                      <a:lnTo>
                        <a:pt x="415" y="550"/>
                      </a:lnTo>
                      <a:lnTo>
                        <a:pt x="415" y="552"/>
                      </a:lnTo>
                      <a:lnTo>
                        <a:pt x="416" y="552"/>
                      </a:lnTo>
                      <a:lnTo>
                        <a:pt x="415" y="552"/>
                      </a:lnTo>
                      <a:lnTo>
                        <a:pt x="413" y="552"/>
                      </a:lnTo>
                      <a:lnTo>
                        <a:pt x="413" y="550"/>
                      </a:lnTo>
                      <a:lnTo>
                        <a:pt x="415" y="550"/>
                      </a:lnTo>
                      <a:lnTo>
                        <a:pt x="413" y="550"/>
                      </a:lnTo>
                      <a:lnTo>
                        <a:pt x="413" y="552"/>
                      </a:lnTo>
                      <a:lnTo>
                        <a:pt x="413" y="550"/>
                      </a:lnTo>
                      <a:lnTo>
                        <a:pt x="413" y="548"/>
                      </a:lnTo>
                      <a:lnTo>
                        <a:pt x="413" y="550"/>
                      </a:lnTo>
                      <a:lnTo>
                        <a:pt x="413" y="548"/>
                      </a:lnTo>
                      <a:lnTo>
                        <a:pt x="415" y="548"/>
                      </a:lnTo>
                      <a:lnTo>
                        <a:pt x="415" y="546"/>
                      </a:lnTo>
                      <a:lnTo>
                        <a:pt x="415" y="544"/>
                      </a:lnTo>
                      <a:lnTo>
                        <a:pt x="415" y="546"/>
                      </a:lnTo>
                      <a:lnTo>
                        <a:pt x="413" y="546"/>
                      </a:lnTo>
                      <a:lnTo>
                        <a:pt x="413" y="544"/>
                      </a:lnTo>
                      <a:lnTo>
                        <a:pt x="415" y="544"/>
                      </a:lnTo>
                      <a:lnTo>
                        <a:pt x="415" y="543"/>
                      </a:lnTo>
                      <a:lnTo>
                        <a:pt x="416" y="543"/>
                      </a:lnTo>
                      <a:close/>
                      <a:moveTo>
                        <a:pt x="413" y="543"/>
                      </a:moveTo>
                      <a:lnTo>
                        <a:pt x="411" y="543"/>
                      </a:lnTo>
                      <a:lnTo>
                        <a:pt x="413" y="543"/>
                      </a:lnTo>
                      <a:close/>
                      <a:moveTo>
                        <a:pt x="409" y="543"/>
                      </a:moveTo>
                      <a:lnTo>
                        <a:pt x="409" y="544"/>
                      </a:lnTo>
                      <a:lnTo>
                        <a:pt x="407" y="544"/>
                      </a:lnTo>
                      <a:lnTo>
                        <a:pt x="409" y="543"/>
                      </a:lnTo>
                      <a:lnTo>
                        <a:pt x="409" y="544"/>
                      </a:lnTo>
                      <a:lnTo>
                        <a:pt x="409" y="543"/>
                      </a:lnTo>
                      <a:lnTo>
                        <a:pt x="411" y="543"/>
                      </a:lnTo>
                      <a:lnTo>
                        <a:pt x="409" y="543"/>
                      </a:lnTo>
                      <a:close/>
                      <a:moveTo>
                        <a:pt x="424" y="532"/>
                      </a:moveTo>
                      <a:lnTo>
                        <a:pt x="424" y="533"/>
                      </a:lnTo>
                      <a:lnTo>
                        <a:pt x="424" y="532"/>
                      </a:lnTo>
                      <a:lnTo>
                        <a:pt x="422" y="533"/>
                      </a:lnTo>
                      <a:lnTo>
                        <a:pt x="422" y="532"/>
                      </a:lnTo>
                      <a:lnTo>
                        <a:pt x="424" y="532"/>
                      </a:lnTo>
                      <a:close/>
                      <a:moveTo>
                        <a:pt x="398" y="532"/>
                      </a:moveTo>
                      <a:lnTo>
                        <a:pt x="396" y="532"/>
                      </a:lnTo>
                      <a:lnTo>
                        <a:pt x="398" y="532"/>
                      </a:lnTo>
                      <a:close/>
                      <a:moveTo>
                        <a:pt x="404" y="530"/>
                      </a:moveTo>
                      <a:lnTo>
                        <a:pt x="404" y="532"/>
                      </a:lnTo>
                      <a:lnTo>
                        <a:pt x="402" y="530"/>
                      </a:lnTo>
                      <a:lnTo>
                        <a:pt x="404" y="530"/>
                      </a:lnTo>
                      <a:close/>
                      <a:moveTo>
                        <a:pt x="396" y="528"/>
                      </a:moveTo>
                      <a:lnTo>
                        <a:pt x="395" y="528"/>
                      </a:lnTo>
                      <a:lnTo>
                        <a:pt x="396" y="528"/>
                      </a:lnTo>
                      <a:close/>
                      <a:moveTo>
                        <a:pt x="398" y="530"/>
                      </a:moveTo>
                      <a:lnTo>
                        <a:pt x="400" y="530"/>
                      </a:lnTo>
                      <a:lnTo>
                        <a:pt x="402" y="530"/>
                      </a:lnTo>
                      <a:lnTo>
                        <a:pt x="400" y="530"/>
                      </a:lnTo>
                      <a:lnTo>
                        <a:pt x="402" y="530"/>
                      </a:lnTo>
                      <a:lnTo>
                        <a:pt x="404" y="532"/>
                      </a:lnTo>
                      <a:lnTo>
                        <a:pt x="402" y="532"/>
                      </a:lnTo>
                      <a:lnTo>
                        <a:pt x="400" y="532"/>
                      </a:lnTo>
                      <a:lnTo>
                        <a:pt x="398" y="532"/>
                      </a:lnTo>
                      <a:lnTo>
                        <a:pt x="398" y="530"/>
                      </a:lnTo>
                      <a:lnTo>
                        <a:pt x="396" y="530"/>
                      </a:lnTo>
                      <a:lnTo>
                        <a:pt x="396" y="528"/>
                      </a:lnTo>
                      <a:lnTo>
                        <a:pt x="396" y="526"/>
                      </a:lnTo>
                      <a:lnTo>
                        <a:pt x="396" y="528"/>
                      </a:lnTo>
                      <a:lnTo>
                        <a:pt x="398" y="528"/>
                      </a:lnTo>
                      <a:lnTo>
                        <a:pt x="398" y="530"/>
                      </a:lnTo>
                      <a:close/>
                      <a:moveTo>
                        <a:pt x="396" y="528"/>
                      </a:moveTo>
                      <a:lnTo>
                        <a:pt x="396" y="526"/>
                      </a:lnTo>
                      <a:lnTo>
                        <a:pt x="396" y="528"/>
                      </a:lnTo>
                      <a:close/>
                      <a:moveTo>
                        <a:pt x="411" y="528"/>
                      </a:moveTo>
                      <a:lnTo>
                        <a:pt x="409" y="528"/>
                      </a:lnTo>
                      <a:lnTo>
                        <a:pt x="407" y="528"/>
                      </a:lnTo>
                      <a:lnTo>
                        <a:pt x="407" y="526"/>
                      </a:lnTo>
                      <a:lnTo>
                        <a:pt x="409" y="526"/>
                      </a:lnTo>
                      <a:lnTo>
                        <a:pt x="411" y="526"/>
                      </a:lnTo>
                      <a:lnTo>
                        <a:pt x="411" y="528"/>
                      </a:lnTo>
                      <a:close/>
                      <a:moveTo>
                        <a:pt x="413" y="526"/>
                      </a:moveTo>
                      <a:lnTo>
                        <a:pt x="411" y="526"/>
                      </a:lnTo>
                      <a:lnTo>
                        <a:pt x="413" y="526"/>
                      </a:lnTo>
                      <a:close/>
                      <a:moveTo>
                        <a:pt x="422" y="524"/>
                      </a:moveTo>
                      <a:lnTo>
                        <a:pt x="422" y="526"/>
                      </a:lnTo>
                      <a:lnTo>
                        <a:pt x="422" y="524"/>
                      </a:lnTo>
                      <a:lnTo>
                        <a:pt x="422" y="526"/>
                      </a:lnTo>
                      <a:lnTo>
                        <a:pt x="420" y="526"/>
                      </a:lnTo>
                      <a:lnTo>
                        <a:pt x="420" y="524"/>
                      </a:lnTo>
                      <a:lnTo>
                        <a:pt x="422" y="524"/>
                      </a:lnTo>
                      <a:close/>
                      <a:moveTo>
                        <a:pt x="411" y="524"/>
                      </a:moveTo>
                      <a:lnTo>
                        <a:pt x="411" y="526"/>
                      </a:lnTo>
                      <a:lnTo>
                        <a:pt x="409" y="526"/>
                      </a:lnTo>
                      <a:lnTo>
                        <a:pt x="409" y="524"/>
                      </a:lnTo>
                      <a:lnTo>
                        <a:pt x="411" y="524"/>
                      </a:lnTo>
                      <a:close/>
                      <a:moveTo>
                        <a:pt x="424" y="522"/>
                      </a:moveTo>
                      <a:lnTo>
                        <a:pt x="424" y="524"/>
                      </a:lnTo>
                      <a:lnTo>
                        <a:pt x="422" y="524"/>
                      </a:lnTo>
                      <a:lnTo>
                        <a:pt x="424" y="522"/>
                      </a:lnTo>
                      <a:lnTo>
                        <a:pt x="422" y="522"/>
                      </a:lnTo>
                      <a:lnTo>
                        <a:pt x="424" y="522"/>
                      </a:lnTo>
                      <a:close/>
                      <a:moveTo>
                        <a:pt x="431" y="519"/>
                      </a:moveTo>
                      <a:lnTo>
                        <a:pt x="433" y="519"/>
                      </a:lnTo>
                      <a:lnTo>
                        <a:pt x="431" y="519"/>
                      </a:lnTo>
                      <a:close/>
                      <a:moveTo>
                        <a:pt x="440" y="517"/>
                      </a:moveTo>
                      <a:lnTo>
                        <a:pt x="442" y="517"/>
                      </a:lnTo>
                      <a:lnTo>
                        <a:pt x="442" y="519"/>
                      </a:lnTo>
                      <a:lnTo>
                        <a:pt x="442" y="517"/>
                      </a:lnTo>
                      <a:lnTo>
                        <a:pt x="440" y="517"/>
                      </a:lnTo>
                      <a:close/>
                      <a:moveTo>
                        <a:pt x="420" y="515"/>
                      </a:moveTo>
                      <a:lnTo>
                        <a:pt x="420" y="517"/>
                      </a:lnTo>
                      <a:lnTo>
                        <a:pt x="420" y="515"/>
                      </a:lnTo>
                      <a:close/>
                      <a:moveTo>
                        <a:pt x="426" y="511"/>
                      </a:moveTo>
                      <a:lnTo>
                        <a:pt x="426" y="513"/>
                      </a:lnTo>
                      <a:lnTo>
                        <a:pt x="426" y="511"/>
                      </a:lnTo>
                      <a:close/>
                      <a:moveTo>
                        <a:pt x="416" y="510"/>
                      </a:moveTo>
                      <a:lnTo>
                        <a:pt x="416" y="511"/>
                      </a:lnTo>
                      <a:lnTo>
                        <a:pt x="416" y="510"/>
                      </a:lnTo>
                      <a:close/>
                      <a:moveTo>
                        <a:pt x="429" y="510"/>
                      </a:moveTo>
                      <a:lnTo>
                        <a:pt x="429" y="511"/>
                      </a:lnTo>
                      <a:lnTo>
                        <a:pt x="427" y="511"/>
                      </a:lnTo>
                      <a:lnTo>
                        <a:pt x="427" y="510"/>
                      </a:lnTo>
                      <a:lnTo>
                        <a:pt x="429" y="510"/>
                      </a:lnTo>
                      <a:close/>
                      <a:moveTo>
                        <a:pt x="416" y="508"/>
                      </a:moveTo>
                      <a:lnTo>
                        <a:pt x="416" y="510"/>
                      </a:lnTo>
                      <a:lnTo>
                        <a:pt x="415" y="510"/>
                      </a:lnTo>
                      <a:lnTo>
                        <a:pt x="415" y="508"/>
                      </a:lnTo>
                      <a:lnTo>
                        <a:pt x="416" y="508"/>
                      </a:lnTo>
                      <a:close/>
                      <a:moveTo>
                        <a:pt x="413" y="506"/>
                      </a:moveTo>
                      <a:lnTo>
                        <a:pt x="415" y="506"/>
                      </a:lnTo>
                      <a:lnTo>
                        <a:pt x="415" y="508"/>
                      </a:lnTo>
                      <a:lnTo>
                        <a:pt x="413" y="508"/>
                      </a:lnTo>
                      <a:lnTo>
                        <a:pt x="411" y="508"/>
                      </a:lnTo>
                      <a:lnTo>
                        <a:pt x="411" y="506"/>
                      </a:lnTo>
                      <a:lnTo>
                        <a:pt x="413" y="506"/>
                      </a:lnTo>
                      <a:close/>
                      <a:moveTo>
                        <a:pt x="438" y="506"/>
                      </a:moveTo>
                      <a:lnTo>
                        <a:pt x="436" y="506"/>
                      </a:lnTo>
                      <a:lnTo>
                        <a:pt x="438" y="506"/>
                      </a:lnTo>
                      <a:close/>
                      <a:moveTo>
                        <a:pt x="416" y="506"/>
                      </a:moveTo>
                      <a:lnTo>
                        <a:pt x="418" y="506"/>
                      </a:lnTo>
                      <a:lnTo>
                        <a:pt x="416" y="506"/>
                      </a:lnTo>
                      <a:lnTo>
                        <a:pt x="418" y="506"/>
                      </a:lnTo>
                      <a:lnTo>
                        <a:pt x="416" y="506"/>
                      </a:lnTo>
                      <a:close/>
                      <a:moveTo>
                        <a:pt x="422" y="506"/>
                      </a:moveTo>
                      <a:lnTo>
                        <a:pt x="422" y="508"/>
                      </a:lnTo>
                      <a:lnTo>
                        <a:pt x="422" y="506"/>
                      </a:lnTo>
                      <a:lnTo>
                        <a:pt x="420" y="506"/>
                      </a:lnTo>
                      <a:lnTo>
                        <a:pt x="422" y="506"/>
                      </a:lnTo>
                      <a:close/>
                      <a:moveTo>
                        <a:pt x="427" y="506"/>
                      </a:moveTo>
                      <a:lnTo>
                        <a:pt x="429" y="506"/>
                      </a:lnTo>
                      <a:lnTo>
                        <a:pt x="427" y="506"/>
                      </a:lnTo>
                      <a:close/>
                      <a:moveTo>
                        <a:pt x="429" y="504"/>
                      </a:moveTo>
                      <a:lnTo>
                        <a:pt x="429" y="502"/>
                      </a:lnTo>
                      <a:lnTo>
                        <a:pt x="429" y="504"/>
                      </a:lnTo>
                      <a:close/>
                      <a:moveTo>
                        <a:pt x="429" y="501"/>
                      </a:moveTo>
                      <a:lnTo>
                        <a:pt x="427" y="501"/>
                      </a:lnTo>
                      <a:lnTo>
                        <a:pt x="429" y="501"/>
                      </a:lnTo>
                      <a:close/>
                      <a:moveTo>
                        <a:pt x="431" y="499"/>
                      </a:moveTo>
                      <a:lnTo>
                        <a:pt x="433" y="499"/>
                      </a:lnTo>
                      <a:lnTo>
                        <a:pt x="431" y="499"/>
                      </a:lnTo>
                      <a:lnTo>
                        <a:pt x="433" y="499"/>
                      </a:lnTo>
                      <a:lnTo>
                        <a:pt x="431" y="499"/>
                      </a:lnTo>
                      <a:lnTo>
                        <a:pt x="433" y="499"/>
                      </a:lnTo>
                      <a:lnTo>
                        <a:pt x="431" y="499"/>
                      </a:lnTo>
                      <a:close/>
                      <a:moveTo>
                        <a:pt x="433" y="497"/>
                      </a:moveTo>
                      <a:lnTo>
                        <a:pt x="433" y="499"/>
                      </a:lnTo>
                      <a:lnTo>
                        <a:pt x="433" y="497"/>
                      </a:lnTo>
                      <a:close/>
                      <a:moveTo>
                        <a:pt x="436" y="497"/>
                      </a:moveTo>
                      <a:lnTo>
                        <a:pt x="438" y="497"/>
                      </a:lnTo>
                      <a:lnTo>
                        <a:pt x="436" y="497"/>
                      </a:lnTo>
                      <a:close/>
                      <a:moveTo>
                        <a:pt x="436" y="497"/>
                      </a:moveTo>
                      <a:lnTo>
                        <a:pt x="438" y="497"/>
                      </a:lnTo>
                      <a:lnTo>
                        <a:pt x="436" y="497"/>
                      </a:lnTo>
                      <a:lnTo>
                        <a:pt x="436" y="499"/>
                      </a:lnTo>
                      <a:lnTo>
                        <a:pt x="436" y="497"/>
                      </a:lnTo>
                      <a:lnTo>
                        <a:pt x="435" y="497"/>
                      </a:lnTo>
                      <a:lnTo>
                        <a:pt x="436" y="497"/>
                      </a:lnTo>
                      <a:lnTo>
                        <a:pt x="435" y="497"/>
                      </a:lnTo>
                      <a:lnTo>
                        <a:pt x="436" y="497"/>
                      </a:lnTo>
                      <a:close/>
                      <a:moveTo>
                        <a:pt x="442" y="495"/>
                      </a:moveTo>
                      <a:lnTo>
                        <a:pt x="442" y="497"/>
                      </a:lnTo>
                      <a:lnTo>
                        <a:pt x="442" y="495"/>
                      </a:lnTo>
                      <a:close/>
                      <a:moveTo>
                        <a:pt x="442" y="490"/>
                      </a:moveTo>
                      <a:lnTo>
                        <a:pt x="440" y="490"/>
                      </a:lnTo>
                      <a:lnTo>
                        <a:pt x="442" y="490"/>
                      </a:lnTo>
                      <a:close/>
                      <a:moveTo>
                        <a:pt x="442" y="490"/>
                      </a:moveTo>
                      <a:lnTo>
                        <a:pt x="442" y="488"/>
                      </a:lnTo>
                      <a:lnTo>
                        <a:pt x="444" y="490"/>
                      </a:lnTo>
                      <a:lnTo>
                        <a:pt x="442" y="490"/>
                      </a:lnTo>
                      <a:close/>
                      <a:moveTo>
                        <a:pt x="435" y="486"/>
                      </a:moveTo>
                      <a:lnTo>
                        <a:pt x="433" y="486"/>
                      </a:lnTo>
                      <a:lnTo>
                        <a:pt x="435" y="486"/>
                      </a:lnTo>
                      <a:close/>
                      <a:moveTo>
                        <a:pt x="435" y="486"/>
                      </a:moveTo>
                      <a:lnTo>
                        <a:pt x="433" y="486"/>
                      </a:lnTo>
                      <a:lnTo>
                        <a:pt x="433" y="484"/>
                      </a:lnTo>
                      <a:lnTo>
                        <a:pt x="435" y="484"/>
                      </a:lnTo>
                      <a:lnTo>
                        <a:pt x="435" y="486"/>
                      </a:lnTo>
                      <a:close/>
                      <a:moveTo>
                        <a:pt x="446" y="482"/>
                      </a:moveTo>
                      <a:lnTo>
                        <a:pt x="444" y="482"/>
                      </a:lnTo>
                      <a:lnTo>
                        <a:pt x="446" y="482"/>
                      </a:lnTo>
                      <a:close/>
                      <a:moveTo>
                        <a:pt x="462" y="479"/>
                      </a:moveTo>
                      <a:lnTo>
                        <a:pt x="462" y="480"/>
                      </a:lnTo>
                      <a:lnTo>
                        <a:pt x="462" y="479"/>
                      </a:lnTo>
                      <a:close/>
                      <a:moveTo>
                        <a:pt x="462" y="479"/>
                      </a:moveTo>
                      <a:lnTo>
                        <a:pt x="464" y="479"/>
                      </a:lnTo>
                      <a:lnTo>
                        <a:pt x="462" y="479"/>
                      </a:lnTo>
                      <a:lnTo>
                        <a:pt x="462" y="477"/>
                      </a:lnTo>
                      <a:lnTo>
                        <a:pt x="462" y="479"/>
                      </a:lnTo>
                      <a:close/>
                      <a:moveTo>
                        <a:pt x="462" y="477"/>
                      </a:moveTo>
                      <a:lnTo>
                        <a:pt x="464" y="477"/>
                      </a:lnTo>
                      <a:lnTo>
                        <a:pt x="462" y="477"/>
                      </a:lnTo>
                      <a:close/>
                      <a:moveTo>
                        <a:pt x="468" y="473"/>
                      </a:moveTo>
                      <a:lnTo>
                        <a:pt x="466" y="473"/>
                      </a:lnTo>
                      <a:lnTo>
                        <a:pt x="468" y="473"/>
                      </a:lnTo>
                      <a:close/>
                      <a:moveTo>
                        <a:pt x="453" y="469"/>
                      </a:moveTo>
                      <a:lnTo>
                        <a:pt x="453" y="471"/>
                      </a:lnTo>
                      <a:lnTo>
                        <a:pt x="455" y="471"/>
                      </a:lnTo>
                      <a:lnTo>
                        <a:pt x="453" y="471"/>
                      </a:lnTo>
                      <a:lnTo>
                        <a:pt x="453" y="469"/>
                      </a:lnTo>
                      <a:close/>
                      <a:moveTo>
                        <a:pt x="457" y="469"/>
                      </a:moveTo>
                      <a:lnTo>
                        <a:pt x="455" y="469"/>
                      </a:lnTo>
                      <a:lnTo>
                        <a:pt x="457" y="469"/>
                      </a:lnTo>
                      <a:close/>
                      <a:moveTo>
                        <a:pt x="466" y="468"/>
                      </a:moveTo>
                      <a:lnTo>
                        <a:pt x="464" y="468"/>
                      </a:lnTo>
                      <a:lnTo>
                        <a:pt x="466" y="468"/>
                      </a:lnTo>
                      <a:close/>
                      <a:moveTo>
                        <a:pt x="464" y="468"/>
                      </a:moveTo>
                      <a:lnTo>
                        <a:pt x="466" y="468"/>
                      </a:lnTo>
                      <a:lnTo>
                        <a:pt x="464" y="468"/>
                      </a:lnTo>
                      <a:close/>
                      <a:moveTo>
                        <a:pt x="462" y="468"/>
                      </a:moveTo>
                      <a:lnTo>
                        <a:pt x="462" y="466"/>
                      </a:lnTo>
                      <a:lnTo>
                        <a:pt x="462" y="468"/>
                      </a:lnTo>
                      <a:close/>
                      <a:moveTo>
                        <a:pt x="466" y="466"/>
                      </a:moveTo>
                      <a:lnTo>
                        <a:pt x="464" y="466"/>
                      </a:lnTo>
                      <a:lnTo>
                        <a:pt x="464" y="468"/>
                      </a:lnTo>
                      <a:lnTo>
                        <a:pt x="464" y="466"/>
                      </a:lnTo>
                      <a:lnTo>
                        <a:pt x="466" y="466"/>
                      </a:lnTo>
                      <a:close/>
                      <a:moveTo>
                        <a:pt x="466" y="464"/>
                      </a:moveTo>
                      <a:lnTo>
                        <a:pt x="466" y="466"/>
                      </a:lnTo>
                      <a:lnTo>
                        <a:pt x="466" y="464"/>
                      </a:lnTo>
                      <a:lnTo>
                        <a:pt x="466" y="466"/>
                      </a:lnTo>
                      <a:lnTo>
                        <a:pt x="464" y="466"/>
                      </a:lnTo>
                      <a:lnTo>
                        <a:pt x="462" y="466"/>
                      </a:lnTo>
                      <a:lnTo>
                        <a:pt x="464" y="466"/>
                      </a:lnTo>
                      <a:lnTo>
                        <a:pt x="462" y="466"/>
                      </a:lnTo>
                      <a:lnTo>
                        <a:pt x="464" y="466"/>
                      </a:lnTo>
                      <a:lnTo>
                        <a:pt x="464" y="464"/>
                      </a:lnTo>
                      <a:lnTo>
                        <a:pt x="464" y="466"/>
                      </a:lnTo>
                      <a:lnTo>
                        <a:pt x="464" y="464"/>
                      </a:lnTo>
                      <a:lnTo>
                        <a:pt x="466" y="464"/>
                      </a:lnTo>
                      <a:close/>
                      <a:moveTo>
                        <a:pt x="460" y="464"/>
                      </a:moveTo>
                      <a:lnTo>
                        <a:pt x="462" y="464"/>
                      </a:lnTo>
                      <a:lnTo>
                        <a:pt x="464" y="464"/>
                      </a:lnTo>
                      <a:lnTo>
                        <a:pt x="462" y="464"/>
                      </a:lnTo>
                      <a:lnTo>
                        <a:pt x="460" y="464"/>
                      </a:lnTo>
                      <a:lnTo>
                        <a:pt x="460" y="466"/>
                      </a:lnTo>
                      <a:lnTo>
                        <a:pt x="460" y="464"/>
                      </a:lnTo>
                      <a:close/>
                      <a:moveTo>
                        <a:pt x="466" y="462"/>
                      </a:moveTo>
                      <a:lnTo>
                        <a:pt x="464" y="462"/>
                      </a:lnTo>
                      <a:lnTo>
                        <a:pt x="466" y="464"/>
                      </a:lnTo>
                      <a:lnTo>
                        <a:pt x="464" y="464"/>
                      </a:lnTo>
                      <a:lnTo>
                        <a:pt x="466" y="464"/>
                      </a:lnTo>
                      <a:lnTo>
                        <a:pt x="464" y="464"/>
                      </a:lnTo>
                      <a:lnTo>
                        <a:pt x="464" y="462"/>
                      </a:lnTo>
                      <a:lnTo>
                        <a:pt x="466" y="462"/>
                      </a:lnTo>
                      <a:close/>
                      <a:moveTo>
                        <a:pt x="457" y="460"/>
                      </a:moveTo>
                      <a:lnTo>
                        <a:pt x="457" y="462"/>
                      </a:lnTo>
                      <a:lnTo>
                        <a:pt x="457" y="460"/>
                      </a:lnTo>
                      <a:lnTo>
                        <a:pt x="455" y="460"/>
                      </a:lnTo>
                      <a:lnTo>
                        <a:pt x="457" y="460"/>
                      </a:lnTo>
                      <a:lnTo>
                        <a:pt x="458" y="460"/>
                      </a:lnTo>
                      <a:lnTo>
                        <a:pt x="457" y="460"/>
                      </a:lnTo>
                      <a:close/>
                      <a:moveTo>
                        <a:pt x="464" y="460"/>
                      </a:moveTo>
                      <a:lnTo>
                        <a:pt x="466" y="460"/>
                      </a:lnTo>
                      <a:lnTo>
                        <a:pt x="464" y="460"/>
                      </a:lnTo>
                      <a:lnTo>
                        <a:pt x="464" y="462"/>
                      </a:lnTo>
                      <a:lnTo>
                        <a:pt x="462" y="462"/>
                      </a:lnTo>
                      <a:lnTo>
                        <a:pt x="462" y="460"/>
                      </a:lnTo>
                      <a:lnTo>
                        <a:pt x="460" y="460"/>
                      </a:lnTo>
                      <a:lnTo>
                        <a:pt x="462" y="460"/>
                      </a:lnTo>
                      <a:lnTo>
                        <a:pt x="464" y="460"/>
                      </a:lnTo>
                      <a:close/>
                      <a:moveTo>
                        <a:pt x="468" y="458"/>
                      </a:moveTo>
                      <a:lnTo>
                        <a:pt x="468" y="460"/>
                      </a:lnTo>
                      <a:lnTo>
                        <a:pt x="468" y="458"/>
                      </a:lnTo>
                      <a:lnTo>
                        <a:pt x="468" y="460"/>
                      </a:lnTo>
                      <a:lnTo>
                        <a:pt x="466" y="460"/>
                      </a:lnTo>
                      <a:lnTo>
                        <a:pt x="466" y="458"/>
                      </a:lnTo>
                      <a:lnTo>
                        <a:pt x="468" y="458"/>
                      </a:lnTo>
                      <a:close/>
                      <a:moveTo>
                        <a:pt x="462" y="458"/>
                      </a:moveTo>
                      <a:lnTo>
                        <a:pt x="462" y="460"/>
                      </a:lnTo>
                      <a:lnTo>
                        <a:pt x="460" y="460"/>
                      </a:lnTo>
                      <a:lnTo>
                        <a:pt x="462" y="460"/>
                      </a:lnTo>
                      <a:lnTo>
                        <a:pt x="462" y="458"/>
                      </a:lnTo>
                      <a:close/>
                      <a:moveTo>
                        <a:pt x="453" y="460"/>
                      </a:moveTo>
                      <a:lnTo>
                        <a:pt x="451" y="460"/>
                      </a:lnTo>
                      <a:lnTo>
                        <a:pt x="451" y="458"/>
                      </a:lnTo>
                      <a:lnTo>
                        <a:pt x="453" y="460"/>
                      </a:lnTo>
                      <a:close/>
                      <a:moveTo>
                        <a:pt x="466" y="458"/>
                      </a:moveTo>
                      <a:lnTo>
                        <a:pt x="464" y="458"/>
                      </a:lnTo>
                      <a:lnTo>
                        <a:pt x="466" y="458"/>
                      </a:lnTo>
                      <a:close/>
                      <a:moveTo>
                        <a:pt x="447" y="458"/>
                      </a:moveTo>
                      <a:lnTo>
                        <a:pt x="446" y="458"/>
                      </a:lnTo>
                      <a:lnTo>
                        <a:pt x="447" y="458"/>
                      </a:lnTo>
                      <a:close/>
                      <a:moveTo>
                        <a:pt x="469" y="458"/>
                      </a:moveTo>
                      <a:lnTo>
                        <a:pt x="469" y="457"/>
                      </a:lnTo>
                      <a:lnTo>
                        <a:pt x="469" y="458"/>
                      </a:lnTo>
                      <a:close/>
                      <a:moveTo>
                        <a:pt x="475" y="457"/>
                      </a:moveTo>
                      <a:lnTo>
                        <a:pt x="473" y="457"/>
                      </a:lnTo>
                      <a:lnTo>
                        <a:pt x="475" y="457"/>
                      </a:lnTo>
                      <a:lnTo>
                        <a:pt x="473" y="457"/>
                      </a:lnTo>
                      <a:lnTo>
                        <a:pt x="475" y="457"/>
                      </a:lnTo>
                      <a:lnTo>
                        <a:pt x="473" y="457"/>
                      </a:lnTo>
                      <a:lnTo>
                        <a:pt x="473" y="455"/>
                      </a:lnTo>
                      <a:lnTo>
                        <a:pt x="475" y="455"/>
                      </a:lnTo>
                      <a:lnTo>
                        <a:pt x="475" y="457"/>
                      </a:lnTo>
                      <a:close/>
                      <a:moveTo>
                        <a:pt x="478" y="455"/>
                      </a:moveTo>
                      <a:lnTo>
                        <a:pt x="478" y="457"/>
                      </a:lnTo>
                      <a:lnTo>
                        <a:pt x="477" y="457"/>
                      </a:lnTo>
                      <a:lnTo>
                        <a:pt x="478" y="457"/>
                      </a:lnTo>
                      <a:lnTo>
                        <a:pt x="478" y="455"/>
                      </a:lnTo>
                      <a:close/>
                      <a:moveTo>
                        <a:pt x="473" y="457"/>
                      </a:moveTo>
                      <a:lnTo>
                        <a:pt x="471" y="457"/>
                      </a:lnTo>
                      <a:lnTo>
                        <a:pt x="471" y="455"/>
                      </a:lnTo>
                      <a:lnTo>
                        <a:pt x="473" y="455"/>
                      </a:lnTo>
                      <a:lnTo>
                        <a:pt x="473" y="457"/>
                      </a:lnTo>
                      <a:close/>
                      <a:moveTo>
                        <a:pt x="475" y="455"/>
                      </a:moveTo>
                      <a:lnTo>
                        <a:pt x="473" y="455"/>
                      </a:lnTo>
                      <a:lnTo>
                        <a:pt x="475" y="455"/>
                      </a:lnTo>
                      <a:close/>
                      <a:moveTo>
                        <a:pt x="440" y="455"/>
                      </a:moveTo>
                      <a:lnTo>
                        <a:pt x="442" y="455"/>
                      </a:lnTo>
                      <a:lnTo>
                        <a:pt x="440" y="455"/>
                      </a:lnTo>
                      <a:close/>
                      <a:moveTo>
                        <a:pt x="466" y="453"/>
                      </a:moveTo>
                      <a:lnTo>
                        <a:pt x="464" y="453"/>
                      </a:lnTo>
                      <a:lnTo>
                        <a:pt x="466" y="453"/>
                      </a:lnTo>
                      <a:close/>
                      <a:moveTo>
                        <a:pt x="468" y="451"/>
                      </a:moveTo>
                      <a:lnTo>
                        <a:pt x="469" y="451"/>
                      </a:lnTo>
                      <a:lnTo>
                        <a:pt x="469" y="453"/>
                      </a:lnTo>
                      <a:lnTo>
                        <a:pt x="469" y="455"/>
                      </a:lnTo>
                      <a:lnTo>
                        <a:pt x="471" y="455"/>
                      </a:lnTo>
                      <a:lnTo>
                        <a:pt x="469" y="455"/>
                      </a:lnTo>
                      <a:lnTo>
                        <a:pt x="469" y="457"/>
                      </a:lnTo>
                      <a:lnTo>
                        <a:pt x="469" y="455"/>
                      </a:lnTo>
                      <a:lnTo>
                        <a:pt x="469" y="457"/>
                      </a:lnTo>
                      <a:lnTo>
                        <a:pt x="468" y="457"/>
                      </a:lnTo>
                      <a:lnTo>
                        <a:pt x="469" y="457"/>
                      </a:lnTo>
                      <a:lnTo>
                        <a:pt x="468" y="457"/>
                      </a:lnTo>
                      <a:lnTo>
                        <a:pt x="466" y="458"/>
                      </a:lnTo>
                      <a:lnTo>
                        <a:pt x="466" y="457"/>
                      </a:lnTo>
                      <a:lnTo>
                        <a:pt x="466" y="458"/>
                      </a:lnTo>
                      <a:lnTo>
                        <a:pt x="466" y="457"/>
                      </a:lnTo>
                      <a:lnTo>
                        <a:pt x="464" y="457"/>
                      </a:lnTo>
                      <a:lnTo>
                        <a:pt x="466" y="457"/>
                      </a:lnTo>
                      <a:lnTo>
                        <a:pt x="464" y="457"/>
                      </a:lnTo>
                      <a:lnTo>
                        <a:pt x="466" y="457"/>
                      </a:lnTo>
                      <a:lnTo>
                        <a:pt x="466" y="455"/>
                      </a:lnTo>
                      <a:lnTo>
                        <a:pt x="464" y="455"/>
                      </a:lnTo>
                      <a:lnTo>
                        <a:pt x="464" y="457"/>
                      </a:lnTo>
                      <a:lnTo>
                        <a:pt x="464" y="455"/>
                      </a:lnTo>
                      <a:lnTo>
                        <a:pt x="466" y="455"/>
                      </a:lnTo>
                      <a:lnTo>
                        <a:pt x="466" y="453"/>
                      </a:lnTo>
                      <a:lnTo>
                        <a:pt x="468" y="453"/>
                      </a:lnTo>
                      <a:lnTo>
                        <a:pt x="468" y="451"/>
                      </a:lnTo>
                      <a:close/>
                      <a:moveTo>
                        <a:pt x="475" y="451"/>
                      </a:moveTo>
                      <a:lnTo>
                        <a:pt x="473" y="451"/>
                      </a:lnTo>
                      <a:lnTo>
                        <a:pt x="475" y="451"/>
                      </a:lnTo>
                      <a:close/>
                      <a:moveTo>
                        <a:pt x="466" y="451"/>
                      </a:moveTo>
                      <a:lnTo>
                        <a:pt x="466" y="449"/>
                      </a:lnTo>
                      <a:lnTo>
                        <a:pt x="466" y="451"/>
                      </a:lnTo>
                      <a:close/>
                      <a:moveTo>
                        <a:pt x="484" y="449"/>
                      </a:moveTo>
                      <a:lnTo>
                        <a:pt x="482" y="449"/>
                      </a:lnTo>
                      <a:lnTo>
                        <a:pt x="484" y="449"/>
                      </a:lnTo>
                      <a:lnTo>
                        <a:pt x="484" y="448"/>
                      </a:lnTo>
                      <a:lnTo>
                        <a:pt x="484" y="449"/>
                      </a:lnTo>
                      <a:close/>
                      <a:moveTo>
                        <a:pt x="466" y="448"/>
                      </a:moveTo>
                      <a:lnTo>
                        <a:pt x="466" y="446"/>
                      </a:lnTo>
                      <a:lnTo>
                        <a:pt x="466" y="448"/>
                      </a:lnTo>
                      <a:lnTo>
                        <a:pt x="468" y="448"/>
                      </a:lnTo>
                      <a:lnTo>
                        <a:pt x="466" y="448"/>
                      </a:lnTo>
                      <a:close/>
                      <a:moveTo>
                        <a:pt x="484" y="446"/>
                      </a:moveTo>
                      <a:lnTo>
                        <a:pt x="482" y="446"/>
                      </a:lnTo>
                      <a:lnTo>
                        <a:pt x="484" y="446"/>
                      </a:lnTo>
                      <a:close/>
                      <a:moveTo>
                        <a:pt x="468" y="448"/>
                      </a:moveTo>
                      <a:lnTo>
                        <a:pt x="466" y="446"/>
                      </a:lnTo>
                      <a:lnTo>
                        <a:pt x="468" y="446"/>
                      </a:lnTo>
                      <a:lnTo>
                        <a:pt x="468" y="448"/>
                      </a:lnTo>
                      <a:close/>
                      <a:moveTo>
                        <a:pt x="482" y="444"/>
                      </a:moveTo>
                      <a:lnTo>
                        <a:pt x="484" y="444"/>
                      </a:lnTo>
                      <a:lnTo>
                        <a:pt x="482" y="446"/>
                      </a:lnTo>
                      <a:lnTo>
                        <a:pt x="482" y="444"/>
                      </a:lnTo>
                      <a:lnTo>
                        <a:pt x="484" y="444"/>
                      </a:lnTo>
                      <a:lnTo>
                        <a:pt x="482" y="444"/>
                      </a:lnTo>
                      <a:close/>
                      <a:moveTo>
                        <a:pt x="484" y="444"/>
                      </a:moveTo>
                      <a:lnTo>
                        <a:pt x="482" y="444"/>
                      </a:lnTo>
                      <a:lnTo>
                        <a:pt x="484" y="444"/>
                      </a:lnTo>
                      <a:close/>
                      <a:moveTo>
                        <a:pt x="484" y="444"/>
                      </a:moveTo>
                      <a:lnTo>
                        <a:pt x="482" y="444"/>
                      </a:lnTo>
                      <a:lnTo>
                        <a:pt x="484" y="444"/>
                      </a:lnTo>
                      <a:close/>
                      <a:moveTo>
                        <a:pt x="493" y="442"/>
                      </a:moveTo>
                      <a:lnTo>
                        <a:pt x="493" y="444"/>
                      </a:lnTo>
                      <a:lnTo>
                        <a:pt x="491" y="444"/>
                      </a:lnTo>
                      <a:lnTo>
                        <a:pt x="491" y="442"/>
                      </a:lnTo>
                      <a:lnTo>
                        <a:pt x="493" y="442"/>
                      </a:lnTo>
                      <a:lnTo>
                        <a:pt x="491" y="442"/>
                      </a:lnTo>
                      <a:lnTo>
                        <a:pt x="493" y="442"/>
                      </a:lnTo>
                      <a:close/>
                      <a:moveTo>
                        <a:pt x="482" y="442"/>
                      </a:moveTo>
                      <a:lnTo>
                        <a:pt x="484" y="442"/>
                      </a:lnTo>
                      <a:lnTo>
                        <a:pt x="482" y="442"/>
                      </a:lnTo>
                      <a:lnTo>
                        <a:pt x="484" y="442"/>
                      </a:lnTo>
                      <a:lnTo>
                        <a:pt x="482" y="442"/>
                      </a:lnTo>
                      <a:close/>
                      <a:moveTo>
                        <a:pt x="482" y="442"/>
                      </a:moveTo>
                      <a:lnTo>
                        <a:pt x="480" y="442"/>
                      </a:lnTo>
                      <a:lnTo>
                        <a:pt x="482" y="442"/>
                      </a:lnTo>
                      <a:close/>
                      <a:moveTo>
                        <a:pt x="491" y="440"/>
                      </a:moveTo>
                      <a:lnTo>
                        <a:pt x="491" y="442"/>
                      </a:lnTo>
                      <a:lnTo>
                        <a:pt x="493" y="442"/>
                      </a:lnTo>
                      <a:lnTo>
                        <a:pt x="491" y="442"/>
                      </a:lnTo>
                      <a:lnTo>
                        <a:pt x="491" y="440"/>
                      </a:lnTo>
                      <a:lnTo>
                        <a:pt x="491" y="442"/>
                      </a:lnTo>
                      <a:lnTo>
                        <a:pt x="491" y="440"/>
                      </a:lnTo>
                      <a:close/>
                      <a:moveTo>
                        <a:pt x="489" y="437"/>
                      </a:moveTo>
                      <a:lnTo>
                        <a:pt x="489" y="438"/>
                      </a:lnTo>
                      <a:lnTo>
                        <a:pt x="489" y="437"/>
                      </a:lnTo>
                      <a:lnTo>
                        <a:pt x="489" y="438"/>
                      </a:lnTo>
                      <a:lnTo>
                        <a:pt x="488" y="438"/>
                      </a:lnTo>
                      <a:lnTo>
                        <a:pt x="488" y="437"/>
                      </a:lnTo>
                      <a:lnTo>
                        <a:pt x="489" y="437"/>
                      </a:lnTo>
                      <a:close/>
                      <a:moveTo>
                        <a:pt x="488" y="435"/>
                      </a:moveTo>
                      <a:lnTo>
                        <a:pt x="486" y="435"/>
                      </a:lnTo>
                      <a:lnTo>
                        <a:pt x="488" y="435"/>
                      </a:lnTo>
                      <a:lnTo>
                        <a:pt x="488" y="433"/>
                      </a:lnTo>
                      <a:lnTo>
                        <a:pt x="488" y="435"/>
                      </a:lnTo>
                      <a:close/>
                      <a:moveTo>
                        <a:pt x="493" y="433"/>
                      </a:moveTo>
                      <a:lnTo>
                        <a:pt x="493" y="435"/>
                      </a:lnTo>
                      <a:lnTo>
                        <a:pt x="493" y="433"/>
                      </a:lnTo>
                      <a:close/>
                      <a:moveTo>
                        <a:pt x="491" y="431"/>
                      </a:moveTo>
                      <a:lnTo>
                        <a:pt x="491" y="433"/>
                      </a:lnTo>
                      <a:lnTo>
                        <a:pt x="489" y="433"/>
                      </a:lnTo>
                      <a:lnTo>
                        <a:pt x="491" y="433"/>
                      </a:lnTo>
                      <a:lnTo>
                        <a:pt x="491" y="431"/>
                      </a:lnTo>
                      <a:close/>
                      <a:moveTo>
                        <a:pt x="489" y="431"/>
                      </a:moveTo>
                      <a:lnTo>
                        <a:pt x="489" y="433"/>
                      </a:lnTo>
                      <a:lnTo>
                        <a:pt x="488" y="433"/>
                      </a:lnTo>
                      <a:lnTo>
                        <a:pt x="489" y="431"/>
                      </a:lnTo>
                      <a:close/>
                      <a:moveTo>
                        <a:pt x="468" y="431"/>
                      </a:moveTo>
                      <a:lnTo>
                        <a:pt x="469" y="431"/>
                      </a:lnTo>
                      <a:lnTo>
                        <a:pt x="468" y="431"/>
                      </a:lnTo>
                      <a:close/>
                      <a:moveTo>
                        <a:pt x="491" y="429"/>
                      </a:moveTo>
                      <a:lnTo>
                        <a:pt x="491" y="431"/>
                      </a:lnTo>
                      <a:lnTo>
                        <a:pt x="489" y="431"/>
                      </a:lnTo>
                      <a:lnTo>
                        <a:pt x="491" y="431"/>
                      </a:lnTo>
                      <a:lnTo>
                        <a:pt x="489" y="431"/>
                      </a:lnTo>
                      <a:lnTo>
                        <a:pt x="491" y="431"/>
                      </a:lnTo>
                      <a:lnTo>
                        <a:pt x="489" y="431"/>
                      </a:lnTo>
                      <a:lnTo>
                        <a:pt x="489" y="429"/>
                      </a:lnTo>
                      <a:lnTo>
                        <a:pt x="491" y="429"/>
                      </a:lnTo>
                      <a:close/>
                      <a:moveTo>
                        <a:pt x="504" y="427"/>
                      </a:moveTo>
                      <a:lnTo>
                        <a:pt x="504" y="429"/>
                      </a:lnTo>
                      <a:lnTo>
                        <a:pt x="504" y="427"/>
                      </a:lnTo>
                      <a:close/>
                      <a:moveTo>
                        <a:pt x="484" y="420"/>
                      </a:moveTo>
                      <a:lnTo>
                        <a:pt x="484" y="422"/>
                      </a:lnTo>
                      <a:lnTo>
                        <a:pt x="484" y="420"/>
                      </a:lnTo>
                      <a:close/>
                      <a:moveTo>
                        <a:pt x="484" y="420"/>
                      </a:moveTo>
                      <a:lnTo>
                        <a:pt x="486" y="420"/>
                      </a:lnTo>
                      <a:lnTo>
                        <a:pt x="484" y="420"/>
                      </a:lnTo>
                      <a:close/>
                      <a:moveTo>
                        <a:pt x="489" y="420"/>
                      </a:moveTo>
                      <a:lnTo>
                        <a:pt x="489" y="422"/>
                      </a:lnTo>
                      <a:lnTo>
                        <a:pt x="488" y="422"/>
                      </a:lnTo>
                      <a:lnTo>
                        <a:pt x="488" y="420"/>
                      </a:lnTo>
                      <a:lnTo>
                        <a:pt x="489" y="420"/>
                      </a:lnTo>
                      <a:lnTo>
                        <a:pt x="488" y="420"/>
                      </a:lnTo>
                      <a:lnTo>
                        <a:pt x="489" y="420"/>
                      </a:lnTo>
                      <a:close/>
                      <a:moveTo>
                        <a:pt x="477" y="418"/>
                      </a:moveTo>
                      <a:lnTo>
                        <a:pt x="477" y="420"/>
                      </a:lnTo>
                      <a:lnTo>
                        <a:pt x="477" y="418"/>
                      </a:lnTo>
                      <a:lnTo>
                        <a:pt x="478" y="418"/>
                      </a:lnTo>
                      <a:lnTo>
                        <a:pt x="478" y="420"/>
                      </a:lnTo>
                      <a:lnTo>
                        <a:pt x="477" y="420"/>
                      </a:lnTo>
                      <a:lnTo>
                        <a:pt x="477" y="418"/>
                      </a:lnTo>
                      <a:close/>
                      <a:moveTo>
                        <a:pt x="478" y="418"/>
                      </a:moveTo>
                      <a:lnTo>
                        <a:pt x="477" y="418"/>
                      </a:lnTo>
                      <a:lnTo>
                        <a:pt x="478" y="418"/>
                      </a:lnTo>
                      <a:close/>
                      <a:moveTo>
                        <a:pt x="489" y="418"/>
                      </a:moveTo>
                      <a:lnTo>
                        <a:pt x="491" y="418"/>
                      </a:lnTo>
                      <a:lnTo>
                        <a:pt x="491" y="420"/>
                      </a:lnTo>
                      <a:lnTo>
                        <a:pt x="489" y="420"/>
                      </a:lnTo>
                      <a:lnTo>
                        <a:pt x="488" y="420"/>
                      </a:lnTo>
                      <a:lnTo>
                        <a:pt x="488" y="418"/>
                      </a:lnTo>
                      <a:lnTo>
                        <a:pt x="489" y="418"/>
                      </a:lnTo>
                      <a:close/>
                      <a:moveTo>
                        <a:pt x="491" y="418"/>
                      </a:moveTo>
                      <a:lnTo>
                        <a:pt x="491" y="416"/>
                      </a:lnTo>
                      <a:lnTo>
                        <a:pt x="491" y="418"/>
                      </a:lnTo>
                      <a:close/>
                      <a:moveTo>
                        <a:pt x="491" y="418"/>
                      </a:moveTo>
                      <a:lnTo>
                        <a:pt x="491" y="416"/>
                      </a:lnTo>
                      <a:lnTo>
                        <a:pt x="491" y="418"/>
                      </a:lnTo>
                      <a:close/>
                      <a:moveTo>
                        <a:pt x="493" y="416"/>
                      </a:moveTo>
                      <a:lnTo>
                        <a:pt x="493" y="418"/>
                      </a:lnTo>
                      <a:lnTo>
                        <a:pt x="495" y="418"/>
                      </a:lnTo>
                      <a:lnTo>
                        <a:pt x="495" y="420"/>
                      </a:lnTo>
                      <a:lnTo>
                        <a:pt x="493" y="420"/>
                      </a:lnTo>
                      <a:lnTo>
                        <a:pt x="495" y="420"/>
                      </a:lnTo>
                      <a:lnTo>
                        <a:pt x="493" y="420"/>
                      </a:lnTo>
                      <a:lnTo>
                        <a:pt x="495" y="420"/>
                      </a:lnTo>
                      <a:lnTo>
                        <a:pt x="493" y="420"/>
                      </a:lnTo>
                      <a:lnTo>
                        <a:pt x="495" y="420"/>
                      </a:lnTo>
                      <a:lnTo>
                        <a:pt x="493" y="420"/>
                      </a:lnTo>
                      <a:lnTo>
                        <a:pt x="493" y="422"/>
                      </a:lnTo>
                      <a:lnTo>
                        <a:pt x="495" y="422"/>
                      </a:lnTo>
                      <a:lnTo>
                        <a:pt x="493" y="422"/>
                      </a:lnTo>
                      <a:lnTo>
                        <a:pt x="493" y="420"/>
                      </a:lnTo>
                      <a:lnTo>
                        <a:pt x="491" y="420"/>
                      </a:lnTo>
                      <a:lnTo>
                        <a:pt x="493" y="420"/>
                      </a:lnTo>
                      <a:lnTo>
                        <a:pt x="491" y="420"/>
                      </a:lnTo>
                      <a:lnTo>
                        <a:pt x="493" y="420"/>
                      </a:lnTo>
                      <a:lnTo>
                        <a:pt x="491" y="420"/>
                      </a:lnTo>
                      <a:lnTo>
                        <a:pt x="491" y="418"/>
                      </a:lnTo>
                      <a:lnTo>
                        <a:pt x="493" y="418"/>
                      </a:lnTo>
                      <a:lnTo>
                        <a:pt x="493" y="416"/>
                      </a:lnTo>
                      <a:close/>
                      <a:moveTo>
                        <a:pt x="495" y="416"/>
                      </a:moveTo>
                      <a:lnTo>
                        <a:pt x="495" y="418"/>
                      </a:lnTo>
                      <a:lnTo>
                        <a:pt x="495" y="416"/>
                      </a:lnTo>
                      <a:lnTo>
                        <a:pt x="493" y="416"/>
                      </a:lnTo>
                      <a:lnTo>
                        <a:pt x="495" y="416"/>
                      </a:lnTo>
                      <a:close/>
                      <a:moveTo>
                        <a:pt x="482" y="416"/>
                      </a:moveTo>
                      <a:lnTo>
                        <a:pt x="480" y="416"/>
                      </a:lnTo>
                      <a:lnTo>
                        <a:pt x="482" y="416"/>
                      </a:lnTo>
                      <a:close/>
                      <a:moveTo>
                        <a:pt x="497" y="416"/>
                      </a:moveTo>
                      <a:lnTo>
                        <a:pt x="499" y="416"/>
                      </a:lnTo>
                      <a:lnTo>
                        <a:pt x="499" y="418"/>
                      </a:lnTo>
                      <a:lnTo>
                        <a:pt x="497" y="416"/>
                      </a:lnTo>
                      <a:lnTo>
                        <a:pt x="497" y="418"/>
                      </a:lnTo>
                      <a:lnTo>
                        <a:pt x="497" y="416"/>
                      </a:lnTo>
                      <a:lnTo>
                        <a:pt x="497" y="418"/>
                      </a:lnTo>
                      <a:lnTo>
                        <a:pt x="495" y="418"/>
                      </a:lnTo>
                      <a:lnTo>
                        <a:pt x="497" y="418"/>
                      </a:lnTo>
                      <a:lnTo>
                        <a:pt x="497" y="416"/>
                      </a:lnTo>
                      <a:lnTo>
                        <a:pt x="495" y="416"/>
                      </a:lnTo>
                      <a:lnTo>
                        <a:pt x="497" y="416"/>
                      </a:lnTo>
                      <a:close/>
                      <a:moveTo>
                        <a:pt x="495" y="416"/>
                      </a:moveTo>
                      <a:lnTo>
                        <a:pt x="493" y="416"/>
                      </a:lnTo>
                      <a:lnTo>
                        <a:pt x="495" y="416"/>
                      </a:lnTo>
                      <a:lnTo>
                        <a:pt x="493" y="416"/>
                      </a:lnTo>
                      <a:lnTo>
                        <a:pt x="495" y="416"/>
                      </a:lnTo>
                      <a:close/>
                      <a:moveTo>
                        <a:pt x="497" y="415"/>
                      </a:moveTo>
                      <a:lnTo>
                        <a:pt x="495" y="415"/>
                      </a:lnTo>
                      <a:lnTo>
                        <a:pt x="497" y="415"/>
                      </a:lnTo>
                      <a:close/>
                      <a:moveTo>
                        <a:pt x="495" y="411"/>
                      </a:moveTo>
                      <a:lnTo>
                        <a:pt x="497" y="411"/>
                      </a:lnTo>
                      <a:lnTo>
                        <a:pt x="495" y="411"/>
                      </a:lnTo>
                      <a:close/>
                      <a:moveTo>
                        <a:pt x="495" y="409"/>
                      </a:moveTo>
                      <a:lnTo>
                        <a:pt x="497" y="409"/>
                      </a:lnTo>
                      <a:lnTo>
                        <a:pt x="495" y="409"/>
                      </a:lnTo>
                      <a:close/>
                      <a:moveTo>
                        <a:pt x="502" y="407"/>
                      </a:moveTo>
                      <a:lnTo>
                        <a:pt x="504" y="407"/>
                      </a:lnTo>
                      <a:lnTo>
                        <a:pt x="502" y="407"/>
                      </a:lnTo>
                      <a:lnTo>
                        <a:pt x="502" y="409"/>
                      </a:lnTo>
                      <a:lnTo>
                        <a:pt x="502" y="407"/>
                      </a:lnTo>
                      <a:lnTo>
                        <a:pt x="502" y="409"/>
                      </a:lnTo>
                      <a:lnTo>
                        <a:pt x="502" y="407"/>
                      </a:lnTo>
                      <a:close/>
                      <a:moveTo>
                        <a:pt x="495" y="405"/>
                      </a:moveTo>
                      <a:lnTo>
                        <a:pt x="495" y="407"/>
                      </a:lnTo>
                      <a:lnTo>
                        <a:pt x="495" y="405"/>
                      </a:lnTo>
                      <a:lnTo>
                        <a:pt x="495" y="407"/>
                      </a:lnTo>
                      <a:lnTo>
                        <a:pt x="495" y="405"/>
                      </a:lnTo>
                      <a:close/>
                      <a:moveTo>
                        <a:pt x="480" y="405"/>
                      </a:moveTo>
                      <a:lnTo>
                        <a:pt x="482" y="405"/>
                      </a:lnTo>
                      <a:lnTo>
                        <a:pt x="480" y="405"/>
                      </a:lnTo>
                      <a:close/>
                      <a:moveTo>
                        <a:pt x="480" y="404"/>
                      </a:moveTo>
                      <a:lnTo>
                        <a:pt x="480" y="405"/>
                      </a:lnTo>
                      <a:lnTo>
                        <a:pt x="480" y="404"/>
                      </a:lnTo>
                      <a:close/>
                      <a:moveTo>
                        <a:pt x="484" y="404"/>
                      </a:moveTo>
                      <a:lnTo>
                        <a:pt x="482" y="404"/>
                      </a:lnTo>
                      <a:lnTo>
                        <a:pt x="484" y="404"/>
                      </a:lnTo>
                      <a:close/>
                      <a:moveTo>
                        <a:pt x="504" y="400"/>
                      </a:moveTo>
                      <a:lnTo>
                        <a:pt x="502" y="400"/>
                      </a:lnTo>
                      <a:lnTo>
                        <a:pt x="504" y="400"/>
                      </a:lnTo>
                      <a:close/>
                      <a:moveTo>
                        <a:pt x="504" y="400"/>
                      </a:moveTo>
                      <a:lnTo>
                        <a:pt x="504" y="398"/>
                      </a:lnTo>
                      <a:lnTo>
                        <a:pt x="504" y="400"/>
                      </a:lnTo>
                      <a:close/>
                      <a:moveTo>
                        <a:pt x="502" y="398"/>
                      </a:moveTo>
                      <a:lnTo>
                        <a:pt x="504" y="398"/>
                      </a:lnTo>
                      <a:lnTo>
                        <a:pt x="502" y="398"/>
                      </a:lnTo>
                      <a:close/>
                      <a:moveTo>
                        <a:pt x="504" y="398"/>
                      </a:moveTo>
                      <a:lnTo>
                        <a:pt x="506" y="398"/>
                      </a:lnTo>
                      <a:lnTo>
                        <a:pt x="506" y="400"/>
                      </a:lnTo>
                      <a:lnTo>
                        <a:pt x="506" y="398"/>
                      </a:lnTo>
                      <a:lnTo>
                        <a:pt x="504" y="398"/>
                      </a:lnTo>
                      <a:lnTo>
                        <a:pt x="502" y="398"/>
                      </a:lnTo>
                      <a:lnTo>
                        <a:pt x="504" y="398"/>
                      </a:lnTo>
                      <a:close/>
                      <a:moveTo>
                        <a:pt x="502" y="398"/>
                      </a:moveTo>
                      <a:lnTo>
                        <a:pt x="504" y="398"/>
                      </a:lnTo>
                      <a:lnTo>
                        <a:pt x="502" y="398"/>
                      </a:lnTo>
                      <a:lnTo>
                        <a:pt x="502" y="396"/>
                      </a:lnTo>
                      <a:lnTo>
                        <a:pt x="502" y="398"/>
                      </a:lnTo>
                      <a:lnTo>
                        <a:pt x="502" y="396"/>
                      </a:lnTo>
                      <a:lnTo>
                        <a:pt x="502" y="398"/>
                      </a:lnTo>
                      <a:close/>
                      <a:moveTo>
                        <a:pt x="504" y="396"/>
                      </a:moveTo>
                      <a:lnTo>
                        <a:pt x="504" y="398"/>
                      </a:lnTo>
                      <a:lnTo>
                        <a:pt x="504" y="396"/>
                      </a:lnTo>
                      <a:close/>
                      <a:moveTo>
                        <a:pt x="497" y="396"/>
                      </a:moveTo>
                      <a:lnTo>
                        <a:pt x="497" y="398"/>
                      </a:lnTo>
                      <a:lnTo>
                        <a:pt x="495" y="398"/>
                      </a:lnTo>
                      <a:lnTo>
                        <a:pt x="497" y="396"/>
                      </a:lnTo>
                      <a:lnTo>
                        <a:pt x="495" y="396"/>
                      </a:lnTo>
                      <a:lnTo>
                        <a:pt x="497" y="396"/>
                      </a:lnTo>
                      <a:close/>
                      <a:moveTo>
                        <a:pt x="504" y="395"/>
                      </a:moveTo>
                      <a:lnTo>
                        <a:pt x="504" y="396"/>
                      </a:lnTo>
                      <a:lnTo>
                        <a:pt x="504" y="395"/>
                      </a:lnTo>
                      <a:lnTo>
                        <a:pt x="504" y="396"/>
                      </a:lnTo>
                      <a:lnTo>
                        <a:pt x="506" y="396"/>
                      </a:lnTo>
                      <a:lnTo>
                        <a:pt x="506" y="398"/>
                      </a:lnTo>
                      <a:lnTo>
                        <a:pt x="506" y="396"/>
                      </a:lnTo>
                      <a:lnTo>
                        <a:pt x="504" y="396"/>
                      </a:lnTo>
                      <a:lnTo>
                        <a:pt x="502" y="396"/>
                      </a:lnTo>
                      <a:lnTo>
                        <a:pt x="504" y="396"/>
                      </a:lnTo>
                      <a:lnTo>
                        <a:pt x="504" y="395"/>
                      </a:lnTo>
                      <a:lnTo>
                        <a:pt x="504" y="396"/>
                      </a:lnTo>
                      <a:lnTo>
                        <a:pt x="504" y="395"/>
                      </a:lnTo>
                      <a:close/>
                      <a:moveTo>
                        <a:pt x="500" y="395"/>
                      </a:moveTo>
                      <a:lnTo>
                        <a:pt x="500" y="396"/>
                      </a:lnTo>
                      <a:lnTo>
                        <a:pt x="500" y="398"/>
                      </a:lnTo>
                      <a:lnTo>
                        <a:pt x="500" y="396"/>
                      </a:lnTo>
                      <a:lnTo>
                        <a:pt x="500" y="398"/>
                      </a:lnTo>
                      <a:lnTo>
                        <a:pt x="502" y="398"/>
                      </a:lnTo>
                      <a:lnTo>
                        <a:pt x="502" y="400"/>
                      </a:lnTo>
                      <a:lnTo>
                        <a:pt x="500" y="400"/>
                      </a:lnTo>
                      <a:lnTo>
                        <a:pt x="502" y="400"/>
                      </a:lnTo>
                      <a:lnTo>
                        <a:pt x="500" y="400"/>
                      </a:lnTo>
                      <a:lnTo>
                        <a:pt x="500" y="398"/>
                      </a:lnTo>
                      <a:lnTo>
                        <a:pt x="499" y="398"/>
                      </a:lnTo>
                      <a:lnTo>
                        <a:pt x="497" y="398"/>
                      </a:lnTo>
                      <a:lnTo>
                        <a:pt x="499" y="398"/>
                      </a:lnTo>
                      <a:lnTo>
                        <a:pt x="497" y="398"/>
                      </a:lnTo>
                      <a:lnTo>
                        <a:pt x="497" y="396"/>
                      </a:lnTo>
                      <a:lnTo>
                        <a:pt x="499" y="396"/>
                      </a:lnTo>
                      <a:lnTo>
                        <a:pt x="499" y="395"/>
                      </a:lnTo>
                      <a:lnTo>
                        <a:pt x="499" y="396"/>
                      </a:lnTo>
                      <a:lnTo>
                        <a:pt x="499" y="395"/>
                      </a:lnTo>
                      <a:lnTo>
                        <a:pt x="500" y="395"/>
                      </a:lnTo>
                      <a:close/>
                      <a:moveTo>
                        <a:pt x="502" y="395"/>
                      </a:moveTo>
                      <a:lnTo>
                        <a:pt x="500" y="395"/>
                      </a:lnTo>
                      <a:lnTo>
                        <a:pt x="502" y="395"/>
                      </a:lnTo>
                      <a:close/>
                      <a:moveTo>
                        <a:pt x="497" y="395"/>
                      </a:moveTo>
                      <a:lnTo>
                        <a:pt x="495" y="396"/>
                      </a:lnTo>
                      <a:lnTo>
                        <a:pt x="493" y="396"/>
                      </a:lnTo>
                      <a:lnTo>
                        <a:pt x="495" y="395"/>
                      </a:lnTo>
                      <a:lnTo>
                        <a:pt x="497" y="395"/>
                      </a:lnTo>
                      <a:close/>
                      <a:moveTo>
                        <a:pt x="508" y="395"/>
                      </a:moveTo>
                      <a:lnTo>
                        <a:pt x="508" y="393"/>
                      </a:lnTo>
                      <a:lnTo>
                        <a:pt x="506" y="393"/>
                      </a:lnTo>
                      <a:lnTo>
                        <a:pt x="508" y="393"/>
                      </a:lnTo>
                      <a:lnTo>
                        <a:pt x="508" y="395"/>
                      </a:lnTo>
                      <a:close/>
                      <a:moveTo>
                        <a:pt x="510" y="393"/>
                      </a:moveTo>
                      <a:lnTo>
                        <a:pt x="508" y="393"/>
                      </a:lnTo>
                      <a:lnTo>
                        <a:pt x="510" y="393"/>
                      </a:lnTo>
                      <a:lnTo>
                        <a:pt x="510" y="395"/>
                      </a:lnTo>
                      <a:lnTo>
                        <a:pt x="508" y="395"/>
                      </a:lnTo>
                      <a:lnTo>
                        <a:pt x="508" y="393"/>
                      </a:lnTo>
                      <a:lnTo>
                        <a:pt x="510" y="393"/>
                      </a:lnTo>
                      <a:close/>
                      <a:moveTo>
                        <a:pt x="504" y="393"/>
                      </a:moveTo>
                      <a:lnTo>
                        <a:pt x="506" y="393"/>
                      </a:lnTo>
                      <a:lnTo>
                        <a:pt x="506" y="395"/>
                      </a:lnTo>
                      <a:lnTo>
                        <a:pt x="508" y="395"/>
                      </a:lnTo>
                      <a:lnTo>
                        <a:pt x="506" y="395"/>
                      </a:lnTo>
                      <a:lnTo>
                        <a:pt x="508" y="395"/>
                      </a:lnTo>
                      <a:lnTo>
                        <a:pt x="508" y="396"/>
                      </a:lnTo>
                      <a:lnTo>
                        <a:pt x="506" y="396"/>
                      </a:lnTo>
                      <a:lnTo>
                        <a:pt x="506" y="395"/>
                      </a:lnTo>
                      <a:lnTo>
                        <a:pt x="504" y="395"/>
                      </a:lnTo>
                      <a:lnTo>
                        <a:pt x="504" y="393"/>
                      </a:lnTo>
                      <a:close/>
                      <a:moveTo>
                        <a:pt x="506" y="393"/>
                      </a:moveTo>
                      <a:lnTo>
                        <a:pt x="504" y="393"/>
                      </a:lnTo>
                      <a:lnTo>
                        <a:pt x="506" y="393"/>
                      </a:lnTo>
                      <a:close/>
                      <a:moveTo>
                        <a:pt x="506" y="393"/>
                      </a:moveTo>
                      <a:lnTo>
                        <a:pt x="508" y="393"/>
                      </a:lnTo>
                      <a:lnTo>
                        <a:pt x="508" y="391"/>
                      </a:lnTo>
                      <a:lnTo>
                        <a:pt x="508" y="393"/>
                      </a:lnTo>
                      <a:lnTo>
                        <a:pt x="506" y="393"/>
                      </a:lnTo>
                      <a:lnTo>
                        <a:pt x="506" y="391"/>
                      </a:lnTo>
                      <a:lnTo>
                        <a:pt x="506" y="393"/>
                      </a:lnTo>
                      <a:close/>
                      <a:moveTo>
                        <a:pt x="497" y="393"/>
                      </a:moveTo>
                      <a:lnTo>
                        <a:pt x="495" y="393"/>
                      </a:lnTo>
                      <a:lnTo>
                        <a:pt x="495" y="391"/>
                      </a:lnTo>
                      <a:lnTo>
                        <a:pt x="497" y="391"/>
                      </a:lnTo>
                      <a:lnTo>
                        <a:pt x="497" y="393"/>
                      </a:lnTo>
                      <a:close/>
                      <a:moveTo>
                        <a:pt x="497" y="391"/>
                      </a:moveTo>
                      <a:lnTo>
                        <a:pt x="495" y="391"/>
                      </a:lnTo>
                      <a:lnTo>
                        <a:pt x="497" y="391"/>
                      </a:lnTo>
                      <a:close/>
                      <a:moveTo>
                        <a:pt x="495" y="391"/>
                      </a:moveTo>
                      <a:lnTo>
                        <a:pt x="497" y="391"/>
                      </a:lnTo>
                      <a:lnTo>
                        <a:pt x="495" y="391"/>
                      </a:lnTo>
                      <a:close/>
                      <a:moveTo>
                        <a:pt x="511" y="391"/>
                      </a:moveTo>
                      <a:lnTo>
                        <a:pt x="511" y="389"/>
                      </a:lnTo>
                      <a:lnTo>
                        <a:pt x="511" y="391"/>
                      </a:lnTo>
                      <a:close/>
                      <a:moveTo>
                        <a:pt x="495" y="389"/>
                      </a:moveTo>
                      <a:lnTo>
                        <a:pt x="495" y="391"/>
                      </a:lnTo>
                      <a:lnTo>
                        <a:pt x="493" y="391"/>
                      </a:lnTo>
                      <a:lnTo>
                        <a:pt x="493" y="389"/>
                      </a:lnTo>
                      <a:lnTo>
                        <a:pt x="495" y="389"/>
                      </a:lnTo>
                      <a:close/>
                      <a:moveTo>
                        <a:pt x="508" y="389"/>
                      </a:moveTo>
                      <a:lnTo>
                        <a:pt x="510" y="389"/>
                      </a:lnTo>
                      <a:lnTo>
                        <a:pt x="508" y="389"/>
                      </a:lnTo>
                      <a:lnTo>
                        <a:pt x="510" y="389"/>
                      </a:lnTo>
                      <a:lnTo>
                        <a:pt x="511" y="389"/>
                      </a:lnTo>
                      <a:lnTo>
                        <a:pt x="510" y="389"/>
                      </a:lnTo>
                      <a:lnTo>
                        <a:pt x="511" y="389"/>
                      </a:lnTo>
                      <a:lnTo>
                        <a:pt x="510" y="391"/>
                      </a:lnTo>
                      <a:lnTo>
                        <a:pt x="511" y="391"/>
                      </a:lnTo>
                      <a:lnTo>
                        <a:pt x="510" y="391"/>
                      </a:lnTo>
                      <a:lnTo>
                        <a:pt x="511" y="391"/>
                      </a:lnTo>
                      <a:lnTo>
                        <a:pt x="510" y="391"/>
                      </a:lnTo>
                      <a:lnTo>
                        <a:pt x="510" y="393"/>
                      </a:lnTo>
                      <a:lnTo>
                        <a:pt x="510" y="395"/>
                      </a:lnTo>
                      <a:lnTo>
                        <a:pt x="510" y="393"/>
                      </a:lnTo>
                      <a:lnTo>
                        <a:pt x="508" y="393"/>
                      </a:lnTo>
                      <a:lnTo>
                        <a:pt x="510" y="393"/>
                      </a:lnTo>
                      <a:lnTo>
                        <a:pt x="510" y="391"/>
                      </a:lnTo>
                      <a:lnTo>
                        <a:pt x="508" y="391"/>
                      </a:lnTo>
                      <a:lnTo>
                        <a:pt x="508" y="389"/>
                      </a:lnTo>
                      <a:close/>
                      <a:moveTo>
                        <a:pt x="504" y="389"/>
                      </a:moveTo>
                      <a:lnTo>
                        <a:pt x="502" y="389"/>
                      </a:lnTo>
                      <a:lnTo>
                        <a:pt x="504" y="389"/>
                      </a:lnTo>
                      <a:close/>
                      <a:moveTo>
                        <a:pt x="497" y="389"/>
                      </a:moveTo>
                      <a:lnTo>
                        <a:pt x="497" y="391"/>
                      </a:lnTo>
                      <a:lnTo>
                        <a:pt x="497" y="389"/>
                      </a:lnTo>
                      <a:close/>
                      <a:moveTo>
                        <a:pt x="500" y="389"/>
                      </a:moveTo>
                      <a:lnTo>
                        <a:pt x="502" y="389"/>
                      </a:lnTo>
                      <a:lnTo>
                        <a:pt x="500" y="389"/>
                      </a:lnTo>
                      <a:close/>
                      <a:moveTo>
                        <a:pt x="500" y="389"/>
                      </a:moveTo>
                      <a:lnTo>
                        <a:pt x="499" y="389"/>
                      </a:lnTo>
                      <a:lnTo>
                        <a:pt x="500" y="389"/>
                      </a:lnTo>
                      <a:close/>
                      <a:moveTo>
                        <a:pt x="502" y="389"/>
                      </a:moveTo>
                      <a:lnTo>
                        <a:pt x="500" y="389"/>
                      </a:lnTo>
                      <a:lnTo>
                        <a:pt x="500" y="387"/>
                      </a:lnTo>
                      <a:lnTo>
                        <a:pt x="502" y="387"/>
                      </a:lnTo>
                      <a:lnTo>
                        <a:pt x="502" y="389"/>
                      </a:lnTo>
                      <a:close/>
                      <a:moveTo>
                        <a:pt x="497" y="387"/>
                      </a:moveTo>
                      <a:lnTo>
                        <a:pt x="497" y="389"/>
                      </a:lnTo>
                      <a:lnTo>
                        <a:pt x="497" y="387"/>
                      </a:lnTo>
                      <a:close/>
                      <a:moveTo>
                        <a:pt x="499" y="387"/>
                      </a:moveTo>
                      <a:lnTo>
                        <a:pt x="499" y="389"/>
                      </a:lnTo>
                      <a:lnTo>
                        <a:pt x="499" y="387"/>
                      </a:lnTo>
                      <a:close/>
                      <a:moveTo>
                        <a:pt x="510" y="387"/>
                      </a:moveTo>
                      <a:lnTo>
                        <a:pt x="510" y="389"/>
                      </a:lnTo>
                      <a:lnTo>
                        <a:pt x="508" y="389"/>
                      </a:lnTo>
                      <a:lnTo>
                        <a:pt x="508" y="387"/>
                      </a:lnTo>
                      <a:lnTo>
                        <a:pt x="510" y="387"/>
                      </a:lnTo>
                      <a:close/>
                      <a:moveTo>
                        <a:pt x="511" y="387"/>
                      </a:moveTo>
                      <a:lnTo>
                        <a:pt x="511" y="385"/>
                      </a:lnTo>
                      <a:lnTo>
                        <a:pt x="511" y="387"/>
                      </a:lnTo>
                      <a:close/>
                      <a:moveTo>
                        <a:pt x="495" y="385"/>
                      </a:moveTo>
                      <a:lnTo>
                        <a:pt x="493" y="385"/>
                      </a:lnTo>
                      <a:lnTo>
                        <a:pt x="495" y="385"/>
                      </a:lnTo>
                      <a:close/>
                      <a:moveTo>
                        <a:pt x="491" y="384"/>
                      </a:moveTo>
                      <a:lnTo>
                        <a:pt x="491" y="385"/>
                      </a:lnTo>
                      <a:lnTo>
                        <a:pt x="493" y="385"/>
                      </a:lnTo>
                      <a:lnTo>
                        <a:pt x="493" y="387"/>
                      </a:lnTo>
                      <a:lnTo>
                        <a:pt x="491" y="387"/>
                      </a:lnTo>
                      <a:lnTo>
                        <a:pt x="491" y="389"/>
                      </a:lnTo>
                      <a:lnTo>
                        <a:pt x="489" y="389"/>
                      </a:lnTo>
                      <a:lnTo>
                        <a:pt x="489" y="387"/>
                      </a:lnTo>
                      <a:lnTo>
                        <a:pt x="489" y="385"/>
                      </a:lnTo>
                      <a:lnTo>
                        <a:pt x="491" y="384"/>
                      </a:lnTo>
                      <a:lnTo>
                        <a:pt x="491" y="385"/>
                      </a:lnTo>
                      <a:lnTo>
                        <a:pt x="491" y="384"/>
                      </a:lnTo>
                      <a:close/>
                      <a:moveTo>
                        <a:pt x="427" y="385"/>
                      </a:moveTo>
                      <a:lnTo>
                        <a:pt x="426" y="385"/>
                      </a:lnTo>
                      <a:lnTo>
                        <a:pt x="424" y="385"/>
                      </a:lnTo>
                      <a:lnTo>
                        <a:pt x="426" y="385"/>
                      </a:lnTo>
                      <a:lnTo>
                        <a:pt x="426" y="384"/>
                      </a:lnTo>
                      <a:lnTo>
                        <a:pt x="426" y="385"/>
                      </a:lnTo>
                      <a:lnTo>
                        <a:pt x="427" y="385"/>
                      </a:lnTo>
                      <a:close/>
                      <a:moveTo>
                        <a:pt x="506" y="384"/>
                      </a:moveTo>
                      <a:lnTo>
                        <a:pt x="506" y="385"/>
                      </a:lnTo>
                      <a:lnTo>
                        <a:pt x="506" y="384"/>
                      </a:lnTo>
                      <a:close/>
                      <a:moveTo>
                        <a:pt x="429" y="384"/>
                      </a:moveTo>
                      <a:lnTo>
                        <a:pt x="429" y="385"/>
                      </a:lnTo>
                      <a:lnTo>
                        <a:pt x="427" y="385"/>
                      </a:lnTo>
                      <a:lnTo>
                        <a:pt x="427" y="384"/>
                      </a:lnTo>
                      <a:lnTo>
                        <a:pt x="429" y="384"/>
                      </a:lnTo>
                      <a:close/>
                      <a:moveTo>
                        <a:pt x="493" y="384"/>
                      </a:moveTo>
                      <a:lnTo>
                        <a:pt x="493" y="385"/>
                      </a:lnTo>
                      <a:lnTo>
                        <a:pt x="493" y="384"/>
                      </a:lnTo>
                      <a:lnTo>
                        <a:pt x="491" y="384"/>
                      </a:lnTo>
                      <a:lnTo>
                        <a:pt x="493" y="384"/>
                      </a:lnTo>
                      <a:close/>
                      <a:moveTo>
                        <a:pt x="491" y="384"/>
                      </a:moveTo>
                      <a:lnTo>
                        <a:pt x="489" y="384"/>
                      </a:lnTo>
                      <a:lnTo>
                        <a:pt x="491" y="384"/>
                      </a:lnTo>
                      <a:close/>
                      <a:moveTo>
                        <a:pt x="522" y="382"/>
                      </a:moveTo>
                      <a:lnTo>
                        <a:pt x="524" y="384"/>
                      </a:lnTo>
                      <a:lnTo>
                        <a:pt x="522" y="384"/>
                      </a:lnTo>
                      <a:lnTo>
                        <a:pt x="522" y="382"/>
                      </a:lnTo>
                      <a:close/>
                      <a:moveTo>
                        <a:pt x="493" y="382"/>
                      </a:moveTo>
                      <a:lnTo>
                        <a:pt x="495" y="382"/>
                      </a:lnTo>
                      <a:lnTo>
                        <a:pt x="497" y="382"/>
                      </a:lnTo>
                      <a:lnTo>
                        <a:pt x="499" y="382"/>
                      </a:lnTo>
                      <a:lnTo>
                        <a:pt x="500" y="382"/>
                      </a:lnTo>
                      <a:lnTo>
                        <a:pt x="500" y="384"/>
                      </a:lnTo>
                      <a:lnTo>
                        <a:pt x="502" y="384"/>
                      </a:lnTo>
                      <a:lnTo>
                        <a:pt x="504" y="384"/>
                      </a:lnTo>
                      <a:lnTo>
                        <a:pt x="504" y="385"/>
                      </a:lnTo>
                      <a:lnTo>
                        <a:pt x="506" y="385"/>
                      </a:lnTo>
                      <a:lnTo>
                        <a:pt x="508" y="387"/>
                      </a:lnTo>
                      <a:lnTo>
                        <a:pt x="506" y="387"/>
                      </a:lnTo>
                      <a:lnTo>
                        <a:pt x="506" y="389"/>
                      </a:lnTo>
                      <a:lnTo>
                        <a:pt x="508" y="389"/>
                      </a:lnTo>
                      <a:lnTo>
                        <a:pt x="506" y="389"/>
                      </a:lnTo>
                      <a:lnTo>
                        <a:pt x="506" y="391"/>
                      </a:lnTo>
                      <a:lnTo>
                        <a:pt x="506" y="389"/>
                      </a:lnTo>
                      <a:lnTo>
                        <a:pt x="504" y="389"/>
                      </a:lnTo>
                      <a:lnTo>
                        <a:pt x="502" y="389"/>
                      </a:lnTo>
                      <a:lnTo>
                        <a:pt x="502" y="387"/>
                      </a:lnTo>
                      <a:lnTo>
                        <a:pt x="500" y="387"/>
                      </a:lnTo>
                      <a:lnTo>
                        <a:pt x="499" y="387"/>
                      </a:lnTo>
                      <a:lnTo>
                        <a:pt x="497" y="387"/>
                      </a:lnTo>
                      <a:lnTo>
                        <a:pt x="495" y="387"/>
                      </a:lnTo>
                      <a:lnTo>
                        <a:pt x="495" y="385"/>
                      </a:lnTo>
                      <a:lnTo>
                        <a:pt x="495" y="384"/>
                      </a:lnTo>
                      <a:lnTo>
                        <a:pt x="495" y="382"/>
                      </a:lnTo>
                      <a:lnTo>
                        <a:pt x="493" y="382"/>
                      </a:lnTo>
                      <a:close/>
                      <a:moveTo>
                        <a:pt x="502" y="380"/>
                      </a:moveTo>
                      <a:lnTo>
                        <a:pt x="502" y="382"/>
                      </a:lnTo>
                      <a:lnTo>
                        <a:pt x="504" y="382"/>
                      </a:lnTo>
                      <a:lnTo>
                        <a:pt x="502" y="382"/>
                      </a:lnTo>
                      <a:lnTo>
                        <a:pt x="500" y="382"/>
                      </a:lnTo>
                      <a:lnTo>
                        <a:pt x="500" y="380"/>
                      </a:lnTo>
                      <a:lnTo>
                        <a:pt x="502" y="380"/>
                      </a:lnTo>
                      <a:close/>
                      <a:moveTo>
                        <a:pt x="497" y="380"/>
                      </a:moveTo>
                      <a:lnTo>
                        <a:pt x="497" y="382"/>
                      </a:lnTo>
                      <a:lnTo>
                        <a:pt x="495" y="382"/>
                      </a:lnTo>
                      <a:lnTo>
                        <a:pt x="497" y="382"/>
                      </a:lnTo>
                      <a:lnTo>
                        <a:pt x="497" y="380"/>
                      </a:lnTo>
                      <a:close/>
                      <a:moveTo>
                        <a:pt x="520" y="380"/>
                      </a:moveTo>
                      <a:lnTo>
                        <a:pt x="520" y="382"/>
                      </a:lnTo>
                      <a:lnTo>
                        <a:pt x="520" y="380"/>
                      </a:lnTo>
                      <a:lnTo>
                        <a:pt x="519" y="380"/>
                      </a:lnTo>
                      <a:lnTo>
                        <a:pt x="520" y="380"/>
                      </a:lnTo>
                      <a:close/>
                      <a:moveTo>
                        <a:pt x="519" y="380"/>
                      </a:moveTo>
                      <a:lnTo>
                        <a:pt x="519" y="382"/>
                      </a:lnTo>
                      <a:lnTo>
                        <a:pt x="519" y="380"/>
                      </a:lnTo>
                      <a:close/>
                      <a:moveTo>
                        <a:pt x="513" y="380"/>
                      </a:moveTo>
                      <a:lnTo>
                        <a:pt x="511" y="380"/>
                      </a:lnTo>
                      <a:lnTo>
                        <a:pt x="513" y="380"/>
                      </a:lnTo>
                      <a:close/>
                      <a:moveTo>
                        <a:pt x="457" y="380"/>
                      </a:moveTo>
                      <a:lnTo>
                        <a:pt x="455" y="382"/>
                      </a:lnTo>
                      <a:lnTo>
                        <a:pt x="455" y="380"/>
                      </a:lnTo>
                      <a:lnTo>
                        <a:pt x="457" y="380"/>
                      </a:lnTo>
                      <a:close/>
                      <a:moveTo>
                        <a:pt x="515" y="380"/>
                      </a:moveTo>
                      <a:lnTo>
                        <a:pt x="513" y="380"/>
                      </a:lnTo>
                      <a:lnTo>
                        <a:pt x="515" y="380"/>
                      </a:lnTo>
                      <a:close/>
                      <a:moveTo>
                        <a:pt x="506" y="378"/>
                      </a:moveTo>
                      <a:lnTo>
                        <a:pt x="504" y="378"/>
                      </a:lnTo>
                      <a:lnTo>
                        <a:pt x="504" y="380"/>
                      </a:lnTo>
                      <a:lnTo>
                        <a:pt x="504" y="378"/>
                      </a:lnTo>
                      <a:lnTo>
                        <a:pt x="506" y="378"/>
                      </a:lnTo>
                      <a:close/>
                      <a:moveTo>
                        <a:pt x="510" y="378"/>
                      </a:moveTo>
                      <a:lnTo>
                        <a:pt x="511" y="378"/>
                      </a:lnTo>
                      <a:lnTo>
                        <a:pt x="510" y="378"/>
                      </a:lnTo>
                      <a:lnTo>
                        <a:pt x="510" y="380"/>
                      </a:lnTo>
                      <a:lnTo>
                        <a:pt x="510" y="378"/>
                      </a:lnTo>
                      <a:lnTo>
                        <a:pt x="510" y="380"/>
                      </a:lnTo>
                      <a:lnTo>
                        <a:pt x="510" y="378"/>
                      </a:lnTo>
                      <a:lnTo>
                        <a:pt x="510" y="380"/>
                      </a:lnTo>
                      <a:lnTo>
                        <a:pt x="510" y="378"/>
                      </a:lnTo>
                      <a:lnTo>
                        <a:pt x="508" y="378"/>
                      </a:lnTo>
                      <a:lnTo>
                        <a:pt x="508" y="380"/>
                      </a:lnTo>
                      <a:lnTo>
                        <a:pt x="508" y="378"/>
                      </a:lnTo>
                      <a:lnTo>
                        <a:pt x="508" y="380"/>
                      </a:lnTo>
                      <a:lnTo>
                        <a:pt x="508" y="378"/>
                      </a:lnTo>
                      <a:lnTo>
                        <a:pt x="508" y="380"/>
                      </a:lnTo>
                      <a:lnTo>
                        <a:pt x="506" y="378"/>
                      </a:lnTo>
                      <a:lnTo>
                        <a:pt x="506" y="380"/>
                      </a:lnTo>
                      <a:lnTo>
                        <a:pt x="506" y="378"/>
                      </a:lnTo>
                      <a:lnTo>
                        <a:pt x="506" y="380"/>
                      </a:lnTo>
                      <a:lnTo>
                        <a:pt x="506" y="378"/>
                      </a:lnTo>
                      <a:lnTo>
                        <a:pt x="508" y="378"/>
                      </a:lnTo>
                      <a:lnTo>
                        <a:pt x="506" y="378"/>
                      </a:lnTo>
                      <a:lnTo>
                        <a:pt x="508" y="378"/>
                      </a:lnTo>
                      <a:lnTo>
                        <a:pt x="510" y="378"/>
                      </a:lnTo>
                      <a:close/>
                      <a:moveTo>
                        <a:pt x="510" y="378"/>
                      </a:moveTo>
                      <a:lnTo>
                        <a:pt x="508" y="378"/>
                      </a:lnTo>
                      <a:lnTo>
                        <a:pt x="510" y="378"/>
                      </a:lnTo>
                      <a:close/>
                      <a:moveTo>
                        <a:pt x="495" y="374"/>
                      </a:moveTo>
                      <a:lnTo>
                        <a:pt x="495" y="376"/>
                      </a:lnTo>
                      <a:lnTo>
                        <a:pt x="495" y="374"/>
                      </a:lnTo>
                      <a:lnTo>
                        <a:pt x="495" y="376"/>
                      </a:lnTo>
                      <a:lnTo>
                        <a:pt x="493" y="376"/>
                      </a:lnTo>
                      <a:lnTo>
                        <a:pt x="493" y="378"/>
                      </a:lnTo>
                      <a:lnTo>
                        <a:pt x="493" y="376"/>
                      </a:lnTo>
                      <a:lnTo>
                        <a:pt x="495" y="376"/>
                      </a:lnTo>
                      <a:lnTo>
                        <a:pt x="493" y="376"/>
                      </a:lnTo>
                      <a:lnTo>
                        <a:pt x="495" y="376"/>
                      </a:lnTo>
                      <a:lnTo>
                        <a:pt x="493" y="376"/>
                      </a:lnTo>
                      <a:lnTo>
                        <a:pt x="495" y="376"/>
                      </a:lnTo>
                      <a:lnTo>
                        <a:pt x="493" y="376"/>
                      </a:lnTo>
                      <a:lnTo>
                        <a:pt x="495" y="376"/>
                      </a:lnTo>
                      <a:lnTo>
                        <a:pt x="495" y="374"/>
                      </a:lnTo>
                      <a:close/>
                      <a:moveTo>
                        <a:pt x="502" y="374"/>
                      </a:moveTo>
                      <a:lnTo>
                        <a:pt x="502" y="376"/>
                      </a:lnTo>
                      <a:lnTo>
                        <a:pt x="504" y="376"/>
                      </a:lnTo>
                      <a:lnTo>
                        <a:pt x="504" y="378"/>
                      </a:lnTo>
                      <a:lnTo>
                        <a:pt x="504" y="380"/>
                      </a:lnTo>
                      <a:lnTo>
                        <a:pt x="502" y="380"/>
                      </a:lnTo>
                      <a:lnTo>
                        <a:pt x="502" y="378"/>
                      </a:lnTo>
                      <a:lnTo>
                        <a:pt x="500" y="378"/>
                      </a:lnTo>
                      <a:lnTo>
                        <a:pt x="499" y="378"/>
                      </a:lnTo>
                      <a:lnTo>
                        <a:pt x="499" y="376"/>
                      </a:lnTo>
                      <a:lnTo>
                        <a:pt x="497" y="376"/>
                      </a:lnTo>
                      <a:lnTo>
                        <a:pt x="499" y="376"/>
                      </a:lnTo>
                      <a:lnTo>
                        <a:pt x="500" y="376"/>
                      </a:lnTo>
                      <a:lnTo>
                        <a:pt x="502" y="376"/>
                      </a:lnTo>
                      <a:lnTo>
                        <a:pt x="502" y="374"/>
                      </a:lnTo>
                      <a:close/>
                      <a:moveTo>
                        <a:pt x="511" y="373"/>
                      </a:moveTo>
                      <a:lnTo>
                        <a:pt x="513" y="373"/>
                      </a:lnTo>
                      <a:lnTo>
                        <a:pt x="511" y="373"/>
                      </a:lnTo>
                      <a:lnTo>
                        <a:pt x="513" y="373"/>
                      </a:lnTo>
                      <a:lnTo>
                        <a:pt x="511" y="373"/>
                      </a:lnTo>
                      <a:close/>
                      <a:moveTo>
                        <a:pt x="510" y="371"/>
                      </a:moveTo>
                      <a:lnTo>
                        <a:pt x="511" y="371"/>
                      </a:lnTo>
                      <a:lnTo>
                        <a:pt x="511" y="373"/>
                      </a:lnTo>
                      <a:lnTo>
                        <a:pt x="510" y="373"/>
                      </a:lnTo>
                      <a:lnTo>
                        <a:pt x="511" y="373"/>
                      </a:lnTo>
                      <a:lnTo>
                        <a:pt x="510" y="373"/>
                      </a:lnTo>
                      <a:lnTo>
                        <a:pt x="508" y="373"/>
                      </a:lnTo>
                      <a:lnTo>
                        <a:pt x="506" y="373"/>
                      </a:lnTo>
                      <a:lnTo>
                        <a:pt x="506" y="371"/>
                      </a:lnTo>
                      <a:lnTo>
                        <a:pt x="508" y="371"/>
                      </a:lnTo>
                      <a:lnTo>
                        <a:pt x="510" y="371"/>
                      </a:lnTo>
                      <a:lnTo>
                        <a:pt x="508" y="371"/>
                      </a:lnTo>
                      <a:lnTo>
                        <a:pt x="510" y="371"/>
                      </a:lnTo>
                      <a:close/>
                      <a:moveTo>
                        <a:pt x="506" y="369"/>
                      </a:moveTo>
                      <a:lnTo>
                        <a:pt x="508" y="369"/>
                      </a:lnTo>
                      <a:lnTo>
                        <a:pt x="508" y="371"/>
                      </a:lnTo>
                      <a:lnTo>
                        <a:pt x="508" y="369"/>
                      </a:lnTo>
                      <a:lnTo>
                        <a:pt x="506" y="371"/>
                      </a:lnTo>
                      <a:lnTo>
                        <a:pt x="506" y="369"/>
                      </a:lnTo>
                      <a:lnTo>
                        <a:pt x="506" y="371"/>
                      </a:lnTo>
                      <a:lnTo>
                        <a:pt x="506" y="369"/>
                      </a:lnTo>
                      <a:close/>
                      <a:moveTo>
                        <a:pt x="506" y="369"/>
                      </a:moveTo>
                      <a:lnTo>
                        <a:pt x="504" y="369"/>
                      </a:lnTo>
                      <a:lnTo>
                        <a:pt x="506" y="369"/>
                      </a:lnTo>
                      <a:close/>
                      <a:moveTo>
                        <a:pt x="508" y="369"/>
                      </a:moveTo>
                      <a:lnTo>
                        <a:pt x="506" y="369"/>
                      </a:lnTo>
                      <a:lnTo>
                        <a:pt x="508" y="369"/>
                      </a:lnTo>
                      <a:close/>
                      <a:moveTo>
                        <a:pt x="497" y="365"/>
                      </a:moveTo>
                      <a:lnTo>
                        <a:pt x="497" y="367"/>
                      </a:lnTo>
                      <a:lnTo>
                        <a:pt x="497" y="365"/>
                      </a:lnTo>
                      <a:close/>
                      <a:moveTo>
                        <a:pt x="499" y="367"/>
                      </a:moveTo>
                      <a:lnTo>
                        <a:pt x="497" y="367"/>
                      </a:lnTo>
                      <a:lnTo>
                        <a:pt x="499" y="367"/>
                      </a:lnTo>
                      <a:lnTo>
                        <a:pt x="499" y="365"/>
                      </a:lnTo>
                      <a:lnTo>
                        <a:pt x="499" y="367"/>
                      </a:lnTo>
                      <a:close/>
                      <a:moveTo>
                        <a:pt x="508" y="367"/>
                      </a:moveTo>
                      <a:lnTo>
                        <a:pt x="508" y="365"/>
                      </a:lnTo>
                      <a:lnTo>
                        <a:pt x="508" y="367"/>
                      </a:lnTo>
                      <a:close/>
                      <a:moveTo>
                        <a:pt x="508" y="365"/>
                      </a:moveTo>
                      <a:lnTo>
                        <a:pt x="508" y="367"/>
                      </a:lnTo>
                      <a:lnTo>
                        <a:pt x="510" y="367"/>
                      </a:lnTo>
                      <a:lnTo>
                        <a:pt x="508" y="367"/>
                      </a:lnTo>
                      <a:lnTo>
                        <a:pt x="508" y="365"/>
                      </a:lnTo>
                      <a:close/>
                      <a:moveTo>
                        <a:pt x="500" y="365"/>
                      </a:moveTo>
                      <a:lnTo>
                        <a:pt x="499" y="365"/>
                      </a:lnTo>
                      <a:lnTo>
                        <a:pt x="500" y="365"/>
                      </a:lnTo>
                      <a:close/>
                      <a:moveTo>
                        <a:pt x="510" y="365"/>
                      </a:moveTo>
                      <a:lnTo>
                        <a:pt x="511" y="365"/>
                      </a:lnTo>
                      <a:lnTo>
                        <a:pt x="510" y="365"/>
                      </a:lnTo>
                      <a:lnTo>
                        <a:pt x="511" y="365"/>
                      </a:lnTo>
                      <a:lnTo>
                        <a:pt x="510" y="365"/>
                      </a:lnTo>
                      <a:lnTo>
                        <a:pt x="511" y="365"/>
                      </a:lnTo>
                      <a:lnTo>
                        <a:pt x="510" y="365"/>
                      </a:lnTo>
                      <a:close/>
                      <a:moveTo>
                        <a:pt x="497" y="365"/>
                      </a:moveTo>
                      <a:lnTo>
                        <a:pt x="499" y="365"/>
                      </a:lnTo>
                      <a:lnTo>
                        <a:pt x="497" y="365"/>
                      </a:lnTo>
                      <a:lnTo>
                        <a:pt x="499" y="365"/>
                      </a:lnTo>
                      <a:lnTo>
                        <a:pt x="497" y="365"/>
                      </a:lnTo>
                      <a:close/>
                      <a:moveTo>
                        <a:pt x="513" y="363"/>
                      </a:moveTo>
                      <a:lnTo>
                        <a:pt x="513" y="365"/>
                      </a:lnTo>
                      <a:lnTo>
                        <a:pt x="513" y="363"/>
                      </a:lnTo>
                      <a:close/>
                      <a:moveTo>
                        <a:pt x="506" y="363"/>
                      </a:moveTo>
                      <a:lnTo>
                        <a:pt x="506" y="365"/>
                      </a:lnTo>
                      <a:lnTo>
                        <a:pt x="506" y="363"/>
                      </a:lnTo>
                      <a:close/>
                      <a:moveTo>
                        <a:pt x="515" y="363"/>
                      </a:moveTo>
                      <a:lnTo>
                        <a:pt x="513" y="363"/>
                      </a:lnTo>
                      <a:lnTo>
                        <a:pt x="515" y="363"/>
                      </a:lnTo>
                      <a:close/>
                      <a:moveTo>
                        <a:pt x="517" y="363"/>
                      </a:moveTo>
                      <a:lnTo>
                        <a:pt x="515" y="363"/>
                      </a:lnTo>
                      <a:lnTo>
                        <a:pt x="515" y="365"/>
                      </a:lnTo>
                      <a:lnTo>
                        <a:pt x="515" y="363"/>
                      </a:lnTo>
                      <a:lnTo>
                        <a:pt x="517" y="363"/>
                      </a:lnTo>
                      <a:close/>
                      <a:moveTo>
                        <a:pt x="511" y="363"/>
                      </a:moveTo>
                      <a:lnTo>
                        <a:pt x="510" y="363"/>
                      </a:lnTo>
                      <a:lnTo>
                        <a:pt x="511" y="363"/>
                      </a:lnTo>
                      <a:close/>
                      <a:moveTo>
                        <a:pt x="524" y="362"/>
                      </a:moveTo>
                      <a:lnTo>
                        <a:pt x="524" y="363"/>
                      </a:lnTo>
                      <a:lnTo>
                        <a:pt x="524" y="362"/>
                      </a:lnTo>
                      <a:lnTo>
                        <a:pt x="524" y="363"/>
                      </a:lnTo>
                      <a:lnTo>
                        <a:pt x="522" y="363"/>
                      </a:lnTo>
                      <a:lnTo>
                        <a:pt x="522" y="362"/>
                      </a:lnTo>
                      <a:lnTo>
                        <a:pt x="524" y="362"/>
                      </a:lnTo>
                      <a:close/>
                      <a:moveTo>
                        <a:pt x="524" y="362"/>
                      </a:moveTo>
                      <a:lnTo>
                        <a:pt x="526" y="362"/>
                      </a:lnTo>
                      <a:lnTo>
                        <a:pt x="524" y="362"/>
                      </a:lnTo>
                      <a:close/>
                      <a:moveTo>
                        <a:pt x="511" y="360"/>
                      </a:moveTo>
                      <a:lnTo>
                        <a:pt x="511" y="362"/>
                      </a:lnTo>
                      <a:lnTo>
                        <a:pt x="513" y="362"/>
                      </a:lnTo>
                      <a:lnTo>
                        <a:pt x="515" y="362"/>
                      </a:lnTo>
                      <a:lnTo>
                        <a:pt x="513" y="362"/>
                      </a:lnTo>
                      <a:lnTo>
                        <a:pt x="515" y="362"/>
                      </a:lnTo>
                      <a:lnTo>
                        <a:pt x="513" y="362"/>
                      </a:lnTo>
                      <a:lnTo>
                        <a:pt x="513" y="363"/>
                      </a:lnTo>
                      <a:lnTo>
                        <a:pt x="513" y="362"/>
                      </a:lnTo>
                      <a:lnTo>
                        <a:pt x="511" y="362"/>
                      </a:lnTo>
                      <a:lnTo>
                        <a:pt x="511" y="363"/>
                      </a:lnTo>
                      <a:lnTo>
                        <a:pt x="511" y="362"/>
                      </a:lnTo>
                      <a:lnTo>
                        <a:pt x="511" y="363"/>
                      </a:lnTo>
                      <a:lnTo>
                        <a:pt x="511" y="362"/>
                      </a:lnTo>
                      <a:lnTo>
                        <a:pt x="511" y="363"/>
                      </a:lnTo>
                      <a:lnTo>
                        <a:pt x="511" y="362"/>
                      </a:lnTo>
                      <a:lnTo>
                        <a:pt x="511" y="360"/>
                      </a:lnTo>
                      <a:close/>
                      <a:moveTo>
                        <a:pt x="510" y="362"/>
                      </a:moveTo>
                      <a:lnTo>
                        <a:pt x="510" y="360"/>
                      </a:lnTo>
                      <a:lnTo>
                        <a:pt x="510" y="362"/>
                      </a:lnTo>
                      <a:close/>
                      <a:moveTo>
                        <a:pt x="522" y="360"/>
                      </a:moveTo>
                      <a:lnTo>
                        <a:pt x="524" y="360"/>
                      </a:lnTo>
                      <a:lnTo>
                        <a:pt x="522" y="360"/>
                      </a:lnTo>
                      <a:close/>
                      <a:moveTo>
                        <a:pt x="519" y="358"/>
                      </a:moveTo>
                      <a:lnTo>
                        <a:pt x="517" y="358"/>
                      </a:lnTo>
                      <a:lnTo>
                        <a:pt x="519" y="358"/>
                      </a:lnTo>
                      <a:close/>
                      <a:moveTo>
                        <a:pt x="520" y="356"/>
                      </a:moveTo>
                      <a:lnTo>
                        <a:pt x="520" y="358"/>
                      </a:lnTo>
                      <a:lnTo>
                        <a:pt x="520" y="356"/>
                      </a:lnTo>
                      <a:lnTo>
                        <a:pt x="520" y="358"/>
                      </a:lnTo>
                      <a:lnTo>
                        <a:pt x="519" y="358"/>
                      </a:lnTo>
                      <a:lnTo>
                        <a:pt x="519" y="356"/>
                      </a:lnTo>
                      <a:lnTo>
                        <a:pt x="520" y="356"/>
                      </a:lnTo>
                      <a:close/>
                      <a:moveTo>
                        <a:pt x="488" y="338"/>
                      </a:moveTo>
                      <a:lnTo>
                        <a:pt x="489" y="338"/>
                      </a:lnTo>
                      <a:lnTo>
                        <a:pt x="491" y="338"/>
                      </a:lnTo>
                      <a:lnTo>
                        <a:pt x="491" y="340"/>
                      </a:lnTo>
                      <a:lnTo>
                        <a:pt x="491" y="342"/>
                      </a:lnTo>
                      <a:lnTo>
                        <a:pt x="489" y="342"/>
                      </a:lnTo>
                      <a:lnTo>
                        <a:pt x="489" y="340"/>
                      </a:lnTo>
                      <a:lnTo>
                        <a:pt x="488" y="340"/>
                      </a:lnTo>
                      <a:lnTo>
                        <a:pt x="488" y="338"/>
                      </a:lnTo>
                      <a:close/>
                      <a:moveTo>
                        <a:pt x="482" y="334"/>
                      </a:moveTo>
                      <a:lnTo>
                        <a:pt x="482" y="336"/>
                      </a:lnTo>
                      <a:lnTo>
                        <a:pt x="480" y="336"/>
                      </a:lnTo>
                      <a:lnTo>
                        <a:pt x="480" y="334"/>
                      </a:lnTo>
                      <a:lnTo>
                        <a:pt x="482" y="334"/>
                      </a:lnTo>
                      <a:close/>
                      <a:moveTo>
                        <a:pt x="478" y="334"/>
                      </a:moveTo>
                      <a:lnTo>
                        <a:pt x="480" y="334"/>
                      </a:lnTo>
                      <a:lnTo>
                        <a:pt x="480" y="336"/>
                      </a:lnTo>
                      <a:lnTo>
                        <a:pt x="480" y="334"/>
                      </a:lnTo>
                      <a:lnTo>
                        <a:pt x="478" y="334"/>
                      </a:lnTo>
                      <a:lnTo>
                        <a:pt x="480" y="334"/>
                      </a:lnTo>
                      <a:lnTo>
                        <a:pt x="480" y="336"/>
                      </a:lnTo>
                      <a:lnTo>
                        <a:pt x="482" y="336"/>
                      </a:lnTo>
                      <a:lnTo>
                        <a:pt x="484" y="336"/>
                      </a:lnTo>
                      <a:lnTo>
                        <a:pt x="486" y="336"/>
                      </a:lnTo>
                      <a:lnTo>
                        <a:pt x="486" y="338"/>
                      </a:lnTo>
                      <a:lnTo>
                        <a:pt x="488" y="338"/>
                      </a:lnTo>
                      <a:lnTo>
                        <a:pt x="486" y="338"/>
                      </a:lnTo>
                      <a:lnTo>
                        <a:pt x="488" y="338"/>
                      </a:lnTo>
                      <a:lnTo>
                        <a:pt x="488" y="340"/>
                      </a:lnTo>
                      <a:lnTo>
                        <a:pt x="486" y="340"/>
                      </a:lnTo>
                      <a:lnTo>
                        <a:pt x="486" y="338"/>
                      </a:lnTo>
                      <a:lnTo>
                        <a:pt x="484" y="338"/>
                      </a:lnTo>
                      <a:lnTo>
                        <a:pt x="482" y="338"/>
                      </a:lnTo>
                      <a:lnTo>
                        <a:pt x="482" y="336"/>
                      </a:lnTo>
                      <a:lnTo>
                        <a:pt x="480" y="336"/>
                      </a:lnTo>
                      <a:lnTo>
                        <a:pt x="478" y="336"/>
                      </a:lnTo>
                      <a:lnTo>
                        <a:pt x="478" y="334"/>
                      </a:lnTo>
                      <a:close/>
                      <a:moveTo>
                        <a:pt x="482" y="327"/>
                      </a:moveTo>
                      <a:lnTo>
                        <a:pt x="484" y="327"/>
                      </a:lnTo>
                      <a:lnTo>
                        <a:pt x="482" y="327"/>
                      </a:lnTo>
                      <a:close/>
                      <a:moveTo>
                        <a:pt x="469" y="327"/>
                      </a:moveTo>
                      <a:lnTo>
                        <a:pt x="468" y="327"/>
                      </a:lnTo>
                      <a:lnTo>
                        <a:pt x="469" y="327"/>
                      </a:lnTo>
                      <a:close/>
                      <a:moveTo>
                        <a:pt x="482" y="327"/>
                      </a:moveTo>
                      <a:lnTo>
                        <a:pt x="480" y="327"/>
                      </a:lnTo>
                      <a:lnTo>
                        <a:pt x="478" y="325"/>
                      </a:lnTo>
                      <a:lnTo>
                        <a:pt x="477" y="325"/>
                      </a:lnTo>
                      <a:lnTo>
                        <a:pt x="478" y="325"/>
                      </a:lnTo>
                      <a:lnTo>
                        <a:pt x="480" y="325"/>
                      </a:lnTo>
                      <a:lnTo>
                        <a:pt x="482" y="327"/>
                      </a:lnTo>
                      <a:close/>
                      <a:moveTo>
                        <a:pt x="371" y="321"/>
                      </a:moveTo>
                      <a:lnTo>
                        <a:pt x="371" y="323"/>
                      </a:lnTo>
                      <a:lnTo>
                        <a:pt x="369" y="323"/>
                      </a:lnTo>
                      <a:lnTo>
                        <a:pt x="371" y="323"/>
                      </a:lnTo>
                      <a:lnTo>
                        <a:pt x="371" y="321"/>
                      </a:lnTo>
                      <a:close/>
                      <a:moveTo>
                        <a:pt x="373" y="321"/>
                      </a:moveTo>
                      <a:lnTo>
                        <a:pt x="373" y="320"/>
                      </a:lnTo>
                      <a:lnTo>
                        <a:pt x="373" y="321"/>
                      </a:lnTo>
                      <a:close/>
                      <a:moveTo>
                        <a:pt x="371" y="321"/>
                      </a:moveTo>
                      <a:lnTo>
                        <a:pt x="371" y="320"/>
                      </a:lnTo>
                      <a:lnTo>
                        <a:pt x="371" y="321"/>
                      </a:lnTo>
                      <a:close/>
                      <a:moveTo>
                        <a:pt x="453" y="318"/>
                      </a:moveTo>
                      <a:lnTo>
                        <a:pt x="453" y="316"/>
                      </a:lnTo>
                      <a:lnTo>
                        <a:pt x="453" y="318"/>
                      </a:lnTo>
                      <a:close/>
                      <a:moveTo>
                        <a:pt x="424" y="316"/>
                      </a:moveTo>
                      <a:lnTo>
                        <a:pt x="422" y="316"/>
                      </a:lnTo>
                      <a:lnTo>
                        <a:pt x="424" y="316"/>
                      </a:lnTo>
                      <a:close/>
                      <a:moveTo>
                        <a:pt x="438" y="316"/>
                      </a:moveTo>
                      <a:lnTo>
                        <a:pt x="440" y="316"/>
                      </a:lnTo>
                      <a:lnTo>
                        <a:pt x="438" y="316"/>
                      </a:lnTo>
                      <a:lnTo>
                        <a:pt x="440" y="316"/>
                      </a:lnTo>
                      <a:lnTo>
                        <a:pt x="438" y="316"/>
                      </a:lnTo>
                      <a:close/>
                      <a:moveTo>
                        <a:pt x="447" y="314"/>
                      </a:moveTo>
                      <a:lnTo>
                        <a:pt x="447" y="316"/>
                      </a:lnTo>
                      <a:lnTo>
                        <a:pt x="446" y="316"/>
                      </a:lnTo>
                      <a:lnTo>
                        <a:pt x="446" y="314"/>
                      </a:lnTo>
                      <a:lnTo>
                        <a:pt x="447" y="314"/>
                      </a:lnTo>
                      <a:close/>
                      <a:moveTo>
                        <a:pt x="444" y="314"/>
                      </a:moveTo>
                      <a:lnTo>
                        <a:pt x="444" y="316"/>
                      </a:lnTo>
                      <a:lnTo>
                        <a:pt x="444" y="314"/>
                      </a:lnTo>
                      <a:lnTo>
                        <a:pt x="442" y="314"/>
                      </a:lnTo>
                      <a:lnTo>
                        <a:pt x="444" y="314"/>
                      </a:lnTo>
                      <a:close/>
                      <a:moveTo>
                        <a:pt x="378" y="316"/>
                      </a:moveTo>
                      <a:lnTo>
                        <a:pt x="376" y="316"/>
                      </a:lnTo>
                      <a:lnTo>
                        <a:pt x="376" y="314"/>
                      </a:lnTo>
                      <a:lnTo>
                        <a:pt x="378" y="314"/>
                      </a:lnTo>
                      <a:lnTo>
                        <a:pt x="378" y="316"/>
                      </a:lnTo>
                      <a:close/>
                      <a:moveTo>
                        <a:pt x="446" y="314"/>
                      </a:moveTo>
                      <a:lnTo>
                        <a:pt x="447" y="314"/>
                      </a:lnTo>
                      <a:lnTo>
                        <a:pt x="446" y="314"/>
                      </a:lnTo>
                      <a:lnTo>
                        <a:pt x="446" y="316"/>
                      </a:lnTo>
                      <a:lnTo>
                        <a:pt x="446" y="314"/>
                      </a:lnTo>
                      <a:lnTo>
                        <a:pt x="444" y="314"/>
                      </a:lnTo>
                      <a:lnTo>
                        <a:pt x="446" y="314"/>
                      </a:lnTo>
                      <a:lnTo>
                        <a:pt x="446" y="312"/>
                      </a:lnTo>
                      <a:lnTo>
                        <a:pt x="446" y="314"/>
                      </a:lnTo>
                      <a:close/>
                      <a:moveTo>
                        <a:pt x="378" y="314"/>
                      </a:moveTo>
                      <a:lnTo>
                        <a:pt x="378" y="312"/>
                      </a:lnTo>
                      <a:lnTo>
                        <a:pt x="378" y="314"/>
                      </a:lnTo>
                      <a:close/>
                      <a:moveTo>
                        <a:pt x="424" y="314"/>
                      </a:moveTo>
                      <a:lnTo>
                        <a:pt x="422" y="314"/>
                      </a:lnTo>
                      <a:lnTo>
                        <a:pt x="422" y="312"/>
                      </a:lnTo>
                      <a:lnTo>
                        <a:pt x="422" y="314"/>
                      </a:lnTo>
                      <a:lnTo>
                        <a:pt x="424" y="314"/>
                      </a:lnTo>
                      <a:close/>
                      <a:moveTo>
                        <a:pt x="418" y="309"/>
                      </a:moveTo>
                      <a:lnTo>
                        <a:pt x="416" y="309"/>
                      </a:lnTo>
                      <a:lnTo>
                        <a:pt x="418" y="309"/>
                      </a:lnTo>
                      <a:close/>
                      <a:moveTo>
                        <a:pt x="382" y="310"/>
                      </a:moveTo>
                      <a:lnTo>
                        <a:pt x="380" y="310"/>
                      </a:lnTo>
                      <a:lnTo>
                        <a:pt x="380" y="309"/>
                      </a:lnTo>
                      <a:lnTo>
                        <a:pt x="382" y="309"/>
                      </a:lnTo>
                      <a:lnTo>
                        <a:pt x="384" y="309"/>
                      </a:lnTo>
                      <a:lnTo>
                        <a:pt x="384" y="310"/>
                      </a:lnTo>
                      <a:lnTo>
                        <a:pt x="382" y="310"/>
                      </a:lnTo>
                      <a:close/>
                      <a:moveTo>
                        <a:pt x="409" y="309"/>
                      </a:moveTo>
                      <a:lnTo>
                        <a:pt x="411" y="309"/>
                      </a:lnTo>
                      <a:lnTo>
                        <a:pt x="409" y="309"/>
                      </a:lnTo>
                      <a:lnTo>
                        <a:pt x="407" y="309"/>
                      </a:lnTo>
                      <a:lnTo>
                        <a:pt x="409" y="309"/>
                      </a:lnTo>
                      <a:close/>
                      <a:moveTo>
                        <a:pt x="400" y="307"/>
                      </a:moveTo>
                      <a:lnTo>
                        <a:pt x="400" y="309"/>
                      </a:lnTo>
                      <a:lnTo>
                        <a:pt x="402" y="309"/>
                      </a:lnTo>
                      <a:lnTo>
                        <a:pt x="400" y="309"/>
                      </a:lnTo>
                      <a:lnTo>
                        <a:pt x="398" y="309"/>
                      </a:lnTo>
                      <a:lnTo>
                        <a:pt x="396" y="309"/>
                      </a:lnTo>
                      <a:lnTo>
                        <a:pt x="396" y="307"/>
                      </a:lnTo>
                      <a:lnTo>
                        <a:pt x="398" y="309"/>
                      </a:lnTo>
                      <a:lnTo>
                        <a:pt x="398" y="307"/>
                      </a:lnTo>
                      <a:lnTo>
                        <a:pt x="400" y="307"/>
                      </a:lnTo>
                      <a:close/>
                      <a:moveTo>
                        <a:pt x="407" y="307"/>
                      </a:moveTo>
                      <a:lnTo>
                        <a:pt x="405" y="307"/>
                      </a:lnTo>
                      <a:lnTo>
                        <a:pt x="407" y="307"/>
                      </a:lnTo>
                      <a:close/>
                      <a:moveTo>
                        <a:pt x="405" y="307"/>
                      </a:moveTo>
                      <a:lnTo>
                        <a:pt x="407" y="307"/>
                      </a:lnTo>
                      <a:lnTo>
                        <a:pt x="407" y="309"/>
                      </a:lnTo>
                      <a:lnTo>
                        <a:pt x="405" y="307"/>
                      </a:lnTo>
                      <a:lnTo>
                        <a:pt x="404" y="307"/>
                      </a:lnTo>
                      <a:lnTo>
                        <a:pt x="404" y="309"/>
                      </a:lnTo>
                      <a:lnTo>
                        <a:pt x="402" y="307"/>
                      </a:lnTo>
                      <a:lnTo>
                        <a:pt x="404" y="307"/>
                      </a:lnTo>
                      <a:lnTo>
                        <a:pt x="405" y="307"/>
                      </a:lnTo>
                      <a:close/>
                      <a:moveTo>
                        <a:pt x="416" y="305"/>
                      </a:moveTo>
                      <a:lnTo>
                        <a:pt x="418" y="307"/>
                      </a:lnTo>
                      <a:lnTo>
                        <a:pt x="420" y="309"/>
                      </a:lnTo>
                      <a:lnTo>
                        <a:pt x="420" y="310"/>
                      </a:lnTo>
                      <a:lnTo>
                        <a:pt x="420" y="312"/>
                      </a:lnTo>
                      <a:lnTo>
                        <a:pt x="420" y="314"/>
                      </a:lnTo>
                      <a:lnTo>
                        <a:pt x="422" y="314"/>
                      </a:lnTo>
                      <a:lnTo>
                        <a:pt x="420" y="314"/>
                      </a:lnTo>
                      <a:lnTo>
                        <a:pt x="420" y="312"/>
                      </a:lnTo>
                      <a:lnTo>
                        <a:pt x="418" y="312"/>
                      </a:lnTo>
                      <a:lnTo>
                        <a:pt x="416" y="312"/>
                      </a:lnTo>
                      <a:lnTo>
                        <a:pt x="416" y="310"/>
                      </a:lnTo>
                      <a:lnTo>
                        <a:pt x="416" y="309"/>
                      </a:lnTo>
                      <a:lnTo>
                        <a:pt x="418" y="309"/>
                      </a:lnTo>
                      <a:lnTo>
                        <a:pt x="416" y="309"/>
                      </a:lnTo>
                      <a:lnTo>
                        <a:pt x="415" y="309"/>
                      </a:lnTo>
                      <a:lnTo>
                        <a:pt x="415" y="307"/>
                      </a:lnTo>
                      <a:lnTo>
                        <a:pt x="413" y="307"/>
                      </a:lnTo>
                      <a:lnTo>
                        <a:pt x="415" y="307"/>
                      </a:lnTo>
                      <a:lnTo>
                        <a:pt x="415" y="305"/>
                      </a:lnTo>
                      <a:lnTo>
                        <a:pt x="416" y="305"/>
                      </a:lnTo>
                      <a:close/>
                      <a:moveTo>
                        <a:pt x="405" y="301"/>
                      </a:moveTo>
                      <a:lnTo>
                        <a:pt x="405" y="299"/>
                      </a:lnTo>
                      <a:lnTo>
                        <a:pt x="405" y="301"/>
                      </a:lnTo>
                      <a:close/>
                      <a:moveTo>
                        <a:pt x="405" y="301"/>
                      </a:moveTo>
                      <a:lnTo>
                        <a:pt x="405" y="299"/>
                      </a:lnTo>
                      <a:lnTo>
                        <a:pt x="405" y="301"/>
                      </a:lnTo>
                      <a:close/>
                      <a:moveTo>
                        <a:pt x="405" y="298"/>
                      </a:moveTo>
                      <a:lnTo>
                        <a:pt x="405" y="296"/>
                      </a:lnTo>
                      <a:lnTo>
                        <a:pt x="405" y="298"/>
                      </a:lnTo>
                      <a:close/>
                      <a:moveTo>
                        <a:pt x="402" y="292"/>
                      </a:moveTo>
                      <a:lnTo>
                        <a:pt x="404" y="292"/>
                      </a:lnTo>
                      <a:lnTo>
                        <a:pt x="404" y="294"/>
                      </a:lnTo>
                      <a:lnTo>
                        <a:pt x="404" y="292"/>
                      </a:lnTo>
                      <a:lnTo>
                        <a:pt x="402" y="292"/>
                      </a:lnTo>
                      <a:close/>
                      <a:moveTo>
                        <a:pt x="402" y="290"/>
                      </a:moveTo>
                      <a:lnTo>
                        <a:pt x="402" y="292"/>
                      </a:lnTo>
                      <a:lnTo>
                        <a:pt x="402" y="290"/>
                      </a:lnTo>
                      <a:close/>
                      <a:moveTo>
                        <a:pt x="404" y="289"/>
                      </a:moveTo>
                      <a:lnTo>
                        <a:pt x="404" y="290"/>
                      </a:lnTo>
                      <a:lnTo>
                        <a:pt x="404" y="292"/>
                      </a:lnTo>
                      <a:lnTo>
                        <a:pt x="402" y="292"/>
                      </a:lnTo>
                      <a:lnTo>
                        <a:pt x="404" y="292"/>
                      </a:lnTo>
                      <a:lnTo>
                        <a:pt x="402" y="292"/>
                      </a:lnTo>
                      <a:lnTo>
                        <a:pt x="402" y="290"/>
                      </a:lnTo>
                      <a:lnTo>
                        <a:pt x="402" y="289"/>
                      </a:lnTo>
                      <a:lnTo>
                        <a:pt x="402" y="290"/>
                      </a:lnTo>
                      <a:lnTo>
                        <a:pt x="402" y="289"/>
                      </a:lnTo>
                      <a:lnTo>
                        <a:pt x="404" y="289"/>
                      </a:lnTo>
                      <a:close/>
                      <a:moveTo>
                        <a:pt x="455" y="287"/>
                      </a:moveTo>
                      <a:lnTo>
                        <a:pt x="455" y="289"/>
                      </a:lnTo>
                      <a:lnTo>
                        <a:pt x="457" y="289"/>
                      </a:lnTo>
                      <a:lnTo>
                        <a:pt x="455" y="289"/>
                      </a:lnTo>
                      <a:lnTo>
                        <a:pt x="455" y="287"/>
                      </a:lnTo>
                      <a:close/>
                      <a:moveTo>
                        <a:pt x="396" y="281"/>
                      </a:moveTo>
                      <a:lnTo>
                        <a:pt x="398" y="281"/>
                      </a:lnTo>
                      <a:lnTo>
                        <a:pt x="398" y="283"/>
                      </a:lnTo>
                      <a:lnTo>
                        <a:pt x="396" y="283"/>
                      </a:lnTo>
                      <a:lnTo>
                        <a:pt x="398" y="283"/>
                      </a:lnTo>
                      <a:lnTo>
                        <a:pt x="396" y="283"/>
                      </a:lnTo>
                      <a:lnTo>
                        <a:pt x="396" y="281"/>
                      </a:lnTo>
                      <a:close/>
                      <a:moveTo>
                        <a:pt x="455" y="278"/>
                      </a:moveTo>
                      <a:lnTo>
                        <a:pt x="455" y="279"/>
                      </a:lnTo>
                      <a:lnTo>
                        <a:pt x="455" y="278"/>
                      </a:lnTo>
                      <a:close/>
                      <a:moveTo>
                        <a:pt x="395" y="276"/>
                      </a:moveTo>
                      <a:lnTo>
                        <a:pt x="395" y="274"/>
                      </a:lnTo>
                      <a:lnTo>
                        <a:pt x="395" y="276"/>
                      </a:lnTo>
                      <a:close/>
                      <a:moveTo>
                        <a:pt x="449" y="267"/>
                      </a:moveTo>
                      <a:lnTo>
                        <a:pt x="449" y="265"/>
                      </a:lnTo>
                      <a:lnTo>
                        <a:pt x="449" y="267"/>
                      </a:lnTo>
                      <a:close/>
                      <a:moveTo>
                        <a:pt x="447" y="265"/>
                      </a:moveTo>
                      <a:lnTo>
                        <a:pt x="449" y="265"/>
                      </a:lnTo>
                      <a:lnTo>
                        <a:pt x="447" y="265"/>
                      </a:lnTo>
                      <a:close/>
                      <a:moveTo>
                        <a:pt x="440" y="259"/>
                      </a:moveTo>
                      <a:lnTo>
                        <a:pt x="438" y="259"/>
                      </a:lnTo>
                      <a:lnTo>
                        <a:pt x="440" y="259"/>
                      </a:lnTo>
                      <a:close/>
                      <a:moveTo>
                        <a:pt x="436" y="259"/>
                      </a:moveTo>
                      <a:lnTo>
                        <a:pt x="438" y="259"/>
                      </a:lnTo>
                      <a:lnTo>
                        <a:pt x="436" y="259"/>
                      </a:lnTo>
                      <a:close/>
                      <a:moveTo>
                        <a:pt x="436" y="254"/>
                      </a:moveTo>
                      <a:lnTo>
                        <a:pt x="436" y="252"/>
                      </a:lnTo>
                      <a:lnTo>
                        <a:pt x="435" y="252"/>
                      </a:lnTo>
                      <a:lnTo>
                        <a:pt x="436" y="252"/>
                      </a:lnTo>
                      <a:lnTo>
                        <a:pt x="436" y="254"/>
                      </a:lnTo>
                      <a:close/>
                      <a:moveTo>
                        <a:pt x="429" y="248"/>
                      </a:moveTo>
                      <a:lnTo>
                        <a:pt x="429" y="250"/>
                      </a:lnTo>
                      <a:lnTo>
                        <a:pt x="427" y="250"/>
                      </a:lnTo>
                      <a:lnTo>
                        <a:pt x="427" y="248"/>
                      </a:lnTo>
                      <a:lnTo>
                        <a:pt x="429" y="248"/>
                      </a:lnTo>
                      <a:close/>
                      <a:moveTo>
                        <a:pt x="404" y="217"/>
                      </a:moveTo>
                      <a:lnTo>
                        <a:pt x="405" y="217"/>
                      </a:lnTo>
                      <a:lnTo>
                        <a:pt x="404" y="217"/>
                      </a:lnTo>
                      <a:close/>
                      <a:moveTo>
                        <a:pt x="429" y="183"/>
                      </a:moveTo>
                      <a:lnTo>
                        <a:pt x="429" y="181"/>
                      </a:lnTo>
                      <a:lnTo>
                        <a:pt x="431" y="181"/>
                      </a:lnTo>
                      <a:lnTo>
                        <a:pt x="431" y="183"/>
                      </a:lnTo>
                      <a:lnTo>
                        <a:pt x="429" y="183"/>
                      </a:lnTo>
                      <a:close/>
                      <a:moveTo>
                        <a:pt x="446" y="170"/>
                      </a:moveTo>
                      <a:lnTo>
                        <a:pt x="444" y="170"/>
                      </a:lnTo>
                      <a:lnTo>
                        <a:pt x="446" y="170"/>
                      </a:lnTo>
                      <a:close/>
                      <a:moveTo>
                        <a:pt x="457" y="157"/>
                      </a:moveTo>
                      <a:lnTo>
                        <a:pt x="457" y="159"/>
                      </a:lnTo>
                      <a:lnTo>
                        <a:pt x="457" y="157"/>
                      </a:lnTo>
                      <a:lnTo>
                        <a:pt x="457" y="159"/>
                      </a:lnTo>
                      <a:lnTo>
                        <a:pt x="457" y="157"/>
                      </a:lnTo>
                      <a:close/>
                      <a:moveTo>
                        <a:pt x="458" y="157"/>
                      </a:moveTo>
                      <a:lnTo>
                        <a:pt x="458" y="159"/>
                      </a:lnTo>
                      <a:lnTo>
                        <a:pt x="458" y="157"/>
                      </a:lnTo>
                      <a:lnTo>
                        <a:pt x="458" y="159"/>
                      </a:lnTo>
                      <a:lnTo>
                        <a:pt x="458" y="157"/>
                      </a:lnTo>
                      <a:close/>
                      <a:moveTo>
                        <a:pt x="457" y="150"/>
                      </a:moveTo>
                      <a:lnTo>
                        <a:pt x="455" y="150"/>
                      </a:lnTo>
                      <a:lnTo>
                        <a:pt x="457" y="150"/>
                      </a:lnTo>
                      <a:lnTo>
                        <a:pt x="455" y="150"/>
                      </a:lnTo>
                      <a:lnTo>
                        <a:pt x="457" y="150"/>
                      </a:lnTo>
                      <a:close/>
                      <a:moveTo>
                        <a:pt x="482" y="148"/>
                      </a:moveTo>
                      <a:lnTo>
                        <a:pt x="482" y="146"/>
                      </a:lnTo>
                      <a:lnTo>
                        <a:pt x="482" y="148"/>
                      </a:lnTo>
                      <a:close/>
                      <a:moveTo>
                        <a:pt x="480" y="146"/>
                      </a:moveTo>
                      <a:lnTo>
                        <a:pt x="478" y="146"/>
                      </a:lnTo>
                      <a:lnTo>
                        <a:pt x="480" y="146"/>
                      </a:lnTo>
                      <a:close/>
                      <a:moveTo>
                        <a:pt x="482" y="120"/>
                      </a:moveTo>
                      <a:lnTo>
                        <a:pt x="480" y="120"/>
                      </a:lnTo>
                      <a:lnTo>
                        <a:pt x="482" y="120"/>
                      </a:lnTo>
                      <a:lnTo>
                        <a:pt x="482" y="119"/>
                      </a:lnTo>
                      <a:lnTo>
                        <a:pt x="482" y="120"/>
                      </a:lnTo>
                      <a:close/>
                      <a:moveTo>
                        <a:pt x="502" y="119"/>
                      </a:moveTo>
                      <a:lnTo>
                        <a:pt x="500" y="119"/>
                      </a:lnTo>
                      <a:lnTo>
                        <a:pt x="502" y="119"/>
                      </a:lnTo>
                      <a:close/>
                      <a:moveTo>
                        <a:pt x="449" y="104"/>
                      </a:moveTo>
                      <a:lnTo>
                        <a:pt x="447" y="104"/>
                      </a:lnTo>
                      <a:lnTo>
                        <a:pt x="447" y="102"/>
                      </a:lnTo>
                      <a:lnTo>
                        <a:pt x="447" y="104"/>
                      </a:lnTo>
                      <a:lnTo>
                        <a:pt x="447" y="102"/>
                      </a:lnTo>
                      <a:lnTo>
                        <a:pt x="449" y="102"/>
                      </a:lnTo>
                      <a:lnTo>
                        <a:pt x="449" y="104"/>
                      </a:lnTo>
                      <a:close/>
                      <a:moveTo>
                        <a:pt x="446" y="102"/>
                      </a:moveTo>
                      <a:lnTo>
                        <a:pt x="446" y="104"/>
                      </a:lnTo>
                      <a:lnTo>
                        <a:pt x="446" y="102"/>
                      </a:lnTo>
                      <a:close/>
                      <a:moveTo>
                        <a:pt x="449" y="102"/>
                      </a:moveTo>
                      <a:lnTo>
                        <a:pt x="451" y="102"/>
                      </a:lnTo>
                      <a:lnTo>
                        <a:pt x="451" y="104"/>
                      </a:lnTo>
                      <a:lnTo>
                        <a:pt x="451" y="106"/>
                      </a:lnTo>
                      <a:lnTo>
                        <a:pt x="451" y="104"/>
                      </a:lnTo>
                      <a:lnTo>
                        <a:pt x="449" y="104"/>
                      </a:lnTo>
                      <a:lnTo>
                        <a:pt x="449" y="102"/>
                      </a:lnTo>
                      <a:lnTo>
                        <a:pt x="447" y="102"/>
                      </a:lnTo>
                      <a:lnTo>
                        <a:pt x="449" y="102"/>
                      </a:lnTo>
                      <a:close/>
                      <a:moveTo>
                        <a:pt x="457" y="100"/>
                      </a:moveTo>
                      <a:lnTo>
                        <a:pt x="458" y="100"/>
                      </a:lnTo>
                      <a:lnTo>
                        <a:pt x="457" y="100"/>
                      </a:lnTo>
                      <a:close/>
                      <a:moveTo>
                        <a:pt x="451" y="95"/>
                      </a:moveTo>
                      <a:lnTo>
                        <a:pt x="451" y="97"/>
                      </a:lnTo>
                      <a:lnTo>
                        <a:pt x="451" y="95"/>
                      </a:lnTo>
                      <a:lnTo>
                        <a:pt x="449" y="95"/>
                      </a:lnTo>
                      <a:lnTo>
                        <a:pt x="451" y="95"/>
                      </a:lnTo>
                      <a:close/>
                      <a:moveTo>
                        <a:pt x="455" y="89"/>
                      </a:moveTo>
                      <a:lnTo>
                        <a:pt x="455" y="91"/>
                      </a:lnTo>
                      <a:lnTo>
                        <a:pt x="453" y="91"/>
                      </a:lnTo>
                      <a:lnTo>
                        <a:pt x="453" y="89"/>
                      </a:lnTo>
                      <a:lnTo>
                        <a:pt x="455" y="89"/>
                      </a:lnTo>
                      <a:close/>
                      <a:moveTo>
                        <a:pt x="455" y="89"/>
                      </a:moveTo>
                      <a:lnTo>
                        <a:pt x="453" y="89"/>
                      </a:lnTo>
                      <a:lnTo>
                        <a:pt x="455" y="89"/>
                      </a:lnTo>
                      <a:lnTo>
                        <a:pt x="453" y="89"/>
                      </a:lnTo>
                      <a:lnTo>
                        <a:pt x="455" y="89"/>
                      </a:lnTo>
                      <a:lnTo>
                        <a:pt x="455" y="87"/>
                      </a:lnTo>
                      <a:lnTo>
                        <a:pt x="455" y="89"/>
                      </a:lnTo>
                      <a:close/>
                      <a:moveTo>
                        <a:pt x="457" y="87"/>
                      </a:moveTo>
                      <a:lnTo>
                        <a:pt x="457" y="89"/>
                      </a:lnTo>
                      <a:lnTo>
                        <a:pt x="457" y="87"/>
                      </a:lnTo>
                      <a:close/>
                      <a:moveTo>
                        <a:pt x="460" y="69"/>
                      </a:moveTo>
                      <a:lnTo>
                        <a:pt x="460" y="71"/>
                      </a:lnTo>
                      <a:lnTo>
                        <a:pt x="460" y="69"/>
                      </a:lnTo>
                      <a:close/>
                      <a:moveTo>
                        <a:pt x="489" y="69"/>
                      </a:moveTo>
                      <a:lnTo>
                        <a:pt x="489" y="71"/>
                      </a:lnTo>
                      <a:lnTo>
                        <a:pt x="489" y="69"/>
                      </a:lnTo>
                      <a:close/>
                      <a:moveTo>
                        <a:pt x="371" y="67"/>
                      </a:moveTo>
                      <a:lnTo>
                        <a:pt x="373" y="67"/>
                      </a:lnTo>
                      <a:lnTo>
                        <a:pt x="373" y="66"/>
                      </a:lnTo>
                      <a:lnTo>
                        <a:pt x="373" y="67"/>
                      </a:lnTo>
                      <a:lnTo>
                        <a:pt x="371" y="67"/>
                      </a:lnTo>
                      <a:close/>
                      <a:moveTo>
                        <a:pt x="491" y="64"/>
                      </a:moveTo>
                      <a:lnTo>
                        <a:pt x="493" y="64"/>
                      </a:lnTo>
                      <a:lnTo>
                        <a:pt x="493" y="66"/>
                      </a:lnTo>
                      <a:lnTo>
                        <a:pt x="493" y="64"/>
                      </a:lnTo>
                      <a:lnTo>
                        <a:pt x="491" y="64"/>
                      </a:lnTo>
                      <a:close/>
                      <a:moveTo>
                        <a:pt x="520" y="64"/>
                      </a:moveTo>
                      <a:lnTo>
                        <a:pt x="522" y="64"/>
                      </a:lnTo>
                      <a:lnTo>
                        <a:pt x="522" y="66"/>
                      </a:lnTo>
                      <a:lnTo>
                        <a:pt x="520" y="66"/>
                      </a:lnTo>
                      <a:lnTo>
                        <a:pt x="520" y="64"/>
                      </a:lnTo>
                      <a:close/>
                      <a:moveTo>
                        <a:pt x="526" y="64"/>
                      </a:moveTo>
                      <a:lnTo>
                        <a:pt x="524" y="64"/>
                      </a:lnTo>
                      <a:lnTo>
                        <a:pt x="526" y="64"/>
                      </a:lnTo>
                      <a:close/>
                      <a:moveTo>
                        <a:pt x="526" y="64"/>
                      </a:moveTo>
                      <a:lnTo>
                        <a:pt x="526" y="62"/>
                      </a:lnTo>
                      <a:lnTo>
                        <a:pt x="526" y="64"/>
                      </a:lnTo>
                      <a:close/>
                      <a:moveTo>
                        <a:pt x="524" y="62"/>
                      </a:moveTo>
                      <a:lnTo>
                        <a:pt x="522" y="62"/>
                      </a:lnTo>
                      <a:lnTo>
                        <a:pt x="524" y="62"/>
                      </a:lnTo>
                      <a:close/>
                      <a:moveTo>
                        <a:pt x="524" y="62"/>
                      </a:moveTo>
                      <a:lnTo>
                        <a:pt x="524" y="64"/>
                      </a:lnTo>
                      <a:lnTo>
                        <a:pt x="524" y="62"/>
                      </a:lnTo>
                      <a:close/>
                      <a:moveTo>
                        <a:pt x="537" y="62"/>
                      </a:moveTo>
                      <a:lnTo>
                        <a:pt x="539" y="62"/>
                      </a:lnTo>
                      <a:lnTo>
                        <a:pt x="539" y="64"/>
                      </a:lnTo>
                      <a:lnTo>
                        <a:pt x="537" y="64"/>
                      </a:lnTo>
                      <a:lnTo>
                        <a:pt x="537" y="62"/>
                      </a:lnTo>
                      <a:lnTo>
                        <a:pt x="537" y="64"/>
                      </a:lnTo>
                      <a:lnTo>
                        <a:pt x="537" y="62"/>
                      </a:lnTo>
                      <a:close/>
                      <a:moveTo>
                        <a:pt x="510" y="58"/>
                      </a:moveTo>
                      <a:lnTo>
                        <a:pt x="511" y="58"/>
                      </a:lnTo>
                      <a:lnTo>
                        <a:pt x="511" y="60"/>
                      </a:lnTo>
                      <a:lnTo>
                        <a:pt x="510" y="58"/>
                      </a:lnTo>
                      <a:close/>
                      <a:moveTo>
                        <a:pt x="477" y="58"/>
                      </a:moveTo>
                      <a:lnTo>
                        <a:pt x="475" y="58"/>
                      </a:lnTo>
                      <a:lnTo>
                        <a:pt x="477" y="58"/>
                      </a:lnTo>
                      <a:close/>
                      <a:moveTo>
                        <a:pt x="510" y="58"/>
                      </a:moveTo>
                      <a:lnTo>
                        <a:pt x="510" y="60"/>
                      </a:lnTo>
                      <a:lnTo>
                        <a:pt x="510" y="58"/>
                      </a:lnTo>
                      <a:lnTo>
                        <a:pt x="508" y="58"/>
                      </a:lnTo>
                      <a:lnTo>
                        <a:pt x="508" y="60"/>
                      </a:lnTo>
                      <a:lnTo>
                        <a:pt x="506" y="60"/>
                      </a:lnTo>
                      <a:lnTo>
                        <a:pt x="506" y="58"/>
                      </a:lnTo>
                      <a:lnTo>
                        <a:pt x="508" y="58"/>
                      </a:lnTo>
                      <a:lnTo>
                        <a:pt x="510" y="58"/>
                      </a:lnTo>
                      <a:close/>
                      <a:moveTo>
                        <a:pt x="517" y="56"/>
                      </a:moveTo>
                      <a:lnTo>
                        <a:pt x="517" y="58"/>
                      </a:lnTo>
                      <a:lnTo>
                        <a:pt x="517" y="56"/>
                      </a:lnTo>
                      <a:close/>
                      <a:moveTo>
                        <a:pt x="524" y="56"/>
                      </a:moveTo>
                      <a:lnTo>
                        <a:pt x="524" y="58"/>
                      </a:lnTo>
                      <a:lnTo>
                        <a:pt x="522" y="58"/>
                      </a:lnTo>
                      <a:lnTo>
                        <a:pt x="522" y="56"/>
                      </a:lnTo>
                      <a:lnTo>
                        <a:pt x="524" y="56"/>
                      </a:lnTo>
                      <a:close/>
                      <a:moveTo>
                        <a:pt x="511" y="56"/>
                      </a:moveTo>
                      <a:lnTo>
                        <a:pt x="511" y="58"/>
                      </a:lnTo>
                      <a:lnTo>
                        <a:pt x="511" y="56"/>
                      </a:lnTo>
                      <a:lnTo>
                        <a:pt x="510" y="56"/>
                      </a:lnTo>
                      <a:lnTo>
                        <a:pt x="511" y="56"/>
                      </a:lnTo>
                      <a:close/>
                      <a:moveTo>
                        <a:pt x="513" y="56"/>
                      </a:moveTo>
                      <a:lnTo>
                        <a:pt x="515" y="56"/>
                      </a:lnTo>
                      <a:lnTo>
                        <a:pt x="513" y="56"/>
                      </a:lnTo>
                      <a:lnTo>
                        <a:pt x="513" y="58"/>
                      </a:lnTo>
                      <a:lnTo>
                        <a:pt x="513" y="56"/>
                      </a:lnTo>
                      <a:close/>
                      <a:moveTo>
                        <a:pt x="522" y="56"/>
                      </a:moveTo>
                      <a:lnTo>
                        <a:pt x="522" y="58"/>
                      </a:lnTo>
                      <a:lnTo>
                        <a:pt x="522" y="56"/>
                      </a:lnTo>
                      <a:lnTo>
                        <a:pt x="520" y="56"/>
                      </a:lnTo>
                      <a:lnTo>
                        <a:pt x="520" y="58"/>
                      </a:lnTo>
                      <a:lnTo>
                        <a:pt x="520" y="56"/>
                      </a:lnTo>
                      <a:lnTo>
                        <a:pt x="519" y="56"/>
                      </a:lnTo>
                      <a:lnTo>
                        <a:pt x="517" y="56"/>
                      </a:lnTo>
                      <a:lnTo>
                        <a:pt x="519" y="56"/>
                      </a:lnTo>
                      <a:lnTo>
                        <a:pt x="520" y="56"/>
                      </a:lnTo>
                      <a:lnTo>
                        <a:pt x="522" y="56"/>
                      </a:lnTo>
                      <a:close/>
                      <a:moveTo>
                        <a:pt x="511" y="56"/>
                      </a:moveTo>
                      <a:lnTo>
                        <a:pt x="510" y="56"/>
                      </a:lnTo>
                      <a:lnTo>
                        <a:pt x="511" y="56"/>
                      </a:lnTo>
                      <a:close/>
                      <a:moveTo>
                        <a:pt x="506" y="55"/>
                      </a:moveTo>
                      <a:lnTo>
                        <a:pt x="506" y="56"/>
                      </a:lnTo>
                      <a:lnTo>
                        <a:pt x="506" y="55"/>
                      </a:lnTo>
                      <a:close/>
                      <a:moveTo>
                        <a:pt x="515" y="55"/>
                      </a:moveTo>
                      <a:lnTo>
                        <a:pt x="517" y="55"/>
                      </a:lnTo>
                      <a:lnTo>
                        <a:pt x="519" y="55"/>
                      </a:lnTo>
                      <a:lnTo>
                        <a:pt x="519" y="56"/>
                      </a:lnTo>
                      <a:lnTo>
                        <a:pt x="520" y="56"/>
                      </a:lnTo>
                      <a:lnTo>
                        <a:pt x="519" y="56"/>
                      </a:lnTo>
                      <a:lnTo>
                        <a:pt x="517" y="56"/>
                      </a:lnTo>
                      <a:lnTo>
                        <a:pt x="515" y="56"/>
                      </a:lnTo>
                      <a:lnTo>
                        <a:pt x="517" y="56"/>
                      </a:lnTo>
                      <a:lnTo>
                        <a:pt x="515" y="56"/>
                      </a:lnTo>
                      <a:lnTo>
                        <a:pt x="515" y="55"/>
                      </a:lnTo>
                      <a:lnTo>
                        <a:pt x="515" y="56"/>
                      </a:lnTo>
                      <a:lnTo>
                        <a:pt x="515" y="55"/>
                      </a:lnTo>
                      <a:lnTo>
                        <a:pt x="513" y="55"/>
                      </a:lnTo>
                      <a:lnTo>
                        <a:pt x="515" y="55"/>
                      </a:lnTo>
                      <a:close/>
                      <a:moveTo>
                        <a:pt x="478" y="53"/>
                      </a:moveTo>
                      <a:lnTo>
                        <a:pt x="480" y="53"/>
                      </a:lnTo>
                      <a:lnTo>
                        <a:pt x="478" y="55"/>
                      </a:lnTo>
                      <a:lnTo>
                        <a:pt x="478" y="53"/>
                      </a:lnTo>
                      <a:close/>
                      <a:moveTo>
                        <a:pt x="486" y="53"/>
                      </a:moveTo>
                      <a:lnTo>
                        <a:pt x="486" y="55"/>
                      </a:lnTo>
                      <a:lnTo>
                        <a:pt x="486" y="53"/>
                      </a:lnTo>
                      <a:close/>
                      <a:moveTo>
                        <a:pt x="488" y="53"/>
                      </a:moveTo>
                      <a:lnTo>
                        <a:pt x="486" y="51"/>
                      </a:lnTo>
                      <a:lnTo>
                        <a:pt x="488" y="51"/>
                      </a:lnTo>
                      <a:lnTo>
                        <a:pt x="488" y="53"/>
                      </a:lnTo>
                      <a:close/>
                      <a:moveTo>
                        <a:pt x="486" y="51"/>
                      </a:moveTo>
                      <a:lnTo>
                        <a:pt x="486" y="53"/>
                      </a:lnTo>
                      <a:lnTo>
                        <a:pt x="486" y="51"/>
                      </a:lnTo>
                      <a:close/>
                      <a:moveTo>
                        <a:pt x="477" y="51"/>
                      </a:moveTo>
                      <a:lnTo>
                        <a:pt x="478" y="51"/>
                      </a:lnTo>
                      <a:lnTo>
                        <a:pt x="477" y="51"/>
                      </a:lnTo>
                      <a:close/>
                      <a:moveTo>
                        <a:pt x="480" y="51"/>
                      </a:moveTo>
                      <a:lnTo>
                        <a:pt x="482" y="51"/>
                      </a:lnTo>
                      <a:lnTo>
                        <a:pt x="480" y="51"/>
                      </a:lnTo>
                      <a:lnTo>
                        <a:pt x="482" y="51"/>
                      </a:lnTo>
                      <a:lnTo>
                        <a:pt x="480" y="51"/>
                      </a:lnTo>
                      <a:close/>
                      <a:moveTo>
                        <a:pt x="484" y="51"/>
                      </a:moveTo>
                      <a:lnTo>
                        <a:pt x="486" y="51"/>
                      </a:lnTo>
                      <a:lnTo>
                        <a:pt x="486" y="53"/>
                      </a:lnTo>
                      <a:lnTo>
                        <a:pt x="486" y="51"/>
                      </a:lnTo>
                      <a:lnTo>
                        <a:pt x="484" y="51"/>
                      </a:lnTo>
                      <a:lnTo>
                        <a:pt x="484" y="53"/>
                      </a:lnTo>
                      <a:lnTo>
                        <a:pt x="484" y="51"/>
                      </a:lnTo>
                      <a:lnTo>
                        <a:pt x="484" y="53"/>
                      </a:lnTo>
                      <a:lnTo>
                        <a:pt x="482" y="53"/>
                      </a:lnTo>
                      <a:lnTo>
                        <a:pt x="484" y="53"/>
                      </a:lnTo>
                      <a:lnTo>
                        <a:pt x="482" y="53"/>
                      </a:lnTo>
                      <a:lnTo>
                        <a:pt x="482" y="51"/>
                      </a:lnTo>
                      <a:lnTo>
                        <a:pt x="482" y="49"/>
                      </a:lnTo>
                      <a:lnTo>
                        <a:pt x="484" y="51"/>
                      </a:lnTo>
                      <a:close/>
                      <a:moveTo>
                        <a:pt x="475" y="49"/>
                      </a:moveTo>
                      <a:lnTo>
                        <a:pt x="475" y="51"/>
                      </a:lnTo>
                      <a:lnTo>
                        <a:pt x="475" y="53"/>
                      </a:lnTo>
                      <a:lnTo>
                        <a:pt x="473" y="53"/>
                      </a:lnTo>
                      <a:lnTo>
                        <a:pt x="473" y="51"/>
                      </a:lnTo>
                      <a:lnTo>
                        <a:pt x="471" y="51"/>
                      </a:lnTo>
                      <a:lnTo>
                        <a:pt x="471" y="53"/>
                      </a:lnTo>
                      <a:lnTo>
                        <a:pt x="471" y="51"/>
                      </a:lnTo>
                      <a:lnTo>
                        <a:pt x="471" y="53"/>
                      </a:lnTo>
                      <a:lnTo>
                        <a:pt x="471" y="51"/>
                      </a:lnTo>
                      <a:lnTo>
                        <a:pt x="473" y="51"/>
                      </a:lnTo>
                      <a:lnTo>
                        <a:pt x="473" y="49"/>
                      </a:lnTo>
                      <a:lnTo>
                        <a:pt x="473" y="51"/>
                      </a:lnTo>
                      <a:lnTo>
                        <a:pt x="473" y="49"/>
                      </a:lnTo>
                      <a:lnTo>
                        <a:pt x="475" y="49"/>
                      </a:lnTo>
                      <a:lnTo>
                        <a:pt x="473" y="49"/>
                      </a:lnTo>
                      <a:lnTo>
                        <a:pt x="475" y="49"/>
                      </a:lnTo>
                      <a:close/>
                      <a:moveTo>
                        <a:pt x="533" y="49"/>
                      </a:moveTo>
                      <a:lnTo>
                        <a:pt x="535" y="49"/>
                      </a:lnTo>
                      <a:lnTo>
                        <a:pt x="533" y="49"/>
                      </a:lnTo>
                      <a:close/>
                      <a:moveTo>
                        <a:pt x="486" y="49"/>
                      </a:moveTo>
                      <a:lnTo>
                        <a:pt x="486" y="51"/>
                      </a:lnTo>
                      <a:lnTo>
                        <a:pt x="486" y="49"/>
                      </a:lnTo>
                      <a:close/>
                      <a:moveTo>
                        <a:pt x="475" y="49"/>
                      </a:moveTo>
                      <a:lnTo>
                        <a:pt x="477" y="49"/>
                      </a:lnTo>
                      <a:lnTo>
                        <a:pt x="475" y="49"/>
                      </a:lnTo>
                      <a:close/>
                      <a:moveTo>
                        <a:pt x="475" y="49"/>
                      </a:moveTo>
                      <a:lnTo>
                        <a:pt x="473" y="49"/>
                      </a:lnTo>
                      <a:lnTo>
                        <a:pt x="475" y="49"/>
                      </a:lnTo>
                      <a:close/>
                      <a:moveTo>
                        <a:pt x="473" y="47"/>
                      </a:moveTo>
                      <a:lnTo>
                        <a:pt x="475" y="47"/>
                      </a:lnTo>
                      <a:lnTo>
                        <a:pt x="475" y="49"/>
                      </a:lnTo>
                      <a:lnTo>
                        <a:pt x="473" y="49"/>
                      </a:lnTo>
                      <a:lnTo>
                        <a:pt x="473" y="47"/>
                      </a:lnTo>
                      <a:close/>
                      <a:moveTo>
                        <a:pt x="475" y="49"/>
                      </a:moveTo>
                      <a:lnTo>
                        <a:pt x="475" y="47"/>
                      </a:lnTo>
                      <a:lnTo>
                        <a:pt x="475" y="49"/>
                      </a:lnTo>
                      <a:close/>
                      <a:moveTo>
                        <a:pt x="475" y="47"/>
                      </a:moveTo>
                      <a:lnTo>
                        <a:pt x="477" y="47"/>
                      </a:lnTo>
                      <a:lnTo>
                        <a:pt x="477" y="49"/>
                      </a:lnTo>
                      <a:lnTo>
                        <a:pt x="475" y="49"/>
                      </a:lnTo>
                      <a:lnTo>
                        <a:pt x="475" y="47"/>
                      </a:lnTo>
                      <a:close/>
                      <a:moveTo>
                        <a:pt x="473" y="49"/>
                      </a:moveTo>
                      <a:lnTo>
                        <a:pt x="473" y="47"/>
                      </a:lnTo>
                      <a:lnTo>
                        <a:pt x="473" y="49"/>
                      </a:lnTo>
                      <a:close/>
                      <a:moveTo>
                        <a:pt x="473" y="47"/>
                      </a:moveTo>
                      <a:lnTo>
                        <a:pt x="473" y="49"/>
                      </a:lnTo>
                      <a:lnTo>
                        <a:pt x="471" y="49"/>
                      </a:lnTo>
                      <a:lnTo>
                        <a:pt x="473" y="49"/>
                      </a:lnTo>
                      <a:lnTo>
                        <a:pt x="471" y="49"/>
                      </a:lnTo>
                      <a:lnTo>
                        <a:pt x="471" y="51"/>
                      </a:lnTo>
                      <a:lnTo>
                        <a:pt x="469" y="51"/>
                      </a:lnTo>
                      <a:lnTo>
                        <a:pt x="468" y="51"/>
                      </a:lnTo>
                      <a:lnTo>
                        <a:pt x="469" y="51"/>
                      </a:lnTo>
                      <a:lnTo>
                        <a:pt x="468" y="51"/>
                      </a:lnTo>
                      <a:lnTo>
                        <a:pt x="469" y="51"/>
                      </a:lnTo>
                      <a:lnTo>
                        <a:pt x="468" y="51"/>
                      </a:lnTo>
                      <a:lnTo>
                        <a:pt x="469" y="51"/>
                      </a:lnTo>
                      <a:lnTo>
                        <a:pt x="469" y="49"/>
                      </a:lnTo>
                      <a:lnTo>
                        <a:pt x="471" y="49"/>
                      </a:lnTo>
                      <a:lnTo>
                        <a:pt x="471" y="47"/>
                      </a:lnTo>
                      <a:lnTo>
                        <a:pt x="473" y="47"/>
                      </a:lnTo>
                      <a:close/>
                      <a:moveTo>
                        <a:pt x="533" y="42"/>
                      </a:moveTo>
                      <a:lnTo>
                        <a:pt x="531" y="42"/>
                      </a:lnTo>
                      <a:lnTo>
                        <a:pt x="533" y="42"/>
                      </a:lnTo>
                      <a:close/>
                      <a:moveTo>
                        <a:pt x="559" y="38"/>
                      </a:moveTo>
                      <a:lnTo>
                        <a:pt x="557" y="38"/>
                      </a:lnTo>
                      <a:lnTo>
                        <a:pt x="559" y="38"/>
                      </a:lnTo>
                      <a:close/>
                      <a:moveTo>
                        <a:pt x="553" y="36"/>
                      </a:moveTo>
                      <a:lnTo>
                        <a:pt x="551" y="38"/>
                      </a:lnTo>
                      <a:lnTo>
                        <a:pt x="551" y="36"/>
                      </a:lnTo>
                      <a:lnTo>
                        <a:pt x="553" y="36"/>
                      </a:lnTo>
                      <a:close/>
                      <a:moveTo>
                        <a:pt x="446" y="16"/>
                      </a:moveTo>
                      <a:lnTo>
                        <a:pt x="446" y="14"/>
                      </a:lnTo>
                      <a:lnTo>
                        <a:pt x="446" y="16"/>
                      </a:lnTo>
                      <a:close/>
                      <a:moveTo>
                        <a:pt x="453" y="11"/>
                      </a:moveTo>
                      <a:lnTo>
                        <a:pt x="453" y="13"/>
                      </a:lnTo>
                      <a:lnTo>
                        <a:pt x="451" y="13"/>
                      </a:lnTo>
                      <a:lnTo>
                        <a:pt x="451" y="11"/>
                      </a:lnTo>
                      <a:lnTo>
                        <a:pt x="453" y="13"/>
                      </a:lnTo>
                      <a:lnTo>
                        <a:pt x="453" y="11"/>
                      </a:lnTo>
                      <a:close/>
                      <a:moveTo>
                        <a:pt x="460" y="0"/>
                      </a:moveTo>
                      <a:lnTo>
                        <a:pt x="458" y="0"/>
                      </a:lnTo>
                      <a:lnTo>
                        <a:pt x="46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6" name="Freeform 29">
                  <a:extLst>
                    <a:ext uri="{FF2B5EF4-FFF2-40B4-BE49-F238E27FC236}">
                      <a16:creationId xmlns:a16="http://schemas.microsoft.com/office/drawing/2014/main" id="{7871EBC1-12FE-F793-99DC-B8E641F2C47D}"/>
                    </a:ext>
                  </a:extLst>
                </p:cNvPr>
                <p:cNvSpPr>
                  <a:spLocks noEditPoints="1"/>
                </p:cNvSpPr>
                <p:nvPr/>
              </p:nvSpPr>
              <p:spPr bwMode="auto">
                <a:xfrm>
                  <a:off x="6147610" y="2410439"/>
                  <a:ext cx="959633" cy="1577700"/>
                </a:xfrm>
                <a:custGeom>
                  <a:avLst/>
                  <a:gdLst>
                    <a:gd name="T0" fmla="*/ 144 w 531"/>
                    <a:gd name="T1" fmla="*/ 853 h 873"/>
                    <a:gd name="T2" fmla="*/ 82 w 531"/>
                    <a:gd name="T3" fmla="*/ 775 h 873"/>
                    <a:gd name="T4" fmla="*/ 84 w 531"/>
                    <a:gd name="T5" fmla="*/ 702 h 873"/>
                    <a:gd name="T6" fmla="*/ 2 w 531"/>
                    <a:gd name="T7" fmla="*/ 691 h 873"/>
                    <a:gd name="T8" fmla="*/ 161 w 531"/>
                    <a:gd name="T9" fmla="*/ 687 h 873"/>
                    <a:gd name="T10" fmla="*/ 7 w 531"/>
                    <a:gd name="T11" fmla="*/ 685 h 873"/>
                    <a:gd name="T12" fmla="*/ 11 w 531"/>
                    <a:gd name="T13" fmla="*/ 681 h 873"/>
                    <a:gd name="T14" fmla="*/ 183 w 531"/>
                    <a:gd name="T15" fmla="*/ 676 h 873"/>
                    <a:gd name="T16" fmla="*/ 201 w 531"/>
                    <a:gd name="T17" fmla="*/ 667 h 873"/>
                    <a:gd name="T18" fmla="*/ 194 w 531"/>
                    <a:gd name="T19" fmla="*/ 661 h 873"/>
                    <a:gd name="T20" fmla="*/ 163 w 531"/>
                    <a:gd name="T21" fmla="*/ 661 h 873"/>
                    <a:gd name="T22" fmla="*/ 237 w 531"/>
                    <a:gd name="T23" fmla="*/ 656 h 873"/>
                    <a:gd name="T24" fmla="*/ 230 w 531"/>
                    <a:gd name="T25" fmla="*/ 652 h 873"/>
                    <a:gd name="T26" fmla="*/ 188 w 531"/>
                    <a:gd name="T27" fmla="*/ 649 h 873"/>
                    <a:gd name="T28" fmla="*/ 194 w 531"/>
                    <a:gd name="T29" fmla="*/ 641 h 873"/>
                    <a:gd name="T30" fmla="*/ 153 w 531"/>
                    <a:gd name="T31" fmla="*/ 638 h 873"/>
                    <a:gd name="T32" fmla="*/ 403 w 531"/>
                    <a:gd name="T33" fmla="*/ 628 h 873"/>
                    <a:gd name="T34" fmla="*/ 405 w 531"/>
                    <a:gd name="T35" fmla="*/ 618 h 873"/>
                    <a:gd name="T36" fmla="*/ 323 w 531"/>
                    <a:gd name="T37" fmla="*/ 616 h 873"/>
                    <a:gd name="T38" fmla="*/ 409 w 531"/>
                    <a:gd name="T39" fmla="*/ 612 h 873"/>
                    <a:gd name="T40" fmla="*/ 367 w 531"/>
                    <a:gd name="T41" fmla="*/ 579 h 873"/>
                    <a:gd name="T42" fmla="*/ 393 w 531"/>
                    <a:gd name="T43" fmla="*/ 563 h 873"/>
                    <a:gd name="T44" fmla="*/ 409 w 531"/>
                    <a:gd name="T45" fmla="*/ 557 h 873"/>
                    <a:gd name="T46" fmla="*/ 409 w 531"/>
                    <a:gd name="T47" fmla="*/ 554 h 873"/>
                    <a:gd name="T48" fmla="*/ 409 w 531"/>
                    <a:gd name="T49" fmla="*/ 552 h 873"/>
                    <a:gd name="T50" fmla="*/ 409 w 531"/>
                    <a:gd name="T51" fmla="*/ 550 h 873"/>
                    <a:gd name="T52" fmla="*/ 411 w 531"/>
                    <a:gd name="T53" fmla="*/ 546 h 873"/>
                    <a:gd name="T54" fmla="*/ 409 w 531"/>
                    <a:gd name="T55" fmla="*/ 543 h 873"/>
                    <a:gd name="T56" fmla="*/ 414 w 531"/>
                    <a:gd name="T57" fmla="*/ 521 h 873"/>
                    <a:gd name="T58" fmla="*/ 422 w 531"/>
                    <a:gd name="T59" fmla="*/ 511 h 873"/>
                    <a:gd name="T60" fmla="*/ 433 w 531"/>
                    <a:gd name="T61" fmla="*/ 506 h 873"/>
                    <a:gd name="T62" fmla="*/ 462 w 531"/>
                    <a:gd name="T63" fmla="*/ 480 h 873"/>
                    <a:gd name="T64" fmla="*/ 455 w 531"/>
                    <a:gd name="T65" fmla="*/ 471 h 873"/>
                    <a:gd name="T66" fmla="*/ 460 w 531"/>
                    <a:gd name="T67" fmla="*/ 466 h 873"/>
                    <a:gd name="T68" fmla="*/ 462 w 531"/>
                    <a:gd name="T69" fmla="*/ 464 h 873"/>
                    <a:gd name="T70" fmla="*/ 478 w 531"/>
                    <a:gd name="T71" fmla="*/ 449 h 873"/>
                    <a:gd name="T72" fmla="*/ 484 w 531"/>
                    <a:gd name="T73" fmla="*/ 444 h 873"/>
                    <a:gd name="T74" fmla="*/ 484 w 531"/>
                    <a:gd name="T75" fmla="*/ 435 h 873"/>
                    <a:gd name="T76" fmla="*/ 484 w 531"/>
                    <a:gd name="T77" fmla="*/ 427 h 873"/>
                    <a:gd name="T78" fmla="*/ 482 w 531"/>
                    <a:gd name="T79" fmla="*/ 420 h 873"/>
                    <a:gd name="T80" fmla="*/ 486 w 531"/>
                    <a:gd name="T81" fmla="*/ 402 h 873"/>
                    <a:gd name="T82" fmla="*/ 491 w 531"/>
                    <a:gd name="T83" fmla="*/ 400 h 873"/>
                    <a:gd name="T84" fmla="*/ 506 w 531"/>
                    <a:gd name="T85" fmla="*/ 393 h 873"/>
                    <a:gd name="T86" fmla="*/ 511 w 531"/>
                    <a:gd name="T87" fmla="*/ 391 h 873"/>
                    <a:gd name="T88" fmla="*/ 497 w 531"/>
                    <a:gd name="T89" fmla="*/ 389 h 873"/>
                    <a:gd name="T90" fmla="*/ 498 w 531"/>
                    <a:gd name="T91" fmla="*/ 387 h 873"/>
                    <a:gd name="T92" fmla="*/ 489 w 531"/>
                    <a:gd name="T93" fmla="*/ 384 h 873"/>
                    <a:gd name="T94" fmla="*/ 502 w 531"/>
                    <a:gd name="T95" fmla="*/ 380 h 873"/>
                    <a:gd name="T96" fmla="*/ 478 w 531"/>
                    <a:gd name="T97" fmla="*/ 378 h 873"/>
                    <a:gd name="T98" fmla="*/ 502 w 531"/>
                    <a:gd name="T99" fmla="*/ 373 h 873"/>
                    <a:gd name="T100" fmla="*/ 508 w 531"/>
                    <a:gd name="T101" fmla="*/ 365 h 873"/>
                    <a:gd name="T102" fmla="*/ 511 w 531"/>
                    <a:gd name="T103" fmla="*/ 362 h 873"/>
                    <a:gd name="T104" fmla="*/ 451 w 531"/>
                    <a:gd name="T105" fmla="*/ 318 h 873"/>
                    <a:gd name="T106" fmla="*/ 455 w 531"/>
                    <a:gd name="T107" fmla="*/ 289 h 873"/>
                    <a:gd name="T108" fmla="*/ 413 w 531"/>
                    <a:gd name="T109" fmla="*/ 188 h 873"/>
                    <a:gd name="T110" fmla="*/ 482 w 531"/>
                    <a:gd name="T111" fmla="*/ 144 h 873"/>
                    <a:gd name="T112" fmla="*/ 487 w 531"/>
                    <a:gd name="T113" fmla="*/ 69 h 873"/>
                    <a:gd name="T114" fmla="*/ 480 w 531"/>
                    <a:gd name="T115" fmla="*/ 56 h 873"/>
                    <a:gd name="T116" fmla="*/ 476 w 531"/>
                    <a:gd name="T117" fmla="*/ 51 h 873"/>
                    <a:gd name="T118" fmla="*/ 475 w 531"/>
                    <a:gd name="T119" fmla="*/ 47 h 873"/>
                    <a:gd name="T120" fmla="*/ 531 w 531"/>
                    <a:gd name="T121" fmla="*/ 45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1" h="873">
                      <a:moveTo>
                        <a:pt x="126" y="872"/>
                      </a:moveTo>
                      <a:lnTo>
                        <a:pt x="126" y="873"/>
                      </a:lnTo>
                      <a:lnTo>
                        <a:pt x="126" y="872"/>
                      </a:lnTo>
                      <a:close/>
                      <a:moveTo>
                        <a:pt x="148" y="855"/>
                      </a:moveTo>
                      <a:lnTo>
                        <a:pt x="148" y="857"/>
                      </a:lnTo>
                      <a:lnTo>
                        <a:pt x="148" y="855"/>
                      </a:lnTo>
                      <a:close/>
                      <a:moveTo>
                        <a:pt x="148" y="855"/>
                      </a:moveTo>
                      <a:lnTo>
                        <a:pt x="146" y="855"/>
                      </a:lnTo>
                      <a:lnTo>
                        <a:pt x="148" y="855"/>
                      </a:lnTo>
                      <a:close/>
                      <a:moveTo>
                        <a:pt x="146" y="855"/>
                      </a:moveTo>
                      <a:lnTo>
                        <a:pt x="148" y="855"/>
                      </a:lnTo>
                      <a:lnTo>
                        <a:pt x="146" y="855"/>
                      </a:lnTo>
                      <a:close/>
                      <a:moveTo>
                        <a:pt x="144" y="853"/>
                      </a:moveTo>
                      <a:lnTo>
                        <a:pt x="142" y="853"/>
                      </a:lnTo>
                      <a:lnTo>
                        <a:pt x="144" y="853"/>
                      </a:lnTo>
                      <a:close/>
                      <a:moveTo>
                        <a:pt x="57" y="804"/>
                      </a:moveTo>
                      <a:lnTo>
                        <a:pt x="55" y="804"/>
                      </a:lnTo>
                      <a:lnTo>
                        <a:pt x="57" y="804"/>
                      </a:lnTo>
                      <a:close/>
                      <a:moveTo>
                        <a:pt x="84" y="789"/>
                      </a:moveTo>
                      <a:lnTo>
                        <a:pt x="84" y="787"/>
                      </a:lnTo>
                      <a:lnTo>
                        <a:pt x="84" y="789"/>
                      </a:lnTo>
                      <a:close/>
                      <a:moveTo>
                        <a:pt x="86" y="777"/>
                      </a:moveTo>
                      <a:lnTo>
                        <a:pt x="84" y="777"/>
                      </a:lnTo>
                      <a:lnTo>
                        <a:pt x="86" y="777"/>
                      </a:lnTo>
                      <a:close/>
                      <a:moveTo>
                        <a:pt x="84" y="777"/>
                      </a:moveTo>
                      <a:lnTo>
                        <a:pt x="86" y="777"/>
                      </a:lnTo>
                      <a:lnTo>
                        <a:pt x="84" y="777"/>
                      </a:lnTo>
                      <a:close/>
                      <a:moveTo>
                        <a:pt x="82" y="775"/>
                      </a:moveTo>
                      <a:lnTo>
                        <a:pt x="82" y="777"/>
                      </a:lnTo>
                      <a:lnTo>
                        <a:pt x="82" y="775"/>
                      </a:lnTo>
                      <a:close/>
                      <a:moveTo>
                        <a:pt x="110" y="747"/>
                      </a:moveTo>
                      <a:lnTo>
                        <a:pt x="110" y="745"/>
                      </a:lnTo>
                      <a:lnTo>
                        <a:pt x="110" y="747"/>
                      </a:lnTo>
                      <a:close/>
                      <a:moveTo>
                        <a:pt x="68" y="738"/>
                      </a:moveTo>
                      <a:lnTo>
                        <a:pt x="68" y="736"/>
                      </a:lnTo>
                      <a:lnTo>
                        <a:pt x="68" y="738"/>
                      </a:lnTo>
                      <a:close/>
                      <a:moveTo>
                        <a:pt x="82" y="703"/>
                      </a:moveTo>
                      <a:lnTo>
                        <a:pt x="82" y="705"/>
                      </a:lnTo>
                      <a:lnTo>
                        <a:pt x="82" y="703"/>
                      </a:lnTo>
                      <a:close/>
                      <a:moveTo>
                        <a:pt x="82" y="702"/>
                      </a:moveTo>
                      <a:lnTo>
                        <a:pt x="82" y="703"/>
                      </a:lnTo>
                      <a:lnTo>
                        <a:pt x="82" y="702"/>
                      </a:lnTo>
                      <a:close/>
                      <a:moveTo>
                        <a:pt x="84" y="702"/>
                      </a:moveTo>
                      <a:lnTo>
                        <a:pt x="86" y="702"/>
                      </a:lnTo>
                      <a:lnTo>
                        <a:pt x="84" y="702"/>
                      </a:lnTo>
                      <a:close/>
                      <a:moveTo>
                        <a:pt x="88" y="700"/>
                      </a:moveTo>
                      <a:lnTo>
                        <a:pt x="86" y="700"/>
                      </a:lnTo>
                      <a:lnTo>
                        <a:pt x="88" y="700"/>
                      </a:lnTo>
                      <a:close/>
                      <a:moveTo>
                        <a:pt x="86" y="696"/>
                      </a:moveTo>
                      <a:lnTo>
                        <a:pt x="88" y="696"/>
                      </a:lnTo>
                      <a:lnTo>
                        <a:pt x="86" y="696"/>
                      </a:lnTo>
                      <a:close/>
                      <a:moveTo>
                        <a:pt x="86" y="696"/>
                      </a:moveTo>
                      <a:lnTo>
                        <a:pt x="86" y="698"/>
                      </a:lnTo>
                      <a:lnTo>
                        <a:pt x="86" y="696"/>
                      </a:lnTo>
                      <a:close/>
                      <a:moveTo>
                        <a:pt x="122" y="692"/>
                      </a:moveTo>
                      <a:lnTo>
                        <a:pt x="122" y="691"/>
                      </a:lnTo>
                      <a:lnTo>
                        <a:pt x="122" y="692"/>
                      </a:lnTo>
                      <a:close/>
                      <a:moveTo>
                        <a:pt x="2" y="691"/>
                      </a:moveTo>
                      <a:lnTo>
                        <a:pt x="0" y="691"/>
                      </a:lnTo>
                      <a:lnTo>
                        <a:pt x="2" y="691"/>
                      </a:lnTo>
                      <a:close/>
                      <a:moveTo>
                        <a:pt x="139" y="691"/>
                      </a:moveTo>
                      <a:lnTo>
                        <a:pt x="141" y="691"/>
                      </a:lnTo>
                      <a:lnTo>
                        <a:pt x="139" y="691"/>
                      </a:lnTo>
                      <a:close/>
                      <a:moveTo>
                        <a:pt x="51" y="689"/>
                      </a:moveTo>
                      <a:lnTo>
                        <a:pt x="53" y="689"/>
                      </a:lnTo>
                      <a:lnTo>
                        <a:pt x="51" y="689"/>
                      </a:lnTo>
                      <a:close/>
                      <a:moveTo>
                        <a:pt x="29" y="687"/>
                      </a:moveTo>
                      <a:lnTo>
                        <a:pt x="29" y="689"/>
                      </a:lnTo>
                      <a:lnTo>
                        <a:pt x="29" y="687"/>
                      </a:lnTo>
                      <a:close/>
                      <a:moveTo>
                        <a:pt x="159" y="687"/>
                      </a:moveTo>
                      <a:lnTo>
                        <a:pt x="159" y="689"/>
                      </a:lnTo>
                      <a:lnTo>
                        <a:pt x="159" y="687"/>
                      </a:lnTo>
                      <a:close/>
                      <a:moveTo>
                        <a:pt x="161" y="687"/>
                      </a:moveTo>
                      <a:lnTo>
                        <a:pt x="159" y="687"/>
                      </a:lnTo>
                      <a:lnTo>
                        <a:pt x="161" y="687"/>
                      </a:lnTo>
                      <a:close/>
                      <a:moveTo>
                        <a:pt x="4" y="687"/>
                      </a:moveTo>
                      <a:lnTo>
                        <a:pt x="6" y="687"/>
                      </a:lnTo>
                      <a:lnTo>
                        <a:pt x="4" y="687"/>
                      </a:lnTo>
                      <a:close/>
                      <a:moveTo>
                        <a:pt x="161" y="687"/>
                      </a:moveTo>
                      <a:lnTo>
                        <a:pt x="159" y="687"/>
                      </a:lnTo>
                      <a:lnTo>
                        <a:pt x="161" y="687"/>
                      </a:lnTo>
                      <a:close/>
                      <a:moveTo>
                        <a:pt x="13" y="687"/>
                      </a:moveTo>
                      <a:lnTo>
                        <a:pt x="13" y="685"/>
                      </a:lnTo>
                      <a:lnTo>
                        <a:pt x="13" y="687"/>
                      </a:lnTo>
                      <a:close/>
                      <a:moveTo>
                        <a:pt x="6" y="687"/>
                      </a:moveTo>
                      <a:lnTo>
                        <a:pt x="6" y="685"/>
                      </a:lnTo>
                      <a:lnTo>
                        <a:pt x="6" y="687"/>
                      </a:lnTo>
                      <a:close/>
                      <a:moveTo>
                        <a:pt x="7" y="685"/>
                      </a:moveTo>
                      <a:lnTo>
                        <a:pt x="6" y="685"/>
                      </a:lnTo>
                      <a:lnTo>
                        <a:pt x="7" y="685"/>
                      </a:lnTo>
                      <a:close/>
                      <a:moveTo>
                        <a:pt x="24" y="683"/>
                      </a:moveTo>
                      <a:lnTo>
                        <a:pt x="22" y="683"/>
                      </a:lnTo>
                      <a:lnTo>
                        <a:pt x="24" y="683"/>
                      </a:lnTo>
                      <a:close/>
                      <a:moveTo>
                        <a:pt x="13" y="683"/>
                      </a:moveTo>
                      <a:lnTo>
                        <a:pt x="11" y="683"/>
                      </a:lnTo>
                      <a:lnTo>
                        <a:pt x="13" y="683"/>
                      </a:lnTo>
                      <a:close/>
                      <a:moveTo>
                        <a:pt x="128" y="683"/>
                      </a:moveTo>
                      <a:lnTo>
                        <a:pt x="126" y="683"/>
                      </a:lnTo>
                      <a:lnTo>
                        <a:pt x="128" y="683"/>
                      </a:lnTo>
                      <a:close/>
                      <a:moveTo>
                        <a:pt x="135" y="681"/>
                      </a:moveTo>
                      <a:lnTo>
                        <a:pt x="133" y="681"/>
                      </a:lnTo>
                      <a:lnTo>
                        <a:pt x="135" y="681"/>
                      </a:lnTo>
                      <a:close/>
                      <a:moveTo>
                        <a:pt x="11" y="681"/>
                      </a:moveTo>
                      <a:lnTo>
                        <a:pt x="11" y="680"/>
                      </a:lnTo>
                      <a:lnTo>
                        <a:pt x="11" y="681"/>
                      </a:lnTo>
                      <a:close/>
                      <a:moveTo>
                        <a:pt x="11" y="680"/>
                      </a:moveTo>
                      <a:lnTo>
                        <a:pt x="9" y="680"/>
                      </a:lnTo>
                      <a:lnTo>
                        <a:pt x="11" y="680"/>
                      </a:lnTo>
                      <a:close/>
                      <a:moveTo>
                        <a:pt x="15" y="680"/>
                      </a:moveTo>
                      <a:lnTo>
                        <a:pt x="13" y="680"/>
                      </a:lnTo>
                      <a:lnTo>
                        <a:pt x="15" y="680"/>
                      </a:lnTo>
                      <a:close/>
                      <a:moveTo>
                        <a:pt x="13" y="680"/>
                      </a:moveTo>
                      <a:lnTo>
                        <a:pt x="13" y="678"/>
                      </a:lnTo>
                      <a:lnTo>
                        <a:pt x="13" y="680"/>
                      </a:lnTo>
                      <a:close/>
                      <a:moveTo>
                        <a:pt x="150" y="676"/>
                      </a:moveTo>
                      <a:lnTo>
                        <a:pt x="150" y="678"/>
                      </a:lnTo>
                      <a:lnTo>
                        <a:pt x="150" y="676"/>
                      </a:lnTo>
                      <a:close/>
                      <a:moveTo>
                        <a:pt x="183" y="676"/>
                      </a:moveTo>
                      <a:lnTo>
                        <a:pt x="183" y="678"/>
                      </a:lnTo>
                      <a:lnTo>
                        <a:pt x="183" y="676"/>
                      </a:lnTo>
                      <a:close/>
                      <a:moveTo>
                        <a:pt x="197" y="672"/>
                      </a:moveTo>
                      <a:lnTo>
                        <a:pt x="195" y="672"/>
                      </a:lnTo>
                      <a:lnTo>
                        <a:pt x="197" y="672"/>
                      </a:lnTo>
                      <a:close/>
                      <a:moveTo>
                        <a:pt x="188" y="671"/>
                      </a:moveTo>
                      <a:lnTo>
                        <a:pt x="188" y="672"/>
                      </a:lnTo>
                      <a:lnTo>
                        <a:pt x="188" y="671"/>
                      </a:lnTo>
                      <a:close/>
                      <a:moveTo>
                        <a:pt x="201" y="671"/>
                      </a:moveTo>
                      <a:lnTo>
                        <a:pt x="201" y="669"/>
                      </a:lnTo>
                      <a:lnTo>
                        <a:pt x="201" y="671"/>
                      </a:lnTo>
                      <a:close/>
                      <a:moveTo>
                        <a:pt x="184" y="669"/>
                      </a:moveTo>
                      <a:lnTo>
                        <a:pt x="186" y="669"/>
                      </a:lnTo>
                      <a:lnTo>
                        <a:pt x="184" y="669"/>
                      </a:lnTo>
                      <a:close/>
                      <a:moveTo>
                        <a:pt x="201" y="667"/>
                      </a:moveTo>
                      <a:lnTo>
                        <a:pt x="199" y="667"/>
                      </a:lnTo>
                      <a:lnTo>
                        <a:pt x="201" y="667"/>
                      </a:lnTo>
                      <a:close/>
                      <a:moveTo>
                        <a:pt x="217" y="667"/>
                      </a:moveTo>
                      <a:lnTo>
                        <a:pt x="219" y="667"/>
                      </a:lnTo>
                      <a:lnTo>
                        <a:pt x="217" y="667"/>
                      </a:lnTo>
                      <a:close/>
                      <a:moveTo>
                        <a:pt x="175" y="667"/>
                      </a:moveTo>
                      <a:lnTo>
                        <a:pt x="177" y="667"/>
                      </a:lnTo>
                      <a:lnTo>
                        <a:pt x="175" y="667"/>
                      </a:lnTo>
                      <a:close/>
                      <a:moveTo>
                        <a:pt x="192" y="665"/>
                      </a:moveTo>
                      <a:lnTo>
                        <a:pt x="192" y="663"/>
                      </a:lnTo>
                      <a:lnTo>
                        <a:pt x="192" y="665"/>
                      </a:lnTo>
                      <a:close/>
                      <a:moveTo>
                        <a:pt x="157" y="663"/>
                      </a:moveTo>
                      <a:lnTo>
                        <a:pt x="157" y="661"/>
                      </a:lnTo>
                      <a:lnTo>
                        <a:pt x="157" y="663"/>
                      </a:lnTo>
                      <a:close/>
                      <a:moveTo>
                        <a:pt x="194" y="661"/>
                      </a:moveTo>
                      <a:lnTo>
                        <a:pt x="194" y="663"/>
                      </a:lnTo>
                      <a:lnTo>
                        <a:pt x="194" y="661"/>
                      </a:lnTo>
                      <a:close/>
                      <a:moveTo>
                        <a:pt x="206" y="661"/>
                      </a:moveTo>
                      <a:lnTo>
                        <a:pt x="206" y="663"/>
                      </a:lnTo>
                      <a:lnTo>
                        <a:pt x="206" y="661"/>
                      </a:lnTo>
                      <a:close/>
                      <a:moveTo>
                        <a:pt x="221" y="663"/>
                      </a:moveTo>
                      <a:lnTo>
                        <a:pt x="221" y="661"/>
                      </a:lnTo>
                      <a:lnTo>
                        <a:pt x="221" y="663"/>
                      </a:lnTo>
                      <a:close/>
                      <a:moveTo>
                        <a:pt x="217" y="661"/>
                      </a:moveTo>
                      <a:lnTo>
                        <a:pt x="217" y="660"/>
                      </a:lnTo>
                      <a:lnTo>
                        <a:pt x="217" y="661"/>
                      </a:lnTo>
                      <a:close/>
                      <a:moveTo>
                        <a:pt x="203" y="661"/>
                      </a:moveTo>
                      <a:lnTo>
                        <a:pt x="203" y="660"/>
                      </a:lnTo>
                      <a:lnTo>
                        <a:pt x="203" y="661"/>
                      </a:lnTo>
                      <a:close/>
                      <a:moveTo>
                        <a:pt x="163" y="661"/>
                      </a:moveTo>
                      <a:lnTo>
                        <a:pt x="163" y="660"/>
                      </a:lnTo>
                      <a:lnTo>
                        <a:pt x="163" y="661"/>
                      </a:lnTo>
                      <a:close/>
                      <a:moveTo>
                        <a:pt x="232" y="660"/>
                      </a:moveTo>
                      <a:lnTo>
                        <a:pt x="230" y="660"/>
                      </a:lnTo>
                      <a:lnTo>
                        <a:pt x="232" y="660"/>
                      </a:lnTo>
                      <a:close/>
                      <a:moveTo>
                        <a:pt x="230" y="658"/>
                      </a:moveTo>
                      <a:lnTo>
                        <a:pt x="228" y="658"/>
                      </a:lnTo>
                      <a:lnTo>
                        <a:pt x="230" y="658"/>
                      </a:lnTo>
                      <a:close/>
                      <a:moveTo>
                        <a:pt x="221" y="658"/>
                      </a:moveTo>
                      <a:lnTo>
                        <a:pt x="221" y="656"/>
                      </a:lnTo>
                      <a:lnTo>
                        <a:pt x="221" y="658"/>
                      </a:lnTo>
                      <a:close/>
                      <a:moveTo>
                        <a:pt x="221" y="656"/>
                      </a:moveTo>
                      <a:lnTo>
                        <a:pt x="219" y="656"/>
                      </a:lnTo>
                      <a:lnTo>
                        <a:pt x="221" y="656"/>
                      </a:lnTo>
                      <a:lnTo>
                        <a:pt x="219" y="656"/>
                      </a:lnTo>
                      <a:lnTo>
                        <a:pt x="221" y="656"/>
                      </a:lnTo>
                      <a:close/>
                      <a:moveTo>
                        <a:pt x="237" y="656"/>
                      </a:moveTo>
                      <a:lnTo>
                        <a:pt x="237" y="654"/>
                      </a:lnTo>
                      <a:lnTo>
                        <a:pt x="237" y="656"/>
                      </a:lnTo>
                      <a:close/>
                      <a:moveTo>
                        <a:pt x="436" y="656"/>
                      </a:moveTo>
                      <a:lnTo>
                        <a:pt x="436" y="654"/>
                      </a:lnTo>
                      <a:lnTo>
                        <a:pt x="436" y="656"/>
                      </a:lnTo>
                      <a:close/>
                      <a:moveTo>
                        <a:pt x="219" y="654"/>
                      </a:moveTo>
                      <a:lnTo>
                        <a:pt x="217" y="654"/>
                      </a:lnTo>
                      <a:lnTo>
                        <a:pt x="219" y="654"/>
                      </a:lnTo>
                      <a:close/>
                      <a:moveTo>
                        <a:pt x="261" y="652"/>
                      </a:moveTo>
                      <a:lnTo>
                        <a:pt x="259" y="652"/>
                      </a:lnTo>
                      <a:lnTo>
                        <a:pt x="261" y="652"/>
                      </a:lnTo>
                      <a:close/>
                      <a:moveTo>
                        <a:pt x="261" y="652"/>
                      </a:moveTo>
                      <a:lnTo>
                        <a:pt x="261" y="650"/>
                      </a:lnTo>
                      <a:lnTo>
                        <a:pt x="261" y="652"/>
                      </a:lnTo>
                      <a:close/>
                      <a:moveTo>
                        <a:pt x="230" y="652"/>
                      </a:moveTo>
                      <a:lnTo>
                        <a:pt x="230" y="650"/>
                      </a:lnTo>
                      <a:lnTo>
                        <a:pt x="230" y="652"/>
                      </a:lnTo>
                      <a:close/>
                      <a:moveTo>
                        <a:pt x="259" y="650"/>
                      </a:moveTo>
                      <a:lnTo>
                        <a:pt x="257" y="650"/>
                      </a:lnTo>
                      <a:lnTo>
                        <a:pt x="259" y="650"/>
                      </a:lnTo>
                      <a:close/>
                      <a:moveTo>
                        <a:pt x="192" y="650"/>
                      </a:moveTo>
                      <a:lnTo>
                        <a:pt x="190" y="650"/>
                      </a:lnTo>
                      <a:lnTo>
                        <a:pt x="192" y="650"/>
                      </a:lnTo>
                      <a:close/>
                      <a:moveTo>
                        <a:pt x="243" y="649"/>
                      </a:moveTo>
                      <a:lnTo>
                        <a:pt x="243" y="650"/>
                      </a:lnTo>
                      <a:lnTo>
                        <a:pt x="243" y="649"/>
                      </a:lnTo>
                      <a:close/>
                      <a:moveTo>
                        <a:pt x="228" y="649"/>
                      </a:moveTo>
                      <a:lnTo>
                        <a:pt x="230" y="649"/>
                      </a:lnTo>
                      <a:lnTo>
                        <a:pt x="228" y="649"/>
                      </a:lnTo>
                      <a:close/>
                      <a:moveTo>
                        <a:pt x="188" y="649"/>
                      </a:moveTo>
                      <a:lnTo>
                        <a:pt x="186" y="649"/>
                      </a:lnTo>
                      <a:lnTo>
                        <a:pt x="186" y="647"/>
                      </a:lnTo>
                      <a:lnTo>
                        <a:pt x="188" y="649"/>
                      </a:lnTo>
                      <a:close/>
                      <a:moveTo>
                        <a:pt x="192" y="647"/>
                      </a:moveTo>
                      <a:lnTo>
                        <a:pt x="190" y="647"/>
                      </a:lnTo>
                      <a:lnTo>
                        <a:pt x="192" y="647"/>
                      </a:lnTo>
                      <a:close/>
                      <a:moveTo>
                        <a:pt x="194" y="647"/>
                      </a:moveTo>
                      <a:lnTo>
                        <a:pt x="194" y="645"/>
                      </a:lnTo>
                      <a:lnTo>
                        <a:pt x="194" y="647"/>
                      </a:lnTo>
                      <a:close/>
                      <a:moveTo>
                        <a:pt x="183" y="647"/>
                      </a:moveTo>
                      <a:lnTo>
                        <a:pt x="183" y="645"/>
                      </a:lnTo>
                      <a:lnTo>
                        <a:pt x="183" y="647"/>
                      </a:lnTo>
                      <a:close/>
                      <a:moveTo>
                        <a:pt x="194" y="641"/>
                      </a:moveTo>
                      <a:lnTo>
                        <a:pt x="194" y="639"/>
                      </a:lnTo>
                      <a:lnTo>
                        <a:pt x="194" y="641"/>
                      </a:lnTo>
                      <a:close/>
                      <a:moveTo>
                        <a:pt x="265" y="639"/>
                      </a:moveTo>
                      <a:lnTo>
                        <a:pt x="265" y="638"/>
                      </a:lnTo>
                      <a:lnTo>
                        <a:pt x="265" y="639"/>
                      </a:lnTo>
                      <a:close/>
                      <a:moveTo>
                        <a:pt x="172" y="638"/>
                      </a:moveTo>
                      <a:lnTo>
                        <a:pt x="170" y="638"/>
                      </a:lnTo>
                      <a:lnTo>
                        <a:pt x="172" y="638"/>
                      </a:lnTo>
                      <a:lnTo>
                        <a:pt x="170" y="638"/>
                      </a:lnTo>
                      <a:lnTo>
                        <a:pt x="172" y="638"/>
                      </a:lnTo>
                      <a:close/>
                      <a:moveTo>
                        <a:pt x="181" y="638"/>
                      </a:moveTo>
                      <a:lnTo>
                        <a:pt x="179" y="638"/>
                      </a:lnTo>
                      <a:lnTo>
                        <a:pt x="179" y="636"/>
                      </a:lnTo>
                      <a:lnTo>
                        <a:pt x="181" y="636"/>
                      </a:lnTo>
                      <a:lnTo>
                        <a:pt x="181" y="638"/>
                      </a:lnTo>
                      <a:close/>
                      <a:moveTo>
                        <a:pt x="153" y="636"/>
                      </a:moveTo>
                      <a:lnTo>
                        <a:pt x="153" y="638"/>
                      </a:lnTo>
                      <a:lnTo>
                        <a:pt x="153" y="636"/>
                      </a:lnTo>
                      <a:close/>
                      <a:moveTo>
                        <a:pt x="299" y="638"/>
                      </a:moveTo>
                      <a:lnTo>
                        <a:pt x="299" y="636"/>
                      </a:lnTo>
                      <a:lnTo>
                        <a:pt x="299" y="638"/>
                      </a:lnTo>
                      <a:close/>
                      <a:moveTo>
                        <a:pt x="223" y="632"/>
                      </a:moveTo>
                      <a:lnTo>
                        <a:pt x="223" y="634"/>
                      </a:lnTo>
                      <a:lnTo>
                        <a:pt x="223" y="632"/>
                      </a:lnTo>
                      <a:close/>
                      <a:moveTo>
                        <a:pt x="301" y="630"/>
                      </a:moveTo>
                      <a:lnTo>
                        <a:pt x="299" y="630"/>
                      </a:lnTo>
                      <a:lnTo>
                        <a:pt x="301" y="630"/>
                      </a:lnTo>
                      <a:close/>
                      <a:moveTo>
                        <a:pt x="175" y="628"/>
                      </a:moveTo>
                      <a:lnTo>
                        <a:pt x="175" y="630"/>
                      </a:lnTo>
                      <a:lnTo>
                        <a:pt x="175" y="628"/>
                      </a:lnTo>
                      <a:close/>
                      <a:moveTo>
                        <a:pt x="405" y="628"/>
                      </a:moveTo>
                      <a:lnTo>
                        <a:pt x="403" y="628"/>
                      </a:lnTo>
                      <a:lnTo>
                        <a:pt x="405" y="628"/>
                      </a:lnTo>
                      <a:close/>
                      <a:moveTo>
                        <a:pt x="307" y="627"/>
                      </a:moveTo>
                      <a:lnTo>
                        <a:pt x="305" y="627"/>
                      </a:lnTo>
                      <a:lnTo>
                        <a:pt x="307" y="627"/>
                      </a:lnTo>
                      <a:close/>
                      <a:moveTo>
                        <a:pt x="476" y="621"/>
                      </a:moveTo>
                      <a:lnTo>
                        <a:pt x="475" y="621"/>
                      </a:lnTo>
                      <a:lnTo>
                        <a:pt x="476" y="621"/>
                      </a:lnTo>
                      <a:close/>
                      <a:moveTo>
                        <a:pt x="316" y="621"/>
                      </a:moveTo>
                      <a:lnTo>
                        <a:pt x="314" y="621"/>
                      </a:lnTo>
                      <a:lnTo>
                        <a:pt x="316" y="621"/>
                      </a:lnTo>
                      <a:close/>
                      <a:moveTo>
                        <a:pt x="285" y="621"/>
                      </a:moveTo>
                      <a:lnTo>
                        <a:pt x="285" y="619"/>
                      </a:lnTo>
                      <a:lnTo>
                        <a:pt x="285" y="621"/>
                      </a:lnTo>
                      <a:close/>
                      <a:moveTo>
                        <a:pt x="405" y="619"/>
                      </a:moveTo>
                      <a:lnTo>
                        <a:pt x="405" y="618"/>
                      </a:lnTo>
                      <a:lnTo>
                        <a:pt x="405" y="619"/>
                      </a:lnTo>
                      <a:close/>
                      <a:moveTo>
                        <a:pt x="301" y="619"/>
                      </a:moveTo>
                      <a:lnTo>
                        <a:pt x="303" y="619"/>
                      </a:lnTo>
                      <a:lnTo>
                        <a:pt x="301" y="619"/>
                      </a:lnTo>
                      <a:lnTo>
                        <a:pt x="301" y="618"/>
                      </a:lnTo>
                      <a:lnTo>
                        <a:pt x="301" y="619"/>
                      </a:lnTo>
                      <a:close/>
                      <a:moveTo>
                        <a:pt x="330" y="618"/>
                      </a:moveTo>
                      <a:lnTo>
                        <a:pt x="329" y="618"/>
                      </a:lnTo>
                      <a:lnTo>
                        <a:pt x="330" y="618"/>
                      </a:lnTo>
                      <a:close/>
                      <a:moveTo>
                        <a:pt x="332" y="618"/>
                      </a:moveTo>
                      <a:lnTo>
                        <a:pt x="330" y="618"/>
                      </a:lnTo>
                      <a:lnTo>
                        <a:pt x="332" y="618"/>
                      </a:lnTo>
                      <a:close/>
                      <a:moveTo>
                        <a:pt x="323" y="616"/>
                      </a:moveTo>
                      <a:lnTo>
                        <a:pt x="323" y="614"/>
                      </a:lnTo>
                      <a:lnTo>
                        <a:pt x="323" y="616"/>
                      </a:lnTo>
                      <a:close/>
                      <a:moveTo>
                        <a:pt x="409" y="614"/>
                      </a:moveTo>
                      <a:lnTo>
                        <a:pt x="411" y="614"/>
                      </a:lnTo>
                      <a:lnTo>
                        <a:pt x="409" y="614"/>
                      </a:lnTo>
                      <a:close/>
                      <a:moveTo>
                        <a:pt x="411" y="614"/>
                      </a:moveTo>
                      <a:lnTo>
                        <a:pt x="409" y="614"/>
                      </a:lnTo>
                      <a:lnTo>
                        <a:pt x="411" y="614"/>
                      </a:lnTo>
                      <a:close/>
                      <a:moveTo>
                        <a:pt x="409" y="614"/>
                      </a:moveTo>
                      <a:lnTo>
                        <a:pt x="407" y="614"/>
                      </a:lnTo>
                      <a:lnTo>
                        <a:pt x="409" y="614"/>
                      </a:lnTo>
                      <a:close/>
                      <a:moveTo>
                        <a:pt x="409" y="612"/>
                      </a:moveTo>
                      <a:lnTo>
                        <a:pt x="407" y="612"/>
                      </a:lnTo>
                      <a:lnTo>
                        <a:pt x="409" y="612"/>
                      </a:lnTo>
                      <a:close/>
                      <a:moveTo>
                        <a:pt x="409" y="612"/>
                      </a:moveTo>
                      <a:lnTo>
                        <a:pt x="407" y="612"/>
                      </a:lnTo>
                      <a:lnTo>
                        <a:pt x="409" y="612"/>
                      </a:lnTo>
                      <a:close/>
                      <a:moveTo>
                        <a:pt x="409" y="612"/>
                      </a:moveTo>
                      <a:lnTo>
                        <a:pt x="407" y="612"/>
                      </a:lnTo>
                      <a:lnTo>
                        <a:pt x="409" y="612"/>
                      </a:lnTo>
                      <a:close/>
                      <a:moveTo>
                        <a:pt x="340" y="610"/>
                      </a:moveTo>
                      <a:lnTo>
                        <a:pt x="341" y="610"/>
                      </a:lnTo>
                      <a:lnTo>
                        <a:pt x="340" y="610"/>
                      </a:lnTo>
                      <a:close/>
                      <a:moveTo>
                        <a:pt x="360" y="597"/>
                      </a:moveTo>
                      <a:lnTo>
                        <a:pt x="358" y="597"/>
                      </a:lnTo>
                      <a:lnTo>
                        <a:pt x="360" y="597"/>
                      </a:lnTo>
                      <a:close/>
                      <a:moveTo>
                        <a:pt x="365" y="585"/>
                      </a:moveTo>
                      <a:lnTo>
                        <a:pt x="365" y="583"/>
                      </a:lnTo>
                      <a:lnTo>
                        <a:pt x="365" y="585"/>
                      </a:lnTo>
                      <a:close/>
                      <a:moveTo>
                        <a:pt x="367" y="579"/>
                      </a:moveTo>
                      <a:lnTo>
                        <a:pt x="367" y="577"/>
                      </a:lnTo>
                      <a:lnTo>
                        <a:pt x="367" y="579"/>
                      </a:lnTo>
                      <a:close/>
                      <a:moveTo>
                        <a:pt x="387" y="566"/>
                      </a:moveTo>
                      <a:lnTo>
                        <a:pt x="387" y="568"/>
                      </a:lnTo>
                      <a:lnTo>
                        <a:pt x="387" y="566"/>
                      </a:lnTo>
                      <a:close/>
                      <a:moveTo>
                        <a:pt x="403" y="568"/>
                      </a:moveTo>
                      <a:lnTo>
                        <a:pt x="403" y="566"/>
                      </a:lnTo>
                      <a:lnTo>
                        <a:pt x="403" y="568"/>
                      </a:lnTo>
                      <a:close/>
                      <a:moveTo>
                        <a:pt x="369" y="563"/>
                      </a:moveTo>
                      <a:lnTo>
                        <a:pt x="369" y="564"/>
                      </a:lnTo>
                      <a:lnTo>
                        <a:pt x="369" y="563"/>
                      </a:lnTo>
                      <a:close/>
                      <a:moveTo>
                        <a:pt x="382" y="563"/>
                      </a:moveTo>
                      <a:lnTo>
                        <a:pt x="383" y="563"/>
                      </a:lnTo>
                      <a:lnTo>
                        <a:pt x="382" y="563"/>
                      </a:lnTo>
                      <a:close/>
                      <a:moveTo>
                        <a:pt x="393" y="563"/>
                      </a:moveTo>
                      <a:lnTo>
                        <a:pt x="391" y="563"/>
                      </a:lnTo>
                      <a:lnTo>
                        <a:pt x="393" y="563"/>
                      </a:lnTo>
                      <a:close/>
                      <a:moveTo>
                        <a:pt x="393" y="561"/>
                      </a:moveTo>
                      <a:lnTo>
                        <a:pt x="391" y="561"/>
                      </a:lnTo>
                      <a:lnTo>
                        <a:pt x="393" y="561"/>
                      </a:lnTo>
                      <a:close/>
                      <a:moveTo>
                        <a:pt x="385" y="561"/>
                      </a:moveTo>
                      <a:lnTo>
                        <a:pt x="385" y="559"/>
                      </a:lnTo>
                      <a:lnTo>
                        <a:pt x="385" y="561"/>
                      </a:lnTo>
                      <a:lnTo>
                        <a:pt x="387" y="561"/>
                      </a:lnTo>
                      <a:lnTo>
                        <a:pt x="385" y="561"/>
                      </a:lnTo>
                      <a:close/>
                      <a:moveTo>
                        <a:pt x="405" y="561"/>
                      </a:moveTo>
                      <a:lnTo>
                        <a:pt x="405" y="559"/>
                      </a:lnTo>
                      <a:lnTo>
                        <a:pt x="405" y="561"/>
                      </a:lnTo>
                      <a:close/>
                      <a:moveTo>
                        <a:pt x="385" y="559"/>
                      </a:moveTo>
                      <a:lnTo>
                        <a:pt x="383" y="559"/>
                      </a:lnTo>
                      <a:lnTo>
                        <a:pt x="385" y="559"/>
                      </a:lnTo>
                      <a:close/>
                      <a:moveTo>
                        <a:pt x="409" y="557"/>
                      </a:moveTo>
                      <a:lnTo>
                        <a:pt x="411" y="557"/>
                      </a:lnTo>
                      <a:lnTo>
                        <a:pt x="409" y="557"/>
                      </a:lnTo>
                      <a:close/>
                      <a:moveTo>
                        <a:pt x="394" y="555"/>
                      </a:moveTo>
                      <a:lnTo>
                        <a:pt x="394" y="557"/>
                      </a:lnTo>
                      <a:lnTo>
                        <a:pt x="394" y="555"/>
                      </a:lnTo>
                      <a:lnTo>
                        <a:pt x="393" y="555"/>
                      </a:lnTo>
                      <a:lnTo>
                        <a:pt x="394" y="555"/>
                      </a:lnTo>
                      <a:lnTo>
                        <a:pt x="393" y="555"/>
                      </a:lnTo>
                      <a:lnTo>
                        <a:pt x="394" y="555"/>
                      </a:lnTo>
                      <a:close/>
                      <a:moveTo>
                        <a:pt x="398" y="555"/>
                      </a:moveTo>
                      <a:lnTo>
                        <a:pt x="396" y="555"/>
                      </a:lnTo>
                      <a:lnTo>
                        <a:pt x="398" y="555"/>
                      </a:lnTo>
                      <a:close/>
                      <a:moveTo>
                        <a:pt x="409" y="555"/>
                      </a:moveTo>
                      <a:lnTo>
                        <a:pt x="407" y="555"/>
                      </a:lnTo>
                      <a:lnTo>
                        <a:pt x="409" y="554"/>
                      </a:lnTo>
                      <a:lnTo>
                        <a:pt x="409" y="555"/>
                      </a:lnTo>
                      <a:close/>
                      <a:moveTo>
                        <a:pt x="411" y="555"/>
                      </a:moveTo>
                      <a:lnTo>
                        <a:pt x="411" y="554"/>
                      </a:lnTo>
                      <a:lnTo>
                        <a:pt x="411" y="555"/>
                      </a:lnTo>
                      <a:close/>
                      <a:moveTo>
                        <a:pt x="403" y="554"/>
                      </a:moveTo>
                      <a:lnTo>
                        <a:pt x="402" y="554"/>
                      </a:lnTo>
                      <a:lnTo>
                        <a:pt x="403" y="554"/>
                      </a:lnTo>
                      <a:close/>
                      <a:moveTo>
                        <a:pt x="396" y="554"/>
                      </a:moveTo>
                      <a:lnTo>
                        <a:pt x="394" y="554"/>
                      </a:lnTo>
                      <a:lnTo>
                        <a:pt x="396" y="554"/>
                      </a:lnTo>
                      <a:close/>
                      <a:moveTo>
                        <a:pt x="414" y="552"/>
                      </a:moveTo>
                      <a:lnTo>
                        <a:pt x="413" y="552"/>
                      </a:lnTo>
                      <a:lnTo>
                        <a:pt x="414" y="552"/>
                      </a:lnTo>
                      <a:close/>
                      <a:moveTo>
                        <a:pt x="411" y="552"/>
                      </a:moveTo>
                      <a:lnTo>
                        <a:pt x="409" y="552"/>
                      </a:lnTo>
                      <a:lnTo>
                        <a:pt x="411" y="552"/>
                      </a:lnTo>
                      <a:close/>
                      <a:moveTo>
                        <a:pt x="403" y="552"/>
                      </a:moveTo>
                      <a:lnTo>
                        <a:pt x="402" y="552"/>
                      </a:lnTo>
                      <a:lnTo>
                        <a:pt x="403" y="552"/>
                      </a:lnTo>
                      <a:close/>
                      <a:moveTo>
                        <a:pt x="400" y="552"/>
                      </a:moveTo>
                      <a:lnTo>
                        <a:pt x="398" y="552"/>
                      </a:lnTo>
                      <a:lnTo>
                        <a:pt x="400" y="552"/>
                      </a:lnTo>
                      <a:close/>
                      <a:moveTo>
                        <a:pt x="407" y="552"/>
                      </a:moveTo>
                      <a:lnTo>
                        <a:pt x="405" y="552"/>
                      </a:lnTo>
                      <a:lnTo>
                        <a:pt x="407" y="552"/>
                      </a:lnTo>
                      <a:close/>
                      <a:moveTo>
                        <a:pt x="414" y="552"/>
                      </a:moveTo>
                      <a:lnTo>
                        <a:pt x="414" y="550"/>
                      </a:lnTo>
                      <a:lnTo>
                        <a:pt x="414" y="552"/>
                      </a:lnTo>
                      <a:close/>
                      <a:moveTo>
                        <a:pt x="411" y="550"/>
                      </a:moveTo>
                      <a:lnTo>
                        <a:pt x="409" y="550"/>
                      </a:lnTo>
                      <a:lnTo>
                        <a:pt x="411" y="550"/>
                      </a:lnTo>
                      <a:close/>
                      <a:moveTo>
                        <a:pt x="402" y="550"/>
                      </a:moveTo>
                      <a:lnTo>
                        <a:pt x="400" y="550"/>
                      </a:lnTo>
                      <a:lnTo>
                        <a:pt x="402" y="550"/>
                      </a:lnTo>
                      <a:close/>
                      <a:moveTo>
                        <a:pt x="418" y="550"/>
                      </a:moveTo>
                      <a:lnTo>
                        <a:pt x="416" y="550"/>
                      </a:lnTo>
                      <a:lnTo>
                        <a:pt x="418" y="550"/>
                      </a:lnTo>
                      <a:close/>
                      <a:moveTo>
                        <a:pt x="411" y="548"/>
                      </a:moveTo>
                      <a:lnTo>
                        <a:pt x="411" y="546"/>
                      </a:lnTo>
                      <a:lnTo>
                        <a:pt x="411" y="548"/>
                      </a:lnTo>
                      <a:close/>
                      <a:moveTo>
                        <a:pt x="411" y="548"/>
                      </a:moveTo>
                      <a:lnTo>
                        <a:pt x="411" y="546"/>
                      </a:lnTo>
                      <a:lnTo>
                        <a:pt x="411" y="548"/>
                      </a:lnTo>
                      <a:close/>
                      <a:moveTo>
                        <a:pt x="413" y="546"/>
                      </a:moveTo>
                      <a:lnTo>
                        <a:pt x="411" y="546"/>
                      </a:lnTo>
                      <a:lnTo>
                        <a:pt x="413" y="546"/>
                      </a:lnTo>
                      <a:close/>
                      <a:moveTo>
                        <a:pt x="407" y="546"/>
                      </a:moveTo>
                      <a:lnTo>
                        <a:pt x="407" y="544"/>
                      </a:lnTo>
                      <a:lnTo>
                        <a:pt x="407" y="546"/>
                      </a:lnTo>
                      <a:close/>
                      <a:moveTo>
                        <a:pt x="416" y="546"/>
                      </a:moveTo>
                      <a:lnTo>
                        <a:pt x="416" y="544"/>
                      </a:lnTo>
                      <a:lnTo>
                        <a:pt x="416" y="546"/>
                      </a:lnTo>
                      <a:close/>
                      <a:moveTo>
                        <a:pt x="414" y="544"/>
                      </a:moveTo>
                      <a:lnTo>
                        <a:pt x="414" y="543"/>
                      </a:lnTo>
                      <a:lnTo>
                        <a:pt x="414" y="544"/>
                      </a:lnTo>
                      <a:close/>
                      <a:moveTo>
                        <a:pt x="414" y="543"/>
                      </a:moveTo>
                      <a:lnTo>
                        <a:pt x="414" y="544"/>
                      </a:lnTo>
                      <a:lnTo>
                        <a:pt x="414" y="543"/>
                      </a:lnTo>
                      <a:close/>
                      <a:moveTo>
                        <a:pt x="411" y="543"/>
                      </a:moveTo>
                      <a:lnTo>
                        <a:pt x="409" y="543"/>
                      </a:lnTo>
                      <a:lnTo>
                        <a:pt x="411" y="543"/>
                      </a:lnTo>
                      <a:close/>
                      <a:moveTo>
                        <a:pt x="396" y="530"/>
                      </a:moveTo>
                      <a:lnTo>
                        <a:pt x="396" y="532"/>
                      </a:lnTo>
                      <a:lnTo>
                        <a:pt x="394" y="530"/>
                      </a:lnTo>
                      <a:lnTo>
                        <a:pt x="396" y="530"/>
                      </a:lnTo>
                      <a:close/>
                      <a:moveTo>
                        <a:pt x="411" y="530"/>
                      </a:moveTo>
                      <a:lnTo>
                        <a:pt x="409" y="530"/>
                      </a:lnTo>
                      <a:lnTo>
                        <a:pt x="411" y="530"/>
                      </a:lnTo>
                      <a:close/>
                      <a:moveTo>
                        <a:pt x="436" y="526"/>
                      </a:moveTo>
                      <a:lnTo>
                        <a:pt x="436" y="524"/>
                      </a:lnTo>
                      <a:lnTo>
                        <a:pt x="436" y="526"/>
                      </a:lnTo>
                      <a:close/>
                      <a:moveTo>
                        <a:pt x="409" y="522"/>
                      </a:moveTo>
                      <a:lnTo>
                        <a:pt x="407" y="522"/>
                      </a:lnTo>
                      <a:lnTo>
                        <a:pt x="409" y="522"/>
                      </a:lnTo>
                      <a:close/>
                      <a:moveTo>
                        <a:pt x="414" y="521"/>
                      </a:moveTo>
                      <a:lnTo>
                        <a:pt x="414" y="522"/>
                      </a:lnTo>
                      <a:lnTo>
                        <a:pt x="414" y="521"/>
                      </a:lnTo>
                      <a:close/>
                      <a:moveTo>
                        <a:pt x="418" y="517"/>
                      </a:moveTo>
                      <a:lnTo>
                        <a:pt x="418" y="519"/>
                      </a:lnTo>
                      <a:lnTo>
                        <a:pt x="418" y="517"/>
                      </a:lnTo>
                      <a:close/>
                      <a:moveTo>
                        <a:pt x="422" y="517"/>
                      </a:moveTo>
                      <a:lnTo>
                        <a:pt x="420" y="517"/>
                      </a:lnTo>
                      <a:lnTo>
                        <a:pt x="422" y="517"/>
                      </a:lnTo>
                      <a:close/>
                      <a:moveTo>
                        <a:pt x="425" y="511"/>
                      </a:moveTo>
                      <a:lnTo>
                        <a:pt x="424" y="511"/>
                      </a:lnTo>
                      <a:lnTo>
                        <a:pt x="425" y="511"/>
                      </a:lnTo>
                      <a:close/>
                      <a:moveTo>
                        <a:pt x="424" y="511"/>
                      </a:moveTo>
                      <a:lnTo>
                        <a:pt x="422" y="511"/>
                      </a:lnTo>
                      <a:lnTo>
                        <a:pt x="424" y="511"/>
                      </a:lnTo>
                      <a:close/>
                      <a:moveTo>
                        <a:pt x="422" y="511"/>
                      </a:moveTo>
                      <a:lnTo>
                        <a:pt x="420" y="511"/>
                      </a:lnTo>
                      <a:lnTo>
                        <a:pt x="422" y="511"/>
                      </a:lnTo>
                      <a:close/>
                      <a:moveTo>
                        <a:pt x="434" y="508"/>
                      </a:moveTo>
                      <a:lnTo>
                        <a:pt x="433" y="508"/>
                      </a:lnTo>
                      <a:lnTo>
                        <a:pt x="434" y="508"/>
                      </a:lnTo>
                      <a:close/>
                      <a:moveTo>
                        <a:pt x="418" y="508"/>
                      </a:moveTo>
                      <a:lnTo>
                        <a:pt x="420" y="508"/>
                      </a:lnTo>
                      <a:lnTo>
                        <a:pt x="418" y="508"/>
                      </a:lnTo>
                      <a:lnTo>
                        <a:pt x="420" y="508"/>
                      </a:lnTo>
                      <a:lnTo>
                        <a:pt x="418" y="508"/>
                      </a:lnTo>
                      <a:close/>
                      <a:moveTo>
                        <a:pt x="433" y="508"/>
                      </a:moveTo>
                      <a:lnTo>
                        <a:pt x="434" y="508"/>
                      </a:lnTo>
                      <a:lnTo>
                        <a:pt x="433" y="508"/>
                      </a:lnTo>
                      <a:close/>
                      <a:moveTo>
                        <a:pt x="433" y="508"/>
                      </a:moveTo>
                      <a:lnTo>
                        <a:pt x="433" y="506"/>
                      </a:lnTo>
                      <a:lnTo>
                        <a:pt x="433" y="508"/>
                      </a:lnTo>
                      <a:close/>
                      <a:moveTo>
                        <a:pt x="427" y="504"/>
                      </a:moveTo>
                      <a:lnTo>
                        <a:pt x="425" y="504"/>
                      </a:lnTo>
                      <a:lnTo>
                        <a:pt x="427" y="504"/>
                      </a:lnTo>
                      <a:close/>
                      <a:moveTo>
                        <a:pt x="414" y="502"/>
                      </a:moveTo>
                      <a:lnTo>
                        <a:pt x="413" y="502"/>
                      </a:lnTo>
                      <a:lnTo>
                        <a:pt x="414" y="502"/>
                      </a:lnTo>
                      <a:close/>
                      <a:moveTo>
                        <a:pt x="433" y="499"/>
                      </a:moveTo>
                      <a:lnTo>
                        <a:pt x="433" y="497"/>
                      </a:lnTo>
                      <a:lnTo>
                        <a:pt x="433" y="499"/>
                      </a:lnTo>
                      <a:close/>
                      <a:moveTo>
                        <a:pt x="436" y="495"/>
                      </a:moveTo>
                      <a:lnTo>
                        <a:pt x="436" y="493"/>
                      </a:lnTo>
                      <a:lnTo>
                        <a:pt x="436" y="495"/>
                      </a:lnTo>
                      <a:close/>
                      <a:moveTo>
                        <a:pt x="460" y="480"/>
                      </a:moveTo>
                      <a:lnTo>
                        <a:pt x="462" y="480"/>
                      </a:lnTo>
                      <a:lnTo>
                        <a:pt x="460" y="480"/>
                      </a:lnTo>
                      <a:close/>
                      <a:moveTo>
                        <a:pt x="445" y="479"/>
                      </a:moveTo>
                      <a:lnTo>
                        <a:pt x="445" y="480"/>
                      </a:lnTo>
                      <a:lnTo>
                        <a:pt x="445" y="479"/>
                      </a:lnTo>
                      <a:close/>
                      <a:moveTo>
                        <a:pt x="462" y="479"/>
                      </a:moveTo>
                      <a:lnTo>
                        <a:pt x="462" y="477"/>
                      </a:lnTo>
                      <a:lnTo>
                        <a:pt x="462" y="479"/>
                      </a:lnTo>
                      <a:close/>
                      <a:moveTo>
                        <a:pt x="464" y="473"/>
                      </a:moveTo>
                      <a:lnTo>
                        <a:pt x="464" y="471"/>
                      </a:lnTo>
                      <a:lnTo>
                        <a:pt x="464" y="473"/>
                      </a:lnTo>
                      <a:close/>
                      <a:moveTo>
                        <a:pt x="460" y="471"/>
                      </a:moveTo>
                      <a:lnTo>
                        <a:pt x="460" y="473"/>
                      </a:lnTo>
                      <a:lnTo>
                        <a:pt x="460" y="471"/>
                      </a:lnTo>
                      <a:close/>
                      <a:moveTo>
                        <a:pt x="456" y="471"/>
                      </a:moveTo>
                      <a:lnTo>
                        <a:pt x="455" y="471"/>
                      </a:lnTo>
                      <a:lnTo>
                        <a:pt x="456" y="471"/>
                      </a:lnTo>
                      <a:close/>
                      <a:moveTo>
                        <a:pt x="464" y="471"/>
                      </a:moveTo>
                      <a:lnTo>
                        <a:pt x="466" y="471"/>
                      </a:lnTo>
                      <a:lnTo>
                        <a:pt x="464" y="471"/>
                      </a:lnTo>
                      <a:close/>
                      <a:moveTo>
                        <a:pt x="453" y="471"/>
                      </a:moveTo>
                      <a:lnTo>
                        <a:pt x="451" y="471"/>
                      </a:lnTo>
                      <a:lnTo>
                        <a:pt x="453" y="471"/>
                      </a:lnTo>
                      <a:close/>
                      <a:moveTo>
                        <a:pt x="455" y="469"/>
                      </a:moveTo>
                      <a:lnTo>
                        <a:pt x="455" y="471"/>
                      </a:lnTo>
                      <a:lnTo>
                        <a:pt x="455" y="469"/>
                      </a:lnTo>
                      <a:close/>
                      <a:moveTo>
                        <a:pt x="464" y="466"/>
                      </a:moveTo>
                      <a:lnTo>
                        <a:pt x="462" y="466"/>
                      </a:lnTo>
                      <a:lnTo>
                        <a:pt x="464" y="466"/>
                      </a:lnTo>
                      <a:close/>
                      <a:moveTo>
                        <a:pt x="462" y="466"/>
                      </a:moveTo>
                      <a:lnTo>
                        <a:pt x="460" y="466"/>
                      </a:lnTo>
                      <a:lnTo>
                        <a:pt x="462" y="466"/>
                      </a:lnTo>
                      <a:close/>
                      <a:moveTo>
                        <a:pt x="442" y="466"/>
                      </a:moveTo>
                      <a:lnTo>
                        <a:pt x="444" y="466"/>
                      </a:lnTo>
                      <a:lnTo>
                        <a:pt x="442" y="466"/>
                      </a:lnTo>
                      <a:close/>
                      <a:moveTo>
                        <a:pt x="467" y="466"/>
                      </a:moveTo>
                      <a:lnTo>
                        <a:pt x="466" y="466"/>
                      </a:lnTo>
                      <a:lnTo>
                        <a:pt x="467" y="466"/>
                      </a:lnTo>
                      <a:close/>
                      <a:moveTo>
                        <a:pt x="444" y="466"/>
                      </a:moveTo>
                      <a:lnTo>
                        <a:pt x="442" y="466"/>
                      </a:lnTo>
                      <a:lnTo>
                        <a:pt x="444" y="466"/>
                      </a:lnTo>
                      <a:close/>
                      <a:moveTo>
                        <a:pt x="466" y="464"/>
                      </a:moveTo>
                      <a:lnTo>
                        <a:pt x="466" y="466"/>
                      </a:lnTo>
                      <a:lnTo>
                        <a:pt x="466" y="464"/>
                      </a:lnTo>
                      <a:close/>
                      <a:moveTo>
                        <a:pt x="464" y="464"/>
                      </a:moveTo>
                      <a:lnTo>
                        <a:pt x="462" y="464"/>
                      </a:lnTo>
                      <a:lnTo>
                        <a:pt x="464" y="464"/>
                      </a:lnTo>
                      <a:close/>
                      <a:moveTo>
                        <a:pt x="466" y="451"/>
                      </a:moveTo>
                      <a:lnTo>
                        <a:pt x="464" y="451"/>
                      </a:lnTo>
                      <a:lnTo>
                        <a:pt x="466" y="451"/>
                      </a:lnTo>
                      <a:close/>
                      <a:moveTo>
                        <a:pt x="480" y="451"/>
                      </a:moveTo>
                      <a:lnTo>
                        <a:pt x="478" y="451"/>
                      </a:lnTo>
                      <a:lnTo>
                        <a:pt x="480" y="451"/>
                      </a:lnTo>
                      <a:close/>
                      <a:moveTo>
                        <a:pt x="478" y="449"/>
                      </a:moveTo>
                      <a:lnTo>
                        <a:pt x="478" y="451"/>
                      </a:lnTo>
                      <a:lnTo>
                        <a:pt x="478" y="449"/>
                      </a:lnTo>
                      <a:close/>
                      <a:moveTo>
                        <a:pt x="482" y="449"/>
                      </a:moveTo>
                      <a:lnTo>
                        <a:pt x="484" y="449"/>
                      </a:lnTo>
                      <a:lnTo>
                        <a:pt x="482" y="449"/>
                      </a:lnTo>
                      <a:close/>
                      <a:moveTo>
                        <a:pt x="476" y="449"/>
                      </a:moveTo>
                      <a:lnTo>
                        <a:pt x="478" y="449"/>
                      </a:lnTo>
                      <a:lnTo>
                        <a:pt x="476" y="449"/>
                      </a:lnTo>
                      <a:close/>
                      <a:moveTo>
                        <a:pt x="475" y="448"/>
                      </a:moveTo>
                      <a:lnTo>
                        <a:pt x="475" y="449"/>
                      </a:lnTo>
                      <a:lnTo>
                        <a:pt x="475" y="448"/>
                      </a:lnTo>
                      <a:close/>
                      <a:moveTo>
                        <a:pt x="478" y="449"/>
                      </a:moveTo>
                      <a:lnTo>
                        <a:pt x="478" y="448"/>
                      </a:lnTo>
                      <a:lnTo>
                        <a:pt x="478" y="449"/>
                      </a:lnTo>
                      <a:close/>
                      <a:moveTo>
                        <a:pt x="480" y="446"/>
                      </a:moveTo>
                      <a:lnTo>
                        <a:pt x="482" y="446"/>
                      </a:lnTo>
                      <a:lnTo>
                        <a:pt x="480" y="446"/>
                      </a:lnTo>
                      <a:close/>
                      <a:moveTo>
                        <a:pt x="491" y="446"/>
                      </a:moveTo>
                      <a:lnTo>
                        <a:pt x="489" y="446"/>
                      </a:lnTo>
                      <a:lnTo>
                        <a:pt x="491" y="446"/>
                      </a:lnTo>
                      <a:close/>
                      <a:moveTo>
                        <a:pt x="484" y="446"/>
                      </a:moveTo>
                      <a:lnTo>
                        <a:pt x="484" y="444"/>
                      </a:lnTo>
                      <a:lnTo>
                        <a:pt x="484" y="446"/>
                      </a:lnTo>
                      <a:close/>
                      <a:moveTo>
                        <a:pt x="478" y="438"/>
                      </a:moveTo>
                      <a:lnTo>
                        <a:pt x="480" y="438"/>
                      </a:lnTo>
                      <a:lnTo>
                        <a:pt x="478" y="438"/>
                      </a:lnTo>
                      <a:close/>
                      <a:moveTo>
                        <a:pt x="487" y="438"/>
                      </a:moveTo>
                      <a:lnTo>
                        <a:pt x="486" y="438"/>
                      </a:lnTo>
                      <a:lnTo>
                        <a:pt x="487" y="438"/>
                      </a:lnTo>
                      <a:close/>
                      <a:moveTo>
                        <a:pt x="489" y="437"/>
                      </a:moveTo>
                      <a:lnTo>
                        <a:pt x="487" y="437"/>
                      </a:lnTo>
                      <a:lnTo>
                        <a:pt x="489" y="437"/>
                      </a:lnTo>
                      <a:close/>
                      <a:moveTo>
                        <a:pt x="489" y="435"/>
                      </a:moveTo>
                      <a:lnTo>
                        <a:pt x="487" y="435"/>
                      </a:lnTo>
                      <a:lnTo>
                        <a:pt x="489" y="435"/>
                      </a:lnTo>
                      <a:close/>
                      <a:moveTo>
                        <a:pt x="486" y="435"/>
                      </a:moveTo>
                      <a:lnTo>
                        <a:pt x="484" y="435"/>
                      </a:lnTo>
                      <a:lnTo>
                        <a:pt x="486" y="435"/>
                      </a:lnTo>
                      <a:close/>
                      <a:moveTo>
                        <a:pt x="491" y="435"/>
                      </a:moveTo>
                      <a:lnTo>
                        <a:pt x="489" y="435"/>
                      </a:lnTo>
                      <a:lnTo>
                        <a:pt x="491" y="435"/>
                      </a:lnTo>
                      <a:close/>
                      <a:moveTo>
                        <a:pt x="489" y="435"/>
                      </a:moveTo>
                      <a:lnTo>
                        <a:pt x="487" y="435"/>
                      </a:lnTo>
                      <a:lnTo>
                        <a:pt x="489" y="435"/>
                      </a:lnTo>
                      <a:close/>
                      <a:moveTo>
                        <a:pt x="489" y="433"/>
                      </a:moveTo>
                      <a:lnTo>
                        <a:pt x="487" y="433"/>
                      </a:lnTo>
                      <a:lnTo>
                        <a:pt x="489" y="433"/>
                      </a:lnTo>
                      <a:close/>
                      <a:moveTo>
                        <a:pt x="484" y="427"/>
                      </a:moveTo>
                      <a:lnTo>
                        <a:pt x="482" y="427"/>
                      </a:lnTo>
                      <a:lnTo>
                        <a:pt x="484" y="427"/>
                      </a:lnTo>
                      <a:close/>
                      <a:moveTo>
                        <a:pt x="486" y="427"/>
                      </a:moveTo>
                      <a:lnTo>
                        <a:pt x="484" y="427"/>
                      </a:lnTo>
                      <a:lnTo>
                        <a:pt x="486" y="427"/>
                      </a:lnTo>
                      <a:close/>
                      <a:moveTo>
                        <a:pt x="482" y="427"/>
                      </a:moveTo>
                      <a:lnTo>
                        <a:pt x="484" y="427"/>
                      </a:lnTo>
                      <a:lnTo>
                        <a:pt x="482" y="427"/>
                      </a:lnTo>
                      <a:close/>
                      <a:moveTo>
                        <a:pt x="482" y="427"/>
                      </a:moveTo>
                      <a:lnTo>
                        <a:pt x="482" y="426"/>
                      </a:lnTo>
                      <a:lnTo>
                        <a:pt x="482" y="427"/>
                      </a:lnTo>
                      <a:close/>
                      <a:moveTo>
                        <a:pt x="486" y="426"/>
                      </a:moveTo>
                      <a:lnTo>
                        <a:pt x="486" y="424"/>
                      </a:lnTo>
                      <a:lnTo>
                        <a:pt x="486" y="426"/>
                      </a:lnTo>
                      <a:close/>
                      <a:moveTo>
                        <a:pt x="495" y="422"/>
                      </a:moveTo>
                      <a:lnTo>
                        <a:pt x="493" y="422"/>
                      </a:lnTo>
                      <a:lnTo>
                        <a:pt x="495" y="422"/>
                      </a:lnTo>
                      <a:close/>
                      <a:moveTo>
                        <a:pt x="482" y="418"/>
                      </a:moveTo>
                      <a:lnTo>
                        <a:pt x="482" y="420"/>
                      </a:lnTo>
                      <a:lnTo>
                        <a:pt x="482" y="418"/>
                      </a:lnTo>
                      <a:close/>
                      <a:moveTo>
                        <a:pt x="491" y="415"/>
                      </a:moveTo>
                      <a:lnTo>
                        <a:pt x="491" y="416"/>
                      </a:lnTo>
                      <a:lnTo>
                        <a:pt x="491" y="415"/>
                      </a:lnTo>
                      <a:close/>
                      <a:moveTo>
                        <a:pt x="486" y="413"/>
                      </a:moveTo>
                      <a:lnTo>
                        <a:pt x="486" y="411"/>
                      </a:lnTo>
                      <a:lnTo>
                        <a:pt x="486" y="413"/>
                      </a:lnTo>
                      <a:close/>
                      <a:moveTo>
                        <a:pt x="502" y="409"/>
                      </a:moveTo>
                      <a:lnTo>
                        <a:pt x="500" y="409"/>
                      </a:lnTo>
                      <a:lnTo>
                        <a:pt x="502" y="409"/>
                      </a:lnTo>
                      <a:close/>
                      <a:moveTo>
                        <a:pt x="476" y="407"/>
                      </a:moveTo>
                      <a:lnTo>
                        <a:pt x="476" y="405"/>
                      </a:lnTo>
                      <a:lnTo>
                        <a:pt x="476" y="407"/>
                      </a:lnTo>
                      <a:close/>
                      <a:moveTo>
                        <a:pt x="484" y="402"/>
                      </a:moveTo>
                      <a:lnTo>
                        <a:pt x="486" y="402"/>
                      </a:lnTo>
                      <a:lnTo>
                        <a:pt x="484" y="402"/>
                      </a:lnTo>
                      <a:close/>
                      <a:moveTo>
                        <a:pt x="500" y="402"/>
                      </a:moveTo>
                      <a:lnTo>
                        <a:pt x="498" y="402"/>
                      </a:lnTo>
                      <a:lnTo>
                        <a:pt x="500" y="402"/>
                      </a:lnTo>
                      <a:close/>
                      <a:moveTo>
                        <a:pt x="498" y="400"/>
                      </a:moveTo>
                      <a:lnTo>
                        <a:pt x="498" y="402"/>
                      </a:lnTo>
                      <a:lnTo>
                        <a:pt x="498" y="400"/>
                      </a:lnTo>
                      <a:close/>
                      <a:moveTo>
                        <a:pt x="493" y="402"/>
                      </a:moveTo>
                      <a:lnTo>
                        <a:pt x="493" y="400"/>
                      </a:lnTo>
                      <a:lnTo>
                        <a:pt x="493" y="402"/>
                      </a:lnTo>
                      <a:close/>
                      <a:moveTo>
                        <a:pt x="493" y="400"/>
                      </a:moveTo>
                      <a:lnTo>
                        <a:pt x="493" y="402"/>
                      </a:lnTo>
                      <a:lnTo>
                        <a:pt x="493" y="400"/>
                      </a:lnTo>
                      <a:close/>
                      <a:moveTo>
                        <a:pt x="493" y="400"/>
                      </a:moveTo>
                      <a:lnTo>
                        <a:pt x="491" y="400"/>
                      </a:lnTo>
                      <a:lnTo>
                        <a:pt x="493" y="400"/>
                      </a:lnTo>
                      <a:close/>
                      <a:moveTo>
                        <a:pt x="491" y="400"/>
                      </a:moveTo>
                      <a:lnTo>
                        <a:pt x="489" y="400"/>
                      </a:lnTo>
                      <a:lnTo>
                        <a:pt x="491" y="400"/>
                      </a:lnTo>
                      <a:close/>
                      <a:moveTo>
                        <a:pt x="497" y="400"/>
                      </a:moveTo>
                      <a:lnTo>
                        <a:pt x="497" y="398"/>
                      </a:lnTo>
                      <a:lnTo>
                        <a:pt x="497" y="400"/>
                      </a:lnTo>
                      <a:close/>
                      <a:moveTo>
                        <a:pt x="508" y="393"/>
                      </a:moveTo>
                      <a:lnTo>
                        <a:pt x="508" y="395"/>
                      </a:lnTo>
                      <a:lnTo>
                        <a:pt x="508" y="393"/>
                      </a:lnTo>
                      <a:close/>
                      <a:moveTo>
                        <a:pt x="500" y="393"/>
                      </a:moveTo>
                      <a:lnTo>
                        <a:pt x="500" y="395"/>
                      </a:lnTo>
                      <a:lnTo>
                        <a:pt x="500" y="393"/>
                      </a:lnTo>
                      <a:close/>
                      <a:moveTo>
                        <a:pt x="504" y="393"/>
                      </a:moveTo>
                      <a:lnTo>
                        <a:pt x="506" y="393"/>
                      </a:lnTo>
                      <a:lnTo>
                        <a:pt x="504" y="393"/>
                      </a:lnTo>
                      <a:close/>
                      <a:moveTo>
                        <a:pt x="508" y="393"/>
                      </a:moveTo>
                      <a:lnTo>
                        <a:pt x="509" y="393"/>
                      </a:lnTo>
                      <a:lnTo>
                        <a:pt x="508" y="393"/>
                      </a:lnTo>
                      <a:close/>
                      <a:moveTo>
                        <a:pt x="506" y="391"/>
                      </a:moveTo>
                      <a:lnTo>
                        <a:pt x="506" y="393"/>
                      </a:lnTo>
                      <a:lnTo>
                        <a:pt x="506" y="391"/>
                      </a:lnTo>
                      <a:close/>
                      <a:moveTo>
                        <a:pt x="506" y="391"/>
                      </a:moveTo>
                      <a:lnTo>
                        <a:pt x="504" y="391"/>
                      </a:lnTo>
                      <a:lnTo>
                        <a:pt x="506" y="391"/>
                      </a:lnTo>
                      <a:close/>
                      <a:moveTo>
                        <a:pt x="493" y="391"/>
                      </a:moveTo>
                      <a:lnTo>
                        <a:pt x="491" y="391"/>
                      </a:lnTo>
                      <a:lnTo>
                        <a:pt x="493" y="391"/>
                      </a:lnTo>
                      <a:close/>
                      <a:moveTo>
                        <a:pt x="509" y="391"/>
                      </a:moveTo>
                      <a:lnTo>
                        <a:pt x="511" y="391"/>
                      </a:lnTo>
                      <a:lnTo>
                        <a:pt x="509" y="391"/>
                      </a:lnTo>
                      <a:close/>
                      <a:moveTo>
                        <a:pt x="489" y="391"/>
                      </a:moveTo>
                      <a:lnTo>
                        <a:pt x="489" y="389"/>
                      </a:lnTo>
                      <a:lnTo>
                        <a:pt x="489" y="391"/>
                      </a:lnTo>
                      <a:close/>
                      <a:moveTo>
                        <a:pt x="489" y="389"/>
                      </a:moveTo>
                      <a:lnTo>
                        <a:pt x="489" y="391"/>
                      </a:lnTo>
                      <a:lnTo>
                        <a:pt x="489" y="389"/>
                      </a:lnTo>
                      <a:close/>
                      <a:moveTo>
                        <a:pt x="504" y="389"/>
                      </a:moveTo>
                      <a:lnTo>
                        <a:pt x="502" y="389"/>
                      </a:lnTo>
                      <a:lnTo>
                        <a:pt x="504" y="389"/>
                      </a:lnTo>
                      <a:close/>
                      <a:moveTo>
                        <a:pt x="509" y="389"/>
                      </a:moveTo>
                      <a:lnTo>
                        <a:pt x="508" y="389"/>
                      </a:lnTo>
                      <a:lnTo>
                        <a:pt x="509" y="389"/>
                      </a:lnTo>
                      <a:close/>
                      <a:moveTo>
                        <a:pt x="498" y="389"/>
                      </a:moveTo>
                      <a:lnTo>
                        <a:pt x="497" y="389"/>
                      </a:lnTo>
                      <a:lnTo>
                        <a:pt x="498" y="389"/>
                      </a:lnTo>
                      <a:close/>
                      <a:moveTo>
                        <a:pt x="486" y="389"/>
                      </a:moveTo>
                      <a:lnTo>
                        <a:pt x="487" y="389"/>
                      </a:lnTo>
                      <a:lnTo>
                        <a:pt x="486" y="389"/>
                      </a:lnTo>
                      <a:close/>
                      <a:moveTo>
                        <a:pt x="497" y="389"/>
                      </a:moveTo>
                      <a:lnTo>
                        <a:pt x="495" y="389"/>
                      </a:lnTo>
                      <a:lnTo>
                        <a:pt x="497" y="389"/>
                      </a:lnTo>
                      <a:close/>
                      <a:moveTo>
                        <a:pt x="498" y="389"/>
                      </a:moveTo>
                      <a:lnTo>
                        <a:pt x="498" y="387"/>
                      </a:lnTo>
                      <a:lnTo>
                        <a:pt x="498" y="389"/>
                      </a:lnTo>
                      <a:close/>
                      <a:moveTo>
                        <a:pt x="498" y="389"/>
                      </a:moveTo>
                      <a:lnTo>
                        <a:pt x="498" y="387"/>
                      </a:lnTo>
                      <a:lnTo>
                        <a:pt x="498" y="389"/>
                      </a:lnTo>
                      <a:close/>
                      <a:moveTo>
                        <a:pt x="498" y="389"/>
                      </a:moveTo>
                      <a:lnTo>
                        <a:pt x="498" y="387"/>
                      </a:lnTo>
                      <a:lnTo>
                        <a:pt x="498" y="389"/>
                      </a:lnTo>
                      <a:close/>
                      <a:moveTo>
                        <a:pt x="500" y="389"/>
                      </a:moveTo>
                      <a:lnTo>
                        <a:pt x="500" y="387"/>
                      </a:lnTo>
                      <a:lnTo>
                        <a:pt x="500" y="389"/>
                      </a:lnTo>
                      <a:close/>
                      <a:moveTo>
                        <a:pt x="508" y="385"/>
                      </a:moveTo>
                      <a:lnTo>
                        <a:pt x="508" y="387"/>
                      </a:lnTo>
                      <a:lnTo>
                        <a:pt x="508" y="385"/>
                      </a:lnTo>
                      <a:close/>
                      <a:moveTo>
                        <a:pt x="509" y="385"/>
                      </a:moveTo>
                      <a:lnTo>
                        <a:pt x="508" y="385"/>
                      </a:lnTo>
                      <a:lnTo>
                        <a:pt x="509" y="385"/>
                      </a:lnTo>
                      <a:close/>
                      <a:moveTo>
                        <a:pt x="506" y="385"/>
                      </a:moveTo>
                      <a:lnTo>
                        <a:pt x="506" y="384"/>
                      </a:lnTo>
                      <a:lnTo>
                        <a:pt x="506" y="385"/>
                      </a:lnTo>
                      <a:close/>
                      <a:moveTo>
                        <a:pt x="487" y="384"/>
                      </a:moveTo>
                      <a:lnTo>
                        <a:pt x="489" y="384"/>
                      </a:lnTo>
                      <a:lnTo>
                        <a:pt x="487" y="384"/>
                      </a:lnTo>
                      <a:close/>
                      <a:moveTo>
                        <a:pt x="500" y="384"/>
                      </a:moveTo>
                      <a:lnTo>
                        <a:pt x="498" y="384"/>
                      </a:lnTo>
                      <a:lnTo>
                        <a:pt x="500" y="384"/>
                      </a:lnTo>
                      <a:close/>
                      <a:moveTo>
                        <a:pt x="500" y="384"/>
                      </a:moveTo>
                      <a:lnTo>
                        <a:pt x="500" y="382"/>
                      </a:lnTo>
                      <a:lnTo>
                        <a:pt x="500" y="384"/>
                      </a:lnTo>
                      <a:close/>
                      <a:moveTo>
                        <a:pt x="518" y="380"/>
                      </a:moveTo>
                      <a:lnTo>
                        <a:pt x="518" y="382"/>
                      </a:lnTo>
                      <a:lnTo>
                        <a:pt x="518" y="380"/>
                      </a:lnTo>
                      <a:close/>
                      <a:moveTo>
                        <a:pt x="498" y="380"/>
                      </a:moveTo>
                      <a:lnTo>
                        <a:pt x="497" y="380"/>
                      </a:lnTo>
                      <a:lnTo>
                        <a:pt x="498" y="380"/>
                      </a:lnTo>
                      <a:close/>
                      <a:moveTo>
                        <a:pt x="504" y="380"/>
                      </a:moveTo>
                      <a:lnTo>
                        <a:pt x="502" y="380"/>
                      </a:lnTo>
                      <a:lnTo>
                        <a:pt x="504" y="380"/>
                      </a:lnTo>
                      <a:close/>
                      <a:moveTo>
                        <a:pt x="500" y="380"/>
                      </a:moveTo>
                      <a:lnTo>
                        <a:pt x="498" y="380"/>
                      </a:lnTo>
                      <a:lnTo>
                        <a:pt x="500" y="380"/>
                      </a:lnTo>
                      <a:close/>
                      <a:moveTo>
                        <a:pt x="498" y="380"/>
                      </a:moveTo>
                      <a:lnTo>
                        <a:pt x="498" y="378"/>
                      </a:lnTo>
                      <a:lnTo>
                        <a:pt x="498" y="380"/>
                      </a:lnTo>
                      <a:close/>
                      <a:moveTo>
                        <a:pt x="500" y="380"/>
                      </a:moveTo>
                      <a:lnTo>
                        <a:pt x="500" y="378"/>
                      </a:lnTo>
                      <a:lnTo>
                        <a:pt x="500" y="380"/>
                      </a:lnTo>
                      <a:close/>
                      <a:moveTo>
                        <a:pt x="509" y="378"/>
                      </a:moveTo>
                      <a:lnTo>
                        <a:pt x="509" y="380"/>
                      </a:lnTo>
                      <a:lnTo>
                        <a:pt x="509" y="378"/>
                      </a:lnTo>
                      <a:close/>
                      <a:moveTo>
                        <a:pt x="480" y="378"/>
                      </a:moveTo>
                      <a:lnTo>
                        <a:pt x="478" y="378"/>
                      </a:lnTo>
                      <a:lnTo>
                        <a:pt x="480" y="378"/>
                      </a:lnTo>
                      <a:close/>
                      <a:moveTo>
                        <a:pt x="493" y="378"/>
                      </a:moveTo>
                      <a:lnTo>
                        <a:pt x="493" y="376"/>
                      </a:lnTo>
                      <a:lnTo>
                        <a:pt x="493" y="378"/>
                      </a:lnTo>
                      <a:close/>
                      <a:moveTo>
                        <a:pt x="489" y="376"/>
                      </a:moveTo>
                      <a:lnTo>
                        <a:pt x="489" y="374"/>
                      </a:lnTo>
                      <a:lnTo>
                        <a:pt x="489" y="376"/>
                      </a:lnTo>
                      <a:close/>
                      <a:moveTo>
                        <a:pt x="511" y="373"/>
                      </a:moveTo>
                      <a:lnTo>
                        <a:pt x="509" y="373"/>
                      </a:lnTo>
                      <a:lnTo>
                        <a:pt x="511" y="373"/>
                      </a:lnTo>
                      <a:close/>
                      <a:moveTo>
                        <a:pt x="528" y="373"/>
                      </a:moveTo>
                      <a:lnTo>
                        <a:pt x="526" y="373"/>
                      </a:lnTo>
                      <a:lnTo>
                        <a:pt x="528" y="373"/>
                      </a:lnTo>
                      <a:close/>
                      <a:moveTo>
                        <a:pt x="504" y="373"/>
                      </a:moveTo>
                      <a:lnTo>
                        <a:pt x="502" y="373"/>
                      </a:lnTo>
                      <a:lnTo>
                        <a:pt x="504" y="373"/>
                      </a:lnTo>
                      <a:close/>
                      <a:moveTo>
                        <a:pt x="508" y="371"/>
                      </a:moveTo>
                      <a:lnTo>
                        <a:pt x="506" y="371"/>
                      </a:lnTo>
                      <a:lnTo>
                        <a:pt x="508" y="371"/>
                      </a:lnTo>
                      <a:close/>
                      <a:moveTo>
                        <a:pt x="484" y="367"/>
                      </a:moveTo>
                      <a:lnTo>
                        <a:pt x="482" y="367"/>
                      </a:lnTo>
                      <a:lnTo>
                        <a:pt x="484" y="367"/>
                      </a:lnTo>
                      <a:close/>
                      <a:moveTo>
                        <a:pt x="493" y="367"/>
                      </a:moveTo>
                      <a:lnTo>
                        <a:pt x="493" y="365"/>
                      </a:lnTo>
                      <a:lnTo>
                        <a:pt x="493" y="367"/>
                      </a:lnTo>
                      <a:close/>
                      <a:moveTo>
                        <a:pt x="464" y="365"/>
                      </a:moveTo>
                      <a:lnTo>
                        <a:pt x="462" y="367"/>
                      </a:lnTo>
                      <a:lnTo>
                        <a:pt x="462" y="365"/>
                      </a:lnTo>
                      <a:lnTo>
                        <a:pt x="464" y="365"/>
                      </a:lnTo>
                      <a:close/>
                      <a:moveTo>
                        <a:pt x="508" y="365"/>
                      </a:moveTo>
                      <a:lnTo>
                        <a:pt x="508" y="367"/>
                      </a:lnTo>
                      <a:lnTo>
                        <a:pt x="508" y="365"/>
                      </a:lnTo>
                      <a:close/>
                      <a:moveTo>
                        <a:pt x="509" y="365"/>
                      </a:moveTo>
                      <a:lnTo>
                        <a:pt x="508" y="365"/>
                      </a:lnTo>
                      <a:lnTo>
                        <a:pt x="509" y="365"/>
                      </a:lnTo>
                      <a:close/>
                      <a:moveTo>
                        <a:pt x="515" y="363"/>
                      </a:moveTo>
                      <a:lnTo>
                        <a:pt x="513" y="363"/>
                      </a:lnTo>
                      <a:lnTo>
                        <a:pt x="515" y="363"/>
                      </a:lnTo>
                      <a:close/>
                      <a:moveTo>
                        <a:pt x="511" y="363"/>
                      </a:moveTo>
                      <a:lnTo>
                        <a:pt x="509" y="363"/>
                      </a:lnTo>
                      <a:lnTo>
                        <a:pt x="511" y="363"/>
                      </a:lnTo>
                      <a:close/>
                      <a:moveTo>
                        <a:pt x="511" y="362"/>
                      </a:moveTo>
                      <a:lnTo>
                        <a:pt x="509" y="362"/>
                      </a:lnTo>
                      <a:lnTo>
                        <a:pt x="509" y="360"/>
                      </a:lnTo>
                      <a:lnTo>
                        <a:pt x="511" y="362"/>
                      </a:lnTo>
                      <a:close/>
                      <a:moveTo>
                        <a:pt x="511" y="360"/>
                      </a:moveTo>
                      <a:lnTo>
                        <a:pt x="509" y="360"/>
                      </a:lnTo>
                      <a:lnTo>
                        <a:pt x="511" y="360"/>
                      </a:lnTo>
                      <a:close/>
                      <a:moveTo>
                        <a:pt x="520" y="360"/>
                      </a:moveTo>
                      <a:lnTo>
                        <a:pt x="520" y="358"/>
                      </a:lnTo>
                      <a:lnTo>
                        <a:pt x="520" y="360"/>
                      </a:lnTo>
                      <a:close/>
                      <a:moveTo>
                        <a:pt x="520" y="360"/>
                      </a:moveTo>
                      <a:lnTo>
                        <a:pt x="520" y="358"/>
                      </a:lnTo>
                      <a:lnTo>
                        <a:pt x="520" y="360"/>
                      </a:lnTo>
                      <a:close/>
                      <a:moveTo>
                        <a:pt x="478" y="336"/>
                      </a:moveTo>
                      <a:lnTo>
                        <a:pt x="476" y="336"/>
                      </a:lnTo>
                      <a:lnTo>
                        <a:pt x="478" y="336"/>
                      </a:lnTo>
                      <a:close/>
                      <a:moveTo>
                        <a:pt x="451" y="318"/>
                      </a:moveTo>
                      <a:lnTo>
                        <a:pt x="453" y="318"/>
                      </a:lnTo>
                      <a:lnTo>
                        <a:pt x="451" y="318"/>
                      </a:lnTo>
                      <a:close/>
                      <a:moveTo>
                        <a:pt x="409" y="307"/>
                      </a:moveTo>
                      <a:lnTo>
                        <a:pt x="407" y="307"/>
                      </a:lnTo>
                      <a:lnTo>
                        <a:pt x="409" y="307"/>
                      </a:lnTo>
                      <a:close/>
                      <a:moveTo>
                        <a:pt x="403" y="298"/>
                      </a:moveTo>
                      <a:lnTo>
                        <a:pt x="403" y="296"/>
                      </a:lnTo>
                      <a:lnTo>
                        <a:pt x="403" y="298"/>
                      </a:lnTo>
                      <a:close/>
                      <a:moveTo>
                        <a:pt x="403" y="298"/>
                      </a:moveTo>
                      <a:lnTo>
                        <a:pt x="403" y="296"/>
                      </a:lnTo>
                      <a:lnTo>
                        <a:pt x="403" y="298"/>
                      </a:lnTo>
                      <a:close/>
                      <a:moveTo>
                        <a:pt x="455" y="289"/>
                      </a:moveTo>
                      <a:lnTo>
                        <a:pt x="453" y="289"/>
                      </a:lnTo>
                      <a:lnTo>
                        <a:pt x="455" y="289"/>
                      </a:lnTo>
                      <a:close/>
                      <a:moveTo>
                        <a:pt x="455" y="289"/>
                      </a:moveTo>
                      <a:lnTo>
                        <a:pt x="455" y="287"/>
                      </a:lnTo>
                      <a:lnTo>
                        <a:pt x="455" y="289"/>
                      </a:lnTo>
                      <a:close/>
                      <a:moveTo>
                        <a:pt x="455" y="287"/>
                      </a:moveTo>
                      <a:lnTo>
                        <a:pt x="453" y="287"/>
                      </a:lnTo>
                      <a:lnTo>
                        <a:pt x="455" y="287"/>
                      </a:lnTo>
                      <a:close/>
                      <a:moveTo>
                        <a:pt x="396" y="279"/>
                      </a:moveTo>
                      <a:lnTo>
                        <a:pt x="396" y="278"/>
                      </a:lnTo>
                      <a:lnTo>
                        <a:pt x="396" y="279"/>
                      </a:lnTo>
                      <a:close/>
                      <a:moveTo>
                        <a:pt x="393" y="212"/>
                      </a:moveTo>
                      <a:lnTo>
                        <a:pt x="393" y="214"/>
                      </a:lnTo>
                      <a:lnTo>
                        <a:pt x="393" y="212"/>
                      </a:lnTo>
                      <a:close/>
                      <a:moveTo>
                        <a:pt x="418" y="203"/>
                      </a:moveTo>
                      <a:lnTo>
                        <a:pt x="418" y="204"/>
                      </a:lnTo>
                      <a:lnTo>
                        <a:pt x="418" y="203"/>
                      </a:lnTo>
                      <a:close/>
                      <a:moveTo>
                        <a:pt x="413" y="188"/>
                      </a:moveTo>
                      <a:lnTo>
                        <a:pt x="413" y="186"/>
                      </a:lnTo>
                      <a:lnTo>
                        <a:pt x="413" y="188"/>
                      </a:lnTo>
                      <a:close/>
                      <a:moveTo>
                        <a:pt x="434" y="175"/>
                      </a:moveTo>
                      <a:lnTo>
                        <a:pt x="433" y="175"/>
                      </a:lnTo>
                      <a:lnTo>
                        <a:pt x="434" y="175"/>
                      </a:lnTo>
                      <a:close/>
                      <a:moveTo>
                        <a:pt x="449" y="164"/>
                      </a:moveTo>
                      <a:lnTo>
                        <a:pt x="449" y="166"/>
                      </a:lnTo>
                      <a:lnTo>
                        <a:pt x="449" y="164"/>
                      </a:lnTo>
                      <a:close/>
                      <a:moveTo>
                        <a:pt x="456" y="157"/>
                      </a:moveTo>
                      <a:lnTo>
                        <a:pt x="456" y="159"/>
                      </a:lnTo>
                      <a:lnTo>
                        <a:pt x="456" y="157"/>
                      </a:lnTo>
                      <a:close/>
                      <a:moveTo>
                        <a:pt x="456" y="155"/>
                      </a:moveTo>
                      <a:lnTo>
                        <a:pt x="458" y="155"/>
                      </a:lnTo>
                      <a:lnTo>
                        <a:pt x="456" y="155"/>
                      </a:lnTo>
                      <a:close/>
                      <a:moveTo>
                        <a:pt x="482" y="144"/>
                      </a:moveTo>
                      <a:lnTo>
                        <a:pt x="484" y="144"/>
                      </a:lnTo>
                      <a:lnTo>
                        <a:pt x="482" y="144"/>
                      </a:lnTo>
                      <a:close/>
                      <a:moveTo>
                        <a:pt x="495" y="140"/>
                      </a:moveTo>
                      <a:lnTo>
                        <a:pt x="495" y="142"/>
                      </a:lnTo>
                      <a:lnTo>
                        <a:pt x="495" y="140"/>
                      </a:lnTo>
                      <a:close/>
                      <a:moveTo>
                        <a:pt x="515" y="126"/>
                      </a:moveTo>
                      <a:lnTo>
                        <a:pt x="513" y="126"/>
                      </a:lnTo>
                      <a:lnTo>
                        <a:pt x="515" y="126"/>
                      </a:lnTo>
                      <a:close/>
                      <a:moveTo>
                        <a:pt x="414" y="126"/>
                      </a:moveTo>
                      <a:lnTo>
                        <a:pt x="416" y="126"/>
                      </a:lnTo>
                      <a:lnTo>
                        <a:pt x="414" y="126"/>
                      </a:lnTo>
                      <a:close/>
                      <a:moveTo>
                        <a:pt x="500" y="119"/>
                      </a:moveTo>
                      <a:lnTo>
                        <a:pt x="502" y="119"/>
                      </a:lnTo>
                      <a:lnTo>
                        <a:pt x="500" y="119"/>
                      </a:lnTo>
                      <a:close/>
                      <a:moveTo>
                        <a:pt x="487" y="69"/>
                      </a:moveTo>
                      <a:lnTo>
                        <a:pt x="487" y="67"/>
                      </a:lnTo>
                      <a:lnTo>
                        <a:pt x="487" y="69"/>
                      </a:lnTo>
                      <a:close/>
                      <a:moveTo>
                        <a:pt x="500" y="58"/>
                      </a:moveTo>
                      <a:lnTo>
                        <a:pt x="498" y="58"/>
                      </a:lnTo>
                      <a:lnTo>
                        <a:pt x="500" y="58"/>
                      </a:lnTo>
                      <a:close/>
                      <a:moveTo>
                        <a:pt x="509" y="58"/>
                      </a:moveTo>
                      <a:lnTo>
                        <a:pt x="509" y="56"/>
                      </a:lnTo>
                      <a:lnTo>
                        <a:pt x="509" y="58"/>
                      </a:lnTo>
                      <a:close/>
                      <a:moveTo>
                        <a:pt x="515" y="56"/>
                      </a:moveTo>
                      <a:lnTo>
                        <a:pt x="515" y="58"/>
                      </a:lnTo>
                      <a:lnTo>
                        <a:pt x="515" y="56"/>
                      </a:lnTo>
                      <a:close/>
                      <a:moveTo>
                        <a:pt x="520" y="58"/>
                      </a:moveTo>
                      <a:lnTo>
                        <a:pt x="520" y="56"/>
                      </a:lnTo>
                      <a:lnTo>
                        <a:pt x="520" y="58"/>
                      </a:lnTo>
                      <a:close/>
                      <a:moveTo>
                        <a:pt x="480" y="56"/>
                      </a:moveTo>
                      <a:lnTo>
                        <a:pt x="478" y="56"/>
                      </a:lnTo>
                      <a:lnTo>
                        <a:pt x="480" y="56"/>
                      </a:lnTo>
                      <a:close/>
                      <a:moveTo>
                        <a:pt x="529" y="56"/>
                      </a:moveTo>
                      <a:lnTo>
                        <a:pt x="529" y="55"/>
                      </a:lnTo>
                      <a:lnTo>
                        <a:pt x="529" y="56"/>
                      </a:lnTo>
                      <a:close/>
                      <a:moveTo>
                        <a:pt x="529" y="55"/>
                      </a:moveTo>
                      <a:lnTo>
                        <a:pt x="529" y="56"/>
                      </a:lnTo>
                      <a:lnTo>
                        <a:pt x="529" y="55"/>
                      </a:lnTo>
                      <a:close/>
                      <a:moveTo>
                        <a:pt x="476" y="53"/>
                      </a:moveTo>
                      <a:lnTo>
                        <a:pt x="478" y="53"/>
                      </a:lnTo>
                      <a:lnTo>
                        <a:pt x="476" y="53"/>
                      </a:lnTo>
                      <a:close/>
                      <a:moveTo>
                        <a:pt x="480" y="53"/>
                      </a:moveTo>
                      <a:lnTo>
                        <a:pt x="480" y="51"/>
                      </a:lnTo>
                      <a:lnTo>
                        <a:pt x="480" y="53"/>
                      </a:lnTo>
                      <a:close/>
                      <a:moveTo>
                        <a:pt x="476" y="51"/>
                      </a:moveTo>
                      <a:lnTo>
                        <a:pt x="475" y="51"/>
                      </a:lnTo>
                      <a:lnTo>
                        <a:pt x="476" y="51"/>
                      </a:lnTo>
                      <a:close/>
                      <a:moveTo>
                        <a:pt x="398" y="51"/>
                      </a:moveTo>
                      <a:lnTo>
                        <a:pt x="398" y="49"/>
                      </a:lnTo>
                      <a:lnTo>
                        <a:pt x="398" y="51"/>
                      </a:lnTo>
                      <a:close/>
                      <a:moveTo>
                        <a:pt x="398" y="49"/>
                      </a:moveTo>
                      <a:lnTo>
                        <a:pt x="396" y="49"/>
                      </a:lnTo>
                      <a:lnTo>
                        <a:pt x="398" y="49"/>
                      </a:lnTo>
                      <a:close/>
                      <a:moveTo>
                        <a:pt x="475" y="49"/>
                      </a:moveTo>
                      <a:lnTo>
                        <a:pt x="473" y="49"/>
                      </a:lnTo>
                      <a:lnTo>
                        <a:pt x="475" y="49"/>
                      </a:lnTo>
                      <a:close/>
                      <a:moveTo>
                        <a:pt x="475" y="49"/>
                      </a:moveTo>
                      <a:lnTo>
                        <a:pt x="473" y="49"/>
                      </a:lnTo>
                      <a:lnTo>
                        <a:pt x="475" y="49"/>
                      </a:lnTo>
                      <a:close/>
                      <a:moveTo>
                        <a:pt x="475" y="47"/>
                      </a:moveTo>
                      <a:lnTo>
                        <a:pt x="475" y="49"/>
                      </a:lnTo>
                      <a:lnTo>
                        <a:pt x="475" y="47"/>
                      </a:lnTo>
                      <a:close/>
                      <a:moveTo>
                        <a:pt x="531" y="47"/>
                      </a:moveTo>
                      <a:lnTo>
                        <a:pt x="531" y="49"/>
                      </a:lnTo>
                      <a:lnTo>
                        <a:pt x="531" y="47"/>
                      </a:lnTo>
                      <a:close/>
                      <a:moveTo>
                        <a:pt x="515" y="47"/>
                      </a:moveTo>
                      <a:lnTo>
                        <a:pt x="513" y="47"/>
                      </a:lnTo>
                      <a:lnTo>
                        <a:pt x="515" y="47"/>
                      </a:lnTo>
                      <a:close/>
                      <a:moveTo>
                        <a:pt x="471" y="49"/>
                      </a:moveTo>
                      <a:lnTo>
                        <a:pt x="471" y="47"/>
                      </a:lnTo>
                      <a:lnTo>
                        <a:pt x="471" y="49"/>
                      </a:lnTo>
                      <a:close/>
                      <a:moveTo>
                        <a:pt x="528" y="47"/>
                      </a:moveTo>
                      <a:lnTo>
                        <a:pt x="526" y="47"/>
                      </a:lnTo>
                      <a:lnTo>
                        <a:pt x="528" y="47"/>
                      </a:lnTo>
                      <a:close/>
                      <a:moveTo>
                        <a:pt x="531" y="45"/>
                      </a:moveTo>
                      <a:lnTo>
                        <a:pt x="531" y="47"/>
                      </a:lnTo>
                      <a:lnTo>
                        <a:pt x="531" y="45"/>
                      </a:lnTo>
                      <a:close/>
                      <a:moveTo>
                        <a:pt x="400" y="36"/>
                      </a:moveTo>
                      <a:lnTo>
                        <a:pt x="400" y="38"/>
                      </a:lnTo>
                      <a:lnTo>
                        <a:pt x="400" y="36"/>
                      </a:lnTo>
                      <a:close/>
                      <a:moveTo>
                        <a:pt x="449" y="14"/>
                      </a:moveTo>
                      <a:lnTo>
                        <a:pt x="449" y="13"/>
                      </a:lnTo>
                      <a:lnTo>
                        <a:pt x="449" y="14"/>
                      </a:lnTo>
                      <a:close/>
                      <a:moveTo>
                        <a:pt x="460" y="2"/>
                      </a:moveTo>
                      <a:lnTo>
                        <a:pt x="460" y="0"/>
                      </a:lnTo>
                      <a:lnTo>
                        <a:pt x="460"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7" name="Freeform 30">
                  <a:extLst>
                    <a:ext uri="{FF2B5EF4-FFF2-40B4-BE49-F238E27FC236}">
                      <a16:creationId xmlns:a16="http://schemas.microsoft.com/office/drawing/2014/main" id="{90DFDA84-51E2-E401-6A0B-8240B7DCDCCE}"/>
                    </a:ext>
                  </a:extLst>
                </p:cNvPr>
                <p:cNvSpPr>
                  <a:spLocks/>
                </p:cNvSpPr>
                <p:nvPr/>
              </p:nvSpPr>
              <p:spPr bwMode="auto">
                <a:xfrm>
                  <a:off x="1239209" y="2742967"/>
                  <a:ext cx="148192" cy="74096"/>
                </a:xfrm>
                <a:custGeom>
                  <a:avLst/>
                  <a:gdLst>
                    <a:gd name="T0" fmla="*/ 81 w 82"/>
                    <a:gd name="T1" fmla="*/ 2 h 41"/>
                    <a:gd name="T2" fmla="*/ 77 w 82"/>
                    <a:gd name="T3" fmla="*/ 4 h 41"/>
                    <a:gd name="T4" fmla="*/ 73 w 82"/>
                    <a:gd name="T5" fmla="*/ 6 h 41"/>
                    <a:gd name="T6" fmla="*/ 70 w 82"/>
                    <a:gd name="T7" fmla="*/ 8 h 41"/>
                    <a:gd name="T8" fmla="*/ 66 w 82"/>
                    <a:gd name="T9" fmla="*/ 11 h 41"/>
                    <a:gd name="T10" fmla="*/ 62 w 82"/>
                    <a:gd name="T11" fmla="*/ 13 h 41"/>
                    <a:gd name="T12" fmla="*/ 59 w 82"/>
                    <a:gd name="T13" fmla="*/ 17 h 41"/>
                    <a:gd name="T14" fmla="*/ 62 w 82"/>
                    <a:gd name="T15" fmla="*/ 22 h 41"/>
                    <a:gd name="T16" fmla="*/ 64 w 82"/>
                    <a:gd name="T17" fmla="*/ 26 h 41"/>
                    <a:gd name="T18" fmla="*/ 62 w 82"/>
                    <a:gd name="T19" fmla="*/ 26 h 41"/>
                    <a:gd name="T20" fmla="*/ 61 w 82"/>
                    <a:gd name="T21" fmla="*/ 26 h 41"/>
                    <a:gd name="T22" fmla="*/ 59 w 82"/>
                    <a:gd name="T23" fmla="*/ 26 h 41"/>
                    <a:gd name="T24" fmla="*/ 53 w 82"/>
                    <a:gd name="T25" fmla="*/ 26 h 41"/>
                    <a:gd name="T26" fmla="*/ 50 w 82"/>
                    <a:gd name="T27" fmla="*/ 28 h 41"/>
                    <a:gd name="T28" fmla="*/ 48 w 82"/>
                    <a:gd name="T29" fmla="*/ 31 h 41"/>
                    <a:gd name="T30" fmla="*/ 44 w 82"/>
                    <a:gd name="T31" fmla="*/ 33 h 41"/>
                    <a:gd name="T32" fmla="*/ 39 w 82"/>
                    <a:gd name="T33" fmla="*/ 33 h 41"/>
                    <a:gd name="T34" fmla="*/ 35 w 82"/>
                    <a:gd name="T35" fmla="*/ 35 h 41"/>
                    <a:gd name="T36" fmla="*/ 33 w 82"/>
                    <a:gd name="T37" fmla="*/ 35 h 41"/>
                    <a:gd name="T38" fmla="*/ 28 w 82"/>
                    <a:gd name="T39" fmla="*/ 35 h 41"/>
                    <a:gd name="T40" fmla="*/ 28 w 82"/>
                    <a:gd name="T41" fmla="*/ 37 h 41"/>
                    <a:gd name="T42" fmla="*/ 28 w 82"/>
                    <a:gd name="T43" fmla="*/ 39 h 41"/>
                    <a:gd name="T44" fmla="*/ 24 w 82"/>
                    <a:gd name="T45" fmla="*/ 41 h 41"/>
                    <a:gd name="T46" fmla="*/ 22 w 82"/>
                    <a:gd name="T47" fmla="*/ 37 h 41"/>
                    <a:gd name="T48" fmla="*/ 17 w 82"/>
                    <a:gd name="T49" fmla="*/ 37 h 41"/>
                    <a:gd name="T50" fmla="*/ 11 w 82"/>
                    <a:gd name="T51" fmla="*/ 37 h 41"/>
                    <a:gd name="T52" fmla="*/ 8 w 82"/>
                    <a:gd name="T53" fmla="*/ 35 h 41"/>
                    <a:gd name="T54" fmla="*/ 4 w 82"/>
                    <a:gd name="T55" fmla="*/ 31 h 41"/>
                    <a:gd name="T56" fmla="*/ 2 w 82"/>
                    <a:gd name="T57" fmla="*/ 28 h 41"/>
                    <a:gd name="T58" fmla="*/ 0 w 82"/>
                    <a:gd name="T59" fmla="*/ 24 h 41"/>
                    <a:gd name="T60" fmla="*/ 2 w 82"/>
                    <a:gd name="T61" fmla="*/ 20 h 41"/>
                    <a:gd name="T62" fmla="*/ 6 w 82"/>
                    <a:gd name="T63" fmla="*/ 22 h 41"/>
                    <a:gd name="T64" fmla="*/ 9 w 82"/>
                    <a:gd name="T65" fmla="*/ 20 h 41"/>
                    <a:gd name="T66" fmla="*/ 13 w 82"/>
                    <a:gd name="T67" fmla="*/ 19 h 41"/>
                    <a:gd name="T68" fmla="*/ 13 w 82"/>
                    <a:gd name="T69" fmla="*/ 17 h 41"/>
                    <a:gd name="T70" fmla="*/ 17 w 82"/>
                    <a:gd name="T71" fmla="*/ 19 h 41"/>
                    <a:gd name="T72" fmla="*/ 22 w 82"/>
                    <a:gd name="T73" fmla="*/ 19 h 41"/>
                    <a:gd name="T74" fmla="*/ 24 w 82"/>
                    <a:gd name="T75" fmla="*/ 15 h 41"/>
                    <a:gd name="T76" fmla="*/ 24 w 82"/>
                    <a:gd name="T77" fmla="*/ 9 h 41"/>
                    <a:gd name="T78" fmla="*/ 28 w 82"/>
                    <a:gd name="T79" fmla="*/ 11 h 41"/>
                    <a:gd name="T80" fmla="*/ 33 w 82"/>
                    <a:gd name="T81" fmla="*/ 11 h 41"/>
                    <a:gd name="T82" fmla="*/ 37 w 82"/>
                    <a:gd name="T83" fmla="*/ 13 h 41"/>
                    <a:gd name="T84" fmla="*/ 39 w 82"/>
                    <a:gd name="T85" fmla="*/ 11 h 41"/>
                    <a:gd name="T86" fmla="*/ 39 w 82"/>
                    <a:gd name="T87" fmla="*/ 13 h 41"/>
                    <a:gd name="T88" fmla="*/ 44 w 82"/>
                    <a:gd name="T89" fmla="*/ 13 h 41"/>
                    <a:gd name="T90" fmla="*/ 50 w 82"/>
                    <a:gd name="T91" fmla="*/ 11 h 41"/>
                    <a:gd name="T92" fmla="*/ 51 w 82"/>
                    <a:gd name="T93" fmla="*/ 11 h 41"/>
                    <a:gd name="T94" fmla="*/ 57 w 82"/>
                    <a:gd name="T95" fmla="*/ 9 h 41"/>
                    <a:gd name="T96" fmla="*/ 61 w 82"/>
                    <a:gd name="T97" fmla="*/ 8 h 41"/>
                    <a:gd name="T98" fmla="*/ 61 w 82"/>
                    <a:gd name="T99" fmla="*/ 9 h 41"/>
                    <a:gd name="T100" fmla="*/ 64 w 82"/>
                    <a:gd name="T101" fmla="*/ 8 h 41"/>
                    <a:gd name="T102" fmla="*/ 68 w 82"/>
                    <a:gd name="T103" fmla="*/ 6 h 41"/>
                    <a:gd name="T104" fmla="*/ 71 w 82"/>
                    <a:gd name="T105" fmla="*/ 4 h 41"/>
                    <a:gd name="T106" fmla="*/ 75 w 82"/>
                    <a:gd name="T107" fmla="*/ 2 h 41"/>
                    <a:gd name="T108" fmla="*/ 79 w 82"/>
                    <a:gd name="T10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41">
                      <a:moveTo>
                        <a:pt x="82" y="0"/>
                      </a:moveTo>
                      <a:lnTo>
                        <a:pt x="82" y="2"/>
                      </a:lnTo>
                      <a:lnTo>
                        <a:pt x="81" y="2"/>
                      </a:lnTo>
                      <a:lnTo>
                        <a:pt x="79" y="2"/>
                      </a:lnTo>
                      <a:lnTo>
                        <a:pt x="77" y="2"/>
                      </a:lnTo>
                      <a:lnTo>
                        <a:pt x="77" y="4"/>
                      </a:lnTo>
                      <a:lnTo>
                        <a:pt x="75" y="4"/>
                      </a:lnTo>
                      <a:lnTo>
                        <a:pt x="75" y="6"/>
                      </a:lnTo>
                      <a:lnTo>
                        <a:pt x="73" y="6"/>
                      </a:lnTo>
                      <a:lnTo>
                        <a:pt x="73" y="8"/>
                      </a:lnTo>
                      <a:lnTo>
                        <a:pt x="71" y="8"/>
                      </a:lnTo>
                      <a:lnTo>
                        <a:pt x="70" y="8"/>
                      </a:lnTo>
                      <a:lnTo>
                        <a:pt x="68" y="9"/>
                      </a:lnTo>
                      <a:lnTo>
                        <a:pt x="66" y="9"/>
                      </a:lnTo>
                      <a:lnTo>
                        <a:pt x="66" y="11"/>
                      </a:lnTo>
                      <a:lnTo>
                        <a:pt x="64" y="11"/>
                      </a:lnTo>
                      <a:lnTo>
                        <a:pt x="64" y="13"/>
                      </a:lnTo>
                      <a:lnTo>
                        <a:pt x="62" y="13"/>
                      </a:lnTo>
                      <a:lnTo>
                        <a:pt x="61" y="13"/>
                      </a:lnTo>
                      <a:lnTo>
                        <a:pt x="59" y="15"/>
                      </a:lnTo>
                      <a:lnTo>
                        <a:pt x="59" y="17"/>
                      </a:lnTo>
                      <a:lnTo>
                        <a:pt x="59" y="19"/>
                      </a:lnTo>
                      <a:lnTo>
                        <a:pt x="61" y="20"/>
                      </a:lnTo>
                      <a:lnTo>
                        <a:pt x="62" y="22"/>
                      </a:lnTo>
                      <a:lnTo>
                        <a:pt x="64" y="22"/>
                      </a:lnTo>
                      <a:lnTo>
                        <a:pt x="64" y="24"/>
                      </a:lnTo>
                      <a:lnTo>
                        <a:pt x="64" y="26"/>
                      </a:lnTo>
                      <a:lnTo>
                        <a:pt x="66" y="26"/>
                      </a:lnTo>
                      <a:lnTo>
                        <a:pt x="64" y="26"/>
                      </a:lnTo>
                      <a:lnTo>
                        <a:pt x="62" y="26"/>
                      </a:lnTo>
                      <a:lnTo>
                        <a:pt x="61" y="26"/>
                      </a:lnTo>
                      <a:lnTo>
                        <a:pt x="61" y="24"/>
                      </a:lnTo>
                      <a:lnTo>
                        <a:pt x="61" y="26"/>
                      </a:lnTo>
                      <a:lnTo>
                        <a:pt x="61" y="24"/>
                      </a:lnTo>
                      <a:lnTo>
                        <a:pt x="61" y="26"/>
                      </a:lnTo>
                      <a:lnTo>
                        <a:pt x="59" y="26"/>
                      </a:lnTo>
                      <a:lnTo>
                        <a:pt x="57" y="26"/>
                      </a:lnTo>
                      <a:lnTo>
                        <a:pt x="55" y="26"/>
                      </a:lnTo>
                      <a:lnTo>
                        <a:pt x="53" y="26"/>
                      </a:lnTo>
                      <a:lnTo>
                        <a:pt x="51" y="26"/>
                      </a:lnTo>
                      <a:lnTo>
                        <a:pt x="50" y="26"/>
                      </a:lnTo>
                      <a:lnTo>
                        <a:pt x="50" y="28"/>
                      </a:lnTo>
                      <a:lnTo>
                        <a:pt x="50" y="30"/>
                      </a:lnTo>
                      <a:lnTo>
                        <a:pt x="48" y="30"/>
                      </a:lnTo>
                      <a:lnTo>
                        <a:pt x="48" y="31"/>
                      </a:lnTo>
                      <a:lnTo>
                        <a:pt x="46" y="31"/>
                      </a:lnTo>
                      <a:lnTo>
                        <a:pt x="44" y="31"/>
                      </a:lnTo>
                      <a:lnTo>
                        <a:pt x="44" y="33"/>
                      </a:lnTo>
                      <a:lnTo>
                        <a:pt x="42" y="33"/>
                      </a:lnTo>
                      <a:lnTo>
                        <a:pt x="40" y="33"/>
                      </a:lnTo>
                      <a:lnTo>
                        <a:pt x="39" y="33"/>
                      </a:lnTo>
                      <a:lnTo>
                        <a:pt x="39" y="35"/>
                      </a:lnTo>
                      <a:lnTo>
                        <a:pt x="37" y="35"/>
                      </a:lnTo>
                      <a:lnTo>
                        <a:pt x="35" y="35"/>
                      </a:lnTo>
                      <a:lnTo>
                        <a:pt x="33" y="35"/>
                      </a:lnTo>
                      <a:lnTo>
                        <a:pt x="31" y="35"/>
                      </a:lnTo>
                      <a:lnTo>
                        <a:pt x="33" y="35"/>
                      </a:lnTo>
                      <a:lnTo>
                        <a:pt x="31" y="35"/>
                      </a:lnTo>
                      <a:lnTo>
                        <a:pt x="29" y="35"/>
                      </a:lnTo>
                      <a:lnTo>
                        <a:pt x="28" y="35"/>
                      </a:lnTo>
                      <a:lnTo>
                        <a:pt x="28" y="37"/>
                      </a:lnTo>
                      <a:lnTo>
                        <a:pt x="26" y="37"/>
                      </a:lnTo>
                      <a:lnTo>
                        <a:pt x="28" y="37"/>
                      </a:lnTo>
                      <a:lnTo>
                        <a:pt x="26" y="37"/>
                      </a:lnTo>
                      <a:lnTo>
                        <a:pt x="26" y="39"/>
                      </a:lnTo>
                      <a:lnTo>
                        <a:pt x="28" y="39"/>
                      </a:lnTo>
                      <a:lnTo>
                        <a:pt x="28" y="41"/>
                      </a:lnTo>
                      <a:lnTo>
                        <a:pt x="26" y="41"/>
                      </a:lnTo>
                      <a:lnTo>
                        <a:pt x="24" y="41"/>
                      </a:lnTo>
                      <a:lnTo>
                        <a:pt x="24" y="39"/>
                      </a:lnTo>
                      <a:lnTo>
                        <a:pt x="24" y="37"/>
                      </a:lnTo>
                      <a:lnTo>
                        <a:pt x="22" y="37"/>
                      </a:lnTo>
                      <a:lnTo>
                        <a:pt x="20" y="37"/>
                      </a:lnTo>
                      <a:lnTo>
                        <a:pt x="19" y="37"/>
                      </a:lnTo>
                      <a:lnTo>
                        <a:pt x="17" y="37"/>
                      </a:lnTo>
                      <a:lnTo>
                        <a:pt x="15" y="37"/>
                      </a:lnTo>
                      <a:lnTo>
                        <a:pt x="13" y="37"/>
                      </a:lnTo>
                      <a:lnTo>
                        <a:pt x="11" y="37"/>
                      </a:lnTo>
                      <a:lnTo>
                        <a:pt x="11" y="35"/>
                      </a:lnTo>
                      <a:lnTo>
                        <a:pt x="9" y="35"/>
                      </a:lnTo>
                      <a:lnTo>
                        <a:pt x="8" y="35"/>
                      </a:lnTo>
                      <a:lnTo>
                        <a:pt x="6" y="33"/>
                      </a:lnTo>
                      <a:lnTo>
                        <a:pt x="6" y="31"/>
                      </a:lnTo>
                      <a:lnTo>
                        <a:pt x="4" y="31"/>
                      </a:lnTo>
                      <a:lnTo>
                        <a:pt x="4" y="30"/>
                      </a:lnTo>
                      <a:lnTo>
                        <a:pt x="2" y="30"/>
                      </a:lnTo>
                      <a:lnTo>
                        <a:pt x="2" y="28"/>
                      </a:lnTo>
                      <a:lnTo>
                        <a:pt x="2" y="26"/>
                      </a:lnTo>
                      <a:lnTo>
                        <a:pt x="2" y="24"/>
                      </a:lnTo>
                      <a:lnTo>
                        <a:pt x="0" y="24"/>
                      </a:lnTo>
                      <a:lnTo>
                        <a:pt x="0" y="22"/>
                      </a:lnTo>
                      <a:lnTo>
                        <a:pt x="0" y="20"/>
                      </a:lnTo>
                      <a:lnTo>
                        <a:pt x="2" y="20"/>
                      </a:lnTo>
                      <a:lnTo>
                        <a:pt x="2" y="22"/>
                      </a:lnTo>
                      <a:lnTo>
                        <a:pt x="4" y="22"/>
                      </a:lnTo>
                      <a:lnTo>
                        <a:pt x="6" y="22"/>
                      </a:lnTo>
                      <a:lnTo>
                        <a:pt x="8" y="22"/>
                      </a:lnTo>
                      <a:lnTo>
                        <a:pt x="8" y="20"/>
                      </a:lnTo>
                      <a:lnTo>
                        <a:pt x="9" y="20"/>
                      </a:lnTo>
                      <a:lnTo>
                        <a:pt x="9" y="19"/>
                      </a:lnTo>
                      <a:lnTo>
                        <a:pt x="11" y="19"/>
                      </a:lnTo>
                      <a:lnTo>
                        <a:pt x="13" y="19"/>
                      </a:lnTo>
                      <a:lnTo>
                        <a:pt x="13" y="17"/>
                      </a:lnTo>
                      <a:lnTo>
                        <a:pt x="13" y="19"/>
                      </a:lnTo>
                      <a:lnTo>
                        <a:pt x="13" y="17"/>
                      </a:lnTo>
                      <a:lnTo>
                        <a:pt x="15" y="17"/>
                      </a:lnTo>
                      <a:lnTo>
                        <a:pt x="15" y="19"/>
                      </a:lnTo>
                      <a:lnTo>
                        <a:pt x="17" y="19"/>
                      </a:lnTo>
                      <a:lnTo>
                        <a:pt x="19" y="19"/>
                      </a:lnTo>
                      <a:lnTo>
                        <a:pt x="20" y="19"/>
                      </a:lnTo>
                      <a:lnTo>
                        <a:pt x="22" y="19"/>
                      </a:lnTo>
                      <a:lnTo>
                        <a:pt x="22" y="17"/>
                      </a:lnTo>
                      <a:lnTo>
                        <a:pt x="24" y="17"/>
                      </a:lnTo>
                      <a:lnTo>
                        <a:pt x="24" y="15"/>
                      </a:lnTo>
                      <a:lnTo>
                        <a:pt x="24" y="13"/>
                      </a:lnTo>
                      <a:lnTo>
                        <a:pt x="24" y="11"/>
                      </a:lnTo>
                      <a:lnTo>
                        <a:pt x="24" y="9"/>
                      </a:lnTo>
                      <a:lnTo>
                        <a:pt x="24" y="11"/>
                      </a:lnTo>
                      <a:lnTo>
                        <a:pt x="26" y="11"/>
                      </a:lnTo>
                      <a:lnTo>
                        <a:pt x="28" y="11"/>
                      </a:lnTo>
                      <a:lnTo>
                        <a:pt x="29" y="11"/>
                      </a:lnTo>
                      <a:lnTo>
                        <a:pt x="31" y="11"/>
                      </a:lnTo>
                      <a:lnTo>
                        <a:pt x="33" y="11"/>
                      </a:lnTo>
                      <a:lnTo>
                        <a:pt x="35" y="11"/>
                      </a:lnTo>
                      <a:lnTo>
                        <a:pt x="37" y="11"/>
                      </a:lnTo>
                      <a:lnTo>
                        <a:pt x="37" y="13"/>
                      </a:lnTo>
                      <a:lnTo>
                        <a:pt x="39" y="11"/>
                      </a:lnTo>
                      <a:lnTo>
                        <a:pt x="39" y="13"/>
                      </a:lnTo>
                      <a:lnTo>
                        <a:pt x="39" y="11"/>
                      </a:lnTo>
                      <a:lnTo>
                        <a:pt x="39" y="13"/>
                      </a:lnTo>
                      <a:lnTo>
                        <a:pt x="39" y="11"/>
                      </a:lnTo>
                      <a:lnTo>
                        <a:pt x="39" y="13"/>
                      </a:lnTo>
                      <a:lnTo>
                        <a:pt x="40" y="13"/>
                      </a:lnTo>
                      <a:lnTo>
                        <a:pt x="42" y="13"/>
                      </a:lnTo>
                      <a:lnTo>
                        <a:pt x="44" y="13"/>
                      </a:lnTo>
                      <a:lnTo>
                        <a:pt x="46" y="11"/>
                      </a:lnTo>
                      <a:lnTo>
                        <a:pt x="48" y="11"/>
                      </a:lnTo>
                      <a:lnTo>
                        <a:pt x="50" y="11"/>
                      </a:lnTo>
                      <a:lnTo>
                        <a:pt x="51" y="11"/>
                      </a:lnTo>
                      <a:lnTo>
                        <a:pt x="51" y="9"/>
                      </a:lnTo>
                      <a:lnTo>
                        <a:pt x="51" y="11"/>
                      </a:lnTo>
                      <a:lnTo>
                        <a:pt x="53" y="9"/>
                      </a:lnTo>
                      <a:lnTo>
                        <a:pt x="55" y="9"/>
                      </a:lnTo>
                      <a:lnTo>
                        <a:pt x="57" y="9"/>
                      </a:lnTo>
                      <a:lnTo>
                        <a:pt x="59" y="9"/>
                      </a:lnTo>
                      <a:lnTo>
                        <a:pt x="61" y="9"/>
                      </a:lnTo>
                      <a:lnTo>
                        <a:pt x="61" y="8"/>
                      </a:lnTo>
                      <a:lnTo>
                        <a:pt x="61" y="9"/>
                      </a:lnTo>
                      <a:lnTo>
                        <a:pt x="61" y="8"/>
                      </a:lnTo>
                      <a:lnTo>
                        <a:pt x="61" y="9"/>
                      </a:lnTo>
                      <a:lnTo>
                        <a:pt x="61" y="8"/>
                      </a:lnTo>
                      <a:lnTo>
                        <a:pt x="62" y="8"/>
                      </a:lnTo>
                      <a:lnTo>
                        <a:pt x="64" y="8"/>
                      </a:lnTo>
                      <a:lnTo>
                        <a:pt x="66" y="8"/>
                      </a:lnTo>
                      <a:lnTo>
                        <a:pt x="66" y="6"/>
                      </a:lnTo>
                      <a:lnTo>
                        <a:pt x="68" y="6"/>
                      </a:lnTo>
                      <a:lnTo>
                        <a:pt x="68" y="4"/>
                      </a:lnTo>
                      <a:lnTo>
                        <a:pt x="70" y="4"/>
                      </a:lnTo>
                      <a:lnTo>
                        <a:pt x="71" y="4"/>
                      </a:lnTo>
                      <a:lnTo>
                        <a:pt x="73" y="4"/>
                      </a:lnTo>
                      <a:lnTo>
                        <a:pt x="73" y="2"/>
                      </a:lnTo>
                      <a:lnTo>
                        <a:pt x="75" y="2"/>
                      </a:lnTo>
                      <a:lnTo>
                        <a:pt x="77" y="2"/>
                      </a:lnTo>
                      <a:lnTo>
                        <a:pt x="77" y="0"/>
                      </a:lnTo>
                      <a:lnTo>
                        <a:pt x="79" y="0"/>
                      </a:lnTo>
                      <a:lnTo>
                        <a:pt x="81" y="0"/>
                      </a:lnTo>
                      <a:lnTo>
                        <a:pt x="8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8" name="Freeform 31">
                  <a:extLst>
                    <a:ext uri="{FF2B5EF4-FFF2-40B4-BE49-F238E27FC236}">
                      <a16:creationId xmlns:a16="http://schemas.microsoft.com/office/drawing/2014/main" id="{38D31321-31E2-4B37-4207-46EDF26B2D56}"/>
                    </a:ext>
                  </a:extLst>
                </p:cNvPr>
                <p:cNvSpPr>
                  <a:spLocks noEditPoints="1"/>
                </p:cNvSpPr>
                <p:nvPr/>
              </p:nvSpPr>
              <p:spPr bwMode="auto">
                <a:xfrm>
                  <a:off x="1242823" y="2741159"/>
                  <a:ext cx="148192" cy="52410"/>
                </a:xfrm>
                <a:custGeom>
                  <a:avLst/>
                  <a:gdLst>
                    <a:gd name="T0" fmla="*/ 0 w 82"/>
                    <a:gd name="T1" fmla="*/ 29 h 29"/>
                    <a:gd name="T2" fmla="*/ 0 w 82"/>
                    <a:gd name="T3" fmla="*/ 29 h 29"/>
                    <a:gd name="T4" fmla="*/ 0 w 82"/>
                    <a:gd name="T5" fmla="*/ 29 h 29"/>
                    <a:gd name="T6" fmla="*/ 0 w 82"/>
                    <a:gd name="T7" fmla="*/ 29 h 29"/>
                    <a:gd name="T8" fmla="*/ 0 w 82"/>
                    <a:gd name="T9" fmla="*/ 29 h 29"/>
                    <a:gd name="T10" fmla="*/ 15 w 82"/>
                    <a:gd name="T11" fmla="*/ 20 h 29"/>
                    <a:gd name="T12" fmla="*/ 15 w 82"/>
                    <a:gd name="T13" fmla="*/ 20 h 29"/>
                    <a:gd name="T14" fmla="*/ 15 w 82"/>
                    <a:gd name="T15" fmla="*/ 20 h 29"/>
                    <a:gd name="T16" fmla="*/ 15 w 82"/>
                    <a:gd name="T17" fmla="*/ 20 h 29"/>
                    <a:gd name="T18" fmla="*/ 15 w 82"/>
                    <a:gd name="T19" fmla="*/ 20 h 29"/>
                    <a:gd name="T20" fmla="*/ 35 w 82"/>
                    <a:gd name="T21" fmla="*/ 12 h 29"/>
                    <a:gd name="T22" fmla="*/ 35 w 82"/>
                    <a:gd name="T23" fmla="*/ 12 h 29"/>
                    <a:gd name="T24" fmla="*/ 35 w 82"/>
                    <a:gd name="T25" fmla="*/ 12 h 29"/>
                    <a:gd name="T26" fmla="*/ 35 w 82"/>
                    <a:gd name="T27" fmla="*/ 12 h 29"/>
                    <a:gd name="T28" fmla="*/ 35 w 82"/>
                    <a:gd name="T29" fmla="*/ 12 h 29"/>
                    <a:gd name="T30" fmla="*/ 35 w 82"/>
                    <a:gd name="T31" fmla="*/ 12 h 29"/>
                    <a:gd name="T32" fmla="*/ 35 w 82"/>
                    <a:gd name="T33" fmla="*/ 12 h 29"/>
                    <a:gd name="T34" fmla="*/ 82 w 82"/>
                    <a:gd name="T35" fmla="*/ 0 h 29"/>
                    <a:gd name="T36" fmla="*/ 82 w 82"/>
                    <a:gd name="T37" fmla="*/ 0 h 29"/>
                    <a:gd name="T38" fmla="*/ 82 w 82"/>
                    <a:gd name="T39" fmla="*/ 0 h 29"/>
                    <a:gd name="T40" fmla="*/ 82 w 82"/>
                    <a:gd name="T41" fmla="*/ 0 h 29"/>
                    <a:gd name="T42" fmla="*/ 82 w 82"/>
                    <a:gd name="T4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2" h="29">
                      <a:moveTo>
                        <a:pt x="0" y="29"/>
                      </a:moveTo>
                      <a:lnTo>
                        <a:pt x="0" y="29"/>
                      </a:lnTo>
                      <a:lnTo>
                        <a:pt x="0" y="29"/>
                      </a:lnTo>
                      <a:lnTo>
                        <a:pt x="0" y="29"/>
                      </a:lnTo>
                      <a:lnTo>
                        <a:pt x="0" y="29"/>
                      </a:lnTo>
                      <a:close/>
                      <a:moveTo>
                        <a:pt x="15" y="20"/>
                      </a:moveTo>
                      <a:lnTo>
                        <a:pt x="15" y="20"/>
                      </a:lnTo>
                      <a:lnTo>
                        <a:pt x="15" y="20"/>
                      </a:lnTo>
                      <a:lnTo>
                        <a:pt x="15" y="20"/>
                      </a:lnTo>
                      <a:lnTo>
                        <a:pt x="15" y="20"/>
                      </a:lnTo>
                      <a:close/>
                      <a:moveTo>
                        <a:pt x="35" y="12"/>
                      </a:moveTo>
                      <a:lnTo>
                        <a:pt x="35" y="12"/>
                      </a:lnTo>
                      <a:lnTo>
                        <a:pt x="35" y="12"/>
                      </a:lnTo>
                      <a:lnTo>
                        <a:pt x="35" y="12"/>
                      </a:lnTo>
                      <a:lnTo>
                        <a:pt x="35" y="12"/>
                      </a:lnTo>
                      <a:lnTo>
                        <a:pt x="35" y="12"/>
                      </a:lnTo>
                      <a:lnTo>
                        <a:pt x="35" y="12"/>
                      </a:lnTo>
                      <a:close/>
                      <a:moveTo>
                        <a:pt x="82" y="0"/>
                      </a:moveTo>
                      <a:lnTo>
                        <a:pt x="82" y="0"/>
                      </a:lnTo>
                      <a:lnTo>
                        <a:pt x="82" y="0"/>
                      </a:lnTo>
                      <a:lnTo>
                        <a:pt x="82" y="0"/>
                      </a:lnTo>
                      <a:lnTo>
                        <a:pt x="8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39" name="Freeform 32">
                  <a:extLst>
                    <a:ext uri="{FF2B5EF4-FFF2-40B4-BE49-F238E27FC236}">
                      <a16:creationId xmlns:a16="http://schemas.microsoft.com/office/drawing/2014/main" id="{82289C2D-D8F2-E587-04BD-CB795AC09525}"/>
                    </a:ext>
                  </a:extLst>
                </p:cNvPr>
                <p:cNvSpPr>
                  <a:spLocks/>
                </p:cNvSpPr>
                <p:nvPr/>
              </p:nvSpPr>
              <p:spPr bwMode="auto">
                <a:xfrm>
                  <a:off x="1741615" y="2231524"/>
                  <a:ext cx="431925" cy="164457"/>
                </a:xfrm>
                <a:custGeom>
                  <a:avLst/>
                  <a:gdLst>
                    <a:gd name="T0" fmla="*/ 51 w 239"/>
                    <a:gd name="T1" fmla="*/ 31 h 91"/>
                    <a:gd name="T2" fmla="*/ 42 w 239"/>
                    <a:gd name="T3" fmla="*/ 27 h 91"/>
                    <a:gd name="T4" fmla="*/ 34 w 239"/>
                    <a:gd name="T5" fmla="*/ 20 h 91"/>
                    <a:gd name="T6" fmla="*/ 23 w 239"/>
                    <a:gd name="T7" fmla="*/ 18 h 91"/>
                    <a:gd name="T8" fmla="*/ 12 w 239"/>
                    <a:gd name="T9" fmla="*/ 15 h 91"/>
                    <a:gd name="T10" fmla="*/ 5 w 239"/>
                    <a:gd name="T11" fmla="*/ 9 h 91"/>
                    <a:gd name="T12" fmla="*/ 2 w 239"/>
                    <a:gd name="T13" fmla="*/ 0 h 91"/>
                    <a:gd name="T14" fmla="*/ 16 w 239"/>
                    <a:gd name="T15" fmla="*/ 2 h 91"/>
                    <a:gd name="T16" fmla="*/ 31 w 239"/>
                    <a:gd name="T17" fmla="*/ 4 h 91"/>
                    <a:gd name="T18" fmla="*/ 44 w 239"/>
                    <a:gd name="T19" fmla="*/ 7 h 91"/>
                    <a:gd name="T20" fmla="*/ 54 w 239"/>
                    <a:gd name="T21" fmla="*/ 11 h 91"/>
                    <a:gd name="T22" fmla="*/ 65 w 239"/>
                    <a:gd name="T23" fmla="*/ 13 h 91"/>
                    <a:gd name="T24" fmla="*/ 78 w 239"/>
                    <a:gd name="T25" fmla="*/ 13 h 91"/>
                    <a:gd name="T26" fmla="*/ 89 w 239"/>
                    <a:gd name="T27" fmla="*/ 15 h 91"/>
                    <a:gd name="T28" fmla="*/ 104 w 239"/>
                    <a:gd name="T29" fmla="*/ 15 h 91"/>
                    <a:gd name="T30" fmla="*/ 115 w 239"/>
                    <a:gd name="T31" fmla="*/ 24 h 91"/>
                    <a:gd name="T32" fmla="*/ 127 w 239"/>
                    <a:gd name="T33" fmla="*/ 26 h 91"/>
                    <a:gd name="T34" fmla="*/ 131 w 239"/>
                    <a:gd name="T35" fmla="*/ 33 h 91"/>
                    <a:gd name="T36" fmla="*/ 140 w 239"/>
                    <a:gd name="T37" fmla="*/ 37 h 91"/>
                    <a:gd name="T38" fmla="*/ 151 w 239"/>
                    <a:gd name="T39" fmla="*/ 31 h 91"/>
                    <a:gd name="T40" fmla="*/ 166 w 239"/>
                    <a:gd name="T41" fmla="*/ 29 h 91"/>
                    <a:gd name="T42" fmla="*/ 173 w 239"/>
                    <a:gd name="T43" fmla="*/ 31 h 91"/>
                    <a:gd name="T44" fmla="*/ 184 w 239"/>
                    <a:gd name="T45" fmla="*/ 33 h 91"/>
                    <a:gd name="T46" fmla="*/ 193 w 239"/>
                    <a:gd name="T47" fmla="*/ 37 h 91"/>
                    <a:gd name="T48" fmla="*/ 204 w 239"/>
                    <a:gd name="T49" fmla="*/ 40 h 91"/>
                    <a:gd name="T50" fmla="*/ 200 w 239"/>
                    <a:gd name="T51" fmla="*/ 46 h 91"/>
                    <a:gd name="T52" fmla="*/ 206 w 239"/>
                    <a:gd name="T53" fmla="*/ 53 h 91"/>
                    <a:gd name="T54" fmla="*/ 215 w 239"/>
                    <a:gd name="T55" fmla="*/ 57 h 91"/>
                    <a:gd name="T56" fmla="*/ 226 w 239"/>
                    <a:gd name="T57" fmla="*/ 59 h 91"/>
                    <a:gd name="T58" fmla="*/ 221 w 239"/>
                    <a:gd name="T59" fmla="*/ 66 h 91"/>
                    <a:gd name="T60" fmla="*/ 224 w 239"/>
                    <a:gd name="T61" fmla="*/ 75 h 91"/>
                    <a:gd name="T62" fmla="*/ 232 w 239"/>
                    <a:gd name="T63" fmla="*/ 77 h 91"/>
                    <a:gd name="T64" fmla="*/ 237 w 239"/>
                    <a:gd name="T65" fmla="*/ 79 h 91"/>
                    <a:gd name="T66" fmla="*/ 237 w 239"/>
                    <a:gd name="T67" fmla="*/ 86 h 91"/>
                    <a:gd name="T68" fmla="*/ 228 w 239"/>
                    <a:gd name="T69" fmla="*/ 90 h 91"/>
                    <a:gd name="T70" fmla="*/ 215 w 239"/>
                    <a:gd name="T71" fmla="*/ 86 h 91"/>
                    <a:gd name="T72" fmla="*/ 202 w 239"/>
                    <a:gd name="T73" fmla="*/ 82 h 91"/>
                    <a:gd name="T74" fmla="*/ 190 w 239"/>
                    <a:gd name="T75" fmla="*/ 77 h 91"/>
                    <a:gd name="T76" fmla="*/ 180 w 239"/>
                    <a:gd name="T77" fmla="*/ 80 h 91"/>
                    <a:gd name="T78" fmla="*/ 173 w 239"/>
                    <a:gd name="T79" fmla="*/ 86 h 91"/>
                    <a:gd name="T80" fmla="*/ 164 w 239"/>
                    <a:gd name="T81" fmla="*/ 86 h 91"/>
                    <a:gd name="T82" fmla="*/ 155 w 239"/>
                    <a:gd name="T83" fmla="*/ 84 h 91"/>
                    <a:gd name="T84" fmla="*/ 146 w 239"/>
                    <a:gd name="T85" fmla="*/ 86 h 91"/>
                    <a:gd name="T86" fmla="*/ 133 w 239"/>
                    <a:gd name="T87" fmla="*/ 90 h 91"/>
                    <a:gd name="T88" fmla="*/ 118 w 239"/>
                    <a:gd name="T89" fmla="*/ 86 h 91"/>
                    <a:gd name="T90" fmla="*/ 109 w 239"/>
                    <a:gd name="T91" fmla="*/ 80 h 91"/>
                    <a:gd name="T92" fmla="*/ 98 w 239"/>
                    <a:gd name="T93" fmla="*/ 75 h 91"/>
                    <a:gd name="T94" fmla="*/ 91 w 239"/>
                    <a:gd name="T95" fmla="*/ 73 h 91"/>
                    <a:gd name="T96" fmla="*/ 84 w 239"/>
                    <a:gd name="T97" fmla="*/ 75 h 91"/>
                    <a:gd name="T98" fmla="*/ 69 w 239"/>
                    <a:gd name="T99" fmla="*/ 75 h 91"/>
                    <a:gd name="T100" fmla="*/ 58 w 239"/>
                    <a:gd name="T101" fmla="*/ 75 h 91"/>
                    <a:gd name="T102" fmla="*/ 60 w 239"/>
                    <a:gd name="T103" fmla="*/ 66 h 91"/>
                    <a:gd name="T104" fmla="*/ 62 w 239"/>
                    <a:gd name="T105" fmla="*/ 55 h 91"/>
                    <a:gd name="T106" fmla="*/ 58 w 239"/>
                    <a:gd name="T107" fmla="*/ 53 h 91"/>
                    <a:gd name="T108" fmla="*/ 67 w 239"/>
                    <a:gd name="T109" fmla="*/ 49 h 91"/>
                    <a:gd name="T110" fmla="*/ 78 w 239"/>
                    <a:gd name="T111" fmla="*/ 53 h 91"/>
                    <a:gd name="T112" fmla="*/ 78 w 239"/>
                    <a:gd name="T113" fmla="*/ 51 h 91"/>
                    <a:gd name="T114" fmla="*/ 67 w 239"/>
                    <a:gd name="T115" fmla="*/ 49 h 91"/>
                    <a:gd name="T116" fmla="*/ 58 w 239"/>
                    <a:gd name="T117" fmla="*/ 4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91">
                      <a:moveTo>
                        <a:pt x="54" y="42"/>
                      </a:moveTo>
                      <a:lnTo>
                        <a:pt x="54" y="40"/>
                      </a:lnTo>
                      <a:lnTo>
                        <a:pt x="54" y="38"/>
                      </a:lnTo>
                      <a:lnTo>
                        <a:pt x="53" y="38"/>
                      </a:lnTo>
                      <a:lnTo>
                        <a:pt x="53" y="37"/>
                      </a:lnTo>
                      <a:lnTo>
                        <a:pt x="53" y="35"/>
                      </a:lnTo>
                      <a:lnTo>
                        <a:pt x="53" y="33"/>
                      </a:lnTo>
                      <a:lnTo>
                        <a:pt x="51" y="33"/>
                      </a:lnTo>
                      <a:lnTo>
                        <a:pt x="51" y="31"/>
                      </a:lnTo>
                      <a:lnTo>
                        <a:pt x="49" y="31"/>
                      </a:lnTo>
                      <a:lnTo>
                        <a:pt x="49" y="29"/>
                      </a:lnTo>
                      <a:lnTo>
                        <a:pt x="49" y="31"/>
                      </a:lnTo>
                      <a:lnTo>
                        <a:pt x="49" y="29"/>
                      </a:lnTo>
                      <a:lnTo>
                        <a:pt x="47" y="29"/>
                      </a:lnTo>
                      <a:lnTo>
                        <a:pt x="45" y="29"/>
                      </a:lnTo>
                      <a:lnTo>
                        <a:pt x="44" y="29"/>
                      </a:lnTo>
                      <a:lnTo>
                        <a:pt x="44" y="27"/>
                      </a:lnTo>
                      <a:lnTo>
                        <a:pt x="42" y="27"/>
                      </a:lnTo>
                      <a:lnTo>
                        <a:pt x="42" y="29"/>
                      </a:lnTo>
                      <a:lnTo>
                        <a:pt x="40" y="27"/>
                      </a:lnTo>
                      <a:lnTo>
                        <a:pt x="38" y="27"/>
                      </a:lnTo>
                      <a:lnTo>
                        <a:pt x="38" y="26"/>
                      </a:lnTo>
                      <a:lnTo>
                        <a:pt x="38" y="24"/>
                      </a:lnTo>
                      <a:lnTo>
                        <a:pt x="38" y="22"/>
                      </a:lnTo>
                      <a:lnTo>
                        <a:pt x="36" y="22"/>
                      </a:lnTo>
                      <a:lnTo>
                        <a:pt x="36" y="20"/>
                      </a:lnTo>
                      <a:lnTo>
                        <a:pt x="34" y="20"/>
                      </a:lnTo>
                      <a:lnTo>
                        <a:pt x="34" y="22"/>
                      </a:lnTo>
                      <a:lnTo>
                        <a:pt x="33" y="22"/>
                      </a:lnTo>
                      <a:lnTo>
                        <a:pt x="33" y="20"/>
                      </a:lnTo>
                      <a:lnTo>
                        <a:pt x="31" y="20"/>
                      </a:lnTo>
                      <a:lnTo>
                        <a:pt x="31" y="18"/>
                      </a:lnTo>
                      <a:lnTo>
                        <a:pt x="29" y="18"/>
                      </a:lnTo>
                      <a:lnTo>
                        <a:pt x="27" y="18"/>
                      </a:lnTo>
                      <a:lnTo>
                        <a:pt x="25" y="18"/>
                      </a:lnTo>
                      <a:lnTo>
                        <a:pt x="23" y="18"/>
                      </a:lnTo>
                      <a:lnTo>
                        <a:pt x="22" y="18"/>
                      </a:lnTo>
                      <a:lnTo>
                        <a:pt x="22" y="16"/>
                      </a:lnTo>
                      <a:lnTo>
                        <a:pt x="20" y="18"/>
                      </a:lnTo>
                      <a:lnTo>
                        <a:pt x="20" y="16"/>
                      </a:lnTo>
                      <a:lnTo>
                        <a:pt x="18" y="16"/>
                      </a:lnTo>
                      <a:lnTo>
                        <a:pt x="16" y="16"/>
                      </a:lnTo>
                      <a:lnTo>
                        <a:pt x="14" y="16"/>
                      </a:lnTo>
                      <a:lnTo>
                        <a:pt x="14" y="15"/>
                      </a:lnTo>
                      <a:lnTo>
                        <a:pt x="12" y="15"/>
                      </a:lnTo>
                      <a:lnTo>
                        <a:pt x="11" y="15"/>
                      </a:lnTo>
                      <a:lnTo>
                        <a:pt x="11" y="16"/>
                      </a:lnTo>
                      <a:lnTo>
                        <a:pt x="11" y="15"/>
                      </a:lnTo>
                      <a:lnTo>
                        <a:pt x="9" y="15"/>
                      </a:lnTo>
                      <a:lnTo>
                        <a:pt x="9" y="13"/>
                      </a:lnTo>
                      <a:lnTo>
                        <a:pt x="9" y="11"/>
                      </a:lnTo>
                      <a:lnTo>
                        <a:pt x="7" y="11"/>
                      </a:lnTo>
                      <a:lnTo>
                        <a:pt x="7" y="9"/>
                      </a:lnTo>
                      <a:lnTo>
                        <a:pt x="5" y="9"/>
                      </a:lnTo>
                      <a:lnTo>
                        <a:pt x="3" y="9"/>
                      </a:lnTo>
                      <a:lnTo>
                        <a:pt x="3" y="7"/>
                      </a:lnTo>
                      <a:lnTo>
                        <a:pt x="2" y="7"/>
                      </a:lnTo>
                      <a:lnTo>
                        <a:pt x="0" y="7"/>
                      </a:lnTo>
                      <a:lnTo>
                        <a:pt x="0" y="6"/>
                      </a:lnTo>
                      <a:lnTo>
                        <a:pt x="0" y="4"/>
                      </a:lnTo>
                      <a:lnTo>
                        <a:pt x="2" y="4"/>
                      </a:lnTo>
                      <a:lnTo>
                        <a:pt x="2" y="2"/>
                      </a:lnTo>
                      <a:lnTo>
                        <a:pt x="2" y="0"/>
                      </a:lnTo>
                      <a:lnTo>
                        <a:pt x="3" y="0"/>
                      </a:lnTo>
                      <a:lnTo>
                        <a:pt x="5" y="0"/>
                      </a:lnTo>
                      <a:lnTo>
                        <a:pt x="7" y="0"/>
                      </a:lnTo>
                      <a:lnTo>
                        <a:pt x="9" y="0"/>
                      </a:lnTo>
                      <a:lnTo>
                        <a:pt x="11" y="0"/>
                      </a:lnTo>
                      <a:lnTo>
                        <a:pt x="12" y="0"/>
                      </a:lnTo>
                      <a:lnTo>
                        <a:pt x="12" y="2"/>
                      </a:lnTo>
                      <a:lnTo>
                        <a:pt x="14" y="2"/>
                      </a:lnTo>
                      <a:lnTo>
                        <a:pt x="16" y="2"/>
                      </a:lnTo>
                      <a:lnTo>
                        <a:pt x="18" y="2"/>
                      </a:lnTo>
                      <a:lnTo>
                        <a:pt x="20" y="2"/>
                      </a:lnTo>
                      <a:lnTo>
                        <a:pt x="22" y="2"/>
                      </a:lnTo>
                      <a:lnTo>
                        <a:pt x="22" y="0"/>
                      </a:lnTo>
                      <a:lnTo>
                        <a:pt x="23" y="2"/>
                      </a:lnTo>
                      <a:lnTo>
                        <a:pt x="25" y="2"/>
                      </a:lnTo>
                      <a:lnTo>
                        <a:pt x="27" y="4"/>
                      </a:lnTo>
                      <a:lnTo>
                        <a:pt x="29" y="4"/>
                      </a:lnTo>
                      <a:lnTo>
                        <a:pt x="31" y="4"/>
                      </a:lnTo>
                      <a:lnTo>
                        <a:pt x="31" y="6"/>
                      </a:lnTo>
                      <a:lnTo>
                        <a:pt x="33" y="6"/>
                      </a:lnTo>
                      <a:lnTo>
                        <a:pt x="34" y="6"/>
                      </a:lnTo>
                      <a:lnTo>
                        <a:pt x="36" y="6"/>
                      </a:lnTo>
                      <a:lnTo>
                        <a:pt x="36" y="7"/>
                      </a:lnTo>
                      <a:lnTo>
                        <a:pt x="38" y="7"/>
                      </a:lnTo>
                      <a:lnTo>
                        <a:pt x="40" y="7"/>
                      </a:lnTo>
                      <a:lnTo>
                        <a:pt x="42" y="7"/>
                      </a:lnTo>
                      <a:lnTo>
                        <a:pt x="44" y="7"/>
                      </a:lnTo>
                      <a:lnTo>
                        <a:pt x="45" y="9"/>
                      </a:lnTo>
                      <a:lnTo>
                        <a:pt x="47" y="9"/>
                      </a:lnTo>
                      <a:lnTo>
                        <a:pt x="47" y="7"/>
                      </a:lnTo>
                      <a:lnTo>
                        <a:pt x="49" y="7"/>
                      </a:lnTo>
                      <a:lnTo>
                        <a:pt x="49" y="9"/>
                      </a:lnTo>
                      <a:lnTo>
                        <a:pt x="51" y="9"/>
                      </a:lnTo>
                      <a:lnTo>
                        <a:pt x="51" y="11"/>
                      </a:lnTo>
                      <a:lnTo>
                        <a:pt x="53" y="11"/>
                      </a:lnTo>
                      <a:lnTo>
                        <a:pt x="54" y="11"/>
                      </a:lnTo>
                      <a:lnTo>
                        <a:pt x="54" y="13"/>
                      </a:lnTo>
                      <a:lnTo>
                        <a:pt x="56" y="13"/>
                      </a:lnTo>
                      <a:lnTo>
                        <a:pt x="58" y="13"/>
                      </a:lnTo>
                      <a:lnTo>
                        <a:pt x="60" y="13"/>
                      </a:lnTo>
                      <a:lnTo>
                        <a:pt x="62" y="13"/>
                      </a:lnTo>
                      <a:lnTo>
                        <a:pt x="64" y="13"/>
                      </a:lnTo>
                      <a:lnTo>
                        <a:pt x="64" y="15"/>
                      </a:lnTo>
                      <a:lnTo>
                        <a:pt x="64" y="13"/>
                      </a:lnTo>
                      <a:lnTo>
                        <a:pt x="65" y="13"/>
                      </a:lnTo>
                      <a:lnTo>
                        <a:pt x="67" y="13"/>
                      </a:lnTo>
                      <a:lnTo>
                        <a:pt x="69" y="13"/>
                      </a:lnTo>
                      <a:lnTo>
                        <a:pt x="71" y="13"/>
                      </a:lnTo>
                      <a:lnTo>
                        <a:pt x="71" y="15"/>
                      </a:lnTo>
                      <a:lnTo>
                        <a:pt x="73" y="15"/>
                      </a:lnTo>
                      <a:lnTo>
                        <a:pt x="73" y="13"/>
                      </a:lnTo>
                      <a:lnTo>
                        <a:pt x="75" y="13"/>
                      </a:lnTo>
                      <a:lnTo>
                        <a:pt x="76" y="13"/>
                      </a:lnTo>
                      <a:lnTo>
                        <a:pt x="78" y="13"/>
                      </a:lnTo>
                      <a:lnTo>
                        <a:pt x="80" y="13"/>
                      </a:lnTo>
                      <a:lnTo>
                        <a:pt x="82" y="13"/>
                      </a:lnTo>
                      <a:lnTo>
                        <a:pt x="84" y="13"/>
                      </a:lnTo>
                      <a:lnTo>
                        <a:pt x="85" y="13"/>
                      </a:lnTo>
                      <a:lnTo>
                        <a:pt x="85" y="11"/>
                      </a:lnTo>
                      <a:lnTo>
                        <a:pt x="85" y="13"/>
                      </a:lnTo>
                      <a:lnTo>
                        <a:pt x="87" y="13"/>
                      </a:lnTo>
                      <a:lnTo>
                        <a:pt x="87" y="15"/>
                      </a:lnTo>
                      <a:lnTo>
                        <a:pt x="89" y="15"/>
                      </a:lnTo>
                      <a:lnTo>
                        <a:pt x="91" y="15"/>
                      </a:lnTo>
                      <a:lnTo>
                        <a:pt x="93" y="15"/>
                      </a:lnTo>
                      <a:lnTo>
                        <a:pt x="95" y="16"/>
                      </a:lnTo>
                      <a:lnTo>
                        <a:pt x="95" y="15"/>
                      </a:lnTo>
                      <a:lnTo>
                        <a:pt x="96" y="15"/>
                      </a:lnTo>
                      <a:lnTo>
                        <a:pt x="98" y="15"/>
                      </a:lnTo>
                      <a:lnTo>
                        <a:pt x="100" y="15"/>
                      </a:lnTo>
                      <a:lnTo>
                        <a:pt x="102" y="15"/>
                      </a:lnTo>
                      <a:lnTo>
                        <a:pt x="104" y="15"/>
                      </a:lnTo>
                      <a:lnTo>
                        <a:pt x="104" y="16"/>
                      </a:lnTo>
                      <a:lnTo>
                        <a:pt x="106" y="16"/>
                      </a:lnTo>
                      <a:lnTo>
                        <a:pt x="107" y="18"/>
                      </a:lnTo>
                      <a:lnTo>
                        <a:pt x="107" y="20"/>
                      </a:lnTo>
                      <a:lnTo>
                        <a:pt x="109" y="20"/>
                      </a:lnTo>
                      <a:lnTo>
                        <a:pt x="111" y="22"/>
                      </a:lnTo>
                      <a:lnTo>
                        <a:pt x="113" y="22"/>
                      </a:lnTo>
                      <a:lnTo>
                        <a:pt x="113" y="24"/>
                      </a:lnTo>
                      <a:lnTo>
                        <a:pt x="115" y="24"/>
                      </a:lnTo>
                      <a:lnTo>
                        <a:pt x="117" y="24"/>
                      </a:lnTo>
                      <a:lnTo>
                        <a:pt x="118" y="24"/>
                      </a:lnTo>
                      <a:lnTo>
                        <a:pt x="118" y="26"/>
                      </a:lnTo>
                      <a:lnTo>
                        <a:pt x="120" y="24"/>
                      </a:lnTo>
                      <a:lnTo>
                        <a:pt x="120" y="26"/>
                      </a:lnTo>
                      <a:lnTo>
                        <a:pt x="122" y="26"/>
                      </a:lnTo>
                      <a:lnTo>
                        <a:pt x="124" y="26"/>
                      </a:lnTo>
                      <a:lnTo>
                        <a:pt x="126" y="26"/>
                      </a:lnTo>
                      <a:lnTo>
                        <a:pt x="127" y="26"/>
                      </a:lnTo>
                      <a:lnTo>
                        <a:pt x="127" y="27"/>
                      </a:lnTo>
                      <a:lnTo>
                        <a:pt x="129" y="27"/>
                      </a:lnTo>
                      <a:lnTo>
                        <a:pt x="131" y="27"/>
                      </a:lnTo>
                      <a:lnTo>
                        <a:pt x="131" y="29"/>
                      </a:lnTo>
                      <a:lnTo>
                        <a:pt x="133" y="29"/>
                      </a:lnTo>
                      <a:lnTo>
                        <a:pt x="135" y="29"/>
                      </a:lnTo>
                      <a:lnTo>
                        <a:pt x="135" y="31"/>
                      </a:lnTo>
                      <a:lnTo>
                        <a:pt x="133" y="33"/>
                      </a:lnTo>
                      <a:lnTo>
                        <a:pt x="131" y="33"/>
                      </a:lnTo>
                      <a:lnTo>
                        <a:pt x="131" y="35"/>
                      </a:lnTo>
                      <a:lnTo>
                        <a:pt x="133" y="35"/>
                      </a:lnTo>
                      <a:lnTo>
                        <a:pt x="133" y="37"/>
                      </a:lnTo>
                      <a:lnTo>
                        <a:pt x="135" y="37"/>
                      </a:lnTo>
                      <a:lnTo>
                        <a:pt x="135" y="35"/>
                      </a:lnTo>
                      <a:lnTo>
                        <a:pt x="137" y="35"/>
                      </a:lnTo>
                      <a:lnTo>
                        <a:pt x="137" y="37"/>
                      </a:lnTo>
                      <a:lnTo>
                        <a:pt x="138" y="37"/>
                      </a:lnTo>
                      <a:lnTo>
                        <a:pt x="140" y="37"/>
                      </a:lnTo>
                      <a:lnTo>
                        <a:pt x="142" y="37"/>
                      </a:lnTo>
                      <a:lnTo>
                        <a:pt x="142" y="35"/>
                      </a:lnTo>
                      <a:lnTo>
                        <a:pt x="144" y="35"/>
                      </a:lnTo>
                      <a:lnTo>
                        <a:pt x="146" y="35"/>
                      </a:lnTo>
                      <a:lnTo>
                        <a:pt x="148" y="35"/>
                      </a:lnTo>
                      <a:lnTo>
                        <a:pt x="149" y="35"/>
                      </a:lnTo>
                      <a:lnTo>
                        <a:pt x="149" y="33"/>
                      </a:lnTo>
                      <a:lnTo>
                        <a:pt x="151" y="33"/>
                      </a:lnTo>
                      <a:lnTo>
                        <a:pt x="151" y="31"/>
                      </a:lnTo>
                      <a:lnTo>
                        <a:pt x="153" y="31"/>
                      </a:lnTo>
                      <a:lnTo>
                        <a:pt x="155" y="31"/>
                      </a:lnTo>
                      <a:lnTo>
                        <a:pt x="157" y="31"/>
                      </a:lnTo>
                      <a:lnTo>
                        <a:pt x="158" y="31"/>
                      </a:lnTo>
                      <a:lnTo>
                        <a:pt x="160" y="31"/>
                      </a:lnTo>
                      <a:lnTo>
                        <a:pt x="160" y="29"/>
                      </a:lnTo>
                      <a:lnTo>
                        <a:pt x="162" y="29"/>
                      </a:lnTo>
                      <a:lnTo>
                        <a:pt x="164" y="29"/>
                      </a:lnTo>
                      <a:lnTo>
                        <a:pt x="166" y="29"/>
                      </a:lnTo>
                      <a:lnTo>
                        <a:pt x="168" y="29"/>
                      </a:lnTo>
                      <a:lnTo>
                        <a:pt x="168" y="31"/>
                      </a:lnTo>
                      <a:lnTo>
                        <a:pt x="168" y="33"/>
                      </a:lnTo>
                      <a:lnTo>
                        <a:pt x="169" y="33"/>
                      </a:lnTo>
                      <a:lnTo>
                        <a:pt x="169" y="35"/>
                      </a:lnTo>
                      <a:lnTo>
                        <a:pt x="171" y="35"/>
                      </a:lnTo>
                      <a:lnTo>
                        <a:pt x="171" y="33"/>
                      </a:lnTo>
                      <a:lnTo>
                        <a:pt x="173" y="33"/>
                      </a:lnTo>
                      <a:lnTo>
                        <a:pt x="173" y="31"/>
                      </a:lnTo>
                      <a:lnTo>
                        <a:pt x="173" y="29"/>
                      </a:lnTo>
                      <a:lnTo>
                        <a:pt x="175" y="29"/>
                      </a:lnTo>
                      <a:lnTo>
                        <a:pt x="177" y="29"/>
                      </a:lnTo>
                      <a:lnTo>
                        <a:pt x="177" y="31"/>
                      </a:lnTo>
                      <a:lnTo>
                        <a:pt x="179" y="31"/>
                      </a:lnTo>
                      <a:lnTo>
                        <a:pt x="180" y="31"/>
                      </a:lnTo>
                      <a:lnTo>
                        <a:pt x="182" y="31"/>
                      </a:lnTo>
                      <a:lnTo>
                        <a:pt x="184" y="31"/>
                      </a:lnTo>
                      <a:lnTo>
                        <a:pt x="184" y="33"/>
                      </a:lnTo>
                      <a:lnTo>
                        <a:pt x="186" y="33"/>
                      </a:lnTo>
                      <a:lnTo>
                        <a:pt x="186" y="35"/>
                      </a:lnTo>
                      <a:lnTo>
                        <a:pt x="188" y="35"/>
                      </a:lnTo>
                      <a:lnTo>
                        <a:pt x="188" y="37"/>
                      </a:lnTo>
                      <a:lnTo>
                        <a:pt x="190" y="37"/>
                      </a:lnTo>
                      <a:lnTo>
                        <a:pt x="190" y="38"/>
                      </a:lnTo>
                      <a:lnTo>
                        <a:pt x="191" y="38"/>
                      </a:lnTo>
                      <a:lnTo>
                        <a:pt x="191" y="37"/>
                      </a:lnTo>
                      <a:lnTo>
                        <a:pt x="193" y="37"/>
                      </a:lnTo>
                      <a:lnTo>
                        <a:pt x="195" y="37"/>
                      </a:lnTo>
                      <a:lnTo>
                        <a:pt x="195" y="38"/>
                      </a:lnTo>
                      <a:lnTo>
                        <a:pt x="197" y="37"/>
                      </a:lnTo>
                      <a:lnTo>
                        <a:pt x="199" y="37"/>
                      </a:lnTo>
                      <a:lnTo>
                        <a:pt x="199" y="38"/>
                      </a:lnTo>
                      <a:lnTo>
                        <a:pt x="200" y="38"/>
                      </a:lnTo>
                      <a:lnTo>
                        <a:pt x="202" y="38"/>
                      </a:lnTo>
                      <a:lnTo>
                        <a:pt x="202" y="40"/>
                      </a:lnTo>
                      <a:lnTo>
                        <a:pt x="204" y="40"/>
                      </a:lnTo>
                      <a:lnTo>
                        <a:pt x="206" y="38"/>
                      </a:lnTo>
                      <a:lnTo>
                        <a:pt x="206" y="40"/>
                      </a:lnTo>
                      <a:lnTo>
                        <a:pt x="206" y="42"/>
                      </a:lnTo>
                      <a:lnTo>
                        <a:pt x="204" y="42"/>
                      </a:lnTo>
                      <a:lnTo>
                        <a:pt x="204" y="44"/>
                      </a:lnTo>
                      <a:lnTo>
                        <a:pt x="204" y="46"/>
                      </a:lnTo>
                      <a:lnTo>
                        <a:pt x="202" y="46"/>
                      </a:lnTo>
                      <a:lnTo>
                        <a:pt x="202" y="48"/>
                      </a:lnTo>
                      <a:lnTo>
                        <a:pt x="200" y="46"/>
                      </a:lnTo>
                      <a:lnTo>
                        <a:pt x="200" y="48"/>
                      </a:lnTo>
                      <a:lnTo>
                        <a:pt x="199" y="48"/>
                      </a:lnTo>
                      <a:lnTo>
                        <a:pt x="199" y="49"/>
                      </a:lnTo>
                      <a:lnTo>
                        <a:pt x="200" y="49"/>
                      </a:lnTo>
                      <a:lnTo>
                        <a:pt x="202" y="49"/>
                      </a:lnTo>
                      <a:lnTo>
                        <a:pt x="202" y="51"/>
                      </a:lnTo>
                      <a:lnTo>
                        <a:pt x="204" y="51"/>
                      </a:lnTo>
                      <a:lnTo>
                        <a:pt x="204" y="53"/>
                      </a:lnTo>
                      <a:lnTo>
                        <a:pt x="206" y="53"/>
                      </a:lnTo>
                      <a:lnTo>
                        <a:pt x="208" y="53"/>
                      </a:lnTo>
                      <a:lnTo>
                        <a:pt x="210" y="53"/>
                      </a:lnTo>
                      <a:lnTo>
                        <a:pt x="210" y="55"/>
                      </a:lnTo>
                      <a:lnTo>
                        <a:pt x="211" y="55"/>
                      </a:lnTo>
                      <a:lnTo>
                        <a:pt x="211" y="57"/>
                      </a:lnTo>
                      <a:lnTo>
                        <a:pt x="211" y="55"/>
                      </a:lnTo>
                      <a:lnTo>
                        <a:pt x="213" y="55"/>
                      </a:lnTo>
                      <a:lnTo>
                        <a:pt x="213" y="57"/>
                      </a:lnTo>
                      <a:lnTo>
                        <a:pt x="215" y="57"/>
                      </a:lnTo>
                      <a:lnTo>
                        <a:pt x="215" y="55"/>
                      </a:lnTo>
                      <a:lnTo>
                        <a:pt x="217" y="55"/>
                      </a:lnTo>
                      <a:lnTo>
                        <a:pt x="217" y="57"/>
                      </a:lnTo>
                      <a:lnTo>
                        <a:pt x="219" y="57"/>
                      </a:lnTo>
                      <a:lnTo>
                        <a:pt x="221" y="57"/>
                      </a:lnTo>
                      <a:lnTo>
                        <a:pt x="222" y="57"/>
                      </a:lnTo>
                      <a:lnTo>
                        <a:pt x="222" y="59"/>
                      </a:lnTo>
                      <a:lnTo>
                        <a:pt x="224" y="59"/>
                      </a:lnTo>
                      <a:lnTo>
                        <a:pt x="226" y="59"/>
                      </a:lnTo>
                      <a:lnTo>
                        <a:pt x="228" y="59"/>
                      </a:lnTo>
                      <a:lnTo>
                        <a:pt x="228" y="60"/>
                      </a:lnTo>
                      <a:lnTo>
                        <a:pt x="228" y="62"/>
                      </a:lnTo>
                      <a:lnTo>
                        <a:pt x="226" y="62"/>
                      </a:lnTo>
                      <a:lnTo>
                        <a:pt x="226" y="64"/>
                      </a:lnTo>
                      <a:lnTo>
                        <a:pt x="224" y="64"/>
                      </a:lnTo>
                      <a:lnTo>
                        <a:pt x="224" y="66"/>
                      </a:lnTo>
                      <a:lnTo>
                        <a:pt x="222" y="66"/>
                      </a:lnTo>
                      <a:lnTo>
                        <a:pt x="221" y="66"/>
                      </a:lnTo>
                      <a:lnTo>
                        <a:pt x="221" y="68"/>
                      </a:lnTo>
                      <a:lnTo>
                        <a:pt x="221" y="69"/>
                      </a:lnTo>
                      <a:lnTo>
                        <a:pt x="222" y="69"/>
                      </a:lnTo>
                      <a:lnTo>
                        <a:pt x="222" y="71"/>
                      </a:lnTo>
                      <a:lnTo>
                        <a:pt x="224" y="71"/>
                      </a:lnTo>
                      <a:lnTo>
                        <a:pt x="224" y="73"/>
                      </a:lnTo>
                      <a:lnTo>
                        <a:pt x="226" y="73"/>
                      </a:lnTo>
                      <a:lnTo>
                        <a:pt x="224" y="73"/>
                      </a:lnTo>
                      <a:lnTo>
                        <a:pt x="224" y="75"/>
                      </a:lnTo>
                      <a:lnTo>
                        <a:pt x="226" y="75"/>
                      </a:lnTo>
                      <a:lnTo>
                        <a:pt x="224" y="75"/>
                      </a:lnTo>
                      <a:lnTo>
                        <a:pt x="226" y="75"/>
                      </a:lnTo>
                      <a:lnTo>
                        <a:pt x="228" y="75"/>
                      </a:lnTo>
                      <a:lnTo>
                        <a:pt x="228" y="77"/>
                      </a:lnTo>
                      <a:lnTo>
                        <a:pt x="230" y="77"/>
                      </a:lnTo>
                      <a:lnTo>
                        <a:pt x="232" y="77"/>
                      </a:lnTo>
                      <a:lnTo>
                        <a:pt x="230" y="77"/>
                      </a:lnTo>
                      <a:lnTo>
                        <a:pt x="232" y="77"/>
                      </a:lnTo>
                      <a:lnTo>
                        <a:pt x="232" y="79"/>
                      </a:lnTo>
                      <a:lnTo>
                        <a:pt x="232" y="77"/>
                      </a:lnTo>
                      <a:lnTo>
                        <a:pt x="232" y="79"/>
                      </a:lnTo>
                      <a:lnTo>
                        <a:pt x="233" y="79"/>
                      </a:lnTo>
                      <a:lnTo>
                        <a:pt x="235" y="79"/>
                      </a:lnTo>
                      <a:lnTo>
                        <a:pt x="237" y="79"/>
                      </a:lnTo>
                      <a:lnTo>
                        <a:pt x="235" y="80"/>
                      </a:lnTo>
                      <a:lnTo>
                        <a:pt x="237" y="80"/>
                      </a:lnTo>
                      <a:lnTo>
                        <a:pt x="237" y="79"/>
                      </a:lnTo>
                      <a:lnTo>
                        <a:pt x="237" y="80"/>
                      </a:lnTo>
                      <a:lnTo>
                        <a:pt x="239" y="80"/>
                      </a:lnTo>
                      <a:lnTo>
                        <a:pt x="237" y="80"/>
                      </a:lnTo>
                      <a:lnTo>
                        <a:pt x="239" y="80"/>
                      </a:lnTo>
                      <a:lnTo>
                        <a:pt x="237" y="80"/>
                      </a:lnTo>
                      <a:lnTo>
                        <a:pt x="239" y="82"/>
                      </a:lnTo>
                      <a:lnTo>
                        <a:pt x="239" y="84"/>
                      </a:lnTo>
                      <a:lnTo>
                        <a:pt x="237" y="84"/>
                      </a:lnTo>
                      <a:lnTo>
                        <a:pt x="237" y="86"/>
                      </a:lnTo>
                      <a:lnTo>
                        <a:pt x="237" y="88"/>
                      </a:lnTo>
                      <a:lnTo>
                        <a:pt x="237" y="90"/>
                      </a:lnTo>
                      <a:lnTo>
                        <a:pt x="235" y="90"/>
                      </a:lnTo>
                      <a:lnTo>
                        <a:pt x="233" y="88"/>
                      </a:lnTo>
                      <a:lnTo>
                        <a:pt x="233" y="90"/>
                      </a:lnTo>
                      <a:lnTo>
                        <a:pt x="232" y="90"/>
                      </a:lnTo>
                      <a:lnTo>
                        <a:pt x="232" y="91"/>
                      </a:lnTo>
                      <a:lnTo>
                        <a:pt x="230" y="90"/>
                      </a:lnTo>
                      <a:lnTo>
                        <a:pt x="228" y="90"/>
                      </a:lnTo>
                      <a:lnTo>
                        <a:pt x="226" y="90"/>
                      </a:lnTo>
                      <a:lnTo>
                        <a:pt x="226" y="88"/>
                      </a:lnTo>
                      <a:lnTo>
                        <a:pt x="224" y="88"/>
                      </a:lnTo>
                      <a:lnTo>
                        <a:pt x="224" y="86"/>
                      </a:lnTo>
                      <a:lnTo>
                        <a:pt x="222" y="86"/>
                      </a:lnTo>
                      <a:lnTo>
                        <a:pt x="221" y="86"/>
                      </a:lnTo>
                      <a:lnTo>
                        <a:pt x="219" y="86"/>
                      </a:lnTo>
                      <a:lnTo>
                        <a:pt x="217" y="86"/>
                      </a:lnTo>
                      <a:lnTo>
                        <a:pt x="215" y="86"/>
                      </a:lnTo>
                      <a:lnTo>
                        <a:pt x="213" y="86"/>
                      </a:lnTo>
                      <a:lnTo>
                        <a:pt x="211" y="86"/>
                      </a:lnTo>
                      <a:lnTo>
                        <a:pt x="210" y="86"/>
                      </a:lnTo>
                      <a:lnTo>
                        <a:pt x="210" y="84"/>
                      </a:lnTo>
                      <a:lnTo>
                        <a:pt x="208" y="84"/>
                      </a:lnTo>
                      <a:lnTo>
                        <a:pt x="206" y="84"/>
                      </a:lnTo>
                      <a:lnTo>
                        <a:pt x="204" y="84"/>
                      </a:lnTo>
                      <a:lnTo>
                        <a:pt x="204" y="82"/>
                      </a:lnTo>
                      <a:lnTo>
                        <a:pt x="202" y="82"/>
                      </a:lnTo>
                      <a:lnTo>
                        <a:pt x="204" y="80"/>
                      </a:lnTo>
                      <a:lnTo>
                        <a:pt x="202" y="80"/>
                      </a:lnTo>
                      <a:lnTo>
                        <a:pt x="200" y="79"/>
                      </a:lnTo>
                      <a:lnTo>
                        <a:pt x="199" y="79"/>
                      </a:lnTo>
                      <a:lnTo>
                        <a:pt x="197" y="79"/>
                      </a:lnTo>
                      <a:lnTo>
                        <a:pt x="195" y="77"/>
                      </a:lnTo>
                      <a:lnTo>
                        <a:pt x="193" y="77"/>
                      </a:lnTo>
                      <a:lnTo>
                        <a:pt x="191" y="77"/>
                      </a:lnTo>
                      <a:lnTo>
                        <a:pt x="190" y="77"/>
                      </a:lnTo>
                      <a:lnTo>
                        <a:pt x="190" y="75"/>
                      </a:lnTo>
                      <a:lnTo>
                        <a:pt x="188" y="75"/>
                      </a:lnTo>
                      <a:lnTo>
                        <a:pt x="188" y="77"/>
                      </a:lnTo>
                      <a:lnTo>
                        <a:pt x="188" y="75"/>
                      </a:lnTo>
                      <a:lnTo>
                        <a:pt x="186" y="77"/>
                      </a:lnTo>
                      <a:lnTo>
                        <a:pt x="184" y="77"/>
                      </a:lnTo>
                      <a:lnTo>
                        <a:pt x="184" y="79"/>
                      </a:lnTo>
                      <a:lnTo>
                        <a:pt x="182" y="80"/>
                      </a:lnTo>
                      <a:lnTo>
                        <a:pt x="180" y="80"/>
                      </a:lnTo>
                      <a:lnTo>
                        <a:pt x="179" y="82"/>
                      </a:lnTo>
                      <a:lnTo>
                        <a:pt x="177" y="82"/>
                      </a:lnTo>
                      <a:lnTo>
                        <a:pt x="177" y="84"/>
                      </a:lnTo>
                      <a:lnTo>
                        <a:pt x="175" y="84"/>
                      </a:lnTo>
                      <a:lnTo>
                        <a:pt x="173" y="82"/>
                      </a:lnTo>
                      <a:lnTo>
                        <a:pt x="171" y="82"/>
                      </a:lnTo>
                      <a:lnTo>
                        <a:pt x="171" y="84"/>
                      </a:lnTo>
                      <a:lnTo>
                        <a:pt x="173" y="84"/>
                      </a:lnTo>
                      <a:lnTo>
                        <a:pt x="173" y="86"/>
                      </a:lnTo>
                      <a:lnTo>
                        <a:pt x="171" y="86"/>
                      </a:lnTo>
                      <a:lnTo>
                        <a:pt x="171" y="84"/>
                      </a:lnTo>
                      <a:lnTo>
                        <a:pt x="169" y="84"/>
                      </a:lnTo>
                      <a:lnTo>
                        <a:pt x="168" y="84"/>
                      </a:lnTo>
                      <a:lnTo>
                        <a:pt x="168" y="86"/>
                      </a:lnTo>
                      <a:lnTo>
                        <a:pt x="168" y="84"/>
                      </a:lnTo>
                      <a:lnTo>
                        <a:pt x="166" y="84"/>
                      </a:lnTo>
                      <a:lnTo>
                        <a:pt x="164" y="84"/>
                      </a:lnTo>
                      <a:lnTo>
                        <a:pt x="164" y="86"/>
                      </a:lnTo>
                      <a:lnTo>
                        <a:pt x="162" y="86"/>
                      </a:lnTo>
                      <a:lnTo>
                        <a:pt x="162" y="84"/>
                      </a:lnTo>
                      <a:lnTo>
                        <a:pt x="162" y="86"/>
                      </a:lnTo>
                      <a:lnTo>
                        <a:pt x="160" y="86"/>
                      </a:lnTo>
                      <a:lnTo>
                        <a:pt x="160" y="84"/>
                      </a:lnTo>
                      <a:lnTo>
                        <a:pt x="160" y="86"/>
                      </a:lnTo>
                      <a:lnTo>
                        <a:pt x="158" y="86"/>
                      </a:lnTo>
                      <a:lnTo>
                        <a:pt x="157" y="86"/>
                      </a:lnTo>
                      <a:lnTo>
                        <a:pt x="155" y="84"/>
                      </a:lnTo>
                      <a:lnTo>
                        <a:pt x="155" y="86"/>
                      </a:lnTo>
                      <a:lnTo>
                        <a:pt x="153" y="86"/>
                      </a:lnTo>
                      <a:lnTo>
                        <a:pt x="153" y="84"/>
                      </a:lnTo>
                      <a:lnTo>
                        <a:pt x="151" y="86"/>
                      </a:lnTo>
                      <a:lnTo>
                        <a:pt x="151" y="84"/>
                      </a:lnTo>
                      <a:lnTo>
                        <a:pt x="149" y="84"/>
                      </a:lnTo>
                      <a:lnTo>
                        <a:pt x="148" y="84"/>
                      </a:lnTo>
                      <a:lnTo>
                        <a:pt x="148" y="86"/>
                      </a:lnTo>
                      <a:lnTo>
                        <a:pt x="146" y="86"/>
                      </a:lnTo>
                      <a:lnTo>
                        <a:pt x="144" y="86"/>
                      </a:lnTo>
                      <a:lnTo>
                        <a:pt x="142" y="86"/>
                      </a:lnTo>
                      <a:lnTo>
                        <a:pt x="140" y="86"/>
                      </a:lnTo>
                      <a:lnTo>
                        <a:pt x="138" y="86"/>
                      </a:lnTo>
                      <a:lnTo>
                        <a:pt x="137" y="86"/>
                      </a:lnTo>
                      <a:lnTo>
                        <a:pt x="137" y="88"/>
                      </a:lnTo>
                      <a:lnTo>
                        <a:pt x="135" y="88"/>
                      </a:lnTo>
                      <a:lnTo>
                        <a:pt x="133" y="88"/>
                      </a:lnTo>
                      <a:lnTo>
                        <a:pt x="133" y="90"/>
                      </a:lnTo>
                      <a:lnTo>
                        <a:pt x="133" y="88"/>
                      </a:lnTo>
                      <a:lnTo>
                        <a:pt x="131" y="88"/>
                      </a:lnTo>
                      <a:lnTo>
                        <a:pt x="129" y="88"/>
                      </a:lnTo>
                      <a:lnTo>
                        <a:pt x="127" y="88"/>
                      </a:lnTo>
                      <a:lnTo>
                        <a:pt x="126" y="88"/>
                      </a:lnTo>
                      <a:lnTo>
                        <a:pt x="124" y="88"/>
                      </a:lnTo>
                      <a:lnTo>
                        <a:pt x="122" y="86"/>
                      </a:lnTo>
                      <a:lnTo>
                        <a:pt x="120" y="86"/>
                      </a:lnTo>
                      <a:lnTo>
                        <a:pt x="118" y="86"/>
                      </a:lnTo>
                      <a:lnTo>
                        <a:pt x="117" y="86"/>
                      </a:lnTo>
                      <a:lnTo>
                        <a:pt x="115" y="86"/>
                      </a:lnTo>
                      <a:lnTo>
                        <a:pt x="113" y="84"/>
                      </a:lnTo>
                      <a:lnTo>
                        <a:pt x="111" y="84"/>
                      </a:lnTo>
                      <a:lnTo>
                        <a:pt x="111" y="82"/>
                      </a:lnTo>
                      <a:lnTo>
                        <a:pt x="113" y="82"/>
                      </a:lnTo>
                      <a:lnTo>
                        <a:pt x="111" y="82"/>
                      </a:lnTo>
                      <a:lnTo>
                        <a:pt x="111" y="80"/>
                      </a:lnTo>
                      <a:lnTo>
                        <a:pt x="109" y="80"/>
                      </a:lnTo>
                      <a:lnTo>
                        <a:pt x="109" y="79"/>
                      </a:lnTo>
                      <a:lnTo>
                        <a:pt x="107" y="79"/>
                      </a:lnTo>
                      <a:lnTo>
                        <a:pt x="106" y="79"/>
                      </a:lnTo>
                      <a:lnTo>
                        <a:pt x="106" y="77"/>
                      </a:lnTo>
                      <a:lnTo>
                        <a:pt x="104" y="77"/>
                      </a:lnTo>
                      <a:lnTo>
                        <a:pt x="104" y="75"/>
                      </a:lnTo>
                      <a:lnTo>
                        <a:pt x="102" y="75"/>
                      </a:lnTo>
                      <a:lnTo>
                        <a:pt x="100" y="75"/>
                      </a:lnTo>
                      <a:lnTo>
                        <a:pt x="98" y="75"/>
                      </a:lnTo>
                      <a:lnTo>
                        <a:pt x="98" y="73"/>
                      </a:lnTo>
                      <a:lnTo>
                        <a:pt x="100" y="73"/>
                      </a:lnTo>
                      <a:lnTo>
                        <a:pt x="100" y="71"/>
                      </a:lnTo>
                      <a:lnTo>
                        <a:pt x="98" y="71"/>
                      </a:lnTo>
                      <a:lnTo>
                        <a:pt x="96" y="71"/>
                      </a:lnTo>
                      <a:lnTo>
                        <a:pt x="95" y="71"/>
                      </a:lnTo>
                      <a:lnTo>
                        <a:pt x="93" y="71"/>
                      </a:lnTo>
                      <a:lnTo>
                        <a:pt x="91" y="71"/>
                      </a:lnTo>
                      <a:lnTo>
                        <a:pt x="91" y="73"/>
                      </a:lnTo>
                      <a:lnTo>
                        <a:pt x="91" y="75"/>
                      </a:lnTo>
                      <a:lnTo>
                        <a:pt x="89" y="75"/>
                      </a:lnTo>
                      <a:lnTo>
                        <a:pt x="89" y="77"/>
                      </a:lnTo>
                      <a:lnTo>
                        <a:pt x="87" y="77"/>
                      </a:lnTo>
                      <a:lnTo>
                        <a:pt x="85" y="77"/>
                      </a:lnTo>
                      <a:lnTo>
                        <a:pt x="84" y="77"/>
                      </a:lnTo>
                      <a:lnTo>
                        <a:pt x="84" y="75"/>
                      </a:lnTo>
                      <a:lnTo>
                        <a:pt x="84" y="77"/>
                      </a:lnTo>
                      <a:lnTo>
                        <a:pt x="84" y="75"/>
                      </a:lnTo>
                      <a:lnTo>
                        <a:pt x="82" y="77"/>
                      </a:lnTo>
                      <a:lnTo>
                        <a:pt x="82" y="75"/>
                      </a:lnTo>
                      <a:lnTo>
                        <a:pt x="80" y="75"/>
                      </a:lnTo>
                      <a:lnTo>
                        <a:pt x="78" y="75"/>
                      </a:lnTo>
                      <a:lnTo>
                        <a:pt x="76" y="75"/>
                      </a:lnTo>
                      <a:lnTo>
                        <a:pt x="75" y="75"/>
                      </a:lnTo>
                      <a:lnTo>
                        <a:pt x="73" y="75"/>
                      </a:lnTo>
                      <a:lnTo>
                        <a:pt x="71" y="75"/>
                      </a:lnTo>
                      <a:lnTo>
                        <a:pt x="69" y="75"/>
                      </a:lnTo>
                      <a:lnTo>
                        <a:pt x="69" y="73"/>
                      </a:lnTo>
                      <a:lnTo>
                        <a:pt x="69" y="75"/>
                      </a:lnTo>
                      <a:lnTo>
                        <a:pt x="67" y="75"/>
                      </a:lnTo>
                      <a:lnTo>
                        <a:pt x="65" y="77"/>
                      </a:lnTo>
                      <a:lnTo>
                        <a:pt x="64" y="77"/>
                      </a:lnTo>
                      <a:lnTo>
                        <a:pt x="62" y="77"/>
                      </a:lnTo>
                      <a:lnTo>
                        <a:pt x="62" y="75"/>
                      </a:lnTo>
                      <a:lnTo>
                        <a:pt x="60" y="75"/>
                      </a:lnTo>
                      <a:lnTo>
                        <a:pt x="58" y="75"/>
                      </a:lnTo>
                      <a:lnTo>
                        <a:pt x="56" y="75"/>
                      </a:lnTo>
                      <a:lnTo>
                        <a:pt x="54" y="75"/>
                      </a:lnTo>
                      <a:lnTo>
                        <a:pt x="54" y="73"/>
                      </a:lnTo>
                      <a:lnTo>
                        <a:pt x="54" y="71"/>
                      </a:lnTo>
                      <a:lnTo>
                        <a:pt x="56" y="71"/>
                      </a:lnTo>
                      <a:lnTo>
                        <a:pt x="56" y="69"/>
                      </a:lnTo>
                      <a:lnTo>
                        <a:pt x="58" y="69"/>
                      </a:lnTo>
                      <a:lnTo>
                        <a:pt x="60" y="68"/>
                      </a:lnTo>
                      <a:lnTo>
                        <a:pt x="60" y="66"/>
                      </a:lnTo>
                      <a:lnTo>
                        <a:pt x="62" y="66"/>
                      </a:lnTo>
                      <a:lnTo>
                        <a:pt x="62" y="64"/>
                      </a:lnTo>
                      <a:lnTo>
                        <a:pt x="62" y="62"/>
                      </a:lnTo>
                      <a:lnTo>
                        <a:pt x="62" y="60"/>
                      </a:lnTo>
                      <a:lnTo>
                        <a:pt x="62" y="59"/>
                      </a:lnTo>
                      <a:lnTo>
                        <a:pt x="62" y="57"/>
                      </a:lnTo>
                      <a:lnTo>
                        <a:pt x="62" y="55"/>
                      </a:lnTo>
                      <a:lnTo>
                        <a:pt x="62" y="57"/>
                      </a:lnTo>
                      <a:lnTo>
                        <a:pt x="62" y="55"/>
                      </a:lnTo>
                      <a:lnTo>
                        <a:pt x="60" y="55"/>
                      </a:lnTo>
                      <a:lnTo>
                        <a:pt x="60" y="53"/>
                      </a:lnTo>
                      <a:lnTo>
                        <a:pt x="60" y="55"/>
                      </a:lnTo>
                      <a:lnTo>
                        <a:pt x="60" y="53"/>
                      </a:lnTo>
                      <a:lnTo>
                        <a:pt x="62" y="53"/>
                      </a:lnTo>
                      <a:lnTo>
                        <a:pt x="62" y="51"/>
                      </a:lnTo>
                      <a:lnTo>
                        <a:pt x="60" y="51"/>
                      </a:lnTo>
                      <a:lnTo>
                        <a:pt x="60" y="53"/>
                      </a:lnTo>
                      <a:lnTo>
                        <a:pt x="58" y="53"/>
                      </a:lnTo>
                      <a:lnTo>
                        <a:pt x="58" y="51"/>
                      </a:lnTo>
                      <a:lnTo>
                        <a:pt x="58" y="49"/>
                      </a:lnTo>
                      <a:lnTo>
                        <a:pt x="60" y="49"/>
                      </a:lnTo>
                      <a:lnTo>
                        <a:pt x="60" y="51"/>
                      </a:lnTo>
                      <a:lnTo>
                        <a:pt x="62" y="51"/>
                      </a:lnTo>
                      <a:lnTo>
                        <a:pt x="62" y="49"/>
                      </a:lnTo>
                      <a:lnTo>
                        <a:pt x="64" y="49"/>
                      </a:lnTo>
                      <a:lnTo>
                        <a:pt x="65" y="49"/>
                      </a:lnTo>
                      <a:lnTo>
                        <a:pt x="67" y="49"/>
                      </a:lnTo>
                      <a:lnTo>
                        <a:pt x="69" y="49"/>
                      </a:lnTo>
                      <a:lnTo>
                        <a:pt x="71" y="49"/>
                      </a:lnTo>
                      <a:lnTo>
                        <a:pt x="71" y="51"/>
                      </a:lnTo>
                      <a:lnTo>
                        <a:pt x="71" y="49"/>
                      </a:lnTo>
                      <a:lnTo>
                        <a:pt x="73" y="49"/>
                      </a:lnTo>
                      <a:lnTo>
                        <a:pt x="73" y="51"/>
                      </a:lnTo>
                      <a:lnTo>
                        <a:pt x="75" y="51"/>
                      </a:lnTo>
                      <a:lnTo>
                        <a:pt x="76" y="51"/>
                      </a:lnTo>
                      <a:lnTo>
                        <a:pt x="78" y="53"/>
                      </a:lnTo>
                      <a:lnTo>
                        <a:pt x="80" y="53"/>
                      </a:lnTo>
                      <a:lnTo>
                        <a:pt x="82" y="53"/>
                      </a:lnTo>
                      <a:lnTo>
                        <a:pt x="82" y="51"/>
                      </a:lnTo>
                      <a:lnTo>
                        <a:pt x="84" y="51"/>
                      </a:lnTo>
                      <a:lnTo>
                        <a:pt x="82" y="51"/>
                      </a:lnTo>
                      <a:lnTo>
                        <a:pt x="82" y="53"/>
                      </a:lnTo>
                      <a:lnTo>
                        <a:pt x="80" y="53"/>
                      </a:lnTo>
                      <a:lnTo>
                        <a:pt x="78" y="53"/>
                      </a:lnTo>
                      <a:lnTo>
                        <a:pt x="78" y="51"/>
                      </a:lnTo>
                      <a:lnTo>
                        <a:pt x="76" y="51"/>
                      </a:lnTo>
                      <a:lnTo>
                        <a:pt x="75" y="51"/>
                      </a:lnTo>
                      <a:lnTo>
                        <a:pt x="73" y="51"/>
                      </a:lnTo>
                      <a:lnTo>
                        <a:pt x="73" y="49"/>
                      </a:lnTo>
                      <a:lnTo>
                        <a:pt x="71" y="49"/>
                      </a:lnTo>
                      <a:lnTo>
                        <a:pt x="71" y="51"/>
                      </a:lnTo>
                      <a:lnTo>
                        <a:pt x="71" y="49"/>
                      </a:lnTo>
                      <a:lnTo>
                        <a:pt x="69" y="49"/>
                      </a:lnTo>
                      <a:lnTo>
                        <a:pt x="67" y="49"/>
                      </a:lnTo>
                      <a:lnTo>
                        <a:pt x="65" y="49"/>
                      </a:lnTo>
                      <a:lnTo>
                        <a:pt x="64" y="49"/>
                      </a:lnTo>
                      <a:lnTo>
                        <a:pt x="62" y="49"/>
                      </a:lnTo>
                      <a:lnTo>
                        <a:pt x="62" y="51"/>
                      </a:lnTo>
                      <a:lnTo>
                        <a:pt x="60" y="51"/>
                      </a:lnTo>
                      <a:lnTo>
                        <a:pt x="60" y="49"/>
                      </a:lnTo>
                      <a:lnTo>
                        <a:pt x="58" y="49"/>
                      </a:lnTo>
                      <a:lnTo>
                        <a:pt x="56" y="49"/>
                      </a:lnTo>
                      <a:lnTo>
                        <a:pt x="58" y="49"/>
                      </a:lnTo>
                      <a:lnTo>
                        <a:pt x="58" y="48"/>
                      </a:lnTo>
                      <a:lnTo>
                        <a:pt x="56" y="48"/>
                      </a:lnTo>
                      <a:lnTo>
                        <a:pt x="56" y="46"/>
                      </a:lnTo>
                      <a:lnTo>
                        <a:pt x="56" y="44"/>
                      </a:lnTo>
                      <a:lnTo>
                        <a:pt x="54" y="44"/>
                      </a:lnTo>
                      <a:lnTo>
                        <a:pt x="54" y="4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0" name="Freeform 33">
                  <a:extLst>
                    <a:ext uri="{FF2B5EF4-FFF2-40B4-BE49-F238E27FC236}">
                      <a16:creationId xmlns:a16="http://schemas.microsoft.com/office/drawing/2014/main" id="{BD2366DD-DFF2-4430-9796-9F7028D3DD44}"/>
                    </a:ext>
                  </a:extLst>
                </p:cNvPr>
                <p:cNvSpPr>
                  <a:spLocks/>
                </p:cNvSpPr>
                <p:nvPr/>
              </p:nvSpPr>
              <p:spPr bwMode="auto">
                <a:xfrm>
                  <a:off x="1842819" y="2320078"/>
                  <a:ext cx="3614" cy="0"/>
                </a:xfrm>
                <a:custGeom>
                  <a:avLst/>
                  <a:gdLst>
                    <a:gd name="T0" fmla="*/ 2 w 2"/>
                    <a:gd name="T1" fmla="*/ 2 w 2"/>
                    <a:gd name="T2" fmla="*/ 2 w 2"/>
                    <a:gd name="T3" fmla="*/ 2 w 2"/>
                    <a:gd name="T4" fmla="*/ 2 w 2"/>
                    <a:gd name="T5" fmla="*/ 2 w 2"/>
                    <a:gd name="T6" fmla="*/ 2 w 2"/>
                    <a:gd name="T7" fmla="*/ 2 w 2"/>
                    <a:gd name="T8" fmla="*/ 2 w 2"/>
                    <a:gd name="T9" fmla="*/ 2 w 2"/>
                    <a:gd name="T10" fmla="*/ 2 w 2"/>
                    <a:gd name="T11" fmla="*/ 2 w 2"/>
                    <a:gd name="T12" fmla="*/ 2 w 2"/>
                    <a:gd name="T13" fmla="*/ 0 w 2"/>
                    <a:gd name="T14" fmla="*/ 0 w 2"/>
                    <a:gd name="T15" fmla="*/ 0 w 2"/>
                    <a:gd name="T16" fmla="*/ 0 w 2"/>
                    <a:gd name="T17" fmla="*/ 0 w 2"/>
                    <a:gd name="T18" fmla="*/ 0 w 2"/>
                    <a:gd name="T19" fmla="*/ 0 w 2"/>
                    <a:gd name="T20" fmla="*/ 0 w 2"/>
                    <a:gd name="T21" fmla="*/ 0 w 2"/>
                    <a:gd name="T22"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Lst>
                  <a:rect l="0" t="0" r="r" b="b"/>
                  <a:pathLst>
                    <a:path w="2">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0" y="0"/>
                      </a:lnTo>
                      <a:lnTo>
                        <a:pt x="0" y="0"/>
                      </a:lnTo>
                      <a:lnTo>
                        <a:pt x="0" y="0"/>
                      </a:lnTo>
                      <a:lnTo>
                        <a:pt x="0"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1" name="Freeform 34">
                  <a:extLst>
                    <a:ext uri="{FF2B5EF4-FFF2-40B4-BE49-F238E27FC236}">
                      <a16:creationId xmlns:a16="http://schemas.microsoft.com/office/drawing/2014/main" id="{3655612F-D9E5-ECB3-5256-207E74D3DD76}"/>
                    </a:ext>
                  </a:extLst>
                </p:cNvPr>
                <p:cNvSpPr>
                  <a:spLocks noEditPoints="1"/>
                </p:cNvSpPr>
                <p:nvPr/>
              </p:nvSpPr>
              <p:spPr bwMode="auto">
                <a:xfrm>
                  <a:off x="1850048" y="2320078"/>
                  <a:ext cx="12651" cy="10843"/>
                </a:xfrm>
                <a:custGeom>
                  <a:avLst/>
                  <a:gdLst>
                    <a:gd name="T0" fmla="*/ 0 w 7"/>
                    <a:gd name="T1" fmla="*/ 6 h 6"/>
                    <a:gd name="T2" fmla="*/ 0 w 7"/>
                    <a:gd name="T3" fmla="*/ 6 h 6"/>
                    <a:gd name="T4" fmla="*/ 0 w 7"/>
                    <a:gd name="T5" fmla="*/ 6 h 6"/>
                    <a:gd name="T6" fmla="*/ 0 w 7"/>
                    <a:gd name="T7" fmla="*/ 4 h 6"/>
                    <a:gd name="T8" fmla="*/ 0 w 7"/>
                    <a:gd name="T9" fmla="*/ 6 h 6"/>
                    <a:gd name="T10" fmla="*/ 0 w 7"/>
                    <a:gd name="T11" fmla="*/ 6 h 6"/>
                    <a:gd name="T12" fmla="*/ 0 w 7"/>
                    <a:gd name="T13" fmla="*/ 6 h 6"/>
                    <a:gd name="T14" fmla="*/ 0 w 7"/>
                    <a:gd name="T15" fmla="*/ 4 h 6"/>
                    <a:gd name="T16" fmla="*/ 0 w 7"/>
                    <a:gd name="T17" fmla="*/ 4 h 6"/>
                    <a:gd name="T18" fmla="*/ 0 w 7"/>
                    <a:gd name="T19" fmla="*/ 4 h 6"/>
                    <a:gd name="T20" fmla="*/ 0 w 7"/>
                    <a:gd name="T21" fmla="*/ 4 h 6"/>
                    <a:gd name="T22" fmla="*/ 0 w 7"/>
                    <a:gd name="T23" fmla="*/ 4 h 6"/>
                    <a:gd name="T24" fmla="*/ 0 w 7"/>
                    <a:gd name="T25" fmla="*/ 4 h 6"/>
                    <a:gd name="T26" fmla="*/ 0 w 7"/>
                    <a:gd name="T27" fmla="*/ 4 h 6"/>
                    <a:gd name="T28" fmla="*/ 0 w 7"/>
                    <a:gd name="T29" fmla="*/ 4 h 6"/>
                    <a:gd name="T30" fmla="*/ 0 w 7"/>
                    <a:gd name="T31" fmla="*/ 2 h 6"/>
                    <a:gd name="T32" fmla="*/ 0 w 7"/>
                    <a:gd name="T33" fmla="*/ 2 h 6"/>
                    <a:gd name="T34" fmla="*/ 0 w 7"/>
                    <a:gd name="T35" fmla="*/ 2 h 6"/>
                    <a:gd name="T36" fmla="*/ 0 w 7"/>
                    <a:gd name="T37" fmla="*/ 2 h 6"/>
                    <a:gd name="T38" fmla="*/ 0 w 7"/>
                    <a:gd name="T39" fmla="*/ 2 h 6"/>
                    <a:gd name="T40" fmla="*/ 0 w 7"/>
                    <a:gd name="T41" fmla="*/ 2 h 6"/>
                    <a:gd name="T42" fmla="*/ 7 w 7"/>
                    <a:gd name="T43" fmla="*/ 0 h 6"/>
                    <a:gd name="T44" fmla="*/ 7 w 7"/>
                    <a:gd name="T45" fmla="*/ 0 h 6"/>
                    <a:gd name="T46" fmla="*/ 7 w 7"/>
                    <a:gd name="T47" fmla="*/ 0 h 6"/>
                    <a:gd name="T48" fmla="*/ 7 w 7"/>
                    <a:gd name="T49" fmla="*/ 0 h 6"/>
                    <a:gd name="T50" fmla="*/ 7 w 7"/>
                    <a:gd name="T51" fmla="*/ 0 h 6"/>
                    <a:gd name="T52" fmla="*/ 7 w 7"/>
                    <a:gd name="T53" fmla="*/ 0 h 6"/>
                    <a:gd name="T54" fmla="*/ 2 w 7"/>
                    <a:gd name="T55" fmla="*/ 0 h 6"/>
                    <a:gd name="T56" fmla="*/ 2 w 7"/>
                    <a:gd name="T57" fmla="*/ 0 h 6"/>
                    <a:gd name="T58" fmla="*/ 2 w 7"/>
                    <a:gd name="T59" fmla="*/ 0 h 6"/>
                    <a:gd name="T60" fmla="*/ 4 w 7"/>
                    <a:gd name="T61" fmla="*/ 0 h 6"/>
                    <a:gd name="T62" fmla="*/ 2 w 7"/>
                    <a:gd name="T6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6">
                      <a:moveTo>
                        <a:pt x="0" y="6"/>
                      </a:moveTo>
                      <a:lnTo>
                        <a:pt x="0" y="6"/>
                      </a:lnTo>
                      <a:lnTo>
                        <a:pt x="0" y="6"/>
                      </a:lnTo>
                      <a:lnTo>
                        <a:pt x="0" y="4"/>
                      </a:lnTo>
                      <a:lnTo>
                        <a:pt x="0" y="6"/>
                      </a:lnTo>
                      <a:lnTo>
                        <a:pt x="0" y="6"/>
                      </a:lnTo>
                      <a:lnTo>
                        <a:pt x="0" y="6"/>
                      </a:lnTo>
                      <a:close/>
                      <a:moveTo>
                        <a:pt x="0" y="4"/>
                      </a:moveTo>
                      <a:lnTo>
                        <a:pt x="0" y="4"/>
                      </a:lnTo>
                      <a:lnTo>
                        <a:pt x="0" y="4"/>
                      </a:lnTo>
                      <a:lnTo>
                        <a:pt x="0" y="4"/>
                      </a:lnTo>
                      <a:lnTo>
                        <a:pt x="0" y="4"/>
                      </a:lnTo>
                      <a:lnTo>
                        <a:pt x="0" y="4"/>
                      </a:lnTo>
                      <a:lnTo>
                        <a:pt x="0" y="4"/>
                      </a:lnTo>
                      <a:lnTo>
                        <a:pt x="0" y="4"/>
                      </a:lnTo>
                      <a:close/>
                      <a:moveTo>
                        <a:pt x="0" y="2"/>
                      </a:moveTo>
                      <a:lnTo>
                        <a:pt x="0" y="2"/>
                      </a:lnTo>
                      <a:lnTo>
                        <a:pt x="0" y="2"/>
                      </a:lnTo>
                      <a:lnTo>
                        <a:pt x="0" y="2"/>
                      </a:lnTo>
                      <a:lnTo>
                        <a:pt x="0" y="2"/>
                      </a:lnTo>
                      <a:lnTo>
                        <a:pt x="0" y="2"/>
                      </a:lnTo>
                      <a:close/>
                      <a:moveTo>
                        <a:pt x="7" y="0"/>
                      </a:moveTo>
                      <a:lnTo>
                        <a:pt x="7" y="0"/>
                      </a:lnTo>
                      <a:lnTo>
                        <a:pt x="7" y="0"/>
                      </a:lnTo>
                      <a:lnTo>
                        <a:pt x="7" y="0"/>
                      </a:lnTo>
                      <a:lnTo>
                        <a:pt x="7" y="0"/>
                      </a:lnTo>
                      <a:lnTo>
                        <a:pt x="7" y="0"/>
                      </a:lnTo>
                      <a:close/>
                      <a:moveTo>
                        <a:pt x="2" y="0"/>
                      </a:moveTo>
                      <a:lnTo>
                        <a:pt x="2" y="0"/>
                      </a:lnTo>
                      <a:lnTo>
                        <a:pt x="2" y="0"/>
                      </a:lnTo>
                      <a:lnTo>
                        <a:pt x="4"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2" name="Freeform 35">
                  <a:extLst>
                    <a:ext uri="{FF2B5EF4-FFF2-40B4-BE49-F238E27FC236}">
                      <a16:creationId xmlns:a16="http://schemas.microsoft.com/office/drawing/2014/main" id="{A11F0E20-C39D-7FEB-F8AF-15882560F913}"/>
                    </a:ext>
                  </a:extLst>
                </p:cNvPr>
                <p:cNvSpPr>
                  <a:spLocks noEditPoints="1"/>
                </p:cNvSpPr>
                <p:nvPr/>
              </p:nvSpPr>
              <p:spPr bwMode="auto">
                <a:xfrm>
                  <a:off x="4436175" y="3955608"/>
                  <a:ext cx="791561" cy="661441"/>
                </a:xfrm>
                <a:custGeom>
                  <a:avLst/>
                  <a:gdLst>
                    <a:gd name="T0" fmla="*/ 436 w 438"/>
                    <a:gd name="T1" fmla="*/ 357 h 366"/>
                    <a:gd name="T2" fmla="*/ 436 w 438"/>
                    <a:gd name="T3" fmla="*/ 362 h 366"/>
                    <a:gd name="T4" fmla="*/ 432 w 438"/>
                    <a:gd name="T5" fmla="*/ 364 h 366"/>
                    <a:gd name="T6" fmla="*/ 431 w 438"/>
                    <a:gd name="T7" fmla="*/ 360 h 366"/>
                    <a:gd name="T8" fmla="*/ 427 w 438"/>
                    <a:gd name="T9" fmla="*/ 351 h 366"/>
                    <a:gd name="T10" fmla="*/ 387 w 438"/>
                    <a:gd name="T11" fmla="*/ 218 h 366"/>
                    <a:gd name="T12" fmla="*/ 387 w 438"/>
                    <a:gd name="T13" fmla="*/ 227 h 366"/>
                    <a:gd name="T14" fmla="*/ 383 w 438"/>
                    <a:gd name="T15" fmla="*/ 229 h 366"/>
                    <a:gd name="T16" fmla="*/ 381 w 438"/>
                    <a:gd name="T17" fmla="*/ 221 h 366"/>
                    <a:gd name="T18" fmla="*/ 394 w 438"/>
                    <a:gd name="T19" fmla="*/ 174 h 366"/>
                    <a:gd name="T20" fmla="*/ 394 w 438"/>
                    <a:gd name="T21" fmla="*/ 179 h 366"/>
                    <a:gd name="T22" fmla="*/ 392 w 438"/>
                    <a:gd name="T23" fmla="*/ 183 h 366"/>
                    <a:gd name="T24" fmla="*/ 396 w 438"/>
                    <a:gd name="T25" fmla="*/ 181 h 366"/>
                    <a:gd name="T26" fmla="*/ 394 w 438"/>
                    <a:gd name="T27" fmla="*/ 188 h 366"/>
                    <a:gd name="T28" fmla="*/ 394 w 438"/>
                    <a:gd name="T29" fmla="*/ 190 h 366"/>
                    <a:gd name="T30" fmla="*/ 392 w 438"/>
                    <a:gd name="T31" fmla="*/ 196 h 366"/>
                    <a:gd name="T32" fmla="*/ 390 w 438"/>
                    <a:gd name="T33" fmla="*/ 192 h 366"/>
                    <a:gd name="T34" fmla="*/ 389 w 438"/>
                    <a:gd name="T35" fmla="*/ 188 h 366"/>
                    <a:gd name="T36" fmla="*/ 387 w 438"/>
                    <a:gd name="T37" fmla="*/ 185 h 366"/>
                    <a:gd name="T38" fmla="*/ 389 w 438"/>
                    <a:gd name="T39" fmla="*/ 181 h 366"/>
                    <a:gd name="T40" fmla="*/ 390 w 438"/>
                    <a:gd name="T41" fmla="*/ 174 h 366"/>
                    <a:gd name="T42" fmla="*/ 392 w 438"/>
                    <a:gd name="T43" fmla="*/ 170 h 366"/>
                    <a:gd name="T44" fmla="*/ 394 w 438"/>
                    <a:gd name="T45" fmla="*/ 148 h 366"/>
                    <a:gd name="T46" fmla="*/ 396 w 438"/>
                    <a:gd name="T47" fmla="*/ 144 h 366"/>
                    <a:gd name="T48" fmla="*/ 400 w 438"/>
                    <a:gd name="T49" fmla="*/ 144 h 366"/>
                    <a:gd name="T50" fmla="*/ 401 w 438"/>
                    <a:gd name="T51" fmla="*/ 152 h 366"/>
                    <a:gd name="T52" fmla="*/ 400 w 438"/>
                    <a:gd name="T53" fmla="*/ 161 h 366"/>
                    <a:gd name="T54" fmla="*/ 398 w 438"/>
                    <a:gd name="T55" fmla="*/ 161 h 366"/>
                    <a:gd name="T56" fmla="*/ 398 w 438"/>
                    <a:gd name="T57" fmla="*/ 163 h 366"/>
                    <a:gd name="T58" fmla="*/ 392 w 438"/>
                    <a:gd name="T59" fmla="*/ 166 h 366"/>
                    <a:gd name="T60" fmla="*/ 392 w 438"/>
                    <a:gd name="T61" fmla="*/ 157 h 366"/>
                    <a:gd name="T62" fmla="*/ 396 w 438"/>
                    <a:gd name="T63" fmla="*/ 155 h 366"/>
                    <a:gd name="T64" fmla="*/ 394 w 438"/>
                    <a:gd name="T65" fmla="*/ 148 h 366"/>
                    <a:gd name="T66" fmla="*/ 403 w 438"/>
                    <a:gd name="T67" fmla="*/ 126 h 366"/>
                    <a:gd name="T68" fmla="*/ 405 w 438"/>
                    <a:gd name="T69" fmla="*/ 130 h 366"/>
                    <a:gd name="T70" fmla="*/ 401 w 438"/>
                    <a:gd name="T71" fmla="*/ 130 h 366"/>
                    <a:gd name="T72" fmla="*/ 403 w 438"/>
                    <a:gd name="T73" fmla="*/ 130 h 366"/>
                    <a:gd name="T74" fmla="*/ 403 w 438"/>
                    <a:gd name="T75" fmla="*/ 139 h 366"/>
                    <a:gd name="T76" fmla="*/ 400 w 438"/>
                    <a:gd name="T77" fmla="*/ 137 h 366"/>
                    <a:gd name="T78" fmla="*/ 400 w 438"/>
                    <a:gd name="T79" fmla="*/ 143 h 366"/>
                    <a:gd name="T80" fmla="*/ 398 w 438"/>
                    <a:gd name="T81" fmla="*/ 146 h 366"/>
                    <a:gd name="T82" fmla="*/ 398 w 438"/>
                    <a:gd name="T83" fmla="*/ 141 h 366"/>
                    <a:gd name="T84" fmla="*/ 396 w 438"/>
                    <a:gd name="T85" fmla="*/ 137 h 366"/>
                    <a:gd name="T86" fmla="*/ 396 w 438"/>
                    <a:gd name="T87" fmla="*/ 135 h 366"/>
                    <a:gd name="T88" fmla="*/ 400 w 438"/>
                    <a:gd name="T89" fmla="*/ 126 h 366"/>
                    <a:gd name="T90" fmla="*/ 401 w 438"/>
                    <a:gd name="T91" fmla="*/ 123 h 366"/>
                    <a:gd name="T92" fmla="*/ 403 w 438"/>
                    <a:gd name="T93" fmla="*/ 123 h 366"/>
                    <a:gd name="T94" fmla="*/ 5 w 438"/>
                    <a:gd name="T95" fmla="*/ 7 h 366"/>
                    <a:gd name="T96" fmla="*/ 13 w 438"/>
                    <a:gd name="T97" fmla="*/ 9 h 366"/>
                    <a:gd name="T98" fmla="*/ 20 w 438"/>
                    <a:gd name="T99" fmla="*/ 11 h 366"/>
                    <a:gd name="T100" fmla="*/ 16 w 438"/>
                    <a:gd name="T101" fmla="*/ 15 h 366"/>
                    <a:gd name="T102" fmla="*/ 9 w 438"/>
                    <a:gd name="T103" fmla="*/ 18 h 366"/>
                    <a:gd name="T104" fmla="*/ 7 w 438"/>
                    <a:gd name="T105" fmla="*/ 15 h 366"/>
                    <a:gd name="T106" fmla="*/ 2 w 438"/>
                    <a:gd name="T107" fmla="*/ 7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8" h="366">
                      <a:moveTo>
                        <a:pt x="434" y="347"/>
                      </a:moveTo>
                      <a:lnTo>
                        <a:pt x="434" y="349"/>
                      </a:lnTo>
                      <a:lnTo>
                        <a:pt x="434" y="351"/>
                      </a:lnTo>
                      <a:lnTo>
                        <a:pt x="434" y="353"/>
                      </a:lnTo>
                      <a:lnTo>
                        <a:pt x="436" y="353"/>
                      </a:lnTo>
                      <a:lnTo>
                        <a:pt x="436" y="355"/>
                      </a:lnTo>
                      <a:lnTo>
                        <a:pt x="436" y="357"/>
                      </a:lnTo>
                      <a:lnTo>
                        <a:pt x="438" y="357"/>
                      </a:lnTo>
                      <a:lnTo>
                        <a:pt x="436" y="357"/>
                      </a:lnTo>
                      <a:lnTo>
                        <a:pt x="436" y="358"/>
                      </a:lnTo>
                      <a:lnTo>
                        <a:pt x="438" y="358"/>
                      </a:lnTo>
                      <a:lnTo>
                        <a:pt x="436" y="358"/>
                      </a:lnTo>
                      <a:lnTo>
                        <a:pt x="436" y="360"/>
                      </a:lnTo>
                      <a:lnTo>
                        <a:pt x="436" y="362"/>
                      </a:lnTo>
                      <a:lnTo>
                        <a:pt x="434" y="362"/>
                      </a:lnTo>
                      <a:lnTo>
                        <a:pt x="436" y="362"/>
                      </a:lnTo>
                      <a:lnTo>
                        <a:pt x="436" y="364"/>
                      </a:lnTo>
                      <a:lnTo>
                        <a:pt x="434" y="364"/>
                      </a:lnTo>
                      <a:lnTo>
                        <a:pt x="432" y="364"/>
                      </a:lnTo>
                      <a:lnTo>
                        <a:pt x="432" y="366"/>
                      </a:lnTo>
                      <a:lnTo>
                        <a:pt x="432" y="364"/>
                      </a:lnTo>
                      <a:lnTo>
                        <a:pt x="432" y="362"/>
                      </a:lnTo>
                      <a:lnTo>
                        <a:pt x="432" y="364"/>
                      </a:lnTo>
                      <a:lnTo>
                        <a:pt x="432" y="362"/>
                      </a:lnTo>
                      <a:lnTo>
                        <a:pt x="431" y="362"/>
                      </a:lnTo>
                      <a:lnTo>
                        <a:pt x="432" y="362"/>
                      </a:lnTo>
                      <a:lnTo>
                        <a:pt x="431" y="362"/>
                      </a:lnTo>
                      <a:lnTo>
                        <a:pt x="431" y="360"/>
                      </a:lnTo>
                      <a:lnTo>
                        <a:pt x="431" y="358"/>
                      </a:lnTo>
                      <a:lnTo>
                        <a:pt x="429" y="358"/>
                      </a:lnTo>
                      <a:lnTo>
                        <a:pt x="429" y="357"/>
                      </a:lnTo>
                      <a:lnTo>
                        <a:pt x="427" y="357"/>
                      </a:lnTo>
                      <a:lnTo>
                        <a:pt x="427" y="355"/>
                      </a:lnTo>
                      <a:lnTo>
                        <a:pt x="427" y="353"/>
                      </a:lnTo>
                      <a:lnTo>
                        <a:pt x="427" y="351"/>
                      </a:lnTo>
                      <a:lnTo>
                        <a:pt x="427" y="349"/>
                      </a:lnTo>
                      <a:lnTo>
                        <a:pt x="429" y="349"/>
                      </a:lnTo>
                      <a:lnTo>
                        <a:pt x="431" y="349"/>
                      </a:lnTo>
                      <a:lnTo>
                        <a:pt x="432" y="349"/>
                      </a:lnTo>
                      <a:lnTo>
                        <a:pt x="432" y="347"/>
                      </a:lnTo>
                      <a:lnTo>
                        <a:pt x="434" y="347"/>
                      </a:lnTo>
                      <a:close/>
                      <a:moveTo>
                        <a:pt x="387" y="218"/>
                      </a:moveTo>
                      <a:lnTo>
                        <a:pt x="387" y="219"/>
                      </a:lnTo>
                      <a:lnTo>
                        <a:pt x="389" y="219"/>
                      </a:lnTo>
                      <a:lnTo>
                        <a:pt x="389" y="221"/>
                      </a:lnTo>
                      <a:lnTo>
                        <a:pt x="389" y="223"/>
                      </a:lnTo>
                      <a:lnTo>
                        <a:pt x="389" y="225"/>
                      </a:lnTo>
                      <a:lnTo>
                        <a:pt x="387" y="225"/>
                      </a:lnTo>
                      <a:lnTo>
                        <a:pt x="387" y="227"/>
                      </a:lnTo>
                      <a:lnTo>
                        <a:pt x="387" y="229"/>
                      </a:lnTo>
                      <a:lnTo>
                        <a:pt x="389" y="229"/>
                      </a:lnTo>
                      <a:lnTo>
                        <a:pt x="387" y="229"/>
                      </a:lnTo>
                      <a:lnTo>
                        <a:pt x="387" y="230"/>
                      </a:lnTo>
                      <a:lnTo>
                        <a:pt x="385" y="230"/>
                      </a:lnTo>
                      <a:lnTo>
                        <a:pt x="383" y="230"/>
                      </a:lnTo>
                      <a:lnTo>
                        <a:pt x="383" y="229"/>
                      </a:lnTo>
                      <a:lnTo>
                        <a:pt x="381" y="230"/>
                      </a:lnTo>
                      <a:lnTo>
                        <a:pt x="381" y="229"/>
                      </a:lnTo>
                      <a:lnTo>
                        <a:pt x="381" y="227"/>
                      </a:lnTo>
                      <a:lnTo>
                        <a:pt x="383" y="227"/>
                      </a:lnTo>
                      <a:lnTo>
                        <a:pt x="381" y="225"/>
                      </a:lnTo>
                      <a:lnTo>
                        <a:pt x="381" y="223"/>
                      </a:lnTo>
                      <a:lnTo>
                        <a:pt x="381" y="221"/>
                      </a:lnTo>
                      <a:lnTo>
                        <a:pt x="383" y="221"/>
                      </a:lnTo>
                      <a:lnTo>
                        <a:pt x="383" y="219"/>
                      </a:lnTo>
                      <a:lnTo>
                        <a:pt x="383" y="218"/>
                      </a:lnTo>
                      <a:lnTo>
                        <a:pt x="385" y="218"/>
                      </a:lnTo>
                      <a:lnTo>
                        <a:pt x="387" y="218"/>
                      </a:lnTo>
                      <a:close/>
                      <a:moveTo>
                        <a:pt x="394" y="176"/>
                      </a:moveTo>
                      <a:lnTo>
                        <a:pt x="394" y="174"/>
                      </a:lnTo>
                      <a:lnTo>
                        <a:pt x="394" y="176"/>
                      </a:lnTo>
                      <a:lnTo>
                        <a:pt x="396" y="176"/>
                      </a:lnTo>
                      <a:lnTo>
                        <a:pt x="394" y="176"/>
                      </a:lnTo>
                      <a:lnTo>
                        <a:pt x="394" y="177"/>
                      </a:lnTo>
                      <a:lnTo>
                        <a:pt x="394" y="176"/>
                      </a:lnTo>
                      <a:lnTo>
                        <a:pt x="394" y="177"/>
                      </a:lnTo>
                      <a:lnTo>
                        <a:pt x="394" y="179"/>
                      </a:lnTo>
                      <a:lnTo>
                        <a:pt x="392" y="179"/>
                      </a:lnTo>
                      <a:lnTo>
                        <a:pt x="394" y="179"/>
                      </a:lnTo>
                      <a:lnTo>
                        <a:pt x="394" y="181"/>
                      </a:lnTo>
                      <a:lnTo>
                        <a:pt x="394" y="183"/>
                      </a:lnTo>
                      <a:lnTo>
                        <a:pt x="392" y="183"/>
                      </a:lnTo>
                      <a:lnTo>
                        <a:pt x="392" y="185"/>
                      </a:lnTo>
                      <a:lnTo>
                        <a:pt x="392" y="183"/>
                      </a:lnTo>
                      <a:lnTo>
                        <a:pt x="392" y="185"/>
                      </a:lnTo>
                      <a:lnTo>
                        <a:pt x="392" y="183"/>
                      </a:lnTo>
                      <a:lnTo>
                        <a:pt x="394" y="183"/>
                      </a:lnTo>
                      <a:lnTo>
                        <a:pt x="394" y="181"/>
                      </a:lnTo>
                      <a:lnTo>
                        <a:pt x="394" y="179"/>
                      </a:lnTo>
                      <a:lnTo>
                        <a:pt x="396" y="179"/>
                      </a:lnTo>
                      <a:lnTo>
                        <a:pt x="396" y="181"/>
                      </a:lnTo>
                      <a:lnTo>
                        <a:pt x="396" y="183"/>
                      </a:lnTo>
                      <a:lnTo>
                        <a:pt x="396" y="185"/>
                      </a:lnTo>
                      <a:lnTo>
                        <a:pt x="394" y="185"/>
                      </a:lnTo>
                      <a:lnTo>
                        <a:pt x="396" y="185"/>
                      </a:lnTo>
                      <a:lnTo>
                        <a:pt x="394" y="185"/>
                      </a:lnTo>
                      <a:lnTo>
                        <a:pt x="394" y="187"/>
                      </a:lnTo>
                      <a:lnTo>
                        <a:pt x="394" y="188"/>
                      </a:lnTo>
                      <a:lnTo>
                        <a:pt x="392" y="188"/>
                      </a:lnTo>
                      <a:lnTo>
                        <a:pt x="392" y="190"/>
                      </a:lnTo>
                      <a:lnTo>
                        <a:pt x="390" y="190"/>
                      </a:lnTo>
                      <a:lnTo>
                        <a:pt x="392" y="190"/>
                      </a:lnTo>
                      <a:lnTo>
                        <a:pt x="390" y="190"/>
                      </a:lnTo>
                      <a:lnTo>
                        <a:pt x="392" y="190"/>
                      </a:lnTo>
                      <a:lnTo>
                        <a:pt x="394" y="190"/>
                      </a:lnTo>
                      <a:lnTo>
                        <a:pt x="392" y="188"/>
                      </a:lnTo>
                      <a:lnTo>
                        <a:pt x="394" y="188"/>
                      </a:lnTo>
                      <a:lnTo>
                        <a:pt x="394" y="190"/>
                      </a:lnTo>
                      <a:lnTo>
                        <a:pt x="394" y="192"/>
                      </a:lnTo>
                      <a:lnTo>
                        <a:pt x="394" y="194"/>
                      </a:lnTo>
                      <a:lnTo>
                        <a:pt x="394" y="196"/>
                      </a:lnTo>
                      <a:lnTo>
                        <a:pt x="392" y="196"/>
                      </a:lnTo>
                      <a:lnTo>
                        <a:pt x="392" y="194"/>
                      </a:lnTo>
                      <a:lnTo>
                        <a:pt x="392" y="196"/>
                      </a:lnTo>
                      <a:lnTo>
                        <a:pt x="392" y="194"/>
                      </a:lnTo>
                      <a:lnTo>
                        <a:pt x="392" y="196"/>
                      </a:lnTo>
                      <a:lnTo>
                        <a:pt x="390" y="196"/>
                      </a:lnTo>
                      <a:lnTo>
                        <a:pt x="390" y="194"/>
                      </a:lnTo>
                      <a:lnTo>
                        <a:pt x="390" y="192"/>
                      </a:lnTo>
                      <a:lnTo>
                        <a:pt x="390" y="194"/>
                      </a:lnTo>
                      <a:lnTo>
                        <a:pt x="390" y="192"/>
                      </a:lnTo>
                      <a:lnTo>
                        <a:pt x="389" y="192"/>
                      </a:lnTo>
                      <a:lnTo>
                        <a:pt x="389" y="190"/>
                      </a:lnTo>
                      <a:lnTo>
                        <a:pt x="390" y="190"/>
                      </a:lnTo>
                      <a:lnTo>
                        <a:pt x="389" y="190"/>
                      </a:lnTo>
                      <a:lnTo>
                        <a:pt x="389" y="188"/>
                      </a:lnTo>
                      <a:lnTo>
                        <a:pt x="389" y="187"/>
                      </a:lnTo>
                      <a:lnTo>
                        <a:pt x="389" y="188"/>
                      </a:lnTo>
                      <a:lnTo>
                        <a:pt x="389" y="187"/>
                      </a:lnTo>
                      <a:lnTo>
                        <a:pt x="389" y="188"/>
                      </a:lnTo>
                      <a:lnTo>
                        <a:pt x="387" y="188"/>
                      </a:lnTo>
                      <a:lnTo>
                        <a:pt x="387" y="187"/>
                      </a:lnTo>
                      <a:lnTo>
                        <a:pt x="387" y="185"/>
                      </a:lnTo>
                      <a:lnTo>
                        <a:pt x="387" y="183"/>
                      </a:lnTo>
                      <a:lnTo>
                        <a:pt x="385" y="183"/>
                      </a:lnTo>
                      <a:lnTo>
                        <a:pt x="387" y="183"/>
                      </a:lnTo>
                      <a:lnTo>
                        <a:pt x="387" y="181"/>
                      </a:lnTo>
                      <a:lnTo>
                        <a:pt x="387" y="179"/>
                      </a:lnTo>
                      <a:lnTo>
                        <a:pt x="389" y="179"/>
                      </a:lnTo>
                      <a:lnTo>
                        <a:pt x="389" y="181"/>
                      </a:lnTo>
                      <a:lnTo>
                        <a:pt x="389" y="183"/>
                      </a:lnTo>
                      <a:lnTo>
                        <a:pt x="389" y="181"/>
                      </a:lnTo>
                      <a:lnTo>
                        <a:pt x="389" y="179"/>
                      </a:lnTo>
                      <a:lnTo>
                        <a:pt x="389" y="177"/>
                      </a:lnTo>
                      <a:lnTo>
                        <a:pt x="389" y="176"/>
                      </a:lnTo>
                      <a:lnTo>
                        <a:pt x="390" y="176"/>
                      </a:lnTo>
                      <a:lnTo>
                        <a:pt x="390" y="174"/>
                      </a:lnTo>
                      <a:lnTo>
                        <a:pt x="390" y="172"/>
                      </a:lnTo>
                      <a:lnTo>
                        <a:pt x="390" y="170"/>
                      </a:lnTo>
                      <a:lnTo>
                        <a:pt x="392" y="170"/>
                      </a:lnTo>
                      <a:lnTo>
                        <a:pt x="392" y="168"/>
                      </a:lnTo>
                      <a:lnTo>
                        <a:pt x="392" y="170"/>
                      </a:lnTo>
                      <a:lnTo>
                        <a:pt x="392" y="172"/>
                      </a:lnTo>
                      <a:lnTo>
                        <a:pt x="392" y="170"/>
                      </a:lnTo>
                      <a:lnTo>
                        <a:pt x="392" y="172"/>
                      </a:lnTo>
                      <a:lnTo>
                        <a:pt x="392" y="170"/>
                      </a:lnTo>
                      <a:lnTo>
                        <a:pt x="394" y="170"/>
                      </a:lnTo>
                      <a:lnTo>
                        <a:pt x="394" y="172"/>
                      </a:lnTo>
                      <a:lnTo>
                        <a:pt x="394" y="174"/>
                      </a:lnTo>
                      <a:lnTo>
                        <a:pt x="394" y="176"/>
                      </a:lnTo>
                      <a:close/>
                      <a:moveTo>
                        <a:pt x="394" y="148"/>
                      </a:moveTo>
                      <a:lnTo>
                        <a:pt x="394" y="146"/>
                      </a:lnTo>
                      <a:lnTo>
                        <a:pt x="396" y="146"/>
                      </a:lnTo>
                      <a:lnTo>
                        <a:pt x="396" y="148"/>
                      </a:lnTo>
                      <a:lnTo>
                        <a:pt x="396" y="146"/>
                      </a:lnTo>
                      <a:lnTo>
                        <a:pt x="394" y="146"/>
                      </a:lnTo>
                      <a:lnTo>
                        <a:pt x="396" y="146"/>
                      </a:lnTo>
                      <a:lnTo>
                        <a:pt x="396" y="144"/>
                      </a:lnTo>
                      <a:lnTo>
                        <a:pt x="398" y="144"/>
                      </a:lnTo>
                      <a:lnTo>
                        <a:pt x="398" y="146"/>
                      </a:lnTo>
                      <a:lnTo>
                        <a:pt x="398" y="144"/>
                      </a:lnTo>
                      <a:lnTo>
                        <a:pt x="398" y="146"/>
                      </a:lnTo>
                      <a:lnTo>
                        <a:pt x="400" y="146"/>
                      </a:lnTo>
                      <a:lnTo>
                        <a:pt x="398" y="146"/>
                      </a:lnTo>
                      <a:lnTo>
                        <a:pt x="400" y="144"/>
                      </a:lnTo>
                      <a:lnTo>
                        <a:pt x="400" y="146"/>
                      </a:lnTo>
                      <a:lnTo>
                        <a:pt x="401" y="146"/>
                      </a:lnTo>
                      <a:lnTo>
                        <a:pt x="401" y="148"/>
                      </a:lnTo>
                      <a:lnTo>
                        <a:pt x="401" y="150"/>
                      </a:lnTo>
                      <a:lnTo>
                        <a:pt x="401" y="152"/>
                      </a:lnTo>
                      <a:lnTo>
                        <a:pt x="403" y="152"/>
                      </a:lnTo>
                      <a:lnTo>
                        <a:pt x="401" y="152"/>
                      </a:lnTo>
                      <a:lnTo>
                        <a:pt x="401" y="154"/>
                      </a:lnTo>
                      <a:lnTo>
                        <a:pt x="401" y="155"/>
                      </a:lnTo>
                      <a:lnTo>
                        <a:pt x="401" y="157"/>
                      </a:lnTo>
                      <a:lnTo>
                        <a:pt x="403" y="157"/>
                      </a:lnTo>
                      <a:lnTo>
                        <a:pt x="401" y="159"/>
                      </a:lnTo>
                      <a:lnTo>
                        <a:pt x="401" y="161"/>
                      </a:lnTo>
                      <a:lnTo>
                        <a:pt x="400" y="161"/>
                      </a:lnTo>
                      <a:lnTo>
                        <a:pt x="401" y="161"/>
                      </a:lnTo>
                      <a:lnTo>
                        <a:pt x="400" y="161"/>
                      </a:lnTo>
                      <a:lnTo>
                        <a:pt x="400" y="163"/>
                      </a:lnTo>
                      <a:lnTo>
                        <a:pt x="400" y="161"/>
                      </a:lnTo>
                      <a:lnTo>
                        <a:pt x="398" y="161"/>
                      </a:lnTo>
                      <a:lnTo>
                        <a:pt x="398" y="159"/>
                      </a:lnTo>
                      <a:lnTo>
                        <a:pt x="398" y="161"/>
                      </a:lnTo>
                      <a:lnTo>
                        <a:pt x="400" y="161"/>
                      </a:lnTo>
                      <a:lnTo>
                        <a:pt x="400" y="163"/>
                      </a:lnTo>
                      <a:lnTo>
                        <a:pt x="398" y="163"/>
                      </a:lnTo>
                      <a:lnTo>
                        <a:pt x="398" y="161"/>
                      </a:lnTo>
                      <a:lnTo>
                        <a:pt x="396" y="161"/>
                      </a:lnTo>
                      <a:lnTo>
                        <a:pt x="398" y="161"/>
                      </a:lnTo>
                      <a:lnTo>
                        <a:pt x="398" y="163"/>
                      </a:lnTo>
                      <a:lnTo>
                        <a:pt x="398" y="165"/>
                      </a:lnTo>
                      <a:lnTo>
                        <a:pt x="400" y="165"/>
                      </a:lnTo>
                      <a:lnTo>
                        <a:pt x="400" y="166"/>
                      </a:lnTo>
                      <a:lnTo>
                        <a:pt x="398" y="166"/>
                      </a:lnTo>
                      <a:lnTo>
                        <a:pt x="396" y="166"/>
                      </a:lnTo>
                      <a:lnTo>
                        <a:pt x="394" y="166"/>
                      </a:lnTo>
                      <a:lnTo>
                        <a:pt x="392" y="166"/>
                      </a:lnTo>
                      <a:lnTo>
                        <a:pt x="392" y="165"/>
                      </a:lnTo>
                      <a:lnTo>
                        <a:pt x="392" y="166"/>
                      </a:lnTo>
                      <a:lnTo>
                        <a:pt x="392" y="165"/>
                      </a:lnTo>
                      <a:lnTo>
                        <a:pt x="392" y="163"/>
                      </a:lnTo>
                      <a:lnTo>
                        <a:pt x="392" y="161"/>
                      </a:lnTo>
                      <a:lnTo>
                        <a:pt x="392" y="159"/>
                      </a:lnTo>
                      <a:lnTo>
                        <a:pt x="392" y="157"/>
                      </a:lnTo>
                      <a:lnTo>
                        <a:pt x="392" y="155"/>
                      </a:lnTo>
                      <a:lnTo>
                        <a:pt x="392" y="154"/>
                      </a:lnTo>
                      <a:lnTo>
                        <a:pt x="394" y="154"/>
                      </a:lnTo>
                      <a:lnTo>
                        <a:pt x="394" y="155"/>
                      </a:lnTo>
                      <a:lnTo>
                        <a:pt x="394" y="154"/>
                      </a:lnTo>
                      <a:lnTo>
                        <a:pt x="396" y="154"/>
                      </a:lnTo>
                      <a:lnTo>
                        <a:pt x="396" y="155"/>
                      </a:lnTo>
                      <a:lnTo>
                        <a:pt x="396" y="154"/>
                      </a:lnTo>
                      <a:lnTo>
                        <a:pt x="396" y="152"/>
                      </a:lnTo>
                      <a:lnTo>
                        <a:pt x="396" y="154"/>
                      </a:lnTo>
                      <a:lnTo>
                        <a:pt x="394" y="154"/>
                      </a:lnTo>
                      <a:lnTo>
                        <a:pt x="394" y="152"/>
                      </a:lnTo>
                      <a:lnTo>
                        <a:pt x="394" y="150"/>
                      </a:lnTo>
                      <a:lnTo>
                        <a:pt x="394" y="148"/>
                      </a:lnTo>
                      <a:close/>
                      <a:moveTo>
                        <a:pt x="405" y="121"/>
                      </a:moveTo>
                      <a:lnTo>
                        <a:pt x="405" y="123"/>
                      </a:lnTo>
                      <a:lnTo>
                        <a:pt x="405" y="124"/>
                      </a:lnTo>
                      <a:lnTo>
                        <a:pt x="403" y="124"/>
                      </a:lnTo>
                      <a:lnTo>
                        <a:pt x="405" y="124"/>
                      </a:lnTo>
                      <a:lnTo>
                        <a:pt x="405" y="126"/>
                      </a:lnTo>
                      <a:lnTo>
                        <a:pt x="403" y="126"/>
                      </a:lnTo>
                      <a:lnTo>
                        <a:pt x="405" y="126"/>
                      </a:lnTo>
                      <a:lnTo>
                        <a:pt x="405" y="128"/>
                      </a:lnTo>
                      <a:lnTo>
                        <a:pt x="405" y="126"/>
                      </a:lnTo>
                      <a:lnTo>
                        <a:pt x="405" y="128"/>
                      </a:lnTo>
                      <a:lnTo>
                        <a:pt x="405" y="130"/>
                      </a:lnTo>
                      <a:lnTo>
                        <a:pt x="407" y="130"/>
                      </a:lnTo>
                      <a:lnTo>
                        <a:pt x="405" y="130"/>
                      </a:lnTo>
                      <a:lnTo>
                        <a:pt x="405" y="128"/>
                      </a:lnTo>
                      <a:lnTo>
                        <a:pt x="405" y="130"/>
                      </a:lnTo>
                      <a:lnTo>
                        <a:pt x="403" y="128"/>
                      </a:lnTo>
                      <a:lnTo>
                        <a:pt x="403" y="130"/>
                      </a:lnTo>
                      <a:lnTo>
                        <a:pt x="403" y="128"/>
                      </a:lnTo>
                      <a:lnTo>
                        <a:pt x="401" y="128"/>
                      </a:lnTo>
                      <a:lnTo>
                        <a:pt x="401" y="130"/>
                      </a:lnTo>
                      <a:lnTo>
                        <a:pt x="401" y="128"/>
                      </a:lnTo>
                      <a:lnTo>
                        <a:pt x="401" y="130"/>
                      </a:lnTo>
                      <a:lnTo>
                        <a:pt x="403" y="130"/>
                      </a:lnTo>
                      <a:lnTo>
                        <a:pt x="403" y="132"/>
                      </a:lnTo>
                      <a:lnTo>
                        <a:pt x="403" y="130"/>
                      </a:lnTo>
                      <a:lnTo>
                        <a:pt x="403" y="132"/>
                      </a:lnTo>
                      <a:lnTo>
                        <a:pt x="403" y="130"/>
                      </a:lnTo>
                      <a:lnTo>
                        <a:pt x="403" y="132"/>
                      </a:lnTo>
                      <a:lnTo>
                        <a:pt x="405" y="132"/>
                      </a:lnTo>
                      <a:lnTo>
                        <a:pt x="405" y="134"/>
                      </a:lnTo>
                      <a:lnTo>
                        <a:pt x="405" y="135"/>
                      </a:lnTo>
                      <a:lnTo>
                        <a:pt x="405" y="137"/>
                      </a:lnTo>
                      <a:lnTo>
                        <a:pt x="405" y="139"/>
                      </a:lnTo>
                      <a:lnTo>
                        <a:pt x="403" y="139"/>
                      </a:lnTo>
                      <a:lnTo>
                        <a:pt x="403" y="141"/>
                      </a:lnTo>
                      <a:lnTo>
                        <a:pt x="401" y="141"/>
                      </a:lnTo>
                      <a:lnTo>
                        <a:pt x="403" y="141"/>
                      </a:lnTo>
                      <a:lnTo>
                        <a:pt x="401" y="141"/>
                      </a:lnTo>
                      <a:lnTo>
                        <a:pt x="401" y="139"/>
                      </a:lnTo>
                      <a:lnTo>
                        <a:pt x="400" y="139"/>
                      </a:lnTo>
                      <a:lnTo>
                        <a:pt x="400" y="137"/>
                      </a:lnTo>
                      <a:lnTo>
                        <a:pt x="400" y="139"/>
                      </a:lnTo>
                      <a:lnTo>
                        <a:pt x="400" y="141"/>
                      </a:lnTo>
                      <a:lnTo>
                        <a:pt x="400" y="143"/>
                      </a:lnTo>
                      <a:lnTo>
                        <a:pt x="401" y="143"/>
                      </a:lnTo>
                      <a:lnTo>
                        <a:pt x="400" y="143"/>
                      </a:lnTo>
                      <a:lnTo>
                        <a:pt x="400" y="141"/>
                      </a:lnTo>
                      <a:lnTo>
                        <a:pt x="400" y="143"/>
                      </a:lnTo>
                      <a:lnTo>
                        <a:pt x="398" y="144"/>
                      </a:lnTo>
                      <a:lnTo>
                        <a:pt x="400" y="144"/>
                      </a:lnTo>
                      <a:lnTo>
                        <a:pt x="398" y="144"/>
                      </a:lnTo>
                      <a:lnTo>
                        <a:pt x="400" y="146"/>
                      </a:lnTo>
                      <a:lnTo>
                        <a:pt x="398" y="146"/>
                      </a:lnTo>
                      <a:lnTo>
                        <a:pt x="398" y="144"/>
                      </a:lnTo>
                      <a:lnTo>
                        <a:pt x="398" y="146"/>
                      </a:lnTo>
                      <a:lnTo>
                        <a:pt x="398" y="144"/>
                      </a:lnTo>
                      <a:lnTo>
                        <a:pt x="396" y="144"/>
                      </a:lnTo>
                      <a:lnTo>
                        <a:pt x="396" y="143"/>
                      </a:lnTo>
                      <a:lnTo>
                        <a:pt x="396" y="141"/>
                      </a:lnTo>
                      <a:lnTo>
                        <a:pt x="396" y="143"/>
                      </a:lnTo>
                      <a:lnTo>
                        <a:pt x="396" y="141"/>
                      </a:lnTo>
                      <a:lnTo>
                        <a:pt x="398" y="141"/>
                      </a:lnTo>
                      <a:lnTo>
                        <a:pt x="396" y="141"/>
                      </a:lnTo>
                      <a:lnTo>
                        <a:pt x="396" y="139"/>
                      </a:lnTo>
                      <a:lnTo>
                        <a:pt x="396" y="137"/>
                      </a:lnTo>
                      <a:lnTo>
                        <a:pt x="398" y="137"/>
                      </a:lnTo>
                      <a:lnTo>
                        <a:pt x="396" y="137"/>
                      </a:lnTo>
                      <a:lnTo>
                        <a:pt x="398" y="137"/>
                      </a:lnTo>
                      <a:lnTo>
                        <a:pt x="396" y="137"/>
                      </a:lnTo>
                      <a:lnTo>
                        <a:pt x="398" y="137"/>
                      </a:lnTo>
                      <a:lnTo>
                        <a:pt x="398" y="135"/>
                      </a:lnTo>
                      <a:lnTo>
                        <a:pt x="396" y="135"/>
                      </a:lnTo>
                      <a:lnTo>
                        <a:pt x="398" y="135"/>
                      </a:lnTo>
                      <a:lnTo>
                        <a:pt x="396" y="135"/>
                      </a:lnTo>
                      <a:lnTo>
                        <a:pt x="398" y="135"/>
                      </a:lnTo>
                      <a:lnTo>
                        <a:pt x="396" y="135"/>
                      </a:lnTo>
                      <a:lnTo>
                        <a:pt x="396" y="134"/>
                      </a:lnTo>
                      <a:lnTo>
                        <a:pt x="398" y="134"/>
                      </a:lnTo>
                      <a:lnTo>
                        <a:pt x="398" y="132"/>
                      </a:lnTo>
                      <a:lnTo>
                        <a:pt x="398" y="130"/>
                      </a:lnTo>
                      <a:lnTo>
                        <a:pt x="398" y="128"/>
                      </a:lnTo>
                      <a:lnTo>
                        <a:pt x="398" y="126"/>
                      </a:lnTo>
                      <a:lnTo>
                        <a:pt x="400" y="126"/>
                      </a:lnTo>
                      <a:lnTo>
                        <a:pt x="398" y="126"/>
                      </a:lnTo>
                      <a:lnTo>
                        <a:pt x="400" y="126"/>
                      </a:lnTo>
                      <a:lnTo>
                        <a:pt x="400" y="124"/>
                      </a:lnTo>
                      <a:lnTo>
                        <a:pt x="398" y="124"/>
                      </a:lnTo>
                      <a:lnTo>
                        <a:pt x="400" y="124"/>
                      </a:lnTo>
                      <a:lnTo>
                        <a:pt x="401" y="124"/>
                      </a:lnTo>
                      <a:lnTo>
                        <a:pt x="401" y="123"/>
                      </a:lnTo>
                      <a:lnTo>
                        <a:pt x="400" y="123"/>
                      </a:lnTo>
                      <a:lnTo>
                        <a:pt x="401" y="123"/>
                      </a:lnTo>
                      <a:lnTo>
                        <a:pt x="400" y="123"/>
                      </a:lnTo>
                      <a:lnTo>
                        <a:pt x="401" y="123"/>
                      </a:lnTo>
                      <a:lnTo>
                        <a:pt x="403" y="123"/>
                      </a:lnTo>
                      <a:lnTo>
                        <a:pt x="403" y="121"/>
                      </a:lnTo>
                      <a:lnTo>
                        <a:pt x="403" y="123"/>
                      </a:lnTo>
                      <a:lnTo>
                        <a:pt x="403" y="121"/>
                      </a:lnTo>
                      <a:lnTo>
                        <a:pt x="405" y="121"/>
                      </a:lnTo>
                      <a:close/>
                      <a:moveTo>
                        <a:pt x="2" y="2"/>
                      </a:moveTo>
                      <a:lnTo>
                        <a:pt x="2" y="4"/>
                      </a:lnTo>
                      <a:lnTo>
                        <a:pt x="4" y="4"/>
                      </a:lnTo>
                      <a:lnTo>
                        <a:pt x="4" y="6"/>
                      </a:lnTo>
                      <a:lnTo>
                        <a:pt x="5" y="7"/>
                      </a:lnTo>
                      <a:lnTo>
                        <a:pt x="7" y="7"/>
                      </a:lnTo>
                      <a:lnTo>
                        <a:pt x="7" y="9"/>
                      </a:lnTo>
                      <a:lnTo>
                        <a:pt x="9" y="9"/>
                      </a:lnTo>
                      <a:lnTo>
                        <a:pt x="11" y="9"/>
                      </a:lnTo>
                      <a:lnTo>
                        <a:pt x="13" y="9"/>
                      </a:lnTo>
                      <a:lnTo>
                        <a:pt x="13" y="11"/>
                      </a:lnTo>
                      <a:lnTo>
                        <a:pt x="13" y="9"/>
                      </a:lnTo>
                      <a:lnTo>
                        <a:pt x="14" y="9"/>
                      </a:lnTo>
                      <a:lnTo>
                        <a:pt x="16" y="9"/>
                      </a:lnTo>
                      <a:lnTo>
                        <a:pt x="16" y="11"/>
                      </a:lnTo>
                      <a:lnTo>
                        <a:pt x="16" y="13"/>
                      </a:lnTo>
                      <a:lnTo>
                        <a:pt x="16" y="11"/>
                      </a:lnTo>
                      <a:lnTo>
                        <a:pt x="18" y="11"/>
                      </a:lnTo>
                      <a:lnTo>
                        <a:pt x="20" y="11"/>
                      </a:lnTo>
                      <a:lnTo>
                        <a:pt x="20" y="13"/>
                      </a:lnTo>
                      <a:lnTo>
                        <a:pt x="20" y="15"/>
                      </a:lnTo>
                      <a:lnTo>
                        <a:pt x="20" y="13"/>
                      </a:lnTo>
                      <a:lnTo>
                        <a:pt x="22" y="13"/>
                      </a:lnTo>
                      <a:lnTo>
                        <a:pt x="20" y="15"/>
                      </a:lnTo>
                      <a:lnTo>
                        <a:pt x="18" y="15"/>
                      </a:lnTo>
                      <a:lnTo>
                        <a:pt x="16" y="15"/>
                      </a:lnTo>
                      <a:lnTo>
                        <a:pt x="16" y="17"/>
                      </a:lnTo>
                      <a:lnTo>
                        <a:pt x="14" y="17"/>
                      </a:lnTo>
                      <a:lnTo>
                        <a:pt x="13" y="17"/>
                      </a:lnTo>
                      <a:lnTo>
                        <a:pt x="11" y="18"/>
                      </a:lnTo>
                      <a:lnTo>
                        <a:pt x="9" y="18"/>
                      </a:lnTo>
                      <a:lnTo>
                        <a:pt x="9" y="20"/>
                      </a:lnTo>
                      <a:lnTo>
                        <a:pt x="9" y="18"/>
                      </a:lnTo>
                      <a:lnTo>
                        <a:pt x="9" y="17"/>
                      </a:lnTo>
                      <a:lnTo>
                        <a:pt x="9" y="15"/>
                      </a:lnTo>
                      <a:lnTo>
                        <a:pt x="7" y="15"/>
                      </a:lnTo>
                      <a:lnTo>
                        <a:pt x="7" y="13"/>
                      </a:lnTo>
                      <a:lnTo>
                        <a:pt x="7" y="15"/>
                      </a:lnTo>
                      <a:lnTo>
                        <a:pt x="7" y="13"/>
                      </a:lnTo>
                      <a:lnTo>
                        <a:pt x="7" y="15"/>
                      </a:lnTo>
                      <a:lnTo>
                        <a:pt x="5" y="15"/>
                      </a:lnTo>
                      <a:lnTo>
                        <a:pt x="5" y="13"/>
                      </a:lnTo>
                      <a:lnTo>
                        <a:pt x="5" y="11"/>
                      </a:lnTo>
                      <a:lnTo>
                        <a:pt x="4" y="11"/>
                      </a:lnTo>
                      <a:lnTo>
                        <a:pt x="4" y="9"/>
                      </a:lnTo>
                      <a:lnTo>
                        <a:pt x="4" y="7"/>
                      </a:lnTo>
                      <a:lnTo>
                        <a:pt x="2" y="7"/>
                      </a:lnTo>
                      <a:lnTo>
                        <a:pt x="2" y="6"/>
                      </a:lnTo>
                      <a:lnTo>
                        <a:pt x="2" y="4"/>
                      </a:lnTo>
                      <a:lnTo>
                        <a:pt x="2" y="2"/>
                      </a:lnTo>
                      <a:lnTo>
                        <a:pt x="0" y="2"/>
                      </a:lnTo>
                      <a:lnTo>
                        <a:pt x="2" y="0"/>
                      </a:lnTo>
                      <a:lnTo>
                        <a:pt x="2"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3" name="Freeform 36">
                  <a:extLst>
                    <a:ext uri="{FF2B5EF4-FFF2-40B4-BE49-F238E27FC236}">
                      <a16:creationId xmlns:a16="http://schemas.microsoft.com/office/drawing/2014/main" id="{8BA1E747-DD6C-478D-543C-3F71D95D2BF8}"/>
                    </a:ext>
                  </a:extLst>
                </p:cNvPr>
                <p:cNvSpPr>
                  <a:spLocks noEditPoints="1"/>
                </p:cNvSpPr>
                <p:nvPr/>
              </p:nvSpPr>
              <p:spPr bwMode="auto">
                <a:xfrm>
                  <a:off x="3561482" y="2753810"/>
                  <a:ext cx="1886734" cy="1776494"/>
                </a:xfrm>
                <a:custGeom>
                  <a:avLst/>
                  <a:gdLst>
                    <a:gd name="T0" fmla="*/ 4 w 1044"/>
                    <a:gd name="T1" fmla="*/ 418 h 983"/>
                    <a:gd name="T2" fmla="*/ 723 w 1044"/>
                    <a:gd name="T3" fmla="*/ 451 h 983"/>
                    <a:gd name="T4" fmla="*/ 705 w 1044"/>
                    <a:gd name="T5" fmla="*/ 470 h 983"/>
                    <a:gd name="T6" fmla="*/ 683 w 1044"/>
                    <a:gd name="T7" fmla="*/ 495 h 983"/>
                    <a:gd name="T8" fmla="*/ 623 w 1044"/>
                    <a:gd name="T9" fmla="*/ 530 h 983"/>
                    <a:gd name="T10" fmla="*/ 644 w 1044"/>
                    <a:gd name="T11" fmla="*/ 532 h 983"/>
                    <a:gd name="T12" fmla="*/ 654 w 1044"/>
                    <a:gd name="T13" fmla="*/ 541 h 983"/>
                    <a:gd name="T14" fmla="*/ 648 w 1044"/>
                    <a:gd name="T15" fmla="*/ 555 h 983"/>
                    <a:gd name="T16" fmla="*/ 571 w 1044"/>
                    <a:gd name="T17" fmla="*/ 612 h 983"/>
                    <a:gd name="T18" fmla="*/ 489 w 1044"/>
                    <a:gd name="T19" fmla="*/ 671 h 983"/>
                    <a:gd name="T20" fmla="*/ 478 w 1044"/>
                    <a:gd name="T21" fmla="*/ 685 h 983"/>
                    <a:gd name="T22" fmla="*/ 424 w 1044"/>
                    <a:gd name="T23" fmla="*/ 674 h 983"/>
                    <a:gd name="T24" fmla="*/ 425 w 1044"/>
                    <a:gd name="T25" fmla="*/ 742 h 983"/>
                    <a:gd name="T26" fmla="*/ 427 w 1044"/>
                    <a:gd name="T27" fmla="*/ 782 h 983"/>
                    <a:gd name="T28" fmla="*/ 416 w 1044"/>
                    <a:gd name="T29" fmla="*/ 846 h 983"/>
                    <a:gd name="T30" fmla="*/ 404 w 1044"/>
                    <a:gd name="T31" fmla="*/ 903 h 983"/>
                    <a:gd name="T32" fmla="*/ 356 w 1044"/>
                    <a:gd name="T33" fmla="*/ 965 h 983"/>
                    <a:gd name="T34" fmla="*/ 300 w 1044"/>
                    <a:gd name="T35" fmla="*/ 950 h 983"/>
                    <a:gd name="T36" fmla="*/ 292 w 1044"/>
                    <a:gd name="T37" fmla="*/ 917 h 983"/>
                    <a:gd name="T38" fmla="*/ 276 w 1044"/>
                    <a:gd name="T39" fmla="*/ 870 h 983"/>
                    <a:gd name="T40" fmla="*/ 247 w 1044"/>
                    <a:gd name="T41" fmla="*/ 833 h 983"/>
                    <a:gd name="T42" fmla="*/ 227 w 1044"/>
                    <a:gd name="T43" fmla="*/ 771 h 983"/>
                    <a:gd name="T44" fmla="*/ 205 w 1044"/>
                    <a:gd name="T45" fmla="*/ 725 h 983"/>
                    <a:gd name="T46" fmla="*/ 188 w 1044"/>
                    <a:gd name="T47" fmla="*/ 696 h 983"/>
                    <a:gd name="T48" fmla="*/ 183 w 1044"/>
                    <a:gd name="T49" fmla="*/ 661 h 983"/>
                    <a:gd name="T50" fmla="*/ 174 w 1044"/>
                    <a:gd name="T51" fmla="*/ 630 h 983"/>
                    <a:gd name="T52" fmla="*/ 174 w 1044"/>
                    <a:gd name="T53" fmla="*/ 601 h 983"/>
                    <a:gd name="T54" fmla="*/ 168 w 1044"/>
                    <a:gd name="T55" fmla="*/ 574 h 983"/>
                    <a:gd name="T56" fmla="*/ 161 w 1044"/>
                    <a:gd name="T57" fmla="*/ 515 h 983"/>
                    <a:gd name="T58" fmla="*/ 177 w 1044"/>
                    <a:gd name="T59" fmla="*/ 493 h 983"/>
                    <a:gd name="T60" fmla="*/ 150 w 1044"/>
                    <a:gd name="T61" fmla="*/ 477 h 983"/>
                    <a:gd name="T62" fmla="*/ 117 w 1044"/>
                    <a:gd name="T63" fmla="*/ 523 h 983"/>
                    <a:gd name="T64" fmla="*/ 46 w 1044"/>
                    <a:gd name="T65" fmla="*/ 493 h 983"/>
                    <a:gd name="T66" fmla="*/ 80 w 1044"/>
                    <a:gd name="T67" fmla="*/ 451 h 983"/>
                    <a:gd name="T68" fmla="*/ 33 w 1044"/>
                    <a:gd name="T69" fmla="*/ 453 h 983"/>
                    <a:gd name="T70" fmla="*/ 13 w 1044"/>
                    <a:gd name="T71" fmla="*/ 420 h 983"/>
                    <a:gd name="T72" fmla="*/ 91 w 1044"/>
                    <a:gd name="T73" fmla="*/ 406 h 983"/>
                    <a:gd name="T74" fmla="*/ 70 w 1044"/>
                    <a:gd name="T75" fmla="*/ 320 h 983"/>
                    <a:gd name="T76" fmla="*/ 210 w 1044"/>
                    <a:gd name="T77" fmla="*/ 179 h 983"/>
                    <a:gd name="T78" fmla="*/ 256 w 1044"/>
                    <a:gd name="T79" fmla="*/ 119 h 983"/>
                    <a:gd name="T80" fmla="*/ 208 w 1044"/>
                    <a:gd name="T81" fmla="*/ 47 h 983"/>
                    <a:gd name="T82" fmla="*/ 354 w 1044"/>
                    <a:gd name="T83" fmla="*/ 2 h 983"/>
                    <a:gd name="T84" fmla="*/ 389 w 1044"/>
                    <a:gd name="T85" fmla="*/ 113 h 983"/>
                    <a:gd name="T86" fmla="*/ 413 w 1044"/>
                    <a:gd name="T87" fmla="*/ 161 h 983"/>
                    <a:gd name="T88" fmla="*/ 431 w 1044"/>
                    <a:gd name="T89" fmla="*/ 226 h 983"/>
                    <a:gd name="T90" fmla="*/ 493 w 1044"/>
                    <a:gd name="T91" fmla="*/ 272 h 983"/>
                    <a:gd name="T92" fmla="*/ 606 w 1044"/>
                    <a:gd name="T93" fmla="*/ 311 h 983"/>
                    <a:gd name="T94" fmla="*/ 697 w 1044"/>
                    <a:gd name="T95" fmla="*/ 325 h 983"/>
                    <a:gd name="T96" fmla="*/ 738 w 1044"/>
                    <a:gd name="T97" fmla="*/ 290 h 983"/>
                    <a:gd name="T98" fmla="*/ 854 w 1044"/>
                    <a:gd name="T99" fmla="*/ 311 h 983"/>
                    <a:gd name="T100" fmla="*/ 902 w 1044"/>
                    <a:gd name="T101" fmla="*/ 247 h 983"/>
                    <a:gd name="T102" fmla="*/ 995 w 1044"/>
                    <a:gd name="T103" fmla="*/ 219 h 983"/>
                    <a:gd name="T104" fmla="*/ 1042 w 1044"/>
                    <a:gd name="T105" fmla="*/ 267 h 983"/>
                    <a:gd name="T106" fmla="*/ 968 w 1044"/>
                    <a:gd name="T107" fmla="*/ 318 h 983"/>
                    <a:gd name="T108" fmla="*/ 929 w 1044"/>
                    <a:gd name="T109" fmla="*/ 415 h 983"/>
                    <a:gd name="T110" fmla="*/ 893 w 1044"/>
                    <a:gd name="T111" fmla="*/ 466 h 983"/>
                    <a:gd name="T112" fmla="*/ 863 w 1044"/>
                    <a:gd name="T113" fmla="*/ 435 h 983"/>
                    <a:gd name="T114" fmla="*/ 823 w 1044"/>
                    <a:gd name="T115" fmla="*/ 428 h 983"/>
                    <a:gd name="T116" fmla="*/ 853 w 1044"/>
                    <a:gd name="T117" fmla="*/ 371 h 983"/>
                    <a:gd name="T118" fmla="*/ 769 w 1044"/>
                    <a:gd name="T119" fmla="*/ 332 h 983"/>
                    <a:gd name="T120" fmla="*/ 727 w 1044"/>
                    <a:gd name="T121" fmla="*/ 327 h 983"/>
                    <a:gd name="T122" fmla="*/ 736 w 1044"/>
                    <a:gd name="T123" fmla="*/ 404 h 983"/>
                    <a:gd name="T124" fmla="*/ 730 w 1044"/>
                    <a:gd name="T125" fmla="*/ 477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4" h="983">
                      <a:moveTo>
                        <a:pt x="7" y="424"/>
                      </a:moveTo>
                      <a:lnTo>
                        <a:pt x="6" y="426"/>
                      </a:lnTo>
                      <a:lnTo>
                        <a:pt x="6" y="428"/>
                      </a:lnTo>
                      <a:lnTo>
                        <a:pt x="4" y="428"/>
                      </a:lnTo>
                      <a:lnTo>
                        <a:pt x="2" y="428"/>
                      </a:lnTo>
                      <a:lnTo>
                        <a:pt x="4" y="428"/>
                      </a:lnTo>
                      <a:lnTo>
                        <a:pt x="4" y="426"/>
                      </a:lnTo>
                      <a:lnTo>
                        <a:pt x="4" y="428"/>
                      </a:lnTo>
                      <a:lnTo>
                        <a:pt x="4" y="426"/>
                      </a:lnTo>
                      <a:lnTo>
                        <a:pt x="2" y="426"/>
                      </a:lnTo>
                      <a:lnTo>
                        <a:pt x="4" y="426"/>
                      </a:lnTo>
                      <a:lnTo>
                        <a:pt x="2" y="426"/>
                      </a:lnTo>
                      <a:lnTo>
                        <a:pt x="2" y="428"/>
                      </a:lnTo>
                      <a:lnTo>
                        <a:pt x="2" y="426"/>
                      </a:lnTo>
                      <a:lnTo>
                        <a:pt x="2" y="428"/>
                      </a:lnTo>
                      <a:lnTo>
                        <a:pt x="0" y="428"/>
                      </a:lnTo>
                      <a:lnTo>
                        <a:pt x="2" y="428"/>
                      </a:lnTo>
                      <a:lnTo>
                        <a:pt x="0" y="428"/>
                      </a:lnTo>
                      <a:lnTo>
                        <a:pt x="2" y="428"/>
                      </a:lnTo>
                      <a:lnTo>
                        <a:pt x="2" y="426"/>
                      </a:lnTo>
                      <a:lnTo>
                        <a:pt x="0" y="426"/>
                      </a:lnTo>
                      <a:lnTo>
                        <a:pt x="0" y="428"/>
                      </a:lnTo>
                      <a:lnTo>
                        <a:pt x="0" y="426"/>
                      </a:lnTo>
                      <a:lnTo>
                        <a:pt x="0" y="428"/>
                      </a:lnTo>
                      <a:lnTo>
                        <a:pt x="0" y="426"/>
                      </a:lnTo>
                      <a:lnTo>
                        <a:pt x="2" y="426"/>
                      </a:lnTo>
                      <a:lnTo>
                        <a:pt x="4" y="426"/>
                      </a:lnTo>
                      <a:lnTo>
                        <a:pt x="2" y="426"/>
                      </a:lnTo>
                      <a:lnTo>
                        <a:pt x="2" y="424"/>
                      </a:lnTo>
                      <a:lnTo>
                        <a:pt x="4" y="424"/>
                      </a:lnTo>
                      <a:lnTo>
                        <a:pt x="4" y="422"/>
                      </a:lnTo>
                      <a:lnTo>
                        <a:pt x="6" y="422"/>
                      </a:lnTo>
                      <a:lnTo>
                        <a:pt x="6" y="420"/>
                      </a:lnTo>
                      <a:lnTo>
                        <a:pt x="7" y="420"/>
                      </a:lnTo>
                      <a:lnTo>
                        <a:pt x="7" y="422"/>
                      </a:lnTo>
                      <a:lnTo>
                        <a:pt x="7" y="420"/>
                      </a:lnTo>
                      <a:lnTo>
                        <a:pt x="7" y="422"/>
                      </a:lnTo>
                      <a:lnTo>
                        <a:pt x="7" y="424"/>
                      </a:lnTo>
                      <a:lnTo>
                        <a:pt x="7" y="426"/>
                      </a:lnTo>
                      <a:lnTo>
                        <a:pt x="6" y="426"/>
                      </a:lnTo>
                      <a:lnTo>
                        <a:pt x="7" y="424"/>
                      </a:lnTo>
                      <a:close/>
                      <a:moveTo>
                        <a:pt x="11" y="415"/>
                      </a:moveTo>
                      <a:lnTo>
                        <a:pt x="11" y="417"/>
                      </a:lnTo>
                      <a:lnTo>
                        <a:pt x="9" y="417"/>
                      </a:lnTo>
                      <a:lnTo>
                        <a:pt x="11" y="417"/>
                      </a:lnTo>
                      <a:lnTo>
                        <a:pt x="9" y="417"/>
                      </a:lnTo>
                      <a:lnTo>
                        <a:pt x="9" y="418"/>
                      </a:lnTo>
                      <a:lnTo>
                        <a:pt x="9" y="417"/>
                      </a:lnTo>
                      <a:lnTo>
                        <a:pt x="9" y="415"/>
                      </a:lnTo>
                      <a:lnTo>
                        <a:pt x="9" y="417"/>
                      </a:lnTo>
                      <a:lnTo>
                        <a:pt x="9" y="415"/>
                      </a:lnTo>
                      <a:lnTo>
                        <a:pt x="9" y="413"/>
                      </a:lnTo>
                      <a:lnTo>
                        <a:pt x="11" y="413"/>
                      </a:lnTo>
                      <a:lnTo>
                        <a:pt x="11" y="415"/>
                      </a:lnTo>
                      <a:close/>
                      <a:moveTo>
                        <a:pt x="13" y="415"/>
                      </a:moveTo>
                      <a:lnTo>
                        <a:pt x="11" y="415"/>
                      </a:lnTo>
                      <a:lnTo>
                        <a:pt x="11" y="413"/>
                      </a:lnTo>
                      <a:lnTo>
                        <a:pt x="13" y="413"/>
                      </a:lnTo>
                      <a:lnTo>
                        <a:pt x="13" y="415"/>
                      </a:lnTo>
                      <a:close/>
                      <a:moveTo>
                        <a:pt x="15" y="415"/>
                      </a:moveTo>
                      <a:lnTo>
                        <a:pt x="13" y="415"/>
                      </a:lnTo>
                      <a:lnTo>
                        <a:pt x="15" y="415"/>
                      </a:lnTo>
                      <a:lnTo>
                        <a:pt x="13" y="415"/>
                      </a:lnTo>
                      <a:lnTo>
                        <a:pt x="13" y="417"/>
                      </a:lnTo>
                      <a:lnTo>
                        <a:pt x="11" y="418"/>
                      </a:lnTo>
                      <a:lnTo>
                        <a:pt x="11" y="417"/>
                      </a:lnTo>
                      <a:lnTo>
                        <a:pt x="13" y="415"/>
                      </a:lnTo>
                      <a:lnTo>
                        <a:pt x="11" y="415"/>
                      </a:lnTo>
                      <a:lnTo>
                        <a:pt x="13" y="415"/>
                      </a:lnTo>
                      <a:lnTo>
                        <a:pt x="13" y="413"/>
                      </a:lnTo>
                      <a:lnTo>
                        <a:pt x="15" y="413"/>
                      </a:lnTo>
                      <a:lnTo>
                        <a:pt x="15" y="415"/>
                      </a:lnTo>
                      <a:close/>
                      <a:moveTo>
                        <a:pt x="7" y="413"/>
                      </a:moveTo>
                      <a:lnTo>
                        <a:pt x="9" y="413"/>
                      </a:lnTo>
                      <a:lnTo>
                        <a:pt x="9" y="415"/>
                      </a:lnTo>
                      <a:lnTo>
                        <a:pt x="7" y="415"/>
                      </a:lnTo>
                      <a:lnTo>
                        <a:pt x="6" y="415"/>
                      </a:lnTo>
                      <a:lnTo>
                        <a:pt x="7" y="415"/>
                      </a:lnTo>
                      <a:lnTo>
                        <a:pt x="6" y="415"/>
                      </a:lnTo>
                      <a:lnTo>
                        <a:pt x="6" y="417"/>
                      </a:lnTo>
                      <a:lnTo>
                        <a:pt x="6" y="418"/>
                      </a:lnTo>
                      <a:lnTo>
                        <a:pt x="4" y="420"/>
                      </a:lnTo>
                      <a:lnTo>
                        <a:pt x="4" y="418"/>
                      </a:lnTo>
                      <a:lnTo>
                        <a:pt x="4" y="420"/>
                      </a:lnTo>
                      <a:lnTo>
                        <a:pt x="2" y="420"/>
                      </a:lnTo>
                      <a:lnTo>
                        <a:pt x="2" y="422"/>
                      </a:lnTo>
                      <a:lnTo>
                        <a:pt x="2" y="424"/>
                      </a:lnTo>
                      <a:lnTo>
                        <a:pt x="0" y="424"/>
                      </a:lnTo>
                      <a:lnTo>
                        <a:pt x="0" y="422"/>
                      </a:lnTo>
                      <a:lnTo>
                        <a:pt x="0" y="420"/>
                      </a:lnTo>
                      <a:lnTo>
                        <a:pt x="0" y="422"/>
                      </a:lnTo>
                      <a:lnTo>
                        <a:pt x="2" y="420"/>
                      </a:lnTo>
                      <a:lnTo>
                        <a:pt x="0" y="420"/>
                      </a:lnTo>
                      <a:lnTo>
                        <a:pt x="0" y="418"/>
                      </a:lnTo>
                      <a:lnTo>
                        <a:pt x="2" y="418"/>
                      </a:lnTo>
                      <a:lnTo>
                        <a:pt x="4" y="418"/>
                      </a:lnTo>
                      <a:lnTo>
                        <a:pt x="2" y="418"/>
                      </a:lnTo>
                      <a:lnTo>
                        <a:pt x="2" y="417"/>
                      </a:lnTo>
                      <a:lnTo>
                        <a:pt x="4" y="417"/>
                      </a:lnTo>
                      <a:lnTo>
                        <a:pt x="2" y="417"/>
                      </a:lnTo>
                      <a:lnTo>
                        <a:pt x="4" y="417"/>
                      </a:lnTo>
                      <a:lnTo>
                        <a:pt x="4" y="415"/>
                      </a:lnTo>
                      <a:lnTo>
                        <a:pt x="6" y="415"/>
                      </a:lnTo>
                      <a:lnTo>
                        <a:pt x="6" y="413"/>
                      </a:lnTo>
                      <a:lnTo>
                        <a:pt x="7" y="413"/>
                      </a:lnTo>
                      <a:close/>
                      <a:moveTo>
                        <a:pt x="728" y="486"/>
                      </a:moveTo>
                      <a:lnTo>
                        <a:pt x="728" y="484"/>
                      </a:lnTo>
                      <a:lnTo>
                        <a:pt x="728" y="486"/>
                      </a:lnTo>
                      <a:lnTo>
                        <a:pt x="728" y="488"/>
                      </a:lnTo>
                      <a:lnTo>
                        <a:pt x="728" y="490"/>
                      </a:lnTo>
                      <a:lnTo>
                        <a:pt x="727" y="490"/>
                      </a:lnTo>
                      <a:lnTo>
                        <a:pt x="727" y="488"/>
                      </a:lnTo>
                      <a:lnTo>
                        <a:pt x="727" y="486"/>
                      </a:lnTo>
                      <a:lnTo>
                        <a:pt x="727" y="484"/>
                      </a:lnTo>
                      <a:lnTo>
                        <a:pt x="728" y="484"/>
                      </a:lnTo>
                      <a:lnTo>
                        <a:pt x="728" y="482"/>
                      </a:lnTo>
                      <a:lnTo>
                        <a:pt x="728" y="484"/>
                      </a:lnTo>
                      <a:lnTo>
                        <a:pt x="727" y="484"/>
                      </a:lnTo>
                      <a:lnTo>
                        <a:pt x="727" y="486"/>
                      </a:lnTo>
                      <a:lnTo>
                        <a:pt x="727" y="488"/>
                      </a:lnTo>
                      <a:lnTo>
                        <a:pt x="725" y="488"/>
                      </a:lnTo>
                      <a:lnTo>
                        <a:pt x="725" y="486"/>
                      </a:lnTo>
                      <a:lnTo>
                        <a:pt x="725" y="484"/>
                      </a:lnTo>
                      <a:lnTo>
                        <a:pt x="725" y="486"/>
                      </a:lnTo>
                      <a:lnTo>
                        <a:pt x="725" y="488"/>
                      </a:lnTo>
                      <a:lnTo>
                        <a:pt x="723" y="488"/>
                      </a:lnTo>
                      <a:lnTo>
                        <a:pt x="723" y="486"/>
                      </a:lnTo>
                      <a:lnTo>
                        <a:pt x="721" y="486"/>
                      </a:lnTo>
                      <a:lnTo>
                        <a:pt x="723" y="486"/>
                      </a:lnTo>
                      <a:lnTo>
                        <a:pt x="721" y="486"/>
                      </a:lnTo>
                      <a:lnTo>
                        <a:pt x="723" y="486"/>
                      </a:lnTo>
                      <a:lnTo>
                        <a:pt x="723" y="488"/>
                      </a:lnTo>
                      <a:lnTo>
                        <a:pt x="723" y="490"/>
                      </a:lnTo>
                      <a:lnTo>
                        <a:pt x="723" y="491"/>
                      </a:lnTo>
                      <a:lnTo>
                        <a:pt x="721" y="491"/>
                      </a:lnTo>
                      <a:lnTo>
                        <a:pt x="721" y="490"/>
                      </a:lnTo>
                      <a:lnTo>
                        <a:pt x="721" y="488"/>
                      </a:lnTo>
                      <a:lnTo>
                        <a:pt x="721" y="486"/>
                      </a:lnTo>
                      <a:lnTo>
                        <a:pt x="721" y="488"/>
                      </a:lnTo>
                      <a:lnTo>
                        <a:pt x="721" y="490"/>
                      </a:lnTo>
                      <a:lnTo>
                        <a:pt x="719" y="490"/>
                      </a:lnTo>
                      <a:lnTo>
                        <a:pt x="719" y="488"/>
                      </a:lnTo>
                      <a:lnTo>
                        <a:pt x="719" y="490"/>
                      </a:lnTo>
                      <a:lnTo>
                        <a:pt x="717" y="490"/>
                      </a:lnTo>
                      <a:lnTo>
                        <a:pt x="717" y="488"/>
                      </a:lnTo>
                      <a:lnTo>
                        <a:pt x="717" y="490"/>
                      </a:lnTo>
                      <a:lnTo>
                        <a:pt x="719" y="490"/>
                      </a:lnTo>
                      <a:lnTo>
                        <a:pt x="717" y="490"/>
                      </a:lnTo>
                      <a:lnTo>
                        <a:pt x="717" y="491"/>
                      </a:lnTo>
                      <a:lnTo>
                        <a:pt x="719" y="493"/>
                      </a:lnTo>
                      <a:lnTo>
                        <a:pt x="717" y="493"/>
                      </a:lnTo>
                      <a:lnTo>
                        <a:pt x="717" y="491"/>
                      </a:lnTo>
                      <a:lnTo>
                        <a:pt x="717" y="493"/>
                      </a:lnTo>
                      <a:lnTo>
                        <a:pt x="719" y="493"/>
                      </a:lnTo>
                      <a:lnTo>
                        <a:pt x="717" y="493"/>
                      </a:lnTo>
                      <a:lnTo>
                        <a:pt x="716" y="493"/>
                      </a:lnTo>
                      <a:lnTo>
                        <a:pt x="716" y="491"/>
                      </a:lnTo>
                      <a:lnTo>
                        <a:pt x="716" y="490"/>
                      </a:lnTo>
                      <a:lnTo>
                        <a:pt x="714" y="490"/>
                      </a:lnTo>
                      <a:lnTo>
                        <a:pt x="714" y="488"/>
                      </a:lnTo>
                      <a:lnTo>
                        <a:pt x="714" y="486"/>
                      </a:lnTo>
                      <a:lnTo>
                        <a:pt x="714" y="484"/>
                      </a:lnTo>
                      <a:lnTo>
                        <a:pt x="716" y="484"/>
                      </a:lnTo>
                      <a:lnTo>
                        <a:pt x="716" y="482"/>
                      </a:lnTo>
                      <a:lnTo>
                        <a:pt x="716" y="481"/>
                      </a:lnTo>
                      <a:lnTo>
                        <a:pt x="716" y="479"/>
                      </a:lnTo>
                      <a:lnTo>
                        <a:pt x="716" y="477"/>
                      </a:lnTo>
                      <a:lnTo>
                        <a:pt x="714" y="477"/>
                      </a:lnTo>
                      <a:lnTo>
                        <a:pt x="712" y="477"/>
                      </a:lnTo>
                      <a:lnTo>
                        <a:pt x="710" y="477"/>
                      </a:lnTo>
                      <a:lnTo>
                        <a:pt x="712" y="475"/>
                      </a:lnTo>
                      <a:lnTo>
                        <a:pt x="712" y="473"/>
                      </a:lnTo>
                      <a:lnTo>
                        <a:pt x="712" y="471"/>
                      </a:lnTo>
                      <a:lnTo>
                        <a:pt x="712" y="470"/>
                      </a:lnTo>
                      <a:lnTo>
                        <a:pt x="714" y="470"/>
                      </a:lnTo>
                      <a:lnTo>
                        <a:pt x="714" y="468"/>
                      </a:lnTo>
                      <a:lnTo>
                        <a:pt x="712" y="468"/>
                      </a:lnTo>
                      <a:lnTo>
                        <a:pt x="714" y="468"/>
                      </a:lnTo>
                      <a:lnTo>
                        <a:pt x="714" y="466"/>
                      </a:lnTo>
                      <a:lnTo>
                        <a:pt x="716" y="466"/>
                      </a:lnTo>
                      <a:lnTo>
                        <a:pt x="717" y="466"/>
                      </a:lnTo>
                      <a:lnTo>
                        <a:pt x="717" y="464"/>
                      </a:lnTo>
                      <a:lnTo>
                        <a:pt x="719" y="464"/>
                      </a:lnTo>
                      <a:lnTo>
                        <a:pt x="721" y="464"/>
                      </a:lnTo>
                      <a:lnTo>
                        <a:pt x="721" y="462"/>
                      </a:lnTo>
                      <a:lnTo>
                        <a:pt x="721" y="460"/>
                      </a:lnTo>
                      <a:lnTo>
                        <a:pt x="721" y="459"/>
                      </a:lnTo>
                      <a:lnTo>
                        <a:pt x="721" y="457"/>
                      </a:lnTo>
                      <a:lnTo>
                        <a:pt x="721" y="455"/>
                      </a:lnTo>
                      <a:lnTo>
                        <a:pt x="721" y="453"/>
                      </a:lnTo>
                      <a:lnTo>
                        <a:pt x="723" y="453"/>
                      </a:lnTo>
                      <a:lnTo>
                        <a:pt x="723" y="451"/>
                      </a:lnTo>
                      <a:lnTo>
                        <a:pt x="723" y="449"/>
                      </a:lnTo>
                      <a:lnTo>
                        <a:pt x="723" y="448"/>
                      </a:lnTo>
                      <a:lnTo>
                        <a:pt x="725" y="448"/>
                      </a:lnTo>
                      <a:lnTo>
                        <a:pt x="725" y="446"/>
                      </a:lnTo>
                      <a:lnTo>
                        <a:pt x="727" y="446"/>
                      </a:lnTo>
                      <a:lnTo>
                        <a:pt x="727" y="444"/>
                      </a:lnTo>
                      <a:lnTo>
                        <a:pt x="725" y="444"/>
                      </a:lnTo>
                      <a:lnTo>
                        <a:pt x="725" y="442"/>
                      </a:lnTo>
                      <a:lnTo>
                        <a:pt x="725" y="440"/>
                      </a:lnTo>
                      <a:lnTo>
                        <a:pt x="723" y="440"/>
                      </a:lnTo>
                      <a:lnTo>
                        <a:pt x="721" y="440"/>
                      </a:lnTo>
                      <a:lnTo>
                        <a:pt x="721" y="438"/>
                      </a:lnTo>
                      <a:lnTo>
                        <a:pt x="721" y="437"/>
                      </a:lnTo>
                      <a:lnTo>
                        <a:pt x="719" y="437"/>
                      </a:lnTo>
                      <a:lnTo>
                        <a:pt x="719" y="435"/>
                      </a:lnTo>
                      <a:lnTo>
                        <a:pt x="721" y="435"/>
                      </a:lnTo>
                      <a:lnTo>
                        <a:pt x="721" y="437"/>
                      </a:lnTo>
                      <a:lnTo>
                        <a:pt x="721" y="435"/>
                      </a:lnTo>
                      <a:lnTo>
                        <a:pt x="721" y="433"/>
                      </a:lnTo>
                      <a:lnTo>
                        <a:pt x="723" y="433"/>
                      </a:lnTo>
                      <a:lnTo>
                        <a:pt x="721" y="433"/>
                      </a:lnTo>
                      <a:lnTo>
                        <a:pt x="723" y="433"/>
                      </a:lnTo>
                      <a:lnTo>
                        <a:pt x="721" y="433"/>
                      </a:lnTo>
                      <a:lnTo>
                        <a:pt x="721" y="431"/>
                      </a:lnTo>
                      <a:lnTo>
                        <a:pt x="721" y="429"/>
                      </a:lnTo>
                      <a:lnTo>
                        <a:pt x="719" y="429"/>
                      </a:lnTo>
                      <a:lnTo>
                        <a:pt x="717" y="429"/>
                      </a:lnTo>
                      <a:lnTo>
                        <a:pt x="719" y="429"/>
                      </a:lnTo>
                      <a:lnTo>
                        <a:pt x="717" y="429"/>
                      </a:lnTo>
                      <a:lnTo>
                        <a:pt x="719" y="429"/>
                      </a:lnTo>
                      <a:lnTo>
                        <a:pt x="721" y="429"/>
                      </a:lnTo>
                      <a:lnTo>
                        <a:pt x="721" y="431"/>
                      </a:lnTo>
                      <a:lnTo>
                        <a:pt x="721" y="433"/>
                      </a:lnTo>
                      <a:lnTo>
                        <a:pt x="723" y="433"/>
                      </a:lnTo>
                      <a:lnTo>
                        <a:pt x="721" y="433"/>
                      </a:lnTo>
                      <a:lnTo>
                        <a:pt x="721" y="435"/>
                      </a:lnTo>
                      <a:lnTo>
                        <a:pt x="721" y="437"/>
                      </a:lnTo>
                      <a:lnTo>
                        <a:pt x="721" y="435"/>
                      </a:lnTo>
                      <a:lnTo>
                        <a:pt x="719" y="435"/>
                      </a:lnTo>
                      <a:lnTo>
                        <a:pt x="719" y="437"/>
                      </a:lnTo>
                      <a:lnTo>
                        <a:pt x="721" y="437"/>
                      </a:lnTo>
                      <a:lnTo>
                        <a:pt x="721" y="438"/>
                      </a:lnTo>
                      <a:lnTo>
                        <a:pt x="719" y="438"/>
                      </a:lnTo>
                      <a:lnTo>
                        <a:pt x="721" y="438"/>
                      </a:lnTo>
                      <a:lnTo>
                        <a:pt x="721" y="440"/>
                      </a:lnTo>
                      <a:lnTo>
                        <a:pt x="723" y="440"/>
                      </a:lnTo>
                      <a:lnTo>
                        <a:pt x="725" y="440"/>
                      </a:lnTo>
                      <a:lnTo>
                        <a:pt x="725" y="442"/>
                      </a:lnTo>
                      <a:lnTo>
                        <a:pt x="725" y="444"/>
                      </a:lnTo>
                      <a:lnTo>
                        <a:pt x="727" y="444"/>
                      </a:lnTo>
                      <a:lnTo>
                        <a:pt x="727" y="446"/>
                      </a:lnTo>
                      <a:lnTo>
                        <a:pt x="725" y="446"/>
                      </a:lnTo>
                      <a:lnTo>
                        <a:pt x="725" y="448"/>
                      </a:lnTo>
                      <a:lnTo>
                        <a:pt x="723" y="448"/>
                      </a:lnTo>
                      <a:lnTo>
                        <a:pt x="723" y="449"/>
                      </a:lnTo>
                      <a:lnTo>
                        <a:pt x="723" y="451"/>
                      </a:lnTo>
                      <a:lnTo>
                        <a:pt x="723" y="453"/>
                      </a:lnTo>
                      <a:lnTo>
                        <a:pt x="721" y="453"/>
                      </a:lnTo>
                      <a:lnTo>
                        <a:pt x="721" y="455"/>
                      </a:lnTo>
                      <a:lnTo>
                        <a:pt x="721" y="457"/>
                      </a:lnTo>
                      <a:lnTo>
                        <a:pt x="719" y="457"/>
                      </a:lnTo>
                      <a:lnTo>
                        <a:pt x="721" y="457"/>
                      </a:lnTo>
                      <a:lnTo>
                        <a:pt x="721" y="459"/>
                      </a:lnTo>
                      <a:lnTo>
                        <a:pt x="721" y="460"/>
                      </a:lnTo>
                      <a:lnTo>
                        <a:pt x="721" y="462"/>
                      </a:lnTo>
                      <a:lnTo>
                        <a:pt x="721" y="464"/>
                      </a:lnTo>
                      <a:lnTo>
                        <a:pt x="719" y="464"/>
                      </a:lnTo>
                      <a:lnTo>
                        <a:pt x="717" y="464"/>
                      </a:lnTo>
                      <a:lnTo>
                        <a:pt x="717" y="466"/>
                      </a:lnTo>
                      <a:lnTo>
                        <a:pt x="716" y="466"/>
                      </a:lnTo>
                      <a:lnTo>
                        <a:pt x="714" y="466"/>
                      </a:lnTo>
                      <a:lnTo>
                        <a:pt x="714" y="468"/>
                      </a:lnTo>
                      <a:lnTo>
                        <a:pt x="712" y="468"/>
                      </a:lnTo>
                      <a:lnTo>
                        <a:pt x="714" y="470"/>
                      </a:lnTo>
                      <a:lnTo>
                        <a:pt x="712" y="470"/>
                      </a:lnTo>
                      <a:lnTo>
                        <a:pt x="712" y="471"/>
                      </a:lnTo>
                      <a:lnTo>
                        <a:pt x="712" y="473"/>
                      </a:lnTo>
                      <a:lnTo>
                        <a:pt x="712" y="475"/>
                      </a:lnTo>
                      <a:lnTo>
                        <a:pt x="710" y="475"/>
                      </a:lnTo>
                      <a:lnTo>
                        <a:pt x="710" y="477"/>
                      </a:lnTo>
                      <a:lnTo>
                        <a:pt x="708" y="477"/>
                      </a:lnTo>
                      <a:lnTo>
                        <a:pt x="708" y="475"/>
                      </a:lnTo>
                      <a:lnTo>
                        <a:pt x="707" y="475"/>
                      </a:lnTo>
                      <a:lnTo>
                        <a:pt x="707" y="473"/>
                      </a:lnTo>
                      <a:lnTo>
                        <a:pt x="707" y="471"/>
                      </a:lnTo>
                      <a:lnTo>
                        <a:pt x="707" y="470"/>
                      </a:lnTo>
                      <a:lnTo>
                        <a:pt x="707" y="468"/>
                      </a:lnTo>
                      <a:lnTo>
                        <a:pt x="705" y="468"/>
                      </a:lnTo>
                      <a:lnTo>
                        <a:pt x="705" y="466"/>
                      </a:lnTo>
                      <a:lnTo>
                        <a:pt x="703" y="464"/>
                      </a:lnTo>
                      <a:lnTo>
                        <a:pt x="703" y="462"/>
                      </a:lnTo>
                      <a:lnTo>
                        <a:pt x="703" y="464"/>
                      </a:lnTo>
                      <a:lnTo>
                        <a:pt x="703" y="466"/>
                      </a:lnTo>
                      <a:lnTo>
                        <a:pt x="705" y="466"/>
                      </a:lnTo>
                      <a:lnTo>
                        <a:pt x="705" y="468"/>
                      </a:lnTo>
                      <a:lnTo>
                        <a:pt x="705" y="470"/>
                      </a:lnTo>
                      <a:lnTo>
                        <a:pt x="707" y="470"/>
                      </a:lnTo>
                      <a:lnTo>
                        <a:pt x="707" y="471"/>
                      </a:lnTo>
                      <a:lnTo>
                        <a:pt x="707" y="473"/>
                      </a:lnTo>
                      <a:lnTo>
                        <a:pt x="707" y="471"/>
                      </a:lnTo>
                      <a:lnTo>
                        <a:pt x="707" y="473"/>
                      </a:lnTo>
                      <a:lnTo>
                        <a:pt x="707" y="471"/>
                      </a:lnTo>
                      <a:lnTo>
                        <a:pt x="707" y="473"/>
                      </a:lnTo>
                      <a:lnTo>
                        <a:pt x="707" y="475"/>
                      </a:lnTo>
                      <a:lnTo>
                        <a:pt x="708" y="477"/>
                      </a:lnTo>
                      <a:lnTo>
                        <a:pt x="710" y="477"/>
                      </a:lnTo>
                      <a:lnTo>
                        <a:pt x="712" y="477"/>
                      </a:lnTo>
                      <a:lnTo>
                        <a:pt x="714" y="477"/>
                      </a:lnTo>
                      <a:lnTo>
                        <a:pt x="714" y="479"/>
                      </a:lnTo>
                      <a:lnTo>
                        <a:pt x="716" y="481"/>
                      </a:lnTo>
                      <a:lnTo>
                        <a:pt x="714" y="481"/>
                      </a:lnTo>
                      <a:lnTo>
                        <a:pt x="714" y="482"/>
                      </a:lnTo>
                      <a:lnTo>
                        <a:pt x="712" y="482"/>
                      </a:lnTo>
                      <a:lnTo>
                        <a:pt x="712" y="484"/>
                      </a:lnTo>
                      <a:lnTo>
                        <a:pt x="710" y="484"/>
                      </a:lnTo>
                      <a:lnTo>
                        <a:pt x="710" y="482"/>
                      </a:lnTo>
                      <a:lnTo>
                        <a:pt x="708" y="481"/>
                      </a:lnTo>
                      <a:lnTo>
                        <a:pt x="707" y="481"/>
                      </a:lnTo>
                      <a:lnTo>
                        <a:pt x="705" y="479"/>
                      </a:lnTo>
                      <a:lnTo>
                        <a:pt x="703" y="479"/>
                      </a:lnTo>
                      <a:lnTo>
                        <a:pt x="705" y="479"/>
                      </a:lnTo>
                      <a:lnTo>
                        <a:pt x="707" y="481"/>
                      </a:lnTo>
                      <a:lnTo>
                        <a:pt x="708" y="481"/>
                      </a:lnTo>
                      <a:lnTo>
                        <a:pt x="708" y="482"/>
                      </a:lnTo>
                      <a:lnTo>
                        <a:pt x="710" y="482"/>
                      </a:lnTo>
                      <a:lnTo>
                        <a:pt x="710" y="484"/>
                      </a:lnTo>
                      <a:lnTo>
                        <a:pt x="710" y="486"/>
                      </a:lnTo>
                      <a:lnTo>
                        <a:pt x="708" y="486"/>
                      </a:lnTo>
                      <a:lnTo>
                        <a:pt x="708" y="488"/>
                      </a:lnTo>
                      <a:lnTo>
                        <a:pt x="708" y="490"/>
                      </a:lnTo>
                      <a:lnTo>
                        <a:pt x="707" y="490"/>
                      </a:lnTo>
                      <a:lnTo>
                        <a:pt x="707" y="491"/>
                      </a:lnTo>
                      <a:lnTo>
                        <a:pt x="705" y="491"/>
                      </a:lnTo>
                      <a:lnTo>
                        <a:pt x="705" y="490"/>
                      </a:lnTo>
                      <a:lnTo>
                        <a:pt x="703" y="490"/>
                      </a:lnTo>
                      <a:lnTo>
                        <a:pt x="705" y="490"/>
                      </a:lnTo>
                      <a:lnTo>
                        <a:pt x="703" y="490"/>
                      </a:lnTo>
                      <a:lnTo>
                        <a:pt x="705" y="491"/>
                      </a:lnTo>
                      <a:lnTo>
                        <a:pt x="705" y="493"/>
                      </a:lnTo>
                      <a:lnTo>
                        <a:pt x="703" y="493"/>
                      </a:lnTo>
                      <a:lnTo>
                        <a:pt x="705" y="493"/>
                      </a:lnTo>
                      <a:lnTo>
                        <a:pt x="705" y="491"/>
                      </a:lnTo>
                      <a:lnTo>
                        <a:pt x="705" y="493"/>
                      </a:lnTo>
                      <a:lnTo>
                        <a:pt x="703" y="493"/>
                      </a:lnTo>
                      <a:lnTo>
                        <a:pt x="701" y="493"/>
                      </a:lnTo>
                      <a:lnTo>
                        <a:pt x="703" y="493"/>
                      </a:lnTo>
                      <a:lnTo>
                        <a:pt x="701" y="495"/>
                      </a:lnTo>
                      <a:lnTo>
                        <a:pt x="699" y="495"/>
                      </a:lnTo>
                      <a:lnTo>
                        <a:pt x="697" y="497"/>
                      </a:lnTo>
                      <a:lnTo>
                        <a:pt x="696" y="497"/>
                      </a:lnTo>
                      <a:lnTo>
                        <a:pt x="692" y="497"/>
                      </a:lnTo>
                      <a:lnTo>
                        <a:pt x="690" y="497"/>
                      </a:lnTo>
                      <a:lnTo>
                        <a:pt x="690" y="499"/>
                      </a:lnTo>
                      <a:lnTo>
                        <a:pt x="688" y="499"/>
                      </a:lnTo>
                      <a:lnTo>
                        <a:pt x="686" y="501"/>
                      </a:lnTo>
                      <a:lnTo>
                        <a:pt x="686" y="499"/>
                      </a:lnTo>
                      <a:lnTo>
                        <a:pt x="685" y="499"/>
                      </a:lnTo>
                      <a:lnTo>
                        <a:pt x="683" y="499"/>
                      </a:lnTo>
                      <a:lnTo>
                        <a:pt x="685" y="499"/>
                      </a:lnTo>
                      <a:lnTo>
                        <a:pt x="685" y="497"/>
                      </a:lnTo>
                      <a:lnTo>
                        <a:pt x="683" y="495"/>
                      </a:lnTo>
                      <a:lnTo>
                        <a:pt x="685" y="495"/>
                      </a:lnTo>
                      <a:lnTo>
                        <a:pt x="683" y="495"/>
                      </a:lnTo>
                      <a:lnTo>
                        <a:pt x="681" y="495"/>
                      </a:lnTo>
                      <a:lnTo>
                        <a:pt x="679" y="495"/>
                      </a:lnTo>
                      <a:lnTo>
                        <a:pt x="679" y="493"/>
                      </a:lnTo>
                      <a:lnTo>
                        <a:pt x="681" y="493"/>
                      </a:lnTo>
                      <a:lnTo>
                        <a:pt x="679" y="493"/>
                      </a:lnTo>
                      <a:lnTo>
                        <a:pt x="679" y="491"/>
                      </a:lnTo>
                      <a:lnTo>
                        <a:pt x="681" y="491"/>
                      </a:lnTo>
                      <a:lnTo>
                        <a:pt x="681" y="490"/>
                      </a:lnTo>
                      <a:lnTo>
                        <a:pt x="681" y="488"/>
                      </a:lnTo>
                      <a:lnTo>
                        <a:pt x="681" y="486"/>
                      </a:lnTo>
                      <a:lnTo>
                        <a:pt x="681" y="484"/>
                      </a:lnTo>
                      <a:lnTo>
                        <a:pt x="679" y="482"/>
                      </a:lnTo>
                      <a:lnTo>
                        <a:pt x="677" y="482"/>
                      </a:lnTo>
                      <a:lnTo>
                        <a:pt x="677" y="481"/>
                      </a:lnTo>
                      <a:lnTo>
                        <a:pt x="677" y="482"/>
                      </a:lnTo>
                      <a:lnTo>
                        <a:pt x="679" y="482"/>
                      </a:lnTo>
                      <a:lnTo>
                        <a:pt x="679" y="484"/>
                      </a:lnTo>
                      <a:lnTo>
                        <a:pt x="681" y="484"/>
                      </a:lnTo>
                      <a:lnTo>
                        <a:pt x="681" y="486"/>
                      </a:lnTo>
                      <a:lnTo>
                        <a:pt x="681" y="488"/>
                      </a:lnTo>
                      <a:lnTo>
                        <a:pt x="681" y="490"/>
                      </a:lnTo>
                      <a:lnTo>
                        <a:pt x="681" y="491"/>
                      </a:lnTo>
                      <a:lnTo>
                        <a:pt x="679" y="491"/>
                      </a:lnTo>
                      <a:lnTo>
                        <a:pt x="679" y="493"/>
                      </a:lnTo>
                      <a:lnTo>
                        <a:pt x="681" y="493"/>
                      </a:lnTo>
                      <a:lnTo>
                        <a:pt x="679" y="493"/>
                      </a:lnTo>
                      <a:lnTo>
                        <a:pt x="679" y="495"/>
                      </a:lnTo>
                      <a:lnTo>
                        <a:pt x="681" y="495"/>
                      </a:lnTo>
                      <a:lnTo>
                        <a:pt x="683" y="495"/>
                      </a:lnTo>
                      <a:lnTo>
                        <a:pt x="683" y="497"/>
                      </a:lnTo>
                      <a:lnTo>
                        <a:pt x="685" y="497"/>
                      </a:lnTo>
                      <a:lnTo>
                        <a:pt x="685" y="499"/>
                      </a:lnTo>
                      <a:lnTo>
                        <a:pt x="683" y="499"/>
                      </a:lnTo>
                      <a:lnTo>
                        <a:pt x="685" y="499"/>
                      </a:lnTo>
                      <a:lnTo>
                        <a:pt x="685" y="501"/>
                      </a:lnTo>
                      <a:lnTo>
                        <a:pt x="686" y="501"/>
                      </a:lnTo>
                      <a:lnTo>
                        <a:pt x="685" y="501"/>
                      </a:lnTo>
                      <a:lnTo>
                        <a:pt x="683" y="501"/>
                      </a:lnTo>
                      <a:lnTo>
                        <a:pt x="681" y="501"/>
                      </a:lnTo>
                      <a:lnTo>
                        <a:pt x="679" y="501"/>
                      </a:lnTo>
                      <a:lnTo>
                        <a:pt x="677" y="501"/>
                      </a:lnTo>
                      <a:lnTo>
                        <a:pt x="677" y="502"/>
                      </a:lnTo>
                      <a:lnTo>
                        <a:pt x="677" y="501"/>
                      </a:lnTo>
                      <a:lnTo>
                        <a:pt x="675" y="501"/>
                      </a:lnTo>
                      <a:lnTo>
                        <a:pt x="677" y="501"/>
                      </a:lnTo>
                      <a:lnTo>
                        <a:pt x="677" y="502"/>
                      </a:lnTo>
                      <a:lnTo>
                        <a:pt x="675" y="502"/>
                      </a:lnTo>
                      <a:lnTo>
                        <a:pt x="674" y="502"/>
                      </a:lnTo>
                      <a:lnTo>
                        <a:pt x="672" y="502"/>
                      </a:lnTo>
                      <a:lnTo>
                        <a:pt x="670" y="502"/>
                      </a:lnTo>
                      <a:lnTo>
                        <a:pt x="672" y="502"/>
                      </a:lnTo>
                      <a:lnTo>
                        <a:pt x="670" y="502"/>
                      </a:lnTo>
                      <a:lnTo>
                        <a:pt x="670" y="501"/>
                      </a:lnTo>
                      <a:lnTo>
                        <a:pt x="670" y="502"/>
                      </a:lnTo>
                      <a:lnTo>
                        <a:pt x="672" y="502"/>
                      </a:lnTo>
                      <a:lnTo>
                        <a:pt x="670" y="502"/>
                      </a:lnTo>
                      <a:lnTo>
                        <a:pt x="672" y="502"/>
                      </a:lnTo>
                      <a:lnTo>
                        <a:pt x="674" y="502"/>
                      </a:lnTo>
                      <a:lnTo>
                        <a:pt x="675" y="502"/>
                      </a:lnTo>
                      <a:lnTo>
                        <a:pt x="675" y="504"/>
                      </a:lnTo>
                      <a:lnTo>
                        <a:pt x="675" y="502"/>
                      </a:lnTo>
                      <a:lnTo>
                        <a:pt x="674" y="504"/>
                      </a:lnTo>
                      <a:lnTo>
                        <a:pt x="672" y="504"/>
                      </a:lnTo>
                      <a:lnTo>
                        <a:pt x="672" y="506"/>
                      </a:lnTo>
                      <a:lnTo>
                        <a:pt x="670" y="506"/>
                      </a:lnTo>
                      <a:lnTo>
                        <a:pt x="670" y="508"/>
                      </a:lnTo>
                      <a:lnTo>
                        <a:pt x="668" y="508"/>
                      </a:lnTo>
                      <a:lnTo>
                        <a:pt x="668" y="510"/>
                      </a:lnTo>
                      <a:lnTo>
                        <a:pt x="666" y="512"/>
                      </a:lnTo>
                      <a:lnTo>
                        <a:pt x="666" y="513"/>
                      </a:lnTo>
                      <a:lnTo>
                        <a:pt x="666" y="515"/>
                      </a:lnTo>
                      <a:lnTo>
                        <a:pt x="666" y="517"/>
                      </a:lnTo>
                      <a:lnTo>
                        <a:pt x="668" y="517"/>
                      </a:lnTo>
                      <a:lnTo>
                        <a:pt x="668" y="519"/>
                      </a:lnTo>
                      <a:lnTo>
                        <a:pt x="668" y="521"/>
                      </a:lnTo>
                      <a:lnTo>
                        <a:pt x="670" y="521"/>
                      </a:lnTo>
                      <a:lnTo>
                        <a:pt x="670" y="523"/>
                      </a:lnTo>
                      <a:lnTo>
                        <a:pt x="670" y="524"/>
                      </a:lnTo>
                      <a:lnTo>
                        <a:pt x="672" y="524"/>
                      </a:lnTo>
                      <a:lnTo>
                        <a:pt x="672" y="526"/>
                      </a:lnTo>
                      <a:lnTo>
                        <a:pt x="672" y="528"/>
                      </a:lnTo>
                      <a:lnTo>
                        <a:pt x="670" y="528"/>
                      </a:lnTo>
                      <a:lnTo>
                        <a:pt x="668" y="528"/>
                      </a:lnTo>
                      <a:lnTo>
                        <a:pt x="666" y="528"/>
                      </a:lnTo>
                      <a:lnTo>
                        <a:pt x="666" y="530"/>
                      </a:lnTo>
                      <a:lnTo>
                        <a:pt x="665" y="530"/>
                      </a:lnTo>
                      <a:lnTo>
                        <a:pt x="665" y="532"/>
                      </a:lnTo>
                      <a:lnTo>
                        <a:pt x="665" y="534"/>
                      </a:lnTo>
                      <a:lnTo>
                        <a:pt x="663" y="534"/>
                      </a:lnTo>
                      <a:lnTo>
                        <a:pt x="665" y="532"/>
                      </a:lnTo>
                      <a:lnTo>
                        <a:pt x="663" y="532"/>
                      </a:lnTo>
                      <a:lnTo>
                        <a:pt x="661" y="532"/>
                      </a:lnTo>
                      <a:lnTo>
                        <a:pt x="661" y="530"/>
                      </a:lnTo>
                      <a:lnTo>
                        <a:pt x="659" y="532"/>
                      </a:lnTo>
                      <a:lnTo>
                        <a:pt x="659" y="530"/>
                      </a:lnTo>
                      <a:lnTo>
                        <a:pt x="657" y="530"/>
                      </a:lnTo>
                      <a:lnTo>
                        <a:pt x="655" y="532"/>
                      </a:lnTo>
                      <a:lnTo>
                        <a:pt x="655" y="530"/>
                      </a:lnTo>
                      <a:lnTo>
                        <a:pt x="655" y="532"/>
                      </a:lnTo>
                      <a:lnTo>
                        <a:pt x="654" y="532"/>
                      </a:lnTo>
                      <a:lnTo>
                        <a:pt x="652" y="532"/>
                      </a:lnTo>
                      <a:lnTo>
                        <a:pt x="652" y="530"/>
                      </a:lnTo>
                      <a:lnTo>
                        <a:pt x="650" y="530"/>
                      </a:lnTo>
                      <a:lnTo>
                        <a:pt x="650" y="528"/>
                      </a:lnTo>
                      <a:lnTo>
                        <a:pt x="648" y="528"/>
                      </a:lnTo>
                      <a:lnTo>
                        <a:pt x="646" y="528"/>
                      </a:lnTo>
                      <a:lnTo>
                        <a:pt x="646" y="526"/>
                      </a:lnTo>
                      <a:lnTo>
                        <a:pt x="644" y="526"/>
                      </a:lnTo>
                      <a:lnTo>
                        <a:pt x="644" y="524"/>
                      </a:lnTo>
                      <a:lnTo>
                        <a:pt x="643" y="524"/>
                      </a:lnTo>
                      <a:lnTo>
                        <a:pt x="641" y="524"/>
                      </a:lnTo>
                      <a:lnTo>
                        <a:pt x="639" y="524"/>
                      </a:lnTo>
                      <a:lnTo>
                        <a:pt x="637" y="524"/>
                      </a:lnTo>
                      <a:lnTo>
                        <a:pt x="635" y="524"/>
                      </a:lnTo>
                      <a:lnTo>
                        <a:pt x="635" y="526"/>
                      </a:lnTo>
                      <a:lnTo>
                        <a:pt x="634" y="526"/>
                      </a:lnTo>
                      <a:lnTo>
                        <a:pt x="632" y="524"/>
                      </a:lnTo>
                      <a:lnTo>
                        <a:pt x="630" y="524"/>
                      </a:lnTo>
                      <a:lnTo>
                        <a:pt x="628" y="524"/>
                      </a:lnTo>
                      <a:lnTo>
                        <a:pt x="626" y="524"/>
                      </a:lnTo>
                      <a:lnTo>
                        <a:pt x="626" y="526"/>
                      </a:lnTo>
                      <a:lnTo>
                        <a:pt x="624" y="526"/>
                      </a:lnTo>
                      <a:lnTo>
                        <a:pt x="623" y="526"/>
                      </a:lnTo>
                      <a:lnTo>
                        <a:pt x="623" y="528"/>
                      </a:lnTo>
                      <a:lnTo>
                        <a:pt x="623" y="530"/>
                      </a:lnTo>
                      <a:lnTo>
                        <a:pt x="621" y="530"/>
                      </a:lnTo>
                      <a:lnTo>
                        <a:pt x="621" y="528"/>
                      </a:lnTo>
                      <a:lnTo>
                        <a:pt x="619" y="528"/>
                      </a:lnTo>
                      <a:lnTo>
                        <a:pt x="617" y="528"/>
                      </a:lnTo>
                      <a:lnTo>
                        <a:pt x="615" y="528"/>
                      </a:lnTo>
                      <a:lnTo>
                        <a:pt x="615" y="526"/>
                      </a:lnTo>
                      <a:lnTo>
                        <a:pt x="613" y="526"/>
                      </a:lnTo>
                      <a:lnTo>
                        <a:pt x="612" y="526"/>
                      </a:lnTo>
                      <a:lnTo>
                        <a:pt x="612" y="524"/>
                      </a:lnTo>
                      <a:lnTo>
                        <a:pt x="610" y="524"/>
                      </a:lnTo>
                      <a:lnTo>
                        <a:pt x="610" y="523"/>
                      </a:lnTo>
                      <a:lnTo>
                        <a:pt x="610" y="521"/>
                      </a:lnTo>
                      <a:lnTo>
                        <a:pt x="610" y="519"/>
                      </a:lnTo>
                      <a:lnTo>
                        <a:pt x="608" y="519"/>
                      </a:lnTo>
                      <a:lnTo>
                        <a:pt x="606" y="519"/>
                      </a:lnTo>
                      <a:lnTo>
                        <a:pt x="606" y="517"/>
                      </a:lnTo>
                      <a:lnTo>
                        <a:pt x="604" y="517"/>
                      </a:lnTo>
                      <a:lnTo>
                        <a:pt x="606" y="517"/>
                      </a:lnTo>
                      <a:lnTo>
                        <a:pt x="606" y="515"/>
                      </a:lnTo>
                      <a:lnTo>
                        <a:pt x="606" y="513"/>
                      </a:lnTo>
                      <a:lnTo>
                        <a:pt x="604" y="513"/>
                      </a:lnTo>
                      <a:lnTo>
                        <a:pt x="602" y="513"/>
                      </a:lnTo>
                      <a:lnTo>
                        <a:pt x="602" y="512"/>
                      </a:lnTo>
                      <a:lnTo>
                        <a:pt x="602" y="510"/>
                      </a:lnTo>
                      <a:lnTo>
                        <a:pt x="602" y="512"/>
                      </a:lnTo>
                      <a:lnTo>
                        <a:pt x="602" y="513"/>
                      </a:lnTo>
                      <a:lnTo>
                        <a:pt x="604" y="513"/>
                      </a:lnTo>
                      <a:lnTo>
                        <a:pt x="606" y="513"/>
                      </a:lnTo>
                      <a:lnTo>
                        <a:pt x="606" y="515"/>
                      </a:lnTo>
                      <a:lnTo>
                        <a:pt x="604" y="517"/>
                      </a:lnTo>
                      <a:lnTo>
                        <a:pt x="606" y="517"/>
                      </a:lnTo>
                      <a:lnTo>
                        <a:pt x="606" y="519"/>
                      </a:lnTo>
                      <a:lnTo>
                        <a:pt x="608" y="519"/>
                      </a:lnTo>
                      <a:lnTo>
                        <a:pt x="610" y="519"/>
                      </a:lnTo>
                      <a:lnTo>
                        <a:pt x="610" y="521"/>
                      </a:lnTo>
                      <a:lnTo>
                        <a:pt x="610" y="523"/>
                      </a:lnTo>
                      <a:lnTo>
                        <a:pt x="610" y="524"/>
                      </a:lnTo>
                      <a:lnTo>
                        <a:pt x="612" y="524"/>
                      </a:lnTo>
                      <a:lnTo>
                        <a:pt x="612" y="526"/>
                      </a:lnTo>
                      <a:lnTo>
                        <a:pt x="613" y="526"/>
                      </a:lnTo>
                      <a:lnTo>
                        <a:pt x="615" y="526"/>
                      </a:lnTo>
                      <a:lnTo>
                        <a:pt x="615" y="528"/>
                      </a:lnTo>
                      <a:lnTo>
                        <a:pt x="617" y="528"/>
                      </a:lnTo>
                      <a:lnTo>
                        <a:pt x="619" y="528"/>
                      </a:lnTo>
                      <a:lnTo>
                        <a:pt x="619" y="530"/>
                      </a:lnTo>
                      <a:lnTo>
                        <a:pt x="621" y="530"/>
                      </a:lnTo>
                      <a:lnTo>
                        <a:pt x="623" y="530"/>
                      </a:lnTo>
                      <a:lnTo>
                        <a:pt x="623" y="528"/>
                      </a:lnTo>
                      <a:lnTo>
                        <a:pt x="624" y="526"/>
                      </a:lnTo>
                      <a:lnTo>
                        <a:pt x="626" y="526"/>
                      </a:lnTo>
                      <a:lnTo>
                        <a:pt x="626" y="524"/>
                      </a:lnTo>
                      <a:lnTo>
                        <a:pt x="628" y="524"/>
                      </a:lnTo>
                      <a:lnTo>
                        <a:pt x="630" y="524"/>
                      </a:lnTo>
                      <a:lnTo>
                        <a:pt x="632" y="524"/>
                      </a:lnTo>
                      <a:lnTo>
                        <a:pt x="632" y="526"/>
                      </a:lnTo>
                      <a:lnTo>
                        <a:pt x="634" y="526"/>
                      </a:lnTo>
                      <a:lnTo>
                        <a:pt x="635" y="526"/>
                      </a:lnTo>
                      <a:lnTo>
                        <a:pt x="635" y="524"/>
                      </a:lnTo>
                      <a:lnTo>
                        <a:pt x="637" y="524"/>
                      </a:lnTo>
                      <a:lnTo>
                        <a:pt x="639" y="524"/>
                      </a:lnTo>
                      <a:lnTo>
                        <a:pt x="641" y="524"/>
                      </a:lnTo>
                      <a:lnTo>
                        <a:pt x="643" y="524"/>
                      </a:lnTo>
                      <a:lnTo>
                        <a:pt x="644" y="524"/>
                      </a:lnTo>
                      <a:lnTo>
                        <a:pt x="644" y="526"/>
                      </a:lnTo>
                      <a:lnTo>
                        <a:pt x="646" y="526"/>
                      </a:lnTo>
                      <a:lnTo>
                        <a:pt x="646" y="528"/>
                      </a:lnTo>
                      <a:lnTo>
                        <a:pt x="648" y="528"/>
                      </a:lnTo>
                      <a:lnTo>
                        <a:pt x="650" y="530"/>
                      </a:lnTo>
                      <a:lnTo>
                        <a:pt x="652" y="530"/>
                      </a:lnTo>
                      <a:lnTo>
                        <a:pt x="652" y="532"/>
                      </a:lnTo>
                      <a:lnTo>
                        <a:pt x="654" y="532"/>
                      </a:lnTo>
                      <a:lnTo>
                        <a:pt x="655" y="532"/>
                      </a:lnTo>
                      <a:lnTo>
                        <a:pt x="655" y="530"/>
                      </a:lnTo>
                      <a:lnTo>
                        <a:pt x="655" y="532"/>
                      </a:lnTo>
                      <a:lnTo>
                        <a:pt x="657" y="530"/>
                      </a:lnTo>
                      <a:lnTo>
                        <a:pt x="657" y="532"/>
                      </a:lnTo>
                      <a:lnTo>
                        <a:pt x="657" y="530"/>
                      </a:lnTo>
                      <a:lnTo>
                        <a:pt x="659" y="530"/>
                      </a:lnTo>
                      <a:lnTo>
                        <a:pt x="659" y="532"/>
                      </a:lnTo>
                      <a:lnTo>
                        <a:pt x="661" y="532"/>
                      </a:lnTo>
                      <a:lnTo>
                        <a:pt x="661" y="530"/>
                      </a:lnTo>
                      <a:lnTo>
                        <a:pt x="661" y="532"/>
                      </a:lnTo>
                      <a:lnTo>
                        <a:pt x="663" y="532"/>
                      </a:lnTo>
                      <a:lnTo>
                        <a:pt x="663" y="534"/>
                      </a:lnTo>
                      <a:lnTo>
                        <a:pt x="661" y="534"/>
                      </a:lnTo>
                      <a:lnTo>
                        <a:pt x="659" y="534"/>
                      </a:lnTo>
                      <a:lnTo>
                        <a:pt x="659" y="535"/>
                      </a:lnTo>
                      <a:lnTo>
                        <a:pt x="657" y="535"/>
                      </a:lnTo>
                      <a:lnTo>
                        <a:pt x="657" y="534"/>
                      </a:lnTo>
                      <a:lnTo>
                        <a:pt x="655" y="534"/>
                      </a:lnTo>
                      <a:lnTo>
                        <a:pt x="654" y="534"/>
                      </a:lnTo>
                      <a:lnTo>
                        <a:pt x="652" y="534"/>
                      </a:lnTo>
                      <a:lnTo>
                        <a:pt x="650" y="534"/>
                      </a:lnTo>
                      <a:lnTo>
                        <a:pt x="648" y="534"/>
                      </a:lnTo>
                      <a:lnTo>
                        <a:pt x="646" y="532"/>
                      </a:lnTo>
                      <a:lnTo>
                        <a:pt x="644" y="532"/>
                      </a:lnTo>
                      <a:lnTo>
                        <a:pt x="646" y="530"/>
                      </a:lnTo>
                      <a:lnTo>
                        <a:pt x="644" y="530"/>
                      </a:lnTo>
                      <a:lnTo>
                        <a:pt x="644" y="528"/>
                      </a:lnTo>
                      <a:lnTo>
                        <a:pt x="643" y="528"/>
                      </a:lnTo>
                      <a:lnTo>
                        <a:pt x="643" y="526"/>
                      </a:lnTo>
                      <a:lnTo>
                        <a:pt x="643" y="528"/>
                      </a:lnTo>
                      <a:lnTo>
                        <a:pt x="641" y="528"/>
                      </a:lnTo>
                      <a:lnTo>
                        <a:pt x="643" y="528"/>
                      </a:lnTo>
                      <a:lnTo>
                        <a:pt x="644" y="528"/>
                      </a:lnTo>
                      <a:lnTo>
                        <a:pt x="644" y="530"/>
                      </a:lnTo>
                      <a:lnTo>
                        <a:pt x="646" y="530"/>
                      </a:lnTo>
                      <a:lnTo>
                        <a:pt x="644" y="532"/>
                      </a:lnTo>
                      <a:lnTo>
                        <a:pt x="646" y="532"/>
                      </a:lnTo>
                      <a:lnTo>
                        <a:pt x="648" y="534"/>
                      </a:lnTo>
                      <a:lnTo>
                        <a:pt x="650" y="534"/>
                      </a:lnTo>
                      <a:lnTo>
                        <a:pt x="650" y="535"/>
                      </a:lnTo>
                      <a:lnTo>
                        <a:pt x="650" y="534"/>
                      </a:lnTo>
                      <a:lnTo>
                        <a:pt x="652" y="534"/>
                      </a:lnTo>
                      <a:lnTo>
                        <a:pt x="654" y="534"/>
                      </a:lnTo>
                      <a:lnTo>
                        <a:pt x="655" y="534"/>
                      </a:lnTo>
                      <a:lnTo>
                        <a:pt x="657" y="534"/>
                      </a:lnTo>
                      <a:lnTo>
                        <a:pt x="657" y="535"/>
                      </a:lnTo>
                      <a:lnTo>
                        <a:pt x="659" y="535"/>
                      </a:lnTo>
                      <a:lnTo>
                        <a:pt x="659" y="534"/>
                      </a:lnTo>
                      <a:lnTo>
                        <a:pt x="661" y="534"/>
                      </a:lnTo>
                      <a:lnTo>
                        <a:pt x="663" y="534"/>
                      </a:lnTo>
                      <a:lnTo>
                        <a:pt x="663" y="532"/>
                      </a:lnTo>
                      <a:lnTo>
                        <a:pt x="663" y="534"/>
                      </a:lnTo>
                      <a:lnTo>
                        <a:pt x="663" y="535"/>
                      </a:lnTo>
                      <a:lnTo>
                        <a:pt x="663" y="537"/>
                      </a:lnTo>
                      <a:lnTo>
                        <a:pt x="665" y="537"/>
                      </a:lnTo>
                      <a:lnTo>
                        <a:pt x="665" y="539"/>
                      </a:lnTo>
                      <a:lnTo>
                        <a:pt x="663" y="539"/>
                      </a:lnTo>
                      <a:lnTo>
                        <a:pt x="663" y="541"/>
                      </a:lnTo>
                      <a:lnTo>
                        <a:pt x="661" y="541"/>
                      </a:lnTo>
                      <a:lnTo>
                        <a:pt x="661" y="539"/>
                      </a:lnTo>
                      <a:lnTo>
                        <a:pt x="661" y="541"/>
                      </a:lnTo>
                      <a:lnTo>
                        <a:pt x="661" y="539"/>
                      </a:lnTo>
                      <a:lnTo>
                        <a:pt x="659" y="539"/>
                      </a:lnTo>
                      <a:lnTo>
                        <a:pt x="659" y="541"/>
                      </a:lnTo>
                      <a:lnTo>
                        <a:pt x="659" y="539"/>
                      </a:lnTo>
                      <a:lnTo>
                        <a:pt x="661" y="539"/>
                      </a:lnTo>
                      <a:lnTo>
                        <a:pt x="661" y="541"/>
                      </a:lnTo>
                      <a:lnTo>
                        <a:pt x="661" y="539"/>
                      </a:lnTo>
                      <a:lnTo>
                        <a:pt x="661" y="541"/>
                      </a:lnTo>
                      <a:lnTo>
                        <a:pt x="663" y="541"/>
                      </a:lnTo>
                      <a:lnTo>
                        <a:pt x="665" y="541"/>
                      </a:lnTo>
                      <a:lnTo>
                        <a:pt x="663" y="541"/>
                      </a:lnTo>
                      <a:lnTo>
                        <a:pt x="665" y="541"/>
                      </a:lnTo>
                      <a:lnTo>
                        <a:pt x="665" y="543"/>
                      </a:lnTo>
                      <a:lnTo>
                        <a:pt x="665" y="541"/>
                      </a:lnTo>
                      <a:lnTo>
                        <a:pt x="665" y="543"/>
                      </a:lnTo>
                      <a:lnTo>
                        <a:pt x="665" y="544"/>
                      </a:lnTo>
                      <a:lnTo>
                        <a:pt x="663" y="544"/>
                      </a:lnTo>
                      <a:lnTo>
                        <a:pt x="661" y="544"/>
                      </a:lnTo>
                      <a:lnTo>
                        <a:pt x="659" y="544"/>
                      </a:lnTo>
                      <a:lnTo>
                        <a:pt x="661" y="544"/>
                      </a:lnTo>
                      <a:lnTo>
                        <a:pt x="659" y="544"/>
                      </a:lnTo>
                      <a:lnTo>
                        <a:pt x="659" y="543"/>
                      </a:lnTo>
                      <a:lnTo>
                        <a:pt x="657" y="543"/>
                      </a:lnTo>
                      <a:lnTo>
                        <a:pt x="659" y="543"/>
                      </a:lnTo>
                      <a:lnTo>
                        <a:pt x="659" y="541"/>
                      </a:lnTo>
                      <a:lnTo>
                        <a:pt x="657" y="541"/>
                      </a:lnTo>
                      <a:lnTo>
                        <a:pt x="655" y="541"/>
                      </a:lnTo>
                      <a:lnTo>
                        <a:pt x="654" y="541"/>
                      </a:lnTo>
                      <a:lnTo>
                        <a:pt x="652" y="539"/>
                      </a:lnTo>
                      <a:lnTo>
                        <a:pt x="650" y="539"/>
                      </a:lnTo>
                      <a:lnTo>
                        <a:pt x="648" y="539"/>
                      </a:lnTo>
                      <a:lnTo>
                        <a:pt x="646" y="539"/>
                      </a:lnTo>
                      <a:lnTo>
                        <a:pt x="644" y="539"/>
                      </a:lnTo>
                      <a:lnTo>
                        <a:pt x="643" y="539"/>
                      </a:lnTo>
                      <a:lnTo>
                        <a:pt x="641" y="539"/>
                      </a:lnTo>
                      <a:lnTo>
                        <a:pt x="639" y="539"/>
                      </a:lnTo>
                      <a:lnTo>
                        <a:pt x="637" y="539"/>
                      </a:lnTo>
                      <a:lnTo>
                        <a:pt x="635" y="539"/>
                      </a:lnTo>
                      <a:lnTo>
                        <a:pt x="634" y="537"/>
                      </a:lnTo>
                      <a:lnTo>
                        <a:pt x="634" y="539"/>
                      </a:lnTo>
                      <a:lnTo>
                        <a:pt x="635" y="539"/>
                      </a:lnTo>
                      <a:lnTo>
                        <a:pt x="637" y="539"/>
                      </a:lnTo>
                      <a:lnTo>
                        <a:pt x="637" y="541"/>
                      </a:lnTo>
                      <a:lnTo>
                        <a:pt x="639" y="541"/>
                      </a:lnTo>
                      <a:lnTo>
                        <a:pt x="639" y="539"/>
                      </a:lnTo>
                      <a:lnTo>
                        <a:pt x="639" y="541"/>
                      </a:lnTo>
                      <a:lnTo>
                        <a:pt x="641" y="541"/>
                      </a:lnTo>
                      <a:lnTo>
                        <a:pt x="639" y="541"/>
                      </a:lnTo>
                      <a:lnTo>
                        <a:pt x="639" y="539"/>
                      </a:lnTo>
                      <a:lnTo>
                        <a:pt x="641" y="539"/>
                      </a:lnTo>
                      <a:lnTo>
                        <a:pt x="643" y="539"/>
                      </a:lnTo>
                      <a:lnTo>
                        <a:pt x="644" y="539"/>
                      </a:lnTo>
                      <a:lnTo>
                        <a:pt x="646" y="539"/>
                      </a:lnTo>
                      <a:lnTo>
                        <a:pt x="648" y="539"/>
                      </a:lnTo>
                      <a:lnTo>
                        <a:pt x="650" y="539"/>
                      </a:lnTo>
                      <a:lnTo>
                        <a:pt x="652" y="539"/>
                      </a:lnTo>
                      <a:lnTo>
                        <a:pt x="654" y="541"/>
                      </a:lnTo>
                      <a:lnTo>
                        <a:pt x="655" y="541"/>
                      </a:lnTo>
                      <a:lnTo>
                        <a:pt x="654" y="541"/>
                      </a:lnTo>
                      <a:lnTo>
                        <a:pt x="655" y="543"/>
                      </a:lnTo>
                      <a:lnTo>
                        <a:pt x="655" y="541"/>
                      </a:lnTo>
                      <a:lnTo>
                        <a:pt x="655" y="543"/>
                      </a:lnTo>
                      <a:lnTo>
                        <a:pt x="657" y="541"/>
                      </a:lnTo>
                      <a:lnTo>
                        <a:pt x="657" y="543"/>
                      </a:lnTo>
                      <a:lnTo>
                        <a:pt x="659" y="543"/>
                      </a:lnTo>
                      <a:lnTo>
                        <a:pt x="657" y="543"/>
                      </a:lnTo>
                      <a:lnTo>
                        <a:pt x="657" y="544"/>
                      </a:lnTo>
                      <a:lnTo>
                        <a:pt x="655" y="544"/>
                      </a:lnTo>
                      <a:lnTo>
                        <a:pt x="655" y="543"/>
                      </a:lnTo>
                      <a:lnTo>
                        <a:pt x="655" y="544"/>
                      </a:lnTo>
                      <a:lnTo>
                        <a:pt x="654" y="544"/>
                      </a:lnTo>
                      <a:lnTo>
                        <a:pt x="655" y="544"/>
                      </a:lnTo>
                      <a:lnTo>
                        <a:pt x="655" y="543"/>
                      </a:lnTo>
                      <a:lnTo>
                        <a:pt x="655" y="544"/>
                      </a:lnTo>
                      <a:lnTo>
                        <a:pt x="657" y="544"/>
                      </a:lnTo>
                      <a:lnTo>
                        <a:pt x="659" y="544"/>
                      </a:lnTo>
                      <a:lnTo>
                        <a:pt x="661" y="544"/>
                      </a:lnTo>
                      <a:lnTo>
                        <a:pt x="663" y="544"/>
                      </a:lnTo>
                      <a:lnTo>
                        <a:pt x="663" y="546"/>
                      </a:lnTo>
                      <a:lnTo>
                        <a:pt x="661" y="546"/>
                      </a:lnTo>
                      <a:lnTo>
                        <a:pt x="661" y="544"/>
                      </a:lnTo>
                      <a:lnTo>
                        <a:pt x="661" y="546"/>
                      </a:lnTo>
                      <a:lnTo>
                        <a:pt x="663" y="546"/>
                      </a:lnTo>
                      <a:lnTo>
                        <a:pt x="663" y="544"/>
                      </a:lnTo>
                      <a:lnTo>
                        <a:pt x="663" y="546"/>
                      </a:lnTo>
                      <a:lnTo>
                        <a:pt x="661" y="546"/>
                      </a:lnTo>
                      <a:lnTo>
                        <a:pt x="659" y="546"/>
                      </a:lnTo>
                      <a:lnTo>
                        <a:pt x="657" y="546"/>
                      </a:lnTo>
                      <a:lnTo>
                        <a:pt x="659" y="546"/>
                      </a:lnTo>
                      <a:lnTo>
                        <a:pt x="659" y="548"/>
                      </a:lnTo>
                      <a:lnTo>
                        <a:pt x="657" y="548"/>
                      </a:lnTo>
                      <a:lnTo>
                        <a:pt x="655" y="548"/>
                      </a:lnTo>
                      <a:lnTo>
                        <a:pt x="655" y="550"/>
                      </a:lnTo>
                      <a:lnTo>
                        <a:pt x="655" y="548"/>
                      </a:lnTo>
                      <a:lnTo>
                        <a:pt x="654" y="550"/>
                      </a:lnTo>
                      <a:lnTo>
                        <a:pt x="655" y="550"/>
                      </a:lnTo>
                      <a:lnTo>
                        <a:pt x="654" y="550"/>
                      </a:lnTo>
                      <a:lnTo>
                        <a:pt x="654" y="552"/>
                      </a:lnTo>
                      <a:lnTo>
                        <a:pt x="654" y="550"/>
                      </a:lnTo>
                      <a:lnTo>
                        <a:pt x="655" y="550"/>
                      </a:lnTo>
                      <a:lnTo>
                        <a:pt x="655" y="548"/>
                      </a:lnTo>
                      <a:lnTo>
                        <a:pt x="657" y="548"/>
                      </a:lnTo>
                      <a:lnTo>
                        <a:pt x="655" y="550"/>
                      </a:lnTo>
                      <a:lnTo>
                        <a:pt x="655" y="552"/>
                      </a:lnTo>
                      <a:lnTo>
                        <a:pt x="654" y="552"/>
                      </a:lnTo>
                      <a:lnTo>
                        <a:pt x="654" y="554"/>
                      </a:lnTo>
                      <a:lnTo>
                        <a:pt x="652" y="554"/>
                      </a:lnTo>
                      <a:lnTo>
                        <a:pt x="652" y="555"/>
                      </a:lnTo>
                      <a:lnTo>
                        <a:pt x="652" y="554"/>
                      </a:lnTo>
                      <a:lnTo>
                        <a:pt x="652" y="555"/>
                      </a:lnTo>
                      <a:lnTo>
                        <a:pt x="652" y="557"/>
                      </a:lnTo>
                      <a:lnTo>
                        <a:pt x="650" y="557"/>
                      </a:lnTo>
                      <a:lnTo>
                        <a:pt x="650" y="555"/>
                      </a:lnTo>
                      <a:lnTo>
                        <a:pt x="650" y="557"/>
                      </a:lnTo>
                      <a:lnTo>
                        <a:pt x="650" y="555"/>
                      </a:lnTo>
                      <a:lnTo>
                        <a:pt x="650" y="557"/>
                      </a:lnTo>
                      <a:lnTo>
                        <a:pt x="648" y="555"/>
                      </a:lnTo>
                      <a:lnTo>
                        <a:pt x="648" y="554"/>
                      </a:lnTo>
                      <a:lnTo>
                        <a:pt x="646" y="554"/>
                      </a:lnTo>
                      <a:lnTo>
                        <a:pt x="648" y="554"/>
                      </a:lnTo>
                      <a:lnTo>
                        <a:pt x="646" y="554"/>
                      </a:lnTo>
                      <a:lnTo>
                        <a:pt x="646" y="555"/>
                      </a:lnTo>
                      <a:lnTo>
                        <a:pt x="644" y="555"/>
                      </a:lnTo>
                      <a:lnTo>
                        <a:pt x="644" y="554"/>
                      </a:lnTo>
                      <a:lnTo>
                        <a:pt x="643" y="554"/>
                      </a:lnTo>
                      <a:lnTo>
                        <a:pt x="643" y="552"/>
                      </a:lnTo>
                      <a:lnTo>
                        <a:pt x="643" y="550"/>
                      </a:lnTo>
                      <a:lnTo>
                        <a:pt x="643" y="548"/>
                      </a:lnTo>
                      <a:lnTo>
                        <a:pt x="641" y="548"/>
                      </a:lnTo>
                      <a:lnTo>
                        <a:pt x="641" y="546"/>
                      </a:lnTo>
                      <a:lnTo>
                        <a:pt x="639" y="546"/>
                      </a:lnTo>
                      <a:lnTo>
                        <a:pt x="639" y="544"/>
                      </a:lnTo>
                      <a:lnTo>
                        <a:pt x="637" y="544"/>
                      </a:lnTo>
                      <a:lnTo>
                        <a:pt x="637" y="543"/>
                      </a:lnTo>
                      <a:lnTo>
                        <a:pt x="635" y="543"/>
                      </a:lnTo>
                      <a:lnTo>
                        <a:pt x="634" y="541"/>
                      </a:lnTo>
                      <a:lnTo>
                        <a:pt x="634" y="543"/>
                      </a:lnTo>
                      <a:lnTo>
                        <a:pt x="635" y="543"/>
                      </a:lnTo>
                      <a:lnTo>
                        <a:pt x="637" y="543"/>
                      </a:lnTo>
                      <a:lnTo>
                        <a:pt x="637" y="544"/>
                      </a:lnTo>
                      <a:lnTo>
                        <a:pt x="637" y="546"/>
                      </a:lnTo>
                      <a:lnTo>
                        <a:pt x="637" y="548"/>
                      </a:lnTo>
                      <a:lnTo>
                        <a:pt x="639" y="548"/>
                      </a:lnTo>
                      <a:lnTo>
                        <a:pt x="641" y="550"/>
                      </a:lnTo>
                      <a:lnTo>
                        <a:pt x="643" y="550"/>
                      </a:lnTo>
                      <a:lnTo>
                        <a:pt x="643" y="552"/>
                      </a:lnTo>
                      <a:lnTo>
                        <a:pt x="643" y="554"/>
                      </a:lnTo>
                      <a:lnTo>
                        <a:pt x="644" y="554"/>
                      </a:lnTo>
                      <a:lnTo>
                        <a:pt x="644" y="555"/>
                      </a:lnTo>
                      <a:lnTo>
                        <a:pt x="646" y="555"/>
                      </a:lnTo>
                      <a:lnTo>
                        <a:pt x="648" y="555"/>
                      </a:lnTo>
                      <a:lnTo>
                        <a:pt x="648" y="557"/>
                      </a:lnTo>
                      <a:lnTo>
                        <a:pt x="648" y="555"/>
                      </a:lnTo>
                      <a:lnTo>
                        <a:pt x="648" y="557"/>
                      </a:lnTo>
                      <a:lnTo>
                        <a:pt x="648" y="555"/>
                      </a:lnTo>
                      <a:lnTo>
                        <a:pt x="648" y="557"/>
                      </a:lnTo>
                      <a:lnTo>
                        <a:pt x="650" y="557"/>
                      </a:lnTo>
                      <a:lnTo>
                        <a:pt x="648" y="557"/>
                      </a:lnTo>
                      <a:lnTo>
                        <a:pt x="650" y="557"/>
                      </a:lnTo>
                      <a:lnTo>
                        <a:pt x="648" y="557"/>
                      </a:lnTo>
                      <a:lnTo>
                        <a:pt x="646" y="559"/>
                      </a:lnTo>
                      <a:lnTo>
                        <a:pt x="644" y="559"/>
                      </a:lnTo>
                      <a:lnTo>
                        <a:pt x="643" y="559"/>
                      </a:lnTo>
                      <a:lnTo>
                        <a:pt x="641" y="561"/>
                      </a:lnTo>
                      <a:lnTo>
                        <a:pt x="639" y="561"/>
                      </a:lnTo>
                      <a:lnTo>
                        <a:pt x="637" y="561"/>
                      </a:lnTo>
                      <a:lnTo>
                        <a:pt x="639" y="561"/>
                      </a:lnTo>
                      <a:lnTo>
                        <a:pt x="637" y="561"/>
                      </a:lnTo>
                      <a:lnTo>
                        <a:pt x="635" y="561"/>
                      </a:lnTo>
                      <a:lnTo>
                        <a:pt x="634" y="563"/>
                      </a:lnTo>
                      <a:lnTo>
                        <a:pt x="634" y="561"/>
                      </a:lnTo>
                      <a:lnTo>
                        <a:pt x="634" y="563"/>
                      </a:lnTo>
                      <a:lnTo>
                        <a:pt x="632" y="563"/>
                      </a:lnTo>
                      <a:lnTo>
                        <a:pt x="630" y="563"/>
                      </a:lnTo>
                      <a:lnTo>
                        <a:pt x="628" y="565"/>
                      </a:lnTo>
                      <a:lnTo>
                        <a:pt x="626" y="565"/>
                      </a:lnTo>
                      <a:lnTo>
                        <a:pt x="624" y="565"/>
                      </a:lnTo>
                      <a:lnTo>
                        <a:pt x="624" y="566"/>
                      </a:lnTo>
                      <a:lnTo>
                        <a:pt x="623" y="566"/>
                      </a:lnTo>
                      <a:lnTo>
                        <a:pt x="621" y="566"/>
                      </a:lnTo>
                      <a:lnTo>
                        <a:pt x="621" y="568"/>
                      </a:lnTo>
                      <a:lnTo>
                        <a:pt x="619" y="568"/>
                      </a:lnTo>
                      <a:lnTo>
                        <a:pt x="617" y="568"/>
                      </a:lnTo>
                      <a:lnTo>
                        <a:pt x="617" y="570"/>
                      </a:lnTo>
                      <a:lnTo>
                        <a:pt x="615" y="570"/>
                      </a:lnTo>
                      <a:lnTo>
                        <a:pt x="613" y="570"/>
                      </a:lnTo>
                      <a:lnTo>
                        <a:pt x="613" y="572"/>
                      </a:lnTo>
                      <a:lnTo>
                        <a:pt x="612" y="572"/>
                      </a:lnTo>
                      <a:lnTo>
                        <a:pt x="610" y="572"/>
                      </a:lnTo>
                      <a:lnTo>
                        <a:pt x="610" y="574"/>
                      </a:lnTo>
                      <a:lnTo>
                        <a:pt x="608" y="574"/>
                      </a:lnTo>
                      <a:lnTo>
                        <a:pt x="606" y="576"/>
                      </a:lnTo>
                      <a:lnTo>
                        <a:pt x="604" y="577"/>
                      </a:lnTo>
                      <a:lnTo>
                        <a:pt x="602" y="577"/>
                      </a:lnTo>
                      <a:lnTo>
                        <a:pt x="601" y="577"/>
                      </a:lnTo>
                      <a:lnTo>
                        <a:pt x="602" y="577"/>
                      </a:lnTo>
                      <a:lnTo>
                        <a:pt x="602" y="579"/>
                      </a:lnTo>
                      <a:lnTo>
                        <a:pt x="604" y="579"/>
                      </a:lnTo>
                      <a:lnTo>
                        <a:pt x="602" y="579"/>
                      </a:lnTo>
                      <a:lnTo>
                        <a:pt x="601" y="579"/>
                      </a:lnTo>
                      <a:lnTo>
                        <a:pt x="601" y="581"/>
                      </a:lnTo>
                      <a:lnTo>
                        <a:pt x="599" y="581"/>
                      </a:lnTo>
                      <a:lnTo>
                        <a:pt x="599" y="583"/>
                      </a:lnTo>
                      <a:lnTo>
                        <a:pt x="597" y="583"/>
                      </a:lnTo>
                      <a:lnTo>
                        <a:pt x="597" y="581"/>
                      </a:lnTo>
                      <a:lnTo>
                        <a:pt x="597" y="583"/>
                      </a:lnTo>
                      <a:lnTo>
                        <a:pt x="599" y="583"/>
                      </a:lnTo>
                      <a:lnTo>
                        <a:pt x="597" y="583"/>
                      </a:lnTo>
                      <a:lnTo>
                        <a:pt x="595" y="585"/>
                      </a:lnTo>
                      <a:lnTo>
                        <a:pt x="595" y="587"/>
                      </a:lnTo>
                      <a:lnTo>
                        <a:pt x="593" y="587"/>
                      </a:lnTo>
                      <a:lnTo>
                        <a:pt x="593" y="588"/>
                      </a:lnTo>
                      <a:lnTo>
                        <a:pt x="592" y="588"/>
                      </a:lnTo>
                      <a:lnTo>
                        <a:pt x="592" y="587"/>
                      </a:lnTo>
                      <a:lnTo>
                        <a:pt x="592" y="588"/>
                      </a:lnTo>
                      <a:lnTo>
                        <a:pt x="592" y="587"/>
                      </a:lnTo>
                      <a:lnTo>
                        <a:pt x="592" y="588"/>
                      </a:lnTo>
                      <a:lnTo>
                        <a:pt x="592" y="587"/>
                      </a:lnTo>
                      <a:lnTo>
                        <a:pt x="590" y="587"/>
                      </a:lnTo>
                      <a:lnTo>
                        <a:pt x="590" y="588"/>
                      </a:lnTo>
                      <a:lnTo>
                        <a:pt x="592" y="588"/>
                      </a:lnTo>
                      <a:lnTo>
                        <a:pt x="593" y="588"/>
                      </a:lnTo>
                      <a:lnTo>
                        <a:pt x="592" y="588"/>
                      </a:lnTo>
                      <a:lnTo>
                        <a:pt x="593" y="588"/>
                      </a:lnTo>
                      <a:lnTo>
                        <a:pt x="592" y="590"/>
                      </a:lnTo>
                      <a:lnTo>
                        <a:pt x="592" y="592"/>
                      </a:lnTo>
                      <a:lnTo>
                        <a:pt x="590" y="592"/>
                      </a:lnTo>
                      <a:lnTo>
                        <a:pt x="590" y="594"/>
                      </a:lnTo>
                      <a:lnTo>
                        <a:pt x="590" y="592"/>
                      </a:lnTo>
                      <a:lnTo>
                        <a:pt x="590" y="594"/>
                      </a:lnTo>
                      <a:lnTo>
                        <a:pt x="588" y="596"/>
                      </a:lnTo>
                      <a:lnTo>
                        <a:pt x="586" y="596"/>
                      </a:lnTo>
                      <a:lnTo>
                        <a:pt x="586" y="597"/>
                      </a:lnTo>
                      <a:lnTo>
                        <a:pt x="586" y="599"/>
                      </a:lnTo>
                      <a:lnTo>
                        <a:pt x="584" y="599"/>
                      </a:lnTo>
                      <a:lnTo>
                        <a:pt x="586" y="599"/>
                      </a:lnTo>
                      <a:lnTo>
                        <a:pt x="584" y="599"/>
                      </a:lnTo>
                      <a:lnTo>
                        <a:pt x="582" y="601"/>
                      </a:lnTo>
                      <a:lnTo>
                        <a:pt x="582" y="603"/>
                      </a:lnTo>
                      <a:lnTo>
                        <a:pt x="581" y="603"/>
                      </a:lnTo>
                      <a:lnTo>
                        <a:pt x="581" y="605"/>
                      </a:lnTo>
                      <a:lnTo>
                        <a:pt x="579" y="605"/>
                      </a:lnTo>
                      <a:lnTo>
                        <a:pt x="579" y="607"/>
                      </a:lnTo>
                      <a:lnTo>
                        <a:pt x="577" y="607"/>
                      </a:lnTo>
                      <a:lnTo>
                        <a:pt x="577" y="608"/>
                      </a:lnTo>
                      <a:lnTo>
                        <a:pt x="577" y="607"/>
                      </a:lnTo>
                      <a:lnTo>
                        <a:pt x="579" y="607"/>
                      </a:lnTo>
                      <a:lnTo>
                        <a:pt x="575" y="610"/>
                      </a:lnTo>
                      <a:lnTo>
                        <a:pt x="573" y="610"/>
                      </a:lnTo>
                      <a:lnTo>
                        <a:pt x="573" y="612"/>
                      </a:lnTo>
                      <a:lnTo>
                        <a:pt x="571" y="612"/>
                      </a:lnTo>
                      <a:lnTo>
                        <a:pt x="571" y="614"/>
                      </a:lnTo>
                      <a:lnTo>
                        <a:pt x="570" y="616"/>
                      </a:lnTo>
                      <a:lnTo>
                        <a:pt x="570" y="614"/>
                      </a:lnTo>
                      <a:lnTo>
                        <a:pt x="570" y="616"/>
                      </a:lnTo>
                      <a:lnTo>
                        <a:pt x="568" y="618"/>
                      </a:lnTo>
                      <a:lnTo>
                        <a:pt x="566" y="618"/>
                      </a:lnTo>
                      <a:lnTo>
                        <a:pt x="566" y="619"/>
                      </a:lnTo>
                      <a:lnTo>
                        <a:pt x="564" y="619"/>
                      </a:lnTo>
                      <a:lnTo>
                        <a:pt x="562" y="619"/>
                      </a:lnTo>
                      <a:lnTo>
                        <a:pt x="561" y="619"/>
                      </a:lnTo>
                      <a:lnTo>
                        <a:pt x="561" y="621"/>
                      </a:lnTo>
                      <a:lnTo>
                        <a:pt x="559" y="621"/>
                      </a:lnTo>
                      <a:lnTo>
                        <a:pt x="557" y="621"/>
                      </a:lnTo>
                      <a:lnTo>
                        <a:pt x="557" y="623"/>
                      </a:lnTo>
                      <a:lnTo>
                        <a:pt x="555" y="623"/>
                      </a:lnTo>
                      <a:lnTo>
                        <a:pt x="553" y="625"/>
                      </a:lnTo>
                      <a:lnTo>
                        <a:pt x="551" y="625"/>
                      </a:lnTo>
                      <a:lnTo>
                        <a:pt x="551" y="627"/>
                      </a:lnTo>
                      <a:lnTo>
                        <a:pt x="550" y="627"/>
                      </a:lnTo>
                      <a:lnTo>
                        <a:pt x="550" y="629"/>
                      </a:lnTo>
                      <a:lnTo>
                        <a:pt x="548" y="629"/>
                      </a:lnTo>
                      <a:lnTo>
                        <a:pt x="548" y="630"/>
                      </a:lnTo>
                      <a:lnTo>
                        <a:pt x="546" y="630"/>
                      </a:lnTo>
                      <a:lnTo>
                        <a:pt x="546" y="632"/>
                      </a:lnTo>
                      <a:lnTo>
                        <a:pt x="544" y="632"/>
                      </a:lnTo>
                      <a:lnTo>
                        <a:pt x="544" y="634"/>
                      </a:lnTo>
                      <a:lnTo>
                        <a:pt x="544" y="636"/>
                      </a:lnTo>
                      <a:lnTo>
                        <a:pt x="542" y="636"/>
                      </a:lnTo>
                      <a:lnTo>
                        <a:pt x="542" y="638"/>
                      </a:lnTo>
                      <a:lnTo>
                        <a:pt x="540" y="638"/>
                      </a:lnTo>
                      <a:lnTo>
                        <a:pt x="539" y="638"/>
                      </a:lnTo>
                      <a:lnTo>
                        <a:pt x="540" y="638"/>
                      </a:lnTo>
                      <a:lnTo>
                        <a:pt x="540" y="640"/>
                      </a:lnTo>
                      <a:lnTo>
                        <a:pt x="540" y="638"/>
                      </a:lnTo>
                      <a:lnTo>
                        <a:pt x="540" y="640"/>
                      </a:lnTo>
                      <a:lnTo>
                        <a:pt x="539" y="640"/>
                      </a:lnTo>
                      <a:lnTo>
                        <a:pt x="539" y="641"/>
                      </a:lnTo>
                      <a:lnTo>
                        <a:pt x="537" y="641"/>
                      </a:lnTo>
                      <a:lnTo>
                        <a:pt x="537" y="643"/>
                      </a:lnTo>
                      <a:lnTo>
                        <a:pt x="535" y="643"/>
                      </a:lnTo>
                      <a:lnTo>
                        <a:pt x="533" y="643"/>
                      </a:lnTo>
                      <a:lnTo>
                        <a:pt x="531" y="645"/>
                      </a:lnTo>
                      <a:lnTo>
                        <a:pt x="529" y="645"/>
                      </a:lnTo>
                      <a:lnTo>
                        <a:pt x="529" y="647"/>
                      </a:lnTo>
                      <a:lnTo>
                        <a:pt x="528" y="647"/>
                      </a:lnTo>
                      <a:lnTo>
                        <a:pt x="526" y="647"/>
                      </a:lnTo>
                      <a:lnTo>
                        <a:pt x="526" y="649"/>
                      </a:lnTo>
                      <a:lnTo>
                        <a:pt x="526" y="647"/>
                      </a:lnTo>
                      <a:lnTo>
                        <a:pt x="526" y="649"/>
                      </a:lnTo>
                      <a:lnTo>
                        <a:pt x="524" y="649"/>
                      </a:lnTo>
                      <a:lnTo>
                        <a:pt x="526" y="649"/>
                      </a:lnTo>
                      <a:lnTo>
                        <a:pt x="524" y="649"/>
                      </a:lnTo>
                      <a:lnTo>
                        <a:pt x="520" y="650"/>
                      </a:lnTo>
                      <a:lnTo>
                        <a:pt x="519" y="650"/>
                      </a:lnTo>
                      <a:lnTo>
                        <a:pt x="517" y="652"/>
                      </a:lnTo>
                      <a:lnTo>
                        <a:pt x="515" y="652"/>
                      </a:lnTo>
                      <a:lnTo>
                        <a:pt x="513" y="654"/>
                      </a:lnTo>
                      <a:lnTo>
                        <a:pt x="511" y="656"/>
                      </a:lnTo>
                      <a:lnTo>
                        <a:pt x="509" y="658"/>
                      </a:lnTo>
                      <a:lnTo>
                        <a:pt x="508" y="658"/>
                      </a:lnTo>
                      <a:lnTo>
                        <a:pt x="508" y="660"/>
                      </a:lnTo>
                      <a:lnTo>
                        <a:pt x="506" y="660"/>
                      </a:lnTo>
                      <a:lnTo>
                        <a:pt x="506" y="661"/>
                      </a:lnTo>
                      <a:lnTo>
                        <a:pt x="504" y="661"/>
                      </a:lnTo>
                      <a:lnTo>
                        <a:pt x="504" y="663"/>
                      </a:lnTo>
                      <a:lnTo>
                        <a:pt x="504" y="665"/>
                      </a:lnTo>
                      <a:lnTo>
                        <a:pt x="502" y="665"/>
                      </a:lnTo>
                      <a:lnTo>
                        <a:pt x="502" y="667"/>
                      </a:lnTo>
                      <a:lnTo>
                        <a:pt x="504" y="667"/>
                      </a:lnTo>
                      <a:lnTo>
                        <a:pt x="504" y="669"/>
                      </a:lnTo>
                      <a:lnTo>
                        <a:pt x="504" y="667"/>
                      </a:lnTo>
                      <a:lnTo>
                        <a:pt x="504" y="669"/>
                      </a:lnTo>
                      <a:lnTo>
                        <a:pt x="506" y="669"/>
                      </a:lnTo>
                      <a:lnTo>
                        <a:pt x="506" y="667"/>
                      </a:lnTo>
                      <a:lnTo>
                        <a:pt x="508" y="667"/>
                      </a:lnTo>
                      <a:lnTo>
                        <a:pt x="506" y="665"/>
                      </a:lnTo>
                      <a:lnTo>
                        <a:pt x="506" y="663"/>
                      </a:lnTo>
                      <a:lnTo>
                        <a:pt x="506" y="665"/>
                      </a:lnTo>
                      <a:lnTo>
                        <a:pt x="508" y="665"/>
                      </a:lnTo>
                      <a:lnTo>
                        <a:pt x="508" y="667"/>
                      </a:lnTo>
                      <a:lnTo>
                        <a:pt x="506" y="669"/>
                      </a:lnTo>
                      <a:lnTo>
                        <a:pt x="506" y="671"/>
                      </a:lnTo>
                      <a:lnTo>
                        <a:pt x="506" y="672"/>
                      </a:lnTo>
                      <a:lnTo>
                        <a:pt x="504" y="672"/>
                      </a:lnTo>
                      <a:lnTo>
                        <a:pt x="504" y="674"/>
                      </a:lnTo>
                      <a:lnTo>
                        <a:pt x="502" y="672"/>
                      </a:lnTo>
                      <a:lnTo>
                        <a:pt x="500" y="672"/>
                      </a:lnTo>
                      <a:lnTo>
                        <a:pt x="498" y="672"/>
                      </a:lnTo>
                      <a:lnTo>
                        <a:pt x="498" y="674"/>
                      </a:lnTo>
                      <a:lnTo>
                        <a:pt x="497" y="672"/>
                      </a:lnTo>
                      <a:lnTo>
                        <a:pt x="497" y="674"/>
                      </a:lnTo>
                      <a:lnTo>
                        <a:pt x="495" y="674"/>
                      </a:lnTo>
                      <a:lnTo>
                        <a:pt x="495" y="672"/>
                      </a:lnTo>
                      <a:lnTo>
                        <a:pt x="493" y="672"/>
                      </a:lnTo>
                      <a:lnTo>
                        <a:pt x="491" y="672"/>
                      </a:lnTo>
                      <a:lnTo>
                        <a:pt x="489" y="671"/>
                      </a:lnTo>
                      <a:lnTo>
                        <a:pt x="488" y="671"/>
                      </a:lnTo>
                      <a:lnTo>
                        <a:pt x="488" y="669"/>
                      </a:lnTo>
                      <a:lnTo>
                        <a:pt x="488" y="667"/>
                      </a:lnTo>
                      <a:lnTo>
                        <a:pt x="486" y="667"/>
                      </a:lnTo>
                      <a:lnTo>
                        <a:pt x="486" y="665"/>
                      </a:lnTo>
                      <a:lnTo>
                        <a:pt x="486" y="663"/>
                      </a:lnTo>
                      <a:lnTo>
                        <a:pt x="486" y="661"/>
                      </a:lnTo>
                      <a:lnTo>
                        <a:pt x="484" y="661"/>
                      </a:lnTo>
                      <a:lnTo>
                        <a:pt x="484" y="660"/>
                      </a:lnTo>
                      <a:lnTo>
                        <a:pt x="484" y="658"/>
                      </a:lnTo>
                      <a:lnTo>
                        <a:pt x="484" y="660"/>
                      </a:lnTo>
                      <a:lnTo>
                        <a:pt x="482" y="660"/>
                      </a:lnTo>
                      <a:lnTo>
                        <a:pt x="482" y="658"/>
                      </a:lnTo>
                      <a:lnTo>
                        <a:pt x="482" y="656"/>
                      </a:lnTo>
                      <a:lnTo>
                        <a:pt x="482" y="654"/>
                      </a:lnTo>
                      <a:lnTo>
                        <a:pt x="482" y="652"/>
                      </a:lnTo>
                      <a:lnTo>
                        <a:pt x="480" y="652"/>
                      </a:lnTo>
                      <a:lnTo>
                        <a:pt x="480" y="650"/>
                      </a:lnTo>
                      <a:lnTo>
                        <a:pt x="480" y="649"/>
                      </a:lnTo>
                      <a:lnTo>
                        <a:pt x="478" y="649"/>
                      </a:lnTo>
                      <a:lnTo>
                        <a:pt x="478" y="647"/>
                      </a:lnTo>
                      <a:lnTo>
                        <a:pt x="477" y="647"/>
                      </a:lnTo>
                      <a:lnTo>
                        <a:pt x="477" y="645"/>
                      </a:lnTo>
                      <a:lnTo>
                        <a:pt x="475" y="647"/>
                      </a:lnTo>
                      <a:lnTo>
                        <a:pt x="473" y="647"/>
                      </a:lnTo>
                      <a:lnTo>
                        <a:pt x="471" y="647"/>
                      </a:lnTo>
                      <a:lnTo>
                        <a:pt x="471" y="645"/>
                      </a:lnTo>
                      <a:lnTo>
                        <a:pt x="469" y="645"/>
                      </a:lnTo>
                      <a:lnTo>
                        <a:pt x="467" y="643"/>
                      </a:lnTo>
                      <a:lnTo>
                        <a:pt x="467" y="641"/>
                      </a:lnTo>
                      <a:lnTo>
                        <a:pt x="467" y="640"/>
                      </a:lnTo>
                      <a:lnTo>
                        <a:pt x="469" y="640"/>
                      </a:lnTo>
                      <a:lnTo>
                        <a:pt x="469" y="638"/>
                      </a:lnTo>
                      <a:lnTo>
                        <a:pt x="471" y="638"/>
                      </a:lnTo>
                      <a:lnTo>
                        <a:pt x="471" y="636"/>
                      </a:lnTo>
                      <a:lnTo>
                        <a:pt x="473" y="636"/>
                      </a:lnTo>
                      <a:lnTo>
                        <a:pt x="473" y="634"/>
                      </a:lnTo>
                      <a:lnTo>
                        <a:pt x="473" y="636"/>
                      </a:lnTo>
                      <a:lnTo>
                        <a:pt x="471" y="636"/>
                      </a:lnTo>
                      <a:lnTo>
                        <a:pt x="471" y="638"/>
                      </a:lnTo>
                      <a:lnTo>
                        <a:pt x="469" y="638"/>
                      </a:lnTo>
                      <a:lnTo>
                        <a:pt x="469" y="640"/>
                      </a:lnTo>
                      <a:lnTo>
                        <a:pt x="467" y="640"/>
                      </a:lnTo>
                      <a:lnTo>
                        <a:pt x="467" y="641"/>
                      </a:lnTo>
                      <a:lnTo>
                        <a:pt x="467" y="643"/>
                      </a:lnTo>
                      <a:lnTo>
                        <a:pt x="466" y="643"/>
                      </a:lnTo>
                      <a:lnTo>
                        <a:pt x="464" y="643"/>
                      </a:lnTo>
                      <a:lnTo>
                        <a:pt x="466" y="643"/>
                      </a:lnTo>
                      <a:lnTo>
                        <a:pt x="467" y="643"/>
                      </a:lnTo>
                      <a:lnTo>
                        <a:pt x="467" y="645"/>
                      </a:lnTo>
                      <a:lnTo>
                        <a:pt x="469" y="645"/>
                      </a:lnTo>
                      <a:lnTo>
                        <a:pt x="471" y="645"/>
                      </a:lnTo>
                      <a:lnTo>
                        <a:pt x="471" y="647"/>
                      </a:lnTo>
                      <a:lnTo>
                        <a:pt x="473" y="647"/>
                      </a:lnTo>
                      <a:lnTo>
                        <a:pt x="475" y="647"/>
                      </a:lnTo>
                      <a:lnTo>
                        <a:pt x="477" y="647"/>
                      </a:lnTo>
                      <a:lnTo>
                        <a:pt x="478" y="647"/>
                      </a:lnTo>
                      <a:lnTo>
                        <a:pt x="478" y="649"/>
                      </a:lnTo>
                      <a:lnTo>
                        <a:pt x="480" y="649"/>
                      </a:lnTo>
                      <a:lnTo>
                        <a:pt x="480" y="650"/>
                      </a:lnTo>
                      <a:lnTo>
                        <a:pt x="480" y="652"/>
                      </a:lnTo>
                      <a:lnTo>
                        <a:pt x="482" y="652"/>
                      </a:lnTo>
                      <a:lnTo>
                        <a:pt x="482" y="654"/>
                      </a:lnTo>
                      <a:lnTo>
                        <a:pt x="480" y="654"/>
                      </a:lnTo>
                      <a:lnTo>
                        <a:pt x="480" y="656"/>
                      </a:lnTo>
                      <a:lnTo>
                        <a:pt x="482" y="656"/>
                      </a:lnTo>
                      <a:lnTo>
                        <a:pt x="482" y="658"/>
                      </a:lnTo>
                      <a:lnTo>
                        <a:pt x="482" y="660"/>
                      </a:lnTo>
                      <a:lnTo>
                        <a:pt x="484" y="660"/>
                      </a:lnTo>
                      <a:lnTo>
                        <a:pt x="482" y="660"/>
                      </a:lnTo>
                      <a:lnTo>
                        <a:pt x="484" y="660"/>
                      </a:lnTo>
                      <a:lnTo>
                        <a:pt x="484" y="661"/>
                      </a:lnTo>
                      <a:lnTo>
                        <a:pt x="484" y="663"/>
                      </a:lnTo>
                      <a:lnTo>
                        <a:pt x="484" y="665"/>
                      </a:lnTo>
                      <a:lnTo>
                        <a:pt x="484" y="667"/>
                      </a:lnTo>
                      <a:lnTo>
                        <a:pt x="484" y="669"/>
                      </a:lnTo>
                      <a:lnTo>
                        <a:pt x="486" y="669"/>
                      </a:lnTo>
                      <a:lnTo>
                        <a:pt x="484" y="671"/>
                      </a:lnTo>
                      <a:lnTo>
                        <a:pt x="486" y="671"/>
                      </a:lnTo>
                      <a:lnTo>
                        <a:pt x="486" y="672"/>
                      </a:lnTo>
                      <a:lnTo>
                        <a:pt x="486" y="674"/>
                      </a:lnTo>
                      <a:lnTo>
                        <a:pt x="488" y="674"/>
                      </a:lnTo>
                      <a:lnTo>
                        <a:pt x="488" y="676"/>
                      </a:lnTo>
                      <a:lnTo>
                        <a:pt x="489" y="676"/>
                      </a:lnTo>
                      <a:lnTo>
                        <a:pt x="489" y="678"/>
                      </a:lnTo>
                      <a:lnTo>
                        <a:pt x="489" y="680"/>
                      </a:lnTo>
                      <a:lnTo>
                        <a:pt x="488" y="680"/>
                      </a:lnTo>
                      <a:lnTo>
                        <a:pt x="488" y="682"/>
                      </a:lnTo>
                      <a:lnTo>
                        <a:pt x="486" y="682"/>
                      </a:lnTo>
                      <a:lnTo>
                        <a:pt x="486" y="683"/>
                      </a:lnTo>
                      <a:lnTo>
                        <a:pt x="484" y="683"/>
                      </a:lnTo>
                      <a:lnTo>
                        <a:pt x="484" y="685"/>
                      </a:lnTo>
                      <a:lnTo>
                        <a:pt x="484" y="687"/>
                      </a:lnTo>
                      <a:lnTo>
                        <a:pt x="482" y="687"/>
                      </a:lnTo>
                      <a:lnTo>
                        <a:pt x="478" y="687"/>
                      </a:lnTo>
                      <a:lnTo>
                        <a:pt x="478" y="685"/>
                      </a:lnTo>
                      <a:lnTo>
                        <a:pt x="477" y="685"/>
                      </a:lnTo>
                      <a:lnTo>
                        <a:pt x="475" y="685"/>
                      </a:lnTo>
                      <a:lnTo>
                        <a:pt x="475" y="687"/>
                      </a:lnTo>
                      <a:lnTo>
                        <a:pt x="473" y="687"/>
                      </a:lnTo>
                      <a:lnTo>
                        <a:pt x="471" y="687"/>
                      </a:lnTo>
                      <a:lnTo>
                        <a:pt x="471" y="685"/>
                      </a:lnTo>
                      <a:lnTo>
                        <a:pt x="471" y="687"/>
                      </a:lnTo>
                      <a:lnTo>
                        <a:pt x="471" y="685"/>
                      </a:lnTo>
                      <a:lnTo>
                        <a:pt x="471" y="687"/>
                      </a:lnTo>
                      <a:lnTo>
                        <a:pt x="473" y="687"/>
                      </a:lnTo>
                      <a:lnTo>
                        <a:pt x="471" y="687"/>
                      </a:lnTo>
                      <a:lnTo>
                        <a:pt x="469" y="687"/>
                      </a:lnTo>
                      <a:lnTo>
                        <a:pt x="467" y="689"/>
                      </a:lnTo>
                      <a:lnTo>
                        <a:pt x="467" y="691"/>
                      </a:lnTo>
                      <a:lnTo>
                        <a:pt x="466" y="691"/>
                      </a:lnTo>
                      <a:lnTo>
                        <a:pt x="466" y="693"/>
                      </a:lnTo>
                      <a:lnTo>
                        <a:pt x="466" y="694"/>
                      </a:lnTo>
                      <a:lnTo>
                        <a:pt x="464" y="694"/>
                      </a:lnTo>
                      <a:lnTo>
                        <a:pt x="466" y="694"/>
                      </a:lnTo>
                      <a:lnTo>
                        <a:pt x="464" y="696"/>
                      </a:lnTo>
                      <a:lnTo>
                        <a:pt x="464" y="698"/>
                      </a:lnTo>
                      <a:lnTo>
                        <a:pt x="464" y="700"/>
                      </a:lnTo>
                      <a:lnTo>
                        <a:pt x="462" y="700"/>
                      </a:lnTo>
                      <a:lnTo>
                        <a:pt x="462" y="698"/>
                      </a:lnTo>
                      <a:lnTo>
                        <a:pt x="460" y="700"/>
                      </a:lnTo>
                      <a:lnTo>
                        <a:pt x="460" y="698"/>
                      </a:lnTo>
                      <a:lnTo>
                        <a:pt x="460" y="696"/>
                      </a:lnTo>
                      <a:lnTo>
                        <a:pt x="458" y="696"/>
                      </a:lnTo>
                      <a:lnTo>
                        <a:pt x="458" y="698"/>
                      </a:lnTo>
                      <a:lnTo>
                        <a:pt x="456" y="698"/>
                      </a:lnTo>
                      <a:lnTo>
                        <a:pt x="455" y="698"/>
                      </a:lnTo>
                      <a:lnTo>
                        <a:pt x="456" y="698"/>
                      </a:lnTo>
                      <a:lnTo>
                        <a:pt x="458" y="698"/>
                      </a:lnTo>
                      <a:lnTo>
                        <a:pt x="458" y="696"/>
                      </a:lnTo>
                      <a:lnTo>
                        <a:pt x="460" y="696"/>
                      </a:lnTo>
                      <a:lnTo>
                        <a:pt x="460" y="698"/>
                      </a:lnTo>
                      <a:lnTo>
                        <a:pt x="460" y="700"/>
                      </a:lnTo>
                      <a:lnTo>
                        <a:pt x="462" y="698"/>
                      </a:lnTo>
                      <a:lnTo>
                        <a:pt x="462" y="700"/>
                      </a:lnTo>
                      <a:lnTo>
                        <a:pt x="462" y="702"/>
                      </a:lnTo>
                      <a:lnTo>
                        <a:pt x="460" y="702"/>
                      </a:lnTo>
                      <a:lnTo>
                        <a:pt x="460" y="703"/>
                      </a:lnTo>
                      <a:lnTo>
                        <a:pt x="458" y="703"/>
                      </a:lnTo>
                      <a:lnTo>
                        <a:pt x="458" y="705"/>
                      </a:lnTo>
                      <a:lnTo>
                        <a:pt x="458" y="707"/>
                      </a:lnTo>
                      <a:lnTo>
                        <a:pt x="456" y="707"/>
                      </a:lnTo>
                      <a:lnTo>
                        <a:pt x="456" y="705"/>
                      </a:lnTo>
                      <a:lnTo>
                        <a:pt x="455" y="705"/>
                      </a:lnTo>
                      <a:lnTo>
                        <a:pt x="455" y="703"/>
                      </a:lnTo>
                      <a:lnTo>
                        <a:pt x="455" y="702"/>
                      </a:lnTo>
                      <a:lnTo>
                        <a:pt x="455" y="700"/>
                      </a:lnTo>
                      <a:lnTo>
                        <a:pt x="455" y="698"/>
                      </a:lnTo>
                      <a:lnTo>
                        <a:pt x="455" y="696"/>
                      </a:lnTo>
                      <a:lnTo>
                        <a:pt x="455" y="694"/>
                      </a:lnTo>
                      <a:lnTo>
                        <a:pt x="453" y="694"/>
                      </a:lnTo>
                      <a:lnTo>
                        <a:pt x="453" y="693"/>
                      </a:lnTo>
                      <a:lnTo>
                        <a:pt x="453" y="691"/>
                      </a:lnTo>
                      <a:lnTo>
                        <a:pt x="451" y="691"/>
                      </a:lnTo>
                      <a:lnTo>
                        <a:pt x="451" y="689"/>
                      </a:lnTo>
                      <a:lnTo>
                        <a:pt x="449" y="689"/>
                      </a:lnTo>
                      <a:lnTo>
                        <a:pt x="449" y="687"/>
                      </a:lnTo>
                      <a:lnTo>
                        <a:pt x="447" y="685"/>
                      </a:lnTo>
                      <a:lnTo>
                        <a:pt x="447" y="683"/>
                      </a:lnTo>
                      <a:lnTo>
                        <a:pt x="446" y="682"/>
                      </a:lnTo>
                      <a:lnTo>
                        <a:pt x="444" y="682"/>
                      </a:lnTo>
                      <a:lnTo>
                        <a:pt x="444" y="680"/>
                      </a:lnTo>
                      <a:lnTo>
                        <a:pt x="442" y="680"/>
                      </a:lnTo>
                      <a:lnTo>
                        <a:pt x="442" y="678"/>
                      </a:lnTo>
                      <a:lnTo>
                        <a:pt x="440" y="678"/>
                      </a:lnTo>
                      <a:lnTo>
                        <a:pt x="438" y="678"/>
                      </a:lnTo>
                      <a:lnTo>
                        <a:pt x="436" y="678"/>
                      </a:lnTo>
                      <a:lnTo>
                        <a:pt x="435" y="678"/>
                      </a:lnTo>
                      <a:lnTo>
                        <a:pt x="433" y="678"/>
                      </a:lnTo>
                      <a:lnTo>
                        <a:pt x="431" y="678"/>
                      </a:lnTo>
                      <a:lnTo>
                        <a:pt x="431" y="676"/>
                      </a:lnTo>
                      <a:lnTo>
                        <a:pt x="431" y="678"/>
                      </a:lnTo>
                      <a:lnTo>
                        <a:pt x="431" y="676"/>
                      </a:lnTo>
                      <a:lnTo>
                        <a:pt x="431" y="678"/>
                      </a:lnTo>
                      <a:lnTo>
                        <a:pt x="431" y="676"/>
                      </a:lnTo>
                      <a:lnTo>
                        <a:pt x="429" y="676"/>
                      </a:lnTo>
                      <a:lnTo>
                        <a:pt x="431" y="676"/>
                      </a:lnTo>
                      <a:lnTo>
                        <a:pt x="431" y="678"/>
                      </a:lnTo>
                      <a:lnTo>
                        <a:pt x="433" y="678"/>
                      </a:lnTo>
                      <a:lnTo>
                        <a:pt x="431" y="678"/>
                      </a:lnTo>
                      <a:lnTo>
                        <a:pt x="429" y="678"/>
                      </a:lnTo>
                      <a:lnTo>
                        <a:pt x="429" y="676"/>
                      </a:lnTo>
                      <a:lnTo>
                        <a:pt x="427" y="676"/>
                      </a:lnTo>
                      <a:lnTo>
                        <a:pt x="427" y="674"/>
                      </a:lnTo>
                      <a:lnTo>
                        <a:pt x="427" y="672"/>
                      </a:lnTo>
                      <a:lnTo>
                        <a:pt x="427" y="671"/>
                      </a:lnTo>
                      <a:lnTo>
                        <a:pt x="427" y="669"/>
                      </a:lnTo>
                      <a:lnTo>
                        <a:pt x="425" y="669"/>
                      </a:lnTo>
                      <a:lnTo>
                        <a:pt x="425" y="671"/>
                      </a:lnTo>
                      <a:lnTo>
                        <a:pt x="424" y="671"/>
                      </a:lnTo>
                      <a:lnTo>
                        <a:pt x="424" y="672"/>
                      </a:lnTo>
                      <a:lnTo>
                        <a:pt x="424" y="674"/>
                      </a:lnTo>
                      <a:lnTo>
                        <a:pt x="422" y="674"/>
                      </a:lnTo>
                      <a:lnTo>
                        <a:pt x="424" y="674"/>
                      </a:lnTo>
                      <a:lnTo>
                        <a:pt x="424" y="672"/>
                      </a:lnTo>
                      <a:lnTo>
                        <a:pt x="424" y="671"/>
                      </a:lnTo>
                      <a:lnTo>
                        <a:pt x="425" y="671"/>
                      </a:lnTo>
                      <a:lnTo>
                        <a:pt x="425" y="669"/>
                      </a:lnTo>
                      <a:lnTo>
                        <a:pt x="427" y="669"/>
                      </a:lnTo>
                      <a:lnTo>
                        <a:pt x="427" y="671"/>
                      </a:lnTo>
                      <a:lnTo>
                        <a:pt x="427" y="672"/>
                      </a:lnTo>
                      <a:lnTo>
                        <a:pt x="427" y="674"/>
                      </a:lnTo>
                      <a:lnTo>
                        <a:pt x="427" y="676"/>
                      </a:lnTo>
                      <a:lnTo>
                        <a:pt x="429" y="676"/>
                      </a:lnTo>
                      <a:lnTo>
                        <a:pt x="429" y="678"/>
                      </a:lnTo>
                      <a:lnTo>
                        <a:pt x="431" y="678"/>
                      </a:lnTo>
                      <a:lnTo>
                        <a:pt x="433" y="678"/>
                      </a:lnTo>
                      <a:lnTo>
                        <a:pt x="435" y="678"/>
                      </a:lnTo>
                      <a:lnTo>
                        <a:pt x="436" y="678"/>
                      </a:lnTo>
                      <a:lnTo>
                        <a:pt x="436" y="680"/>
                      </a:lnTo>
                      <a:lnTo>
                        <a:pt x="436" y="678"/>
                      </a:lnTo>
                      <a:lnTo>
                        <a:pt x="438" y="678"/>
                      </a:lnTo>
                      <a:lnTo>
                        <a:pt x="440" y="680"/>
                      </a:lnTo>
                      <a:lnTo>
                        <a:pt x="440" y="678"/>
                      </a:lnTo>
                      <a:lnTo>
                        <a:pt x="442" y="680"/>
                      </a:lnTo>
                      <a:lnTo>
                        <a:pt x="442" y="682"/>
                      </a:lnTo>
                      <a:lnTo>
                        <a:pt x="444" y="682"/>
                      </a:lnTo>
                      <a:lnTo>
                        <a:pt x="446" y="682"/>
                      </a:lnTo>
                      <a:lnTo>
                        <a:pt x="446" y="683"/>
                      </a:lnTo>
                      <a:lnTo>
                        <a:pt x="446" y="682"/>
                      </a:lnTo>
                      <a:lnTo>
                        <a:pt x="446" y="683"/>
                      </a:lnTo>
                      <a:lnTo>
                        <a:pt x="447" y="683"/>
                      </a:lnTo>
                      <a:lnTo>
                        <a:pt x="447" y="685"/>
                      </a:lnTo>
                      <a:lnTo>
                        <a:pt x="447" y="687"/>
                      </a:lnTo>
                      <a:lnTo>
                        <a:pt x="449" y="687"/>
                      </a:lnTo>
                      <a:lnTo>
                        <a:pt x="449" y="689"/>
                      </a:lnTo>
                      <a:lnTo>
                        <a:pt x="451" y="689"/>
                      </a:lnTo>
                      <a:lnTo>
                        <a:pt x="451" y="691"/>
                      </a:lnTo>
                      <a:lnTo>
                        <a:pt x="453" y="693"/>
                      </a:lnTo>
                      <a:lnTo>
                        <a:pt x="453" y="694"/>
                      </a:lnTo>
                      <a:lnTo>
                        <a:pt x="453" y="696"/>
                      </a:lnTo>
                      <a:lnTo>
                        <a:pt x="455" y="696"/>
                      </a:lnTo>
                      <a:lnTo>
                        <a:pt x="455" y="698"/>
                      </a:lnTo>
                      <a:lnTo>
                        <a:pt x="453" y="698"/>
                      </a:lnTo>
                      <a:lnTo>
                        <a:pt x="455" y="698"/>
                      </a:lnTo>
                      <a:lnTo>
                        <a:pt x="455" y="700"/>
                      </a:lnTo>
                      <a:lnTo>
                        <a:pt x="455" y="702"/>
                      </a:lnTo>
                      <a:lnTo>
                        <a:pt x="455" y="703"/>
                      </a:lnTo>
                      <a:lnTo>
                        <a:pt x="453" y="703"/>
                      </a:lnTo>
                      <a:lnTo>
                        <a:pt x="453" y="705"/>
                      </a:lnTo>
                      <a:lnTo>
                        <a:pt x="453" y="707"/>
                      </a:lnTo>
                      <a:lnTo>
                        <a:pt x="451" y="709"/>
                      </a:lnTo>
                      <a:lnTo>
                        <a:pt x="451" y="707"/>
                      </a:lnTo>
                      <a:lnTo>
                        <a:pt x="451" y="705"/>
                      </a:lnTo>
                      <a:lnTo>
                        <a:pt x="451" y="703"/>
                      </a:lnTo>
                      <a:lnTo>
                        <a:pt x="449" y="703"/>
                      </a:lnTo>
                      <a:lnTo>
                        <a:pt x="447" y="703"/>
                      </a:lnTo>
                      <a:lnTo>
                        <a:pt x="446" y="703"/>
                      </a:lnTo>
                      <a:lnTo>
                        <a:pt x="444" y="703"/>
                      </a:lnTo>
                      <a:lnTo>
                        <a:pt x="442" y="703"/>
                      </a:lnTo>
                      <a:lnTo>
                        <a:pt x="442" y="705"/>
                      </a:lnTo>
                      <a:lnTo>
                        <a:pt x="440" y="705"/>
                      </a:lnTo>
                      <a:lnTo>
                        <a:pt x="438" y="705"/>
                      </a:lnTo>
                      <a:lnTo>
                        <a:pt x="436" y="707"/>
                      </a:lnTo>
                      <a:lnTo>
                        <a:pt x="435" y="707"/>
                      </a:lnTo>
                      <a:lnTo>
                        <a:pt x="435" y="709"/>
                      </a:lnTo>
                      <a:lnTo>
                        <a:pt x="433" y="709"/>
                      </a:lnTo>
                      <a:lnTo>
                        <a:pt x="433" y="711"/>
                      </a:lnTo>
                      <a:lnTo>
                        <a:pt x="431" y="711"/>
                      </a:lnTo>
                      <a:lnTo>
                        <a:pt x="431" y="713"/>
                      </a:lnTo>
                      <a:lnTo>
                        <a:pt x="431" y="714"/>
                      </a:lnTo>
                      <a:lnTo>
                        <a:pt x="431" y="716"/>
                      </a:lnTo>
                      <a:lnTo>
                        <a:pt x="429" y="714"/>
                      </a:lnTo>
                      <a:lnTo>
                        <a:pt x="429" y="716"/>
                      </a:lnTo>
                      <a:lnTo>
                        <a:pt x="431" y="716"/>
                      </a:lnTo>
                      <a:lnTo>
                        <a:pt x="429" y="716"/>
                      </a:lnTo>
                      <a:lnTo>
                        <a:pt x="429" y="718"/>
                      </a:lnTo>
                      <a:lnTo>
                        <a:pt x="429" y="720"/>
                      </a:lnTo>
                      <a:lnTo>
                        <a:pt x="427" y="720"/>
                      </a:lnTo>
                      <a:lnTo>
                        <a:pt x="427" y="722"/>
                      </a:lnTo>
                      <a:lnTo>
                        <a:pt x="425" y="722"/>
                      </a:lnTo>
                      <a:lnTo>
                        <a:pt x="425" y="724"/>
                      </a:lnTo>
                      <a:lnTo>
                        <a:pt x="425" y="725"/>
                      </a:lnTo>
                      <a:lnTo>
                        <a:pt x="425" y="727"/>
                      </a:lnTo>
                      <a:lnTo>
                        <a:pt x="424" y="727"/>
                      </a:lnTo>
                      <a:lnTo>
                        <a:pt x="425" y="727"/>
                      </a:lnTo>
                      <a:lnTo>
                        <a:pt x="424" y="727"/>
                      </a:lnTo>
                      <a:lnTo>
                        <a:pt x="425" y="729"/>
                      </a:lnTo>
                      <a:lnTo>
                        <a:pt x="425" y="727"/>
                      </a:lnTo>
                      <a:lnTo>
                        <a:pt x="425" y="729"/>
                      </a:lnTo>
                      <a:lnTo>
                        <a:pt x="424" y="731"/>
                      </a:lnTo>
                      <a:lnTo>
                        <a:pt x="424" y="733"/>
                      </a:lnTo>
                      <a:lnTo>
                        <a:pt x="424" y="735"/>
                      </a:lnTo>
                      <a:lnTo>
                        <a:pt x="424" y="736"/>
                      </a:lnTo>
                      <a:lnTo>
                        <a:pt x="425" y="736"/>
                      </a:lnTo>
                      <a:lnTo>
                        <a:pt x="425" y="738"/>
                      </a:lnTo>
                      <a:lnTo>
                        <a:pt x="425" y="740"/>
                      </a:lnTo>
                      <a:lnTo>
                        <a:pt x="425" y="742"/>
                      </a:lnTo>
                      <a:lnTo>
                        <a:pt x="424" y="742"/>
                      </a:lnTo>
                      <a:lnTo>
                        <a:pt x="425" y="742"/>
                      </a:lnTo>
                      <a:lnTo>
                        <a:pt x="425" y="744"/>
                      </a:lnTo>
                      <a:lnTo>
                        <a:pt x="427" y="744"/>
                      </a:lnTo>
                      <a:lnTo>
                        <a:pt x="427" y="746"/>
                      </a:lnTo>
                      <a:lnTo>
                        <a:pt x="427" y="747"/>
                      </a:lnTo>
                      <a:lnTo>
                        <a:pt x="429" y="749"/>
                      </a:lnTo>
                      <a:lnTo>
                        <a:pt x="429" y="751"/>
                      </a:lnTo>
                      <a:lnTo>
                        <a:pt x="427" y="751"/>
                      </a:lnTo>
                      <a:lnTo>
                        <a:pt x="429" y="751"/>
                      </a:lnTo>
                      <a:lnTo>
                        <a:pt x="429" y="749"/>
                      </a:lnTo>
                      <a:lnTo>
                        <a:pt x="429" y="751"/>
                      </a:lnTo>
                      <a:lnTo>
                        <a:pt x="429" y="753"/>
                      </a:lnTo>
                      <a:lnTo>
                        <a:pt x="429" y="755"/>
                      </a:lnTo>
                      <a:lnTo>
                        <a:pt x="429" y="756"/>
                      </a:lnTo>
                      <a:lnTo>
                        <a:pt x="429" y="758"/>
                      </a:lnTo>
                      <a:lnTo>
                        <a:pt x="427" y="758"/>
                      </a:lnTo>
                      <a:lnTo>
                        <a:pt x="427" y="760"/>
                      </a:lnTo>
                      <a:lnTo>
                        <a:pt x="427" y="762"/>
                      </a:lnTo>
                      <a:lnTo>
                        <a:pt x="425" y="762"/>
                      </a:lnTo>
                      <a:lnTo>
                        <a:pt x="424" y="762"/>
                      </a:lnTo>
                      <a:lnTo>
                        <a:pt x="424" y="764"/>
                      </a:lnTo>
                      <a:lnTo>
                        <a:pt x="424" y="762"/>
                      </a:lnTo>
                      <a:lnTo>
                        <a:pt x="424" y="764"/>
                      </a:lnTo>
                      <a:lnTo>
                        <a:pt x="424" y="762"/>
                      </a:lnTo>
                      <a:lnTo>
                        <a:pt x="425" y="762"/>
                      </a:lnTo>
                      <a:lnTo>
                        <a:pt x="427" y="762"/>
                      </a:lnTo>
                      <a:lnTo>
                        <a:pt x="427" y="764"/>
                      </a:lnTo>
                      <a:lnTo>
                        <a:pt x="427" y="766"/>
                      </a:lnTo>
                      <a:lnTo>
                        <a:pt x="427" y="767"/>
                      </a:lnTo>
                      <a:lnTo>
                        <a:pt x="427" y="766"/>
                      </a:lnTo>
                      <a:lnTo>
                        <a:pt x="427" y="767"/>
                      </a:lnTo>
                      <a:lnTo>
                        <a:pt x="425" y="767"/>
                      </a:lnTo>
                      <a:lnTo>
                        <a:pt x="425" y="769"/>
                      </a:lnTo>
                      <a:lnTo>
                        <a:pt x="425" y="771"/>
                      </a:lnTo>
                      <a:lnTo>
                        <a:pt x="424" y="771"/>
                      </a:lnTo>
                      <a:lnTo>
                        <a:pt x="424" y="769"/>
                      </a:lnTo>
                      <a:lnTo>
                        <a:pt x="424" y="771"/>
                      </a:lnTo>
                      <a:lnTo>
                        <a:pt x="422" y="771"/>
                      </a:lnTo>
                      <a:lnTo>
                        <a:pt x="420" y="771"/>
                      </a:lnTo>
                      <a:lnTo>
                        <a:pt x="420" y="773"/>
                      </a:lnTo>
                      <a:lnTo>
                        <a:pt x="418" y="773"/>
                      </a:lnTo>
                      <a:lnTo>
                        <a:pt x="418" y="775"/>
                      </a:lnTo>
                      <a:lnTo>
                        <a:pt x="416" y="775"/>
                      </a:lnTo>
                      <a:lnTo>
                        <a:pt x="416" y="777"/>
                      </a:lnTo>
                      <a:lnTo>
                        <a:pt x="415" y="777"/>
                      </a:lnTo>
                      <a:lnTo>
                        <a:pt x="416" y="777"/>
                      </a:lnTo>
                      <a:lnTo>
                        <a:pt x="416" y="775"/>
                      </a:lnTo>
                      <a:lnTo>
                        <a:pt x="418" y="775"/>
                      </a:lnTo>
                      <a:lnTo>
                        <a:pt x="418" y="773"/>
                      </a:lnTo>
                      <a:lnTo>
                        <a:pt x="420" y="773"/>
                      </a:lnTo>
                      <a:lnTo>
                        <a:pt x="420" y="771"/>
                      </a:lnTo>
                      <a:lnTo>
                        <a:pt x="422" y="771"/>
                      </a:lnTo>
                      <a:lnTo>
                        <a:pt x="424" y="771"/>
                      </a:lnTo>
                      <a:lnTo>
                        <a:pt x="425" y="771"/>
                      </a:lnTo>
                      <a:lnTo>
                        <a:pt x="425" y="769"/>
                      </a:lnTo>
                      <a:lnTo>
                        <a:pt x="427" y="767"/>
                      </a:lnTo>
                      <a:lnTo>
                        <a:pt x="425" y="767"/>
                      </a:lnTo>
                      <a:lnTo>
                        <a:pt x="427" y="767"/>
                      </a:lnTo>
                      <a:lnTo>
                        <a:pt x="427" y="769"/>
                      </a:lnTo>
                      <a:lnTo>
                        <a:pt x="427" y="771"/>
                      </a:lnTo>
                      <a:lnTo>
                        <a:pt x="427" y="769"/>
                      </a:lnTo>
                      <a:lnTo>
                        <a:pt x="429" y="771"/>
                      </a:lnTo>
                      <a:lnTo>
                        <a:pt x="429" y="773"/>
                      </a:lnTo>
                      <a:lnTo>
                        <a:pt x="429" y="775"/>
                      </a:lnTo>
                      <a:lnTo>
                        <a:pt x="431" y="775"/>
                      </a:lnTo>
                      <a:lnTo>
                        <a:pt x="431" y="777"/>
                      </a:lnTo>
                      <a:lnTo>
                        <a:pt x="431" y="778"/>
                      </a:lnTo>
                      <a:lnTo>
                        <a:pt x="431" y="780"/>
                      </a:lnTo>
                      <a:lnTo>
                        <a:pt x="431" y="782"/>
                      </a:lnTo>
                      <a:lnTo>
                        <a:pt x="431" y="784"/>
                      </a:lnTo>
                      <a:lnTo>
                        <a:pt x="431" y="786"/>
                      </a:lnTo>
                      <a:lnTo>
                        <a:pt x="433" y="786"/>
                      </a:lnTo>
                      <a:lnTo>
                        <a:pt x="433" y="788"/>
                      </a:lnTo>
                      <a:lnTo>
                        <a:pt x="433" y="789"/>
                      </a:lnTo>
                      <a:lnTo>
                        <a:pt x="433" y="791"/>
                      </a:lnTo>
                      <a:lnTo>
                        <a:pt x="433" y="789"/>
                      </a:lnTo>
                      <a:lnTo>
                        <a:pt x="433" y="788"/>
                      </a:lnTo>
                      <a:lnTo>
                        <a:pt x="431" y="788"/>
                      </a:lnTo>
                      <a:lnTo>
                        <a:pt x="433" y="788"/>
                      </a:lnTo>
                      <a:lnTo>
                        <a:pt x="431" y="788"/>
                      </a:lnTo>
                      <a:lnTo>
                        <a:pt x="431" y="786"/>
                      </a:lnTo>
                      <a:lnTo>
                        <a:pt x="431" y="784"/>
                      </a:lnTo>
                      <a:lnTo>
                        <a:pt x="429" y="784"/>
                      </a:lnTo>
                      <a:lnTo>
                        <a:pt x="429" y="782"/>
                      </a:lnTo>
                      <a:lnTo>
                        <a:pt x="427" y="782"/>
                      </a:lnTo>
                      <a:lnTo>
                        <a:pt x="427" y="780"/>
                      </a:lnTo>
                      <a:lnTo>
                        <a:pt x="427" y="782"/>
                      </a:lnTo>
                      <a:lnTo>
                        <a:pt x="427" y="784"/>
                      </a:lnTo>
                      <a:lnTo>
                        <a:pt x="425" y="784"/>
                      </a:lnTo>
                      <a:lnTo>
                        <a:pt x="425" y="782"/>
                      </a:lnTo>
                      <a:lnTo>
                        <a:pt x="427" y="782"/>
                      </a:lnTo>
                      <a:lnTo>
                        <a:pt x="427" y="784"/>
                      </a:lnTo>
                      <a:lnTo>
                        <a:pt x="425" y="784"/>
                      </a:lnTo>
                      <a:lnTo>
                        <a:pt x="427" y="784"/>
                      </a:lnTo>
                      <a:lnTo>
                        <a:pt x="427" y="782"/>
                      </a:lnTo>
                      <a:lnTo>
                        <a:pt x="425" y="782"/>
                      </a:lnTo>
                      <a:lnTo>
                        <a:pt x="425" y="780"/>
                      </a:lnTo>
                      <a:lnTo>
                        <a:pt x="425" y="782"/>
                      </a:lnTo>
                      <a:lnTo>
                        <a:pt x="425" y="784"/>
                      </a:lnTo>
                      <a:lnTo>
                        <a:pt x="425" y="782"/>
                      </a:lnTo>
                      <a:lnTo>
                        <a:pt x="425" y="784"/>
                      </a:lnTo>
                      <a:lnTo>
                        <a:pt x="425" y="782"/>
                      </a:lnTo>
                      <a:lnTo>
                        <a:pt x="425" y="784"/>
                      </a:lnTo>
                      <a:lnTo>
                        <a:pt x="425" y="786"/>
                      </a:lnTo>
                      <a:lnTo>
                        <a:pt x="424" y="786"/>
                      </a:lnTo>
                      <a:lnTo>
                        <a:pt x="425" y="786"/>
                      </a:lnTo>
                      <a:lnTo>
                        <a:pt x="425" y="788"/>
                      </a:lnTo>
                      <a:lnTo>
                        <a:pt x="427" y="788"/>
                      </a:lnTo>
                      <a:lnTo>
                        <a:pt x="425" y="788"/>
                      </a:lnTo>
                      <a:lnTo>
                        <a:pt x="427" y="788"/>
                      </a:lnTo>
                      <a:lnTo>
                        <a:pt x="427" y="789"/>
                      </a:lnTo>
                      <a:lnTo>
                        <a:pt x="429" y="789"/>
                      </a:lnTo>
                      <a:lnTo>
                        <a:pt x="431" y="789"/>
                      </a:lnTo>
                      <a:lnTo>
                        <a:pt x="433" y="789"/>
                      </a:lnTo>
                      <a:lnTo>
                        <a:pt x="433" y="791"/>
                      </a:lnTo>
                      <a:lnTo>
                        <a:pt x="435" y="791"/>
                      </a:lnTo>
                      <a:lnTo>
                        <a:pt x="433" y="791"/>
                      </a:lnTo>
                      <a:lnTo>
                        <a:pt x="435" y="791"/>
                      </a:lnTo>
                      <a:lnTo>
                        <a:pt x="433" y="791"/>
                      </a:lnTo>
                      <a:lnTo>
                        <a:pt x="435" y="791"/>
                      </a:lnTo>
                      <a:lnTo>
                        <a:pt x="435" y="793"/>
                      </a:lnTo>
                      <a:lnTo>
                        <a:pt x="435" y="791"/>
                      </a:lnTo>
                      <a:lnTo>
                        <a:pt x="435" y="793"/>
                      </a:lnTo>
                      <a:lnTo>
                        <a:pt x="435" y="795"/>
                      </a:lnTo>
                      <a:lnTo>
                        <a:pt x="435" y="797"/>
                      </a:lnTo>
                      <a:lnTo>
                        <a:pt x="435" y="799"/>
                      </a:lnTo>
                      <a:lnTo>
                        <a:pt x="433" y="799"/>
                      </a:lnTo>
                      <a:lnTo>
                        <a:pt x="435" y="799"/>
                      </a:lnTo>
                      <a:lnTo>
                        <a:pt x="435" y="800"/>
                      </a:lnTo>
                      <a:lnTo>
                        <a:pt x="433" y="800"/>
                      </a:lnTo>
                      <a:lnTo>
                        <a:pt x="433" y="802"/>
                      </a:lnTo>
                      <a:lnTo>
                        <a:pt x="433" y="804"/>
                      </a:lnTo>
                      <a:lnTo>
                        <a:pt x="433" y="802"/>
                      </a:lnTo>
                      <a:lnTo>
                        <a:pt x="433" y="804"/>
                      </a:lnTo>
                      <a:lnTo>
                        <a:pt x="433" y="806"/>
                      </a:lnTo>
                      <a:lnTo>
                        <a:pt x="431" y="806"/>
                      </a:lnTo>
                      <a:lnTo>
                        <a:pt x="433" y="806"/>
                      </a:lnTo>
                      <a:lnTo>
                        <a:pt x="433" y="808"/>
                      </a:lnTo>
                      <a:lnTo>
                        <a:pt x="431" y="808"/>
                      </a:lnTo>
                      <a:lnTo>
                        <a:pt x="431" y="809"/>
                      </a:lnTo>
                      <a:lnTo>
                        <a:pt x="431" y="811"/>
                      </a:lnTo>
                      <a:lnTo>
                        <a:pt x="431" y="813"/>
                      </a:lnTo>
                      <a:lnTo>
                        <a:pt x="431" y="811"/>
                      </a:lnTo>
                      <a:lnTo>
                        <a:pt x="431" y="813"/>
                      </a:lnTo>
                      <a:lnTo>
                        <a:pt x="431" y="815"/>
                      </a:lnTo>
                      <a:lnTo>
                        <a:pt x="431" y="813"/>
                      </a:lnTo>
                      <a:lnTo>
                        <a:pt x="431" y="815"/>
                      </a:lnTo>
                      <a:lnTo>
                        <a:pt x="431" y="819"/>
                      </a:lnTo>
                      <a:lnTo>
                        <a:pt x="429" y="819"/>
                      </a:lnTo>
                      <a:lnTo>
                        <a:pt x="429" y="820"/>
                      </a:lnTo>
                      <a:lnTo>
                        <a:pt x="429" y="822"/>
                      </a:lnTo>
                      <a:lnTo>
                        <a:pt x="429" y="820"/>
                      </a:lnTo>
                      <a:lnTo>
                        <a:pt x="427" y="820"/>
                      </a:lnTo>
                      <a:lnTo>
                        <a:pt x="429" y="820"/>
                      </a:lnTo>
                      <a:lnTo>
                        <a:pt x="427" y="820"/>
                      </a:lnTo>
                      <a:lnTo>
                        <a:pt x="429" y="820"/>
                      </a:lnTo>
                      <a:lnTo>
                        <a:pt x="427" y="820"/>
                      </a:lnTo>
                      <a:lnTo>
                        <a:pt x="429" y="822"/>
                      </a:lnTo>
                      <a:lnTo>
                        <a:pt x="429" y="824"/>
                      </a:lnTo>
                      <a:lnTo>
                        <a:pt x="427" y="824"/>
                      </a:lnTo>
                      <a:lnTo>
                        <a:pt x="427" y="826"/>
                      </a:lnTo>
                      <a:lnTo>
                        <a:pt x="427" y="828"/>
                      </a:lnTo>
                      <a:lnTo>
                        <a:pt x="425" y="828"/>
                      </a:lnTo>
                      <a:lnTo>
                        <a:pt x="425" y="830"/>
                      </a:lnTo>
                      <a:lnTo>
                        <a:pt x="424" y="830"/>
                      </a:lnTo>
                      <a:lnTo>
                        <a:pt x="424" y="831"/>
                      </a:lnTo>
                      <a:lnTo>
                        <a:pt x="424" y="830"/>
                      </a:lnTo>
                      <a:lnTo>
                        <a:pt x="425" y="830"/>
                      </a:lnTo>
                      <a:lnTo>
                        <a:pt x="424" y="830"/>
                      </a:lnTo>
                      <a:lnTo>
                        <a:pt x="422" y="831"/>
                      </a:lnTo>
                      <a:lnTo>
                        <a:pt x="424" y="831"/>
                      </a:lnTo>
                      <a:lnTo>
                        <a:pt x="424" y="830"/>
                      </a:lnTo>
                      <a:lnTo>
                        <a:pt x="424" y="831"/>
                      </a:lnTo>
                      <a:lnTo>
                        <a:pt x="424" y="833"/>
                      </a:lnTo>
                      <a:lnTo>
                        <a:pt x="422" y="833"/>
                      </a:lnTo>
                      <a:lnTo>
                        <a:pt x="420" y="835"/>
                      </a:lnTo>
                      <a:lnTo>
                        <a:pt x="422" y="835"/>
                      </a:lnTo>
                      <a:lnTo>
                        <a:pt x="422" y="833"/>
                      </a:lnTo>
                      <a:lnTo>
                        <a:pt x="422" y="835"/>
                      </a:lnTo>
                      <a:lnTo>
                        <a:pt x="420" y="837"/>
                      </a:lnTo>
                      <a:lnTo>
                        <a:pt x="420" y="839"/>
                      </a:lnTo>
                      <a:lnTo>
                        <a:pt x="418" y="839"/>
                      </a:lnTo>
                      <a:lnTo>
                        <a:pt x="418" y="841"/>
                      </a:lnTo>
                      <a:lnTo>
                        <a:pt x="418" y="842"/>
                      </a:lnTo>
                      <a:lnTo>
                        <a:pt x="416" y="842"/>
                      </a:lnTo>
                      <a:lnTo>
                        <a:pt x="416" y="844"/>
                      </a:lnTo>
                      <a:lnTo>
                        <a:pt x="416" y="846"/>
                      </a:lnTo>
                      <a:lnTo>
                        <a:pt x="415" y="846"/>
                      </a:lnTo>
                      <a:lnTo>
                        <a:pt x="416" y="846"/>
                      </a:lnTo>
                      <a:lnTo>
                        <a:pt x="415" y="846"/>
                      </a:lnTo>
                      <a:lnTo>
                        <a:pt x="416" y="846"/>
                      </a:lnTo>
                      <a:lnTo>
                        <a:pt x="416" y="848"/>
                      </a:lnTo>
                      <a:lnTo>
                        <a:pt x="415" y="848"/>
                      </a:lnTo>
                      <a:lnTo>
                        <a:pt x="415" y="850"/>
                      </a:lnTo>
                      <a:lnTo>
                        <a:pt x="415" y="852"/>
                      </a:lnTo>
                      <a:lnTo>
                        <a:pt x="415" y="853"/>
                      </a:lnTo>
                      <a:lnTo>
                        <a:pt x="413" y="853"/>
                      </a:lnTo>
                      <a:lnTo>
                        <a:pt x="413" y="855"/>
                      </a:lnTo>
                      <a:lnTo>
                        <a:pt x="413" y="853"/>
                      </a:lnTo>
                      <a:lnTo>
                        <a:pt x="415" y="853"/>
                      </a:lnTo>
                      <a:lnTo>
                        <a:pt x="415" y="855"/>
                      </a:lnTo>
                      <a:lnTo>
                        <a:pt x="413" y="855"/>
                      </a:lnTo>
                      <a:lnTo>
                        <a:pt x="415" y="855"/>
                      </a:lnTo>
                      <a:lnTo>
                        <a:pt x="415" y="857"/>
                      </a:lnTo>
                      <a:lnTo>
                        <a:pt x="413" y="857"/>
                      </a:lnTo>
                      <a:lnTo>
                        <a:pt x="415" y="859"/>
                      </a:lnTo>
                      <a:lnTo>
                        <a:pt x="415" y="861"/>
                      </a:lnTo>
                      <a:lnTo>
                        <a:pt x="413" y="861"/>
                      </a:lnTo>
                      <a:lnTo>
                        <a:pt x="413" y="863"/>
                      </a:lnTo>
                      <a:lnTo>
                        <a:pt x="411" y="863"/>
                      </a:lnTo>
                      <a:lnTo>
                        <a:pt x="413" y="863"/>
                      </a:lnTo>
                      <a:lnTo>
                        <a:pt x="413" y="861"/>
                      </a:lnTo>
                      <a:lnTo>
                        <a:pt x="415" y="861"/>
                      </a:lnTo>
                      <a:lnTo>
                        <a:pt x="415" y="863"/>
                      </a:lnTo>
                      <a:lnTo>
                        <a:pt x="416" y="863"/>
                      </a:lnTo>
                      <a:lnTo>
                        <a:pt x="416" y="864"/>
                      </a:lnTo>
                      <a:lnTo>
                        <a:pt x="415" y="864"/>
                      </a:lnTo>
                      <a:lnTo>
                        <a:pt x="413" y="864"/>
                      </a:lnTo>
                      <a:lnTo>
                        <a:pt x="413" y="866"/>
                      </a:lnTo>
                      <a:lnTo>
                        <a:pt x="413" y="864"/>
                      </a:lnTo>
                      <a:lnTo>
                        <a:pt x="415" y="864"/>
                      </a:lnTo>
                      <a:lnTo>
                        <a:pt x="416" y="864"/>
                      </a:lnTo>
                      <a:lnTo>
                        <a:pt x="416" y="866"/>
                      </a:lnTo>
                      <a:lnTo>
                        <a:pt x="416" y="864"/>
                      </a:lnTo>
                      <a:lnTo>
                        <a:pt x="416" y="866"/>
                      </a:lnTo>
                      <a:lnTo>
                        <a:pt x="416" y="864"/>
                      </a:lnTo>
                      <a:lnTo>
                        <a:pt x="416" y="866"/>
                      </a:lnTo>
                      <a:lnTo>
                        <a:pt x="416" y="868"/>
                      </a:lnTo>
                      <a:lnTo>
                        <a:pt x="416" y="870"/>
                      </a:lnTo>
                      <a:lnTo>
                        <a:pt x="415" y="870"/>
                      </a:lnTo>
                      <a:lnTo>
                        <a:pt x="416" y="870"/>
                      </a:lnTo>
                      <a:lnTo>
                        <a:pt x="416" y="872"/>
                      </a:lnTo>
                      <a:lnTo>
                        <a:pt x="416" y="873"/>
                      </a:lnTo>
                      <a:lnTo>
                        <a:pt x="416" y="875"/>
                      </a:lnTo>
                      <a:lnTo>
                        <a:pt x="416" y="877"/>
                      </a:lnTo>
                      <a:lnTo>
                        <a:pt x="416" y="879"/>
                      </a:lnTo>
                      <a:lnTo>
                        <a:pt x="416" y="881"/>
                      </a:lnTo>
                      <a:lnTo>
                        <a:pt x="416" y="883"/>
                      </a:lnTo>
                      <a:lnTo>
                        <a:pt x="416" y="884"/>
                      </a:lnTo>
                      <a:lnTo>
                        <a:pt x="416" y="886"/>
                      </a:lnTo>
                      <a:lnTo>
                        <a:pt x="416" y="888"/>
                      </a:lnTo>
                      <a:lnTo>
                        <a:pt x="416" y="890"/>
                      </a:lnTo>
                      <a:lnTo>
                        <a:pt x="416" y="892"/>
                      </a:lnTo>
                      <a:lnTo>
                        <a:pt x="418" y="894"/>
                      </a:lnTo>
                      <a:lnTo>
                        <a:pt x="418" y="895"/>
                      </a:lnTo>
                      <a:lnTo>
                        <a:pt x="418" y="897"/>
                      </a:lnTo>
                      <a:lnTo>
                        <a:pt x="418" y="899"/>
                      </a:lnTo>
                      <a:lnTo>
                        <a:pt x="418" y="901"/>
                      </a:lnTo>
                      <a:lnTo>
                        <a:pt x="418" y="903"/>
                      </a:lnTo>
                      <a:lnTo>
                        <a:pt x="418" y="905"/>
                      </a:lnTo>
                      <a:lnTo>
                        <a:pt x="416" y="905"/>
                      </a:lnTo>
                      <a:lnTo>
                        <a:pt x="415" y="905"/>
                      </a:lnTo>
                      <a:lnTo>
                        <a:pt x="413" y="905"/>
                      </a:lnTo>
                      <a:lnTo>
                        <a:pt x="413" y="903"/>
                      </a:lnTo>
                      <a:lnTo>
                        <a:pt x="415" y="903"/>
                      </a:lnTo>
                      <a:lnTo>
                        <a:pt x="415" y="905"/>
                      </a:lnTo>
                      <a:lnTo>
                        <a:pt x="415" y="903"/>
                      </a:lnTo>
                      <a:lnTo>
                        <a:pt x="415" y="905"/>
                      </a:lnTo>
                      <a:lnTo>
                        <a:pt x="415" y="903"/>
                      </a:lnTo>
                      <a:lnTo>
                        <a:pt x="413" y="903"/>
                      </a:lnTo>
                      <a:lnTo>
                        <a:pt x="415" y="903"/>
                      </a:lnTo>
                      <a:lnTo>
                        <a:pt x="413" y="903"/>
                      </a:lnTo>
                      <a:lnTo>
                        <a:pt x="411" y="903"/>
                      </a:lnTo>
                      <a:lnTo>
                        <a:pt x="409" y="903"/>
                      </a:lnTo>
                      <a:lnTo>
                        <a:pt x="409" y="901"/>
                      </a:lnTo>
                      <a:lnTo>
                        <a:pt x="409" y="903"/>
                      </a:lnTo>
                      <a:lnTo>
                        <a:pt x="407" y="903"/>
                      </a:lnTo>
                      <a:lnTo>
                        <a:pt x="405" y="903"/>
                      </a:lnTo>
                      <a:lnTo>
                        <a:pt x="407" y="903"/>
                      </a:lnTo>
                      <a:lnTo>
                        <a:pt x="409" y="903"/>
                      </a:lnTo>
                      <a:lnTo>
                        <a:pt x="411" y="903"/>
                      </a:lnTo>
                      <a:lnTo>
                        <a:pt x="411" y="905"/>
                      </a:lnTo>
                      <a:lnTo>
                        <a:pt x="413" y="905"/>
                      </a:lnTo>
                      <a:lnTo>
                        <a:pt x="413" y="903"/>
                      </a:lnTo>
                      <a:lnTo>
                        <a:pt x="413" y="905"/>
                      </a:lnTo>
                      <a:lnTo>
                        <a:pt x="411" y="905"/>
                      </a:lnTo>
                      <a:lnTo>
                        <a:pt x="409" y="903"/>
                      </a:lnTo>
                      <a:lnTo>
                        <a:pt x="407" y="903"/>
                      </a:lnTo>
                      <a:lnTo>
                        <a:pt x="405" y="903"/>
                      </a:lnTo>
                      <a:lnTo>
                        <a:pt x="407" y="903"/>
                      </a:lnTo>
                      <a:lnTo>
                        <a:pt x="407" y="901"/>
                      </a:lnTo>
                      <a:lnTo>
                        <a:pt x="405" y="901"/>
                      </a:lnTo>
                      <a:lnTo>
                        <a:pt x="405" y="903"/>
                      </a:lnTo>
                      <a:lnTo>
                        <a:pt x="405" y="901"/>
                      </a:lnTo>
                      <a:lnTo>
                        <a:pt x="405" y="903"/>
                      </a:lnTo>
                      <a:lnTo>
                        <a:pt x="405" y="901"/>
                      </a:lnTo>
                      <a:lnTo>
                        <a:pt x="404" y="903"/>
                      </a:lnTo>
                      <a:lnTo>
                        <a:pt x="405" y="903"/>
                      </a:lnTo>
                      <a:lnTo>
                        <a:pt x="404" y="903"/>
                      </a:lnTo>
                      <a:lnTo>
                        <a:pt x="404" y="901"/>
                      </a:lnTo>
                      <a:lnTo>
                        <a:pt x="404" y="903"/>
                      </a:lnTo>
                      <a:lnTo>
                        <a:pt x="404" y="901"/>
                      </a:lnTo>
                      <a:lnTo>
                        <a:pt x="404" y="903"/>
                      </a:lnTo>
                      <a:lnTo>
                        <a:pt x="405" y="903"/>
                      </a:lnTo>
                      <a:lnTo>
                        <a:pt x="404" y="903"/>
                      </a:lnTo>
                      <a:lnTo>
                        <a:pt x="402" y="903"/>
                      </a:lnTo>
                      <a:lnTo>
                        <a:pt x="400" y="903"/>
                      </a:lnTo>
                      <a:lnTo>
                        <a:pt x="400" y="905"/>
                      </a:lnTo>
                      <a:lnTo>
                        <a:pt x="400" y="903"/>
                      </a:lnTo>
                      <a:lnTo>
                        <a:pt x="398" y="903"/>
                      </a:lnTo>
                      <a:lnTo>
                        <a:pt x="398" y="905"/>
                      </a:lnTo>
                      <a:lnTo>
                        <a:pt x="396" y="905"/>
                      </a:lnTo>
                      <a:lnTo>
                        <a:pt x="396" y="906"/>
                      </a:lnTo>
                      <a:lnTo>
                        <a:pt x="394" y="908"/>
                      </a:lnTo>
                      <a:lnTo>
                        <a:pt x="394" y="910"/>
                      </a:lnTo>
                      <a:lnTo>
                        <a:pt x="394" y="912"/>
                      </a:lnTo>
                      <a:lnTo>
                        <a:pt x="396" y="912"/>
                      </a:lnTo>
                      <a:lnTo>
                        <a:pt x="394" y="914"/>
                      </a:lnTo>
                      <a:lnTo>
                        <a:pt x="394" y="916"/>
                      </a:lnTo>
                      <a:lnTo>
                        <a:pt x="393" y="916"/>
                      </a:lnTo>
                      <a:lnTo>
                        <a:pt x="393" y="917"/>
                      </a:lnTo>
                      <a:lnTo>
                        <a:pt x="391" y="917"/>
                      </a:lnTo>
                      <a:lnTo>
                        <a:pt x="391" y="919"/>
                      </a:lnTo>
                      <a:lnTo>
                        <a:pt x="389" y="919"/>
                      </a:lnTo>
                      <a:lnTo>
                        <a:pt x="389" y="921"/>
                      </a:lnTo>
                      <a:lnTo>
                        <a:pt x="389" y="923"/>
                      </a:lnTo>
                      <a:lnTo>
                        <a:pt x="387" y="923"/>
                      </a:lnTo>
                      <a:lnTo>
                        <a:pt x="387" y="925"/>
                      </a:lnTo>
                      <a:lnTo>
                        <a:pt x="385" y="925"/>
                      </a:lnTo>
                      <a:lnTo>
                        <a:pt x="385" y="926"/>
                      </a:lnTo>
                      <a:lnTo>
                        <a:pt x="385" y="928"/>
                      </a:lnTo>
                      <a:lnTo>
                        <a:pt x="383" y="928"/>
                      </a:lnTo>
                      <a:lnTo>
                        <a:pt x="383" y="930"/>
                      </a:lnTo>
                      <a:lnTo>
                        <a:pt x="383" y="932"/>
                      </a:lnTo>
                      <a:lnTo>
                        <a:pt x="383" y="934"/>
                      </a:lnTo>
                      <a:lnTo>
                        <a:pt x="385" y="936"/>
                      </a:lnTo>
                      <a:lnTo>
                        <a:pt x="385" y="937"/>
                      </a:lnTo>
                      <a:lnTo>
                        <a:pt x="387" y="937"/>
                      </a:lnTo>
                      <a:lnTo>
                        <a:pt x="385" y="937"/>
                      </a:lnTo>
                      <a:lnTo>
                        <a:pt x="387" y="937"/>
                      </a:lnTo>
                      <a:lnTo>
                        <a:pt x="387" y="939"/>
                      </a:lnTo>
                      <a:lnTo>
                        <a:pt x="389" y="939"/>
                      </a:lnTo>
                      <a:lnTo>
                        <a:pt x="391" y="939"/>
                      </a:lnTo>
                      <a:lnTo>
                        <a:pt x="393" y="939"/>
                      </a:lnTo>
                      <a:lnTo>
                        <a:pt x="391" y="939"/>
                      </a:lnTo>
                      <a:lnTo>
                        <a:pt x="391" y="941"/>
                      </a:lnTo>
                      <a:lnTo>
                        <a:pt x="389" y="941"/>
                      </a:lnTo>
                      <a:lnTo>
                        <a:pt x="387" y="939"/>
                      </a:lnTo>
                      <a:lnTo>
                        <a:pt x="385" y="939"/>
                      </a:lnTo>
                      <a:lnTo>
                        <a:pt x="383" y="941"/>
                      </a:lnTo>
                      <a:lnTo>
                        <a:pt x="382" y="941"/>
                      </a:lnTo>
                      <a:lnTo>
                        <a:pt x="380" y="941"/>
                      </a:lnTo>
                      <a:lnTo>
                        <a:pt x="380" y="939"/>
                      </a:lnTo>
                      <a:lnTo>
                        <a:pt x="380" y="941"/>
                      </a:lnTo>
                      <a:lnTo>
                        <a:pt x="378" y="941"/>
                      </a:lnTo>
                      <a:lnTo>
                        <a:pt x="378" y="943"/>
                      </a:lnTo>
                      <a:lnTo>
                        <a:pt x="376" y="943"/>
                      </a:lnTo>
                      <a:lnTo>
                        <a:pt x="374" y="943"/>
                      </a:lnTo>
                      <a:lnTo>
                        <a:pt x="374" y="945"/>
                      </a:lnTo>
                      <a:lnTo>
                        <a:pt x="373" y="945"/>
                      </a:lnTo>
                      <a:lnTo>
                        <a:pt x="371" y="945"/>
                      </a:lnTo>
                      <a:lnTo>
                        <a:pt x="369" y="945"/>
                      </a:lnTo>
                      <a:lnTo>
                        <a:pt x="367" y="945"/>
                      </a:lnTo>
                      <a:lnTo>
                        <a:pt x="369" y="945"/>
                      </a:lnTo>
                      <a:lnTo>
                        <a:pt x="367" y="945"/>
                      </a:lnTo>
                      <a:lnTo>
                        <a:pt x="365" y="945"/>
                      </a:lnTo>
                      <a:lnTo>
                        <a:pt x="365" y="947"/>
                      </a:lnTo>
                      <a:lnTo>
                        <a:pt x="363" y="947"/>
                      </a:lnTo>
                      <a:lnTo>
                        <a:pt x="363" y="948"/>
                      </a:lnTo>
                      <a:lnTo>
                        <a:pt x="362" y="948"/>
                      </a:lnTo>
                      <a:lnTo>
                        <a:pt x="360" y="950"/>
                      </a:lnTo>
                      <a:lnTo>
                        <a:pt x="360" y="948"/>
                      </a:lnTo>
                      <a:lnTo>
                        <a:pt x="360" y="950"/>
                      </a:lnTo>
                      <a:lnTo>
                        <a:pt x="358" y="950"/>
                      </a:lnTo>
                      <a:lnTo>
                        <a:pt x="358" y="952"/>
                      </a:lnTo>
                      <a:lnTo>
                        <a:pt x="358" y="954"/>
                      </a:lnTo>
                      <a:lnTo>
                        <a:pt x="356" y="954"/>
                      </a:lnTo>
                      <a:lnTo>
                        <a:pt x="356" y="956"/>
                      </a:lnTo>
                      <a:lnTo>
                        <a:pt x="356" y="958"/>
                      </a:lnTo>
                      <a:lnTo>
                        <a:pt x="358" y="958"/>
                      </a:lnTo>
                      <a:lnTo>
                        <a:pt x="360" y="959"/>
                      </a:lnTo>
                      <a:lnTo>
                        <a:pt x="358" y="959"/>
                      </a:lnTo>
                      <a:lnTo>
                        <a:pt x="358" y="958"/>
                      </a:lnTo>
                      <a:lnTo>
                        <a:pt x="358" y="959"/>
                      </a:lnTo>
                      <a:lnTo>
                        <a:pt x="356" y="959"/>
                      </a:lnTo>
                      <a:lnTo>
                        <a:pt x="356" y="961"/>
                      </a:lnTo>
                      <a:lnTo>
                        <a:pt x="356" y="963"/>
                      </a:lnTo>
                      <a:lnTo>
                        <a:pt x="354" y="961"/>
                      </a:lnTo>
                      <a:lnTo>
                        <a:pt x="356" y="961"/>
                      </a:lnTo>
                      <a:lnTo>
                        <a:pt x="354" y="961"/>
                      </a:lnTo>
                      <a:lnTo>
                        <a:pt x="354" y="963"/>
                      </a:lnTo>
                      <a:lnTo>
                        <a:pt x="354" y="965"/>
                      </a:lnTo>
                      <a:lnTo>
                        <a:pt x="356" y="965"/>
                      </a:lnTo>
                      <a:lnTo>
                        <a:pt x="354" y="965"/>
                      </a:lnTo>
                      <a:lnTo>
                        <a:pt x="356" y="965"/>
                      </a:lnTo>
                      <a:lnTo>
                        <a:pt x="354" y="965"/>
                      </a:lnTo>
                      <a:lnTo>
                        <a:pt x="354" y="963"/>
                      </a:lnTo>
                      <a:lnTo>
                        <a:pt x="354" y="965"/>
                      </a:lnTo>
                      <a:lnTo>
                        <a:pt x="354" y="963"/>
                      </a:lnTo>
                      <a:lnTo>
                        <a:pt x="356" y="963"/>
                      </a:lnTo>
                      <a:lnTo>
                        <a:pt x="354" y="963"/>
                      </a:lnTo>
                      <a:lnTo>
                        <a:pt x="356" y="963"/>
                      </a:lnTo>
                      <a:lnTo>
                        <a:pt x="354" y="963"/>
                      </a:lnTo>
                      <a:lnTo>
                        <a:pt x="356" y="963"/>
                      </a:lnTo>
                      <a:lnTo>
                        <a:pt x="356" y="965"/>
                      </a:lnTo>
                      <a:lnTo>
                        <a:pt x="356" y="967"/>
                      </a:lnTo>
                      <a:lnTo>
                        <a:pt x="354" y="967"/>
                      </a:lnTo>
                      <a:lnTo>
                        <a:pt x="356" y="967"/>
                      </a:lnTo>
                      <a:lnTo>
                        <a:pt x="356" y="969"/>
                      </a:lnTo>
                      <a:lnTo>
                        <a:pt x="354" y="969"/>
                      </a:lnTo>
                      <a:lnTo>
                        <a:pt x="354" y="970"/>
                      </a:lnTo>
                      <a:lnTo>
                        <a:pt x="352" y="970"/>
                      </a:lnTo>
                      <a:lnTo>
                        <a:pt x="352" y="972"/>
                      </a:lnTo>
                      <a:lnTo>
                        <a:pt x="351" y="972"/>
                      </a:lnTo>
                      <a:lnTo>
                        <a:pt x="351" y="974"/>
                      </a:lnTo>
                      <a:lnTo>
                        <a:pt x="349" y="974"/>
                      </a:lnTo>
                      <a:lnTo>
                        <a:pt x="347" y="976"/>
                      </a:lnTo>
                      <a:lnTo>
                        <a:pt x="345" y="976"/>
                      </a:lnTo>
                      <a:lnTo>
                        <a:pt x="343" y="976"/>
                      </a:lnTo>
                      <a:lnTo>
                        <a:pt x="343" y="978"/>
                      </a:lnTo>
                      <a:lnTo>
                        <a:pt x="343" y="976"/>
                      </a:lnTo>
                      <a:lnTo>
                        <a:pt x="343" y="978"/>
                      </a:lnTo>
                      <a:lnTo>
                        <a:pt x="341" y="979"/>
                      </a:lnTo>
                      <a:lnTo>
                        <a:pt x="340" y="979"/>
                      </a:lnTo>
                      <a:lnTo>
                        <a:pt x="338" y="979"/>
                      </a:lnTo>
                      <a:lnTo>
                        <a:pt x="336" y="979"/>
                      </a:lnTo>
                      <a:lnTo>
                        <a:pt x="336" y="981"/>
                      </a:lnTo>
                      <a:lnTo>
                        <a:pt x="334" y="981"/>
                      </a:lnTo>
                      <a:lnTo>
                        <a:pt x="336" y="981"/>
                      </a:lnTo>
                      <a:lnTo>
                        <a:pt x="334" y="983"/>
                      </a:lnTo>
                      <a:lnTo>
                        <a:pt x="332" y="983"/>
                      </a:lnTo>
                      <a:lnTo>
                        <a:pt x="331" y="981"/>
                      </a:lnTo>
                      <a:lnTo>
                        <a:pt x="329" y="981"/>
                      </a:lnTo>
                      <a:lnTo>
                        <a:pt x="327" y="981"/>
                      </a:lnTo>
                      <a:lnTo>
                        <a:pt x="325" y="981"/>
                      </a:lnTo>
                      <a:lnTo>
                        <a:pt x="325" y="979"/>
                      </a:lnTo>
                      <a:lnTo>
                        <a:pt x="323" y="979"/>
                      </a:lnTo>
                      <a:lnTo>
                        <a:pt x="323" y="978"/>
                      </a:lnTo>
                      <a:lnTo>
                        <a:pt x="321" y="978"/>
                      </a:lnTo>
                      <a:lnTo>
                        <a:pt x="321" y="976"/>
                      </a:lnTo>
                      <a:lnTo>
                        <a:pt x="321" y="978"/>
                      </a:lnTo>
                      <a:lnTo>
                        <a:pt x="320" y="976"/>
                      </a:lnTo>
                      <a:lnTo>
                        <a:pt x="318" y="974"/>
                      </a:lnTo>
                      <a:lnTo>
                        <a:pt x="316" y="974"/>
                      </a:lnTo>
                      <a:lnTo>
                        <a:pt x="316" y="972"/>
                      </a:lnTo>
                      <a:lnTo>
                        <a:pt x="314" y="972"/>
                      </a:lnTo>
                      <a:lnTo>
                        <a:pt x="314" y="970"/>
                      </a:lnTo>
                      <a:lnTo>
                        <a:pt x="312" y="970"/>
                      </a:lnTo>
                      <a:lnTo>
                        <a:pt x="312" y="969"/>
                      </a:lnTo>
                      <a:lnTo>
                        <a:pt x="310" y="967"/>
                      </a:lnTo>
                      <a:lnTo>
                        <a:pt x="309" y="965"/>
                      </a:lnTo>
                      <a:lnTo>
                        <a:pt x="309" y="963"/>
                      </a:lnTo>
                      <a:lnTo>
                        <a:pt x="307" y="963"/>
                      </a:lnTo>
                      <a:lnTo>
                        <a:pt x="307" y="961"/>
                      </a:lnTo>
                      <a:lnTo>
                        <a:pt x="305" y="961"/>
                      </a:lnTo>
                      <a:lnTo>
                        <a:pt x="305" y="959"/>
                      </a:lnTo>
                      <a:lnTo>
                        <a:pt x="303" y="959"/>
                      </a:lnTo>
                      <a:lnTo>
                        <a:pt x="303" y="958"/>
                      </a:lnTo>
                      <a:lnTo>
                        <a:pt x="303" y="956"/>
                      </a:lnTo>
                      <a:lnTo>
                        <a:pt x="301" y="956"/>
                      </a:lnTo>
                      <a:lnTo>
                        <a:pt x="301" y="954"/>
                      </a:lnTo>
                      <a:lnTo>
                        <a:pt x="300" y="954"/>
                      </a:lnTo>
                      <a:lnTo>
                        <a:pt x="298" y="952"/>
                      </a:lnTo>
                      <a:lnTo>
                        <a:pt x="300" y="952"/>
                      </a:lnTo>
                      <a:lnTo>
                        <a:pt x="300" y="954"/>
                      </a:lnTo>
                      <a:lnTo>
                        <a:pt x="301" y="954"/>
                      </a:lnTo>
                      <a:lnTo>
                        <a:pt x="301" y="952"/>
                      </a:lnTo>
                      <a:lnTo>
                        <a:pt x="301" y="954"/>
                      </a:lnTo>
                      <a:lnTo>
                        <a:pt x="301" y="952"/>
                      </a:lnTo>
                      <a:lnTo>
                        <a:pt x="300" y="952"/>
                      </a:lnTo>
                      <a:lnTo>
                        <a:pt x="300" y="954"/>
                      </a:lnTo>
                      <a:lnTo>
                        <a:pt x="300" y="952"/>
                      </a:lnTo>
                      <a:lnTo>
                        <a:pt x="300" y="954"/>
                      </a:lnTo>
                      <a:lnTo>
                        <a:pt x="300" y="952"/>
                      </a:lnTo>
                      <a:lnTo>
                        <a:pt x="301" y="952"/>
                      </a:lnTo>
                      <a:lnTo>
                        <a:pt x="300" y="952"/>
                      </a:lnTo>
                      <a:lnTo>
                        <a:pt x="301" y="952"/>
                      </a:lnTo>
                      <a:lnTo>
                        <a:pt x="300" y="952"/>
                      </a:lnTo>
                      <a:lnTo>
                        <a:pt x="301" y="952"/>
                      </a:lnTo>
                      <a:lnTo>
                        <a:pt x="300" y="952"/>
                      </a:lnTo>
                      <a:lnTo>
                        <a:pt x="301" y="952"/>
                      </a:lnTo>
                      <a:lnTo>
                        <a:pt x="301" y="950"/>
                      </a:lnTo>
                      <a:lnTo>
                        <a:pt x="301" y="952"/>
                      </a:lnTo>
                      <a:lnTo>
                        <a:pt x="301" y="950"/>
                      </a:lnTo>
                      <a:lnTo>
                        <a:pt x="300" y="950"/>
                      </a:lnTo>
                      <a:lnTo>
                        <a:pt x="301" y="950"/>
                      </a:lnTo>
                      <a:lnTo>
                        <a:pt x="300" y="950"/>
                      </a:lnTo>
                      <a:lnTo>
                        <a:pt x="300" y="952"/>
                      </a:lnTo>
                      <a:lnTo>
                        <a:pt x="300" y="950"/>
                      </a:lnTo>
                      <a:lnTo>
                        <a:pt x="298" y="950"/>
                      </a:lnTo>
                      <a:lnTo>
                        <a:pt x="298" y="952"/>
                      </a:lnTo>
                      <a:lnTo>
                        <a:pt x="300" y="952"/>
                      </a:lnTo>
                      <a:lnTo>
                        <a:pt x="298" y="952"/>
                      </a:lnTo>
                      <a:lnTo>
                        <a:pt x="298" y="950"/>
                      </a:lnTo>
                      <a:lnTo>
                        <a:pt x="298" y="948"/>
                      </a:lnTo>
                      <a:lnTo>
                        <a:pt x="296" y="947"/>
                      </a:lnTo>
                      <a:lnTo>
                        <a:pt x="296" y="945"/>
                      </a:lnTo>
                      <a:lnTo>
                        <a:pt x="296" y="943"/>
                      </a:lnTo>
                      <a:lnTo>
                        <a:pt x="296" y="945"/>
                      </a:lnTo>
                      <a:lnTo>
                        <a:pt x="296" y="943"/>
                      </a:lnTo>
                      <a:lnTo>
                        <a:pt x="294" y="941"/>
                      </a:lnTo>
                      <a:lnTo>
                        <a:pt x="296" y="941"/>
                      </a:lnTo>
                      <a:lnTo>
                        <a:pt x="294" y="941"/>
                      </a:lnTo>
                      <a:lnTo>
                        <a:pt x="294" y="943"/>
                      </a:lnTo>
                      <a:lnTo>
                        <a:pt x="296" y="943"/>
                      </a:lnTo>
                      <a:lnTo>
                        <a:pt x="294" y="943"/>
                      </a:lnTo>
                      <a:lnTo>
                        <a:pt x="296" y="943"/>
                      </a:lnTo>
                      <a:lnTo>
                        <a:pt x="296" y="945"/>
                      </a:lnTo>
                      <a:lnTo>
                        <a:pt x="294" y="943"/>
                      </a:lnTo>
                      <a:lnTo>
                        <a:pt x="294" y="941"/>
                      </a:lnTo>
                      <a:lnTo>
                        <a:pt x="294" y="939"/>
                      </a:lnTo>
                      <a:lnTo>
                        <a:pt x="292" y="939"/>
                      </a:lnTo>
                      <a:lnTo>
                        <a:pt x="292" y="937"/>
                      </a:lnTo>
                      <a:lnTo>
                        <a:pt x="292" y="936"/>
                      </a:lnTo>
                      <a:lnTo>
                        <a:pt x="290" y="934"/>
                      </a:lnTo>
                      <a:lnTo>
                        <a:pt x="290" y="932"/>
                      </a:lnTo>
                      <a:lnTo>
                        <a:pt x="290" y="930"/>
                      </a:lnTo>
                      <a:lnTo>
                        <a:pt x="290" y="928"/>
                      </a:lnTo>
                      <a:lnTo>
                        <a:pt x="290" y="926"/>
                      </a:lnTo>
                      <a:lnTo>
                        <a:pt x="290" y="925"/>
                      </a:lnTo>
                      <a:lnTo>
                        <a:pt x="289" y="923"/>
                      </a:lnTo>
                      <a:lnTo>
                        <a:pt x="289" y="921"/>
                      </a:lnTo>
                      <a:lnTo>
                        <a:pt x="289" y="919"/>
                      </a:lnTo>
                      <a:lnTo>
                        <a:pt x="289" y="917"/>
                      </a:lnTo>
                      <a:lnTo>
                        <a:pt x="289" y="916"/>
                      </a:lnTo>
                      <a:lnTo>
                        <a:pt x="289" y="917"/>
                      </a:lnTo>
                      <a:lnTo>
                        <a:pt x="290" y="917"/>
                      </a:lnTo>
                      <a:lnTo>
                        <a:pt x="289" y="917"/>
                      </a:lnTo>
                      <a:lnTo>
                        <a:pt x="289" y="919"/>
                      </a:lnTo>
                      <a:lnTo>
                        <a:pt x="289" y="917"/>
                      </a:lnTo>
                      <a:lnTo>
                        <a:pt x="290" y="917"/>
                      </a:lnTo>
                      <a:lnTo>
                        <a:pt x="289" y="917"/>
                      </a:lnTo>
                      <a:lnTo>
                        <a:pt x="290" y="917"/>
                      </a:lnTo>
                      <a:lnTo>
                        <a:pt x="290" y="919"/>
                      </a:lnTo>
                      <a:lnTo>
                        <a:pt x="289" y="919"/>
                      </a:lnTo>
                      <a:lnTo>
                        <a:pt x="290" y="919"/>
                      </a:lnTo>
                      <a:lnTo>
                        <a:pt x="290" y="917"/>
                      </a:lnTo>
                      <a:lnTo>
                        <a:pt x="290" y="919"/>
                      </a:lnTo>
                      <a:lnTo>
                        <a:pt x="290" y="921"/>
                      </a:lnTo>
                      <a:lnTo>
                        <a:pt x="290" y="923"/>
                      </a:lnTo>
                      <a:lnTo>
                        <a:pt x="292" y="923"/>
                      </a:lnTo>
                      <a:lnTo>
                        <a:pt x="292" y="925"/>
                      </a:lnTo>
                      <a:lnTo>
                        <a:pt x="292" y="923"/>
                      </a:lnTo>
                      <a:lnTo>
                        <a:pt x="290" y="923"/>
                      </a:lnTo>
                      <a:lnTo>
                        <a:pt x="290" y="921"/>
                      </a:lnTo>
                      <a:lnTo>
                        <a:pt x="290" y="919"/>
                      </a:lnTo>
                      <a:lnTo>
                        <a:pt x="290" y="921"/>
                      </a:lnTo>
                      <a:lnTo>
                        <a:pt x="290" y="919"/>
                      </a:lnTo>
                      <a:lnTo>
                        <a:pt x="292" y="919"/>
                      </a:lnTo>
                      <a:lnTo>
                        <a:pt x="292" y="921"/>
                      </a:lnTo>
                      <a:lnTo>
                        <a:pt x="292" y="923"/>
                      </a:lnTo>
                      <a:lnTo>
                        <a:pt x="292" y="925"/>
                      </a:lnTo>
                      <a:lnTo>
                        <a:pt x="294" y="925"/>
                      </a:lnTo>
                      <a:lnTo>
                        <a:pt x="294" y="926"/>
                      </a:lnTo>
                      <a:lnTo>
                        <a:pt x="294" y="925"/>
                      </a:lnTo>
                      <a:lnTo>
                        <a:pt x="294" y="926"/>
                      </a:lnTo>
                      <a:lnTo>
                        <a:pt x="292" y="926"/>
                      </a:lnTo>
                      <a:lnTo>
                        <a:pt x="292" y="928"/>
                      </a:lnTo>
                      <a:lnTo>
                        <a:pt x="292" y="930"/>
                      </a:lnTo>
                      <a:lnTo>
                        <a:pt x="292" y="932"/>
                      </a:lnTo>
                      <a:lnTo>
                        <a:pt x="292" y="930"/>
                      </a:lnTo>
                      <a:lnTo>
                        <a:pt x="294" y="930"/>
                      </a:lnTo>
                      <a:lnTo>
                        <a:pt x="294" y="932"/>
                      </a:lnTo>
                      <a:lnTo>
                        <a:pt x="296" y="932"/>
                      </a:lnTo>
                      <a:lnTo>
                        <a:pt x="296" y="930"/>
                      </a:lnTo>
                      <a:lnTo>
                        <a:pt x="296" y="932"/>
                      </a:lnTo>
                      <a:lnTo>
                        <a:pt x="296" y="930"/>
                      </a:lnTo>
                      <a:lnTo>
                        <a:pt x="298" y="930"/>
                      </a:lnTo>
                      <a:lnTo>
                        <a:pt x="296" y="930"/>
                      </a:lnTo>
                      <a:lnTo>
                        <a:pt x="294" y="930"/>
                      </a:lnTo>
                      <a:lnTo>
                        <a:pt x="294" y="928"/>
                      </a:lnTo>
                      <a:lnTo>
                        <a:pt x="294" y="926"/>
                      </a:lnTo>
                      <a:lnTo>
                        <a:pt x="294" y="925"/>
                      </a:lnTo>
                      <a:lnTo>
                        <a:pt x="292" y="925"/>
                      </a:lnTo>
                      <a:lnTo>
                        <a:pt x="292" y="923"/>
                      </a:lnTo>
                      <a:lnTo>
                        <a:pt x="294" y="923"/>
                      </a:lnTo>
                      <a:lnTo>
                        <a:pt x="292" y="923"/>
                      </a:lnTo>
                      <a:lnTo>
                        <a:pt x="292" y="921"/>
                      </a:lnTo>
                      <a:lnTo>
                        <a:pt x="294" y="921"/>
                      </a:lnTo>
                      <a:lnTo>
                        <a:pt x="292" y="921"/>
                      </a:lnTo>
                      <a:lnTo>
                        <a:pt x="294" y="921"/>
                      </a:lnTo>
                      <a:lnTo>
                        <a:pt x="292" y="919"/>
                      </a:lnTo>
                      <a:lnTo>
                        <a:pt x="292" y="917"/>
                      </a:lnTo>
                      <a:lnTo>
                        <a:pt x="290" y="917"/>
                      </a:lnTo>
                      <a:lnTo>
                        <a:pt x="292" y="917"/>
                      </a:lnTo>
                      <a:lnTo>
                        <a:pt x="290" y="917"/>
                      </a:lnTo>
                      <a:lnTo>
                        <a:pt x="290" y="916"/>
                      </a:lnTo>
                      <a:lnTo>
                        <a:pt x="290" y="917"/>
                      </a:lnTo>
                      <a:lnTo>
                        <a:pt x="290" y="916"/>
                      </a:lnTo>
                      <a:lnTo>
                        <a:pt x="289" y="916"/>
                      </a:lnTo>
                      <a:lnTo>
                        <a:pt x="289" y="914"/>
                      </a:lnTo>
                      <a:lnTo>
                        <a:pt x="289" y="912"/>
                      </a:lnTo>
                      <a:lnTo>
                        <a:pt x="289" y="910"/>
                      </a:lnTo>
                      <a:lnTo>
                        <a:pt x="290" y="910"/>
                      </a:lnTo>
                      <a:lnTo>
                        <a:pt x="290" y="912"/>
                      </a:lnTo>
                      <a:lnTo>
                        <a:pt x="290" y="910"/>
                      </a:lnTo>
                      <a:lnTo>
                        <a:pt x="292" y="910"/>
                      </a:lnTo>
                      <a:lnTo>
                        <a:pt x="294" y="910"/>
                      </a:lnTo>
                      <a:lnTo>
                        <a:pt x="296" y="910"/>
                      </a:lnTo>
                      <a:lnTo>
                        <a:pt x="296" y="908"/>
                      </a:lnTo>
                      <a:lnTo>
                        <a:pt x="294" y="908"/>
                      </a:lnTo>
                      <a:lnTo>
                        <a:pt x="296" y="908"/>
                      </a:lnTo>
                      <a:lnTo>
                        <a:pt x="298" y="908"/>
                      </a:lnTo>
                      <a:lnTo>
                        <a:pt x="298" y="906"/>
                      </a:lnTo>
                      <a:lnTo>
                        <a:pt x="298" y="908"/>
                      </a:lnTo>
                      <a:lnTo>
                        <a:pt x="298" y="906"/>
                      </a:lnTo>
                      <a:lnTo>
                        <a:pt x="296" y="908"/>
                      </a:lnTo>
                      <a:lnTo>
                        <a:pt x="294" y="908"/>
                      </a:lnTo>
                      <a:lnTo>
                        <a:pt x="296" y="908"/>
                      </a:lnTo>
                      <a:lnTo>
                        <a:pt x="296" y="910"/>
                      </a:lnTo>
                      <a:lnTo>
                        <a:pt x="294" y="910"/>
                      </a:lnTo>
                      <a:lnTo>
                        <a:pt x="292" y="910"/>
                      </a:lnTo>
                      <a:lnTo>
                        <a:pt x="292" y="908"/>
                      </a:lnTo>
                      <a:lnTo>
                        <a:pt x="290" y="908"/>
                      </a:lnTo>
                      <a:lnTo>
                        <a:pt x="289" y="908"/>
                      </a:lnTo>
                      <a:lnTo>
                        <a:pt x="287" y="908"/>
                      </a:lnTo>
                      <a:lnTo>
                        <a:pt x="287" y="906"/>
                      </a:lnTo>
                      <a:lnTo>
                        <a:pt x="289" y="906"/>
                      </a:lnTo>
                      <a:lnTo>
                        <a:pt x="289" y="905"/>
                      </a:lnTo>
                      <a:lnTo>
                        <a:pt x="289" y="906"/>
                      </a:lnTo>
                      <a:lnTo>
                        <a:pt x="287" y="906"/>
                      </a:lnTo>
                      <a:lnTo>
                        <a:pt x="287" y="905"/>
                      </a:lnTo>
                      <a:lnTo>
                        <a:pt x="287" y="906"/>
                      </a:lnTo>
                      <a:lnTo>
                        <a:pt x="287" y="905"/>
                      </a:lnTo>
                      <a:lnTo>
                        <a:pt x="285" y="905"/>
                      </a:lnTo>
                      <a:lnTo>
                        <a:pt x="287" y="905"/>
                      </a:lnTo>
                      <a:lnTo>
                        <a:pt x="287" y="906"/>
                      </a:lnTo>
                      <a:lnTo>
                        <a:pt x="285" y="906"/>
                      </a:lnTo>
                      <a:lnTo>
                        <a:pt x="285" y="908"/>
                      </a:lnTo>
                      <a:lnTo>
                        <a:pt x="285" y="906"/>
                      </a:lnTo>
                      <a:lnTo>
                        <a:pt x="285" y="905"/>
                      </a:lnTo>
                      <a:lnTo>
                        <a:pt x="283" y="905"/>
                      </a:lnTo>
                      <a:lnTo>
                        <a:pt x="283" y="903"/>
                      </a:lnTo>
                      <a:lnTo>
                        <a:pt x="283" y="901"/>
                      </a:lnTo>
                      <a:lnTo>
                        <a:pt x="283" y="899"/>
                      </a:lnTo>
                      <a:lnTo>
                        <a:pt x="281" y="897"/>
                      </a:lnTo>
                      <a:lnTo>
                        <a:pt x="281" y="895"/>
                      </a:lnTo>
                      <a:lnTo>
                        <a:pt x="283" y="895"/>
                      </a:lnTo>
                      <a:lnTo>
                        <a:pt x="283" y="897"/>
                      </a:lnTo>
                      <a:lnTo>
                        <a:pt x="283" y="895"/>
                      </a:lnTo>
                      <a:lnTo>
                        <a:pt x="281" y="895"/>
                      </a:lnTo>
                      <a:lnTo>
                        <a:pt x="281" y="894"/>
                      </a:lnTo>
                      <a:lnTo>
                        <a:pt x="281" y="895"/>
                      </a:lnTo>
                      <a:lnTo>
                        <a:pt x="281" y="894"/>
                      </a:lnTo>
                      <a:lnTo>
                        <a:pt x="281" y="895"/>
                      </a:lnTo>
                      <a:lnTo>
                        <a:pt x="279" y="895"/>
                      </a:lnTo>
                      <a:lnTo>
                        <a:pt x="281" y="895"/>
                      </a:lnTo>
                      <a:lnTo>
                        <a:pt x="279" y="895"/>
                      </a:lnTo>
                      <a:lnTo>
                        <a:pt x="279" y="894"/>
                      </a:lnTo>
                      <a:lnTo>
                        <a:pt x="279" y="892"/>
                      </a:lnTo>
                      <a:lnTo>
                        <a:pt x="278" y="892"/>
                      </a:lnTo>
                      <a:lnTo>
                        <a:pt x="278" y="890"/>
                      </a:lnTo>
                      <a:lnTo>
                        <a:pt x="278" y="888"/>
                      </a:lnTo>
                      <a:lnTo>
                        <a:pt x="278" y="886"/>
                      </a:lnTo>
                      <a:lnTo>
                        <a:pt x="278" y="888"/>
                      </a:lnTo>
                      <a:lnTo>
                        <a:pt x="276" y="886"/>
                      </a:lnTo>
                      <a:lnTo>
                        <a:pt x="278" y="886"/>
                      </a:lnTo>
                      <a:lnTo>
                        <a:pt x="278" y="884"/>
                      </a:lnTo>
                      <a:lnTo>
                        <a:pt x="276" y="886"/>
                      </a:lnTo>
                      <a:lnTo>
                        <a:pt x="276" y="884"/>
                      </a:lnTo>
                      <a:lnTo>
                        <a:pt x="276" y="886"/>
                      </a:lnTo>
                      <a:lnTo>
                        <a:pt x="276" y="884"/>
                      </a:lnTo>
                      <a:lnTo>
                        <a:pt x="276" y="883"/>
                      </a:lnTo>
                      <a:lnTo>
                        <a:pt x="274" y="881"/>
                      </a:lnTo>
                      <a:lnTo>
                        <a:pt x="274" y="879"/>
                      </a:lnTo>
                      <a:lnTo>
                        <a:pt x="274" y="877"/>
                      </a:lnTo>
                      <a:lnTo>
                        <a:pt x="274" y="875"/>
                      </a:lnTo>
                      <a:lnTo>
                        <a:pt x="274" y="873"/>
                      </a:lnTo>
                      <a:lnTo>
                        <a:pt x="272" y="873"/>
                      </a:lnTo>
                      <a:lnTo>
                        <a:pt x="274" y="873"/>
                      </a:lnTo>
                      <a:lnTo>
                        <a:pt x="272" y="873"/>
                      </a:lnTo>
                      <a:lnTo>
                        <a:pt x="272" y="872"/>
                      </a:lnTo>
                      <a:lnTo>
                        <a:pt x="274" y="872"/>
                      </a:lnTo>
                      <a:lnTo>
                        <a:pt x="272" y="872"/>
                      </a:lnTo>
                      <a:lnTo>
                        <a:pt x="274" y="872"/>
                      </a:lnTo>
                      <a:lnTo>
                        <a:pt x="274" y="870"/>
                      </a:lnTo>
                      <a:lnTo>
                        <a:pt x="274" y="872"/>
                      </a:lnTo>
                      <a:lnTo>
                        <a:pt x="274" y="870"/>
                      </a:lnTo>
                      <a:lnTo>
                        <a:pt x="274" y="872"/>
                      </a:lnTo>
                      <a:lnTo>
                        <a:pt x="274" y="870"/>
                      </a:lnTo>
                      <a:lnTo>
                        <a:pt x="276" y="870"/>
                      </a:lnTo>
                      <a:lnTo>
                        <a:pt x="278" y="870"/>
                      </a:lnTo>
                      <a:lnTo>
                        <a:pt x="276" y="870"/>
                      </a:lnTo>
                      <a:lnTo>
                        <a:pt x="274" y="870"/>
                      </a:lnTo>
                      <a:lnTo>
                        <a:pt x="274" y="872"/>
                      </a:lnTo>
                      <a:lnTo>
                        <a:pt x="272" y="872"/>
                      </a:lnTo>
                      <a:lnTo>
                        <a:pt x="272" y="870"/>
                      </a:lnTo>
                      <a:lnTo>
                        <a:pt x="270" y="870"/>
                      </a:lnTo>
                      <a:lnTo>
                        <a:pt x="270" y="868"/>
                      </a:lnTo>
                      <a:lnTo>
                        <a:pt x="270" y="866"/>
                      </a:lnTo>
                      <a:lnTo>
                        <a:pt x="270" y="864"/>
                      </a:lnTo>
                      <a:lnTo>
                        <a:pt x="270" y="863"/>
                      </a:lnTo>
                      <a:lnTo>
                        <a:pt x="268" y="863"/>
                      </a:lnTo>
                      <a:lnTo>
                        <a:pt x="270" y="863"/>
                      </a:lnTo>
                      <a:lnTo>
                        <a:pt x="270" y="864"/>
                      </a:lnTo>
                      <a:lnTo>
                        <a:pt x="270" y="866"/>
                      </a:lnTo>
                      <a:lnTo>
                        <a:pt x="268" y="864"/>
                      </a:lnTo>
                      <a:lnTo>
                        <a:pt x="268" y="863"/>
                      </a:lnTo>
                      <a:lnTo>
                        <a:pt x="267" y="861"/>
                      </a:lnTo>
                      <a:lnTo>
                        <a:pt x="265" y="861"/>
                      </a:lnTo>
                      <a:lnTo>
                        <a:pt x="265" y="859"/>
                      </a:lnTo>
                      <a:lnTo>
                        <a:pt x="265" y="857"/>
                      </a:lnTo>
                      <a:lnTo>
                        <a:pt x="265" y="859"/>
                      </a:lnTo>
                      <a:lnTo>
                        <a:pt x="265" y="857"/>
                      </a:lnTo>
                      <a:lnTo>
                        <a:pt x="265" y="859"/>
                      </a:lnTo>
                      <a:lnTo>
                        <a:pt x="265" y="857"/>
                      </a:lnTo>
                      <a:lnTo>
                        <a:pt x="265" y="859"/>
                      </a:lnTo>
                      <a:lnTo>
                        <a:pt x="267" y="859"/>
                      </a:lnTo>
                      <a:lnTo>
                        <a:pt x="265" y="859"/>
                      </a:lnTo>
                      <a:lnTo>
                        <a:pt x="267" y="859"/>
                      </a:lnTo>
                      <a:lnTo>
                        <a:pt x="265" y="857"/>
                      </a:lnTo>
                      <a:lnTo>
                        <a:pt x="263" y="855"/>
                      </a:lnTo>
                      <a:lnTo>
                        <a:pt x="263" y="853"/>
                      </a:lnTo>
                      <a:lnTo>
                        <a:pt x="261" y="853"/>
                      </a:lnTo>
                      <a:lnTo>
                        <a:pt x="261" y="852"/>
                      </a:lnTo>
                      <a:lnTo>
                        <a:pt x="261" y="850"/>
                      </a:lnTo>
                      <a:lnTo>
                        <a:pt x="261" y="852"/>
                      </a:lnTo>
                      <a:lnTo>
                        <a:pt x="261" y="850"/>
                      </a:lnTo>
                      <a:lnTo>
                        <a:pt x="259" y="852"/>
                      </a:lnTo>
                      <a:lnTo>
                        <a:pt x="259" y="850"/>
                      </a:lnTo>
                      <a:lnTo>
                        <a:pt x="258" y="848"/>
                      </a:lnTo>
                      <a:lnTo>
                        <a:pt x="256" y="848"/>
                      </a:lnTo>
                      <a:lnTo>
                        <a:pt x="256" y="846"/>
                      </a:lnTo>
                      <a:lnTo>
                        <a:pt x="254" y="844"/>
                      </a:lnTo>
                      <a:lnTo>
                        <a:pt x="256" y="844"/>
                      </a:lnTo>
                      <a:lnTo>
                        <a:pt x="258" y="844"/>
                      </a:lnTo>
                      <a:lnTo>
                        <a:pt x="258" y="846"/>
                      </a:lnTo>
                      <a:lnTo>
                        <a:pt x="258" y="844"/>
                      </a:lnTo>
                      <a:lnTo>
                        <a:pt x="258" y="842"/>
                      </a:lnTo>
                      <a:lnTo>
                        <a:pt x="259" y="842"/>
                      </a:lnTo>
                      <a:lnTo>
                        <a:pt x="261" y="842"/>
                      </a:lnTo>
                      <a:lnTo>
                        <a:pt x="259" y="842"/>
                      </a:lnTo>
                      <a:lnTo>
                        <a:pt x="259" y="841"/>
                      </a:lnTo>
                      <a:lnTo>
                        <a:pt x="259" y="842"/>
                      </a:lnTo>
                      <a:lnTo>
                        <a:pt x="258" y="842"/>
                      </a:lnTo>
                      <a:lnTo>
                        <a:pt x="258" y="844"/>
                      </a:lnTo>
                      <a:lnTo>
                        <a:pt x="256" y="844"/>
                      </a:lnTo>
                      <a:lnTo>
                        <a:pt x="254" y="844"/>
                      </a:lnTo>
                      <a:lnTo>
                        <a:pt x="256" y="844"/>
                      </a:lnTo>
                      <a:lnTo>
                        <a:pt x="254" y="844"/>
                      </a:lnTo>
                      <a:lnTo>
                        <a:pt x="254" y="842"/>
                      </a:lnTo>
                      <a:lnTo>
                        <a:pt x="252" y="842"/>
                      </a:lnTo>
                      <a:lnTo>
                        <a:pt x="254" y="842"/>
                      </a:lnTo>
                      <a:lnTo>
                        <a:pt x="256" y="842"/>
                      </a:lnTo>
                      <a:lnTo>
                        <a:pt x="254" y="842"/>
                      </a:lnTo>
                      <a:lnTo>
                        <a:pt x="254" y="841"/>
                      </a:lnTo>
                      <a:lnTo>
                        <a:pt x="256" y="841"/>
                      </a:lnTo>
                      <a:lnTo>
                        <a:pt x="254" y="841"/>
                      </a:lnTo>
                      <a:lnTo>
                        <a:pt x="254" y="842"/>
                      </a:lnTo>
                      <a:lnTo>
                        <a:pt x="254" y="841"/>
                      </a:lnTo>
                      <a:lnTo>
                        <a:pt x="252" y="842"/>
                      </a:lnTo>
                      <a:lnTo>
                        <a:pt x="254" y="842"/>
                      </a:lnTo>
                      <a:lnTo>
                        <a:pt x="254" y="844"/>
                      </a:lnTo>
                      <a:lnTo>
                        <a:pt x="252" y="842"/>
                      </a:lnTo>
                      <a:lnTo>
                        <a:pt x="252" y="841"/>
                      </a:lnTo>
                      <a:lnTo>
                        <a:pt x="252" y="842"/>
                      </a:lnTo>
                      <a:lnTo>
                        <a:pt x="250" y="842"/>
                      </a:lnTo>
                      <a:lnTo>
                        <a:pt x="250" y="841"/>
                      </a:lnTo>
                      <a:lnTo>
                        <a:pt x="250" y="839"/>
                      </a:lnTo>
                      <a:lnTo>
                        <a:pt x="250" y="841"/>
                      </a:lnTo>
                      <a:lnTo>
                        <a:pt x="250" y="839"/>
                      </a:lnTo>
                      <a:lnTo>
                        <a:pt x="250" y="841"/>
                      </a:lnTo>
                      <a:lnTo>
                        <a:pt x="252" y="841"/>
                      </a:lnTo>
                      <a:lnTo>
                        <a:pt x="250" y="841"/>
                      </a:lnTo>
                      <a:lnTo>
                        <a:pt x="250" y="839"/>
                      </a:lnTo>
                      <a:lnTo>
                        <a:pt x="250" y="841"/>
                      </a:lnTo>
                      <a:lnTo>
                        <a:pt x="250" y="839"/>
                      </a:lnTo>
                      <a:lnTo>
                        <a:pt x="250" y="837"/>
                      </a:lnTo>
                      <a:lnTo>
                        <a:pt x="250" y="839"/>
                      </a:lnTo>
                      <a:lnTo>
                        <a:pt x="248" y="839"/>
                      </a:lnTo>
                      <a:lnTo>
                        <a:pt x="248" y="837"/>
                      </a:lnTo>
                      <a:lnTo>
                        <a:pt x="248" y="835"/>
                      </a:lnTo>
                      <a:lnTo>
                        <a:pt x="248" y="833"/>
                      </a:lnTo>
                      <a:lnTo>
                        <a:pt x="250" y="833"/>
                      </a:lnTo>
                      <a:lnTo>
                        <a:pt x="248" y="833"/>
                      </a:lnTo>
                      <a:lnTo>
                        <a:pt x="248" y="835"/>
                      </a:lnTo>
                      <a:lnTo>
                        <a:pt x="247" y="833"/>
                      </a:lnTo>
                      <a:lnTo>
                        <a:pt x="247" y="831"/>
                      </a:lnTo>
                      <a:lnTo>
                        <a:pt x="247" y="830"/>
                      </a:lnTo>
                      <a:lnTo>
                        <a:pt x="245" y="830"/>
                      </a:lnTo>
                      <a:lnTo>
                        <a:pt x="247" y="830"/>
                      </a:lnTo>
                      <a:lnTo>
                        <a:pt x="245" y="828"/>
                      </a:lnTo>
                      <a:lnTo>
                        <a:pt x="243" y="828"/>
                      </a:lnTo>
                      <a:lnTo>
                        <a:pt x="243" y="826"/>
                      </a:lnTo>
                      <a:lnTo>
                        <a:pt x="243" y="824"/>
                      </a:lnTo>
                      <a:lnTo>
                        <a:pt x="243" y="822"/>
                      </a:lnTo>
                      <a:lnTo>
                        <a:pt x="241" y="822"/>
                      </a:lnTo>
                      <a:lnTo>
                        <a:pt x="241" y="820"/>
                      </a:lnTo>
                      <a:lnTo>
                        <a:pt x="241" y="819"/>
                      </a:lnTo>
                      <a:lnTo>
                        <a:pt x="239" y="819"/>
                      </a:lnTo>
                      <a:lnTo>
                        <a:pt x="239" y="817"/>
                      </a:lnTo>
                      <a:lnTo>
                        <a:pt x="239" y="815"/>
                      </a:lnTo>
                      <a:lnTo>
                        <a:pt x="237" y="815"/>
                      </a:lnTo>
                      <a:lnTo>
                        <a:pt x="237" y="813"/>
                      </a:lnTo>
                      <a:lnTo>
                        <a:pt x="237" y="811"/>
                      </a:lnTo>
                      <a:lnTo>
                        <a:pt x="237" y="813"/>
                      </a:lnTo>
                      <a:lnTo>
                        <a:pt x="239" y="813"/>
                      </a:lnTo>
                      <a:lnTo>
                        <a:pt x="239" y="811"/>
                      </a:lnTo>
                      <a:lnTo>
                        <a:pt x="241" y="811"/>
                      </a:lnTo>
                      <a:lnTo>
                        <a:pt x="243" y="811"/>
                      </a:lnTo>
                      <a:lnTo>
                        <a:pt x="241" y="811"/>
                      </a:lnTo>
                      <a:lnTo>
                        <a:pt x="239" y="811"/>
                      </a:lnTo>
                      <a:lnTo>
                        <a:pt x="237" y="811"/>
                      </a:lnTo>
                      <a:lnTo>
                        <a:pt x="237" y="809"/>
                      </a:lnTo>
                      <a:lnTo>
                        <a:pt x="237" y="808"/>
                      </a:lnTo>
                      <a:lnTo>
                        <a:pt x="239" y="808"/>
                      </a:lnTo>
                      <a:lnTo>
                        <a:pt x="239" y="809"/>
                      </a:lnTo>
                      <a:lnTo>
                        <a:pt x="239" y="808"/>
                      </a:lnTo>
                      <a:lnTo>
                        <a:pt x="239" y="809"/>
                      </a:lnTo>
                      <a:lnTo>
                        <a:pt x="239" y="808"/>
                      </a:lnTo>
                      <a:lnTo>
                        <a:pt x="237" y="808"/>
                      </a:lnTo>
                      <a:lnTo>
                        <a:pt x="237" y="809"/>
                      </a:lnTo>
                      <a:lnTo>
                        <a:pt x="237" y="811"/>
                      </a:lnTo>
                      <a:lnTo>
                        <a:pt x="236" y="809"/>
                      </a:lnTo>
                      <a:lnTo>
                        <a:pt x="237" y="809"/>
                      </a:lnTo>
                      <a:lnTo>
                        <a:pt x="236" y="809"/>
                      </a:lnTo>
                      <a:lnTo>
                        <a:pt x="236" y="808"/>
                      </a:lnTo>
                      <a:lnTo>
                        <a:pt x="236" y="806"/>
                      </a:lnTo>
                      <a:lnTo>
                        <a:pt x="236" y="804"/>
                      </a:lnTo>
                      <a:lnTo>
                        <a:pt x="236" y="802"/>
                      </a:lnTo>
                      <a:lnTo>
                        <a:pt x="236" y="804"/>
                      </a:lnTo>
                      <a:lnTo>
                        <a:pt x="236" y="802"/>
                      </a:lnTo>
                      <a:lnTo>
                        <a:pt x="236" y="800"/>
                      </a:lnTo>
                      <a:lnTo>
                        <a:pt x="234" y="800"/>
                      </a:lnTo>
                      <a:lnTo>
                        <a:pt x="234" y="799"/>
                      </a:lnTo>
                      <a:lnTo>
                        <a:pt x="234" y="797"/>
                      </a:lnTo>
                      <a:lnTo>
                        <a:pt x="234" y="795"/>
                      </a:lnTo>
                      <a:lnTo>
                        <a:pt x="232" y="793"/>
                      </a:lnTo>
                      <a:lnTo>
                        <a:pt x="232" y="795"/>
                      </a:lnTo>
                      <a:lnTo>
                        <a:pt x="234" y="795"/>
                      </a:lnTo>
                      <a:lnTo>
                        <a:pt x="234" y="797"/>
                      </a:lnTo>
                      <a:lnTo>
                        <a:pt x="234" y="795"/>
                      </a:lnTo>
                      <a:lnTo>
                        <a:pt x="232" y="795"/>
                      </a:lnTo>
                      <a:lnTo>
                        <a:pt x="232" y="793"/>
                      </a:lnTo>
                      <a:lnTo>
                        <a:pt x="232" y="791"/>
                      </a:lnTo>
                      <a:lnTo>
                        <a:pt x="234" y="791"/>
                      </a:lnTo>
                      <a:lnTo>
                        <a:pt x="234" y="793"/>
                      </a:lnTo>
                      <a:lnTo>
                        <a:pt x="236" y="793"/>
                      </a:lnTo>
                      <a:lnTo>
                        <a:pt x="234" y="793"/>
                      </a:lnTo>
                      <a:lnTo>
                        <a:pt x="234" y="791"/>
                      </a:lnTo>
                      <a:lnTo>
                        <a:pt x="232" y="791"/>
                      </a:lnTo>
                      <a:lnTo>
                        <a:pt x="234" y="791"/>
                      </a:lnTo>
                      <a:lnTo>
                        <a:pt x="234" y="789"/>
                      </a:lnTo>
                      <a:lnTo>
                        <a:pt x="234" y="791"/>
                      </a:lnTo>
                      <a:lnTo>
                        <a:pt x="232" y="791"/>
                      </a:lnTo>
                      <a:lnTo>
                        <a:pt x="232" y="789"/>
                      </a:lnTo>
                      <a:lnTo>
                        <a:pt x="232" y="791"/>
                      </a:lnTo>
                      <a:lnTo>
                        <a:pt x="232" y="789"/>
                      </a:lnTo>
                      <a:lnTo>
                        <a:pt x="232" y="788"/>
                      </a:lnTo>
                      <a:lnTo>
                        <a:pt x="232" y="786"/>
                      </a:lnTo>
                      <a:lnTo>
                        <a:pt x="232" y="784"/>
                      </a:lnTo>
                      <a:lnTo>
                        <a:pt x="234" y="784"/>
                      </a:lnTo>
                      <a:lnTo>
                        <a:pt x="232" y="784"/>
                      </a:lnTo>
                      <a:lnTo>
                        <a:pt x="234" y="784"/>
                      </a:lnTo>
                      <a:lnTo>
                        <a:pt x="232" y="784"/>
                      </a:lnTo>
                      <a:lnTo>
                        <a:pt x="232" y="782"/>
                      </a:lnTo>
                      <a:lnTo>
                        <a:pt x="234" y="782"/>
                      </a:lnTo>
                      <a:lnTo>
                        <a:pt x="232" y="782"/>
                      </a:lnTo>
                      <a:lnTo>
                        <a:pt x="232" y="780"/>
                      </a:lnTo>
                      <a:lnTo>
                        <a:pt x="232" y="782"/>
                      </a:lnTo>
                      <a:lnTo>
                        <a:pt x="232" y="784"/>
                      </a:lnTo>
                      <a:lnTo>
                        <a:pt x="232" y="782"/>
                      </a:lnTo>
                      <a:lnTo>
                        <a:pt x="230" y="782"/>
                      </a:lnTo>
                      <a:lnTo>
                        <a:pt x="230" y="780"/>
                      </a:lnTo>
                      <a:lnTo>
                        <a:pt x="230" y="778"/>
                      </a:lnTo>
                      <a:lnTo>
                        <a:pt x="230" y="777"/>
                      </a:lnTo>
                      <a:lnTo>
                        <a:pt x="230" y="775"/>
                      </a:lnTo>
                      <a:lnTo>
                        <a:pt x="230" y="777"/>
                      </a:lnTo>
                      <a:lnTo>
                        <a:pt x="230" y="775"/>
                      </a:lnTo>
                      <a:lnTo>
                        <a:pt x="228" y="775"/>
                      </a:lnTo>
                      <a:lnTo>
                        <a:pt x="228" y="773"/>
                      </a:lnTo>
                      <a:lnTo>
                        <a:pt x="227" y="773"/>
                      </a:lnTo>
                      <a:lnTo>
                        <a:pt x="227" y="771"/>
                      </a:lnTo>
                      <a:lnTo>
                        <a:pt x="227" y="769"/>
                      </a:lnTo>
                      <a:lnTo>
                        <a:pt x="225" y="769"/>
                      </a:lnTo>
                      <a:lnTo>
                        <a:pt x="225" y="767"/>
                      </a:lnTo>
                      <a:lnTo>
                        <a:pt x="225" y="766"/>
                      </a:lnTo>
                      <a:lnTo>
                        <a:pt x="225" y="764"/>
                      </a:lnTo>
                      <a:lnTo>
                        <a:pt x="223" y="764"/>
                      </a:lnTo>
                      <a:lnTo>
                        <a:pt x="223" y="762"/>
                      </a:lnTo>
                      <a:lnTo>
                        <a:pt x="223" y="760"/>
                      </a:lnTo>
                      <a:lnTo>
                        <a:pt x="223" y="762"/>
                      </a:lnTo>
                      <a:lnTo>
                        <a:pt x="225" y="762"/>
                      </a:lnTo>
                      <a:lnTo>
                        <a:pt x="227" y="762"/>
                      </a:lnTo>
                      <a:lnTo>
                        <a:pt x="228" y="762"/>
                      </a:lnTo>
                      <a:lnTo>
                        <a:pt x="230" y="762"/>
                      </a:lnTo>
                      <a:lnTo>
                        <a:pt x="228" y="762"/>
                      </a:lnTo>
                      <a:lnTo>
                        <a:pt x="227" y="762"/>
                      </a:lnTo>
                      <a:lnTo>
                        <a:pt x="225" y="762"/>
                      </a:lnTo>
                      <a:lnTo>
                        <a:pt x="225" y="760"/>
                      </a:lnTo>
                      <a:lnTo>
                        <a:pt x="223" y="760"/>
                      </a:lnTo>
                      <a:lnTo>
                        <a:pt x="223" y="758"/>
                      </a:lnTo>
                      <a:lnTo>
                        <a:pt x="223" y="756"/>
                      </a:lnTo>
                      <a:lnTo>
                        <a:pt x="221" y="756"/>
                      </a:lnTo>
                      <a:lnTo>
                        <a:pt x="221" y="755"/>
                      </a:lnTo>
                      <a:lnTo>
                        <a:pt x="221" y="753"/>
                      </a:lnTo>
                      <a:lnTo>
                        <a:pt x="221" y="751"/>
                      </a:lnTo>
                      <a:lnTo>
                        <a:pt x="221" y="753"/>
                      </a:lnTo>
                      <a:lnTo>
                        <a:pt x="223" y="753"/>
                      </a:lnTo>
                      <a:lnTo>
                        <a:pt x="223" y="755"/>
                      </a:lnTo>
                      <a:lnTo>
                        <a:pt x="225" y="755"/>
                      </a:lnTo>
                      <a:lnTo>
                        <a:pt x="223" y="755"/>
                      </a:lnTo>
                      <a:lnTo>
                        <a:pt x="223" y="753"/>
                      </a:lnTo>
                      <a:lnTo>
                        <a:pt x="221" y="753"/>
                      </a:lnTo>
                      <a:lnTo>
                        <a:pt x="221" y="751"/>
                      </a:lnTo>
                      <a:lnTo>
                        <a:pt x="221" y="749"/>
                      </a:lnTo>
                      <a:lnTo>
                        <a:pt x="221" y="751"/>
                      </a:lnTo>
                      <a:lnTo>
                        <a:pt x="219" y="751"/>
                      </a:lnTo>
                      <a:lnTo>
                        <a:pt x="221" y="751"/>
                      </a:lnTo>
                      <a:lnTo>
                        <a:pt x="221" y="753"/>
                      </a:lnTo>
                      <a:lnTo>
                        <a:pt x="219" y="753"/>
                      </a:lnTo>
                      <a:lnTo>
                        <a:pt x="219" y="751"/>
                      </a:lnTo>
                      <a:lnTo>
                        <a:pt x="217" y="749"/>
                      </a:lnTo>
                      <a:lnTo>
                        <a:pt x="219" y="749"/>
                      </a:lnTo>
                      <a:lnTo>
                        <a:pt x="221" y="749"/>
                      </a:lnTo>
                      <a:lnTo>
                        <a:pt x="223" y="749"/>
                      </a:lnTo>
                      <a:lnTo>
                        <a:pt x="223" y="747"/>
                      </a:lnTo>
                      <a:lnTo>
                        <a:pt x="223" y="749"/>
                      </a:lnTo>
                      <a:lnTo>
                        <a:pt x="221" y="749"/>
                      </a:lnTo>
                      <a:lnTo>
                        <a:pt x="219" y="749"/>
                      </a:lnTo>
                      <a:lnTo>
                        <a:pt x="217" y="749"/>
                      </a:lnTo>
                      <a:lnTo>
                        <a:pt x="217" y="747"/>
                      </a:lnTo>
                      <a:lnTo>
                        <a:pt x="217" y="746"/>
                      </a:lnTo>
                      <a:lnTo>
                        <a:pt x="217" y="744"/>
                      </a:lnTo>
                      <a:lnTo>
                        <a:pt x="216" y="744"/>
                      </a:lnTo>
                      <a:lnTo>
                        <a:pt x="216" y="746"/>
                      </a:lnTo>
                      <a:lnTo>
                        <a:pt x="214" y="746"/>
                      </a:lnTo>
                      <a:lnTo>
                        <a:pt x="214" y="744"/>
                      </a:lnTo>
                      <a:lnTo>
                        <a:pt x="212" y="744"/>
                      </a:lnTo>
                      <a:lnTo>
                        <a:pt x="212" y="742"/>
                      </a:lnTo>
                      <a:lnTo>
                        <a:pt x="212" y="744"/>
                      </a:lnTo>
                      <a:lnTo>
                        <a:pt x="212" y="742"/>
                      </a:lnTo>
                      <a:lnTo>
                        <a:pt x="212" y="740"/>
                      </a:lnTo>
                      <a:lnTo>
                        <a:pt x="214" y="740"/>
                      </a:lnTo>
                      <a:lnTo>
                        <a:pt x="216" y="740"/>
                      </a:lnTo>
                      <a:lnTo>
                        <a:pt x="217" y="740"/>
                      </a:lnTo>
                      <a:lnTo>
                        <a:pt x="217" y="738"/>
                      </a:lnTo>
                      <a:lnTo>
                        <a:pt x="219" y="738"/>
                      </a:lnTo>
                      <a:lnTo>
                        <a:pt x="217" y="738"/>
                      </a:lnTo>
                      <a:lnTo>
                        <a:pt x="216" y="738"/>
                      </a:lnTo>
                      <a:lnTo>
                        <a:pt x="217" y="738"/>
                      </a:lnTo>
                      <a:lnTo>
                        <a:pt x="217" y="740"/>
                      </a:lnTo>
                      <a:lnTo>
                        <a:pt x="216" y="740"/>
                      </a:lnTo>
                      <a:lnTo>
                        <a:pt x="216" y="738"/>
                      </a:lnTo>
                      <a:lnTo>
                        <a:pt x="216" y="740"/>
                      </a:lnTo>
                      <a:lnTo>
                        <a:pt x="214" y="740"/>
                      </a:lnTo>
                      <a:lnTo>
                        <a:pt x="212" y="740"/>
                      </a:lnTo>
                      <a:lnTo>
                        <a:pt x="212" y="738"/>
                      </a:lnTo>
                      <a:lnTo>
                        <a:pt x="210" y="738"/>
                      </a:lnTo>
                      <a:lnTo>
                        <a:pt x="210" y="736"/>
                      </a:lnTo>
                      <a:lnTo>
                        <a:pt x="208" y="736"/>
                      </a:lnTo>
                      <a:lnTo>
                        <a:pt x="208" y="735"/>
                      </a:lnTo>
                      <a:lnTo>
                        <a:pt x="210" y="735"/>
                      </a:lnTo>
                      <a:lnTo>
                        <a:pt x="208" y="735"/>
                      </a:lnTo>
                      <a:lnTo>
                        <a:pt x="206" y="735"/>
                      </a:lnTo>
                      <a:lnTo>
                        <a:pt x="206" y="733"/>
                      </a:lnTo>
                      <a:lnTo>
                        <a:pt x="205" y="733"/>
                      </a:lnTo>
                      <a:lnTo>
                        <a:pt x="205" y="731"/>
                      </a:lnTo>
                      <a:lnTo>
                        <a:pt x="205" y="733"/>
                      </a:lnTo>
                      <a:lnTo>
                        <a:pt x="205" y="731"/>
                      </a:lnTo>
                      <a:lnTo>
                        <a:pt x="206" y="731"/>
                      </a:lnTo>
                      <a:lnTo>
                        <a:pt x="205" y="731"/>
                      </a:lnTo>
                      <a:lnTo>
                        <a:pt x="206" y="731"/>
                      </a:lnTo>
                      <a:lnTo>
                        <a:pt x="205" y="731"/>
                      </a:lnTo>
                      <a:lnTo>
                        <a:pt x="206" y="729"/>
                      </a:lnTo>
                      <a:lnTo>
                        <a:pt x="206" y="727"/>
                      </a:lnTo>
                      <a:lnTo>
                        <a:pt x="206" y="729"/>
                      </a:lnTo>
                      <a:lnTo>
                        <a:pt x="205" y="727"/>
                      </a:lnTo>
                      <a:lnTo>
                        <a:pt x="205" y="725"/>
                      </a:lnTo>
                      <a:lnTo>
                        <a:pt x="205" y="724"/>
                      </a:lnTo>
                      <a:lnTo>
                        <a:pt x="205" y="722"/>
                      </a:lnTo>
                      <a:lnTo>
                        <a:pt x="203" y="722"/>
                      </a:lnTo>
                      <a:lnTo>
                        <a:pt x="201" y="722"/>
                      </a:lnTo>
                      <a:lnTo>
                        <a:pt x="201" y="720"/>
                      </a:lnTo>
                      <a:lnTo>
                        <a:pt x="199" y="720"/>
                      </a:lnTo>
                      <a:lnTo>
                        <a:pt x="201" y="720"/>
                      </a:lnTo>
                      <a:lnTo>
                        <a:pt x="203" y="720"/>
                      </a:lnTo>
                      <a:lnTo>
                        <a:pt x="205" y="720"/>
                      </a:lnTo>
                      <a:lnTo>
                        <a:pt x="206" y="720"/>
                      </a:lnTo>
                      <a:lnTo>
                        <a:pt x="205" y="720"/>
                      </a:lnTo>
                      <a:lnTo>
                        <a:pt x="206" y="720"/>
                      </a:lnTo>
                      <a:lnTo>
                        <a:pt x="206" y="722"/>
                      </a:lnTo>
                      <a:lnTo>
                        <a:pt x="208" y="722"/>
                      </a:lnTo>
                      <a:lnTo>
                        <a:pt x="206" y="722"/>
                      </a:lnTo>
                      <a:lnTo>
                        <a:pt x="208" y="722"/>
                      </a:lnTo>
                      <a:lnTo>
                        <a:pt x="208" y="724"/>
                      </a:lnTo>
                      <a:lnTo>
                        <a:pt x="210" y="724"/>
                      </a:lnTo>
                      <a:lnTo>
                        <a:pt x="208" y="724"/>
                      </a:lnTo>
                      <a:lnTo>
                        <a:pt x="208" y="722"/>
                      </a:lnTo>
                      <a:lnTo>
                        <a:pt x="208" y="724"/>
                      </a:lnTo>
                      <a:lnTo>
                        <a:pt x="208" y="722"/>
                      </a:lnTo>
                      <a:lnTo>
                        <a:pt x="206" y="722"/>
                      </a:lnTo>
                      <a:lnTo>
                        <a:pt x="206" y="720"/>
                      </a:lnTo>
                      <a:lnTo>
                        <a:pt x="205" y="720"/>
                      </a:lnTo>
                      <a:lnTo>
                        <a:pt x="206" y="720"/>
                      </a:lnTo>
                      <a:lnTo>
                        <a:pt x="205" y="720"/>
                      </a:lnTo>
                      <a:lnTo>
                        <a:pt x="203" y="720"/>
                      </a:lnTo>
                      <a:lnTo>
                        <a:pt x="203" y="718"/>
                      </a:lnTo>
                      <a:lnTo>
                        <a:pt x="201" y="718"/>
                      </a:lnTo>
                      <a:lnTo>
                        <a:pt x="201" y="716"/>
                      </a:lnTo>
                      <a:lnTo>
                        <a:pt x="203" y="716"/>
                      </a:lnTo>
                      <a:lnTo>
                        <a:pt x="205" y="716"/>
                      </a:lnTo>
                      <a:lnTo>
                        <a:pt x="206" y="714"/>
                      </a:lnTo>
                      <a:lnTo>
                        <a:pt x="206" y="716"/>
                      </a:lnTo>
                      <a:lnTo>
                        <a:pt x="208" y="716"/>
                      </a:lnTo>
                      <a:lnTo>
                        <a:pt x="208" y="718"/>
                      </a:lnTo>
                      <a:lnTo>
                        <a:pt x="208" y="716"/>
                      </a:lnTo>
                      <a:lnTo>
                        <a:pt x="206" y="716"/>
                      </a:lnTo>
                      <a:lnTo>
                        <a:pt x="206" y="714"/>
                      </a:lnTo>
                      <a:lnTo>
                        <a:pt x="205" y="716"/>
                      </a:lnTo>
                      <a:lnTo>
                        <a:pt x="205" y="714"/>
                      </a:lnTo>
                      <a:lnTo>
                        <a:pt x="205" y="716"/>
                      </a:lnTo>
                      <a:lnTo>
                        <a:pt x="203" y="716"/>
                      </a:lnTo>
                      <a:lnTo>
                        <a:pt x="201" y="716"/>
                      </a:lnTo>
                      <a:lnTo>
                        <a:pt x="199" y="716"/>
                      </a:lnTo>
                      <a:lnTo>
                        <a:pt x="201" y="716"/>
                      </a:lnTo>
                      <a:lnTo>
                        <a:pt x="199" y="718"/>
                      </a:lnTo>
                      <a:lnTo>
                        <a:pt x="199" y="716"/>
                      </a:lnTo>
                      <a:lnTo>
                        <a:pt x="199" y="718"/>
                      </a:lnTo>
                      <a:lnTo>
                        <a:pt x="199" y="716"/>
                      </a:lnTo>
                      <a:lnTo>
                        <a:pt x="199" y="714"/>
                      </a:lnTo>
                      <a:lnTo>
                        <a:pt x="197" y="714"/>
                      </a:lnTo>
                      <a:lnTo>
                        <a:pt x="197" y="713"/>
                      </a:lnTo>
                      <a:lnTo>
                        <a:pt x="199" y="713"/>
                      </a:lnTo>
                      <a:lnTo>
                        <a:pt x="199" y="711"/>
                      </a:lnTo>
                      <a:lnTo>
                        <a:pt x="201" y="711"/>
                      </a:lnTo>
                      <a:lnTo>
                        <a:pt x="203" y="711"/>
                      </a:lnTo>
                      <a:lnTo>
                        <a:pt x="201" y="711"/>
                      </a:lnTo>
                      <a:lnTo>
                        <a:pt x="199" y="711"/>
                      </a:lnTo>
                      <a:lnTo>
                        <a:pt x="199" y="713"/>
                      </a:lnTo>
                      <a:lnTo>
                        <a:pt x="197" y="713"/>
                      </a:lnTo>
                      <a:lnTo>
                        <a:pt x="197" y="711"/>
                      </a:lnTo>
                      <a:lnTo>
                        <a:pt x="197" y="709"/>
                      </a:lnTo>
                      <a:lnTo>
                        <a:pt x="199" y="709"/>
                      </a:lnTo>
                      <a:lnTo>
                        <a:pt x="197" y="709"/>
                      </a:lnTo>
                      <a:lnTo>
                        <a:pt x="195" y="709"/>
                      </a:lnTo>
                      <a:lnTo>
                        <a:pt x="195" y="707"/>
                      </a:lnTo>
                      <a:lnTo>
                        <a:pt x="195" y="705"/>
                      </a:lnTo>
                      <a:lnTo>
                        <a:pt x="195" y="707"/>
                      </a:lnTo>
                      <a:lnTo>
                        <a:pt x="195" y="705"/>
                      </a:lnTo>
                      <a:lnTo>
                        <a:pt x="194" y="705"/>
                      </a:lnTo>
                      <a:lnTo>
                        <a:pt x="194" y="703"/>
                      </a:lnTo>
                      <a:lnTo>
                        <a:pt x="194" y="702"/>
                      </a:lnTo>
                      <a:lnTo>
                        <a:pt x="192" y="702"/>
                      </a:lnTo>
                      <a:lnTo>
                        <a:pt x="190" y="702"/>
                      </a:lnTo>
                      <a:lnTo>
                        <a:pt x="190" y="700"/>
                      </a:lnTo>
                      <a:lnTo>
                        <a:pt x="190" y="698"/>
                      </a:lnTo>
                      <a:lnTo>
                        <a:pt x="192" y="698"/>
                      </a:lnTo>
                      <a:lnTo>
                        <a:pt x="194" y="698"/>
                      </a:lnTo>
                      <a:lnTo>
                        <a:pt x="192" y="698"/>
                      </a:lnTo>
                      <a:lnTo>
                        <a:pt x="190" y="698"/>
                      </a:lnTo>
                      <a:lnTo>
                        <a:pt x="190" y="700"/>
                      </a:lnTo>
                      <a:lnTo>
                        <a:pt x="190" y="698"/>
                      </a:lnTo>
                      <a:lnTo>
                        <a:pt x="188" y="698"/>
                      </a:lnTo>
                      <a:lnTo>
                        <a:pt x="188" y="696"/>
                      </a:lnTo>
                      <a:lnTo>
                        <a:pt x="188" y="698"/>
                      </a:lnTo>
                      <a:lnTo>
                        <a:pt x="188" y="696"/>
                      </a:lnTo>
                      <a:lnTo>
                        <a:pt x="188" y="694"/>
                      </a:lnTo>
                      <a:lnTo>
                        <a:pt x="188" y="693"/>
                      </a:lnTo>
                      <a:lnTo>
                        <a:pt x="190" y="693"/>
                      </a:lnTo>
                      <a:lnTo>
                        <a:pt x="192" y="693"/>
                      </a:lnTo>
                      <a:lnTo>
                        <a:pt x="190" y="693"/>
                      </a:lnTo>
                      <a:lnTo>
                        <a:pt x="188" y="693"/>
                      </a:lnTo>
                      <a:lnTo>
                        <a:pt x="188" y="694"/>
                      </a:lnTo>
                      <a:lnTo>
                        <a:pt x="188" y="696"/>
                      </a:lnTo>
                      <a:lnTo>
                        <a:pt x="188" y="694"/>
                      </a:lnTo>
                      <a:lnTo>
                        <a:pt x="188" y="693"/>
                      </a:lnTo>
                      <a:lnTo>
                        <a:pt x="188" y="691"/>
                      </a:lnTo>
                      <a:lnTo>
                        <a:pt x="188" y="693"/>
                      </a:lnTo>
                      <a:lnTo>
                        <a:pt x="186" y="693"/>
                      </a:lnTo>
                      <a:lnTo>
                        <a:pt x="186" y="691"/>
                      </a:lnTo>
                      <a:lnTo>
                        <a:pt x="186" y="689"/>
                      </a:lnTo>
                      <a:lnTo>
                        <a:pt x="188" y="689"/>
                      </a:lnTo>
                      <a:lnTo>
                        <a:pt x="186" y="689"/>
                      </a:lnTo>
                      <a:lnTo>
                        <a:pt x="186" y="687"/>
                      </a:lnTo>
                      <a:lnTo>
                        <a:pt x="186" y="685"/>
                      </a:lnTo>
                      <a:lnTo>
                        <a:pt x="186" y="687"/>
                      </a:lnTo>
                      <a:lnTo>
                        <a:pt x="186" y="685"/>
                      </a:lnTo>
                      <a:lnTo>
                        <a:pt x="186" y="687"/>
                      </a:lnTo>
                      <a:lnTo>
                        <a:pt x="186" y="685"/>
                      </a:lnTo>
                      <a:lnTo>
                        <a:pt x="186" y="687"/>
                      </a:lnTo>
                      <a:lnTo>
                        <a:pt x="186" y="685"/>
                      </a:lnTo>
                      <a:lnTo>
                        <a:pt x="186" y="687"/>
                      </a:lnTo>
                      <a:lnTo>
                        <a:pt x="186" y="685"/>
                      </a:lnTo>
                      <a:lnTo>
                        <a:pt x="185" y="685"/>
                      </a:lnTo>
                      <a:lnTo>
                        <a:pt x="186" y="685"/>
                      </a:lnTo>
                      <a:lnTo>
                        <a:pt x="188" y="685"/>
                      </a:lnTo>
                      <a:lnTo>
                        <a:pt x="188" y="683"/>
                      </a:lnTo>
                      <a:lnTo>
                        <a:pt x="186" y="685"/>
                      </a:lnTo>
                      <a:lnTo>
                        <a:pt x="186" y="683"/>
                      </a:lnTo>
                      <a:lnTo>
                        <a:pt x="186" y="685"/>
                      </a:lnTo>
                      <a:lnTo>
                        <a:pt x="186" y="683"/>
                      </a:lnTo>
                      <a:lnTo>
                        <a:pt x="186" y="685"/>
                      </a:lnTo>
                      <a:lnTo>
                        <a:pt x="185" y="685"/>
                      </a:lnTo>
                      <a:lnTo>
                        <a:pt x="185" y="683"/>
                      </a:lnTo>
                      <a:lnTo>
                        <a:pt x="185" y="682"/>
                      </a:lnTo>
                      <a:lnTo>
                        <a:pt x="183" y="680"/>
                      </a:lnTo>
                      <a:lnTo>
                        <a:pt x="185" y="680"/>
                      </a:lnTo>
                      <a:lnTo>
                        <a:pt x="185" y="682"/>
                      </a:lnTo>
                      <a:lnTo>
                        <a:pt x="186" y="682"/>
                      </a:lnTo>
                      <a:lnTo>
                        <a:pt x="185" y="682"/>
                      </a:lnTo>
                      <a:lnTo>
                        <a:pt x="186" y="682"/>
                      </a:lnTo>
                      <a:lnTo>
                        <a:pt x="185" y="682"/>
                      </a:lnTo>
                      <a:lnTo>
                        <a:pt x="185" y="680"/>
                      </a:lnTo>
                      <a:lnTo>
                        <a:pt x="185" y="682"/>
                      </a:lnTo>
                      <a:lnTo>
                        <a:pt x="186" y="682"/>
                      </a:lnTo>
                      <a:lnTo>
                        <a:pt x="186" y="680"/>
                      </a:lnTo>
                      <a:lnTo>
                        <a:pt x="186" y="682"/>
                      </a:lnTo>
                      <a:lnTo>
                        <a:pt x="188" y="682"/>
                      </a:lnTo>
                      <a:lnTo>
                        <a:pt x="190" y="682"/>
                      </a:lnTo>
                      <a:lnTo>
                        <a:pt x="190" y="680"/>
                      </a:lnTo>
                      <a:lnTo>
                        <a:pt x="192" y="680"/>
                      </a:lnTo>
                      <a:lnTo>
                        <a:pt x="190" y="680"/>
                      </a:lnTo>
                      <a:lnTo>
                        <a:pt x="190" y="682"/>
                      </a:lnTo>
                      <a:lnTo>
                        <a:pt x="188" y="682"/>
                      </a:lnTo>
                      <a:lnTo>
                        <a:pt x="186" y="680"/>
                      </a:lnTo>
                      <a:lnTo>
                        <a:pt x="186" y="682"/>
                      </a:lnTo>
                      <a:lnTo>
                        <a:pt x="186" y="680"/>
                      </a:lnTo>
                      <a:lnTo>
                        <a:pt x="185" y="680"/>
                      </a:lnTo>
                      <a:lnTo>
                        <a:pt x="186" y="680"/>
                      </a:lnTo>
                      <a:lnTo>
                        <a:pt x="185" y="680"/>
                      </a:lnTo>
                      <a:lnTo>
                        <a:pt x="185" y="678"/>
                      </a:lnTo>
                      <a:lnTo>
                        <a:pt x="183" y="678"/>
                      </a:lnTo>
                      <a:lnTo>
                        <a:pt x="185" y="678"/>
                      </a:lnTo>
                      <a:lnTo>
                        <a:pt x="185" y="676"/>
                      </a:lnTo>
                      <a:lnTo>
                        <a:pt x="186" y="676"/>
                      </a:lnTo>
                      <a:lnTo>
                        <a:pt x="186" y="678"/>
                      </a:lnTo>
                      <a:lnTo>
                        <a:pt x="188" y="678"/>
                      </a:lnTo>
                      <a:lnTo>
                        <a:pt x="186" y="678"/>
                      </a:lnTo>
                      <a:lnTo>
                        <a:pt x="186" y="676"/>
                      </a:lnTo>
                      <a:lnTo>
                        <a:pt x="185" y="676"/>
                      </a:lnTo>
                      <a:lnTo>
                        <a:pt x="183" y="676"/>
                      </a:lnTo>
                      <a:lnTo>
                        <a:pt x="185" y="676"/>
                      </a:lnTo>
                      <a:lnTo>
                        <a:pt x="185" y="674"/>
                      </a:lnTo>
                      <a:lnTo>
                        <a:pt x="183" y="674"/>
                      </a:lnTo>
                      <a:lnTo>
                        <a:pt x="183" y="672"/>
                      </a:lnTo>
                      <a:lnTo>
                        <a:pt x="183" y="671"/>
                      </a:lnTo>
                      <a:lnTo>
                        <a:pt x="185" y="671"/>
                      </a:lnTo>
                      <a:lnTo>
                        <a:pt x="185" y="672"/>
                      </a:lnTo>
                      <a:lnTo>
                        <a:pt x="185" y="671"/>
                      </a:lnTo>
                      <a:lnTo>
                        <a:pt x="185" y="669"/>
                      </a:lnTo>
                      <a:lnTo>
                        <a:pt x="183" y="669"/>
                      </a:lnTo>
                      <a:lnTo>
                        <a:pt x="183" y="671"/>
                      </a:lnTo>
                      <a:lnTo>
                        <a:pt x="183" y="669"/>
                      </a:lnTo>
                      <a:lnTo>
                        <a:pt x="183" y="667"/>
                      </a:lnTo>
                      <a:lnTo>
                        <a:pt x="183" y="665"/>
                      </a:lnTo>
                      <a:lnTo>
                        <a:pt x="183" y="663"/>
                      </a:lnTo>
                      <a:lnTo>
                        <a:pt x="183" y="665"/>
                      </a:lnTo>
                      <a:lnTo>
                        <a:pt x="185" y="663"/>
                      </a:lnTo>
                      <a:lnTo>
                        <a:pt x="183" y="665"/>
                      </a:lnTo>
                      <a:lnTo>
                        <a:pt x="183" y="663"/>
                      </a:lnTo>
                      <a:lnTo>
                        <a:pt x="183" y="665"/>
                      </a:lnTo>
                      <a:lnTo>
                        <a:pt x="183" y="663"/>
                      </a:lnTo>
                      <a:lnTo>
                        <a:pt x="181" y="663"/>
                      </a:lnTo>
                      <a:lnTo>
                        <a:pt x="183" y="663"/>
                      </a:lnTo>
                      <a:lnTo>
                        <a:pt x="181" y="661"/>
                      </a:lnTo>
                      <a:lnTo>
                        <a:pt x="181" y="663"/>
                      </a:lnTo>
                      <a:lnTo>
                        <a:pt x="181" y="661"/>
                      </a:lnTo>
                      <a:lnTo>
                        <a:pt x="181" y="663"/>
                      </a:lnTo>
                      <a:lnTo>
                        <a:pt x="181" y="661"/>
                      </a:lnTo>
                      <a:lnTo>
                        <a:pt x="183" y="661"/>
                      </a:lnTo>
                      <a:lnTo>
                        <a:pt x="181" y="661"/>
                      </a:lnTo>
                      <a:lnTo>
                        <a:pt x="183" y="661"/>
                      </a:lnTo>
                      <a:lnTo>
                        <a:pt x="183" y="663"/>
                      </a:lnTo>
                      <a:lnTo>
                        <a:pt x="183" y="661"/>
                      </a:lnTo>
                      <a:lnTo>
                        <a:pt x="183" y="660"/>
                      </a:lnTo>
                      <a:lnTo>
                        <a:pt x="181" y="660"/>
                      </a:lnTo>
                      <a:lnTo>
                        <a:pt x="181" y="658"/>
                      </a:lnTo>
                      <a:lnTo>
                        <a:pt x="181" y="656"/>
                      </a:lnTo>
                      <a:lnTo>
                        <a:pt x="181" y="654"/>
                      </a:lnTo>
                      <a:lnTo>
                        <a:pt x="181" y="656"/>
                      </a:lnTo>
                      <a:lnTo>
                        <a:pt x="181" y="654"/>
                      </a:lnTo>
                      <a:lnTo>
                        <a:pt x="179" y="654"/>
                      </a:lnTo>
                      <a:lnTo>
                        <a:pt x="181" y="654"/>
                      </a:lnTo>
                      <a:lnTo>
                        <a:pt x="179" y="654"/>
                      </a:lnTo>
                      <a:lnTo>
                        <a:pt x="179" y="652"/>
                      </a:lnTo>
                      <a:lnTo>
                        <a:pt x="181" y="652"/>
                      </a:lnTo>
                      <a:lnTo>
                        <a:pt x="181" y="654"/>
                      </a:lnTo>
                      <a:lnTo>
                        <a:pt x="181" y="652"/>
                      </a:lnTo>
                      <a:lnTo>
                        <a:pt x="183" y="652"/>
                      </a:lnTo>
                      <a:lnTo>
                        <a:pt x="183" y="654"/>
                      </a:lnTo>
                      <a:lnTo>
                        <a:pt x="185" y="654"/>
                      </a:lnTo>
                      <a:lnTo>
                        <a:pt x="185" y="656"/>
                      </a:lnTo>
                      <a:lnTo>
                        <a:pt x="185" y="654"/>
                      </a:lnTo>
                      <a:lnTo>
                        <a:pt x="185" y="656"/>
                      </a:lnTo>
                      <a:lnTo>
                        <a:pt x="186" y="656"/>
                      </a:lnTo>
                      <a:lnTo>
                        <a:pt x="188" y="656"/>
                      </a:lnTo>
                      <a:lnTo>
                        <a:pt x="188" y="658"/>
                      </a:lnTo>
                      <a:lnTo>
                        <a:pt x="188" y="656"/>
                      </a:lnTo>
                      <a:lnTo>
                        <a:pt x="186" y="656"/>
                      </a:lnTo>
                      <a:lnTo>
                        <a:pt x="188" y="656"/>
                      </a:lnTo>
                      <a:lnTo>
                        <a:pt x="188" y="654"/>
                      </a:lnTo>
                      <a:lnTo>
                        <a:pt x="186" y="656"/>
                      </a:lnTo>
                      <a:lnTo>
                        <a:pt x="188" y="656"/>
                      </a:lnTo>
                      <a:lnTo>
                        <a:pt x="186" y="656"/>
                      </a:lnTo>
                      <a:lnTo>
                        <a:pt x="185" y="656"/>
                      </a:lnTo>
                      <a:lnTo>
                        <a:pt x="185" y="654"/>
                      </a:lnTo>
                      <a:lnTo>
                        <a:pt x="183" y="654"/>
                      </a:lnTo>
                      <a:lnTo>
                        <a:pt x="183" y="652"/>
                      </a:lnTo>
                      <a:lnTo>
                        <a:pt x="181" y="652"/>
                      </a:lnTo>
                      <a:lnTo>
                        <a:pt x="179" y="652"/>
                      </a:lnTo>
                      <a:lnTo>
                        <a:pt x="179" y="650"/>
                      </a:lnTo>
                      <a:lnTo>
                        <a:pt x="181" y="650"/>
                      </a:lnTo>
                      <a:lnTo>
                        <a:pt x="179" y="650"/>
                      </a:lnTo>
                      <a:lnTo>
                        <a:pt x="179" y="649"/>
                      </a:lnTo>
                      <a:lnTo>
                        <a:pt x="177" y="649"/>
                      </a:lnTo>
                      <a:lnTo>
                        <a:pt x="179" y="649"/>
                      </a:lnTo>
                      <a:lnTo>
                        <a:pt x="179" y="647"/>
                      </a:lnTo>
                      <a:lnTo>
                        <a:pt x="179" y="645"/>
                      </a:lnTo>
                      <a:lnTo>
                        <a:pt x="177" y="645"/>
                      </a:lnTo>
                      <a:lnTo>
                        <a:pt x="177" y="643"/>
                      </a:lnTo>
                      <a:lnTo>
                        <a:pt x="179" y="643"/>
                      </a:lnTo>
                      <a:lnTo>
                        <a:pt x="179" y="641"/>
                      </a:lnTo>
                      <a:lnTo>
                        <a:pt x="179" y="643"/>
                      </a:lnTo>
                      <a:lnTo>
                        <a:pt x="181" y="643"/>
                      </a:lnTo>
                      <a:lnTo>
                        <a:pt x="181" y="641"/>
                      </a:lnTo>
                      <a:lnTo>
                        <a:pt x="183" y="641"/>
                      </a:lnTo>
                      <a:lnTo>
                        <a:pt x="183" y="643"/>
                      </a:lnTo>
                      <a:lnTo>
                        <a:pt x="185" y="643"/>
                      </a:lnTo>
                      <a:lnTo>
                        <a:pt x="186" y="643"/>
                      </a:lnTo>
                      <a:lnTo>
                        <a:pt x="188" y="643"/>
                      </a:lnTo>
                      <a:lnTo>
                        <a:pt x="188" y="641"/>
                      </a:lnTo>
                      <a:lnTo>
                        <a:pt x="188" y="643"/>
                      </a:lnTo>
                      <a:lnTo>
                        <a:pt x="188" y="641"/>
                      </a:lnTo>
                      <a:lnTo>
                        <a:pt x="188" y="643"/>
                      </a:lnTo>
                      <a:lnTo>
                        <a:pt x="188" y="641"/>
                      </a:lnTo>
                      <a:lnTo>
                        <a:pt x="186" y="641"/>
                      </a:lnTo>
                      <a:lnTo>
                        <a:pt x="188" y="641"/>
                      </a:lnTo>
                      <a:lnTo>
                        <a:pt x="188" y="643"/>
                      </a:lnTo>
                      <a:lnTo>
                        <a:pt x="186" y="643"/>
                      </a:lnTo>
                      <a:lnTo>
                        <a:pt x="186" y="641"/>
                      </a:lnTo>
                      <a:lnTo>
                        <a:pt x="186" y="643"/>
                      </a:lnTo>
                      <a:lnTo>
                        <a:pt x="185" y="643"/>
                      </a:lnTo>
                      <a:lnTo>
                        <a:pt x="183" y="643"/>
                      </a:lnTo>
                      <a:lnTo>
                        <a:pt x="183" y="641"/>
                      </a:lnTo>
                      <a:lnTo>
                        <a:pt x="181" y="641"/>
                      </a:lnTo>
                      <a:lnTo>
                        <a:pt x="181" y="643"/>
                      </a:lnTo>
                      <a:lnTo>
                        <a:pt x="179" y="641"/>
                      </a:lnTo>
                      <a:lnTo>
                        <a:pt x="177" y="643"/>
                      </a:lnTo>
                      <a:lnTo>
                        <a:pt x="177" y="641"/>
                      </a:lnTo>
                      <a:lnTo>
                        <a:pt x="177" y="640"/>
                      </a:lnTo>
                      <a:lnTo>
                        <a:pt x="175" y="640"/>
                      </a:lnTo>
                      <a:lnTo>
                        <a:pt x="175" y="638"/>
                      </a:lnTo>
                      <a:lnTo>
                        <a:pt x="177" y="638"/>
                      </a:lnTo>
                      <a:lnTo>
                        <a:pt x="177" y="636"/>
                      </a:lnTo>
                      <a:lnTo>
                        <a:pt x="175" y="636"/>
                      </a:lnTo>
                      <a:lnTo>
                        <a:pt x="175" y="634"/>
                      </a:lnTo>
                      <a:lnTo>
                        <a:pt x="175" y="632"/>
                      </a:lnTo>
                      <a:lnTo>
                        <a:pt x="175" y="634"/>
                      </a:lnTo>
                      <a:lnTo>
                        <a:pt x="177" y="634"/>
                      </a:lnTo>
                      <a:lnTo>
                        <a:pt x="175" y="634"/>
                      </a:lnTo>
                      <a:lnTo>
                        <a:pt x="175" y="632"/>
                      </a:lnTo>
                      <a:lnTo>
                        <a:pt x="174" y="632"/>
                      </a:lnTo>
                      <a:lnTo>
                        <a:pt x="175" y="630"/>
                      </a:lnTo>
                      <a:lnTo>
                        <a:pt x="174" y="630"/>
                      </a:lnTo>
                      <a:lnTo>
                        <a:pt x="175" y="630"/>
                      </a:lnTo>
                      <a:lnTo>
                        <a:pt x="174" y="630"/>
                      </a:lnTo>
                      <a:lnTo>
                        <a:pt x="174" y="629"/>
                      </a:lnTo>
                      <a:lnTo>
                        <a:pt x="175" y="629"/>
                      </a:lnTo>
                      <a:lnTo>
                        <a:pt x="177" y="627"/>
                      </a:lnTo>
                      <a:lnTo>
                        <a:pt x="177" y="625"/>
                      </a:lnTo>
                      <a:lnTo>
                        <a:pt x="179" y="625"/>
                      </a:lnTo>
                      <a:lnTo>
                        <a:pt x="181" y="625"/>
                      </a:lnTo>
                      <a:lnTo>
                        <a:pt x="183" y="625"/>
                      </a:lnTo>
                      <a:lnTo>
                        <a:pt x="185" y="625"/>
                      </a:lnTo>
                      <a:lnTo>
                        <a:pt x="186" y="625"/>
                      </a:lnTo>
                      <a:lnTo>
                        <a:pt x="185" y="625"/>
                      </a:lnTo>
                      <a:lnTo>
                        <a:pt x="185" y="623"/>
                      </a:lnTo>
                      <a:lnTo>
                        <a:pt x="185" y="625"/>
                      </a:lnTo>
                      <a:lnTo>
                        <a:pt x="183" y="625"/>
                      </a:lnTo>
                      <a:lnTo>
                        <a:pt x="181" y="625"/>
                      </a:lnTo>
                      <a:lnTo>
                        <a:pt x="179" y="625"/>
                      </a:lnTo>
                      <a:lnTo>
                        <a:pt x="177" y="625"/>
                      </a:lnTo>
                      <a:lnTo>
                        <a:pt x="177" y="627"/>
                      </a:lnTo>
                      <a:lnTo>
                        <a:pt x="175" y="627"/>
                      </a:lnTo>
                      <a:lnTo>
                        <a:pt x="175" y="629"/>
                      </a:lnTo>
                      <a:lnTo>
                        <a:pt x="175" y="627"/>
                      </a:lnTo>
                      <a:lnTo>
                        <a:pt x="174" y="629"/>
                      </a:lnTo>
                      <a:lnTo>
                        <a:pt x="174" y="627"/>
                      </a:lnTo>
                      <a:lnTo>
                        <a:pt x="174" y="629"/>
                      </a:lnTo>
                      <a:lnTo>
                        <a:pt x="172" y="629"/>
                      </a:lnTo>
                      <a:lnTo>
                        <a:pt x="172" y="627"/>
                      </a:lnTo>
                      <a:lnTo>
                        <a:pt x="174" y="627"/>
                      </a:lnTo>
                      <a:lnTo>
                        <a:pt x="172" y="627"/>
                      </a:lnTo>
                      <a:lnTo>
                        <a:pt x="174" y="627"/>
                      </a:lnTo>
                      <a:lnTo>
                        <a:pt x="174" y="625"/>
                      </a:lnTo>
                      <a:lnTo>
                        <a:pt x="174" y="627"/>
                      </a:lnTo>
                      <a:lnTo>
                        <a:pt x="174" y="625"/>
                      </a:lnTo>
                      <a:lnTo>
                        <a:pt x="172" y="627"/>
                      </a:lnTo>
                      <a:lnTo>
                        <a:pt x="172" y="625"/>
                      </a:lnTo>
                      <a:lnTo>
                        <a:pt x="172" y="623"/>
                      </a:lnTo>
                      <a:lnTo>
                        <a:pt x="172" y="621"/>
                      </a:lnTo>
                      <a:lnTo>
                        <a:pt x="172" y="619"/>
                      </a:lnTo>
                      <a:lnTo>
                        <a:pt x="170" y="619"/>
                      </a:lnTo>
                      <a:lnTo>
                        <a:pt x="170" y="618"/>
                      </a:lnTo>
                      <a:lnTo>
                        <a:pt x="172" y="618"/>
                      </a:lnTo>
                      <a:lnTo>
                        <a:pt x="170" y="618"/>
                      </a:lnTo>
                      <a:lnTo>
                        <a:pt x="172" y="618"/>
                      </a:lnTo>
                      <a:lnTo>
                        <a:pt x="172" y="619"/>
                      </a:lnTo>
                      <a:lnTo>
                        <a:pt x="172" y="618"/>
                      </a:lnTo>
                      <a:lnTo>
                        <a:pt x="172" y="619"/>
                      </a:lnTo>
                      <a:lnTo>
                        <a:pt x="174" y="619"/>
                      </a:lnTo>
                      <a:lnTo>
                        <a:pt x="174" y="621"/>
                      </a:lnTo>
                      <a:lnTo>
                        <a:pt x="175" y="621"/>
                      </a:lnTo>
                      <a:lnTo>
                        <a:pt x="174" y="621"/>
                      </a:lnTo>
                      <a:lnTo>
                        <a:pt x="174" y="619"/>
                      </a:lnTo>
                      <a:lnTo>
                        <a:pt x="175" y="619"/>
                      </a:lnTo>
                      <a:lnTo>
                        <a:pt x="174" y="619"/>
                      </a:lnTo>
                      <a:lnTo>
                        <a:pt x="174" y="618"/>
                      </a:lnTo>
                      <a:lnTo>
                        <a:pt x="174" y="616"/>
                      </a:lnTo>
                      <a:lnTo>
                        <a:pt x="175" y="618"/>
                      </a:lnTo>
                      <a:lnTo>
                        <a:pt x="175" y="616"/>
                      </a:lnTo>
                      <a:lnTo>
                        <a:pt x="174" y="616"/>
                      </a:lnTo>
                      <a:lnTo>
                        <a:pt x="174" y="618"/>
                      </a:lnTo>
                      <a:lnTo>
                        <a:pt x="172" y="618"/>
                      </a:lnTo>
                      <a:lnTo>
                        <a:pt x="174" y="618"/>
                      </a:lnTo>
                      <a:lnTo>
                        <a:pt x="172" y="618"/>
                      </a:lnTo>
                      <a:lnTo>
                        <a:pt x="172" y="616"/>
                      </a:lnTo>
                      <a:lnTo>
                        <a:pt x="170" y="616"/>
                      </a:lnTo>
                      <a:lnTo>
                        <a:pt x="170" y="614"/>
                      </a:lnTo>
                      <a:lnTo>
                        <a:pt x="170" y="616"/>
                      </a:lnTo>
                      <a:lnTo>
                        <a:pt x="170" y="614"/>
                      </a:lnTo>
                      <a:lnTo>
                        <a:pt x="170" y="616"/>
                      </a:lnTo>
                      <a:lnTo>
                        <a:pt x="168" y="616"/>
                      </a:lnTo>
                      <a:lnTo>
                        <a:pt x="168" y="614"/>
                      </a:lnTo>
                      <a:lnTo>
                        <a:pt x="170" y="614"/>
                      </a:lnTo>
                      <a:lnTo>
                        <a:pt x="168" y="614"/>
                      </a:lnTo>
                      <a:lnTo>
                        <a:pt x="168" y="612"/>
                      </a:lnTo>
                      <a:lnTo>
                        <a:pt x="168" y="610"/>
                      </a:lnTo>
                      <a:lnTo>
                        <a:pt x="168" y="608"/>
                      </a:lnTo>
                      <a:lnTo>
                        <a:pt x="170" y="608"/>
                      </a:lnTo>
                      <a:lnTo>
                        <a:pt x="172" y="608"/>
                      </a:lnTo>
                      <a:lnTo>
                        <a:pt x="172" y="610"/>
                      </a:lnTo>
                      <a:lnTo>
                        <a:pt x="174" y="610"/>
                      </a:lnTo>
                      <a:lnTo>
                        <a:pt x="175" y="610"/>
                      </a:lnTo>
                      <a:lnTo>
                        <a:pt x="174" y="610"/>
                      </a:lnTo>
                      <a:lnTo>
                        <a:pt x="172" y="610"/>
                      </a:lnTo>
                      <a:lnTo>
                        <a:pt x="172" y="608"/>
                      </a:lnTo>
                      <a:lnTo>
                        <a:pt x="170" y="608"/>
                      </a:lnTo>
                      <a:lnTo>
                        <a:pt x="170" y="607"/>
                      </a:lnTo>
                      <a:lnTo>
                        <a:pt x="168" y="607"/>
                      </a:lnTo>
                      <a:lnTo>
                        <a:pt x="168" y="605"/>
                      </a:lnTo>
                      <a:lnTo>
                        <a:pt x="166" y="605"/>
                      </a:lnTo>
                      <a:lnTo>
                        <a:pt x="166" y="603"/>
                      </a:lnTo>
                      <a:lnTo>
                        <a:pt x="166" y="601"/>
                      </a:lnTo>
                      <a:lnTo>
                        <a:pt x="166" y="599"/>
                      </a:lnTo>
                      <a:lnTo>
                        <a:pt x="168" y="599"/>
                      </a:lnTo>
                      <a:lnTo>
                        <a:pt x="170" y="599"/>
                      </a:lnTo>
                      <a:lnTo>
                        <a:pt x="170" y="597"/>
                      </a:lnTo>
                      <a:lnTo>
                        <a:pt x="170" y="599"/>
                      </a:lnTo>
                      <a:lnTo>
                        <a:pt x="172" y="599"/>
                      </a:lnTo>
                      <a:lnTo>
                        <a:pt x="172" y="601"/>
                      </a:lnTo>
                      <a:lnTo>
                        <a:pt x="174" y="601"/>
                      </a:lnTo>
                      <a:lnTo>
                        <a:pt x="174" y="603"/>
                      </a:lnTo>
                      <a:lnTo>
                        <a:pt x="174" y="605"/>
                      </a:lnTo>
                      <a:lnTo>
                        <a:pt x="174" y="603"/>
                      </a:lnTo>
                      <a:lnTo>
                        <a:pt x="174" y="601"/>
                      </a:lnTo>
                      <a:lnTo>
                        <a:pt x="172" y="601"/>
                      </a:lnTo>
                      <a:lnTo>
                        <a:pt x="172" y="599"/>
                      </a:lnTo>
                      <a:lnTo>
                        <a:pt x="172" y="597"/>
                      </a:lnTo>
                      <a:lnTo>
                        <a:pt x="172" y="596"/>
                      </a:lnTo>
                      <a:lnTo>
                        <a:pt x="170" y="597"/>
                      </a:lnTo>
                      <a:lnTo>
                        <a:pt x="170" y="596"/>
                      </a:lnTo>
                      <a:lnTo>
                        <a:pt x="168" y="596"/>
                      </a:lnTo>
                      <a:lnTo>
                        <a:pt x="170" y="596"/>
                      </a:lnTo>
                      <a:lnTo>
                        <a:pt x="170" y="594"/>
                      </a:lnTo>
                      <a:lnTo>
                        <a:pt x="170" y="596"/>
                      </a:lnTo>
                      <a:lnTo>
                        <a:pt x="170" y="594"/>
                      </a:lnTo>
                      <a:lnTo>
                        <a:pt x="170" y="596"/>
                      </a:lnTo>
                      <a:lnTo>
                        <a:pt x="170" y="594"/>
                      </a:lnTo>
                      <a:lnTo>
                        <a:pt x="170" y="592"/>
                      </a:lnTo>
                      <a:lnTo>
                        <a:pt x="170" y="594"/>
                      </a:lnTo>
                      <a:lnTo>
                        <a:pt x="172" y="594"/>
                      </a:lnTo>
                      <a:lnTo>
                        <a:pt x="170" y="594"/>
                      </a:lnTo>
                      <a:lnTo>
                        <a:pt x="170" y="592"/>
                      </a:lnTo>
                      <a:lnTo>
                        <a:pt x="172" y="592"/>
                      </a:lnTo>
                      <a:lnTo>
                        <a:pt x="174" y="592"/>
                      </a:lnTo>
                      <a:lnTo>
                        <a:pt x="175" y="592"/>
                      </a:lnTo>
                      <a:lnTo>
                        <a:pt x="174" y="592"/>
                      </a:lnTo>
                      <a:lnTo>
                        <a:pt x="174" y="590"/>
                      </a:lnTo>
                      <a:lnTo>
                        <a:pt x="175" y="590"/>
                      </a:lnTo>
                      <a:lnTo>
                        <a:pt x="174" y="590"/>
                      </a:lnTo>
                      <a:lnTo>
                        <a:pt x="174" y="592"/>
                      </a:lnTo>
                      <a:lnTo>
                        <a:pt x="172" y="592"/>
                      </a:lnTo>
                      <a:lnTo>
                        <a:pt x="172" y="590"/>
                      </a:lnTo>
                      <a:lnTo>
                        <a:pt x="172" y="588"/>
                      </a:lnTo>
                      <a:lnTo>
                        <a:pt x="172" y="587"/>
                      </a:lnTo>
                      <a:lnTo>
                        <a:pt x="172" y="585"/>
                      </a:lnTo>
                      <a:lnTo>
                        <a:pt x="172" y="587"/>
                      </a:lnTo>
                      <a:lnTo>
                        <a:pt x="170" y="587"/>
                      </a:lnTo>
                      <a:lnTo>
                        <a:pt x="170" y="588"/>
                      </a:lnTo>
                      <a:lnTo>
                        <a:pt x="170" y="590"/>
                      </a:lnTo>
                      <a:lnTo>
                        <a:pt x="170" y="592"/>
                      </a:lnTo>
                      <a:lnTo>
                        <a:pt x="168" y="592"/>
                      </a:lnTo>
                      <a:lnTo>
                        <a:pt x="166" y="592"/>
                      </a:lnTo>
                      <a:lnTo>
                        <a:pt x="166" y="594"/>
                      </a:lnTo>
                      <a:lnTo>
                        <a:pt x="166" y="596"/>
                      </a:lnTo>
                      <a:lnTo>
                        <a:pt x="164" y="596"/>
                      </a:lnTo>
                      <a:lnTo>
                        <a:pt x="164" y="594"/>
                      </a:lnTo>
                      <a:lnTo>
                        <a:pt x="166" y="594"/>
                      </a:lnTo>
                      <a:lnTo>
                        <a:pt x="164" y="594"/>
                      </a:lnTo>
                      <a:lnTo>
                        <a:pt x="164" y="592"/>
                      </a:lnTo>
                      <a:lnTo>
                        <a:pt x="164" y="590"/>
                      </a:lnTo>
                      <a:lnTo>
                        <a:pt x="166" y="590"/>
                      </a:lnTo>
                      <a:lnTo>
                        <a:pt x="164" y="590"/>
                      </a:lnTo>
                      <a:lnTo>
                        <a:pt x="166" y="590"/>
                      </a:lnTo>
                      <a:lnTo>
                        <a:pt x="166" y="588"/>
                      </a:lnTo>
                      <a:lnTo>
                        <a:pt x="166" y="587"/>
                      </a:lnTo>
                      <a:lnTo>
                        <a:pt x="164" y="587"/>
                      </a:lnTo>
                      <a:lnTo>
                        <a:pt x="166" y="587"/>
                      </a:lnTo>
                      <a:lnTo>
                        <a:pt x="166" y="585"/>
                      </a:lnTo>
                      <a:lnTo>
                        <a:pt x="164" y="587"/>
                      </a:lnTo>
                      <a:lnTo>
                        <a:pt x="164" y="585"/>
                      </a:lnTo>
                      <a:lnTo>
                        <a:pt x="164" y="583"/>
                      </a:lnTo>
                      <a:lnTo>
                        <a:pt x="166" y="583"/>
                      </a:lnTo>
                      <a:lnTo>
                        <a:pt x="164" y="583"/>
                      </a:lnTo>
                      <a:lnTo>
                        <a:pt x="164" y="585"/>
                      </a:lnTo>
                      <a:lnTo>
                        <a:pt x="164" y="583"/>
                      </a:lnTo>
                      <a:lnTo>
                        <a:pt x="164" y="581"/>
                      </a:lnTo>
                      <a:lnTo>
                        <a:pt x="166" y="581"/>
                      </a:lnTo>
                      <a:lnTo>
                        <a:pt x="168" y="581"/>
                      </a:lnTo>
                      <a:lnTo>
                        <a:pt x="170" y="581"/>
                      </a:lnTo>
                      <a:lnTo>
                        <a:pt x="172" y="581"/>
                      </a:lnTo>
                      <a:lnTo>
                        <a:pt x="172" y="583"/>
                      </a:lnTo>
                      <a:lnTo>
                        <a:pt x="172" y="585"/>
                      </a:lnTo>
                      <a:lnTo>
                        <a:pt x="174" y="585"/>
                      </a:lnTo>
                      <a:lnTo>
                        <a:pt x="174" y="583"/>
                      </a:lnTo>
                      <a:lnTo>
                        <a:pt x="175" y="583"/>
                      </a:lnTo>
                      <a:lnTo>
                        <a:pt x="175" y="581"/>
                      </a:lnTo>
                      <a:lnTo>
                        <a:pt x="177" y="581"/>
                      </a:lnTo>
                      <a:lnTo>
                        <a:pt x="177" y="583"/>
                      </a:lnTo>
                      <a:lnTo>
                        <a:pt x="177" y="581"/>
                      </a:lnTo>
                      <a:lnTo>
                        <a:pt x="175" y="581"/>
                      </a:lnTo>
                      <a:lnTo>
                        <a:pt x="175" y="583"/>
                      </a:lnTo>
                      <a:lnTo>
                        <a:pt x="174" y="583"/>
                      </a:lnTo>
                      <a:lnTo>
                        <a:pt x="174" y="585"/>
                      </a:lnTo>
                      <a:lnTo>
                        <a:pt x="172" y="583"/>
                      </a:lnTo>
                      <a:lnTo>
                        <a:pt x="172" y="581"/>
                      </a:lnTo>
                      <a:lnTo>
                        <a:pt x="170" y="581"/>
                      </a:lnTo>
                      <a:lnTo>
                        <a:pt x="168" y="581"/>
                      </a:lnTo>
                      <a:lnTo>
                        <a:pt x="168" y="579"/>
                      </a:lnTo>
                      <a:lnTo>
                        <a:pt x="166" y="579"/>
                      </a:lnTo>
                      <a:lnTo>
                        <a:pt x="164" y="579"/>
                      </a:lnTo>
                      <a:lnTo>
                        <a:pt x="163" y="577"/>
                      </a:lnTo>
                      <a:lnTo>
                        <a:pt x="163" y="576"/>
                      </a:lnTo>
                      <a:lnTo>
                        <a:pt x="163" y="574"/>
                      </a:lnTo>
                      <a:lnTo>
                        <a:pt x="164" y="574"/>
                      </a:lnTo>
                      <a:lnTo>
                        <a:pt x="166" y="574"/>
                      </a:lnTo>
                      <a:lnTo>
                        <a:pt x="168" y="574"/>
                      </a:lnTo>
                      <a:lnTo>
                        <a:pt x="168" y="572"/>
                      </a:lnTo>
                      <a:lnTo>
                        <a:pt x="168" y="570"/>
                      </a:lnTo>
                      <a:lnTo>
                        <a:pt x="166" y="570"/>
                      </a:lnTo>
                      <a:lnTo>
                        <a:pt x="166" y="568"/>
                      </a:lnTo>
                      <a:lnTo>
                        <a:pt x="166" y="570"/>
                      </a:lnTo>
                      <a:lnTo>
                        <a:pt x="168" y="572"/>
                      </a:lnTo>
                      <a:lnTo>
                        <a:pt x="166" y="572"/>
                      </a:lnTo>
                      <a:lnTo>
                        <a:pt x="166" y="574"/>
                      </a:lnTo>
                      <a:lnTo>
                        <a:pt x="164" y="574"/>
                      </a:lnTo>
                      <a:lnTo>
                        <a:pt x="164" y="572"/>
                      </a:lnTo>
                      <a:lnTo>
                        <a:pt x="164" y="574"/>
                      </a:lnTo>
                      <a:lnTo>
                        <a:pt x="163" y="574"/>
                      </a:lnTo>
                      <a:lnTo>
                        <a:pt x="163" y="572"/>
                      </a:lnTo>
                      <a:lnTo>
                        <a:pt x="163" y="570"/>
                      </a:lnTo>
                      <a:lnTo>
                        <a:pt x="161" y="570"/>
                      </a:lnTo>
                      <a:lnTo>
                        <a:pt x="163" y="570"/>
                      </a:lnTo>
                      <a:lnTo>
                        <a:pt x="163" y="568"/>
                      </a:lnTo>
                      <a:lnTo>
                        <a:pt x="161" y="568"/>
                      </a:lnTo>
                      <a:lnTo>
                        <a:pt x="161" y="566"/>
                      </a:lnTo>
                      <a:lnTo>
                        <a:pt x="161" y="565"/>
                      </a:lnTo>
                      <a:lnTo>
                        <a:pt x="161" y="566"/>
                      </a:lnTo>
                      <a:lnTo>
                        <a:pt x="161" y="565"/>
                      </a:lnTo>
                      <a:lnTo>
                        <a:pt x="163" y="565"/>
                      </a:lnTo>
                      <a:lnTo>
                        <a:pt x="161" y="565"/>
                      </a:lnTo>
                      <a:lnTo>
                        <a:pt x="161" y="563"/>
                      </a:lnTo>
                      <a:lnTo>
                        <a:pt x="159" y="563"/>
                      </a:lnTo>
                      <a:lnTo>
                        <a:pt x="159" y="561"/>
                      </a:lnTo>
                      <a:lnTo>
                        <a:pt x="161" y="561"/>
                      </a:lnTo>
                      <a:lnTo>
                        <a:pt x="161" y="559"/>
                      </a:lnTo>
                      <a:lnTo>
                        <a:pt x="161" y="557"/>
                      </a:lnTo>
                      <a:lnTo>
                        <a:pt x="163" y="557"/>
                      </a:lnTo>
                      <a:lnTo>
                        <a:pt x="163" y="559"/>
                      </a:lnTo>
                      <a:lnTo>
                        <a:pt x="163" y="557"/>
                      </a:lnTo>
                      <a:lnTo>
                        <a:pt x="163" y="555"/>
                      </a:lnTo>
                      <a:lnTo>
                        <a:pt x="161" y="554"/>
                      </a:lnTo>
                      <a:lnTo>
                        <a:pt x="163" y="554"/>
                      </a:lnTo>
                      <a:lnTo>
                        <a:pt x="163" y="552"/>
                      </a:lnTo>
                      <a:lnTo>
                        <a:pt x="163" y="550"/>
                      </a:lnTo>
                      <a:lnTo>
                        <a:pt x="163" y="548"/>
                      </a:lnTo>
                      <a:lnTo>
                        <a:pt x="163" y="546"/>
                      </a:lnTo>
                      <a:lnTo>
                        <a:pt x="163" y="544"/>
                      </a:lnTo>
                      <a:lnTo>
                        <a:pt x="164" y="544"/>
                      </a:lnTo>
                      <a:lnTo>
                        <a:pt x="164" y="543"/>
                      </a:lnTo>
                      <a:lnTo>
                        <a:pt x="166" y="543"/>
                      </a:lnTo>
                      <a:lnTo>
                        <a:pt x="166" y="541"/>
                      </a:lnTo>
                      <a:lnTo>
                        <a:pt x="166" y="543"/>
                      </a:lnTo>
                      <a:lnTo>
                        <a:pt x="168" y="543"/>
                      </a:lnTo>
                      <a:lnTo>
                        <a:pt x="166" y="543"/>
                      </a:lnTo>
                      <a:lnTo>
                        <a:pt x="166" y="541"/>
                      </a:lnTo>
                      <a:lnTo>
                        <a:pt x="166" y="539"/>
                      </a:lnTo>
                      <a:lnTo>
                        <a:pt x="168" y="537"/>
                      </a:lnTo>
                      <a:lnTo>
                        <a:pt x="168" y="535"/>
                      </a:lnTo>
                      <a:lnTo>
                        <a:pt x="168" y="534"/>
                      </a:lnTo>
                      <a:lnTo>
                        <a:pt x="168" y="532"/>
                      </a:lnTo>
                      <a:lnTo>
                        <a:pt x="166" y="532"/>
                      </a:lnTo>
                      <a:lnTo>
                        <a:pt x="166" y="530"/>
                      </a:lnTo>
                      <a:lnTo>
                        <a:pt x="168" y="530"/>
                      </a:lnTo>
                      <a:lnTo>
                        <a:pt x="168" y="528"/>
                      </a:lnTo>
                      <a:lnTo>
                        <a:pt x="170" y="528"/>
                      </a:lnTo>
                      <a:lnTo>
                        <a:pt x="168" y="528"/>
                      </a:lnTo>
                      <a:lnTo>
                        <a:pt x="168" y="530"/>
                      </a:lnTo>
                      <a:lnTo>
                        <a:pt x="168" y="528"/>
                      </a:lnTo>
                      <a:lnTo>
                        <a:pt x="168" y="530"/>
                      </a:lnTo>
                      <a:lnTo>
                        <a:pt x="166" y="528"/>
                      </a:lnTo>
                      <a:lnTo>
                        <a:pt x="166" y="526"/>
                      </a:lnTo>
                      <a:lnTo>
                        <a:pt x="164" y="524"/>
                      </a:lnTo>
                      <a:lnTo>
                        <a:pt x="164" y="523"/>
                      </a:lnTo>
                      <a:lnTo>
                        <a:pt x="166" y="523"/>
                      </a:lnTo>
                      <a:lnTo>
                        <a:pt x="166" y="521"/>
                      </a:lnTo>
                      <a:lnTo>
                        <a:pt x="166" y="523"/>
                      </a:lnTo>
                      <a:lnTo>
                        <a:pt x="166" y="521"/>
                      </a:lnTo>
                      <a:lnTo>
                        <a:pt x="166" y="523"/>
                      </a:lnTo>
                      <a:lnTo>
                        <a:pt x="164" y="523"/>
                      </a:lnTo>
                      <a:lnTo>
                        <a:pt x="163" y="523"/>
                      </a:lnTo>
                      <a:lnTo>
                        <a:pt x="163" y="521"/>
                      </a:lnTo>
                      <a:lnTo>
                        <a:pt x="163" y="519"/>
                      </a:lnTo>
                      <a:lnTo>
                        <a:pt x="163" y="517"/>
                      </a:lnTo>
                      <a:lnTo>
                        <a:pt x="164" y="517"/>
                      </a:lnTo>
                      <a:lnTo>
                        <a:pt x="164" y="519"/>
                      </a:lnTo>
                      <a:lnTo>
                        <a:pt x="164" y="517"/>
                      </a:lnTo>
                      <a:lnTo>
                        <a:pt x="163" y="517"/>
                      </a:lnTo>
                      <a:lnTo>
                        <a:pt x="161" y="517"/>
                      </a:lnTo>
                      <a:lnTo>
                        <a:pt x="161" y="515"/>
                      </a:lnTo>
                      <a:lnTo>
                        <a:pt x="163" y="515"/>
                      </a:lnTo>
                      <a:lnTo>
                        <a:pt x="163" y="513"/>
                      </a:lnTo>
                      <a:lnTo>
                        <a:pt x="164" y="513"/>
                      </a:lnTo>
                      <a:lnTo>
                        <a:pt x="166" y="513"/>
                      </a:lnTo>
                      <a:lnTo>
                        <a:pt x="164" y="512"/>
                      </a:lnTo>
                      <a:lnTo>
                        <a:pt x="166" y="512"/>
                      </a:lnTo>
                      <a:lnTo>
                        <a:pt x="168" y="512"/>
                      </a:lnTo>
                      <a:lnTo>
                        <a:pt x="166" y="512"/>
                      </a:lnTo>
                      <a:lnTo>
                        <a:pt x="164" y="512"/>
                      </a:lnTo>
                      <a:lnTo>
                        <a:pt x="164" y="513"/>
                      </a:lnTo>
                      <a:lnTo>
                        <a:pt x="163" y="513"/>
                      </a:lnTo>
                      <a:lnTo>
                        <a:pt x="163" y="515"/>
                      </a:lnTo>
                      <a:lnTo>
                        <a:pt x="161" y="515"/>
                      </a:lnTo>
                      <a:lnTo>
                        <a:pt x="161" y="513"/>
                      </a:lnTo>
                      <a:lnTo>
                        <a:pt x="161" y="515"/>
                      </a:lnTo>
                      <a:lnTo>
                        <a:pt x="159" y="515"/>
                      </a:lnTo>
                      <a:lnTo>
                        <a:pt x="159" y="517"/>
                      </a:lnTo>
                      <a:lnTo>
                        <a:pt x="159" y="515"/>
                      </a:lnTo>
                      <a:lnTo>
                        <a:pt x="159" y="513"/>
                      </a:lnTo>
                      <a:lnTo>
                        <a:pt x="159" y="512"/>
                      </a:lnTo>
                      <a:lnTo>
                        <a:pt x="157" y="512"/>
                      </a:lnTo>
                      <a:lnTo>
                        <a:pt x="157" y="510"/>
                      </a:lnTo>
                      <a:lnTo>
                        <a:pt x="157" y="508"/>
                      </a:lnTo>
                      <a:lnTo>
                        <a:pt x="159" y="508"/>
                      </a:lnTo>
                      <a:lnTo>
                        <a:pt x="159" y="506"/>
                      </a:lnTo>
                      <a:lnTo>
                        <a:pt x="159" y="508"/>
                      </a:lnTo>
                      <a:lnTo>
                        <a:pt x="159" y="506"/>
                      </a:lnTo>
                      <a:lnTo>
                        <a:pt x="159" y="504"/>
                      </a:lnTo>
                      <a:lnTo>
                        <a:pt x="161" y="504"/>
                      </a:lnTo>
                      <a:lnTo>
                        <a:pt x="161" y="502"/>
                      </a:lnTo>
                      <a:lnTo>
                        <a:pt x="161" y="504"/>
                      </a:lnTo>
                      <a:lnTo>
                        <a:pt x="159" y="504"/>
                      </a:lnTo>
                      <a:lnTo>
                        <a:pt x="159" y="502"/>
                      </a:lnTo>
                      <a:lnTo>
                        <a:pt x="161" y="502"/>
                      </a:lnTo>
                      <a:lnTo>
                        <a:pt x="161" y="501"/>
                      </a:lnTo>
                      <a:lnTo>
                        <a:pt x="163" y="501"/>
                      </a:lnTo>
                      <a:lnTo>
                        <a:pt x="161" y="501"/>
                      </a:lnTo>
                      <a:lnTo>
                        <a:pt x="159" y="501"/>
                      </a:lnTo>
                      <a:lnTo>
                        <a:pt x="159" y="502"/>
                      </a:lnTo>
                      <a:lnTo>
                        <a:pt x="159" y="501"/>
                      </a:lnTo>
                      <a:lnTo>
                        <a:pt x="157" y="501"/>
                      </a:lnTo>
                      <a:lnTo>
                        <a:pt x="159" y="501"/>
                      </a:lnTo>
                      <a:lnTo>
                        <a:pt x="157" y="501"/>
                      </a:lnTo>
                      <a:lnTo>
                        <a:pt x="157" y="499"/>
                      </a:lnTo>
                      <a:lnTo>
                        <a:pt x="159" y="499"/>
                      </a:lnTo>
                      <a:lnTo>
                        <a:pt x="159" y="497"/>
                      </a:lnTo>
                      <a:lnTo>
                        <a:pt x="161" y="497"/>
                      </a:lnTo>
                      <a:lnTo>
                        <a:pt x="163" y="497"/>
                      </a:lnTo>
                      <a:lnTo>
                        <a:pt x="164" y="497"/>
                      </a:lnTo>
                      <a:lnTo>
                        <a:pt x="166" y="495"/>
                      </a:lnTo>
                      <a:lnTo>
                        <a:pt x="166" y="497"/>
                      </a:lnTo>
                      <a:lnTo>
                        <a:pt x="168" y="497"/>
                      </a:lnTo>
                      <a:lnTo>
                        <a:pt x="168" y="495"/>
                      </a:lnTo>
                      <a:lnTo>
                        <a:pt x="170" y="495"/>
                      </a:lnTo>
                      <a:lnTo>
                        <a:pt x="172" y="495"/>
                      </a:lnTo>
                      <a:lnTo>
                        <a:pt x="174" y="495"/>
                      </a:lnTo>
                      <a:lnTo>
                        <a:pt x="175" y="495"/>
                      </a:lnTo>
                      <a:lnTo>
                        <a:pt x="175" y="493"/>
                      </a:lnTo>
                      <a:lnTo>
                        <a:pt x="177" y="493"/>
                      </a:lnTo>
                      <a:lnTo>
                        <a:pt x="177" y="491"/>
                      </a:lnTo>
                      <a:lnTo>
                        <a:pt x="179" y="491"/>
                      </a:lnTo>
                      <a:lnTo>
                        <a:pt x="177" y="491"/>
                      </a:lnTo>
                      <a:lnTo>
                        <a:pt x="177" y="490"/>
                      </a:lnTo>
                      <a:lnTo>
                        <a:pt x="179" y="490"/>
                      </a:lnTo>
                      <a:lnTo>
                        <a:pt x="181" y="490"/>
                      </a:lnTo>
                      <a:lnTo>
                        <a:pt x="181" y="488"/>
                      </a:lnTo>
                      <a:lnTo>
                        <a:pt x="179" y="488"/>
                      </a:lnTo>
                      <a:lnTo>
                        <a:pt x="181" y="488"/>
                      </a:lnTo>
                      <a:lnTo>
                        <a:pt x="181" y="486"/>
                      </a:lnTo>
                      <a:lnTo>
                        <a:pt x="181" y="488"/>
                      </a:lnTo>
                      <a:lnTo>
                        <a:pt x="183" y="488"/>
                      </a:lnTo>
                      <a:lnTo>
                        <a:pt x="185" y="488"/>
                      </a:lnTo>
                      <a:lnTo>
                        <a:pt x="185" y="486"/>
                      </a:lnTo>
                      <a:lnTo>
                        <a:pt x="186" y="488"/>
                      </a:lnTo>
                      <a:lnTo>
                        <a:pt x="188" y="488"/>
                      </a:lnTo>
                      <a:lnTo>
                        <a:pt x="188" y="486"/>
                      </a:lnTo>
                      <a:lnTo>
                        <a:pt x="188" y="484"/>
                      </a:lnTo>
                      <a:lnTo>
                        <a:pt x="188" y="486"/>
                      </a:lnTo>
                      <a:lnTo>
                        <a:pt x="190" y="486"/>
                      </a:lnTo>
                      <a:lnTo>
                        <a:pt x="190" y="484"/>
                      </a:lnTo>
                      <a:lnTo>
                        <a:pt x="192" y="484"/>
                      </a:lnTo>
                      <a:lnTo>
                        <a:pt x="192" y="486"/>
                      </a:lnTo>
                      <a:lnTo>
                        <a:pt x="194" y="486"/>
                      </a:lnTo>
                      <a:lnTo>
                        <a:pt x="194" y="488"/>
                      </a:lnTo>
                      <a:lnTo>
                        <a:pt x="195" y="488"/>
                      </a:lnTo>
                      <a:lnTo>
                        <a:pt x="197" y="488"/>
                      </a:lnTo>
                      <a:lnTo>
                        <a:pt x="197" y="490"/>
                      </a:lnTo>
                      <a:lnTo>
                        <a:pt x="197" y="488"/>
                      </a:lnTo>
                      <a:lnTo>
                        <a:pt x="195" y="488"/>
                      </a:lnTo>
                      <a:lnTo>
                        <a:pt x="194" y="488"/>
                      </a:lnTo>
                      <a:lnTo>
                        <a:pt x="194" y="486"/>
                      </a:lnTo>
                      <a:lnTo>
                        <a:pt x="192" y="486"/>
                      </a:lnTo>
                      <a:lnTo>
                        <a:pt x="192" y="484"/>
                      </a:lnTo>
                      <a:lnTo>
                        <a:pt x="190" y="484"/>
                      </a:lnTo>
                      <a:lnTo>
                        <a:pt x="190" y="486"/>
                      </a:lnTo>
                      <a:lnTo>
                        <a:pt x="188" y="484"/>
                      </a:lnTo>
                      <a:lnTo>
                        <a:pt x="188" y="486"/>
                      </a:lnTo>
                      <a:lnTo>
                        <a:pt x="186" y="488"/>
                      </a:lnTo>
                      <a:lnTo>
                        <a:pt x="185" y="486"/>
                      </a:lnTo>
                      <a:lnTo>
                        <a:pt x="185" y="488"/>
                      </a:lnTo>
                      <a:lnTo>
                        <a:pt x="183" y="488"/>
                      </a:lnTo>
                      <a:lnTo>
                        <a:pt x="181" y="486"/>
                      </a:lnTo>
                      <a:lnTo>
                        <a:pt x="179" y="488"/>
                      </a:lnTo>
                      <a:lnTo>
                        <a:pt x="181" y="488"/>
                      </a:lnTo>
                      <a:lnTo>
                        <a:pt x="181" y="490"/>
                      </a:lnTo>
                      <a:lnTo>
                        <a:pt x="179" y="490"/>
                      </a:lnTo>
                      <a:lnTo>
                        <a:pt x="177" y="490"/>
                      </a:lnTo>
                      <a:lnTo>
                        <a:pt x="177" y="491"/>
                      </a:lnTo>
                      <a:lnTo>
                        <a:pt x="177" y="493"/>
                      </a:lnTo>
                      <a:lnTo>
                        <a:pt x="175" y="493"/>
                      </a:lnTo>
                      <a:lnTo>
                        <a:pt x="174" y="493"/>
                      </a:lnTo>
                      <a:lnTo>
                        <a:pt x="174" y="495"/>
                      </a:lnTo>
                      <a:lnTo>
                        <a:pt x="172" y="495"/>
                      </a:lnTo>
                      <a:lnTo>
                        <a:pt x="170" y="495"/>
                      </a:lnTo>
                      <a:lnTo>
                        <a:pt x="168" y="495"/>
                      </a:lnTo>
                      <a:lnTo>
                        <a:pt x="166" y="495"/>
                      </a:lnTo>
                      <a:lnTo>
                        <a:pt x="164" y="497"/>
                      </a:lnTo>
                      <a:lnTo>
                        <a:pt x="163" y="495"/>
                      </a:lnTo>
                      <a:lnTo>
                        <a:pt x="161" y="495"/>
                      </a:lnTo>
                      <a:lnTo>
                        <a:pt x="159" y="495"/>
                      </a:lnTo>
                      <a:lnTo>
                        <a:pt x="157" y="495"/>
                      </a:lnTo>
                      <a:lnTo>
                        <a:pt x="157" y="497"/>
                      </a:lnTo>
                      <a:lnTo>
                        <a:pt x="155" y="497"/>
                      </a:lnTo>
                      <a:lnTo>
                        <a:pt x="155" y="495"/>
                      </a:lnTo>
                      <a:lnTo>
                        <a:pt x="154" y="495"/>
                      </a:lnTo>
                      <a:lnTo>
                        <a:pt x="155" y="495"/>
                      </a:lnTo>
                      <a:lnTo>
                        <a:pt x="154" y="495"/>
                      </a:lnTo>
                      <a:lnTo>
                        <a:pt x="155" y="495"/>
                      </a:lnTo>
                      <a:lnTo>
                        <a:pt x="155" y="493"/>
                      </a:lnTo>
                      <a:lnTo>
                        <a:pt x="155" y="491"/>
                      </a:lnTo>
                      <a:lnTo>
                        <a:pt x="157" y="491"/>
                      </a:lnTo>
                      <a:lnTo>
                        <a:pt x="157" y="490"/>
                      </a:lnTo>
                      <a:lnTo>
                        <a:pt x="157" y="488"/>
                      </a:lnTo>
                      <a:lnTo>
                        <a:pt x="157" y="490"/>
                      </a:lnTo>
                      <a:lnTo>
                        <a:pt x="155" y="490"/>
                      </a:lnTo>
                      <a:lnTo>
                        <a:pt x="157" y="490"/>
                      </a:lnTo>
                      <a:lnTo>
                        <a:pt x="157" y="488"/>
                      </a:lnTo>
                      <a:lnTo>
                        <a:pt x="155" y="488"/>
                      </a:lnTo>
                      <a:lnTo>
                        <a:pt x="157" y="488"/>
                      </a:lnTo>
                      <a:lnTo>
                        <a:pt x="155" y="488"/>
                      </a:lnTo>
                      <a:lnTo>
                        <a:pt x="154" y="488"/>
                      </a:lnTo>
                      <a:lnTo>
                        <a:pt x="154" y="486"/>
                      </a:lnTo>
                      <a:lnTo>
                        <a:pt x="154" y="484"/>
                      </a:lnTo>
                      <a:lnTo>
                        <a:pt x="155" y="482"/>
                      </a:lnTo>
                      <a:lnTo>
                        <a:pt x="155" y="481"/>
                      </a:lnTo>
                      <a:lnTo>
                        <a:pt x="155" y="479"/>
                      </a:lnTo>
                      <a:lnTo>
                        <a:pt x="157" y="477"/>
                      </a:lnTo>
                      <a:lnTo>
                        <a:pt x="159" y="477"/>
                      </a:lnTo>
                      <a:lnTo>
                        <a:pt x="161" y="477"/>
                      </a:lnTo>
                      <a:lnTo>
                        <a:pt x="163" y="477"/>
                      </a:lnTo>
                      <a:lnTo>
                        <a:pt x="163" y="479"/>
                      </a:lnTo>
                      <a:lnTo>
                        <a:pt x="163" y="477"/>
                      </a:lnTo>
                      <a:lnTo>
                        <a:pt x="164" y="477"/>
                      </a:lnTo>
                      <a:lnTo>
                        <a:pt x="164" y="475"/>
                      </a:lnTo>
                      <a:lnTo>
                        <a:pt x="166" y="475"/>
                      </a:lnTo>
                      <a:lnTo>
                        <a:pt x="166" y="477"/>
                      </a:lnTo>
                      <a:lnTo>
                        <a:pt x="168" y="477"/>
                      </a:lnTo>
                      <a:lnTo>
                        <a:pt x="168" y="475"/>
                      </a:lnTo>
                      <a:lnTo>
                        <a:pt x="170" y="475"/>
                      </a:lnTo>
                      <a:lnTo>
                        <a:pt x="168" y="475"/>
                      </a:lnTo>
                      <a:lnTo>
                        <a:pt x="168" y="473"/>
                      </a:lnTo>
                      <a:lnTo>
                        <a:pt x="170" y="473"/>
                      </a:lnTo>
                      <a:lnTo>
                        <a:pt x="170" y="475"/>
                      </a:lnTo>
                      <a:lnTo>
                        <a:pt x="172" y="475"/>
                      </a:lnTo>
                      <a:lnTo>
                        <a:pt x="174" y="473"/>
                      </a:lnTo>
                      <a:lnTo>
                        <a:pt x="174" y="471"/>
                      </a:lnTo>
                      <a:lnTo>
                        <a:pt x="174" y="470"/>
                      </a:lnTo>
                      <a:lnTo>
                        <a:pt x="175" y="470"/>
                      </a:lnTo>
                      <a:lnTo>
                        <a:pt x="174" y="470"/>
                      </a:lnTo>
                      <a:lnTo>
                        <a:pt x="174" y="471"/>
                      </a:lnTo>
                      <a:lnTo>
                        <a:pt x="174" y="473"/>
                      </a:lnTo>
                      <a:lnTo>
                        <a:pt x="172" y="475"/>
                      </a:lnTo>
                      <a:lnTo>
                        <a:pt x="170" y="475"/>
                      </a:lnTo>
                      <a:lnTo>
                        <a:pt x="170" y="473"/>
                      </a:lnTo>
                      <a:lnTo>
                        <a:pt x="168" y="473"/>
                      </a:lnTo>
                      <a:lnTo>
                        <a:pt x="168" y="475"/>
                      </a:lnTo>
                      <a:lnTo>
                        <a:pt x="166" y="475"/>
                      </a:lnTo>
                      <a:lnTo>
                        <a:pt x="166" y="473"/>
                      </a:lnTo>
                      <a:lnTo>
                        <a:pt x="166" y="475"/>
                      </a:lnTo>
                      <a:lnTo>
                        <a:pt x="164" y="475"/>
                      </a:lnTo>
                      <a:lnTo>
                        <a:pt x="163" y="475"/>
                      </a:lnTo>
                      <a:lnTo>
                        <a:pt x="161" y="475"/>
                      </a:lnTo>
                      <a:lnTo>
                        <a:pt x="159" y="475"/>
                      </a:lnTo>
                      <a:lnTo>
                        <a:pt x="159" y="473"/>
                      </a:lnTo>
                      <a:lnTo>
                        <a:pt x="157" y="473"/>
                      </a:lnTo>
                      <a:lnTo>
                        <a:pt x="157" y="475"/>
                      </a:lnTo>
                      <a:lnTo>
                        <a:pt x="155" y="475"/>
                      </a:lnTo>
                      <a:lnTo>
                        <a:pt x="155" y="473"/>
                      </a:lnTo>
                      <a:lnTo>
                        <a:pt x="155" y="475"/>
                      </a:lnTo>
                      <a:lnTo>
                        <a:pt x="154" y="475"/>
                      </a:lnTo>
                      <a:lnTo>
                        <a:pt x="154" y="477"/>
                      </a:lnTo>
                      <a:lnTo>
                        <a:pt x="154" y="475"/>
                      </a:lnTo>
                      <a:lnTo>
                        <a:pt x="152" y="475"/>
                      </a:lnTo>
                      <a:lnTo>
                        <a:pt x="152" y="473"/>
                      </a:lnTo>
                      <a:lnTo>
                        <a:pt x="150" y="473"/>
                      </a:lnTo>
                      <a:lnTo>
                        <a:pt x="150" y="471"/>
                      </a:lnTo>
                      <a:lnTo>
                        <a:pt x="152" y="471"/>
                      </a:lnTo>
                      <a:lnTo>
                        <a:pt x="150" y="471"/>
                      </a:lnTo>
                      <a:lnTo>
                        <a:pt x="150" y="470"/>
                      </a:lnTo>
                      <a:lnTo>
                        <a:pt x="150" y="471"/>
                      </a:lnTo>
                      <a:lnTo>
                        <a:pt x="150" y="473"/>
                      </a:lnTo>
                      <a:lnTo>
                        <a:pt x="152" y="473"/>
                      </a:lnTo>
                      <a:lnTo>
                        <a:pt x="152" y="475"/>
                      </a:lnTo>
                      <a:lnTo>
                        <a:pt x="152" y="477"/>
                      </a:lnTo>
                      <a:lnTo>
                        <a:pt x="150" y="477"/>
                      </a:lnTo>
                      <a:lnTo>
                        <a:pt x="150" y="475"/>
                      </a:lnTo>
                      <a:lnTo>
                        <a:pt x="148" y="475"/>
                      </a:lnTo>
                      <a:lnTo>
                        <a:pt x="150" y="475"/>
                      </a:lnTo>
                      <a:lnTo>
                        <a:pt x="150" y="477"/>
                      </a:lnTo>
                      <a:lnTo>
                        <a:pt x="150" y="479"/>
                      </a:lnTo>
                      <a:lnTo>
                        <a:pt x="150" y="477"/>
                      </a:lnTo>
                      <a:lnTo>
                        <a:pt x="148" y="477"/>
                      </a:lnTo>
                      <a:lnTo>
                        <a:pt x="148" y="479"/>
                      </a:lnTo>
                      <a:lnTo>
                        <a:pt x="148" y="481"/>
                      </a:lnTo>
                      <a:lnTo>
                        <a:pt x="148" y="479"/>
                      </a:lnTo>
                      <a:lnTo>
                        <a:pt x="148" y="477"/>
                      </a:lnTo>
                      <a:lnTo>
                        <a:pt x="146" y="477"/>
                      </a:lnTo>
                      <a:lnTo>
                        <a:pt x="148" y="477"/>
                      </a:lnTo>
                      <a:lnTo>
                        <a:pt x="148" y="479"/>
                      </a:lnTo>
                      <a:lnTo>
                        <a:pt x="148" y="481"/>
                      </a:lnTo>
                      <a:lnTo>
                        <a:pt x="146" y="481"/>
                      </a:lnTo>
                      <a:lnTo>
                        <a:pt x="146" y="482"/>
                      </a:lnTo>
                      <a:lnTo>
                        <a:pt x="146" y="484"/>
                      </a:lnTo>
                      <a:lnTo>
                        <a:pt x="146" y="486"/>
                      </a:lnTo>
                      <a:lnTo>
                        <a:pt x="146" y="484"/>
                      </a:lnTo>
                      <a:lnTo>
                        <a:pt x="144" y="484"/>
                      </a:lnTo>
                      <a:lnTo>
                        <a:pt x="146" y="484"/>
                      </a:lnTo>
                      <a:lnTo>
                        <a:pt x="146" y="482"/>
                      </a:lnTo>
                      <a:lnTo>
                        <a:pt x="144" y="482"/>
                      </a:lnTo>
                      <a:lnTo>
                        <a:pt x="146" y="482"/>
                      </a:lnTo>
                      <a:lnTo>
                        <a:pt x="146" y="481"/>
                      </a:lnTo>
                      <a:lnTo>
                        <a:pt x="146" y="482"/>
                      </a:lnTo>
                      <a:lnTo>
                        <a:pt x="144" y="482"/>
                      </a:lnTo>
                      <a:lnTo>
                        <a:pt x="144" y="484"/>
                      </a:lnTo>
                      <a:lnTo>
                        <a:pt x="143" y="484"/>
                      </a:lnTo>
                      <a:lnTo>
                        <a:pt x="143" y="482"/>
                      </a:lnTo>
                      <a:lnTo>
                        <a:pt x="143" y="484"/>
                      </a:lnTo>
                      <a:lnTo>
                        <a:pt x="144" y="484"/>
                      </a:lnTo>
                      <a:lnTo>
                        <a:pt x="144" y="486"/>
                      </a:lnTo>
                      <a:lnTo>
                        <a:pt x="143" y="486"/>
                      </a:lnTo>
                      <a:lnTo>
                        <a:pt x="143" y="484"/>
                      </a:lnTo>
                      <a:lnTo>
                        <a:pt x="141" y="484"/>
                      </a:lnTo>
                      <a:lnTo>
                        <a:pt x="143" y="486"/>
                      </a:lnTo>
                      <a:lnTo>
                        <a:pt x="141" y="486"/>
                      </a:lnTo>
                      <a:lnTo>
                        <a:pt x="143" y="486"/>
                      </a:lnTo>
                      <a:lnTo>
                        <a:pt x="144" y="486"/>
                      </a:lnTo>
                      <a:lnTo>
                        <a:pt x="144" y="488"/>
                      </a:lnTo>
                      <a:lnTo>
                        <a:pt x="146" y="488"/>
                      </a:lnTo>
                      <a:lnTo>
                        <a:pt x="146" y="490"/>
                      </a:lnTo>
                      <a:lnTo>
                        <a:pt x="144" y="490"/>
                      </a:lnTo>
                      <a:lnTo>
                        <a:pt x="146" y="490"/>
                      </a:lnTo>
                      <a:lnTo>
                        <a:pt x="146" y="491"/>
                      </a:lnTo>
                      <a:lnTo>
                        <a:pt x="146" y="493"/>
                      </a:lnTo>
                      <a:lnTo>
                        <a:pt x="144" y="493"/>
                      </a:lnTo>
                      <a:lnTo>
                        <a:pt x="144" y="491"/>
                      </a:lnTo>
                      <a:lnTo>
                        <a:pt x="144" y="490"/>
                      </a:lnTo>
                      <a:lnTo>
                        <a:pt x="143" y="490"/>
                      </a:lnTo>
                      <a:lnTo>
                        <a:pt x="144" y="490"/>
                      </a:lnTo>
                      <a:lnTo>
                        <a:pt x="144" y="491"/>
                      </a:lnTo>
                      <a:lnTo>
                        <a:pt x="144" y="493"/>
                      </a:lnTo>
                      <a:lnTo>
                        <a:pt x="146" y="493"/>
                      </a:lnTo>
                      <a:lnTo>
                        <a:pt x="146" y="495"/>
                      </a:lnTo>
                      <a:lnTo>
                        <a:pt x="146" y="497"/>
                      </a:lnTo>
                      <a:lnTo>
                        <a:pt x="146" y="499"/>
                      </a:lnTo>
                      <a:lnTo>
                        <a:pt x="146" y="501"/>
                      </a:lnTo>
                      <a:lnTo>
                        <a:pt x="144" y="502"/>
                      </a:lnTo>
                      <a:lnTo>
                        <a:pt x="144" y="504"/>
                      </a:lnTo>
                      <a:lnTo>
                        <a:pt x="143" y="504"/>
                      </a:lnTo>
                      <a:lnTo>
                        <a:pt x="143" y="506"/>
                      </a:lnTo>
                      <a:lnTo>
                        <a:pt x="141" y="508"/>
                      </a:lnTo>
                      <a:lnTo>
                        <a:pt x="141" y="510"/>
                      </a:lnTo>
                      <a:lnTo>
                        <a:pt x="139" y="510"/>
                      </a:lnTo>
                      <a:lnTo>
                        <a:pt x="139" y="512"/>
                      </a:lnTo>
                      <a:lnTo>
                        <a:pt x="141" y="512"/>
                      </a:lnTo>
                      <a:lnTo>
                        <a:pt x="141" y="513"/>
                      </a:lnTo>
                      <a:lnTo>
                        <a:pt x="139" y="513"/>
                      </a:lnTo>
                      <a:lnTo>
                        <a:pt x="137" y="513"/>
                      </a:lnTo>
                      <a:lnTo>
                        <a:pt x="137" y="515"/>
                      </a:lnTo>
                      <a:lnTo>
                        <a:pt x="135" y="515"/>
                      </a:lnTo>
                      <a:lnTo>
                        <a:pt x="137" y="515"/>
                      </a:lnTo>
                      <a:lnTo>
                        <a:pt x="137" y="513"/>
                      </a:lnTo>
                      <a:lnTo>
                        <a:pt x="135" y="513"/>
                      </a:lnTo>
                      <a:lnTo>
                        <a:pt x="135" y="515"/>
                      </a:lnTo>
                      <a:lnTo>
                        <a:pt x="133" y="515"/>
                      </a:lnTo>
                      <a:lnTo>
                        <a:pt x="132" y="515"/>
                      </a:lnTo>
                      <a:lnTo>
                        <a:pt x="132" y="517"/>
                      </a:lnTo>
                      <a:lnTo>
                        <a:pt x="130" y="517"/>
                      </a:lnTo>
                      <a:lnTo>
                        <a:pt x="130" y="519"/>
                      </a:lnTo>
                      <a:lnTo>
                        <a:pt x="128" y="519"/>
                      </a:lnTo>
                      <a:lnTo>
                        <a:pt x="126" y="519"/>
                      </a:lnTo>
                      <a:lnTo>
                        <a:pt x="124" y="519"/>
                      </a:lnTo>
                      <a:lnTo>
                        <a:pt x="124" y="521"/>
                      </a:lnTo>
                      <a:lnTo>
                        <a:pt x="122" y="521"/>
                      </a:lnTo>
                      <a:lnTo>
                        <a:pt x="121" y="521"/>
                      </a:lnTo>
                      <a:lnTo>
                        <a:pt x="121" y="523"/>
                      </a:lnTo>
                      <a:lnTo>
                        <a:pt x="119" y="523"/>
                      </a:lnTo>
                      <a:lnTo>
                        <a:pt x="121" y="521"/>
                      </a:lnTo>
                      <a:lnTo>
                        <a:pt x="122" y="521"/>
                      </a:lnTo>
                      <a:lnTo>
                        <a:pt x="121" y="521"/>
                      </a:lnTo>
                      <a:lnTo>
                        <a:pt x="119" y="523"/>
                      </a:lnTo>
                      <a:lnTo>
                        <a:pt x="117" y="523"/>
                      </a:lnTo>
                      <a:lnTo>
                        <a:pt x="119" y="523"/>
                      </a:lnTo>
                      <a:lnTo>
                        <a:pt x="117" y="523"/>
                      </a:lnTo>
                      <a:lnTo>
                        <a:pt x="117" y="524"/>
                      </a:lnTo>
                      <a:lnTo>
                        <a:pt x="115" y="524"/>
                      </a:lnTo>
                      <a:lnTo>
                        <a:pt x="113" y="524"/>
                      </a:lnTo>
                      <a:lnTo>
                        <a:pt x="113" y="526"/>
                      </a:lnTo>
                      <a:lnTo>
                        <a:pt x="113" y="524"/>
                      </a:lnTo>
                      <a:lnTo>
                        <a:pt x="113" y="526"/>
                      </a:lnTo>
                      <a:lnTo>
                        <a:pt x="112" y="526"/>
                      </a:lnTo>
                      <a:lnTo>
                        <a:pt x="110" y="526"/>
                      </a:lnTo>
                      <a:lnTo>
                        <a:pt x="108" y="526"/>
                      </a:lnTo>
                      <a:lnTo>
                        <a:pt x="108" y="528"/>
                      </a:lnTo>
                      <a:lnTo>
                        <a:pt x="106" y="528"/>
                      </a:lnTo>
                      <a:lnTo>
                        <a:pt x="104" y="528"/>
                      </a:lnTo>
                      <a:lnTo>
                        <a:pt x="102" y="528"/>
                      </a:lnTo>
                      <a:lnTo>
                        <a:pt x="102" y="530"/>
                      </a:lnTo>
                      <a:lnTo>
                        <a:pt x="101" y="530"/>
                      </a:lnTo>
                      <a:lnTo>
                        <a:pt x="99" y="530"/>
                      </a:lnTo>
                      <a:lnTo>
                        <a:pt x="101" y="530"/>
                      </a:lnTo>
                      <a:lnTo>
                        <a:pt x="99" y="530"/>
                      </a:lnTo>
                      <a:lnTo>
                        <a:pt x="97" y="530"/>
                      </a:lnTo>
                      <a:lnTo>
                        <a:pt x="95" y="530"/>
                      </a:lnTo>
                      <a:lnTo>
                        <a:pt x="97" y="530"/>
                      </a:lnTo>
                      <a:lnTo>
                        <a:pt x="95" y="530"/>
                      </a:lnTo>
                      <a:lnTo>
                        <a:pt x="95" y="528"/>
                      </a:lnTo>
                      <a:lnTo>
                        <a:pt x="95" y="530"/>
                      </a:lnTo>
                      <a:lnTo>
                        <a:pt x="95" y="532"/>
                      </a:lnTo>
                      <a:lnTo>
                        <a:pt x="93" y="532"/>
                      </a:lnTo>
                      <a:lnTo>
                        <a:pt x="93" y="530"/>
                      </a:lnTo>
                      <a:lnTo>
                        <a:pt x="95" y="530"/>
                      </a:lnTo>
                      <a:lnTo>
                        <a:pt x="93" y="530"/>
                      </a:lnTo>
                      <a:lnTo>
                        <a:pt x="91" y="530"/>
                      </a:lnTo>
                      <a:lnTo>
                        <a:pt x="90" y="530"/>
                      </a:lnTo>
                      <a:lnTo>
                        <a:pt x="90" y="528"/>
                      </a:lnTo>
                      <a:lnTo>
                        <a:pt x="88" y="528"/>
                      </a:lnTo>
                      <a:lnTo>
                        <a:pt x="86" y="528"/>
                      </a:lnTo>
                      <a:lnTo>
                        <a:pt x="84" y="528"/>
                      </a:lnTo>
                      <a:lnTo>
                        <a:pt x="84" y="526"/>
                      </a:lnTo>
                      <a:lnTo>
                        <a:pt x="82" y="526"/>
                      </a:lnTo>
                      <a:lnTo>
                        <a:pt x="80" y="526"/>
                      </a:lnTo>
                      <a:lnTo>
                        <a:pt x="80" y="524"/>
                      </a:lnTo>
                      <a:lnTo>
                        <a:pt x="79" y="524"/>
                      </a:lnTo>
                      <a:lnTo>
                        <a:pt x="80" y="524"/>
                      </a:lnTo>
                      <a:lnTo>
                        <a:pt x="79" y="524"/>
                      </a:lnTo>
                      <a:lnTo>
                        <a:pt x="79" y="523"/>
                      </a:lnTo>
                      <a:lnTo>
                        <a:pt x="79" y="524"/>
                      </a:lnTo>
                      <a:lnTo>
                        <a:pt x="77" y="524"/>
                      </a:lnTo>
                      <a:lnTo>
                        <a:pt x="77" y="523"/>
                      </a:lnTo>
                      <a:lnTo>
                        <a:pt x="75" y="523"/>
                      </a:lnTo>
                      <a:lnTo>
                        <a:pt x="75" y="521"/>
                      </a:lnTo>
                      <a:lnTo>
                        <a:pt x="73" y="521"/>
                      </a:lnTo>
                      <a:lnTo>
                        <a:pt x="73" y="519"/>
                      </a:lnTo>
                      <a:lnTo>
                        <a:pt x="71" y="519"/>
                      </a:lnTo>
                      <a:lnTo>
                        <a:pt x="70" y="519"/>
                      </a:lnTo>
                      <a:lnTo>
                        <a:pt x="71" y="519"/>
                      </a:lnTo>
                      <a:lnTo>
                        <a:pt x="70" y="519"/>
                      </a:lnTo>
                      <a:lnTo>
                        <a:pt x="70" y="517"/>
                      </a:lnTo>
                      <a:lnTo>
                        <a:pt x="68" y="517"/>
                      </a:lnTo>
                      <a:lnTo>
                        <a:pt x="68" y="515"/>
                      </a:lnTo>
                      <a:lnTo>
                        <a:pt x="68" y="517"/>
                      </a:lnTo>
                      <a:lnTo>
                        <a:pt x="68" y="515"/>
                      </a:lnTo>
                      <a:lnTo>
                        <a:pt x="66" y="515"/>
                      </a:lnTo>
                      <a:lnTo>
                        <a:pt x="66" y="513"/>
                      </a:lnTo>
                      <a:lnTo>
                        <a:pt x="64" y="513"/>
                      </a:lnTo>
                      <a:lnTo>
                        <a:pt x="64" y="512"/>
                      </a:lnTo>
                      <a:lnTo>
                        <a:pt x="62" y="510"/>
                      </a:lnTo>
                      <a:lnTo>
                        <a:pt x="60" y="508"/>
                      </a:lnTo>
                      <a:lnTo>
                        <a:pt x="57" y="504"/>
                      </a:lnTo>
                      <a:lnTo>
                        <a:pt x="57" y="502"/>
                      </a:lnTo>
                      <a:lnTo>
                        <a:pt x="57" y="504"/>
                      </a:lnTo>
                      <a:lnTo>
                        <a:pt x="57" y="502"/>
                      </a:lnTo>
                      <a:lnTo>
                        <a:pt x="57" y="504"/>
                      </a:lnTo>
                      <a:lnTo>
                        <a:pt x="57" y="502"/>
                      </a:lnTo>
                      <a:lnTo>
                        <a:pt x="55" y="502"/>
                      </a:lnTo>
                      <a:lnTo>
                        <a:pt x="55" y="501"/>
                      </a:lnTo>
                      <a:lnTo>
                        <a:pt x="55" y="499"/>
                      </a:lnTo>
                      <a:lnTo>
                        <a:pt x="57" y="499"/>
                      </a:lnTo>
                      <a:lnTo>
                        <a:pt x="55" y="499"/>
                      </a:lnTo>
                      <a:lnTo>
                        <a:pt x="55" y="497"/>
                      </a:lnTo>
                      <a:lnTo>
                        <a:pt x="53" y="497"/>
                      </a:lnTo>
                      <a:lnTo>
                        <a:pt x="53" y="499"/>
                      </a:lnTo>
                      <a:lnTo>
                        <a:pt x="55" y="499"/>
                      </a:lnTo>
                      <a:lnTo>
                        <a:pt x="53" y="499"/>
                      </a:lnTo>
                      <a:lnTo>
                        <a:pt x="53" y="497"/>
                      </a:lnTo>
                      <a:lnTo>
                        <a:pt x="51" y="497"/>
                      </a:lnTo>
                      <a:lnTo>
                        <a:pt x="53" y="497"/>
                      </a:lnTo>
                      <a:lnTo>
                        <a:pt x="53" y="499"/>
                      </a:lnTo>
                      <a:lnTo>
                        <a:pt x="55" y="499"/>
                      </a:lnTo>
                      <a:lnTo>
                        <a:pt x="55" y="501"/>
                      </a:lnTo>
                      <a:lnTo>
                        <a:pt x="53" y="501"/>
                      </a:lnTo>
                      <a:lnTo>
                        <a:pt x="53" y="499"/>
                      </a:lnTo>
                      <a:lnTo>
                        <a:pt x="51" y="499"/>
                      </a:lnTo>
                      <a:lnTo>
                        <a:pt x="51" y="497"/>
                      </a:lnTo>
                      <a:lnTo>
                        <a:pt x="49" y="497"/>
                      </a:lnTo>
                      <a:lnTo>
                        <a:pt x="48" y="495"/>
                      </a:lnTo>
                      <a:lnTo>
                        <a:pt x="46" y="493"/>
                      </a:lnTo>
                      <a:lnTo>
                        <a:pt x="44" y="493"/>
                      </a:lnTo>
                      <a:lnTo>
                        <a:pt x="44" y="491"/>
                      </a:lnTo>
                      <a:lnTo>
                        <a:pt x="42" y="490"/>
                      </a:lnTo>
                      <a:lnTo>
                        <a:pt x="40" y="490"/>
                      </a:lnTo>
                      <a:lnTo>
                        <a:pt x="39" y="488"/>
                      </a:lnTo>
                      <a:lnTo>
                        <a:pt x="39" y="486"/>
                      </a:lnTo>
                      <a:lnTo>
                        <a:pt x="37" y="486"/>
                      </a:lnTo>
                      <a:lnTo>
                        <a:pt x="37" y="484"/>
                      </a:lnTo>
                      <a:lnTo>
                        <a:pt x="35" y="484"/>
                      </a:lnTo>
                      <a:lnTo>
                        <a:pt x="35" y="482"/>
                      </a:lnTo>
                      <a:lnTo>
                        <a:pt x="33" y="482"/>
                      </a:lnTo>
                      <a:lnTo>
                        <a:pt x="31" y="481"/>
                      </a:lnTo>
                      <a:lnTo>
                        <a:pt x="31" y="479"/>
                      </a:lnTo>
                      <a:lnTo>
                        <a:pt x="29" y="479"/>
                      </a:lnTo>
                      <a:lnTo>
                        <a:pt x="29" y="477"/>
                      </a:lnTo>
                      <a:lnTo>
                        <a:pt x="28" y="477"/>
                      </a:lnTo>
                      <a:lnTo>
                        <a:pt x="28" y="475"/>
                      </a:lnTo>
                      <a:lnTo>
                        <a:pt x="28" y="473"/>
                      </a:lnTo>
                      <a:lnTo>
                        <a:pt x="26" y="473"/>
                      </a:lnTo>
                      <a:lnTo>
                        <a:pt x="28" y="473"/>
                      </a:lnTo>
                      <a:lnTo>
                        <a:pt x="28" y="471"/>
                      </a:lnTo>
                      <a:lnTo>
                        <a:pt x="28" y="470"/>
                      </a:lnTo>
                      <a:lnTo>
                        <a:pt x="29" y="470"/>
                      </a:lnTo>
                      <a:lnTo>
                        <a:pt x="29" y="468"/>
                      </a:lnTo>
                      <a:lnTo>
                        <a:pt x="31" y="468"/>
                      </a:lnTo>
                      <a:lnTo>
                        <a:pt x="31" y="470"/>
                      </a:lnTo>
                      <a:lnTo>
                        <a:pt x="33" y="470"/>
                      </a:lnTo>
                      <a:lnTo>
                        <a:pt x="35" y="470"/>
                      </a:lnTo>
                      <a:lnTo>
                        <a:pt x="37" y="470"/>
                      </a:lnTo>
                      <a:lnTo>
                        <a:pt x="35" y="470"/>
                      </a:lnTo>
                      <a:lnTo>
                        <a:pt x="37" y="470"/>
                      </a:lnTo>
                      <a:lnTo>
                        <a:pt x="35" y="470"/>
                      </a:lnTo>
                      <a:lnTo>
                        <a:pt x="35" y="471"/>
                      </a:lnTo>
                      <a:lnTo>
                        <a:pt x="35" y="473"/>
                      </a:lnTo>
                      <a:lnTo>
                        <a:pt x="37" y="475"/>
                      </a:lnTo>
                      <a:lnTo>
                        <a:pt x="39" y="475"/>
                      </a:lnTo>
                      <a:lnTo>
                        <a:pt x="39" y="473"/>
                      </a:lnTo>
                      <a:lnTo>
                        <a:pt x="40" y="473"/>
                      </a:lnTo>
                      <a:lnTo>
                        <a:pt x="40" y="471"/>
                      </a:lnTo>
                      <a:lnTo>
                        <a:pt x="40" y="473"/>
                      </a:lnTo>
                      <a:lnTo>
                        <a:pt x="42" y="473"/>
                      </a:lnTo>
                      <a:lnTo>
                        <a:pt x="44" y="473"/>
                      </a:lnTo>
                      <a:lnTo>
                        <a:pt x="44" y="471"/>
                      </a:lnTo>
                      <a:lnTo>
                        <a:pt x="46" y="471"/>
                      </a:lnTo>
                      <a:lnTo>
                        <a:pt x="48" y="471"/>
                      </a:lnTo>
                      <a:lnTo>
                        <a:pt x="48" y="470"/>
                      </a:lnTo>
                      <a:lnTo>
                        <a:pt x="46" y="468"/>
                      </a:lnTo>
                      <a:lnTo>
                        <a:pt x="48" y="468"/>
                      </a:lnTo>
                      <a:lnTo>
                        <a:pt x="48" y="470"/>
                      </a:lnTo>
                      <a:lnTo>
                        <a:pt x="49" y="470"/>
                      </a:lnTo>
                      <a:lnTo>
                        <a:pt x="48" y="470"/>
                      </a:lnTo>
                      <a:lnTo>
                        <a:pt x="49" y="470"/>
                      </a:lnTo>
                      <a:lnTo>
                        <a:pt x="49" y="471"/>
                      </a:lnTo>
                      <a:lnTo>
                        <a:pt x="48" y="471"/>
                      </a:lnTo>
                      <a:lnTo>
                        <a:pt x="49" y="471"/>
                      </a:lnTo>
                      <a:lnTo>
                        <a:pt x="49" y="473"/>
                      </a:lnTo>
                      <a:lnTo>
                        <a:pt x="49" y="471"/>
                      </a:lnTo>
                      <a:lnTo>
                        <a:pt x="51" y="471"/>
                      </a:lnTo>
                      <a:lnTo>
                        <a:pt x="51" y="473"/>
                      </a:lnTo>
                      <a:lnTo>
                        <a:pt x="51" y="471"/>
                      </a:lnTo>
                      <a:lnTo>
                        <a:pt x="53" y="471"/>
                      </a:lnTo>
                      <a:lnTo>
                        <a:pt x="53" y="470"/>
                      </a:lnTo>
                      <a:lnTo>
                        <a:pt x="53" y="468"/>
                      </a:lnTo>
                      <a:lnTo>
                        <a:pt x="55" y="468"/>
                      </a:lnTo>
                      <a:lnTo>
                        <a:pt x="55" y="470"/>
                      </a:lnTo>
                      <a:lnTo>
                        <a:pt x="57" y="470"/>
                      </a:lnTo>
                      <a:lnTo>
                        <a:pt x="57" y="468"/>
                      </a:lnTo>
                      <a:lnTo>
                        <a:pt x="57" y="470"/>
                      </a:lnTo>
                      <a:lnTo>
                        <a:pt x="59" y="470"/>
                      </a:lnTo>
                      <a:lnTo>
                        <a:pt x="59" y="468"/>
                      </a:lnTo>
                      <a:lnTo>
                        <a:pt x="57" y="468"/>
                      </a:lnTo>
                      <a:lnTo>
                        <a:pt x="59" y="468"/>
                      </a:lnTo>
                      <a:lnTo>
                        <a:pt x="59" y="466"/>
                      </a:lnTo>
                      <a:lnTo>
                        <a:pt x="59" y="468"/>
                      </a:lnTo>
                      <a:lnTo>
                        <a:pt x="60" y="468"/>
                      </a:lnTo>
                      <a:lnTo>
                        <a:pt x="62" y="468"/>
                      </a:lnTo>
                      <a:lnTo>
                        <a:pt x="62" y="466"/>
                      </a:lnTo>
                      <a:lnTo>
                        <a:pt x="64" y="464"/>
                      </a:lnTo>
                      <a:lnTo>
                        <a:pt x="66" y="464"/>
                      </a:lnTo>
                      <a:lnTo>
                        <a:pt x="68" y="464"/>
                      </a:lnTo>
                      <a:lnTo>
                        <a:pt x="70" y="464"/>
                      </a:lnTo>
                      <a:lnTo>
                        <a:pt x="71" y="464"/>
                      </a:lnTo>
                      <a:lnTo>
                        <a:pt x="71" y="462"/>
                      </a:lnTo>
                      <a:lnTo>
                        <a:pt x="73" y="462"/>
                      </a:lnTo>
                      <a:lnTo>
                        <a:pt x="71" y="462"/>
                      </a:lnTo>
                      <a:lnTo>
                        <a:pt x="73" y="460"/>
                      </a:lnTo>
                      <a:lnTo>
                        <a:pt x="73" y="459"/>
                      </a:lnTo>
                      <a:lnTo>
                        <a:pt x="75" y="459"/>
                      </a:lnTo>
                      <a:lnTo>
                        <a:pt x="75" y="457"/>
                      </a:lnTo>
                      <a:lnTo>
                        <a:pt x="75" y="455"/>
                      </a:lnTo>
                      <a:lnTo>
                        <a:pt x="77" y="455"/>
                      </a:lnTo>
                      <a:lnTo>
                        <a:pt x="75" y="455"/>
                      </a:lnTo>
                      <a:lnTo>
                        <a:pt x="77" y="455"/>
                      </a:lnTo>
                      <a:lnTo>
                        <a:pt x="77" y="453"/>
                      </a:lnTo>
                      <a:lnTo>
                        <a:pt x="79" y="451"/>
                      </a:lnTo>
                      <a:lnTo>
                        <a:pt x="80" y="451"/>
                      </a:lnTo>
                      <a:lnTo>
                        <a:pt x="80" y="453"/>
                      </a:lnTo>
                      <a:lnTo>
                        <a:pt x="80" y="451"/>
                      </a:lnTo>
                      <a:lnTo>
                        <a:pt x="79" y="451"/>
                      </a:lnTo>
                      <a:lnTo>
                        <a:pt x="80" y="451"/>
                      </a:lnTo>
                      <a:lnTo>
                        <a:pt x="80" y="453"/>
                      </a:lnTo>
                      <a:lnTo>
                        <a:pt x="82" y="453"/>
                      </a:lnTo>
                      <a:lnTo>
                        <a:pt x="80" y="453"/>
                      </a:lnTo>
                      <a:lnTo>
                        <a:pt x="82" y="453"/>
                      </a:lnTo>
                      <a:lnTo>
                        <a:pt x="82" y="451"/>
                      </a:lnTo>
                      <a:lnTo>
                        <a:pt x="82" y="449"/>
                      </a:lnTo>
                      <a:lnTo>
                        <a:pt x="80" y="449"/>
                      </a:lnTo>
                      <a:lnTo>
                        <a:pt x="82" y="449"/>
                      </a:lnTo>
                      <a:lnTo>
                        <a:pt x="80" y="449"/>
                      </a:lnTo>
                      <a:lnTo>
                        <a:pt x="82" y="449"/>
                      </a:lnTo>
                      <a:lnTo>
                        <a:pt x="82" y="448"/>
                      </a:lnTo>
                      <a:lnTo>
                        <a:pt x="84" y="448"/>
                      </a:lnTo>
                      <a:lnTo>
                        <a:pt x="82" y="448"/>
                      </a:lnTo>
                      <a:lnTo>
                        <a:pt x="80" y="449"/>
                      </a:lnTo>
                      <a:lnTo>
                        <a:pt x="80" y="448"/>
                      </a:lnTo>
                      <a:lnTo>
                        <a:pt x="82" y="448"/>
                      </a:lnTo>
                      <a:lnTo>
                        <a:pt x="82" y="446"/>
                      </a:lnTo>
                      <a:lnTo>
                        <a:pt x="82" y="444"/>
                      </a:lnTo>
                      <a:lnTo>
                        <a:pt x="84" y="444"/>
                      </a:lnTo>
                      <a:lnTo>
                        <a:pt x="84" y="442"/>
                      </a:lnTo>
                      <a:lnTo>
                        <a:pt x="86" y="442"/>
                      </a:lnTo>
                      <a:lnTo>
                        <a:pt x="88" y="442"/>
                      </a:lnTo>
                      <a:lnTo>
                        <a:pt x="86" y="442"/>
                      </a:lnTo>
                      <a:lnTo>
                        <a:pt x="84" y="442"/>
                      </a:lnTo>
                      <a:lnTo>
                        <a:pt x="82" y="442"/>
                      </a:lnTo>
                      <a:lnTo>
                        <a:pt x="80" y="442"/>
                      </a:lnTo>
                      <a:lnTo>
                        <a:pt x="79" y="442"/>
                      </a:lnTo>
                      <a:lnTo>
                        <a:pt x="77" y="442"/>
                      </a:lnTo>
                      <a:lnTo>
                        <a:pt x="77" y="444"/>
                      </a:lnTo>
                      <a:lnTo>
                        <a:pt x="75" y="444"/>
                      </a:lnTo>
                      <a:lnTo>
                        <a:pt x="73" y="444"/>
                      </a:lnTo>
                      <a:lnTo>
                        <a:pt x="73" y="446"/>
                      </a:lnTo>
                      <a:lnTo>
                        <a:pt x="73" y="444"/>
                      </a:lnTo>
                      <a:lnTo>
                        <a:pt x="71" y="446"/>
                      </a:lnTo>
                      <a:lnTo>
                        <a:pt x="73" y="446"/>
                      </a:lnTo>
                      <a:lnTo>
                        <a:pt x="73" y="448"/>
                      </a:lnTo>
                      <a:lnTo>
                        <a:pt x="73" y="449"/>
                      </a:lnTo>
                      <a:lnTo>
                        <a:pt x="71" y="449"/>
                      </a:lnTo>
                      <a:lnTo>
                        <a:pt x="71" y="448"/>
                      </a:lnTo>
                      <a:lnTo>
                        <a:pt x="71" y="449"/>
                      </a:lnTo>
                      <a:lnTo>
                        <a:pt x="71" y="448"/>
                      </a:lnTo>
                      <a:lnTo>
                        <a:pt x="71" y="449"/>
                      </a:lnTo>
                      <a:lnTo>
                        <a:pt x="73" y="449"/>
                      </a:lnTo>
                      <a:lnTo>
                        <a:pt x="71" y="449"/>
                      </a:lnTo>
                      <a:lnTo>
                        <a:pt x="70" y="449"/>
                      </a:lnTo>
                      <a:lnTo>
                        <a:pt x="70" y="448"/>
                      </a:lnTo>
                      <a:lnTo>
                        <a:pt x="70" y="449"/>
                      </a:lnTo>
                      <a:lnTo>
                        <a:pt x="68" y="449"/>
                      </a:lnTo>
                      <a:lnTo>
                        <a:pt x="70" y="449"/>
                      </a:lnTo>
                      <a:lnTo>
                        <a:pt x="68" y="449"/>
                      </a:lnTo>
                      <a:lnTo>
                        <a:pt x="68" y="451"/>
                      </a:lnTo>
                      <a:lnTo>
                        <a:pt x="68" y="449"/>
                      </a:lnTo>
                      <a:lnTo>
                        <a:pt x="68" y="451"/>
                      </a:lnTo>
                      <a:lnTo>
                        <a:pt x="68" y="449"/>
                      </a:lnTo>
                      <a:lnTo>
                        <a:pt x="70" y="449"/>
                      </a:lnTo>
                      <a:lnTo>
                        <a:pt x="70" y="451"/>
                      </a:lnTo>
                      <a:lnTo>
                        <a:pt x="68" y="451"/>
                      </a:lnTo>
                      <a:lnTo>
                        <a:pt x="66" y="451"/>
                      </a:lnTo>
                      <a:lnTo>
                        <a:pt x="64" y="451"/>
                      </a:lnTo>
                      <a:lnTo>
                        <a:pt x="62" y="451"/>
                      </a:lnTo>
                      <a:lnTo>
                        <a:pt x="62" y="453"/>
                      </a:lnTo>
                      <a:lnTo>
                        <a:pt x="60" y="453"/>
                      </a:lnTo>
                      <a:lnTo>
                        <a:pt x="59" y="453"/>
                      </a:lnTo>
                      <a:lnTo>
                        <a:pt x="57" y="453"/>
                      </a:lnTo>
                      <a:lnTo>
                        <a:pt x="57" y="455"/>
                      </a:lnTo>
                      <a:lnTo>
                        <a:pt x="55" y="455"/>
                      </a:lnTo>
                      <a:lnTo>
                        <a:pt x="55" y="457"/>
                      </a:lnTo>
                      <a:lnTo>
                        <a:pt x="55" y="459"/>
                      </a:lnTo>
                      <a:lnTo>
                        <a:pt x="53" y="459"/>
                      </a:lnTo>
                      <a:lnTo>
                        <a:pt x="55" y="459"/>
                      </a:lnTo>
                      <a:lnTo>
                        <a:pt x="55" y="457"/>
                      </a:lnTo>
                      <a:lnTo>
                        <a:pt x="53" y="457"/>
                      </a:lnTo>
                      <a:lnTo>
                        <a:pt x="51" y="457"/>
                      </a:lnTo>
                      <a:lnTo>
                        <a:pt x="51" y="455"/>
                      </a:lnTo>
                      <a:lnTo>
                        <a:pt x="51" y="457"/>
                      </a:lnTo>
                      <a:lnTo>
                        <a:pt x="49" y="457"/>
                      </a:lnTo>
                      <a:lnTo>
                        <a:pt x="49" y="455"/>
                      </a:lnTo>
                      <a:lnTo>
                        <a:pt x="48" y="457"/>
                      </a:lnTo>
                      <a:lnTo>
                        <a:pt x="48" y="455"/>
                      </a:lnTo>
                      <a:lnTo>
                        <a:pt x="48" y="457"/>
                      </a:lnTo>
                      <a:lnTo>
                        <a:pt x="46" y="457"/>
                      </a:lnTo>
                      <a:lnTo>
                        <a:pt x="44" y="457"/>
                      </a:lnTo>
                      <a:lnTo>
                        <a:pt x="44" y="455"/>
                      </a:lnTo>
                      <a:lnTo>
                        <a:pt x="42" y="455"/>
                      </a:lnTo>
                      <a:lnTo>
                        <a:pt x="40" y="455"/>
                      </a:lnTo>
                      <a:lnTo>
                        <a:pt x="39" y="455"/>
                      </a:lnTo>
                      <a:lnTo>
                        <a:pt x="37" y="455"/>
                      </a:lnTo>
                      <a:lnTo>
                        <a:pt x="37" y="453"/>
                      </a:lnTo>
                      <a:lnTo>
                        <a:pt x="37" y="455"/>
                      </a:lnTo>
                      <a:lnTo>
                        <a:pt x="37" y="453"/>
                      </a:lnTo>
                      <a:lnTo>
                        <a:pt x="35" y="453"/>
                      </a:lnTo>
                      <a:lnTo>
                        <a:pt x="33" y="453"/>
                      </a:lnTo>
                      <a:lnTo>
                        <a:pt x="33" y="451"/>
                      </a:lnTo>
                      <a:lnTo>
                        <a:pt x="31" y="451"/>
                      </a:lnTo>
                      <a:lnTo>
                        <a:pt x="29" y="451"/>
                      </a:lnTo>
                      <a:lnTo>
                        <a:pt x="28" y="449"/>
                      </a:lnTo>
                      <a:lnTo>
                        <a:pt x="26" y="449"/>
                      </a:lnTo>
                      <a:lnTo>
                        <a:pt x="26" y="448"/>
                      </a:lnTo>
                      <a:lnTo>
                        <a:pt x="24" y="448"/>
                      </a:lnTo>
                      <a:lnTo>
                        <a:pt x="22" y="446"/>
                      </a:lnTo>
                      <a:lnTo>
                        <a:pt x="20" y="446"/>
                      </a:lnTo>
                      <a:lnTo>
                        <a:pt x="20" y="444"/>
                      </a:lnTo>
                      <a:lnTo>
                        <a:pt x="18" y="444"/>
                      </a:lnTo>
                      <a:lnTo>
                        <a:pt x="17" y="444"/>
                      </a:lnTo>
                      <a:lnTo>
                        <a:pt x="17" y="442"/>
                      </a:lnTo>
                      <a:lnTo>
                        <a:pt x="15" y="442"/>
                      </a:lnTo>
                      <a:lnTo>
                        <a:pt x="17" y="442"/>
                      </a:lnTo>
                      <a:lnTo>
                        <a:pt x="17" y="444"/>
                      </a:lnTo>
                      <a:lnTo>
                        <a:pt x="17" y="442"/>
                      </a:lnTo>
                      <a:lnTo>
                        <a:pt x="15" y="442"/>
                      </a:lnTo>
                      <a:lnTo>
                        <a:pt x="15" y="440"/>
                      </a:lnTo>
                      <a:lnTo>
                        <a:pt x="17" y="440"/>
                      </a:lnTo>
                      <a:lnTo>
                        <a:pt x="15" y="440"/>
                      </a:lnTo>
                      <a:lnTo>
                        <a:pt x="17" y="440"/>
                      </a:lnTo>
                      <a:lnTo>
                        <a:pt x="15" y="440"/>
                      </a:lnTo>
                      <a:lnTo>
                        <a:pt x="17" y="440"/>
                      </a:lnTo>
                      <a:lnTo>
                        <a:pt x="17" y="438"/>
                      </a:lnTo>
                      <a:lnTo>
                        <a:pt x="15" y="438"/>
                      </a:lnTo>
                      <a:lnTo>
                        <a:pt x="17" y="438"/>
                      </a:lnTo>
                      <a:lnTo>
                        <a:pt x="17" y="437"/>
                      </a:lnTo>
                      <a:lnTo>
                        <a:pt x="17" y="438"/>
                      </a:lnTo>
                      <a:lnTo>
                        <a:pt x="17" y="437"/>
                      </a:lnTo>
                      <a:lnTo>
                        <a:pt x="18" y="437"/>
                      </a:lnTo>
                      <a:lnTo>
                        <a:pt x="18" y="438"/>
                      </a:lnTo>
                      <a:lnTo>
                        <a:pt x="18" y="437"/>
                      </a:lnTo>
                      <a:lnTo>
                        <a:pt x="20" y="437"/>
                      </a:lnTo>
                      <a:lnTo>
                        <a:pt x="18" y="437"/>
                      </a:lnTo>
                      <a:lnTo>
                        <a:pt x="18" y="438"/>
                      </a:lnTo>
                      <a:lnTo>
                        <a:pt x="18" y="437"/>
                      </a:lnTo>
                      <a:lnTo>
                        <a:pt x="17" y="437"/>
                      </a:lnTo>
                      <a:lnTo>
                        <a:pt x="15" y="437"/>
                      </a:lnTo>
                      <a:lnTo>
                        <a:pt x="17" y="437"/>
                      </a:lnTo>
                      <a:lnTo>
                        <a:pt x="17" y="435"/>
                      </a:lnTo>
                      <a:lnTo>
                        <a:pt x="15" y="435"/>
                      </a:lnTo>
                      <a:lnTo>
                        <a:pt x="15" y="437"/>
                      </a:lnTo>
                      <a:lnTo>
                        <a:pt x="15" y="435"/>
                      </a:lnTo>
                      <a:lnTo>
                        <a:pt x="13" y="435"/>
                      </a:lnTo>
                      <a:lnTo>
                        <a:pt x="13" y="433"/>
                      </a:lnTo>
                      <a:lnTo>
                        <a:pt x="11" y="433"/>
                      </a:lnTo>
                      <a:lnTo>
                        <a:pt x="13" y="433"/>
                      </a:lnTo>
                      <a:lnTo>
                        <a:pt x="11" y="433"/>
                      </a:lnTo>
                      <a:lnTo>
                        <a:pt x="11" y="431"/>
                      </a:lnTo>
                      <a:lnTo>
                        <a:pt x="11" y="433"/>
                      </a:lnTo>
                      <a:lnTo>
                        <a:pt x="11" y="431"/>
                      </a:lnTo>
                      <a:lnTo>
                        <a:pt x="11" y="429"/>
                      </a:lnTo>
                      <a:lnTo>
                        <a:pt x="11" y="431"/>
                      </a:lnTo>
                      <a:lnTo>
                        <a:pt x="11" y="429"/>
                      </a:lnTo>
                      <a:lnTo>
                        <a:pt x="11" y="431"/>
                      </a:lnTo>
                      <a:lnTo>
                        <a:pt x="11" y="429"/>
                      </a:lnTo>
                      <a:lnTo>
                        <a:pt x="11" y="428"/>
                      </a:lnTo>
                      <a:lnTo>
                        <a:pt x="11" y="426"/>
                      </a:lnTo>
                      <a:lnTo>
                        <a:pt x="11" y="424"/>
                      </a:lnTo>
                      <a:lnTo>
                        <a:pt x="11" y="426"/>
                      </a:lnTo>
                      <a:lnTo>
                        <a:pt x="11" y="424"/>
                      </a:lnTo>
                      <a:lnTo>
                        <a:pt x="13" y="424"/>
                      </a:lnTo>
                      <a:lnTo>
                        <a:pt x="11" y="424"/>
                      </a:lnTo>
                      <a:lnTo>
                        <a:pt x="11" y="426"/>
                      </a:lnTo>
                      <a:lnTo>
                        <a:pt x="11" y="424"/>
                      </a:lnTo>
                      <a:lnTo>
                        <a:pt x="13" y="424"/>
                      </a:lnTo>
                      <a:lnTo>
                        <a:pt x="13" y="422"/>
                      </a:lnTo>
                      <a:lnTo>
                        <a:pt x="15" y="422"/>
                      </a:lnTo>
                      <a:lnTo>
                        <a:pt x="17" y="422"/>
                      </a:lnTo>
                      <a:lnTo>
                        <a:pt x="15" y="420"/>
                      </a:lnTo>
                      <a:lnTo>
                        <a:pt x="17" y="420"/>
                      </a:lnTo>
                      <a:lnTo>
                        <a:pt x="17" y="418"/>
                      </a:lnTo>
                      <a:lnTo>
                        <a:pt x="17" y="420"/>
                      </a:lnTo>
                      <a:lnTo>
                        <a:pt x="17" y="418"/>
                      </a:lnTo>
                      <a:lnTo>
                        <a:pt x="18" y="418"/>
                      </a:lnTo>
                      <a:lnTo>
                        <a:pt x="20" y="418"/>
                      </a:lnTo>
                      <a:lnTo>
                        <a:pt x="18" y="418"/>
                      </a:lnTo>
                      <a:lnTo>
                        <a:pt x="20" y="418"/>
                      </a:lnTo>
                      <a:lnTo>
                        <a:pt x="18" y="418"/>
                      </a:lnTo>
                      <a:lnTo>
                        <a:pt x="20" y="418"/>
                      </a:lnTo>
                      <a:lnTo>
                        <a:pt x="20" y="417"/>
                      </a:lnTo>
                      <a:lnTo>
                        <a:pt x="18" y="417"/>
                      </a:lnTo>
                      <a:lnTo>
                        <a:pt x="18" y="418"/>
                      </a:lnTo>
                      <a:lnTo>
                        <a:pt x="18" y="417"/>
                      </a:lnTo>
                      <a:lnTo>
                        <a:pt x="17" y="417"/>
                      </a:lnTo>
                      <a:lnTo>
                        <a:pt x="17" y="418"/>
                      </a:lnTo>
                      <a:lnTo>
                        <a:pt x="15" y="418"/>
                      </a:lnTo>
                      <a:lnTo>
                        <a:pt x="13" y="418"/>
                      </a:lnTo>
                      <a:lnTo>
                        <a:pt x="13" y="420"/>
                      </a:lnTo>
                      <a:lnTo>
                        <a:pt x="13" y="422"/>
                      </a:lnTo>
                      <a:lnTo>
                        <a:pt x="11" y="422"/>
                      </a:lnTo>
                      <a:lnTo>
                        <a:pt x="11" y="420"/>
                      </a:lnTo>
                      <a:lnTo>
                        <a:pt x="13" y="420"/>
                      </a:lnTo>
                      <a:lnTo>
                        <a:pt x="13" y="418"/>
                      </a:lnTo>
                      <a:lnTo>
                        <a:pt x="13" y="420"/>
                      </a:lnTo>
                      <a:lnTo>
                        <a:pt x="11" y="420"/>
                      </a:lnTo>
                      <a:lnTo>
                        <a:pt x="11" y="418"/>
                      </a:lnTo>
                      <a:lnTo>
                        <a:pt x="13" y="418"/>
                      </a:lnTo>
                      <a:lnTo>
                        <a:pt x="13" y="417"/>
                      </a:lnTo>
                      <a:lnTo>
                        <a:pt x="15" y="417"/>
                      </a:lnTo>
                      <a:lnTo>
                        <a:pt x="17" y="417"/>
                      </a:lnTo>
                      <a:lnTo>
                        <a:pt x="17" y="415"/>
                      </a:lnTo>
                      <a:lnTo>
                        <a:pt x="17" y="417"/>
                      </a:lnTo>
                      <a:lnTo>
                        <a:pt x="15" y="417"/>
                      </a:lnTo>
                      <a:lnTo>
                        <a:pt x="15" y="415"/>
                      </a:lnTo>
                      <a:lnTo>
                        <a:pt x="15" y="413"/>
                      </a:lnTo>
                      <a:lnTo>
                        <a:pt x="20" y="413"/>
                      </a:lnTo>
                      <a:lnTo>
                        <a:pt x="20" y="411"/>
                      </a:lnTo>
                      <a:lnTo>
                        <a:pt x="22" y="411"/>
                      </a:lnTo>
                      <a:lnTo>
                        <a:pt x="24" y="411"/>
                      </a:lnTo>
                      <a:lnTo>
                        <a:pt x="26" y="411"/>
                      </a:lnTo>
                      <a:lnTo>
                        <a:pt x="26" y="409"/>
                      </a:lnTo>
                      <a:lnTo>
                        <a:pt x="26" y="411"/>
                      </a:lnTo>
                      <a:lnTo>
                        <a:pt x="24" y="411"/>
                      </a:lnTo>
                      <a:lnTo>
                        <a:pt x="22" y="411"/>
                      </a:lnTo>
                      <a:lnTo>
                        <a:pt x="22" y="409"/>
                      </a:lnTo>
                      <a:lnTo>
                        <a:pt x="22" y="411"/>
                      </a:lnTo>
                      <a:lnTo>
                        <a:pt x="20" y="411"/>
                      </a:lnTo>
                      <a:lnTo>
                        <a:pt x="20" y="406"/>
                      </a:lnTo>
                      <a:lnTo>
                        <a:pt x="20" y="404"/>
                      </a:lnTo>
                      <a:lnTo>
                        <a:pt x="20" y="402"/>
                      </a:lnTo>
                      <a:lnTo>
                        <a:pt x="22" y="402"/>
                      </a:lnTo>
                      <a:lnTo>
                        <a:pt x="24" y="402"/>
                      </a:lnTo>
                      <a:lnTo>
                        <a:pt x="24" y="404"/>
                      </a:lnTo>
                      <a:lnTo>
                        <a:pt x="24" y="406"/>
                      </a:lnTo>
                      <a:lnTo>
                        <a:pt x="24" y="404"/>
                      </a:lnTo>
                      <a:lnTo>
                        <a:pt x="26" y="404"/>
                      </a:lnTo>
                      <a:lnTo>
                        <a:pt x="26" y="402"/>
                      </a:lnTo>
                      <a:lnTo>
                        <a:pt x="28" y="402"/>
                      </a:lnTo>
                      <a:lnTo>
                        <a:pt x="28" y="404"/>
                      </a:lnTo>
                      <a:lnTo>
                        <a:pt x="29" y="404"/>
                      </a:lnTo>
                      <a:lnTo>
                        <a:pt x="29" y="402"/>
                      </a:lnTo>
                      <a:lnTo>
                        <a:pt x="31" y="402"/>
                      </a:lnTo>
                      <a:lnTo>
                        <a:pt x="31" y="400"/>
                      </a:lnTo>
                      <a:lnTo>
                        <a:pt x="31" y="402"/>
                      </a:lnTo>
                      <a:lnTo>
                        <a:pt x="33" y="402"/>
                      </a:lnTo>
                      <a:lnTo>
                        <a:pt x="35" y="402"/>
                      </a:lnTo>
                      <a:lnTo>
                        <a:pt x="37" y="402"/>
                      </a:lnTo>
                      <a:lnTo>
                        <a:pt x="39" y="402"/>
                      </a:lnTo>
                      <a:lnTo>
                        <a:pt x="40" y="402"/>
                      </a:lnTo>
                      <a:lnTo>
                        <a:pt x="42" y="402"/>
                      </a:lnTo>
                      <a:lnTo>
                        <a:pt x="44" y="402"/>
                      </a:lnTo>
                      <a:lnTo>
                        <a:pt x="46" y="402"/>
                      </a:lnTo>
                      <a:lnTo>
                        <a:pt x="48" y="402"/>
                      </a:lnTo>
                      <a:lnTo>
                        <a:pt x="49" y="402"/>
                      </a:lnTo>
                      <a:lnTo>
                        <a:pt x="51" y="402"/>
                      </a:lnTo>
                      <a:lnTo>
                        <a:pt x="53" y="402"/>
                      </a:lnTo>
                      <a:lnTo>
                        <a:pt x="55" y="402"/>
                      </a:lnTo>
                      <a:lnTo>
                        <a:pt x="57" y="402"/>
                      </a:lnTo>
                      <a:lnTo>
                        <a:pt x="59" y="402"/>
                      </a:lnTo>
                      <a:lnTo>
                        <a:pt x="60" y="402"/>
                      </a:lnTo>
                      <a:lnTo>
                        <a:pt x="62" y="402"/>
                      </a:lnTo>
                      <a:lnTo>
                        <a:pt x="64" y="402"/>
                      </a:lnTo>
                      <a:lnTo>
                        <a:pt x="66" y="402"/>
                      </a:lnTo>
                      <a:lnTo>
                        <a:pt x="68" y="402"/>
                      </a:lnTo>
                      <a:lnTo>
                        <a:pt x="70" y="402"/>
                      </a:lnTo>
                      <a:lnTo>
                        <a:pt x="71" y="402"/>
                      </a:lnTo>
                      <a:lnTo>
                        <a:pt x="73" y="400"/>
                      </a:lnTo>
                      <a:lnTo>
                        <a:pt x="75" y="400"/>
                      </a:lnTo>
                      <a:lnTo>
                        <a:pt x="77" y="400"/>
                      </a:lnTo>
                      <a:lnTo>
                        <a:pt x="79" y="400"/>
                      </a:lnTo>
                      <a:lnTo>
                        <a:pt x="79" y="398"/>
                      </a:lnTo>
                      <a:lnTo>
                        <a:pt x="80" y="398"/>
                      </a:lnTo>
                      <a:lnTo>
                        <a:pt x="82" y="398"/>
                      </a:lnTo>
                      <a:lnTo>
                        <a:pt x="84" y="398"/>
                      </a:lnTo>
                      <a:lnTo>
                        <a:pt x="86" y="396"/>
                      </a:lnTo>
                      <a:lnTo>
                        <a:pt x="84" y="396"/>
                      </a:lnTo>
                      <a:lnTo>
                        <a:pt x="86" y="396"/>
                      </a:lnTo>
                      <a:lnTo>
                        <a:pt x="88" y="396"/>
                      </a:lnTo>
                      <a:lnTo>
                        <a:pt x="88" y="395"/>
                      </a:lnTo>
                      <a:lnTo>
                        <a:pt x="88" y="396"/>
                      </a:lnTo>
                      <a:lnTo>
                        <a:pt x="88" y="395"/>
                      </a:lnTo>
                      <a:lnTo>
                        <a:pt x="90" y="395"/>
                      </a:lnTo>
                      <a:lnTo>
                        <a:pt x="90" y="396"/>
                      </a:lnTo>
                      <a:lnTo>
                        <a:pt x="88" y="396"/>
                      </a:lnTo>
                      <a:lnTo>
                        <a:pt x="86" y="396"/>
                      </a:lnTo>
                      <a:lnTo>
                        <a:pt x="86" y="398"/>
                      </a:lnTo>
                      <a:lnTo>
                        <a:pt x="86" y="400"/>
                      </a:lnTo>
                      <a:lnTo>
                        <a:pt x="84" y="400"/>
                      </a:lnTo>
                      <a:lnTo>
                        <a:pt x="86" y="400"/>
                      </a:lnTo>
                      <a:lnTo>
                        <a:pt x="86" y="402"/>
                      </a:lnTo>
                      <a:lnTo>
                        <a:pt x="86" y="404"/>
                      </a:lnTo>
                      <a:lnTo>
                        <a:pt x="84" y="404"/>
                      </a:lnTo>
                      <a:lnTo>
                        <a:pt x="86" y="404"/>
                      </a:lnTo>
                      <a:lnTo>
                        <a:pt x="88" y="404"/>
                      </a:lnTo>
                      <a:lnTo>
                        <a:pt x="88" y="406"/>
                      </a:lnTo>
                      <a:lnTo>
                        <a:pt x="90" y="404"/>
                      </a:lnTo>
                      <a:lnTo>
                        <a:pt x="90" y="406"/>
                      </a:lnTo>
                      <a:lnTo>
                        <a:pt x="90" y="404"/>
                      </a:lnTo>
                      <a:lnTo>
                        <a:pt x="90" y="406"/>
                      </a:lnTo>
                      <a:lnTo>
                        <a:pt x="91" y="406"/>
                      </a:lnTo>
                      <a:lnTo>
                        <a:pt x="91" y="404"/>
                      </a:lnTo>
                      <a:lnTo>
                        <a:pt x="93" y="404"/>
                      </a:lnTo>
                      <a:lnTo>
                        <a:pt x="95" y="404"/>
                      </a:lnTo>
                      <a:lnTo>
                        <a:pt x="97" y="404"/>
                      </a:lnTo>
                      <a:lnTo>
                        <a:pt x="97" y="402"/>
                      </a:lnTo>
                      <a:lnTo>
                        <a:pt x="95" y="402"/>
                      </a:lnTo>
                      <a:lnTo>
                        <a:pt x="95" y="400"/>
                      </a:lnTo>
                      <a:lnTo>
                        <a:pt x="95" y="402"/>
                      </a:lnTo>
                      <a:lnTo>
                        <a:pt x="97" y="402"/>
                      </a:lnTo>
                      <a:lnTo>
                        <a:pt x="97" y="400"/>
                      </a:lnTo>
                      <a:lnTo>
                        <a:pt x="99" y="400"/>
                      </a:lnTo>
                      <a:lnTo>
                        <a:pt x="101" y="400"/>
                      </a:lnTo>
                      <a:lnTo>
                        <a:pt x="102" y="400"/>
                      </a:lnTo>
                      <a:lnTo>
                        <a:pt x="102" y="398"/>
                      </a:lnTo>
                      <a:lnTo>
                        <a:pt x="104" y="398"/>
                      </a:lnTo>
                      <a:lnTo>
                        <a:pt x="104" y="396"/>
                      </a:lnTo>
                      <a:lnTo>
                        <a:pt x="102" y="396"/>
                      </a:lnTo>
                      <a:lnTo>
                        <a:pt x="101" y="396"/>
                      </a:lnTo>
                      <a:lnTo>
                        <a:pt x="99" y="396"/>
                      </a:lnTo>
                      <a:lnTo>
                        <a:pt x="97" y="396"/>
                      </a:lnTo>
                      <a:lnTo>
                        <a:pt x="97" y="395"/>
                      </a:lnTo>
                      <a:lnTo>
                        <a:pt x="95" y="393"/>
                      </a:lnTo>
                      <a:lnTo>
                        <a:pt x="93" y="393"/>
                      </a:lnTo>
                      <a:lnTo>
                        <a:pt x="95" y="393"/>
                      </a:lnTo>
                      <a:lnTo>
                        <a:pt x="93" y="393"/>
                      </a:lnTo>
                      <a:lnTo>
                        <a:pt x="93" y="391"/>
                      </a:lnTo>
                      <a:lnTo>
                        <a:pt x="95" y="391"/>
                      </a:lnTo>
                      <a:lnTo>
                        <a:pt x="95" y="393"/>
                      </a:lnTo>
                      <a:lnTo>
                        <a:pt x="97" y="393"/>
                      </a:lnTo>
                      <a:lnTo>
                        <a:pt x="99" y="393"/>
                      </a:lnTo>
                      <a:lnTo>
                        <a:pt x="97" y="393"/>
                      </a:lnTo>
                      <a:lnTo>
                        <a:pt x="99" y="393"/>
                      </a:lnTo>
                      <a:lnTo>
                        <a:pt x="99" y="395"/>
                      </a:lnTo>
                      <a:lnTo>
                        <a:pt x="99" y="396"/>
                      </a:lnTo>
                      <a:lnTo>
                        <a:pt x="99" y="395"/>
                      </a:lnTo>
                      <a:lnTo>
                        <a:pt x="101" y="396"/>
                      </a:lnTo>
                      <a:lnTo>
                        <a:pt x="101" y="395"/>
                      </a:lnTo>
                      <a:lnTo>
                        <a:pt x="101" y="393"/>
                      </a:lnTo>
                      <a:lnTo>
                        <a:pt x="99" y="393"/>
                      </a:lnTo>
                      <a:lnTo>
                        <a:pt x="101" y="393"/>
                      </a:lnTo>
                      <a:lnTo>
                        <a:pt x="99" y="393"/>
                      </a:lnTo>
                      <a:lnTo>
                        <a:pt x="101" y="393"/>
                      </a:lnTo>
                      <a:lnTo>
                        <a:pt x="101" y="391"/>
                      </a:lnTo>
                      <a:lnTo>
                        <a:pt x="99" y="391"/>
                      </a:lnTo>
                      <a:lnTo>
                        <a:pt x="101" y="391"/>
                      </a:lnTo>
                      <a:lnTo>
                        <a:pt x="101" y="389"/>
                      </a:lnTo>
                      <a:lnTo>
                        <a:pt x="102" y="389"/>
                      </a:lnTo>
                      <a:lnTo>
                        <a:pt x="104" y="389"/>
                      </a:lnTo>
                      <a:lnTo>
                        <a:pt x="104" y="387"/>
                      </a:lnTo>
                      <a:lnTo>
                        <a:pt x="102" y="387"/>
                      </a:lnTo>
                      <a:lnTo>
                        <a:pt x="102" y="385"/>
                      </a:lnTo>
                      <a:lnTo>
                        <a:pt x="101" y="384"/>
                      </a:lnTo>
                      <a:lnTo>
                        <a:pt x="101" y="382"/>
                      </a:lnTo>
                      <a:lnTo>
                        <a:pt x="99" y="380"/>
                      </a:lnTo>
                      <a:lnTo>
                        <a:pt x="99" y="378"/>
                      </a:lnTo>
                      <a:lnTo>
                        <a:pt x="97" y="376"/>
                      </a:lnTo>
                      <a:lnTo>
                        <a:pt x="97" y="374"/>
                      </a:lnTo>
                      <a:lnTo>
                        <a:pt x="97" y="371"/>
                      </a:lnTo>
                      <a:lnTo>
                        <a:pt x="95" y="371"/>
                      </a:lnTo>
                      <a:lnTo>
                        <a:pt x="95" y="369"/>
                      </a:lnTo>
                      <a:lnTo>
                        <a:pt x="93" y="369"/>
                      </a:lnTo>
                      <a:lnTo>
                        <a:pt x="91" y="367"/>
                      </a:lnTo>
                      <a:lnTo>
                        <a:pt x="91" y="365"/>
                      </a:lnTo>
                      <a:lnTo>
                        <a:pt x="90" y="364"/>
                      </a:lnTo>
                      <a:lnTo>
                        <a:pt x="88" y="362"/>
                      </a:lnTo>
                      <a:lnTo>
                        <a:pt x="90" y="360"/>
                      </a:lnTo>
                      <a:lnTo>
                        <a:pt x="90" y="358"/>
                      </a:lnTo>
                      <a:lnTo>
                        <a:pt x="88" y="358"/>
                      </a:lnTo>
                      <a:lnTo>
                        <a:pt x="88" y="356"/>
                      </a:lnTo>
                      <a:lnTo>
                        <a:pt x="88" y="354"/>
                      </a:lnTo>
                      <a:lnTo>
                        <a:pt x="90" y="354"/>
                      </a:lnTo>
                      <a:lnTo>
                        <a:pt x="90" y="353"/>
                      </a:lnTo>
                      <a:lnTo>
                        <a:pt x="88" y="351"/>
                      </a:lnTo>
                      <a:lnTo>
                        <a:pt x="86" y="351"/>
                      </a:lnTo>
                      <a:lnTo>
                        <a:pt x="84" y="353"/>
                      </a:lnTo>
                      <a:lnTo>
                        <a:pt x="82" y="353"/>
                      </a:lnTo>
                      <a:lnTo>
                        <a:pt x="80" y="353"/>
                      </a:lnTo>
                      <a:lnTo>
                        <a:pt x="79" y="353"/>
                      </a:lnTo>
                      <a:lnTo>
                        <a:pt x="77" y="353"/>
                      </a:lnTo>
                      <a:lnTo>
                        <a:pt x="75" y="351"/>
                      </a:lnTo>
                      <a:lnTo>
                        <a:pt x="73" y="351"/>
                      </a:lnTo>
                      <a:lnTo>
                        <a:pt x="73" y="349"/>
                      </a:lnTo>
                      <a:lnTo>
                        <a:pt x="71" y="347"/>
                      </a:lnTo>
                      <a:lnTo>
                        <a:pt x="68" y="343"/>
                      </a:lnTo>
                      <a:lnTo>
                        <a:pt x="68" y="338"/>
                      </a:lnTo>
                      <a:lnTo>
                        <a:pt x="70" y="336"/>
                      </a:lnTo>
                      <a:lnTo>
                        <a:pt x="70" y="334"/>
                      </a:lnTo>
                      <a:lnTo>
                        <a:pt x="71" y="334"/>
                      </a:lnTo>
                      <a:lnTo>
                        <a:pt x="71" y="332"/>
                      </a:lnTo>
                      <a:lnTo>
                        <a:pt x="71" y="331"/>
                      </a:lnTo>
                      <a:lnTo>
                        <a:pt x="71" y="329"/>
                      </a:lnTo>
                      <a:lnTo>
                        <a:pt x="71" y="327"/>
                      </a:lnTo>
                      <a:lnTo>
                        <a:pt x="71" y="325"/>
                      </a:lnTo>
                      <a:lnTo>
                        <a:pt x="71" y="323"/>
                      </a:lnTo>
                      <a:lnTo>
                        <a:pt x="71" y="321"/>
                      </a:lnTo>
                      <a:lnTo>
                        <a:pt x="70" y="320"/>
                      </a:lnTo>
                      <a:lnTo>
                        <a:pt x="68" y="320"/>
                      </a:lnTo>
                      <a:lnTo>
                        <a:pt x="66" y="320"/>
                      </a:lnTo>
                      <a:lnTo>
                        <a:pt x="62" y="320"/>
                      </a:lnTo>
                      <a:lnTo>
                        <a:pt x="60" y="320"/>
                      </a:lnTo>
                      <a:lnTo>
                        <a:pt x="59" y="320"/>
                      </a:lnTo>
                      <a:lnTo>
                        <a:pt x="57" y="320"/>
                      </a:lnTo>
                      <a:lnTo>
                        <a:pt x="55" y="318"/>
                      </a:lnTo>
                      <a:lnTo>
                        <a:pt x="51" y="316"/>
                      </a:lnTo>
                      <a:lnTo>
                        <a:pt x="48" y="314"/>
                      </a:lnTo>
                      <a:lnTo>
                        <a:pt x="46" y="312"/>
                      </a:lnTo>
                      <a:lnTo>
                        <a:pt x="46" y="311"/>
                      </a:lnTo>
                      <a:lnTo>
                        <a:pt x="48" y="309"/>
                      </a:lnTo>
                      <a:lnTo>
                        <a:pt x="48" y="305"/>
                      </a:lnTo>
                      <a:lnTo>
                        <a:pt x="49" y="300"/>
                      </a:lnTo>
                      <a:lnTo>
                        <a:pt x="51" y="298"/>
                      </a:lnTo>
                      <a:lnTo>
                        <a:pt x="55" y="294"/>
                      </a:lnTo>
                      <a:lnTo>
                        <a:pt x="57" y="294"/>
                      </a:lnTo>
                      <a:lnTo>
                        <a:pt x="57" y="292"/>
                      </a:lnTo>
                      <a:lnTo>
                        <a:pt x="60" y="290"/>
                      </a:lnTo>
                      <a:lnTo>
                        <a:pt x="62" y="289"/>
                      </a:lnTo>
                      <a:lnTo>
                        <a:pt x="62" y="287"/>
                      </a:lnTo>
                      <a:lnTo>
                        <a:pt x="64" y="287"/>
                      </a:lnTo>
                      <a:lnTo>
                        <a:pt x="66" y="285"/>
                      </a:lnTo>
                      <a:lnTo>
                        <a:pt x="66" y="283"/>
                      </a:lnTo>
                      <a:lnTo>
                        <a:pt x="70" y="276"/>
                      </a:lnTo>
                      <a:lnTo>
                        <a:pt x="71" y="276"/>
                      </a:lnTo>
                      <a:lnTo>
                        <a:pt x="71" y="274"/>
                      </a:lnTo>
                      <a:lnTo>
                        <a:pt x="73" y="272"/>
                      </a:lnTo>
                      <a:lnTo>
                        <a:pt x="75" y="272"/>
                      </a:lnTo>
                      <a:lnTo>
                        <a:pt x="77" y="270"/>
                      </a:lnTo>
                      <a:lnTo>
                        <a:pt x="79" y="268"/>
                      </a:lnTo>
                      <a:lnTo>
                        <a:pt x="80" y="268"/>
                      </a:lnTo>
                      <a:lnTo>
                        <a:pt x="82" y="268"/>
                      </a:lnTo>
                      <a:lnTo>
                        <a:pt x="84" y="268"/>
                      </a:lnTo>
                      <a:lnTo>
                        <a:pt x="86" y="268"/>
                      </a:lnTo>
                      <a:lnTo>
                        <a:pt x="86" y="270"/>
                      </a:lnTo>
                      <a:lnTo>
                        <a:pt x="90" y="272"/>
                      </a:lnTo>
                      <a:lnTo>
                        <a:pt x="90" y="274"/>
                      </a:lnTo>
                      <a:lnTo>
                        <a:pt x="90" y="276"/>
                      </a:lnTo>
                      <a:lnTo>
                        <a:pt x="91" y="278"/>
                      </a:lnTo>
                      <a:lnTo>
                        <a:pt x="91" y="279"/>
                      </a:lnTo>
                      <a:lnTo>
                        <a:pt x="95" y="279"/>
                      </a:lnTo>
                      <a:lnTo>
                        <a:pt x="97" y="279"/>
                      </a:lnTo>
                      <a:lnTo>
                        <a:pt x="99" y="279"/>
                      </a:lnTo>
                      <a:lnTo>
                        <a:pt x="101" y="278"/>
                      </a:lnTo>
                      <a:lnTo>
                        <a:pt x="104" y="278"/>
                      </a:lnTo>
                      <a:lnTo>
                        <a:pt x="108" y="276"/>
                      </a:lnTo>
                      <a:lnTo>
                        <a:pt x="113" y="274"/>
                      </a:lnTo>
                      <a:lnTo>
                        <a:pt x="117" y="274"/>
                      </a:lnTo>
                      <a:lnTo>
                        <a:pt x="121" y="274"/>
                      </a:lnTo>
                      <a:lnTo>
                        <a:pt x="124" y="274"/>
                      </a:lnTo>
                      <a:lnTo>
                        <a:pt x="130" y="272"/>
                      </a:lnTo>
                      <a:lnTo>
                        <a:pt x="133" y="270"/>
                      </a:lnTo>
                      <a:lnTo>
                        <a:pt x="133" y="268"/>
                      </a:lnTo>
                      <a:lnTo>
                        <a:pt x="133" y="265"/>
                      </a:lnTo>
                      <a:lnTo>
                        <a:pt x="137" y="261"/>
                      </a:lnTo>
                      <a:lnTo>
                        <a:pt x="139" y="259"/>
                      </a:lnTo>
                      <a:lnTo>
                        <a:pt x="141" y="258"/>
                      </a:lnTo>
                      <a:lnTo>
                        <a:pt x="144" y="256"/>
                      </a:lnTo>
                      <a:lnTo>
                        <a:pt x="144" y="252"/>
                      </a:lnTo>
                      <a:lnTo>
                        <a:pt x="146" y="248"/>
                      </a:lnTo>
                      <a:lnTo>
                        <a:pt x="146" y="245"/>
                      </a:lnTo>
                      <a:lnTo>
                        <a:pt x="148" y="243"/>
                      </a:lnTo>
                      <a:lnTo>
                        <a:pt x="150" y="241"/>
                      </a:lnTo>
                      <a:lnTo>
                        <a:pt x="154" y="239"/>
                      </a:lnTo>
                      <a:lnTo>
                        <a:pt x="163" y="236"/>
                      </a:lnTo>
                      <a:lnTo>
                        <a:pt x="170" y="232"/>
                      </a:lnTo>
                      <a:lnTo>
                        <a:pt x="172" y="228"/>
                      </a:lnTo>
                      <a:lnTo>
                        <a:pt x="174" y="226"/>
                      </a:lnTo>
                      <a:lnTo>
                        <a:pt x="175" y="225"/>
                      </a:lnTo>
                      <a:lnTo>
                        <a:pt x="183" y="214"/>
                      </a:lnTo>
                      <a:lnTo>
                        <a:pt x="183" y="212"/>
                      </a:lnTo>
                      <a:lnTo>
                        <a:pt x="183" y="210"/>
                      </a:lnTo>
                      <a:lnTo>
                        <a:pt x="185" y="205"/>
                      </a:lnTo>
                      <a:lnTo>
                        <a:pt x="186" y="199"/>
                      </a:lnTo>
                      <a:lnTo>
                        <a:pt x="194" y="197"/>
                      </a:lnTo>
                      <a:lnTo>
                        <a:pt x="201" y="195"/>
                      </a:lnTo>
                      <a:lnTo>
                        <a:pt x="201" y="194"/>
                      </a:lnTo>
                      <a:lnTo>
                        <a:pt x="203" y="194"/>
                      </a:lnTo>
                      <a:lnTo>
                        <a:pt x="206" y="190"/>
                      </a:lnTo>
                      <a:lnTo>
                        <a:pt x="206" y="188"/>
                      </a:lnTo>
                      <a:lnTo>
                        <a:pt x="206" y="186"/>
                      </a:lnTo>
                      <a:lnTo>
                        <a:pt x="205" y="186"/>
                      </a:lnTo>
                      <a:lnTo>
                        <a:pt x="205" y="184"/>
                      </a:lnTo>
                      <a:lnTo>
                        <a:pt x="203" y="184"/>
                      </a:lnTo>
                      <a:lnTo>
                        <a:pt x="205" y="184"/>
                      </a:lnTo>
                      <a:lnTo>
                        <a:pt x="205" y="183"/>
                      </a:lnTo>
                      <a:lnTo>
                        <a:pt x="206" y="183"/>
                      </a:lnTo>
                      <a:lnTo>
                        <a:pt x="206" y="181"/>
                      </a:lnTo>
                      <a:lnTo>
                        <a:pt x="206" y="183"/>
                      </a:lnTo>
                      <a:lnTo>
                        <a:pt x="205" y="183"/>
                      </a:lnTo>
                      <a:lnTo>
                        <a:pt x="205" y="181"/>
                      </a:lnTo>
                      <a:lnTo>
                        <a:pt x="206" y="181"/>
                      </a:lnTo>
                      <a:lnTo>
                        <a:pt x="206" y="179"/>
                      </a:lnTo>
                      <a:lnTo>
                        <a:pt x="208" y="179"/>
                      </a:lnTo>
                      <a:lnTo>
                        <a:pt x="210" y="179"/>
                      </a:lnTo>
                      <a:lnTo>
                        <a:pt x="210" y="177"/>
                      </a:lnTo>
                      <a:lnTo>
                        <a:pt x="212" y="177"/>
                      </a:lnTo>
                      <a:lnTo>
                        <a:pt x="212" y="175"/>
                      </a:lnTo>
                      <a:lnTo>
                        <a:pt x="214" y="175"/>
                      </a:lnTo>
                      <a:lnTo>
                        <a:pt x="214" y="173"/>
                      </a:lnTo>
                      <a:lnTo>
                        <a:pt x="216" y="173"/>
                      </a:lnTo>
                      <a:lnTo>
                        <a:pt x="216" y="172"/>
                      </a:lnTo>
                      <a:lnTo>
                        <a:pt x="217" y="172"/>
                      </a:lnTo>
                      <a:lnTo>
                        <a:pt x="217" y="170"/>
                      </a:lnTo>
                      <a:lnTo>
                        <a:pt x="219" y="170"/>
                      </a:lnTo>
                      <a:lnTo>
                        <a:pt x="219" y="168"/>
                      </a:lnTo>
                      <a:lnTo>
                        <a:pt x="219" y="166"/>
                      </a:lnTo>
                      <a:lnTo>
                        <a:pt x="221" y="166"/>
                      </a:lnTo>
                      <a:lnTo>
                        <a:pt x="221" y="168"/>
                      </a:lnTo>
                      <a:lnTo>
                        <a:pt x="221" y="166"/>
                      </a:lnTo>
                      <a:lnTo>
                        <a:pt x="221" y="164"/>
                      </a:lnTo>
                      <a:lnTo>
                        <a:pt x="223" y="164"/>
                      </a:lnTo>
                      <a:lnTo>
                        <a:pt x="225" y="164"/>
                      </a:lnTo>
                      <a:lnTo>
                        <a:pt x="225" y="162"/>
                      </a:lnTo>
                      <a:lnTo>
                        <a:pt x="227" y="162"/>
                      </a:lnTo>
                      <a:lnTo>
                        <a:pt x="227" y="161"/>
                      </a:lnTo>
                      <a:lnTo>
                        <a:pt x="228" y="161"/>
                      </a:lnTo>
                      <a:lnTo>
                        <a:pt x="228" y="159"/>
                      </a:lnTo>
                      <a:lnTo>
                        <a:pt x="228" y="161"/>
                      </a:lnTo>
                      <a:lnTo>
                        <a:pt x="230" y="161"/>
                      </a:lnTo>
                      <a:lnTo>
                        <a:pt x="232" y="161"/>
                      </a:lnTo>
                      <a:lnTo>
                        <a:pt x="232" y="159"/>
                      </a:lnTo>
                      <a:lnTo>
                        <a:pt x="232" y="157"/>
                      </a:lnTo>
                      <a:lnTo>
                        <a:pt x="230" y="157"/>
                      </a:lnTo>
                      <a:lnTo>
                        <a:pt x="228" y="157"/>
                      </a:lnTo>
                      <a:lnTo>
                        <a:pt x="230" y="157"/>
                      </a:lnTo>
                      <a:lnTo>
                        <a:pt x="228" y="157"/>
                      </a:lnTo>
                      <a:lnTo>
                        <a:pt x="230" y="157"/>
                      </a:lnTo>
                      <a:lnTo>
                        <a:pt x="230" y="159"/>
                      </a:lnTo>
                      <a:lnTo>
                        <a:pt x="228" y="159"/>
                      </a:lnTo>
                      <a:lnTo>
                        <a:pt x="227" y="159"/>
                      </a:lnTo>
                      <a:lnTo>
                        <a:pt x="227" y="157"/>
                      </a:lnTo>
                      <a:lnTo>
                        <a:pt x="227" y="155"/>
                      </a:lnTo>
                      <a:lnTo>
                        <a:pt x="227" y="153"/>
                      </a:lnTo>
                      <a:lnTo>
                        <a:pt x="227" y="152"/>
                      </a:lnTo>
                      <a:lnTo>
                        <a:pt x="227" y="150"/>
                      </a:lnTo>
                      <a:lnTo>
                        <a:pt x="228" y="150"/>
                      </a:lnTo>
                      <a:lnTo>
                        <a:pt x="227" y="148"/>
                      </a:lnTo>
                      <a:lnTo>
                        <a:pt x="228" y="148"/>
                      </a:lnTo>
                      <a:lnTo>
                        <a:pt x="228" y="146"/>
                      </a:lnTo>
                      <a:lnTo>
                        <a:pt x="230" y="146"/>
                      </a:lnTo>
                      <a:lnTo>
                        <a:pt x="232" y="146"/>
                      </a:lnTo>
                      <a:lnTo>
                        <a:pt x="230" y="146"/>
                      </a:lnTo>
                      <a:lnTo>
                        <a:pt x="232" y="146"/>
                      </a:lnTo>
                      <a:lnTo>
                        <a:pt x="230" y="146"/>
                      </a:lnTo>
                      <a:lnTo>
                        <a:pt x="230" y="144"/>
                      </a:lnTo>
                      <a:lnTo>
                        <a:pt x="228" y="144"/>
                      </a:lnTo>
                      <a:lnTo>
                        <a:pt x="228" y="142"/>
                      </a:lnTo>
                      <a:lnTo>
                        <a:pt x="230" y="142"/>
                      </a:lnTo>
                      <a:lnTo>
                        <a:pt x="230" y="141"/>
                      </a:lnTo>
                      <a:lnTo>
                        <a:pt x="228" y="141"/>
                      </a:lnTo>
                      <a:lnTo>
                        <a:pt x="228" y="139"/>
                      </a:lnTo>
                      <a:lnTo>
                        <a:pt x="227" y="139"/>
                      </a:lnTo>
                      <a:lnTo>
                        <a:pt x="227" y="137"/>
                      </a:lnTo>
                      <a:lnTo>
                        <a:pt x="225" y="137"/>
                      </a:lnTo>
                      <a:lnTo>
                        <a:pt x="225" y="135"/>
                      </a:lnTo>
                      <a:lnTo>
                        <a:pt x="227" y="135"/>
                      </a:lnTo>
                      <a:lnTo>
                        <a:pt x="228" y="135"/>
                      </a:lnTo>
                      <a:lnTo>
                        <a:pt x="228" y="133"/>
                      </a:lnTo>
                      <a:lnTo>
                        <a:pt x="227" y="133"/>
                      </a:lnTo>
                      <a:lnTo>
                        <a:pt x="228" y="133"/>
                      </a:lnTo>
                      <a:lnTo>
                        <a:pt x="228" y="131"/>
                      </a:lnTo>
                      <a:lnTo>
                        <a:pt x="230" y="131"/>
                      </a:lnTo>
                      <a:lnTo>
                        <a:pt x="230" y="130"/>
                      </a:lnTo>
                      <a:lnTo>
                        <a:pt x="232" y="130"/>
                      </a:lnTo>
                      <a:lnTo>
                        <a:pt x="232" y="128"/>
                      </a:lnTo>
                      <a:lnTo>
                        <a:pt x="234" y="130"/>
                      </a:lnTo>
                      <a:lnTo>
                        <a:pt x="234" y="128"/>
                      </a:lnTo>
                      <a:lnTo>
                        <a:pt x="236" y="128"/>
                      </a:lnTo>
                      <a:lnTo>
                        <a:pt x="237" y="128"/>
                      </a:lnTo>
                      <a:lnTo>
                        <a:pt x="237" y="126"/>
                      </a:lnTo>
                      <a:lnTo>
                        <a:pt x="239" y="126"/>
                      </a:lnTo>
                      <a:lnTo>
                        <a:pt x="237" y="124"/>
                      </a:lnTo>
                      <a:lnTo>
                        <a:pt x="239" y="124"/>
                      </a:lnTo>
                      <a:lnTo>
                        <a:pt x="241" y="124"/>
                      </a:lnTo>
                      <a:lnTo>
                        <a:pt x="239" y="124"/>
                      </a:lnTo>
                      <a:lnTo>
                        <a:pt x="241" y="124"/>
                      </a:lnTo>
                      <a:lnTo>
                        <a:pt x="243" y="124"/>
                      </a:lnTo>
                      <a:lnTo>
                        <a:pt x="245" y="124"/>
                      </a:lnTo>
                      <a:lnTo>
                        <a:pt x="247" y="124"/>
                      </a:lnTo>
                      <a:lnTo>
                        <a:pt x="248" y="124"/>
                      </a:lnTo>
                      <a:lnTo>
                        <a:pt x="250" y="124"/>
                      </a:lnTo>
                      <a:lnTo>
                        <a:pt x="250" y="122"/>
                      </a:lnTo>
                      <a:lnTo>
                        <a:pt x="252" y="122"/>
                      </a:lnTo>
                      <a:lnTo>
                        <a:pt x="250" y="122"/>
                      </a:lnTo>
                      <a:lnTo>
                        <a:pt x="252" y="122"/>
                      </a:lnTo>
                      <a:lnTo>
                        <a:pt x="254" y="122"/>
                      </a:lnTo>
                      <a:lnTo>
                        <a:pt x="254" y="120"/>
                      </a:lnTo>
                      <a:lnTo>
                        <a:pt x="256" y="120"/>
                      </a:lnTo>
                      <a:lnTo>
                        <a:pt x="254" y="119"/>
                      </a:lnTo>
                      <a:lnTo>
                        <a:pt x="256" y="119"/>
                      </a:lnTo>
                      <a:lnTo>
                        <a:pt x="258" y="119"/>
                      </a:lnTo>
                      <a:lnTo>
                        <a:pt x="258" y="117"/>
                      </a:lnTo>
                      <a:lnTo>
                        <a:pt x="256" y="117"/>
                      </a:lnTo>
                      <a:lnTo>
                        <a:pt x="256" y="115"/>
                      </a:lnTo>
                      <a:lnTo>
                        <a:pt x="256" y="113"/>
                      </a:lnTo>
                      <a:lnTo>
                        <a:pt x="254" y="113"/>
                      </a:lnTo>
                      <a:lnTo>
                        <a:pt x="252" y="113"/>
                      </a:lnTo>
                      <a:lnTo>
                        <a:pt x="252" y="111"/>
                      </a:lnTo>
                      <a:lnTo>
                        <a:pt x="250" y="111"/>
                      </a:lnTo>
                      <a:lnTo>
                        <a:pt x="248" y="111"/>
                      </a:lnTo>
                      <a:lnTo>
                        <a:pt x="248" y="109"/>
                      </a:lnTo>
                      <a:lnTo>
                        <a:pt x="247" y="109"/>
                      </a:lnTo>
                      <a:lnTo>
                        <a:pt x="248" y="109"/>
                      </a:lnTo>
                      <a:lnTo>
                        <a:pt x="247" y="109"/>
                      </a:lnTo>
                      <a:lnTo>
                        <a:pt x="245" y="109"/>
                      </a:lnTo>
                      <a:lnTo>
                        <a:pt x="245" y="108"/>
                      </a:lnTo>
                      <a:lnTo>
                        <a:pt x="245" y="109"/>
                      </a:lnTo>
                      <a:lnTo>
                        <a:pt x="243" y="109"/>
                      </a:lnTo>
                      <a:lnTo>
                        <a:pt x="241" y="109"/>
                      </a:lnTo>
                      <a:lnTo>
                        <a:pt x="239" y="109"/>
                      </a:lnTo>
                      <a:lnTo>
                        <a:pt x="239" y="108"/>
                      </a:lnTo>
                      <a:lnTo>
                        <a:pt x="237" y="108"/>
                      </a:lnTo>
                      <a:lnTo>
                        <a:pt x="237" y="109"/>
                      </a:lnTo>
                      <a:lnTo>
                        <a:pt x="236" y="109"/>
                      </a:lnTo>
                      <a:lnTo>
                        <a:pt x="234" y="109"/>
                      </a:lnTo>
                      <a:lnTo>
                        <a:pt x="234" y="108"/>
                      </a:lnTo>
                      <a:lnTo>
                        <a:pt x="232" y="108"/>
                      </a:lnTo>
                      <a:lnTo>
                        <a:pt x="232" y="106"/>
                      </a:lnTo>
                      <a:lnTo>
                        <a:pt x="230" y="106"/>
                      </a:lnTo>
                      <a:lnTo>
                        <a:pt x="232" y="106"/>
                      </a:lnTo>
                      <a:lnTo>
                        <a:pt x="230" y="106"/>
                      </a:lnTo>
                      <a:lnTo>
                        <a:pt x="232" y="104"/>
                      </a:lnTo>
                      <a:lnTo>
                        <a:pt x="230" y="104"/>
                      </a:lnTo>
                      <a:lnTo>
                        <a:pt x="232" y="104"/>
                      </a:lnTo>
                      <a:lnTo>
                        <a:pt x="232" y="102"/>
                      </a:lnTo>
                      <a:lnTo>
                        <a:pt x="232" y="100"/>
                      </a:lnTo>
                      <a:lnTo>
                        <a:pt x="232" y="99"/>
                      </a:lnTo>
                      <a:lnTo>
                        <a:pt x="232" y="97"/>
                      </a:lnTo>
                      <a:lnTo>
                        <a:pt x="234" y="97"/>
                      </a:lnTo>
                      <a:lnTo>
                        <a:pt x="232" y="97"/>
                      </a:lnTo>
                      <a:lnTo>
                        <a:pt x="230" y="97"/>
                      </a:lnTo>
                      <a:lnTo>
                        <a:pt x="232" y="99"/>
                      </a:lnTo>
                      <a:lnTo>
                        <a:pt x="230" y="99"/>
                      </a:lnTo>
                      <a:lnTo>
                        <a:pt x="228" y="99"/>
                      </a:lnTo>
                      <a:lnTo>
                        <a:pt x="227" y="99"/>
                      </a:lnTo>
                      <a:lnTo>
                        <a:pt x="225" y="99"/>
                      </a:lnTo>
                      <a:lnTo>
                        <a:pt x="223" y="99"/>
                      </a:lnTo>
                      <a:lnTo>
                        <a:pt x="221" y="99"/>
                      </a:lnTo>
                      <a:lnTo>
                        <a:pt x="221" y="95"/>
                      </a:lnTo>
                      <a:lnTo>
                        <a:pt x="219" y="95"/>
                      </a:lnTo>
                      <a:lnTo>
                        <a:pt x="221" y="95"/>
                      </a:lnTo>
                      <a:lnTo>
                        <a:pt x="221" y="93"/>
                      </a:lnTo>
                      <a:lnTo>
                        <a:pt x="221" y="91"/>
                      </a:lnTo>
                      <a:lnTo>
                        <a:pt x="219" y="89"/>
                      </a:lnTo>
                      <a:lnTo>
                        <a:pt x="217" y="88"/>
                      </a:lnTo>
                      <a:lnTo>
                        <a:pt x="214" y="88"/>
                      </a:lnTo>
                      <a:lnTo>
                        <a:pt x="212" y="86"/>
                      </a:lnTo>
                      <a:lnTo>
                        <a:pt x="212" y="84"/>
                      </a:lnTo>
                      <a:lnTo>
                        <a:pt x="210" y="84"/>
                      </a:lnTo>
                      <a:lnTo>
                        <a:pt x="208" y="82"/>
                      </a:lnTo>
                      <a:lnTo>
                        <a:pt x="208" y="80"/>
                      </a:lnTo>
                      <a:lnTo>
                        <a:pt x="208" y="78"/>
                      </a:lnTo>
                      <a:lnTo>
                        <a:pt x="210" y="78"/>
                      </a:lnTo>
                      <a:lnTo>
                        <a:pt x="212" y="78"/>
                      </a:lnTo>
                      <a:lnTo>
                        <a:pt x="214" y="77"/>
                      </a:lnTo>
                      <a:lnTo>
                        <a:pt x="216" y="75"/>
                      </a:lnTo>
                      <a:lnTo>
                        <a:pt x="216" y="73"/>
                      </a:lnTo>
                      <a:lnTo>
                        <a:pt x="216" y="71"/>
                      </a:lnTo>
                      <a:lnTo>
                        <a:pt x="214" y="71"/>
                      </a:lnTo>
                      <a:lnTo>
                        <a:pt x="214" y="69"/>
                      </a:lnTo>
                      <a:lnTo>
                        <a:pt x="212" y="69"/>
                      </a:lnTo>
                      <a:lnTo>
                        <a:pt x="210" y="69"/>
                      </a:lnTo>
                      <a:lnTo>
                        <a:pt x="208" y="67"/>
                      </a:lnTo>
                      <a:lnTo>
                        <a:pt x="208" y="66"/>
                      </a:lnTo>
                      <a:lnTo>
                        <a:pt x="208" y="64"/>
                      </a:lnTo>
                      <a:lnTo>
                        <a:pt x="208" y="60"/>
                      </a:lnTo>
                      <a:lnTo>
                        <a:pt x="210" y="60"/>
                      </a:lnTo>
                      <a:lnTo>
                        <a:pt x="212" y="60"/>
                      </a:lnTo>
                      <a:lnTo>
                        <a:pt x="214" y="60"/>
                      </a:lnTo>
                      <a:lnTo>
                        <a:pt x="214" y="58"/>
                      </a:lnTo>
                      <a:lnTo>
                        <a:pt x="216" y="58"/>
                      </a:lnTo>
                      <a:lnTo>
                        <a:pt x="217" y="56"/>
                      </a:lnTo>
                      <a:lnTo>
                        <a:pt x="219" y="56"/>
                      </a:lnTo>
                      <a:lnTo>
                        <a:pt x="219" y="55"/>
                      </a:lnTo>
                      <a:lnTo>
                        <a:pt x="217" y="55"/>
                      </a:lnTo>
                      <a:lnTo>
                        <a:pt x="216" y="55"/>
                      </a:lnTo>
                      <a:lnTo>
                        <a:pt x="214" y="55"/>
                      </a:lnTo>
                      <a:lnTo>
                        <a:pt x="212" y="55"/>
                      </a:lnTo>
                      <a:lnTo>
                        <a:pt x="210" y="53"/>
                      </a:lnTo>
                      <a:lnTo>
                        <a:pt x="208" y="53"/>
                      </a:lnTo>
                      <a:lnTo>
                        <a:pt x="206" y="53"/>
                      </a:lnTo>
                      <a:lnTo>
                        <a:pt x="205" y="53"/>
                      </a:lnTo>
                      <a:lnTo>
                        <a:pt x="205" y="51"/>
                      </a:lnTo>
                      <a:lnTo>
                        <a:pt x="205" y="49"/>
                      </a:lnTo>
                      <a:lnTo>
                        <a:pt x="205" y="47"/>
                      </a:lnTo>
                      <a:lnTo>
                        <a:pt x="208" y="47"/>
                      </a:lnTo>
                      <a:lnTo>
                        <a:pt x="208" y="46"/>
                      </a:lnTo>
                      <a:lnTo>
                        <a:pt x="206" y="44"/>
                      </a:lnTo>
                      <a:lnTo>
                        <a:pt x="205" y="44"/>
                      </a:lnTo>
                      <a:lnTo>
                        <a:pt x="203" y="44"/>
                      </a:lnTo>
                      <a:lnTo>
                        <a:pt x="201" y="44"/>
                      </a:lnTo>
                      <a:lnTo>
                        <a:pt x="201" y="42"/>
                      </a:lnTo>
                      <a:lnTo>
                        <a:pt x="201" y="40"/>
                      </a:lnTo>
                      <a:lnTo>
                        <a:pt x="199" y="40"/>
                      </a:lnTo>
                      <a:lnTo>
                        <a:pt x="201" y="40"/>
                      </a:lnTo>
                      <a:lnTo>
                        <a:pt x="201" y="38"/>
                      </a:lnTo>
                      <a:lnTo>
                        <a:pt x="203" y="38"/>
                      </a:lnTo>
                      <a:lnTo>
                        <a:pt x="205" y="36"/>
                      </a:lnTo>
                      <a:lnTo>
                        <a:pt x="205" y="35"/>
                      </a:lnTo>
                      <a:lnTo>
                        <a:pt x="206" y="35"/>
                      </a:lnTo>
                      <a:lnTo>
                        <a:pt x="208" y="35"/>
                      </a:lnTo>
                      <a:lnTo>
                        <a:pt x="206" y="33"/>
                      </a:lnTo>
                      <a:lnTo>
                        <a:pt x="206" y="31"/>
                      </a:lnTo>
                      <a:lnTo>
                        <a:pt x="208" y="31"/>
                      </a:lnTo>
                      <a:lnTo>
                        <a:pt x="210" y="29"/>
                      </a:lnTo>
                      <a:lnTo>
                        <a:pt x="212" y="29"/>
                      </a:lnTo>
                      <a:lnTo>
                        <a:pt x="214" y="29"/>
                      </a:lnTo>
                      <a:lnTo>
                        <a:pt x="216" y="27"/>
                      </a:lnTo>
                      <a:lnTo>
                        <a:pt x="217" y="27"/>
                      </a:lnTo>
                      <a:lnTo>
                        <a:pt x="219" y="27"/>
                      </a:lnTo>
                      <a:lnTo>
                        <a:pt x="221" y="25"/>
                      </a:lnTo>
                      <a:lnTo>
                        <a:pt x="223" y="27"/>
                      </a:lnTo>
                      <a:lnTo>
                        <a:pt x="225" y="27"/>
                      </a:lnTo>
                      <a:lnTo>
                        <a:pt x="227" y="27"/>
                      </a:lnTo>
                      <a:lnTo>
                        <a:pt x="228" y="27"/>
                      </a:lnTo>
                      <a:lnTo>
                        <a:pt x="230" y="27"/>
                      </a:lnTo>
                      <a:lnTo>
                        <a:pt x="230" y="29"/>
                      </a:lnTo>
                      <a:lnTo>
                        <a:pt x="232" y="29"/>
                      </a:lnTo>
                      <a:lnTo>
                        <a:pt x="234" y="29"/>
                      </a:lnTo>
                      <a:lnTo>
                        <a:pt x="236" y="31"/>
                      </a:lnTo>
                      <a:lnTo>
                        <a:pt x="237" y="31"/>
                      </a:lnTo>
                      <a:lnTo>
                        <a:pt x="243" y="31"/>
                      </a:lnTo>
                      <a:lnTo>
                        <a:pt x="245" y="31"/>
                      </a:lnTo>
                      <a:lnTo>
                        <a:pt x="247" y="31"/>
                      </a:lnTo>
                      <a:lnTo>
                        <a:pt x="248" y="31"/>
                      </a:lnTo>
                      <a:lnTo>
                        <a:pt x="250" y="31"/>
                      </a:lnTo>
                      <a:lnTo>
                        <a:pt x="252" y="31"/>
                      </a:lnTo>
                      <a:lnTo>
                        <a:pt x="252" y="33"/>
                      </a:lnTo>
                      <a:lnTo>
                        <a:pt x="254" y="33"/>
                      </a:lnTo>
                      <a:lnTo>
                        <a:pt x="256" y="33"/>
                      </a:lnTo>
                      <a:lnTo>
                        <a:pt x="258" y="35"/>
                      </a:lnTo>
                      <a:lnTo>
                        <a:pt x="259" y="35"/>
                      </a:lnTo>
                      <a:lnTo>
                        <a:pt x="267" y="36"/>
                      </a:lnTo>
                      <a:lnTo>
                        <a:pt x="268" y="36"/>
                      </a:lnTo>
                      <a:lnTo>
                        <a:pt x="270" y="36"/>
                      </a:lnTo>
                      <a:lnTo>
                        <a:pt x="272" y="36"/>
                      </a:lnTo>
                      <a:lnTo>
                        <a:pt x="274" y="35"/>
                      </a:lnTo>
                      <a:lnTo>
                        <a:pt x="276" y="35"/>
                      </a:lnTo>
                      <a:lnTo>
                        <a:pt x="276" y="33"/>
                      </a:lnTo>
                      <a:lnTo>
                        <a:pt x="278" y="33"/>
                      </a:lnTo>
                      <a:lnTo>
                        <a:pt x="279" y="31"/>
                      </a:lnTo>
                      <a:lnTo>
                        <a:pt x="281" y="31"/>
                      </a:lnTo>
                      <a:lnTo>
                        <a:pt x="283" y="31"/>
                      </a:lnTo>
                      <a:lnTo>
                        <a:pt x="283" y="33"/>
                      </a:lnTo>
                      <a:lnTo>
                        <a:pt x="285" y="33"/>
                      </a:lnTo>
                      <a:lnTo>
                        <a:pt x="287" y="31"/>
                      </a:lnTo>
                      <a:lnTo>
                        <a:pt x="287" y="29"/>
                      </a:lnTo>
                      <a:lnTo>
                        <a:pt x="289" y="29"/>
                      </a:lnTo>
                      <a:lnTo>
                        <a:pt x="290" y="27"/>
                      </a:lnTo>
                      <a:lnTo>
                        <a:pt x="290" y="29"/>
                      </a:lnTo>
                      <a:lnTo>
                        <a:pt x="292" y="29"/>
                      </a:lnTo>
                      <a:lnTo>
                        <a:pt x="292" y="27"/>
                      </a:lnTo>
                      <a:lnTo>
                        <a:pt x="294" y="27"/>
                      </a:lnTo>
                      <a:lnTo>
                        <a:pt x="296" y="27"/>
                      </a:lnTo>
                      <a:lnTo>
                        <a:pt x="296" y="25"/>
                      </a:lnTo>
                      <a:lnTo>
                        <a:pt x="298" y="25"/>
                      </a:lnTo>
                      <a:lnTo>
                        <a:pt x="298" y="27"/>
                      </a:lnTo>
                      <a:lnTo>
                        <a:pt x="300" y="27"/>
                      </a:lnTo>
                      <a:lnTo>
                        <a:pt x="301" y="27"/>
                      </a:lnTo>
                      <a:lnTo>
                        <a:pt x="303" y="27"/>
                      </a:lnTo>
                      <a:lnTo>
                        <a:pt x="305" y="27"/>
                      </a:lnTo>
                      <a:lnTo>
                        <a:pt x="305" y="29"/>
                      </a:lnTo>
                      <a:lnTo>
                        <a:pt x="307" y="29"/>
                      </a:lnTo>
                      <a:lnTo>
                        <a:pt x="307" y="31"/>
                      </a:lnTo>
                      <a:lnTo>
                        <a:pt x="309" y="31"/>
                      </a:lnTo>
                      <a:lnTo>
                        <a:pt x="310" y="31"/>
                      </a:lnTo>
                      <a:lnTo>
                        <a:pt x="312" y="31"/>
                      </a:lnTo>
                      <a:lnTo>
                        <a:pt x="312" y="29"/>
                      </a:lnTo>
                      <a:lnTo>
                        <a:pt x="312" y="27"/>
                      </a:lnTo>
                      <a:lnTo>
                        <a:pt x="314" y="27"/>
                      </a:lnTo>
                      <a:lnTo>
                        <a:pt x="314" y="25"/>
                      </a:lnTo>
                      <a:lnTo>
                        <a:pt x="314" y="24"/>
                      </a:lnTo>
                      <a:lnTo>
                        <a:pt x="314" y="22"/>
                      </a:lnTo>
                      <a:lnTo>
                        <a:pt x="314" y="20"/>
                      </a:lnTo>
                      <a:lnTo>
                        <a:pt x="316" y="18"/>
                      </a:lnTo>
                      <a:lnTo>
                        <a:pt x="345" y="0"/>
                      </a:lnTo>
                      <a:lnTo>
                        <a:pt x="345" y="2"/>
                      </a:lnTo>
                      <a:lnTo>
                        <a:pt x="347" y="3"/>
                      </a:lnTo>
                      <a:lnTo>
                        <a:pt x="349" y="3"/>
                      </a:lnTo>
                      <a:lnTo>
                        <a:pt x="349" y="2"/>
                      </a:lnTo>
                      <a:lnTo>
                        <a:pt x="351" y="2"/>
                      </a:lnTo>
                      <a:lnTo>
                        <a:pt x="354" y="2"/>
                      </a:lnTo>
                      <a:lnTo>
                        <a:pt x="352" y="2"/>
                      </a:lnTo>
                      <a:lnTo>
                        <a:pt x="352" y="3"/>
                      </a:lnTo>
                      <a:lnTo>
                        <a:pt x="351" y="3"/>
                      </a:lnTo>
                      <a:lnTo>
                        <a:pt x="351" y="5"/>
                      </a:lnTo>
                      <a:lnTo>
                        <a:pt x="351" y="7"/>
                      </a:lnTo>
                      <a:lnTo>
                        <a:pt x="351" y="9"/>
                      </a:lnTo>
                      <a:lnTo>
                        <a:pt x="352" y="11"/>
                      </a:lnTo>
                      <a:lnTo>
                        <a:pt x="352" y="13"/>
                      </a:lnTo>
                      <a:lnTo>
                        <a:pt x="354" y="13"/>
                      </a:lnTo>
                      <a:lnTo>
                        <a:pt x="354" y="14"/>
                      </a:lnTo>
                      <a:lnTo>
                        <a:pt x="356" y="14"/>
                      </a:lnTo>
                      <a:lnTo>
                        <a:pt x="354" y="14"/>
                      </a:lnTo>
                      <a:lnTo>
                        <a:pt x="354" y="16"/>
                      </a:lnTo>
                      <a:lnTo>
                        <a:pt x="354" y="18"/>
                      </a:lnTo>
                      <a:lnTo>
                        <a:pt x="356" y="20"/>
                      </a:lnTo>
                      <a:lnTo>
                        <a:pt x="356" y="22"/>
                      </a:lnTo>
                      <a:lnTo>
                        <a:pt x="358" y="24"/>
                      </a:lnTo>
                      <a:lnTo>
                        <a:pt x="358" y="27"/>
                      </a:lnTo>
                      <a:lnTo>
                        <a:pt x="360" y="29"/>
                      </a:lnTo>
                      <a:lnTo>
                        <a:pt x="362" y="31"/>
                      </a:lnTo>
                      <a:lnTo>
                        <a:pt x="365" y="31"/>
                      </a:lnTo>
                      <a:lnTo>
                        <a:pt x="365" y="33"/>
                      </a:lnTo>
                      <a:lnTo>
                        <a:pt x="367" y="33"/>
                      </a:lnTo>
                      <a:lnTo>
                        <a:pt x="371" y="33"/>
                      </a:lnTo>
                      <a:lnTo>
                        <a:pt x="373" y="33"/>
                      </a:lnTo>
                      <a:lnTo>
                        <a:pt x="373" y="35"/>
                      </a:lnTo>
                      <a:lnTo>
                        <a:pt x="374" y="35"/>
                      </a:lnTo>
                      <a:lnTo>
                        <a:pt x="374" y="36"/>
                      </a:lnTo>
                      <a:lnTo>
                        <a:pt x="376" y="36"/>
                      </a:lnTo>
                      <a:lnTo>
                        <a:pt x="378" y="36"/>
                      </a:lnTo>
                      <a:lnTo>
                        <a:pt x="378" y="38"/>
                      </a:lnTo>
                      <a:lnTo>
                        <a:pt x="380" y="40"/>
                      </a:lnTo>
                      <a:lnTo>
                        <a:pt x="383" y="40"/>
                      </a:lnTo>
                      <a:lnTo>
                        <a:pt x="385" y="42"/>
                      </a:lnTo>
                      <a:lnTo>
                        <a:pt x="385" y="44"/>
                      </a:lnTo>
                      <a:lnTo>
                        <a:pt x="387" y="44"/>
                      </a:lnTo>
                      <a:lnTo>
                        <a:pt x="385" y="46"/>
                      </a:lnTo>
                      <a:lnTo>
                        <a:pt x="385" y="47"/>
                      </a:lnTo>
                      <a:lnTo>
                        <a:pt x="383" y="47"/>
                      </a:lnTo>
                      <a:lnTo>
                        <a:pt x="382" y="49"/>
                      </a:lnTo>
                      <a:lnTo>
                        <a:pt x="378" y="51"/>
                      </a:lnTo>
                      <a:lnTo>
                        <a:pt x="376" y="51"/>
                      </a:lnTo>
                      <a:lnTo>
                        <a:pt x="376" y="53"/>
                      </a:lnTo>
                      <a:lnTo>
                        <a:pt x="378" y="53"/>
                      </a:lnTo>
                      <a:lnTo>
                        <a:pt x="378" y="55"/>
                      </a:lnTo>
                      <a:lnTo>
                        <a:pt x="376" y="55"/>
                      </a:lnTo>
                      <a:lnTo>
                        <a:pt x="376" y="56"/>
                      </a:lnTo>
                      <a:lnTo>
                        <a:pt x="376" y="58"/>
                      </a:lnTo>
                      <a:lnTo>
                        <a:pt x="378" y="60"/>
                      </a:lnTo>
                      <a:lnTo>
                        <a:pt x="378" y="62"/>
                      </a:lnTo>
                      <a:lnTo>
                        <a:pt x="378" y="64"/>
                      </a:lnTo>
                      <a:lnTo>
                        <a:pt x="376" y="66"/>
                      </a:lnTo>
                      <a:lnTo>
                        <a:pt x="376" y="67"/>
                      </a:lnTo>
                      <a:lnTo>
                        <a:pt x="378" y="69"/>
                      </a:lnTo>
                      <a:lnTo>
                        <a:pt x="378" y="71"/>
                      </a:lnTo>
                      <a:lnTo>
                        <a:pt x="380" y="71"/>
                      </a:lnTo>
                      <a:lnTo>
                        <a:pt x="380" y="73"/>
                      </a:lnTo>
                      <a:lnTo>
                        <a:pt x="382" y="75"/>
                      </a:lnTo>
                      <a:lnTo>
                        <a:pt x="383" y="77"/>
                      </a:lnTo>
                      <a:lnTo>
                        <a:pt x="385" y="77"/>
                      </a:lnTo>
                      <a:lnTo>
                        <a:pt x="385" y="78"/>
                      </a:lnTo>
                      <a:lnTo>
                        <a:pt x="387" y="78"/>
                      </a:lnTo>
                      <a:lnTo>
                        <a:pt x="387" y="80"/>
                      </a:lnTo>
                      <a:lnTo>
                        <a:pt x="389" y="80"/>
                      </a:lnTo>
                      <a:lnTo>
                        <a:pt x="389" y="82"/>
                      </a:lnTo>
                      <a:lnTo>
                        <a:pt x="391" y="82"/>
                      </a:lnTo>
                      <a:lnTo>
                        <a:pt x="391" y="84"/>
                      </a:lnTo>
                      <a:lnTo>
                        <a:pt x="393" y="84"/>
                      </a:lnTo>
                      <a:lnTo>
                        <a:pt x="393" y="86"/>
                      </a:lnTo>
                      <a:lnTo>
                        <a:pt x="393" y="88"/>
                      </a:lnTo>
                      <a:lnTo>
                        <a:pt x="393" y="89"/>
                      </a:lnTo>
                      <a:lnTo>
                        <a:pt x="393" y="91"/>
                      </a:lnTo>
                      <a:lnTo>
                        <a:pt x="394" y="91"/>
                      </a:lnTo>
                      <a:lnTo>
                        <a:pt x="396" y="91"/>
                      </a:lnTo>
                      <a:lnTo>
                        <a:pt x="396" y="93"/>
                      </a:lnTo>
                      <a:lnTo>
                        <a:pt x="398" y="93"/>
                      </a:lnTo>
                      <a:lnTo>
                        <a:pt x="398" y="95"/>
                      </a:lnTo>
                      <a:lnTo>
                        <a:pt x="396" y="95"/>
                      </a:lnTo>
                      <a:lnTo>
                        <a:pt x="394" y="95"/>
                      </a:lnTo>
                      <a:lnTo>
                        <a:pt x="394" y="97"/>
                      </a:lnTo>
                      <a:lnTo>
                        <a:pt x="394" y="99"/>
                      </a:lnTo>
                      <a:lnTo>
                        <a:pt x="396" y="99"/>
                      </a:lnTo>
                      <a:lnTo>
                        <a:pt x="396" y="100"/>
                      </a:lnTo>
                      <a:lnTo>
                        <a:pt x="396" y="102"/>
                      </a:lnTo>
                      <a:lnTo>
                        <a:pt x="396" y="104"/>
                      </a:lnTo>
                      <a:lnTo>
                        <a:pt x="398" y="104"/>
                      </a:lnTo>
                      <a:lnTo>
                        <a:pt x="396" y="104"/>
                      </a:lnTo>
                      <a:lnTo>
                        <a:pt x="396" y="106"/>
                      </a:lnTo>
                      <a:lnTo>
                        <a:pt x="396" y="108"/>
                      </a:lnTo>
                      <a:lnTo>
                        <a:pt x="394" y="108"/>
                      </a:lnTo>
                      <a:lnTo>
                        <a:pt x="393" y="108"/>
                      </a:lnTo>
                      <a:lnTo>
                        <a:pt x="393" y="109"/>
                      </a:lnTo>
                      <a:lnTo>
                        <a:pt x="391" y="109"/>
                      </a:lnTo>
                      <a:lnTo>
                        <a:pt x="391" y="111"/>
                      </a:lnTo>
                      <a:lnTo>
                        <a:pt x="391" y="113"/>
                      </a:lnTo>
                      <a:lnTo>
                        <a:pt x="389" y="113"/>
                      </a:lnTo>
                      <a:lnTo>
                        <a:pt x="389" y="111"/>
                      </a:lnTo>
                      <a:lnTo>
                        <a:pt x="387" y="111"/>
                      </a:lnTo>
                      <a:lnTo>
                        <a:pt x="387" y="113"/>
                      </a:lnTo>
                      <a:lnTo>
                        <a:pt x="385" y="113"/>
                      </a:lnTo>
                      <a:lnTo>
                        <a:pt x="383" y="113"/>
                      </a:lnTo>
                      <a:lnTo>
                        <a:pt x="383" y="111"/>
                      </a:lnTo>
                      <a:lnTo>
                        <a:pt x="382" y="111"/>
                      </a:lnTo>
                      <a:lnTo>
                        <a:pt x="380" y="111"/>
                      </a:lnTo>
                      <a:lnTo>
                        <a:pt x="380" y="109"/>
                      </a:lnTo>
                      <a:lnTo>
                        <a:pt x="378" y="109"/>
                      </a:lnTo>
                      <a:lnTo>
                        <a:pt x="378" y="108"/>
                      </a:lnTo>
                      <a:lnTo>
                        <a:pt x="378" y="106"/>
                      </a:lnTo>
                      <a:lnTo>
                        <a:pt x="378" y="104"/>
                      </a:lnTo>
                      <a:lnTo>
                        <a:pt x="378" y="102"/>
                      </a:lnTo>
                      <a:lnTo>
                        <a:pt x="378" y="104"/>
                      </a:lnTo>
                      <a:lnTo>
                        <a:pt x="376" y="104"/>
                      </a:lnTo>
                      <a:lnTo>
                        <a:pt x="374" y="106"/>
                      </a:lnTo>
                      <a:lnTo>
                        <a:pt x="373" y="106"/>
                      </a:lnTo>
                      <a:lnTo>
                        <a:pt x="371" y="106"/>
                      </a:lnTo>
                      <a:lnTo>
                        <a:pt x="367" y="106"/>
                      </a:lnTo>
                      <a:lnTo>
                        <a:pt x="367" y="108"/>
                      </a:lnTo>
                      <a:lnTo>
                        <a:pt x="365" y="108"/>
                      </a:lnTo>
                      <a:lnTo>
                        <a:pt x="367" y="108"/>
                      </a:lnTo>
                      <a:lnTo>
                        <a:pt x="367" y="109"/>
                      </a:lnTo>
                      <a:lnTo>
                        <a:pt x="367" y="111"/>
                      </a:lnTo>
                      <a:lnTo>
                        <a:pt x="367" y="113"/>
                      </a:lnTo>
                      <a:lnTo>
                        <a:pt x="369" y="113"/>
                      </a:lnTo>
                      <a:lnTo>
                        <a:pt x="367" y="113"/>
                      </a:lnTo>
                      <a:lnTo>
                        <a:pt x="367" y="115"/>
                      </a:lnTo>
                      <a:lnTo>
                        <a:pt x="369" y="115"/>
                      </a:lnTo>
                      <a:lnTo>
                        <a:pt x="369" y="117"/>
                      </a:lnTo>
                      <a:lnTo>
                        <a:pt x="367" y="117"/>
                      </a:lnTo>
                      <a:lnTo>
                        <a:pt x="367" y="119"/>
                      </a:lnTo>
                      <a:lnTo>
                        <a:pt x="369" y="120"/>
                      </a:lnTo>
                      <a:lnTo>
                        <a:pt x="371" y="122"/>
                      </a:lnTo>
                      <a:lnTo>
                        <a:pt x="373" y="122"/>
                      </a:lnTo>
                      <a:lnTo>
                        <a:pt x="373" y="124"/>
                      </a:lnTo>
                      <a:lnTo>
                        <a:pt x="374" y="124"/>
                      </a:lnTo>
                      <a:lnTo>
                        <a:pt x="374" y="126"/>
                      </a:lnTo>
                      <a:lnTo>
                        <a:pt x="376" y="126"/>
                      </a:lnTo>
                      <a:lnTo>
                        <a:pt x="376" y="128"/>
                      </a:lnTo>
                      <a:lnTo>
                        <a:pt x="378" y="130"/>
                      </a:lnTo>
                      <a:lnTo>
                        <a:pt x="376" y="130"/>
                      </a:lnTo>
                      <a:lnTo>
                        <a:pt x="376" y="131"/>
                      </a:lnTo>
                      <a:lnTo>
                        <a:pt x="376" y="133"/>
                      </a:lnTo>
                      <a:lnTo>
                        <a:pt x="376" y="135"/>
                      </a:lnTo>
                      <a:lnTo>
                        <a:pt x="378" y="135"/>
                      </a:lnTo>
                      <a:lnTo>
                        <a:pt x="378" y="137"/>
                      </a:lnTo>
                      <a:lnTo>
                        <a:pt x="380" y="137"/>
                      </a:lnTo>
                      <a:lnTo>
                        <a:pt x="380" y="139"/>
                      </a:lnTo>
                      <a:lnTo>
                        <a:pt x="382" y="139"/>
                      </a:lnTo>
                      <a:lnTo>
                        <a:pt x="382" y="141"/>
                      </a:lnTo>
                      <a:lnTo>
                        <a:pt x="380" y="141"/>
                      </a:lnTo>
                      <a:lnTo>
                        <a:pt x="380" y="142"/>
                      </a:lnTo>
                      <a:lnTo>
                        <a:pt x="378" y="142"/>
                      </a:lnTo>
                      <a:lnTo>
                        <a:pt x="376" y="142"/>
                      </a:lnTo>
                      <a:lnTo>
                        <a:pt x="376" y="144"/>
                      </a:lnTo>
                      <a:lnTo>
                        <a:pt x="378" y="144"/>
                      </a:lnTo>
                      <a:lnTo>
                        <a:pt x="378" y="146"/>
                      </a:lnTo>
                      <a:lnTo>
                        <a:pt x="380" y="146"/>
                      </a:lnTo>
                      <a:lnTo>
                        <a:pt x="378" y="146"/>
                      </a:lnTo>
                      <a:lnTo>
                        <a:pt x="378" y="148"/>
                      </a:lnTo>
                      <a:lnTo>
                        <a:pt x="378" y="150"/>
                      </a:lnTo>
                      <a:lnTo>
                        <a:pt x="380" y="152"/>
                      </a:lnTo>
                      <a:lnTo>
                        <a:pt x="382" y="152"/>
                      </a:lnTo>
                      <a:lnTo>
                        <a:pt x="382" y="150"/>
                      </a:lnTo>
                      <a:lnTo>
                        <a:pt x="382" y="152"/>
                      </a:lnTo>
                      <a:lnTo>
                        <a:pt x="383" y="152"/>
                      </a:lnTo>
                      <a:lnTo>
                        <a:pt x="383" y="153"/>
                      </a:lnTo>
                      <a:lnTo>
                        <a:pt x="383" y="155"/>
                      </a:lnTo>
                      <a:lnTo>
                        <a:pt x="385" y="155"/>
                      </a:lnTo>
                      <a:lnTo>
                        <a:pt x="385" y="157"/>
                      </a:lnTo>
                      <a:lnTo>
                        <a:pt x="385" y="159"/>
                      </a:lnTo>
                      <a:lnTo>
                        <a:pt x="385" y="157"/>
                      </a:lnTo>
                      <a:lnTo>
                        <a:pt x="387" y="157"/>
                      </a:lnTo>
                      <a:lnTo>
                        <a:pt x="389" y="157"/>
                      </a:lnTo>
                      <a:lnTo>
                        <a:pt x="391" y="157"/>
                      </a:lnTo>
                      <a:lnTo>
                        <a:pt x="393" y="157"/>
                      </a:lnTo>
                      <a:lnTo>
                        <a:pt x="393" y="159"/>
                      </a:lnTo>
                      <a:lnTo>
                        <a:pt x="394" y="159"/>
                      </a:lnTo>
                      <a:lnTo>
                        <a:pt x="396" y="159"/>
                      </a:lnTo>
                      <a:lnTo>
                        <a:pt x="398" y="159"/>
                      </a:lnTo>
                      <a:lnTo>
                        <a:pt x="400" y="159"/>
                      </a:lnTo>
                      <a:lnTo>
                        <a:pt x="402" y="159"/>
                      </a:lnTo>
                      <a:lnTo>
                        <a:pt x="402" y="161"/>
                      </a:lnTo>
                      <a:lnTo>
                        <a:pt x="404" y="161"/>
                      </a:lnTo>
                      <a:lnTo>
                        <a:pt x="405" y="161"/>
                      </a:lnTo>
                      <a:lnTo>
                        <a:pt x="405" y="162"/>
                      </a:lnTo>
                      <a:lnTo>
                        <a:pt x="407" y="162"/>
                      </a:lnTo>
                      <a:lnTo>
                        <a:pt x="407" y="164"/>
                      </a:lnTo>
                      <a:lnTo>
                        <a:pt x="407" y="162"/>
                      </a:lnTo>
                      <a:lnTo>
                        <a:pt x="407" y="164"/>
                      </a:lnTo>
                      <a:lnTo>
                        <a:pt x="409" y="164"/>
                      </a:lnTo>
                      <a:lnTo>
                        <a:pt x="411" y="162"/>
                      </a:lnTo>
                      <a:lnTo>
                        <a:pt x="413" y="162"/>
                      </a:lnTo>
                      <a:lnTo>
                        <a:pt x="413" y="161"/>
                      </a:lnTo>
                      <a:lnTo>
                        <a:pt x="415" y="162"/>
                      </a:lnTo>
                      <a:lnTo>
                        <a:pt x="416" y="162"/>
                      </a:lnTo>
                      <a:lnTo>
                        <a:pt x="418" y="162"/>
                      </a:lnTo>
                      <a:lnTo>
                        <a:pt x="418" y="164"/>
                      </a:lnTo>
                      <a:lnTo>
                        <a:pt x="420" y="164"/>
                      </a:lnTo>
                      <a:lnTo>
                        <a:pt x="420" y="166"/>
                      </a:lnTo>
                      <a:lnTo>
                        <a:pt x="422" y="166"/>
                      </a:lnTo>
                      <a:lnTo>
                        <a:pt x="422" y="168"/>
                      </a:lnTo>
                      <a:lnTo>
                        <a:pt x="424" y="168"/>
                      </a:lnTo>
                      <a:lnTo>
                        <a:pt x="424" y="170"/>
                      </a:lnTo>
                      <a:lnTo>
                        <a:pt x="425" y="170"/>
                      </a:lnTo>
                      <a:lnTo>
                        <a:pt x="424" y="172"/>
                      </a:lnTo>
                      <a:lnTo>
                        <a:pt x="424" y="173"/>
                      </a:lnTo>
                      <a:lnTo>
                        <a:pt x="425" y="173"/>
                      </a:lnTo>
                      <a:lnTo>
                        <a:pt x="427" y="173"/>
                      </a:lnTo>
                      <a:lnTo>
                        <a:pt x="427" y="175"/>
                      </a:lnTo>
                      <a:lnTo>
                        <a:pt x="429" y="175"/>
                      </a:lnTo>
                      <a:lnTo>
                        <a:pt x="429" y="177"/>
                      </a:lnTo>
                      <a:lnTo>
                        <a:pt x="431" y="177"/>
                      </a:lnTo>
                      <a:lnTo>
                        <a:pt x="433" y="177"/>
                      </a:lnTo>
                      <a:lnTo>
                        <a:pt x="435" y="177"/>
                      </a:lnTo>
                      <a:lnTo>
                        <a:pt x="433" y="177"/>
                      </a:lnTo>
                      <a:lnTo>
                        <a:pt x="435" y="179"/>
                      </a:lnTo>
                      <a:lnTo>
                        <a:pt x="436" y="179"/>
                      </a:lnTo>
                      <a:lnTo>
                        <a:pt x="438" y="179"/>
                      </a:lnTo>
                      <a:lnTo>
                        <a:pt x="438" y="181"/>
                      </a:lnTo>
                      <a:lnTo>
                        <a:pt x="440" y="181"/>
                      </a:lnTo>
                      <a:lnTo>
                        <a:pt x="442" y="181"/>
                      </a:lnTo>
                      <a:lnTo>
                        <a:pt x="440" y="181"/>
                      </a:lnTo>
                      <a:lnTo>
                        <a:pt x="442" y="181"/>
                      </a:lnTo>
                      <a:lnTo>
                        <a:pt x="444" y="181"/>
                      </a:lnTo>
                      <a:lnTo>
                        <a:pt x="446" y="181"/>
                      </a:lnTo>
                      <a:lnTo>
                        <a:pt x="446" y="183"/>
                      </a:lnTo>
                      <a:lnTo>
                        <a:pt x="447" y="183"/>
                      </a:lnTo>
                      <a:lnTo>
                        <a:pt x="449" y="183"/>
                      </a:lnTo>
                      <a:lnTo>
                        <a:pt x="449" y="184"/>
                      </a:lnTo>
                      <a:lnTo>
                        <a:pt x="451" y="184"/>
                      </a:lnTo>
                      <a:lnTo>
                        <a:pt x="451" y="186"/>
                      </a:lnTo>
                      <a:lnTo>
                        <a:pt x="453" y="186"/>
                      </a:lnTo>
                      <a:lnTo>
                        <a:pt x="455" y="186"/>
                      </a:lnTo>
                      <a:lnTo>
                        <a:pt x="455" y="188"/>
                      </a:lnTo>
                      <a:lnTo>
                        <a:pt x="456" y="188"/>
                      </a:lnTo>
                      <a:lnTo>
                        <a:pt x="458" y="188"/>
                      </a:lnTo>
                      <a:lnTo>
                        <a:pt x="460" y="188"/>
                      </a:lnTo>
                      <a:lnTo>
                        <a:pt x="458" y="190"/>
                      </a:lnTo>
                      <a:lnTo>
                        <a:pt x="460" y="190"/>
                      </a:lnTo>
                      <a:lnTo>
                        <a:pt x="458" y="190"/>
                      </a:lnTo>
                      <a:lnTo>
                        <a:pt x="458" y="192"/>
                      </a:lnTo>
                      <a:lnTo>
                        <a:pt x="456" y="192"/>
                      </a:lnTo>
                      <a:lnTo>
                        <a:pt x="455" y="190"/>
                      </a:lnTo>
                      <a:lnTo>
                        <a:pt x="455" y="192"/>
                      </a:lnTo>
                      <a:lnTo>
                        <a:pt x="453" y="192"/>
                      </a:lnTo>
                      <a:lnTo>
                        <a:pt x="453" y="194"/>
                      </a:lnTo>
                      <a:lnTo>
                        <a:pt x="451" y="194"/>
                      </a:lnTo>
                      <a:lnTo>
                        <a:pt x="451" y="195"/>
                      </a:lnTo>
                      <a:lnTo>
                        <a:pt x="449" y="195"/>
                      </a:lnTo>
                      <a:lnTo>
                        <a:pt x="449" y="197"/>
                      </a:lnTo>
                      <a:lnTo>
                        <a:pt x="447" y="197"/>
                      </a:lnTo>
                      <a:lnTo>
                        <a:pt x="447" y="199"/>
                      </a:lnTo>
                      <a:lnTo>
                        <a:pt x="446" y="199"/>
                      </a:lnTo>
                      <a:lnTo>
                        <a:pt x="444" y="199"/>
                      </a:lnTo>
                      <a:lnTo>
                        <a:pt x="444" y="201"/>
                      </a:lnTo>
                      <a:lnTo>
                        <a:pt x="442" y="201"/>
                      </a:lnTo>
                      <a:lnTo>
                        <a:pt x="442" y="203"/>
                      </a:lnTo>
                      <a:lnTo>
                        <a:pt x="442" y="205"/>
                      </a:lnTo>
                      <a:lnTo>
                        <a:pt x="440" y="205"/>
                      </a:lnTo>
                      <a:lnTo>
                        <a:pt x="438" y="205"/>
                      </a:lnTo>
                      <a:lnTo>
                        <a:pt x="436" y="205"/>
                      </a:lnTo>
                      <a:lnTo>
                        <a:pt x="436" y="206"/>
                      </a:lnTo>
                      <a:lnTo>
                        <a:pt x="435" y="206"/>
                      </a:lnTo>
                      <a:lnTo>
                        <a:pt x="436" y="206"/>
                      </a:lnTo>
                      <a:lnTo>
                        <a:pt x="435" y="206"/>
                      </a:lnTo>
                      <a:lnTo>
                        <a:pt x="435" y="208"/>
                      </a:lnTo>
                      <a:lnTo>
                        <a:pt x="436" y="208"/>
                      </a:lnTo>
                      <a:lnTo>
                        <a:pt x="436" y="210"/>
                      </a:lnTo>
                      <a:lnTo>
                        <a:pt x="438" y="210"/>
                      </a:lnTo>
                      <a:lnTo>
                        <a:pt x="436" y="210"/>
                      </a:lnTo>
                      <a:lnTo>
                        <a:pt x="438" y="210"/>
                      </a:lnTo>
                      <a:lnTo>
                        <a:pt x="436" y="212"/>
                      </a:lnTo>
                      <a:lnTo>
                        <a:pt x="436" y="214"/>
                      </a:lnTo>
                      <a:lnTo>
                        <a:pt x="435" y="214"/>
                      </a:lnTo>
                      <a:lnTo>
                        <a:pt x="435" y="215"/>
                      </a:lnTo>
                      <a:lnTo>
                        <a:pt x="433" y="215"/>
                      </a:lnTo>
                      <a:lnTo>
                        <a:pt x="433" y="217"/>
                      </a:lnTo>
                      <a:lnTo>
                        <a:pt x="431" y="217"/>
                      </a:lnTo>
                      <a:lnTo>
                        <a:pt x="431" y="219"/>
                      </a:lnTo>
                      <a:lnTo>
                        <a:pt x="433" y="219"/>
                      </a:lnTo>
                      <a:lnTo>
                        <a:pt x="433" y="221"/>
                      </a:lnTo>
                      <a:lnTo>
                        <a:pt x="433" y="223"/>
                      </a:lnTo>
                      <a:lnTo>
                        <a:pt x="435" y="223"/>
                      </a:lnTo>
                      <a:lnTo>
                        <a:pt x="433" y="223"/>
                      </a:lnTo>
                      <a:lnTo>
                        <a:pt x="433" y="225"/>
                      </a:lnTo>
                      <a:lnTo>
                        <a:pt x="433" y="226"/>
                      </a:lnTo>
                      <a:lnTo>
                        <a:pt x="431" y="226"/>
                      </a:lnTo>
                      <a:lnTo>
                        <a:pt x="431" y="225"/>
                      </a:lnTo>
                      <a:lnTo>
                        <a:pt x="431" y="226"/>
                      </a:lnTo>
                      <a:lnTo>
                        <a:pt x="431" y="228"/>
                      </a:lnTo>
                      <a:lnTo>
                        <a:pt x="433" y="228"/>
                      </a:lnTo>
                      <a:lnTo>
                        <a:pt x="431" y="228"/>
                      </a:lnTo>
                      <a:lnTo>
                        <a:pt x="431" y="230"/>
                      </a:lnTo>
                      <a:lnTo>
                        <a:pt x="431" y="228"/>
                      </a:lnTo>
                      <a:lnTo>
                        <a:pt x="429" y="228"/>
                      </a:lnTo>
                      <a:lnTo>
                        <a:pt x="427" y="230"/>
                      </a:lnTo>
                      <a:lnTo>
                        <a:pt x="427" y="232"/>
                      </a:lnTo>
                      <a:lnTo>
                        <a:pt x="427" y="234"/>
                      </a:lnTo>
                      <a:lnTo>
                        <a:pt x="425" y="234"/>
                      </a:lnTo>
                      <a:lnTo>
                        <a:pt x="425" y="236"/>
                      </a:lnTo>
                      <a:lnTo>
                        <a:pt x="424" y="236"/>
                      </a:lnTo>
                      <a:lnTo>
                        <a:pt x="424" y="237"/>
                      </a:lnTo>
                      <a:lnTo>
                        <a:pt x="425" y="237"/>
                      </a:lnTo>
                      <a:lnTo>
                        <a:pt x="424" y="237"/>
                      </a:lnTo>
                      <a:lnTo>
                        <a:pt x="424" y="239"/>
                      </a:lnTo>
                      <a:lnTo>
                        <a:pt x="425" y="239"/>
                      </a:lnTo>
                      <a:lnTo>
                        <a:pt x="427" y="239"/>
                      </a:lnTo>
                      <a:lnTo>
                        <a:pt x="427" y="241"/>
                      </a:lnTo>
                      <a:lnTo>
                        <a:pt x="429" y="241"/>
                      </a:lnTo>
                      <a:lnTo>
                        <a:pt x="431" y="241"/>
                      </a:lnTo>
                      <a:lnTo>
                        <a:pt x="431" y="243"/>
                      </a:lnTo>
                      <a:lnTo>
                        <a:pt x="433" y="243"/>
                      </a:lnTo>
                      <a:lnTo>
                        <a:pt x="431" y="243"/>
                      </a:lnTo>
                      <a:lnTo>
                        <a:pt x="433" y="243"/>
                      </a:lnTo>
                      <a:lnTo>
                        <a:pt x="433" y="245"/>
                      </a:lnTo>
                      <a:lnTo>
                        <a:pt x="435" y="245"/>
                      </a:lnTo>
                      <a:lnTo>
                        <a:pt x="435" y="247"/>
                      </a:lnTo>
                      <a:lnTo>
                        <a:pt x="436" y="247"/>
                      </a:lnTo>
                      <a:lnTo>
                        <a:pt x="438" y="247"/>
                      </a:lnTo>
                      <a:lnTo>
                        <a:pt x="438" y="248"/>
                      </a:lnTo>
                      <a:lnTo>
                        <a:pt x="440" y="248"/>
                      </a:lnTo>
                      <a:lnTo>
                        <a:pt x="438" y="248"/>
                      </a:lnTo>
                      <a:lnTo>
                        <a:pt x="440" y="248"/>
                      </a:lnTo>
                      <a:lnTo>
                        <a:pt x="440" y="250"/>
                      </a:lnTo>
                      <a:lnTo>
                        <a:pt x="442" y="248"/>
                      </a:lnTo>
                      <a:lnTo>
                        <a:pt x="440" y="248"/>
                      </a:lnTo>
                      <a:lnTo>
                        <a:pt x="440" y="247"/>
                      </a:lnTo>
                      <a:lnTo>
                        <a:pt x="440" y="245"/>
                      </a:lnTo>
                      <a:lnTo>
                        <a:pt x="442" y="245"/>
                      </a:lnTo>
                      <a:lnTo>
                        <a:pt x="444" y="245"/>
                      </a:lnTo>
                      <a:lnTo>
                        <a:pt x="444" y="247"/>
                      </a:lnTo>
                      <a:lnTo>
                        <a:pt x="446" y="247"/>
                      </a:lnTo>
                      <a:lnTo>
                        <a:pt x="447" y="247"/>
                      </a:lnTo>
                      <a:lnTo>
                        <a:pt x="446" y="247"/>
                      </a:lnTo>
                      <a:lnTo>
                        <a:pt x="446" y="248"/>
                      </a:lnTo>
                      <a:lnTo>
                        <a:pt x="447" y="248"/>
                      </a:lnTo>
                      <a:lnTo>
                        <a:pt x="449" y="248"/>
                      </a:lnTo>
                      <a:lnTo>
                        <a:pt x="451" y="250"/>
                      </a:lnTo>
                      <a:lnTo>
                        <a:pt x="453" y="250"/>
                      </a:lnTo>
                      <a:lnTo>
                        <a:pt x="451" y="250"/>
                      </a:lnTo>
                      <a:lnTo>
                        <a:pt x="453" y="250"/>
                      </a:lnTo>
                      <a:lnTo>
                        <a:pt x="453" y="252"/>
                      </a:lnTo>
                      <a:lnTo>
                        <a:pt x="453" y="250"/>
                      </a:lnTo>
                      <a:lnTo>
                        <a:pt x="453" y="252"/>
                      </a:lnTo>
                      <a:lnTo>
                        <a:pt x="453" y="250"/>
                      </a:lnTo>
                      <a:lnTo>
                        <a:pt x="455" y="250"/>
                      </a:lnTo>
                      <a:lnTo>
                        <a:pt x="455" y="252"/>
                      </a:lnTo>
                      <a:lnTo>
                        <a:pt x="456" y="252"/>
                      </a:lnTo>
                      <a:lnTo>
                        <a:pt x="456" y="254"/>
                      </a:lnTo>
                      <a:lnTo>
                        <a:pt x="456" y="252"/>
                      </a:lnTo>
                      <a:lnTo>
                        <a:pt x="456" y="254"/>
                      </a:lnTo>
                      <a:lnTo>
                        <a:pt x="458" y="254"/>
                      </a:lnTo>
                      <a:lnTo>
                        <a:pt x="458" y="252"/>
                      </a:lnTo>
                      <a:lnTo>
                        <a:pt x="458" y="254"/>
                      </a:lnTo>
                      <a:lnTo>
                        <a:pt x="460" y="254"/>
                      </a:lnTo>
                      <a:lnTo>
                        <a:pt x="458" y="254"/>
                      </a:lnTo>
                      <a:lnTo>
                        <a:pt x="460" y="254"/>
                      </a:lnTo>
                      <a:lnTo>
                        <a:pt x="460" y="256"/>
                      </a:lnTo>
                      <a:lnTo>
                        <a:pt x="462" y="256"/>
                      </a:lnTo>
                      <a:lnTo>
                        <a:pt x="464" y="256"/>
                      </a:lnTo>
                      <a:lnTo>
                        <a:pt x="466" y="256"/>
                      </a:lnTo>
                      <a:lnTo>
                        <a:pt x="466" y="258"/>
                      </a:lnTo>
                      <a:lnTo>
                        <a:pt x="466" y="259"/>
                      </a:lnTo>
                      <a:lnTo>
                        <a:pt x="467" y="261"/>
                      </a:lnTo>
                      <a:lnTo>
                        <a:pt x="469" y="261"/>
                      </a:lnTo>
                      <a:lnTo>
                        <a:pt x="469" y="263"/>
                      </a:lnTo>
                      <a:lnTo>
                        <a:pt x="469" y="265"/>
                      </a:lnTo>
                      <a:lnTo>
                        <a:pt x="471" y="265"/>
                      </a:lnTo>
                      <a:lnTo>
                        <a:pt x="471" y="263"/>
                      </a:lnTo>
                      <a:lnTo>
                        <a:pt x="473" y="263"/>
                      </a:lnTo>
                      <a:lnTo>
                        <a:pt x="475" y="263"/>
                      </a:lnTo>
                      <a:lnTo>
                        <a:pt x="475" y="265"/>
                      </a:lnTo>
                      <a:lnTo>
                        <a:pt x="475" y="267"/>
                      </a:lnTo>
                      <a:lnTo>
                        <a:pt x="478" y="267"/>
                      </a:lnTo>
                      <a:lnTo>
                        <a:pt x="478" y="268"/>
                      </a:lnTo>
                      <a:lnTo>
                        <a:pt x="480" y="268"/>
                      </a:lnTo>
                      <a:lnTo>
                        <a:pt x="482" y="268"/>
                      </a:lnTo>
                      <a:lnTo>
                        <a:pt x="484" y="270"/>
                      </a:lnTo>
                      <a:lnTo>
                        <a:pt x="486" y="272"/>
                      </a:lnTo>
                      <a:lnTo>
                        <a:pt x="488" y="272"/>
                      </a:lnTo>
                      <a:lnTo>
                        <a:pt x="488" y="274"/>
                      </a:lnTo>
                      <a:lnTo>
                        <a:pt x="489" y="274"/>
                      </a:lnTo>
                      <a:lnTo>
                        <a:pt x="491" y="274"/>
                      </a:lnTo>
                      <a:lnTo>
                        <a:pt x="491" y="272"/>
                      </a:lnTo>
                      <a:lnTo>
                        <a:pt x="493" y="272"/>
                      </a:lnTo>
                      <a:lnTo>
                        <a:pt x="495" y="272"/>
                      </a:lnTo>
                      <a:lnTo>
                        <a:pt x="497" y="272"/>
                      </a:lnTo>
                      <a:lnTo>
                        <a:pt x="498" y="274"/>
                      </a:lnTo>
                      <a:lnTo>
                        <a:pt x="500" y="274"/>
                      </a:lnTo>
                      <a:lnTo>
                        <a:pt x="502" y="276"/>
                      </a:lnTo>
                      <a:lnTo>
                        <a:pt x="504" y="276"/>
                      </a:lnTo>
                      <a:lnTo>
                        <a:pt x="504" y="278"/>
                      </a:lnTo>
                      <a:lnTo>
                        <a:pt x="506" y="278"/>
                      </a:lnTo>
                      <a:lnTo>
                        <a:pt x="508" y="278"/>
                      </a:lnTo>
                      <a:lnTo>
                        <a:pt x="508" y="279"/>
                      </a:lnTo>
                      <a:lnTo>
                        <a:pt x="509" y="279"/>
                      </a:lnTo>
                      <a:lnTo>
                        <a:pt x="509" y="281"/>
                      </a:lnTo>
                      <a:lnTo>
                        <a:pt x="511" y="281"/>
                      </a:lnTo>
                      <a:lnTo>
                        <a:pt x="513" y="279"/>
                      </a:lnTo>
                      <a:lnTo>
                        <a:pt x="513" y="281"/>
                      </a:lnTo>
                      <a:lnTo>
                        <a:pt x="513" y="279"/>
                      </a:lnTo>
                      <a:lnTo>
                        <a:pt x="515" y="279"/>
                      </a:lnTo>
                      <a:lnTo>
                        <a:pt x="517" y="279"/>
                      </a:lnTo>
                      <a:lnTo>
                        <a:pt x="519" y="279"/>
                      </a:lnTo>
                      <a:lnTo>
                        <a:pt x="520" y="279"/>
                      </a:lnTo>
                      <a:lnTo>
                        <a:pt x="520" y="281"/>
                      </a:lnTo>
                      <a:lnTo>
                        <a:pt x="519" y="281"/>
                      </a:lnTo>
                      <a:lnTo>
                        <a:pt x="520" y="281"/>
                      </a:lnTo>
                      <a:lnTo>
                        <a:pt x="520" y="283"/>
                      </a:lnTo>
                      <a:lnTo>
                        <a:pt x="520" y="285"/>
                      </a:lnTo>
                      <a:lnTo>
                        <a:pt x="520" y="287"/>
                      </a:lnTo>
                      <a:lnTo>
                        <a:pt x="522" y="287"/>
                      </a:lnTo>
                      <a:lnTo>
                        <a:pt x="524" y="287"/>
                      </a:lnTo>
                      <a:lnTo>
                        <a:pt x="526" y="287"/>
                      </a:lnTo>
                      <a:lnTo>
                        <a:pt x="528" y="287"/>
                      </a:lnTo>
                      <a:lnTo>
                        <a:pt x="528" y="289"/>
                      </a:lnTo>
                      <a:lnTo>
                        <a:pt x="529" y="289"/>
                      </a:lnTo>
                      <a:lnTo>
                        <a:pt x="531" y="289"/>
                      </a:lnTo>
                      <a:lnTo>
                        <a:pt x="533" y="289"/>
                      </a:lnTo>
                      <a:lnTo>
                        <a:pt x="535" y="289"/>
                      </a:lnTo>
                      <a:lnTo>
                        <a:pt x="537" y="289"/>
                      </a:lnTo>
                      <a:lnTo>
                        <a:pt x="537" y="290"/>
                      </a:lnTo>
                      <a:lnTo>
                        <a:pt x="539" y="290"/>
                      </a:lnTo>
                      <a:lnTo>
                        <a:pt x="539" y="292"/>
                      </a:lnTo>
                      <a:lnTo>
                        <a:pt x="540" y="292"/>
                      </a:lnTo>
                      <a:lnTo>
                        <a:pt x="540" y="294"/>
                      </a:lnTo>
                      <a:lnTo>
                        <a:pt x="540" y="292"/>
                      </a:lnTo>
                      <a:lnTo>
                        <a:pt x="542" y="292"/>
                      </a:lnTo>
                      <a:lnTo>
                        <a:pt x="544" y="292"/>
                      </a:lnTo>
                      <a:lnTo>
                        <a:pt x="544" y="290"/>
                      </a:lnTo>
                      <a:lnTo>
                        <a:pt x="544" y="289"/>
                      </a:lnTo>
                      <a:lnTo>
                        <a:pt x="546" y="289"/>
                      </a:lnTo>
                      <a:lnTo>
                        <a:pt x="551" y="289"/>
                      </a:lnTo>
                      <a:lnTo>
                        <a:pt x="559" y="290"/>
                      </a:lnTo>
                      <a:lnTo>
                        <a:pt x="561" y="292"/>
                      </a:lnTo>
                      <a:lnTo>
                        <a:pt x="562" y="292"/>
                      </a:lnTo>
                      <a:lnTo>
                        <a:pt x="561" y="290"/>
                      </a:lnTo>
                      <a:lnTo>
                        <a:pt x="559" y="290"/>
                      </a:lnTo>
                      <a:lnTo>
                        <a:pt x="559" y="289"/>
                      </a:lnTo>
                      <a:lnTo>
                        <a:pt x="561" y="290"/>
                      </a:lnTo>
                      <a:lnTo>
                        <a:pt x="561" y="289"/>
                      </a:lnTo>
                      <a:lnTo>
                        <a:pt x="562" y="289"/>
                      </a:lnTo>
                      <a:lnTo>
                        <a:pt x="564" y="289"/>
                      </a:lnTo>
                      <a:lnTo>
                        <a:pt x="566" y="289"/>
                      </a:lnTo>
                      <a:lnTo>
                        <a:pt x="568" y="289"/>
                      </a:lnTo>
                      <a:lnTo>
                        <a:pt x="570" y="287"/>
                      </a:lnTo>
                      <a:lnTo>
                        <a:pt x="571" y="287"/>
                      </a:lnTo>
                      <a:lnTo>
                        <a:pt x="571" y="289"/>
                      </a:lnTo>
                      <a:lnTo>
                        <a:pt x="573" y="289"/>
                      </a:lnTo>
                      <a:lnTo>
                        <a:pt x="575" y="289"/>
                      </a:lnTo>
                      <a:lnTo>
                        <a:pt x="575" y="290"/>
                      </a:lnTo>
                      <a:lnTo>
                        <a:pt x="577" y="290"/>
                      </a:lnTo>
                      <a:lnTo>
                        <a:pt x="577" y="292"/>
                      </a:lnTo>
                      <a:lnTo>
                        <a:pt x="579" y="292"/>
                      </a:lnTo>
                      <a:lnTo>
                        <a:pt x="581" y="292"/>
                      </a:lnTo>
                      <a:lnTo>
                        <a:pt x="582" y="292"/>
                      </a:lnTo>
                      <a:lnTo>
                        <a:pt x="584" y="292"/>
                      </a:lnTo>
                      <a:lnTo>
                        <a:pt x="586" y="292"/>
                      </a:lnTo>
                      <a:lnTo>
                        <a:pt x="588" y="292"/>
                      </a:lnTo>
                      <a:lnTo>
                        <a:pt x="588" y="294"/>
                      </a:lnTo>
                      <a:lnTo>
                        <a:pt x="590" y="296"/>
                      </a:lnTo>
                      <a:lnTo>
                        <a:pt x="590" y="298"/>
                      </a:lnTo>
                      <a:lnTo>
                        <a:pt x="590" y="300"/>
                      </a:lnTo>
                      <a:lnTo>
                        <a:pt x="590" y="301"/>
                      </a:lnTo>
                      <a:lnTo>
                        <a:pt x="588" y="303"/>
                      </a:lnTo>
                      <a:lnTo>
                        <a:pt x="590" y="303"/>
                      </a:lnTo>
                      <a:lnTo>
                        <a:pt x="592" y="305"/>
                      </a:lnTo>
                      <a:lnTo>
                        <a:pt x="593" y="305"/>
                      </a:lnTo>
                      <a:lnTo>
                        <a:pt x="595" y="305"/>
                      </a:lnTo>
                      <a:lnTo>
                        <a:pt x="595" y="303"/>
                      </a:lnTo>
                      <a:lnTo>
                        <a:pt x="595" y="305"/>
                      </a:lnTo>
                      <a:lnTo>
                        <a:pt x="597" y="305"/>
                      </a:lnTo>
                      <a:lnTo>
                        <a:pt x="597" y="307"/>
                      </a:lnTo>
                      <a:lnTo>
                        <a:pt x="599" y="307"/>
                      </a:lnTo>
                      <a:lnTo>
                        <a:pt x="601" y="307"/>
                      </a:lnTo>
                      <a:lnTo>
                        <a:pt x="601" y="309"/>
                      </a:lnTo>
                      <a:lnTo>
                        <a:pt x="602" y="309"/>
                      </a:lnTo>
                      <a:lnTo>
                        <a:pt x="602" y="311"/>
                      </a:lnTo>
                      <a:lnTo>
                        <a:pt x="604" y="311"/>
                      </a:lnTo>
                      <a:lnTo>
                        <a:pt x="604" y="309"/>
                      </a:lnTo>
                      <a:lnTo>
                        <a:pt x="606" y="311"/>
                      </a:lnTo>
                      <a:lnTo>
                        <a:pt x="608" y="311"/>
                      </a:lnTo>
                      <a:lnTo>
                        <a:pt x="608" y="312"/>
                      </a:lnTo>
                      <a:lnTo>
                        <a:pt x="608" y="314"/>
                      </a:lnTo>
                      <a:lnTo>
                        <a:pt x="610" y="314"/>
                      </a:lnTo>
                      <a:lnTo>
                        <a:pt x="612" y="314"/>
                      </a:lnTo>
                      <a:lnTo>
                        <a:pt x="613" y="314"/>
                      </a:lnTo>
                      <a:lnTo>
                        <a:pt x="615" y="314"/>
                      </a:lnTo>
                      <a:lnTo>
                        <a:pt x="615" y="312"/>
                      </a:lnTo>
                      <a:lnTo>
                        <a:pt x="617" y="312"/>
                      </a:lnTo>
                      <a:lnTo>
                        <a:pt x="619" y="312"/>
                      </a:lnTo>
                      <a:lnTo>
                        <a:pt x="621" y="311"/>
                      </a:lnTo>
                      <a:lnTo>
                        <a:pt x="623" y="311"/>
                      </a:lnTo>
                      <a:lnTo>
                        <a:pt x="623" y="309"/>
                      </a:lnTo>
                      <a:lnTo>
                        <a:pt x="624" y="309"/>
                      </a:lnTo>
                      <a:lnTo>
                        <a:pt x="624" y="311"/>
                      </a:lnTo>
                      <a:lnTo>
                        <a:pt x="626" y="311"/>
                      </a:lnTo>
                      <a:lnTo>
                        <a:pt x="626" y="312"/>
                      </a:lnTo>
                      <a:lnTo>
                        <a:pt x="628" y="312"/>
                      </a:lnTo>
                      <a:lnTo>
                        <a:pt x="628" y="314"/>
                      </a:lnTo>
                      <a:lnTo>
                        <a:pt x="626" y="314"/>
                      </a:lnTo>
                      <a:lnTo>
                        <a:pt x="628" y="314"/>
                      </a:lnTo>
                      <a:lnTo>
                        <a:pt x="626" y="314"/>
                      </a:lnTo>
                      <a:lnTo>
                        <a:pt x="626" y="316"/>
                      </a:lnTo>
                      <a:lnTo>
                        <a:pt x="628" y="316"/>
                      </a:lnTo>
                      <a:lnTo>
                        <a:pt x="626" y="316"/>
                      </a:lnTo>
                      <a:lnTo>
                        <a:pt x="628" y="318"/>
                      </a:lnTo>
                      <a:lnTo>
                        <a:pt x="630" y="318"/>
                      </a:lnTo>
                      <a:lnTo>
                        <a:pt x="630" y="320"/>
                      </a:lnTo>
                      <a:lnTo>
                        <a:pt x="632" y="320"/>
                      </a:lnTo>
                      <a:lnTo>
                        <a:pt x="634" y="320"/>
                      </a:lnTo>
                      <a:lnTo>
                        <a:pt x="635" y="320"/>
                      </a:lnTo>
                      <a:lnTo>
                        <a:pt x="634" y="320"/>
                      </a:lnTo>
                      <a:lnTo>
                        <a:pt x="635" y="320"/>
                      </a:lnTo>
                      <a:lnTo>
                        <a:pt x="635" y="318"/>
                      </a:lnTo>
                      <a:lnTo>
                        <a:pt x="637" y="318"/>
                      </a:lnTo>
                      <a:lnTo>
                        <a:pt x="639" y="318"/>
                      </a:lnTo>
                      <a:lnTo>
                        <a:pt x="641" y="318"/>
                      </a:lnTo>
                      <a:lnTo>
                        <a:pt x="643" y="318"/>
                      </a:lnTo>
                      <a:lnTo>
                        <a:pt x="643" y="320"/>
                      </a:lnTo>
                      <a:lnTo>
                        <a:pt x="643" y="318"/>
                      </a:lnTo>
                      <a:lnTo>
                        <a:pt x="643" y="320"/>
                      </a:lnTo>
                      <a:lnTo>
                        <a:pt x="643" y="318"/>
                      </a:lnTo>
                      <a:lnTo>
                        <a:pt x="644" y="318"/>
                      </a:lnTo>
                      <a:lnTo>
                        <a:pt x="644" y="320"/>
                      </a:lnTo>
                      <a:lnTo>
                        <a:pt x="646" y="320"/>
                      </a:lnTo>
                      <a:lnTo>
                        <a:pt x="646" y="318"/>
                      </a:lnTo>
                      <a:lnTo>
                        <a:pt x="646" y="320"/>
                      </a:lnTo>
                      <a:lnTo>
                        <a:pt x="646" y="318"/>
                      </a:lnTo>
                      <a:lnTo>
                        <a:pt x="646" y="320"/>
                      </a:lnTo>
                      <a:lnTo>
                        <a:pt x="648" y="320"/>
                      </a:lnTo>
                      <a:lnTo>
                        <a:pt x="648" y="318"/>
                      </a:lnTo>
                      <a:lnTo>
                        <a:pt x="650" y="318"/>
                      </a:lnTo>
                      <a:lnTo>
                        <a:pt x="648" y="320"/>
                      </a:lnTo>
                      <a:lnTo>
                        <a:pt x="650" y="320"/>
                      </a:lnTo>
                      <a:lnTo>
                        <a:pt x="652" y="320"/>
                      </a:lnTo>
                      <a:lnTo>
                        <a:pt x="654" y="320"/>
                      </a:lnTo>
                      <a:lnTo>
                        <a:pt x="654" y="321"/>
                      </a:lnTo>
                      <a:lnTo>
                        <a:pt x="655" y="321"/>
                      </a:lnTo>
                      <a:lnTo>
                        <a:pt x="657" y="323"/>
                      </a:lnTo>
                      <a:lnTo>
                        <a:pt x="659" y="323"/>
                      </a:lnTo>
                      <a:lnTo>
                        <a:pt x="659" y="325"/>
                      </a:lnTo>
                      <a:lnTo>
                        <a:pt x="661" y="325"/>
                      </a:lnTo>
                      <a:lnTo>
                        <a:pt x="663" y="325"/>
                      </a:lnTo>
                      <a:lnTo>
                        <a:pt x="665" y="325"/>
                      </a:lnTo>
                      <a:lnTo>
                        <a:pt x="666" y="325"/>
                      </a:lnTo>
                      <a:lnTo>
                        <a:pt x="668" y="325"/>
                      </a:lnTo>
                      <a:lnTo>
                        <a:pt x="668" y="323"/>
                      </a:lnTo>
                      <a:lnTo>
                        <a:pt x="670" y="323"/>
                      </a:lnTo>
                      <a:lnTo>
                        <a:pt x="670" y="321"/>
                      </a:lnTo>
                      <a:lnTo>
                        <a:pt x="672" y="321"/>
                      </a:lnTo>
                      <a:lnTo>
                        <a:pt x="674" y="321"/>
                      </a:lnTo>
                      <a:lnTo>
                        <a:pt x="674" y="320"/>
                      </a:lnTo>
                      <a:lnTo>
                        <a:pt x="675" y="320"/>
                      </a:lnTo>
                      <a:lnTo>
                        <a:pt x="675" y="321"/>
                      </a:lnTo>
                      <a:lnTo>
                        <a:pt x="675" y="323"/>
                      </a:lnTo>
                      <a:lnTo>
                        <a:pt x="675" y="325"/>
                      </a:lnTo>
                      <a:lnTo>
                        <a:pt x="677" y="325"/>
                      </a:lnTo>
                      <a:lnTo>
                        <a:pt x="679" y="327"/>
                      </a:lnTo>
                      <a:lnTo>
                        <a:pt x="679" y="325"/>
                      </a:lnTo>
                      <a:lnTo>
                        <a:pt x="681" y="325"/>
                      </a:lnTo>
                      <a:lnTo>
                        <a:pt x="681" y="327"/>
                      </a:lnTo>
                      <a:lnTo>
                        <a:pt x="681" y="325"/>
                      </a:lnTo>
                      <a:lnTo>
                        <a:pt x="683" y="327"/>
                      </a:lnTo>
                      <a:lnTo>
                        <a:pt x="685" y="327"/>
                      </a:lnTo>
                      <a:lnTo>
                        <a:pt x="685" y="329"/>
                      </a:lnTo>
                      <a:lnTo>
                        <a:pt x="685" y="327"/>
                      </a:lnTo>
                      <a:lnTo>
                        <a:pt x="686" y="327"/>
                      </a:lnTo>
                      <a:lnTo>
                        <a:pt x="686" y="325"/>
                      </a:lnTo>
                      <a:lnTo>
                        <a:pt x="688" y="325"/>
                      </a:lnTo>
                      <a:lnTo>
                        <a:pt x="690" y="325"/>
                      </a:lnTo>
                      <a:lnTo>
                        <a:pt x="692" y="325"/>
                      </a:lnTo>
                      <a:lnTo>
                        <a:pt x="692" y="327"/>
                      </a:lnTo>
                      <a:lnTo>
                        <a:pt x="694" y="327"/>
                      </a:lnTo>
                      <a:lnTo>
                        <a:pt x="696" y="327"/>
                      </a:lnTo>
                      <a:lnTo>
                        <a:pt x="696" y="325"/>
                      </a:lnTo>
                      <a:lnTo>
                        <a:pt x="697" y="325"/>
                      </a:lnTo>
                      <a:lnTo>
                        <a:pt x="699" y="325"/>
                      </a:lnTo>
                      <a:lnTo>
                        <a:pt x="699" y="327"/>
                      </a:lnTo>
                      <a:lnTo>
                        <a:pt x="699" y="325"/>
                      </a:lnTo>
                      <a:lnTo>
                        <a:pt x="701" y="325"/>
                      </a:lnTo>
                      <a:lnTo>
                        <a:pt x="701" y="323"/>
                      </a:lnTo>
                      <a:lnTo>
                        <a:pt x="701" y="325"/>
                      </a:lnTo>
                      <a:lnTo>
                        <a:pt x="703" y="325"/>
                      </a:lnTo>
                      <a:lnTo>
                        <a:pt x="703" y="323"/>
                      </a:lnTo>
                      <a:lnTo>
                        <a:pt x="705" y="323"/>
                      </a:lnTo>
                      <a:lnTo>
                        <a:pt x="705" y="325"/>
                      </a:lnTo>
                      <a:lnTo>
                        <a:pt x="707" y="325"/>
                      </a:lnTo>
                      <a:lnTo>
                        <a:pt x="705" y="325"/>
                      </a:lnTo>
                      <a:lnTo>
                        <a:pt x="707" y="325"/>
                      </a:lnTo>
                      <a:lnTo>
                        <a:pt x="707" y="327"/>
                      </a:lnTo>
                      <a:lnTo>
                        <a:pt x="708" y="327"/>
                      </a:lnTo>
                      <a:lnTo>
                        <a:pt x="710" y="327"/>
                      </a:lnTo>
                      <a:lnTo>
                        <a:pt x="710" y="325"/>
                      </a:lnTo>
                      <a:lnTo>
                        <a:pt x="712" y="325"/>
                      </a:lnTo>
                      <a:lnTo>
                        <a:pt x="712" y="323"/>
                      </a:lnTo>
                      <a:lnTo>
                        <a:pt x="712" y="321"/>
                      </a:lnTo>
                      <a:lnTo>
                        <a:pt x="712" y="320"/>
                      </a:lnTo>
                      <a:lnTo>
                        <a:pt x="714" y="320"/>
                      </a:lnTo>
                      <a:lnTo>
                        <a:pt x="714" y="318"/>
                      </a:lnTo>
                      <a:lnTo>
                        <a:pt x="714" y="316"/>
                      </a:lnTo>
                      <a:lnTo>
                        <a:pt x="716" y="316"/>
                      </a:lnTo>
                      <a:lnTo>
                        <a:pt x="716" y="314"/>
                      </a:lnTo>
                      <a:lnTo>
                        <a:pt x="716" y="312"/>
                      </a:lnTo>
                      <a:lnTo>
                        <a:pt x="714" y="311"/>
                      </a:lnTo>
                      <a:lnTo>
                        <a:pt x="714" y="309"/>
                      </a:lnTo>
                      <a:lnTo>
                        <a:pt x="714" y="307"/>
                      </a:lnTo>
                      <a:lnTo>
                        <a:pt x="712" y="307"/>
                      </a:lnTo>
                      <a:lnTo>
                        <a:pt x="712" y="305"/>
                      </a:lnTo>
                      <a:lnTo>
                        <a:pt x="712" y="303"/>
                      </a:lnTo>
                      <a:lnTo>
                        <a:pt x="710" y="303"/>
                      </a:lnTo>
                      <a:lnTo>
                        <a:pt x="708" y="303"/>
                      </a:lnTo>
                      <a:lnTo>
                        <a:pt x="708" y="301"/>
                      </a:lnTo>
                      <a:lnTo>
                        <a:pt x="708" y="300"/>
                      </a:lnTo>
                      <a:lnTo>
                        <a:pt x="708" y="298"/>
                      </a:lnTo>
                      <a:lnTo>
                        <a:pt x="710" y="296"/>
                      </a:lnTo>
                      <a:lnTo>
                        <a:pt x="710" y="294"/>
                      </a:lnTo>
                      <a:lnTo>
                        <a:pt x="710" y="292"/>
                      </a:lnTo>
                      <a:lnTo>
                        <a:pt x="710" y="290"/>
                      </a:lnTo>
                      <a:lnTo>
                        <a:pt x="710" y="289"/>
                      </a:lnTo>
                      <a:lnTo>
                        <a:pt x="710" y="287"/>
                      </a:lnTo>
                      <a:lnTo>
                        <a:pt x="710" y="285"/>
                      </a:lnTo>
                      <a:lnTo>
                        <a:pt x="712" y="285"/>
                      </a:lnTo>
                      <a:lnTo>
                        <a:pt x="712" y="283"/>
                      </a:lnTo>
                      <a:lnTo>
                        <a:pt x="712" y="281"/>
                      </a:lnTo>
                      <a:lnTo>
                        <a:pt x="714" y="281"/>
                      </a:lnTo>
                      <a:lnTo>
                        <a:pt x="714" y="279"/>
                      </a:lnTo>
                      <a:lnTo>
                        <a:pt x="714" y="278"/>
                      </a:lnTo>
                      <a:lnTo>
                        <a:pt x="716" y="278"/>
                      </a:lnTo>
                      <a:lnTo>
                        <a:pt x="716" y="276"/>
                      </a:lnTo>
                      <a:lnTo>
                        <a:pt x="716" y="274"/>
                      </a:lnTo>
                      <a:lnTo>
                        <a:pt x="714" y="274"/>
                      </a:lnTo>
                      <a:lnTo>
                        <a:pt x="712" y="272"/>
                      </a:lnTo>
                      <a:lnTo>
                        <a:pt x="714" y="272"/>
                      </a:lnTo>
                      <a:lnTo>
                        <a:pt x="714" y="270"/>
                      </a:lnTo>
                      <a:lnTo>
                        <a:pt x="716" y="272"/>
                      </a:lnTo>
                      <a:lnTo>
                        <a:pt x="716" y="270"/>
                      </a:lnTo>
                      <a:lnTo>
                        <a:pt x="717" y="270"/>
                      </a:lnTo>
                      <a:lnTo>
                        <a:pt x="717" y="272"/>
                      </a:lnTo>
                      <a:lnTo>
                        <a:pt x="717" y="270"/>
                      </a:lnTo>
                      <a:lnTo>
                        <a:pt x="719" y="270"/>
                      </a:lnTo>
                      <a:lnTo>
                        <a:pt x="721" y="270"/>
                      </a:lnTo>
                      <a:lnTo>
                        <a:pt x="723" y="268"/>
                      </a:lnTo>
                      <a:lnTo>
                        <a:pt x="723" y="270"/>
                      </a:lnTo>
                      <a:lnTo>
                        <a:pt x="723" y="268"/>
                      </a:lnTo>
                      <a:lnTo>
                        <a:pt x="725" y="268"/>
                      </a:lnTo>
                      <a:lnTo>
                        <a:pt x="727" y="267"/>
                      </a:lnTo>
                      <a:lnTo>
                        <a:pt x="727" y="268"/>
                      </a:lnTo>
                      <a:lnTo>
                        <a:pt x="728" y="268"/>
                      </a:lnTo>
                      <a:lnTo>
                        <a:pt x="728" y="267"/>
                      </a:lnTo>
                      <a:lnTo>
                        <a:pt x="730" y="267"/>
                      </a:lnTo>
                      <a:lnTo>
                        <a:pt x="730" y="265"/>
                      </a:lnTo>
                      <a:lnTo>
                        <a:pt x="732" y="265"/>
                      </a:lnTo>
                      <a:lnTo>
                        <a:pt x="732" y="267"/>
                      </a:lnTo>
                      <a:lnTo>
                        <a:pt x="734" y="267"/>
                      </a:lnTo>
                      <a:lnTo>
                        <a:pt x="736" y="267"/>
                      </a:lnTo>
                      <a:lnTo>
                        <a:pt x="738" y="268"/>
                      </a:lnTo>
                      <a:lnTo>
                        <a:pt x="738" y="270"/>
                      </a:lnTo>
                      <a:lnTo>
                        <a:pt x="738" y="272"/>
                      </a:lnTo>
                      <a:lnTo>
                        <a:pt x="739" y="272"/>
                      </a:lnTo>
                      <a:lnTo>
                        <a:pt x="739" y="274"/>
                      </a:lnTo>
                      <a:lnTo>
                        <a:pt x="739" y="276"/>
                      </a:lnTo>
                      <a:lnTo>
                        <a:pt x="739" y="278"/>
                      </a:lnTo>
                      <a:lnTo>
                        <a:pt x="739" y="279"/>
                      </a:lnTo>
                      <a:lnTo>
                        <a:pt x="738" y="279"/>
                      </a:lnTo>
                      <a:lnTo>
                        <a:pt x="738" y="281"/>
                      </a:lnTo>
                      <a:lnTo>
                        <a:pt x="738" y="283"/>
                      </a:lnTo>
                      <a:lnTo>
                        <a:pt x="736" y="285"/>
                      </a:lnTo>
                      <a:lnTo>
                        <a:pt x="736" y="287"/>
                      </a:lnTo>
                      <a:lnTo>
                        <a:pt x="738" y="287"/>
                      </a:lnTo>
                      <a:lnTo>
                        <a:pt x="736" y="287"/>
                      </a:lnTo>
                      <a:lnTo>
                        <a:pt x="736" y="289"/>
                      </a:lnTo>
                      <a:lnTo>
                        <a:pt x="738" y="290"/>
                      </a:lnTo>
                      <a:lnTo>
                        <a:pt x="738" y="292"/>
                      </a:lnTo>
                      <a:lnTo>
                        <a:pt x="739" y="292"/>
                      </a:lnTo>
                      <a:lnTo>
                        <a:pt x="739" y="294"/>
                      </a:lnTo>
                      <a:lnTo>
                        <a:pt x="741" y="294"/>
                      </a:lnTo>
                      <a:lnTo>
                        <a:pt x="741" y="296"/>
                      </a:lnTo>
                      <a:lnTo>
                        <a:pt x="739" y="296"/>
                      </a:lnTo>
                      <a:lnTo>
                        <a:pt x="738" y="296"/>
                      </a:lnTo>
                      <a:lnTo>
                        <a:pt x="738" y="298"/>
                      </a:lnTo>
                      <a:lnTo>
                        <a:pt x="736" y="298"/>
                      </a:lnTo>
                      <a:lnTo>
                        <a:pt x="736" y="300"/>
                      </a:lnTo>
                      <a:lnTo>
                        <a:pt x="738" y="300"/>
                      </a:lnTo>
                      <a:lnTo>
                        <a:pt x="738" y="301"/>
                      </a:lnTo>
                      <a:lnTo>
                        <a:pt x="739" y="301"/>
                      </a:lnTo>
                      <a:lnTo>
                        <a:pt x="739" y="303"/>
                      </a:lnTo>
                      <a:lnTo>
                        <a:pt x="739" y="305"/>
                      </a:lnTo>
                      <a:lnTo>
                        <a:pt x="739" y="307"/>
                      </a:lnTo>
                      <a:lnTo>
                        <a:pt x="741" y="307"/>
                      </a:lnTo>
                      <a:lnTo>
                        <a:pt x="741" y="305"/>
                      </a:lnTo>
                      <a:lnTo>
                        <a:pt x="743" y="305"/>
                      </a:lnTo>
                      <a:lnTo>
                        <a:pt x="743" y="307"/>
                      </a:lnTo>
                      <a:lnTo>
                        <a:pt x="743" y="309"/>
                      </a:lnTo>
                      <a:lnTo>
                        <a:pt x="745" y="307"/>
                      </a:lnTo>
                      <a:lnTo>
                        <a:pt x="745" y="309"/>
                      </a:lnTo>
                      <a:lnTo>
                        <a:pt x="747" y="309"/>
                      </a:lnTo>
                      <a:lnTo>
                        <a:pt x="749" y="309"/>
                      </a:lnTo>
                      <a:lnTo>
                        <a:pt x="749" y="311"/>
                      </a:lnTo>
                      <a:lnTo>
                        <a:pt x="749" y="312"/>
                      </a:lnTo>
                      <a:lnTo>
                        <a:pt x="750" y="311"/>
                      </a:lnTo>
                      <a:lnTo>
                        <a:pt x="750" y="312"/>
                      </a:lnTo>
                      <a:lnTo>
                        <a:pt x="752" y="312"/>
                      </a:lnTo>
                      <a:lnTo>
                        <a:pt x="752" y="311"/>
                      </a:lnTo>
                      <a:lnTo>
                        <a:pt x="754" y="312"/>
                      </a:lnTo>
                      <a:lnTo>
                        <a:pt x="754" y="311"/>
                      </a:lnTo>
                      <a:lnTo>
                        <a:pt x="756" y="311"/>
                      </a:lnTo>
                      <a:lnTo>
                        <a:pt x="758" y="311"/>
                      </a:lnTo>
                      <a:lnTo>
                        <a:pt x="759" y="311"/>
                      </a:lnTo>
                      <a:lnTo>
                        <a:pt x="761" y="312"/>
                      </a:lnTo>
                      <a:lnTo>
                        <a:pt x="763" y="312"/>
                      </a:lnTo>
                      <a:lnTo>
                        <a:pt x="765" y="312"/>
                      </a:lnTo>
                      <a:lnTo>
                        <a:pt x="767" y="312"/>
                      </a:lnTo>
                      <a:lnTo>
                        <a:pt x="767" y="314"/>
                      </a:lnTo>
                      <a:lnTo>
                        <a:pt x="767" y="316"/>
                      </a:lnTo>
                      <a:lnTo>
                        <a:pt x="769" y="314"/>
                      </a:lnTo>
                      <a:lnTo>
                        <a:pt x="770" y="314"/>
                      </a:lnTo>
                      <a:lnTo>
                        <a:pt x="770" y="316"/>
                      </a:lnTo>
                      <a:lnTo>
                        <a:pt x="772" y="316"/>
                      </a:lnTo>
                      <a:lnTo>
                        <a:pt x="774" y="316"/>
                      </a:lnTo>
                      <a:lnTo>
                        <a:pt x="774" y="314"/>
                      </a:lnTo>
                      <a:lnTo>
                        <a:pt x="776" y="314"/>
                      </a:lnTo>
                      <a:lnTo>
                        <a:pt x="778" y="314"/>
                      </a:lnTo>
                      <a:lnTo>
                        <a:pt x="780" y="314"/>
                      </a:lnTo>
                      <a:lnTo>
                        <a:pt x="781" y="314"/>
                      </a:lnTo>
                      <a:lnTo>
                        <a:pt x="783" y="314"/>
                      </a:lnTo>
                      <a:lnTo>
                        <a:pt x="787" y="312"/>
                      </a:lnTo>
                      <a:lnTo>
                        <a:pt x="787" y="311"/>
                      </a:lnTo>
                      <a:lnTo>
                        <a:pt x="789" y="311"/>
                      </a:lnTo>
                      <a:lnTo>
                        <a:pt x="790" y="311"/>
                      </a:lnTo>
                      <a:lnTo>
                        <a:pt x="792" y="311"/>
                      </a:lnTo>
                      <a:lnTo>
                        <a:pt x="792" y="309"/>
                      </a:lnTo>
                      <a:lnTo>
                        <a:pt x="794" y="309"/>
                      </a:lnTo>
                      <a:lnTo>
                        <a:pt x="796" y="309"/>
                      </a:lnTo>
                      <a:lnTo>
                        <a:pt x="798" y="311"/>
                      </a:lnTo>
                      <a:lnTo>
                        <a:pt x="800" y="312"/>
                      </a:lnTo>
                      <a:lnTo>
                        <a:pt x="801" y="312"/>
                      </a:lnTo>
                      <a:lnTo>
                        <a:pt x="803" y="312"/>
                      </a:lnTo>
                      <a:lnTo>
                        <a:pt x="805" y="312"/>
                      </a:lnTo>
                      <a:lnTo>
                        <a:pt x="805" y="314"/>
                      </a:lnTo>
                      <a:lnTo>
                        <a:pt x="807" y="312"/>
                      </a:lnTo>
                      <a:lnTo>
                        <a:pt x="812" y="312"/>
                      </a:lnTo>
                      <a:lnTo>
                        <a:pt x="814" y="312"/>
                      </a:lnTo>
                      <a:lnTo>
                        <a:pt x="816" y="312"/>
                      </a:lnTo>
                      <a:lnTo>
                        <a:pt x="818" y="312"/>
                      </a:lnTo>
                      <a:lnTo>
                        <a:pt x="818" y="311"/>
                      </a:lnTo>
                      <a:lnTo>
                        <a:pt x="820" y="312"/>
                      </a:lnTo>
                      <a:lnTo>
                        <a:pt x="822" y="312"/>
                      </a:lnTo>
                      <a:lnTo>
                        <a:pt x="823" y="312"/>
                      </a:lnTo>
                      <a:lnTo>
                        <a:pt x="825" y="312"/>
                      </a:lnTo>
                      <a:lnTo>
                        <a:pt x="827" y="312"/>
                      </a:lnTo>
                      <a:lnTo>
                        <a:pt x="829" y="312"/>
                      </a:lnTo>
                      <a:lnTo>
                        <a:pt x="831" y="311"/>
                      </a:lnTo>
                      <a:lnTo>
                        <a:pt x="832" y="311"/>
                      </a:lnTo>
                      <a:lnTo>
                        <a:pt x="832" y="309"/>
                      </a:lnTo>
                      <a:lnTo>
                        <a:pt x="834" y="311"/>
                      </a:lnTo>
                      <a:lnTo>
                        <a:pt x="834" y="312"/>
                      </a:lnTo>
                      <a:lnTo>
                        <a:pt x="836" y="312"/>
                      </a:lnTo>
                      <a:lnTo>
                        <a:pt x="838" y="312"/>
                      </a:lnTo>
                      <a:lnTo>
                        <a:pt x="840" y="312"/>
                      </a:lnTo>
                      <a:lnTo>
                        <a:pt x="842" y="312"/>
                      </a:lnTo>
                      <a:lnTo>
                        <a:pt x="843" y="311"/>
                      </a:lnTo>
                      <a:lnTo>
                        <a:pt x="845" y="311"/>
                      </a:lnTo>
                      <a:lnTo>
                        <a:pt x="847" y="311"/>
                      </a:lnTo>
                      <a:lnTo>
                        <a:pt x="849" y="311"/>
                      </a:lnTo>
                      <a:lnTo>
                        <a:pt x="849" y="309"/>
                      </a:lnTo>
                      <a:lnTo>
                        <a:pt x="851" y="311"/>
                      </a:lnTo>
                      <a:lnTo>
                        <a:pt x="853" y="311"/>
                      </a:lnTo>
                      <a:lnTo>
                        <a:pt x="854" y="311"/>
                      </a:lnTo>
                      <a:lnTo>
                        <a:pt x="854" y="309"/>
                      </a:lnTo>
                      <a:lnTo>
                        <a:pt x="856" y="309"/>
                      </a:lnTo>
                      <a:lnTo>
                        <a:pt x="856" y="307"/>
                      </a:lnTo>
                      <a:lnTo>
                        <a:pt x="854" y="305"/>
                      </a:lnTo>
                      <a:lnTo>
                        <a:pt x="854" y="303"/>
                      </a:lnTo>
                      <a:lnTo>
                        <a:pt x="853" y="303"/>
                      </a:lnTo>
                      <a:lnTo>
                        <a:pt x="853" y="301"/>
                      </a:lnTo>
                      <a:lnTo>
                        <a:pt x="853" y="300"/>
                      </a:lnTo>
                      <a:lnTo>
                        <a:pt x="853" y="298"/>
                      </a:lnTo>
                      <a:lnTo>
                        <a:pt x="854" y="296"/>
                      </a:lnTo>
                      <a:lnTo>
                        <a:pt x="856" y="296"/>
                      </a:lnTo>
                      <a:lnTo>
                        <a:pt x="856" y="294"/>
                      </a:lnTo>
                      <a:lnTo>
                        <a:pt x="854" y="294"/>
                      </a:lnTo>
                      <a:lnTo>
                        <a:pt x="854" y="292"/>
                      </a:lnTo>
                      <a:lnTo>
                        <a:pt x="853" y="289"/>
                      </a:lnTo>
                      <a:lnTo>
                        <a:pt x="851" y="289"/>
                      </a:lnTo>
                      <a:lnTo>
                        <a:pt x="849" y="289"/>
                      </a:lnTo>
                      <a:lnTo>
                        <a:pt x="847" y="289"/>
                      </a:lnTo>
                      <a:lnTo>
                        <a:pt x="845" y="290"/>
                      </a:lnTo>
                      <a:lnTo>
                        <a:pt x="843" y="290"/>
                      </a:lnTo>
                      <a:lnTo>
                        <a:pt x="843" y="289"/>
                      </a:lnTo>
                      <a:lnTo>
                        <a:pt x="842" y="289"/>
                      </a:lnTo>
                      <a:lnTo>
                        <a:pt x="840" y="289"/>
                      </a:lnTo>
                      <a:lnTo>
                        <a:pt x="840" y="287"/>
                      </a:lnTo>
                      <a:lnTo>
                        <a:pt x="838" y="285"/>
                      </a:lnTo>
                      <a:lnTo>
                        <a:pt x="838" y="283"/>
                      </a:lnTo>
                      <a:lnTo>
                        <a:pt x="838" y="281"/>
                      </a:lnTo>
                      <a:lnTo>
                        <a:pt x="838" y="279"/>
                      </a:lnTo>
                      <a:lnTo>
                        <a:pt x="840" y="279"/>
                      </a:lnTo>
                      <a:lnTo>
                        <a:pt x="840" y="278"/>
                      </a:lnTo>
                      <a:lnTo>
                        <a:pt x="842" y="278"/>
                      </a:lnTo>
                      <a:lnTo>
                        <a:pt x="843" y="278"/>
                      </a:lnTo>
                      <a:lnTo>
                        <a:pt x="845" y="278"/>
                      </a:lnTo>
                      <a:lnTo>
                        <a:pt x="847" y="279"/>
                      </a:lnTo>
                      <a:lnTo>
                        <a:pt x="849" y="279"/>
                      </a:lnTo>
                      <a:lnTo>
                        <a:pt x="851" y="279"/>
                      </a:lnTo>
                      <a:lnTo>
                        <a:pt x="853" y="279"/>
                      </a:lnTo>
                      <a:lnTo>
                        <a:pt x="853" y="278"/>
                      </a:lnTo>
                      <a:lnTo>
                        <a:pt x="854" y="278"/>
                      </a:lnTo>
                      <a:lnTo>
                        <a:pt x="854" y="276"/>
                      </a:lnTo>
                      <a:lnTo>
                        <a:pt x="856" y="276"/>
                      </a:lnTo>
                      <a:lnTo>
                        <a:pt x="858" y="276"/>
                      </a:lnTo>
                      <a:lnTo>
                        <a:pt x="858" y="274"/>
                      </a:lnTo>
                      <a:lnTo>
                        <a:pt x="860" y="274"/>
                      </a:lnTo>
                      <a:lnTo>
                        <a:pt x="862" y="274"/>
                      </a:lnTo>
                      <a:lnTo>
                        <a:pt x="862" y="276"/>
                      </a:lnTo>
                      <a:lnTo>
                        <a:pt x="863" y="276"/>
                      </a:lnTo>
                      <a:lnTo>
                        <a:pt x="865" y="274"/>
                      </a:lnTo>
                      <a:lnTo>
                        <a:pt x="865" y="276"/>
                      </a:lnTo>
                      <a:lnTo>
                        <a:pt x="867" y="274"/>
                      </a:lnTo>
                      <a:lnTo>
                        <a:pt x="867" y="276"/>
                      </a:lnTo>
                      <a:lnTo>
                        <a:pt x="869" y="276"/>
                      </a:lnTo>
                      <a:lnTo>
                        <a:pt x="869" y="274"/>
                      </a:lnTo>
                      <a:lnTo>
                        <a:pt x="871" y="274"/>
                      </a:lnTo>
                      <a:lnTo>
                        <a:pt x="873" y="274"/>
                      </a:lnTo>
                      <a:lnTo>
                        <a:pt x="873" y="272"/>
                      </a:lnTo>
                      <a:lnTo>
                        <a:pt x="874" y="272"/>
                      </a:lnTo>
                      <a:lnTo>
                        <a:pt x="876" y="270"/>
                      </a:lnTo>
                      <a:lnTo>
                        <a:pt x="878" y="270"/>
                      </a:lnTo>
                      <a:lnTo>
                        <a:pt x="878" y="268"/>
                      </a:lnTo>
                      <a:lnTo>
                        <a:pt x="878" y="267"/>
                      </a:lnTo>
                      <a:lnTo>
                        <a:pt x="876" y="267"/>
                      </a:lnTo>
                      <a:lnTo>
                        <a:pt x="874" y="267"/>
                      </a:lnTo>
                      <a:lnTo>
                        <a:pt x="874" y="265"/>
                      </a:lnTo>
                      <a:lnTo>
                        <a:pt x="876" y="265"/>
                      </a:lnTo>
                      <a:lnTo>
                        <a:pt x="874" y="265"/>
                      </a:lnTo>
                      <a:lnTo>
                        <a:pt x="876" y="265"/>
                      </a:lnTo>
                      <a:lnTo>
                        <a:pt x="876" y="263"/>
                      </a:lnTo>
                      <a:lnTo>
                        <a:pt x="878" y="263"/>
                      </a:lnTo>
                      <a:lnTo>
                        <a:pt x="880" y="263"/>
                      </a:lnTo>
                      <a:lnTo>
                        <a:pt x="878" y="263"/>
                      </a:lnTo>
                      <a:lnTo>
                        <a:pt x="880" y="263"/>
                      </a:lnTo>
                      <a:lnTo>
                        <a:pt x="882" y="263"/>
                      </a:lnTo>
                      <a:lnTo>
                        <a:pt x="884" y="261"/>
                      </a:lnTo>
                      <a:lnTo>
                        <a:pt x="885" y="261"/>
                      </a:lnTo>
                      <a:lnTo>
                        <a:pt x="885" y="259"/>
                      </a:lnTo>
                      <a:lnTo>
                        <a:pt x="887" y="259"/>
                      </a:lnTo>
                      <a:lnTo>
                        <a:pt x="889" y="258"/>
                      </a:lnTo>
                      <a:lnTo>
                        <a:pt x="891" y="258"/>
                      </a:lnTo>
                      <a:lnTo>
                        <a:pt x="891" y="256"/>
                      </a:lnTo>
                      <a:lnTo>
                        <a:pt x="893" y="256"/>
                      </a:lnTo>
                      <a:lnTo>
                        <a:pt x="893" y="258"/>
                      </a:lnTo>
                      <a:lnTo>
                        <a:pt x="895" y="258"/>
                      </a:lnTo>
                      <a:lnTo>
                        <a:pt x="895" y="256"/>
                      </a:lnTo>
                      <a:lnTo>
                        <a:pt x="895" y="258"/>
                      </a:lnTo>
                      <a:lnTo>
                        <a:pt x="896" y="258"/>
                      </a:lnTo>
                      <a:lnTo>
                        <a:pt x="896" y="256"/>
                      </a:lnTo>
                      <a:lnTo>
                        <a:pt x="895" y="256"/>
                      </a:lnTo>
                      <a:lnTo>
                        <a:pt x="896" y="254"/>
                      </a:lnTo>
                      <a:lnTo>
                        <a:pt x="896" y="252"/>
                      </a:lnTo>
                      <a:lnTo>
                        <a:pt x="898" y="252"/>
                      </a:lnTo>
                      <a:lnTo>
                        <a:pt x="898" y="250"/>
                      </a:lnTo>
                      <a:lnTo>
                        <a:pt x="898" y="248"/>
                      </a:lnTo>
                      <a:lnTo>
                        <a:pt x="900" y="248"/>
                      </a:lnTo>
                      <a:lnTo>
                        <a:pt x="900" y="247"/>
                      </a:lnTo>
                      <a:lnTo>
                        <a:pt x="902" y="247"/>
                      </a:lnTo>
                      <a:lnTo>
                        <a:pt x="902" y="245"/>
                      </a:lnTo>
                      <a:lnTo>
                        <a:pt x="904" y="245"/>
                      </a:lnTo>
                      <a:lnTo>
                        <a:pt x="905" y="245"/>
                      </a:lnTo>
                      <a:lnTo>
                        <a:pt x="907" y="245"/>
                      </a:lnTo>
                      <a:lnTo>
                        <a:pt x="909" y="245"/>
                      </a:lnTo>
                      <a:lnTo>
                        <a:pt x="909" y="247"/>
                      </a:lnTo>
                      <a:lnTo>
                        <a:pt x="911" y="245"/>
                      </a:lnTo>
                      <a:lnTo>
                        <a:pt x="913" y="245"/>
                      </a:lnTo>
                      <a:lnTo>
                        <a:pt x="915" y="245"/>
                      </a:lnTo>
                      <a:lnTo>
                        <a:pt x="915" y="243"/>
                      </a:lnTo>
                      <a:lnTo>
                        <a:pt x="916" y="243"/>
                      </a:lnTo>
                      <a:lnTo>
                        <a:pt x="918" y="243"/>
                      </a:lnTo>
                      <a:lnTo>
                        <a:pt x="920" y="243"/>
                      </a:lnTo>
                      <a:lnTo>
                        <a:pt x="920" y="241"/>
                      </a:lnTo>
                      <a:lnTo>
                        <a:pt x="922" y="241"/>
                      </a:lnTo>
                      <a:lnTo>
                        <a:pt x="922" y="239"/>
                      </a:lnTo>
                      <a:lnTo>
                        <a:pt x="922" y="241"/>
                      </a:lnTo>
                      <a:lnTo>
                        <a:pt x="924" y="241"/>
                      </a:lnTo>
                      <a:lnTo>
                        <a:pt x="924" y="239"/>
                      </a:lnTo>
                      <a:lnTo>
                        <a:pt x="926" y="239"/>
                      </a:lnTo>
                      <a:lnTo>
                        <a:pt x="926" y="237"/>
                      </a:lnTo>
                      <a:lnTo>
                        <a:pt x="927" y="237"/>
                      </a:lnTo>
                      <a:lnTo>
                        <a:pt x="929" y="237"/>
                      </a:lnTo>
                      <a:lnTo>
                        <a:pt x="929" y="236"/>
                      </a:lnTo>
                      <a:lnTo>
                        <a:pt x="931" y="236"/>
                      </a:lnTo>
                      <a:lnTo>
                        <a:pt x="933" y="236"/>
                      </a:lnTo>
                      <a:lnTo>
                        <a:pt x="933" y="234"/>
                      </a:lnTo>
                      <a:lnTo>
                        <a:pt x="935" y="234"/>
                      </a:lnTo>
                      <a:lnTo>
                        <a:pt x="936" y="234"/>
                      </a:lnTo>
                      <a:lnTo>
                        <a:pt x="936" y="232"/>
                      </a:lnTo>
                      <a:lnTo>
                        <a:pt x="935" y="232"/>
                      </a:lnTo>
                      <a:lnTo>
                        <a:pt x="935" y="230"/>
                      </a:lnTo>
                      <a:lnTo>
                        <a:pt x="933" y="230"/>
                      </a:lnTo>
                      <a:lnTo>
                        <a:pt x="933" y="228"/>
                      </a:lnTo>
                      <a:lnTo>
                        <a:pt x="935" y="228"/>
                      </a:lnTo>
                      <a:lnTo>
                        <a:pt x="936" y="228"/>
                      </a:lnTo>
                      <a:lnTo>
                        <a:pt x="936" y="226"/>
                      </a:lnTo>
                      <a:lnTo>
                        <a:pt x="938" y="226"/>
                      </a:lnTo>
                      <a:lnTo>
                        <a:pt x="940" y="226"/>
                      </a:lnTo>
                      <a:lnTo>
                        <a:pt x="938" y="226"/>
                      </a:lnTo>
                      <a:lnTo>
                        <a:pt x="940" y="226"/>
                      </a:lnTo>
                      <a:lnTo>
                        <a:pt x="942" y="225"/>
                      </a:lnTo>
                      <a:lnTo>
                        <a:pt x="944" y="225"/>
                      </a:lnTo>
                      <a:lnTo>
                        <a:pt x="944" y="223"/>
                      </a:lnTo>
                      <a:lnTo>
                        <a:pt x="946" y="223"/>
                      </a:lnTo>
                      <a:lnTo>
                        <a:pt x="947" y="223"/>
                      </a:lnTo>
                      <a:lnTo>
                        <a:pt x="949" y="223"/>
                      </a:lnTo>
                      <a:lnTo>
                        <a:pt x="949" y="225"/>
                      </a:lnTo>
                      <a:lnTo>
                        <a:pt x="951" y="226"/>
                      </a:lnTo>
                      <a:lnTo>
                        <a:pt x="951" y="228"/>
                      </a:lnTo>
                      <a:lnTo>
                        <a:pt x="953" y="226"/>
                      </a:lnTo>
                      <a:lnTo>
                        <a:pt x="955" y="226"/>
                      </a:lnTo>
                      <a:lnTo>
                        <a:pt x="955" y="228"/>
                      </a:lnTo>
                      <a:lnTo>
                        <a:pt x="957" y="228"/>
                      </a:lnTo>
                      <a:lnTo>
                        <a:pt x="958" y="228"/>
                      </a:lnTo>
                      <a:lnTo>
                        <a:pt x="960" y="228"/>
                      </a:lnTo>
                      <a:lnTo>
                        <a:pt x="958" y="228"/>
                      </a:lnTo>
                      <a:lnTo>
                        <a:pt x="958" y="226"/>
                      </a:lnTo>
                      <a:lnTo>
                        <a:pt x="958" y="228"/>
                      </a:lnTo>
                      <a:lnTo>
                        <a:pt x="960" y="228"/>
                      </a:lnTo>
                      <a:lnTo>
                        <a:pt x="962" y="228"/>
                      </a:lnTo>
                      <a:lnTo>
                        <a:pt x="964" y="230"/>
                      </a:lnTo>
                      <a:lnTo>
                        <a:pt x="962" y="230"/>
                      </a:lnTo>
                      <a:lnTo>
                        <a:pt x="964" y="230"/>
                      </a:lnTo>
                      <a:lnTo>
                        <a:pt x="966" y="230"/>
                      </a:lnTo>
                      <a:lnTo>
                        <a:pt x="968" y="230"/>
                      </a:lnTo>
                      <a:lnTo>
                        <a:pt x="969" y="230"/>
                      </a:lnTo>
                      <a:lnTo>
                        <a:pt x="969" y="228"/>
                      </a:lnTo>
                      <a:lnTo>
                        <a:pt x="971" y="228"/>
                      </a:lnTo>
                      <a:lnTo>
                        <a:pt x="973" y="228"/>
                      </a:lnTo>
                      <a:lnTo>
                        <a:pt x="975" y="226"/>
                      </a:lnTo>
                      <a:lnTo>
                        <a:pt x="973" y="226"/>
                      </a:lnTo>
                      <a:lnTo>
                        <a:pt x="975" y="226"/>
                      </a:lnTo>
                      <a:lnTo>
                        <a:pt x="975" y="228"/>
                      </a:lnTo>
                      <a:lnTo>
                        <a:pt x="977" y="228"/>
                      </a:lnTo>
                      <a:lnTo>
                        <a:pt x="977" y="226"/>
                      </a:lnTo>
                      <a:lnTo>
                        <a:pt x="978" y="226"/>
                      </a:lnTo>
                      <a:lnTo>
                        <a:pt x="980" y="226"/>
                      </a:lnTo>
                      <a:lnTo>
                        <a:pt x="980" y="225"/>
                      </a:lnTo>
                      <a:lnTo>
                        <a:pt x="982" y="225"/>
                      </a:lnTo>
                      <a:lnTo>
                        <a:pt x="982" y="226"/>
                      </a:lnTo>
                      <a:lnTo>
                        <a:pt x="982" y="225"/>
                      </a:lnTo>
                      <a:lnTo>
                        <a:pt x="984" y="225"/>
                      </a:lnTo>
                      <a:lnTo>
                        <a:pt x="984" y="226"/>
                      </a:lnTo>
                      <a:lnTo>
                        <a:pt x="986" y="225"/>
                      </a:lnTo>
                      <a:lnTo>
                        <a:pt x="986" y="223"/>
                      </a:lnTo>
                      <a:lnTo>
                        <a:pt x="986" y="221"/>
                      </a:lnTo>
                      <a:lnTo>
                        <a:pt x="988" y="221"/>
                      </a:lnTo>
                      <a:lnTo>
                        <a:pt x="989" y="221"/>
                      </a:lnTo>
                      <a:lnTo>
                        <a:pt x="989" y="223"/>
                      </a:lnTo>
                      <a:lnTo>
                        <a:pt x="991" y="221"/>
                      </a:lnTo>
                      <a:lnTo>
                        <a:pt x="993" y="221"/>
                      </a:lnTo>
                      <a:lnTo>
                        <a:pt x="993" y="219"/>
                      </a:lnTo>
                      <a:lnTo>
                        <a:pt x="993" y="221"/>
                      </a:lnTo>
                      <a:lnTo>
                        <a:pt x="995" y="221"/>
                      </a:lnTo>
                      <a:lnTo>
                        <a:pt x="995" y="219"/>
                      </a:lnTo>
                      <a:lnTo>
                        <a:pt x="997" y="217"/>
                      </a:lnTo>
                      <a:lnTo>
                        <a:pt x="999" y="217"/>
                      </a:lnTo>
                      <a:lnTo>
                        <a:pt x="999" y="219"/>
                      </a:lnTo>
                      <a:lnTo>
                        <a:pt x="1000" y="219"/>
                      </a:lnTo>
                      <a:lnTo>
                        <a:pt x="1000" y="221"/>
                      </a:lnTo>
                      <a:lnTo>
                        <a:pt x="1002" y="221"/>
                      </a:lnTo>
                      <a:lnTo>
                        <a:pt x="1000" y="223"/>
                      </a:lnTo>
                      <a:lnTo>
                        <a:pt x="1002" y="223"/>
                      </a:lnTo>
                      <a:lnTo>
                        <a:pt x="1002" y="225"/>
                      </a:lnTo>
                      <a:lnTo>
                        <a:pt x="1004" y="225"/>
                      </a:lnTo>
                      <a:lnTo>
                        <a:pt x="1006" y="225"/>
                      </a:lnTo>
                      <a:lnTo>
                        <a:pt x="1008" y="225"/>
                      </a:lnTo>
                      <a:lnTo>
                        <a:pt x="1008" y="223"/>
                      </a:lnTo>
                      <a:lnTo>
                        <a:pt x="1008" y="225"/>
                      </a:lnTo>
                      <a:lnTo>
                        <a:pt x="1010" y="225"/>
                      </a:lnTo>
                      <a:lnTo>
                        <a:pt x="1008" y="225"/>
                      </a:lnTo>
                      <a:lnTo>
                        <a:pt x="1008" y="226"/>
                      </a:lnTo>
                      <a:lnTo>
                        <a:pt x="1006" y="226"/>
                      </a:lnTo>
                      <a:lnTo>
                        <a:pt x="1004" y="228"/>
                      </a:lnTo>
                      <a:lnTo>
                        <a:pt x="1002" y="228"/>
                      </a:lnTo>
                      <a:lnTo>
                        <a:pt x="1002" y="230"/>
                      </a:lnTo>
                      <a:lnTo>
                        <a:pt x="1000" y="230"/>
                      </a:lnTo>
                      <a:lnTo>
                        <a:pt x="999" y="230"/>
                      </a:lnTo>
                      <a:lnTo>
                        <a:pt x="1000" y="230"/>
                      </a:lnTo>
                      <a:lnTo>
                        <a:pt x="1000" y="232"/>
                      </a:lnTo>
                      <a:lnTo>
                        <a:pt x="1000" y="234"/>
                      </a:lnTo>
                      <a:lnTo>
                        <a:pt x="1002" y="234"/>
                      </a:lnTo>
                      <a:lnTo>
                        <a:pt x="1000" y="234"/>
                      </a:lnTo>
                      <a:lnTo>
                        <a:pt x="1000" y="236"/>
                      </a:lnTo>
                      <a:lnTo>
                        <a:pt x="1000" y="237"/>
                      </a:lnTo>
                      <a:lnTo>
                        <a:pt x="1002" y="237"/>
                      </a:lnTo>
                      <a:lnTo>
                        <a:pt x="1002" y="236"/>
                      </a:lnTo>
                      <a:lnTo>
                        <a:pt x="1006" y="232"/>
                      </a:lnTo>
                      <a:lnTo>
                        <a:pt x="1008" y="232"/>
                      </a:lnTo>
                      <a:lnTo>
                        <a:pt x="1010" y="232"/>
                      </a:lnTo>
                      <a:lnTo>
                        <a:pt x="1011" y="232"/>
                      </a:lnTo>
                      <a:lnTo>
                        <a:pt x="1013" y="230"/>
                      </a:lnTo>
                      <a:lnTo>
                        <a:pt x="1013" y="232"/>
                      </a:lnTo>
                      <a:lnTo>
                        <a:pt x="1011" y="234"/>
                      </a:lnTo>
                      <a:lnTo>
                        <a:pt x="1011" y="236"/>
                      </a:lnTo>
                      <a:lnTo>
                        <a:pt x="1013" y="236"/>
                      </a:lnTo>
                      <a:lnTo>
                        <a:pt x="1013" y="234"/>
                      </a:lnTo>
                      <a:lnTo>
                        <a:pt x="1013" y="236"/>
                      </a:lnTo>
                      <a:lnTo>
                        <a:pt x="1013" y="237"/>
                      </a:lnTo>
                      <a:lnTo>
                        <a:pt x="1015" y="239"/>
                      </a:lnTo>
                      <a:lnTo>
                        <a:pt x="1015" y="241"/>
                      </a:lnTo>
                      <a:lnTo>
                        <a:pt x="1017" y="241"/>
                      </a:lnTo>
                      <a:lnTo>
                        <a:pt x="1017" y="243"/>
                      </a:lnTo>
                      <a:lnTo>
                        <a:pt x="1015" y="243"/>
                      </a:lnTo>
                      <a:lnTo>
                        <a:pt x="1015" y="245"/>
                      </a:lnTo>
                      <a:lnTo>
                        <a:pt x="1015" y="243"/>
                      </a:lnTo>
                      <a:lnTo>
                        <a:pt x="1013" y="243"/>
                      </a:lnTo>
                      <a:lnTo>
                        <a:pt x="1013" y="245"/>
                      </a:lnTo>
                      <a:lnTo>
                        <a:pt x="1011" y="245"/>
                      </a:lnTo>
                      <a:lnTo>
                        <a:pt x="1011" y="247"/>
                      </a:lnTo>
                      <a:lnTo>
                        <a:pt x="1011" y="248"/>
                      </a:lnTo>
                      <a:lnTo>
                        <a:pt x="1010" y="248"/>
                      </a:lnTo>
                      <a:lnTo>
                        <a:pt x="1008" y="250"/>
                      </a:lnTo>
                      <a:lnTo>
                        <a:pt x="1006" y="250"/>
                      </a:lnTo>
                      <a:lnTo>
                        <a:pt x="1008" y="252"/>
                      </a:lnTo>
                      <a:lnTo>
                        <a:pt x="1006" y="252"/>
                      </a:lnTo>
                      <a:lnTo>
                        <a:pt x="1004" y="254"/>
                      </a:lnTo>
                      <a:lnTo>
                        <a:pt x="1006" y="254"/>
                      </a:lnTo>
                      <a:lnTo>
                        <a:pt x="1006" y="256"/>
                      </a:lnTo>
                      <a:lnTo>
                        <a:pt x="1008" y="256"/>
                      </a:lnTo>
                      <a:lnTo>
                        <a:pt x="1008" y="258"/>
                      </a:lnTo>
                      <a:lnTo>
                        <a:pt x="1010" y="258"/>
                      </a:lnTo>
                      <a:lnTo>
                        <a:pt x="1010" y="256"/>
                      </a:lnTo>
                      <a:lnTo>
                        <a:pt x="1011" y="254"/>
                      </a:lnTo>
                      <a:lnTo>
                        <a:pt x="1013" y="254"/>
                      </a:lnTo>
                      <a:lnTo>
                        <a:pt x="1015" y="252"/>
                      </a:lnTo>
                      <a:lnTo>
                        <a:pt x="1017" y="252"/>
                      </a:lnTo>
                      <a:lnTo>
                        <a:pt x="1017" y="254"/>
                      </a:lnTo>
                      <a:lnTo>
                        <a:pt x="1017" y="252"/>
                      </a:lnTo>
                      <a:lnTo>
                        <a:pt x="1019" y="252"/>
                      </a:lnTo>
                      <a:lnTo>
                        <a:pt x="1019" y="254"/>
                      </a:lnTo>
                      <a:lnTo>
                        <a:pt x="1020" y="254"/>
                      </a:lnTo>
                      <a:lnTo>
                        <a:pt x="1022" y="254"/>
                      </a:lnTo>
                      <a:lnTo>
                        <a:pt x="1022" y="256"/>
                      </a:lnTo>
                      <a:lnTo>
                        <a:pt x="1024" y="256"/>
                      </a:lnTo>
                      <a:lnTo>
                        <a:pt x="1026" y="256"/>
                      </a:lnTo>
                      <a:lnTo>
                        <a:pt x="1028" y="256"/>
                      </a:lnTo>
                      <a:lnTo>
                        <a:pt x="1028" y="258"/>
                      </a:lnTo>
                      <a:lnTo>
                        <a:pt x="1030" y="258"/>
                      </a:lnTo>
                      <a:lnTo>
                        <a:pt x="1031" y="258"/>
                      </a:lnTo>
                      <a:lnTo>
                        <a:pt x="1033" y="256"/>
                      </a:lnTo>
                      <a:lnTo>
                        <a:pt x="1035" y="256"/>
                      </a:lnTo>
                      <a:lnTo>
                        <a:pt x="1035" y="258"/>
                      </a:lnTo>
                      <a:lnTo>
                        <a:pt x="1037" y="258"/>
                      </a:lnTo>
                      <a:lnTo>
                        <a:pt x="1039" y="258"/>
                      </a:lnTo>
                      <a:lnTo>
                        <a:pt x="1039" y="259"/>
                      </a:lnTo>
                      <a:lnTo>
                        <a:pt x="1041" y="261"/>
                      </a:lnTo>
                      <a:lnTo>
                        <a:pt x="1042" y="261"/>
                      </a:lnTo>
                      <a:lnTo>
                        <a:pt x="1042" y="263"/>
                      </a:lnTo>
                      <a:lnTo>
                        <a:pt x="1042" y="265"/>
                      </a:lnTo>
                      <a:lnTo>
                        <a:pt x="1042" y="267"/>
                      </a:lnTo>
                      <a:lnTo>
                        <a:pt x="1044" y="267"/>
                      </a:lnTo>
                      <a:lnTo>
                        <a:pt x="1044" y="268"/>
                      </a:lnTo>
                      <a:lnTo>
                        <a:pt x="1044" y="270"/>
                      </a:lnTo>
                      <a:lnTo>
                        <a:pt x="1044" y="272"/>
                      </a:lnTo>
                      <a:lnTo>
                        <a:pt x="1044" y="274"/>
                      </a:lnTo>
                      <a:lnTo>
                        <a:pt x="1042" y="274"/>
                      </a:lnTo>
                      <a:lnTo>
                        <a:pt x="1042" y="272"/>
                      </a:lnTo>
                      <a:lnTo>
                        <a:pt x="1041" y="272"/>
                      </a:lnTo>
                      <a:lnTo>
                        <a:pt x="1039" y="272"/>
                      </a:lnTo>
                      <a:lnTo>
                        <a:pt x="1039" y="274"/>
                      </a:lnTo>
                      <a:lnTo>
                        <a:pt x="1037" y="274"/>
                      </a:lnTo>
                      <a:lnTo>
                        <a:pt x="1037" y="276"/>
                      </a:lnTo>
                      <a:lnTo>
                        <a:pt x="1035" y="276"/>
                      </a:lnTo>
                      <a:lnTo>
                        <a:pt x="1035" y="278"/>
                      </a:lnTo>
                      <a:lnTo>
                        <a:pt x="1033" y="278"/>
                      </a:lnTo>
                      <a:lnTo>
                        <a:pt x="1033" y="279"/>
                      </a:lnTo>
                      <a:lnTo>
                        <a:pt x="1033" y="278"/>
                      </a:lnTo>
                      <a:lnTo>
                        <a:pt x="1031" y="278"/>
                      </a:lnTo>
                      <a:lnTo>
                        <a:pt x="1031" y="279"/>
                      </a:lnTo>
                      <a:lnTo>
                        <a:pt x="1030" y="279"/>
                      </a:lnTo>
                      <a:lnTo>
                        <a:pt x="1030" y="281"/>
                      </a:lnTo>
                      <a:lnTo>
                        <a:pt x="1028" y="281"/>
                      </a:lnTo>
                      <a:lnTo>
                        <a:pt x="1028" y="283"/>
                      </a:lnTo>
                      <a:lnTo>
                        <a:pt x="1026" y="283"/>
                      </a:lnTo>
                      <a:lnTo>
                        <a:pt x="1026" y="285"/>
                      </a:lnTo>
                      <a:lnTo>
                        <a:pt x="1028" y="285"/>
                      </a:lnTo>
                      <a:lnTo>
                        <a:pt x="1028" y="287"/>
                      </a:lnTo>
                      <a:lnTo>
                        <a:pt x="1028" y="289"/>
                      </a:lnTo>
                      <a:lnTo>
                        <a:pt x="1026" y="289"/>
                      </a:lnTo>
                      <a:lnTo>
                        <a:pt x="1028" y="289"/>
                      </a:lnTo>
                      <a:lnTo>
                        <a:pt x="1028" y="290"/>
                      </a:lnTo>
                      <a:lnTo>
                        <a:pt x="1030" y="290"/>
                      </a:lnTo>
                      <a:lnTo>
                        <a:pt x="1030" y="292"/>
                      </a:lnTo>
                      <a:lnTo>
                        <a:pt x="1030" y="294"/>
                      </a:lnTo>
                      <a:lnTo>
                        <a:pt x="1031" y="294"/>
                      </a:lnTo>
                      <a:lnTo>
                        <a:pt x="1031" y="296"/>
                      </a:lnTo>
                      <a:lnTo>
                        <a:pt x="1033" y="296"/>
                      </a:lnTo>
                      <a:lnTo>
                        <a:pt x="1033" y="298"/>
                      </a:lnTo>
                      <a:lnTo>
                        <a:pt x="1035" y="298"/>
                      </a:lnTo>
                      <a:lnTo>
                        <a:pt x="1035" y="300"/>
                      </a:lnTo>
                      <a:lnTo>
                        <a:pt x="1037" y="300"/>
                      </a:lnTo>
                      <a:lnTo>
                        <a:pt x="1037" y="301"/>
                      </a:lnTo>
                      <a:lnTo>
                        <a:pt x="1035" y="301"/>
                      </a:lnTo>
                      <a:lnTo>
                        <a:pt x="1033" y="301"/>
                      </a:lnTo>
                      <a:lnTo>
                        <a:pt x="1031" y="301"/>
                      </a:lnTo>
                      <a:lnTo>
                        <a:pt x="1031" y="300"/>
                      </a:lnTo>
                      <a:lnTo>
                        <a:pt x="1030" y="300"/>
                      </a:lnTo>
                      <a:lnTo>
                        <a:pt x="1028" y="300"/>
                      </a:lnTo>
                      <a:lnTo>
                        <a:pt x="1026" y="298"/>
                      </a:lnTo>
                      <a:lnTo>
                        <a:pt x="1026" y="296"/>
                      </a:lnTo>
                      <a:lnTo>
                        <a:pt x="1024" y="296"/>
                      </a:lnTo>
                      <a:lnTo>
                        <a:pt x="1024" y="294"/>
                      </a:lnTo>
                      <a:lnTo>
                        <a:pt x="1022" y="292"/>
                      </a:lnTo>
                      <a:lnTo>
                        <a:pt x="1020" y="292"/>
                      </a:lnTo>
                      <a:lnTo>
                        <a:pt x="1019" y="292"/>
                      </a:lnTo>
                      <a:lnTo>
                        <a:pt x="1017" y="292"/>
                      </a:lnTo>
                      <a:lnTo>
                        <a:pt x="1015" y="294"/>
                      </a:lnTo>
                      <a:lnTo>
                        <a:pt x="1013" y="294"/>
                      </a:lnTo>
                      <a:lnTo>
                        <a:pt x="1011" y="294"/>
                      </a:lnTo>
                      <a:lnTo>
                        <a:pt x="1010" y="294"/>
                      </a:lnTo>
                      <a:lnTo>
                        <a:pt x="1008" y="294"/>
                      </a:lnTo>
                      <a:lnTo>
                        <a:pt x="1006" y="294"/>
                      </a:lnTo>
                      <a:lnTo>
                        <a:pt x="1004" y="294"/>
                      </a:lnTo>
                      <a:lnTo>
                        <a:pt x="1004" y="296"/>
                      </a:lnTo>
                      <a:lnTo>
                        <a:pt x="1002" y="296"/>
                      </a:lnTo>
                      <a:lnTo>
                        <a:pt x="1000" y="296"/>
                      </a:lnTo>
                      <a:lnTo>
                        <a:pt x="999" y="296"/>
                      </a:lnTo>
                      <a:lnTo>
                        <a:pt x="999" y="298"/>
                      </a:lnTo>
                      <a:lnTo>
                        <a:pt x="997" y="298"/>
                      </a:lnTo>
                      <a:lnTo>
                        <a:pt x="995" y="298"/>
                      </a:lnTo>
                      <a:lnTo>
                        <a:pt x="995" y="300"/>
                      </a:lnTo>
                      <a:lnTo>
                        <a:pt x="993" y="301"/>
                      </a:lnTo>
                      <a:lnTo>
                        <a:pt x="993" y="303"/>
                      </a:lnTo>
                      <a:lnTo>
                        <a:pt x="991" y="303"/>
                      </a:lnTo>
                      <a:lnTo>
                        <a:pt x="989" y="305"/>
                      </a:lnTo>
                      <a:lnTo>
                        <a:pt x="988" y="305"/>
                      </a:lnTo>
                      <a:lnTo>
                        <a:pt x="986" y="305"/>
                      </a:lnTo>
                      <a:lnTo>
                        <a:pt x="986" y="307"/>
                      </a:lnTo>
                      <a:lnTo>
                        <a:pt x="986" y="309"/>
                      </a:lnTo>
                      <a:lnTo>
                        <a:pt x="984" y="309"/>
                      </a:lnTo>
                      <a:lnTo>
                        <a:pt x="982" y="309"/>
                      </a:lnTo>
                      <a:lnTo>
                        <a:pt x="982" y="311"/>
                      </a:lnTo>
                      <a:lnTo>
                        <a:pt x="980" y="311"/>
                      </a:lnTo>
                      <a:lnTo>
                        <a:pt x="980" y="312"/>
                      </a:lnTo>
                      <a:lnTo>
                        <a:pt x="978" y="311"/>
                      </a:lnTo>
                      <a:lnTo>
                        <a:pt x="977" y="312"/>
                      </a:lnTo>
                      <a:lnTo>
                        <a:pt x="977" y="314"/>
                      </a:lnTo>
                      <a:lnTo>
                        <a:pt x="975" y="314"/>
                      </a:lnTo>
                      <a:lnTo>
                        <a:pt x="975" y="316"/>
                      </a:lnTo>
                      <a:lnTo>
                        <a:pt x="973" y="316"/>
                      </a:lnTo>
                      <a:lnTo>
                        <a:pt x="971" y="316"/>
                      </a:lnTo>
                      <a:lnTo>
                        <a:pt x="969" y="316"/>
                      </a:lnTo>
                      <a:lnTo>
                        <a:pt x="969" y="318"/>
                      </a:lnTo>
                      <a:lnTo>
                        <a:pt x="968" y="318"/>
                      </a:lnTo>
                      <a:lnTo>
                        <a:pt x="968" y="316"/>
                      </a:lnTo>
                      <a:lnTo>
                        <a:pt x="968" y="318"/>
                      </a:lnTo>
                      <a:lnTo>
                        <a:pt x="966" y="318"/>
                      </a:lnTo>
                      <a:lnTo>
                        <a:pt x="964" y="318"/>
                      </a:lnTo>
                      <a:lnTo>
                        <a:pt x="964" y="320"/>
                      </a:lnTo>
                      <a:lnTo>
                        <a:pt x="964" y="321"/>
                      </a:lnTo>
                      <a:lnTo>
                        <a:pt x="962" y="321"/>
                      </a:lnTo>
                      <a:lnTo>
                        <a:pt x="964" y="323"/>
                      </a:lnTo>
                      <a:lnTo>
                        <a:pt x="962" y="323"/>
                      </a:lnTo>
                      <a:lnTo>
                        <a:pt x="962" y="325"/>
                      </a:lnTo>
                      <a:lnTo>
                        <a:pt x="960" y="325"/>
                      </a:lnTo>
                      <a:lnTo>
                        <a:pt x="962" y="325"/>
                      </a:lnTo>
                      <a:lnTo>
                        <a:pt x="962" y="327"/>
                      </a:lnTo>
                      <a:lnTo>
                        <a:pt x="964" y="327"/>
                      </a:lnTo>
                      <a:lnTo>
                        <a:pt x="964" y="329"/>
                      </a:lnTo>
                      <a:lnTo>
                        <a:pt x="964" y="331"/>
                      </a:lnTo>
                      <a:lnTo>
                        <a:pt x="964" y="332"/>
                      </a:lnTo>
                      <a:lnTo>
                        <a:pt x="962" y="332"/>
                      </a:lnTo>
                      <a:lnTo>
                        <a:pt x="964" y="332"/>
                      </a:lnTo>
                      <a:lnTo>
                        <a:pt x="964" y="334"/>
                      </a:lnTo>
                      <a:lnTo>
                        <a:pt x="962" y="334"/>
                      </a:lnTo>
                      <a:lnTo>
                        <a:pt x="964" y="336"/>
                      </a:lnTo>
                      <a:lnTo>
                        <a:pt x="962" y="336"/>
                      </a:lnTo>
                      <a:lnTo>
                        <a:pt x="962" y="338"/>
                      </a:lnTo>
                      <a:lnTo>
                        <a:pt x="964" y="338"/>
                      </a:lnTo>
                      <a:lnTo>
                        <a:pt x="966" y="338"/>
                      </a:lnTo>
                      <a:lnTo>
                        <a:pt x="964" y="340"/>
                      </a:lnTo>
                      <a:lnTo>
                        <a:pt x="964" y="342"/>
                      </a:lnTo>
                      <a:lnTo>
                        <a:pt x="962" y="342"/>
                      </a:lnTo>
                      <a:lnTo>
                        <a:pt x="962" y="343"/>
                      </a:lnTo>
                      <a:lnTo>
                        <a:pt x="960" y="343"/>
                      </a:lnTo>
                      <a:lnTo>
                        <a:pt x="960" y="345"/>
                      </a:lnTo>
                      <a:lnTo>
                        <a:pt x="958" y="345"/>
                      </a:lnTo>
                      <a:lnTo>
                        <a:pt x="960" y="345"/>
                      </a:lnTo>
                      <a:lnTo>
                        <a:pt x="960" y="347"/>
                      </a:lnTo>
                      <a:lnTo>
                        <a:pt x="960" y="349"/>
                      </a:lnTo>
                      <a:lnTo>
                        <a:pt x="960" y="351"/>
                      </a:lnTo>
                      <a:lnTo>
                        <a:pt x="958" y="351"/>
                      </a:lnTo>
                      <a:lnTo>
                        <a:pt x="958" y="353"/>
                      </a:lnTo>
                      <a:lnTo>
                        <a:pt x="957" y="353"/>
                      </a:lnTo>
                      <a:lnTo>
                        <a:pt x="957" y="354"/>
                      </a:lnTo>
                      <a:lnTo>
                        <a:pt x="955" y="354"/>
                      </a:lnTo>
                      <a:lnTo>
                        <a:pt x="955" y="356"/>
                      </a:lnTo>
                      <a:lnTo>
                        <a:pt x="953" y="356"/>
                      </a:lnTo>
                      <a:lnTo>
                        <a:pt x="953" y="358"/>
                      </a:lnTo>
                      <a:lnTo>
                        <a:pt x="951" y="358"/>
                      </a:lnTo>
                      <a:lnTo>
                        <a:pt x="951" y="360"/>
                      </a:lnTo>
                      <a:lnTo>
                        <a:pt x="949" y="360"/>
                      </a:lnTo>
                      <a:lnTo>
                        <a:pt x="947" y="360"/>
                      </a:lnTo>
                      <a:lnTo>
                        <a:pt x="947" y="362"/>
                      </a:lnTo>
                      <a:lnTo>
                        <a:pt x="946" y="362"/>
                      </a:lnTo>
                      <a:lnTo>
                        <a:pt x="946" y="364"/>
                      </a:lnTo>
                      <a:lnTo>
                        <a:pt x="946" y="365"/>
                      </a:lnTo>
                      <a:lnTo>
                        <a:pt x="944" y="365"/>
                      </a:lnTo>
                      <a:lnTo>
                        <a:pt x="944" y="367"/>
                      </a:lnTo>
                      <a:lnTo>
                        <a:pt x="944" y="369"/>
                      </a:lnTo>
                      <a:lnTo>
                        <a:pt x="946" y="371"/>
                      </a:lnTo>
                      <a:lnTo>
                        <a:pt x="946" y="369"/>
                      </a:lnTo>
                      <a:lnTo>
                        <a:pt x="946" y="371"/>
                      </a:lnTo>
                      <a:lnTo>
                        <a:pt x="947" y="371"/>
                      </a:lnTo>
                      <a:lnTo>
                        <a:pt x="949" y="371"/>
                      </a:lnTo>
                      <a:lnTo>
                        <a:pt x="949" y="373"/>
                      </a:lnTo>
                      <a:lnTo>
                        <a:pt x="949" y="374"/>
                      </a:lnTo>
                      <a:lnTo>
                        <a:pt x="949" y="376"/>
                      </a:lnTo>
                      <a:lnTo>
                        <a:pt x="947" y="376"/>
                      </a:lnTo>
                      <a:lnTo>
                        <a:pt x="947" y="378"/>
                      </a:lnTo>
                      <a:lnTo>
                        <a:pt x="949" y="378"/>
                      </a:lnTo>
                      <a:lnTo>
                        <a:pt x="949" y="380"/>
                      </a:lnTo>
                      <a:lnTo>
                        <a:pt x="947" y="380"/>
                      </a:lnTo>
                      <a:lnTo>
                        <a:pt x="947" y="382"/>
                      </a:lnTo>
                      <a:lnTo>
                        <a:pt x="946" y="382"/>
                      </a:lnTo>
                      <a:lnTo>
                        <a:pt x="946" y="384"/>
                      </a:lnTo>
                      <a:lnTo>
                        <a:pt x="946" y="385"/>
                      </a:lnTo>
                      <a:lnTo>
                        <a:pt x="944" y="387"/>
                      </a:lnTo>
                      <a:lnTo>
                        <a:pt x="942" y="387"/>
                      </a:lnTo>
                      <a:lnTo>
                        <a:pt x="942" y="389"/>
                      </a:lnTo>
                      <a:lnTo>
                        <a:pt x="942" y="391"/>
                      </a:lnTo>
                      <a:lnTo>
                        <a:pt x="940" y="391"/>
                      </a:lnTo>
                      <a:lnTo>
                        <a:pt x="940" y="393"/>
                      </a:lnTo>
                      <a:lnTo>
                        <a:pt x="938" y="395"/>
                      </a:lnTo>
                      <a:lnTo>
                        <a:pt x="936" y="395"/>
                      </a:lnTo>
                      <a:lnTo>
                        <a:pt x="936" y="396"/>
                      </a:lnTo>
                      <a:lnTo>
                        <a:pt x="938" y="396"/>
                      </a:lnTo>
                      <a:lnTo>
                        <a:pt x="936" y="398"/>
                      </a:lnTo>
                      <a:lnTo>
                        <a:pt x="935" y="400"/>
                      </a:lnTo>
                      <a:lnTo>
                        <a:pt x="935" y="402"/>
                      </a:lnTo>
                      <a:lnTo>
                        <a:pt x="935" y="404"/>
                      </a:lnTo>
                      <a:lnTo>
                        <a:pt x="933" y="404"/>
                      </a:lnTo>
                      <a:lnTo>
                        <a:pt x="933" y="406"/>
                      </a:lnTo>
                      <a:lnTo>
                        <a:pt x="933" y="407"/>
                      </a:lnTo>
                      <a:lnTo>
                        <a:pt x="933" y="409"/>
                      </a:lnTo>
                      <a:lnTo>
                        <a:pt x="931" y="409"/>
                      </a:lnTo>
                      <a:lnTo>
                        <a:pt x="931" y="411"/>
                      </a:lnTo>
                      <a:lnTo>
                        <a:pt x="931" y="409"/>
                      </a:lnTo>
                      <a:lnTo>
                        <a:pt x="931" y="411"/>
                      </a:lnTo>
                      <a:lnTo>
                        <a:pt x="931" y="413"/>
                      </a:lnTo>
                      <a:lnTo>
                        <a:pt x="929" y="413"/>
                      </a:lnTo>
                      <a:lnTo>
                        <a:pt x="929" y="415"/>
                      </a:lnTo>
                      <a:lnTo>
                        <a:pt x="929" y="417"/>
                      </a:lnTo>
                      <a:lnTo>
                        <a:pt x="929" y="418"/>
                      </a:lnTo>
                      <a:lnTo>
                        <a:pt x="927" y="418"/>
                      </a:lnTo>
                      <a:lnTo>
                        <a:pt x="927" y="417"/>
                      </a:lnTo>
                      <a:lnTo>
                        <a:pt x="926" y="417"/>
                      </a:lnTo>
                      <a:lnTo>
                        <a:pt x="924" y="417"/>
                      </a:lnTo>
                      <a:lnTo>
                        <a:pt x="924" y="415"/>
                      </a:lnTo>
                      <a:lnTo>
                        <a:pt x="922" y="415"/>
                      </a:lnTo>
                      <a:lnTo>
                        <a:pt x="920" y="415"/>
                      </a:lnTo>
                      <a:lnTo>
                        <a:pt x="918" y="415"/>
                      </a:lnTo>
                      <a:lnTo>
                        <a:pt x="916" y="415"/>
                      </a:lnTo>
                      <a:lnTo>
                        <a:pt x="915" y="415"/>
                      </a:lnTo>
                      <a:lnTo>
                        <a:pt x="915" y="413"/>
                      </a:lnTo>
                      <a:lnTo>
                        <a:pt x="913" y="413"/>
                      </a:lnTo>
                      <a:lnTo>
                        <a:pt x="911" y="413"/>
                      </a:lnTo>
                      <a:lnTo>
                        <a:pt x="909" y="413"/>
                      </a:lnTo>
                      <a:lnTo>
                        <a:pt x="909" y="415"/>
                      </a:lnTo>
                      <a:lnTo>
                        <a:pt x="907" y="415"/>
                      </a:lnTo>
                      <a:lnTo>
                        <a:pt x="907" y="413"/>
                      </a:lnTo>
                      <a:lnTo>
                        <a:pt x="907" y="415"/>
                      </a:lnTo>
                      <a:lnTo>
                        <a:pt x="905" y="415"/>
                      </a:lnTo>
                      <a:lnTo>
                        <a:pt x="904" y="415"/>
                      </a:lnTo>
                      <a:lnTo>
                        <a:pt x="904" y="413"/>
                      </a:lnTo>
                      <a:lnTo>
                        <a:pt x="904" y="411"/>
                      </a:lnTo>
                      <a:lnTo>
                        <a:pt x="902" y="411"/>
                      </a:lnTo>
                      <a:lnTo>
                        <a:pt x="902" y="409"/>
                      </a:lnTo>
                      <a:lnTo>
                        <a:pt x="900" y="409"/>
                      </a:lnTo>
                      <a:lnTo>
                        <a:pt x="898" y="409"/>
                      </a:lnTo>
                      <a:lnTo>
                        <a:pt x="900" y="409"/>
                      </a:lnTo>
                      <a:lnTo>
                        <a:pt x="900" y="411"/>
                      </a:lnTo>
                      <a:lnTo>
                        <a:pt x="898" y="411"/>
                      </a:lnTo>
                      <a:lnTo>
                        <a:pt x="900" y="411"/>
                      </a:lnTo>
                      <a:lnTo>
                        <a:pt x="898" y="411"/>
                      </a:lnTo>
                      <a:lnTo>
                        <a:pt x="900" y="411"/>
                      </a:lnTo>
                      <a:lnTo>
                        <a:pt x="898" y="411"/>
                      </a:lnTo>
                      <a:lnTo>
                        <a:pt x="900" y="411"/>
                      </a:lnTo>
                      <a:lnTo>
                        <a:pt x="900" y="413"/>
                      </a:lnTo>
                      <a:lnTo>
                        <a:pt x="898" y="413"/>
                      </a:lnTo>
                      <a:lnTo>
                        <a:pt x="900" y="413"/>
                      </a:lnTo>
                      <a:lnTo>
                        <a:pt x="900" y="415"/>
                      </a:lnTo>
                      <a:lnTo>
                        <a:pt x="902" y="415"/>
                      </a:lnTo>
                      <a:lnTo>
                        <a:pt x="902" y="417"/>
                      </a:lnTo>
                      <a:lnTo>
                        <a:pt x="902" y="418"/>
                      </a:lnTo>
                      <a:lnTo>
                        <a:pt x="902" y="420"/>
                      </a:lnTo>
                      <a:lnTo>
                        <a:pt x="902" y="422"/>
                      </a:lnTo>
                      <a:lnTo>
                        <a:pt x="902" y="424"/>
                      </a:lnTo>
                      <a:lnTo>
                        <a:pt x="904" y="424"/>
                      </a:lnTo>
                      <a:lnTo>
                        <a:pt x="902" y="424"/>
                      </a:lnTo>
                      <a:lnTo>
                        <a:pt x="902" y="426"/>
                      </a:lnTo>
                      <a:lnTo>
                        <a:pt x="902" y="428"/>
                      </a:lnTo>
                      <a:lnTo>
                        <a:pt x="902" y="429"/>
                      </a:lnTo>
                      <a:lnTo>
                        <a:pt x="902" y="431"/>
                      </a:lnTo>
                      <a:lnTo>
                        <a:pt x="902" y="433"/>
                      </a:lnTo>
                      <a:lnTo>
                        <a:pt x="902" y="435"/>
                      </a:lnTo>
                      <a:lnTo>
                        <a:pt x="900" y="435"/>
                      </a:lnTo>
                      <a:lnTo>
                        <a:pt x="900" y="437"/>
                      </a:lnTo>
                      <a:lnTo>
                        <a:pt x="900" y="438"/>
                      </a:lnTo>
                      <a:lnTo>
                        <a:pt x="900" y="440"/>
                      </a:lnTo>
                      <a:lnTo>
                        <a:pt x="902" y="440"/>
                      </a:lnTo>
                      <a:lnTo>
                        <a:pt x="900" y="440"/>
                      </a:lnTo>
                      <a:lnTo>
                        <a:pt x="900" y="442"/>
                      </a:lnTo>
                      <a:lnTo>
                        <a:pt x="900" y="444"/>
                      </a:lnTo>
                      <a:lnTo>
                        <a:pt x="902" y="444"/>
                      </a:lnTo>
                      <a:lnTo>
                        <a:pt x="900" y="444"/>
                      </a:lnTo>
                      <a:lnTo>
                        <a:pt x="900" y="446"/>
                      </a:lnTo>
                      <a:lnTo>
                        <a:pt x="898" y="446"/>
                      </a:lnTo>
                      <a:lnTo>
                        <a:pt x="898" y="448"/>
                      </a:lnTo>
                      <a:lnTo>
                        <a:pt x="896" y="448"/>
                      </a:lnTo>
                      <a:lnTo>
                        <a:pt x="895" y="448"/>
                      </a:lnTo>
                      <a:lnTo>
                        <a:pt x="896" y="448"/>
                      </a:lnTo>
                      <a:lnTo>
                        <a:pt x="895" y="448"/>
                      </a:lnTo>
                      <a:lnTo>
                        <a:pt x="895" y="446"/>
                      </a:lnTo>
                      <a:lnTo>
                        <a:pt x="893" y="446"/>
                      </a:lnTo>
                      <a:lnTo>
                        <a:pt x="893" y="448"/>
                      </a:lnTo>
                      <a:lnTo>
                        <a:pt x="893" y="446"/>
                      </a:lnTo>
                      <a:lnTo>
                        <a:pt x="893" y="448"/>
                      </a:lnTo>
                      <a:lnTo>
                        <a:pt x="891" y="448"/>
                      </a:lnTo>
                      <a:lnTo>
                        <a:pt x="893" y="448"/>
                      </a:lnTo>
                      <a:lnTo>
                        <a:pt x="891" y="448"/>
                      </a:lnTo>
                      <a:lnTo>
                        <a:pt x="893" y="448"/>
                      </a:lnTo>
                      <a:lnTo>
                        <a:pt x="893" y="449"/>
                      </a:lnTo>
                      <a:lnTo>
                        <a:pt x="893" y="451"/>
                      </a:lnTo>
                      <a:lnTo>
                        <a:pt x="893" y="453"/>
                      </a:lnTo>
                      <a:lnTo>
                        <a:pt x="891" y="453"/>
                      </a:lnTo>
                      <a:lnTo>
                        <a:pt x="893" y="453"/>
                      </a:lnTo>
                      <a:lnTo>
                        <a:pt x="891" y="453"/>
                      </a:lnTo>
                      <a:lnTo>
                        <a:pt x="891" y="455"/>
                      </a:lnTo>
                      <a:lnTo>
                        <a:pt x="891" y="457"/>
                      </a:lnTo>
                      <a:lnTo>
                        <a:pt x="891" y="459"/>
                      </a:lnTo>
                      <a:lnTo>
                        <a:pt x="891" y="460"/>
                      </a:lnTo>
                      <a:lnTo>
                        <a:pt x="891" y="462"/>
                      </a:lnTo>
                      <a:lnTo>
                        <a:pt x="893" y="462"/>
                      </a:lnTo>
                      <a:lnTo>
                        <a:pt x="893" y="464"/>
                      </a:lnTo>
                      <a:lnTo>
                        <a:pt x="891" y="464"/>
                      </a:lnTo>
                      <a:lnTo>
                        <a:pt x="891" y="466"/>
                      </a:lnTo>
                      <a:lnTo>
                        <a:pt x="893" y="466"/>
                      </a:lnTo>
                      <a:lnTo>
                        <a:pt x="891" y="466"/>
                      </a:lnTo>
                      <a:lnTo>
                        <a:pt x="893" y="466"/>
                      </a:lnTo>
                      <a:lnTo>
                        <a:pt x="891" y="466"/>
                      </a:lnTo>
                      <a:lnTo>
                        <a:pt x="893" y="466"/>
                      </a:lnTo>
                      <a:lnTo>
                        <a:pt x="893" y="468"/>
                      </a:lnTo>
                      <a:lnTo>
                        <a:pt x="895" y="468"/>
                      </a:lnTo>
                      <a:lnTo>
                        <a:pt x="893" y="468"/>
                      </a:lnTo>
                      <a:lnTo>
                        <a:pt x="895" y="468"/>
                      </a:lnTo>
                      <a:lnTo>
                        <a:pt x="895" y="470"/>
                      </a:lnTo>
                      <a:lnTo>
                        <a:pt x="895" y="471"/>
                      </a:lnTo>
                      <a:lnTo>
                        <a:pt x="895" y="473"/>
                      </a:lnTo>
                      <a:lnTo>
                        <a:pt x="895" y="475"/>
                      </a:lnTo>
                      <a:lnTo>
                        <a:pt x="893" y="475"/>
                      </a:lnTo>
                      <a:lnTo>
                        <a:pt x="893" y="477"/>
                      </a:lnTo>
                      <a:lnTo>
                        <a:pt x="893" y="479"/>
                      </a:lnTo>
                      <a:lnTo>
                        <a:pt x="891" y="479"/>
                      </a:lnTo>
                      <a:lnTo>
                        <a:pt x="891" y="477"/>
                      </a:lnTo>
                      <a:lnTo>
                        <a:pt x="889" y="477"/>
                      </a:lnTo>
                      <a:lnTo>
                        <a:pt x="889" y="479"/>
                      </a:lnTo>
                      <a:lnTo>
                        <a:pt x="889" y="481"/>
                      </a:lnTo>
                      <a:lnTo>
                        <a:pt x="887" y="481"/>
                      </a:lnTo>
                      <a:lnTo>
                        <a:pt x="887" y="482"/>
                      </a:lnTo>
                      <a:lnTo>
                        <a:pt x="887" y="484"/>
                      </a:lnTo>
                      <a:lnTo>
                        <a:pt x="885" y="484"/>
                      </a:lnTo>
                      <a:lnTo>
                        <a:pt x="885" y="482"/>
                      </a:lnTo>
                      <a:lnTo>
                        <a:pt x="885" y="484"/>
                      </a:lnTo>
                      <a:lnTo>
                        <a:pt x="884" y="484"/>
                      </a:lnTo>
                      <a:lnTo>
                        <a:pt x="884" y="486"/>
                      </a:lnTo>
                      <a:lnTo>
                        <a:pt x="884" y="484"/>
                      </a:lnTo>
                      <a:lnTo>
                        <a:pt x="882" y="482"/>
                      </a:lnTo>
                      <a:lnTo>
                        <a:pt x="880" y="481"/>
                      </a:lnTo>
                      <a:lnTo>
                        <a:pt x="878" y="481"/>
                      </a:lnTo>
                      <a:lnTo>
                        <a:pt x="878" y="479"/>
                      </a:lnTo>
                      <a:lnTo>
                        <a:pt x="876" y="479"/>
                      </a:lnTo>
                      <a:lnTo>
                        <a:pt x="876" y="481"/>
                      </a:lnTo>
                      <a:lnTo>
                        <a:pt x="876" y="482"/>
                      </a:lnTo>
                      <a:lnTo>
                        <a:pt x="876" y="484"/>
                      </a:lnTo>
                      <a:lnTo>
                        <a:pt x="874" y="484"/>
                      </a:lnTo>
                      <a:lnTo>
                        <a:pt x="873" y="486"/>
                      </a:lnTo>
                      <a:lnTo>
                        <a:pt x="873" y="484"/>
                      </a:lnTo>
                      <a:lnTo>
                        <a:pt x="873" y="482"/>
                      </a:lnTo>
                      <a:lnTo>
                        <a:pt x="873" y="481"/>
                      </a:lnTo>
                      <a:lnTo>
                        <a:pt x="871" y="481"/>
                      </a:lnTo>
                      <a:lnTo>
                        <a:pt x="871" y="479"/>
                      </a:lnTo>
                      <a:lnTo>
                        <a:pt x="873" y="479"/>
                      </a:lnTo>
                      <a:lnTo>
                        <a:pt x="873" y="481"/>
                      </a:lnTo>
                      <a:lnTo>
                        <a:pt x="873" y="479"/>
                      </a:lnTo>
                      <a:lnTo>
                        <a:pt x="873" y="477"/>
                      </a:lnTo>
                      <a:lnTo>
                        <a:pt x="873" y="475"/>
                      </a:lnTo>
                      <a:lnTo>
                        <a:pt x="873" y="473"/>
                      </a:lnTo>
                      <a:lnTo>
                        <a:pt x="873" y="471"/>
                      </a:lnTo>
                      <a:lnTo>
                        <a:pt x="871" y="471"/>
                      </a:lnTo>
                      <a:lnTo>
                        <a:pt x="871" y="470"/>
                      </a:lnTo>
                      <a:lnTo>
                        <a:pt x="871" y="468"/>
                      </a:lnTo>
                      <a:lnTo>
                        <a:pt x="871" y="466"/>
                      </a:lnTo>
                      <a:lnTo>
                        <a:pt x="871" y="464"/>
                      </a:lnTo>
                      <a:lnTo>
                        <a:pt x="871" y="462"/>
                      </a:lnTo>
                      <a:lnTo>
                        <a:pt x="871" y="464"/>
                      </a:lnTo>
                      <a:lnTo>
                        <a:pt x="871" y="462"/>
                      </a:lnTo>
                      <a:lnTo>
                        <a:pt x="871" y="460"/>
                      </a:lnTo>
                      <a:lnTo>
                        <a:pt x="871" y="459"/>
                      </a:lnTo>
                      <a:lnTo>
                        <a:pt x="869" y="459"/>
                      </a:lnTo>
                      <a:lnTo>
                        <a:pt x="871" y="459"/>
                      </a:lnTo>
                      <a:lnTo>
                        <a:pt x="869" y="459"/>
                      </a:lnTo>
                      <a:lnTo>
                        <a:pt x="869" y="457"/>
                      </a:lnTo>
                      <a:lnTo>
                        <a:pt x="869" y="459"/>
                      </a:lnTo>
                      <a:lnTo>
                        <a:pt x="869" y="457"/>
                      </a:lnTo>
                      <a:lnTo>
                        <a:pt x="869" y="455"/>
                      </a:lnTo>
                      <a:lnTo>
                        <a:pt x="867" y="455"/>
                      </a:lnTo>
                      <a:lnTo>
                        <a:pt x="867" y="453"/>
                      </a:lnTo>
                      <a:lnTo>
                        <a:pt x="869" y="453"/>
                      </a:lnTo>
                      <a:lnTo>
                        <a:pt x="867" y="453"/>
                      </a:lnTo>
                      <a:lnTo>
                        <a:pt x="869" y="453"/>
                      </a:lnTo>
                      <a:lnTo>
                        <a:pt x="867" y="453"/>
                      </a:lnTo>
                      <a:lnTo>
                        <a:pt x="867" y="451"/>
                      </a:lnTo>
                      <a:lnTo>
                        <a:pt x="867" y="453"/>
                      </a:lnTo>
                      <a:lnTo>
                        <a:pt x="867" y="451"/>
                      </a:lnTo>
                      <a:lnTo>
                        <a:pt x="865" y="451"/>
                      </a:lnTo>
                      <a:lnTo>
                        <a:pt x="865" y="449"/>
                      </a:lnTo>
                      <a:lnTo>
                        <a:pt x="865" y="448"/>
                      </a:lnTo>
                      <a:lnTo>
                        <a:pt x="865" y="446"/>
                      </a:lnTo>
                      <a:lnTo>
                        <a:pt x="865" y="444"/>
                      </a:lnTo>
                      <a:lnTo>
                        <a:pt x="863" y="444"/>
                      </a:lnTo>
                      <a:lnTo>
                        <a:pt x="865" y="444"/>
                      </a:lnTo>
                      <a:lnTo>
                        <a:pt x="863" y="444"/>
                      </a:lnTo>
                      <a:lnTo>
                        <a:pt x="863" y="442"/>
                      </a:lnTo>
                      <a:lnTo>
                        <a:pt x="865" y="442"/>
                      </a:lnTo>
                      <a:lnTo>
                        <a:pt x="863" y="442"/>
                      </a:lnTo>
                      <a:lnTo>
                        <a:pt x="863" y="440"/>
                      </a:lnTo>
                      <a:lnTo>
                        <a:pt x="863" y="438"/>
                      </a:lnTo>
                      <a:lnTo>
                        <a:pt x="865" y="438"/>
                      </a:lnTo>
                      <a:lnTo>
                        <a:pt x="865" y="437"/>
                      </a:lnTo>
                      <a:lnTo>
                        <a:pt x="865" y="435"/>
                      </a:lnTo>
                      <a:lnTo>
                        <a:pt x="863" y="435"/>
                      </a:lnTo>
                      <a:lnTo>
                        <a:pt x="865" y="435"/>
                      </a:lnTo>
                      <a:lnTo>
                        <a:pt x="863" y="435"/>
                      </a:lnTo>
                      <a:lnTo>
                        <a:pt x="863" y="433"/>
                      </a:lnTo>
                      <a:lnTo>
                        <a:pt x="863" y="435"/>
                      </a:lnTo>
                      <a:lnTo>
                        <a:pt x="863" y="433"/>
                      </a:lnTo>
                      <a:lnTo>
                        <a:pt x="863" y="431"/>
                      </a:lnTo>
                      <a:lnTo>
                        <a:pt x="863" y="429"/>
                      </a:lnTo>
                      <a:lnTo>
                        <a:pt x="862" y="429"/>
                      </a:lnTo>
                      <a:lnTo>
                        <a:pt x="862" y="428"/>
                      </a:lnTo>
                      <a:lnTo>
                        <a:pt x="863" y="429"/>
                      </a:lnTo>
                      <a:lnTo>
                        <a:pt x="863" y="428"/>
                      </a:lnTo>
                      <a:lnTo>
                        <a:pt x="862" y="428"/>
                      </a:lnTo>
                      <a:lnTo>
                        <a:pt x="862" y="426"/>
                      </a:lnTo>
                      <a:lnTo>
                        <a:pt x="862" y="424"/>
                      </a:lnTo>
                      <a:lnTo>
                        <a:pt x="862" y="422"/>
                      </a:lnTo>
                      <a:lnTo>
                        <a:pt x="860" y="422"/>
                      </a:lnTo>
                      <a:lnTo>
                        <a:pt x="860" y="424"/>
                      </a:lnTo>
                      <a:lnTo>
                        <a:pt x="860" y="426"/>
                      </a:lnTo>
                      <a:lnTo>
                        <a:pt x="860" y="424"/>
                      </a:lnTo>
                      <a:lnTo>
                        <a:pt x="858" y="424"/>
                      </a:lnTo>
                      <a:lnTo>
                        <a:pt x="860" y="424"/>
                      </a:lnTo>
                      <a:lnTo>
                        <a:pt x="858" y="424"/>
                      </a:lnTo>
                      <a:lnTo>
                        <a:pt x="858" y="422"/>
                      </a:lnTo>
                      <a:lnTo>
                        <a:pt x="856" y="422"/>
                      </a:lnTo>
                      <a:lnTo>
                        <a:pt x="856" y="424"/>
                      </a:lnTo>
                      <a:lnTo>
                        <a:pt x="854" y="424"/>
                      </a:lnTo>
                      <a:lnTo>
                        <a:pt x="854" y="426"/>
                      </a:lnTo>
                      <a:lnTo>
                        <a:pt x="853" y="426"/>
                      </a:lnTo>
                      <a:lnTo>
                        <a:pt x="853" y="424"/>
                      </a:lnTo>
                      <a:lnTo>
                        <a:pt x="851" y="424"/>
                      </a:lnTo>
                      <a:lnTo>
                        <a:pt x="851" y="422"/>
                      </a:lnTo>
                      <a:lnTo>
                        <a:pt x="849" y="422"/>
                      </a:lnTo>
                      <a:lnTo>
                        <a:pt x="849" y="424"/>
                      </a:lnTo>
                      <a:lnTo>
                        <a:pt x="849" y="426"/>
                      </a:lnTo>
                      <a:lnTo>
                        <a:pt x="851" y="429"/>
                      </a:lnTo>
                      <a:lnTo>
                        <a:pt x="851" y="431"/>
                      </a:lnTo>
                      <a:lnTo>
                        <a:pt x="849" y="431"/>
                      </a:lnTo>
                      <a:lnTo>
                        <a:pt x="849" y="433"/>
                      </a:lnTo>
                      <a:lnTo>
                        <a:pt x="847" y="433"/>
                      </a:lnTo>
                      <a:lnTo>
                        <a:pt x="845" y="433"/>
                      </a:lnTo>
                      <a:lnTo>
                        <a:pt x="845" y="435"/>
                      </a:lnTo>
                      <a:lnTo>
                        <a:pt x="845" y="437"/>
                      </a:lnTo>
                      <a:lnTo>
                        <a:pt x="843" y="437"/>
                      </a:lnTo>
                      <a:lnTo>
                        <a:pt x="843" y="438"/>
                      </a:lnTo>
                      <a:lnTo>
                        <a:pt x="843" y="440"/>
                      </a:lnTo>
                      <a:lnTo>
                        <a:pt x="843" y="442"/>
                      </a:lnTo>
                      <a:lnTo>
                        <a:pt x="845" y="442"/>
                      </a:lnTo>
                      <a:lnTo>
                        <a:pt x="845" y="444"/>
                      </a:lnTo>
                      <a:lnTo>
                        <a:pt x="845" y="446"/>
                      </a:lnTo>
                      <a:lnTo>
                        <a:pt x="843" y="446"/>
                      </a:lnTo>
                      <a:lnTo>
                        <a:pt x="843" y="448"/>
                      </a:lnTo>
                      <a:lnTo>
                        <a:pt x="842" y="448"/>
                      </a:lnTo>
                      <a:lnTo>
                        <a:pt x="842" y="449"/>
                      </a:lnTo>
                      <a:lnTo>
                        <a:pt x="840" y="449"/>
                      </a:lnTo>
                      <a:lnTo>
                        <a:pt x="838" y="449"/>
                      </a:lnTo>
                      <a:lnTo>
                        <a:pt x="838" y="451"/>
                      </a:lnTo>
                      <a:lnTo>
                        <a:pt x="838" y="449"/>
                      </a:lnTo>
                      <a:lnTo>
                        <a:pt x="836" y="449"/>
                      </a:lnTo>
                      <a:lnTo>
                        <a:pt x="836" y="448"/>
                      </a:lnTo>
                      <a:lnTo>
                        <a:pt x="834" y="448"/>
                      </a:lnTo>
                      <a:lnTo>
                        <a:pt x="834" y="446"/>
                      </a:lnTo>
                      <a:lnTo>
                        <a:pt x="834" y="444"/>
                      </a:lnTo>
                      <a:lnTo>
                        <a:pt x="834" y="442"/>
                      </a:lnTo>
                      <a:lnTo>
                        <a:pt x="832" y="442"/>
                      </a:lnTo>
                      <a:lnTo>
                        <a:pt x="834" y="442"/>
                      </a:lnTo>
                      <a:lnTo>
                        <a:pt x="832" y="442"/>
                      </a:lnTo>
                      <a:lnTo>
                        <a:pt x="834" y="442"/>
                      </a:lnTo>
                      <a:lnTo>
                        <a:pt x="832" y="442"/>
                      </a:lnTo>
                      <a:lnTo>
                        <a:pt x="832" y="440"/>
                      </a:lnTo>
                      <a:lnTo>
                        <a:pt x="832" y="438"/>
                      </a:lnTo>
                      <a:lnTo>
                        <a:pt x="832" y="440"/>
                      </a:lnTo>
                      <a:lnTo>
                        <a:pt x="832" y="438"/>
                      </a:lnTo>
                      <a:lnTo>
                        <a:pt x="831" y="438"/>
                      </a:lnTo>
                      <a:lnTo>
                        <a:pt x="831" y="440"/>
                      </a:lnTo>
                      <a:lnTo>
                        <a:pt x="829" y="440"/>
                      </a:lnTo>
                      <a:lnTo>
                        <a:pt x="829" y="442"/>
                      </a:lnTo>
                      <a:lnTo>
                        <a:pt x="829" y="444"/>
                      </a:lnTo>
                      <a:lnTo>
                        <a:pt x="831" y="444"/>
                      </a:lnTo>
                      <a:lnTo>
                        <a:pt x="831" y="446"/>
                      </a:lnTo>
                      <a:lnTo>
                        <a:pt x="829" y="446"/>
                      </a:lnTo>
                      <a:lnTo>
                        <a:pt x="829" y="444"/>
                      </a:lnTo>
                      <a:lnTo>
                        <a:pt x="827" y="444"/>
                      </a:lnTo>
                      <a:lnTo>
                        <a:pt x="827" y="442"/>
                      </a:lnTo>
                      <a:lnTo>
                        <a:pt x="827" y="440"/>
                      </a:lnTo>
                      <a:lnTo>
                        <a:pt x="827" y="438"/>
                      </a:lnTo>
                      <a:lnTo>
                        <a:pt x="827" y="437"/>
                      </a:lnTo>
                      <a:lnTo>
                        <a:pt x="827" y="435"/>
                      </a:lnTo>
                      <a:lnTo>
                        <a:pt x="827" y="437"/>
                      </a:lnTo>
                      <a:lnTo>
                        <a:pt x="827" y="435"/>
                      </a:lnTo>
                      <a:lnTo>
                        <a:pt x="825" y="435"/>
                      </a:lnTo>
                      <a:lnTo>
                        <a:pt x="825" y="433"/>
                      </a:lnTo>
                      <a:lnTo>
                        <a:pt x="825" y="431"/>
                      </a:lnTo>
                      <a:lnTo>
                        <a:pt x="823" y="431"/>
                      </a:lnTo>
                      <a:lnTo>
                        <a:pt x="825" y="431"/>
                      </a:lnTo>
                      <a:lnTo>
                        <a:pt x="825" y="429"/>
                      </a:lnTo>
                      <a:lnTo>
                        <a:pt x="823" y="431"/>
                      </a:lnTo>
                      <a:lnTo>
                        <a:pt x="823" y="429"/>
                      </a:lnTo>
                      <a:lnTo>
                        <a:pt x="823" y="428"/>
                      </a:lnTo>
                      <a:lnTo>
                        <a:pt x="822" y="428"/>
                      </a:lnTo>
                      <a:lnTo>
                        <a:pt x="822" y="426"/>
                      </a:lnTo>
                      <a:lnTo>
                        <a:pt x="822" y="424"/>
                      </a:lnTo>
                      <a:lnTo>
                        <a:pt x="822" y="426"/>
                      </a:lnTo>
                      <a:lnTo>
                        <a:pt x="823" y="426"/>
                      </a:lnTo>
                      <a:lnTo>
                        <a:pt x="823" y="424"/>
                      </a:lnTo>
                      <a:lnTo>
                        <a:pt x="822" y="424"/>
                      </a:lnTo>
                      <a:lnTo>
                        <a:pt x="822" y="422"/>
                      </a:lnTo>
                      <a:lnTo>
                        <a:pt x="823" y="422"/>
                      </a:lnTo>
                      <a:lnTo>
                        <a:pt x="823" y="420"/>
                      </a:lnTo>
                      <a:lnTo>
                        <a:pt x="825" y="418"/>
                      </a:lnTo>
                      <a:lnTo>
                        <a:pt x="823" y="417"/>
                      </a:lnTo>
                      <a:lnTo>
                        <a:pt x="825" y="417"/>
                      </a:lnTo>
                      <a:lnTo>
                        <a:pt x="825" y="415"/>
                      </a:lnTo>
                      <a:lnTo>
                        <a:pt x="823" y="415"/>
                      </a:lnTo>
                      <a:lnTo>
                        <a:pt x="825" y="415"/>
                      </a:lnTo>
                      <a:lnTo>
                        <a:pt x="825" y="413"/>
                      </a:lnTo>
                      <a:lnTo>
                        <a:pt x="827" y="413"/>
                      </a:lnTo>
                      <a:lnTo>
                        <a:pt x="829" y="413"/>
                      </a:lnTo>
                      <a:lnTo>
                        <a:pt x="831" y="411"/>
                      </a:lnTo>
                      <a:lnTo>
                        <a:pt x="829" y="409"/>
                      </a:lnTo>
                      <a:lnTo>
                        <a:pt x="831" y="409"/>
                      </a:lnTo>
                      <a:lnTo>
                        <a:pt x="832" y="409"/>
                      </a:lnTo>
                      <a:lnTo>
                        <a:pt x="834" y="409"/>
                      </a:lnTo>
                      <a:lnTo>
                        <a:pt x="836" y="409"/>
                      </a:lnTo>
                      <a:lnTo>
                        <a:pt x="838" y="409"/>
                      </a:lnTo>
                      <a:lnTo>
                        <a:pt x="838" y="407"/>
                      </a:lnTo>
                      <a:lnTo>
                        <a:pt x="838" y="406"/>
                      </a:lnTo>
                      <a:lnTo>
                        <a:pt x="840" y="406"/>
                      </a:lnTo>
                      <a:lnTo>
                        <a:pt x="838" y="406"/>
                      </a:lnTo>
                      <a:lnTo>
                        <a:pt x="840" y="404"/>
                      </a:lnTo>
                      <a:lnTo>
                        <a:pt x="840" y="406"/>
                      </a:lnTo>
                      <a:lnTo>
                        <a:pt x="840" y="407"/>
                      </a:lnTo>
                      <a:lnTo>
                        <a:pt x="842" y="407"/>
                      </a:lnTo>
                      <a:lnTo>
                        <a:pt x="843" y="407"/>
                      </a:lnTo>
                      <a:lnTo>
                        <a:pt x="842" y="404"/>
                      </a:lnTo>
                      <a:lnTo>
                        <a:pt x="843" y="404"/>
                      </a:lnTo>
                      <a:lnTo>
                        <a:pt x="845" y="406"/>
                      </a:lnTo>
                      <a:lnTo>
                        <a:pt x="845" y="404"/>
                      </a:lnTo>
                      <a:lnTo>
                        <a:pt x="847" y="406"/>
                      </a:lnTo>
                      <a:lnTo>
                        <a:pt x="845" y="406"/>
                      </a:lnTo>
                      <a:lnTo>
                        <a:pt x="847" y="406"/>
                      </a:lnTo>
                      <a:lnTo>
                        <a:pt x="847" y="407"/>
                      </a:lnTo>
                      <a:lnTo>
                        <a:pt x="849" y="407"/>
                      </a:lnTo>
                      <a:lnTo>
                        <a:pt x="849" y="406"/>
                      </a:lnTo>
                      <a:lnTo>
                        <a:pt x="849" y="404"/>
                      </a:lnTo>
                      <a:lnTo>
                        <a:pt x="849" y="402"/>
                      </a:lnTo>
                      <a:lnTo>
                        <a:pt x="849" y="400"/>
                      </a:lnTo>
                      <a:lnTo>
                        <a:pt x="851" y="400"/>
                      </a:lnTo>
                      <a:lnTo>
                        <a:pt x="851" y="402"/>
                      </a:lnTo>
                      <a:lnTo>
                        <a:pt x="851" y="400"/>
                      </a:lnTo>
                      <a:lnTo>
                        <a:pt x="851" y="398"/>
                      </a:lnTo>
                      <a:lnTo>
                        <a:pt x="853" y="398"/>
                      </a:lnTo>
                      <a:lnTo>
                        <a:pt x="854" y="398"/>
                      </a:lnTo>
                      <a:lnTo>
                        <a:pt x="854" y="400"/>
                      </a:lnTo>
                      <a:lnTo>
                        <a:pt x="854" y="398"/>
                      </a:lnTo>
                      <a:lnTo>
                        <a:pt x="856" y="398"/>
                      </a:lnTo>
                      <a:lnTo>
                        <a:pt x="856" y="396"/>
                      </a:lnTo>
                      <a:lnTo>
                        <a:pt x="858" y="398"/>
                      </a:lnTo>
                      <a:lnTo>
                        <a:pt x="858" y="396"/>
                      </a:lnTo>
                      <a:lnTo>
                        <a:pt x="858" y="395"/>
                      </a:lnTo>
                      <a:lnTo>
                        <a:pt x="860" y="395"/>
                      </a:lnTo>
                      <a:lnTo>
                        <a:pt x="862" y="395"/>
                      </a:lnTo>
                      <a:lnTo>
                        <a:pt x="860" y="391"/>
                      </a:lnTo>
                      <a:lnTo>
                        <a:pt x="860" y="389"/>
                      </a:lnTo>
                      <a:lnTo>
                        <a:pt x="860" y="387"/>
                      </a:lnTo>
                      <a:lnTo>
                        <a:pt x="862" y="385"/>
                      </a:lnTo>
                      <a:lnTo>
                        <a:pt x="860" y="385"/>
                      </a:lnTo>
                      <a:lnTo>
                        <a:pt x="862" y="385"/>
                      </a:lnTo>
                      <a:lnTo>
                        <a:pt x="862" y="384"/>
                      </a:lnTo>
                      <a:lnTo>
                        <a:pt x="862" y="382"/>
                      </a:lnTo>
                      <a:lnTo>
                        <a:pt x="863" y="382"/>
                      </a:lnTo>
                      <a:lnTo>
                        <a:pt x="865" y="382"/>
                      </a:lnTo>
                      <a:lnTo>
                        <a:pt x="867" y="382"/>
                      </a:lnTo>
                      <a:lnTo>
                        <a:pt x="869" y="382"/>
                      </a:lnTo>
                      <a:lnTo>
                        <a:pt x="869" y="380"/>
                      </a:lnTo>
                      <a:lnTo>
                        <a:pt x="869" y="378"/>
                      </a:lnTo>
                      <a:lnTo>
                        <a:pt x="867" y="378"/>
                      </a:lnTo>
                      <a:lnTo>
                        <a:pt x="869" y="378"/>
                      </a:lnTo>
                      <a:lnTo>
                        <a:pt x="867" y="378"/>
                      </a:lnTo>
                      <a:lnTo>
                        <a:pt x="867" y="376"/>
                      </a:lnTo>
                      <a:lnTo>
                        <a:pt x="865" y="376"/>
                      </a:lnTo>
                      <a:lnTo>
                        <a:pt x="865" y="374"/>
                      </a:lnTo>
                      <a:lnTo>
                        <a:pt x="865" y="376"/>
                      </a:lnTo>
                      <a:lnTo>
                        <a:pt x="865" y="374"/>
                      </a:lnTo>
                      <a:lnTo>
                        <a:pt x="863" y="374"/>
                      </a:lnTo>
                      <a:lnTo>
                        <a:pt x="862" y="374"/>
                      </a:lnTo>
                      <a:lnTo>
                        <a:pt x="860" y="373"/>
                      </a:lnTo>
                      <a:lnTo>
                        <a:pt x="858" y="373"/>
                      </a:lnTo>
                      <a:lnTo>
                        <a:pt x="860" y="373"/>
                      </a:lnTo>
                      <a:lnTo>
                        <a:pt x="858" y="373"/>
                      </a:lnTo>
                      <a:lnTo>
                        <a:pt x="858" y="371"/>
                      </a:lnTo>
                      <a:lnTo>
                        <a:pt x="856" y="373"/>
                      </a:lnTo>
                      <a:lnTo>
                        <a:pt x="856" y="371"/>
                      </a:lnTo>
                      <a:lnTo>
                        <a:pt x="854" y="371"/>
                      </a:lnTo>
                      <a:lnTo>
                        <a:pt x="853" y="371"/>
                      </a:lnTo>
                      <a:lnTo>
                        <a:pt x="853" y="369"/>
                      </a:lnTo>
                      <a:lnTo>
                        <a:pt x="851" y="369"/>
                      </a:lnTo>
                      <a:lnTo>
                        <a:pt x="851" y="371"/>
                      </a:lnTo>
                      <a:lnTo>
                        <a:pt x="849" y="371"/>
                      </a:lnTo>
                      <a:lnTo>
                        <a:pt x="847" y="371"/>
                      </a:lnTo>
                      <a:lnTo>
                        <a:pt x="845" y="371"/>
                      </a:lnTo>
                      <a:lnTo>
                        <a:pt x="843" y="371"/>
                      </a:lnTo>
                      <a:lnTo>
                        <a:pt x="842" y="371"/>
                      </a:lnTo>
                      <a:lnTo>
                        <a:pt x="840" y="371"/>
                      </a:lnTo>
                      <a:lnTo>
                        <a:pt x="840" y="373"/>
                      </a:lnTo>
                      <a:lnTo>
                        <a:pt x="838" y="373"/>
                      </a:lnTo>
                      <a:lnTo>
                        <a:pt x="838" y="371"/>
                      </a:lnTo>
                      <a:lnTo>
                        <a:pt x="836" y="371"/>
                      </a:lnTo>
                      <a:lnTo>
                        <a:pt x="834" y="371"/>
                      </a:lnTo>
                      <a:lnTo>
                        <a:pt x="834" y="373"/>
                      </a:lnTo>
                      <a:lnTo>
                        <a:pt x="832" y="371"/>
                      </a:lnTo>
                      <a:lnTo>
                        <a:pt x="832" y="373"/>
                      </a:lnTo>
                      <a:lnTo>
                        <a:pt x="832" y="371"/>
                      </a:lnTo>
                      <a:lnTo>
                        <a:pt x="831" y="371"/>
                      </a:lnTo>
                      <a:lnTo>
                        <a:pt x="829" y="371"/>
                      </a:lnTo>
                      <a:lnTo>
                        <a:pt x="827" y="371"/>
                      </a:lnTo>
                      <a:lnTo>
                        <a:pt x="825" y="371"/>
                      </a:lnTo>
                      <a:lnTo>
                        <a:pt x="825" y="369"/>
                      </a:lnTo>
                      <a:lnTo>
                        <a:pt x="823" y="369"/>
                      </a:lnTo>
                      <a:lnTo>
                        <a:pt x="822" y="369"/>
                      </a:lnTo>
                      <a:lnTo>
                        <a:pt x="820" y="369"/>
                      </a:lnTo>
                      <a:lnTo>
                        <a:pt x="818" y="369"/>
                      </a:lnTo>
                      <a:lnTo>
                        <a:pt x="816" y="371"/>
                      </a:lnTo>
                      <a:lnTo>
                        <a:pt x="814" y="371"/>
                      </a:lnTo>
                      <a:lnTo>
                        <a:pt x="812" y="371"/>
                      </a:lnTo>
                      <a:lnTo>
                        <a:pt x="811" y="371"/>
                      </a:lnTo>
                      <a:lnTo>
                        <a:pt x="809" y="371"/>
                      </a:lnTo>
                      <a:lnTo>
                        <a:pt x="807" y="371"/>
                      </a:lnTo>
                      <a:lnTo>
                        <a:pt x="805" y="371"/>
                      </a:lnTo>
                      <a:lnTo>
                        <a:pt x="803" y="371"/>
                      </a:lnTo>
                      <a:lnTo>
                        <a:pt x="803" y="369"/>
                      </a:lnTo>
                      <a:lnTo>
                        <a:pt x="803" y="371"/>
                      </a:lnTo>
                      <a:lnTo>
                        <a:pt x="801" y="371"/>
                      </a:lnTo>
                      <a:lnTo>
                        <a:pt x="800" y="371"/>
                      </a:lnTo>
                      <a:lnTo>
                        <a:pt x="798" y="371"/>
                      </a:lnTo>
                      <a:lnTo>
                        <a:pt x="796" y="371"/>
                      </a:lnTo>
                      <a:lnTo>
                        <a:pt x="794" y="371"/>
                      </a:lnTo>
                      <a:lnTo>
                        <a:pt x="792" y="371"/>
                      </a:lnTo>
                      <a:lnTo>
                        <a:pt x="792" y="369"/>
                      </a:lnTo>
                      <a:lnTo>
                        <a:pt x="790" y="369"/>
                      </a:lnTo>
                      <a:lnTo>
                        <a:pt x="789" y="369"/>
                      </a:lnTo>
                      <a:lnTo>
                        <a:pt x="787" y="369"/>
                      </a:lnTo>
                      <a:lnTo>
                        <a:pt x="785" y="369"/>
                      </a:lnTo>
                      <a:lnTo>
                        <a:pt x="783" y="369"/>
                      </a:lnTo>
                      <a:lnTo>
                        <a:pt x="783" y="367"/>
                      </a:lnTo>
                      <a:lnTo>
                        <a:pt x="781" y="367"/>
                      </a:lnTo>
                      <a:lnTo>
                        <a:pt x="780" y="367"/>
                      </a:lnTo>
                      <a:lnTo>
                        <a:pt x="780" y="365"/>
                      </a:lnTo>
                      <a:lnTo>
                        <a:pt x="778" y="365"/>
                      </a:lnTo>
                      <a:lnTo>
                        <a:pt x="776" y="365"/>
                      </a:lnTo>
                      <a:lnTo>
                        <a:pt x="776" y="367"/>
                      </a:lnTo>
                      <a:lnTo>
                        <a:pt x="774" y="365"/>
                      </a:lnTo>
                      <a:lnTo>
                        <a:pt x="774" y="364"/>
                      </a:lnTo>
                      <a:lnTo>
                        <a:pt x="774" y="362"/>
                      </a:lnTo>
                      <a:lnTo>
                        <a:pt x="774" y="360"/>
                      </a:lnTo>
                      <a:lnTo>
                        <a:pt x="774" y="358"/>
                      </a:lnTo>
                      <a:lnTo>
                        <a:pt x="774" y="360"/>
                      </a:lnTo>
                      <a:lnTo>
                        <a:pt x="774" y="358"/>
                      </a:lnTo>
                      <a:lnTo>
                        <a:pt x="774" y="356"/>
                      </a:lnTo>
                      <a:lnTo>
                        <a:pt x="774" y="358"/>
                      </a:lnTo>
                      <a:lnTo>
                        <a:pt x="774" y="356"/>
                      </a:lnTo>
                      <a:lnTo>
                        <a:pt x="776" y="356"/>
                      </a:lnTo>
                      <a:lnTo>
                        <a:pt x="774" y="356"/>
                      </a:lnTo>
                      <a:lnTo>
                        <a:pt x="776" y="356"/>
                      </a:lnTo>
                      <a:lnTo>
                        <a:pt x="774" y="356"/>
                      </a:lnTo>
                      <a:lnTo>
                        <a:pt x="774" y="354"/>
                      </a:lnTo>
                      <a:lnTo>
                        <a:pt x="776" y="354"/>
                      </a:lnTo>
                      <a:lnTo>
                        <a:pt x="776" y="353"/>
                      </a:lnTo>
                      <a:lnTo>
                        <a:pt x="774" y="353"/>
                      </a:lnTo>
                      <a:lnTo>
                        <a:pt x="774" y="351"/>
                      </a:lnTo>
                      <a:lnTo>
                        <a:pt x="774" y="349"/>
                      </a:lnTo>
                      <a:lnTo>
                        <a:pt x="774" y="347"/>
                      </a:lnTo>
                      <a:lnTo>
                        <a:pt x="774" y="345"/>
                      </a:lnTo>
                      <a:lnTo>
                        <a:pt x="774" y="343"/>
                      </a:lnTo>
                      <a:lnTo>
                        <a:pt x="776" y="343"/>
                      </a:lnTo>
                      <a:lnTo>
                        <a:pt x="774" y="343"/>
                      </a:lnTo>
                      <a:lnTo>
                        <a:pt x="774" y="342"/>
                      </a:lnTo>
                      <a:lnTo>
                        <a:pt x="776" y="342"/>
                      </a:lnTo>
                      <a:lnTo>
                        <a:pt x="774" y="342"/>
                      </a:lnTo>
                      <a:lnTo>
                        <a:pt x="774" y="340"/>
                      </a:lnTo>
                      <a:lnTo>
                        <a:pt x="772" y="340"/>
                      </a:lnTo>
                      <a:lnTo>
                        <a:pt x="774" y="340"/>
                      </a:lnTo>
                      <a:lnTo>
                        <a:pt x="772" y="340"/>
                      </a:lnTo>
                      <a:lnTo>
                        <a:pt x="772" y="338"/>
                      </a:lnTo>
                      <a:lnTo>
                        <a:pt x="772" y="336"/>
                      </a:lnTo>
                      <a:lnTo>
                        <a:pt x="770" y="336"/>
                      </a:lnTo>
                      <a:lnTo>
                        <a:pt x="772" y="336"/>
                      </a:lnTo>
                      <a:lnTo>
                        <a:pt x="770" y="336"/>
                      </a:lnTo>
                      <a:lnTo>
                        <a:pt x="770" y="334"/>
                      </a:lnTo>
                      <a:lnTo>
                        <a:pt x="769" y="334"/>
                      </a:lnTo>
                      <a:lnTo>
                        <a:pt x="769" y="332"/>
                      </a:lnTo>
                      <a:lnTo>
                        <a:pt x="767" y="332"/>
                      </a:lnTo>
                      <a:lnTo>
                        <a:pt x="767" y="334"/>
                      </a:lnTo>
                      <a:lnTo>
                        <a:pt x="765" y="334"/>
                      </a:lnTo>
                      <a:lnTo>
                        <a:pt x="767" y="334"/>
                      </a:lnTo>
                      <a:lnTo>
                        <a:pt x="765" y="334"/>
                      </a:lnTo>
                      <a:lnTo>
                        <a:pt x="765" y="336"/>
                      </a:lnTo>
                      <a:lnTo>
                        <a:pt x="767" y="336"/>
                      </a:lnTo>
                      <a:lnTo>
                        <a:pt x="765" y="336"/>
                      </a:lnTo>
                      <a:lnTo>
                        <a:pt x="765" y="338"/>
                      </a:lnTo>
                      <a:lnTo>
                        <a:pt x="767" y="338"/>
                      </a:lnTo>
                      <a:lnTo>
                        <a:pt x="767" y="336"/>
                      </a:lnTo>
                      <a:lnTo>
                        <a:pt x="767" y="338"/>
                      </a:lnTo>
                      <a:lnTo>
                        <a:pt x="767" y="340"/>
                      </a:lnTo>
                      <a:lnTo>
                        <a:pt x="767" y="338"/>
                      </a:lnTo>
                      <a:lnTo>
                        <a:pt x="765" y="338"/>
                      </a:lnTo>
                      <a:lnTo>
                        <a:pt x="767" y="338"/>
                      </a:lnTo>
                      <a:lnTo>
                        <a:pt x="765" y="340"/>
                      </a:lnTo>
                      <a:lnTo>
                        <a:pt x="765" y="342"/>
                      </a:lnTo>
                      <a:lnTo>
                        <a:pt x="763" y="342"/>
                      </a:lnTo>
                      <a:lnTo>
                        <a:pt x="763" y="340"/>
                      </a:lnTo>
                      <a:lnTo>
                        <a:pt x="763" y="342"/>
                      </a:lnTo>
                      <a:lnTo>
                        <a:pt x="761" y="340"/>
                      </a:lnTo>
                      <a:lnTo>
                        <a:pt x="761" y="342"/>
                      </a:lnTo>
                      <a:lnTo>
                        <a:pt x="759" y="340"/>
                      </a:lnTo>
                      <a:lnTo>
                        <a:pt x="758" y="340"/>
                      </a:lnTo>
                      <a:lnTo>
                        <a:pt x="756" y="340"/>
                      </a:lnTo>
                      <a:lnTo>
                        <a:pt x="754" y="340"/>
                      </a:lnTo>
                      <a:lnTo>
                        <a:pt x="754" y="338"/>
                      </a:lnTo>
                      <a:lnTo>
                        <a:pt x="752" y="338"/>
                      </a:lnTo>
                      <a:lnTo>
                        <a:pt x="752" y="336"/>
                      </a:lnTo>
                      <a:lnTo>
                        <a:pt x="750" y="336"/>
                      </a:lnTo>
                      <a:lnTo>
                        <a:pt x="750" y="334"/>
                      </a:lnTo>
                      <a:lnTo>
                        <a:pt x="749" y="334"/>
                      </a:lnTo>
                      <a:lnTo>
                        <a:pt x="749" y="332"/>
                      </a:lnTo>
                      <a:lnTo>
                        <a:pt x="749" y="331"/>
                      </a:lnTo>
                      <a:lnTo>
                        <a:pt x="747" y="329"/>
                      </a:lnTo>
                      <a:lnTo>
                        <a:pt x="749" y="329"/>
                      </a:lnTo>
                      <a:lnTo>
                        <a:pt x="749" y="331"/>
                      </a:lnTo>
                      <a:lnTo>
                        <a:pt x="749" y="329"/>
                      </a:lnTo>
                      <a:lnTo>
                        <a:pt x="747" y="329"/>
                      </a:lnTo>
                      <a:lnTo>
                        <a:pt x="749" y="329"/>
                      </a:lnTo>
                      <a:lnTo>
                        <a:pt x="749" y="327"/>
                      </a:lnTo>
                      <a:lnTo>
                        <a:pt x="747" y="327"/>
                      </a:lnTo>
                      <a:lnTo>
                        <a:pt x="745" y="327"/>
                      </a:lnTo>
                      <a:lnTo>
                        <a:pt x="745" y="325"/>
                      </a:lnTo>
                      <a:lnTo>
                        <a:pt x="743" y="325"/>
                      </a:lnTo>
                      <a:lnTo>
                        <a:pt x="741" y="325"/>
                      </a:lnTo>
                      <a:lnTo>
                        <a:pt x="741" y="327"/>
                      </a:lnTo>
                      <a:lnTo>
                        <a:pt x="743" y="327"/>
                      </a:lnTo>
                      <a:lnTo>
                        <a:pt x="743" y="329"/>
                      </a:lnTo>
                      <a:lnTo>
                        <a:pt x="745" y="329"/>
                      </a:lnTo>
                      <a:lnTo>
                        <a:pt x="743" y="329"/>
                      </a:lnTo>
                      <a:lnTo>
                        <a:pt x="743" y="331"/>
                      </a:lnTo>
                      <a:lnTo>
                        <a:pt x="745" y="331"/>
                      </a:lnTo>
                      <a:lnTo>
                        <a:pt x="745" y="329"/>
                      </a:lnTo>
                      <a:lnTo>
                        <a:pt x="745" y="331"/>
                      </a:lnTo>
                      <a:lnTo>
                        <a:pt x="747" y="331"/>
                      </a:lnTo>
                      <a:lnTo>
                        <a:pt x="745" y="331"/>
                      </a:lnTo>
                      <a:lnTo>
                        <a:pt x="747" y="331"/>
                      </a:lnTo>
                      <a:lnTo>
                        <a:pt x="747" y="332"/>
                      </a:lnTo>
                      <a:lnTo>
                        <a:pt x="745" y="332"/>
                      </a:lnTo>
                      <a:lnTo>
                        <a:pt x="745" y="331"/>
                      </a:lnTo>
                      <a:lnTo>
                        <a:pt x="745" y="332"/>
                      </a:lnTo>
                      <a:lnTo>
                        <a:pt x="743" y="332"/>
                      </a:lnTo>
                      <a:lnTo>
                        <a:pt x="741" y="332"/>
                      </a:lnTo>
                      <a:lnTo>
                        <a:pt x="741" y="331"/>
                      </a:lnTo>
                      <a:lnTo>
                        <a:pt x="739" y="331"/>
                      </a:lnTo>
                      <a:lnTo>
                        <a:pt x="739" y="332"/>
                      </a:lnTo>
                      <a:lnTo>
                        <a:pt x="738" y="332"/>
                      </a:lnTo>
                      <a:lnTo>
                        <a:pt x="738" y="331"/>
                      </a:lnTo>
                      <a:lnTo>
                        <a:pt x="736" y="331"/>
                      </a:lnTo>
                      <a:lnTo>
                        <a:pt x="736" y="329"/>
                      </a:lnTo>
                      <a:lnTo>
                        <a:pt x="734" y="329"/>
                      </a:lnTo>
                      <a:lnTo>
                        <a:pt x="734" y="327"/>
                      </a:lnTo>
                      <a:lnTo>
                        <a:pt x="732" y="327"/>
                      </a:lnTo>
                      <a:lnTo>
                        <a:pt x="732" y="325"/>
                      </a:lnTo>
                      <a:lnTo>
                        <a:pt x="730" y="323"/>
                      </a:lnTo>
                      <a:lnTo>
                        <a:pt x="730" y="325"/>
                      </a:lnTo>
                      <a:lnTo>
                        <a:pt x="728" y="325"/>
                      </a:lnTo>
                      <a:lnTo>
                        <a:pt x="728" y="323"/>
                      </a:lnTo>
                      <a:lnTo>
                        <a:pt x="727" y="323"/>
                      </a:lnTo>
                      <a:lnTo>
                        <a:pt x="725" y="321"/>
                      </a:lnTo>
                      <a:lnTo>
                        <a:pt x="723" y="321"/>
                      </a:lnTo>
                      <a:lnTo>
                        <a:pt x="723" y="320"/>
                      </a:lnTo>
                      <a:lnTo>
                        <a:pt x="723" y="318"/>
                      </a:lnTo>
                      <a:lnTo>
                        <a:pt x="723" y="320"/>
                      </a:lnTo>
                      <a:lnTo>
                        <a:pt x="721" y="320"/>
                      </a:lnTo>
                      <a:lnTo>
                        <a:pt x="721" y="321"/>
                      </a:lnTo>
                      <a:lnTo>
                        <a:pt x="721" y="323"/>
                      </a:lnTo>
                      <a:lnTo>
                        <a:pt x="721" y="325"/>
                      </a:lnTo>
                      <a:lnTo>
                        <a:pt x="721" y="323"/>
                      </a:lnTo>
                      <a:lnTo>
                        <a:pt x="723" y="323"/>
                      </a:lnTo>
                      <a:lnTo>
                        <a:pt x="725" y="323"/>
                      </a:lnTo>
                      <a:lnTo>
                        <a:pt x="725" y="325"/>
                      </a:lnTo>
                      <a:lnTo>
                        <a:pt x="727" y="325"/>
                      </a:lnTo>
                      <a:lnTo>
                        <a:pt x="727" y="327"/>
                      </a:lnTo>
                      <a:lnTo>
                        <a:pt x="727" y="329"/>
                      </a:lnTo>
                      <a:lnTo>
                        <a:pt x="727" y="327"/>
                      </a:lnTo>
                      <a:lnTo>
                        <a:pt x="727" y="329"/>
                      </a:lnTo>
                      <a:lnTo>
                        <a:pt x="725" y="327"/>
                      </a:lnTo>
                      <a:lnTo>
                        <a:pt x="725" y="329"/>
                      </a:lnTo>
                      <a:lnTo>
                        <a:pt x="723" y="329"/>
                      </a:lnTo>
                      <a:lnTo>
                        <a:pt x="723" y="331"/>
                      </a:lnTo>
                      <a:lnTo>
                        <a:pt x="721" y="331"/>
                      </a:lnTo>
                      <a:lnTo>
                        <a:pt x="721" y="332"/>
                      </a:lnTo>
                      <a:lnTo>
                        <a:pt x="719" y="332"/>
                      </a:lnTo>
                      <a:lnTo>
                        <a:pt x="721" y="332"/>
                      </a:lnTo>
                      <a:lnTo>
                        <a:pt x="719" y="332"/>
                      </a:lnTo>
                      <a:lnTo>
                        <a:pt x="719" y="334"/>
                      </a:lnTo>
                      <a:lnTo>
                        <a:pt x="717" y="334"/>
                      </a:lnTo>
                      <a:lnTo>
                        <a:pt x="716" y="334"/>
                      </a:lnTo>
                      <a:lnTo>
                        <a:pt x="716" y="336"/>
                      </a:lnTo>
                      <a:lnTo>
                        <a:pt x="714" y="336"/>
                      </a:lnTo>
                      <a:lnTo>
                        <a:pt x="716" y="336"/>
                      </a:lnTo>
                      <a:lnTo>
                        <a:pt x="714" y="336"/>
                      </a:lnTo>
                      <a:lnTo>
                        <a:pt x="716" y="336"/>
                      </a:lnTo>
                      <a:lnTo>
                        <a:pt x="714" y="336"/>
                      </a:lnTo>
                      <a:lnTo>
                        <a:pt x="714" y="338"/>
                      </a:lnTo>
                      <a:lnTo>
                        <a:pt x="716" y="338"/>
                      </a:lnTo>
                      <a:lnTo>
                        <a:pt x="714" y="338"/>
                      </a:lnTo>
                      <a:lnTo>
                        <a:pt x="716" y="340"/>
                      </a:lnTo>
                      <a:lnTo>
                        <a:pt x="714" y="340"/>
                      </a:lnTo>
                      <a:lnTo>
                        <a:pt x="716" y="340"/>
                      </a:lnTo>
                      <a:lnTo>
                        <a:pt x="714" y="340"/>
                      </a:lnTo>
                      <a:lnTo>
                        <a:pt x="714" y="342"/>
                      </a:lnTo>
                      <a:lnTo>
                        <a:pt x="712" y="342"/>
                      </a:lnTo>
                      <a:lnTo>
                        <a:pt x="714" y="342"/>
                      </a:lnTo>
                      <a:lnTo>
                        <a:pt x="712" y="342"/>
                      </a:lnTo>
                      <a:lnTo>
                        <a:pt x="712" y="343"/>
                      </a:lnTo>
                      <a:lnTo>
                        <a:pt x="712" y="345"/>
                      </a:lnTo>
                      <a:lnTo>
                        <a:pt x="712" y="347"/>
                      </a:lnTo>
                      <a:lnTo>
                        <a:pt x="710" y="347"/>
                      </a:lnTo>
                      <a:lnTo>
                        <a:pt x="712" y="349"/>
                      </a:lnTo>
                      <a:lnTo>
                        <a:pt x="714" y="349"/>
                      </a:lnTo>
                      <a:lnTo>
                        <a:pt x="716" y="349"/>
                      </a:lnTo>
                      <a:lnTo>
                        <a:pt x="716" y="351"/>
                      </a:lnTo>
                      <a:lnTo>
                        <a:pt x="719" y="353"/>
                      </a:lnTo>
                      <a:lnTo>
                        <a:pt x="723" y="354"/>
                      </a:lnTo>
                      <a:lnTo>
                        <a:pt x="725" y="354"/>
                      </a:lnTo>
                      <a:lnTo>
                        <a:pt x="727" y="358"/>
                      </a:lnTo>
                      <a:lnTo>
                        <a:pt x="730" y="362"/>
                      </a:lnTo>
                      <a:lnTo>
                        <a:pt x="734" y="364"/>
                      </a:lnTo>
                      <a:lnTo>
                        <a:pt x="736" y="364"/>
                      </a:lnTo>
                      <a:lnTo>
                        <a:pt x="738" y="369"/>
                      </a:lnTo>
                      <a:lnTo>
                        <a:pt x="736" y="369"/>
                      </a:lnTo>
                      <a:lnTo>
                        <a:pt x="734" y="369"/>
                      </a:lnTo>
                      <a:lnTo>
                        <a:pt x="730" y="369"/>
                      </a:lnTo>
                      <a:lnTo>
                        <a:pt x="727" y="369"/>
                      </a:lnTo>
                      <a:lnTo>
                        <a:pt x="723" y="369"/>
                      </a:lnTo>
                      <a:lnTo>
                        <a:pt x="723" y="371"/>
                      </a:lnTo>
                      <a:lnTo>
                        <a:pt x="723" y="373"/>
                      </a:lnTo>
                      <a:lnTo>
                        <a:pt x="725" y="373"/>
                      </a:lnTo>
                      <a:lnTo>
                        <a:pt x="725" y="374"/>
                      </a:lnTo>
                      <a:lnTo>
                        <a:pt x="723" y="374"/>
                      </a:lnTo>
                      <a:lnTo>
                        <a:pt x="725" y="376"/>
                      </a:lnTo>
                      <a:lnTo>
                        <a:pt x="723" y="376"/>
                      </a:lnTo>
                      <a:lnTo>
                        <a:pt x="721" y="378"/>
                      </a:lnTo>
                      <a:lnTo>
                        <a:pt x="719" y="380"/>
                      </a:lnTo>
                      <a:lnTo>
                        <a:pt x="721" y="380"/>
                      </a:lnTo>
                      <a:lnTo>
                        <a:pt x="721" y="382"/>
                      </a:lnTo>
                      <a:lnTo>
                        <a:pt x="719" y="382"/>
                      </a:lnTo>
                      <a:lnTo>
                        <a:pt x="717" y="382"/>
                      </a:lnTo>
                      <a:lnTo>
                        <a:pt x="719" y="380"/>
                      </a:lnTo>
                      <a:lnTo>
                        <a:pt x="717" y="378"/>
                      </a:lnTo>
                      <a:lnTo>
                        <a:pt x="716" y="378"/>
                      </a:lnTo>
                      <a:lnTo>
                        <a:pt x="714" y="378"/>
                      </a:lnTo>
                      <a:lnTo>
                        <a:pt x="714" y="380"/>
                      </a:lnTo>
                      <a:lnTo>
                        <a:pt x="714" y="382"/>
                      </a:lnTo>
                      <a:lnTo>
                        <a:pt x="712" y="385"/>
                      </a:lnTo>
                      <a:lnTo>
                        <a:pt x="708" y="389"/>
                      </a:lnTo>
                      <a:lnTo>
                        <a:pt x="710" y="389"/>
                      </a:lnTo>
                      <a:lnTo>
                        <a:pt x="712" y="389"/>
                      </a:lnTo>
                      <a:lnTo>
                        <a:pt x="714" y="389"/>
                      </a:lnTo>
                      <a:lnTo>
                        <a:pt x="714" y="391"/>
                      </a:lnTo>
                      <a:lnTo>
                        <a:pt x="714" y="393"/>
                      </a:lnTo>
                      <a:lnTo>
                        <a:pt x="714" y="395"/>
                      </a:lnTo>
                      <a:lnTo>
                        <a:pt x="714" y="396"/>
                      </a:lnTo>
                      <a:lnTo>
                        <a:pt x="716" y="396"/>
                      </a:lnTo>
                      <a:lnTo>
                        <a:pt x="717" y="396"/>
                      </a:lnTo>
                      <a:lnTo>
                        <a:pt x="719" y="396"/>
                      </a:lnTo>
                      <a:lnTo>
                        <a:pt x="721" y="396"/>
                      </a:lnTo>
                      <a:lnTo>
                        <a:pt x="721" y="398"/>
                      </a:lnTo>
                      <a:lnTo>
                        <a:pt x="723" y="398"/>
                      </a:lnTo>
                      <a:lnTo>
                        <a:pt x="725" y="398"/>
                      </a:lnTo>
                      <a:lnTo>
                        <a:pt x="725" y="400"/>
                      </a:lnTo>
                      <a:lnTo>
                        <a:pt x="727" y="400"/>
                      </a:lnTo>
                      <a:lnTo>
                        <a:pt x="728" y="400"/>
                      </a:lnTo>
                      <a:lnTo>
                        <a:pt x="730" y="400"/>
                      </a:lnTo>
                      <a:lnTo>
                        <a:pt x="732" y="400"/>
                      </a:lnTo>
                      <a:lnTo>
                        <a:pt x="734" y="400"/>
                      </a:lnTo>
                      <a:lnTo>
                        <a:pt x="734" y="402"/>
                      </a:lnTo>
                      <a:lnTo>
                        <a:pt x="736" y="404"/>
                      </a:lnTo>
                      <a:lnTo>
                        <a:pt x="734" y="404"/>
                      </a:lnTo>
                      <a:lnTo>
                        <a:pt x="734" y="406"/>
                      </a:lnTo>
                      <a:lnTo>
                        <a:pt x="734" y="407"/>
                      </a:lnTo>
                      <a:lnTo>
                        <a:pt x="734" y="409"/>
                      </a:lnTo>
                      <a:lnTo>
                        <a:pt x="732" y="411"/>
                      </a:lnTo>
                      <a:lnTo>
                        <a:pt x="732" y="413"/>
                      </a:lnTo>
                      <a:lnTo>
                        <a:pt x="730" y="413"/>
                      </a:lnTo>
                      <a:lnTo>
                        <a:pt x="730" y="415"/>
                      </a:lnTo>
                      <a:lnTo>
                        <a:pt x="728" y="415"/>
                      </a:lnTo>
                      <a:lnTo>
                        <a:pt x="728" y="417"/>
                      </a:lnTo>
                      <a:lnTo>
                        <a:pt x="727" y="420"/>
                      </a:lnTo>
                      <a:lnTo>
                        <a:pt x="725" y="422"/>
                      </a:lnTo>
                      <a:lnTo>
                        <a:pt x="725" y="424"/>
                      </a:lnTo>
                      <a:lnTo>
                        <a:pt x="728" y="424"/>
                      </a:lnTo>
                      <a:lnTo>
                        <a:pt x="730" y="426"/>
                      </a:lnTo>
                      <a:lnTo>
                        <a:pt x="732" y="426"/>
                      </a:lnTo>
                      <a:lnTo>
                        <a:pt x="732" y="428"/>
                      </a:lnTo>
                      <a:lnTo>
                        <a:pt x="734" y="428"/>
                      </a:lnTo>
                      <a:lnTo>
                        <a:pt x="734" y="429"/>
                      </a:lnTo>
                      <a:lnTo>
                        <a:pt x="732" y="431"/>
                      </a:lnTo>
                      <a:lnTo>
                        <a:pt x="734" y="431"/>
                      </a:lnTo>
                      <a:lnTo>
                        <a:pt x="736" y="431"/>
                      </a:lnTo>
                      <a:lnTo>
                        <a:pt x="738" y="431"/>
                      </a:lnTo>
                      <a:lnTo>
                        <a:pt x="739" y="433"/>
                      </a:lnTo>
                      <a:lnTo>
                        <a:pt x="741" y="433"/>
                      </a:lnTo>
                      <a:lnTo>
                        <a:pt x="743" y="433"/>
                      </a:lnTo>
                      <a:lnTo>
                        <a:pt x="743" y="437"/>
                      </a:lnTo>
                      <a:lnTo>
                        <a:pt x="743" y="440"/>
                      </a:lnTo>
                      <a:lnTo>
                        <a:pt x="743" y="444"/>
                      </a:lnTo>
                      <a:lnTo>
                        <a:pt x="743" y="448"/>
                      </a:lnTo>
                      <a:lnTo>
                        <a:pt x="743" y="449"/>
                      </a:lnTo>
                      <a:lnTo>
                        <a:pt x="743" y="451"/>
                      </a:lnTo>
                      <a:lnTo>
                        <a:pt x="745" y="451"/>
                      </a:lnTo>
                      <a:lnTo>
                        <a:pt x="743" y="451"/>
                      </a:lnTo>
                      <a:lnTo>
                        <a:pt x="741" y="451"/>
                      </a:lnTo>
                      <a:lnTo>
                        <a:pt x="741" y="453"/>
                      </a:lnTo>
                      <a:lnTo>
                        <a:pt x="743" y="453"/>
                      </a:lnTo>
                      <a:lnTo>
                        <a:pt x="743" y="455"/>
                      </a:lnTo>
                      <a:lnTo>
                        <a:pt x="741" y="457"/>
                      </a:lnTo>
                      <a:lnTo>
                        <a:pt x="741" y="459"/>
                      </a:lnTo>
                      <a:lnTo>
                        <a:pt x="743" y="459"/>
                      </a:lnTo>
                      <a:lnTo>
                        <a:pt x="743" y="460"/>
                      </a:lnTo>
                      <a:lnTo>
                        <a:pt x="741" y="460"/>
                      </a:lnTo>
                      <a:lnTo>
                        <a:pt x="739" y="460"/>
                      </a:lnTo>
                      <a:lnTo>
                        <a:pt x="739" y="459"/>
                      </a:lnTo>
                      <a:lnTo>
                        <a:pt x="738" y="459"/>
                      </a:lnTo>
                      <a:lnTo>
                        <a:pt x="738" y="457"/>
                      </a:lnTo>
                      <a:lnTo>
                        <a:pt x="738" y="459"/>
                      </a:lnTo>
                      <a:lnTo>
                        <a:pt x="738" y="457"/>
                      </a:lnTo>
                      <a:lnTo>
                        <a:pt x="738" y="459"/>
                      </a:lnTo>
                      <a:lnTo>
                        <a:pt x="739" y="459"/>
                      </a:lnTo>
                      <a:lnTo>
                        <a:pt x="739" y="457"/>
                      </a:lnTo>
                      <a:lnTo>
                        <a:pt x="738" y="457"/>
                      </a:lnTo>
                      <a:lnTo>
                        <a:pt x="739" y="457"/>
                      </a:lnTo>
                      <a:lnTo>
                        <a:pt x="738" y="459"/>
                      </a:lnTo>
                      <a:lnTo>
                        <a:pt x="738" y="457"/>
                      </a:lnTo>
                      <a:lnTo>
                        <a:pt x="738" y="459"/>
                      </a:lnTo>
                      <a:lnTo>
                        <a:pt x="739" y="459"/>
                      </a:lnTo>
                      <a:lnTo>
                        <a:pt x="739" y="460"/>
                      </a:lnTo>
                      <a:lnTo>
                        <a:pt x="741" y="460"/>
                      </a:lnTo>
                      <a:lnTo>
                        <a:pt x="741" y="462"/>
                      </a:lnTo>
                      <a:lnTo>
                        <a:pt x="743" y="462"/>
                      </a:lnTo>
                      <a:lnTo>
                        <a:pt x="741" y="462"/>
                      </a:lnTo>
                      <a:lnTo>
                        <a:pt x="741" y="464"/>
                      </a:lnTo>
                      <a:lnTo>
                        <a:pt x="739" y="464"/>
                      </a:lnTo>
                      <a:lnTo>
                        <a:pt x="739" y="466"/>
                      </a:lnTo>
                      <a:lnTo>
                        <a:pt x="739" y="468"/>
                      </a:lnTo>
                      <a:lnTo>
                        <a:pt x="738" y="468"/>
                      </a:lnTo>
                      <a:lnTo>
                        <a:pt x="738" y="466"/>
                      </a:lnTo>
                      <a:lnTo>
                        <a:pt x="736" y="466"/>
                      </a:lnTo>
                      <a:lnTo>
                        <a:pt x="736" y="464"/>
                      </a:lnTo>
                      <a:lnTo>
                        <a:pt x="736" y="466"/>
                      </a:lnTo>
                      <a:lnTo>
                        <a:pt x="734" y="466"/>
                      </a:lnTo>
                      <a:lnTo>
                        <a:pt x="732" y="464"/>
                      </a:lnTo>
                      <a:lnTo>
                        <a:pt x="732" y="462"/>
                      </a:lnTo>
                      <a:lnTo>
                        <a:pt x="732" y="464"/>
                      </a:lnTo>
                      <a:lnTo>
                        <a:pt x="734" y="466"/>
                      </a:lnTo>
                      <a:lnTo>
                        <a:pt x="736" y="466"/>
                      </a:lnTo>
                      <a:lnTo>
                        <a:pt x="738" y="468"/>
                      </a:lnTo>
                      <a:lnTo>
                        <a:pt x="738" y="470"/>
                      </a:lnTo>
                      <a:lnTo>
                        <a:pt x="738" y="468"/>
                      </a:lnTo>
                      <a:lnTo>
                        <a:pt x="739" y="468"/>
                      </a:lnTo>
                      <a:lnTo>
                        <a:pt x="739" y="470"/>
                      </a:lnTo>
                      <a:lnTo>
                        <a:pt x="739" y="471"/>
                      </a:lnTo>
                      <a:lnTo>
                        <a:pt x="738" y="471"/>
                      </a:lnTo>
                      <a:lnTo>
                        <a:pt x="736" y="471"/>
                      </a:lnTo>
                      <a:lnTo>
                        <a:pt x="738" y="471"/>
                      </a:lnTo>
                      <a:lnTo>
                        <a:pt x="738" y="473"/>
                      </a:lnTo>
                      <a:lnTo>
                        <a:pt x="738" y="475"/>
                      </a:lnTo>
                      <a:lnTo>
                        <a:pt x="736" y="475"/>
                      </a:lnTo>
                      <a:lnTo>
                        <a:pt x="736" y="477"/>
                      </a:lnTo>
                      <a:lnTo>
                        <a:pt x="734" y="477"/>
                      </a:lnTo>
                      <a:lnTo>
                        <a:pt x="736" y="477"/>
                      </a:lnTo>
                      <a:lnTo>
                        <a:pt x="734" y="477"/>
                      </a:lnTo>
                      <a:lnTo>
                        <a:pt x="732" y="477"/>
                      </a:lnTo>
                      <a:lnTo>
                        <a:pt x="730" y="477"/>
                      </a:lnTo>
                      <a:lnTo>
                        <a:pt x="732" y="477"/>
                      </a:lnTo>
                      <a:lnTo>
                        <a:pt x="732" y="475"/>
                      </a:lnTo>
                      <a:lnTo>
                        <a:pt x="732" y="473"/>
                      </a:lnTo>
                      <a:lnTo>
                        <a:pt x="734" y="473"/>
                      </a:lnTo>
                      <a:lnTo>
                        <a:pt x="732" y="473"/>
                      </a:lnTo>
                      <a:lnTo>
                        <a:pt x="732" y="471"/>
                      </a:lnTo>
                      <a:lnTo>
                        <a:pt x="732" y="473"/>
                      </a:lnTo>
                      <a:lnTo>
                        <a:pt x="732" y="475"/>
                      </a:lnTo>
                      <a:lnTo>
                        <a:pt x="730" y="475"/>
                      </a:lnTo>
                      <a:lnTo>
                        <a:pt x="730" y="477"/>
                      </a:lnTo>
                      <a:lnTo>
                        <a:pt x="732" y="477"/>
                      </a:lnTo>
                      <a:lnTo>
                        <a:pt x="732" y="479"/>
                      </a:lnTo>
                      <a:lnTo>
                        <a:pt x="730" y="479"/>
                      </a:lnTo>
                      <a:lnTo>
                        <a:pt x="730" y="481"/>
                      </a:lnTo>
                      <a:lnTo>
                        <a:pt x="730" y="479"/>
                      </a:lnTo>
                      <a:lnTo>
                        <a:pt x="728" y="479"/>
                      </a:lnTo>
                      <a:lnTo>
                        <a:pt x="728" y="477"/>
                      </a:lnTo>
                      <a:lnTo>
                        <a:pt x="728" y="479"/>
                      </a:lnTo>
                      <a:lnTo>
                        <a:pt x="730" y="479"/>
                      </a:lnTo>
                      <a:lnTo>
                        <a:pt x="730" y="481"/>
                      </a:lnTo>
                      <a:lnTo>
                        <a:pt x="730" y="482"/>
                      </a:lnTo>
                      <a:lnTo>
                        <a:pt x="730" y="484"/>
                      </a:lnTo>
                      <a:lnTo>
                        <a:pt x="730" y="482"/>
                      </a:lnTo>
                      <a:lnTo>
                        <a:pt x="730" y="484"/>
                      </a:lnTo>
                      <a:lnTo>
                        <a:pt x="730" y="486"/>
                      </a:lnTo>
                      <a:lnTo>
                        <a:pt x="730" y="488"/>
                      </a:lnTo>
                      <a:lnTo>
                        <a:pt x="728" y="488"/>
                      </a:lnTo>
                      <a:lnTo>
                        <a:pt x="728" y="486"/>
                      </a:lnTo>
                      <a:lnTo>
                        <a:pt x="730" y="486"/>
                      </a:lnTo>
                      <a:lnTo>
                        <a:pt x="728" y="486"/>
                      </a:lnTo>
                      <a:lnTo>
                        <a:pt x="728" y="488"/>
                      </a:lnTo>
                      <a:lnTo>
                        <a:pt x="728" y="486"/>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4" name="Freeform 37">
                  <a:extLst>
                    <a:ext uri="{FF2B5EF4-FFF2-40B4-BE49-F238E27FC236}">
                      <a16:creationId xmlns:a16="http://schemas.microsoft.com/office/drawing/2014/main" id="{14AE2BEB-BE42-A4A5-728B-DCA3AA88CBA8}"/>
                    </a:ext>
                  </a:extLst>
                </p:cNvPr>
                <p:cNvSpPr>
                  <a:spLocks noEditPoints="1"/>
                </p:cNvSpPr>
                <p:nvPr/>
              </p:nvSpPr>
              <p:spPr bwMode="auto">
                <a:xfrm>
                  <a:off x="3561482" y="3503804"/>
                  <a:ext cx="1686134" cy="1082523"/>
                </a:xfrm>
                <a:custGeom>
                  <a:avLst/>
                  <a:gdLst>
                    <a:gd name="T0" fmla="*/ 900 w 933"/>
                    <a:gd name="T1" fmla="*/ 574 h 599"/>
                    <a:gd name="T2" fmla="*/ 907 w 933"/>
                    <a:gd name="T3" fmla="*/ 568 h 599"/>
                    <a:gd name="T4" fmla="*/ 891 w 933"/>
                    <a:gd name="T5" fmla="*/ 561 h 599"/>
                    <a:gd name="T6" fmla="*/ 356 w 933"/>
                    <a:gd name="T7" fmla="*/ 548 h 599"/>
                    <a:gd name="T8" fmla="*/ 402 w 933"/>
                    <a:gd name="T9" fmla="*/ 528 h 599"/>
                    <a:gd name="T10" fmla="*/ 287 w 933"/>
                    <a:gd name="T11" fmla="*/ 493 h 599"/>
                    <a:gd name="T12" fmla="*/ 287 w 933"/>
                    <a:gd name="T13" fmla="*/ 495 h 599"/>
                    <a:gd name="T14" fmla="*/ 143 w 933"/>
                    <a:gd name="T15" fmla="*/ 468 h 599"/>
                    <a:gd name="T16" fmla="*/ 874 w 933"/>
                    <a:gd name="T17" fmla="*/ 449 h 599"/>
                    <a:gd name="T18" fmla="*/ 873 w 933"/>
                    <a:gd name="T19" fmla="*/ 442 h 599"/>
                    <a:gd name="T20" fmla="*/ 885 w 933"/>
                    <a:gd name="T21" fmla="*/ 426 h 599"/>
                    <a:gd name="T22" fmla="*/ 248 w 933"/>
                    <a:gd name="T23" fmla="*/ 422 h 599"/>
                    <a:gd name="T24" fmla="*/ 878 w 933"/>
                    <a:gd name="T25" fmla="*/ 418 h 599"/>
                    <a:gd name="T26" fmla="*/ 878 w 933"/>
                    <a:gd name="T27" fmla="*/ 426 h 599"/>
                    <a:gd name="T28" fmla="*/ 876 w 933"/>
                    <a:gd name="T29" fmla="*/ 398 h 599"/>
                    <a:gd name="T30" fmla="*/ 878 w 933"/>
                    <a:gd name="T31" fmla="*/ 393 h 599"/>
                    <a:gd name="T32" fmla="*/ 887 w 933"/>
                    <a:gd name="T33" fmla="*/ 393 h 599"/>
                    <a:gd name="T34" fmla="*/ 232 w 933"/>
                    <a:gd name="T35" fmla="*/ 369 h 599"/>
                    <a:gd name="T36" fmla="*/ 453 w 933"/>
                    <a:gd name="T37" fmla="*/ 294 h 599"/>
                    <a:gd name="T38" fmla="*/ 455 w 933"/>
                    <a:gd name="T39" fmla="*/ 285 h 599"/>
                    <a:gd name="T40" fmla="*/ 438 w 933"/>
                    <a:gd name="T41" fmla="*/ 263 h 599"/>
                    <a:gd name="T42" fmla="*/ 488 w 933"/>
                    <a:gd name="T43" fmla="*/ 261 h 599"/>
                    <a:gd name="T44" fmla="*/ 497 w 933"/>
                    <a:gd name="T45" fmla="*/ 259 h 599"/>
                    <a:gd name="T46" fmla="*/ 508 w 933"/>
                    <a:gd name="T47" fmla="*/ 257 h 599"/>
                    <a:gd name="T48" fmla="*/ 480 w 933"/>
                    <a:gd name="T49" fmla="*/ 241 h 599"/>
                    <a:gd name="T50" fmla="*/ 641 w 933"/>
                    <a:gd name="T51" fmla="*/ 133 h 599"/>
                    <a:gd name="T52" fmla="*/ 650 w 933"/>
                    <a:gd name="T53" fmla="*/ 124 h 599"/>
                    <a:gd name="T54" fmla="*/ 672 w 933"/>
                    <a:gd name="T55" fmla="*/ 117 h 599"/>
                    <a:gd name="T56" fmla="*/ 668 w 933"/>
                    <a:gd name="T57" fmla="*/ 113 h 599"/>
                    <a:gd name="T58" fmla="*/ 727 w 933"/>
                    <a:gd name="T59" fmla="*/ 86 h 599"/>
                    <a:gd name="T60" fmla="*/ 728 w 933"/>
                    <a:gd name="T61" fmla="*/ 82 h 599"/>
                    <a:gd name="T62" fmla="*/ 730 w 933"/>
                    <a:gd name="T63" fmla="*/ 82 h 599"/>
                    <a:gd name="T64" fmla="*/ 725 w 933"/>
                    <a:gd name="T65" fmla="*/ 80 h 599"/>
                    <a:gd name="T66" fmla="*/ 743 w 933"/>
                    <a:gd name="T67" fmla="*/ 80 h 599"/>
                    <a:gd name="T68" fmla="*/ 723 w 933"/>
                    <a:gd name="T69" fmla="*/ 80 h 599"/>
                    <a:gd name="T70" fmla="*/ 743 w 933"/>
                    <a:gd name="T71" fmla="*/ 78 h 599"/>
                    <a:gd name="T72" fmla="*/ 728 w 933"/>
                    <a:gd name="T73" fmla="*/ 78 h 599"/>
                    <a:gd name="T74" fmla="*/ 725 w 933"/>
                    <a:gd name="T75" fmla="*/ 76 h 599"/>
                    <a:gd name="T76" fmla="*/ 745 w 933"/>
                    <a:gd name="T77" fmla="*/ 78 h 599"/>
                    <a:gd name="T78" fmla="*/ 727 w 933"/>
                    <a:gd name="T79" fmla="*/ 75 h 599"/>
                    <a:gd name="T80" fmla="*/ 739 w 933"/>
                    <a:gd name="T81" fmla="*/ 78 h 599"/>
                    <a:gd name="T82" fmla="*/ 736 w 933"/>
                    <a:gd name="T83" fmla="*/ 75 h 599"/>
                    <a:gd name="T84" fmla="*/ 738 w 933"/>
                    <a:gd name="T85" fmla="*/ 73 h 599"/>
                    <a:gd name="T86" fmla="*/ 712 w 933"/>
                    <a:gd name="T87" fmla="*/ 73 h 599"/>
                    <a:gd name="T88" fmla="*/ 736 w 933"/>
                    <a:gd name="T89" fmla="*/ 73 h 599"/>
                    <a:gd name="T90" fmla="*/ 732 w 933"/>
                    <a:gd name="T91" fmla="*/ 71 h 599"/>
                    <a:gd name="T92" fmla="*/ 736 w 933"/>
                    <a:gd name="T93" fmla="*/ 69 h 599"/>
                    <a:gd name="T94" fmla="*/ 747 w 933"/>
                    <a:gd name="T95" fmla="*/ 67 h 599"/>
                    <a:gd name="T96" fmla="*/ 736 w 933"/>
                    <a:gd name="T97" fmla="*/ 67 h 599"/>
                    <a:gd name="T98" fmla="*/ 741 w 933"/>
                    <a:gd name="T99" fmla="*/ 64 h 599"/>
                    <a:gd name="T100" fmla="*/ 732 w 933"/>
                    <a:gd name="T101" fmla="*/ 66 h 599"/>
                    <a:gd name="T102" fmla="*/ 738 w 933"/>
                    <a:gd name="T103" fmla="*/ 62 h 599"/>
                    <a:gd name="T104" fmla="*/ 739 w 933"/>
                    <a:gd name="T105" fmla="*/ 64 h 599"/>
                    <a:gd name="T106" fmla="*/ 743 w 933"/>
                    <a:gd name="T107" fmla="*/ 58 h 599"/>
                    <a:gd name="T108" fmla="*/ 42 w 933"/>
                    <a:gd name="T109" fmla="*/ 51 h 599"/>
                    <a:gd name="T110" fmla="*/ 743 w 933"/>
                    <a:gd name="T111" fmla="*/ 56 h 599"/>
                    <a:gd name="T112" fmla="*/ 80 w 933"/>
                    <a:gd name="T113" fmla="*/ 34 h 599"/>
                    <a:gd name="T114" fmla="*/ 79 w 933"/>
                    <a:gd name="T115" fmla="*/ 33 h 599"/>
                    <a:gd name="T116" fmla="*/ 13 w 933"/>
                    <a:gd name="T117" fmla="*/ 22 h 599"/>
                    <a:gd name="T118" fmla="*/ 11 w 933"/>
                    <a:gd name="T119" fmla="*/ 18 h 599"/>
                    <a:gd name="T120" fmla="*/ 9 w 933"/>
                    <a:gd name="T121" fmla="*/ 13 h 599"/>
                    <a:gd name="T122" fmla="*/ 11 w 933"/>
                    <a:gd name="T123" fmla="*/ 5 h 599"/>
                    <a:gd name="T124" fmla="*/ 2 w 933"/>
                    <a:gd name="T125" fmla="*/ 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3" h="599">
                      <a:moveTo>
                        <a:pt x="913" y="599"/>
                      </a:moveTo>
                      <a:lnTo>
                        <a:pt x="913" y="597"/>
                      </a:lnTo>
                      <a:lnTo>
                        <a:pt x="913" y="599"/>
                      </a:lnTo>
                      <a:close/>
                      <a:moveTo>
                        <a:pt x="913" y="592"/>
                      </a:moveTo>
                      <a:lnTo>
                        <a:pt x="911" y="592"/>
                      </a:lnTo>
                      <a:lnTo>
                        <a:pt x="913" y="592"/>
                      </a:lnTo>
                      <a:close/>
                      <a:moveTo>
                        <a:pt x="913" y="590"/>
                      </a:moveTo>
                      <a:lnTo>
                        <a:pt x="913" y="592"/>
                      </a:lnTo>
                      <a:lnTo>
                        <a:pt x="915" y="592"/>
                      </a:lnTo>
                      <a:lnTo>
                        <a:pt x="915" y="594"/>
                      </a:lnTo>
                      <a:lnTo>
                        <a:pt x="913" y="594"/>
                      </a:lnTo>
                      <a:lnTo>
                        <a:pt x="913" y="596"/>
                      </a:lnTo>
                      <a:lnTo>
                        <a:pt x="911" y="596"/>
                      </a:lnTo>
                      <a:lnTo>
                        <a:pt x="911" y="597"/>
                      </a:lnTo>
                      <a:lnTo>
                        <a:pt x="909" y="597"/>
                      </a:lnTo>
                      <a:lnTo>
                        <a:pt x="909" y="596"/>
                      </a:lnTo>
                      <a:lnTo>
                        <a:pt x="909" y="594"/>
                      </a:lnTo>
                      <a:lnTo>
                        <a:pt x="911" y="594"/>
                      </a:lnTo>
                      <a:lnTo>
                        <a:pt x="911" y="592"/>
                      </a:lnTo>
                      <a:lnTo>
                        <a:pt x="911" y="594"/>
                      </a:lnTo>
                      <a:lnTo>
                        <a:pt x="911" y="592"/>
                      </a:lnTo>
                      <a:lnTo>
                        <a:pt x="913" y="592"/>
                      </a:lnTo>
                      <a:lnTo>
                        <a:pt x="913" y="590"/>
                      </a:lnTo>
                      <a:close/>
                      <a:moveTo>
                        <a:pt x="902" y="570"/>
                      </a:moveTo>
                      <a:lnTo>
                        <a:pt x="902" y="572"/>
                      </a:lnTo>
                      <a:lnTo>
                        <a:pt x="904" y="572"/>
                      </a:lnTo>
                      <a:lnTo>
                        <a:pt x="904" y="574"/>
                      </a:lnTo>
                      <a:lnTo>
                        <a:pt x="904" y="575"/>
                      </a:lnTo>
                      <a:lnTo>
                        <a:pt x="904" y="574"/>
                      </a:lnTo>
                      <a:lnTo>
                        <a:pt x="902" y="574"/>
                      </a:lnTo>
                      <a:lnTo>
                        <a:pt x="900" y="575"/>
                      </a:lnTo>
                      <a:lnTo>
                        <a:pt x="900" y="574"/>
                      </a:lnTo>
                      <a:lnTo>
                        <a:pt x="900" y="572"/>
                      </a:lnTo>
                      <a:lnTo>
                        <a:pt x="900" y="574"/>
                      </a:lnTo>
                      <a:lnTo>
                        <a:pt x="900" y="572"/>
                      </a:lnTo>
                      <a:lnTo>
                        <a:pt x="900" y="574"/>
                      </a:lnTo>
                      <a:lnTo>
                        <a:pt x="898" y="574"/>
                      </a:lnTo>
                      <a:lnTo>
                        <a:pt x="900" y="574"/>
                      </a:lnTo>
                      <a:lnTo>
                        <a:pt x="898" y="574"/>
                      </a:lnTo>
                      <a:lnTo>
                        <a:pt x="898" y="572"/>
                      </a:lnTo>
                      <a:lnTo>
                        <a:pt x="898" y="570"/>
                      </a:lnTo>
                      <a:lnTo>
                        <a:pt x="900" y="570"/>
                      </a:lnTo>
                      <a:lnTo>
                        <a:pt x="902" y="570"/>
                      </a:lnTo>
                      <a:close/>
                      <a:moveTo>
                        <a:pt x="907" y="570"/>
                      </a:moveTo>
                      <a:lnTo>
                        <a:pt x="907" y="572"/>
                      </a:lnTo>
                      <a:lnTo>
                        <a:pt x="907" y="574"/>
                      </a:lnTo>
                      <a:lnTo>
                        <a:pt x="907" y="572"/>
                      </a:lnTo>
                      <a:lnTo>
                        <a:pt x="905" y="572"/>
                      </a:lnTo>
                      <a:lnTo>
                        <a:pt x="905" y="570"/>
                      </a:lnTo>
                      <a:lnTo>
                        <a:pt x="907" y="570"/>
                      </a:lnTo>
                      <a:close/>
                      <a:moveTo>
                        <a:pt x="907" y="566"/>
                      </a:moveTo>
                      <a:lnTo>
                        <a:pt x="909" y="566"/>
                      </a:lnTo>
                      <a:lnTo>
                        <a:pt x="909" y="568"/>
                      </a:lnTo>
                      <a:lnTo>
                        <a:pt x="909" y="570"/>
                      </a:lnTo>
                      <a:lnTo>
                        <a:pt x="907" y="568"/>
                      </a:lnTo>
                      <a:lnTo>
                        <a:pt x="907" y="566"/>
                      </a:lnTo>
                      <a:close/>
                      <a:moveTo>
                        <a:pt x="905" y="563"/>
                      </a:moveTo>
                      <a:lnTo>
                        <a:pt x="907" y="563"/>
                      </a:lnTo>
                      <a:lnTo>
                        <a:pt x="907" y="564"/>
                      </a:lnTo>
                      <a:lnTo>
                        <a:pt x="905" y="564"/>
                      </a:lnTo>
                      <a:lnTo>
                        <a:pt x="905" y="566"/>
                      </a:lnTo>
                      <a:lnTo>
                        <a:pt x="907" y="568"/>
                      </a:lnTo>
                      <a:lnTo>
                        <a:pt x="907" y="570"/>
                      </a:lnTo>
                      <a:lnTo>
                        <a:pt x="907" y="568"/>
                      </a:lnTo>
                      <a:lnTo>
                        <a:pt x="905" y="568"/>
                      </a:lnTo>
                      <a:lnTo>
                        <a:pt x="905" y="570"/>
                      </a:lnTo>
                      <a:lnTo>
                        <a:pt x="905" y="568"/>
                      </a:lnTo>
                      <a:lnTo>
                        <a:pt x="905" y="570"/>
                      </a:lnTo>
                      <a:lnTo>
                        <a:pt x="905" y="568"/>
                      </a:lnTo>
                      <a:lnTo>
                        <a:pt x="905" y="570"/>
                      </a:lnTo>
                      <a:lnTo>
                        <a:pt x="905" y="568"/>
                      </a:lnTo>
                      <a:lnTo>
                        <a:pt x="904" y="568"/>
                      </a:lnTo>
                      <a:lnTo>
                        <a:pt x="905" y="568"/>
                      </a:lnTo>
                      <a:lnTo>
                        <a:pt x="904" y="566"/>
                      </a:lnTo>
                      <a:lnTo>
                        <a:pt x="904" y="568"/>
                      </a:lnTo>
                      <a:lnTo>
                        <a:pt x="904" y="566"/>
                      </a:lnTo>
                      <a:lnTo>
                        <a:pt x="904" y="564"/>
                      </a:lnTo>
                      <a:lnTo>
                        <a:pt x="904" y="566"/>
                      </a:lnTo>
                      <a:lnTo>
                        <a:pt x="904" y="564"/>
                      </a:lnTo>
                      <a:lnTo>
                        <a:pt x="905" y="563"/>
                      </a:lnTo>
                      <a:close/>
                      <a:moveTo>
                        <a:pt x="896" y="563"/>
                      </a:moveTo>
                      <a:lnTo>
                        <a:pt x="895" y="563"/>
                      </a:lnTo>
                      <a:lnTo>
                        <a:pt x="895" y="561"/>
                      </a:lnTo>
                      <a:lnTo>
                        <a:pt x="896" y="561"/>
                      </a:lnTo>
                      <a:lnTo>
                        <a:pt x="896" y="563"/>
                      </a:lnTo>
                      <a:close/>
                      <a:moveTo>
                        <a:pt x="174" y="561"/>
                      </a:moveTo>
                      <a:lnTo>
                        <a:pt x="172" y="561"/>
                      </a:lnTo>
                      <a:lnTo>
                        <a:pt x="174" y="561"/>
                      </a:lnTo>
                      <a:lnTo>
                        <a:pt x="174" y="559"/>
                      </a:lnTo>
                      <a:lnTo>
                        <a:pt x="175" y="559"/>
                      </a:lnTo>
                      <a:lnTo>
                        <a:pt x="174" y="559"/>
                      </a:lnTo>
                      <a:lnTo>
                        <a:pt x="174" y="561"/>
                      </a:lnTo>
                      <a:close/>
                      <a:moveTo>
                        <a:pt x="893" y="557"/>
                      </a:moveTo>
                      <a:lnTo>
                        <a:pt x="893" y="559"/>
                      </a:lnTo>
                      <a:lnTo>
                        <a:pt x="893" y="561"/>
                      </a:lnTo>
                      <a:lnTo>
                        <a:pt x="891" y="561"/>
                      </a:lnTo>
                      <a:lnTo>
                        <a:pt x="893" y="561"/>
                      </a:lnTo>
                      <a:lnTo>
                        <a:pt x="893" y="563"/>
                      </a:lnTo>
                      <a:lnTo>
                        <a:pt x="895" y="563"/>
                      </a:lnTo>
                      <a:lnTo>
                        <a:pt x="895" y="564"/>
                      </a:lnTo>
                      <a:lnTo>
                        <a:pt x="895" y="563"/>
                      </a:lnTo>
                      <a:lnTo>
                        <a:pt x="893" y="563"/>
                      </a:lnTo>
                      <a:lnTo>
                        <a:pt x="891" y="563"/>
                      </a:lnTo>
                      <a:lnTo>
                        <a:pt x="891" y="561"/>
                      </a:lnTo>
                      <a:lnTo>
                        <a:pt x="891" y="559"/>
                      </a:lnTo>
                      <a:lnTo>
                        <a:pt x="891" y="557"/>
                      </a:lnTo>
                      <a:lnTo>
                        <a:pt x="891" y="559"/>
                      </a:lnTo>
                      <a:lnTo>
                        <a:pt x="891" y="557"/>
                      </a:lnTo>
                      <a:lnTo>
                        <a:pt x="893" y="557"/>
                      </a:lnTo>
                      <a:close/>
                      <a:moveTo>
                        <a:pt x="889" y="555"/>
                      </a:moveTo>
                      <a:lnTo>
                        <a:pt x="889" y="554"/>
                      </a:lnTo>
                      <a:lnTo>
                        <a:pt x="889" y="555"/>
                      </a:lnTo>
                      <a:close/>
                      <a:moveTo>
                        <a:pt x="911" y="554"/>
                      </a:moveTo>
                      <a:lnTo>
                        <a:pt x="909" y="554"/>
                      </a:lnTo>
                      <a:lnTo>
                        <a:pt x="909" y="555"/>
                      </a:lnTo>
                      <a:lnTo>
                        <a:pt x="909" y="554"/>
                      </a:lnTo>
                      <a:lnTo>
                        <a:pt x="909" y="552"/>
                      </a:lnTo>
                      <a:lnTo>
                        <a:pt x="909" y="550"/>
                      </a:lnTo>
                      <a:lnTo>
                        <a:pt x="909" y="552"/>
                      </a:lnTo>
                      <a:lnTo>
                        <a:pt x="909" y="554"/>
                      </a:lnTo>
                      <a:lnTo>
                        <a:pt x="911" y="554"/>
                      </a:lnTo>
                      <a:close/>
                      <a:moveTo>
                        <a:pt x="356" y="548"/>
                      </a:moveTo>
                      <a:lnTo>
                        <a:pt x="354" y="548"/>
                      </a:lnTo>
                      <a:lnTo>
                        <a:pt x="356" y="548"/>
                      </a:lnTo>
                      <a:lnTo>
                        <a:pt x="354" y="548"/>
                      </a:lnTo>
                      <a:lnTo>
                        <a:pt x="354" y="546"/>
                      </a:lnTo>
                      <a:lnTo>
                        <a:pt x="354" y="548"/>
                      </a:lnTo>
                      <a:lnTo>
                        <a:pt x="356" y="548"/>
                      </a:lnTo>
                      <a:close/>
                      <a:moveTo>
                        <a:pt x="371" y="532"/>
                      </a:moveTo>
                      <a:lnTo>
                        <a:pt x="373" y="532"/>
                      </a:lnTo>
                      <a:lnTo>
                        <a:pt x="371" y="532"/>
                      </a:lnTo>
                      <a:close/>
                      <a:moveTo>
                        <a:pt x="385" y="528"/>
                      </a:moveTo>
                      <a:lnTo>
                        <a:pt x="383" y="528"/>
                      </a:lnTo>
                      <a:lnTo>
                        <a:pt x="385" y="528"/>
                      </a:lnTo>
                      <a:close/>
                      <a:moveTo>
                        <a:pt x="394" y="526"/>
                      </a:moveTo>
                      <a:lnTo>
                        <a:pt x="393" y="526"/>
                      </a:lnTo>
                      <a:lnTo>
                        <a:pt x="394" y="526"/>
                      </a:lnTo>
                      <a:close/>
                      <a:moveTo>
                        <a:pt x="880" y="526"/>
                      </a:moveTo>
                      <a:lnTo>
                        <a:pt x="880" y="528"/>
                      </a:lnTo>
                      <a:lnTo>
                        <a:pt x="882" y="528"/>
                      </a:lnTo>
                      <a:lnTo>
                        <a:pt x="882" y="530"/>
                      </a:lnTo>
                      <a:lnTo>
                        <a:pt x="880" y="530"/>
                      </a:lnTo>
                      <a:lnTo>
                        <a:pt x="878" y="530"/>
                      </a:lnTo>
                      <a:lnTo>
                        <a:pt x="876" y="530"/>
                      </a:lnTo>
                      <a:lnTo>
                        <a:pt x="878" y="528"/>
                      </a:lnTo>
                      <a:lnTo>
                        <a:pt x="878" y="526"/>
                      </a:lnTo>
                      <a:lnTo>
                        <a:pt x="878" y="528"/>
                      </a:lnTo>
                      <a:lnTo>
                        <a:pt x="878" y="526"/>
                      </a:lnTo>
                      <a:lnTo>
                        <a:pt x="878" y="528"/>
                      </a:lnTo>
                      <a:lnTo>
                        <a:pt x="878" y="526"/>
                      </a:lnTo>
                      <a:lnTo>
                        <a:pt x="880" y="526"/>
                      </a:lnTo>
                      <a:close/>
                      <a:moveTo>
                        <a:pt x="398" y="524"/>
                      </a:moveTo>
                      <a:lnTo>
                        <a:pt x="398" y="526"/>
                      </a:lnTo>
                      <a:lnTo>
                        <a:pt x="400" y="526"/>
                      </a:lnTo>
                      <a:lnTo>
                        <a:pt x="400" y="528"/>
                      </a:lnTo>
                      <a:lnTo>
                        <a:pt x="402" y="528"/>
                      </a:lnTo>
                      <a:lnTo>
                        <a:pt x="402" y="530"/>
                      </a:lnTo>
                      <a:lnTo>
                        <a:pt x="402" y="528"/>
                      </a:lnTo>
                      <a:lnTo>
                        <a:pt x="402" y="530"/>
                      </a:lnTo>
                      <a:lnTo>
                        <a:pt x="402" y="528"/>
                      </a:lnTo>
                      <a:lnTo>
                        <a:pt x="400" y="528"/>
                      </a:lnTo>
                      <a:lnTo>
                        <a:pt x="398" y="526"/>
                      </a:lnTo>
                      <a:lnTo>
                        <a:pt x="396" y="526"/>
                      </a:lnTo>
                      <a:lnTo>
                        <a:pt x="394" y="526"/>
                      </a:lnTo>
                      <a:lnTo>
                        <a:pt x="394" y="524"/>
                      </a:lnTo>
                      <a:lnTo>
                        <a:pt x="396" y="524"/>
                      </a:lnTo>
                      <a:lnTo>
                        <a:pt x="396" y="522"/>
                      </a:lnTo>
                      <a:lnTo>
                        <a:pt x="398" y="522"/>
                      </a:lnTo>
                      <a:lnTo>
                        <a:pt x="398" y="524"/>
                      </a:lnTo>
                      <a:close/>
                      <a:moveTo>
                        <a:pt x="294" y="515"/>
                      </a:moveTo>
                      <a:lnTo>
                        <a:pt x="292" y="515"/>
                      </a:lnTo>
                      <a:lnTo>
                        <a:pt x="294" y="515"/>
                      </a:lnTo>
                      <a:close/>
                      <a:moveTo>
                        <a:pt x="296" y="515"/>
                      </a:moveTo>
                      <a:lnTo>
                        <a:pt x="294" y="515"/>
                      </a:lnTo>
                      <a:lnTo>
                        <a:pt x="296" y="515"/>
                      </a:lnTo>
                      <a:close/>
                      <a:moveTo>
                        <a:pt x="294" y="515"/>
                      </a:moveTo>
                      <a:lnTo>
                        <a:pt x="292" y="515"/>
                      </a:lnTo>
                      <a:lnTo>
                        <a:pt x="294" y="515"/>
                      </a:lnTo>
                      <a:close/>
                      <a:moveTo>
                        <a:pt x="290" y="502"/>
                      </a:moveTo>
                      <a:lnTo>
                        <a:pt x="289" y="501"/>
                      </a:lnTo>
                      <a:lnTo>
                        <a:pt x="290" y="501"/>
                      </a:lnTo>
                      <a:lnTo>
                        <a:pt x="290" y="502"/>
                      </a:lnTo>
                      <a:close/>
                      <a:moveTo>
                        <a:pt x="289" y="501"/>
                      </a:moveTo>
                      <a:lnTo>
                        <a:pt x="289" y="499"/>
                      </a:lnTo>
                      <a:lnTo>
                        <a:pt x="289" y="501"/>
                      </a:lnTo>
                      <a:close/>
                      <a:moveTo>
                        <a:pt x="195" y="497"/>
                      </a:moveTo>
                      <a:lnTo>
                        <a:pt x="195" y="495"/>
                      </a:lnTo>
                      <a:lnTo>
                        <a:pt x="195" y="497"/>
                      </a:lnTo>
                      <a:close/>
                      <a:moveTo>
                        <a:pt x="289" y="493"/>
                      </a:moveTo>
                      <a:lnTo>
                        <a:pt x="287" y="493"/>
                      </a:lnTo>
                      <a:lnTo>
                        <a:pt x="289" y="493"/>
                      </a:lnTo>
                      <a:close/>
                      <a:moveTo>
                        <a:pt x="287" y="493"/>
                      </a:moveTo>
                      <a:lnTo>
                        <a:pt x="287" y="495"/>
                      </a:lnTo>
                      <a:lnTo>
                        <a:pt x="287" y="493"/>
                      </a:lnTo>
                      <a:lnTo>
                        <a:pt x="287" y="495"/>
                      </a:lnTo>
                      <a:lnTo>
                        <a:pt x="287" y="497"/>
                      </a:lnTo>
                      <a:lnTo>
                        <a:pt x="287" y="495"/>
                      </a:lnTo>
                      <a:lnTo>
                        <a:pt x="287" y="497"/>
                      </a:lnTo>
                      <a:lnTo>
                        <a:pt x="287" y="499"/>
                      </a:lnTo>
                      <a:lnTo>
                        <a:pt x="287" y="497"/>
                      </a:lnTo>
                      <a:lnTo>
                        <a:pt x="289" y="499"/>
                      </a:lnTo>
                      <a:lnTo>
                        <a:pt x="287" y="499"/>
                      </a:lnTo>
                      <a:lnTo>
                        <a:pt x="289" y="499"/>
                      </a:lnTo>
                      <a:lnTo>
                        <a:pt x="287" y="499"/>
                      </a:lnTo>
                      <a:lnTo>
                        <a:pt x="289" y="499"/>
                      </a:lnTo>
                      <a:lnTo>
                        <a:pt x="287" y="499"/>
                      </a:lnTo>
                      <a:lnTo>
                        <a:pt x="289" y="499"/>
                      </a:lnTo>
                      <a:lnTo>
                        <a:pt x="289" y="501"/>
                      </a:lnTo>
                      <a:lnTo>
                        <a:pt x="287" y="501"/>
                      </a:lnTo>
                      <a:lnTo>
                        <a:pt x="287" y="499"/>
                      </a:lnTo>
                      <a:lnTo>
                        <a:pt x="287" y="497"/>
                      </a:lnTo>
                      <a:lnTo>
                        <a:pt x="287" y="495"/>
                      </a:lnTo>
                      <a:lnTo>
                        <a:pt x="285" y="495"/>
                      </a:lnTo>
                      <a:lnTo>
                        <a:pt x="285" y="493"/>
                      </a:lnTo>
                      <a:lnTo>
                        <a:pt x="287" y="493"/>
                      </a:lnTo>
                      <a:close/>
                      <a:moveTo>
                        <a:pt x="289" y="497"/>
                      </a:moveTo>
                      <a:lnTo>
                        <a:pt x="289" y="499"/>
                      </a:lnTo>
                      <a:lnTo>
                        <a:pt x="289" y="497"/>
                      </a:lnTo>
                      <a:lnTo>
                        <a:pt x="289" y="499"/>
                      </a:lnTo>
                      <a:lnTo>
                        <a:pt x="289" y="497"/>
                      </a:lnTo>
                      <a:lnTo>
                        <a:pt x="289" y="495"/>
                      </a:lnTo>
                      <a:lnTo>
                        <a:pt x="289" y="497"/>
                      </a:lnTo>
                      <a:lnTo>
                        <a:pt x="289" y="495"/>
                      </a:lnTo>
                      <a:lnTo>
                        <a:pt x="287" y="495"/>
                      </a:lnTo>
                      <a:lnTo>
                        <a:pt x="289" y="497"/>
                      </a:lnTo>
                      <a:lnTo>
                        <a:pt x="287" y="495"/>
                      </a:lnTo>
                      <a:lnTo>
                        <a:pt x="287" y="493"/>
                      </a:lnTo>
                      <a:lnTo>
                        <a:pt x="285" y="493"/>
                      </a:lnTo>
                      <a:lnTo>
                        <a:pt x="285" y="491"/>
                      </a:lnTo>
                      <a:lnTo>
                        <a:pt x="287" y="491"/>
                      </a:lnTo>
                      <a:lnTo>
                        <a:pt x="287" y="493"/>
                      </a:lnTo>
                      <a:lnTo>
                        <a:pt x="289" y="493"/>
                      </a:lnTo>
                      <a:lnTo>
                        <a:pt x="290" y="493"/>
                      </a:lnTo>
                      <a:lnTo>
                        <a:pt x="290" y="495"/>
                      </a:lnTo>
                      <a:lnTo>
                        <a:pt x="292" y="495"/>
                      </a:lnTo>
                      <a:lnTo>
                        <a:pt x="290" y="495"/>
                      </a:lnTo>
                      <a:lnTo>
                        <a:pt x="290" y="497"/>
                      </a:lnTo>
                      <a:lnTo>
                        <a:pt x="290" y="495"/>
                      </a:lnTo>
                      <a:lnTo>
                        <a:pt x="290" y="497"/>
                      </a:lnTo>
                      <a:lnTo>
                        <a:pt x="290" y="495"/>
                      </a:lnTo>
                      <a:lnTo>
                        <a:pt x="289" y="495"/>
                      </a:lnTo>
                      <a:lnTo>
                        <a:pt x="289" y="497"/>
                      </a:lnTo>
                      <a:close/>
                      <a:moveTo>
                        <a:pt x="411" y="488"/>
                      </a:moveTo>
                      <a:lnTo>
                        <a:pt x="413" y="488"/>
                      </a:lnTo>
                      <a:lnTo>
                        <a:pt x="411" y="488"/>
                      </a:lnTo>
                      <a:close/>
                      <a:moveTo>
                        <a:pt x="159" y="480"/>
                      </a:moveTo>
                      <a:lnTo>
                        <a:pt x="159" y="479"/>
                      </a:lnTo>
                      <a:lnTo>
                        <a:pt x="159" y="480"/>
                      </a:lnTo>
                      <a:close/>
                      <a:moveTo>
                        <a:pt x="278" y="469"/>
                      </a:moveTo>
                      <a:lnTo>
                        <a:pt x="278" y="471"/>
                      </a:lnTo>
                      <a:lnTo>
                        <a:pt x="278" y="469"/>
                      </a:lnTo>
                      <a:close/>
                      <a:moveTo>
                        <a:pt x="195" y="469"/>
                      </a:moveTo>
                      <a:lnTo>
                        <a:pt x="197" y="469"/>
                      </a:lnTo>
                      <a:lnTo>
                        <a:pt x="195" y="469"/>
                      </a:lnTo>
                      <a:close/>
                      <a:moveTo>
                        <a:pt x="143" y="469"/>
                      </a:moveTo>
                      <a:lnTo>
                        <a:pt x="143" y="468"/>
                      </a:lnTo>
                      <a:lnTo>
                        <a:pt x="144" y="468"/>
                      </a:lnTo>
                      <a:lnTo>
                        <a:pt x="143" y="468"/>
                      </a:lnTo>
                      <a:lnTo>
                        <a:pt x="143" y="469"/>
                      </a:lnTo>
                      <a:close/>
                      <a:moveTo>
                        <a:pt x="874" y="466"/>
                      </a:moveTo>
                      <a:lnTo>
                        <a:pt x="873" y="466"/>
                      </a:lnTo>
                      <a:lnTo>
                        <a:pt x="874" y="466"/>
                      </a:lnTo>
                      <a:close/>
                      <a:moveTo>
                        <a:pt x="874" y="464"/>
                      </a:moveTo>
                      <a:lnTo>
                        <a:pt x="876" y="464"/>
                      </a:lnTo>
                      <a:lnTo>
                        <a:pt x="874" y="464"/>
                      </a:lnTo>
                      <a:close/>
                      <a:moveTo>
                        <a:pt x="163" y="457"/>
                      </a:moveTo>
                      <a:lnTo>
                        <a:pt x="164" y="455"/>
                      </a:lnTo>
                      <a:lnTo>
                        <a:pt x="164" y="453"/>
                      </a:lnTo>
                      <a:lnTo>
                        <a:pt x="164" y="455"/>
                      </a:lnTo>
                      <a:lnTo>
                        <a:pt x="164" y="457"/>
                      </a:lnTo>
                      <a:lnTo>
                        <a:pt x="163" y="457"/>
                      </a:lnTo>
                      <a:close/>
                      <a:moveTo>
                        <a:pt x="876" y="455"/>
                      </a:moveTo>
                      <a:lnTo>
                        <a:pt x="876" y="453"/>
                      </a:lnTo>
                      <a:lnTo>
                        <a:pt x="876" y="455"/>
                      </a:lnTo>
                      <a:close/>
                      <a:moveTo>
                        <a:pt x="876" y="451"/>
                      </a:moveTo>
                      <a:lnTo>
                        <a:pt x="876" y="453"/>
                      </a:lnTo>
                      <a:lnTo>
                        <a:pt x="876" y="451"/>
                      </a:lnTo>
                      <a:close/>
                      <a:moveTo>
                        <a:pt x="878" y="451"/>
                      </a:moveTo>
                      <a:lnTo>
                        <a:pt x="876" y="451"/>
                      </a:lnTo>
                      <a:lnTo>
                        <a:pt x="878" y="451"/>
                      </a:lnTo>
                      <a:close/>
                      <a:moveTo>
                        <a:pt x="874" y="444"/>
                      </a:moveTo>
                      <a:lnTo>
                        <a:pt x="874" y="446"/>
                      </a:lnTo>
                      <a:lnTo>
                        <a:pt x="876" y="446"/>
                      </a:lnTo>
                      <a:lnTo>
                        <a:pt x="876" y="448"/>
                      </a:lnTo>
                      <a:lnTo>
                        <a:pt x="874" y="448"/>
                      </a:lnTo>
                      <a:lnTo>
                        <a:pt x="874" y="449"/>
                      </a:lnTo>
                      <a:lnTo>
                        <a:pt x="876" y="449"/>
                      </a:lnTo>
                      <a:lnTo>
                        <a:pt x="874" y="449"/>
                      </a:lnTo>
                      <a:lnTo>
                        <a:pt x="874" y="451"/>
                      </a:lnTo>
                      <a:lnTo>
                        <a:pt x="873" y="451"/>
                      </a:lnTo>
                      <a:lnTo>
                        <a:pt x="873" y="449"/>
                      </a:lnTo>
                      <a:lnTo>
                        <a:pt x="874" y="449"/>
                      </a:lnTo>
                      <a:lnTo>
                        <a:pt x="874" y="448"/>
                      </a:lnTo>
                      <a:lnTo>
                        <a:pt x="873" y="448"/>
                      </a:lnTo>
                      <a:lnTo>
                        <a:pt x="873" y="446"/>
                      </a:lnTo>
                      <a:lnTo>
                        <a:pt x="874" y="446"/>
                      </a:lnTo>
                      <a:lnTo>
                        <a:pt x="874" y="444"/>
                      </a:lnTo>
                      <a:close/>
                      <a:moveTo>
                        <a:pt x="871" y="444"/>
                      </a:moveTo>
                      <a:lnTo>
                        <a:pt x="873" y="444"/>
                      </a:lnTo>
                      <a:lnTo>
                        <a:pt x="871" y="444"/>
                      </a:lnTo>
                      <a:close/>
                      <a:moveTo>
                        <a:pt x="873" y="442"/>
                      </a:moveTo>
                      <a:lnTo>
                        <a:pt x="873" y="444"/>
                      </a:lnTo>
                      <a:lnTo>
                        <a:pt x="874" y="444"/>
                      </a:lnTo>
                      <a:lnTo>
                        <a:pt x="873" y="444"/>
                      </a:lnTo>
                      <a:lnTo>
                        <a:pt x="873" y="442"/>
                      </a:lnTo>
                      <a:close/>
                      <a:moveTo>
                        <a:pt x="873" y="444"/>
                      </a:moveTo>
                      <a:lnTo>
                        <a:pt x="873" y="442"/>
                      </a:lnTo>
                      <a:lnTo>
                        <a:pt x="873" y="444"/>
                      </a:lnTo>
                      <a:close/>
                      <a:moveTo>
                        <a:pt x="874" y="442"/>
                      </a:moveTo>
                      <a:lnTo>
                        <a:pt x="873" y="442"/>
                      </a:lnTo>
                      <a:lnTo>
                        <a:pt x="874" y="442"/>
                      </a:lnTo>
                      <a:close/>
                      <a:moveTo>
                        <a:pt x="860" y="442"/>
                      </a:moveTo>
                      <a:lnTo>
                        <a:pt x="862" y="442"/>
                      </a:lnTo>
                      <a:lnTo>
                        <a:pt x="862" y="444"/>
                      </a:lnTo>
                      <a:lnTo>
                        <a:pt x="860" y="444"/>
                      </a:lnTo>
                      <a:lnTo>
                        <a:pt x="860" y="442"/>
                      </a:lnTo>
                      <a:lnTo>
                        <a:pt x="858" y="442"/>
                      </a:lnTo>
                      <a:lnTo>
                        <a:pt x="860" y="442"/>
                      </a:lnTo>
                      <a:close/>
                      <a:moveTo>
                        <a:pt x="871" y="442"/>
                      </a:moveTo>
                      <a:lnTo>
                        <a:pt x="873" y="442"/>
                      </a:lnTo>
                      <a:lnTo>
                        <a:pt x="871" y="442"/>
                      </a:lnTo>
                      <a:lnTo>
                        <a:pt x="871" y="444"/>
                      </a:lnTo>
                      <a:lnTo>
                        <a:pt x="871" y="442"/>
                      </a:lnTo>
                      <a:close/>
                      <a:moveTo>
                        <a:pt x="161" y="438"/>
                      </a:moveTo>
                      <a:lnTo>
                        <a:pt x="163" y="438"/>
                      </a:lnTo>
                      <a:lnTo>
                        <a:pt x="161" y="438"/>
                      </a:lnTo>
                      <a:lnTo>
                        <a:pt x="163" y="438"/>
                      </a:lnTo>
                      <a:lnTo>
                        <a:pt x="161" y="438"/>
                      </a:lnTo>
                      <a:close/>
                      <a:moveTo>
                        <a:pt x="889" y="433"/>
                      </a:moveTo>
                      <a:lnTo>
                        <a:pt x="889" y="435"/>
                      </a:lnTo>
                      <a:lnTo>
                        <a:pt x="889" y="433"/>
                      </a:lnTo>
                      <a:lnTo>
                        <a:pt x="887" y="433"/>
                      </a:lnTo>
                      <a:lnTo>
                        <a:pt x="889" y="433"/>
                      </a:lnTo>
                      <a:close/>
                      <a:moveTo>
                        <a:pt x="873" y="429"/>
                      </a:moveTo>
                      <a:lnTo>
                        <a:pt x="873" y="427"/>
                      </a:lnTo>
                      <a:lnTo>
                        <a:pt x="873" y="429"/>
                      </a:lnTo>
                      <a:close/>
                      <a:moveTo>
                        <a:pt x="254" y="429"/>
                      </a:moveTo>
                      <a:lnTo>
                        <a:pt x="254" y="427"/>
                      </a:lnTo>
                      <a:lnTo>
                        <a:pt x="254" y="429"/>
                      </a:lnTo>
                      <a:close/>
                      <a:moveTo>
                        <a:pt x="885" y="426"/>
                      </a:moveTo>
                      <a:lnTo>
                        <a:pt x="887" y="426"/>
                      </a:lnTo>
                      <a:lnTo>
                        <a:pt x="885" y="426"/>
                      </a:lnTo>
                      <a:lnTo>
                        <a:pt x="887" y="426"/>
                      </a:lnTo>
                      <a:lnTo>
                        <a:pt x="887" y="427"/>
                      </a:lnTo>
                      <a:lnTo>
                        <a:pt x="887" y="429"/>
                      </a:lnTo>
                      <a:lnTo>
                        <a:pt x="889" y="429"/>
                      </a:lnTo>
                      <a:lnTo>
                        <a:pt x="889" y="431"/>
                      </a:lnTo>
                      <a:lnTo>
                        <a:pt x="887" y="431"/>
                      </a:lnTo>
                      <a:lnTo>
                        <a:pt x="887" y="429"/>
                      </a:lnTo>
                      <a:lnTo>
                        <a:pt x="885" y="429"/>
                      </a:lnTo>
                      <a:lnTo>
                        <a:pt x="885" y="427"/>
                      </a:lnTo>
                      <a:lnTo>
                        <a:pt x="885" y="426"/>
                      </a:lnTo>
                      <a:close/>
                      <a:moveTo>
                        <a:pt x="250" y="426"/>
                      </a:moveTo>
                      <a:lnTo>
                        <a:pt x="248" y="424"/>
                      </a:lnTo>
                      <a:lnTo>
                        <a:pt x="250" y="424"/>
                      </a:lnTo>
                      <a:lnTo>
                        <a:pt x="250" y="426"/>
                      </a:lnTo>
                      <a:close/>
                      <a:moveTo>
                        <a:pt x="887" y="424"/>
                      </a:moveTo>
                      <a:lnTo>
                        <a:pt x="887" y="426"/>
                      </a:lnTo>
                      <a:lnTo>
                        <a:pt x="885" y="426"/>
                      </a:lnTo>
                      <a:lnTo>
                        <a:pt x="887" y="426"/>
                      </a:lnTo>
                      <a:lnTo>
                        <a:pt x="885" y="426"/>
                      </a:lnTo>
                      <a:lnTo>
                        <a:pt x="885" y="424"/>
                      </a:lnTo>
                      <a:lnTo>
                        <a:pt x="887" y="424"/>
                      </a:lnTo>
                      <a:lnTo>
                        <a:pt x="885" y="424"/>
                      </a:lnTo>
                      <a:lnTo>
                        <a:pt x="887" y="424"/>
                      </a:lnTo>
                      <a:close/>
                      <a:moveTo>
                        <a:pt x="250" y="424"/>
                      </a:moveTo>
                      <a:lnTo>
                        <a:pt x="248" y="424"/>
                      </a:lnTo>
                      <a:lnTo>
                        <a:pt x="250" y="424"/>
                      </a:lnTo>
                      <a:close/>
                      <a:moveTo>
                        <a:pt x="248" y="422"/>
                      </a:moveTo>
                      <a:lnTo>
                        <a:pt x="248" y="424"/>
                      </a:lnTo>
                      <a:lnTo>
                        <a:pt x="248" y="422"/>
                      </a:lnTo>
                      <a:close/>
                      <a:moveTo>
                        <a:pt x="889" y="422"/>
                      </a:moveTo>
                      <a:lnTo>
                        <a:pt x="889" y="424"/>
                      </a:lnTo>
                      <a:lnTo>
                        <a:pt x="889" y="426"/>
                      </a:lnTo>
                      <a:lnTo>
                        <a:pt x="887" y="426"/>
                      </a:lnTo>
                      <a:lnTo>
                        <a:pt x="887" y="424"/>
                      </a:lnTo>
                      <a:lnTo>
                        <a:pt x="885" y="424"/>
                      </a:lnTo>
                      <a:lnTo>
                        <a:pt x="885" y="422"/>
                      </a:lnTo>
                      <a:lnTo>
                        <a:pt x="887" y="422"/>
                      </a:lnTo>
                      <a:lnTo>
                        <a:pt x="887" y="424"/>
                      </a:lnTo>
                      <a:lnTo>
                        <a:pt x="887" y="422"/>
                      </a:lnTo>
                      <a:lnTo>
                        <a:pt x="889" y="422"/>
                      </a:lnTo>
                      <a:close/>
                      <a:moveTo>
                        <a:pt x="248" y="420"/>
                      </a:moveTo>
                      <a:lnTo>
                        <a:pt x="248" y="422"/>
                      </a:lnTo>
                      <a:lnTo>
                        <a:pt x="248" y="420"/>
                      </a:lnTo>
                      <a:close/>
                      <a:moveTo>
                        <a:pt x="248" y="422"/>
                      </a:moveTo>
                      <a:lnTo>
                        <a:pt x="248" y="424"/>
                      </a:lnTo>
                      <a:lnTo>
                        <a:pt x="248" y="422"/>
                      </a:lnTo>
                      <a:lnTo>
                        <a:pt x="248" y="420"/>
                      </a:lnTo>
                      <a:lnTo>
                        <a:pt x="248" y="422"/>
                      </a:lnTo>
                      <a:close/>
                      <a:moveTo>
                        <a:pt x="891" y="420"/>
                      </a:moveTo>
                      <a:lnTo>
                        <a:pt x="891" y="422"/>
                      </a:lnTo>
                      <a:lnTo>
                        <a:pt x="891" y="424"/>
                      </a:lnTo>
                      <a:lnTo>
                        <a:pt x="889" y="424"/>
                      </a:lnTo>
                      <a:lnTo>
                        <a:pt x="889" y="422"/>
                      </a:lnTo>
                      <a:lnTo>
                        <a:pt x="889" y="420"/>
                      </a:lnTo>
                      <a:lnTo>
                        <a:pt x="891" y="420"/>
                      </a:lnTo>
                      <a:close/>
                      <a:moveTo>
                        <a:pt x="878" y="420"/>
                      </a:moveTo>
                      <a:lnTo>
                        <a:pt x="878" y="418"/>
                      </a:lnTo>
                      <a:lnTo>
                        <a:pt x="878" y="420"/>
                      </a:lnTo>
                      <a:lnTo>
                        <a:pt x="878" y="418"/>
                      </a:lnTo>
                      <a:lnTo>
                        <a:pt x="878" y="420"/>
                      </a:lnTo>
                      <a:close/>
                      <a:moveTo>
                        <a:pt x="884" y="418"/>
                      </a:moveTo>
                      <a:lnTo>
                        <a:pt x="884" y="420"/>
                      </a:lnTo>
                      <a:lnTo>
                        <a:pt x="884" y="418"/>
                      </a:lnTo>
                      <a:lnTo>
                        <a:pt x="884" y="420"/>
                      </a:lnTo>
                      <a:lnTo>
                        <a:pt x="884" y="418"/>
                      </a:lnTo>
                      <a:lnTo>
                        <a:pt x="882" y="418"/>
                      </a:lnTo>
                      <a:lnTo>
                        <a:pt x="884" y="418"/>
                      </a:lnTo>
                      <a:close/>
                      <a:moveTo>
                        <a:pt x="891" y="418"/>
                      </a:moveTo>
                      <a:lnTo>
                        <a:pt x="891" y="420"/>
                      </a:lnTo>
                      <a:lnTo>
                        <a:pt x="889" y="420"/>
                      </a:lnTo>
                      <a:lnTo>
                        <a:pt x="889" y="418"/>
                      </a:lnTo>
                      <a:lnTo>
                        <a:pt x="891" y="418"/>
                      </a:lnTo>
                      <a:close/>
                      <a:moveTo>
                        <a:pt x="878" y="416"/>
                      </a:moveTo>
                      <a:lnTo>
                        <a:pt x="878" y="418"/>
                      </a:lnTo>
                      <a:lnTo>
                        <a:pt x="878" y="416"/>
                      </a:lnTo>
                      <a:close/>
                      <a:moveTo>
                        <a:pt x="878" y="418"/>
                      </a:moveTo>
                      <a:lnTo>
                        <a:pt x="878" y="416"/>
                      </a:lnTo>
                      <a:lnTo>
                        <a:pt x="878" y="418"/>
                      </a:lnTo>
                      <a:close/>
                      <a:moveTo>
                        <a:pt x="918" y="418"/>
                      </a:moveTo>
                      <a:lnTo>
                        <a:pt x="918" y="416"/>
                      </a:lnTo>
                      <a:lnTo>
                        <a:pt x="918" y="418"/>
                      </a:lnTo>
                      <a:close/>
                      <a:moveTo>
                        <a:pt x="876" y="416"/>
                      </a:moveTo>
                      <a:lnTo>
                        <a:pt x="878" y="416"/>
                      </a:lnTo>
                      <a:lnTo>
                        <a:pt x="876" y="418"/>
                      </a:lnTo>
                      <a:lnTo>
                        <a:pt x="876" y="416"/>
                      </a:lnTo>
                      <a:close/>
                      <a:moveTo>
                        <a:pt x="885" y="416"/>
                      </a:moveTo>
                      <a:lnTo>
                        <a:pt x="885" y="418"/>
                      </a:lnTo>
                      <a:lnTo>
                        <a:pt x="884" y="418"/>
                      </a:lnTo>
                      <a:lnTo>
                        <a:pt x="884" y="416"/>
                      </a:lnTo>
                      <a:lnTo>
                        <a:pt x="885" y="416"/>
                      </a:lnTo>
                      <a:close/>
                      <a:moveTo>
                        <a:pt x="880" y="416"/>
                      </a:moveTo>
                      <a:lnTo>
                        <a:pt x="882" y="416"/>
                      </a:lnTo>
                      <a:lnTo>
                        <a:pt x="884" y="416"/>
                      </a:lnTo>
                      <a:lnTo>
                        <a:pt x="882" y="416"/>
                      </a:lnTo>
                      <a:lnTo>
                        <a:pt x="884" y="416"/>
                      </a:lnTo>
                      <a:lnTo>
                        <a:pt x="884" y="418"/>
                      </a:lnTo>
                      <a:lnTo>
                        <a:pt x="882" y="418"/>
                      </a:lnTo>
                      <a:lnTo>
                        <a:pt x="884" y="420"/>
                      </a:lnTo>
                      <a:lnTo>
                        <a:pt x="882" y="420"/>
                      </a:lnTo>
                      <a:lnTo>
                        <a:pt x="882" y="422"/>
                      </a:lnTo>
                      <a:lnTo>
                        <a:pt x="880" y="422"/>
                      </a:lnTo>
                      <a:lnTo>
                        <a:pt x="882" y="422"/>
                      </a:lnTo>
                      <a:lnTo>
                        <a:pt x="880" y="422"/>
                      </a:lnTo>
                      <a:lnTo>
                        <a:pt x="880" y="424"/>
                      </a:lnTo>
                      <a:lnTo>
                        <a:pt x="880" y="426"/>
                      </a:lnTo>
                      <a:lnTo>
                        <a:pt x="878" y="426"/>
                      </a:lnTo>
                      <a:lnTo>
                        <a:pt x="878" y="424"/>
                      </a:lnTo>
                      <a:lnTo>
                        <a:pt x="878" y="422"/>
                      </a:lnTo>
                      <a:lnTo>
                        <a:pt x="878" y="420"/>
                      </a:lnTo>
                      <a:lnTo>
                        <a:pt x="878" y="418"/>
                      </a:lnTo>
                      <a:lnTo>
                        <a:pt x="880" y="418"/>
                      </a:lnTo>
                      <a:lnTo>
                        <a:pt x="878" y="418"/>
                      </a:lnTo>
                      <a:lnTo>
                        <a:pt x="880" y="418"/>
                      </a:lnTo>
                      <a:lnTo>
                        <a:pt x="880" y="416"/>
                      </a:lnTo>
                      <a:lnTo>
                        <a:pt x="878" y="416"/>
                      </a:lnTo>
                      <a:lnTo>
                        <a:pt x="880" y="416"/>
                      </a:lnTo>
                      <a:close/>
                      <a:moveTo>
                        <a:pt x="882" y="413"/>
                      </a:moveTo>
                      <a:lnTo>
                        <a:pt x="884" y="413"/>
                      </a:lnTo>
                      <a:lnTo>
                        <a:pt x="884" y="415"/>
                      </a:lnTo>
                      <a:lnTo>
                        <a:pt x="884" y="413"/>
                      </a:lnTo>
                      <a:lnTo>
                        <a:pt x="882" y="415"/>
                      </a:lnTo>
                      <a:lnTo>
                        <a:pt x="882" y="413"/>
                      </a:lnTo>
                      <a:close/>
                      <a:moveTo>
                        <a:pt x="885" y="413"/>
                      </a:moveTo>
                      <a:lnTo>
                        <a:pt x="885" y="415"/>
                      </a:lnTo>
                      <a:lnTo>
                        <a:pt x="884" y="415"/>
                      </a:lnTo>
                      <a:lnTo>
                        <a:pt x="885" y="413"/>
                      </a:lnTo>
                      <a:lnTo>
                        <a:pt x="885" y="411"/>
                      </a:lnTo>
                      <a:lnTo>
                        <a:pt x="885" y="413"/>
                      </a:lnTo>
                      <a:close/>
                      <a:moveTo>
                        <a:pt x="876" y="409"/>
                      </a:moveTo>
                      <a:lnTo>
                        <a:pt x="876" y="407"/>
                      </a:lnTo>
                      <a:lnTo>
                        <a:pt x="876" y="409"/>
                      </a:lnTo>
                      <a:close/>
                      <a:moveTo>
                        <a:pt x="878" y="400"/>
                      </a:moveTo>
                      <a:lnTo>
                        <a:pt x="876" y="400"/>
                      </a:lnTo>
                      <a:lnTo>
                        <a:pt x="878" y="400"/>
                      </a:lnTo>
                      <a:lnTo>
                        <a:pt x="876" y="400"/>
                      </a:lnTo>
                      <a:lnTo>
                        <a:pt x="876" y="398"/>
                      </a:lnTo>
                      <a:lnTo>
                        <a:pt x="878" y="400"/>
                      </a:lnTo>
                      <a:close/>
                      <a:moveTo>
                        <a:pt x="876" y="398"/>
                      </a:moveTo>
                      <a:lnTo>
                        <a:pt x="876" y="400"/>
                      </a:lnTo>
                      <a:lnTo>
                        <a:pt x="878" y="400"/>
                      </a:lnTo>
                      <a:lnTo>
                        <a:pt x="876" y="400"/>
                      </a:lnTo>
                      <a:lnTo>
                        <a:pt x="876" y="402"/>
                      </a:lnTo>
                      <a:lnTo>
                        <a:pt x="878" y="402"/>
                      </a:lnTo>
                      <a:lnTo>
                        <a:pt x="876" y="402"/>
                      </a:lnTo>
                      <a:lnTo>
                        <a:pt x="876" y="400"/>
                      </a:lnTo>
                      <a:lnTo>
                        <a:pt x="876" y="398"/>
                      </a:lnTo>
                      <a:close/>
                      <a:moveTo>
                        <a:pt x="239" y="396"/>
                      </a:moveTo>
                      <a:lnTo>
                        <a:pt x="241" y="396"/>
                      </a:lnTo>
                      <a:lnTo>
                        <a:pt x="239" y="396"/>
                      </a:lnTo>
                      <a:close/>
                      <a:moveTo>
                        <a:pt x="878" y="396"/>
                      </a:moveTo>
                      <a:lnTo>
                        <a:pt x="876" y="398"/>
                      </a:lnTo>
                      <a:lnTo>
                        <a:pt x="876" y="396"/>
                      </a:lnTo>
                      <a:lnTo>
                        <a:pt x="878" y="396"/>
                      </a:lnTo>
                      <a:close/>
                      <a:moveTo>
                        <a:pt x="880" y="396"/>
                      </a:moveTo>
                      <a:lnTo>
                        <a:pt x="880" y="394"/>
                      </a:lnTo>
                      <a:lnTo>
                        <a:pt x="880" y="396"/>
                      </a:lnTo>
                      <a:close/>
                      <a:moveTo>
                        <a:pt x="880" y="394"/>
                      </a:moveTo>
                      <a:lnTo>
                        <a:pt x="878" y="394"/>
                      </a:lnTo>
                      <a:lnTo>
                        <a:pt x="880" y="394"/>
                      </a:lnTo>
                      <a:lnTo>
                        <a:pt x="878" y="394"/>
                      </a:lnTo>
                      <a:lnTo>
                        <a:pt x="880" y="394"/>
                      </a:lnTo>
                      <a:close/>
                      <a:moveTo>
                        <a:pt x="884" y="394"/>
                      </a:moveTo>
                      <a:lnTo>
                        <a:pt x="882" y="394"/>
                      </a:lnTo>
                      <a:lnTo>
                        <a:pt x="884" y="394"/>
                      </a:lnTo>
                      <a:close/>
                      <a:moveTo>
                        <a:pt x="876" y="393"/>
                      </a:moveTo>
                      <a:lnTo>
                        <a:pt x="878" y="393"/>
                      </a:lnTo>
                      <a:lnTo>
                        <a:pt x="876" y="393"/>
                      </a:lnTo>
                      <a:lnTo>
                        <a:pt x="878" y="393"/>
                      </a:lnTo>
                      <a:lnTo>
                        <a:pt x="876" y="393"/>
                      </a:lnTo>
                      <a:lnTo>
                        <a:pt x="878" y="393"/>
                      </a:lnTo>
                      <a:lnTo>
                        <a:pt x="876" y="393"/>
                      </a:lnTo>
                      <a:lnTo>
                        <a:pt x="878" y="393"/>
                      </a:lnTo>
                      <a:lnTo>
                        <a:pt x="876" y="393"/>
                      </a:lnTo>
                      <a:lnTo>
                        <a:pt x="878" y="393"/>
                      </a:lnTo>
                      <a:lnTo>
                        <a:pt x="878" y="394"/>
                      </a:lnTo>
                      <a:lnTo>
                        <a:pt x="876" y="394"/>
                      </a:lnTo>
                      <a:lnTo>
                        <a:pt x="878" y="394"/>
                      </a:lnTo>
                      <a:lnTo>
                        <a:pt x="878" y="396"/>
                      </a:lnTo>
                      <a:lnTo>
                        <a:pt x="876" y="396"/>
                      </a:lnTo>
                      <a:lnTo>
                        <a:pt x="878" y="396"/>
                      </a:lnTo>
                      <a:lnTo>
                        <a:pt x="876" y="396"/>
                      </a:lnTo>
                      <a:lnTo>
                        <a:pt x="876" y="398"/>
                      </a:lnTo>
                      <a:lnTo>
                        <a:pt x="876" y="396"/>
                      </a:lnTo>
                      <a:lnTo>
                        <a:pt x="876" y="398"/>
                      </a:lnTo>
                      <a:lnTo>
                        <a:pt x="874" y="400"/>
                      </a:lnTo>
                      <a:lnTo>
                        <a:pt x="874" y="398"/>
                      </a:lnTo>
                      <a:lnTo>
                        <a:pt x="874" y="396"/>
                      </a:lnTo>
                      <a:lnTo>
                        <a:pt x="874" y="394"/>
                      </a:lnTo>
                      <a:lnTo>
                        <a:pt x="876" y="394"/>
                      </a:lnTo>
                      <a:lnTo>
                        <a:pt x="874" y="394"/>
                      </a:lnTo>
                      <a:lnTo>
                        <a:pt x="876" y="394"/>
                      </a:lnTo>
                      <a:lnTo>
                        <a:pt x="876" y="393"/>
                      </a:lnTo>
                      <a:lnTo>
                        <a:pt x="876" y="391"/>
                      </a:lnTo>
                      <a:lnTo>
                        <a:pt x="876" y="393"/>
                      </a:lnTo>
                      <a:close/>
                      <a:moveTo>
                        <a:pt x="887" y="391"/>
                      </a:moveTo>
                      <a:lnTo>
                        <a:pt x="887" y="393"/>
                      </a:lnTo>
                      <a:lnTo>
                        <a:pt x="887" y="394"/>
                      </a:lnTo>
                      <a:lnTo>
                        <a:pt x="885" y="394"/>
                      </a:lnTo>
                      <a:lnTo>
                        <a:pt x="885" y="393"/>
                      </a:lnTo>
                      <a:lnTo>
                        <a:pt x="887" y="393"/>
                      </a:lnTo>
                      <a:lnTo>
                        <a:pt x="887" y="391"/>
                      </a:lnTo>
                      <a:lnTo>
                        <a:pt x="887" y="393"/>
                      </a:lnTo>
                      <a:lnTo>
                        <a:pt x="887" y="391"/>
                      </a:lnTo>
                      <a:close/>
                      <a:moveTo>
                        <a:pt x="885" y="391"/>
                      </a:moveTo>
                      <a:lnTo>
                        <a:pt x="884" y="391"/>
                      </a:lnTo>
                      <a:lnTo>
                        <a:pt x="885" y="391"/>
                      </a:lnTo>
                      <a:close/>
                      <a:moveTo>
                        <a:pt x="878" y="387"/>
                      </a:moveTo>
                      <a:lnTo>
                        <a:pt x="876" y="389"/>
                      </a:lnTo>
                      <a:lnTo>
                        <a:pt x="876" y="387"/>
                      </a:lnTo>
                      <a:lnTo>
                        <a:pt x="878" y="387"/>
                      </a:lnTo>
                      <a:close/>
                      <a:moveTo>
                        <a:pt x="887" y="380"/>
                      </a:moveTo>
                      <a:lnTo>
                        <a:pt x="889" y="380"/>
                      </a:lnTo>
                      <a:lnTo>
                        <a:pt x="887" y="380"/>
                      </a:lnTo>
                      <a:close/>
                      <a:moveTo>
                        <a:pt x="882" y="376"/>
                      </a:moveTo>
                      <a:lnTo>
                        <a:pt x="880" y="376"/>
                      </a:lnTo>
                      <a:lnTo>
                        <a:pt x="882" y="376"/>
                      </a:lnTo>
                      <a:lnTo>
                        <a:pt x="880" y="376"/>
                      </a:lnTo>
                      <a:lnTo>
                        <a:pt x="882" y="376"/>
                      </a:lnTo>
                      <a:close/>
                      <a:moveTo>
                        <a:pt x="933" y="374"/>
                      </a:moveTo>
                      <a:lnTo>
                        <a:pt x="933" y="376"/>
                      </a:lnTo>
                      <a:lnTo>
                        <a:pt x="931" y="376"/>
                      </a:lnTo>
                      <a:lnTo>
                        <a:pt x="933" y="376"/>
                      </a:lnTo>
                      <a:lnTo>
                        <a:pt x="933" y="374"/>
                      </a:lnTo>
                      <a:close/>
                      <a:moveTo>
                        <a:pt x="884" y="373"/>
                      </a:moveTo>
                      <a:lnTo>
                        <a:pt x="882" y="373"/>
                      </a:lnTo>
                      <a:lnTo>
                        <a:pt x="884" y="373"/>
                      </a:lnTo>
                      <a:close/>
                      <a:moveTo>
                        <a:pt x="427" y="369"/>
                      </a:moveTo>
                      <a:lnTo>
                        <a:pt x="427" y="371"/>
                      </a:lnTo>
                      <a:lnTo>
                        <a:pt x="429" y="371"/>
                      </a:lnTo>
                      <a:lnTo>
                        <a:pt x="427" y="371"/>
                      </a:lnTo>
                      <a:lnTo>
                        <a:pt x="427" y="373"/>
                      </a:lnTo>
                      <a:lnTo>
                        <a:pt x="427" y="371"/>
                      </a:lnTo>
                      <a:lnTo>
                        <a:pt x="427" y="369"/>
                      </a:lnTo>
                      <a:close/>
                      <a:moveTo>
                        <a:pt x="232" y="369"/>
                      </a:moveTo>
                      <a:lnTo>
                        <a:pt x="234" y="369"/>
                      </a:lnTo>
                      <a:lnTo>
                        <a:pt x="232" y="369"/>
                      </a:lnTo>
                      <a:close/>
                      <a:moveTo>
                        <a:pt x="887" y="367"/>
                      </a:moveTo>
                      <a:lnTo>
                        <a:pt x="889" y="369"/>
                      </a:lnTo>
                      <a:lnTo>
                        <a:pt x="887" y="369"/>
                      </a:lnTo>
                      <a:lnTo>
                        <a:pt x="889" y="369"/>
                      </a:lnTo>
                      <a:lnTo>
                        <a:pt x="887" y="369"/>
                      </a:lnTo>
                      <a:lnTo>
                        <a:pt x="887" y="367"/>
                      </a:lnTo>
                      <a:close/>
                      <a:moveTo>
                        <a:pt x="896" y="356"/>
                      </a:moveTo>
                      <a:lnTo>
                        <a:pt x="895" y="356"/>
                      </a:lnTo>
                      <a:lnTo>
                        <a:pt x="895" y="354"/>
                      </a:lnTo>
                      <a:lnTo>
                        <a:pt x="895" y="356"/>
                      </a:lnTo>
                      <a:lnTo>
                        <a:pt x="896" y="356"/>
                      </a:lnTo>
                      <a:close/>
                      <a:moveTo>
                        <a:pt x="900" y="351"/>
                      </a:moveTo>
                      <a:lnTo>
                        <a:pt x="900" y="352"/>
                      </a:lnTo>
                      <a:lnTo>
                        <a:pt x="900" y="354"/>
                      </a:lnTo>
                      <a:lnTo>
                        <a:pt x="900" y="352"/>
                      </a:lnTo>
                      <a:lnTo>
                        <a:pt x="900" y="351"/>
                      </a:lnTo>
                      <a:close/>
                      <a:moveTo>
                        <a:pt x="221" y="338"/>
                      </a:moveTo>
                      <a:lnTo>
                        <a:pt x="223" y="338"/>
                      </a:lnTo>
                      <a:lnTo>
                        <a:pt x="221" y="338"/>
                      </a:lnTo>
                      <a:close/>
                      <a:moveTo>
                        <a:pt x="205" y="301"/>
                      </a:moveTo>
                      <a:lnTo>
                        <a:pt x="203" y="301"/>
                      </a:lnTo>
                      <a:lnTo>
                        <a:pt x="205" y="301"/>
                      </a:lnTo>
                      <a:lnTo>
                        <a:pt x="205" y="299"/>
                      </a:lnTo>
                      <a:lnTo>
                        <a:pt x="205" y="301"/>
                      </a:lnTo>
                      <a:close/>
                      <a:moveTo>
                        <a:pt x="205" y="299"/>
                      </a:moveTo>
                      <a:lnTo>
                        <a:pt x="205" y="301"/>
                      </a:lnTo>
                      <a:lnTo>
                        <a:pt x="205" y="299"/>
                      </a:lnTo>
                      <a:close/>
                      <a:moveTo>
                        <a:pt x="451" y="292"/>
                      </a:moveTo>
                      <a:lnTo>
                        <a:pt x="451" y="294"/>
                      </a:lnTo>
                      <a:lnTo>
                        <a:pt x="453" y="294"/>
                      </a:lnTo>
                      <a:lnTo>
                        <a:pt x="451" y="294"/>
                      </a:lnTo>
                      <a:lnTo>
                        <a:pt x="451" y="292"/>
                      </a:lnTo>
                      <a:close/>
                      <a:moveTo>
                        <a:pt x="455" y="294"/>
                      </a:moveTo>
                      <a:lnTo>
                        <a:pt x="453" y="294"/>
                      </a:lnTo>
                      <a:lnTo>
                        <a:pt x="453" y="292"/>
                      </a:lnTo>
                      <a:lnTo>
                        <a:pt x="453" y="290"/>
                      </a:lnTo>
                      <a:lnTo>
                        <a:pt x="453" y="292"/>
                      </a:lnTo>
                      <a:lnTo>
                        <a:pt x="455" y="292"/>
                      </a:lnTo>
                      <a:lnTo>
                        <a:pt x="455" y="294"/>
                      </a:lnTo>
                      <a:close/>
                      <a:moveTo>
                        <a:pt x="458" y="292"/>
                      </a:moveTo>
                      <a:lnTo>
                        <a:pt x="458" y="294"/>
                      </a:lnTo>
                      <a:lnTo>
                        <a:pt x="456" y="294"/>
                      </a:lnTo>
                      <a:lnTo>
                        <a:pt x="456" y="292"/>
                      </a:lnTo>
                      <a:lnTo>
                        <a:pt x="456" y="294"/>
                      </a:lnTo>
                      <a:lnTo>
                        <a:pt x="455" y="294"/>
                      </a:lnTo>
                      <a:lnTo>
                        <a:pt x="455" y="292"/>
                      </a:lnTo>
                      <a:lnTo>
                        <a:pt x="453" y="292"/>
                      </a:lnTo>
                      <a:lnTo>
                        <a:pt x="453" y="290"/>
                      </a:lnTo>
                      <a:lnTo>
                        <a:pt x="455" y="288"/>
                      </a:lnTo>
                      <a:lnTo>
                        <a:pt x="455" y="290"/>
                      </a:lnTo>
                      <a:lnTo>
                        <a:pt x="456" y="290"/>
                      </a:lnTo>
                      <a:lnTo>
                        <a:pt x="456" y="292"/>
                      </a:lnTo>
                      <a:lnTo>
                        <a:pt x="458" y="292"/>
                      </a:lnTo>
                      <a:close/>
                      <a:moveTo>
                        <a:pt x="455" y="288"/>
                      </a:moveTo>
                      <a:lnTo>
                        <a:pt x="453" y="290"/>
                      </a:lnTo>
                      <a:lnTo>
                        <a:pt x="455" y="288"/>
                      </a:lnTo>
                      <a:close/>
                      <a:moveTo>
                        <a:pt x="455" y="285"/>
                      </a:moveTo>
                      <a:lnTo>
                        <a:pt x="455" y="287"/>
                      </a:lnTo>
                      <a:lnTo>
                        <a:pt x="455" y="285"/>
                      </a:lnTo>
                      <a:close/>
                      <a:moveTo>
                        <a:pt x="455" y="285"/>
                      </a:moveTo>
                      <a:lnTo>
                        <a:pt x="455" y="283"/>
                      </a:lnTo>
                      <a:lnTo>
                        <a:pt x="455" y="285"/>
                      </a:lnTo>
                      <a:close/>
                      <a:moveTo>
                        <a:pt x="455" y="283"/>
                      </a:moveTo>
                      <a:lnTo>
                        <a:pt x="455" y="281"/>
                      </a:lnTo>
                      <a:lnTo>
                        <a:pt x="455" y="283"/>
                      </a:lnTo>
                      <a:close/>
                      <a:moveTo>
                        <a:pt x="453" y="279"/>
                      </a:moveTo>
                      <a:lnTo>
                        <a:pt x="455" y="279"/>
                      </a:lnTo>
                      <a:lnTo>
                        <a:pt x="453" y="279"/>
                      </a:lnTo>
                      <a:lnTo>
                        <a:pt x="455" y="281"/>
                      </a:lnTo>
                      <a:lnTo>
                        <a:pt x="453" y="281"/>
                      </a:lnTo>
                      <a:lnTo>
                        <a:pt x="453" y="279"/>
                      </a:lnTo>
                      <a:close/>
                      <a:moveTo>
                        <a:pt x="477" y="272"/>
                      </a:moveTo>
                      <a:lnTo>
                        <a:pt x="478" y="272"/>
                      </a:lnTo>
                      <a:lnTo>
                        <a:pt x="477" y="272"/>
                      </a:lnTo>
                      <a:close/>
                      <a:moveTo>
                        <a:pt x="477" y="270"/>
                      </a:moveTo>
                      <a:lnTo>
                        <a:pt x="478" y="270"/>
                      </a:lnTo>
                      <a:lnTo>
                        <a:pt x="478" y="272"/>
                      </a:lnTo>
                      <a:lnTo>
                        <a:pt x="477" y="272"/>
                      </a:lnTo>
                      <a:lnTo>
                        <a:pt x="475" y="272"/>
                      </a:lnTo>
                      <a:lnTo>
                        <a:pt x="475" y="270"/>
                      </a:lnTo>
                      <a:lnTo>
                        <a:pt x="477" y="270"/>
                      </a:lnTo>
                      <a:close/>
                      <a:moveTo>
                        <a:pt x="442" y="267"/>
                      </a:moveTo>
                      <a:lnTo>
                        <a:pt x="442" y="265"/>
                      </a:lnTo>
                      <a:lnTo>
                        <a:pt x="444" y="265"/>
                      </a:lnTo>
                      <a:lnTo>
                        <a:pt x="444" y="267"/>
                      </a:lnTo>
                      <a:lnTo>
                        <a:pt x="442" y="267"/>
                      </a:lnTo>
                      <a:close/>
                      <a:moveTo>
                        <a:pt x="444" y="265"/>
                      </a:moveTo>
                      <a:lnTo>
                        <a:pt x="442" y="265"/>
                      </a:lnTo>
                      <a:lnTo>
                        <a:pt x="444" y="265"/>
                      </a:lnTo>
                      <a:close/>
                      <a:moveTo>
                        <a:pt x="489" y="265"/>
                      </a:moveTo>
                      <a:lnTo>
                        <a:pt x="488" y="265"/>
                      </a:lnTo>
                      <a:lnTo>
                        <a:pt x="489" y="265"/>
                      </a:lnTo>
                      <a:close/>
                      <a:moveTo>
                        <a:pt x="440" y="263"/>
                      </a:moveTo>
                      <a:lnTo>
                        <a:pt x="438" y="263"/>
                      </a:lnTo>
                      <a:lnTo>
                        <a:pt x="440" y="263"/>
                      </a:lnTo>
                      <a:close/>
                      <a:moveTo>
                        <a:pt x="436" y="263"/>
                      </a:moveTo>
                      <a:lnTo>
                        <a:pt x="435" y="263"/>
                      </a:lnTo>
                      <a:lnTo>
                        <a:pt x="436" y="263"/>
                      </a:lnTo>
                      <a:close/>
                      <a:moveTo>
                        <a:pt x="491" y="265"/>
                      </a:moveTo>
                      <a:lnTo>
                        <a:pt x="491" y="263"/>
                      </a:lnTo>
                      <a:lnTo>
                        <a:pt x="491" y="265"/>
                      </a:lnTo>
                      <a:lnTo>
                        <a:pt x="493" y="265"/>
                      </a:lnTo>
                      <a:lnTo>
                        <a:pt x="493" y="267"/>
                      </a:lnTo>
                      <a:lnTo>
                        <a:pt x="493" y="268"/>
                      </a:lnTo>
                      <a:lnTo>
                        <a:pt x="491" y="268"/>
                      </a:lnTo>
                      <a:lnTo>
                        <a:pt x="491" y="270"/>
                      </a:lnTo>
                      <a:lnTo>
                        <a:pt x="489" y="270"/>
                      </a:lnTo>
                      <a:lnTo>
                        <a:pt x="488" y="270"/>
                      </a:lnTo>
                      <a:lnTo>
                        <a:pt x="488" y="272"/>
                      </a:lnTo>
                      <a:lnTo>
                        <a:pt x="486" y="272"/>
                      </a:lnTo>
                      <a:lnTo>
                        <a:pt x="484" y="272"/>
                      </a:lnTo>
                      <a:lnTo>
                        <a:pt x="484" y="270"/>
                      </a:lnTo>
                      <a:lnTo>
                        <a:pt x="484" y="268"/>
                      </a:lnTo>
                      <a:lnTo>
                        <a:pt x="486" y="268"/>
                      </a:lnTo>
                      <a:lnTo>
                        <a:pt x="486" y="267"/>
                      </a:lnTo>
                      <a:lnTo>
                        <a:pt x="488" y="267"/>
                      </a:lnTo>
                      <a:lnTo>
                        <a:pt x="489" y="267"/>
                      </a:lnTo>
                      <a:lnTo>
                        <a:pt x="489" y="265"/>
                      </a:lnTo>
                      <a:lnTo>
                        <a:pt x="489" y="263"/>
                      </a:lnTo>
                      <a:lnTo>
                        <a:pt x="489" y="265"/>
                      </a:lnTo>
                      <a:lnTo>
                        <a:pt x="491" y="265"/>
                      </a:lnTo>
                      <a:close/>
                      <a:moveTo>
                        <a:pt x="489" y="265"/>
                      </a:moveTo>
                      <a:lnTo>
                        <a:pt x="489" y="263"/>
                      </a:lnTo>
                      <a:lnTo>
                        <a:pt x="489" y="265"/>
                      </a:lnTo>
                      <a:close/>
                      <a:moveTo>
                        <a:pt x="488" y="259"/>
                      </a:moveTo>
                      <a:lnTo>
                        <a:pt x="488" y="261"/>
                      </a:lnTo>
                      <a:lnTo>
                        <a:pt x="488" y="259"/>
                      </a:lnTo>
                      <a:close/>
                      <a:moveTo>
                        <a:pt x="500" y="259"/>
                      </a:moveTo>
                      <a:lnTo>
                        <a:pt x="498" y="259"/>
                      </a:lnTo>
                      <a:lnTo>
                        <a:pt x="500" y="259"/>
                      </a:lnTo>
                      <a:close/>
                      <a:moveTo>
                        <a:pt x="495" y="259"/>
                      </a:moveTo>
                      <a:lnTo>
                        <a:pt x="493" y="259"/>
                      </a:lnTo>
                      <a:lnTo>
                        <a:pt x="495" y="259"/>
                      </a:lnTo>
                      <a:close/>
                      <a:moveTo>
                        <a:pt x="495" y="259"/>
                      </a:moveTo>
                      <a:lnTo>
                        <a:pt x="493" y="259"/>
                      </a:lnTo>
                      <a:lnTo>
                        <a:pt x="495" y="259"/>
                      </a:lnTo>
                      <a:close/>
                      <a:moveTo>
                        <a:pt x="502" y="259"/>
                      </a:moveTo>
                      <a:lnTo>
                        <a:pt x="504" y="259"/>
                      </a:lnTo>
                      <a:lnTo>
                        <a:pt x="504" y="261"/>
                      </a:lnTo>
                      <a:lnTo>
                        <a:pt x="502" y="261"/>
                      </a:lnTo>
                      <a:lnTo>
                        <a:pt x="504" y="261"/>
                      </a:lnTo>
                      <a:lnTo>
                        <a:pt x="502" y="261"/>
                      </a:lnTo>
                      <a:lnTo>
                        <a:pt x="500" y="261"/>
                      </a:lnTo>
                      <a:lnTo>
                        <a:pt x="500" y="263"/>
                      </a:lnTo>
                      <a:lnTo>
                        <a:pt x="500" y="261"/>
                      </a:lnTo>
                      <a:lnTo>
                        <a:pt x="500" y="259"/>
                      </a:lnTo>
                      <a:lnTo>
                        <a:pt x="498" y="259"/>
                      </a:lnTo>
                      <a:lnTo>
                        <a:pt x="500" y="259"/>
                      </a:lnTo>
                      <a:lnTo>
                        <a:pt x="502" y="259"/>
                      </a:lnTo>
                      <a:close/>
                      <a:moveTo>
                        <a:pt x="500" y="259"/>
                      </a:moveTo>
                      <a:lnTo>
                        <a:pt x="498" y="259"/>
                      </a:lnTo>
                      <a:lnTo>
                        <a:pt x="497" y="259"/>
                      </a:lnTo>
                      <a:lnTo>
                        <a:pt x="497" y="261"/>
                      </a:lnTo>
                      <a:lnTo>
                        <a:pt x="497" y="259"/>
                      </a:lnTo>
                      <a:lnTo>
                        <a:pt x="495" y="259"/>
                      </a:lnTo>
                      <a:lnTo>
                        <a:pt x="497" y="259"/>
                      </a:lnTo>
                      <a:lnTo>
                        <a:pt x="498" y="259"/>
                      </a:lnTo>
                      <a:lnTo>
                        <a:pt x="497" y="259"/>
                      </a:lnTo>
                      <a:lnTo>
                        <a:pt x="498" y="259"/>
                      </a:lnTo>
                      <a:lnTo>
                        <a:pt x="500" y="259"/>
                      </a:lnTo>
                      <a:close/>
                      <a:moveTo>
                        <a:pt x="498" y="257"/>
                      </a:moveTo>
                      <a:lnTo>
                        <a:pt x="498" y="259"/>
                      </a:lnTo>
                      <a:lnTo>
                        <a:pt x="498" y="257"/>
                      </a:lnTo>
                      <a:close/>
                      <a:moveTo>
                        <a:pt x="493" y="259"/>
                      </a:moveTo>
                      <a:lnTo>
                        <a:pt x="491" y="259"/>
                      </a:lnTo>
                      <a:lnTo>
                        <a:pt x="491" y="257"/>
                      </a:lnTo>
                      <a:lnTo>
                        <a:pt x="493" y="257"/>
                      </a:lnTo>
                      <a:lnTo>
                        <a:pt x="493" y="259"/>
                      </a:lnTo>
                      <a:close/>
                      <a:moveTo>
                        <a:pt x="495" y="259"/>
                      </a:moveTo>
                      <a:lnTo>
                        <a:pt x="495" y="257"/>
                      </a:lnTo>
                      <a:lnTo>
                        <a:pt x="495" y="259"/>
                      </a:lnTo>
                      <a:close/>
                      <a:moveTo>
                        <a:pt x="500" y="257"/>
                      </a:moveTo>
                      <a:lnTo>
                        <a:pt x="500" y="259"/>
                      </a:lnTo>
                      <a:lnTo>
                        <a:pt x="500" y="257"/>
                      </a:lnTo>
                      <a:close/>
                      <a:moveTo>
                        <a:pt x="508" y="259"/>
                      </a:moveTo>
                      <a:lnTo>
                        <a:pt x="506" y="259"/>
                      </a:lnTo>
                      <a:lnTo>
                        <a:pt x="506" y="261"/>
                      </a:lnTo>
                      <a:lnTo>
                        <a:pt x="506" y="263"/>
                      </a:lnTo>
                      <a:lnTo>
                        <a:pt x="504" y="263"/>
                      </a:lnTo>
                      <a:lnTo>
                        <a:pt x="504" y="261"/>
                      </a:lnTo>
                      <a:lnTo>
                        <a:pt x="502" y="261"/>
                      </a:lnTo>
                      <a:lnTo>
                        <a:pt x="504" y="259"/>
                      </a:lnTo>
                      <a:lnTo>
                        <a:pt x="502" y="259"/>
                      </a:lnTo>
                      <a:lnTo>
                        <a:pt x="504" y="259"/>
                      </a:lnTo>
                      <a:lnTo>
                        <a:pt x="506" y="259"/>
                      </a:lnTo>
                      <a:lnTo>
                        <a:pt x="506" y="257"/>
                      </a:lnTo>
                      <a:lnTo>
                        <a:pt x="506" y="259"/>
                      </a:lnTo>
                      <a:lnTo>
                        <a:pt x="506" y="257"/>
                      </a:lnTo>
                      <a:lnTo>
                        <a:pt x="506" y="259"/>
                      </a:lnTo>
                      <a:lnTo>
                        <a:pt x="508" y="257"/>
                      </a:lnTo>
                      <a:lnTo>
                        <a:pt x="506" y="257"/>
                      </a:lnTo>
                      <a:lnTo>
                        <a:pt x="508" y="257"/>
                      </a:lnTo>
                      <a:lnTo>
                        <a:pt x="508" y="259"/>
                      </a:lnTo>
                      <a:close/>
                      <a:moveTo>
                        <a:pt x="489" y="257"/>
                      </a:moveTo>
                      <a:lnTo>
                        <a:pt x="491" y="257"/>
                      </a:lnTo>
                      <a:lnTo>
                        <a:pt x="489" y="257"/>
                      </a:lnTo>
                      <a:close/>
                      <a:moveTo>
                        <a:pt x="489" y="256"/>
                      </a:moveTo>
                      <a:lnTo>
                        <a:pt x="489" y="257"/>
                      </a:lnTo>
                      <a:lnTo>
                        <a:pt x="489" y="256"/>
                      </a:lnTo>
                      <a:close/>
                      <a:moveTo>
                        <a:pt x="488" y="252"/>
                      </a:moveTo>
                      <a:lnTo>
                        <a:pt x="488" y="254"/>
                      </a:lnTo>
                      <a:lnTo>
                        <a:pt x="486" y="254"/>
                      </a:lnTo>
                      <a:lnTo>
                        <a:pt x="486" y="252"/>
                      </a:lnTo>
                      <a:lnTo>
                        <a:pt x="488" y="252"/>
                      </a:lnTo>
                      <a:close/>
                      <a:moveTo>
                        <a:pt x="486" y="252"/>
                      </a:moveTo>
                      <a:lnTo>
                        <a:pt x="486" y="254"/>
                      </a:lnTo>
                      <a:lnTo>
                        <a:pt x="486" y="252"/>
                      </a:lnTo>
                      <a:lnTo>
                        <a:pt x="486" y="250"/>
                      </a:lnTo>
                      <a:lnTo>
                        <a:pt x="486" y="252"/>
                      </a:lnTo>
                      <a:close/>
                      <a:moveTo>
                        <a:pt x="486" y="250"/>
                      </a:moveTo>
                      <a:lnTo>
                        <a:pt x="486" y="248"/>
                      </a:lnTo>
                      <a:lnTo>
                        <a:pt x="486" y="250"/>
                      </a:lnTo>
                      <a:close/>
                      <a:moveTo>
                        <a:pt x="484" y="246"/>
                      </a:moveTo>
                      <a:lnTo>
                        <a:pt x="484" y="248"/>
                      </a:lnTo>
                      <a:lnTo>
                        <a:pt x="484" y="246"/>
                      </a:lnTo>
                      <a:lnTo>
                        <a:pt x="484" y="248"/>
                      </a:lnTo>
                      <a:lnTo>
                        <a:pt x="484" y="246"/>
                      </a:lnTo>
                      <a:close/>
                      <a:moveTo>
                        <a:pt x="486" y="246"/>
                      </a:moveTo>
                      <a:lnTo>
                        <a:pt x="484" y="246"/>
                      </a:lnTo>
                      <a:lnTo>
                        <a:pt x="486" y="246"/>
                      </a:lnTo>
                      <a:close/>
                      <a:moveTo>
                        <a:pt x="482" y="241"/>
                      </a:moveTo>
                      <a:lnTo>
                        <a:pt x="480" y="241"/>
                      </a:lnTo>
                      <a:lnTo>
                        <a:pt x="480" y="239"/>
                      </a:lnTo>
                      <a:lnTo>
                        <a:pt x="482" y="239"/>
                      </a:lnTo>
                      <a:lnTo>
                        <a:pt x="482" y="241"/>
                      </a:lnTo>
                      <a:close/>
                      <a:moveTo>
                        <a:pt x="168" y="179"/>
                      </a:moveTo>
                      <a:lnTo>
                        <a:pt x="168" y="177"/>
                      </a:lnTo>
                      <a:lnTo>
                        <a:pt x="168" y="179"/>
                      </a:lnTo>
                      <a:close/>
                      <a:moveTo>
                        <a:pt x="170" y="179"/>
                      </a:moveTo>
                      <a:lnTo>
                        <a:pt x="170" y="177"/>
                      </a:lnTo>
                      <a:lnTo>
                        <a:pt x="170" y="179"/>
                      </a:lnTo>
                      <a:close/>
                      <a:moveTo>
                        <a:pt x="174" y="177"/>
                      </a:moveTo>
                      <a:lnTo>
                        <a:pt x="174" y="175"/>
                      </a:lnTo>
                      <a:lnTo>
                        <a:pt x="174" y="177"/>
                      </a:lnTo>
                      <a:close/>
                      <a:moveTo>
                        <a:pt x="168" y="164"/>
                      </a:moveTo>
                      <a:lnTo>
                        <a:pt x="166" y="164"/>
                      </a:lnTo>
                      <a:lnTo>
                        <a:pt x="168" y="164"/>
                      </a:lnTo>
                      <a:close/>
                      <a:moveTo>
                        <a:pt x="166" y="159"/>
                      </a:moveTo>
                      <a:lnTo>
                        <a:pt x="164" y="159"/>
                      </a:lnTo>
                      <a:lnTo>
                        <a:pt x="166" y="159"/>
                      </a:lnTo>
                      <a:close/>
                      <a:moveTo>
                        <a:pt x="168" y="157"/>
                      </a:moveTo>
                      <a:lnTo>
                        <a:pt x="166" y="157"/>
                      </a:lnTo>
                      <a:lnTo>
                        <a:pt x="168" y="157"/>
                      </a:lnTo>
                      <a:close/>
                      <a:moveTo>
                        <a:pt x="646" y="139"/>
                      </a:moveTo>
                      <a:lnTo>
                        <a:pt x="648" y="139"/>
                      </a:lnTo>
                      <a:lnTo>
                        <a:pt x="648" y="140"/>
                      </a:lnTo>
                      <a:lnTo>
                        <a:pt x="646" y="140"/>
                      </a:lnTo>
                      <a:lnTo>
                        <a:pt x="646" y="139"/>
                      </a:lnTo>
                      <a:lnTo>
                        <a:pt x="646" y="140"/>
                      </a:lnTo>
                      <a:lnTo>
                        <a:pt x="646" y="139"/>
                      </a:lnTo>
                      <a:close/>
                      <a:moveTo>
                        <a:pt x="655" y="135"/>
                      </a:moveTo>
                      <a:lnTo>
                        <a:pt x="654" y="135"/>
                      </a:lnTo>
                      <a:lnTo>
                        <a:pt x="655" y="135"/>
                      </a:lnTo>
                      <a:close/>
                      <a:moveTo>
                        <a:pt x="641" y="133"/>
                      </a:moveTo>
                      <a:lnTo>
                        <a:pt x="643" y="133"/>
                      </a:lnTo>
                      <a:lnTo>
                        <a:pt x="643" y="135"/>
                      </a:lnTo>
                      <a:lnTo>
                        <a:pt x="641" y="135"/>
                      </a:lnTo>
                      <a:lnTo>
                        <a:pt x="641" y="133"/>
                      </a:lnTo>
                      <a:close/>
                      <a:moveTo>
                        <a:pt x="641" y="133"/>
                      </a:moveTo>
                      <a:lnTo>
                        <a:pt x="641" y="135"/>
                      </a:lnTo>
                      <a:lnTo>
                        <a:pt x="639" y="133"/>
                      </a:lnTo>
                      <a:lnTo>
                        <a:pt x="637" y="133"/>
                      </a:lnTo>
                      <a:lnTo>
                        <a:pt x="637" y="131"/>
                      </a:lnTo>
                      <a:lnTo>
                        <a:pt x="637" y="129"/>
                      </a:lnTo>
                      <a:lnTo>
                        <a:pt x="637" y="131"/>
                      </a:lnTo>
                      <a:lnTo>
                        <a:pt x="639" y="131"/>
                      </a:lnTo>
                      <a:lnTo>
                        <a:pt x="641" y="131"/>
                      </a:lnTo>
                      <a:lnTo>
                        <a:pt x="641" y="133"/>
                      </a:lnTo>
                      <a:close/>
                      <a:moveTo>
                        <a:pt x="655" y="126"/>
                      </a:moveTo>
                      <a:lnTo>
                        <a:pt x="657" y="126"/>
                      </a:lnTo>
                      <a:lnTo>
                        <a:pt x="655" y="126"/>
                      </a:lnTo>
                      <a:lnTo>
                        <a:pt x="655" y="128"/>
                      </a:lnTo>
                      <a:lnTo>
                        <a:pt x="655" y="126"/>
                      </a:lnTo>
                      <a:close/>
                      <a:moveTo>
                        <a:pt x="666" y="126"/>
                      </a:moveTo>
                      <a:lnTo>
                        <a:pt x="666" y="128"/>
                      </a:lnTo>
                      <a:lnTo>
                        <a:pt x="666" y="126"/>
                      </a:lnTo>
                      <a:lnTo>
                        <a:pt x="665" y="126"/>
                      </a:lnTo>
                      <a:lnTo>
                        <a:pt x="666" y="126"/>
                      </a:lnTo>
                      <a:close/>
                      <a:moveTo>
                        <a:pt x="665" y="128"/>
                      </a:moveTo>
                      <a:lnTo>
                        <a:pt x="665" y="126"/>
                      </a:lnTo>
                      <a:lnTo>
                        <a:pt x="665" y="128"/>
                      </a:lnTo>
                      <a:close/>
                      <a:moveTo>
                        <a:pt x="650" y="124"/>
                      </a:moveTo>
                      <a:lnTo>
                        <a:pt x="652" y="124"/>
                      </a:lnTo>
                      <a:lnTo>
                        <a:pt x="650" y="124"/>
                      </a:lnTo>
                      <a:lnTo>
                        <a:pt x="648" y="124"/>
                      </a:lnTo>
                      <a:lnTo>
                        <a:pt x="650" y="124"/>
                      </a:lnTo>
                      <a:close/>
                      <a:moveTo>
                        <a:pt x="635" y="124"/>
                      </a:moveTo>
                      <a:lnTo>
                        <a:pt x="634" y="124"/>
                      </a:lnTo>
                      <a:lnTo>
                        <a:pt x="635" y="124"/>
                      </a:lnTo>
                      <a:close/>
                      <a:moveTo>
                        <a:pt x="665" y="117"/>
                      </a:moveTo>
                      <a:lnTo>
                        <a:pt x="665" y="115"/>
                      </a:lnTo>
                      <a:lnTo>
                        <a:pt x="665" y="117"/>
                      </a:lnTo>
                      <a:close/>
                      <a:moveTo>
                        <a:pt x="659" y="115"/>
                      </a:moveTo>
                      <a:lnTo>
                        <a:pt x="657" y="115"/>
                      </a:lnTo>
                      <a:lnTo>
                        <a:pt x="657" y="117"/>
                      </a:lnTo>
                      <a:lnTo>
                        <a:pt x="657" y="115"/>
                      </a:lnTo>
                      <a:lnTo>
                        <a:pt x="659" y="115"/>
                      </a:lnTo>
                      <a:close/>
                      <a:moveTo>
                        <a:pt x="674" y="115"/>
                      </a:moveTo>
                      <a:lnTo>
                        <a:pt x="672" y="115"/>
                      </a:lnTo>
                      <a:lnTo>
                        <a:pt x="674" y="115"/>
                      </a:lnTo>
                      <a:close/>
                      <a:moveTo>
                        <a:pt x="168" y="115"/>
                      </a:moveTo>
                      <a:lnTo>
                        <a:pt x="168" y="113"/>
                      </a:lnTo>
                      <a:lnTo>
                        <a:pt x="168" y="115"/>
                      </a:lnTo>
                      <a:close/>
                      <a:moveTo>
                        <a:pt x="668" y="113"/>
                      </a:moveTo>
                      <a:lnTo>
                        <a:pt x="670" y="113"/>
                      </a:lnTo>
                      <a:lnTo>
                        <a:pt x="672" y="113"/>
                      </a:lnTo>
                      <a:lnTo>
                        <a:pt x="674" y="115"/>
                      </a:lnTo>
                      <a:lnTo>
                        <a:pt x="672" y="115"/>
                      </a:lnTo>
                      <a:lnTo>
                        <a:pt x="670" y="115"/>
                      </a:lnTo>
                      <a:lnTo>
                        <a:pt x="668" y="117"/>
                      </a:lnTo>
                      <a:lnTo>
                        <a:pt x="668" y="115"/>
                      </a:lnTo>
                      <a:lnTo>
                        <a:pt x="668" y="117"/>
                      </a:lnTo>
                      <a:lnTo>
                        <a:pt x="666" y="117"/>
                      </a:lnTo>
                      <a:lnTo>
                        <a:pt x="668" y="117"/>
                      </a:lnTo>
                      <a:lnTo>
                        <a:pt x="670" y="115"/>
                      </a:lnTo>
                      <a:lnTo>
                        <a:pt x="672" y="115"/>
                      </a:lnTo>
                      <a:lnTo>
                        <a:pt x="674" y="115"/>
                      </a:lnTo>
                      <a:lnTo>
                        <a:pt x="672" y="117"/>
                      </a:lnTo>
                      <a:lnTo>
                        <a:pt x="672" y="115"/>
                      </a:lnTo>
                      <a:lnTo>
                        <a:pt x="672" y="117"/>
                      </a:lnTo>
                      <a:lnTo>
                        <a:pt x="674" y="117"/>
                      </a:lnTo>
                      <a:lnTo>
                        <a:pt x="674" y="115"/>
                      </a:lnTo>
                      <a:lnTo>
                        <a:pt x="674" y="117"/>
                      </a:lnTo>
                      <a:lnTo>
                        <a:pt x="672" y="117"/>
                      </a:lnTo>
                      <a:lnTo>
                        <a:pt x="670" y="117"/>
                      </a:lnTo>
                      <a:lnTo>
                        <a:pt x="670" y="119"/>
                      </a:lnTo>
                      <a:lnTo>
                        <a:pt x="668" y="119"/>
                      </a:lnTo>
                      <a:lnTo>
                        <a:pt x="668" y="120"/>
                      </a:lnTo>
                      <a:lnTo>
                        <a:pt x="666" y="120"/>
                      </a:lnTo>
                      <a:lnTo>
                        <a:pt x="665" y="122"/>
                      </a:lnTo>
                      <a:lnTo>
                        <a:pt x="663" y="122"/>
                      </a:lnTo>
                      <a:lnTo>
                        <a:pt x="663" y="120"/>
                      </a:lnTo>
                      <a:lnTo>
                        <a:pt x="663" y="119"/>
                      </a:lnTo>
                      <a:lnTo>
                        <a:pt x="665" y="119"/>
                      </a:lnTo>
                      <a:lnTo>
                        <a:pt x="666" y="119"/>
                      </a:lnTo>
                      <a:lnTo>
                        <a:pt x="666" y="117"/>
                      </a:lnTo>
                      <a:lnTo>
                        <a:pt x="665" y="117"/>
                      </a:lnTo>
                      <a:lnTo>
                        <a:pt x="666" y="117"/>
                      </a:lnTo>
                      <a:lnTo>
                        <a:pt x="665" y="117"/>
                      </a:lnTo>
                      <a:lnTo>
                        <a:pt x="666" y="117"/>
                      </a:lnTo>
                      <a:lnTo>
                        <a:pt x="666" y="119"/>
                      </a:lnTo>
                      <a:lnTo>
                        <a:pt x="665" y="117"/>
                      </a:lnTo>
                      <a:lnTo>
                        <a:pt x="665" y="119"/>
                      </a:lnTo>
                      <a:lnTo>
                        <a:pt x="665" y="117"/>
                      </a:lnTo>
                      <a:lnTo>
                        <a:pt x="666" y="117"/>
                      </a:lnTo>
                      <a:lnTo>
                        <a:pt x="666" y="115"/>
                      </a:lnTo>
                      <a:lnTo>
                        <a:pt x="666" y="113"/>
                      </a:lnTo>
                      <a:lnTo>
                        <a:pt x="668" y="113"/>
                      </a:lnTo>
                      <a:close/>
                      <a:moveTo>
                        <a:pt x="670" y="113"/>
                      </a:moveTo>
                      <a:lnTo>
                        <a:pt x="668" y="113"/>
                      </a:lnTo>
                      <a:lnTo>
                        <a:pt x="670" y="113"/>
                      </a:lnTo>
                      <a:close/>
                      <a:moveTo>
                        <a:pt x="623" y="113"/>
                      </a:moveTo>
                      <a:lnTo>
                        <a:pt x="623" y="111"/>
                      </a:lnTo>
                      <a:lnTo>
                        <a:pt x="623" y="113"/>
                      </a:lnTo>
                      <a:close/>
                      <a:moveTo>
                        <a:pt x="674" y="113"/>
                      </a:moveTo>
                      <a:lnTo>
                        <a:pt x="674" y="111"/>
                      </a:lnTo>
                      <a:lnTo>
                        <a:pt x="672" y="111"/>
                      </a:lnTo>
                      <a:lnTo>
                        <a:pt x="674" y="111"/>
                      </a:lnTo>
                      <a:lnTo>
                        <a:pt x="674" y="113"/>
                      </a:lnTo>
                      <a:close/>
                      <a:moveTo>
                        <a:pt x="612" y="109"/>
                      </a:moveTo>
                      <a:lnTo>
                        <a:pt x="612" y="111"/>
                      </a:lnTo>
                      <a:lnTo>
                        <a:pt x="612" y="109"/>
                      </a:lnTo>
                      <a:close/>
                      <a:moveTo>
                        <a:pt x="161" y="102"/>
                      </a:moveTo>
                      <a:lnTo>
                        <a:pt x="161" y="100"/>
                      </a:lnTo>
                      <a:lnTo>
                        <a:pt x="161" y="102"/>
                      </a:lnTo>
                      <a:close/>
                      <a:moveTo>
                        <a:pt x="159" y="91"/>
                      </a:moveTo>
                      <a:lnTo>
                        <a:pt x="157" y="91"/>
                      </a:lnTo>
                      <a:lnTo>
                        <a:pt x="159" y="91"/>
                      </a:lnTo>
                      <a:lnTo>
                        <a:pt x="159" y="89"/>
                      </a:lnTo>
                      <a:lnTo>
                        <a:pt x="159" y="91"/>
                      </a:lnTo>
                      <a:close/>
                      <a:moveTo>
                        <a:pt x="161" y="89"/>
                      </a:moveTo>
                      <a:lnTo>
                        <a:pt x="159" y="89"/>
                      </a:lnTo>
                      <a:lnTo>
                        <a:pt x="161" y="89"/>
                      </a:lnTo>
                      <a:close/>
                      <a:moveTo>
                        <a:pt x="685" y="84"/>
                      </a:moveTo>
                      <a:lnTo>
                        <a:pt x="683" y="84"/>
                      </a:lnTo>
                      <a:lnTo>
                        <a:pt x="685" y="84"/>
                      </a:lnTo>
                      <a:close/>
                      <a:moveTo>
                        <a:pt x="727" y="84"/>
                      </a:moveTo>
                      <a:lnTo>
                        <a:pt x="727" y="86"/>
                      </a:lnTo>
                      <a:lnTo>
                        <a:pt x="727" y="84"/>
                      </a:lnTo>
                      <a:lnTo>
                        <a:pt x="727" y="86"/>
                      </a:lnTo>
                      <a:lnTo>
                        <a:pt x="727" y="84"/>
                      </a:lnTo>
                      <a:lnTo>
                        <a:pt x="727" y="86"/>
                      </a:lnTo>
                      <a:lnTo>
                        <a:pt x="725" y="86"/>
                      </a:lnTo>
                      <a:lnTo>
                        <a:pt x="725" y="84"/>
                      </a:lnTo>
                      <a:lnTo>
                        <a:pt x="727" y="84"/>
                      </a:lnTo>
                      <a:close/>
                      <a:moveTo>
                        <a:pt x="716" y="86"/>
                      </a:moveTo>
                      <a:lnTo>
                        <a:pt x="714" y="84"/>
                      </a:lnTo>
                      <a:lnTo>
                        <a:pt x="716" y="84"/>
                      </a:lnTo>
                      <a:lnTo>
                        <a:pt x="714" y="84"/>
                      </a:lnTo>
                      <a:lnTo>
                        <a:pt x="716" y="84"/>
                      </a:lnTo>
                      <a:lnTo>
                        <a:pt x="716" y="86"/>
                      </a:lnTo>
                      <a:close/>
                      <a:moveTo>
                        <a:pt x="739" y="84"/>
                      </a:moveTo>
                      <a:lnTo>
                        <a:pt x="741" y="84"/>
                      </a:lnTo>
                      <a:lnTo>
                        <a:pt x="741" y="86"/>
                      </a:lnTo>
                      <a:lnTo>
                        <a:pt x="739" y="86"/>
                      </a:lnTo>
                      <a:lnTo>
                        <a:pt x="738" y="86"/>
                      </a:lnTo>
                      <a:lnTo>
                        <a:pt x="738" y="84"/>
                      </a:lnTo>
                      <a:lnTo>
                        <a:pt x="739" y="84"/>
                      </a:lnTo>
                      <a:close/>
                      <a:moveTo>
                        <a:pt x="148" y="84"/>
                      </a:moveTo>
                      <a:lnTo>
                        <a:pt x="150" y="84"/>
                      </a:lnTo>
                      <a:lnTo>
                        <a:pt x="148" y="84"/>
                      </a:lnTo>
                      <a:close/>
                      <a:moveTo>
                        <a:pt x="734" y="82"/>
                      </a:moveTo>
                      <a:lnTo>
                        <a:pt x="734" y="84"/>
                      </a:lnTo>
                      <a:lnTo>
                        <a:pt x="736" y="84"/>
                      </a:lnTo>
                      <a:lnTo>
                        <a:pt x="734" y="84"/>
                      </a:lnTo>
                      <a:lnTo>
                        <a:pt x="734" y="82"/>
                      </a:lnTo>
                      <a:close/>
                      <a:moveTo>
                        <a:pt x="728" y="82"/>
                      </a:moveTo>
                      <a:lnTo>
                        <a:pt x="730" y="84"/>
                      </a:lnTo>
                      <a:lnTo>
                        <a:pt x="728" y="84"/>
                      </a:lnTo>
                      <a:lnTo>
                        <a:pt x="728" y="86"/>
                      </a:lnTo>
                      <a:lnTo>
                        <a:pt x="728" y="84"/>
                      </a:lnTo>
                      <a:lnTo>
                        <a:pt x="727" y="84"/>
                      </a:lnTo>
                      <a:lnTo>
                        <a:pt x="727" y="82"/>
                      </a:lnTo>
                      <a:lnTo>
                        <a:pt x="728" y="82"/>
                      </a:lnTo>
                      <a:close/>
                      <a:moveTo>
                        <a:pt x="736" y="82"/>
                      </a:moveTo>
                      <a:lnTo>
                        <a:pt x="736" y="84"/>
                      </a:lnTo>
                      <a:lnTo>
                        <a:pt x="738" y="84"/>
                      </a:lnTo>
                      <a:lnTo>
                        <a:pt x="736" y="84"/>
                      </a:lnTo>
                      <a:lnTo>
                        <a:pt x="738" y="84"/>
                      </a:lnTo>
                      <a:lnTo>
                        <a:pt x="736" y="84"/>
                      </a:lnTo>
                      <a:lnTo>
                        <a:pt x="734" y="84"/>
                      </a:lnTo>
                      <a:lnTo>
                        <a:pt x="734" y="82"/>
                      </a:lnTo>
                      <a:lnTo>
                        <a:pt x="736" y="82"/>
                      </a:lnTo>
                      <a:close/>
                      <a:moveTo>
                        <a:pt x="163" y="82"/>
                      </a:moveTo>
                      <a:lnTo>
                        <a:pt x="161" y="82"/>
                      </a:lnTo>
                      <a:lnTo>
                        <a:pt x="163" y="82"/>
                      </a:lnTo>
                      <a:close/>
                      <a:moveTo>
                        <a:pt x="743" y="82"/>
                      </a:moveTo>
                      <a:lnTo>
                        <a:pt x="745" y="82"/>
                      </a:lnTo>
                      <a:lnTo>
                        <a:pt x="743" y="82"/>
                      </a:lnTo>
                      <a:lnTo>
                        <a:pt x="743" y="84"/>
                      </a:lnTo>
                      <a:lnTo>
                        <a:pt x="743" y="82"/>
                      </a:lnTo>
                      <a:lnTo>
                        <a:pt x="741" y="82"/>
                      </a:lnTo>
                      <a:lnTo>
                        <a:pt x="743" y="82"/>
                      </a:lnTo>
                      <a:lnTo>
                        <a:pt x="743" y="80"/>
                      </a:lnTo>
                      <a:lnTo>
                        <a:pt x="743" y="82"/>
                      </a:lnTo>
                      <a:close/>
                      <a:moveTo>
                        <a:pt x="730" y="82"/>
                      </a:moveTo>
                      <a:lnTo>
                        <a:pt x="730" y="80"/>
                      </a:lnTo>
                      <a:lnTo>
                        <a:pt x="732" y="80"/>
                      </a:lnTo>
                      <a:lnTo>
                        <a:pt x="732" y="82"/>
                      </a:lnTo>
                      <a:lnTo>
                        <a:pt x="730" y="82"/>
                      </a:lnTo>
                      <a:close/>
                      <a:moveTo>
                        <a:pt x="168" y="80"/>
                      </a:moveTo>
                      <a:lnTo>
                        <a:pt x="168" y="82"/>
                      </a:lnTo>
                      <a:lnTo>
                        <a:pt x="166" y="82"/>
                      </a:lnTo>
                      <a:lnTo>
                        <a:pt x="166" y="80"/>
                      </a:lnTo>
                      <a:lnTo>
                        <a:pt x="168" y="80"/>
                      </a:lnTo>
                      <a:close/>
                      <a:moveTo>
                        <a:pt x="730" y="82"/>
                      </a:moveTo>
                      <a:lnTo>
                        <a:pt x="728" y="82"/>
                      </a:lnTo>
                      <a:lnTo>
                        <a:pt x="728" y="80"/>
                      </a:lnTo>
                      <a:lnTo>
                        <a:pt x="730" y="82"/>
                      </a:lnTo>
                      <a:close/>
                      <a:moveTo>
                        <a:pt x="730" y="82"/>
                      </a:moveTo>
                      <a:lnTo>
                        <a:pt x="730" y="80"/>
                      </a:lnTo>
                      <a:lnTo>
                        <a:pt x="728" y="80"/>
                      </a:lnTo>
                      <a:lnTo>
                        <a:pt x="730" y="80"/>
                      </a:lnTo>
                      <a:lnTo>
                        <a:pt x="730" y="82"/>
                      </a:lnTo>
                      <a:close/>
                      <a:moveTo>
                        <a:pt x="743" y="80"/>
                      </a:moveTo>
                      <a:lnTo>
                        <a:pt x="743" y="82"/>
                      </a:lnTo>
                      <a:lnTo>
                        <a:pt x="745" y="82"/>
                      </a:lnTo>
                      <a:lnTo>
                        <a:pt x="745" y="84"/>
                      </a:lnTo>
                      <a:lnTo>
                        <a:pt x="745" y="82"/>
                      </a:lnTo>
                      <a:lnTo>
                        <a:pt x="743" y="82"/>
                      </a:lnTo>
                      <a:lnTo>
                        <a:pt x="743" y="80"/>
                      </a:lnTo>
                      <a:close/>
                      <a:moveTo>
                        <a:pt x="738" y="80"/>
                      </a:moveTo>
                      <a:lnTo>
                        <a:pt x="738" y="82"/>
                      </a:lnTo>
                      <a:lnTo>
                        <a:pt x="736" y="82"/>
                      </a:lnTo>
                      <a:lnTo>
                        <a:pt x="738" y="82"/>
                      </a:lnTo>
                      <a:lnTo>
                        <a:pt x="736" y="82"/>
                      </a:lnTo>
                      <a:lnTo>
                        <a:pt x="736" y="80"/>
                      </a:lnTo>
                      <a:lnTo>
                        <a:pt x="734" y="80"/>
                      </a:lnTo>
                      <a:lnTo>
                        <a:pt x="736" y="80"/>
                      </a:lnTo>
                      <a:lnTo>
                        <a:pt x="738" y="80"/>
                      </a:lnTo>
                      <a:close/>
                      <a:moveTo>
                        <a:pt x="719" y="80"/>
                      </a:moveTo>
                      <a:lnTo>
                        <a:pt x="721" y="80"/>
                      </a:lnTo>
                      <a:lnTo>
                        <a:pt x="721" y="82"/>
                      </a:lnTo>
                      <a:lnTo>
                        <a:pt x="719" y="82"/>
                      </a:lnTo>
                      <a:lnTo>
                        <a:pt x="719" y="84"/>
                      </a:lnTo>
                      <a:lnTo>
                        <a:pt x="719" y="82"/>
                      </a:lnTo>
                      <a:lnTo>
                        <a:pt x="719" y="80"/>
                      </a:lnTo>
                      <a:close/>
                      <a:moveTo>
                        <a:pt x="725" y="80"/>
                      </a:moveTo>
                      <a:lnTo>
                        <a:pt x="725" y="82"/>
                      </a:lnTo>
                      <a:lnTo>
                        <a:pt x="725" y="84"/>
                      </a:lnTo>
                      <a:lnTo>
                        <a:pt x="725" y="82"/>
                      </a:lnTo>
                      <a:lnTo>
                        <a:pt x="723" y="82"/>
                      </a:lnTo>
                      <a:lnTo>
                        <a:pt x="723" y="80"/>
                      </a:lnTo>
                      <a:lnTo>
                        <a:pt x="725" y="80"/>
                      </a:lnTo>
                      <a:close/>
                      <a:moveTo>
                        <a:pt x="734" y="82"/>
                      </a:moveTo>
                      <a:lnTo>
                        <a:pt x="734" y="80"/>
                      </a:lnTo>
                      <a:lnTo>
                        <a:pt x="732" y="80"/>
                      </a:lnTo>
                      <a:lnTo>
                        <a:pt x="734" y="80"/>
                      </a:lnTo>
                      <a:lnTo>
                        <a:pt x="736" y="82"/>
                      </a:lnTo>
                      <a:lnTo>
                        <a:pt x="734" y="82"/>
                      </a:lnTo>
                      <a:close/>
                      <a:moveTo>
                        <a:pt x="747" y="80"/>
                      </a:moveTo>
                      <a:lnTo>
                        <a:pt x="747" y="82"/>
                      </a:lnTo>
                      <a:lnTo>
                        <a:pt x="745" y="82"/>
                      </a:lnTo>
                      <a:lnTo>
                        <a:pt x="745" y="80"/>
                      </a:lnTo>
                      <a:lnTo>
                        <a:pt x="745" y="78"/>
                      </a:lnTo>
                      <a:lnTo>
                        <a:pt x="747" y="78"/>
                      </a:lnTo>
                      <a:lnTo>
                        <a:pt x="747" y="80"/>
                      </a:lnTo>
                      <a:close/>
                      <a:moveTo>
                        <a:pt x="716" y="80"/>
                      </a:moveTo>
                      <a:lnTo>
                        <a:pt x="716" y="82"/>
                      </a:lnTo>
                      <a:lnTo>
                        <a:pt x="717" y="82"/>
                      </a:lnTo>
                      <a:lnTo>
                        <a:pt x="716" y="82"/>
                      </a:lnTo>
                      <a:lnTo>
                        <a:pt x="716" y="84"/>
                      </a:lnTo>
                      <a:lnTo>
                        <a:pt x="716" y="82"/>
                      </a:lnTo>
                      <a:lnTo>
                        <a:pt x="716" y="80"/>
                      </a:lnTo>
                      <a:lnTo>
                        <a:pt x="716" y="78"/>
                      </a:lnTo>
                      <a:lnTo>
                        <a:pt x="716" y="80"/>
                      </a:lnTo>
                      <a:close/>
                      <a:moveTo>
                        <a:pt x="745" y="80"/>
                      </a:moveTo>
                      <a:lnTo>
                        <a:pt x="745" y="82"/>
                      </a:lnTo>
                      <a:lnTo>
                        <a:pt x="743" y="82"/>
                      </a:lnTo>
                      <a:lnTo>
                        <a:pt x="743" y="80"/>
                      </a:lnTo>
                      <a:lnTo>
                        <a:pt x="745" y="80"/>
                      </a:lnTo>
                      <a:lnTo>
                        <a:pt x="743" y="80"/>
                      </a:lnTo>
                      <a:lnTo>
                        <a:pt x="743" y="78"/>
                      </a:lnTo>
                      <a:lnTo>
                        <a:pt x="745" y="80"/>
                      </a:lnTo>
                      <a:close/>
                      <a:moveTo>
                        <a:pt x="175" y="78"/>
                      </a:moveTo>
                      <a:lnTo>
                        <a:pt x="175" y="80"/>
                      </a:lnTo>
                      <a:lnTo>
                        <a:pt x="174" y="78"/>
                      </a:lnTo>
                      <a:lnTo>
                        <a:pt x="174" y="80"/>
                      </a:lnTo>
                      <a:lnTo>
                        <a:pt x="174" y="78"/>
                      </a:lnTo>
                      <a:lnTo>
                        <a:pt x="175" y="78"/>
                      </a:lnTo>
                      <a:close/>
                      <a:moveTo>
                        <a:pt x="728" y="78"/>
                      </a:moveTo>
                      <a:lnTo>
                        <a:pt x="730" y="80"/>
                      </a:lnTo>
                      <a:lnTo>
                        <a:pt x="728" y="80"/>
                      </a:lnTo>
                      <a:lnTo>
                        <a:pt x="728" y="78"/>
                      </a:lnTo>
                      <a:lnTo>
                        <a:pt x="728" y="80"/>
                      </a:lnTo>
                      <a:lnTo>
                        <a:pt x="728" y="82"/>
                      </a:lnTo>
                      <a:lnTo>
                        <a:pt x="727" y="82"/>
                      </a:lnTo>
                      <a:lnTo>
                        <a:pt x="727" y="80"/>
                      </a:lnTo>
                      <a:lnTo>
                        <a:pt x="727" y="78"/>
                      </a:lnTo>
                      <a:lnTo>
                        <a:pt x="728" y="78"/>
                      </a:lnTo>
                      <a:close/>
                      <a:moveTo>
                        <a:pt x="741" y="80"/>
                      </a:moveTo>
                      <a:lnTo>
                        <a:pt x="741" y="82"/>
                      </a:lnTo>
                      <a:lnTo>
                        <a:pt x="739" y="82"/>
                      </a:lnTo>
                      <a:lnTo>
                        <a:pt x="739" y="80"/>
                      </a:lnTo>
                      <a:lnTo>
                        <a:pt x="739" y="78"/>
                      </a:lnTo>
                      <a:lnTo>
                        <a:pt x="741" y="78"/>
                      </a:lnTo>
                      <a:lnTo>
                        <a:pt x="741" y="80"/>
                      </a:lnTo>
                      <a:close/>
                      <a:moveTo>
                        <a:pt x="146" y="80"/>
                      </a:moveTo>
                      <a:lnTo>
                        <a:pt x="146" y="78"/>
                      </a:lnTo>
                      <a:lnTo>
                        <a:pt x="146" y="80"/>
                      </a:lnTo>
                      <a:close/>
                      <a:moveTo>
                        <a:pt x="723" y="78"/>
                      </a:moveTo>
                      <a:lnTo>
                        <a:pt x="723" y="80"/>
                      </a:lnTo>
                      <a:lnTo>
                        <a:pt x="723" y="82"/>
                      </a:lnTo>
                      <a:lnTo>
                        <a:pt x="723" y="84"/>
                      </a:lnTo>
                      <a:lnTo>
                        <a:pt x="723" y="82"/>
                      </a:lnTo>
                      <a:lnTo>
                        <a:pt x="721" y="82"/>
                      </a:lnTo>
                      <a:lnTo>
                        <a:pt x="723" y="82"/>
                      </a:lnTo>
                      <a:lnTo>
                        <a:pt x="723" y="80"/>
                      </a:lnTo>
                      <a:lnTo>
                        <a:pt x="721" y="80"/>
                      </a:lnTo>
                      <a:lnTo>
                        <a:pt x="723" y="80"/>
                      </a:lnTo>
                      <a:lnTo>
                        <a:pt x="723" y="78"/>
                      </a:lnTo>
                      <a:lnTo>
                        <a:pt x="721" y="78"/>
                      </a:lnTo>
                      <a:lnTo>
                        <a:pt x="723" y="78"/>
                      </a:lnTo>
                      <a:close/>
                      <a:moveTo>
                        <a:pt x="719" y="80"/>
                      </a:moveTo>
                      <a:lnTo>
                        <a:pt x="719" y="82"/>
                      </a:lnTo>
                      <a:lnTo>
                        <a:pt x="719" y="84"/>
                      </a:lnTo>
                      <a:lnTo>
                        <a:pt x="719" y="86"/>
                      </a:lnTo>
                      <a:lnTo>
                        <a:pt x="719" y="84"/>
                      </a:lnTo>
                      <a:lnTo>
                        <a:pt x="719" y="86"/>
                      </a:lnTo>
                      <a:lnTo>
                        <a:pt x="717" y="86"/>
                      </a:lnTo>
                      <a:lnTo>
                        <a:pt x="717" y="84"/>
                      </a:lnTo>
                      <a:lnTo>
                        <a:pt x="716" y="84"/>
                      </a:lnTo>
                      <a:lnTo>
                        <a:pt x="716" y="82"/>
                      </a:lnTo>
                      <a:lnTo>
                        <a:pt x="717" y="82"/>
                      </a:lnTo>
                      <a:lnTo>
                        <a:pt x="717" y="80"/>
                      </a:lnTo>
                      <a:lnTo>
                        <a:pt x="716" y="80"/>
                      </a:lnTo>
                      <a:lnTo>
                        <a:pt x="716" y="78"/>
                      </a:lnTo>
                      <a:lnTo>
                        <a:pt x="717" y="78"/>
                      </a:lnTo>
                      <a:lnTo>
                        <a:pt x="719" y="80"/>
                      </a:lnTo>
                      <a:close/>
                      <a:moveTo>
                        <a:pt x="743" y="78"/>
                      </a:moveTo>
                      <a:lnTo>
                        <a:pt x="743" y="80"/>
                      </a:lnTo>
                      <a:lnTo>
                        <a:pt x="741" y="80"/>
                      </a:lnTo>
                      <a:lnTo>
                        <a:pt x="741" y="78"/>
                      </a:lnTo>
                      <a:lnTo>
                        <a:pt x="743" y="78"/>
                      </a:lnTo>
                      <a:close/>
                      <a:moveTo>
                        <a:pt x="721" y="78"/>
                      </a:moveTo>
                      <a:lnTo>
                        <a:pt x="723" y="78"/>
                      </a:lnTo>
                      <a:lnTo>
                        <a:pt x="723" y="80"/>
                      </a:lnTo>
                      <a:lnTo>
                        <a:pt x="721" y="80"/>
                      </a:lnTo>
                      <a:lnTo>
                        <a:pt x="721" y="78"/>
                      </a:lnTo>
                      <a:close/>
                      <a:moveTo>
                        <a:pt x="745" y="78"/>
                      </a:moveTo>
                      <a:lnTo>
                        <a:pt x="747" y="78"/>
                      </a:lnTo>
                      <a:lnTo>
                        <a:pt x="745" y="78"/>
                      </a:lnTo>
                      <a:lnTo>
                        <a:pt x="745" y="80"/>
                      </a:lnTo>
                      <a:lnTo>
                        <a:pt x="745" y="78"/>
                      </a:lnTo>
                      <a:close/>
                      <a:moveTo>
                        <a:pt x="739" y="78"/>
                      </a:moveTo>
                      <a:lnTo>
                        <a:pt x="738" y="80"/>
                      </a:lnTo>
                      <a:lnTo>
                        <a:pt x="739" y="80"/>
                      </a:lnTo>
                      <a:lnTo>
                        <a:pt x="739" y="82"/>
                      </a:lnTo>
                      <a:lnTo>
                        <a:pt x="738" y="82"/>
                      </a:lnTo>
                      <a:lnTo>
                        <a:pt x="739" y="82"/>
                      </a:lnTo>
                      <a:lnTo>
                        <a:pt x="738" y="82"/>
                      </a:lnTo>
                      <a:lnTo>
                        <a:pt x="738" y="80"/>
                      </a:lnTo>
                      <a:lnTo>
                        <a:pt x="736" y="80"/>
                      </a:lnTo>
                      <a:lnTo>
                        <a:pt x="736" y="78"/>
                      </a:lnTo>
                      <a:lnTo>
                        <a:pt x="738" y="78"/>
                      </a:lnTo>
                      <a:lnTo>
                        <a:pt x="736" y="78"/>
                      </a:lnTo>
                      <a:lnTo>
                        <a:pt x="738" y="78"/>
                      </a:lnTo>
                      <a:lnTo>
                        <a:pt x="739" y="78"/>
                      </a:lnTo>
                      <a:close/>
                      <a:moveTo>
                        <a:pt x="723" y="78"/>
                      </a:moveTo>
                      <a:lnTo>
                        <a:pt x="721" y="78"/>
                      </a:lnTo>
                      <a:lnTo>
                        <a:pt x="723" y="78"/>
                      </a:lnTo>
                      <a:close/>
                      <a:moveTo>
                        <a:pt x="716" y="78"/>
                      </a:moveTo>
                      <a:lnTo>
                        <a:pt x="716" y="76"/>
                      </a:lnTo>
                      <a:lnTo>
                        <a:pt x="716" y="78"/>
                      </a:lnTo>
                      <a:close/>
                      <a:moveTo>
                        <a:pt x="730" y="78"/>
                      </a:moveTo>
                      <a:lnTo>
                        <a:pt x="728" y="78"/>
                      </a:lnTo>
                      <a:lnTo>
                        <a:pt x="728" y="76"/>
                      </a:lnTo>
                      <a:lnTo>
                        <a:pt x="728" y="78"/>
                      </a:lnTo>
                      <a:lnTo>
                        <a:pt x="730" y="78"/>
                      </a:lnTo>
                      <a:close/>
                      <a:moveTo>
                        <a:pt x="719" y="80"/>
                      </a:moveTo>
                      <a:lnTo>
                        <a:pt x="719" y="78"/>
                      </a:lnTo>
                      <a:lnTo>
                        <a:pt x="717" y="78"/>
                      </a:lnTo>
                      <a:lnTo>
                        <a:pt x="719" y="78"/>
                      </a:lnTo>
                      <a:lnTo>
                        <a:pt x="719" y="76"/>
                      </a:lnTo>
                      <a:lnTo>
                        <a:pt x="719" y="78"/>
                      </a:lnTo>
                      <a:lnTo>
                        <a:pt x="719" y="80"/>
                      </a:lnTo>
                      <a:close/>
                      <a:moveTo>
                        <a:pt x="745" y="78"/>
                      </a:moveTo>
                      <a:lnTo>
                        <a:pt x="745" y="80"/>
                      </a:lnTo>
                      <a:lnTo>
                        <a:pt x="745" y="78"/>
                      </a:lnTo>
                      <a:lnTo>
                        <a:pt x="743" y="78"/>
                      </a:lnTo>
                      <a:lnTo>
                        <a:pt x="743" y="76"/>
                      </a:lnTo>
                      <a:lnTo>
                        <a:pt x="745" y="76"/>
                      </a:lnTo>
                      <a:lnTo>
                        <a:pt x="745" y="78"/>
                      </a:lnTo>
                      <a:close/>
                      <a:moveTo>
                        <a:pt x="730" y="80"/>
                      </a:moveTo>
                      <a:lnTo>
                        <a:pt x="730" y="78"/>
                      </a:lnTo>
                      <a:lnTo>
                        <a:pt x="730" y="76"/>
                      </a:lnTo>
                      <a:lnTo>
                        <a:pt x="730" y="78"/>
                      </a:lnTo>
                      <a:lnTo>
                        <a:pt x="730" y="80"/>
                      </a:lnTo>
                      <a:close/>
                      <a:moveTo>
                        <a:pt x="719" y="76"/>
                      </a:moveTo>
                      <a:lnTo>
                        <a:pt x="717" y="76"/>
                      </a:lnTo>
                      <a:lnTo>
                        <a:pt x="719" y="76"/>
                      </a:lnTo>
                      <a:close/>
                      <a:moveTo>
                        <a:pt x="725" y="76"/>
                      </a:moveTo>
                      <a:lnTo>
                        <a:pt x="725" y="78"/>
                      </a:lnTo>
                      <a:lnTo>
                        <a:pt x="725" y="80"/>
                      </a:lnTo>
                      <a:lnTo>
                        <a:pt x="723" y="80"/>
                      </a:lnTo>
                      <a:lnTo>
                        <a:pt x="723" y="78"/>
                      </a:lnTo>
                      <a:lnTo>
                        <a:pt x="723" y="76"/>
                      </a:lnTo>
                      <a:lnTo>
                        <a:pt x="725" y="76"/>
                      </a:lnTo>
                      <a:close/>
                      <a:moveTo>
                        <a:pt x="177" y="78"/>
                      </a:moveTo>
                      <a:lnTo>
                        <a:pt x="177" y="76"/>
                      </a:lnTo>
                      <a:lnTo>
                        <a:pt x="177" y="78"/>
                      </a:lnTo>
                      <a:close/>
                      <a:moveTo>
                        <a:pt x="734" y="76"/>
                      </a:moveTo>
                      <a:lnTo>
                        <a:pt x="736" y="76"/>
                      </a:lnTo>
                      <a:lnTo>
                        <a:pt x="736" y="78"/>
                      </a:lnTo>
                      <a:lnTo>
                        <a:pt x="736" y="80"/>
                      </a:lnTo>
                      <a:lnTo>
                        <a:pt x="736" y="78"/>
                      </a:lnTo>
                      <a:lnTo>
                        <a:pt x="734" y="78"/>
                      </a:lnTo>
                      <a:lnTo>
                        <a:pt x="736" y="80"/>
                      </a:lnTo>
                      <a:lnTo>
                        <a:pt x="734" y="80"/>
                      </a:lnTo>
                      <a:lnTo>
                        <a:pt x="736" y="80"/>
                      </a:lnTo>
                      <a:lnTo>
                        <a:pt x="736" y="82"/>
                      </a:lnTo>
                      <a:lnTo>
                        <a:pt x="734" y="80"/>
                      </a:lnTo>
                      <a:lnTo>
                        <a:pt x="734" y="78"/>
                      </a:lnTo>
                      <a:lnTo>
                        <a:pt x="734" y="76"/>
                      </a:lnTo>
                      <a:close/>
                      <a:moveTo>
                        <a:pt x="728" y="76"/>
                      </a:moveTo>
                      <a:lnTo>
                        <a:pt x="728" y="78"/>
                      </a:lnTo>
                      <a:lnTo>
                        <a:pt x="727" y="78"/>
                      </a:lnTo>
                      <a:lnTo>
                        <a:pt x="727" y="76"/>
                      </a:lnTo>
                      <a:lnTo>
                        <a:pt x="728" y="76"/>
                      </a:lnTo>
                      <a:lnTo>
                        <a:pt x="727" y="76"/>
                      </a:lnTo>
                      <a:lnTo>
                        <a:pt x="727" y="78"/>
                      </a:lnTo>
                      <a:lnTo>
                        <a:pt x="727" y="76"/>
                      </a:lnTo>
                      <a:lnTo>
                        <a:pt x="728" y="76"/>
                      </a:lnTo>
                      <a:close/>
                      <a:moveTo>
                        <a:pt x="723" y="76"/>
                      </a:moveTo>
                      <a:lnTo>
                        <a:pt x="725" y="76"/>
                      </a:lnTo>
                      <a:lnTo>
                        <a:pt x="723" y="76"/>
                      </a:lnTo>
                      <a:lnTo>
                        <a:pt x="723" y="78"/>
                      </a:lnTo>
                      <a:lnTo>
                        <a:pt x="723" y="76"/>
                      </a:lnTo>
                      <a:close/>
                      <a:moveTo>
                        <a:pt x="745" y="76"/>
                      </a:moveTo>
                      <a:lnTo>
                        <a:pt x="745" y="78"/>
                      </a:lnTo>
                      <a:lnTo>
                        <a:pt x="745" y="76"/>
                      </a:lnTo>
                      <a:lnTo>
                        <a:pt x="743" y="76"/>
                      </a:lnTo>
                      <a:lnTo>
                        <a:pt x="745" y="76"/>
                      </a:lnTo>
                      <a:close/>
                      <a:moveTo>
                        <a:pt x="736" y="76"/>
                      </a:moveTo>
                      <a:lnTo>
                        <a:pt x="734" y="76"/>
                      </a:lnTo>
                      <a:lnTo>
                        <a:pt x="736" y="76"/>
                      </a:lnTo>
                      <a:close/>
                      <a:moveTo>
                        <a:pt x="738" y="78"/>
                      </a:moveTo>
                      <a:lnTo>
                        <a:pt x="736" y="78"/>
                      </a:lnTo>
                      <a:lnTo>
                        <a:pt x="738" y="76"/>
                      </a:lnTo>
                      <a:lnTo>
                        <a:pt x="738" y="75"/>
                      </a:lnTo>
                      <a:lnTo>
                        <a:pt x="738" y="76"/>
                      </a:lnTo>
                      <a:lnTo>
                        <a:pt x="738" y="78"/>
                      </a:lnTo>
                      <a:close/>
                      <a:moveTo>
                        <a:pt x="736" y="78"/>
                      </a:moveTo>
                      <a:lnTo>
                        <a:pt x="736" y="76"/>
                      </a:lnTo>
                      <a:lnTo>
                        <a:pt x="736" y="75"/>
                      </a:lnTo>
                      <a:lnTo>
                        <a:pt x="736" y="76"/>
                      </a:lnTo>
                      <a:lnTo>
                        <a:pt x="738" y="76"/>
                      </a:lnTo>
                      <a:lnTo>
                        <a:pt x="736" y="76"/>
                      </a:lnTo>
                      <a:lnTo>
                        <a:pt x="738" y="76"/>
                      </a:lnTo>
                      <a:lnTo>
                        <a:pt x="736" y="76"/>
                      </a:lnTo>
                      <a:lnTo>
                        <a:pt x="736" y="78"/>
                      </a:lnTo>
                      <a:close/>
                      <a:moveTo>
                        <a:pt x="741" y="75"/>
                      </a:moveTo>
                      <a:lnTo>
                        <a:pt x="741" y="76"/>
                      </a:lnTo>
                      <a:lnTo>
                        <a:pt x="741" y="78"/>
                      </a:lnTo>
                      <a:lnTo>
                        <a:pt x="741" y="76"/>
                      </a:lnTo>
                      <a:lnTo>
                        <a:pt x="739" y="76"/>
                      </a:lnTo>
                      <a:lnTo>
                        <a:pt x="741" y="76"/>
                      </a:lnTo>
                      <a:lnTo>
                        <a:pt x="741" y="75"/>
                      </a:lnTo>
                      <a:close/>
                      <a:moveTo>
                        <a:pt x="727" y="76"/>
                      </a:moveTo>
                      <a:lnTo>
                        <a:pt x="725" y="76"/>
                      </a:lnTo>
                      <a:lnTo>
                        <a:pt x="725" y="75"/>
                      </a:lnTo>
                      <a:lnTo>
                        <a:pt x="727" y="75"/>
                      </a:lnTo>
                      <a:lnTo>
                        <a:pt x="727" y="76"/>
                      </a:lnTo>
                      <a:close/>
                      <a:moveTo>
                        <a:pt x="157" y="75"/>
                      </a:moveTo>
                      <a:lnTo>
                        <a:pt x="155" y="75"/>
                      </a:lnTo>
                      <a:lnTo>
                        <a:pt x="157" y="75"/>
                      </a:lnTo>
                      <a:close/>
                      <a:moveTo>
                        <a:pt x="743" y="75"/>
                      </a:moveTo>
                      <a:lnTo>
                        <a:pt x="743" y="76"/>
                      </a:lnTo>
                      <a:lnTo>
                        <a:pt x="741" y="76"/>
                      </a:lnTo>
                      <a:lnTo>
                        <a:pt x="743" y="76"/>
                      </a:lnTo>
                      <a:lnTo>
                        <a:pt x="743" y="78"/>
                      </a:lnTo>
                      <a:lnTo>
                        <a:pt x="741" y="78"/>
                      </a:lnTo>
                      <a:lnTo>
                        <a:pt x="741" y="76"/>
                      </a:lnTo>
                      <a:lnTo>
                        <a:pt x="741" y="75"/>
                      </a:lnTo>
                      <a:lnTo>
                        <a:pt x="743" y="75"/>
                      </a:lnTo>
                      <a:close/>
                      <a:moveTo>
                        <a:pt x="730" y="76"/>
                      </a:moveTo>
                      <a:lnTo>
                        <a:pt x="728" y="76"/>
                      </a:lnTo>
                      <a:lnTo>
                        <a:pt x="728" y="75"/>
                      </a:lnTo>
                      <a:lnTo>
                        <a:pt x="730" y="75"/>
                      </a:lnTo>
                      <a:lnTo>
                        <a:pt x="730" y="76"/>
                      </a:lnTo>
                      <a:close/>
                      <a:moveTo>
                        <a:pt x="721" y="76"/>
                      </a:moveTo>
                      <a:lnTo>
                        <a:pt x="721" y="78"/>
                      </a:lnTo>
                      <a:lnTo>
                        <a:pt x="721" y="80"/>
                      </a:lnTo>
                      <a:lnTo>
                        <a:pt x="719" y="80"/>
                      </a:lnTo>
                      <a:lnTo>
                        <a:pt x="719" y="78"/>
                      </a:lnTo>
                      <a:lnTo>
                        <a:pt x="719" y="76"/>
                      </a:lnTo>
                      <a:lnTo>
                        <a:pt x="717" y="76"/>
                      </a:lnTo>
                      <a:lnTo>
                        <a:pt x="719" y="75"/>
                      </a:lnTo>
                      <a:lnTo>
                        <a:pt x="721" y="75"/>
                      </a:lnTo>
                      <a:lnTo>
                        <a:pt x="721" y="76"/>
                      </a:lnTo>
                      <a:close/>
                      <a:moveTo>
                        <a:pt x="739" y="75"/>
                      </a:moveTo>
                      <a:lnTo>
                        <a:pt x="739" y="76"/>
                      </a:lnTo>
                      <a:lnTo>
                        <a:pt x="741" y="76"/>
                      </a:lnTo>
                      <a:lnTo>
                        <a:pt x="739" y="78"/>
                      </a:lnTo>
                      <a:lnTo>
                        <a:pt x="741" y="78"/>
                      </a:lnTo>
                      <a:lnTo>
                        <a:pt x="739" y="78"/>
                      </a:lnTo>
                      <a:lnTo>
                        <a:pt x="739" y="76"/>
                      </a:lnTo>
                      <a:lnTo>
                        <a:pt x="738" y="76"/>
                      </a:lnTo>
                      <a:lnTo>
                        <a:pt x="739" y="76"/>
                      </a:lnTo>
                      <a:lnTo>
                        <a:pt x="738" y="75"/>
                      </a:lnTo>
                      <a:lnTo>
                        <a:pt x="739" y="75"/>
                      </a:lnTo>
                      <a:close/>
                      <a:moveTo>
                        <a:pt x="714" y="80"/>
                      </a:moveTo>
                      <a:lnTo>
                        <a:pt x="714" y="82"/>
                      </a:lnTo>
                      <a:lnTo>
                        <a:pt x="712" y="82"/>
                      </a:lnTo>
                      <a:lnTo>
                        <a:pt x="710" y="82"/>
                      </a:lnTo>
                      <a:lnTo>
                        <a:pt x="710" y="80"/>
                      </a:lnTo>
                      <a:lnTo>
                        <a:pt x="710" y="78"/>
                      </a:lnTo>
                      <a:lnTo>
                        <a:pt x="710" y="76"/>
                      </a:lnTo>
                      <a:lnTo>
                        <a:pt x="712" y="76"/>
                      </a:lnTo>
                      <a:lnTo>
                        <a:pt x="712" y="75"/>
                      </a:lnTo>
                      <a:lnTo>
                        <a:pt x="714" y="73"/>
                      </a:lnTo>
                      <a:lnTo>
                        <a:pt x="714" y="75"/>
                      </a:lnTo>
                      <a:lnTo>
                        <a:pt x="714" y="76"/>
                      </a:lnTo>
                      <a:lnTo>
                        <a:pt x="714" y="78"/>
                      </a:lnTo>
                      <a:lnTo>
                        <a:pt x="714" y="80"/>
                      </a:lnTo>
                      <a:close/>
                      <a:moveTo>
                        <a:pt x="736" y="75"/>
                      </a:moveTo>
                      <a:lnTo>
                        <a:pt x="738" y="75"/>
                      </a:lnTo>
                      <a:lnTo>
                        <a:pt x="738" y="73"/>
                      </a:lnTo>
                      <a:lnTo>
                        <a:pt x="738" y="75"/>
                      </a:lnTo>
                      <a:lnTo>
                        <a:pt x="738" y="73"/>
                      </a:lnTo>
                      <a:lnTo>
                        <a:pt x="738" y="75"/>
                      </a:lnTo>
                      <a:lnTo>
                        <a:pt x="738" y="76"/>
                      </a:lnTo>
                      <a:lnTo>
                        <a:pt x="736" y="76"/>
                      </a:lnTo>
                      <a:lnTo>
                        <a:pt x="738" y="76"/>
                      </a:lnTo>
                      <a:lnTo>
                        <a:pt x="736" y="76"/>
                      </a:lnTo>
                      <a:lnTo>
                        <a:pt x="736" y="75"/>
                      </a:lnTo>
                      <a:lnTo>
                        <a:pt x="736" y="73"/>
                      </a:lnTo>
                      <a:lnTo>
                        <a:pt x="738" y="73"/>
                      </a:lnTo>
                      <a:lnTo>
                        <a:pt x="736" y="75"/>
                      </a:lnTo>
                      <a:close/>
                      <a:moveTo>
                        <a:pt x="745" y="73"/>
                      </a:moveTo>
                      <a:lnTo>
                        <a:pt x="745" y="75"/>
                      </a:lnTo>
                      <a:lnTo>
                        <a:pt x="745" y="73"/>
                      </a:lnTo>
                      <a:lnTo>
                        <a:pt x="743" y="75"/>
                      </a:lnTo>
                      <a:lnTo>
                        <a:pt x="745" y="75"/>
                      </a:lnTo>
                      <a:lnTo>
                        <a:pt x="745" y="76"/>
                      </a:lnTo>
                      <a:lnTo>
                        <a:pt x="745" y="75"/>
                      </a:lnTo>
                      <a:lnTo>
                        <a:pt x="745" y="76"/>
                      </a:lnTo>
                      <a:lnTo>
                        <a:pt x="743" y="76"/>
                      </a:lnTo>
                      <a:lnTo>
                        <a:pt x="741" y="76"/>
                      </a:lnTo>
                      <a:lnTo>
                        <a:pt x="743" y="76"/>
                      </a:lnTo>
                      <a:lnTo>
                        <a:pt x="743" y="75"/>
                      </a:lnTo>
                      <a:lnTo>
                        <a:pt x="743" y="73"/>
                      </a:lnTo>
                      <a:lnTo>
                        <a:pt x="745" y="73"/>
                      </a:lnTo>
                      <a:close/>
                      <a:moveTo>
                        <a:pt x="730" y="75"/>
                      </a:moveTo>
                      <a:lnTo>
                        <a:pt x="732" y="73"/>
                      </a:lnTo>
                      <a:lnTo>
                        <a:pt x="732" y="75"/>
                      </a:lnTo>
                      <a:lnTo>
                        <a:pt x="732" y="76"/>
                      </a:lnTo>
                      <a:lnTo>
                        <a:pt x="730" y="76"/>
                      </a:lnTo>
                      <a:lnTo>
                        <a:pt x="730" y="75"/>
                      </a:lnTo>
                      <a:lnTo>
                        <a:pt x="730" y="73"/>
                      </a:lnTo>
                      <a:lnTo>
                        <a:pt x="730" y="75"/>
                      </a:lnTo>
                      <a:close/>
                      <a:moveTo>
                        <a:pt x="738" y="73"/>
                      </a:moveTo>
                      <a:lnTo>
                        <a:pt x="739" y="73"/>
                      </a:lnTo>
                      <a:lnTo>
                        <a:pt x="738" y="73"/>
                      </a:lnTo>
                      <a:lnTo>
                        <a:pt x="738" y="75"/>
                      </a:lnTo>
                      <a:lnTo>
                        <a:pt x="738" y="73"/>
                      </a:lnTo>
                      <a:lnTo>
                        <a:pt x="738" y="75"/>
                      </a:lnTo>
                      <a:lnTo>
                        <a:pt x="738" y="73"/>
                      </a:lnTo>
                      <a:close/>
                      <a:moveTo>
                        <a:pt x="728" y="73"/>
                      </a:moveTo>
                      <a:lnTo>
                        <a:pt x="728" y="75"/>
                      </a:lnTo>
                      <a:lnTo>
                        <a:pt x="728" y="76"/>
                      </a:lnTo>
                      <a:lnTo>
                        <a:pt x="728" y="75"/>
                      </a:lnTo>
                      <a:lnTo>
                        <a:pt x="727" y="75"/>
                      </a:lnTo>
                      <a:lnTo>
                        <a:pt x="728" y="75"/>
                      </a:lnTo>
                      <a:lnTo>
                        <a:pt x="728" y="73"/>
                      </a:lnTo>
                      <a:close/>
                      <a:moveTo>
                        <a:pt x="725" y="73"/>
                      </a:moveTo>
                      <a:lnTo>
                        <a:pt x="727" y="73"/>
                      </a:lnTo>
                      <a:lnTo>
                        <a:pt x="727" y="75"/>
                      </a:lnTo>
                      <a:lnTo>
                        <a:pt x="725" y="75"/>
                      </a:lnTo>
                      <a:lnTo>
                        <a:pt x="725" y="76"/>
                      </a:lnTo>
                      <a:lnTo>
                        <a:pt x="723" y="76"/>
                      </a:lnTo>
                      <a:lnTo>
                        <a:pt x="723" y="75"/>
                      </a:lnTo>
                      <a:lnTo>
                        <a:pt x="723" y="73"/>
                      </a:lnTo>
                      <a:lnTo>
                        <a:pt x="725" y="73"/>
                      </a:lnTo>
                      <a:close/>
                      <a:moveTo>
                        <a:pt x="734" y="73"/>
                      </a:moveTo>
                      <a:lnTo>
                        <a:pt x="736" y="73"/>
                      </a:lnTo>
                      <a:lnTo>
                        <a:pt x="736" y="75"/>
                      </a:lnTo>
                      <a:lnTo>
                        <a:pt x="736" y="76"/>
                      </a:lnTo>
                      <a:lnTo>
                        <a:pt x="734" y="76"/>
                      </a:lnTo>
                      <a:lnTo>
                        <a:pt x="734" y="75"/>
                      </a:lnTo>
                      <a:lnTo>
                        <a:pt x="734" y="73"/>
                      </a:lnTo>
                      <a:close/>
                      <a:moveTo>
                        <a:pt x="727" y="73"/>
                      </a:moveTo>
                      <a:lnTo>
                        <a:pt x="725" y="73"/>
                      </a:lnTo>
                      <a:lnTo>
                        <a:pt x="727" y="73"/>
                      </a:lnTo>
                      <a:close/>
                      <a:moveTo>
                        <a:pt x="732" y="73"/>
                      </a:moveTo>
                      <a:lnTo>
                        <a:pt x="730" y="75"/>
                      </a:lnTo>
                      <a:lnTo>
                        <a:pt x="730" y="73"/>
                      </a:lnTo>
                      <a:lnTo>
                        <a:pt x="732" y="73"/>
                      </a:lnTo>
                      <a:close/>
                      <a:moveTo>
                        <a:pt x="714" y="73"/>
                      </a:moveTo>
                      <a:lnTo>
                        <a:pt x="712" y="73"/>
                      </a:lnTo>
                      <a:lnTo>
                        <a:pt x="712" y="71"/>
                      </a:lnTo>
                      <a:lnTo>
                        <a:pt x="714" y="71"/>
                      </a:lnTo>
                      <a:lnTo>
                        <a:pt x="714" y="73"/>
                      </a:lnTo>
                      <a:close/>
                      <a:moveTo>
                        <a:pt x="739" y="73"/>
                      </a:moveTo>
                      <a:lnTo>
                        <a:pt x="741" y="73"/>
                      </a:lnTo>
                      <a:lnTo>
                        <a:pt x="741" y="71"/>
                      </a:lnTo>
                      <a:lnTo>
                        <a:pt x="741" y="73"/>
                      </a:lnTo>
                      <a:lnTo>
                        <a:pt x="743" y="73"/>
                      </a:lnTo>
                      <a:lnTo>
                        <a:pt x="743" y="75"/>
                      </a:lnTo>
                      <a:lnTo>
                        <a:pt x="743" y="73"/>
                      </a:lnTo>
                      <a:lnTo>
                        <a:pt x="743" y="75"/>
                      </a:lnTo>
                      <a:lnTo>
                        <a:pt x="741" y="75"/>
                      </a:lnTo>
                      <a:lnTo>
                        <a:pt x="741" y="73"/>
                      </a:lnTo>
                      <a:lnTo>
                        <a:pt x="741" y="75"/>
                      </a:lnTo>
                      <a:lnTo>
                        <a:pt x="739" y="76"/>
                      </a:lnTo>
                      <a:lnTo>
                        <a:pt x="739" y="75"/>
                      </a:lnTo>
                      <a:lnTo>
                        <a:pt x="739" y="73"/>
                      </a:lnTo>
                      <a:lnTo>
                        <a:pt x="738" y="73"/>
                      </a:lnTo>
                      <a:lnTo>
                        <a:pt x="738" y="71"/>
                      </a:lnTo>
                      <a:lnTo>
                        <a:pt x="738" y="73"/>
                      </a:lnTo>
                      <a:lnTo>
                        <a:pt x="739" y="73"/>
                      </a:lnTo>
                      <a:close/>
                      <a:moveTo>
                        <a:pt x="734" y="73"/>
                      </a:moveTo>
                      <a:lnTo>
                        <a:pt x="736" y="73"/>
                      </a:lnTo>
                      <a:lnTo>
                        <a:pt x="736" y="71"/>
                      </a:lnTo>
                      <a:lnTo>
                        <a:pt x="736" y="73"/>
                      </a:lnTo>
                      <a:lnTo>
                        <a:pt x="738" y="73"/>
                      </a:lnTo>
                      <a:lnTo>
                        <a:pt x="738" y="75"/>
                      </a:lnTo>
                      <a:lnTo>
                        <a:pt x="736" y="75"/>
                      </a:lnTo>
                      <a:lnTo>
                        <a:pt x="738" y="73"/>
                      </a:lnTo>
                      <a:lnTo>
                        <a:pt x="736" y="73"/>
                      </a:lnTo>
                      <a:lnTo>
                        <a:pt x="736" y="75"/>
                      </a:lnTo>
                      <a:lnTo>
                        <a:pt x="736" y="73"/>
                      </a:lnTo>
                      <a:lnTo>
                        <a:pt x="734" y="73"/>
                      </a:lnTo>
                      <a:lnTo>
                        <a:pt x="734" y="71"/>
                      </a:lnTo>
                      <a:lnTo>
                        <a:pt x="734" y="73"/>
                      </a:lnTo>
                      <a:close/>
                      <a:moveTo>
                        <a:pt x="714" y="73"/>
                      </a:moveTo>
                      <a:lnTo>
                        <a:pt x="714" y="71"/>
                      </a:lnTo>
                      <a:lnTo>
                        <a:pt x="714" y="73"/>
                      </a:lnTo>
                      <a:close/>
                      <a:moveTo>
                        <a:pt x="148" y="71"/>
                      </a:moveTo>
                      <a:lnTo>
                        <a:pt x="150" y="71"/>
                      </a:lnTo>
                      <a:lnTo>
                        <a:pt x="148" y="71"/>
                      </a:lnTo>
                      <a:lnTo>
                        <a:pt x="150" y="71"/>
                      </a:lnTo>
                      <a:lnTo>
                        <a:pt x="148" y="71"/>
                      </a:lnTo>
                      <a:close/>
                      <a:moveTo>
                        <a:pt x="736" y="71"/>
                      </a:moveTo>
                      <a:lnTo>
                        <a:pt x="738" y="71"/>
                      </a:lnTo>
                      <a:lnTo>
                        <a:pt x="738" y="73"/>
                      </a:lnTo>
                      <a:lnTo>
                        <a:pt x="736" y="73"/>
                      </a:lnTo>
                      <a:lnTo>
                        <a:pt x="736" y="71"/>
                      </a:lnTo>
                      <a:lnTo>
                        <a:pt x="734" y="71"/>
                      </a:lnTo>
                      <a:lnTo>
                        <a:pt x="734" y="69"/>
                      </a:lnTo>
                      <a:lnTo>
                        <a:pt x="736" y="69"/>
                      </a:lnTo>
                      <a:lnTo>
                        <a:pt x="736" y="71"/>
                      </a:lnTo>
                      <a:close/>
                      <a:moveTo>
                        <a:pt x="732" y="69"/>
                      </a:moveTo>
                      <a:lnTo>
                        <a:pt x="734" y="69"/>
                      </a:lnTo>
                      <a:lnTo>
                        <a:pt x="734" y="71"/>
                      </a:lnTo>
                      <a:lnTo>
                        <a:pt x="732" y="71"/>
                      </a:lnTo>
                      <a:lnTo>
                        <a:pt x="732" y="69"/>
                      </a:lnTo>
                      <a:lnTo>
                        <a:pt x="734" y="69"/>
                      </a:lnTo>
                      <a:lnTo>
                        <a:pt x="732" y="69"/>
                      </a:lnTo>
                      <a:lnTo>
                        <a:pt x="734" y="69"/>
                      </a:lnTo>
                      <a:lnTo>
                        <a:pt x="732" y="69"/>
                      </a:lnTo>
                      <a:lnTo>
                        <a:pt x="732" y="71"/>
                      </a:lnTo>
                      <a:lnTo>
                        <a:pt x="734" y="71"/>
                      </a:lnTo>
                      <a:lnTo>
                        <a:pt x="732" y="71"/>
                      </a:lnTo>
                      <a:lnTo>
                        <a:pt x="734" y="71"/>
                      </a:lnTo>
                      <a:lnTo>
                        <a:pt x="732" y="71"/>
                      </a:lnTo>
                      <a:lnTo>
                        <a:pt x="730" y="71"/>
                      </a:lnTo>
                      <a:lnTo>
                        <a:pt x="730" y="69"/>
                      </a:lnTo>
                      <a:lnTo>
                        <a:pt x="732" y="69"/>
                      </a:lnTo>
                      <a:close/>
                      <a:moveTo>
                        <a:pt x="712" y="71"/>
                      </a:moveTo>
                      <a:lnTo>
                        <a:pt x="710" y="71"/>
                      </a:lnTo>
                      <a:lnTo>
                        <a:pt x="710" y="73"/>
                      </a:lnTo>
                      <a:lnTo>
                        <a:pt x="710" y="71"/>
                      </a:lnTo>
                      <a:lnTo>
                        <a:pt x="710" y="69"/>
                      </a:lnTo>
                      <a:lnTo>
                        <a:pt x="712" y="69"/>
                      </a:lnTo>
                      <a:lnTo>
                        <a:pt x="714" y="67"/>
                      </a:lnTo>
                      <a:lnTo>
                        <a:pt x="714" y="69"/>
                      </a:lnTo>
                      <a:lnTo>
                        <a:pt x="712" y="69"/>
                      </a:lnTo>
                      <a:lnTo>
                        <a:pt x="712" y="71"/>
                      </a:lnTo>
                      <a:close/>
                      <a:moveTo>
                        <a:pt x="738" y="69"/>
                      </a:moveTo>
                      <a:lnTo>
                        <a:pt x="739" y="69"/>
                      </a:lnTo>
                      <a:lnTo>
                        <a:pt x="739" y="67"/>
                      </a:lnTo>
                      <a:lnTo>
                        <a:pt x="739" y="69"/>
                      </a:lnTo>
                      <a:lnTo>
                        <a:pt x="741" y="69"/>
                      </a:lnTo>
                      <a:lnTo>
                        <a:pt x="741" y="71"/>
                      </a:lnTo>
                      <a:lnTo>
                        <a:pt x="739" y="73"/>
                      </a:lnTo>
                      <a:lnTo>
                        <a:pt x="739" y="71"/>
                      </a:lnTo>
                      <a:lnTo>
                        <a:pt x="739" y="73"/>
                      </a:lnTo>
                      <a:lnTo>
                        <a:pt x="739" y="71"/>
                      </a:lnTo>
                      <a:lnTo>
                        <a:pt x="738" y="71"/>
                      </a:lnTo>
                      <a:lnTo>
                        <a:pt x="736" y="71"/>
                      </a:lnTo>
                      <a:lnTo>
                        <a:pt x="736" y="69"/>
                      </a:lnTo>
                      <a:lnTo>
                        <a:pt x="736" y="71"/>
                      </a:lnTo>
                      <a:lnTo>
                        <a:pt x="738" y="71"/>
                      </a:lnTo>
                      <a:lnTo>
                        <a:pt x="736" y="71"/>
                      </a:lnTo>
                      <a:lnTo>
                        <a:pt x="736" y="69"/>
                      </a:lnTo>
                      <a:lnTo>
                        <a:pt x="738" y="67"/>
                      </a:lnTo>
                      <a:lnTo>
                        <a:pt x="738" y="69"/>
                      </a:lnTo>
                      <a:close/>
                      <a:moveTo>
                        <a:pt x="736" y="69"/>
                      </a:moveTo>
                      <a:lnTo>
                        <a:pt x="736" y="67"/>
                      </a:lnTo>
                      <a:lnTo>
                        <a:pt x="738" y="67"/>
                      </a:lnTo>
                      <a:lnTo>
                        <a:pt x="736" y="69"/>
                      </a:lnTo>
                      <a:close/>
                      <a:moveTo>
                        <a:pt x="741" y="69"/>
                      </a:moveTo>
                      <a:lnTo>
                        <a:pt x="739" y="69"/>
                      </a:lnTo>
                      <a:lnTo>
                        <a:pt x="739" y="67"/>
                      </a:lnTo>
                      <a:lnTo>
                        <a:pt x="741" y="67"/>
                      </a:lnTo>
                      <a:lnTo>
                        <a:pt x="739" y="67"/>
                      </a:lnTo>
                      <a:lnTo>
                        <a:pt x="741" y="67"/>
                      </a:lnTo>
                      <a:lnTo>
                        <a:pt x="741" y="69"/>
                      </a:lnTo>
                      <a:close/>
                      <a:moveTo>
                        <a:pt x="743" y="69"/>
                      </a:moveTo>
                      <a:lnTo>
                        <a:pt x="743" y="71"/>
                      </a:lnTo>
                      <a:lnTo>
                        <a:pt x="745" y="71"/>
                      </a:lnTo>
                      <a:lnTo>
                        <a:pt x="745" y="69"/>
                      </a:lnTo>
                      <a:lnTo>
                        <a:pt x="745" y="71"/>
                      </a:lnTo>
                      <a:lnTo>
                        <a:pt x="743" y="71"/>
                      </a:lnTo>
                      <a:lnTo>
                        <a:pt x="745" y="71"/>
                      </a:lnTo>
                      <a:lnTo>
                        <a:pt x="745" y="73"/>
                      </a:lnTo>
                      <a:lnTo>
                        <a:pt x="743" y="73"/>
                      </a:lnTo>
                      <a:lnTo>
                        <a:pt x="743" y="71"/>
                      </a:lnTo>
                      <a:lnTo>
                        <a:pt x="741" y="71"/>
                      </a:lnTo>
                      <a:lnTo>
                        <a:pt x="741" y="69"/>
                      </a:lnTo>
                      <a:lnTo>
                        <a:pt x="743" y="69"/>
                      </a:lnTo>
                      <a:lnTo>
                        <a:pt x="741" y="69"/>
                      </a:lnTo>
                      <a:lnTo>
                        <a:pt x="741" y="67"/>
                      </a:lnTo>
                      <a:lnTo>
                        <a:pt x="743" y="67"/>
                      </a:lnTo>
                      <a:lnTo>
                        <a:pt x="743" y="69"/>
                      </a:lnTo>
                      <a:close/>
                      <a:moveTo>
                        <a:pt x="745" y="67"/>
                      </a:moveTo>
                      <a:lnTo>
                        <a:pt x="747" y="67"/>
                      </a:lnTo>
                      <a:lnTo>
                        <a:pt x="747" y="69"/>
                      </a:lnTo>
                      <a:lnTo>
                        <a:pt x="747" y="71"/>
                      </a:lnTo>
                      <a:lnTo>
                        <a:pt x="747" y="69"/>
                      </a:lnTo>
                      <a:lnTo>
                        <a:pt x="747" y="71"/>
                      </a:lnTo>
                      <a:lnTo>
                        <a:pt x="745" y="71"/>
                      </a:lnTo>
                      <a:lnTo>
                        <a:pt x="747" y="71"/>
                      </a:lnTo>
                      <a:lnTo>
                        <a:pt x="745" y="71"/>
                      </a:lnTo>
                      <a:lnTo>
                        <a:pt x="745" y="69"/>
                      </a:lnTo>
                      <a:lnTo>
                        <a:pt x="743" y="69"/>
                      </a:lnTo>
                      <a:lnTo>
                        <a:pt x="745" y="69"/>
                      </a:lnTo>
                      <a:lnTo>
                        <a:pt x="743" y="69"/>
                      </a:lnTo>
                      <a:lnTo>
                        <a:pt x="743" y="67"/>
                      </a:lnTo>
                      <a:lnTo>
                        <a:pt x="745" y="67"/>
                      </a:lnTo>
                      <a:close/>
                      <a:moveTo>
                        <a:pt x="738" y="67"/>
                      </a:moveTo>
                      <a:lnTo>
                        <a:pt x="736" y="67"/>
                      </a:lnTo>
                      <a:lnTo>
                        <a:pt x="738" y="67"/>
                      </a:lnTo>
                      <a:close/>
                      <a:moveTo>
                        <a:pt x="739" y="66"/>
                      </a:moveTo>
                      <a:lnTo>
                        <a:pt x="739" y="67"/>
                      </a:lnTo>
                      <a:lnTo>
                        <a:pt x="739" y="69"/>
                      </a:lnTo>
                      <a:lnTo>
                        <a:pt x="738" y="69"/>
                      </a:lnTo>
                      <a:lnTo>
                        <a:pt x="738" y="67"/>
                      </a:lnTo>
                      <a:lnTo>
                        <a:pt x="739" y="67"/>
                      </a:lnTo>
                      <a:lnTo>
                        <a:pt x="738" y="67"/>
                      </a:lnTo>
                      <a:lnTo>
                        <a:pt x="739" y="67"/>
                      </a:lnTo>
                      <a:lnTo>
                        <a:pt x="739" y="66"/>
                      </a:lnTo>
                      <a:close/>
                      <a:moveTo>
                        <a:pt x="741" y="66"/>
                      </a:moveTo>
                      <a:lnTo>
                        <a:pt x="739" y="67"/>
                      </a:lnTo>
                      <a:lnTo>
                        <a:pt x="739" y="66"/>
                      </a:lnTo>
                      <a:lnTo>
                        <a:pt x="741" y="66"/>
                      </a:lnTo>
                      <a:close/>
                      <a:moveTo>
                        <a:pt x="738" y="66"/>
                      </a:moveTo>
                      <a:lnTo>
                        <a:pt x="738" y="67"/>
                      </a:lnTo>
                      <a:lnTo>
                        <a:pt x="736" y="67"/>
                      </a:lnTo>
                      <a:lnTo>
                        <a:pt x="736" y="66"/>
                      </a:lnTo>
                      <a:lnTo>
                        <a:pt x="738" y="66"/>
                      </a:lnTo>
                      <a:close/>
                      <a:moveTo>
                        <a:pt x="738" y="66"/>
                      </a:moveTo>
                      <a:lnTo>
                        <a:pt x="739" y="66"/>
                      </a:lnTo>
                      <a:lnTo>
                        <a:pt x="738" y="66"/>
                      </a:lnTo>
                      <a:lnTo>
                        <a:pt x="739" y="66"/>
                      </a:lnTo>
                      <a:lnTo>
                        <a:pt x="739" y="67"/>
                      </a:lnTo>
                      <a:lnTo>
                        <a:pt x="738" y="67"/>
                      </a:lnTo>
                      <a:lnTo>
                        <a:pt x="738" y="66"/>
                      </a:lnTo>
                      <a:close/>
                      <a:moveTo>
                        <a:pt x="734" y="66"/>
                      </a:moveTo>
                      <a:lnTo>
                        <a:pt x="734" y="64"/>
                      </a:lnTo>
                      <a:lnTo>
                        <a:pt x="734" y="66"/>
                      </a:lnTo>
                      <a:close/>
                      <a:moveTo>
                        <a:pt x="739" y="64"/>
                      </a:moveTo>
                      <a:lnTo>
                        <a:pt x="741" y="64"/>
                      </a:lnTo>
                      <a:lnTo>
                        <a:pt x="741" y="66"/>
                      </a:lnTo>
                      <a:lnTo>
                        <a:pt x="739" y="66"/>
                      </a:lnTo>
                      <a:lnTo>
                        <a:pt x="741" y="66"/>
                      </a:lnTo>
                      <a:lnTo>
                        <a:pt x="739" y="66"/>
                      </a:lnTo>
                      <a:lnTo>
                        <a:pt x="741" y="66"/>
                      </a:lnTo>
                      <a:lnTo>
                        <a:pt x="739" y="66"/>
                      </a:lnTo>
                      <a:lnTo>
                        <a:pt x="738" y="66"/>
                      </a:lnTo>
                      <a:lnTo>
                        <a:pt x="738" y="64"/>
                      </a:lnTo>
                      <a:lnTo>
                        <a:pt x="739" y="64"/>
                      </a:lnTo>
                      <a:close/>
                      <a:moveTo>
                        <a:pt x="743" y="62"/>
                      </a:moveTo>
                      <a:lnTo>
                        <a:pt x="743" y="64"/>
                      </a:lnTo>
                      <a:lnTo>
                        <a:pt x="743" y="66"/>
                      </a:lnTo>
                      <a:lnTo>
                        <a:pt x="743" y="67"/>
                      </a:lnTo>
                      <a:lnTo>
                        <a:pt x="741" y="67"/>
                      </a:lnTo>
                      <a:lnTo>
                        <a:pt x="741" y="69"/>
                      </a:lnTo>
                      <a:lnTo>
                        <a:pt x="741" y="67"/>
                      </a:lnTo>
                      <a:lnTo>
                        <a:pt x="741" y="66"/>
                      </a:lnTo>
                      <a:lnTo>
                        <a:pt x="741" y="64"/>
                      </a:lnTo>
                      <a:lnTo>
                        <a:pt x="741" y="66"/>
                      </a:lnTo>
                      <a:lnTo>
                        <a:pt x="741" y="64"/>
                      </a:lnTo>
                      <a:lnTo>
                        <a:pt x="741" y="62"/>
                      </a:lnTo>
                      <a:lnTo>
                        <a:pt x="743" y="62"/>
                      </a:lnTo>
                      <a:lnTo>
                        <a:pt x="741" y="62"/>
                      </a:lnTo>
                      <a:lnTo>
                        <a:pt x="743" y="62"/>
                      </a:lnTo>
                      <a:close/>
                      <a:moveTo>
                        <a:pt x="747" y="64"/>
                      </a:moveTo>
                      <a:lnTo>
                        <a:pt x="745" y="66"/>
                      </a:lnTo>
                      <a:lnTo>
                        <a:pt x="745" y="67"/>
                      </a:lnTo>
                      <a:lnTo>
                        <a:pt x="745" y="66"/>
                      </a:lnTo>
                      <a:lnTo>
                        <a:pt x="745" y="67"/>
                      </a:lnTo>
                      <a:lnTo>
                        <a:pt x="743" y="67"/>
                      </a:lnTo>
                      <a:lnTo>
                        <a:pt x="743" y="66"/>
                      </a:lnTo>
                      <a:lnTo>
                        <a:pt x="745" y="64"/>
                      </a:lnTo>
                      <a:lnTo>
                        <a:pt x="743" y="64"/>
                      </a:lnTo>
                      <a:lnTo>
                        <a:pt x="743" y="62"/>
                      </a:lnTo>
                      <a:lnTo>
                        <a:pt x="745" y="62"/>
                      </a:lnTo>
                      <a:lnTo>
                        <a:pt x="745" y="64"/>
                      </a:lnTo>
                      <a:lnTo>
                        <a:pt x="747" y="64"/>
                      </a:lnTo>
                      <a:close/>
                      <a:moveTo>
                        <a:pt x="734" y="62"/>
                      </a:moveTo>
                      <a:lnTo>
                        <a:pt x="736" y="62"/>
                      </a:lnTo>
                      <a:lnTo>
                        <a:pt x="736" y="64"/>
                      </a:lnTo>
                      <a:lnTo>
                        <a:pt x="734" y="64"/>
                      </a:lnTo>
                      <a:lnTo>
                        <a:pt x="734" y="66"/>
                      </a:lnTo>
                      <a:lnTo>
                        <a:pt x="732" y="66"/>
                      </a:lnTo>
                      <a:lnTo>
                        <a:pt x="732" y="67"/>
                      </a:lnTo>
                      <a:lnTo>
                        <a:pt x="734" y="67"/>
                      </a:lnTo>
                      <a:lnTo>
                        <a:pt x="736" y="69"/>
                      </a:lnTo>
                      <a:lnTo>
                        <a:pt x="734" y="69"/>
                      </a:lnTo>
                      <a:lnTo>
                        <a:pt x="732" y="69"/>
                      </a:lnTo>
                      <a:lnTo>
                        <a:pt x="732" y="67"/>
                      </a:lnTo>
                      <a:lnTo>
                        <a:pt x="732" y="66"/>
                      </a:lnTo>
                      <a:lnTo>
                        <a:pt x="730" y="66"/>
                      </a:lnTo>
                      <a:lnTo>
                        <a:pt x="732" y="66"/>
                      </a:lnTo>
                      <a:lnTo>
                        <a:pt x="732" y="64"/>
                      </a:lnTo>
                      <a:lnTo>
                        <a:pt x="732" y="62"/>
                      </a:lnTo>
                      <a:lnTo>
                        <a:pt x="734" y="62"/>
                      </a:lnTo>
                      <a:close/>
                      <a:moveTo>
                        <a:pt x="738" y="62"/>
                      </a:moveTo>
                      <a:lnTo>
                        <a:pt x="739" y="62"/>
                      </a:lnTo>
                      <a:lnTo>
                        <a:pt x="739" y="64"/>
                      </a:lnTo>
                      <a:lnTo>
                        <a:pt x="738" y="64"/>
                      </a:lnTo>
                      <a:lnTo>
                        <a:pt x="738" y="66"/>
                      </a:lnTo>
                      <a:lnTo>
                        <a:pt x="736" y="66"/>
                      </a:lnTo>
                      <a:lnTo>
                        <a:pt x="736" y="67"/>
                      </a:lnTo>
                      <a:lnTo>
                        <a:pt x="734" y="67"/>
                      </a:lnTo>
                      <a:lnTo>
                        <a:pt x="734" y="66"/>
                      </a:lnTo>
                      <a:lnTo>
                        <a:pt x="736" y="66"/>
                      </a:lnTo>
                      <a:lnTo>
                        <a:pt x="736" y="64"/>
                      </a:lnTo>
                      <a:lnTo>
                        <a:pt x="738" y="64"/>
                      </a:lnTo>
                      <a:lnTo>
                        <a:pt x="738" y="62"/>
                      </a:lnTo>
                      <a:lnTo>
                        <a:pt x="738" y="64"/>
                      </a:lnTo>
                      <a:lnTo>
                        <a:pt x="738" y="62"/>
                      </a:lnTo>
                      <a:close/>
                      <a:moveTo>
                        <a:pt x="743" y="62"/>
                      </a:moveTo>
                      <a:lnTo>
                        <a:pt x="741" y="62"/>
                      </a:lnTo>
                      <a:lnTo>
                        <a:pt x="743" y="62"/>
                      </a:lnTo>
                      <a:lnTo>
                        <a:pt x="741" y="62"/>
                      </a:lnTo>
                      <a:lnTo>
                        <a:pt x="741" y="60"/>
                      </a:lnTo>
                      <a:lnTo>
                        <a:pt x="741" y="62"/>
                      </a:lnTo>
                      <a:lnTo>
                        <a:pt x="743" y="62"/>
                      </a:lnTo>
                      <a:close/>
                      <a:moveTo>
                        <a:pt x="150" y="62"/>
                      </a:moveTo>
                      <a:lnTo>
                        <a:pt x="150" y="60"/>
                      </a:lnTo>
                      <a:lnTo>
                        <a:pt x="150" y="62"/>
                      </a:lnTo>
                      <a:close/>
                      <a:moveTo>
                        <a:pt x="738" y="60"/>
                      </a:moveTo>
                      <a:lnTo>
                        <a:pt x="738" y="62"/>
                      </a:lnTo>
                      <a:lnTo>
                        <a:pt x="738" y="64"/>
                      </a:lnTo>
                      <a:lnTo>
                        <a:pt x="738" y="62"/>
                      </a:lnTo>
                      <a:lnTo>
                        <a:pt x="738" y="64"/>
                      </a:lnTo>
                      <a:lnTo>
                        <a:pt x="736" y="62"/>
                      </a:lnTo>
                      <a:lnTo>
                        <a:pt x="736" y="60"/>
                      </a:lnTo>
                      <a:lnTo>
                        <a:pt x="738" y="60"/>
                      </a:lnTo>
                      <a:lnTo>
                        <a:pt x="738" y="58"/>
                      </a:lnTo>
                      <a:lnTo>
                        <a:pt x="738" y="60"/>
                      </a:lnTo>
                      <a:close/>
                      <a:moveTo>
                        <a:pt x="46" y="56"/>
                      </a:moveTo>
                      <a:lnTo>
                        <a:pt x="44" y="56"/>
                      </a:lnTo>
                      <a:lnTo>
                        <a:pt x="46" y="56"/>
                      </a:lnTo>
                      <a:close/>
                      <a:moveTo>
                        <a:pt x="739" y="56"/>
                      </a:moveTo>
                      <a:lnTo>
                        <a:pt x="741" y="56"/>
                      </a:lnTo>
                      <a:lnTo>
                        <a:pt x="741" y="58"/>
                      </a:lnTo>
                      <a:lnTo>
                        <a:pt x="741" y="60"/>
                      </a:lnTo>
                      <a:lnTo>
                        <a:pt x="743" y="60"/>
                      </a:lnTo>
                      <a:lnTo>
                        <a:pt x="743" y="62"/>
                      </a:lnTo>
                      <a:lnTo>
                        <a:pt x="741" y="62"/>
                      </a:lnTo>
                      <a:lnTo>
                        <a:pt x="741" y="60"/>
                      </a:lnTo>
                      <a:lnTo>
                        <a:pt x="741" y="62"/>
                      </a:lnTo>
                      <a:lnTo>
                        <a:pt x="739" y="60"/>
                      </a:lnTo>
                      <a:lnTo>
                        <a:pt x="741" y="60"/>
                      </a:lnTo>
                      <a:lnTo>
                        <a:pt x="739" y="60"/>
                      </a:lnTo>
                      <a:lnTo>
                        <a:pt x="739" y="58"/>
                      </a:lnTo>
                      <a:lnTo>
                        <a:pt x="739" y="60"/>
                      </a:lnTo>
                      <a:lnTo>
                        <a:pt x="741" y="60"/>
                      </a:lnTo>
                      <a:lnTo>
                        <a:pt x="739" y="60"/>
                      </a:lnTo>
                      <a:lnTo>
                        <a:pt x="741" y="62"/>
                      </a:lnTo>
                      <a:lnTo>
                        <a:pt x="741" y="64"/>
                      </a:lnTo>
                      <a:lnTo>
                        <a:pt x="741" y="62"/>
                      </a:lnTo>
                      <a:lnTo>
                        <a:pt x="741" y="64"/>
                      </a:lnTo>
                      <a:lnTo>
                        <a:pt x="739" y="64"/>
                      </a:lnTo>
                      <a:lnTo>
                        <a:pt x="739" y="62"/>
                      </a:lnTo>
                      <a:lnTo>
                        <a:pt x="739" y="60"/>
                      </a:lnTo>
                      <a:lnTo>
                        <a:pt x="739" y="62"/>
                      </a:lnTo>
                      <a:lnTo>
                        <a:pt x="738" y="62"/>
                      </a:lnTo>
                      <a:lnTo>
                        <a:pt x="739" y="62"/>
                      </a:lnTo>
                      <a:lnTo>
                        <a:pt x="738" y="62"/>
                      </a:lnTo>
                      <a:lnTo>
                        <a:pt x="738" y="60"/>
                      </a:lnTo>
                      <a:lnTo>
                        <a:pt x="738" y="58"/>
                      </a:lnTo>
                      <a:lnTo>
                        <a:pt x="738" y="56"/>
                      </a:lnTo>
                      <a:lnTo>
                        <a:pt x="739" y="56"/>
                      </a:lnTo>
                      <a:close/>
                      <a:moveTo>
                        <a:pt x="40" y="55"/>
                      </a:moveTo>
                      <a:lnTo>
                        <a:pt x="40" y="56"/>
                      </a:lnTo>
                      <a:lnTo>
                        <a:pt x="40" y="55"/>
                      </a:lnTo>
                      <a:close/>
                      <a:moveTo>
                        <a:pt x="743" y="58"/>
                      </a:moveTo>
                      <a:lnTo>
                        <a:pt x="745" y="58"/>
                      </a:lnTo>
                      <a:lnTo>
                        <a:pt x="743" y="58"/>
                      </a:lnTo>
                      <a:lnTo>
                        <a:pt x="745" y="58"/>
                      </a:lnTo>
                      <a:lnTo>
                        <a:pt x="745" y="60"/>
                      </a:lnTo>
                      <a:lnTo>
                        <a:pt x="745" y="62"/>
                      </a:lnTo>
                      <a:lnTo>
                        <a:pt x="747" y="62"/>
                      </a:lnTo>
                      <a:lnTo>
                        <a:pt x="747" y="64"/>
                      </a:lnTo>
                      <a:lnTo>
                        <a:pt x="749" y="64"/>
                      </a:lnTo>
                      <a:lnTo>
                        <a:pt x="747" y="64"/>
                      </a:lnTo>
                      <a:lnTo>
                        <a:pt x="745" y="64"/>
                      </a:lnTo>
                      <a:lnTo>
                        <a:pt x="745" y="62"/>
                      </a:lnTo>
                      <a:lnTo>
                        <a:pt x="743" y="62"/>
                      </a:lnTo>
                      <a:lnTo>
                        <a:pt x="743" y="60"/>
                      </a:lnTo>
                      <a:lnTo>
                        <a:pt x="743" y="58"/>
                      </a:lnTo>
                      <a:lnTo>
                        <a:pt x="743" y="56"/>
                      </a:lnTo>
                      <a:lnTo>
                        <a:pt x="743" y="55"/>
                      </a:lnTo>
                      <a:lnTo>
                        <a:pt x="743" y="56"/>
                      </a:lnTo>
                      <a:lnTo>
                        <a:pt x="743" y="58"/>
                      </a:lnTo>
                      <a:close/>
                      <a:moveTo>
                        <a:pt x="739" y="55"/>
                      </a:moveTo>
                      <a:lnTo>
                        <a:pt x="739" y="56"/>
                      </a:lnTo>
                      <a:lnTo>
                        <a:pt x="741" y="56"/>
                      </a:lnTo>
                      <a:lnTo>
                        <a:pt x="739" y="56"/>
                      </a:lnTo>
                      <a:lnTo>
                        <a:pt x="739" y="55"/>
                      </a:lnTo>
                      <a:close/>
                      <a:moveTo>
                        <a:pt x="51" y="53"/>
                      </a:moveTo>
                      <a:lnTo>
                        <a:pt x="53" y="55"/>
                      </a:lnTo>
                      <a:lnTo>
                        <a:pt x="51" y="55"/>
                      </a:lnTo>
                      <a:lnTo>
                        <a:pt x="49" y="55"/>
                      </a:lnTo>
                      <a:lnTo>
                        <a:pt x="49" y="53"/>
                      </a:lnTo>
                      <a:lnTo>
                        <a:pt x="51" y="53"/>
                      </a:lnTo>
                      <a:close/>
                      <a:moveTo>
                        <a:pt x="40" y="53"/>
                      </a:moveTo>
                      <a:lnTo>
                        <a:pt x="39" y="53"/>
                      </a:lnTo>
                      <a:lnTo>
                        <a:pt x="40" y="53"/>
                      </a:lnTo>
                      <a:close/>
                      <a:moveTo>
                        <a:pt x="35" y="53"/>
                      </a:moveTo>
                      <a:lnTo>
                        <a:pt x="33" y="53"/>
                      </a:lnTo>
                      <a:lnTo>
                        <a:pt x="33" y="55"/>
                      </a:lnTo>
                      <a:lnTo>
                        <a:pt x="31" y="55"/>
                      </a:lnTo>
                      <a:lnTo>
                        <a:pt x="31" y="53"/>
                      </a:lnTo>
                      <a:lnTo>
                        <a:pt x="33" y="53"/>
                      </a:lnTo>
                      <a:lnTo>
                        <a:pt x="35" y="53"/>
                      </a:lnTo>
                      <a:close/>
                      <a:moveTo>
                        <a:pt x="705" y="51"/>
                      </a:moveTo>
                      <a:lnTo>
                        <a:pt x="705" y="53"/>
                      </a:lnTo>
                      <a:lnTo>
                        <a:pt x="705" y="51"/>
                      </a:lnTo>
                      <a:close/>
                      <a:moveTo>
                        <a:pt x="738" y="53"/>
                      </a:moveTo>
                      <a:lnTo>
                        <a:pt x="738" y="55"/>
                      </a:lnTo>
                      <a:lnTo>
                        <a:pt x="738" y="53"/>
                      </a:lnTo>
                      <a:lnTo>
                        <a:pt x="736" y="51"/>
                      </a:lnTo>
                      <a:lnTo>
                        <a:pt x="738" y="51"/>
                      </a:lnTo>
                      <a:lnTo>
                        <a:pt x="738" y="53"/>
                      </a:lnTo>
                      <a:close/>
                      <a:moveTo>
                        <a:pt x="40" y="51"/>
                      </a:moveTo>
                      <a:lnTo>
                        <a:pt x="42" y="51"/>
                      </a:lnTo>
                      <a:lnTo>
                        <a:pt x="40" y="51"/>
                      </a:lnTo>
                      <a:close/>
                      <a:moveTo>
                        <a:pt x="62" y="49"/>
                      </a:moveTo>
                      <a:lnTo>
                        <a:pt x="62" y="51"/>
                      </a:lnTo>
                      <a:lnTo>
                        <a:pt x="60" y="51"/>
                      </a:lnTo>
                      <a:lnTo>
                        <a:pt x="60" y="49"/>
                      </a:lnTo>
                      <a:lnTo>
                        <a:pt x="62" y="49"/>
                      </a:lnTo>
                      <a:lnTo>
                        <a:pt x="60" y="49"/>
                      </a:lnTo>
                      <a:lnTo>
                        <a:pt x="62" y="49"/>
                      </a:lnTo>
                      <a:close/>
                      <a:moveTo>
                        <a:pt x="739" y="49"/>
                      </a:moveTo>
                      <a:lnTo>
                        <a:pt x="741" y="49"/>
                      </a:lnTo>
                      <a:lnTo>
                        <a:pt x="741" y="51"/>
                      </a:lnTo>
                      <a:lnTo>
                        <a:pt x="741" y="53"/>
                      </a:lnTo>
                      <a:lnTo>
                        <a:pt x="741" y="55"/>
                      </a:lnTo>
                      <a:lnTo>
                        <a:pt x="741" y="56"/>
                      </a:lnTo>
                      <a:lnTo>
                        <a:pt x="739" y="56"/>
                      </a:lnTo>
                      <a:lnTo>
                        <a:pt x="741" y="56"/>
                      </a:lnTo>
                      <a:lnTo>
                        <a:pt x="739" y="56"/>
                      </a:lnTo>
                      <a:lnTo>
                        <a:pt x="739" y="55"/>
                      </a:lnTo>
                      <a:lnTo>
                        <a:pt x="739" y="53"/>
                      </a:lnTo>
                      <a:lnTo>
                        <a:pt x="739" y="51"/>
                      </a:lnTo>
                      <a:lnTo>
                        <a:pt x="739" y="49"/>
                      </a:lnTo>
                      <a:lnTo>
                        <a:pt x="739" y="51"/>
                      </a:lnTo>
                      <a:lnTo>
                        <a:pt x="739" y="49"/>
                      </a:lnTo>
                      <a:close/>
                      <a:moveTo>
                        <a:pt x="741" y="49"/>
                      </a:moveTo>
                      <a:lnTo>
                        <a:pt x="743" y="49"/>
                      </a:lnTo>
                      <a:lnTo>
                        <a:pt x="743" y="51"/>
                      </a:lnTo>
                      <a:lnTo>
                        <a:pt x="743" y="53"/>
                      </a:lnTo>
                      <a:lnTo>
                        <a:pt x="745" y="53"/>
                      </a:lnTo>
                      <a:lnTo>
                        <a:pt x="743" y="53"/>
                      </a:lnTo>
                      <a:lnTo>
                        <a:pt x="745" y="55"/>
                      </a:lnTo>
                      <a:lnTo>
                        <a:pt x="743" y="55"/>
                      </a:lnTo>
                      <a:lnTo>
                        <a:pt x="743" y="56"/>
                      </a:lnTo>
                      <a:lnTo>
                        <a:pt x="743" y="55"/>
                      </a:lnTo>
                      <a:lnTo>
                        <a:pt x="741" y="55"/>
                      </a:lnTo>
                      <a:lnTo>
                        <a:pt x="743" y="55"/>
                      </a:lnTo>
                      <a:lnTo>
                        <a:pt x="741" y="55"/>
                      </a:lnTo>
                      <a:lnTo>
                        <a:pt x="743" y="56"/>
                      </a:lnTo>
                      <a:lnTo>
                        <a:pt x="743" y="58"/>
                      </a:lnTo>
                      <a:lnTo>
                        <a:pt x="741" y="58"/>
                      </a:lnTo>
                      <a:lnTo>
                        <a:pt x="741" y="56"/>
                      </a:lnTo>
                      <a:lnTo>
                        <a:pt x="741" y="55"/>
                      </a:lnTo>
                      <a:lnTo>
                        <a:pt x="741" y="53"/>
                      </a:lnTo>
                      <a:lnTo>
                        <a:pt x="741" y="51"/>
                      </a:lnTo>
                      <a:lnTo>
                        <a:pt x="741" y="49"/>
                      </a:lnTo>
                      <a:close/>
                      <a:moveTo>
                        <a:pt x="64" y="47"/>
                      </a:moveTo>
                      <a:lnTo>
                        <a:pt x="66" y="47"/>
                      </a:lnTo>
                      <a:lnTo>
                        <a:pt x="66" y="49"/>
                      </a:lnTo>
                      <a:lnTo>
                        <a:pt x="64" y="49"/>
                      </a:lnTo>
                      <a:lnTo>
                        <a:pt x="62" y="49"/>
                      </a:lnTo>
                      <a:lnTo>
                        <a:pt x="64" y="49"/>
                      </a:lnTo>
                      <a:lnTo>
                        <a:pt x="64" y="47"/>
                      </a:lnTo>
                      <a:close/>
                      <a:moveTo>
                        <a:pt x="62" y="47"/>
                      </a:moveTo>
                      <a:lnTo>
                        <a:pt x="64" y="47"/>
                      </a:lnTo>
                      <a:lnTo>
                        <a:pt x="62" y="47"/>
                      </a:lnTo>
                      <a:close/>
                      <a:moveTo>
                        <a:pt x="51" y="42"/>
                      </a:moveTo>
                      <a:lnTo>
                        <a:pt x="53" y="42"/>
                      </a:lnTo>
                      <a:lnTo>
                        <a:pt x="51" y="42"/>
                      </a:lnTo>
                      <a:close/>
                      <a:moveTo>
                        <a:pt x="80" y="34"/>
                      </a:moveTo>
                      <a:lnTo>
                        <a:pt x="82" y="36"/>
                      </a:lnTo>
                      <a:lnTo>
                        <a:pt x="80" y="36"/>
                      </a:lnTo>
                      <a:lnTo>
                        <a:pt x="80" y="38"/>
                      </a:lnTo>
                      <a:lnTo>
                        <a:pt x="80" y="36"/>
                      </a:lnTo>
                      <a:lnTo>
                        <a:pt x="80" y="34"/>
                      </a:lnTo>
                      <a:close/>
                      <a:moveTo>
                        <a:pt x="80" y="34"/>
                      </a:moveTo>
                      <a:lnTo>
                        <a:pt x="80" y="33"/>
                      </a:lnTo>
                      <a:lnTo>
                        <a:pt x="80" y="34"/>
                      </a:lnTo>
                      <a:close/>
                      <a:moveTo>
                        <a:pt x="80" y="33"/>
                      </a:moveTo>
                      <a:lnTo>
                        <a:pt x="79" y="33"/>
                      </a:lnTo>
                      <a:lnTo>
                        <a:pt x="80" y="33"/>
                      </a:lnTo>
                      <a:lnTo>
                        <a:pt x="80" y="31"/>
                      </a:lnTo>
                      <a:lnTo>
                        <a:pt x="80" y="33"/>
                      </a:lnTo>
                      <a:close/>
                      <a:moveTo>
                        <a:pt x="79" y="34"/>
                      </a:moveTo>
                      <a:lnTo>
                        <a:pt x="79" y="33"/>
                      </a:lnTo>
                      <a:lnTo>
                        <a:pt x="80" y="33"/>
                      </a:lnTo>
                      <a:lnTo>
                        <a:pt x="80" y="31"/>
                      </a:lnTo>
                      <a:lnTo>
                        <a:pt x="80" y="33"/>
                      </a:lnTo>
                      <a:lnTo>
                        <a:pt x="79" y="34"/>
                      </a:lnTo>
                      <a:close/>
                      <a:moveTo>
                        <a:pt x="79" y="33"/>
                      </a:moveTo>
                      <a:lnTo>
                        <a:pt x="79" y="31"/>
                      </a:lnTo>
                      <a:lnTo>
                        <a:pt x="79" y="33"/>
                      </a:lnTo>
                      <a:close/>
                      <a:moveTo>
                        <a:pt x="79" y="31"/>
                      </a:moveTo>
                      <a:lnTo>
                        <a:pt x="79" y="33"/>
                      </a:lnTo>
                      <a:lnTo>
                        <a:pt x="77" y="33"/>
                      </a:lnTo>
                      <a:lnTo>
                        <a:pt x="79" y="31"/>
                      </a:lnTo>
                      <a:close/>
                      <a:moveTo>
                        <a:pt x="82" y="31"/>
                      </a:moveTo>
                      <a:lnTo>
                        <a:pt x="80" y="33"/>
                      </a:lnTo>
                      <a:lnTo>
                        <a:pt x="80" y="31"/>
                      </a:lnTo>
                      <a:lnTo>
                        <a:pt x="82" y="31"/>
                      </a:lnTo>
                      <a:close/>
                      <a:moveTo>
                        <a:pt x="73" y="31"/>
                      </a:moveTo>
                      <a:lnTo>
                        <a:pt x="71" y="31"/>
                      </a:lnTo>
                      <a:lnTo>
                        <a:pt x="73" y="29"/>
                      </a:lnTo>
                      <a:lnTo>
                        <a:pt x="73" y="31"/>
                      </a:lnTo>
                      <a:close/>
                      <a:moveTo>
                        <a:pt x="77" y="29"/>
                      </a:moveTo>
                      <a:lnTo>
                        <a:pt x="79" y="31"/>
                      </a:lnTo>
                      <a:lnTo>
                        <a:pt x="77" y="33"/>
                      </a:lnTo>
                      <a:lnTo>
                        <a:pt x="79" y="33"/>
                      </a:lnTo>
                      <a:lnTo>
                        <a:pt x="79" y="34"/>
                      </a:lnTo>
                      <a:lnTo>
                        <a:pt x="77" y="36"/>
                      </a:lnTo>
                      <a:lnTo>
                        <a:pt x="75" y="36"/>
                      </a:lnTo>
                      <a:lnTo>
                        <a:pt x="75" y="34"/>
                      </a:lnTo>
                      <a:lnTo>
                        <a:pt x="73" y="34"/>
                      </a:lnTo>
                      <a:lnTo>
                        <a:pt x="73" y="33"/>
                      </a:lnTo>
                      <a:lnTo>
                        <a:pt x="73" y="31"/>
                      </a:lnTo>
                      <a:lnTo>
                        <a:pt x="75" y="29"/>
                      </a:lnTo>
                      <a:lnTo>
                        <a:pt x="77" y="29"/>
                      </a:lnTo>
                      <a:close/>
                      <a:moveTo>
                        <a:pt x="73" y="31"/>
                      </a:moveTo>
                      <a:lnTo>
                        <a:pt x="73" y="29"/>
                      </a:lnTo>
                      <a:lnTo>
                        <a:pt x="75" y="29"/>
                      </a:lnTo>
                      <a:lnTo>
                        <a:pt x="73" y="31"/>
                      </a:lnTo>
                      <a:close/>
                      <a:moveTo>
                        <a:pt x="77" y="29"/>
                      </a:moveTo>
                      <a:lnTo>
                        <a:pt x="75" y="29"/>
                      </a:lnTo>
                      <a:lnTo>
                        <a:pt x="77" y="29"/>
                      </a:lnTo>
                      <a:close/>
                      <a:moveTo>
                        <a:pt x="80" y="27"/>
                      </a:moveTo>
                      <a:lnTo>
                        <a:pt x="82" y="27"/>
                      </a:lnTo>
                      <a:lnTo>
                        <a:pt x="84" y="27"/>
                      </a:lnTo>
                      <a:lnTo>
                        <a:pt x="84" y="29"/>
                      </a:lnTo>
                      <a:lnTo>
                        <a:pt x="82" y="29"/>
                      </a:lnTo>
                      <a:lnTo>
                        <a:pt x="82" y="31"/>
                      </a:lnTo>
                      <a:lnTo>
                        <a:pt x="80" y="31"/>
                      </a:lnTo>
                      <a:lnTo>
                        <a:pt x="79" y="33"/>
                      </a:lnTo>
                      <a:lnTo>
                        <a:pt x="79" y="31"/>
                      </a:lnTo>
                      <a:lnTo>
                        <a:pt x="79" y="29"/>
                      </a:lnTo>
                      <a:lnTo>
                        <a:pt x="77" y="29"/>
                      </a:lnTo>
                      <a:lnTo>
                        <a:pt x="79" y="27"/>
                      </a:lnTo>
                      <a:lnTo>
                        <a:pt x="80" y="27"/>
                      </a:lnTo>
                      <a:close/>
                      <a:moveTo>
                        <a:pt x="13" y="22"/>
                      </a:moveTo>
                      <a:lnTo>
                        <a:pt x="13" y="23"/>
                      </a:lnTo>
                      <a:lnTo>
                        <a:pt x="13" y="22"/>
                      </a:lnTo>
                      <a:lnTo>
                        <a:pt x="15" y="22"/>
                      </a:lnTo>
                      <a:lnTo>
                        <a:pt x="15" y="23"/>
                      </a:lnTo>
                      <a:lnTo>
                        <a:pt x="15" y="22"/>
                      </a:lnTo>
                      <a:lnTo>
                        <a:pt x="15" y="23"/>
                      </a:lnTo>
                      <a:lnTo>
                        <a:pt x="15" y="22"/>
                      </a:lnTo>
                      <a:lnTo>
                        <a:pt x="15" y="23"/>
                      </a:lnTo>
                      <a:lnTo>
                        <a:pt x="13" y="23"/>
                      </a:lnTo>
                      <a:lnTo>
                        <a:pt x="15" y="23"/>
                      </a:lnTo>
                      <a:lnTo>
                        <a:pt x="13" y="23"/>
                      </a:lnTo>
                      <a:lnTo>
                        <a:pt x="13" y="25"/>
                      </a:lnTo>
                      <a:lnTo>
                        <a:pt x="13" y="23"/>
                      </a:lnTo>
                      <a:lnTo>
                        <a:pt x="13" y="22"/>
                      </a:lnTo>
                      <a:close/>
                      <a:moveTo>
                        <a:pt x="15" y="22"/>
                      </a:moveTo>
                      <a:lnTo>
                        <a:pt x="15" y="23"/>
                      </a:lnTo>
                      <a:lnTo>
                        <a:pt x="15" y="22"/>
                      </a:lnTo>
                      <a:close/>
                      <a:moveTo>
                        <a:pt x="11" y="22"/>
                      </a:moveTo>
                      <a:lnTo>
                        <a:pt x="13" y="22"/>
                      </a:lnTo>
                      <a:lnTo>
                        <a:pt x="11" y="22"/>
                      </a:lnTo>
                      <a:close/>
                      <a:moveTo>
                        <a:pt x="15" y="20"/>
                      </a:moveTo>
                      <a:lnTo>
                        <a:pt x="15" y="22"/>
                      </a:lnTo>
                      <a:lnTo>
                        <a:pt x="15" y="20"/>
                      </a:lnTo>
                      <a:lnTo>
                        <a:pt x="13" y="20"/>
                      </a:lnTo>
                      <a:lnTo>
                        <a:pt x="15" y="20"/>
                      </a:lnTo>
                      <a:close/>
                      <a:moveTo>
                        <a:pt x="13" y="18"/>
                      </a:moveTo>
                      <a:lnTo>
                        <a:pt x="13" y="20"/>
                      </a:lnTo>
                      <a:lnTo>
                        <a:pt x="13" y="18"/>
                      </a:lnTo>
                      <a:lnTo>
                        <a:pt x="13" y="20"/>
                      </a:lnTo>
                      <a:lnTo>
                        <a:pt x="11" y="20"/>
                      </a:lnTo>
                      <a:lnTo>
                        <a:pt x="13" y="20"/>
                      </a:lnTo>
                      <a:lnTo>
                        <a:pt x="13" y="18"/>
                      </a:lnTo>
                      <a:close/>
                      <a:moveTo>
                        <a:pt x="11" y="20"/>
                      </a:moveTo>
                      <a:lnTo>
                        <a:pt x="11" y="18"/>
                      </a:lnTo>
                      <a:lnTo>
                        <a:pt x="11" y="20"/>
                      </a:lnTo>
                      <a:close/>
                      <a:moveTo>
                        <a:pt x="11" y="18"/>
                      </a:moveTo>
                      <a:lnTo>
                        <a:pt x="11" y="16"/>
                      </a:lnTo>
                      <a:lnTo>
                        <a:pt x="11" y="18"/>
                      </a:lnTo>
                      <a:close/>
                      <a:moveTo>
                        <a:pt x="9" y="16"/>
                      </a:moveTo>
                      <a:lnTo>
                        <a:pt x="11" y="16"/>
                      </a:lnTo>
                      <a:lnTo>
                        <a:pt x="11" y="18"/>
                      </a:lnTo>
                      <a:lnTo>
                        <a:pt x="9" y="18"/>
                      </a:lnTo>
                      <a:lnTo>
                        <a:pt x="9" y="16"/>
                      </a:lnTo>
                      <a:lnTo>
                        <a:pt x="9" y="18"/>
                      </a:lnTo>
                      <a:lnTo>
                        <a:pt x="7" y="18"/>
                      </a:lnTo>
                      <a:lnTo>
                        <a:pt x="9" y="18"/>
                      </a:lnTo>
                      <a:lnTo>
                        <a:pt x="7" y="18"/>
                      </a:lnTo>
                      <a:lnTo>
                        <a:pt x="9" y="18"/>
                      </a:lnTo>
                      <a:lnTo>
                        <a:pt x="9" y="16"/>
                      </a:lnTo>
                      <a:close/>
                      <a:moveTo>
                        <a:pt x="11" y="16"/>
                      </a:moveTo>
                      <a:lnTo>
                        <a:pt x="9" y="16"/>
                      </a:lnTo>
                      <a:lnTo>
                        <a:pt x="11" y="16"/>
                      </a:lnTo>
                      <a:lnTo>
                        <a:pt x="9" y="16"/>
                      </a:lnTo>
                      <a:lnTo>
                        <a:pt x="11" y="16"/>
                      </a:lnTo>
                      <a:lnTo>
                        <a:pt x="9" y="16"/>
                      </a:lnTo>
                      <a:lnTo>
                        <a:pt x="11" y="16"/>
                      </a:lnTo>
                      <a:close/>
                      <a:moveTo>
                        <a:pt x="11" y="14"/>
                      </a:moveTo>
                      <a:lnTo>
                        <a:pt x="9" y="14"/>
                      </a:lnTo>
                      <a:lnTo>
                        <a:pt x="9" y="13"/>
                      </a:lnTo>
                      <a:lnTo>
                        <a:pt x="11" y="14"/>
                      </a:lnTo>
                      <a:lnTo>
                        <a:pt x="9" y="14"/>
                      </a:lnTo>
                      <a:lnTo>
                        <a:pt x="11" y="14"/>
                      </a:lnTo>
                      <a:close/>
                      <a:moveTo>
                        <a:pt x="11" y="13"/>
                      </a:moveTo>
                      <a:lnTo>
                        <a:pt x="9" y="13"/>
                      </a:lnTo>
                      <a:lnTo>
                        <a:pt x="9" y="14"/>
                      </a:lnTo>
                      <a:lnTo>
                        <a:pt x="9" y="13"/>
                      </a:lnTo>
                      <a:lnTo>
                        <a:pt x="11" y="13"/>
                      </a:lnTo>
                      <a:close/>
                      <a:moveTo>
                        <a:pt x="9" y="11"/>
                      </a:moveTo>
                      <a:lnTo>
                        <a:pt x="9" y="13"/>
                      </a:lnTo>
                      <a:lnTo>
                        <a:pt x="9" y="11"/>
                      </a:lnTo>
                      <a:close/>
                      <a:moveTo>
                        <a:pt x="11" y="11"/>
                      </a:moveTo>
                      <a:lnTo>
                        <a:pt x="11" y="13"/>
                      </a:lnTo>
                      <a:lnTo>
                        <a:pt x="11" y="11"/>
                      </a:lnTo>
                      <a:lnTo>
                        <a:pt x="9" y="13"/>
                      </a:lnTo>
                      <a:lnTo>
                        <a:pt x="11" y="13"/>
                      </a:lnTo>
                      <a:lnTo>
                        <a:pt x="9" y="13"/>
                      </a:lnTo>
                      <a:lnTo>
                        <a:pt x="9" y="11"/>
                      </a:lnTo>
                      <a:lnTo>
                        <a:pt x="11" y="11"/>
                      </a:lnTo>
                      <a:close/>
                      <a:moveTo>
                        <a:pt x="11" y="7"/>
                      </a:moveTo>
                      <a:lnTo>
                        <a:pt x="9" y="7"/>
                      </a:lnTo>
                      <a:lnTo>
                        <a:pt x="11" y="7"/>
                      </a:lnTo>
                      <a:close/>
                      <a:moveTo>
                        <a:pt x="0" y="7"/>
                      </a:moveTo>
                      <a:lnTo>
                        <a:pt x="0" y="5"/>
                      </a:lnTo>
                      <a:lnTo>
                        <a:pt x="0" y="7"/>
                      </a:lnTo>
                      <a:close/>
                      <a:moveTo>
                        <a:pt x="4" y="5"/>
                      </a:moveTo>
                      <a:lnTo>
                        <a:pt x="4" y="7"/>
                      </a:lnTo>
                      <a:lnTo>
                        <a:pt x="4" y="9"/>
                      </a:lnTo>
                      <a:lnTo>
                        <a:pt x="4" y="7"/>
                      </a:lnTo>
                      <a:lnTo>
                        <a:pt x="2" y="9"/>
                      </a:lnTo>
                      <a:lnTo>
                        <a:pt x="2" y="7"/>
                      </a:lnTo>
                      <a:lnTo>
                        <a:pt x="2" y="9"/>
                      </a:lnTo>
                      <a:lnTo>
                        <a:pt x="2" y="7"/>
                      </a:lnTo>
                      <a:lnTo>
                        <a:pt x="2" y="5"/>
                      </a:lnTo>
                      <a:lnTo>
                        <a:pt x="4" y="5"/>
                      </a:lnTo>
                      <a:lnTo>
                        <a:pt x="4" y="3"/>
                      </a:lnTo>
                      <a:lnTo>
                        <a:pt x="4" y="5"/>
                      </a:lnTo>
                      <a:close/>
                      <a:moveTo>
                        <a:pt x="11" y="3"/>
                      </a:moveTo>
                      <a:lnTo>
                        <a:pt x="11" y="5"/>
                      </a:lnTo>
                      <a:lnTo>
                        <a:pt x="11" y="7"/>
                      </a:lnTo>
                      <a:lnTo>
                        <a:pt x="11" y="5"/>
                      </a:lnTo>
                      <a:lnTo>
                        <a:pt x="11" y="7"/>
                      </a:lnTo>
                      <a:lnTo>
                        <a:pt x="9" y="7"/>
                      </a:lnTo>
                      <a:lnTo>
                        <a:pt x="9" y="5"/>
                      </a:lnTo>
                      <a:lnTo>
                        <a:pt x="9" y="7"/>
                      </a:lnTo>
                      <a:lnTo>
                        <a:pt x="9" y="5"/>
                      </a:lnTo>
                      <a:lnTo>
                        <a:pt x="9" y="3"/>
                      </a:lnTo>
                      <a:lnTo>
                        <a:pt x="11" y="3"/>
                      </a:lnTo>
                      <a:close/>
                      <a:moveTo>
                        <a:pt x="11" y="3"/>
                      </a:moveTo>
                      <a:lnTo>
                        <a:pt x="13" y="2"/>
                      </a:lnTo>
                      <a:lnTo>
                        <a:pt x="11" y="3"/>
                      </a:lnTo>
                      <a:close/>
                      <a:moveTo>
                        <a:pt x="7" y="2"/>
                      </a:moveTo>
                      <a:lnTo>
                        <a:pt x="7" y="3"/>
                      </a:lnTo>
                      <a:lnTo>
                        <a:pt x="9" y="3"/>
                      </a:lnTo>
                      <a:lnTo>
                        <a:pt x="7" y="3"/>
                      </a:lnTo>
                      <a:lnTo>
                        <a:pt x="7" y="5"/>
                      </a:lnTo>
                      <a:lnTo>
                        <a:pt x="7" y="3"/>
                      </a:lnTo>
                      <a:lnTo>
                        <a:pt x="7" y="5"/>
                      </a:lnTo>
                      <a:lnTo>
                        <a:pt x="7" y="3"/>
                      </a:lnTo>
                      <a:lnTo>
                        <a:pt x="7" y="5"/>
                      </a:lnTo>
                      <a:lnTo>
                        <a:pt x="6" y="5"/>
                      </a:lnTo>
                      <a:lnTo>
                        <a:pt x="6" y="3"/>
                      </a:lnTo>
                      <a:lnTo>
                        <a:pt x="6" y="5"/>
                      </a:lnTo>
                      <a:lnTo>
                        <a:pt x="4" y="5"/>
                      </a:lnTo>
                      <a:lnTo>
                        <a:pt x="6" y="3"/>
                      </a:lnTo>
                      <a:lnTo>
                        <a:pt x="6" y="2"/>
                      </a:lnTo>
                      <a:lnTo>
                        <a:pt x="7" y="2"/>
                      </a:lnTo>
                      <a:close/>
                      <a:moveTo>
                        <a:pt x="2" y="3"/>
                      </a:moveTo>
                      <a:lnTo>
                        <a:pt x="0" y="3"/>
                      </a:lnTo>
                      <a:lnTo>
                        <a:pt x="0" y="2"/>
                      </a:lnTo>
                      <a:lnTo>
                        <a:pt x="2" y="2"/>
                      </a:lnTo>
                      <a:lnTo>
                        <a:pt x="2" y="3"/>
                      </a:lnTo>
                      <a:close/>
                      <a:moveTo>
                        <a:pt x="9" y="0"/>
                      </a:moveTo>
                      <a:lnTo>
                        <a:pt x="9" y="2"/>
                      </a:lnTo>
                      <a:lnTo>
                        <a:pt x="7" y="2"/>
                      </a:lnTo>
                      <a:lnTo>
                        <a:pt x="9" y="2"/>
                      </a:lnTo>
                      <a:lnTo>
                        <a:pt x="7" y="2"/>
                      </a:lnTo>
                      <a:lnTo>
                        <a:pt x="6" y="2"/>
                      </a:lnTo>
                      <a:lnTo>
                        <a:pt x="6" y="3"/>
                      </a:lnTo>
                      <a:lnTo>
                        <a:pt x="6" y="2"/>
                      </a:lnTo>
                      <a:lnTo>
                        <a:pt x="7" y="2"/>
                      </a:lnTo>
                      <a:lnTo>
                        <a:pt x="7" y="0"/>
                      </a:lnTo>
                      <a:lnTo>
                        <a:pt x="9" y="0"/>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5" name="Freeform 38">
                  <a:extLst>
                    <a:ext uri="{FF2B5EF4-FFF2-40B4-BE49-F238E27FC236}">
                      <a16:creationId xmlns:a16="http://schemas.microsoft.com/office/drawing/2014/main" id="{78D30B94-8123-3940-FD2F-F7D1ACEF7E3C}"/>
                    </a:ext>
                  </a:extLst>
                </p:cNvPr>
                <p:cNvSpPr>
                  <a:spLocks noEditPoints="1"/>
                </p:cNvSpPr>
                <p:nvPr/>
              </p:nvSpPr>
              <p:spPr bwMode="auto">
                <a:xfrm>
                  <a:off x="3561482" y="3516455"/>
                  <a:ext cx="1642761" cy="1053608"/>
                </a:xfrm>
                <a:custGeom>
                  <a:avLst/>
                  <a:gdLst>
                    <a:gd name="T0" fmla="*/ 360 w 909"/>
                    <a:gd name="T1" fmla="*/ 532 h 583"/>
                    <a:gd name="T2" fmla="*/ 380 w 909"/>
                    <a:gd name="T3" fmla="*/ 523 h 583"/>
                    <a:gd name="T4" fmla="*/ 289 w 909"/>
                    <a:gd name="T5" fmla="*/ 494 h 583"/>
                    <a:gd name="T6" fmla="*/ 195 w 909"/>
                    <a:gd name="T7" fmla="*/ 486 h 583"/>
                    <a:gd name="T8" fmla="*/ 411 w 909"/>
                    <a:gd name="T9" fmla="*/ 481 h 583"/>
                    <a:gd name="T10" fmla="*/ 278 w 909"/>
                    <a:gd name="T11" fmla="*/ 464 h 583"/>
                    <a:gd name="T12" fmla="*/ 148 w 909"/>
                    <a:gd name="T13" fmla="*/ 459 h 583"/>
                    <a:gd name="T14" fmla="*/ 858 w 909"/>
                    <a:gd name="T15" fmla="*/ 437 h 583"/>
                    <a:gd name="T16" fmla="*/ 873 w 909"/>
                    <a:gd name="T17" fmla="*/ 422 h 583"/>
                    <a:gd name="T18" fmla="*/ 878 w 909"/>
                    <a:gd name="T19" fmla="*/ 413 h 583"/>
                    <a:gd name="T20" fmla="*/ 878 w 909"/>
                    <a:gd name="T21" fmla="*/ 409 h 583"/>
                    <a:gd name="T22" fmla="*/ 878 w 909"/>
                    <a:gd name="T23" fmla="*/ 391 h 583"/>
                    <a:gd name="T24" fmla="*/ 884 w 909"/>
                    <a:gd name="T25" fmla="*/ 387 h 583"/>
                    <a:gd name="T26" fmla="*/ 876 w 909"/>
                    <a:gd name="T27" fmla="*/ 386 h 583"/>
                    <a:gd name="T28" fmla="*/ 878 w 909"/>
                    <a:gd name="T29" fmla="*/ 382 h 583"/>
                    <a:gd name="T30" fmla="*/ 891 w 909"/>
                    <a:gd name="T31" fmla="*/ 373 h 583"/>
                    <a:gd name="T32" fmla="*/ 891 w 909"/>
                    <a:gd name="T33" fmla="*/ 371 h 583"/>
                    <a:gd name="T34" fmla="*/ 433 w 909"/>
                    <a:gd name="T35" fmla="*/ 369 h 583"/>
                    <a:gd name="T36" fmla="*/ 433 w 909"/>
                    <a:gd name="T37" fmla="*/ 366 h 583"/>
                    <a:gd name="T38" fmla="*/ 902 w 909"/>
                    <a:gd name="T39" fmla="*/ 344 h 583"/>
                    <a:gd name="T40" fmla="*/ 223 w 909"/>
                    <a:gd name="T41" fmla="*/ 338 h 583"/>
                    <a:gd name="T42" fmla="*/ 212 w 909"/>
                    <a:gd name="T43" fmla="*/ 318 h 583"/>
                    <a:gd name="T44" fmla="*/ 453 w 909"/>
                    <a:gd name="T45" fmla="*/ 285 h 583"/>
                    <a:gd name="T46" fmla="*/ 449 w 909"/>
                    <a:gd name="T47" fmla="*/ 281 h 583"/>
                    <a:gd name="T48" fmla="*/ 444 w 909"/>
                    <a:gd name="T49" fmla="*/ 258 h 583"/>
                    <a:gd name="T50" fmla="*/ 442 w 909"/>
                    <a:gd name="T51" fmla="*/ 256 h 583"/>
                    <a:gd name="T52" fmla="*/ 497 w 909"/>
                    <a:gd name="T53" fmla="*/ 250 h 583"/>
                    <a:gd name="T54" fmla="*/ 502 w 909"/>
                    <a:gd name="T55" fmla="*/ 252 h 583"/>
                    <a:gd name="T56" fmla="*/ 484 w 909"/>
                    <a:gd name="T57" fmla="*/ 243 h 583"/>
                    <a:gd name="T58" fmla="*/ 484 w 909"/>
                    <a:gd name="T59" fmla="*/ 243 h 583"/>
                    <a:gd name="T60" fmla="*/ 486 w 909"/>
                    <a:gd name="T61" fmla="*/ 239 h 583"/>
                    <a:gd name="T62" fmla="*/ 484 w 909"/>
                    <a:gd name="T63" fmla="*/ 239 h 583"/>
                    <a:gd name="T64" fmla="*/ 188 w 909"/>
                    <a:gd name="T65" fmla="*/ 221 h 583"/>
                    <a:gd name="T66" fmla="*/ 166 w 909"/>
                    <a:gd name="T67" fmla="*/ 179 h 583"/>
                    <a:gd name="T68" fmla="*/ 602 w 909"/>
                    <a:gd name="T69" fmla="*/ 157 h 583"/>
                    <a:gd name="T70" fmla="*/ 646 w 909"/>
                    <a:gd name="T71" fmla="*/ 137 h 583"/>
                    <a:gd name="T72" fmla="*/ 652 w 909"/>
                    <a:gd name="T73" fmla="*/ 133 h 583"/>
                    <a:gd name="T74" fmla="*/ 657 w 909"/>
                    <a:gd name="T75" fmla="*/ 122 h 583"/>
                    <a:gd name="T76" fmla="*/ 659 w 909"/>
                    <a:gd name="T77" fmla="*/ 119 h 583"/>
                    <a:gd name="T78" fmla="*/ 665 w 909"/>
                    <a:gd name="T79" fmla="*/ 112 h 583"/>
                    <a:gd name="T80" fmla="*/ 674 w 909"/>
                    <a:gd name="T81" fmla="*/ 108 h 583"/>
                    <a:gd name="T82" fmla="*/ 675 w 909"/>
                    <a:gd name="T83" fmla="*/ 108 h 583"/>
                    <a:gd name="T84" fmla="*/ 161 w 909"/>
                    <a:gd name="T85" fmla="*/ 95 h 583"/>
                    <a:gd name="T86" fmla="*/ 139 w 909"/>
                    <a:gd name="T87" fmla="*/ 88 h 583"/>
                    <a:gd name="T88" fmla="*/ 685 w 909"/>
                    <a:gd name="T89" fmla="*/ 77 h 583"/>
                    <a:gd name="T90" fmla="*/ 166 w 909"/>
                    <a:gd name="T91" fmla="*/ 75 h 583"/>
                    <a:gd name="T92" fmla="*/ 716 w 909"/>
                    <a:gd name="T93" fmla="*/ 69 h 583"/>
                    <a:gd name="T94" fmla="*/ 679 w 909"/>
                    <a:gd name="T95" fmla="*/ 62 h 583"/>
                    <a:gd name="T96" fmla="*/ 743 w 909"/>
                    <a:gd name="T97" fmla="*/ 49 h 583"/>
                    <a:gd name="T98" fmla="*/ 705 w 909"/>
                    <a:gd name="T99" fmla="*/ 46 h 583"/>
                    <a:gd name="T100" fmla="*/ 62 w 909"/>
                    <a:gd name="T101" fmla="*/ 44 h 583"/>
                    <a:gd name="T102" fmla="*/ 64 w 909"/>
                    <a:gd name="T103" fmla="*/ 42 h 583"/>
                    <a:gd name="T104" fmla="*/ 723 w 909"/>
                    <a:gd name="T105" fmla="*/ 27 h 583"/>
                    <a:gd name="T106" fmla="*/ 721 w 909"/>
                    <a:gd name="T107" fmla="*/ 16 h 583"/>
                    <a:gd name="T108" fmla="*/ 15 w 909"/>
                    <a:gd name="T109" fmla="*/ 15 h 583"/>
                    <a:gd name="T110" fmla="*/ 17 w 909"/>
                    <a:gd name="T111" fmla="*/ 15 h 583"/>
                    <a:gd name="T112" fmla="*/ 13 w 909"/>
                    <a:gd name="T113" fmla="*/ 13 h 583"/>
                    <a:gd name="T114" fmla="*/ 7 w 909"/>
                    <a:gd name="T115" fmla="*/ 11 h 583"/>
                    <a:gd name="T116" fmla="*/ 7 w 909"/>
                    <a:gd name="T117" fmla="*/ 11 h 583"/>
                    <a:gd name="T118" fmla="*/ 11 w 909"/>
                    <a:gd name="T119" fmla="*/ 6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9" h="583">
                      <a:moveTo>
                        <a:pt x="909" y="583"/>
                      </a:moveTo>
                      <a:lnTo>
                        <a:pt x="909" y="581"/>
                      </a:lnTo>
                      <a:lnTo>
                        <a:pt x="909" y="583"/>
                      </a:lnTo>
                      <a:close/>
                      <a:moveTo>
                        <a:pt x="360" y="532"/>
                      </a:moveTo>
                      <a:lnTo>
                        <a:pt x="358" y="532"/>
                      </a:lnTo>
                      <a:lnTo>
                        <a:pt x="360" y="532"/>
                      </a:lnTo>
                      <a:close/>
                      <a:moveTo>
                        <a:pt x="300" y="530"/>
                      </a:moveTo>
                      <a:lnTo>
                        <a:pt x="300" y="528"/>
                      </a:lnTo>
                      <a:lnTo>
                        <a:pt x="300" y="530"/>
                      </a:lnTo>
                      <a:close/>
                      <a:moveTo>
                        <a:pt x="380" y="523"/>
                      </a:moveTo>
                      <a:lnTo>
                        <a:pt x="380" y="521"/>
                      </a:lnTo>
                      <a:lnTo>
                        <a:pt x="380" y="523"/>
                      </a:lnTo>
                      <a:close/>
                      <a:moveTo>
                        <a:pt x="391" y="519"/>
                      </a:moveTo>
                      <a:lnTo>
                        <a:pt x="391" y="521"/>
                      </a:lnTo>
                      <a:lnTo>
                        <a:pt x="391" y="519"/>
                      </a:lnTo>
                      <a:close/>
                      <a:moveTo>
                        <a:pt x="289" y="494"/>
                      </a:moveTo>
                      <a:lnTo>
                        <a:pt x="289" y="492"/>
                      </a:lnTo>
                      <a:lnTo>
                        <a:pt x="289" y="494"/>
                      </a:lnTo>
                      <a:close/>
                      <a:moveTo>
                        <a:pt x="148" y="488"/>
                      </a:moveTo>
                      <a:lnTo>
                        <a:pt x="148" y="486"/>
                      </a:lnTo>
                      <a:lnTo>
                        <a:pt x="148" y="488"/>
                      </a:lnTo>
                      <a:close/>
                      <a:moveTo>
                        <a:pt x="195" y="486"/>
                      </a:moveTo>
                      <a:lnTo>
                        <a:pt x="195" y="488"/>
                      </a:lnTo>
                      <a:lnTo>
                        <a:pt x="195" y="486"/>
                      </a:lnTo>
                      <a:close/>
                      <a:moveTo>
                        <a:pt x="413" y="483"/>
                      </a:moveTo>
                      <a:lnTo>
                        <a:pt x="411" y="483"/>
                      </a:lnTo>
                      <a:lnTo>
                        <a:pt x="411" y="481"/>
                      </a:lnTo>
                      <a:lnTo>
                        <a:pt x="413" y="481"/>
                      </a:lnTo>
                      <a:lnTo>
                        <a:pt x="413" y="483"/>
                      </a:lnTo>
                      <a:close/>
                      <a:moveTo>
                        <a:pt x="411" y="481"/>
                      </a:moveTo>
                      <a:lnTo>
                        <a:pt x="413" y="481"/>
                      </a:lnTo>
                      <a:lnTo>
                        <a:pt x="411" y="481"/>
                      </a:lnTo>
                      <a:close/>
                      <a:moveTo>
                        <a:pt x="409" y="479"/>
                      </a:moveTo>
                      <a:lnTo>
                        <a:pt x="409" y="481"/>
                      </a:lnTo>
                      <a:lnTo>
                        <a:pt x="409" y="479"/>
                      </a:lnTo>
                      <a:close/>
                      <a:moveTo>
                        <a:pt x="278" y="464"/>
                      </a:moveTo>
                      <a:lnTo>
                        <a:pt x="276" y="464"/>
                      </a:lnTo>
                      <a:lnTo>
                        <a:pt x="278" y="462"/>
                      </a:lnTo>
                      <a:lnTo>
                        <a:pt x="278" y="464"/>
                      </a:lnTo>
                      <a:close/>
                      <a:moveTo>
                        <a:pt x="148" y="459"/>
                      </a:moveTo>
                      <a:lnTo>
                        <a:pt x="148" y="457"/>
                      </a:lnTo>
                      <a:lnTo>
                        <a:pt x="148" y="459"/>
                      </a:lnTo>
                      <a:close/>
                      <a:moveTo>
                        <a:pt x="141" y="448"/>
                      </a:moveTo>
                      <a:lnTo>
                        <a:pt x="139" y="448"/>
                      </a:lnTo>
                      <a:lnTo>
                        <a:pt x="141" y="448"/>
                      </a:lnTo>
                      <a:close/>
                      <a:moveTo>
                        <a:pt x="858" y="437"/>
                      </a:moveTo>
                      <a:lnTo>
                        <a:pt x="860" y="437"/>
                      </a:lnTo>
                      <a:lnTo>
                        <a:pt x="858" y="437"/>
                      </a:lnTo>
                      <a:close/>
                      <a:moveTo>
                        <a:pt x="873" y="435"/>
                      </a:moveTo>
                      <a:lnTo>
                        <a:pt x="871" y="435"/>
                      </a:lnTo>
                      <a:lnTo>
                        <a:pt x="873" y="435"/>
                      </a:lnTo>
                      <a:close/>
                      <a:moveTo>
                        <a:pt x="873" y="422"/>
                      </a:moveTo>
                      <a:lnTo>
                        <a:pt x="871" y="422"/>
                      </a:lnTo>
                      <a:lnTo>
                        <a:pt x="873" y="422"/>
                      </a:lnTo>
                      <a:close/>
                      <a:moveTo>
                        <a:pt x="878" y="413"/>
                      </a:moveTo>
                      <a:lnTo>
                        <a:pt x="878" y="415"/>
                      </a:lnTo>
                      <a:lnTo>
                        <a:pt x="878" y="413"/>
                      </a:lnTo>
                      <a:close/>
                      <a:moveTo>
                        <a:pt x="878" y="413"/>
                      </a:moveTo>
                      <a:lnTo>
                        <a:pt x="876" y="413"/>
                      </a:lnTo>
                      <a:lnTo>
                        <a:pt x="878" y="413"/>
                      </a:lnTo>
                      <a:close/>
                      <a:moveTo>
                        <a:pt x="889" y="411"/>
                      </a:moveTo>
                      <a:lnTo>
                        <a:pt x="887" y="411"/>
                      </a:lnTo>
                      <a:lnTo>
                        <a:pt x="887" y="409"/>
                      </a:lnTo>
                      <a:lnTo>
                        <a:pt x="889" y="409"/>
                      </a:lnTo>
                      <a:lnTo>
                        <a:pt x="889" y="411"/>
                      </a:lnTo>
                      <a:close/>
                      <a:moveTo>
                        <a:pt x="878" y="409"/>
                      </a:moveTo>
                      <a:lnTo>
                        <a:pt x="880" y="409"/>
                      </a:lnTo>
                      <a:lnTo>
                        <a:pt x="878" y="409"/>
                      </a:lnTo>
                      <a:close/>
                      <a:moveTo>
                        <a:pt x="878" y="395"/>
                      </a:moveTo>
                      <a:lnTo>
                        <a:pt x="878" y="393"/>
                      </a:lnTo>
                      <a:lnTo>
                        <a:pt x="878" y="395"/>
                      </a:lnTo>
                      <a:close/>
                      <a:moveTo>
                        <a:pt x="878" y="391"/>
                      </a:moveTo>
                      <a:lnTo>
                        <a:pt x="878" y="389"/>
                      </a:lnTo>
                      <a:lnTo>
                        <a:pt x="878" y="391"/>
                      </a:lnTo>
                      <a:close/>
                      <a:moveTo>
                        <a:pt x="239" y="389"/>
                      </a:moveTo>
                      <a:lnTo>
                        <a:pt x="239" y="391"/>
                      </a:lnTo>
                      <a:lnTo>
                        <a:pt x="239" y="389"/>
                      </a:lnTo>
                      <a:close/>
                      <a:moveTo>
                        <a:pt x="884" y="387"/>
                      </a:moveTo>
                      <a:lnTo>
                        <a:pt x="884" y="386"/>
                      </a:lnTo>
                      <a:lnTo>
                        <a:pt x="884" y="387"/>
                      </a:lnTo>
                      <a:close/>
                      <a:moveTo>
                        <a:pt x="237" y="386"/>
                      </a:moveTo>
                      <a:lnTo>
                        <a:pt x="239" y="386"/>
                      </a:lnTo>
                      <a:lnTo>
                        <a:pt x="237" y="386"/>
                      </a:lnTo>
                      <a:close/>
                      <a:moveTo>
                        <a:pt x="876" y="386"/>
                      </a:moveTo>
                      <a:lnTo>
                        <a:pt x="874" y="386"/>
                      </a:lnTo>
                      <a:lnTo>
                        <a:pt x="876" y="386"/>
                      </a:lnTo>
                      <a:close/>
                      <a:moveTo>
                        <a:pt x="884" y="384"/>
                      </a:moveTo>
                      <a:lnTo>
                        <a:pt x="884" y="382"/>
                      </a:lnTo>
                      <a:lnTo>
                        <a:pt x="884" y="384"/>
                      </a:lnTo>
                      <a:close/>
                      <a:moveTo>
                        <a:pt x="878" y="382"/>
                      </a:moveTo>
                      <a:lnTo>
                        <a:pt x="878" y="380"/>
                      </a:lnTo>
                      <a:lnTo>
                        <a:pt x="878" y="382"/>
                      </a:lnTo>
                      <a:close/>
                      <a:moveTo>
                        <a:pt x="232" y="377"/>
                      </a:moveTo>
                      <a:lnTo>
                        <a:pt x="232" y="378"/>
                      </a:lnTo>
                      <a:lnTo>
                        <a:pt x="232" y="377"/>
                      </a:lnTo>
                      <a:close/>
                      <a:moveTo>
                        <a:pt x="891" y="373"/>
                      </a:moveTo>
                      <a:lnTo>
                        <a:pt x="889" y="373"/>
                      </a:lnTo>
                      <a:lnTo>
                        <a:pt x="891" y="373"/>
                      </a:lnTo>
                      <a:close/>
                      <a:moveTo>
                        <a:pt x="232" y="373"/>
                      </a:moveTo>
                      <a:lnTo>
                        <a:pt x="232" y="371"/>
                      </a:lnTo>
                      <a:lnTo>
                        <a:pt x="232" y="373"/>
                      </a:lnTo>
                      <a:close/>
                      <a:moveTo>
                        <a:pt x="891" y="371"/>
                      </a:moveTo>
                      <a:lnTo>
                        <a:pt x="889" y="371"/>
                      </a:lnTo>
                      <a:lnTo>
                        <a:pt x="891" y="371"/>
                      </a:lnTo>
                      <a:close/>
                      <a:moveTo>
                        <a:pt x="234" y="369"/>
                      </a:moveTo>
                      <a:lnTo>
                        <a:pt x="232" y="369"/>
                      </a:lnTo>
                      <a:lnTo>
                        <a:pt x="234" y="369"/>
                      </a:lnTo>
                      <a:close/>
                      <a:moveTo>
                        <a:pt x="433" y="369"/>
                      </a:moveTo>
                      <a:lnTo>
                        <a:pt x="433" y="367"/>
                      </a:lnTo>
                      <a:lnTo>
                        <a:pt x="433" y="369"/>
                      </a:lnTo>
                      <a:close/>
                      <a:moveTo>
                        <a:pt x="433" y="366"/>
                      </a:moveTo>
                      <a:lnTo>
                        <a:pt x="431" y="367"/>
                      </a:lnTo>
                      <a:lnTo>
                        <a:pt x="431" y="366"/>
                      </a:lnTo>
                      <a:lnTo>
                        <a:pt x="433" y="366"/>
                      </a:lnTo>
                      <a:close/>
                      <a:moveTo>
                        <a:pt x="219" y="347"/>
                      </a:moveTo>
                      <a:lnTo>
                        <a:pt x="219" y="349"/>
                      </a:lnTo>
                      <a:lnTo>
                        <a:pt x="219" y="347"/>
                      </a:lnTo>
                      <a:close/>
                      <a:moveTo>
                        <a:pt x="902" y="344"/>
                      </a:moveTo>
                      <a:lnTo>
                        <a:pt x="900" y="344"/>
                      </a:lnTo>
                      <a:lnTo>
                        <a:pt x="902" y="344"/>
                      </a:lnTo>
                      <a:close/>
                      <a:moveTo>
                        <a:pt x="225" y="340"/>
                      </a:moveTo>
                      <a:lnTo>
                        <a:pt x="223" y="340"/>
                      </a:lnTo>
                      <a:lnTo>
                        <a:pt x="223" y="338"/>
                      </a:lnTo>
                      <a:lnTo>
                        <a:pt x="225" y="340"/>
                      </a:lnTo>
                      <a:close/>
                      <a:moveTo>
                        <a:pt x="223" y="340"/>
                      </a:moveTo>
                      <a:lnTo>
                        <a:pt x="223" y="338"/>
                      </a:lnTo>
                      <a:lnTo>
                        <a:pt x="223" y="340"/>
                      </a:lnTo>
                      <a:close/>
                      <a:moveTo>
                        <a:pt x="225" y="340"/>
                      </a:moveTo>
                      <a:lnTo>
                        <a:pt x="225" y="338"/>
                      </a:lnTo>
                      <a:lnTo>
                        <a:pt x="225" y="340"/>
                      </a:lnTo>
                      <a:close/>
                      <a:moveTo>
                        <a:pt x="214" y="318"/>
                      </a:moveTo>
                      <a:lnTo>
                        <a:pt x="212" y="318"/>
                      </a:lnTo>
                      <a:lnTo>
                        <a:pt x="214" y="318"/>
                      </a:lnTo>
                      <a:close/>
                      <a:moveTo>
                        <a:pt x="217" y="316"/>
                      </a:moveTo>
                      <a:lnTo>
                        <a:pt x="219" y="316"/>
                      </a:lnTo>
                      <a:lnTo>
                        <a:pt x="217" y="316"/>
                      </a:lnTo>
                      <a:close/>
                      <a:moveTo>
                        <a:pt x="455" y="285"/>
                      </a:moveTo>
                      <a:lnTo>
                        <a:pt x="453" y="285"/>
                      </a:lnTo>
                      <a:lnTo>
                        <a:pt x="455" y="285"/>
                      </a:lnTo>
                      <a:close/>
                      <a:moveTo>
                        <a:pt x="451" y="283"/>
                      </a:moveTo>
                      <a:lnTo>
                        <a:pt x="451" y="281"/>
                      </a:lnTo>
                      <a:lnTo>
                        <a:pt x="451" y="283"/>
                      </a:lnTo>
                      <a:close/>
                      <a:moveTo>
                        <a:pt x="451" y="283"/>
                      </a:moveTo>
                      <a:lnTo>
                        <a:pt x="449" y="281"/>
                      </a:lnTo>
                      <a:lnTo>
                        <a:pt x="451" y="283"/>
                      </a:lnTo>
                      <a:close/>
                      <a:moveTo>
                        <a:pt x="188" y="271"/>
                      </a:moveTo>
                      <a:lnTo>
                        <a:pt x="190" y="271"/>
                      </a:lnTo>
                      <a:lnTo>
                        <a:pt x="188" y="271"/>
                      </a:lnTo>
                      <a:close/>
                      <a:moveTo>
                        <a:pt x="444" y="260"/>
                      </a:moveTo>
                      <a:lnTo>
                        <a:pt x="444" y="258"/>
                      </a:lnTo>
                      <a:lnTo>
                        <a:pt x="444" y="260"/>
                      </a:lnTo>
                      <a:close/>
                      <a:moveTo>
                        <a:pt x="493" y="258"/>
                      </a:moveTo>
                      <a:lnTo>
                        <a:pt x="491" y="258"/>
                      </a:lnTo>
                      <a:lnTo>
                        <a:pt x="493" y="258"/>
                      </a:lnTo>
                      <a:close/>
                      <a:moveTo>
                        <a:pt x="442" y="258"/>
                      </a:moveTo>
                      <a:lnTo>
                        <a:pt x="442" y="256"/>
                      </a:lnTo>
                      <a:lnTo>
                        <a:pt x="442" y="258"/>
                      </a:lnTo>
                      <a:close/>
                      <a:moveTo>
                        <a:pt x="440" y="256"/>
                      </a:moveTo>
                      <a:lnTo>
                        <a:pt x="442" y="256"/>
                      </a:lnTo>
                      <a:lnTo>
                        <a:pt x="440" y="256"/>
                      </a:lnTo>
                      <a:close/>
                      <a:moveTo>
                        <a:pt x="497" y="252"/>
                      </a:moveTo>
                      <a:lnTo>
                        <a:pt x="497" y="250"/>
                      </a:lnTo>
                      <a:lnTo>
                        <a:pt x="497" y="252"/>
                      </a:lnTo>
                      <a:close/>
                      <a:moveTo>
                        <a:pt x="502" y="252"/>
                      </a:moveTo>
                      <a:lnTo>
                        <a:pt x="502" y="250"/>
                      </a:lnTo>
                      <a:lnTo>
                        <a:pt x="502" y="252"/>
                      </a:lnTo>
                      <a:close/>
                      <a:moveTo>
                        <a:pt x="502" y="250"/>
                      </a:moveTo>
                      <a:lnTo>
                        <a:pt x="502" y="252"/>
                      </a:lnTo>
                      <a:lnTo>
                        <a:pt x="502" y="250"/>
                      </a:lnTo>
                      <a:close/>
                      <a:moveTo>
                        <a:pt x="489" y="250"/>
                      </a:moveTo>
                      <a:lnTo>
                        <a:pt x="489" y="249"/>
                      </a:lnTo>
                      <a:lnTo>
                        <a:pt x="489" y="250"/>
                      </a:lnTo>
                      <a:close/>
                      <a:moveTo>
                        <a:pt x="486" y="243"/>
                      </a:moveTo>
                      <a:lnTo>
                        <a:pt x="484" y="243"/>
                      </a:lnTo>
                      <a:lnTo>
                        <a:pt x="486" y="243"/>
                      </a:lnTo>
                      <a:close/>
                      <a:moveTo>
                        <a:pt x="484" y="243"/>
                      </a:moveTo>
                      <a:lnTo>
                        <a:pt x="486" y="243"/>
                      </a:lnTo>
                      <a:lnTo>
                        <a:pt x="484" y="243"/>
                      </a:lnTo>
                      <a:lnTo>
                        <a:pt x="486" y="243"/>
                      </a:lnTo>
                      <a:lnTo>
                        <a:pt x="484" y="243"/>
                      </a:lnTo>
                      <a:close/>
                      <a:moveTo>
                        <a:pt x="486" y="241"/>
                      </a:moveTo>
                      <a:lnTo>
                        <a:pt x="484" y="241"/>
                      </a:lnTo>
                      <a:lnTo>
                        <a:pt x="486" y="241"/>
                      </a:lnTo>
                      <a:close/>
                      <a:moveTo>
                        <a:pt x="486" y="239"/>
                      </a:moveTo>
                      <a:lnTo>
                        <a:pt x="484" y="239"/>
                      </a:lnTo>
                      <a:lnTo>
                        <a:pt x="486" y="239"/>
                      </a:lnTo>
                      <a:close/>
                      <a:moveTo>
                        <a:pt x="484" y="239"/>
                      </a:moveTo>
                      <a:lnTo>
                        <a:pt x="484" y="238"/>
                      </a:lnTo>
                      <a:lnTo>
                        <a:pt x="484" y="239"/>
                      </a:lnTo>
                      <a:close/>
                      <a:moveTo>
                        <a:pt x="484" y="239"/>
                      </a:moveTo>
                      <a:lnTo>
                        <a:pt x="484" y="238"/>
                      </a:lnTo>
                      <a:lnTo>
                        <a:pt x="484" y="239"/>
                      </a:lnTo>
                      <a:close/>
                      <a:moveTo>
                        <a:pt x="469" y="223"/>
                      </a:moveTo>
                      <a:lnTo>
                        <a:pt x="467" y="223"/>
                      </a:lnTo>
                      <a:lnTo>
                        <a:pt x="467" y="221"/>
                      </a:lnTo>
                      <a:lnTo>
                        <a:pt x="469" y="223"/>
                      </a:lnTo>
                      <a:close/>
                      <a:moveTo>
                        <a:pt x="188" y="219"/>
                      </a:moveTo>
                      <a:lnTo>
                        <a:pt x="188" y="221"/>
                      </a:lnTo>
                      <a:lnTo>
                        <a:pt x="188" y="219"/>
                      </a:lnTo>
                      <a:close/>
                      <a:moveTo>
                        <a:pt x="170" y="196"/>
                      </a:moveTo>
                      <a:lnTo>
                        <a:pt x="170" y="194"/>
                      </a:lnTo>
                      <a:lnTo>
                        <a:pt x="170" y="196"/>
                      </a:lnTo>
                      <a:close/>
                      <a:moveTo>
                        <a:pt x="166" y="181"/>
                      </a:moveTo>
                      <a:lnTo>
                        <a:pt x="166" y="179"/>
                      </a:lnTo>
                      <a:lnTo>
                        <a:pt x="166" y="181"/>
                      </a:lnTo>
                      <a:close/>
                      <a:moveTo>
                        <a:pt x="602" y="157"/>
                      </a:moveTo>
                      <a:lnTo>
                        <a:pt x="602" y="155"/>
                      </a:lnTo>
                      <a:lnTo>
                        <a:pt x="602" y="157"/>
                      </a:lnTo>
                      <a:close/>
                      <a:moveTo>
                        <a:pt x="602" y="155"/>
                      </a:moveTo>
                      <a:lnTo>
                        <a:pt x="602" y="157"/>
                      </a:lnTo>
                      <a:lnTo>
                        <a:pt x="602" y="155"/>
                      </a:lnTo>
                      <a:close/>
                      <a:moveTo>
                        <a:pt x="602" y="157"/>
                      </a:moveTo>
                      <a:lnTo>
                        <a:pt x="602" y="155"/>
                      </a:lnTo>
                      <a:lnTo>
                        <a:pt x="602" y="157"/>
                      </a:lnTo>
                      <a:close/>
                      <a:moveTo>
                        <a:pt x="644" y="137"/>
                      </a:moveTo>
                      <a:lnTo>
                        <a:pt x="646" y="137"/>
                      </a:lnTo>
                      <a:lnTo>
                        <a:pt x="644" y="137"/>
                      </a:lnTo>
                      <a:close/>
                      <a:moveTo>
                        <a:pt x="652" y="135"/>
                      </a:moveTo>
                      <a:lnTo>
                        <a:pt x="650" y="135"/>
                      </a:lnTo>
                      <a:lnTo>
                        <a:pt x="652" y="135"/>
                      </a:lnTo>
                      <a:close/>
                      <a:moveTo>
                        <a:pt x="652" y="132"/>
                      </a:moveTo>
                      <a:lnTo>
                        <a:pt x="652" y="133"/>
                      </a:lnTo>
                      <a:lnTo>
                        <a:pt x="652" y="132"/>
                      </a:lnTo>
                      <a:close/>
                      <a:moveTo>
                        <a:pt x="654" y="128"/>
                      </a:moveTo>
                      <a:lnTo>
                        <a:pt x="655" y="128"/>
                      </a:lnTo>
                      <a:lnTo>
                        <a:pt x="654" y="128"/>
                      </a:lnTo>
                      <a:close/>
                      <a:moveTo>
                        <a:pt x="659" y="122"/>
                      </a:moveTo>
                      <a:lnTo>
                        <a:pt x="657" y="122"/>
                      </a:lnTo>
                      <a:lnTo>
                        <a:pt x="657" y="121"/>
                      </a:lnTo>
                      <a:lnTo>
                        <a:pt x="659" y="121"/>
                      </a:lnTo>
                      <a:lnTo>
                        <a:pt x="659" y="122"/>
                      </a:lnTo>
                      <a:close/>
                      <a:moveTo>
                        <a:pt x="659" y="119"/>
                      </a:moveTo>
                      <a:lnTo>
                        <a:pt x="657" y="119"/>
                      </a:lnTo>
                      <a:lnTo>
                        <a:pt x="659" y="119"/>
                      </a:lnTo>
                      <a:close/>
                      <a:moveTo>
                        <a:pt x="663" y="115"/>
                      </a:moveTo>
                      <a:lnTo>
                        <a:pt x="665" y="115"/>
                      </a:lnTo>
                      <a:lnTo>
                        <a:pt x="663" y="115"/>
                      </a:lnTo>
                      <a:close/>
                      <a:moveTo>
                        <a:pt x="665" y="112"/>
                      </a:moveTo>
                      <a:lnTo>
                        <a:pt x="663" y="112"/>
                      </a:lnTo>
                      <a:lnTo>
                        <a:pt x="665" y="112"/>
                      </a:lnTo>
                      <a:close/>
                      <a:moveTo>
                        <a:pt x="646" y="110"/>
                      </a:moveTo>
                      <a:lnTo>
                        <a:pt x="646" y="112"/>
                      </a:lnTo>
                      <a:lnTo>
                        <a:pt x="646" y="110"/>
                      </a:lnTo>
                      <a:close/>
                      <a:moveTo>
                        <a:pt x="674" y="108"/>
                      </a:moveTo>
                      <a:lnTo>
                        <a:pt x="672" y="108"/>
                      </a:lnTo>
                      <a:lnTo>
                        <a:pt x="674" y="108"/>
                      </a:lnTo>
                      <a:close/>
                      <a:moveTo>
                        <a:pt x="675" y="108"/>
                      </a:moveTo>
                      <a:lnTo>
                        <a:pt x="674" y="108"/>
                      </a:lnTo>
                      <a:lnTo>
                        <a:pt x="675" y="108"/>
                      </a:lnTo>
                      <a:close/>
                      <a:moveTo>
                        <a:pt x="675" y="108"/>
                      </a:moveTo>
                      <a:lnTo>
                        <a:pt x="675" y="106"/>
                      </a:lnTo>
                      <a:lnTo>
                        <a:pt x="675" y="108"/>
                      </a:lnTo>
                      <a:close/>
                      <a:moveTo>
                        <a:pt x="166" y="101"/>
                      </a:moveTo>
                      <a:lnTo>
                        <a:pt x="166" y="99"/>
                      </a:lnTo>
                      <a:lnTo>
                        <a:pt x="166" y="101"/>
                      </a:lnTo>
                      <a:close/>
                      <a:moveTo>
                        <a:pt x="161" y="95"/>
                      </a:moveTo>
                      <a:lnTo>
                        <a:pt x="161" y="93"/>
                      </a:lnTo>
                      <a:lnTo>
                        <a:pt x="161" y="95"/>
                      </a:lnTo>
                      <a:close/>
                      <a:moveTo>
                        <a:pt x="163" y="91"/>
                      </a:moveTo>
                      <a:lnTo>
                        <a:pt x="163" y="93"/>
                      </a:lnTo>
                      <a:lnTo>
                        <a:pt x="163" y="91"/>
                      </a:lnTo>
                      <a:close/>
                      <a:moveTo>
                        <a:pt x="139" y="88"/>
                      </a:moveTo>
                      <a:lnTo>
                        <a:pt x="141" y="88"/>
                      </a:lnTo>
                      <a:lnTo>
                        <a:pt x="139" y="88"/>
                      </a:lnTo>
                      <a:close/>
                      <a:moveTo>
                        <a:pt x="157" y="84"/>
                      </a:moveTo>
                      <a:lnTo>
                        <a:pt x="157" y="86"/>
                      </a:lnTo>
                      <a:lnTo>
                        <a:pt x="157" y="84"/>
                      </a:lnTo>
                      <a:close/>
                      <a:moveTo>
                        <a:pt x="685" y="77"/>
                      </a:moveTo>
                      <a:lnTo>
                        <a:pt x="683" y="77"/>
                      </a:lnTo>
                      <a:lnTo>
                        <a:pt x="685" y="77"/>
                      </a:lnTo>
                      <a:close/>
                      <a:moveTo>
                        <a:pt x="741" y="75"/>
                      </a:moveTo>
                      <a:lnTo>
                        <a:pt x="739" y="75"/>
                      </a:lnTo>
                      <a:lnTo>
                        <a:pt x="741" y="75"/>
                      </a:lnTo>
                      <a:close/>
                      <a:moveTo>
                        <a:pt x="166" y="75"/>
                      </a:moveTo>
                      <a:lnTo>
                        <a:pt x="166" y="73"/>
                      </a:lnTo>
                      <a:lnTo>
                        <a:pt x="166" y="75"/>
                      </a:lnTo>
                      <a:close/>
                      <a:moveTo>
                        <a:pt x="719" y="69"/>
                      </a:moveTo>
                      <a:lnTo>
                        <a:pt x="719" y="71"/>
                      </a:lnTo>
                      <a:lnTo>
                        <a:pt x="717" y="69"/>
                      </a:lnTo>
                      <a:lnTo>
                        <a:pt x="719" y="69"/>
                      </a:lnTo>
                      <a:close/>
                      <a:moveTo>
                        <a:pt x="716" y="68"/>
                      </a:moveTo>
                      <a:lnTo>
                        <a:pt x="716" y="69"/>
                      </a:lnTo>
                      <a:lnTo>
                        <a:pt x="716" y="68"/>
                      </a:lnTo>
                      <a:close/>
                      <a:moveTo>
                        <a:pt x="728" y="68"/>
                      </a:moveTo>
                      <a:lnTo>
                        <a:pt x="728" y="66"/>
                      </a:lnTo>
                      <a:lnTo>
                        <a:pt x="728" y="68"/>
                      </a:lnTo>
                      <a:close/>
                      <a:moveTo>
                        <a:pt x="681" y="62"/>
                      </a:moveTo>
                      <a:lnTo>
                        <a:pt x="679" y="62"/>
                      </a:lnTo>
                      <a:lnTo>
                        <a:pt x="681" y="62"/>
                      </a:lnTo>
                      <a:close/>
                      <a:moveTo>
                        <a:pt x="37" y="49"/>
                      </a:moveTo>
                      <a:lnTo>
                        <a:pt x="35" y="49"/>
                      </a:lnTo>
                      <a:lnTo>
                        <a:pt x="37" y="49"/>
                      </a:lnTo>
                      <a:close/>
                      <a:moveTo>
                        <a:pt x="745" y="48"/>
                      </a:moveTo>
                      <a:lnTo>
                        <a:pt x="743" y="49"/>
                      </a:lnTo>
                      <a:lnTo>
                        <a:pt x="743" y="48"/>
                      </a:lnTo>
                      <a:lnTo>
                        <a:pt x="745" y="48"/>
                      </a:lnTo>
                      <a:close/>
                      <a:moveTo>
                        <a:pt x="707" y="48"/>
                      </a:moveTo>
                      <a:lnTo>
                        <a:pt x="705" y="48"/>
                      </a:lnTo>
                      <a:lnTo>
                        <a:pt x="707" y="48"/>
                      </a:lnTo>
                      <a:close/>
                      <a:moveTo>
                        <a:pt x="705" y="46"/>
                      </a:moveTo>
                      <a:lnTo>
                        <a:pt x="705" y="48"/>
                      </a:lnTo>
                      <a:lnTo>
                        <a:pt x="705" y="46"/>
                      </a:lnTo>
                      <a:lnTo>
                        <a:pt x="705" y="48"/>
                      </a:lnTo>
                      <a:lnTo>
                        <a:pt x="705" y="46"/>
                      </a:lnTo>
                      <a:close/>
                      <a:moveTo>
                        <a:pt x="62" y="42"/>
                      </a:moveTo>
                      <a:lnTo>
                        <a:pt x="62" y="44"/>
                      </a:lnTo>
                      <a:lnTo>
                        <a:pt x="62" y="42"/>
                      </a:lnTo>
                      <a:close/>
                      <a:moveTo>
                        <a:pt x="62" y="42"/>
                      </a:moveTo>
                      <a:lnTo>
                        <a:pt x="64" y="42"/>
                      </a:lnTo>
                      <a:lnTo>
                        <a:pt x="62" y="42"/>
                      </a:lnTo>
                      <a:close/>
                      <a:moveTo>
                        <a:pt x="66" y="42"/>
                      </a:moveTo>
                      <a:lnTo>
                        <a:pt x="64" y="42"/>
                      </a:lnTo>
                      <a:lnTo>
                        <a:pt x="66" y="42"/>
                      </a:lnTo>
                      <a:close/>
                      <a:moveTo>
                        <a:pt x="73" y="37"/>
                      </a:moveTo>
                      <a:lnTo>
                        <a:pt x="73" y="38"/>
                      </a:lnTo>
                      <a:lnTo>
                        <a:pt x="73" y="37"/>
                      </a:lnTo>
                      <a:close/>
                      <a:moveTo>
                        <a:pt x="723" y="29"/>
                      </a:moveTo>
                      <a:lnTo>
                        <a:pt x="723" y="27"/>
                      </a:lnTo>
                      <a:lnTo>
                        <a:pt x="723" y="29"/>
                      </a:lnTo>
                      <a:close/>
                      <a:moveTo>
                        <a:pt x="17" y="18"/>
                      </a:moveTo>
                      <a:lnTo>
                        <a:pt x="15" y="18"/>
                      </a:lnTo>
                      <a:lnTo>
                        <a:pt x="17" y="18"/>
                      </a:lnTo>
                      <a:close/>
                      <a:moveTo>
                        <a:pt x="721" y="15"/>
                      </a:moveTo>
                      <a:lnTo>
                        <a:pt x="721" y="16"/>
                      </a:lnTo>
                      <a:lnTo>
                        <a:pt x="721" y="15"/>
                      </a:lnTo>
                      <a:close/>
                      <a:moveTo>
                        <a:pt x="17" y="15"/>
                      </a:moveTo>
                      <a:lnTo>
                        <a:pt x="15" y="15"/>
                      </a:lnTo>
                      <a:lnTo>
                        <a:pt x="17" y="15"/>
                      </a:lnTo>
                      <a:close/>
                      <a:moveTo>
                        <a:pt x="17" y="15"/>
                      </a:moveTo>
                      <a:lnTo>
                        <a:pt x="15" y="15"/>
                      </a:lnTo>
                      <a:lnTo>
                        <a:pt x="17" y="15"/>
                      </a:lnTo>
                      <a:close/>
                      <a:moveTo>
                        <a:pt x="13" y="15"/>
                      </a:moveTo>
                      <a:lnTo>
                        <a:pt x="11" y="15"/>
                      </a:lnTo>
                      <a:lnTo>
                        <a:pt x="13" y="15"/>
                      </a:lnTo>
                      <a:close/>
                      <a:moveTo>
                        <a:pt x="15" y="13"/>
                      </a:moveTo>
                      <a:lnTo>
                        <a:pt x="17" y="15"/>
                      </a:lnTo>
                      <a:lnTo>
                        <a:pt x="15" y="15"/>
                      </a:lnTo>
                      <a:lnTo>
                        <a:pt x="17" y="15"/>
                      </a:lnTo>
                      <a:lnTo>
                        <a:pt x="15" y="15"/>
                      </a:lnTo>
                      <a:lnTo>
                        <a:pt x="15" y="13"/>
                      </a:lnTo>
                      <a:close/>
                      <a:moveTo>
                        <a:pt x="15" y="13"/>
                      </a:moveTo>
                      <a:lnTo>
                        <a:pt x="13" y="13"/>
                      </a:lnTo>
                      <a:lnTo>
                        <a:pt x="15" y="13"/>
                      </a:lnTo>
                      <a:close/>
                      <a:moveTo>
                        <a:pt x="7" y="11"/>
                      </a:moveTo>
                      <a:lnTo>
                        <a:pt x="7" y="13"/>
                      </a:lnTo>
                      <a:lnTo>
                        <a:pt x="7" y="11"/>
                      </a:lnTo>
                      <a:lnTo>
                        <a:pt x="7" y="13"/>
                      </a:lnTo>
                      <a:lnTo>
                        <a:pt x="7" y="11"/>
                      </a:lnTo>
                      <a:close/>
                      <a:moveTo>
                        <a:pt x="11" y="11"/>
                      </a:moveTo>
                      <a:lnTo>
                        <a:pt x="11" y="9"/>
                      </a:lnTo>
                      <a:lnTo>
                        <a:pt x="11" y="11"/>
                      </a:lnTo>
                      <a:close/>
                      <a:moveTo>
                        <a:pt x="7" y="11"/>
                      </a:moveTo>
                      <a:lnTo>
                        <a:pt x="7" y="9"/>
                      </a:lnTo>
                      <a:lnTo>
                        <a:pt x="7" y="11"/>
                      </a:lnTo>
                      <a:close/>
                      <a:moveTo>
                        <a:pt x="2" y="6"/>
                      </a:moveTo>
                      <a:lnTo>
                        <a:pt x="0" y="6"/>
                      </a:lnTo>
                      <a:lnTo>
                        <a:pt x="2" y="6"/>
                      </a:lnTo>
                      <a:close/>
                      <a:moveTo>
                        <a:pt x="11" y="6"/>
                      </a:moveTo>
                      <a:lnTo>
                        <a:pt x="9" y="6"/>
                      </a:lnTo>
                      <a:lnTo>
                        <a:pt x="11" y="6"/>
                      </a:lnTo>
                      <a:lnTo>
                        <a:pt x="11" y="4"/>
                      </a:lnTo>
                      <a:lnTo>
                        <a:pt x="11" y="6"/>
                      </a:lnTo>
                      <a:close/>
                      <a:moveTo>
                        <a:pt x="9" y="0"/>
                      </a:moveTo>
                      <a:lnTo>
                        <a:pt x="11" y="0"/>
                      </a:lnTo>
                      <a:lnTo>
                        <a:pt x="9"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6" name="Freeform 39">
                  <a:extLst>
                    <a:ext uri="{FF2B5EF4-FFF2-40B4-BE49-F238E27FC236}">
                      <a16:creationId xmlns:a16="http://schemas.microsoft.com/office/drawing/2014/main" id="{F914B369-89C7-A5E6-D870-9A7CA70EF095}"/>
                    </a:ext>
                  </a:extLst>
                </p:cNvPr>
                <p:cNvSpPr>
                  <a:spLocks noEditPoints="1"/>
                </p:cNvSpPr>
                <p:nvPr/>
              </p:nvSpPr>
              <p:spPr bwMode="auto">
                <a:xfrm>
                  <a:off x="5947008" y="4909818"/>
                  <a:ext cx="1664447" cy="809633"/>
                </a:xfrm>
                <a:custGeom>
                  <a:avLst/>
                  <a:gdLst>
                    <a:gd name="T0" fmla="*/ 553 w 921"/>
                    <a:gd name="T1" fmla="*/ 426 h 448"/>
                    <a:gd name="T2" fmla="*/ 562 w 921"/>
                    <a:gd name="T3" fmla="*/ 441 h 448"/>
                    <a:gd name="T4" fmla="*/ 538 w 921"/>
                    <a:gd name="T5" fmla="*/ 446 h 448"/>
                    <a:gd name="T6" fmla="*/ 527 w 921"/>
                    <a:gd name="T7" fmla="*/ 435 h 448"/>
                    <a:gd name="T8" fmla="*/ 511 w 921"/>
                    <a:gd name="T9" fmla="*/ 430 h 448"/>
                    <a:gd name="T10" fmla="*/ 500 w 921"/>
                    <a:gd name="T11" fmla="*/ 417 h 448"/>
                    <a:gd name="T12" fmla="*/ 527 w 921"/>
                    <a:gd name="T13" fmla="*/ 413 h 448"/>
                    <a:gd name="T14" fmla="*/ 471 w 921"/>
                    <a:gd name="T15" fmla="*/ 379 h 448"/>
                    <a:gd name="T16" fmla="*/ 485 w 921"/>
                    <a:gd name="T17" fmla="*/ 380 h 448"/>
                    <a:gd name="T18" fmla="*/ 494 w 921"/>
                    <a:gd name="T19" fmla="*/ 377 h 448"/>
                    <a:gd name="T20" fmla="*/ 502 w 921"/>
                    <a:gd name="T21" fmla="*/ 388 h 448"/>
                    <a:gd name="T22" fmla="*/ 500 w 921"/>
                    <a:gd name="T23" fmla="*/ 391 h 448"/>
                    <a:gd name="T24" fmla="*/ 494 w 921"/>
                    <a:gd name="T25" fmla="*/ 393 h 448"/>
                    <a:gd name="T26" fmla="*/ 478 w 921"/>
                    <a:gd name="T27" fmla="*/ 397 h 448"/>
                    <a:gd name="T28" fmla="*/ 472 w 921"/>
                    <a:gd name="T29" fmla="*/ 393 h 448"/>
                    <a:gd name="T30" fmla="*/ 452 w 921"/>
                    <a:gd name="T31" fmla="*/ 399 h 448"/>
                    <a:gd name="T32" fmla="*/ 427 w 921"/>
                    <a:gd name="T33" fmla="*/ 404 h 448"/>
                    <a:gd name="T34" fmla="*/ 418 w 921"/>
                    <a:gd name="T35" fmla="*/ 395 h 448"/>
                    <a:gd name="T36" fmla="*/ 427 w 921"/>
                    <a:gd name="T37" fmla="*/ 384 h 448"/>
                    <a:gd name="T38" fmla="*/ 440 w 921"/>
                    <a:gd name="T39" fmla="*/ 380 h 448"/>
                    <a:gd name="T40" fmla="*/ 456 w 921"/>
                    <a:gd name="T41" fmla="*/ 391 h 448"/>
                    <a:gd name="T42" fmla="*/ 465 w 921"/>
                    <a:gd name="T43" fmla="*/ 384 h 448"/>
                    <a:gd name="T44" fmla="*/ 456 w 921"/>
                    <a:gd name="T45" fmla="*/ 370 h 448"/>
                    <a:gd name="T46" fmla="*/ 890 w 921"/>
                    <a:gd name="T47" fmla="*/ 185 h 448"/>
                    <a:gd name="T48" fmla="*/ 912 w 921"/>
                    <a:gd name="T49" fmla="*/ 194 h 448"/>
                    <a:gd name="T50" fmla="*/ 920 w 921"/>
                    <a:gd name="T51" fmla="*/ 218 h 448"/>
                    <a:gd name="T52" fmla="*/ 890 w 921"/>
                    <a:gd name="T53" fmla="*/ 203 h 448"/>
                    <a:gd name="T54" fmla="*/ 876 w 921"/>
                    <a:gd name="T55" fmla="*/ 201 h 448"/>
                    <a:gd name="T56" fmla="*/ 850 w 921"/>
                    <a:gd name="T57" fmla="*/ 194 h 448"/>
                    <a:gd name="T58" fmla="*/ 830 w 921"/>
                    <a:gd name="T59" fmla="*/ 194 h 448"/>
                    <a:gd name="T60" fmla="*/ 817 w 921"/>
                    <a:gd name="T61" fmla="*/ 203 h 448"/>
                    <a:gd name="T62" fmla="*/ 823 w 921"/>
                    <a:gd name="T63" fmla="*/ 189 h 448"/>
                    <a:gd name="T64" fmla="*/ 841 w 921"/>
                    <a:gd name="T65" fmla="*/ 181 h 448"/>
                    <a:gd name="T66" fmla="*/ 863 w 921"/>
                    <a:gd name="T67" fmla="*/ 183 h 448"/>
                    <a:gd name="T68" fmla="*/ 33 w 921"/>
                    <a:gd name="T69" fmla="*/ 139 h 448"/>
                    <a:gd name="T70" fmla="*/ 38 w 921"/>
                    <a:gd name="T71" fmla="*/ 154 h 448"/>
                    <a:gd name="T72" fmla="*/ 62 w 921"/>
                    <a:gd name="T73" fmla="*/ 172 h 448"/>
                    <a:gd name="T74" fmla="*/ 55 w 921"/>
                    <a:gd name="T75" fmla="*/ 189 h 448"/>
                    <a:gd name="T76" fmla="*/ 34 w 921"/>
                    <a:gd name="T77" fmla="*/ 181 h 448"/>
                    <a:gd name="T78" fmla="*/ 25 w 921"/>
                    <a:gd name="T79" fmla="*/ 159 h 448"/>
                    <a:gd name="T80" fmla="*/ 11 w 921"/>
                    <a:gd name="T81" fmla="*/ 156 h 448"/>
                    <a:gd name="T82" fmla="*/ 11 w 921"/>
                    <a:gd name="T83" fmla="*/ 141 h 448"/>
                    <a:gd name="T84" fmla="*/ 20 w 921"/>
                    <a:gd name="T85" fmla="*/ 139 h 448"/>
                    <a:gd name="T86" fmla="*/ 24 w 921"/>
                    <a:gd name="T87" fmla="*/ 134 h 448"/>
                    <a:gd name="T88" fmla="*/ 816 w 921"/>
                    <a:gd name="T89" fmla="*/ 15 h 448"/>
                    <a:gd name="T90" fmla="*/ 816 w 921"/>
                    <a:gd name="T91" fmla="*/ 37 h 448"/>
                    <a:gd name="T92" fmla="*/ 808 w 921"/>
                    <a:gd name="T93" fmla="*/ 50 h 448"/>
                    <a:gd name="T94" fmla="*/ 825 w 921"/>
                    <a:gd name="T95" fmla="*/ 39 h 448"/>
                    <a:gd name="T96" fmla="*/ 845 w 921"/>
                    <a:gd name="T97" fmla="*/ 22 h 448"/>
                    <a:gd name="T98" fmla="*/ 843 w 921"/>
                    <a:gd name="T99" fmla="*/ 37 h 448"/>
                    <a:gd name="T100" fmla="*/ 827 w 921"/>
                    <a:gd name="T101" fmla="*/ 50 h 448"/>
                    <a:gd name="T102" fmla="*/ 841 w 921"/>
                    <a:gd name="T103" fmla="*/ 59 h 448"/>
                    <a:gd name="T104" fmla="*/ 843 w 921"/>
                    <a:gd name="T105" fmla="*/ 68 h 448"/>
                    <a:gd name="T106" fmla="*/ 816 w 921"/>
                    <a:gd name="T107" fmla="*/ 66 h 448"/>
                    <a:gd name="T108" fmla="*/ 821 w 921"/>
                    <a:gd name="T109" fmla="*/ 94 h 448"/>
                    <a:gd name="T110" fmla="*/ 832 w 921"/>
                    <a:gd name="T111" fmla="*/ 112 h 448"/>
                    <a:gd name="T112" fmla="*/ 817 w 921"/>
                    <a:gd name="T113" fmla="*/ 101 h 448"/>
                    <a:gd name="T114" fmla="*/ 808 w 921"/>
                    <a:gd name="T115" fmla="*/ 73 h 448"/>
                    <a:gd name="T116" fmla="*/ 803 w 921"/>
                    <a:gd name="T117" fmla="*/ 55 h 448"/>
                    <a:gd name="T118" fmla="*/ 799 w 921"/>
                    <a:gd name="T119" fmla="*/ 42 h 448"/>
                    <a:gd name="T120" fmla="*/ 803 w 921"/>
                    <a:gd name="T121" fmla="*/ 20 h 448"/>
                    <a:gd name="T122" fmla="*/ 810 w 921"/>
                    <a:gd name="T123" fmla="*/ 9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1" h="448">
                      <a:moveTo>
                        <a:pt x="535" y="415"/>
                      </a:moveTo>
                      <a:lnTo>
                        <a:pt x="535" y="417"/>
                      </a:lnTo>
                      <a:lnTo>
                        <a:pt x="536" y="417"/>
                      </a:lnTo>
                      <a:lnTo>
                        <a:pt x="536" y="419"/>
                      </a:lnTo>
                      <a:lnTo>
                        <a:pt x="538" y="419"/>
                      </a:lnTo>
                      <a:lnTo>
                        <a:pt x="540" y="419"/>
                      </a:lnTo>
                      <a:lnTo>
                        <a:pt x="540" y="421"/>
                      </a:lnTo>
                      <a:lnTo>
                        <a:pt x="542" y="421"/>
                      </a:lnTo>
                      <a:lnTo>
                        <a:pt x="542" y="423"/>
                      </a:lnTo>
                      <a:lnTo>
                        <a:pt x="542" y="424"/>
                      </a:lnTo>
                      <a:lnTo>
                        <a:pt x="544" y="424"/>
                      </a:lnTo>
                      <a:lnTo>
                        <a:pt x="544" y="426"/>
                      </a:lnTo>
                      <a:lnTo>
                        <a:pt x="544" y="424"/>
                      </a:lnTo>
                      <a:lnTo>
                        <a:pt x="545" y="424"/>
                      </a:lnTo>
                      <a:lnTo>
                        <a:pt x="547" y="424"/>
                      </a:lnTo>
                      <a:lnTo>
                        <a:pt x="549" y="424"/>
                      </a:lnTo>
                      <a:lnTo>
                        <a:pt x="549" y="423"/>
                      </a:lnTo>
                      <a:lnTo>
                        <a:pt x="549" y="424"/>
                      </a:lnTo>
                      <a:lnTo>
                        <a:pt x="551" y="424"/>
                      </a:lnTo>
                      <a:lnTo>
                        <a:pt x="551" y="426"/>
                      </a:lnTo>
                      <a:lnTo>
                        <a:pt x="553" y="426"/>
                      </a:lnTo>
                      <a:lnTo>
                        <a:pt x="553" y="428"/>
                      </a:lnTo>
                      <a:lnTo>
                        <a:pt x="555" y="428"/>
                      </a:lnTo>
                      <a:lnTo>
                        <a:pt x="555" y="430"/>
                      </a:lnTo>
                      <a:lnTo>
                        <a:pt x="555" y="432"/>
                      </a:lnTo>
                      <a:lnTo>
                        <a:pt x="556" y="432"/>
                      </a:lnTo>
                      <a:lnTo>
                        <a:pt x="556" y="433"/>
                      </a:lnTo>
                      <a:lnTo>
                        <a:pt x="558" y="433"/>
                      </a:lnTo>
                      <a:lnTo>
                        <a:pt x="558" y="435"/>
                      </a:lnTo>
                      <a:lnTo>
                        <a:pt x="560" y="435"/>
                      </a:lnTo>
                      <a:lnTo>
                        <a:pt x="560" y="433"/>
                      </a:lnTo>
                      <a:lnTo>
                        <a:pt x="560" y="435"/>
                      </a:lnTo>
                      <a:lnTo>
                        <a:pt x="562" y="435"/>
                      </a:lnTo>
                      <a:lnTo>
                        <a:pt x="562" y="437"/>
                      </a:lnTo>
                      <a:lnTo>
                        <a:pt x="564" y="437"/>
                      </a:lnTo>
                      <a:lnTo>
                        <a:pt x="562" y="437"/>
                      </a:lnTo>
                      <a:lnTo>
                        <a:pt x="564" y="437"/>
                      </a:lnTo>
                      <a:lnTo>
                        <a:pt x="564" y="439"/>
                      </a:lnTo>
                      <a:lnTo>
                        <a:pt x="564" y="441"/>
                      </a:lnTo>
                      <a:lnTo>
                        <a:pt x="562" y="441"/>
                      </a:lnTo>
                      <a:lnTo>
                        <a:pt x="564" y="441"/>
                      </a:lnTo>
                      <a:lnTo>
                        <a:pt x="562" y="441"/>
                      </a:lnTo>
                      <a:lnTo>
                        <a:pt x="562" y="443"/>
                      </a:lnTo>
                      <a:lnTo>
                        <a:pt x="560" y="443"/>
                      </a:lnTo>
                      <a:lnTo>
                        <a:pt x="560" y="444"/>
                      </a:lnTo>
                      <a:lnTo>
                        <a:pt x="558" y="444"/>
                      </a:lnTo>
                      <a:lnTo>
                        <a:pt x="556" y="446"/>
                      </a:lnTo>
                      <a:lnTo>
                        <a:pt x="556" y="444"/>
                      </a:lnTo>
                      <a:lnTo>
                        <a:pt x="556" y="446"/>
                      </a:lnTo>
                      <a:lnTo>
                        <a:pt x="555" y="446"/>
                      </a:lnTo>
                      <a:lnTo>
                        <a:pt x="553" y="446"/>
                      </a:lnTo>
                      <a:lnTo>
                        <a:pt x="551" y="446"/>
                      </a:lnTo>
                      <a:lnTo>
                        <a:pt x="549" y="446"/>
                      </a:lnTo>
                      <a:lnTo>
                        <a:pt x="549" y="448"/>
                      </a:lnTo>
                      <a:lnTo>
                        <a:pt x="547" y="448"/>
                      </a:lnTo>
                      <a:lnTo>
                        <a:pt x="547" y="446"/>
                      </a:lnTo>
                      <a:lnTo>
                        <a:pt x="545" y="446"/>
                      </a:lnTo>
                      <a:lnTo>
                        <a:pt x="544" y="446"/>
                      </a:lnTo>
                      <a:lnTo>
                        <a:pt x="542" y="446"/>
                      </a:lnTo>
                      <a:lnTo>
                        <a:pt x="540" y="446"/>
                      </a:lnTo>
                      <a:lnTo>
                        <a:pt x="540" y="444"/>
                      </a:lnTo>
                      <a:lnTo>
                        <a:pt x="540" y="446"/>
                      </a:lnTo>
                      <a:lnTo>
                        <a:pt x="538" y="446"/>
                      </a:lnTo>
                      <a:lnTo>
                        <a:pt x="538" y="444"/>
                      </a:lnTo>
                      <a:lnTo>
                        <a:pt x="536" y="443"/>
                      </a:lnTo>
                      <a:lnTo>
                        <a:pt x="536" y="444"/>
                      </a:lnTo>
                      <a:lnTo>
                        <a:pt x="536" y="443"/>
                      </a:lnTo>
                      <a:lnTo>
                        <a:pt x="535" y="443"/>
                      </a:lnTo>
                      <a:lnTo>
                        <a:pt x="535" y="441"/>
                      </a:lnTo>
                      <a:lnTo>
                        <a:pt x="535" y="443"/>
                      </a:lnTo>
                      <a:lnTo>
                        <a:pt x="535" y="441"/>
                      </a:lnTo>
                      <a:lnTo>
                        <a:pt x="533" y="441"/>
                      </a:lnTo>
                      <a:lnTo>
                        <a:pt x="533" y="443"/>
                      </a:lnTo>
                      <a:lnTo>
                        <a:pt x="533" y="441"/>
                      </a:lnTo>
                      <a:lnTo>
                        <a:pt x="535" y="441"/>
                      </a:lnTo>
                      <a:lnTo>
                        <a:pt x="533" y="441"/>
                      </a:lnTo>
                      <a:lnTo>
                        <a:pt x="533" y="439"/>
                      </a:lnTo>
                      <a:lnTo>
                        <a:pt x="533" y="437"/>
                      </a:lnTo>
                      <a:lnTo>
                        <a:pt x="531" y="437"/>
                      </a:lnTo>
                      <a:lnTo>
                        <a:pt x="529" y="437"/>
                      </a:lnTo>
                      <a:lnTo>
                        <a:pt x="529" y="435"/>
                      </a:lnTo>
                      <a:lnTo>
                        <a:pt x="527" y="435"/>
                      </a:lnTo>
                      <a:lnTo>
                        <a:pt x="529" y="435"/>
                      </a:lnTo>
                      <a:lnTo>
                        <a:pt x="527" y="435"/>
                      </a:lnTo>
                      <a:lnTo>
                        <a:pt x="527" y="433"/>
                      </a:lnTo>
                      <a:lnTo>
                        <a:pt x="527" y="435"/>
                      </a:lnTo>
                      <a:lnTo>
                        <a:pt x="527" y="433"/>
                      </a:lnTo>
                      <a:lnTo>
                        <a:pt x="527" y="435"/>
                      </a:lnTo>
                      <a:lnTo>
                        <a:pt x="525" y="433"/>
                      </a:lnTo>
                      <a:lnTo>
                        <a:pt x="525" y="435"/>
                      </a:lnTo>
                      <a:lnTo>
                        <a:pt x="525" y="433"/>
                      </a:lnTo>
                      <a:lnTo>
                        <a:pt x="524" y="433"/>
                      </a:lnTo>
                      <a:lnTo>
                        <a:pt x="524" y="432"/>
                      </a:lnTo>
                      <a:lnTo>
                        <a:pt x="522" y="432"/>
                      </a:lnTo>
                      <a:lnTo>
                        <a:pt x="522" y="430"/>
                      </a:lnTo>
                      <a:lnTo>
                        <a:pt x="520" y="430"/>
                      </a:lnTo>
                      <a:lnTo>
                        <a:pt x="520" y="428"/>
                      </a:lnTo>
                      <a:lnTo>
                        <a:pt x="518" y="430"/>
                      </a:lnTo>
                      <a:lnTo>
                        <a:pt x="518" y="428"/>
                      </a:lnTo>
                      <a:lnTo>
                        <a:pt x="518" y="430"/>
                      </a:lnTo>
                      <a:lnTo>
                        <a:pt x="516" y="428"/>
                      </a:lnTo>
                      <a:lnTo>
                        <a:pt x="514" y="428"/>
                      </a:lnTo>
                      <a:lnTo>
                        <a:pt x="513" y="428"/>
                      </a:lnTo>
                      <a:lnTo>
                        <a:pt x="513" y="430"/>
                      </a:lnTo>
                      <a:lnTo>
                        <a:pt x="511" y="430"/>
                      </a:lnTo>
                      <a:lnTo>
                        <a:pt x="511" y="428"/>
                      </a:lnTo>
                      <a:lnTo>
                        <a:pt x="509" y="428"/>
                      </a:lnTo>
                      <a:lnTo>
                        <a:pt x="509" y="430"/>
                      </a:lnTo>
                      <a:lnTo>
                        <a:pt x="509" y="428"/>
                      </a:lnTo>
                      <a:lnTo>
                        <a:pt x="507" y="428"/>
                      </a:lnTo>
                      <a:lnTo>
                        <a:pt x="505" y="428"/>
                      </a:lnTo>
                      <a:lnTo>
                        <a:pt x="504" y="428"/>
                      </a:lnTo>
                      <a:lnTo>
                        <a:pt x="502" y="428"/>
                      </a:lnTo>
                      <a:lnTo>
                        <a:pt x="502" y="426"/>
                      </a:lnTo>
                      <a:lnTo>
                        <a:pt x="500" y="426"/>
                      </a:lnTo>
                      <a:lnTo>
                        <a:pt x="498" y="426"/>
                      </a:lnTo>
                      <a:lnTo>
                        <a:pt x="498" y="424"/>
                      </a:lnTo>
                      <a:lnTo>
                        <a:pt x="496" y="424"/>
                      </a:lnTo>
                      <a:lnTo>
                        <a:pt x="496" y="423"/>
                      </a:lnTo>
                      <a:lnTo>
                        <a:pt x="494" y="423"/>
                      </a:lnTo>
                      <a:lnTo>
                        <a:pt x="494" y="421"/>
                      </a:lnTo>
                      <a:lnTo>
                        <a:pt x="494" y="419"/>
                      </a:lnTo>
                      <a:lnTo>
                        <a:pt x="496" y="419"/>
                      </a:lnTo>
                      <a:lnTo>
                        <a:pt x="496" y="417"/>
                      </a:lnTo>
                      <a:lnTo>
                        <a:pt x="498" y="417"/>
                      </a:lnTo>
                      <a:lnTo>
                        <a:pt x="500" y="417"/>
                      </a:lnTo>
                      <a:lnTo>
                        <a:pt x="502" y="417"/>
                      </a:lnTo>
                      <a:lnTo>
                        <a:pt x="502" y="415"/>
                      </a:lnTo>
                      <a:lnTo>
                        <a:pt x="504" y="415"/>
                      </a:lnTo>
                      <a:lnTo>
                        <a:pt x="505" y="415"/>
                      </a:lnTo>
                      <a:lnTo>
                        <a:pt x="507" y="415"/>
                      </a:lnTo>
                      <a:lnTo>
                        <a:pt x="507" y="413"/>
                      </a:lnTo>
                      <a:lnTo>
                        <a:pt x="509" y="413"/>
                      </a:lnTo>
                      <a:lnTo>
                        <a:pt x="509" y="415"/>
                      </a:lnTo>
                      <a:lnTo>
                        <a:pt x="511" y="415"/>
                      </a:lnTo>
                      <a:lnTo>
                        <a:pt x="513" y="415"/>
                      </a:lnTo>
                      <a:lnTo>
                        <a:pt x="514" y="413"/>
                      </a:lnTo>
                      <a:lnTo>
                        <a:pt x="514" y="415"/>
                      </a:lnTo>
                      <a:lnTo>
                        <a:pt x="516" y="415"/>
                      </a:lnTo>
                      <a:lnTo>
                        <a:pt x="518" y="413"/>
                      </a:lnTo>
                      <a:lnTo>
                        <a:pt x="520" y="413"/>
                      </a:lnTo>
                      <a:lnTo>
                        <a:pt x="520" y="415"/>
                      </a:lnTo>
                      <a:lnTo>
                        <a:pt x="522" y="415"/>
                      </a:lnTo>
                      <a:lnTo>
                        <a:pt x="524" y="415"/>
                      </a:lnTo>
                      <a:lnTo>
                        <a:pt x="525" y="415"/>
                      </a:lnTo>
                      <a:lnTo>
                        <a:pt x="527" y="415"/>
                      </a:lnTo>
                      <a:lnTo>
                        <a:pt x="527" y="413"/>
                      </a:lnTo>
                      <a:lnTo>
                        <a:pt x="529" y="413"/>
                      </a:lnTo>
                      <a:lnTo>
                        <a:pt x="529" y="412"/>
                      </a:lnTo>
                      <a:lnTo>
                        <a:pt x="531" y="412"/>
                      </a:lnTo>
                      <a:lnTo>
                        <a:pt x="531" y="413"/>
                      </a:lnTo>
                      <a:lnTo>
                        <a:pt x="533" y="413"/>
                      </a:lnTo>
                      <a:lnTo>
                        <a:pt x="533" y="415"/>
                      </a:lnTo>
                      <a:lnTo>
                        <a:pt x="535" y="415"/>
                      </a:lnTo>
                      <a:close/>
                      <a:moveTo>
                        <a:pt x="460" y="370"/>
                      </a:moveTo>
                      <a:lnTo>
                        <a:pt x="462" y="370"/>
                      </a:lnTo>
                      <a:lnTo>
                        <a:pt x="463" y="370"/>
                      </a:lnTo>
                      <a:lnTo>
                        <a:pt x="465" y="370"/>
                      </a:lnTo>
                      <a:lnTo>
                        <a:pt x="467" y="370"/>
                      </a:lnTo>
                      <a:lnTo>
                        <a:pt x="467" y="371"/>
                      </a:lnTo>
                      <a:lnTo>
                        <a:pt x="467" y="373"/>
                      </a:lnTo>
                      <a:lnTo>
                        <a:pt x="467" y="375"/>
                      </a:lnTo>
                      <a:lnTo>
                        <a:pt x="469" y="375"/>
                      </a:lnTo>
                      <a:lnTo>
                        <a:pt x="469" y="377"/>
                      </a:lnTo>
                      <a:lnTo>
                        <a:pt x="471" y="377"/>
                      </a:lnTo>
                      <a:lnTo>
                        <a:pt x="471" y="379"/>
                      </a:lnTo>
                      <a:lnTo>
                        <a:pt x="471" y="377"/>
                      </a:lnTo>
                      <a:lnTo>
                        <a:pt x="471" y="379"/>
                      </a:lnTo>
                      <a:lnTo>
                        <a:pt x="472" y="379"/>
                      </a:lnTo>
                      <a:lnTo>
                        <a:pt x="474" y="379"/>
                      </a:lnTo>
                      <a:lnTo>
                        <a:pt x="474" y="377"/>
                      </a:lnTo>
                      <a:lnTo>
                        <a:pt x="476" y="377"/>
                      </a:lnTo>
                      <a:lnTo>
                        <a:pt x="474" y="377"/>
                      </a:lnTo>
                      <a:lnTo>
                        <a:pt x="476" y="377"/>
                      </a:lnTo>
                      <a:lnTo>
                        <a:pt x="474" y="377"/>
                      </a:lnTo>
                      <a:lnTo>
                        <a:pt x="476" y="377"/>
                      </a:lnTo>
                      <a:lnTo>
                        <a:pt x="476" y="375"/>
                      </a:lnTo>
                      <a:lnTo>
                        <a:pt x="478" y="375"/>
                      </a:lnTo>
                      <a:lnTo>
                        <a:pt x="480" y="375"/>
                      </a:lnTo>
                      <a:lnTo>
                        <a:pt x="482" y="375"/>
                      </a:lnTo>
                      <a:lnTo>
                        <a:pt x="483" y="375"/>
                      </a:lnTo>
                      <a:lnTo>
                        <a:pt x="483" y="377"/>
                      </a:lnTo>
                      <a:lnTo>
                        <a:pt x="483" y="375"/>
                      </a:lnTo>
                      <a:lnTo>
                        <a:pt x="485" y="375"/>
                      </a:lnTo>
                      <a:lnTo>
                        <a:pt x="485" y="377"/>
                      </a:lnTo>
                      <a:lnTo>
                        <a:pt x="485" y="379"/>
                      </a:lnTo>
                      <a:lnTo>
                        <a:pt x="487" y="379"/>
                      </a:lnTo>
                      <a:lnTo>
                        <a:pt x="485" y="379"/>
                      </a:lnTo>
                      <a:lnTo>
                        <a:pt x="485" y="380"/>
                      </a:lnTo>
                      <a:lnTo>
                        <a:pt x="487" y="380"/>
                      </a:lnTo>
                      <a:lnTo>
                        <a:pt x="485" y="380"/>
                      </a:lnTo>
                      <a:lnTo>
                        <a:pt x="487" y="380"/>
                      </a:lnTo>
                      <a:lnTo>
                        <a:pt x="485" y="380"/>
                      </a:lnTo>
                      <a:lnTo>
                        <a:pt x="485" y="382"/>
                      </a:lnTo>
                      <a:lnTo>
                        <a:pt x="485" y="384"/>
                      </a:lnTo>
                      <a:lnTo>
                        <a:pt x="485" y="386"/>
                      </a:lnTo>
                      <a:lnTo>
                        <a:pt x="485" y="384"/>
                      </a:lnTo>
                      <a:lnTo>
                        <a:pt x="487" y="384"/>
                      </a:lnTo>
                      <a:lnTo>
                        <a:pt x="485" y="384"/>
                      </a:lnTo>
                      <a:lnTo>
                        <a:pt x="487" y="384"/>
                      </a:lnTo>
                      <a:lnTo>
                        <a:pt x="487" y="382"/>
                      </a:lnTo>
                      <a:lnTo>
                        <a:pt x="487" y="380"/>
                      </a:lnTo>
                      <a:lnTo>
                        <a:pt x="487" y="379"/>
                      </a:lnTo>
                      <a:lnTo>
                        <a:pt x="487" y="377"/>
                      </a:lnTo>
                      <a:lnTo>
                        <a:pt x="489" y="377"/>
                      </a:lnTo>
                      <a:lnTo>
                        <a:pt x="491" y="375"/>
                      </a:lnTo>
                      <a:lnTo>
                        <a:pt x="493" y="375"/>
                      </a:lnTo>
                      <a:lnTo>
                        <a:pt x="493" y="377"/>
                      </a:lnTo>
                      <a:lnTo>
                        <a:pt x="493" y="375"/>
                      </a:lnTo>
                      <a:lnTo>
                        <a:pt x="494" y="377"/>
                      </a:lnTo>
                      <a:lnTo>
                        <a:pt x="496" y="377"/>
                      </a:lnTo>
                      <a:lnTo>
                        <a:pt x="498" y="377"/>
                      </a:lnTo>
                      <a:lnTo>
                        <a:pt x="496" y="377"/>
                      </a:lnTo>
                      <a:lnTo>
                        <a:pt x="496" y="379"/>
                      </a:lnTo>
                      <a:lnTo>
                        <a:pt x="498" y="380"/>
                      </a:lnTo>
                      <a:lnTo>
                        <a:pt x="498" y="382"/>
                      </a:lnTo>
                      <a:lnTo>
                        <a:pt x="500" y="382"/>
                      </a:lnTo>
                      <a:lnTo>
                        <a:pt x="498" y="382"/>
                      </a:lnTo>
                      <a:lnTo>
                        <a:pt x="500" y="382"/>
                      </a:lnTo>
                      <a:lnTo>
                        <a:pt x="498" y="382"/>
                      </a:lnTo>
                      <a:lnTo>
                        <a:pt x="498" y="384"/>
                      </a:lnTo>
                      <a:lnTo>
                        <a:pt x="500" y="384"/>
                      </a:lnTo>
                      <a:lnTo>
                        <a:pt x="498" y="384"/>
                      </a:lnTo>
                      <a:lnTo>
                        <a:pt x="498" y="386"/>
                      </a:lnTo>
                      <a:lnTo>
                        <a:pt x="498" y="388"/>
                      </a:lnTo>
                      <a:lnTo>
                        <a:pt x="498" y="390"/>
                      </a:lnTo>
                      <a:lnTo>
                        <a:pt x="500" y="390"/>
                      </a:lnTo>
                      <a:lnTo>
                        <a:pt x="500" y="388"/>
                      </a:lnTo>
                      <a:lnTo>
                        <a:pt x="502" y="388"/>
                      </a:lnTo>
                      <a:lnTo>
                        <a:pt x="502" y="386"/>
                      </a:lnTo>
                      <a:lnTo>
                        <a:pt x="502" y="388"/>
                      </a:lnTo>
                      <a:lnTo>
                        <a:pt x="502" y="386"/>
                      </a:lnTo>
                      <a:lnTo>
                        <a:pt x="502" y="388"/>
                      </a:lnTo>
                      <a:lnTo>
                        <a:pt x="502" y="386"/>
                      </a:lnTo>
                      <a:lnTo>
                        <a:pt x="504" y="386"/>
                      </a:lnTo>
                      <a:lnTo>
                        <a:pt x="504" y="388"/>
                      </a:lnTo>
                      <a:lnTo>
                        <a:pt x="502" y="388"/>
                      </a:lnTo>
                      <a:lnTo>
                        <a:pt x="504" y="388"/>
                      </a:lnTo>
                      <a:lnTo>
                        <a:pt x="504" y="390"/>
                      </a:lnTo>
                      <a:lnTo>
                        <a:pt x="504" y="391"/>
                      </a:lnTo>
                      <a:lnTo>
                        <a:pt x="504" y="390"/>
                      </a:lnTo>
                      <a:lnTo>
                        <a:pt x="504" y="391"/>
                      </a:lnTo>
                      <a:lnTo>
                        <a:pt x="502" y="391"/>
                      </a:lnTo>
                      <a:lnTo>
                        <a:pt x="504" y="391"/>
                      </a:lnTo>
                      <a:lnTo>
                        <a:pt x="502" y="391"/>
                      </a:lnTo>
                      <a:lnTo>
                        <a:pt x="502" y="393"/>
                      </a:lnTo>
                      <a:lnTo>
                        <a:pt x="502" y="391"/>
                      </a:lnTo>
                      <a:lnTo>
                        <a:pt x="500" y="391"/>
                      </a:lnTo>
                      <a:lnTo>
                        <a:pt x="502" y="391"/>
                      </a:lnTo>
                      <a:lnTo>
                        <a:pt x="502" y="393"/>
                      </a:lnTo>
                      <a:lnTo>
                        <a:pt x="500" y="393"/>
                      </a:lnTo>
                      <a:lnTo>
                        <a:pt x="500" y="391"/>
                      </a:lnTo>
                      <a:lnTo>
                        <a:pt x="498" y="391"/>
                      </a:lnTo>
                      <a:lnTo>
                        <a:pt x="496" y="391"/>
                      </a:lnTo>
                      <a:lnTo>
                        <a:pt x="496" y="393"/>
                      </a:lnTo>
                      <a:lnTo>
                        <a:pt x="496" y="391"/>
                      </a:lnTo>
                      <a:lnTo>
                        <a:pt x="494" y="391"/>
                      </a:lnTo>
                      <a:lnTo>
                        <a:pt x="494" y="390"/>
                      </a:lnTo>
                      <a:lnTo>
                        <a:pt x="493" y="390"/>
                      </a:lnTo>
                      <a:lnTo>
                        <a:pt x="493" y="391"/>
                      </a:lnTo>
                      <a:lnTo>
                        <a:pt x="491" y="391"/>
                      </a:lnTo>
                      <a:lnTo>
                        <a:pt x="489" y="391"/>
                      </a:lnTo>
                      <a:lnTo>
                        <a:pt x="489" y="390"/>
                      </a:lnTo>
                      <a:lnTo>
                        <a:pt x="489" y="391"/>
                      </a:lnTo>
                      <a:lnTo>
                        <a:pt x="487" y="391"/>
                      </a:lnTo>
                      <a:lnTo>
                        <a:pt x="485" y="391"/>
                      </a:lnTo>
                      <a:lnTo>
                        <a:pt x="487" y="393"/>
                      </a:lnTo>
                      <a:lnTo>
                        <a:pt x="489" y="393"/>
                      </a:lnTo>
                      <a:lnTo>
                        <a:pt x="491" y="393"/>
                      </a:lnTo>
                      <a:lnTo>
                        <a:pt x="493" y="393"/>
                      </a:lnTo>
                      <a:lnTo>
                        <a:pt x="494" y="393"/>
                      </a:lnTo>
                      <a:lnTo>
                        <a:pt x="496" y="393"/>
                      </a:lnTo>
                      <a:lnTo>
                        <a:pt x="494" y="393"/>
                      </a:lnTo>
                      <a:lnTo>
                        <a:pt x="494" y="395"/>
                      </a:lnTo>
                      <a:lnTo>
                        <a:pt x="496" y="395"/>
                      </a:lnTo>
                      <a:lnTo>
                        <a:pt x="494" y="395"/>
                      </a:lnTo>
                      <a:lnTo>
                        <a:pt x="493" y="395"/>
                      </a:lnTo>
                      <a:lnTo>
                        <a:pt x="491" y="395"/>
                      </a:lnTo>
                      <a:lnTo>
                        <a:pt x="489" y="395"/>
                      </a:lnTo>
                      <a:lnTo>
                        <a:pt x="489" y="393"/>
                      </a:lnTo>
                      <a:lnTo>
                        <a:pt x="489" y="395"/>
                      </a:lnTo>
                      <a:lnTo>
                        <a:pt x="487" y="395"/>
                      </a:lnTo>
                      <a:lnTo>
                        <a:pt x="487" y="393"/>
                      </a:lnTo>
                      <a:lnTo>
                        <a:pt x="487" y="395"/>
                      </a:lnTo>
                      <a:lnTo>
                        <a:pt x="487" y="393"/>
                      </a:lnTo>
                      <a:lnTo>
                        <a:pt x="487" y="395"/>
                      </a:lnTo>
                      <a:lnTo>
                        <a:pt x="485" y="395"/>
                      </a:lnTo>
                      <a:lnTo>
                        <a:pt x="483" y="395"/>
                      </a:lnTo>
                      <a:lnTo>
                        <a:pt x="482" y="395"/>
                      </a:lnTo>
                      <a:lnTo>
                        <a:pt x="482" y="397"/>
                      </a:lnTo>
                      <a:lnTo>
                        <a:pt x="482" y="395"/>
                      </a:lnTo>
                      <a:lnTo>
                        <a:pt x="482" y="397"/>
                      </a:lnTo>
                      <a:lnTo>
                        <a:pt x="480" y="397"/>
                      </a:lnTo>
                      <a:lnTo>
                        <a:pt x="478" y="397"/>
                      </a:lnTo>
                      <a:lnTo>
                        <a:pt x="476" y="397"/>
                      </a:lnTo>
                      <a:lnTo>
                        <a:pt x="474" y="395"/>
                      </a:lnTo>
                      <a:lnTo>
                        <a:pt x="474" y="393"/>
                      </a:lnTo>
                      <a:lnTo>
                        <a:pt x="476" y="393"/>
                      </a:lnTo>
                      <a:lnTo>
                        <a:pt x="476" y="391"/>
                      </a:lnTo>
                      <a:lnTo>
                        <a:pt x="476" y="390"/>
                      </a:lnTo>
                      <a:lnTo>
                        <a:pt x="476" y="388"/>
                      </a:lnTo>
                      <a:lnTo>
                        <a:pt x="474" y="388"/>
                      </a:lnTo>
                      <a:lnTo>
                        <a:pt x="476" y="388"/>
                      </a:lnTo>
                      <a:lnTo>
                        <a:pt x="476" y="386"/>
                      </a:lnTo>
                      <a:lnTo>
                        <a:pt x="476" y="388"/>
                      </a:lnTo>
                      <a:lnTo>
                        <a:pt x="474" y="388"/>
                      </a:lnTo>
                      <a:lnTo>
                        <a:pt x="476" y="388"/>
                      </a:lnTo>
                      <a:lnTo>
                        <a:pt x="476" y="390"/>
                      </a:lnTo>
                      <a:lnTo>
                        <a:pt x="474" y="390"/>
                      </a:lnTo>
                      <a:lnTo>
                        <a:pt x="476" y="390"/>
                      </a:lnTo>
                      <a:lnTo>
                        <a:pt x="474" y="390"/>
                      </a:lnTo>
                      <a:lnTo>
                        <a:pt x="474" y="391"/>
                      </a:lnTo>
                      <a:lnTo>
                        <a:pt x="472" y="391"/>
                      </a:lnTo>
                      <a:lnTo>
                        <a:pt x="471" y="391"/>
                      </a:lnTo>
                      <a:lnTo>
                        <a:pt x="472" y="393"/>
                      </a:lnTo>
                      <a:lnTo>
                        <a:pt x="471" y="393"/>
                      </a:lnTo>
                      <a:lnTo>
                        <a:pt x="472" y="393"/>
                      </a:lnTo>
                      <a:lnTo>
                        <a:pt x="471" y="393"/>
                      </a:lnTo>
                      <a:lnTo>
                        <a:pt x="469" y="395"/>
                      </a:lnTo>
                      <a:lnTo>
                        <a:pt x="469" y="397"/>
                      </a:lnTo>
                      <a:lnTo>
                        <a:pt x="467" y="397"/>
                      </a:lnTo>
                      <a:lnTo>
                        <a:pt x="465" y="397"/>
                      </a:lnTo>
                      <a:lnTo>
                        <a:pt x="465" y="395"/>
                      </a:lnTo>
                      <a:lnTo>
                        <a:pt x="463" y="395"/>
                      </a:lnTo>
                      <a:lnTo>
                        <a:pt x="463" y="397"/>
                      </a:lnTo>
                      <a:lnTo>
                        <a:pt x="462" y="397"/>
                      </a:lnTo>
                      <a:lnTo>
                        <a:pt x="460" y="397"/>
                      </a:lnTo>
                      <a:lnTo>
                        <a:pt x="460" y="399"/>
                      </a:lnTo>
                      <a:lnTo>
                        <a:pt x="460" y="397"/>
                      </a:lnTo>
                      <a:lnTo>
                        <a:pt x="460" y="399"/>
                      </a:lnTo>
                      <a:lnTo>
                        <a:pt x="458" y="399"/>
                      </a:lnTo>
                      <a:lnTo>
                        <a:pt x="456" y="399"/>
                      </a:lnTo>
                      <a:lnTo>
                        <a:pt x="454" y="399"/>
                      </a:lnTo>
                      <a:lnTo>
                        <a:pt x="454" y="397"/>
                      </a:lnTo>
                      <a:lnTo>
                        <a:pt x="454" y="399"/>
                      </a:lnTo>
                      <a:lnTo>
                        <a:pt x="452" y="399"/>
                      </a:lnTo>
                      <a:lnTo>
                        <a:pt x="451" y="399"/>
                      </a:lnTo>
                      <a:lnTo>
                        <a:pt x="449" y="399"/>
                      </a:lnTo>
                      <a:lnTo>
                        <a:pt x="447" y="401"/>
                      </a:lnTo>
                      <a:lnTo>
                        <a:pt x="445" y="401"/>
                      </a:lnTo>
                      <a:lnTo>
                        <a:pt x="445" y="402"/>
                      </a:lnTo>
                      <a:lnTo>
                        <a:pt x="445" y="401"/>
                      </a:lnTo>
                      <a:lnTo>
                        <a:pt x="445" y="402"/>
                      </a:lnTo>
                      <a:lnTo>
                        <a:pt x="443" y="402"/>
                      </a:lnTo>
                      <a:lnTo>
                        <a:pt x="441" y="402"/>
                      </a:lnTo>
                      <a:lnTo>
                        <a:pt x="440" y="402"/>
                      </a:lnTo>
                      <a:lnTo>
                        <a:pt x="438" y="404"/>
                      </a:lnTo>
                      <a:lnTo>
                        <a:pt x="438" y="402"/>
                      </a:lnTo>
                      <a:lnTo>
                        <a:pt x="438" y="404"/>
                      </a:lnTo>
                      <a:lnTo>
                        <a:pt x="438" y="402"/>
                      </a:lnTo>
                      <a:lnTo>
                        <a:pt x="436" y="402"/>
                      </a:lnTo>
                      <a:lnTo>
                        <a:pt x="434" y="402"/>
                      </a:lnTo>
                      <a:lnTo>
                        <a:pt x="432" y="402"/>
                      </a:lnTo>
                      <a:lnTo>
                        <a:pt x="431" y="402"/>
                      </a:lnTo>
                      <a:lnTo>
                        <a:pt x="431" y="404"/>
                      </a:lnTo>
                      <a:lnTo>
                        <a:pt x="429" y="404"/>
                      </a:lnTo>
                      <a:lnTo>
                        <a:pt x="427" y="404"/>
                      </a:lnTo>
                      <a:lnTo>
                        <a:pt x="427" y="406"/>
                      </a:lnTo>
                      <a:lnTo>
                        <a:pt x="427" y="404"/>
                      </a:lnTo>
                      <a:lnTo>
                        <a:pt x="427" y="406"/>
                      </a:lnTo>
                      <a:lnTo>
                        <a:pt x="425" y="406"/>
                      </a:lnTo>
                      <a:lnTo>
                        <a:pt x="425" y="404"/>
                      </a:lnTo>
                      <a:lnTo>
                        <a:pt x="423" y="404"/>
                      </a:lnTo>
                      <a:lnTo>
                        <a:pt x="423" y="402"/>
                      </a:lnTo>
                      <a:lnTo>
                        <a:pt x="423" y="404"/>
                      </a:lnTo>
                      <a:lnTo>
                        <a:pt x="423" y="402"/>
                      </a:lnTo>
                      <a:lnTo>
                        <a:pt x="423" y="404"/>
                      </a:lnTo>
                      <a:lnTo>
                        <a:pt x="421" y="404"/>
                      </a:lnTo>
                      <a:lnTo>
                        <a:pt x="421" y="402"/>
                      </a:lnTo>
                      <a:lnTo>
                        <a:pt x="420" y="402"/>
                      </a:lnTo>
                      <a:lnTo>
                        <a:pt x="418" y="402"/>
                      </a:lnTo>
                      <a:lnTo>
                        <a:pt x="416" y="401"/>
                      </a:lnTo>
                      <a:lnTo>
                        <a:pt x="416" y="399"/>
                      </a:lnTo>
                      <a:lnTo>
                        <a:pt x="416" y="401"/>
                      </a:lnTo>
                      <a:lnTo>
                        <a:pt x="416" y="399"/>
                      </a:lnTo>
                      <a:lnTo>
                        <a:pt x="416" y="397"/>
                      </a:lnTo>
                      <a:lnTo>
                        <a:pt x="418" y="397"/>
                      </a:lnTo>
                      <a:lnTo>
                        <a:pt x="418" y="395"/>
                      </a:lnTo>
                      <a:lnTo>
                        <a:pt x="420" y="395"/>
                      </a:lnTo>
                      <a:lnTo>
                        <a:pt x="420" y="393"/>
                      </a:lnTo>
                      <a:lnTo>
                        <a:pt x="418" y="393"/>
                      </a:lnTo>
                      <a:lnTo>
                        <a:pt x="418" y="391"/>
                      </a:lnTo>
                      <a:lnTo>
                        <a:pt x="418" y="390"/>
                      </a:lnTo>
                      <a:lnTo>
                        <a:pt x="416" y="390"/>
                      </a:lnTo>
                      <a:lnTo>
                        <a:pt x="418" y="390"/>
                      </a:lnTo>
                      <a:lnTo>
                        <a:pt x="418" y="388"/>
                      </a:lnTo>
                      <a:lnTo>
                        <a:pt x="418" y="386"/>
                      </a:lnTo>
                      <a:lnTo>
                        <a:pt x="420" y="386"/>
                      </a:lnTo>
                      <a:lnTo>
                        <a:pt x="420" y="384"/>
                      </a:lnTo>
                      <a:lnTo>
                        <a:pt x="421" y="384"/>
                      </a:lnTo>
                      <a:lnTo>
                        <a:pt x="423" y="384"/>
                      </a:lnTo>
                      <a:lnTo>
                        <a:pt x="425" y="384"/>
                      </a:lnTo>
                      <a:lnTo>
                        <a:pt x="425" y="382"/>
                      </a:lnTo>
                      <a:lnTo>
                        <a:pt x="425" y="384"/>
                      </a:lnTo>
                      <a:lnTo>
                        <a:pt x="425" y="382"/>
                      </a:lnTo>
                      <a:lnTo>
                        <a:pt x="425" y="384"/>
                      </a:lnTo>
                      <a:lnTo>
                        <a:pt x="425" y="382"/>
                      </a:lnTo>
                      <a:lnTo>
                        <a:pt x="425" y="384"/>
                      </a:lnTo>
                      <a:lnTo>
                        <a:pt x="427" y="384"/>
                      </a:lnTo>
                      <a:lnTo>
                        <a:pt x="427" y="382"/>
                      </a:lnTo>
                      <a:lnTo>
                        <a:pt x="425" y="382"/>
                      </a:lnTo>
                      <a:lnTo>
                        <a:pt x="427" y="382"/>
                      </a:lnTo>
                      <a:lnTo>
                        <a:pt x="427" y="380"/>
                      </a:lnTo>
                      <a:lnTo>
                        <a:pt x="427" y="382"/>
                      </a:lnTo>
                      <a:lnTo>
                        <a:pt x="427" y="380"/>
                      </a:lnTo>
                      <a:lnTo>
                        <a:pt x="429" y="380"/>
                      </a:lnTo>
                      <a:lnTo>
                        <a:pt x="429" y="379"/>
                      </a:lnTo>
                      <a:lnTo>
                        <a:pt x="431" y="379"/>
                      </a:lnTo>
                      <a:lnTo>
                        <a:pt x="429" y="379"/>
                      </a:lnTo>
                      <a:lnTo>
                        <a:pt x="431" y="379"/>
                      </a:lnTo>
                      <a:lnTo>
                        <a:pt x="432" y="379"/>
                      </a:lnTo>
                      <a:lnTo>
                        <a:pt x="432" y="380"/>
                      </a:lnTo>
                      <a:lnTo>
                        <a:pt x="434" y="380"/>
                      </a:lnTo>
                      <a:lnTo>
                        <a:pt x="436" y="380"/>
                      </a:lnTo>
                      <a:lnTo>
                        <a:pt x="438" y="380"/>
                      </a:lnTo>
                      <a:lnTo>
                        <a:pt x="438" y="382"/>
                      </a:lnTo>
                      <a:lnTo>
                        <a:pt x="440" y="382"/>
                      </a:lnTo>
                      <a:lnTo>
                        <a:pt x="438" y="382"/>
                      </a:lnTo>
                      <a:lnTo>
                        <a:pt x="440" y="382"/>
                      </a:lnTo>
                      <a:lnTo>
                        <a:pt x="440" y="380"/>
                      </a:lnTo>
                      <a:lnTo>
                        <a:pt x="441" y="380"/>
                      </a:lnTo>
                      <a:lnTo>
                        <a:pt x="443" y="380"/>
                      </a:lnTo>
                      <a:lnTo>
                        <a:pt x="445" y="380"/>
                      </a:lnTo>
                      <a:lnTo>
                        <a:pt x="445" y="382"/>
                      </a:lnTo>
                      <a:lnTo>
                        <a:pt x="447" y="384"/>
                      </a:lnTo>
                      <a:lnTo>
                        <a:pt x="447" y="382"/>
                      </a:lnTo>
                      <a:lnTo>
                        <a:pt x="447" y="380"/>
                      </a:lnTo>
                      <a:lnTo>
                        <a:pt x="447" y="382"/>
                      </a:lnTo>
                      <a:lnTo>
                        <a:pt x="447" y="380"/>
                      </a:lnTo>
                      <a:lnTo>
                        <a:pt x="449" y="382"/>
                      </a:lnTo>
                      <a:lnTo>
                        <a:pt x="449" y="384"/>
                      </a:lnTo>
                      <a:lnTo>
                        <a:pt x="449" y="386"/>
                      </a:lnTo>
                      <a:lnTo>
                        <a:pt x="451" y="386"/>
                      </a:lnTo>
                      <a:lnTo>
                        <a:pt x="452" y="386"/>
                      </a:lnTo>
                      <a:lnTo>
                        <a:pt x="452" y="388"/>
                      </a:lnTo>
                      <a:lnTo>
                        <a:pt x="454" y="388"/>
                      </a:lnTo>
                      <a:lnTo>
                        <a:pt x="452" y="388"/>
                      </a:lnTo>
                      <a:lnTo>
                        <a:pt x="452" y="390"/>
                      </a:lnTo>
                      <a:lnTo>
                        <a:pt x="452" y="391"/>
                      </a:lnTo>
                      <a:lnTo>
                        <a:pt x="454" y="391"/>
                      </a:lnTo>
                      <a:lnTo>
                        <a:pt x="456" y="391"/>
                      </a:lnTo>
                      <a:lnTo>
                        <a:pt x="456" y="390"/>
                      </a:lnTo>
                      <a:lnTo>
                        <a:pt x="458" y="391"/>
                      </a:lnTo>
                      <a:lnTo>
                        <a:pt x="460" y="391"/>
                      </a:lnTo>
                      <a:lnTo>
                        <a:pt x="462" y="391"/>
                      </a:lnTo>
                      <a:lnTo>
                        <a:pt x="462" y="390"/>
                      </a:lnTo>
                      <a:lnTo>
                        <a:pt x="463" y="390"/>
                      </a:lnTo>
                      <a:lnTo>
                        <a:pt x="465" y="390"/>
                      </a:lnTo>
                      <a:lnTo>
                        <a:pt x="467" y="390"/>
                      </a:lnTo>
                      <a:lnTo>
                        <a:pt x="469" y="390"/>
                      </a:lnTo>
                      <a:lnTo>
                        <a:pt x="469" y="388"/>
                      </a:lnTo>
                      <a:lnTo>
                        <a:pt x="469" y="390"/>
                      </a:lnTo>
                      <a:lnTo>
                        <a:pt x="471" y="390"/>
                      </a:lnTo>
                      <a:lnTo>
                        <a:pt x="471" y="388"/>
                      </a:lnTo>
                      <a:lnTo>
                        <a:pt x="472" y="388"/>
                      </a:lnTo>
                      <a:lnTo>
                        <a:pt x="471" y="388"/>
                      </a:lnTo>
                      <a:lnTo>
                        <a:pt x="471" y="386"/>
                      </a:lnTo>
                      <a:lnTo>
                        <a:pt x="469" y="386"/>
                      </a:lnTo>
                      <a:lnTo>
                        <a:pt x="469" y="384"/>
                      </a:lnTo>
                      <a:lnTo>
                        <a:pt x="467" y="384"/>
                      </a:lnTo>
                      <a:lnTo>
                        <a:pt x="465" y="382"/>
                      </a:lnTo>
                      <a:lnTo>
                        <a:pt x="465" y="384"/>
                      </a:lnTo>
                      <a:lnTo>
                        <a:pt x="465" y="382"/>
                      </a:lnTo>
                      <a:lnTo>
                        <a:pt x="463" y="382"/>
                      </a:lnTo>
                      <a:lnTo>
                        <a:pt x="462" y="382"/>
                      </a:lnTo>
                      <a:lnTo>
                        <a:pt x="460" y="382"/>
                      </a:lnTo>
                      <a:lnTo>
                        <a:pt x="460" y="380"/>
                      </a:lnTo>
                      <a:lnTo>
                        <a:pt x="458" y="380"/>
                      </a:lnTo>
                      <a:lnTo>
                        <a:pt x="456" y="380"/>
                      </a:lnTo>
                      <a:lnTo>
                        <a:pt x="456" y="379"/>
                      </a:lnTo>
                      <a:lnTo>
                        <a:pt x="454" y="379"/>
                      </a:lnTo>
                      <a:lnTo>
                        <a:pt x="454" y="377"/>
                      </a:lnTo>
                      <a:lnTo>
                        <a:pt x="452" y="377"/>
                      </a:lnTo>
                      <a:lnTo>
                        <a:pt x="452" y="375"/>
                      </a:lnTo>
                      <a:lnTo>
                        <a:pt x="451" y="375"/>
                      </a:lnTo>
                      <a:lnTo>
                        <a:pt x="451" y="373"/>
                      </a:lnTo>
                      <a:lnTo>
                        <a:pt x="451" y="371"/>
                      </a:lnTo>
                      <a:lnTo>
                        <a:pt x="452" y="371"/>
                      </a:lnTo>
                      <a:lnTo>
                        <a:pt x="451" y="371"/>
                      </a:lnTo>
                      <a:lnTo>
                        <a:pt x="452" y="371"/>
                      </a:lnTo>
                      <a:lnTo>
                        <a:pt x="452" y="370"/>
                      </a:lnTo>
                      <a:lnTo>
                        <a:pt x="454" y="370"/>
                      </a:lnTo>
                      <a:lnTo>
                        <a:pt x="456" y="370"/>
                      </a:lnTo>
                      <a:lnTo>
                        <a:pt x="458" y="370"/>
                      </a:lnTo>
                      <a:lnTo>
                        <a:pt x="458" y="368"/>
                      </a:lnTo>
                      <a:lnTo>
                        <a:pt x="460" y="368"/>
                      </a:lnTo>
                      <a:lnTo>
                        <a:pt x="460" y="370"/>
                      </a:lnTo>
                      <a:close/>
                      <a:moveTo>
                        <a:pt x="874" y="179"/>
                      </a:moveTo>
                      <a:lnTo>
                        <a:pt x="876" y="179"/>
                      </a:lnTo>
                      <a:lnTo>
                        <a:pt x="878" y="179"/>
                      </a:lnTo>
                      <a:lnTo>
                        <a:pt x="878" y="181"/>
                      </a:lnTo>
                      <a:lnTo>
                        <a:pt x="878" y="179"/>
                      </a:lnTo>
                      <a:lnTo>
                        <a:pt x="879" y="179"/>
                      </a:lnTo>
                      <a:lnTo>
                        <a:pt x="879" y="181"/>
                      </a:lnTo>
                      <a:lnTo>
                        <a:pt x="881" y="181"/>
                      </a:lnTo>
                      <a:lnTo>
                        <a:pt x="883" y="181"/>
                      </a:lnTo>
                      <a:lnTo>
                        <a:pt x="883" y="183"/>
                      </a:lnTo>
                      <a:lnTo>
                        <a:pt x="885" y="183"/>
                      </a:lnTo>
                      <a:lnTo>
                        <a:pt x="887" y="183"/>
                      </a:lnTo>
                      <a:lnTo>
                        <a:pt x="887" y="185"/>
                      </a:lnTo>
                      <a:lnTo>
                        <a:pt x="887" y="183"/>
                      </a:lnTo>
                      <a:lnTo>
                        <a:pt x="887" y="185"/>
                      </a:lnTo>
                      <a:lnTo>
                        <a:pt x="889" y="185"/>
                      </a:lnTo>
                      <a:lnTo>
                        <a:pt x="890" y="185"/>
                      </a:lnTo>
                      <a:lnTo>
                        <a:pt x="890" y="187"/>
                      </a:lnTo>
                      <a:lnTo>
                        <a:pt x="890" y="185"/>
                      </a:lnTo>
                      <a:lnTo>
                        <a:pt x="890" y="187"/>
                      </a:lnTo>
                      <a:lnTo>
                        <a:pt x="892" y="187"/>
                      </a:lnTo>
                      <a:lnTo>
                        <a:pt x="894" y="187"/>
                      </a:lnTo>
                      <a:lnTo>
                        <a:pt x="896" y="187"/>
                      </a:lnTo>
                      <a:lnTo>
                        <a:pt x="898" y="187"/>
                      </a:lnTo>
                      <a:lnTo>
                        <a:pt x="896" y="187"/>
                      </a:lnTo>
                      <a:lnTo>
                        <a:pt x="898" y="187"/>
                      </a:lnTo>
                      <a:lnTo>
                        <a:pt x="900" y="187"/>
                      </a:lnTo>
                      <a:lnTo>
                        <a:pt x="900" y="185"/>
                      </a:lnTo>
                      <a:lnTo>
                        <a:pt x="901" y="185"/>
                      </a:lnTo>
                      <a:lnTo>
                        <a:pt x="903" y="185"/>
                      </a:lnTo>
                      <a:lnTo>
                        <a:pt x="903" y="187"/>
                      </a:lnTo>
                      <a:lnTo>
                        <a:pt x="905" y="187"/>
                      </a:lnTo>
                      <a:lnTo>
                        <a:pt x="907" y="187"/>
                      </a:lnTo>
                      <a:lnTo>
                        <a:pt x="907" y="189"/>
                      </a:lnTo>
                      <a:lnTo>
                        <a:pt x="909" y="190"/>
                      </a:lnTo>
                      <a:lnTo>
                        <a:pt x="911" y="190"/>
                      </a:lnTo>
                      <a:lnTo>
                        <a:pt x="912" y="192"/>
                      </a:lnTo>
                      <a:lnTo>
                        <a:pt x="912" y="194"/>
                      </a:lnTo>
                      <a:lnTo>
                        <a:pt x="912" y="196"/>
                      </a:lnTo>
                      <a:lnTo>
                        <a:pt x="914" y="196"/>
                      </a:lnTo>
                      <a:lnTo>
                        <a:pt x="912" y="198"/>
                      </a:lnTo>
                      <a:lnTo>
                        <a:pt x="912" y="200"/>
                      </a:lnTo>
                      <a:lnTo>
                        <a:pt x="914" y="200"/>
                      </a:lnTo>
                      <a:lnTo>
                        <a:pt x="914" y="201"/>
                      </a:lnTo>
                      <a:lnTo>
                        <a:pt x="916" y="201"/>
                      </a:lnTo>
                      <a:lnTo>
                        <a:pt x="918" y="201"/>
                      </a:lnTo>
                      <a:lnTo>
                        <a:pt x="920" y="201"/>
                      </a:lnTo>
                      <a:lnTo>
                        <a:pt x="920" y="203"/>
                      </a:lnTo>
                      <a:lnTo>
                        <a:pt x="920" y="205"/>
                      </a:lnTo>
                      <a:lnTo>
                        <a:pt x="921" y="205"/>
                      </a:lnTo>
                      <a:lnTo>
                        <a:pt x="921" y="207"/>
                      </a:lnTo>
                      <a:lnTo>
                        <a:pt x="921" y="209"/>
                      </a:lnTo>
                      <a:lnTo>
                        <a:pt x="921" y="211"/>
                      </a:lnTo>
                      <a:lnTo>
                        <a:pt x="920" y="211"/>
                      </a:lnTo>
                      <a:lnTo>
                        <a:pt x="920" y="212"/>
                      </a:lnTo>
                      <a:lnTo>
                        <a:pt x="920" y="214"/>
                      </a:lnTo>
                      <a:lnTo>
                        <a:pt x="920" y="216"/>
                      </a:lnTo>
                      <a:lnTo>
                        <a:pt x="921" y="218"/>
                      </a:lnTo>
                      <a:lnTo>
                        <a:pt x="920" y="218"/>
                      </a:lnTo>
                      <a:lnTo>
                        <a:pt x="918" y="218"/>
                      </a:lnTo>
                      <a:lnTo>
                        <a:pt x="918" y="216"/>
                      </a:lnTo>
                      <a:lnTo>
                        <a:pt x="916" y="216"/>
                      </a:lnTo>
                      <a:lnTo>
                        <a:pt x="914" y="216"/>
                      </a:lnTo>
                      <a:lnTo>
                        <a:pt x="912" y="214"/>
                      </a:lnTo>
                      <a:lnTo>
                        <a:pt x="911" y="212"/>
                      </a:lnTo>
                      <a:lnTo>
                        <a:pt x="909" y="212"/>
                      </a:lnTo>
                      <a:lnTo>
                        <a:pt x="907" y="212"/>
                      </a:lnTo>
                      <a:lnTo>
                        <a:pt x="907" y="211"/>
                      </a:lnTo>
                      <a:lnTo>
                        <a:pt x="905" y="211"/>
                      </a:lnTo>
                      <a:lnTo>
                        <a:pt x="905" y="209"/>
                      </a:lnTo>
                      <a:lnTo>
                        <a:pt x="903" y="209"/>
                      </a:lnTo>
                      <a:lnTo>
                        <a:pt x="901" y="209"/>
                      </a:lnTo>
                      <a:lnTo>
                        <a:pt x="901" y="207"/>
                      </a:lnTo>
                      <a:lnTo>
                        <a:pt x="900" y="207"/>
                      </a:lnTo>
                      <a:lnTo>
                        <a:pt x="898" y="207"/>
                      </a:lnTo>
                      <a:lnTo>
                        <a:pt x="896" y="205"/>
                      </a:lnTo>
                      <a:lnTo>
                        <a:pt x="894" y="205"/>
                      </a:lnTo>
                      <a:lnTo>
                        <a:pt x="892" y="205"/>
                      </a:lnTo>
                      <a:lnTo>
                        <a:pt x="892" y="203"/>
                      </a:lnTo>
                      <a:lnTo>
                        <a:pt x="890" y="203"/>
                      </a:lnTo>
                      <a:lnTo>
                        <a:pt x="890" y="201"/>
                      </a:lnTo>
                      <a:lnTo>
                        <a:pt x="889" y="201"/>
                      </a:lnTo>
                      <a:lnTo>
                        <a:pt x="890" y="201"/>
                      </a:lnTo>
                      <a:lnTo>
                        <a:pt x="889" y="201"/>
                      </a:lnTo>
                      <a:lnTo>
                        <a:pt x="890" y="201"/>
                      </a:lnTo>
                      <a:lnTo>
                        <a:pt x="889" y="201"/>
                      </a:lnTo>
                      <a:lnTo>
                        <a:pt x="889" y="200"/>
                      </a:lnTo>
                      <a:lnTo>
                        <a:pt x="889" y="198"/>
                      </a:lnTo>
                      <a:lnTo>
                        <a:pt x="887" y="198"/>
                      </a:lnTo>
                      <a:lnTo>
                        <a:pt x="887" y="200"/>
                      </a:lnTo>
                      <a:lnTo>
                        <a:pt x="885" y="198"/>
                      </a:lnTo>
                      <a:lnTo>
                        <a:pt x="883" y="198"/>
                      </a:lnTo>
                      <a:lnTo>
                        <a:pt x="881" y="198"/>
                      </a:lnTo>
                      <a:lnTo>
                        <a:pt x="879" y="198"/>
                      </a:lnTo>
                      <a:lnTo>
                        <a:pt x="878" y="198"/>
                      </a:lnTo>
                      <a:lnTo>
                        <a:pt x="876" y="198"/>
                      </a:lnTo>
                      <a:lnTo>
                        <a:pt x="874" y="198"/>
                      </a:lnTo>
                      <a:lnTo>
                        <a:pt x="872" y="198"/>
                      </a:lnTo>
                      <a:lnTo>
                        <a:pt x="874" y="200"/>
                      </a:lnTo>
                      <a:lnTo>
                        <a:pt x="874" y="201"/>
                      </a:lnTo>
                      <a:lnTo>
                        <a:pt x="876" y="201"/>
                      </a:lnTo>
                      <a:lnTo>
                        <a:pt x="876" y="203"/>
                      </a:lnTo>
                      <a:lnTo>
                        <a:pt x="874" y="203"/>
                      </a:lnTo>
                      <a:lnTo>
                        <a:pt x="872" y="203"/>
                      </a:lnTo>
                      <a:lnTo>
                        <a:pt x="870" y="201"/>
                      </a:lnTo>
                      <a:lnTo>
                        <a:pt x="869" y="201"/>
                      </a:lnTo>
                      <a:lnTo>
                        <a:pt x="867" y="201"/>
                      </a:lnTo>
                      <a:lnTo>
                        <a:pt x="865" y="201"/>
                      </a:lnTo>
                      <a:lnTo>
                        <a:pt x="863" y="201"/>
                      </a:lnTo>
                      <a:lnTo>
                        <a:pt x="861" y="201"/>
                      </a:lnTo>
                      <a:lnTo>
                        <a:pt x="861" y="200"/>
                      </a:lnTo>
                      <a:lnTo>
                        <a:pt x="859" y="200"/>
                      </a:lnTo>
                      <a:lnTo>
                        <a:pt x="858" y="200"/>
                      </a:lnTo>
                      <a:lnTo>
                        <a:pt x="856" y="200"/>
                      </a:lnTo>
                      <a:lnTo>
                        <a:pt x="854" y="200"/>
                      </a:lnTo>
                      <a:lnTo>
                        <a:pt x="852" y="200"/>
                      </a:lnTo>
                      <a:lnTo>
                        <a:pt x="852" y="198"/>
                      </a:lnTo>
                      <a:lnTo>
                        <a:pt x="854" y="198"/>
                      </a:lnTo>
                      <a:lnTo>
                        <a:pt x="854" y="196"/>
                      </a:lnTo>
                      <a:lnTo>
                        <a:pt x="854" y="194"/>
                      </a:lnTo>
                      <a:lnTo>
                        <a:pt x="852" y="194"/>
                      </a:lnTo>
                      <a:lnTo>
                        <a:pt x="850" y="194"/>
                      </a:lnTo>
                      <a:lnTo>
                        <a:pt x="848" y="194"/>
                      </a:lnTo>
                      <a:lnTo>
                        <a:pt x="848" y="196"/>
                      </a:lnTo>
                      <a:lnTo>
                        <a:pt x="847" y="196"/>
                      </a:lnTo>
                      <a:lnTo>
                        <a:pt x="847" y="198"/>
                      </a:lnTo>
                      <a:lnTo>
                        <a:pt x="845" y="198"/>
                      </a:lnTo>
                      <a:lnTo>
                        <a:pt x="845" y="200"/>
                      </a:lnTo>
                      <a:lnTo>
                        <a:pt x="843" y="200"/>
                      </a:lnTo>
                      <a:lnTo>
                        <a:pt x="843" y="201"/>
                      </a:lnTo>
                      <a:lnTo>
                        <a:pt x="845" y="201"/>
                      </a:lnTo>
                      <a:lnTo>
                        <a:pt x="843" y="201"/>
                      </a:lnTo>
                      <a:lnTo>
                        <a:pt x="841" y="201"/>
                      </a:lnTo>
                      <a:lnTo>
                        <a:pt x="839" y="201"/>
                      </a:lnTo>
                      <a:lnTo>
                        <a:pt x="839" y="203"/>
                      </a:lnTo>
                      <a:lnTo>
                        <a:pt x="838" y="203"/>
                      </a:lnTo>
                      <a:lnTo>
                        <a:pt x="836" y="203"/>
                      </a:lnTo>
                      <a:lnTo>
                        <a:pt x="834" y="203"/>
                      </a:lnTo>
                      <a:lnTo>
                        <a:pt x="834" y="201"/>
                      </a:lnTo>
                      <a:lnTo>
                        <a:pt x="832" y="200"/>
                      </a:lnTo>
                      <a:lnTo>
                        <a:pt x="830" y="198"/>
                      </a:lnTo>
                      <a:lnTo>
                        <a:pt x="830" y="196"/>
                      </a:lnTo>
                      <a:lnTo>
                        <a:pt x="830" y="194"/>
                      </a:lnTo>
                      <a:lnTo>
                        <a:pt x="828" y="194"/>
                      </a:lnTo>
                      <a:lnTo>
                        <a:pt x="827" y="194"/>
                      </a:lnTo>
                      <a:lnTo>
                        <a:pt x="825" y="194"/>
                      </a:lnTo>
                      <a:lnTo>
                        <a:pt x="825" y="192"/>
                      </a:lnTo>
                      <a:lnTo>
                        <a:pt x="825" y="194"/>
                      </a:lnTo>
                      <a:lnTo>
                        <a:pt x="825" y="192"/>
                      </a:lnTo>
                      <a:lnTo>
                        <a:pt x="827" y="192"/>
                      </a:lnTo>
                      <a:lnTo>
                        <a:pt x="827" y="190"/>
                      </a:lnTo>
                      <a:lnTo>
                        <a:pt x="827" y="189"/>
                      </a:lnTo>
                      <a:lnTo>
                        <a:pt x="825" y="189"/>
                      </a:lnTo>
                      <a:lnTo>
                        <a:pt x="825" y="190"/>
                      </a:lnTo>
                      <a:lnTo>
                        <a:pt x="823" y="190"/>
                      </a:lnTo>
                      <a:lnTo>
                        <a:pt x="823" y="192"/>
                      </a:lnTo>
                      <a:lnTo>
                        <a:pt x="821" y="192"/>
                      </a:lnTo>
                      <a:lnTo>
                        <a:pt x="821" y="194"/>
                      </a:lnTo>
                      <a:lnTo>
                        <a:pt x="821" y="196"/>
                      </a:lnTo>
                      <a:lnTo>
                        <a:pt x="821" y="198"/>
                      </a:lnTo>
                      <a:lnTo>
                        <a:pt x="821" y="200"/>
                      </a:lnTo>
                      <a:lnTo>
                        <a:pt x="819" y="200"/>
                      </a:lnTo>
                      <a:lnTo>
                        <a:pt x="817" y="201"/>
                      </a:lnTo>
                      <a:lnTo>
                        <a:pt x="817" y="203"/>
                      </a:lnTo>
                      <a:lnTo>
                        <a:pt x="817" y="205"/>
                      </a:lnTo>
                      <a:lnTo>
                        <a:pt x="817" y="207"/>
                      </a:lnTo>
                      <a:lnTo>
                        <a:pt x="816" y="207"/>
                      </a:lnTo>
                      <a:lnTo>
                        <a:pt x="816" y="205"/>
                      </a:lnTo>
                      <a:lnTo>
                        <a:pt x="816" y="203"/>
                      </a:lnTo>
                      <a:lnTo>
                        <a:pt x="816" y="201"/>
                      </a:lnTo>
                      <a:lnTo>
                        <a:pt x="817" y="200"/>
                      </a:lnTo>
                      <a:lnTo>
                        <a:pt x="817" y="198"/>
                      </a:lnTo>
                      <a:lnTo>
                        <a:pt x="816" y="198"/>
                      </a:lnTo>
                      <a:lnTo>
                        <a:pt x="816" y="196"/>
                      </a:lnTo>
                      <a:lnTo>
                        <a:pt x="814" y="196"/>
                      </a:lnTo>
                      <a:lnTo>
                        <a:pt x="814" y="194"/>
                      </a:lnTo>
                      <a:lnTo>
                        <a:pt x="814" y="192"/>
                      </a:lnTo>
                      <a:lnTo>
                        <a:pt x="816" y="192"/>
                      </a:lnTo>
                      <a:lnTo>
                        <a:pt x="817" y="190"/>
                      </a:lnTo>
                      <a:lnTo>
                        <a:pt x="819" y="190"/>
                      </a:lnTo>
                      <a:lnTo>
                        <a:pt x="817" y="190"/>
                      </a:lnTo>
                      <a:lnTo>
                        <a:pt x="819" y="190"/>
                      </a:lnTo>
                      <a:lnTo>
                        <a:pt x="819" y="189"/>
                      </a:lnTo>
                      <a:lnTo>
                        <a:pt x="821" y="189"/>
                      </a:lnTo>
                      <a:lnTo>
                        <a:pt x="823" y="189"/>
                      </a:lnTo>
                      <a:lnTo>
                        <a:pt x="823" y="187"/>
                      </a:lnTo>
                      <a:lnTo>
                        <a:pt x="823" y="189"/>
                      </a:lnTo>
                      <a:lnTo>
                        <a:pt x="823" y="187"/>
                      </a:lnTo>
                      <a:lnTo>
                        <a:pt x="823" y="185"/>
                      </a:lnTo>
                      <a:lnTo>
                        <a:pt x="823" y="187"/>
                      </a:lnTo>
                      <a:lnTo>
                        <a:pt x="821" y="187"/>
                      </a:lnTo>
                      <a:lnTo>
                        <a:pt x="821" y="185"/>
                      </a:lnTo>
                      <a:lnTo>
                        <a:pt x="823" y="185"/>
                      </a:lnTo>
                      <a:lnTo>
                        <a:pt x="825" y="183"/>
                      </a:lnTo>
                      <a:lnTo>
                        <a:pt x="823" y="183"/>
                      </a:lnTo>
                      <a:lnTo>
                        <a:pt x="825" y="183"/>
                      </a:lnTo>
                      <a:lnTo>
                        <a:pt x="825" y="181"/>
                      </a:lnTo>
                      <a:lnTo>
                        <a:pt x="827" y="181"/>
                      </a:lnTo>
                      <a:lnTo>
                        <a:pt x="828" y="181"/>
                      </a:lnTo>
                      <a:lnTo>
                        <a:pt x="830" y="181"/>
                      </a:lnTo>
                      <a:lnTo>
                        <a:pt x="832" y="181"/>
                      </a:lnTo>
                      <a:lnTo>
                        <a:pt x="834" y="181"/>
                      </a:lnTo>
                      <a:lnTo>
                        <a:pt x="836" y="181"/>
                      </a:lnTo>
                      <a:lnTo>
                        <a:pt x="838" y="181"/>
                      </a:lnTo>
                      <a:lnTo>
                        <a:pt x="839" y="181"/>
                      </a:lnTo>
                      <a:lnTo>
                        <a:pt x="841" y="181"/>
                      </a:lnTo>
                      <a:lnTo>
                        <a:pt x="843" y="181"/>
                      </a:lnTo>
                      <a:lnTo>
                        <a:pt x="845" y="181"/>
                      </a:lnTo>
                      <a:lnTo>
                        <a:pt x="847" y="181"/>
                      </a:lnTo>
                      <a:lnTo>
                        <a:pt x="848" y="181"/>
                      </a:lnTo>
                      <a:lnTo>
                        <a:pt x="850" y="181"/>
                      </a:lnTo>
                      <a:lnTo>
                        <a:pt x="852" y="181"/>
                      </a:lnTo>
                      <a:lnTo>
                        <a:pt x="854" y="181"/>
                      </a:lnTo>
                      <a:lnTo>
                        <a:pt x="854" y="179"/>
                      </a:lnTo>
                      <a:lnTo>
                        <a:pt x="856" y="179"/>
                      </a:lnTo>
                      <a:lnTo>
                        <a:pt x="858" y="179"/>
                      </a:lnTo>
                      <a:lnTo>
                        <a:pt x="858" y="181"/>
                      </a:lnTo>
                      <a:lnTo>
                        <a:pt x="858" y="183"/>
                      </a:lnTo>
                      <a:lnTo>
                        <a:pt x="858" y="185"/>
                      </a:lnTo>
                      <a:lnTo>
                        <a:pt x="859" y="185"/>
                      </a:lnTo>
                      <a:lnTo>
                        <a:pt x="861" y="185"/>
                      </a:lnTo>
                      <a:lnTo>
                        <a:pt x="861" y="183"/>
                      </a:lnTo>
                      <a:lnTo>
                        <a:pt x="861" y="185"/>
                      </a:lnTo>
                      <a:lnTo>
                        <a:pt x="861" y="183"/>
                      </a:lnTo>
                      <a:lnTo>
                        <a:pt x="861" y="185"/>
                      </a:lnTo>
                      <a:lnTo>
                        <a:pt x="863" y="185"/>
                      </a:lnTo>
                      <a:lnTo>
                        <a:pt x="863" y="183"/>
                      </a:lnTo>
                      <a:lnTo>
                        <a:pt x="865" y="183"/>
                      </a:lnTo>
                      <a:lnTo>
                        <a:pt x="865" y="181"/>
                      </a:lnTo>
                      <a:lnTo>
                        <a:pt x="867" y="181"/>
                      </a:lnTo>
                      <a:lnTo>
                        <a:pt x="869" y="181"/>
                      </a:lnTo>
                      <a:lnTo>
                        <a:pt x="869" y="179"/>
                      </a:lnTo>
                      <a:lnTo>
                        <a:pt x="870" y="179"/>
                      </a:lnTo>
                      <a:lnTo>
                        <a:pt x="872" y="179"/>
                      </a:lnTo>
                      <a:lnTo>
                        <a:pt x="874" y="179"/>
                      </a:lnTo>
                      <a:lnTo>
                        <a:pt x="874" y="178"/>
                      </a:lnTo>
                      <a:lnTo>
                        <a:pt x="874" y="179"/>
                      </a:lnTo>
                      <a:close/>
                      <a:moveTo>
                        <a:pt x="29" y="134"/>
                      </a:moveTo>
                      <a:lnTo>
                        <a:pt x="29" y="132"/>
                      </a:lnTo>
                      <a:lnTo>
                        <a:pt x="29" y="134"/>
                      </a:lnTo>
                      <a:lnTo>
                        <a:pt x="31" y="136"/>
                      </a:lnTo>
                      <a:lnTo>
                        <a:pt x="31" y="134"/>
                      </a:lnTo>
                      <a:lnTo>
                        <a:pt x="31" y="136"/>
                      </a:lnTo>
                      <a:lnTo>
                        <a:pt x="33" y="136"/>
                      </a:lnTo>
                      <a:lnTo>
                        <a:pt x="34" y="136"/>
                      </a:lnTo>
                      <a:lnTo>
                        <a:pt x="34" y="137"/>
                      </a:lnTo>
                      <a:lnTo>
                        <a:pt x="33" y="137"/>
                      </a:lnTo>
                      <a:lnTo>
                        <a:pt x="33" y="139"/>
                      </a:lnTo>
                      <a:lnTo>
                        <a:pt x="34" y="139"/>
                      </a:lnTo>
                      <a:lnTo>
                        <a:pt x="34" y="141"/>
                      </a:lnTo>
                      <a:lnTo>
                        <a:pt x="36" y="141"/>
                      </a:lnTo>
                      <a:lnTo>
                        <a:pt x="36" y="143"/>
                      </a:lnTo>
                      <a:lnTo>
                        <a:pt x="36" y="145"/>
                      </a:lnTo>
                      <a:lnTo>
                        <a:pt x="38" y="147"/>
                      </a:lnTo>
                      <a:lnTo>
                        <a:pt x="38" y="148"/>
                      </a:lnTo>
                      <a:lnTo>
                        <a:pt x="38" y="150"/>
                      </a:lnTo>
                      <a:lnTo>
                        <a:pt x="38" y="152"/>
                      </a:lnTo>
                      <a:lnTo>
                        <a:pt x="38" y="154"/>
                      </a:lnTo>
                      <a:lnTo>
                        <a:pt x="36" y="154"/>
                      </a:lnTo>
                      <a:lnTo>
                        <a:pt x="38" y="154"/>
                      </a:lnTo>
                      <a:lnTo>
                        <a:pt x="36" y="152"/>
                      </a:lnTo>
                      <a:lnTo>
                        <a:pt x="36" y="154"/>
                      </a:lnTo>
                      <a:lnTo>
                        <a:pt x="36" y="152"/>
                      </a:lnTo>
                      <a:lnTo>
                        <a:pt x="34" y="152"/>
                      </a:lnTo>
                      <a:lnTo>
                        <a:pt x="36" y="152"/>
                      </a:lnTo>
                      <a:lnTo>
                        <a:pt x="36" y="154"/>
                      </a:lnTo>
                      <a:lnTo>
                        <a:pt x="36" y="152"/>
                      </a:lnTo>
                      <a:lnTo>
                        <a:pt x="36" y="154"/>
                      </a:lnTo>
                      <a:lnTo>
                        <a:pt x="38" y="154"/>
                      </a:lnTo>
                      <a:lnTo>
                        <a:pt x="38" y="156"/>
                      </a:lnTo>
                      <a:lnTo>
                        <a:pt x="38" y="158"/>
                      </a:lnTo>
                      <a:lnTo>
                        <a:pt x="40" y="158"/>
                      </a:lnTo>
                      <a:lnTo>
                        <a:pt x="40" y="159"/>
                      </a:lnTo>
                      <a:lnTo>
                        <a:pt x="40" y="161"/>
                      </a:lnTo>
                      <a:lnTo>
                        <a:pt x="40" y="163"/>
                      </a:lnTo>
                      <a:lnTo>
                        <a:pt x="42" y="163"/>
                      </a:lnTo>
                      <a:lnTo>
                        <a:pt x="42" y="165"/>
                      </a:lnTo>
                      <a:lnTo>
                        <a:pt x="44" y="167"/>
                      </a:lnTo>
                      <a:lnTo>
                        <a:pt x="45" y="167"/>
                      </a:lnTo>
                      <a:lnTo>
                        <a:pt x="45" y="168"/>
                      </a:lnTo>
                      <a:lnTo>
                        <a:pt x="47" y="168"/>
                      </a:lnTo>
                      <a:lnTo>
                        <a:pt x="49" y="168"/>
                      </a:lnTo>
                      <a:lnTo>
                        <a:pt x="51" y="168"/>
                      </a:lnTo>
                      <a:lnTo>
                        <a:pt x="53" y="168"/>
                      </a:lnTo>
                      <a:lnTo>
                        <a:pt x="55" y="170"/>
                      </a:lnTo>
                      <a:lnTo>
                        <a:pt x="56" y="170"/>
                      </a:lnTo>
                      <a:lnTo>
                        <a:pt x="58" y="170"/>
                      </a:lnTo>
                      <a:lnTo>
                        <a:pt x="60" y="170"/>
                      </a:lnTo>
                      <a:lnTo>
                        <a:pt x="62" y="170"/>
                      </a:lnTo>
                      <a:lnTo>
                        <a:pt x="62" y="172"/>
                      </a:lnTo>
                      <a:lnTo>
                        <a:pt x="60" y="172"/>
                      </a:lnTo>
                      <a:lnTo>
                        <a:pt x="58" y="172"/>
                      </a:lnTo>
                      <a:lnTo>
                        <a:pt x="58" y="174"/>
                      </a:lnTo>
                      <a:lnTo>
                        <a:pt x="56" y="174"/>
                      </a:lnTo>
                      <a:lnTo>
                        <a:pt x="56" y="176"/>
                      </a:lnTo>
                      <a:lnTo>
                        <a:pt x="56" y="178"/>
                      </a:lnTo>
                      <a:lnTo>
                        <a:pt x="55" y="178"/>
                      </a:lnTo>
                      <a:lnTo>
                        <a:pt x="55" y="179"/>
                      </a:lnTo>
                      <a:lnTo>
                        <a:pt x="55" y="181"/>
                      </a:lnTo>
                      <a:lnTo>
                        <a:pt x="53" y="183"/>
                      </a:lnTo>
                      <a:lnTo>
                        <a:pt x="53" y="185"/>
                      </a:lnTo>
                      <a:lnTo>
                        <a:pt x="55" y="185"/>
                      </a:lnTo>
                      <a:lnTo>
                        <a:pt x="56" y="185"/>
                      </a:lnTo>
                      <a:lnTo>
                        <a:pt x="56" y="187"/>
                      </a:lnTo>
                      <a:lnTo>
                        <a:pt x="58" y="187"/>
                      </a:lnTo>
                      <a:lnTo>
                        <a:pt x="58" y="189"/>
                      </a:lnTo>
                      <a:lnTo>
                        <a:pt x="58" y="190"/>
                      </a:lnTo>
                      <a:lnTo>
                        <a:pt x="58" y="189"/>
                      </a:lnTo>
                      <a:lnTo>
                        <a:pt x="58" y="190"/>
                      </a:lnTo>
                      <a:lnTo>
                        <a:pt x="56" y="190"/>
                      </a:lnTo>
                      <a:lnTo>
                        <a:pt x="55" y="189"/>
                      </a:lnTo>
                      <a:lnTo>
                        <a:pt x="55" y="190"/>
                      </a:lnTo>
                      <a:lnTo>
                        <a:pt x="55" y="189"/>
                      </a:lnTo>
                      <a:lnTo>
                        <a:pt x="53" y="189"/>
                      </a:lnTo>
                      <a:lnTo>
                        <a:pt x="53" y="190"/>
                      </a:lnTo>
                      <a:lnTo>
                        <a:pt x="51" y="190"/>
                      </a:lnTo>
                      <a:lnTo>
                        <a:pt x="49" y="190"/>
                      </a:lnTo>
                      <a:lnTo>
                        <a:pt x="49" y="189"/>
                      </a:lnTo>
                      <a:lnTo>
                        <a:pt x="51" y="189"/>
                      </a:lnTo>
                      <a:lnTo>
                        <a:pt x="49" y="189"/>
                      </a:lnTo>
                      <a:lnTo>
                        <a:pt x="49" y="187"/>
                      </a:lnTo>
                      <a:lnTo>
                        <a:pt x="47" y="187"/>
                      </a:lnTo>
                      <a:lnTo>
                        <a:pt x="47" y="185"/>
                      </a:lnTo>
                      <a:lnTo>
                        <a:pt x="45" y="185"/>
                      </a:lnTo>
                      <a:lnTo>
                        <a:pt x="44" y="185"/>
                      </a:lnTo>
                      <a:lnTo>
                        <a:pt x="44" y="183"/>
                      </a:lnTo>
                      <a:lnTo>
                        <a:pt x="42" y="183"/>
                      </a:lnTo>
                      <a:lnTo>
                        <a:pt x="40" y="183"/>
                      </a:lnTo>
                      <a:lnTo>
                        <a:pt x="40" y="181"/>
                      </a:lnTo>
                      <a:lnTo>
                        <a:pt x="38" y="181"/>
                      </a:lnTo>
                      <a:lnTo>
                        <a:pt x="36" y="181"/>
                      </a:lnTo>
                      <a:lnTo>
                        <a:pt x="34" y="181"/>
                      </a:lnTo>
                      <a:lnTo>
                        <a:pt x="33" y="181"/>
                      </a:lnTo>
                      <a:lnTo>
                        <a:pt x="33" y="179"/>
                      </a:lnTo>
                      <a:lnTo>
                        <a:pt x="31" y="179"/>
                      </a:lnTo>
                      <a:lnTo>
                        <a:pt x="31" y="178"/>
                      </a:lnTo>
                      <a:lnTo>
                        <a:pt x="29" y="178"/>
                      </a:lnTo>
                      <a:lnTo>
                        <a:pt x="29" y="176"/>
                      </a:lnTo>
                      <a:lnTo>
                        <a:pt x="29" y="174"/>
                      </a:lnTo>
                      <a:lnTo>
                        <a:pt x="29" y="172"/>
                      </a:lnTo>
                      <a:lnTo>
                        <a:pt x="29" y="170"/>
                      </a:lnTo>
                      <a:lnTo>
                        <a:pt x="31" y="170"/>
                      </a:lnTo>
                      <a:lnTo>
                        <a:pt x="29" y="170"/>
                      </a:lnTo>
                      <a:lnTo>
                        <a:pt x="29" y="168"/>
                      </a:lnTo>
                      <a:lnTo>
                        <a:pt x="31" y="168"/>
                      </a:lnTo>
                      <a:lnTo>
                        <a:pt x="29" y="168"/>
                      </a:lnTo>
                      <a:lnTo>
                        <a:pt x="29" y="167"/>
                      </a:lnTo>
                      <a:lnTo>
                        <a:pt x="27" y="167"/>
                      </a:lnTo>
                      <a:lnTo>
                        <a:pt x="27" y="165"/>
                      </a:lnTo>
                      <a:lnTo>
                        <a:pt x="25" y="165"/>
                      </a:lnTo>
                      <a:lnTo>
                        <a:pt x="25" y="163"/>
                      </a:lnTo>
                      <a:lnTo>
                        <a:pt x="25" y="161"/>
                      </a:lnTo>
                      <a:lnTo>
                        <a:pt x="25" y="159"/>
                      </a:lnTo>
                      <a:lnTo>
                        <a:pt x="25" y="158"/>
                      </a:lnTo>
                      <a:lnTo>
                        <a:pt x="24" y="156"/>
                      </a:lnTo>
                      <a:lnTo>
                        <a:pt x="22" y="156"/>
                      </a:lnTo>
                      <a:lnTo>
                        <a:pt x="20" y="156"/>
                      </a:lnTo>
                      <a:lnTo>
                        <a:pt x="18" y="156"/>
                      </a:lnTo>
                      <a:lnTo>
                        <a:pt x="18" y="154"/>
                      </a:lnTo>
                      <a:lnTo>
                        <a:pt x="16" y="154"/>
                      </a:lnTo>
                      <a:lnTo>
                        <a:pt x="16" y="152"/>
                      </a:lnTo>
                      <a:lnTo>
                        <a:pt x="16" y="150"/>
                      </a:lnTo>
                      <a:lnTo>
                        <a:pt x="18" y="150"/>
                      </a:lnTo>
                      <a:lnTo>
                        <a:pt x="18" y="148"/>
                      </a:lnTo>
                      <a:lnTo>
                        <a:pt x="18" y="150"/>
                      </a:lnTo>
                      <a:lnTo>
                        <a:pt x="18" y="148"/>
                      </a:lnTo>
                      <a:lnTo>
                        <a:pt x="18" y="150"/>
                      </a:lnTo>
                      <a:lnTo>
                        <a:pt x="16" y="150"/>
                      </a:lnTo>
                      <a:lnTo>
                        <a:pt x="16" y="152"/>
                      </a:lnTo>
                      <a:lnTo>
                        <a:pt x="16" y="154"/>
                      </a:lnTo>
                      <a:lnTo>
                        <a:pt x="14" y="154"/>
                      </a:lnTo>
                      <a:lnTo>
                        <a:pt x="13" y="154"/>
                      </a:lnTo>
                      <a:lnTo>
                        <a:pt x="13" y="156"/>
                      </a:lnTo>
                      <a:lnTo>
                        <a:pt x="11" y="156"/>
                      </a:lnTo>
                      <a:lnTo>
                        <a:pt x="9" y="156"/>
                      </a:lnTo>
                      <a:lnTo>
                        <a:pt x="7" y="156"/>
                      </a:lnTo>
                      <a:lnTo>
                        <a:pt x="5" y="154"/>
                      </a:lnTo>
                      <a:lnTo>
                        <a:pt x="3" y="154"/>
                      </a:lnTo>
                      <a:lnTo>
                        <a:pt x="2" y="154"/>
                      </a:lnTo>
                      <a:lnTo>
                        <a:pt x="2" y="152"/>
                      </a:lnTo>
                      <a:lnTo>
                        <a:pt x="0" y="152"/>
                      </a:lnTo>
                      <a:lnTo>
                        <a:pt x="0" y="150"/>
                      </a:lnTo>
                      <a:lnTo>
                        <a:pt x="2" y="150"/>
                      </a:lnTo>
                      <a:lnTo>
                        <a:pt x="2" y="148"/>
                      </a:lnTo>
                      <a:lnTo>
                        <a:pt x="3" y="148"/>
                      </a:lnTo>
                      <a:lnTo>
                        <a:pt x="5" y="147"/>
                      </a:lnTo>
                      <a:lnTo>
                        <a:pt x="7" y="147"/>
                      </a:lnTo>
                      <a:lnTo>
                        <a:pt x="9" y="145"/>
                      </a:lnTo>
                      <a:lnTo>
                        <a:pt x="11" y="145"/>
                      </a:lnTo>
                      <a:lnTo>
                        <a:pt x="11" y="143"/>
                      </a:lnTo>
                      <a:lnTo>
                        <a:pt x="11" y="141"/>
                      </a:lnTo>
                      <a:lnTo>
                        <a:pt x="11" y="143"/>
                      </a:lnTo>
                      <a:lnTo>
                        <a:pt x="13" y="143"/>
                      </a:lnTo>
                      <a:lnTo>
                        <a:pt x="11" y="143"/>
                      </a:lnTo>
                      <a:lnTo>
                        <a:pt x="11" y="141"/>
                      </a:lnTo>
                      <a:lnTo>
                        <a:pt x="9" y="141"/>
                      </a:lnTo>
                      <a:lnTo>
                        <a:pt x="9" y="139"/>
                      </a:lnTo>
                      <a:lnTo>
                        <a:pt x="9" y="141"/>
                      </a:lnTo>
                      <a:lnTo>
                        <a:pt x="9" y="139"/>
                      </a:lnTo>
                      <a:lnTo>
                        <a:pt x="7" y="139"/>
                      </a:lnTo>
                      <a:lnTo>
                        <a:pt x="9" y="139"/>
                      </a:lnTo>
                      <a:lnTo>
                        <a:pt x="9" y="137"/>
                      </a:lnTo>
                      <a:lnTo>
                        <a:pt x="11" y="137"/>
                      </a:lnTo>
                      <a:lnTo>
                        <a:pt x="13" y="136"/>
                      </a:lnTo>
                      <a:lnTo>
                        <a:pt x="13" y="137"/>
                      </a:lnTo>
                      <a:lnTo>
                        <a:pt x="13" y="136"/>
                      </a:lnTo>
                      <a:lnTo>
                        <a:pt x="14" y="136"/>
                      </a:lnTo>
                      <a:lnTo>
                        <a:pt x="16" y="136"/>
                      </a:lnTo>
                      <a:lnTo>
                        <a:pt x="16" y="134"/>
                      </a:lnTo>
                      <a:lnTo>
                        <a:pt x="18" y="134"/>
                      </a:lnTo>
                      <a:lnTo>
                        <a:pt x="18" y="136"/>
                      </a:lnTo>
                      <a:lnTo>
                        <a:pt x="18" y="137"/>
                      </a:lnTo>
                      <a:lnTo>
                        <a:pt x="20" y="137"/>
                      </a:lnTo>
                      <a:lnTo>
                        <a:pt x="22" y="137"/>
                      </a:lnTo>
                      <a:lnTo>
                        <a:pt x="22" y="139"/>
                      </a:lnTo>
                      <a:lnTo>
                        <a:pt x="20" y="139"/>
                      </a:lnTo>
                      <a:lnTo>
                        <a:pt x="20" y="141"/>
                      </a:lnTo>
                      <a:lnTo>
                        <a:pt x="18" y="141"/>
                      </a:lnTo>
                      <a:lnTo>
                        <a:pt x="18" y="139"/>
                      </a:lnTo>
                      <a:lnTo>
                        <a:pt x="18" y="141"/>
                      </a:lnTo>
                      <a:lnTo>
                        <a:pt x="20" y="141"/>
                      </a:lnTo>
                      <a:lnTo>
                        <a:pt x="20" y="143"/>
                      </a:lnTo>
                      <a:lnTo>
                        <a:pt x="22" y="143"/>
                      </a:lnTo>
                      <a:lnTo>
                        <a:pt x="24" y="143"/>
                      </a:lnTo>
                      <a:lnTo>
                        <a:pt x="25" y="143"/>
                      </a:lnTo>
                      <a:lnTo>
                        <a:pt x="25" y="145"/>
                      </a:lnTo>
                      <a:lnTo>
                        <a:pt x="25" y="143"/>
                      </a:lnTo>
                      <a:lnTo>
                        <a:pt x="27" y="143"/>
                      </a:lnTo>
                      <a:lnTo>
                        <a:pt x="25" y="143"/>
                      </a:lnTo>
                      <a:lnTo>
                        <a:pt x="25" y="141"/>
                      </a:lnTo>
                      <a:lnTo>
                        <a:pt x="24" y="141"/>
                      </a:lnTo>
                      <a:lnTo>
                        <a:pt x="24" y="139"/>
                      </a:lnTo>
                      <a:lnTo>
                        <a:pt x="24" y="137"/>
                      </a:lnTo>
                      <a:lnTo>
                        <a:pt x="24" y="136"/>
                      </a:lnTo>
                      <a:lnTo>
                        <a:pt x="22" y="136"/>
                      </a:lnTo>
                      <a:lnTo>
                        <a:pt x="22" y="134"/>
                      </a:lnTo>
                      <a:lnTo>
                        <a:pt x="24" y="134"/>
                      </a:lnTo>
                      <a:lnTo>
                        <a:pt x="25" y="134"/>
                      </a:lnTo>
                      <a:lnTo>
                        <a:pt x="27" y="134"/>
                      </a:lnTo>
                      <a:lnTo>
                        <a:pt x="29" y="134"/>
                      </a:lnTo>
                      <a:lnTo>
                        <a:pt x="27" y="134"/>
                      </a:lnTo>
                      <a:lnTo>
                        <a:pt x="27" y="132"/>
                      </a:lnTo>
                      <a:lnTo>
                        <a:pt x="29" y="134"/>
                      </a:lnTo>
                      <a:close/>
                      <a:moveTo>
                        <a:pt x="817" y="0"/>
                      </a:moveTo>
                      <a:lnTo>
                        <a:pt x="819" y="0"/>
                      </a:lnTo>
                      <a:lnTo>
                        <a:pt x="821" y="0"/>
                      </a:lnTo>
                      <a:lnTo>
                        <a:pt x="821" y="2"/>
                      </a:lnTo>
                      <a:lnTo>
                        <a:pt x="819" y="2"/>
                      </a:lnTo>
                      <a:lnTo>
                        <a:pt x="819" y="4"/>
                      </a:lnTo>
                      <a:lnTo>
                        <a:pt x="817" y="6"/>
                      </a:lnTo>
                      <a:lnTo>
                        <a:pt x="817" y="8"/>
                      </a:lnTo>
                      <a:lnTo>
                        <a:pt x="816" y="8"/>
                      </a:lnTo>
                      <a:lnTo>
                        <a:pt x="816" y="9"/>
                      </a:lnTo>
                      <a:lnTo>
                        <a:pt x="814" y="9"/>
                      </a:lnTo>
                      <a:lnTo>
                        <a:pt x="814" y="11"/>
                      </a:lnTo>
                      <a:lnTo>
                        <a:pt x="814" y="13"/>
                      </a:lnTo>
                      <a:lnTo>
                        <a:pt x="814" y="15"/>
                      </a:lnTo>
                      <a:lnTo>
                        <a:pt x="816" y="15"/>
                      </a:lnTo>
                      <a:lnTo>
                        <a:pt x="817" y="15"/>
                      </a:lnTo>
                      <a:lnTo>
                        <a:pt x="819" y="17"/>
                      </a:lnTo>
                      <a:lnTo>
                        <a:pt x="819" y="19"/>
                      </a:lnTo>
                      <a:lnTo>
                        <a:pt x="819" y="20"/>
                      </a:lnTo>
                      <a:lnTo>
                        <a:pt x="819" y="22"/>
                      </a:lnTo>
                      <a:lnTo>
                        <a:pt x="821" y="22"/>
                      </a:lnTo>
                      <a:lnTo>
                        <a:pt x="819" y="22"/>
                      </a:lnTo>
                      <a:lnTo>
                        <a:pt x="821" y="22"/>
                      </a:lnTo>
                      <a:lnTo>
                        <a:pt x="821" y="24"/>
                      </a:lnTo>
                      <a:lnTo>
                        <a:pt x="819" y="24"/>
                      </a:lnTo>
                      <a:lnTo>
                        <a:pt x="821" y="24"/>
                      </a:lnTo>
                      <a:lnTo>
                        <a:pt x="819" y="24"/>
                      </a:lnTo>
                      <a:lnTo>
                        <a:pt x="819" y="26"/>
                      </a:lnTo>
                      <a:lnTo>
                        <a:pt x="819" y="28"/>
                      </a:lnTo>
                      <a:lnTo>
                        <a:pt x="819" y="30"/>
                      </a:lnTo>
                      <a:lnTo>
                        <a:pt x="819" y="31"/>
                      </a:lnTo>
                      <a:lnTo>
                        <a:pt x="817" y="31"/>
                      </a:lnTo>
                      <a:lnTo>
                        <a:pt x="817" y="33"/>
                      </a:lnTo>
                      <a:lnTo>
                        <a:pt x="817" y="35"/>
                      </a:lnTo>
                      <a:lnTo>
                        <a:pt x="816" y="35"/>
                      </a:lnTo>
                      <a:lnTo>
                        <a:pt x="816" y="37"/>
                      </a:lnTo>
                      <a:lnTo>
                        <a:pt x="816" y="39"/>
                      </a:lnTo>
                      <a:lnTo>
                        <a:pt x="816" y="37"/>
                      </a:lnTo>
                      <a:lnTo>
                        <a:pt x="816" y="39"/>
                      </a:lnTo>
                      <a:lnTo>
                        <a:pt x="814" y="39"/>
                      </a:lnTo>
                      <a:lnTo>
                        <a:pt x="814" y="37"/>
                      </a:lnTo>
                      <a:lnTo>
                        <a:pt x="814" y="39"/>
                      </a:lnTo>
                      <a:lnTo>
                        <a:pt x="814" y="37"/>
                      </a:lnTo>
                      <a:lnTo>
                        <a:pt x="814" y="39"/>
                      </a:lnTo>
                      <a:lnTo>
                        <a:pt x="812" y="39"/>
                      </a:lnTo>
                      <a:lnTo>
                        <a:pt x="812" y="41"/>
                      </a:lnTo>
                      <a:lnTo>
                        <a:pt x="810" y="41"/>
                      </a:lnTo>
                      <a:lnTo>
                        <a:pt x="808" y="41"/>
                      </a:lnTo>
                      <a:lnTo>
                        <a:pt x="808" y="42"/>
                      </a:lnTo>
                      <a:lnTo>
                        <a:pt x="806" y="42"/>
                      </a:lnTo>
                      <a:lnTo>
                        <a:pt x="806" y="44"/>
                      </a:lnTo>
                      <a:lnTo>
                        <a:pt x="806" y="46"/>
                      </a:lnTo>
                      <a:lnTo>
                        <a:pt x="806" y="48"/>
                      </a:lnTo>
                      <a:lnTo>
                        <a:pt x="808" y="48"/>
                      </a:lnTo>
                      <a:lnTo>
                        <a:pt x="806" y="48"/>
                      </a:lnTo>
                      <a:lnTo>
                        <a:pt x="808" y="48"/>
                      </a:lnTo>
                      <a:lnTo>
                        <a:pt x="808" y="50"/>
                      </a:lnTo>
                      <a:lnTo>
                        <a:pt x="810" y="50"/>
                      </a:lnTo>
                      <a:lnTo>
                        <a:pt x="812" y="50"/>
                      </a:lnTo>
                      <a:lnTo>
                        <a:pt x="812" y="51"/>
                      </a:lnTo>
                      <a:lnTo>
                        <a:pt x="812" y="50"/>
                      </a:lnTo>
                      <a:lnTo>
                        <a:pt x="814" y="50"/>
                      </a:lnTo>
                      <a:lnTo>
                        <a:pt x="816" y="50"/>
                      </a:lnTo>
                      <a:lnTo>
                        <a:pt x="816" y="48"/>
                      </a:lnTo>
                      <a:lnTo>
                        <a:pt x="817" y="48"/>
                      </a:lnTo>
                      <a:lnTo>
                        <a:pt x="816" y="46"/>
                      </a:lnTo>
                      <a:lnTo>
                        <a:pt x="817" y="46"/>
                      </a:lnTo>
                      <a:lnTo>
                        <a:pt x="816" y="44"/>
                      </a:lnTo>
                      <a:lnTo>
                        <a:pt x="817" y="44"/>
                      </a:lnTo>
                      <a:lnTo>
                        <a:pt x="817" y="42"/>
                      </a:lnTo>
                      <a:lnTo>
                        <a:pt x="817" y="44"/>
                      </a:lnTo>
                      <a:lnTo>
                        <a:pt x="817" y="42"/>
                      </a:lnTo>
                      <a:lnTo>
                        <a:pt x="817" y="41"/>
                      </a:lnTo>
                      <a:lnTo>
                        <a:pt x="819" y="41"/>
                      </a:lnTo>
                      <a:lnTo>
                        <a:pt x="819" y="39"/>
                      </a:lnTo>
                      <a:lnTo>
                        <a:pt x="821" y="39"/>
                      </a:lnTo>
                      <a:lnTo>
                        <a:pt x="823" y="39"/>
                      </a:lnTo>
                      <a:lnTo>
                        <a:pt x="825" y="39"/>
                      </a:lnTo>
                      <a:lnTo>
                        <a:pt x="825" y="37"/>
                      </a:lnTo>
                      <a:lnTo>
                        <a:pt x="827" y="37"/>
                      </a:lnTo>
                      <a:lnTo>
                        <a:pt x="827" y="35"/>
                      </a:lnTo>
                      <a:lnTo>
                        <a:pt x="825" y="35"/>
                      </a:lnTo>
                      <a:lnTo>
                        <a:pt x="823" y="35"/>
                      </a:lnTo>
                      <a:lnTo>
                        <a:pt x="823" y="33"/>
                      </a:lnTo>
                      <a:lnTo>
                        <a:pt x="823" y="31"/>
                      </a:lnTo>
                      <a:lnTo>
                        <a:pt x="825" y="31"/>
                      </a:lnTo>
                      <a:lnTo>
                        <a:pt x="825" y="30"/>
                      </a:lnTo>
                      <a:lnTo>
                        <a:pt x="827" y="30"/>
                      </a:lnTo>
                      <a:lnTo>
                        <a:pt x="828" y="28"/>
                      </a:lnTo>
                      <a:lnTo>
                        <a:pt x="830" y="28"/>
                      </a:lnTo>
                      <a:lnTo>
                        <a:pt x="832" y="26"/>
                      </a:lnTo>
                      <a:lnTo>
                        <a:pt x="832" y="24"/>
                      </a:lnTo>
                      <a:lnTo>
                        <a:pt x="834" y="24"/>
                      </a:lnTo>
                      <a:lnTo>
                        <a:pt x="836" y="24"/>
                      </a:lnTo>
                      <a:lnTo>
                        <a:pt x="838" y="24"/>
                      </a:lnTo>
                      <a:lnTo>
                        <a:pt x="839" y="22"/>
                      </a:lnTo>
                      <a:lnTo>
                        <a:pt x="841" y="22"/>
                      </a:lnTo>
                      <a:lnTo>
                        <a:pt x="843" y="22"/>
                      </a:lnTo>
                      <a:lnTo>
                        <a:pt x="845" y="22"/>
                      </a:lnTo>
                      <a:lnTo>
                        <a:pt x="845" y="24"/>
                      </a:lnTo>
                      <a:lnTo>
                        <a:pt x="843" y="24"/>
                      </a:lnTo>
                      <a:lnTo>
                        <a:pt x="845" y="24"/>
                      </a:lnTo>
                      <a:lnTo>
                        <a:pt x="843" y="24"/>
                      </a:lnTo>
                      <a:lnTo>
                        <a:pt x="845" y="24"/>
                      </a:lnTo>
                      <a:lnTo>
                        <a:pt x="843" y="24"/>
                      </a:lnTo>
                      <a:lnTo>
                        <a:pt x="843" y="26"/>
                      </a:lnTo>
                      <a:lnTo>
                        <a:pt x="845" y="26"/>
                      </a:lnTo>
                      <a:lnTo>
                        <a:pt x="843" y="26"/>
                      </a:lnTo>
                      <a:lnTo>
                        <a:pt x="843" y="28"/>
                      </a:lnTo>
                      <a:lnTo>
                        <a:pt x="845" y="28"/>
                      </a:lnTo>
                      <a:lnTo>
                        <a:pt x="845" y="30"/>
                      </a:lnTo>
                      <a:lnTo>
                        <a:pt x="847" y="30"/>
                      </a:lnTo>
                      <a:lnTo>
                        <a:pt x="845" y="30"/>
                      </a:lnTo>
                      <a:lnTo>
                        <a:pt x="845" y="31"/>
                      </a:lnTo>
                      <a:lnTo>
                        <a:pt x="847" y="31"/>
                      </a:lnTo>
                      <a:lnTo>
                        <a:pt x="845" y="31"/>
                      </a:lnTo>
                      <a:lnTo>
                        <a:pt x="845" y="33"/>
                      </a:lnTo>
                      <a:lnTo>
                        <a:pt x="845" y="35"/>
                      </a:lnTo>
                      <a:lnTo>
                        <a:pt x="843" y="35"/>
                      </a:lnTo>
                      <a:lnTo>
                        <a:pt x="843" y="37"/>
                      </a:lnTo>
                      <a:lnTo>
                        <a:pt x="843" y="39"/>
                      </a:lnTo>
                      <a:lnTo>
                        <a:pt x="845" y="39"/>
                      </a:lnTo>
                      <a:lnTo>
                        <a:pt x="843" y="39"/>
                      </a:lnTo>
                      <a:lnTo>
                        <a:pt x="843" y="41"/>
                      </a:lnTo>
                      <a:lnTo>
                        <a:pt x="845" y="41"/>
                      </a:lnTo>
                      <a:lnTo>
                        <a:pt x="843" y="41"/>
                      </a:lnTo>
                      <a:lnTo>
                        <a:pt x="841" y="42"/>
                      </a:lnTo>
                      <a:lnTo>
                        <a:pt x="839" y="42"/>
                      </a:lnTo>
                      <a:lnTo>
                        <a:pt x="839" y="44"/>
                      </a:lnTo>
                      <a:lnTo>
                        <a:pt x="838" y="44"/>
                      </a:lnTo>
                      <a:lnTo>
                        <a:pt x="836" y="44"/>
                      </a:lnTo>
                      <a:lnTo>
                        <a:pt x="836" y="46"/>
                      </a:lnTo>
                      <a:lnTo>
                        <a:pt x="834" y="46"/>
                      </a:lnTo>
                      <a:lnTo>
                        <a:pt x="832" y="46"/>
                      </a:lnTo>
                      <a:lnTo>
                        <a:pt x="830" y="46"/>
                      </a:lnTo>
                      <a:lnTo>
                        <a:pt x="830" y="48"/>
                      </a:lnTo>
                      <a:lnTo>
                        <a:pt x="828" y="48"/>
                      </a:lnTo>
                      <a:lnTo>
                        <a:pt x="830" y="48"/>
                      </a:lnTo>
                      <a:lnTo>
                        <a:pt x="830" y="50"/>
                      </a:lnTo>
                      <a:lnTo>
                        <a:pt x="828" y="50"/>
                      </a:lnTo>
                      <a:lnTo>
                        <a:pt x="827" y="50"/>
                      </a:lnTo>
                      <a:lnTo>
                        <a:pt x="827" y="51"/>
                      </a:lnTo>
                      <a:lnTo>
                        <a:pt x="827" y="53"/>
                      </a:lnTo>
                      <a:lnTo>
                        <a:pt x="828" y="53"/>
                      </a:lnTo>
                      <a:lnTo>
                        <a:pt x="830" y="53"/>
                      </a:lnTo>
                      <a:lnTo>
                        <a:pt x="830" y="55"/>
                      </a:lnTo>
                      <a:lnTo>
                        <a:pt x="832" y="55"/>
                      </a:lnTo>
                      <a:lnTo>
                        <a:pt x="832" y="57"/>
                      </a:lnTo>
                      <a:lnTo>
                        <a:pt x="832" y="55"/>
                      </a:lnTo>
                      <a:lnTo>
                        <a:pt x="832" y="57"/>
                      </a:lnTo>
                      <a:lnTo>
                        <a:pt x="832" y="55"/>
                      </a:lnTo>
                      <a:lnTo>
                        <a:pt x="832" y="57"/>
                      </a:lnTo>
                      <a:lnTo>
                        <a:pt x="832" y="55"/>
                      </a:lnTo>
                      <a:lnTo>
                        <a:pt x="834" y="55"/>
                      </a:lnTo>
                      <a:lnTo>
                        <a:pt x="834" y="57"/>
                      </a:lnTo>
                      <a:lnTo>
                        <a:pt x="836" y="57"/>
                      </a:lnTo>
                      <a:lnTo>
                        <a:pt x="838" y="57"/>
                      </a:lnTo>
                      <a:lnTo>
                        <a:pt x="838" y="59"/>
                      </a:lnTo>
                      <a:lnTo>
                        <a:pt x="838" y="57"/>
                      </a:lnTo>
                      <a:lnTo>
                        <a:pt x="838" y="59"/>
                      </a:lnTo>
                      <a:lnTo>
                        <a:pt x="839" y="59"/>
                      </a:lnTo>
                      <a:lnTo>
                        <a:pt x="841" y="59"/>
                      </a:lnTo>
                      <a:lnTo>
                        <a:pt x="843" y="59"/>
                      </a:lnTo>
                      <a:lnTo>
                        <a:pt x="843" y="61"/>
                      </a:lnTo>
                      <a:lnTo>
                        <a:pt x="843" y="62"/>
                      </a:lnTo>
                      <a:lnTo>
                        <a:pt x="843" y="64"/>
                      </a:lnTo>
                      <a:lnTo>
                        <a:pt x="843" y="66"/>
                      </a:lnTo>
                      <a:lnTo>
                        <a:pt x="843" y="68"/>
                      </a:lnTo>
                      <a:lnTo>
                        <a:pt x="845" y="68"/>
                      </a:lnTo>
                      <a:lnTo>
                        <a:pt x="847" y="68"/>
                      </a:lnTo>
                      <a:lnTo>
                        <a:pt x="848" y="68"/>
                      </a:lnTo>
                      <a:lnTo>
                        <a:pt x="850" y="70"/>
                      </a:lnTo>
                      <a:lnTo>
                        <a:pt x="850" y="72"/>
                      </a:lnTo>
                      <a:lnTo>
                        <a:pt x="852" y="72"/>
                      </a:lnTo>
                      <a:lnTo>
                        <a:pt x="850" y="72"/>
                      </a:lnTo>
                      <a:lnTo>
                        <a:pt x="850" y="70"/>
                      </a:lnTo>
                      <a:lnTo>
                        <a:pt x="848" y="70"/>
                      </a:lnTo>
                      <a:lnTo>
                        <a:pt x="850" y="70"/>
                      </a:lnTo>
                      <a:lnTo>
                        <a:pt x="848" y="70"/>
                      </a:lnTo>
                      <a:lnTo>
                        <a:pt x="847" y="70"/>
                      </a:lnTo>
                      <a:lnTo>
                        <a:pt x="845" y="70"/>
                      </a:lnTo>
                      <a:lnTo>
                        <a:pt x="845" y="68"/>
                      </a:lnTo>
                      <a:lnTo>
                        <a:pt x="843" y="68"/>
                      </a:lnTo>
                      <a:lnTo>
                        <a:pt x="841" y="68"/>
                      </a:lnTo>
                      <a:lnTo>
                        <a:pt x="839" y="68"/>
                      </a:lnTo>
                      <a:lnTo>
                        <a:pt x="838" y="66"/>
                      </a:lnTo>
                      <a:lnTo>
                        <a:pt x="836" y="66"/>
                      </a:lnTo>
                      <a:lnTo>
                        <a:pt x="836" y="64"/>
                      </a:lnTo>
                      <a:lnTo>
                        <a:pt x="834" y="64"/>
                      </a:lnTo>
                      <a:lnTo>
                        <a:pt x="832" y="64"/>
                      </a:lnTo>
                      <a:lnTo>
                        <a:pt x="830" y="64"/>
                      </a:lnTo>
                      <a:lnTo>
                        <a:pt x="828" y="64"/>
                      </a:lnTo>
                      <a:lnTo>
                        <a:pt x="827" y="64"/>
                      </a:lnTo>
                      <a:lnTo>
                        <a:pt x="825" y="64"/>
                      </a:lnTo>
                      <a:lnTo>
                        <a:pt x="825" y="62"/>
                      </a:lnTo>
                      <a:lnTo>
                        <a:pt x="823" y="62"/>
                      </a:lnTo>
                      <a:lnTo>
                        <a:pt x="821" y="62"/>
                      </a:lnTo>
                      <a:lnTo>
                        <a:pt x="819" y="62"/>
                      </a:lnTo>
                      <a:lnTo>
                        <a:pt x="817" y="62"/>
                      </a:lnTo>
                      <a:lnTo>
                        <a:pt x="816" y="62"/>
                      </a:lnTo>
                      <a:lnTo>
                        <a:pt x="816" y="64"/>
                      </a:lnTo>
                      <a:lnTo>
                        <a:pt x="816" y="66"/>
                      </a:lnTo>
                      <a:lnTo>
                        <a:pt x="814" y="66"/>
                      </a:lnTo>
                      <a:lnTo>
                        <a:pt x="816" y="66"/>
                      </a:lnTo>
                      <a:lnTo>
                        <a:pt x="814" y="66"/>
                      </a:lnTo>
                      <a:lnTo>
                        <a:pt x="816" y="66"/>
                      </a:lnTo>
                      <a:lnTo>
                        <a:pt x="816" y="68"/>
                      </a:lnTo>
                      <a:lnTo>
                        <a:pt x="814" y="68"/>
                      </a:lnTo>
                      <a:lnTo>
                        <a:pt x="816" y="68"/>
                      </a:lnTo>
                      <a:lnTo>
                        <a:pt x="816" y="70"/>
                      </a:lnTo>
                      <a:lnTo>
                        <a:pt x="816" y="72"/>
                      </a:lnTo>
                      <a:lnTo>
                        <a:pt x="816" y="73"/>
                      </a:lnTo>
                      <a:lnTo>
                        <a:pt x="816" y="75"/>
                      </a:lnTo>
                      <a:lnTo>
                        <a:pt x="816" y="77"/>
                      </a:lnTo>
                      <a:lnTo>
                        <a:pt x="816" y="79"/>
                      </a:lnTo>
                      <a:lnTo>
                        <a:pt x="816" y="81"/>
                      </a:lnTo>
                      <a:lnTo>
                        <a:pt x="816" y="83"/>
                      </a:lnTo>
                      <a:lnTo>
                        <a:pt x="817" y="83"/>
                      </a:lnTo>
                      <a:lnTo>
                        <a:pt x="817" y="84"/>
                      </a:lnTo>
                      <a:lnTo>
                        <a:pt x="817" y="86"/>
                      </a:lnTo>
                      <a:lnTo>
                        <a:pt x="817" y="88"/>
                      </a:lnTo>
                      <a:lnTo>
                        <a:pt x="819" y="88"/>
                      </a:lnTo>
                      <a:lnTo>
                        <a:pt x="819" y="90"/>
                      </a:lnTo>
                      <a:lnTo>
                        <a:pt x="819" y="92"/>
                      </a:lnTo>
                      <a:lnTo>
                        <a:pt x="821" y="94"/>
                      </a:lnTo>
                      <a:lnTo>
                        <a:pt x="821" y="95"/>
                      </a:lnTo>
                      <a:lnTo>
                        <a:pt x="823" y="95"/>
                      </a:lnTo>
                      <a:lnTo>
                        <a:pt x="823" y="97"/>
                      </a:lnTo>
                      <a:lnTo>
                        <a:pt x="823" y="99"/>
                      </a:lnTo>
                      <a:lnTo>
                        <a:pt x="825" y="99"/>
                      </a:lnTo>
                      <a:lnTo>
                        <a:pt x="825" y="101"/>
                      </a:lnTo>
                      <a:lnTo>
                        <a:pt x="827" y="103"/>
                      </a:lnTo>
                      <a:lnTo>
                        <a:pt x="827" y="105"/>
                      </a:lnTo>
                      <a:lnTo>
                        <a:pt x="828" y="105"/>
                      </a:lnTo>
                      <a:lnTo>
                        <a:pt x="828" y="106"/>
                      </a:lnTo>
                      <a:lnTo>
                        <a:pt x="830" y="106"/>
                      </a:lnTo>
                      <a:lnTo>
                        <a:pt x="830" y="108"/>
                      </a:lnTo>
                      <a:lnTo>
                        <a:pt x="832" y="108"/>
                      </a:lnTo>
                      <a:lnTo>
                        <a:pt x="832" y="110"/>
                      </a:lnTo>
                      <a:lnTo>
                        <a:pt x="834" y="110"/>
                      </a:lnTo>
                      <a:lnTo>
                        <a:pt x="834" y="112"/>
                      </a:lnTo>
                      <a:lnTo>
                        <a:pt x="836" y="112"/>
                      </a:lnTo>
                      <a:lnTo>
                        <a:pt x="834" y="112"/>
                      </a:lnTo>
                      <a:lnTo>
                        <a:pt x="834" y="110"/>
                      </a:lnTo>
                      <a:lnTo>
                        <a:pt x="832" y="110"/>
                      </a:lnTo>
                      <a:lnTo>
                        <a:pt x="832" y="112"/>
                      </a:lnTo>
                      <a:lnTo>
                        <a:pt x="832" y="110"/>
                      </a:lnTo>
                      <a:lnTo>
                        <a:pt x="830" y="110"/>
                      </a:lnTo>
                      <a:lnTo>
                        <a:pt x="828" y="110"/>
                      </a:lnTo>
                      <a:lnTo>
                        <a:pt x="827" y="110"/>
                      </a:lnTo>
                      <a:lnTo>
                        <a:pt x="827" y="108"/>
                      </a:lnTo>
                      <a:lnTo>
                        <a:pt x="828" y="108"/>
                      </a:lnTo>
                      <a:lnTo>
                        <a:pt x="828" y="110"/>
                      </a:lnTo>
                      <a:lnTo>
                        <a:pt x="828" y="108"/>
                      </a:lnTo>
                      <a:lnTo>
                        <a:pt x="828" y="106"/>
                      </a:lnTo>
                      <a:lnTo>
                        <a:pt x="828" y="108"/>
                      </a:lnTo>
                      <a:lnTo>
                        <a:pt x="827" y="106"/>
                      </a:lnTo>
                      <a:lnTo>
                        <a:pt x="828" y="106"/>
                      </a:lnTo>
                      <a:lnTo>
                        <a:pt x="827" y="106"/>
                      </a:lnTo>
                      <a:lnTo>
                        <a:pt x="825" y="106"/>
                      </a:lnTo>
                      <a:lnTo>
                        <a:pt x="823" y="106"/>
                      </a:lnTo>
                      <a:lnTo>
                        <a:pt x="823" y="105"/>
                      </a:lnTo>
                      <a:lnTo>
                        <a:pt x="821" y="105"/>
                      </a:lnTo>
                      <a:lnTo>
                        <a:pt x="819" y="105"/>
                      </a:lnTo>
                      <a:lnTo>
                        <a:pt x="819" y="103"/>
                      </a:lnTo>
                      <a:lnTo>
                        <a:pt x="819" y="101"/>
                      </a:lnTo>
                      <a:lnTo>
                        <a:pt x="817" y="101"/>
                      </a:lnTo>
                      <a:lnTo>
                        <a:pt x="817" y="99"/>
                      </a:lnTo>
                      <a:lnTo>
                        <a:pt x="817" y="97"/>
                      </a:lnTo>
                      <a:lnTo>
                        <a:pt x="816" y="97"/>
                      </a:lnTo>
                      <a:lnTo>
                        <a:pt x="816" y="95"/>
                      </a:lnTo>
                      <a:lnTo>
                        <a:pt x="816" y="94"/>
                      </a:lnTo>
                      <a:lnTo>
                        <a:pt x="814" y="94"/>
                      </a:lnTo>
                      <a:lnTo>
                        <a:pt x="814" y="92"/>
                      </a:lnTo>
                      <a:lnTo>
                        <a:pt x="812" y="92"/>
                      </a:lnTo>
                      <a:lnTo>
                        <a:pt x="810" y="90"/>
                      </a:lnTo>
                      <a:lnTo>
                        <a:pt x="808" y="90"/>
                      </a:lnTo>
                      <a:lnTo>
                        <a:pt x="808" y="88"/>
                      </a:lnTo>
                      <a:lnTo>
                        <a:pt x="806" y="88"/>
                      </a:lnTo>
                      <a:lnTo>
                        <a:pt x="806" y="86"/>
                      </a:lnTo>
                      <a:lnTo>
                        <a:pt x="806" y="84"/>
                      </a:lnTo>
                      <a:lnTo>
                        <a:pt x="808" y="84"/>
                      </a:lnTo>
                      <a:lnTo>
                        <a:pt x="808" y="83"/>
                      </a:lnTo>
                      <a:lnTo>
                        <a:pt x="808" y="81"/>
                      </a:lnTo>
                      <a:lnTo>
                        <a:pt x="808" y="79"/>
                      </a:lnTo>
                      <a:lnTo>
                        <a:pt x="808" y="77"/>
                      </a:lnTo>
                      <a:lnTo>
                        <a:pt x="808" y="75"/>
                      </a:lnTo>
                      <a:lnTo>
                        <a:pt x="808" y="73"/>
                      </a:lnTo>
                      <a:lnTo>
                        <a:pt x="808" y="72"/>
                      </a:lnTo>
                      <a:lnTo>
                        <a:pt x="808" y="70"/>
                      </a:lnTo>
                      <a:lnTo>
                        <a:pt x="810" y="68"/>
                      </a:lnTo>
                      <a:lnTo>
                        <a:pt x="808" y="68"/>
                      </a:lnTo>
                      <a:lnTo>
                        <a:pt x="808" y="66"/>
                      </a:lnTo>
                      <a:lnTo>
                        <a:pt x="806" y="66"/>
                      </a:lnTo>
                      <a:lnTo>
                        <a:pt x="805" y="66"/>
                      </a:lnTo>
                      <a:lnTo>
                        <a:pt x="805" y="64"/>
                      </a:lnTo>
                      <a:lnTo>
                        <a:pt x="803" y="64"/>
                      </a:lnTo>
                      <a:lnTo>
                        <a:pt x="805" y="64"/>
                      </a:lnTo>
                      <a:lnTo>
                        <a:pt x="803" y="64"/>
                      </a:lnTo>
                      <a:lnTo>
                        <a:pt x="805" y="62"/>
                      </a:lnTo>
                      <a:lnTo>
                        <a:pt x="803" y="62"/>
                      </a:lnTo>
                      <a:lnTo>
                        <a:pt x="805" y="62"/>
                      </a:lnTo>
                      <a:lnTo>
                        <a:pt x="803" y="62"/>
                      </a:lnTo>
                      <a:lnTo>
                        <a:pt x="805" y="62"/>
                      </a:lnTo>
                      <a:lnTo>
                        <a:pt x="803" y="62"/>
                      </a:lnTo>
                      <a:lnTo>
                        <a:pt x="803" y="61"/>
                      </a:lnTo>
                      <a:lnTo>
                        <a:pt x="803" y="59"/>
                      </a:lnTo>
                      <a:lnTo>
                        <a:pt x="803" y="57"/>
                      </a:lnTo>
                      <a:lnTo>
                        <a:pt x="803" y="55"/>
                      </a:lnTo>
                      <a:lnTo>
                        <a:pt x="803" y="53"/>
                      </a:lnTo>
                      <a:lnTo>
                        <a:pt x="805" y="51"/>
                      </a:lnTo>
                      <a:lnTo>
                        <a:pt x="805" y="50"/>
                      </a:lnTo>
                      <a:lnTo>
                        <a:pt x="806" y="50"/>
                      </a:lnTo>
                      <a:lnTo>
                        <a:pt x="806" y="48"/>
                      </a:lnTo>
                      <a:lnTo>
                        <a:pt x="806" y="50"/>
                      </a:lnTo>
                      <a:lnTo>
                        <a:pt x="805" y="50"/>
                      </a:lnTo>
                      <a:lnTo>
                        <a:pt x="806" y="48"/>
                      </a:lnTo>
                      <a:lnTo>
                        <a:pt x="805" y="48"/>
                      </a:lnTo>
                      <a:lnTo>
                        <a:pt x="806" y="48"/>
                      </a:lnTo>
                      <a:lnTo>
                        <a:pt x="805" y="48"/>
                      </a:lnTo>
                      <a:lnTo>
                        <a:pt x="803" y="48"/>
                      </a:lnTo>
                      <a:lnTo>
                        <a:pt x="801" y="48"/>
                      </a:lnTo>
                      <a:lnTo>
                        <a:pt x="803" y="48"/>
                      </a:lnTo>
                      <a:lnTo>
                        <a:pt x="801" y="48"/>
                      </a:lnTo>
                      <a:lnTo>
                        <a:pt x="801" y="46"/>
                      </a:lnTo>
                      <a:lnTo>
                        <a:pt x="801" y="44"/>
                      </a:lnTo>
                      <a:lnTo>
                        <a:pt x="801" y="42"/>
                      </a:lnTo>
                      <a:lnTo>
                        <a:pt x="801" y="41"/>
                      </a:lnTo>
                      <a:lnTo>
                        <a:pt x="799" y="41"/>
                      </a:lnTo>
                      <a:lnTo>
                        <a:pt x="799" y="42"/>
                      </a:lnTo>
                      <a:lnTo>
                        <a:pt x="799" y="41"/>
                      </a:lnTo>
                      <a:lnTo>
                        <a:pt x="799" y="42"/>
                      </a:lnTo>
                      <a:lnTo>
                        <a:pt x="797" y="42"/>
                      </a:lnTo>
                      <a:lnTo>
                        <a:pt x="797" y="41"/>
                      </a:lnTo>
                      <a:lnTo>
                        <a:pt x="797" y="39"/>
                      </a:lnTo>
                      <a:lnTo>
                        <a:pt x="799" y="39"/>
                      </a:lnTo>
                      <a:lnTo>
                        <a:pt x="799" y="37"/>
                      </a:lnTo>
                      <a:lnTo>
                        <a:pt x="797" y="37"/>
                      </a:lnTo>
                      <a:lnTo>
                        <a:pt x="797" y="35"/>
                      </a:lnTo>
                      <a:lnTo>
                        <a:pt x="799" y="33"/>
                      </a:lnTo>
                      <a:lnTo>
                        <a:pt x="799" y="31"/>
                      </a:lnTo>
                      <a:lnTo>
                        <a:pt x="801" y="31"/>
                      </a:lnTo>
                      <a:lnTo>
                        <a:pt x="801" y="30"/>
                      </a:lnTo>
                      <a:lnTo>
                        <a:pt x="801" y="28"/>
                      </a:lnTo>
                      <a:lnTo>
                        <a:pt x="803" y="28"/>
                      </a:lnTo>
                      <a:lnTo>
                        <a:pt x="803" y="26"/>
                      </a:lnTo>
                      <a:lnTo>
                        <a:pt x="803" y="24"/>
                      </a:lnTo>
                      <a:lnTo>
                        <a:pt x="801" y="24"/>
                      </a:lnTo>
                      <a:lnTo>
                        <a:pt x="801" y="22"/>
                      </a:lnTo>
                      <a:lnTo>
                        <a:pt x="803" y="22"/>
                      </a:lnTo>
                      <a:lnTo>
                        <a:pt x="803" y="20"/>
                      </a:lnTo>
                      <a:lnTo>
                        <a:pt x="803" y="19"/>
                      </a:lnTo>
                      <a:lnTo>
                        <a:pt x="803" y="20"/>
                      </a:lnTo>
                      <a:lnTo>
                        <a:pt x="803" y="19"/>
                      </a:lnTo>
                      <a:lnTo>
                        <a:pt x="805" y="20"/>
                      </a:lnTo>
                      <a:lnTo>
                        <a:pt x="805" y="19"/>
                      </a:lnTo>
                      <a:lnTo>
                        <a:pt x="803" y="19"/>
                      </a:lnTo>
                      <a:lnTo>
                        <a:pt x="803" y="17"/>
                      </a:lnTo>
                      <a:lnTo>
                        <a:pt x="805" y="17"/>
                      </a:lnTo>
                      <a:lnTo>
                        <a:pt x="803" y="17"/>
                      </a:lnTo>
                      <a:lnTo>
                        <a:pt x="805" y="17"/>
                      </a:lnTo>
                      <a:lnTo>
                        <a:pt x="803" y="17"/>
                      </a:lnTo>
                      <a:lnTo>
                        <a:pt x="805" y="17"/>
                      </a:lnTo>
                      <a:lnTo>
                        <a:pt x="805" y="15"/>
                      </a:lnTo>
                      <a:lnTo>
                        <a:pt x="806" y="15"/>
                      </a:lnTo>
                      <a:lnTo>
                        <a:pt x="806" y="13"/>
                      </a:lnTo>
                      <a:lnTo>
                        <a:pt x="806" y="11"/>
                      </a:lnTo>
                      <a:lnTo>
                        <a:pt x="808" y="11"/>
                      </a:lnTo>
                      <a:lnTo>
                        <a:pt x="806" y="11"/>
                      </a:lnTo>
                      <a:lnTo>
                        <a:pt x="808" y="11"/>
                      </a:lnTo>
                      <a:lnTo>
                        <a:pt x="808" y="9"/>
                      </a:lnTo>
                      <a:lnTo>
                        <a:pt x="810" y="9"/>
                      </a:lnTo>
                      <a:lnTo>
                        <a:pt x="810" y="8"/>
                      </a:lnTo>
                      <a:lnTo>
                        <a:pt x="810" y="9"/>
                      </a:lnTo>
                      <a:lnTo>
                        <a:pt x="810" y="8"/>
                      </a:lnTo>
                      <a:lnTo>
                        <a:pt x="812" y="8"/>
                      </a:lnTo>
                      <a:lnTo>
                        <a:pt x="812" y="6"/>
                      </a:lnTo>
                      <a:lnTo>
                        <a:pt x="814" y="4"/>
                      </a:lnTo>
                      <a:lnTo>
                        <a:pt x="816" y="2"/>
                      </a:lnTo>
                      <a:lnTo>
                        <a:pt x="816" y="0"/>
                      </a:lnTo>
                      <a:lnTo>
                        <a:pt x="81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7" name="Freeform 40">
                  <a:extLst>
                    <a:ext uri="{FF2B5EF4-FFF2-40B4-BE49-F238E27FC236}">
                      <a16:creationId xmlns:a16="http://schemas.microsoft.com/office/drawing/2014/main" id="{9C15FE4A-943A-46C1-665A-6FA339BD81D5}"/>
                    </a:ext>
                  </a:extLst>
                </p:cNvPr>
                <p:cNvSpPr>
                  <a:spLocks noEditPoints="1"/>
                </p:cNvSpPr>
                <p:nvPr/>
              </p:nvSpPr>
              <p:spPr bwMode="auto">
                <a:xfrm>
                  <a:off x="5339783" y="4758012"/>
                  <a:ext cx="2826487" cy="1004812"/>
                </a:xfrm>
                <a:custGeom>
                  <a:avLst/>
                  <a:gdLst>
                    <a:gd name="T0" fmla="*/ 984 w 1564"/>
                    <a:gd name="T1" fmla="*/ 543 h 556"/>
                    <a:gd name="T2" fmla="*/ 741 w 1564"/>
                    <a:gd name="T3" fmla="*/ 481 h 556"/>
                    <a:gd name="T4" fmla="*/ 728 w 1564"/>
                    <a:gd name="T5" fmla="*/ 477 h 556"/>
                    <a:gd name="T6" fmla="*/ 1017 w 1564"/>
                    <a:gd name="T7" fmla="*/ 463 h 556"/>
                    <a:gd name="T8" fmla="*/ 993 w 1564"/>
                    <a:gd name="T9" fmla="*/ 459 h 556"/>
                    <a:gd name="T10" fmla="*/ 1042 w 1564"/>
                    <a:gd name="T11" fmla="*/ 455 h 556"/>
                    <a:gd name="T12" fmla="*/ 704 w 1564"/>
                    <a:gd name="T13" fmla="*/ 455 h 556"/>
                    <a:gd name="T14" fmla="*/ 673 w 1564"/>
                    <a:gd name="T15" fmla="*/ 461 h 556"/>
                    <a:gd name="T16" fmla="*/ 1215 w 1564"/>
                    <a:gd name="T17" fmla="*/ 443 h 556"/>
                    <a:gd name="T18" fmla="*/ 1095 w 1564"/>
                    <a:gd name="T19" fmla="*/ 439 h 556"/>
                    <a:gd name="T20" fmla="*/ 1279 w 1564"/>
                    <a:gd name="T21" fmla="*/ 443 h 556"/>
                    <a:gd name="T22" fmla="*/ 1268 w 1564"/>
                    <a:gd name="T23" fmla="*/ 435 h 556"/>
                    <a:gd name="T24" fmla="*/ 631 w 1564"/>
                    <a:gd name="T25" fmla="*/ 421 h 556"/>
                    <a:gd name="T26" fmla="*/ 628 w 1564"/>
                    <a:gd name="T27" fmla="*/ 410 h 556"/>
                    <a:gd name="T28" fmla="*/ 1535 w 1564"/>
                    <a:gd name="T29" fmla="*/ 413 h 556"/>
                    <a:gd name="T30" fmla="*/ 1383 w 1564"/>
                    <a:gd name="T31" fmla="*/ 406 h 556"/>
                    <a:gd name="T32" fmla="*/ 1376 w 1564"/>
                    <a:gd name="T33" fmla="*/ 395 h 556"/>
                    <a:gd name="T34" fmla="*/ 1387 w 1564"/>
                    <a:gd name="T35" fmla="*/ 390 h 556"/>
                    <a:gd name="T36" fmla="*/ 885 w 1564"/>
                    <a:gd name="T37" fmla="*/ 377 h 556"/>
                    <a:gd name="T38" fmla="*/ 1382 w 1564"/>
                    <a:gd name="T39" fmla="*/ 377 h 556"/>
                    <a:gd name="T40" fmla="*/ 942 w 1564"/>
                    <a:gd name="T41" fmla="*/ 355 h 556"/>
                    <a:gd name="T42" fmla="*/ 962 w 1564"/>
                    <a:gd name="T43" fmla="*/ 358 h 556"/>
                    <a:gd name="T44" fmla="*/ 958 w 1564"/>
                    <a:gd name="T45" fmla="*/ 331 h 556"/>
                    <a:gd name="T46" fmla="*/ 975 w 1564"/>
                    <a:gd name="T47" fmla="*/ 344 h 556"/>
                    <a:gd name="T48" fmla="*/ 965 w 1564"/>
                    <a:gd name="T49" fmla="*/ 351 h 556"/>
                    <a:gd name="T50" fmla="*/ 976 w 1564"/>
                    <a:gd name="T51" fmla="*/ 307 h 556"/>
                    <a:gd name="T52" fmla="*/ 735 w 1564"/>
                    <a:gd name="T53" fmla="*/ 284 h 556"/>
                    <a:gd name="T54" fmla="*/ 728 w 1564"/>
                    <a:gd name="T55" fmla="*/ 285 h 556"/>
                    <a:gd name="T56" fmla="*/ 1108 w 1564"/>
                    <a:gd name="T57" fmla="*/ 300 h 556"/>
                    <a:gd name="T58" fmla="*/ 168 w 1564"/>
                    <a:gd name="T59" fmla="*/ 271 h 556"/>
                    <a:gd name="T60" fmla="*/ 440 w 1564"/>
                    <a:gd name="T61" fmla="*/ 258 h 556"/>
                    <a:gd name="T62" fmla="*/ 425 w 1564"/>
                    <a:gd name="T63" fmla="*/ 278 h 556"/>
                    <a:gd name="T64" fmla="*/ 1075 w 1564"/>
                    <a:gd name="T65" fmla="*/ 227 h 556"/>
                    <a:gd name="T66" fmla="*/ 1062 w 1564"/>
                    <a:gd name="T67" fmla="*/ 227 h 556"/>
                    <a:gd name="T68" fmla="*/ 1217 w 1564"/>
                    <a:gd name="T69" fmla="*/ 231 h 556"/>
                    <a:gd name="T70" fmla="*/ 1044 w 1564"/>
                    <a:gd name="T71" fmla="*/ 232 h 556"/>
                    <a:gd name="T72" fmla="*/ 1049 w 1564"/>
                    <a:gd name="T73" fmla="*/ 227 h 556"/>
                    <a:gd name="T74" fmla="*/ 1466 w 1564"/>
                    <a:gd name="T75" fmla="*/ 229 h 556"/>
                    <a:gd name="T76" fmla="*/ 1146 w 1564"/>
                    <a:gd name="T77" fmla="*/ 212 h 556"/>
                    <a:gd name="T78" fmla="*/ 986 w 1564"/>
                    <a:gd name="T79" fmla="*/ 212 h 556"/>
                    <a:gd name="T80" fmla="*/ 976 w 1564"/>
                    <a:gd name="T81" fmla="*/ 216 h 556"/>
                    <a:gd name="T82" fmla="*/ 292 w 1564"/>
                    <a:gd name="T83" fmla="*/ 203 h 556"/>
                    <a:gd name="T84" fmla="*/ 120 w 1564"/>
                    <a:gd name="T85" fmla="*/ 210 h 556"/>
                    <a:gd name="T86" fmla="*/ 109 w 1564"/>
                    <a:gd name="T87" fmla="*/ 216 h 556"/>
                    <a:gd name="T88" fmla="*/ 1250 w 1564"/>
                    <a:gd name="T89" fmla="*/ 198 h 556"/>
                    <a:gd name="T90" fmla="*/ 1433 w 1564"/>
                    <a:gd name="T91" fmla="*/ 189 h 556"/>
                    <a:gd name="T92" fmla="*/ 1433 w 1564"/>
                    <a:gd name="T93" fmla="*/ 194 h 556"/>
                    <a:gd name="T94" fmla="*/ 307 w 1564"/>
                    <a:gd name="T95" fmla="*/ 179 h 556"/>
                    <a:gd name="T96" fmla="*/ 1135 w 1564"/>
                    <a:gd name="T97" fmla="*/ 189 h 556"/>
                    <a:gd name="T98" fmla="*/ 1267 w 1564"/>
                    <a:gd name="T99" fmla="*/ 174 h 556"/>
                    <a:gd name="T100" fmla="*/ 1250 w 1564"/>
                    <a:gd name="T101" fmla="*/ 174 h 556"/>
                    <a:gd name="T102" fmla="*/ 1239 w 1564"/>
                    <a:gd name="T103" fmla="*/ 167 h 556"/>
                    <a:gd name="T104" fmla="*/ 323 w 1564"/>
                    <a:gd name="T105" fmla="*/ 170 h 556"/>
                    <a:gd name="T106" fmla="*/ 255 w 1564"/>
                    <a:gd name="T107" fmla="*/ 135 h 556"/>
                    <a:gd name="T108" fmla="*/ 248 w 1564"/>
                    <a:gd name="T109" fmla="*/ 125 h 556"/>
                    <a:gd name="T110" fmla="*/ 235 w 1564"/>
                    <a:gd name="T111" fmla="*/ 112 h 556"/>
                    <a:gd name="T112" fmla="*/ 77 w 1564"/>
                    <a:gd name="T113" fmla="*/ 123 h 556"/>
                    <a:gd name="T114" fmla="*/ 53 w 1564"/>
                    <a:gd name="T115" fmla="*/ 114 h 556"/>
                    <a:gd name="T116" fmla="*/ 1172 w 1564"/>
                    <a:gd name="T117" fmla="*/ 90 h 556"/>
                    <a:gd name="T118" fmla="*/ 26 w 1564"/>
                    <a:gd name="T119" fmla="*/ 75 h 556"/>
                    <a:gd name="T120" fmla="*/ 7 w 1564"/>
                    <a:gd name="T121" fmla="*/ 61 h 556"/>
                    <a:gd name="T122" fmla="*/ 449 w 1564"/>
                    <a:gd name="T123" fmla="*/ 28 h 556"/>
                    <a:gd name="T124" fmla="*/ 1108 w 1564"/>
                    <a:gd name="T125" fmla="*/ 2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64" h="556">
                      <a:moveTo>
                        <a:pt x="991" y="538"/>
                      </a:moveTo>
                      <a:lnTo>
                        <a:pt x="991" y="539"/>
                      </a:lnTo>
                      <a:lnTo>
                        <a:pt x="989" y="539"/>
                      </a:lnTo>
                      <a:lnTo>
                        <a:pt x="991" y="539"/>
                      </a:lnTo>
                      <a:lnTo>
                        <a:pt x="989" y="539"/>
                      </a:lnTo>
                      <a:lnTo>
                        <a:pt x="989" y="541"/>
                      </a:lnTo>
                      <a:lnTo>
                        <a:pt x="989" y="539"/>
                      </a:lnTo>
                      <a:lnTo>
                        <a:pt x="991" y="539"/>
                      </a:lnTo>
                      <a:lnTo>
                        <a:pt x="993" y="539"/>
                      </a:lnTo>
                      <a:lnTo>
                        <a:pt x="991" y="539"/>
                      </a:lnTo>
                      <a:lnTo>
                        <a:pt x="991" y="541"/>
                      </a:lnTo>
                      <a:lnTo>
                        <a:pt x="989" y="541"/>
                      </a:lnTo>
                      <a:lnTo>
                        <a:pt x="989" y="543"/>
                      </a:lnTo>
                      <a:lnTo>
                        <a:pt x="991" y="543"/>
                      </a:lnTo>
                      <a:lnTo>
                        <a:pt x="991" y="545"/>
                      </a:lnTo>
                      <a:lnTo>
                        <a:pt x="991" y="547"/>
                      </a:lnTo>
                      <a:lnTo>
                        <a:pt x="991" y="545"/>
                      </a:lnTo>
                      <a:lnTo>
                        <a:pt x="989" y="545"/>
                      </a:lnTo>
                      <a:lnTo>
                        <a:pt x="989" y="547"/>
                      </a:lnTo>
                      <a:lnTo>
                        <a:pt x="989" y="545"/>
                      </a:lnTo>
                      <a:lnTo>
                        <a:pt x="987" y="545"/>
                      </a:lnTo>
                      <a:lnTo>
                        <a:pt x="987" y="547"/>
                      </a:lnTo>
                      <a:lnTo>
                        <a:pt x="986" y="547"/>
                      </a:lnTo>
                      <a:lnTo>
                        <a:pt x="986" y="549"/>
                      </a:lnTo>
                      <a:lnTo>
                        <a:pt x="984" y="549"/>
                      </a:lnTo>
                      <a:lnTo>
                        <a:pt x="986" y="549"/>
                      </a:lnTo>
                      <a:lnTo>
                        <a:pt x="984" y="550"/>
                      </a:lnTo>
                      <a:lnTo>
                        <a:pt x="982" y="550"/>
                      </a:lnTo>
                      <a:lnTo>
                        <a:pt x="980" y="550"/>
                      </a:lnTo>
                      <a:lnTo>
                        <a:pt x="980" y="552"/>
                      </a:lnTo>
                      <a:lnTo>
                        <a:pt x="978" y="552"/>
                      </a:lnTo>
                      <a:lnTo>
                        <a:pt x="976" y="552"/>
                      </a:lnTo>
                      <a:lnTo>
                        <a:pt x="975" y="552"/>
                      </a:lnTo>
                      <a:lnTo>
                        <a:pt x="975" y="554"/>
                      </a:lnTo>
                      <a:lnTo>
                        <a:pt x="973" y="554"/>
                      </a:lnTo>
                      <a:lnTo>
                        <a:pt x="971" y="554"/>
                      </a:lnTo>
                      <a:lnTo>
                        <a:pt x="971" y="556"/>
                      </a:lnTo>
                      <a:lnTo>
                        <a:pt x="971" y="554"/>
                      </a:lnTo>
                      <a:lnTo>
                        <a:pt x="969" y="554"/>
                      </a:lnTo>
                      <a:lnTo>
                        <a:pt x="969" y="552"/>
                      </a:lnTo>
                      <a:lnTo>
                        <a:pt x="971" y="552"/>
                      </a:lnTo>
                      <a:lnTo>
                        <a:pt x="969" y="552"/>
                      </a:lnTo>
                      <a:lnTo>
                        <a:pt x="969" y="550"/>
                      </a:lnTo>
                      <a:lnTo>
                        <a:pt x="969" y="549"/>
                      </a:lnTo>
                      <a:lnTo>
                        <a:pt x="971" y="549"/>
                      </a:lnTo>
                      <a:lnTo>
                        <a:pt x="969" y="549"/>
                      </a:lnTo>
                      <a:lnTo>
                        <a:pt x="971" y="549"/>
                      </a:lnTo>
                      <a:lnTo>
                        <a:pt x="973" y="549"/>
                      </a:lnTo>
                      <a:lnTo>
                        <a:pt x="975" y="549"/>
                      </a:lnTo>
                      <a:lnTo>
                        <a:pt x="975" y="547"/>
                      </a:lnTo>
                      <a:lnTo>
                        <a:pt x="975" y="549"/>
                      </a:lnTo>
                      <a:lnTo>
                        <a:pt x="976" y="549"/>
                      </a:lnTo>
                      <a:lnTo>
                        <a:pt x="976" y="547"/>
                      </a:lnTo>
                      <a:lnTo>
                        <a:pt x="978" y="547"/>
                      </a:lnTo>
                      <a:lnTo>
                        <a:pt x="980" y="545"/>
                      </a:lnTo>
                      <a:lnTo>
                        <a:pt x="982" y="545"/>
                      </a:lnTo>
                      <a:lnTo>
                        <a:pt x="982" y="543"/>
                      </a:lnTo>
                      <a:lnTo>
                        <a:pt x="984" y="543"/>
                      </a:lnTo>
                      <a:lnTo>
                        <a:pt x="986" y="543"/>
                      </a:lnTo>
                      <a:lnTo>
                        <a:pt x="987" y="543"/>
                      </a:lnTo>
                      <a:lnTo>
                        <a:pt x="987" y="541"/>
                      </a:lnTo>
                      <a:lnTo>
                        <a:pt x="986" y="541"/>
                      </a:lnTo>
                      <a:lnTo>
                        <a:pt x="986" y="543"/>
                      </a:lnTo>
                      <a:lnTo>
                        <a:pt x="984" y="543"/>
                      </a:lnTo>
                      <a:lnTo>
                        <a:pt x="984" y="541"/>
                      </a:lnTo>
                      <a:lnTo>
                        <a:pt x="986" y="541"/>
                      </a:lnTo>
                      <a:lnTo>
                        <a:pt x="986" y="539"/>
                      </a:lnTo>
                      <a:lnTo>
                        <a:pt x="987" y="539"/>
                      </a:lnTo>
                      <a:lnTo>
                        <a:pt x="989" y="539"/>
                      </a:lnTo>
                      <a:lnTo>
                        <a:pt x="989" y="538"/>
                      </a:lnTo>
                      <a:lnTo>
                        <a:pt x="989" y="539"/>
                      </a:lnTo>
                      <a:lnTo>
                        <a:pt x="989" y="538"/>
                      </a:lnTo>
                      <a:lnTo>
                        <a:pt x="989" y="536"/>
                      </a:lnTo>
                      <a:lnTo>
                        <a:pt x="989" y="538"/>
                      </a:lnTo>
                      <a:lnTo>
                        <a:pt x="991" y="538"/>
                      </a:lnTo>
                      <a:close/>
                      <a:moveTo>
                        <a:pt x="739" y="457"/>
                      </a:moveTo>
                      <a:lnTo>
                        <a:pt x="741" y="457"/>
                      </a:lnTo>
                      <a:lnTo>
                        <a:pt x="743" y="457"/>
                      </a:lnTo>
                      <a:lnTo>
                        <a:pt x="743" y="459"/>
                      </a:lnTo>
                      <a:lnTo>
                        <a:pt x="745" y="459"/>
                      </a:lnTo>
                      <a:lnTo>
                        <a:pt x="746" y="459"/>
                      </a:lnTo>
                      <a:lnTo>
                        <a:pt x="748" y="459"/>
                      </a:lnTo>
                      <a:lnTo>
                        <a:pt x="750" y="461"/>
                      </a:lnTo>
                      <a:lnTo>
                        <a:pt x="752" y="463"/>
                      </a:lnTo>
                      <a:lnTo>
                        <a:pt x="752" y="464"/>
                      </a:lnTo>
                      <a:lnTo>
                        <a:pt x="752" y="466"/>
                      </a:lnTo>
                      <a:lnTo>
                        <a:pt x="750" y="466"/>
                      </a:lnTo>
                      <a:lnTo>
                        <a:pt x="750" y="468"/>
                      </a:lnTo>
                      <a:lnTo>
                        <a:pt x="750" y="466"/>
                      </a:lnTo>
                      <a:lnTo>
                        <a:pt x="750" y="468"/>
                      </a:lnTo>
                      <a:lnTo>
                        <a:pt x="750" y="470"/>
                      </a:lnTo>
                      <a:lnTo>
                        <a:pt x="748" y="470"/>
                      </a:lnTo>
                      <a:lnTo>
                        <a:pt x="748" y="472"/>
                      </a:lnTo>
                      <a:lnTo>
                        <a:pt x="748" y="474"/>
                      </a:lnTo>
                      <a:lnTo>
                        <a:pt x="746" y="474"/>
                      </a:lnTo>
                      <a:lnTo>
                        <a:pt x="746" y="475"/>
                      </a:lnTo>
                      <a:lnTo>
                        <a:pt x="745" y="477"/>
                      </a:lnTo>
                      <a:lnTo>
                        <a:pt x="745" y="479"/>
                      </a:lnTo>
                      <a:lnTo>
                        <a:pt x="743" y="479"/>
                      </a:lnTo>
                      <a:lnTo>
                        <a:pt x="745" y="479"/>
                      </a:lnTo>
                      <a:lnTo>
                        <a:pt x="743" y="479"/>
                      </a:lnTo>
                      <a:lnTo>
                        <a:pt x="745" y="479"/>
                      </a:lnTo>
                      <a:lnTo>
                        <a:pt x="743" y="479"/>
                      </a:lnTo>
                      <a:lnTo>
                        <a:pt x="743" y="481"/>
                      </a:lnTo>
                      <a:lnTo>
                        <a:pt x="745" y="481"/>
                      </a:lnTo>
                      <a:lnTo>
                        <a:pt x="745" y="479"/>
                      </a:lnTo>
                      <a:lnTo>
                        <a:pt x="745" y="481"/>
                      </a:lnTo>
                      <a:lnTo>
                        <a:pt x="746" y="481"/>
                      </a:lnTo>
                      <a:lnTo>
                        <a:pt x="745" y="481"/>
                      </a:lnTo>
                      <a:lnTo>
                        <a:pt x="745" y="483"/>
                      </a:lnTo>
                      <a:lnTo>
                        <a:pt x="745" y="481"/>
                      </a:lnTo>
                      <a:lnTo>
                        <a:pt x="743" y="483"/>
                      </a:lnTo>
                      <a:lnTo>
                        <a:pt x="743" y="481"/>
                      </a:lnTo>
                      <a:lnTo>
                        <a:pt x="743" y="483"/>
                      </a:lnTo>
                      <a:lnTo>
                        <a:pt x="741" y="483"/>
                      </a:lnTo>
                      <a:lnTo>
                        <a:pt x="741" y="481"/>
                      </a:lnTo>
                      <a:lnTo>
                        <a:pt x="743" y="481"/>
                      </a:lnTo>
                      <a:lnTo>
                        <a:pt x="743" y="479"/>
                      </a:lnTo>
                      <a:lnTo>
                        <a:pt x="741" y="479"/>
                      </a:lnTo>
                      <a:lnTo>
                        <a:pt x="741" y="481"/>
                      </a:lnTo>
                      <a:lnTo>
                        <a:pt x="739" y="481"/>
                      </a:lnTo>
                      <a:lnTo>
                        <a:pt x="741" y="481"/>
                      </a:lnTo>
                      <a:lnTo>
                        <a:pt x="741" y="483"/>
                      </a:lnTo>
                      <a:lnTo>
                        <a:pt x="739" y="483"/>
                      </a:lnTo>
                      <a:lnTo>
                        <a:pt x="739" y="485"/>
                      </a:lnTo>
                      <a:lnTo>
                        <a:pt x="739" y="483"/>
                      </a:lnTo>
                      <a:lnTo>
                        <a:pt x="739" y="485"/>
                      </a:lnTo>
                      <a:lnTo>
                        <a:pt x="739" y="483"/>
                      </a:lnTo>
                      <a:lnTo>
                        <a:pt x="739" y="485"/>
                      </a:lnTo>
                      <a:lnTo>
                        <a:pt x="739" y="483"/>
                      </a:lnTo>
                      <a:lnTo>
                        <a:pt x="739" y="481"/>
                      </a:lnTo>
                      <a:lnTo>
                        <a:pt x="737" y="481"/>
                      </a:lnTo>
                      <a:lnTo>
                        <a:pt x="737" y="483"/>
                      </a:lnTo>
                      <a:lnTo>
                        <a:pt x="739" y="483"/>
                      </a:lnTo>
                      <a:lnTo>
                        <a:pt x="737" y="483"/>
                      </a:lnTo>
                      <a:lnTo>
                        <a:pt x="735" y="481"/>
                      </a:lnTo>
                      <a:lnTo>
                        <a:pt x="735" y="483"/>
                      </a:lnTo>
                      <a:lnTo>
                        <a:pt x="734" y="483"/>
                      </a:lnTo>
                      <a:lnTo>
                        <a:pt x="735" y="483"/>
                      </a:lnTo>
                      <a:lnTo>
                        <a:pt x="734" y="483"/>
                      </a:lnTo>
                      <a:lnTo>
                        <a:pt x="734" y="481"/>
                      </a:lnTo>
                      <a:lnTo>
                        <a:pt x="734" y="483"/>
                      </a:lnTo>
                      <a:lnTo>
                        <a:pt x="734" y="481"/>
                      </a:lnTo>
                      <a:lnTo>
                        <a:pt x="734" y="483"/>
                      </a:lnTo>
                      <a:lnTo>
                        <a:pt x="732" y="483"/>
                      </a:lnTo>
                      <a:lnTo>
                        <a:pt x="732" y="481"/>
                      </a:lnTo>
                      <a:lnTo>
                        <a:pt x="730" y="481"/>
                      </a:lnTo>
                      <a:lnTo>
                        <a:pt x="728" y="481"/>
                      </a:lnTo>
                      <a:lnTo>
                        <a:pt x="726" y="481"/>
                      </a:lnTo>
                      <a:lnTo>
                        <a:pt x="726" y="483"/>
                      </a:lnTo>
                      <a:lnTo>
                        <a:pt x="726" y="481"/>
                      </a:lnTo>
                      <a:lnTo>
                        <a:pt x="726" y="483"/>
                      </a:lnTo>
                      <a:lnTo>
                        <a:pt x="726" y="481"/>
                      </a:lnTo>
                      <a:lnTo>
                        <a:pt x="725" y="481"/>
                      </a:lnTo>
                      <a:lnTo>
                        <a:pt x="725" y="479"/>
                      </a:lnTo>
                      <a:lnTo>
                        <a:pt x="723" y="479"/>
                      </a:lnTo>
                      <a:lnTo>
                        <a:pt x="721" y="479"/>
                      </a:lnTo>
                      <a:lnTo>
                        <a:pt x="719" y="479"/>
                      </a:lnTo>
                      <a:lnTo>
                        <a:pt x="719" y="477"/>
                      </a:lnTo>
                      <a:lnTo>
                        <a:pt x="719" y="475"/>
                      </a:lnTo>
                      <a:lnTo>
                        <a:pt x="721" y="475"/>
                      </a:lnTo>
                      <a:lnTo>
                        <a:pt x="721" y="477"/>
                      </a:lnTo>
                      <a:lnTo>
                        <a:pt x="723" y="477"/>
                      </a:lnTo>
                      <a:lnTo>
                        <a:pt x="723" y="475"/>
                      </a:lnTo>
                      <a:lnTo>
                        <a:pt x="723" y="477"/>
                      </a:lnTo>
                      <a:lnTo>
                        <a:pt x="725" y="477"/>
                      </a:lnTo>
                      <a:lnTo>
                        <a:pt x="725" y="475"/>
                      </a:lnTo>
                      <a:lnTo>
                        <a:pt x="726" y="475"/>
                      </a:lnTo>
                      <a:lnTo>
                        <a:pt x="726" y="477"/>
                      </a:lnTo>
                      <a:lnTo>
                        <a:pt x="726" y="475"/>
                      </a:lnTo>
                      <a:lnTo>
                        <a:pt x="728" y="475"/>
                      </a:lnTo>
                      <a:lnTo>
                        <a:pt x="728" y="477"/>
                      </a:lnTo>
                      <a:lnTo>
                        <a:pt x="726" y="477"/>
                      </a:lnTo>
                      <a:lnTo>
                        <a:pt x="728" y="477"/>
                      </a:lnTo>
                      <a:lnTo>
                        <a:pt x="728" y="475"/>
                      </a:lnTo>
                      <a:lnTo>
                        <a:pt x="728" y="474"/>
                      </a:lnTo>
                      <a:lnTo>
                        <a:pt x="728" y="472"/>
                      </a:lnTo>
                      <a:lnTo>
                        <a:pt x="728" y="470"/>
                      </a:lnTo>
                      <a:lnTo>
                        <a:pt x="728" y="468"/>
                      </a:lnTo>
                      <a:lnTo>
                        <a:pt x="726" y="468"/>
                      </a:lnTo>
                      <a:lnTo>
                        <a:pt x="726" y="466"/>
                      </a:lnTo>
                      <a:lnTo>
                        <a:pt x="726" y="464"/>
                      </a:lnTo>
                      <a:lnTo>
                        <a:pt x="726" y="466"/>
                      </a:lnTo>
                      <a:lnTo>
                        <a:pt x="726" y="464"/>
                      </a:lnTo>
                      <a:lnTo>
                        <a:pt x="728" y="464"/>
                      </a:lnTo>
                      <a:lnTo>
                        <a:pt x="730" y="464"/>
                      </a:lnTo>
                      <a:lnTo>
                        <a:pt x="730" y="463"/>
                      </a:lnTo>
                      <a:lnTo>
                        <a:pt x="732" y="463"/>
                      </a:lnTo>
                      <a:lnTo>
                        <a:pt x="732" y="461"/>
                      </a:lnTo>
                      <a:lnTo>
                        <a:pt x="734" y="461"/>
                      </a:lnTo>
                      <a:lnTo>
                        <a:pt x="734" y="459"/>
                      </a:lnTo>
                      <a:lnTo>
                        <a:pt x="735" y="459"/>
                      </a:lnTo>
                      <a:lnTo>
                        <a:pt x="737" y="457"/>
                      </a:lnTo>
                      <a:lnTo>
                        <a:pt x="739" y="457"/>
                      </a:lnTo>
                      <a:close/>
                      <a:moveTo>
                        <a:pt x="1022" y="455"/>
                      </a:moveTo>
                      <a:lnTo>
                        <a:pt x="1024" y="455"/>
                      </a:lnTo>
                      <a:lnTo>
                        <a:pt x="1024" y="457"/>
                      </a:lnTo>
                      <a:lnTo>
                        <a:pt x="1024" y="459"/>
                      </a:lnTo>
                      <a:lnTo>
                        <a:pt x="1022" y="459"/>
                      </a:lnTo>
                      <a:lnTo>
                        <a:pt x="1022" y="461"/>
                      </a:lnTo>
                      <a:lnTo>
                        <a:pt x="1024" y="461"/>
                      </a:lnTo>
                      <a:lnTo>
                        <a:pt x="1022" y="461"/>
                      </a:lnTo>
                      <a:lnTo>
                        <a:pt x="1022" y="463"/>
                      </a:lnTo>
                      <a:lnTo>
                        <a:pt x="1020" y="463"/>
                      </a:lnTo>
                      <a:lnTo>
                        <a:pt x="1020" y="464"/>
                      </a:lnTo>
                      <a:lnTo>
                        <a:pt x="1020" y="466"/>
                      </a:lnTo>
                      <a:lnTo>
                        <a:pt x="1018" y="466"/>
                      </a:lnTo>
                      <a:lnTo>
                        <a:pt x="1018" y="468"/>
                      </a:lnTo>
                      <a:lnTo>
                        <a:pt x="1017" y="468"/>
                      </a:lnTo>
                      <a:lnTo>
                        <a:pt x="1017" y="470"/>
                      </a:lnTo>
                      <a:lnTo>
                        <a:pt x="1015" y="470"/>
                      </a:lnTo>
                      <a:lnTo>
                        <a:pt x="1015" y="468"/>
                      </a:lnTo>
                      <a:lnTo>
                        <a:pt x="1015" y="466"/>
                      </a:lnTo>
                      <a:lnTo>
                        <a:pt x="1013" y="466"/>
                      </a:lnTo>
                      <a:lnTo>
                        <a:pt x="1015" y="466"/>
                      </a:lnTo>
                      <a:lnTo>
                        <a:pt x="1013" y="466"/>
                      </a:lnTo>
                      <a:lnTo>
                        <a:pt x="1013" y="464"/>
                      </a:lnTo>
                      <a:lnTo>
                        <a:pt x="1011" y="464"/>
                      </a:lnTo>
                      <a:lnTo>
                        <a:pt x="1011" y="466"/>
                      </a:lnTo>
                      <a:lnTo>
                        <a:pt x="1011" y="464"/>
                      </a:lnTo>
                      <a:lnTo>
                        <a:pt x="1011" y="466"/>
                      </a:lnTo>
                      <a:lnTo>
                        <a:pt x="1009" y="466"/>
                      </a:lnTo>
                      <a:lnTo>
                        <a:pt x="1009" y="464"/>
                      </a:lnTo>
                      <a:lnTo>
                        <a:pt x="1009" y="466"/>
                      </a:lnTo>
                      <a:lnTo>
                        <a:pt x="1009" y="464"/>
                      </a:lnTo>
                      <a:lnTo>
                        <a:pt x="1009" y="463"/>
                      </a:lnTo>
                      <a:lnTo>
                        <a:pt x="1011" y="463"/>
                      </a:lnTo>
                      <a:lnTo>
                        <a:pt x="1011" y="461"/>
                      </a:lnTo>
                      <a:lnTo>
                        <a:pt x="1013" y="461"/>
                      </a:lnTo>
                      <a:lnTo>
                        <a:pt x="1015" y="461"/>
                      </a:lnTo>
                      <a:lnTo>
                        <a:pt x="1015" y="463"/>
                      </a:lnTo>
                      <a:lnTo>
                        <a:pt x="1017" y="463"/>
                      </a:lnTo>
                      <a:lnTo>
                        <a:pt x="1015" y="463"/>
                      </a:lnTo>
                      <a:lnTo>
                        <a:pt x="1017" y="463"/>
                      </a:lnTo>
                      <a:lnTo>
                        <a:pt x="1017" y="461"/>
                      </a:lnTo>
                      <a:lnTo>
                        <a:pt x="1018" y="461"/>
                      </a:lnTo>
                      <a:lnTo>
                        <a:pt x="1018" y="459"/>
                      </a:lnTo>
                      <a:lnTo>
                        <a:pt x="1020" y="459"/>
                      </a:lnTo>
                      <a:lnTo>
                        <a:pt x="1020" y="457"/>
                      </a:lnTo>
                      <a:lnTo>
                        <a:pt x="1022" y="457"/>
                      </a:lnTo>
                      <a:lnTo>
                        <a:pt x="1022" y="455"/>
                      </a:lnTo>
                      <a:close/>
                      <a:moveTo>
                        <a:pt x="1004" y="455"/>
                      </a:moveTo>
                      <a:lnTo>
                        <a:pt x="1006" y="455"/>
                      </a:lnTo>
                      <a:lnTo>
                        <a:pt x="1006" y="457"/>
                      </a:lnTo>
                      <a:lnTo>
                        <a:pt x="1007" y="457"/>
                      </a:lnTo>
                      <a:lnTo>
                        <a:pt x="1009" y="457"/>
                      </a:lnTo>
                      <a:lnTo>
                        <a:pt x="1009" y="459"/>
                      </a:lnTo>
                      <a:lnTo>
                        <a:pt x="1007" y="459"/>
                      </a:lnTo>
                      <a:lnTo>
                        <a:pt x="1006" y="459"/>
                      </a:lnTo>
                      <a:lnTo>
                        <a:pt x="1004" y="459"/>
                      </a:lnTo>
                      <a:lnTo>
                        <a:pt x="1004" y="461"/>
                      </a:lnTo>
                      <a:lnTo>
                        <a:pt x="1002" y="461"/>
                      </a:lnTo>
                      <a:lnTo>
                        <a:pt x="1002" y="463"/>
                      </a:lnTo>
                      <a:lnTo>
                        <a:pt x="1002" y="464"/>
                      </a:lnTo>
                      <a:lnTo>
                        <a:pt x="1000" y="464"/>
                      </a:lnTo>
                      <a:lnTo>
                        <a:pt x="998" y="464"/>
                      </a:lnTo>
                      <a:lnTo>
                        <a:pt x="996" y="464"/>
                      </a:lnTo>
                      <a:lnTo>
                        <a:pt x="996" y="466"/>
                      </a:lnTo>
                      <a:lnTo>
                        <a:pt x="996" y="464"/>
                      </a:lnTo>
                      <a:lnTo>
                        <a:pt x="996" y="466"/>
                      </a:lnTo>
                      <a:lnTo>
                        <a:pt x="996" y="468"/>
                      </a:lnTo>
                      <a:lnTo>
                        <a:pt x="996" y="470"/>
                      </a:lnTo>
                      <a:lnTo>
                        <a:pt x="995" y="470"/>
                      </a:lnTo>
                      <a:lnTo>
                        <a:pt x="995" y="468"/>
                      </a:lnTo>
                      <a:lnTo>
                        <a:pt x="993" y="468"/>
                      </a:lnTo>
                      <a:lnTo>
                        <a:pt x="993" y="470"/>
                      </a:lnTo>
                      <a:lnTo>
                        <a:pt x="991" y="470"/>
                      </a:lnTo>
                      <a:lnTo>
                        <a:pt x="989" y="470"/>
                      </a:lnTo>
                      <a:lnTo>
                        <a:pt x="989" y="468"/>
                      </a:lnTo>
                      <a:lnTo>
                        <a:pt x="987" y="468"/>
                      </a:lnTo>
                      <a:lnTo>
                        <a:pt x="987" y="470"/>
                      </a:lnTo>
                      <a:lnTo>
                        <a:pt x="986" y="470"/>
                      </a:lnTo>
                      <a:lnTo>
                        <a:pt x="986" y="468"/>
                      </a:lnTo>
                      <a:lnTo>
                        <a:pt x="984" y="468"/>
                      </a:lnTo>
                      <a:lnTo>
                        <a:pt x="984" y="470"/>
                      </a:lnTo>
                      <a:lnTo>
                        <a:pt x="984" y="468"/>
                      </a:lnTo>
                      <a:lnTo>
                        <a:pt x="986" y="468"/>
                      </a:lnTo>
                      <a:lnTo>
                        <a:pt x="986" y="466"/>
                      </a:lnTo>
                      <a:lnTo>
                        <a:pt x="987" y="466"/>
                      </a:lnTo>
                      <a:lnTo>
                        <a:pt x="987" y="464"/>
                      </a:lnTo>
                      <a:lnTo>
                        <a:pt x="989" y="464"/>
                      </a:lnTo>
                      <a:lnTo>
                        <a:pt x="989" y="463"/>
                      </a:lnTo>
                      <a:lnTo>
                        <a:pt x="991" y="463"/>
                      </a:lnTo>
                      <a:lnTo>
                        <a:pt x="993" y="463"/>
                      </a:lnTo>
                      <a:lnTo>
                        <a:pt x="993" y="461"/>
                      </a:lnTo>
                      <a:lnTo>
                        <a:pt x="991" y="461"/>
                      </a:lnTo>
                      <a:lnTo>
                        <a:pt x="989" y="461"/>
                      </a:lnTo>
                      <a:lnTo>
                        <a:pt x="989" y="459"/>
                      </a:lnTo>
                      <a:lnTo>
                        <a:pt x="991" y="459"/>
                      </a:lnTo>
                      <a:lnTo>
                        <a:pt x="993" y="459"/>
                      </a:lnTo>
                      <a:lnTo>
                        <a:pt x="995" y="459"/>
                      </a:lnTo>
                      <a:lnTo>
                        <a:pt x="995" y="457"/>
                      </a:lnTo>
                      <a:lnTo>
                        <a:pt x="996" y="457"/>
                      </a:lnTo>
                      <a:lnTo>
                        <a:pt x="996" y="459"/>
                      </a:lnTo>
                      <a:lnTo>
                        <a:pt x="995" y="459"/>
                      </a:lnTo>
                      <a:lnTo>
                        <a:pt x="996" y="459"/>
                      </a:lnTo>
                      <a:lnTo>
                        <a:pt x="995" y="461"/>
                      </a:lnTo>
                      <a:lnTo>
                        <a:pt x="995" y="463"/>
                      </a:lnTo>
                      <a:lnTo>
                        <a:pt x="996" y="463"/>
                      </a:lnTo>
                      <a:lnTo>
                        <a:pt x="998" y="461"/>
                      </a:lnTo>
                      <a:lnTo>
                        <a:pt x="996" y="461"/>
                      </a:lnTo>
                      <a:lnTo>
                        <a:pt x="996" y="459"/>
                      </a:lnTo>
                      <a:lnTo>
                        <a:pt x="996" y="461"/>
                      </a:lnTo>
                      <a:lnTo>
                        <a:pt x="996" y="459"/>
                      </a:lnTo>
                      <a:lnTo>
                        <a:pt x="998" y="459"/>
                      </a:lnTo>
                      <a:lnTo>
                        <a:pt x="998" y="461"/>
                      </a:lnTo>
                      <a:lnTo>
                        <a:pt x="998" y="459"/>
                      </a:lnTo>
                      <a:lnTo>
                        <a:pt x="998" y="457"/>
                      </a:lnTo>
                      <a:lnTo>
                        <a:pt x="1000" y="457"/>
                      </a:lnTo>
                      <a:lnTo>
                        <a:pt x="1000" y="459"/>
                      </a:lnTo>
                      <a:lnTo>
                        <a:pt x="1002" y="459"/>
                      </a:lnTo>
                      <a:lnTo>
                        <a:pt x="1002" y="457"/>
                      </a:lnTo>
                      <a:lnTo>
                        <a:pt x="1004" y="457"/>
                      </a:lnTo>
                      <a:lnTo>
                        <a:pt x="1004" y="455"/>
                      </a:lnTo>
                      <a:close/>
                      <a:moveTo>
                        <a:pt x="1542" y="455"/>
                      </a:moveTo>
                      <a:lnTo>
                        <a:pt x="1542" y="457"/>
                      </a:lnTo>
                      <a:lnTo>
                        <a:pt x="1542" y="459"/>
                      </a:lnTo>
                      <a:lnTo>
                        <a:pt x="1544" y="459"/>
                      </a:lnTo>
                      <a:lnTo>
                        <a:pt x="1544" y="461"/>
                      </a:lnTo>
                      <a:lnTo>
                        <a:pt x="1544" y="459"/>
                      </a:lnTo>
                      <a:lnTo>
                        <a:pt x="1546" y="459"/>
                      </a:lnTo>
                      <a:lnTo>
                        <a:pt x="1546" y="461"/>
                      </a:lnTo>
                      <a:lnTo>
                        <a:pt x="1546" y="463"/>
                      </a:lnTo>
                      <a:lnTo>
                        <a:pt x="1544" y="463"/>
                      </a:lnTo>
                      <a:lnTo>
                        <a:pt x="1544" y="464"/>
                      </a:lnTo>
                      <a:lnTo>
                        <a:pt x="1542" y="464"/>
                      </a:lnTo>
                      <a:lnTo>
                        <a:pt x="1542" y="463"/>
                      </a:lnTo>
                      <a:lnTo>
                        <a:pt x="1540" y="463"/>
                      </a:lnTo>
                      <a:lnTo>
                        <a:pt x="1539" y="463"/>
                      </a:lnTo>
                      <a:lnTo>
                        <a:pt x="1537" y="463"/>
                      </a:lnTo>
                      <a:lnTo>
                        <a:pt x="1535" y="463"/>
                      </a:lnTo>
                      <a:lnTo>
                        <a:pt x="1533" y="463"/>
                      </a:lnTo>
                      <a:lnTo>
                        <a:pt x="1533" y="461"/>
                      </a:lnTo>
                      <a:lnTo>
                        <a:pt x="1535" y="459"/>
                      </a:lnTo>
                      <a:lnTo>
                        <a:pt x="1537" y="457"/>
                      </a:lnTo>
                      <a:lnTo>
                        <a:pt x="1537" y="455"/>
                      </a:lnTo>
                      <a:lnTo>
                        <a:pt x="1539" y="455"/>
                      </a:lnTo>
                      <a:lnTo>
                        <a:pt x="1540" y="455"/>
                      </a:lnTo>
                      <a:lnTo>
                        <a:pt x="1542" y="455"/>
                      </a:lnTo>
                      <a:close/>
                      <a:moveTo>
                        <a:pt x="1033" y="454"/>
                      </a:moveTo>
                      <a:lnTo>
                        <a:pt x="1033" y="455"/>
                      </a:lnTo>
                      <a:lnTo>
                        <a:pt x="1033" y="457"/>
                      </a:lnTo>
                      <a:lnTo>
                        <a:pt x="1035" y="457"/>
                      </a:lnTo>
                      <a:lnTo>
                        <a:pt x="1035" y="455"/>
                      </a:lnTo>
                      <a:lnTo>
                        <a:pt x="1037" y="455"/>
                      </a:lnTo>
                      <a:lnTo>
                        <a:pt x="1038" y="455"/>
                      </a:lnTo>
                      <a:lnTo>
                        <a:pt x="1040" y="455"/>
                      </a:lnTo>
                      <a:lnTo>
                        <a:pt x="1042" y="455"/>
                      </a:lnTo>
                      <a:lnTo>
                        <a:pt x="1044" y="455"/>
                      </a:lnTo>
                      <a:lnTo>
                        <a:pt x="1046" y="455"/>
                      </a:lnTo>
                      <a:lnTo>
                        <a:pt x="1048" y="455"/>
                      </a:lnTo>
                      <a:lnTo>
                        <a:pt x="1049" y="455"/>
                      </a:lnTo>
                      <a:lnTo>
                        <a:pt x="1051" y="455"/>
                      </a:lnTo>
                      <a:lnTo>
                        <a:pt x="1051" y="457"/>
                      </a:lnTo>
                      <a:lnTo>
                        <a:pt x="1053" y="457"/>
                      </a:lnTo>
                      <a:lnTo>
                        <a:pt x="1053" y="459"/>
                      </a:lnTo>
                      <a:lnTo>
                        <a:pt x="1053" y="461"/>
                      </a:lnTo>
                      <a:lnTo>
                        <a:pt x="1051" y="461"/>
                      </a:lnTo>
                      <a:lnTo>
                        <a:pt x="1051" y="463"/>
                      </a:lnTo>
                      <a:lnTo>
                        <a:pt x="1049" y="463"/>
                      </a:lnTo>
                      <a:lnTo>
                        <a:pt x="1048" y="463"/>
                      </a:lnTo>
                      <a:lnTo>
                        <a:pt x="1046" y="463"/>
                      </a:lnTo>
                      <a:lnTo>
                        <a:pt x="1044" y="463"/>
                      </a:lnTo>
                      <a:lnTo>
                        <a:pt x="1042" y="463"/>
                      </a:lnTo>
                      <a:lnTo>
                        <a:pt x="1042" y="464"/>
                      </a:lnTo>
                      <a:lnTo>
                        <a:pt x="1040" y="464"/>
                      </a:lnTo>
                      <a:lnTo>
                        <a:pt x="1038" y="464"/>
                      </a:lnTo>
                      <a:lnTo>
                        <a:pt x="1037" y="464"/>
                      </a:lnTo>
                      <a:lnTo>
                        <a:pt x="1035" y="464"/>
                      </a:lnTo>
                      <a:lnTo>
                        <a:pt x="1033" y="464"/>
                      </a:lnTo>
                      <a:lnTo>
                        <a:pt x="1031" y="464"/>
                      </a:lnTo>
                      <a:lnTo>
                        <a:pt x="1031" y="466"/>
                      </a:lnTo>
                      <a:lnTo>
                        <a:pt x="1031" y="464"/>
                      </a:lnTo>
                      <a:lnTo>
                        <a:pt x="1029" y="464"/>
                      </a:lnTo>
                      <a:lnTo>
                        <a:pt x="1028" y="464"/>
                      </a:lnTo>
                      <a:lnTo>
                        <a:pt x="1028" y="466"/>
                      </a:lnTo>
                      <a:lnTo>
                        <a:pt x="1028" y="464"/>
                      </a:lnTo>
                      <a:lnTo>
                        <a:pt x="1026" y="464"/>
                      </a:lnTo>
                      <a:lnTo>
                        <a:pt x="1026" y="466"/>
                      </a:lnTo>
                      <a:lnTo>
                        <a:pt x="1026" y="464"/>
                      </a:lnTo>
                      <a:lnTo>
                        <a:pt x="1026" y="466"/>
                      </a:lnTo>
                      <a:lnTo>
                        <a:pt x="1024" y="464"/>
                      </a:lnTo>
                      <a:lnTo>
                        <a:pt x="1024" y="463"/>
                      </a:lnTo>
                      <a:lnTo>
                        <a:pt x="1026" y="463"/>
                      </a:lnTo>
                      <a:lnTo>
                        <a:pt x="1026" y="461"/>
                      </a:lnTo>
                      <a:lnTo>
                        <a:pt x="1028" y="461"/>
                      </a:lnTo>
                      <a:lnTo>
                        <a:pt x="1028" y="459"/>
                      </a:lnTo>
                      <a:lnTo>
                        <a:pt x="1029" y="459"/>
                      </a:lnTo>
                      <a:lnTo>
                        <a:pt x="1031" y="459"/>
                      </a:lnTo>
                      <a:lnTo>
                        <a:pt x="1031" y="457"/>
                      </a:lnTo>
                      <a:lnTo>
                        <a:pt x="1029" y="457"/>
                      </a:lnTo>
                      <a:lnTo>
                        <a:pt x="1029" y="459"/>
                      </a:lnTo>
                      <a:lnTo>
                        <a:pt x="1028" y="459"/>
                      </a:lnTo>
                      <a:lnTo>
                        <a:pt x="1026" y="459"/>
                      </a:lnTo>
                      <a:lnTo>
                        <a:pt x="1026" y="457"/>
                      </a:lnTo>
                      <a:lnTo>
                        <a:pt x="1028" y="457"/>
                      </a:lnTo>
                      <a:lnTo>
                        <a:pt x="1028" y="455"/>
                      </a:lnTo>
                      <a:lnTo>
                        <a:pt x="1029" y="454"/>
                      </a:lnTo>
                      <a:lnTo>
                        <a:pt x="1031" y="454"/>
                      </a:lnTo>
                      <a:lnTo>
                        <a:pt x="1033" y="454"/>
                      </a:lnTo>
                      <a:close/>
                      <a:moveTo>
                        <a:pt x="699" y="452"/>
                      </a:moveTo>
                      <a:lnTo>
                        <a:pt x="699" y="454"/>
                      </a:lnTo>
                      <a:lnTo>
                        <a:pt x="701" y="454"/>
                      </a:lnTo>
                      <a:lnTo>
                        <a:pt x="703" y="454"/>
                      </a:lnTo>
                      <a:lnTo>
                        <a:pt x="704" y="454"/>
                      </a:lnTo>
                      <a:lnTo>
                        <a:pt x="704" y="455"/>
                      </a:lnTo>
                      <a:lnTo>
                        <a:pt x="706" y="455"/>
                      </a:lnTo>
                      <a:lnTo>
                        <a:pt x="708" y="455"/>
                      </a:lnTo>
                      <a:lnTo>
                        <a:pt x="708" y="457"/>
                      </a:lnTo>
                      <a:lnTo>
                        <a:pt x="710" y="457"/>
                      </a:lnTo>
                      <a:lnTo>
                        <a:pt x="710" y="459"/>
                      </a:lnTo>
                      <a:lnTo>
                        <a:pt x="712" y="459"/>
                      </a:lnTo>
                      <a:lnTo>
                        <a:pt x="712" y="461"/>
                      </a:lnTo>
                      <a:lnTo>
                        <a:pt x="714" y="461"/>
                      </a:lnTo>
                      <a:lnTo>
                        <a:pt x="714" y="463"/>
                      </a:lnTo>
                      <a:lnTo>
                        <a:pt x="715" y="463"/>
                      </a:lnTo>
                      <a:lnTo>
                        <a:pt x="715" y="464"/>
                      </a:lnTo>
                      <a:lnTo>
                        <a:pt x="714" y="464"/>
                      </a:lnTo>
                      <a:lnTo>
                        <a:pt x="714" y="466"/>
                      </a:lnTo>
                      <a:lnTo>
                        <a:pt x="712" y="466"/>
                      </a:lnTo>
                      <a:lnTo>
                        <a:pt x="712" y="468"/>
                      </a:lnTo>
                      <a:lnTo>
                        <a:pt x="710" y="468"/>
                      </a:lnTo>
                      <a:lnTo>
                        <a:pt x="708" y="468"/>
                      </a:lnTo>
                      <a:lnTo>
                        <a:pt x="708" y="470"/>
                      </a:lnTo>
                      <a:lnTo>
                        <a:pt x="706" y="470"/>
                      </a:lnTo>
                      <a:lnTo>
                        <a:pt x="704" y="470"/>
                      </a:lnTo>
                      <a:lnTo>
                        <a:pt x="703" y="470"/>
                      </a:lnTo>
                      <a:lnTo>
                        <a:pt x="703" y="472"/>
                      </a:lnTo>
                      <a:lnTo>
                        <a:pt x="701" y="472"/>
                      </a:lnTo>
                      <a:lnTo>
                        <a:pt x="701" y="474"/>
                      </a:lnTo>
                      <a:lnTo>
                        <a:pt x="699" y="474"/>
                      </a:lnTo>
                      <a:lnTo>
                        <a:pt x="699" y="475"/>
                      </a:lnTo>
                      <a:lnTo>
                        <a:pt x="697" y="475"/>
                      </a:lnTo>
                      <a:lnTo>
                        <a:pt x="699" y="475"/>
                      </a:lnTo>
                      <a:lnTo>
                        <a:pt x="697" y="475"/>
                      </a:lnTo>
                      <a:lnTo>
                        <a:pt x="697" y="477"/>
                      </a:lnTo>
                      <a:lnTo>
                        <a:pt x="699" y="477"/>
                      </a:lnTo>
                      <a:lnTo>
                        <a:pt x="699" y="479"/>
                      </a:lnTo>
                      <a:lnTo>
                        <a:pt x="697" y="479"/>
                      </a:lnTo>
                      <a:lnTo>
                        <a:pt x="695" y="479"/>
                      </a:lnTo>
                      <a:lnTo>
                        <a:pt x="694" y="479"/>
                      </a:lnTo>
                      <a:lnTo>
                        <a:pt x="694" y="477"/>
                      </a:lnTo>
                      <a:lnTo>
                        <a:pt x="695" y="477"/>
                      </a:lnTo>
                      <a:lnTo>
                        <a:pt x="695" y="475"/>
                      </a:lnTo>
                      <a:lnTo>
                        <a:pt x="695" y="474"/>
                      </a:lnTo>
                      <a:lnTo>
                        <a:pt x="694" y="474"/>
                      </a:lnTo>
                      <a:lnTo>
                        <a:pt x="694" y="472"/>
                      </a:lnTo>
                      <a:lnTo>
                        <a:pt x="692" y="470"/>
                      </a:lnTo>
                      <a:lnTo>
                        <a:pt x="690" y="470"/>
                      </a:lnTo>
                      <a:lnTo>
                        <a:pt x="690" y="468"/>
                      </a:lnTo>
                      <a:lnTo>
                        <a:pt x="688" y="468"/>
                      </a:lnTo>
                      <a:lnTo>
                        <a:pt x="688" y="466"/>
                      </a:lnTo>
                      <a:lnTo>
                        <a:pt x="686" y="466"/>
                      </a:lnTo>
                      <a:lnTo>
                        <a:pt x="684" y="464"/>
                      </a:lnTo>
                      <a:lnTo>
                        <a:pt x="683" y="464"/>
                      </a:lnTo>
                      <a:lnTo>
                        <a:pt x="681" y="464"/>
                      </a:lnTo>
                      <a:lnTo>
                        <a:pt x="679" y="464"/>
                      </a:lnTo>
                      <a:lnTo>
                        <a:pt x="677" y="464"/>
                      </a:lnTo>
                      <a:lnTo>
                        <a:pt x="675" y="464"/>
                      </a:lnTo>
                      <a:lnTo>
                        <a:pt x="677" y="464"/>
                      </a:lnTo>
                      <a:lnTo>
                        <a:pt x="675" y="464"/>
                      </a:lnTo>
                      <a:lnTo>
                        <a:pt x="675" y="463"/>
                      </a:lnTo>
                      <a:lnTo>
                        <a:pt x="673" y="463"/>
                      </a:lnTo>
                      <a:lnTo>
                        <a:pt x="673" y="461"/>
                      </a:lnTo>
                      <a:lnTo>
                        <a:pt x="672" y="461"/>
                      </a:lnTo>
                      <a:lnTo>
                        <a:pt x="672" y="459"/>
                      </a:lnTo>
                      <a:lnTo>
                        <a:pt x="672" y="457"/>
                      </a:lnTo>
                      <a:lnTo>
                        <a:pt x="670" y="457"/>
                      </a:lnTo>
                      <a:lnTo>
                        <a:pt x="670" y="455"/>
                      </a:lnTo>
                      <a:lnTo>
                        <a:pt x="672" y="455"/>
                      </a:lnTo>
                      <a:lnTo>
                        <a:pt x="670" y="455"/>
                      </a:lnTo>
                      <a:lnTo>
                        <a:pt x="670" y="454"/>
                      </a:lnTo>
                      <a:lnTo>
                        <a:pt x="672" y="454"/>
                      </a:lnTo>
                      <a:lnTo>
                        <a:pt x="673" y="454"/>
                      </a:lnTo>
                      <a:lnTo>
                        <a:pt x="673" y="455"/>
                      </a:lnTo>
                      <a:lnTo>
                        <a:pt x="673" y="454"/>
                      </a:lnTo>
                      <a:lnTo>
                        <a:pt x="673" y="455"/>
                      </a:lnTo>
                      <a:lnTo>
                        <a:pt x="675" y="455"/>
                      </a:lnTo>
                      <a:lnTo>
                        <a:pt x="675" y="454"/>
                      </a:lnTo>
                      <a:lnTo>
                        <a:pt x="675" y="455"/>
                      </a:lnTo>
                      <a:lnTo>
                        <a:pt x="675" y="454"/>
                      </a:lnTo>
                      <a:lnTo>
                        <a:pt x="677" y="454"/>
                      </a:lnTo>
                      <a:lnTo>
                        <a:pt x="677" y="455"/>
                      </a:lnTo>
                      <a:lnTo>
                        <a:pt x="677" y="454"/>
                      </a:lnTo>
                      <a:lnTo>
                        <a:pt x="677" y="455"/>
                      </a:lnTo>
                      <a:lnTo>
                        <a:pt x="679" y="455"/>
                      </a:lnTo>
                      <a:lnTo>
                        <a:pt x="681" y="455"/>
                      </a:lnTo>
                      <a:lnTo>
                        <a:pt x="683" y="455"/>
                      </a:lnTo>
                      <a:lnTo>
                        <a:pt x="684" y="455"/>
                      </a:lnTo>
                      <a:lnTo>
                        <a:pt x="684" y="457"/>
                      </a:lnTo>
                      <a:lnTo>
                        <a:pt x="686" y="457"/>
                      </a:lnTo>
                      <a:lnTo>
                        <a:pt x="686" y="455"/>
                      </a:lnTo>
                      <a:lnTo>
                        <a:pt x="688" y="455"/>
                      </a:lnTo>
                      <a:lnTo>
                        <a:pt x="690" y="455"/>
                      </a:lnTo>
                      <a:lnTo>
                        <a:pt x="692" y="455"/>
                      </a:lnTo>
                      <a:lnTo>
                        <a:pt x="692" y="454"/>
                      </a:lnTo>
                      <a:lnTo>
                        <a:pt x="694" y="454"/>
                      </a:lnTo>
                      <a:lnTo>
                        <a:pt x="694" y="452"/>
                      </a:lnTo>
                      <a:lnTo>
                        <a:pt x="695" y="452"/>
                      </a:lnTo>
                      <a:lnTo>
                        <a:pt x="697" y="452"/>
                      </a:lnTo>
                      <a:lnTo>
                        <a:pt x="699" y="452"/>
                      </a:lnTo>
                      <a:close/>
                      <a:moveTo>
                        <a:pt x="1215" y="443"/>
                      </a:moveTo>
                      <a:lnTo>
                        <a:pt x="1217" y="443"/>
                      </a:lnTo>
                      <a:lnTo>
                        <a:pt x="1219" y="443"/>
                      </a:lnTo>
                      <a:lnTo>
                        <a:pt x="1221" y="443"/>
                      </a:lnTo>
                      <a:lnTo>
                        <a:pt x="1221" y="444"/>
                      </a:lnTo>
                      <a:lnTo>
                        <a:pt x="1221" y="446"/>
                      </a:lnTo>
                      <a:lnTo>
                        <a:pt x="1221" y="448"/>
                      </a:lnTo>
                      <a:lnTo>
                        <a:pt x="1221" y="450"/>
                      </a:lnTo>
                      <a:lnTo>
                        <a:pt x="1219" y="450"/>
                      </a:lnTo>
                      <a:lnTo>
                        <a:pt x="1219" y="452"/>
                      </a:lnTo>
                      <a:lnTo>
                        <a:pt x="1217" y="452"/>
                      </a:lnTo>
                      <a:lnTo>
                        <a:pt x="1215" y="452"/>
                      </a:lnTo>
                      <a:lnTo>
                        <a:pt x="1215" y="450"/>
                      </a:lnTo>
                      <a:lnTo>
                        <a:pt x="1214" y="450"/>
                      </a:lnTo>
                      <a:lnTo>
                        <a:pt x="1214" y="448"/>
                      </a:lnTo>
                      <a:lnTo>
                        <a:pt x="1212" y="448"/>
                      </a:lnTo>
                      <a:lnTo>
                        <a:pt x="1212" y="446"/>
                      </a:lnTo>
                      <a:lnTo>
                        <a:pt x="1212" y="444"/>
                      </a:lnTo>
                      <a:lnTo>
                        <a:pt x="1212" y="443"/>
                      </a:lnTo>
                      <a:lnTo>
                        <a:pt x="1214" y="443"/>
                      </a:lnTo>
                      <a:lnTo>
                        <a:pt x="1215" y="443"/>
                      </a:lnTo>
                      <a:close/>
                      <a:moveTo>
                        <a:pt x="1106" y="433"/>
                      </a:moveTo>
                      <a:lnTo>
                        <a:pt x="1106" y="435"/>
                      </a:lnTo>
                      <a:lnTo>
                        <a:pt x="1108" y="435"/>
                      </a:lnTo>
                      <a:lnTo>
                        <a:pt x="1108" y="437"/>
                      </a:lnTo>
                      <a:lnTo>
                        <a:pt x="1110" y="437"/>
                      </a:lnTo>
                      <a:lnTo>
                        <a:pt x="1111" y="437"/>
                      </a:lnTo>
                      <a:lnTo>
                        <a:pt x="1113" y="437"/>
                      </a:lnTo>
                      <a:lnTo>
                        <a:pt x="1113" y="439"/>
                      </a:lnTo>
                      <a:lnTo>
                        <a:pt x="1113" y="441"/>
                      </a:lnTo>
                      <a:lnTo>
                        <a:pt x="1111" y="441"/>
                      </a:lnTo>
                      <a:lnTo>
                        <a:pt x="1110" y="441"/>
                      </a:lnTo>
                      <a:lnTo>
                        <a:pt x="1108" y="441"/>
                      </a:lnTo>
                      <a:lnTo>
                        <a:pt x="1106" y="441"/>
                      </a:lnTo>
                      <a:lnTo>
                        <a:pt x="1106" y="443"/>
                      </a:lnTo>
                      <a:lnTo>
                        <a:pt x="1104" y="443"/>
                      </a:lnTo>
                      <a:lnTo>
                        <a:pt x="1102" y="443"/>
                      </a:lnTo>
                      <a:lnTo>
                        <a:pt x="1102" y="444"/>
                      </a:lnTo>
                      <a:lnTo>
                        <a:pt x="1102" y="446"/>
                      </a:lnTo>
                      <a:lnTo>
                        <a:pt x="1101" y="446"/>
                      </a:lnTo>
                      <a:lnTo>
                        <a:pt x="1102" y="446"/>
                      </a:lnTo>
                      <a:lnTo>
                        <a:pt x="1101" y="446"/>
                      </a:lnTo>
                      <a:lnTo>
                        <a:pt x="1101" y="448"/>
                      </a:lnTo>
                      <a:lnTo>
                        <a:pt x="1099" y="448"/>
                      </a:lnTo>
                      <a:lnTo>
                        <a:pt x="1099" y="446"/>
                      </a:lnTo>
                      <a:lnTo>
                        <a:pt x="1097" y="448"/>
                      </a:lnTo>
                      <a:lnTo>
                        <a:pt x="1097" y="446"/>
                      </a:lnTo>
                      <a:lnTo>
                        <a:pt x="1095" y="446"/>
                      </a:lnTo>
                      <a:lnTo>
                        <a:pt x="1093" y="446"/>
                      </a:lnTo>
                      <a:lnTo>
                        <a:pt x="1091" y="446"/>
                      </a:lnTo>
                      <a:lnTo>
                        <a:pt x="1090" y="446"/>
                      </a:lnTo>
                      <a:lnTo>
                        <a:pt x="1088" y="446"/>
                      </a:lnTo>
                      <a:lnTo>
                        <a:pt x="1086" y="446"/>
                      </a:lnTo>
                      <a:lnTo>
                        <a:pt x="1084" y="446"/>
                      </a:lnTo>
                      <a:lnTo>
                        <a:pt x="1082" y="446"/>
                      </a:lnTo>
                      <a:lnTo>
                        <a:pt x="1080" y="446"/>
                      </a:lnTo>
                      <a:lnTo>
                        <a:pt x="1080" y="448"/>
                      </a:lnTo>
                      <a:lnTo>
                        <a:pt x="1079" y="448"/>
                      </a:lnTo>
                      <a:lnTo>
                        <a:pt x="1079" y="450"/>
                      </a:lnTo>
                      <a:lnTo>
                        <a:pt x="1077" y="450"/>
                      </a:lnTo>
                      <a:lnTo>
                        <a:pt x="1077" y="448"/>
                      </a:lnTo>
                      <a:lnTo>
                        <a:pt x="1077" y="446"/>
                      </a:lnTo>
                      <a:lnTo>
                        <a:pt x="1077" y="444"/>
                      </a:lnTo>
                      <a:lnTo>
                        <a:pt x="1079" y="444"/>
                      </a:lnTo>
                      <a:lnTo>
                        <a:pt x="1079" y="443"/>
                      </a:lnTo>
                      <a:lnTo>
                        <a:pt x="1079" y="441"/>
                      </a:lnTo>
                      <a:lnTo>
                        <a:pt x="1080" y="441"/>
                      </a:lnTo>
                      <a:lnTo>
                        <a:pt x="1080" y="439"/>
                      </a:lnTo>
                      <a:lnTo>
                        <a:pt x="1082" y="437"/>
                      </a:lnTo>
                      <a:lnTo>
                        <a:pt x="1084" y="437"/>
                      </a:lnTo>
                      <a:lnTo>
                        <a:pt x="1084" y="439"/>
                      </a:lnTo>
                      <a:lnTo>
                        <a:pt x="1084" y="437"/>
                      </a:lnTo>
                      <a:lnTo>
                        <a:pt x="1084" y="439"/>
                      </a:lnTo>
                      <a:lnTo>
                        <a:pt x="1086" y="439"/>
                      </a:lnTo>
                      <a:lnTo>
                        <a:pt x="1088" y="439"/>
                      </a:lnTo>
                      <a:lnTo>
                        <a:pt x="1090" y="439"/>
                      </a:lnTo>
                      <a:lnTo>
                        <a:pt x="1091" y="439"/>
                      </a:lnTo>
                      <a:lnTo>
                        <a:pt x="1093" y="439"/>
                      </a:lnTo>
                      <a:lnTo>
                        <a:pt x="1095" y="439"/>
                      </a:lnTo>
                      <a:lnTo>
                        <a:pt x="1097" y="437"/>
                      </a:lnTo>
                      <a:lnTo>
                        <a:pt x="1099" y="437"/>
                      </a:lnTo>
                      <a:lnTo>
                        <a:pt x="1099" y="435"/>
                      </a:lnTo>
                      <a:lnTo>
                        <a:pt x="1099" y="437"/>
                      </a:lnTo>
                      <a:lnTo>
                        <a:pt x="1101" y="435"/>
                      </a:lnTo>
                      <a:lnTo>
                        <a:pt x="1102" y="435"/>
                      </a:lnTo>
                      <a:lnTo>
                        <a:pt x="1102" y="433"/>
                      </a:lnTo>
                      <a:lnTo>
                        <a:pt x="1102" y="435"/>
                      </a:lnTo>
                      <a:lnTo>
                        <a:pt x="1104" y="433"/>
                      </a:lnTo>
                      <a:lnTo>
                        <a:pt x="1104" y="435"/>
                      </a:lnTo>
                      <a:lnTo>
                        <a:pt x="1104" y="433"/>
                      </a:lnTo>
                      <a:lnTo>
                        <a:pt x="1106" y="433"/>
                      </a:lnTo>
                      <a:close/>
                      <a:moveTo>
                        <a:pt x="1287" y="419"/>
                      </a:moveTo>
                      <a:lnTo>
                        <a:pt x="1285" y="419"/>
                      </a:lnTo>
                      <a:lnTo>
                        <a:pt x="1285" y="421"/>
                      </a:lnTo>
                      <a:lnTo>
                        <a:pt x="1287" y="421"/>
                      </a:lnTo>
                      <a:lnTo>
                        <a:pt x="1287" y="419"/>
                      </a:lnTo>
                      <a:lnTo>
                        <a:pt x="1289" y="419"/>
                      </a:lnTo>
                      <a:lnTo>
                        <a:pt x="1287" y="419"/>
                      </a:lnTo>
                      <a:lnTo>
                        <a:pt x="1289" y="419"/>
                      </a:lnTo>
                      <a:lnTo>
                        <a:pt x="1289" y="421"/>
                      </a:lnTo>
                      <a:lnTo>
                        <a:pt x="1289" y="422"/>
                      </a:lnTo>
                      <a:lnTo>
                        <a:pt x="1287" y="422"/>
                      </a:lnTo>
                      <a:lnTo>
                        <a:pt x="1285" y="422"/>
                      </a:lnTo>
                      <a:lnTo>
                        <a:pt x="1285" y="424"/>
                      </a:lnTo>
                      <a:lnTo>
                        <a:pt x="1285" y="426"/>
                      </a:lnTo>
                      <a:lnTo>
                        <a:pt x="1287" y="426"/>
                      </a:lnTo>
                      <a:lnTo>
                        <a:pt x="1285" y="426"/>
                      </a:lnTo>
                      <a:lnTo>
                        <a:pt x="1287" y="426"/>
                      </a:lnTo>
                      <a:lnTo>
                        <a:pt x="1287" y="428"/>
                      </a:lnTo>
                      <a:lnTo>
                        <a:pt x="1285" y="428"/>
                      </a:lnTo>
                      <a:lnTo>
                        <a:pt x="1287" y="428"/>
                      </a:lnTo>
                      <a:lnTo>
                        <a:pt x="1287" y="430"/>
                      </a:lnTo>
                      <a:lnTo>
                        <a:pt x="1287" y="428"/>
                      </a:lnTo>
                      <a:lnTo>
                        <a:pt x="1287" y="430"/>
                      </a:lnTo>
                      <a:lnTo>
                        <a:pt x="1287" y="428"/>
                      </a:lnTo>
                      <a:lnTo>
                        <a:pt x="1287" y="430"/>
                      </a:lnTo>
                      <a:lnTo>
                        <a:pt x="1287" y="428"/>
                      </a:lnTo>
                      <a:lnTo>
                        <a:pt x="1287" y="430"/>
                      </a:lnTo>
                      <a:lnTo>
                        <a:pt x="1287" y="432"/>
                      </a:lnTo>
                      <a:lnTo>
                        <a:pt x="1285" y="432"/>
                      </a:lnTo>
                      <a:lnTo>
                        <a:pt x="1287" y="432"/>
                      </a:lnTo>
                      <a:lnTo>
                        <a:pt x="1287" y="433"/>
                      </a:lnTo>
                      <a:lnTo>
                        <a:pt x="1285" y="433"/>
                      </a:lnTo>
                      <a:lnTo>
                        <a:pt x="1287" y="433"/>
                      </a:lnTo>
                      <a:lnTo>
                        <a:pt x="1285" y="433"/>
                      </a:lnTo>
                      <a:lnTo>
                        <a:pt x="1285" y="435"/>
                      </a:lnTo>
                      <a:lnTo>
                        <a:pt x="1285" y="437"/>
                      </a:lnTo>
                      <a:lnTo>
                        <a:pt x="1283" y="437"/>
                      </a:lnTo>
                      <a:lnTo>
                        <a:pt x="1283" y="439"/>
                      </a:lnTo>
                      <a:lnTo>
                        <a:pt x="1281" y="439"/>
                      </a:lnTo>
                      <a:lnTo>
                        <a:pt x="1283" y="439"/>
                      </a:lnTo>
                      <a:lnTo>
                        <a:pt x="1281" y="439"/>
                      </a:lnTo>
                      <a:lnTo>
                        <a:pt x="1281" y="441"/>
                      </a:lnTo>
                      <a:lnTo>
                        <a:pt x="1281" y="439"/>
                      </a:lnTo>
                      <a:lnTo>
                        <a:pt x="1281" y="441"/>
                      </a:lnTo>
                      <a:lnTo>
                        <a:pt x="1279" y="441"/>
                      </a:lnTo>
                      <a:lnTo>
                        <a:pt x="1279" y="443"/>
                      </a:lnTo>
                      <a:lnTo>
                        <a:pt x="1279" y="441"/>
                      </a:lnTo>
                      <a:lnTo>
                        <a:pt x="1278" y="441"/>
                      </a:lnTo>
                      <a:lnTo>
                        <a:pt x="1278" y="443"/>
                      </a:lnTo>
                      <a:lnTo>
                        <a:pt x="1279" y="443"/>
                      </a:lnTo>
                      <a:lnTo>
                        <a:pt x="1278" y="443"/>
                      </a:lnTo>
                      <a:lnTo>
                        <a:pt x="1278" y="444"/>
                      </a:lnTo>
                      <a:lnTo>
                        <a:pt x="1276" y="444"/>
                      </a:lnTo>
                      <a:lnTo>
                        <a:pt x="1276" y="446"/>
                      </a:lnTo>
                      <a:lnTo>
                        <a:pt x="1274" y="446"/>
                      </a:lnTo>
                      <a:lnTo>
                        <a:pt x="1274" y="448"/>
                      </a:lnTo>
                      <a:lnTo>
                        <a:pt x="1276" y="448"/>
                      </a:lnTo>
                      <a:lnTo>
                        <a:pt x="1274" y="448"/>
                      </a:lnTo>
                      <a:lnTo>
                        <a:pt x="1274" y="450"/>
                      </a:lnTo>
                      <a:lnTo>
                        <a:pt x="1272" y="450"/>
                      </a:lnTo>
                      <a:lnTo>
                        <a:pt x="1272" y="448"/>
                      </a:lnTo>
                      <a:lnTo>
                        <a:pt x="1274" y="448"/>
                      </a:lnTo>
                      <a:lnTo>
                        <a:pt x="1272" y="448"/>
                      </a:lnTo>
                      <a:lnTo>
                        <a:pt x="1272" y="446"/>
                      </a:lnTo>
                      <a:lnTo>
                        <a:pt x="1272" y="448"/>
                      </a:lnTo>
                      <a:lnTo>
                        <a:pt x="1272" y="450"/>
                      </a:lnTo>
                      <a:lnTo>
                        <a:pt x="1270" y="450"/>
                      </a:lnTo>
                      <a:lnTo>
                        <a:pt x="1268" y="450"/>
                      </a:lnTo>
                      <a:lnTo>
                        <a:pt x="1267" y="450"/>
                      </a:lnTo>
                      <a:lnTo>
                        <a:pt x="1267" y="448"/>
                      </a:lnTo>
                      <a:lnTo>
                        <a:pt x="1267" y="446"/>
                      </a:lnTo>
                      <a:lnTo>
                        <a:pt x="1267" y="444"/>
                      </a:lnTo>
                      <a:lnTo>
                        <a:pt x="1267" y="446"/>
                      </a:lnTo>
                      <a:lnTo>
                        <a:pt x="1265" y="446"/>
                      </a:lnTo>
                      <a:lnTo>
                        <a:pt x="1265" y="444"/>
                      </a:lnTo>
                      <a:lnTo>
                        <a:pt x="1267" y="444"/>
                      </a:lnTo>
                      <a:lnTo>
                        <a:pt x="1267" y="443"/>
                      </a:lnTo>
                      <a:lnTo>
                        <a:pt x="1267" y="444"/>
                      </a:lnTo>
                      <a:lnTo>
                        <a:pt x="1267" y="443"/>
                      </a:lnTo>
                      <a:lnTo>
                        <a:pt x="1268" y="443"/>
                      </a:lnTo>
                      <a:lnTo>
                        <a:pt x="1267" y="443"/>
                      </a:lnTo>
                      <a:lnTo>
                        <a:pt x="1268" y="443"/>
                      </a:lnTo>
                      <a:lnTo>
                        <a:pt x="1267" y="443"/>
                      </a:lnTo>
                      <a:lnTo>
                        <a:pt x="1267" y="441"/>
                      </a:lnTo>
                      <a:lnTo>
                        <a:pt x="1268" y="441"/>
                      </a:lnTo>
                      <a:lnTo>
                        <a:pt x="1267" y="441"/>
                      </a:lnTo>
                      <a:lnTo>
                        <a:pt x="1268" y="441"/>
                      </a:lnTo>
                      <a:lnTo>
                        <a:pt x="1267" y="441"/>
                      </a:lnTo>
                      <a:lnTo>
                        <a:pt x="1267" y="439"/>
                      </a:lnTo>
                      <a:lnTo>
                        <a:pt x="1267" y="441"/>
                      </a:lnTo>
                      <a:lnTo>
                        <a:pt x="1267" y="439"/>
                      </a:lnTo>
                      <a:lnTo>
                        <a:pt x="1268" y="439"/>
                      </a:lnTo>
                      <a:lnTo>
                        <a:pt x="1270" y="439"/>
                      </a:lnTo>
                      <a:lnTo>
                        <a:pt x="1270" y="441"/>
                      </a:lnTo>
                      <a:lnTo>
                        <a:pt x="1272" y="441"/>
                      </a:lnTo>
                      <a:lnTo>
                        <a:pt x="1270" y="441"/>
                      </a:lnTo>
                      <a:lnTo>
                        <a:pt x="1270" y="439"/>
                      </a:lnTo>
                      <a:lnTo>
                        <a:pt x="1272" y="439"/>
                      </a:lnTo>
                      <a:lnTo>
                        <a:pt x="1270" y="439"/>
                      </a:lnTo>
                      <a:lnTo>
                        <a:pt x="1268" y="439"/>
                      </a:lnTo>
                      <a:lnTo>
                        <a:pt x="1268" y="437"/>
                      </a:lnTo>
                      <a:lnTo>
                        <a:pt x="1268" y="435"/>
                      </a:lnTo>
                      <a:lnTo>
                        <a:pt x="1270" y="435"/>
                      </a:lnTo>
                      <a:lnTo>
                        <a:pt x="1268" y="435"/>
                      </a:lnTo>
                      <a:lnTo>
                        <a:pt x="1270" y="433"/>
                      </a:lnTo>
                      <a:lnTo>
                        <a:pt x="1270" y="432"/>
                      </a:lnTo>
                      <a:lnTo>
                        <a:pt x="1270" y="430"/>
                      </a:lnTo>
                      <a:lnTo>
                        <a:pt x="1272" y="430"/>
                      </a:lnTo>
                      <a:lnTo>
                        <a:pt x="1274" y="430"/>
                      </a:lnTo>
                      <a:lnTo>
                        <a:pt x="1274" y="428"/>
                      </a:lnTo>
                      <a:lnTo>
                        <a:pt x="1274" y="430"/>
                      </a:lnTo>
                      <a:lnTo>
                        <a:pt x="1276" y="430"/>
                      </a:lnTo>
                      <a:lnTo>
                        <a:pt x="1274" y="430"/>
                      </a:lnTo>
                      <a:lnTo>
                        <a:pt x="1274" y="428"/>
                      </a:lnTo>
                      <a:lnTo>
                        <a:pt x="1276" y="428"/>
                      </a:lnTo>
                      <a:lnTo>
                        <a:pt x="1274" y="428"/>
                      </a:lnTo>
                      <a:lnTo>
                        <a:pt x="1276" y="428"/>
                      </a:lnTo>
                      <a:lnTo>
                        <a:pt x="1276" y="426"/>
                      </a:lnTo>
                      <a:lnTo>
                        <a:pt x="1276" y="428"/>
                      </a:lnTo>
                      <a:lnTo>
                        <a:pt x="1276" y="426"/>
                      </a:lnTo>
                      <a:lnTo>
                        <a:pt x="1278" y="426"/>
                      </a:lnTo>
                      <a:lnTo>
                        <a:pt x="1278" y="424"/>
                      </a:lnTo>
                      <a:lnTo>
                        <a:pt x="1279" y="424"/>
                      </a:lnTo>
                      <a:lnTo>
                        <a:pt x="1279" y="422"/>
                      </a:lnTo>
                      <a:lnTo>
                        <a:pt x="1281" y="422"/>
                      </a:lnTo>
                      <a:lnTo>
                        <a:pt x="1281" y="421"/>
                      </a:lnTo>
                      <a:lnTo>
                        <a:pt x="1281" y="419"/>
                      </a:lnTo>
                      <a:lnTo>
                        <a:pt x="1283" y="419"/>
                      </a:lnTo>
                      <a:lnTo>
                        <a:pt x="1285" y="419"/>
                      </a:lnTo>
                      <a:lnTo>
                        <a:pt x="1287" y="419"/>
                      </a:lnTo>
                      <a:close/>
                      <a:moveTo>
                        <a:pt x="652" y="410"/>
                      </a:moveTo>
                      <a:lnTo>
                        <a:pt x="653" y="410"/>
                      </a:lnTo>
                      <a:lnTo>
                        <a:pt x="655" y="410"/>
                      </a:lnTo>
                      <a:lnTo>
                        <a:pt x="657" y="411"/>
                      </a:lnTo>
                      <a:lnTo>
                        <a:pt x="659" y="411"/>
                      </a:lnTo>
                      <a:lnTo>
                        <a:pt x="659" y="413"/>
                      </a:lnTo>
                      <a:lnTo>
                        <a:pt x="657" y="413"/>
                      </a:lnTo>
                      <a:lnTo>
                        <a:pt x="655" y="413"/>
                      </a:lnTo>
                      <a:lnTo>
                        <a:pt x="653" y="413"/>
                      </a:lnTo>
                      <a:lnTo>
                        <a:pt x="653" y="415"/>
                      </a:lnTo>
                      <a:lnTo>
                        <a:pt x="652" y="415"/>
                      </a:lnTo>
                      <a:lnTo>
                        <a:pt x="653" y="415"/>
                      </a:lnTo>
                      <a:lnTo>
                        <a:pt x="652" y="415"/>
                      </a:lnTo>
                      <a:lnTo>
                        <a:pt x="650" y="415"/>
                      </a:lnTo>
                      <a:lnTo>
                        <a:pt x="650" y="417"/>
                      </a:lnTo>
                      <a:lnTo>
                        <a:pt x="650" y="419"/>
                      </a:lnTo>
                      <a:lnTo>
                        <a:pt x="648" y="419"/>
                      </a:lnTo>
                      <a:lnTo>
                        <a:pt x="646" y="419"/>
                      </a:lnTo>
                      <a:lnTo>
                        <a:pt x="644" y="419"/>
                      </a:lnTo>
                      <a:lnTo>
                        <a:pt x="644" y="417"/>
                      </a:lnTo>
                      <a:lnTo>
                        <a:pt x="642" y="417"/>
                      </a:lnTo>
                      <a:lnTo>
                        <a:pt x="642" y="419"/>
                      </a:lnTo>
                      <a:lnTo>
                        <a:pt x="641" y="419"/>
                      </a:lnTo>
                      <a:lnTo>
                        <a:pt x="639" y="419"/>
                      </a:lnTo>
                      <a:lnTo>
                        <a:pt x="639" y="421"/>
                      </a:lnTo>
                      <a:lnTo>
                        <a:pt x="639" y="422"/>
                      </a:lnTo>
                      <a:lnTo>
                        <a:pt x="637" y="422"/>
                      </a:lnTo>
                      <a:lnTo>
                        <a:pt x="635" y="422"/>
                      </a:lnTo>
                      <a:lnTo>
                        <a:pt x="633" y="422"/>
                      </a:lnTo>
                      <a:lnTo>
                        <a:pt x="631" y="421"/>
                      </a:lnTo>
                      <a:lnTo>
                        <a:pt x="631" y="422"/>
                      </a:lnTo>
                      <a:lnTo>
                        <a:pt x="631" y="421"/>
                      </a:lnTo>
                      <a:lnTo>
                        <a:pt x="631" y="422"/>
                      </a:lnTo>
                      <a:lnTo>
                        <a:pt x="631" y="421"/>
                      </a:lnTo>
                      <a:lnTo>
                        <a:pt x="630" y="421"/>
                      </a:lnTo>
                      <a:lnTo>
                        <a:pt x="630" y="422"/>
                      </a:lnTo>
                      <a:lnTo>
                        <a:pt x="630" y="421"/>
                      </a:lnTo>
                      <a:lnTo>
                        <a:pt x="630" y="422"/>
                      </a:lnTo>
                      <a:lnTo>
                        <a:pt x="630" y="421"/>
                      </a:lnTo>
                      <a:lnTo>
                        <a:pt x="628" y="421"/>
                      </a:lnTo>
                      <a:lnTo>
                        <a:pt x="628" y="422"/>
                      </a:lnTo>
                      <a:lnTo>
                        <a:pt x="626" y="422"/>
                      </a:lnTo>
                      <a:lnTo>
                        <a:pt x="624" y="422"/>
                      </a:lnTo>
                      <a:lnTo>
                        <a:pt x="626" y="422"/>
                      </a:lnTo>
                      <a:lnTo>
                        <a:pt x="626" y="421"/>
                      </a:lnTo>
                      <a:lnTo>
                        <a:pt x="624" y="421"/>
                      </a:lnTo>
                      <a:lnTo>
                        <a:pt x="624" y="419"/>
                      </a:lnTo>
                      <a:lnTo>
                        <a:pt x="624" y="421"/>
                      </a:lnTo>
                      <a:lnTo>
                        <a:pt x="624" y="419"/>
                      </a:lnTo>
                      <a:lnTo>
                        <a:pt x="622" y="419"/>
                      </a:lnTo>
                      <a:lnTo>
                        <a:pt x="624" y="419"/>
                      </a:lnTo>
                      <a:lnTo>
                        <a:pt x="622" y="419"/>
                      </a:lnTo>
                      <a:lnTo>
                        <a:pt x="622" y="421"/>
                      </a:lnTo>
                      <a:lnTo>
                        <a:pt x="622" y="419"/>
                      </a:lnTo>
                      <a:lnTo>
                        <a:pt x="622" y="421"/>
                      </a:lnTo>
                      <a:lnTo>
                        <a:pt x="622" y="419"/>
                      </a:lnTo>
                      <a:lnTo>
                        <a:pt x="622" y="421"/>
                      </a:lnTo>
                      <a:lnTo>
                        <a:pt x="624" y="421"/>
                      </a:lnTo>
                      <a:lnTo>
                        <a:pt x="624" y="422"/>
                      </a:lnTo>
                      <a:lnTo>
                        <a:pt x="622" y="422"/>
                      </a:lnTo>
                      <a:lnTo>
                        <a:pt x="620" y="422"/>
                      </a:lnTo>
                      <a:lnTo>
                        <a:pt x="620" y="421"/>
                      </a:lnTo>
                      <a:lnTo>
                        <a:pt x="619" y="421"/>
                      </a:lnTo>
                      <a:lnTo>
                        <a:pt x="617" y="421"/>
                      </a:lnTo>
                      <a:lnTo>
                        <a:pt x="615" y="421"/>
                      </a:lnTo>
                      <a:lnTo>
                        <a:pt x="613" y="419"/>
                      </a:lnTo>
                      <a:lnTo>
                        <a:pt x="611" y="419"/>
                      </a:lnTo>
                      <a:lnTo>
                        <a:pt x="610" y="421"/>
                      </a:lnTo>
                      <a:lnTo>
                        <a:pt x="608" y="421"/>
                      </a:lnTo>
                      <a:lnTo>
                        <a:pt x="608" y="419"/>
                      </a:lnTo>
                      <a:lnTo>
                        <a:pt x="608" y="417"/>
                      </a:lnTo>
                      <a:lnTo>
                        <a:pt x="608" y="415"/>
                      </a:lnTo>
                      <a:lnTo>
                        <a:pt x="610" y="415"/>
                      </a:lnTo>
                      <a:lnTo>
                        <a:pt x="610" y="413"/>
                      </a:lnTo>
                      <a:lnTo>
                        <a:pt x="611" y="413"/>
                      </a:lnTo>
                      <a:lnTo>
                        <a:pt x="611" y="411"/>
                      </a:lnTo>
                      <a:lnTo>
                        <a:pt x="613" y="411"/>
                      </a:lnTo>
                      <a:lnTo>
                        <a:pt x="611" y="411"/>
                      </a:lnTo>
                      <a:lnTo>
                        <a:pt x="611" y="410"/>
                      </a:lnTo>
                      <a:lnTo>
                        <a:pt x="613" y="410"/>
                      </a:lnTo>
                      <a:lnTo>
                        <a:pt x="613" y="411"/>
                      </a:lnTo>
                      <a:lnTo>
                        <a:pt x="613" y="410"/>
                      </a:lnTo>
                      <a:lnTo>
                        <a:pt x="615" y="410"/>
                      </a:lnTo>
                      <a:lnTo>
                        <a:pt x="617" y="410"/>
                      </a:lnTo>
                      <a:lnTo>
                        <a:pt x="619" y="410"/>
                      </a:lnTo>
                      <a:lnTo>
                        <a:pt x="620" y="410"/>
                      </a:lnTo>
                      <a:lnTo>
                        <a:pt x="622" y="410"/>
                      </a:lnTo>
                      <a:lnTo>
                        <a:pt x="624" y="410"/>
                      </a:lnTo>
                      <a:lnTo>
                        <a:pt x="626" y="410"/>
                      </a:lnTo>
                      <a:lnTo>
                        <a:pt x="628" y="410"/>
                      </a:lnTo>
                      <a:lnTo>
                        <a:pt x="630" y="410"/>
                      </a:lnTo>
                      <a:lnTo>
                        <a:pt x="631" y="410"/>
                      </a:lnTo>
                      <a:lnTo>
                        <a:pt x="633" y="410"/>
                      </a:lnTo>
                      <a:lnTo>
                        <a:pt x="635" y="410"/>
                      </a:lnTo>
                      <a:lnTo>
                        <a:pt x="637" y="410"/>
                      </a:lnTo>
                      <a:lnTo>
                        <a:pt x="639" y="410"/>
                      </a:lnTo>
                      <a:lnTo>
                        <a:pt x="641" y="410"/>
                      </a:lnTo>
                      <a:lnTo>
                        <a:pt x="642" y="410"/>
                      </a:lnTo>
                      <a:lnTo>
                        <a:pt x="644" y="410"/>
                      </a:lnTo>
                      <a:lnTo>
                        <a:pt x="646" y="410"/>
                      </a:lnTo>
                      <a:lnTo>
                        <a:pt x="648" y="410"/>
                      </a:lnTo>
                      <a:lnTo>
                        <a:pt x="650" y="410"/>
                      </a:lnTo>
                      <a:lnTo>
                        <a:pt x="652" y="410"/>
                      </a:lnTo>
                      <a:close/>
                      <a:moveTo>
                        <a:pt x="1546" y="408"/>
                      </a:moveTo>
                      <a:lnTo>
                        <a:pt x="1548" y="408"/>
                      </a:lnTo>
                      <a:lnTo>
                        <a:pt x="1548" y="410"/>
                      </a:lnTo>
                      <a:lnTo>
                        <a:pt x="1550" y="410"/>
                      </a:lnTo>
                      <a:lnTo>
                        <a:pt x="1550" y="411"/>
                      </a:lnTo>
                      <a:lnTo>
                        <a:pt x="1551" y="411"/>
                      </a:lnTo>
                      <a:lnTo>
                        <a:pt x="1553" y="411"/>
                      </a:lnTo>
                      <a:lnTo>
                        <a:pt x="1553" y="413"/>
                      </a:lnTo>
                      <a:lnTo>
                        <a:pt x="1555" y="413"/>
                      </a:lnTo>
                      <a:lnTo>
                        <a:pt x="1557" y="413"/>
                      </a:lnTo>
                      <a:lnTo>
                        <a:pt x="1557" y="415"/>
                      </a:lnTo>
                      <a:lnTo>
                        <a:pt x="1559" y="415"/>
                      </a:lnTo>
                      <a:lnTo>
                        <a:pt x="1560" y="415"/>
                      </a:lnTo>
                      <a:lnTo>
                        <a:pt x="1560" y="417"/>
                      </a:lnTo>
                      <a:lnTo>
                        <a:pt x="1562" y="417"/>
                      </a:lnTo>
                      <a:lnTo>
                        <a:pt x="1562" y="419"/>
                      </a:lnTo>
                      <a:lnTo>
                        <a:pt x="1560" y="419"/>
                      </a:lnTo>
                      <a:lnTo>
                        <a:pt x="1560" y="421"/>
                      </a:lnTo>
                      <a:lnTo>
                        <a:pt x="1562" y="421"/>
                      </a:lnTo>
                      <a:lnTo>
                        <a:pt x="1564" y="421"/>
                      </a:lnTo>
                      <a:lnTo>
                        <a:pt x="1564" y="422"/>
                      </a:lnTo>
                      <a:lnTo>
                        <a:pt x="1562" y="422"/>
                      </a:lnTo>
                      <a:lnTo>
                        <a:pt x="1560" y="422"/>
                      </a:lnTo>
                      <a:lnTo>
                        <a:pt x="1560" y="421"/>
                      </a:lnTo>
                      <a:lnTo>
                        <a:pt x="1559" y="421"/>
                      </a:lnTo>
                      <a:lnTo>
                        <a:pt x="1559" y="422"/>
                      </a:lnTo>
                      <a:lnTo>
                        <a:pt x="1559" y="421"/>
                      </a:lnTo>
                      <a:lnTo>
                        <a:pt x="1559" y="419"/>
                      </a:lnTo>
                      <a:lnTo>
                        <a:pt x="1557" y="419"/>
                      </a:lnTo>
                      <a:lnTo>
                        <a:pt x="1555" y="419"/>
                      </a:lnTo>
                      <a:lnTo>
                        <a:pt x="1555" y="421"/>
                      </a:lnTo>
                      <a:lnTo>
                        <a:pt x="1553" y="421"/>
                      </a:lnTo>
                      <a:lnTo>
                        <a:pt x="1551" y="421"/>
                      </a:lnTo>
                      <a:lnTo>
                        <a:pt x="1550" y="421"/>
                      </a:lnTo>
                      <a:lnTo>
                        <a:pt x="1548" y="421"/>
                      </a:lnTo>
                      <a:lnTo>
                        <a:pt x="1548" y="419"/>
                      </a:lnTo>
                      <a:lnTo>
                        <a:pt x="1546" y="419"/>
                      </a:lnTo>
                      <a:lnTo>
                        <a:pt x="1544" y="419"/>
                      </a:lnTo>
                      <a:lnTo>
                        <a:pt x="1542" y="419"/>
                      </a:lnTo>
                      <a:lnTo>
                        <a:pt x="1540" y="419"/>
                      </a:lnTo>
                      <a:lnTo>
                        <a:pt x="1539" y="417"/>
                      </a:lnTo>
                      <a:lnTo>
                        <a:pt x="1537" y="417"/>
                      </a:lnTo>
                      <a:lnTo>
                        <a:pt x="1537" y="415"/>
                      </a:lnTo>
                      <a:lnTo>
                        <a:pt x="1535" y="415"/>
                      </a:lnTo>
                      <a:lnTo>
                        <a:pt x="1535" y="413"/>
                      </a:lnTo>
                      <a:lnTo>
                        <a:pt x="1533" y="413"/>
                      </a:lnTo>
                      <a:lnTo>
                        <a:pt x="1533" y="411"/>
                      </a:lnTo>
                      <a:lnTo>
                        <a:pt x="1533" y="410"/>
                      </a:lnTo>
                      <a:lnTo>
                        <a:pt x="1535" y="410"/>
                      </a:lnTo>
                      <a:lnTo>
                        <a:pt x="1537" y="410"/>
                      </a:lnTo>
                      <a:lnTo>
                        <a:pt x="1539" y="410"/>
                      </a:lnTo>
                      <a:lnTo>
                        <a:pt x="1540" y="410"/>
                      </a:lnTo>
                      <a:lnTo>
                        <a:pt x="1540" y="408"/>
                      </a:lnTo>
                      <a:lnTo>
                        <a:pt x="1542" y="408"/>
                      </a:lnTo>
                      <a:lnTo>
                        <a:pt x="1544" y="408"/>
                      </a:lnTo>
                      <a:lnTo>
                        <a:pt x="1546" y="408"/>
                      </a:lnTo>
                      <a:close/>
                      <a:moveTo>
                        <a:pt x="1374" y="384"/>
                      </a:moveTo>
                      <a:lnTo>
                        <a:pt x="1374" y="386"/>
                      </a:lnTo>
                      <a:lnTo>
                        <a:pt x="1376" y="386"/>
                      </a:lnTo>
                      <a:lnTo>
                        <a:pt x="1378" y="386"/>
                      </a:lnTo>
                      <a:lnTo>
                        <a:pt x="1378" y="388"/>
                      </a:lnTo>
                      <a:lnTo>
                        <a:pt x="1380" y="388"/>
                      </a:lnTo>
                      <a:lnTo>
                        <a:pt x="1380" y="390"/>
                      </a:lnTo>
                      <a:lnTo>
                        <a:pt x="1380" y="388"/>
                      </a:lnTo>
                      <a:lnTo>
                        <a:pt x="1380" y="390"/>
                      </a:lnTo>
                      <a:lnTo>
                        <a:pt x="1382" y="390"/>
                      </a:lnTo>
                      <a:lnTo>
                        <a:pt x="1382" y="388"/>
                      </a:lnTo>
                      <a:lnTo>
                        <a:pt x="1382" y="390"/>
                      </a:lnTo>
                      <a:lnTo>
                        <a:pt x="1382" y="391"/>
                      </a:lnTo>
                      <a:lnTo>
                        <a:pt x="1382" y="390"/>
                      </a:lnTo>
                      <a:lnTo>
                        <a:pt x="1382" y="391"/>
                      </a:lnTo>
                      <a:lnTo>
                        <a:pt x="1382" y="390"/>
                      </a:lnTo>
                      <a:lnTo>
                        <a:pt x="1382" y="391"/>
                      </a:lnTo>
                      <a:lnTo>
                        <a:pt x="1380" y="390"/>
                      </a:lnTo>
                      <a:lnTo>
                        <a:pt x="1380" y="391"/>
                      </a:lnTo>
                      <a:lnTo>
                        <a:pt x="1382" y="391"/>
                      </a:lnTo>
                      <a:lnTo>
                        <a:pt x="1382" y="393"/>
                      </a:lnTo>
                      <a:lnTo>
                        <a:pt x="1382" y="391"/>
                      </a:lnTo>
                      <a:lnTo>
                        <a:pt x="1383" y="391"/>
                      </a:lnTo>
                      <a:lnTo>
                        <a:pt x="1383" y="393"/>
                      </a:lnTo>
                      <a:lnTo>
                        <a:pt x="1383" y="391"/>
                      </a:lnTo>
                      <a:lnTo>
                        <a:pt x="1383" y="393"/>
                      </a:lnTo>
                      <a:lnTo>
                        <a:pt x="1383" y="391"/>
                      </a:lnTo>
                      <a:lnTo>
                        <a:pt x="1383" y="393"/>
                      </a:lnTo>
                      <a:lnTo>
                        <a:pt x="1385" y="393"/>
                      </a:lnTo>
                      <a:lnTo>
                        <a:pt x="1387" y="393"/>
                      </a:lnTo>
                      <a:lnTo>
                        <a:pt x="1387" y="395"/>
                      </a:lnTo>
                      <a:lnTo>
                        <a:pt x="1387" y="397"/>
                      </a:lnTo>
                      <a:lnTo>
                        <a:pt x="1387" y="399"/>
                      </a:lnTo>
                      <a:lnTo>
                        <a:pt x="1387" y="397"/>
                      </a:lnTo>
                      <a:lnTo>
                        <a:pt x="1387" y="399"/>
                      </a:lnTo>
                      <a:lnTo>
                        <a:pt x="1389" y="399"/>
                      </a:lnTo>
                      <a:lnTo>
                        <a:pt x="1389" y="401"/>
                      </a:lnTo>
                      <a:lnTo>
                        <a:pt x="1387" y="401"/>
                      </a:lnTo>
                      <a:lnTo>
                        <a:pt x="1387" y="402"/>
                      </a:lnTo>
                      <a:lnTo>
                        <a:pt x="1385" y="402"/>
                      </a:lnTo>
                      <a:lnTo>
                        <a:pt x="1385" y="401"/>
                      </a:lnTo>
                      <a:lnTo>
                        <a:pt x="1385" y="402"/>
                      </a:lnTo>
                      <a:lnTo>
                        <a:pt x="1383" y="402"/>
                      </a:lnTo>
                      <a:lnTo>
                        <a:pt x="1385" y="402"/>
                      </a:lnTo>
                      <a:lnTo>
                        <a:pt x="1385" y="404"/>
                      </a:lnTo>
                      <a:lnTo>
                        <a:pt x="1383" y="404"/>
                      </a:lnTo>
                      <a:lnTo>
                        <a:pt x="1383" y="406"/>
                      </a:lnTo>
                      <a:lnTo>
                        <a:pt x="1382" y="406"/>
                      </a:lnTo>
                      <a:lnTo>
                        <a:pt x="1382" y="408"/>
                      </a:lnTo>
                      <a:lnTo>
                        <a:pt x="1382" y="406"/>
                      </a:lnTo>
                      <a:lnTo>
                        <a:pt x="1382" y="408"/>
                      </a:lnTo>
                      <a:lnTo>
                        <a:pt x="1382" y="406"/>
                      </a:lnTo>
                      <a:lnTo>
                        <a:pt x="1383" y="406"/>
                      </a:lnTo>
                      <a:lnTo>
                        <a:pt x="1383" y="408"/>
                      </a:lnTo>
                      <a:lnTo>
                        <a:pt x="1382" y="408"/>
                      </a:lnTo>
                      <a:lnTo>
                        <a:pt x="1382" y="410"/>
                      </a:lnTo>
                      <a:lnTo>
                        <a:pt x="1380" y="410"/>
                      </a:lnTo>
                      <a:lnTo>
                        <a:pt x="1378" y="410"/>
                      </a:lnTo>
                      <a:lnTo>
                        <a:pt x="1378" y="411"/>
                      </a:lnTo>
                      <a:lnTo>
                        <a:pt x="1376" y="411"/>
                      </a:lnTo>
                      <a:lnTo>
                        <a:pt x="1376" y="410"/>
                      </a:lnTo>
                      <a:lnTo>
                        <a:pt x="1374" y="410"/>
                      </a:lnTo>
                      <a:lnTo>
                        <a:pt x="1376" y="410"/>
                      </a:lnTo>
                      <a:lnTo>
                        <a:pt x="1374" y="410"/>
                      </a:lnTo>
                      <a:lnTo>
                        <a:pt x="1374" y="408"/>
                      </a:lnTo>
                      <a:lnTo>
                        <a:pt x="1376" y="408"/>
                      </a:lnTo>
                      <a:lnTo>
                        <a:pt x="1374" y="408"/>
                      </a:lnTo>
                      <a:lnTo>
                        <a:pt x="1374" y="410"/>
                      </a:lnTo>
                      <a:lnTo>
                        <a:pt x="1374" y="408"/>
                      </a:lnTo>
                      <a:lnTo>
                        <a:pt x="1372" y="408"/>
                      </a:lnTo>
                      <a:lnTo>
                        <a:pt x="1372" y="406"/>
                      </a:lnTo>
                      <a:lnTo>
                        <a:pt x="1371" y="406"/>
                      </a:lnTo>
                      <a:lnTo>
                        <a:pt x="1372" y="406"/>
                      </a:lnTo>
                      <a:lnTo>
                        <a:pt x="1372" y="404"/>
                      </a:lnTo>
                      <a:lnTo>
                        <a:pt x="1372" y="402"/>
                      </a:lnTo>
                      <a:lnTo>
                        <a:pt x="1372" y="401"/>
                      </a:lnTo>
                      <a:lnTo>
                        <a:pt x="1372" y="399"/>
                      </a:lnTo>
                      <a:lnTo>
                        <a:pt x="1372" y="397"/>
                      </a:lnTo>
                      <a:lnTo>
                        <a:pt x="1372" y="395"/>
                      </a:lnTo>
                      <a:lnTo>
                        <a:pt x="1374" y="395"/>
                      </a:lnTo>
                      <a:lnTo>
                        <a:pt x="1374" y="393"/>
                      </a:lnTo>
                      <a:lnTo>
                        <a:pt x="1374" y="395"/>
                      </a:lnTo>
                      <a:lnTo>
                        <a:pt x="1376" y="395"/>
                      </a:lnTo>
                      <a:lnTo>
                        <a:pt x="1376" y="397"/>
                      </a:lnTo>
                      <a:lnTo>
                        <a:pt x="1374" y="397"/>
                      </a:lnTo>
                      <a:lnTo>
                        <a:pt x="1376" y="397"/>
                      </a:lnTo>
                      <a:lnTo>
                        <a:pt x="1376" y="395"/>
                      </a:lnTo>
                      <a:lnTo>
                        <a:pt x="1378" y="397"/>
                      </a:lnTo>
                      <a:lnTo>
                        <a:pt x="1376" y="397"/>
                      </a:lnTo>
                      <a:lnTo>
                        <a:pt x="1378" y="397"/>
                      </a:lnTo>
                      <a:lnTo>
                        <a:pt x="1376" y="397"/>
                      </a:lnTo>
                      <a:lnTo>
                        <a:pt x="1378" y="397"/>
                      </a:lnTo>
                      <a:lnTo>
                        <a:pt x="1378" y="399"/>
                      </a:lnTo>
                      <a:lnTo>
                        <a:pt x="1378" y="401"/>
                      </a:lnTo>
                      <a:lnTo>
                        <a:pt x="1380" y="401"/>
                      </a:lnTo>
                      <a:lnTo>
                        <a:pt x="1380" y="402"/>
                      </a:lnTo>
                      <a:lnTo>
                        <a:pt x="1380" y="401"/>
                      </a:lnTo>
                      <a:lnTo>
                        <a:pt x="1378" y="401"/>
                      </a:lnTo>
                      <a:lnTo>
                        <a:pt x="1378" y="399"/>
                      </a:lnTo>
                      <a:lnTo>
                        <a:pt x="1378" y="397"/>
                      </a:lnTo>
                      <a:lnTo>
                        <a:pt x="1378" y="395"/>
                      </a:lnTo>
                      <a:lnTo>
                        <a:pt x="1376" y="395"/>
                      </a:lnTo>
                      <a:lnTo>
                        <a:pt x="1378" y="395"/>
                      </a:lnTo>
                      <a:lnTo>
                        <a:pt x="1378" y="393"/>
                      </a:lnTo>
                      <a:lnTo>
                        <a:pt x="1376" y="395"/>
                      </a:lnTo>
                      <a:lnTo>
                        <a:pt x="1376" y="393"/>
                      </a:lnTo>
                      <a:lnTo>
                        <a:pt x="1378" y="393"/>
                      </a:lnTo>
                      <a:lnTo>
                        <a:pt x="1376" y="393"/>
                      </a:lnTo>
                      <a:lnTo>
                        <a:pt x="1376" y="395"/>
                      </a:lnTo>
                      <a:lnTo>
                        <a:pt x="1374" y="395"/>
                      </a:lnTo>
                      <a:lnTo>
                        <a:pt x="1374" y="393"/>
                      </a:lnTo>
                      <a:lnTo>
                        <a:pt x="1374" y="391"/>
                      </a:lnTo>
                      <a:lnTo>
                        <a:pt x="1374" y="390"/>
                      </a:lnTo>
                      <a:lnTo>
                        <a:pt x="1374" y="388"/>
                      </a:lnTo>
                      <a:lnTo>
                        <a:pt x="1374" y="386"/>
                      </a:lnTo>
                      <a:lnTo>
                        <a:pt x="1372" y="384"/>
                      </a:lnTo>
                      <a:lnTo>
                        <a:pt x="1374" y="384"/>
                      </a:lnTo>
                      <a:close/>
                      <a:moveTo>
                        <a:pt x="1391" y="377"/>
                      </a:moveTo>
                      <a:lnTo>
                        <a:pt x="1389" y="377"/>
                      </a:lnTo>
                      <a:lnTo>
                        <a:pt x="1391" y="377"/>
                      </a:lnTo>
                      <a:lnTo>
                        <a:pt x="1393" y="377"/>
                      </a:lnTo>
                      <a:lnTo>
                        <a:pt x="1393" y="375"/>
                      </a:lnTo>
                      <a:lnTo>
                        <a:pt x="1393" y="377"/>
                      </a:lnTo>
                      <a:lnTo>
                        <a:pt x="1394" y="377"/>
                      </a:lnTo>
                      <a:lnTo>
                        <a:pt x="1394" y="379"/>
                      </a:lnTo>
                      <a:lnTo>
                        <a:pt x="1396" y="379"/>
                      </a:lnTo>
                      <a:lnTo>
                        <a:pt x="1394" y="379"/>
                      </a:lnTo>
                      <a:lnTo>
                        <a:pt x="1394" y="380"/>
                      </a:lnTo>
                      <a:lnTo>
                        <a:pt x="1394" y="379"/>
                      </a:lnTo>
                      <a:lnTo>
                        <a:pt x="1396" y="379"/>
                      </a:lnTo>
                      <a:lnTo>
                        <a:pt x="1396" y="380"/>
                      </a:lnTo>
                      <a:lnTo>
                        <a:pt x="1396" y="379"/>
                      </a:lnTo>
                      <a:lnTo>
                        <a:pt x="1396" y="380"/>
                      </a:lnTo>
                      <a:lnTo>
                        <a:pt x="1398" y="380"/>
                      </a:lnTo>
                      <a:lnTo>
                        <a:pt x="1396" y="380"/>
                      </a:lnTo>
                      <a:lnTo>
                        <a:pt x="1398" y="380"/>
                      </a:lnTo>
                      <a:lnTo>
                        <a:pt x="1398" y="382"/>
                      </a:lnTo>
                      <a:lnTo>
                        <a:pt x="1396" y="382"/>
                      </a:lnTo>
                      <a:lnTo>
                        <a:pt x="1398" y="382"/>
                      </a:lnTo>
                      <a:lnTo>
                        <a:pt x="1396" y="382"/>
                      </a:lnTo>
                      <a:lnTo>
                        <a:pt x="1396" y="384"/>
                      </a:lnTo>
                      <a:lnTo>
                        <a:pt x="1396" y="382"/>
                      </a:lnTo>
                      <a:lnTo>
                        <a:pt x="1396" y="384"/>
                      </a:lnTo>
                      <a:lnTo>
                        <a:pt x="1394" y="384"/>
                      </a:lnTo>
                      <a:lnTo>
                        <a:pt x="1394" y="382"/>
                      </a:lnTo>
                      <a:lnTo>
                        <a:pt x="1394" y="384"/>
                      </a:lnTo>
                      <a:lnTo>
                        <a:pt x="1396" y="384"/>
                      </a:lnTo>
                      <a:lnTo>
                        <a:pt x="1396" y="386"/>
                      </a:lnTo>
                      <a:lnTo>
                        <a:pt x="1396" y="388"/>
                      </a:lnTo>
                      <a:lnTo>
                        <a:pt x="1396" y="390"/>
                      </a:lnTo>
                      <a:lnTo>
                        <a:pt x="1394" y="390"/>
                      </a:lnTo>
                      <a:lnTo>
                        <a:pt x="1396" y="390"/>
                      </a:lnTo>
                      <a:lnTo>
                        <a:pt x="1394" y="390"/>
                      </a:lnTo>
                      <a:lnTo>
                        <a:pt x="1393" y="390"/>
                      </a:lnTo>
                      <a:lnTo>
                        <a:pt x="1393" y="391"/>
                      </a:lnTo>
                      <a:lnTo>
                        <a:pt x="1391" y="391"/>
                      </a:lnTo>
                      <a:lnTo>
                        <a:pt x="1391" y="390"/>
                      </a:lnTo>
                      <a:lnTo>
                        <a:pt x="1391" y="391"/>
                      </a:lnTo>
                      <a:lnTo>
                        <a:pt x="1389" y="391"/>
                      </a:lnTo>
                      <a:lnTo>
                        <a:pt x="1389" y="390"/>
                      </a:lnTo>
                      <a:lnTo>
                        <a:pt x="1389" y="388"/>
                      </a:lnTo>
                      <a:lnTo>
                        <a:pt x="1389" y="390"/>
                      </a:lnTo>
                      <a:lnTo>
                        <a:pt x="1387" y="390"/>
                      </a:lnTo>
                      <a:lnTo>
                        <a:pt x="1387" y="388"/>
                      </a:lnTo>
                      <a:lnTo>
                        <a:pt x="1385" y="388"/>
                      </a:lnTo>
                      <a:lnTo>
                        <a:pt x="1387" y="388"/>
                      </a:lnTo>
                      <a:lnTo>
                        <a:pt x="1385" y="388"/>
                      </a:lnTo>
                      <a:lnTo>
                        <a:pt x="1385" y="386"/>
                      </a:lnTo>
                      <a:lnTo>
                        <a:pt x="1383" y="386"/>
                      </a:lnTo>
                      <a:lnTo>
                        <a:pt x="1382" y="386"/>
                      </a:lnTo>
                      <a:lnTo>
                        <a:pt x="1382" y="384"/>
                      </a:lnTo>
                      <a:lnTo>
                        <a:pt x="1380" y="384"/>
                      </a:lnTo>
                      <a:lnTo>
                        <a:pt x="1380" y="382"/>
                      </a:lnTo>
                      <a:lnTo>
                        <a:pt x="1380" y="380"/>
                      </a:lnTo>
                      <a:lnTo>
                        <a:pt x="1380" y="379"/>
                      </a:lnTo>
                      <a:lnTo>
                        <a:pt x="1380" y="380"/>
                      </a:lnTo>
                      <a:lnTo>
                        <a:pt x="1380" y="379"/>
                      </a:lnTo>
                      <a:lnTo>
                        <a:pt x="1382" y="379"/>
                      </a:lnTo>
                      <a:lnTo>
                        <a:pt x="1382" y="380"/>
                      </a:lnTo>
                      <a:lnTo>
                        <a:pt x="1382" y="379"/>
                      </a:lnTo>
                      <a:lnTo>
                        <a:pt x="1383" y="379"/>
                      </a:lnTo>
                      <a:lnTo>
                        <a:pt x="1385" y="379"/>
                      </a:lnTo>
                      <a:lnTo>
                        <a:pt x="1385" y="377"/>
                      </a:lnTo>
                      <a:lnTo>
                        <a:pt x="1387" y="377"/>
                      </a:lnTo>
                      <a:lnTo>
                        <a:pt x="1389" y="375"/>
                      </a:lnTo>
                      <a:lnTo>
                        <a:pt x="1391" y="375"/>
                      </a:lnTo>
                      <a:lnTo>
                        <a:pt x="1391" y="377"/>
                      </a:lnTo>
                      <a:close/>
                      <a:moveTo>
                        <a:pt x="887" y="371"/>
                      </a:moveTo>
                      <a:lnTo>
                        <a:pt x="887" y="373"/>
                      </a:lnTo>
                      <a:lnTo>
                        <a:pt x="889" y="373"/>
                      </a:lnTo>
                      <a:lnTo>
                        <a:pt x="889" y="375"/>
                      </a:lnTo>
                      <a:lnTo>
                        <a:pt x="889" y="377"/>
                      </a:lnTo>
                      <a:lnTo>
                        <a:pt x="889" y="379"/>
                      </a:lnTo>
                      <a:lnTo>
                        <a:pt x="889" y="380"/>
                      </a:lnTo>
                      <a:lnTo>
                        <a:pt x="889" y="382"/>
                      </a:lnTo>
                      <a:lnTo>
                        <a:pt x="889" y="384"/>
                      </a:lnTo>
                      <a:lnTo>
                        <a:pt x="887" y="384"/>
                      </a:lnTo>
                      <a:lnTo>
                        <a:pt x="889" y="384"/>
                      </a:lnTo>
                      <a:lnTo>
                        <a:pt x="887" y="386"/>
                      </a:lnTo>
                      <a:lnTo>
                        <a:pt x="889" y="386"/>
                      </a:lnTo>
                      <a:lnTo>
                        <a:pt x="889" y="388"/>
                      </a:lnTo>
                      <a:lnTo>
                        <a:pt x="889" y="390"/>
                      </a:lnTo>
                      <a:lnTo>
                        <a:pt x="887" y="390"/>
                      </a:lnTo>
                      <a:lnTo>
                        <a:pt x="887" y="391"/>
                      </a:lnTo>
                      <a:lnTo>
                        <a:pt x="887" y="393"/>
                      </a:lnTo>
                      <a:lnTo>
                        <a:pt x="887" y="395"/>
                      </a:lnTo>
                      <a:lnTo>
                        <a:pt x="885" y="395"/>
                      </a:lnTo>
                      <a:lnTo>
                        <a:pt x="885" y="393"/>
                      </a:lnTo>
                      <a:lnTo>
                        <a:pt x="885" y="391"/>
                      </a:lnTo>
                      <a:lnTo>
                        <a:pt x="885" y="390"/>
                      </a:lnTo>
                      <a:lnTo>
                        <a:pt x="885" y="388"/>
                      </a:lnTo>
                      <a:lnTo>
                        <a:pt x="887" y="388"/>
                      </a:lnTo>
                      <a:lnTo>
                        <a:pt x="885" y="388"/>
                      </a:lnTo>
                      <a:lnTo>
                        <a:pt x="885" y="386"/>
                      </a:lnTo>
                      <a:lnTo>
                        <a:pt x="885" y="384"/>
                      </a:lnTo>
                      <a:lnTo>
                        <a:pt x="883" y="384"/>
                      </a:lnTo>
                      <a:lnTo>
                        <a:pt x="885" y="384"/>
                      </a:lnTo>
                      <a:lnTo>
                        <a:pt x="885" y="382"/>
                      </a:lnTo>
                      <a:lnTo>
                        <a:pt x="885" y="380"/>
                      </a:lnTo>
                      <a:lnTo>
                        <a:pt x="885" y="379"/>
                      </a:lnTo>
                      <a:lnTo>
                        <a:pt x="885" y="377"/>
                      </a:lnTo>
                      <a:lnTo>
                        <a:pt x="885" y="375"/>
                      </a:lnTo>
                      <a:lnTo>
                        <a:pt x="885" y="373"/>
                      </a:lnTo>
                      <a:lnTo>
                        <a:pt x="885" y="371"/>
                      </a:lnTo>
                      <a:lnTo>
                        <a:pt x="885" y="369"/>
                      </a:lnTo>
                      <a:lnTo>
                        <a:pt x="887" y="369"/>
                      </a:lnTo>
                      <a:lnTo>
                        <a:pt x="887" y="371"/>
                      </a:lnTo>
                      <a:close/>
                      <a:moveTo>
                        <a:pt x="1387" y="362"/>
                      </a:moveTo>
                      <a:lnTo>
                        <a:pt x="1387" y="360"/>
                      </a:lnTo>
                      <a:lnTo>
                        <a:pt x="1387" y="362"/>
                      </a:lnTo>
                      <a:lnTo>
                        <a:pt x="1389" y="362"/>
                      </a:lnTo>
                      <a:lnTo>
                        <a:pt x="1389" y="364"/>
                      </a:lnTo>
                      <a:lnTo>
                        <a:pt x="1389" y="366"/>
                      </a:lnTo>
                      <a:lnTo>
                        <a:pt x="1391" y="366"/>
                      </a:lnTo>
                      <a:lnTo>
                        <a:pt x="1391" y="368"/>
                      </a:lnTo>
                      <a:lnTo>
                        <a:pt x="1393" y="368"/>
                      </a:lnTo>
                      <a:lnTo>
                        <a:pt x="1393" y="369"/>
                      </a:lnTo>
                      <a:lnTo>
                        <a:pt x="1394" y="369"/>
                      </a:lnTo>
                      <a:lnTo>
                        <a:pt x="1394" y="371"/>
                      </a:lnTo>
                      <a:lnTo>
                        <a:pt x="1394" y="373"/>
                      </a:lnTo>
                      <a:lnTo>
                        <a:pt x="1394" y="371"/>
                      </a:lnTo>
                      <a:lnTo>
                        <a:pt x="1396" y="371"/>
                      </a:lnTo>
                      <a:lnTo>
                        <a:pt x="1396" y="373"/>
                      </a:lnTo>
                      <a:lnTo>
                        <a:pt x="1398" y="373"/>
                      </a:lnTo>
                      <a:lnTo>
                        <a:pt x="1396" y="373"/>
                      </a:lnTo>
                      <a:lnTo>
                        <a:pt x="1398" y="373"/>
                      </a:lnTo>
                      <a:lnTo>
                        <a:pt x="1396" y="373"/>
                      </a:lnTo>
                      <a:lnTo>
                        <a:pt x="1396" y="375"/>
                      </a:lnTo>
                      <a:lnTo>
                        <a:pt x="1396" y="373"/>
                      </a:lnTo>
                      <a:lnTo>
                        <a:pt x="1394" y="373"/>
                      </a:lnTo>
                      <a:lnTo>
                        <a:pt x="1394" y="375"/>
                      </a:lnTo>
                      <a:lnTo>
                        <a:pt x="1396" y="375"/>
                      </a:lnTo>
                      <a:lnTo>
                        <a:pt x="1396" y="377"/>
                      </a:lnTo>
                      <a:lnTo>
                        <a:pt x="1396" y="375"/>
                      </a:lnTo>
                      <a:lnTo>
                        <a:pt x="1396" y="377"/>
                      </a:lnTo>
                      <a:lnTo>
                        <a:pt x="1396" y="375"/>
                      </a:lnTo>
                      <a:lnTo>
                        <a:pt x="1396" y="377"/>
                      </a:lnTo>
                      <a:lnTo>
                        <a:pt x="1394" y="377"/>
                      </a:lnTo>
                      <a:lnTo>
                        <a:pt x="1394" y="375"/>
                      </a:lnTo>
                      <a:lnTo>
                        <a:pt x="1393" y="375"/>
                      </a:lnTo>
                      <a:lnTo>
                        <a:pt x="1394" y="375"/>
                      </a:lnTo>
                      <a:lnTo>
                        <a:pt x="1393" y="375"/>
                      </a:lnTo>
                      <a:lnTo>
                        <a:pt x="1393" y="373"/>
                      </a:lnTo>
                      <a:lnTo>
                        <a:pt x="1393" y="375"/>
                      </a:lnTo>
                      <a:lnTo>
                        <a:pt x="1391" y="375"/>
                      </a:lnTo>
                      <a:lnTo>
                        <a:pt x="1391" y="373"/>
                      </a:lnTo>
                      <a:lnTo>
                        <a:pt x="1393" y="373"/>
                      </a:lnTo>
                      <a:lnTo>
                        <a:pt x="1391" y="373"/>
                      </a:lnTo>
                      <a:lnTo>
                        <a:pt x="1391" y="375"/>
                      </a:lnTo>
                      <a:lnTo>
                        <a:pt x="1389" y="375"/>
                      </a:lnTo>
                      <a:lnTo>
                        <a:pt x="1387" y="375"/>
                      </a:lnTo>
                      <a:lnTo>
                        <a:pt x="1387" y="377"/>
                      </a:lnTo>
                      <a:lnTo>
                        <a:pt x="1385" y="377"/>
                      </a:lnTo>
                      <a:lnTo>
                        <a:pt x="1385" y="379"/>
                      </a:lnTo>
                      <a:lnTo>
                        <a:pt x="1383" y="379"/>
                      </a:lnTo>
                      <a:lnTo>
                        <a:pt x="1382" y="379"/>
                      </a:lnTo>
                      <a:lnTo>
                        <a:pt x="1380" y="379"/>
                      </a:lnTo>
                      <a:lnTo>
                        <a:pt x="1382" y="379"/>
                      </a:lnTo>
                      <a:lnTo>
                        <a:pt x="1382" y="377"/>
                      </a:lnTo>
                      <a:lnTo>
                        <a:pt x="1382" y="375"/>
                      </a:lnTo>
                      <a:lnTo>
                        <a:pt x="1380" y="375"/>
                      </a:lnTo>
                      <a:lnTo>
                        <a:pt x="1382" y="375"/>
                      </a:lnTo>
                      <a:lnTo>
                        <a:pt x="1382" y="373"/>
                      </a:lnTo>
                      <a:lnTo>
                        <a:pt x="1383" y="373"/>
                      </a:lnTo>
                      <a:lnTo>
                        <a:pt x="1383" y="371"/>
                      </a:lnTo>
                      <a:lnTo>
                        <a:pt x="1382" y="371"/>
                      </a:lnTo>
                      <a:lnTo>
                        <a:pt x="1383" y="371"/>
                      </a:lnTo>
                      <a:lnTo>
                        <a:pt x="1382" y="371"/>
                      </a:lnTo>
                      <a:lnTo>
                        <a:pt x="1383" y="371"/>
                      </a:lnTo>
                      <a:lnTo>
                        <a:pt x="1385" y="369"/>
                      </a:lnTo>
                      <a:lnTo>
                        <a:pt x="1385" y="371"/>
                      </a:lnTo>
                      <a:lnTo>
                        <a:pt x="1385" y="369"/>
                      </a:lnTo>
                      <a:lnTo>
                        <a:pt x="1385" y="371"/>
                      </a:lnTo>
                      <a:lnTo>
                        <a:pt x="1385" y="369"/>
                      </a:lnTo>
                      <a:lnTo>
                        <a:pt x="1383" y="369"/>
                      </a:lnTo>
                      <a:lnTo>
                        <a:pt x="1383" y="371"/>
                      </a:lnTo>
                      <a:lnTo>
                        <a:pt x="1383" y="369"/>
                      </a:lnTo>
                      <a:lnTo>
                        <a:pt x="1382" y="369"/>
                      </a:lnTo>
                      <a:lnTo>
                        <a:pt x="1382" y="371"/>
                      </a:lnTo>
                      <a:lnTo>
                        <a:pt x="1382" y="369"/>
                      </a:lnTo>
                      <a:lnTo>
                        <a:pt x="1380" y="369"/>
                      </a:lnTo>
                      <a:lnTo>
                        <a:pt x="1382" y="369"/>
                      </a:lnTo>
                      <a:lnTo>
                        <a:pt x="1380" y="369"/>
                      </a:lnTo>
                      <a:lnTo>
                        <a:pt x="1378" y="369"/>
                      </a:lnTo>
                      <a:lnTo>
                        <a:pt x="1378" y="368"/>
                      </a:lnTo>
                      <a:lnTo>
                        <a:pt x="1378" y="366"/>
                      </a:lnTo>
                      <a:lnTo>
                        <a:pt x="1380" y="366"/>
                      </a:lnTo>
                      <a:lnTo>
                        <a:pt x="1380" y="368"/>
                      </a:lnTo>
                      <a:lnTo>
                        <a:pt x="1380" y="366"/>
                      </a:lnTo>
                      <a:lnTo>
                        <a:pt x="1380" y="368"/>
                      </a:lnTo>
                      <a:lnTo>
                        <a:pt x="1382" y="368"/>
                      </a:lnTo>
                      <a:lnTo>
                        <a:pt x="1383" y="368"/>
                      </a:lnTo>
                      <a:lnTo>
                        <a:pt x="1382" y="368"/>
                      </a:lnTo>
                      <a:lnTo>
                        <a:pt x="1383" y="368"/>
                      </a:lnTo>
                      <a:lnTo>
                        <a:pt x="1382" y="368"/>
                      </a:lnTo>
                      <a:lnTo>
                        <a:pt x="1382" y="366"/>
                      </a:lnTo>
                      <a:lnTo>
                        <a:pt x="1383" y="366"/>
                      </a:lnTo>
                      <a:lnTo>
                        <a:pt x="1385" y="366"/>
                      </a:lnTo>
                      <a:lnTo>
                        <a:pt x="1385" y="364"/>
                      </a:lnTo>
                      <a:lnTo>
                        <a:pt x="1385" y="362"/>
                      </a:lnTo>
                      <a:lnTo>
                        <a:pt x="1385" y="360"/>
                      </a:lnTo>
                      <a:lnTo>
                        <a:pt x="1385" y="362"/>
                      </a:lnTo>
                      <a:lnTo>
                        <a:pt x="1387" y="362"/>
                      </a:lnTo>
                      <a:close/>
                      <a:moveTo>
                        <a:pt x="938" y="346"/>
                      </a:moveTo>
                      <a:lnTo>
                        <a:pt x="938" y="344"/>
                      </a:lnTo>
                      <a:lnTo>
                        <a:pt x="940" y="344"/>
                      </a:lnTo>
                      <a:lnTo>
                        <a:pt x="940" y="346"/>
                      </a:lnTo>
                      <a:lnTo>
                        <a:pt x="940" y="348"/>
                      </a:lnTo>
                      <a:lnTo>
                        <a:pt x="942" y="348"/>
                      </a:lnTo>
                      <a:lnTo>
                        <a:pt x="940" y="348"/>
                      </a:lnTo>
                      <a:lnTo>
                        <a:pt x="942" y="348"/>
                      </a:lnTo>
                      <a:lnTo>
                        <a:pt x="942" y="349"/>
                      </a:lnTo>
                      <a:lnTo>
                        <a:pt x="944" y="349"/>
                      </a:lnTo>
                      <a:lnTo>
                        <a:pt x="944" y="351"/>
                      </a:lnTo>
                      <a:lnTo>
                        <a:pt x="942" y="351"/>
                      </a:lnTo>
                      <a:lnTo>
                        <a:pt x="942" y="353"/>
                      </a:lnTo>
                      <a:lnTo>
                        <a:pt x="942" y="355"/>
                      </a:lnTo>
                      <a:lnTo>
                        <a:pt x="942" y="357"/>
                      </a:lnTo>
                      <a:lnTo>
                        <a:pt x="942" y="358"/>
                      </a:lnTo>
                      <a:lnTo>
                        <a:pt x="940" y="358"/>
                      </a:lnTo>
                      <a:lnTo>
                        <a:pt x="938" y="358"/>
                      </a:lnTo>
                      <a:lnTo>
                        <a:pt x="938" y="360"/>
                      </a:lnTo>
                      <a:lnTo>
                        <a:pt x="938" y="358"/>
                      </a:lnTo>
                      <a:lnTo>
                        <a:pt x="938" y="357"/>
                      </a:lnTo>
                      <a:lnTo>
                        <a:pt x="936" y="357"/>
                      </a:lnTo>
                      <a:lnTo>
                        <a:pt x="936" y="355"/>
                      </a:lnTo>
                      <a:lnTo>
                        <a:pt x="934" y="355"/>
                      </a:lnTo>
                      <a:lnTo>
                        <a:pt x="934" y="353"/>
                      </a:lnTo>
                      <a:lnTo>
                        <a:pt x="933" y="353"/>
                      </a:lnTo>
                      <a:lnTo>
                        <a:pt x="933" y="351"/>
                      </a:lnTo>
                      <a:lnTo>
                        <a:pt x="934" y="351"/>
                      </a:lnTo>
                      <a:lnTo>
                        <a:pt x="934" y="349"/>
                      </a:lnTo>
                      <a:lnTo>
                        <a:pt x="934" y="348"/>
                      </a:lnTo>
                      <a:lnTo>
                        <a:pt x="936" y="348"/>
                      </a:lnTo>
                      <a:lnTo>
                        <a:pt x="934" y="346"/>
                      </a:lnTo>
                      <a:lnTo>
                        <a:pt x="934" y="348"/>
                      </a:lnTo>
                      <a:lnTo>
                        <a:pt x="934" y="346"/>
                      </a:lnTo>
                      <a:lnTo>
                        <a:pt x="936" y="346"/>
                      </a:lnTo>
                      <a:lnTo>
                        <a:pt x="934" y="346"/>
                      </a:lnTo>
                      <a:lnTo>
                        <a:pt x="936" y="346"/>
                      </a:lnTo>
                      <a:lnTo>
                        <a:pt x="936" y="344"/>
                      </a:lnTo>
                      <a:lnTo>
                        <a:pt x="936" y="346"/>
                      </a:lnTo>
                      <a:lnTo>
                        <a:pt x="938" y="346"/>
                      </a:lnTo>
                      <a:close/>
                      <a:moveTo>
                        <a:pt x="964" y="327"/>
                      </a:moveTo>
                      <a:lnTo>
                        <a:pt x="965" y="327"/>
                      </a:lnTo>
                      <a:lnTo>
                        <a:pt x="965" y="329"/>
                      </a:lnTo>
                      <a:lnTo>
                        <a:pt x="967" y="329"/>
                      </a:lnTo>
                      <a:lnTo>
                        <a:pt x="967" y="331"/>
                      </a:lnTo>
                      <a:lnTo>
                        <a:pt x="965" y="331"/>
                      </a:lnTo>
                      <a:lnTo>
                        <a:pt x="967" y="333"/>
                      </a:lnTo>
                      <a:lnTo>
                        <a:pt x="967" y="335"/>
                      </a:lnTo>
                      <a:lnTo>
                        <a:pt x="967" y="337"/>
                      </a:lnTo>
                      <a:lnTo>
                        <a:pt x="965" y="337"/>
                      </a:lnTo>
                      <a:lnTo>
                        <a:pt x="967" y="337"/>
                      </a:lnTo>
                      <a:lnTo>
                        <a:pt x="965" y="337"/>
                      </a:lnTo>
                      <a:lnTo>
                        <a:pt x="967" y="337"/>
                      </a:lnTo>
                      <a:lnTo>
                        <a:pt x="967" y="338"/>
                      </a:lnTo>
                      <a:lnTo>
                        <a:pt x="967" y="340"/>
                      </a:lnTo>
                      <a:lnTo>
                        <a:pt x="965" y="340"/>
                      </a:lnTo>
                      <a:lnTo>
                        <a:pt x="965" y="342"/>
                      </a:lnTo>
                      <a:lnTo>
                        <a:pt x="965" y="344"/>
                      </a:lnTo>
                      <a:lnTo>
                        <a:pt x="964" y="344"/>
                      </a:lnTo>
                      <a:lnTo>
                        <a:pt x="964" y="346"/>
                      </a:lnTo>
                      <a:lnTo>
                        <a:pt x="962" y="346"/>
                      </a:lnTo>
                      <a:lnTo>
                        <a:pt x="962" y="348"/>
                      </a:lnTo>
                      <a:lnTo>
                        <a:pt x="962" y="349"/>
                      </a:lnTo>
                      <a:lnTo>
                        <a:pt x="964" y="349"/>
                      </a:lnTo>
                      <a:lnTo>
                        <a:pt x="962" y="349"/>
                      </a:lnTo>
                      <a:lnTo>
                        <a:pt x="962" y="351"/>
                      </a:lnTo>
                      <a:lnTo>
                        <a:pt x="964" y="351"/>
                      </a:lnTo>
                      <a:lnTo>
                        <a:pt x="964" y="353"/>
                      </a:lnTo>
                      <a:lnTo>
                        <a:pt x="964" y="355"/>
                      </a:lnTo>
                      <a:lnTo>
                        <a:pt x="962" y="355"/>
                      </a:lnTo>
                      <a:lnTo>
                        <a:pt x="962" y="357"/>
                      </a:lnTo>
                      <a:lnTo>
                        <a:pt x="962" y="358"/>
                      </a:lnTo>
                      <a:lnTo>
                        <a:pt x="962" y="357"/>
                      </a:lnTo>
                      <a:lnTo>
                        <a:pt x="960" y="357"/>
                      </a:lnTo>
                      <a:lnTo>
                        <a:pt x="960" y="358"/>
                      </a:lnTo>
                      <a:lnTo>
                        <a:pt x="958" y="358"/>
                      </a:lnTo>
                      <a:lnTo>
                        <a:pt x="958" y="357"/>
                      </a:lnTo>
                      <a:lnTo>
                        <a:pt x="960" y="357"/>
                      </a:lnTo>
                      <a:lnTo>
                        <a:pt x="960" y="355"/>
                      </a:lnTo>
                      <a:lnTo>
                        <a:pt x="960" y="353"/>
                      </a:lnTo>
                      <a:lnTo>
                        <a:pt x="958" y="353"/>
                      </a:lnTo>
                      <a:lnTo>
                        <a:pt x="960" y="353"/>
                      </a:lnTo>
                      <a:lnTo>
                        <a:pt x="960" y="351"/>
                      </a:lnTo>
                      <a:lnTo>
                        <a:pt x="958" y="353"/>
                      </a:lnTo>
                      <a:lnTo>
                        <a:pt x="958" y="355"/>
                      </a:lnTo>
                      <a:lnTo>
                        <a:pt x="956" y="355"/>
                      </a:lnTo>
                      <a:lnTo>
                        <a:pt x="958" y="355"/>
                      </a:lnTo>
                      <a:lnTo>
                        <a:pt x="958" y="357"/>
                      </a:lnTo>
                      <a:lnTo>
                        <a:pt x="956" y="357"/>
                      </a:lnTo>
                      <a:lnTo>
                        <a:pt x="955" y="357"/>
                      </a:lnTo>
                      <a:lnTo>
                        <a:pt x="955" y="355"/>
                      </a:lnTo>
                      <a:lnTo>
                        <a:pt x="955" y="353"/>
                      </a:lnTo>
                      <a:lnTo>
                        <a:pt x="956" y="353"/>
                      </a:lnTo>
                      <a:lnTo>
                        <a:pt x="955" y="353"/>
                      </a:lnTo>
                      <a:lnTo>
                        <a:pt x="955" y="355"/>
                      </a:lnTo>
                      <a:lnTo>
                        <a:pt x="955" y="357"/>
                      </a:lnTo>
                      <a:lnTo>
                        <a:pt x="953" y="357"/>
                      </a:lnTo>
                      <a:lnTo>
                        <a:pt x="951" y="357"/>
                      </a:lnTo>
                      <a:lnTo>
                        <a:pt x="951" y="355"/>
                      </a:lnTo>
                      <a:lnTo>
                        <a:pt x="949" y="355"/>
                      </a:lnTo>
                      <a:lnTo>
                        <a:pt x="951" y="355"/>
                      </a:lnTo>
                      <a:lnTo>
                        <a:pt x="949" y="355"/>
                      </a:lnTo>
                      <a:lnTo>
                        <a:pt x="951" y="355"/>
                      </a:lnTo>
                      <a:lnTo>
                        <a:pt x="949" y="353"/>
                      </a:lnTo>
                      <a:lnTo>
                        <a:pt x="951" y="353"/>
                      </a:lnTo>
                      <a:lnTo>
                        <a:pt x="951" y="351"/>
                      </a:lnTo>
                      <a:lnTo>
                        <a:pt x="951" y="349"/>
                      </a:lnTo>
                      <a:lnTo>
                        <a:pt x="951" y="348"/>
                      </a:lnTo>
                      <a:lnTo>
                        <a:pt x="953" y="348"/>
                      </a:lnTo>
                      <a:lnTo>
                        <a:pt x="951" y="348"/>
                      </a:lnTo>
                      <a:lnTo>
                        <a:pt x="953" y="348"/>
                      </a:lnTo>
                      <a:lnTo>
                        <a:pt x="951" y="348"/>
                      </a:lnTo>
                      <a:lnTo>
                        <a:pt x="953" y="346"/>
                      </a:lnTo>
                      <a:lnTo>
                        <a:pt x="955" y="346"/>
                      </a:lnTo>
                      <a:lnTo>
                        <a:pt x="955" y="344"/>
                      </a:lnTo>
                      <a:lnTo>
                        <a:pt x="955" y="346"/>
                      </a:lnTo>
                      <a:lnTo>
                        <a:pt x="955" y="344"/>
                      </a:lnTo>
                      <a:lnTo>
                        <a:pt x="955" y="342"/>
                      </a:lnTo>
                      <a:lnTo>
                        <a:pt x="955" y="340"/>
                      </a:lnTo>
                      <a:lnTo>
                        <a:pt x="953" y="340"/>
                      </a:lnTo>
                      <a:lnTo>
                        <a:pt x="953" y="338"/>
                      </a:lnTo>
                      <a:lnTo>
                        <a:pt x="953" y="337"/>
                      </a:lnTo>
                      <a:lnTo>
                        <a:pt x="953" y="335"/>
                      </a:lnTo>
                      <a:lnTo>
                        <a:pt x="953" y="333"/>
                      </a:lnTo>
                      <a:lnTo>
                        <a:pt x="955" y="333"/>
                      </a:lnTo>
                      <a:lnTo>
                        <a:pt x="956" y="333"/>
                      </a:lnTo>
                      <a:lnTo>
                        <a:pt x="958" y="333"/>
                      </a:lnTo>
                      <a:lnTo>
                        <a:pt x="958" y="331"/>
                      </a:lnTo>
                      <a:lnTo>
                        <a:pt x="958" y="333"/>
                      </a:lnTo>
                      <a:lnTo>
                        <a:pt x="958" y="331"/>
                      </a:lnTo>
                      <a:lnTo>
                        <a:pt x="960" y="331"/>
                      </a:lnTo>
                      <a:lnTo>
                        <a:pt x="962" y="331"/>
                      </a:lnTo>
                      <a:lnTo>
                        <a:pt x="962" y="329"/>
                      </a:lnTo>
                      <a:lnTo>
                        <a:pt x="964" y="329"/>
                      </a:lnTo>
                      <a:lnTo>
                        <a:pt x="964" y="327"/>
                      </a:lnTo>
                      <a:close/>
                      <a:moveTo>
                        <a:pt x="978" y="320"/>
                      </a:moveTo>
                      <a:lnTo>
                        <a:pt x="980" y="320"/>
                      </a:lnTo>
                      <a:lnTo>
                        <a:pt x="978" y="320"/>
                      </a:lnTo>
                      <a:lnTo>
                        <a:pt x="978" y="322"/>
                      </a:lnTo>
                      <a:lnTo>
                        <a:pt x="978" y="320"/>
                      </a:lnTo>
                      <a:lnTo>
                        <a:pt x="978" y="322"/>
                      </a:lnTo>
                      <a:lnTo>
                        <a:pt x="980" y="322"/>
                      </a:lnTo>
                      <a:lnTo>
                        <a:pt x="980" y="324"/>
                      </a:lnTo>
                      <a:lnTo>
                        <a:pt x="982" y="324"/>
                      </a:lnTo>
                      <a:lnTo>
                        <a:pt x="982" y="326"/>
                      </a:lnTo>
                      <a:lnTo>
                        <a:pt x="982" y="327"/>
                      </a:lnTo>
                      <a:lnTo>
                        <a:pt x="984" y="327"/>
                      </a:lnTo>
                      <a:lnTo>
                        <a:pt x="984" y="329"/>
                      </a:lnTo>
                      <a:lnTo>
                        <a:pt x="982" y="329"/>
                      </a:lnTo>
                      <a:lnTo>
                        <a:pt x="984" y="329"/>
                      </a:lnTo>
                      <a:lnTo>
                        <a:pt x="982" y="329"/>
                      </a:lnTo>
                      <a:lnTo>
                        <a:pt x="984" y="329"/>
                      </a:lnTo>
                      <a:lnTo>
                        <a:pt x="982" y="329"/>
                      </a:lnTo>
                      <a:lnTo>
                        <a:pt x="982" y="331"/>
                      </a:lnTo>
                      <a:lnTo>
                        <a:pt x="982" y="329"/>
                      </a:lnTo>
                      <a:lnTo>
                        <a:pt x="984" y="329"/>
                      </a:lnTo>
                      <a:lnTo>
                        <a:pt x="984" y="331"/>
                      </a:lnTo>
                      <a:lnTo>
                        <a:pt x="984" y="329"/>
                      </a:lnTo>
                      <a:lnTo>
                        <a:pt x="984" y="331"/>
                      </a:lnTo>
                      <a:lnTo>
                        <a:pt x="984" y="333"/>
                      </a:lnTo>
                      <a:lnTo>
                        <a:pt x="984" y="335"/>
                      </a:lnTo>
                      <a:lnTo>
                        <a:pt x="984" y="337"/>
                      </a:lnTo>
                      <a:lnTo>
                        <a:pt x="982" y="337"/>
                      </a:lnTo>
                      <a:lnTo>
                        <a:pt x="982" y="335"/>
                      </a:lnTo>
                      <a:lnTo>
                        <a:pt x="982" y="333"/>
                      </a:lnTo>
                      <a:lnTo>
                        <a:pt x="980" y="333"/>
                      </a:lnTo>
                      <a:lnTo>
                        <a:pt x="982" y="333"/>
                      </a:lnTo>
                      <a:lnTo>
                        <a:pt x="980" y="333"/>
                      </a:lnTo>
                      <a:lnTo>
                        <a:pt x="980" y="331"/>
                      </a:lnTo>
                      <a:lnTo>
                        <a:pt x="980" y="333"/>
                      </a:lnTo>
                      <a:lnTo>
                        <a:pt x="980" y="335"/>
                      </a:lnTo>
                      <a:lnTo>
                        <a:pt x="978" y="335"/>
                      </a:lnTo>
                      <a:lnTo>
                        <a:pt x="978" y="333"/>
                      </a:lnTo>
                      <a:lnTo>
                        <a:pt x="980" y="333"/>
                      </a:lnTo>
                      <a:lnTo>
                        <a:pt x="978" y="333"/>
                      </a:lnTo>
                      <a:lnTo>
                        <a:pt x="978" y="335"/>
                      </a:lnTo>
                      <a:lnTo>
                        <a:pt x="978" y="333"/>
                      </a:lnTo>
                      <a:lnTo>
                        <a:pt x="976" y="333"/>
                      </a:lnTo>
                      <a:lnTo>
                        <a:pt x="978" y="333"/>
                      </a:lnTo>
                      <a:lnTo>
                        <a:pt x="976" y="333"/>
                      </a:lnTo>
                      <a:lnTo>
                        <a:pt x="978" y="335"/>
                      </a:lnTo>
                      <a:lnTo>
                        <a:pt x="976" y="335"/>
                      </a:lnTo>
                      <a:lnTo>
                        <a:pt x="976" y="337"/>
                      </a:lnTo>
                      <a:lnTo>
                        <a:pt x="976" y="338"/>
                      </a:lnTo>
                      <a:lnTo>
                        <a:pt x="976" y="340"/>
                      </a:lnTo>
                      <a:lnTo>
                        <a:pt x="975" y="340"/>
                      </a:lnTo>
                      <a:lnTo>
                        <a:pt x="975" y="342"/>
                      </a:lnTo>
                      <a:lnTo>
                        <a:pt x="975" y="344"/>
                      </a:lnTo>
                      <a:lnTo>
                        <a:pt x="975" y="346"/>
                      </a:lnTo>
                      <a:lnTo>
                        <a:pt x="975" y="348"/>
                      </a:lnTo>
                      <a:lnTo>
                        <a:pt x="973" y="348"/>
                      </a:lnTo>
                      <a:lnTo>
                        <a:pt x="973" y="349"/>
                      </a:lnTo>
                      <a:lnTo>
                        <a:pt x="975" y="349"/>
                      </a:lnTo>
                      <a:lnTo>
                        <a:pt x="976" y="349"/>
                      </a:lnTo>
                      <a:lnTo>
                        <a:pt x="976" y="348"/>
                      </a:lnTo>
                      <a:lnTo>
                        <a:pt x="978" y="348"/>
                      </a:lnTo>
                      <a:lnTo>
                        <a:pt x="978" y="349"/>
                      </a:lnTo>
                      <a:lnTo>
                        <a:pt x="978" y="348"/>
                      </a:lnTo>
                      <a:lnTo>
                        <a:pt x="980" y="348"/>
                      </a:lnTo>
                      <a:lnTo>
                        <a:pt x="980" y="349"/>
                      </a:lnTo>
                      <a:lnTo>
                        <a:pt x="982" y="351"/>
                      </a:lnTo>
                      <a:lnTo>
                        <a:pt x="984" y="351"/>
                      </a:lnTo>
                      <a:lnTo>
                        <a:pt x="984" y="353"/>
                      </a:lnTo>
                      <a:lnTo>
                        <a:pt x="984" y="355"/>
                      </a:lnTo>
                      <a:lnTo>
                        <a:pt x="982" y="355"/>
                      </a:lnTo>
                      <a:lnTo>
                        <a:pt x="982" y="357"/>
                      </a:lnTo>
                      <a:lnTo>
                        <a:pt x="980" y="357"/>
                      </a:lnTo>
                      <a:lnTo>
                        <a:pt x="978" y="357"/>
                      </a:lnTo>
                      <a:lnTo>
                        <a:pt x="978" y="358"/>
                      </a:lnTo>
                      <a:lnTo>
                        <a:pt x="976" y="358"/>
                      </a:lnTo>
                      <a:lnTo>
                        <a:pt x="976" y="357"/>
                      </a:lnTo>
                      <a:lnTo>
                        <a:pt x="975" y="357"/>
                      </a:lnTo>
                      <a:lnTo>
                        <a:pt x="973" y="358"/>
                      </a:lnTo>
                      <a:lnTo>
                        <a:pt x="971" y="358"/>
                      </a:lnTo>
                      <a:lnTo>
                        <a:pt x="971" y="360"/>
                      </a:lnTo>
                      <a:lnTo>
                        <a:pt x="973" y="360"/>
                      </a:lnTo>
                      <a:lnTo>
                        <a:pt x="973" y="362"/>
                      </a:lnTo>
                      <a:lnTo>
                        <a:pt x="971" y="362"/>
                      </a:lnTo>
                      <a:lnTo>
                        <a:pt x="971" y="364"/>
                      </a:lnTo>
                      <a:lnTo>
                        <a:pt x="971" y="366"/>
                      </a:lnTo>
                      <a:lnTo>
                        <a:pt x="969" y="366"/>
                      </a:lnTo>
                      <a:lnTo>
                        <a:pt x="969" y="368"/>
                      </a:lnTo>
                      <a:lnTo>
                        <a:pt x="967" y="368"/>
                      </a:lnTo>
                      <a:lnTo>
                        <a:pt x="967" y="366"/>
                      </a:lnTo>
                      <a:lnTo>
                        <a:pt x="967" y="368"/>
                      </a:lnTo>
                      <a:lnTo>
                        <a:pt x="965" y="368"/>
                      </a:lnTo>
                      <a:lnTo>
                        <a:pt x="965" y="366"/>
                      </a:lnTo>
                      <a:lnTo>
                        <a:pt x="965" y="364"/>
                      </a:lnTo>
                      <a:lnTo>
                        <a:pt x="965" y="366"/>
                      </a:lnTo>
                      <a:lnTo>
                        <a:pt x="964" y="366"/>
                      </a:lnTo>
                      <a:lnTo>
                        <a:pt x="964" y="368"/>
                      </a:lnTo>
                      <a:lnTo>
                        <a:pt x="964" y="366"/>
                      </a:lnTo>
                      <a:lnTo>
                        <a:pt x="962" y="366"/>
                      </a:lnTo>
                      <a:lnTo>
                        <a:pt x="962" y="364"/>
                      </a:lnTo>
                      <a:lnTo>
                        <a:pt x="962" y="362"/>
                      </a:lnTo>
                      <a:lnTo>
                        <a:pt x="960" y="360"/>
                      </a:lnTo>
                      <a:lnTo>
                        <a:pt x="960" y="358"/>
                      </a:lnTo>
                      <a:lnTo>
                        <a:pt x="962" y="358"/>
                      </a:lnTo>
                      <a:lnTo>
                        <a:pt x="964" y="358"/>
                      </a:lnTo>
                      <a:lnTo>
                        <a:pt x="964" y="357"/>
                      </a:lnTo>
                      <a:lnTo>
                        <a:pt x="962" y="357"/>
                      </a:lnTo>
                      <a:lnTo>
                        <a:pt x="964" y="357"/>
                      </a:lnTo>
                      <a:lnTo>
                        <a:pt x="964" y="355"/>
                      </a:lnTo>
                      <a:lnTo>
                        <a:pt x="964" y="353"/>
                      </a:lnTo>
                      <a:lnTo>
                        <a:pt x="965" y="353"/>
                      </a:lnTo>
                      <a:lnTo>
                        <a:pt x="965" y="351"/>
                      </a:lnTo>
                      <a:lnTo>
                        <a:pt x="967" y="351"/>
                      </a:lnTo>
                      <a:lnTo>
                        <a:pt x="969" y="351"/>
                      </a:lnTo>
                      <a:lnTo>
                        <a:pt x="969" y="349"/>
                      </a:lnTo>
                      <a:lnTo>
                        <a:pt x="967" y="349"/>
                      </a:lnTo>
                      <a:lnTo>
                        <a:pt x="967" y="351"/>
                      </a:lnTo>
                      <a:lnTo>
                        <a:pt x="967" y="349"/>
                      </a:lnTo>
                      <a:lnTo>
                        <a:pt x="967" y="348"/>
                      </a:lnTo>
                      <a:lnTo>
                        <a:pt x="967" y="349"/>
                      </a:lnTo>
                      <a:lnTo>
                        <a:pt x="967" y="348"/>
                      </a:lnTo>
                      <a:lnTo>
                        <a:pt x="967" y="346"/>
                      </a:lnTo>
                      <a:lnTo>
                        <a:pt x="969" y="346"/>
                      </a:lnTo>
                      <a:lnTo>
                        <a:pt x="967" y="346"/>
                      </a:lnTo>
                      <a:lnTo>
                        <a:pt x="969" y="344"/>
                      </a:lnTo>
                      <a:lnTo>
                        <a:pt x="969" y="342"/>
                      </a:lnTo>
                      <a:lnTo>
                        <a:pt x="967" y="344"/>
                      </a:lnTo>
                      <a:lnTo>
                        <a:pt x="967" y="342"/>
                      </a:lnTo>
                      <a:lnTo>
                        <a:pt x="969" y="342"/>
                      </a:lnTo>
                      <a:lnTo>
                        <a:pt x="969" y="340"/>
                      </a:lnTo>
                      <a:lnTo>
                        <a:pt x="969" y="338"/>
                      </a:lnTo>
                      <a:lnTo>
                        <a:pt x="971" y="340"/>
                      </a:lnTo>
                      <a:lnTo>
                        <a:pt x="971" y="338"/>
                      </a:lnTo>
                      <a:lnTo>
                        <a:pt x="969" y="338"/>
                      </a:lnTo>
                      <a:lnTo>
                        <a:pt x="969" y="337"/>
                      </a:lnTo>
                      <a:lnTo>
                        <a:pt x="971" y="337"/>
                      </a:lnTo>
                      <a:lnTo>
                        <a:pt x="971" y="335"/>
                      </a:lnTo>
                      <a:lnTo>
                        <a:pt x="971" y="333"/>
                      </a:lnTo>
                      <a:lnTo>
                        <a:pt x="971" y="331"/>
                      </a:lnTo>
                      <a:lnTo>
                        <a:pt x="971" y="329"/>
                      </a:lnTo>
                      <a:lnTo>
                        <a:pt x="971" y="327"/>
                      </a:lnTo>
                      <a:lnTo>
                        <a:pt x="971" y="326"/>
                      </a:lnTo>
                      <a:lnTo>
                        <a:pt x="973" y="326"/>
                      </a:lnTo>
                      <a:lnTo>
                        <a:pt x="973" y="324"/>
                      </a:lnTo>
                      <a:lnTo>
                        <a:pt x="973" y="322"/>
                      </a:lnTo>
                      <a:lnTo>
                        <a:pt x="975" y="322"/>
                      </a:lnTo>
                      <a:lnTo>
                        <a:pt x="976" y="320"/>
                      </a:lnTo>
                      <a:lnTo>
                        <a:pt x="978" y="320"/>
                      </a:lnTo>
                      <a:close/>
                      <a:moveTo>
                        <a:pt x="978" y="305"/>
                      </a:moveTo>
                      <a:lnTo>
                        <a:pt x="978" y="307"/>
                      </a:lnTo>
                      <a:lnTo>
                        <a:pt x="980" y="307"/>
                      </a:lnTo>
                      <a:lnTo>
                        <a:pt x="982" y="307"/>
                      </a:lnTo>
                      <a:lnTo>
                        <a:pt x="984" y="307"/>
                      </a:lnTo>
                      <a:lnTo>
                        <a:pt x="986" y="309"/>
                      </a:lnTo>
                      <a:lnTo>
                        <a:pt x="986" y="311"/>
                      </a:lnTo>
                      <a:lnTo>
                        <a:pt x="984" y="311"/>
                      </a:lnTo>
                      <a:lnTo>
                        <a:pt x="984" y="313"/>
                      </a:lnTo>
                      <a:lnTo>
                        <a:pt x="982" y="313"/>
                      </a:lnTo>
                      <a:lnTo>
                        <a:pt x="982" y="315"/>
                      </a:lnTo>
                      <a:lnTo>
                        <a:pt x="980" y="315"/>
                      </a:lnTo>
                      <a:lnTo>
                        <a:pt x="980" y="316"/>
                      </a:lnTo>
                      <a:lnTo>
                        <a:pt x="980" y="315"/>
                      </a:lnTo>
                      <a:lnTo>
                        <a:pt x="978" y="315"/>
                      </a:lnTo>
                      <a:lnTo>
                        <a:pt x="976" y="315"/>
                      </a:lnTo>
                      <a:lnTo>
                        <a:pt x="976" y="313"/>
                      </a:lnTo>
                      <a:lnTo>
                        <a:pt x="975" y="313"/>
                      </a:lnTo>
                      <a:lnTo>
                        <a:pt x="975" y="311"/>
                      </a:lnTo>
                      <a:lnTo>
                        <a:pt x="975" y="309"/>
                      </a:lnTo>
                      <a:lnTo>
                        <a:pt x="975" y="307"/>
                      </a:lnTo>
                      <a:lnTo>
                        <a:pt x="976" y="307"/>
                      </a:lnTo>
                      <a:lnTo>
                        <a:pt x="976" y="305"/>
                      </a:lnTo>
                      <a:lnTo>
                        <a:pt x="978" y="305"/>
                      </a:lnTo>
                      <a:close/>
                      <a:moveTo>
                        <a:pt x="1166" y="289"/>
                      </a:moveTo>
                      <a:lnTo>
                        <a:pt x="1168" y="289"/>
                      </a:lnTo>
                      <a:lnTo>
                        <a:pt x="1168" y="291"/>
                      </a:lnTo>
                      <a:lnTo>
                        <a:pt x="1166" y="291"/>
                      </a:lnTo>
                      <a:lnTo>
                        <a:pt x="1168" y="291"/>
                      </a:lnTo>
                      <a:lnTo>
                        <a:pt x="1168" y="293"/>
                      </a:lnTo>
                      <a:lnTo>
                        <a:pt x="1166" y="293"/>
                      </a:lnTo>
                      <a:lnTo>
                        <a:pt x="1164" y="293"/>
                      </a:lnTo>
                      <a:lnTo>
                        <a:pt x="1164" y="295"/>
                      </a:lnTo>
                      <a:lnTo>
                        <a:pt x="1166" y="295"/>
                      </a:lnTo>
                      <a:lnTo>
                        <a:pt x="1166" y="296"/>
                      </a:lnTo>
                      <a:lnTo>
                        <a:pt x="1166" y="295"/>
                      </a:lnTo>
                      <a:lnTo>
                        <a:pt x="1164" y="296"/>
                      </a:lnTo>
                      <a:lnTo>
                        <a:pt x="1163" y="296"/>
                      </a:lnTo>
                      <a:lnTo>
                        <a:pt x="1163" y="298"/>
                      </a:lnTo>
                      <a:lnTo>
                        <a:pt x="1163" y="296"/>
                      </a:lnTo>
                      <a:lnTo>
                        <a:pt x="1163" y="298"/>
                      </a:lnTo>
                      <a:lnTo>
                        <a:pt x="1163" y="296"/>
                      </a:lnTo>
                      <a:lnTo>
                        <a:pt x="1163" y="298"/>
                      </a:lnTo>
                      <a:lnTo>
                        <a:pt x="1161" y="296"/>
                      </a:lnTo>
                      <a:lnTo>
                        <a:pt x="1161" y="298"/>
                      </a:lnTo>
                      <a:lnTo>
                        <a:pt x="1159" y="298"/>
                      </a:lnTo>
                      <a:lnTo>
                        <a:pt x="1159" y="296"/>
                      </a:lnTo>
                      <a:lnTo>
                        <a:pt x="1161" y="296"/>
                      </a:lnTo>
                      <a:lnTo>
                        <a:pt x="1161" y="295"/>
                      </a:lnTo>
                      <a:lnTo>
                        <a:pt x="1163" y="295"/>
                      </a:lnTo>
                      <a:lnTo>
                        <a:pt x="1163" y="293"/>
                      </a:lnTo>
                      <a:lnTo>
                        <a:pt x="1164" y="293"/>
                      </a:lnTo>
                      <a:lnTo>
                        <a:pt x="1163" y="293"/>
                      </a:lnTo>
                      <a:lnTo>
                        <a:pt x="1163" y="295"/>
                      </a:lnTo>
                      <a:lnTo>
                        <a:pt x="1161" y="295"/>
                      </a:lnTo>
                      <a:lnTo>
                        <a:pt x="1159" y="295"/>
                      </a:lnTo>
                      <a:lnTo>
                        <a:pt x="1159" y="296"/>
                      </a:lnTo>
                      <a:lnTo>
                        <a:pt x="1157" y="296"/>
                      </a:lnTo>
                      <a:lnTo>
                        <a:pt x="1155" y="296"/>
                      </a:lnTo>
                      <a:lnTo>
                        <a:pt x="1155" y="298"/>
                      </a:lnTo>
                      <a:lnTo>
                        <a:pt x="1153" y="298"/>
                      </a:lnTo>
                      <a:lnTo>
                        <a:pt x="1152" y="296"/>
                      </a:lnTo>
                      <a:lnTo>
                        <a:pt x="1152" y="295"/>
                      </a:lnTo>
                      <a:lnTo>
                        <a:pt x="1153" y="295"/>
                      </a:lnTo>
                      <a:lnTo>
                        <a:pt x="1153" y="293"/>
                      </a:lnTo>
                      <a:lnTo>
                        <a:pt x="1155" y="293"/>
                      </a:lnTo>
                      <a:lnTo>
                        <a:pt x="1155" y="291"/>
                      </a:lnTo>
                      <a:lnTo>
                        <a:pt x="1157" y="291"/>
                      </a:lnTo>
                      <a:lnTo>
                        <a:pt x="1159" y="291"/>
                      </a:lnTo>
                      <a:lnTo>
                        <a:pt x="1161" y="291"/>
                      </a:lnTo>
                      <a:lnTo>
                        <a:pt x="1163" y="291"/>
                      </a:lnTo>
                      <a:lnTo>
                        <a:pt x="1163" y="289"/>
                      </a:lnTo>
                      <a:lnTo>
                        <a:pt x="1164" y="289"/>
                      </a:lnTo>
                      <a:lnTo>
                        <a:pt x="1164" y="287"/>
                      </a:lnTo>
                      <a:lnTo>
                        <a:pt x="1166" y="287"/>
                      </a:lnTo>
                      <a:lnTo>
                        <a:pt x="1166" y="289"/>
                      </a:lnTo>
                      <a:close/>
                      <a:moveTo>
                        <a:pt x="735" y="278"/>
                      </a:moveTo>
                      <a:lnTo>
                        <a:pt x="735" y="280"/>
                      </a:lnTo>
                      <a:lnTo>
                        <a:pt x="735" y="282"/>
                      </a:lnTo>
                      <a:lnTo>
                        <a:pt x="735" y="284"/>
                      </a:lnTo>
                      <a:lnTo>
                        <a:pt x="735" y="285"/>
                      </a:lnTo>
                      <a:lnTo>
                        <a:pt x="737" y="285"/>
                      </a:lnTo>
                      <a:lnTo>
                        <a:pt x="737" y="287"/>
                      </a:lnTo>
                      <a:lnTo>
                        <a:pt x="737" y="289"/>
                      </a:lnTo>
                      <a:lnTo>
                        <a:pt x="735" y="289"/>
                      </a:lnTo>
                      <a:lnTo>
                        <a:pt x="735" y="291"/>
                      </a:lnTo>
                      <a:lnTo>
                        <a:pt x="737" y="291"/>
                      </a:lnTo>
                      <a:lnTo>
                        <a:pt x="735" y="293"/>
                      </a:lnTo>
                      <a:lnTo>
                        <a:pt x="737" y="293"/>
                      </a:lnTo>
                      <a:lnTo>
                        <a:pt x="737" y="295"/>
                      </a:lnTo>
                      <a:lnTo>
                        <a:pt x="735" y="295"/>
                      </a:lnTo>
                      <a:lnTo>
                        <a:pt x="737" y="295"/>
                      </a:lnTo>
                      <a:lnTo>
                        <a:pt x="737" y="296"/>
                      </a:lnTo>
                      <a:lnTo>
                        <a:pt x="737" y="298"/>
                      </a:lnTo>
                      <a:lnTo>
                        <a:pt x="735" y="298"/>
                      </a:lnTo>
                      <a:lnTo>
                        <a:pt x="735" y="300"/>
                      </a:lnTo>
                      <a:lnTo>
                        <a:pt x="737" y="300"/>
                      </a:lnTo>
                      <a:lnTo>
                        <a:pt x="735" y="302"/>
                      </a:lnTo>
                      <a:lnTo>
                        <a:pt x="737" y="302"/>
                      </a:lnTo>
                      <a:lnTo>
                        <a:pt x="737" y="304"/>
                      </a:lnTo>
                      <a:lnTo>
                        <a:pt x="735" y="304"/>
                      </a:lnTo>
                      <a:lnTo>
                        <a:pt x="734" y="304"/>
                      </a:lnTo>
                      <a:lnTo>
                        <a:pt x="734" y="305"/>
                      </a:lnTo>
                      <a:lnTo>
                        <a:pt x="732" y="305"/>
                      </a:lnTo>
                      <a:lnTo>
                        <a:pt x="732" y="307"/>
                      </a:lnTo>
                      <a:lnTo>
                        <a:pt x="730" y="307"/>
                      </a:lnTo>
                      <a:lnTo>
                        <a:pt x="730" y="309"/>
                      </a:lnTo>
                      <a:lnTo>
                        <a:pt x="728" y="309"/>
                      </a:lnTo>
                      <a:lnTo>
                        <a:pt x="730" y="309"/>
                      </a:lnTo>
                      <a:lnTo>
                        <a:pt x="728" y="309"/>
                      </a:lnTo>
                      <a:lnTo>
                        <a:pt x="730" y="309"/>
                      </a:lnTo>
                      <a:lnTo>
                        <a:pt x="728" y="309"/>
                      </a:lnTo>
                      <a:lnTo>
                        <a:pt x="730" y="309"/>
                      </a:lnTo>
                      <a:lnTo>
                        <a:pt x="728" y="309"/>
                      </a:lnTo>
                      <a:lnTo>
                        <a:pt x="728" y="307"/>
                      </a:lnTo>
                      <a:lnTo>
                        <a:pt x="728" y="309"/>
                      </a:lnTo>
                      <a:lnTo>
                        <a:pt x="728" y="307"/>
                      </a:lnTo>
                      <a:lnTo>
                        <a:pt x="726" y="307"/>
                      </a:lnTo>
                      <a:lnTo>
                        <a:pt x="728" y="307"/>
                      </a:lnTo>
                      <a:lnTo>
                        <a:pt x="726" y="307"/>
                      </a:lnTo>
                      <a:lnTo>
                        <a:pt x="728" y="307"/>
                      </a:lnTo>
                      <a:lnTo>
                        <a:pt x="728" y="305"/>
                      </a:lnTo>
                      <a:lnTo>
                        <a:pt x="728" y="304"/>
                      </a:lnTo>
                      <a:lnTo>
                        <a:pt x="728" y="302"/>
                      </a:lnTo>
                      <a:lnTo>
                        <a:pt x="728" y="300"/>
                      </a:lnTo>
                      <a:lnTo>
                        <a:pt x="728" y="298"/>
                      </a:lnTo>
                      <a:lnTo>
                        <a:pt x="726" y="296"/>
                      </a:lnTo>
                      <a:lnTo>
                        <a:pt x="726" y="295"/>
                      </a:lnTo>
                      <a:lnTo>
                        <a:pt x="726" y="293"/>
                      </a:lnTo>
                      <a:lnTo>
                        <a:pt x="726" y="291"/>
                      </a:lnTo>
                      <a:lnTo>
                        <a:pt x="728" y="291"/>
                      </a:lnTo>
                      <a:lnTo>
                        <a:pt x="728" y="289"/>
                      </a:lnTo>
                      <a:lnTo>
                        <a:pt x="726" y="289"/>
                      </a:lnTo>
                      <a:lnTo>
                        <a:pt x="728" y="289"/>
                      </a:lnTo>
                      <a:lnTo>
                        <a:pt x="728" y="287"/>
                      </a:lnTo>
                      <a:lnTo>
                        <a:pt x="726" y="287"/>
                      </a:lnTo>
                      <a:lnTo>
                        <a:pt x="728" y="287"/>
                      </a:lnTo>
                      <a:lnTo>
                        <a:pt x="728" y="285"/>
                      </a:lnTo>
                      <a:lnTo>
                        <a:pt x="730" y="284"/>
                      </a:lnTo>
                      <a:lnTo>
                        <a:pt x="730" y="282"/>
                      </a:lnTo>
                      <a:lnTo>
                        <a:pt x="732" y="282"/>
                      </a:lnTo>
                      <a:lnTo>
                        <a:pt x="732" y="280"/>
                      </a:lnTo>
                      <a:lnTo>
                        <a:pt x="734" y="280"/>
                      </a:lnTo>
                      <a:lnTo>
                        <a:pt x="734" y="278"/>
                      </a:lnTo>
                      <a:lnTo>
                        <a:pt x="735" y="278"/>
                      </a:lnTo>
                      <a:close/>
                      <a:moveTo>
                        <a:pt x="1110" y="273"/>
                      </a:moveTo>
                      <a:lnTo>
                        <a:pt x="1111" y="273"/>
                      </a:lnTo>
                      <a:lnTo>
                        <a:pt x="1113" y="273"/>
                      </a:lnTo>
                      <a:lnTo>
                        <a:pt x="1113" y="274"/>
                      </a:lnTo>
                      <a:lnTo>
                        <a:pt x="1115" y="274"/>
                      </a:lnTo>
                      <a:lnTo>
                        <a:pt x="1117" y="274"/>
                      </a:lnTo>
                      <a:lnTo>
                        <a:pt x="1117" y="276"/>
                      </a:lnTo>
                      <a:lnTo>
                        <a:pt x="1119" y="276"/>
                      </a:lnTo>
                      <a:lnTo>
                        <a:pt x="1121" y="276"/>
                      </a:lnTo>
                      <a:lnTo>
                        <a:pt x="1121" y="278"/>
                      </a:lnTo>
                      <a:lnTo>
                        <a:pt x="1122" y="278"/>
                      </a:lnTo>
                      <a:lnTo>
                        <a:pt x="1122" y="280"/>
                      </a:lnTo>
                      <a:lnTo>
                        <a:pt x="1124" y="280"/>
                      </a:lnTo>
                      <a:lnTo>
                        <a:pt x="1122" y="280"/>
                      </a:lnTo>
                      <a:lnTo>
                        <a:pt x="1121" y="280"/>
                      </a:lnTo>
                      <a:lnTo>
                        <a:pt x="1121" y="282"/>
                      </a:lnTo>
                      <a:lnTo>
                        <a:pt x="1122" y="282"/>
                      </a:lnTo>
                      <a:lnTo>
                        <a:pt x="1122" y="284"/>
                      </a:lnTo>
                      <a:lnTo>
                        <a:pt x="1124" y="284"/>
                      </a:lnTo>
                      <a:lnTo>
                        <a:pt x="1124" y="282"/>
                      </a:lnTo>
                      <a:lnTo>
                        <a:pt x="1126" y="282"/>
                      </a:lnTo>
                      <a:lnTo>
                        <a:pt x="1126" y="284"/>
                      </a:lnTo>
                      <a:lnTo>
                        <a:pt x="1128" y="284"/>
                      </a:lnTo>
                      <a:lnTo>
                        <a:pt x="1130" y="284"/>
                      </a:lnTo>
                      <a:lnTo>
                        <a:pt x="1130" y="285"/>
                      </a:lnTo>
                      <a:lnTo>
                        <a:pt x="1128" y="285"/>
                      </a:lnTo>
                      <a:lnTo>
                        <a:pt x="1128" y="287"/>
                      </a:lnTo>
                      <a:lnTo>
                        <a:pt x="1128" y="289"/>
                      </a:lnTo>
                      <a:lnTo>
                        <a:pt x="1128" y="291"/>
                      </a:lnTo>
                      <a:lnTo>
                        <a:pt x="1128" y="293"/>
                      </a:lnTo>
                      <a:lnTo>
                        <a:pt x="1128" y="295"/>
                      </a:lnTo>
                      <a:lnTo>
                        <a:pt x="1126" y="295"/>
                      </a:lnTo>
                      <a:lnTo>
                        <a:pt x="1124" y="295"/>
                      </a:lnTo>
                      <a:lnTo>
                        <a:pt x="1122" y="295"/>
                      </a:lnTo>
                      <a:lnTo>
                        <a:pt x="1121" y="295"/>
                      </a:lnTo>
                      <a:lnTo>
                        <a:pt x="1121" y="296"/>
                      </a:lnTo>
                      <a:lnTo>
                        <a:pt x="1119" y="296"/>
                      </a:lnTo>
                      <a:lnTo>
                        <a:pt x="1119" y="298"/>
                      </a:lnTo>
                      <a:lnTo>
                        <a:pt x="1117" y="298"/>
                      </a:lnTo>
                      <a:lnTo>
                        <a:pt x="1115" y="298"/>
                      </a:lnTo>
                      <a:lnTo>
                        <a:pt x="1113" y="298"/>
                      </a:lnTo>
                      <a:lnTo>
                        <a:pt x="1113" y="300"/>
                      </a:lnTo>
                      <a:lnTo>
                        <a:pt x="1111" y="300"/>
                      </a:lnTo>
                      <a:lnTo>
                        <a:pt x="1110" y="300"/>
                      </a:lnTo>
                      <a:lnTo>
                        <a:pt x="1110" y="302"/>
                      </a:lnTo>
                      <a:lnTo>
                        <a:pt x="1110" y="300"/>
                      </a:lnTo>
                      <a:lnTo>
                        <a:pt x="1110" y="302"/>
                      </a:lnTo>
                      <a:lnTo>
                        <a:pt x="1110" y="300"/>
                      </a:lnTo>
                      <a:lnTo>
                        <a:pt x="1110" y="302"/>
                      </a:lnTo>
                      <a:lnTo>
                        <a:pt x="1108" y="302"/>
                      </a:lnTo>
                      <a:lnTo>
                        <a:pt x="1108" y="300"/>
                      </a:lnTo>
                      <a:lnTo>
                        <a:pt x="1106" y="300"/>
                      </a:lnTo>
                      <a:lnTo>
                        <a:pt x="1104" y="300"/>
                      </a:lnTo>
                      <a:lnTo>
                        <a:pt x="1104" y="298"/>
                      </a:lnTo>
                      <a:lnTo>
                        <a:pt x="1102" y="298"/>
                      </a:lnTo>
                      <a:lnTo>
                        <a:pt x="1101" y="298"/>
                      </a:lnTo>
                      <a:lnTo>
                        <a:pt x="1099" y="298"/>
                      </a:lnTo>
                      <a:lnTo>
                        <a:pt x="1099" y="296"/>
                      </a:lnTo>
                      <a:lnTo>
                        <a:pt x="1097" y="296"/>
                      </a:lnTo>
                      <a:lnTo>
                        <a:pt x="1099" y="296"/>
                      </a:lnTo>
                      <a:lnTo>
                        <a:pt x="1097" y="296"/>
                      </a:lnTo>
                      <a:lnTo>
                        <a:pt x="1095" y="296"/>
                      </a:lnTo>
                      <a:lnTo>
                        <a:pt x="1095" y="295"/>
                      </a:lnTo>
                      <a:lnTo>
                        <a:pt x="1093" y="295"/>
                      </a:lnTo>
                      <a:lnTo>
                        <a:pt x="1093" y="293"/>
                      </a:lnTo>
                      <a:lnTo>
                        <a:pt x="1091" y="293"/>
                      </a:lnTo>
                      <a:lnTo>
                        <a:pt x="1090" y="293"/>
                      </a:lnTo>
                      <a:lnTo>
                        <a:pt x="1090" y="291"/>
                      </a:lnTo>
                      <a:lnTo>
                        <a:pt x="1090" y="289"/>
                      </a:lnTo>
                      <a:lnTo>
                        <a:pt x="1088" y="289"/>
                      </a:lnTo>
                      <a:lnTo>
                        <a:pt x="1088" y="287"/>
                      </a:lnTo>
                      <a:lnTo>
                        <a:pt x="1086" y="287"/>
                      </a:lnTo>
                      <a:lnTo>
                        <a:pt x="1086" y="285"/>
                      </a:lnTo>
                      <a:lnTo>
                        <a:pt x="1084" y="285"/>
                      </a:lnTo>
                      <a:lnTo>
                        <a:pt x="1084" y="284"/>
                      </a:lnTo>
                      <a:lnTo>
                        <a:pt x="1084" y="282"/>
                      </a:lnTo>
                      <a:lnTo>
                        <a:pt x="1084" y="280"/>
                      </a:lnTo>
                      <a:lnTo>
                        <a:pt x="1084" y="282"/>
                      </a:lnTo>
                      <a:lnTo>
                        <a:pt x="1084" y="280"/>
                      </a:lnTo>
                      <a:lnTo>
                        <a:pt x="1084" y="278"/>
                      </a:lnTo>
                      <a:lnTo>
                        <a:pt x="1084" y="276"/>
                      </a:lnTo>
                      <a:lnTo>
                        <a:pt x="1086" y="276"/>
                      </a:lnTo>
                      <a:lnTo>
                        <a:pt x="1086" y="274"/>
                      </a:lnTo>
                      <a:lnTo>
                        <a:pt x="1088" y="274"/>
                      </a:lnTo>
                      <a:lnTo>
                        <a:pt x="1088" y="276"/>
                      </a:lnTo>
                      <a:lnTo>
                        <a:pt x="1090" y="276"/>
                      </a:lnTo>
                      <a:lnTo>
                        <a:pt x="1091" y="278"/>
                      </a:lnTo>
                      <a:lnTo>
                        <a:pt x="1091" y="276"/>
                      </a:lnTo>
                      <a:lnTo>
                        <a:pt x="1091" y="274"/>
                      </a:lnTo>
                      <a:lnTo>
                        <a:pt x="1093" y="274"/>
                      </a:lnTo>
                      <a:lnTo>
                        <a:pt x="1095" y="274"/>
                      </a:lnTo>
                      <a:lnTo>
                        <a:pt x="1097" y="274"/>
                      </a:lnTo>
                      <a:lnTo>
                        <a:pt x="1099" y="273"/>
                      </a:lnTo>
                      <a:lnTo>
                        <a:pt x="1099" y="274"/>
                      </a:lnTo>
                      <a:lnTo>
                        <a:pt x="1099" y="273"/>
                      </a:lnTo>
                      <a:lnTo>
                        <a:pt x="1101" y="274"/>
                      </a:lnTo>
                      <a:lnTo>
                        <a:pt x="1101" y="273"/>
                      </a:lnTo>
                      <a:lnTo>
                        <a:pt x="1102" y="273"/>
                      </a:lnTo>
                      <a:lnTo>
                        <a:pt x="1104" y="273"/>
                      </a:lnTo>
                      <a:lnTo>
                        <a:pt x="1106" y="273"/>
                      </a:lnTo>
                      <a:lnTo>
                        <a:pt x="1108" y="273"/>
                      </a:lnTo>
                      <a:lnTo>
                        <a:pt x="1110" y="273"/>
                      </a:lnTo>
                      <a:close/>
                      <a:moveTo>
                        <a:pt x="162" y="263"/>
                      </a:moveTo>
                      <a:lnTo>
                        <a:pt x="162" y="265"/>
                      </a:lnTo>
                      <a:lnTo>
                        <a:pt x="164" y="265"/>
                      </a:lnTo>
                      <a:lnTo>
                        <a:pt x="166" y="267"/>
                      </a:lnTo>
                      <a:lnTo>
                        <a:pt x="168" y="267"/>
                      </a:lnTo>
                      <a:lnTo>
                        <a:pt x="168" y="269"/>
                      </a:lnTo>
                      <a:lnTo>
                        <a:pt x="168" y="271"/>
                      </a:lnTo>
                      <a:lnTo>
                        <a:pt x="170" y="271"/>
                      </a:lnTo>
                      <a:lnTo>
                        <a:pt x="170" y="273"/>
                      </a:lnTo>
                      <a:lnTo>
                        <a:pt x="170" y="271"/>
                      </a:lnTo>
                      <a:lnTo>
                        <a:pt x="170" y="273"/>
                      </a:lnTo>
                      <a:lnTo>
                        <a:pt x="170" y="271"/>
                      </a:lnTo>
                      <a:lnTo>
                        <a:pt x="170" y="273"/>
                      </a:lnTo>
                      <a:lnTo>
                        <a:pt x="170" y="274"/>
                      </a:lnTo>
                      <a:lnTo>
                        <a:pt x="172" y="274"/>
                      </a:lnTo>
                      <a:lnTo>
                        <a:pt x="170" y="274"/>
                      </a:lnTo>
                      <a:lnTo>
                        <a:pt x="170" y="276"/>
                      </a:lnTo>
                      <a:lnTo>
                        <a:pt x="168" y="276"/>
                      </a:lnTo>
                      <a:lnTo>
                        <a:pt x="166" y="276"/>
                      </a:lnTo>
                      <a:lnTo>
                        <a:pt x="168" y="276"/>
                      </a:lnTo>
                      <a:lnTo>
                        <a:pt x="168" y="278"/>
                      </a:lnTo>
                      <a:lnTo>
                        <a:pt x="168" y="276"/>
                      </a:lnTo>
                      <a:lnTo>
                        <a:pt x="168" y="278"/>
                      </a:lnTo>
                      <a:lnTo>
                        <a:pt x="168" y="280"/>
                      </a:lnTo>
                      <a:lnTo>
                        <a:pt x="170" y="280"/>
                      </a:lnTo>
                      <a:lnTo>
                        <a:pt x="170" y="282"/>
                      </a:lnTo>
                      <a:lnTo>
                        <a:pt x="170" y="284"/>
                      </a:lnTo>
                      <a:lnTo>
                        <a:pt x="170" y="282"/>
                      </a:lnTo>
                      <a:lnTo>
                        <a:pt x="168" y="282"/>
                      </a:lnTo>
                      <a:lnTo>
                        <a:pt x="168" y="280"/>
                      </a:lnTo>
                      <a:lnTo>
                        <a:pt x="166" y="280"/>
                      </a:lnTo>
                      <a:lnTo>
                        <a:pt x="166" y="278"/>
                      </a:lnTo>
                      <a:lnTo>
                        <a:pt x="166" y="276"/>
                      </a:lnTo>
                      <a:lnTo>
                        <a:pt x="166" y="274"/>
                      </a:lnTo>
                      <a:lnTo>
                        <a:pt x="164" y="274"/>
                      </a:lnTo>
                      <a:lnTo>
                        <a:pt x="166" y="274"/>
                      </a:lnTo>
                      <a:lnTo>
                        <a:pt x="164" y="274"/>
                      </a:lnTo>
                      <a:lnTo>
                        <a:pt x="164" y="273"/>
                      </a:lnTo>
                      <a:lnTo>
                        <a:pt x="162" y="273"/>
                      </a:lnTo>
                      <a:lnTo>
                        <a:pt x="162" y="274"/>
                      </a:lnTo>
                      <a:lnTo>
                        <a:pt x="162" y="273"/>
                      </a:lnTo>
                      <a:lnTo>
                        <a:pt x="161" y="271"/>
                      </a:lnTo>
                      <a:lnTo>
                        <a:pt x="162" y="271"/>
                      </a:lnTo>
                      <a:lnTo>
                        <a:pt x="161" y="271"/>
                      </a:lnTo>
                      <a:lnTo>
                        <a:pt x="161" y="269"/>
                      </a:lnTo>
                      <a:lnTo>
                        <a:pt x="161" y="267"/>
                      </a:lnTo>
                      <a:lnTo>
                        <a:pt x="161" y="265"/>
                      </a:lnTo>
                      <a:lnTo>
                        <a:pt x="161" y="263"/>
                      </a:lnTo>
                      <a:lnTo>
                        <a:pt x="162" y="263"/>
                      </a:lnTo>
                      <a:close/>
                      <a:moveTo>
                        <a:pt x="433" y="254"/>
                      </a:moveTo>
                      <a:lnTo>
                        <a:pt x="434" y="254"/>
                      </a:lnTo>
                      <a:lnTo>
                        <a:pt x="436" y="254"/>
                      </a:lnTo>
                      <a:lnTo>
                        <a:pt x="436" y="256"/>
                      </a:lnTo>
                      <a:lnTo>
                        <a:pt x="436" y="254"/>
                      </a:lnTo>
                      <a:lnTo>
                        <a:pt x="438" y="254"/>
                      </a:lnTo>
                      <a:lnTo>
                        <a:pt x="438" y="256"/>
                      </a:lnTo>
                      <a:lnTo>
                        <a:pt x="438" y="254"/>
                      </a:lnTo>
                      <a:lnTo>
                        <a:pt x="440" y="256"/>
                      </a:lnTo>
                      <a:lnTo>
                        <a:pt x="440" y="254"/>
                      </a:lnTo>
                      <a:lnTo>
                        <a:pt x="440" y="256"/>
                      </a:lnTo>
                      <a:lnTo>
                        <a:pt x="440" y="258"/>
                      </a:lnTo>
                      <a:lnTo>
                        <a:pt x="442" y="258"/>
                      </a:lnTo>
                      <a:lnTo>
                        <a:pt x="440" y="258"/>
                      </a:lnTo>
                      <a:lnTo>
                        <a:pt x="442" y="258"/>
                      </a:lnTo>
                      <a:lnTo>
                        <a:pt x="440" y="258"/>
                      </a:lnTo>
                      <a:lnTo>
                        <a:pt x="442" y="258"/>
                      </a:lnTo>
                      <a:lnTo>
                        <a:pt x="442" y="256"/>
                      </a:lnTo>
                      <a:lnTo>
                        <a:pt x="443" y="256"/>
                      </a:lnTo>
                      <a:lnTo>
                        <a:pt x="443" y="258"/>
                      </a:lnTo>
                      <a:lnTo>
                        <a:pt x="445" y="258"/>
                      </a:lnTo>
                      <a:lnTo>
                        <a:pt x="445" y="260"/>
                      </a:lnTo>
                      <a:lnTo>
                        <a:pt x="445" y="258"/>
                      </a:lnTo>
                      <a:lnTo>
                        <a:pt x="445" y="260"/>
                      </a:lnTo>
                      <a:lnTo>
                        <a:pt x="445" y="258"/>
                      </a:lnTo>
                      <a:lnTo>
                        <a:pt x="445" y="260"/>
                      </a:lnTo>
                      <a:lnTo>
                        <a:pt x="447" y="260"/>
                      </a:lnTo>
                      <a:lnTo>
                        <a:pt x="445" y="260"/>
                      </a:lnTo>
                      <a:lnTo>
                        <a:pt x="447" y="258"/>
                      </a:lnTo>
                      <a:lnTo>
                        <a:pt x="447" y="260"/>
                      </a:lnTo>
                      <a:lnTo>
                        <a:pt x="449" y="260"/>
                      </a:lnTo>
                      <a:lnTo>
                        <a:pt x="449" y="262"/>
                      </a:lnTo>
                      <a:lnTo>
                        <a:pt x="449" y="263"/>
                      </a:lnTo>
                      <a:lnTo>
                        <a:pt x="451" y="263"/>
                      </a:lnTo>
                      <a:lnTo>
                        <a:pt x="449" y="263"/>
                      </a:lnTo>
                      <a:lnTo>
                        <a:pt x="451" y="263"/>
                      </a:lnTo>
                      <a:lnTo>
                        <a:pt x="451" y="265"/>
                      </a:lnTo>
                      <a:lnTo>
                        <a:pt x="451" y="267"/>
                      </a:lnTo>
                      <a:lnTo>
                        <a:pt x="449" y="267"/>
                      </a:lnTo>
                      <a:lnTo>
                        <a:pt x="449" y="269"/>
                      </a:lnTo>
                      <a:lnTo>
                        <a:pt x="447" y="269"/>
                      </a:lnTo>
                      <a:lnTo>
                        <a:pt x="447" y="271"/>
                      </a:lnTo>
                      <a:lnTo>
                        <a:pt x="447" y="273"/>
                      </a:lnTo>
                      <a:lnTo>
                        <a:pt x="447" y="274"/>
                      </a:lnTo>
                      <a:lnTo>
                        <a:pt x="445" y="274"/>
                      </a:lnTo>
                      <a:lnTo>
                        <a:pt x="447" y="274"/>
                      </a:lnTo>
                      <a:lnTo>
                        <a:pt x="447" y="276"/>
                      </a:lnTo>
                      <a:lnTo>
                        <a:pt x="445" y="276"/>
                      </a:lnTo>
                      <a:lnTo>
                        <a:pt x="443" y="276"/>
                      </a:lnTo>
                      <a:lnTo>
                        <a:pt x="442" y="276"/>
                      </a:lnTo>
                      <a:lnTo>
                        <a:pt x="442" y="278"/>
                      </a:lnTo>
                      <a:lnTo>
                        <a:pt x="443" y="278"/>
                      </a:lnTo>
                      <a:lnTo>
                        <a:pt x="442" y="280"/>
                      </a:lnTo>
                      <a:lnTo>
                        <a:pt x="443" y="280"/>
                      </a:lnTo>
                      <a:lnTo>
                        <a:pt x="442" y="280"/>
                      </a:lnTo>
                      <a:lnTo>
                        <a:pt x="440" y="280"/>
                      </a:lnTo>
                      <a:lnTo>
                        <a:pt x="438" y="280"/>
                      </a:lnTo>
                      <a:lnTo>
                        <a:pt x="438" y="278"/>
                      </a:lnTo>
                      <a:lnTo>
                        <a:pt x="438" y="276"/>
                      </a:lnTo>
                      <a:lnTo>
                        <a:pt x="438" y="274"/>
                      </a:lnTo>
                      <a:lnTo>
                        <a:pt x="436" y="274"/>
                      </a:lnTo>
                      <a:lnTo>
                        <a:pt x="436" y="273"/>
                      </a:lnTo>
                      <a:lnTo>
                        <a:pt x="434" y="273"/>
                      </a:lnTo>
                      <a:lnTo>
                        <a:pt x="433" y="274"/>
                      </a:lnTo>
                      <a:lnTo>
                        <a:pt x="434" y="274"/>
                      </a:lnTo>
                      <a:lnTo>
                        <a:pt x="434" y="276"/>
                      </a:lnTo>
                      <a:lnTo>
                        <a:pt x="433" y="276"/>
                      </a:lnTo>
                      <a:lnTo>
                        <a:pt x="431" y="278"/>
                      </a:lnTo>
                      <a:lnTo>
                        <a:pt x="429" y="278"/>
                      </a:lnTo>
                      <a:lnTo>
                        <a:pt x="427" y="278"/>
                      </a:lnTo>
                      <a:lnTo>
                        <a:pt x="427" y="280"/>
                      </a:lnTo>
                      <a:lnTo>
                        <a:pt x="427" y="278"/>
                      </a:lnTo>
                      <a:lnTo>
                        <a:pt x="425" y="280"/>
                      </a:lnTo>
                      <a:lnTo>
                        <a:pt x="425" y="278"/>
                      </a:lnTo>
                      <a:lnTo>
                        <a:pt x="425" y="276"/>
                      </a:lnTo>
                      <a:lnTo>
                        <a:pt x="427" y="276"/>
                      </a:lnTo>
                      <a:lnTo>
                        <a:pt x="427" y="274"/>
                      </a:lnTo>
                      <a:lnTo>
                        <a:pt x="425" y="274"/>
                      </a:lnTo>
                      <a:lnTo>
                        <a:pt x="425" y="273"/>
                      </a:lnTo>
                      <a:lnTo>
                        <a:pt x="423" y="271"/>
                      </a:lnTo>
                      <a:lnTo>
                        <a:pt x="425" y="271"/>
                      </a:lnTo>
                      <a:lnTo>
                        <a:pt x="425" y="269"/>
                      </a:lnTo>
                      <a:lnTo>
                        <a:pt x="425" y="267"/>
                      </a:lnTo>
                      <a:lnTo>
                        <a:pt x="423" y="267"/>
                      </a:lnTo>
                      <a:lnTo>
                        <a:pt x="423" y="269"/>
                      </a:lnTo>
                      <a:lnTo>
                        <a:pt x="423" y="267"/>
                      </a:lnTo>
                      <a:lnTo>
                        <a:pt x="423" y="269"/>
                      </a:lnTo>
                      <a:lnTo>
                        <a:pt x="423" y="267"/>
                      </a:lnTo>
                      <a:lnTo>
                        <a:pt x="425" y="267"/>
                      </a:lnTo>
                      <a:lnTo>
                        <a:pt x="425" y="265"/>
                      </a:lnTo>
                      <a:lnTo>
                        <a:pt x="425" y="263"/>
                      </a:lnTo>
                      <a:lnTo>
                        <a:pt x="425" y="262"/>
                      </a:lnTo>
                      <a:lnTo>
                        <a:pt x="425" y="263"/>
                      </a:lnTo>
                      <a:lnTo>
                        <a:pt x="425" y="262"/>
                      </a:lnTo>
                      <a:lnTo>
                        <a:pt x="427" y="262"/>
                      </a:lnTo>
                      <a:lnTo>
                        <a:pt x="427" y="263"/>
                      </a:lnTo>
                      <a:lnTo>
                        <a:pt x="427" y="262"/>
                      </a:lnTo>
                      <a:lnTo>
                        <a:pt x="427" y="260"/>
                      </a:lnTo>
                      <a:lnTo>
                        <a:pt x="425" y="260"/>
                      </a:lnTo>
                      <a:lnTo>
                        <a:pt x="427" y="260"/>
                      </a:lnTo>
                      <a:lnTo>
                        <a:pt x="427" y="258"/>
                      </a:lnTo>
                      <a:lnTo>
                        <a:pt x="427" y="256"/>
                      </a:lnTo>
                      <a:lnTo>
                        <a:pt x="427" y="254"/>
                      </a:lnTo>
                      <a:lnTo>
                        <a:pt x="429" y="254"/>
                      </a:lnTo>
                      <a:lnTo>
                        <a:pt x="431" y="254"/>
                      </a:lnTo>
                      <a:lnTo>
                        <a:pt x="433" y="254"/>
                      </a:lnTo>
                      <a:close/>
                      <a:moveTo>
                        <a:pt x="1062" y="227"/>
                      </a:moveTo>
                      <a:lnTo>
                        <a:pt x="1062" y="229"/>
                      </a:lnTo>
                      <a:lnTo>
                        <a:pt x="1062" y="227"/>
                      </a:lnTo>
                      <a:lnTo>
                        <a:pt x="1064" y="227"/>
                      </a:lnTo>
                      <a:lnTo>
                        <a:pt x="1066" y="227"/>
                      </a:lnTo>
                      <a:lnTo>
                        <a:pt x="1064" y="227"/>
                      </a:lnTo>
                      <a:lnTo>
                        <a:pt x="1066" y="227"/>
                      </a:lnTo>
                      <a:lnTo>
                        <a:pt x="1066" y="229"/>
                      </a:lnTo>
                      <a:lnTo>
                        <a:pt x="1066" y="227"/>
                      </a:lnTo>
                      <a:lnTo>
                        <a:pt x="1066" y="229"/>
                      </a:lnTo>
                      <a:lnTo>
                        <a:pt x="1066" y="227"/>
                      </a:lnTo>
                      <a:lnTo>
                        <a:pt x="1066" y="229"/>
                      </a:lnTo>
                      <a:lnTo>
                        <a:pt x="1066" y="227"/>
                      </a:lnTo>
                      <a:lnTo>
                        <a:pt x="1068" y="227"/>
                      </a:lnTo>
                      <a:lnTo>
                        <a:pt x="1068" y="229"/>
                      </a:lnTo>
                      <a:lnTo>
                        <a:pt x="1068" y="227"/>
                      </a:lnTo>
                      <a:lnTo>
                        <a:pt x="1068" y="229"/>
                      </a:lnTo>
                      <a:lnTo>
                        <a:pt x="1069" y="229"/>
                      </a:lnTo>
                      <a:lnTo>
                        <a:pt x="1069" y="227"/>
                      </a:lnTo>
                      <a:lnTo>
                        <a:pt x="1069" y="229"/>
                      </a:lnTo>
                      <a:lnTo>
                        <a:pt x="1071" y="229"/>
                      </a:lnTo>
                      <a:lnTo>
                        <a:pt x="1073" y="229"/>
                      </a:lnTo>
                      <a:lnTo>
                        <a:pt x="1075" y="229"/>
                      </a:lnTo>
                      <a:lnTo>
                        <a:pt x="1075" y="227"/>
                      </a:lnTo>
                      <a:lnTo>
                        <a:pt x="1075" y="229"/>
                      </a:lnTo>
                      <a:lnTo>
                        <a:pt x="1075" y="227"/>
                      </a:lnTo>
                      <a:lnTo>
                        <a:pt x="1075" y="229"/>
                      </a:lnTo>
                      <a:lnTo>
                        <a:pt x="1075" y="227"/>
                      </a:lnTo>
                      <a:lnTo>
                        <a:pt x="1075" y="229"/>
                      </a:lnTo>
                      <a:lnTo>
                        <a:pt x="1075" y="227"/>
                      </a:lnTo>
                      <a:lnTo>
                        <a:pt x="1075" y="229"/>
                      </a:lnTo>
                      <a:lnTo>
                        <a:pt x="1075" y="227"/>
                      </a:lnTo>
                      <a:lnTo>
                        <a:pt x="1077" y="227"/>
                      </a:lnTo>
                      <a:lnTo>
                        <a:pt x="1077" y="229"/>
                      </a:lnTo>
                      <a:lnTo>
                        <a:pt x="1077" y="227"/>
                      </a:lnTo>
                      <a:lnTo>
                        <a:pt x="1079" y="227"/>
                      </a:lnTo>
                      <a:lnTo>
                        <a:pt x="1080" y="227"/>
                      </a:lnTo>
                      <a:lnTo>
                        <a:pt x="1082" y="227"/>
                      </a:lnTo>
                      <a:lnTo>
                        <a:pt x="1084" y="227"/>
                      </a:lnTo>
                      <a:lnTo>
                        <a:pt x="1086" y="227"/>
                      </a:lnTo>
                      <a:lnTo>
                        <a:pt x="1088" y="229"/>
                      </a:lnTo>
                      <a:lnTo>
                        <a:pt x="1090" y="227"/>
                      </a:lnTo>
                      <a:lnTo>
                        <a:pt x="1090" y="229"/>
                      </a:lnTo>
                      <a:lnTo>
                        <a:pt x="1090" y="227"/>
                      </a:lnTo>
                      <a:lnTo>
                        <a:pt x="1091" y="227"/>
                      </a:lnTo>
                      <a:lnTo>
                        <a:pt x="1091" y="229"/>
                      </a:lnTo>
                      <a:lnTo>
                        <a:pt x="1093" y="229"/>
                      </a:lnTo>
                      <a:lnTo>
                        <a:pt x="1095" y="229"/>
                      </a:lnTo>
                      <a:lnTo>
                        <a:pt x="1097" y="229"/>
                      </a:lnTo>
                      <a:lnTo>
                        <a:pt x="1095" y="229"/>
                      </a:lnTo>
                      <a:lnTo>
                        <a:pt x="1093" y="229"/>
                      </a:lnTo>
                      <a:lnTo>
                        <a:pt x="1093" y="231"/>
                      </a:lnTo>
                      <a:lnTo>
                        <a:pt x="1091" y="231"/>
                      </a:lnTo>
                      <a:lnTo>
                        <a:pt x="1090" y="231"/>
                      </a:lnTo>
                      <a:lnTo>
                        <a:pt x="1088" y="231"/>
                      </a:lnTo>
                      <a:lnTo>
                        <a:pt x="1086" y="231"/>
                      </a:lnTo>
                      <a:lnTo>
                        <a:pt x="1084" y="231"/>
                      </a:lnTo>
                      <a:lnTo>
                        <a:pt x="1082" y="232"/>
                      </a:lnTo>
                      <a:lnTo>
                        <a:pt x="1080" y="232"/>
                      </a:lnTo>
                      <a:lnTo>
                        <a:pt x="1079" y="232"/>
                      </a:lnTo>
                      <a:lnTo>
                        <a:pt x="1079" y="231"/>
                      </a:lnTo>
                      <a:lnTo>
                        <a:pt x="1077" y="231"/>
                      </a:lnTo>
                      <a:lnTo>
                        <a:pt x="1077" y="232"/>
                      </a:lnTo>
                      <a:lnTo>
                        <a:pt x="1075" y="232"/>
                      </a:lnTo>
                      <a:lnTo>
                        <a:pt x="1073" y="232"/>
                      </a:lnTo>
                      <a:lnTo>
                        <a:pt x="1071" y="232"/>
                      </a:lnTo>
                      <a:lnTo>
                        <a:pt x="1069" y="232"/>
                      </a:lnTo>
                      <a:lnTo>
                        <a:pt x="1068" y="232"/>
                      </a:lnTo>
                      <a:lnTo>
                        <a:pt x="1066" y="232"/>
                      </a:lnTo>
                      <a:lnTo>
                        <a:pt x="1064" y="232"/>
                      </a:lnTo>
                      <a:lnTo>
                        <a:pt x="1062" y="232"/>
                      </a:lnTo>
                      <a:lnTo>
                        <a:pt x="1064" y="232"/>
                      </a:lnTo>
                      <a:lnTo>
                        <a:pt x="1064" y="231"/>
                      </a:lnTo>
                      <a:lnTo>
                        <a:pt x="1062" y="231"/>
                      </a:lnTo>
                      <a:lnTo>
                        <a:pt x="1060" y="231"/>
                      </a:lnTo>
                      <a:lnTo>
                        <a:pt x="1060" y="229"/>
                      </a:lnTo>
                      <a:lnTo>
                        <a:pt x="1060" y="231"/>
                      </a:lnTo>
                      <a:lnTo>
                        <a:pt x="1060" y="229"/>
                      </a:lnTo>
                      <a:lnTo>
                        <a:pt x="1059" y="229"/>
                      </a:lnTo>
                      <a:lnTo>
                        <a:pt x="1060" y="229"/>
                      </a:lnTo>
                      <a:lnTo>
                        <a:pt x="1060" y="227"/>
                      </a:lnTo>
                      <a:lnTo>
                        <a:pt x="1060" y="229"/>
                      </a:lnTo>
                      <a:lnTo>
                        <a:pt x="1060" y="227"/>
                      </a:lnTo>
                      <a:lnTo>
                        <a:pt x="1062" y="227"/>
                      </a:lnTo>
                      <a:close/>
                      <a:moveTo>
                        <a:pt x="1239" y="232"/>
                      </a:moveTo>
                      <a:lnTo>
                        <a:pt x="1241" y="232"/>
                      </a:lnTo>
                      <a:lnTo>
                        <a:pt x="1243" y="232"/>
                      </a:lnTo>
                      <a:lnTo>
                        <a:pt x="1241" y="234"/>
                      </a:lnTo>
                      <a:lnTo>
                        <a:pt x="1243" y="234"/>
                      </a:lnTo>
                      <a:lnTo>
                        <a:pt x="1243" y="232"/>
                      </a:lnTo>
                      <a:lnTo>
                        <a:pt x="1243" y="234"/>
                      </a:lnTo>
                      <a:lnTo>
                        <a:pt x="1241" y="234"/>
                      </a:lnTo>
                      <a:lnTo>
                        <a:pt x="1243" y="234"/>
                      </a:lnTo>
                      <a:lnTo>
                        <a:pt x="1243" y="236"/>
                      </a:lnTo>
                      <a:lnTo>
                        <a:pt x="1241" y="236"/>
                      </a:lnTo>
                      <a:lnTo>
                        <a:pt x="1239" y="236"/>
                      </a:lnTo>
                      <a:lnTo>
                        <a:pt x="1241" y="236"/>
                      </a:lnTo>
                      <a:lnTo>
                        <a:pt x="1241" y="234"/>
                      </a:lnTo>
                      <a:lnTo>
                        <a:pt x="1241" y="236"/>
                      </a:lnTo>
                      <a:lnTo>
                        <a:pt x="1241" y="234"/>
                      </a:lnTo>
                      <a:lnTo>
                        <a:pt x="1239" y="234"/>
                      </a:lnTo>
                      <a:lnTo>
                        <a:pt x="1237" y="234"/>
                      </a:lnTo>
                      <a:lnTo>
                        <a:pt x="1239" y="234"/>
                      </a:lnTo>
                      <a:lnTo>
                        <a:pt x="1239" y="232"/>
                      </a:lnTo>
                      <a:lnTo>
                        <a:pt x="1239" y="234"/>
                      </a:lnTo>
                      <a:lnTo>
                        <a:pt x="1237" y="234"/>
                      </a:lnTo>
                      <a:lnTo>
                        <a:pt x="1237" y="236"/>
                      </a:lnTo>
                      <a:lnTo>
                        <a:pt x="1237" y="234"/>
                      </a:lnTo>
                      <a:lnTo>
                        <a:pt x="1237" y="236"/>
                      </a:lnTo>
                      <a:lnTo>
                        <a:pt x="1236" y="236"/>
                      </a:lnTo>
                      <a:lnTo>
                        <a:pt x="1236" y="234"/>
                      </a:lnTo>
                      <a:lnTo>
                        <a:pt x="1236" y="236"/>
                      </a:lnTo>
                      <a:lnTo>
                        <a:pt x="1237" y="236"/>
                      </a:lnTo>
                      <a:lnTo>
                        <a:pt x="1236" y="236"/>
                      </a:lnTo>
                      <a:lnTo>
                        <a:pt x="1234" y="236"/>
                      </a:lnTo>
                      <a:lnTo>
                        <a:pt x="1234" y="238"/>
                      </a:lnTo>
                      <a:lnTo>
                        <a:pt x="1234" y="236"/>
                      </a:lnTo>
                      <a:lnTo>
                        <a:pt x="1232" y="236"/>
                      </a:lnTo>
                      <a:lnTo>
                        <a:pt x="1230" y="236"/>
                      </a:lnTo>
                      <a:lnTo>
                        <a:pt x="1228" y="236"/>
                      </a:lnTo>
                      <a:lnTo>
                        <a:pt x="1226" y="236"/>
                      </a:lnTo>
                      <a:lnTo>
                        <a:pt x="1228" y="234"/>
                      </a:lnTo>
                      <a:lnTo>
                        <a:pt x="1226" y="234"/>
                      </a:lnTo>
                      <a:lnTo>
                        <a:pt x="1226" y="236"/>
                      </a:lnTo>
                      <a:lnTo>
                        <a:pt x="1226" y="234"/>
                      </a:lnTo>
                      <a:lnTo>
                        <a:pt x="1226" y="236"/>
                      </a:lnTo>
                      <a:lnTo>
                        <a:pt x="1226" y="234"/>
                      </a:lnTo>
                      <a:lnTo>
                        <a:pt x="1226" y="236"/>
                      </a:lnTo>
                      <a:lnTo>
                        <a:pt x="1226" y="234"/>
                      </a:lnTo>
                      <a:lnTo>
                        <a:pt x="1226" y="236"/>
                      </a:lnTo>
                      <a:lnTo>
                        <a:pt x="1226" y="234"/>
                      </a:lnTo>
                      <a:lnTo>
                        <a:pt x="1226" y="236"/>
                      </a:lnTo>
                      <a:lnTo>
                        <a:pt x="1225" y="236"/>
                      </a:lnTo>
                      <a:lnTo>
                        <a:pt x="1225" y="234"/>
                      </a:lnTo>
                      <a:lnTo>
                        <a:pt x="1225" y="236"/>
                      </a:lnTo>
                      <a:lnTo>
                        <a:pt x="1225" y="234"/>
                      </a:lnTo>
                      <a:lnTo>
                        <a:pt x="1223" y="234"/>
                      </a:lnTo>
                      <a:lnTo>
                        <a:pt x="1221" y="234"/>
                      </a:lnTo>
                      <a:lnTo>
                        <a:pt x="1221" y="232"/>
                      </a:lnTo>
                      <a:lnTo>
                        <a:pt x="1219" y="232"/>
                      </a:lnTo>
                      <a:lnTo>
                        <a:pt x="1217" y="232"/>
                      </a:lnTo>
                      <a:lnTo>
                        <a:pt x="1217" y="231"/>
                      </a:lnTo>
                      <a:lnTo>
                        <a:pt x="1217" y="229"/>
                      </a:lnTo>
                      <a:lnTo>
                        <a:pt x="1219" y="229"/>
                      </a:lnTo>
                      <a:lnTo>
                        <a:pt x="1221" y="229"/>
                      </a:lnTo>
                      <a:lnTo>
                        <a:pt x="1219" y="229"/>
                      </a:lnTo>
                      <a:lnTo>
                        <a:pt x="1221" y="229"/>
                      </a:lnTo>
                      <a:lnTo>
                        <a:pt x="1223" y="229"/>
                      </a:lnTo>
                      <a:lnTo>
                        <a:pt x="1223" y="227"/>
                      </a:lnTo>
                      <a:lnTo>
                        <a:pt x="1225" y="227"/>
                      </a:lnTo>
                      <a:lnTo>
                        <a:pt x="1226" y="227"/>
                      </a:lnTo>
                      <a:lnTo>
                        <a:pt x="1226" y="225"/>
                      </a:lnTo>
                      <a:lnTo>
                        <a:pt x="1228" y="225"/>
                      </a:lnTo>
                      <a:lnTo>
                        <a:pt x="1230" y="225"/>
                      </a:lnTo>
                      <a:lnTo>
                        <a:pt x="1232" y="225"/>
                      </a:lnTo>
                      <a:lnTo>
                        <a:pt x="1234" y="225"/>
                      </a:lnTo>
                      <a:lnTo>
                        <a:pt x="1236" y="225"/>
                      </a:lnTo>
                      <a:lnTo>
                        <a:pt x="1236" y="223"/>
                      </a:lnTo>
                      <a:lnTo>
                        <a:pt x="1237" y="223"/>
                      </a:lnTo>
                      <a:lnTo>
                        <a:pt x="1239" y="223"/>
                      </a:lnTo>
                      <a:lnTo>
                        <a:pt x="1241" y="223"/>
                      </a:lnTo>
                      <a:lnTo>
                        <a:pt x="1239" y="223"/>
                      </a:lnTo>
                      <a:lnTo>
                        <a:pt x="1239" y="225"/>
                      </a:lnTo>
                      <a:lnTo>
                        <a:pt x="1239" y="227"/>
                      </a:lnTo>
                      <a:lnTo>
                        <a:pt x="1241" y="225"/>
                      </a:lnTo>
                      <a:lnTo>
                        <a:pt x="1241" y="227"/>
                      </a:lnTo>
                      <a:lnTo>
                        <a:pt x="1241" y="229"/>
                      </a:lnTo>
                      <a:lnTo>
                        <a:pt x="1243" y="229"/>
                      </a:lnTo>
                      <a:lnTo>
                        <a:pt x="1241" y="231"/>
                      </a:lnTo>
                      <a:lnTo>
                        <a:pt x="1241" y="229"/>
                      </a:lnTo>
                      <a:lnTo>
                        <a:pt x="1241" y="231"/>
                      </a:lnTo>
                      <a:lnTo>
                        <a:pt x="1239" y="231"/>
                      </a:lnTo>
                      <a:lnTo>
                        <a:pt x="1239" y="232"/>
                      </a:lnTo>
                      <a:close/>
                      <a:moveTo>
                        <a:pt x="1051" y="227"/>
                      </a:moveTo>
                      <a:lnTo>
                        <a:pt x="1051" y="225"/>
                      </a:lnTo>
                      <a:lnTo>
                        <a:pt x="1051" y="223"/>
                      </a:lnTo>
                      <a:lnTo>
                        <a:pt x="1053" y="223"/>
                      </a:lnTo>
                      <a:lnTo>
                        <a:pt x="1053" y="225"/>
                      </a:lnTo>
                      <a:lnTo>
                        <a:pt x="1053" y="223"/>
                      </a:lnTo>
                      <a:lnTo>
                        <a:pt x="1055" y="223"/>
                      </a:lnTo>
                      <a:lnTo>
                        <a:pt x="1055" y="225"/>
                      </a:lnTo>
                      <a:lnTo>
                        <a:pt x="1055" y="227"/>
                      </a:lnTo>
                      <a:lnTo>
                        <a:pt x="1057" y="227"/>
                      </a:lnTo>
                      <a:lnTo>
                        <a:pt x="1055" y="225"/>
                      </a:lnTo>
                      <a:lnTo>
                        <a:pt x="1057" y="225"/>
                      </a:lnTo>
                      <a:lnTo>
                        <a:pt x="1059" y="225"/>
                      </a:lnTo>
                      <a:lnTo>
                        <a:pt x="1059" y="227"/>
                      </a:lnTo>
                      <a:lnTo>
                        <a:pt x="1057" y="227"/>
                      </a:lnTo>
                      <a:lnTo>
                        <a:pt x="1059" y="227"/>
                      </a:lnTo>
                      <a:lnTo>
                        <a:pt x="1059" y="229"/>
                      </a:lnTo>
                      <a:lnTo>
                        <a:pt x="1059" y="231"/>
                      </a:lnTo>
                      <a:lnTo>
                        <a:pt x="1057" y="231"/>
                      </a:lnTo>
                      <a:lnTo>
                        <a:pt x="1055" y="231"/>
                      </a:lnTo>
                      <a:lnTo>
                        <a:pt x="1053" y="231"/>
                      </a:lnTo>
                      <a:lnTo>
                        <a:pt x="1051" y="231"/>
                      </a:lnTo>
                      <a:lnTo>
                        <a:pt x="1049" y="231"/>
                      </a:lnTo>
                      <a:lnTo>
                        <a:pt x="1048" y="231"/>
                      </a:lnTo>
                      <a:lnTo>
                        <a:pt x="1048" y="232"/>
                      </a:lnTo>
                      <a:lnTo>
                        <a:pt x="1046" y="232"/>
                      </a:lnTo>
                      <a:lnTo>
                        <a:pt x="1044" y="232"/>
                      </a:lnTo>
                      <a:lnTo>
                        <a:pt x="1044" y="231"/>
                      </a:lnTo>
                      <a:lnTo>
                        <a:pt x="1042" y="231"/>
                      </a:lnTo>
                      <a:lnTo>
                        <a:pt x="1040" y="231"/>
                      </a:lnTo>
                      <a:lnTo>
                        <a:pt x="1040" y="232"/>
                      </a:lnTo>
                      <a:lnTo>
                        <a:pt x="1038" y="232"/>
                      </a:lnTo>
                      <a:lnTo>
                        <a:pt x="1037" y="232"/>
                      </a:lnTo>
                      <a:lnTo>
                        <a:pt x="1037" y="234"/>
                      </a:lnTo>
                      <a:lnTo>
                        <a:pt x="1035" y="234"/>
                      </a:lnTo>
                      <a:lnTo>
                        <a:pt x="1033" y="234"/>
                      </a:lnTo>
                      <a:lnTo>
                        <a:pt x="1031" y="234"/>
                      </a:lnTo>
                      <a:lnTo>
                        <a:pt x="1031" y="236"/>
                      </a:lnTo>
                      <a:lnTo>
                        <a:pt x="1029" y="236"/>
                      </a:lnTo>
                      <a:lnTo>
                        <a:pt x="1028" y="236"/>
                      </a:lnTo>
                      <a:lnTo>
                        <a:pt x="1026" y="236"/>
                      </a:lnTo>
                      <a:lnTo>
                        <a:pt x="1026" y="234"/>
                      </a:lnTo>
                      <a:lnTo>
                        <a:pt x="1026" y="232"/>
                      </a:lnTo>
                      <a:lnTo>
                        <a:pt x="1024" y="232"/>
                      </a:lnTo>
                      <a:lnTo>
                        <a:pt x="1024" y="231"/>
                      </a:lnTo>
                      <a:lnTo>
                        <a:pt x="1024" y="229"/>
                      </a:lnTo>
                      <a:lnTo>
                        <a:pt x="1024" y="227"/>
                      </a:lnTo>
                      <a:lnTo>
                        <a:pt x="1026" y="227"/>
                      </a:lnTo>
                      <a:lnTo>
                        <a:pt x="1026" y="225"/>
                      </a:lnTo>
                      <a:lnTo>
                        <a:pt x="1026" y="223"/>
                      </a:lnTo>
                      <a:lnTo>
                        <a:pt x="1026" y="225"/>
                      </a:lnTo>
                      <a:lnTo>
                        <a:pt x="1026" y="223"/>
                      </a:lnTo>
                      <a:lnTo>
                        <a:pt x="1028" y="223"/>
                      </a:lnTo>
                      <a:lnTo>
                        <a:pt x="1029" y="223"/>
                      </a:lnTo>
                      <a:lnTo>
                        <a:pt x="1029" y="221"/>
                      </a:lnTo>
                      <a:lnTo>
                        <a:pt x="1031" y="221"/>
                      </a:lnTo>
                      <a:lnTo>
                        <a:pt x="1031" y="223"/>
                      </a:lnTo>
                      <a:lnTo>
                        <a:pt x="1031" y="221"/>
                      </a:lnTo>
                      <a:lnTo>
                        <a:pt x="1031" y="223"/>
                      </a:lnTo>
                      <a:lnTo>
                        <a:pt x="1031" y="221"/>
                      </a:lnTo>
                      <a:lnTo>
                        <a:pt x="1033" y="221"/>
                      </a:lnTo>
                      <a:lnTo>
                        <a:pt x="1035" y="221"/>
                      </a:lnTo>
                      <a:lnTo>
                        <a:pt x="1037" y="221"/>
                      </a:lnTo>
                      <a:lnTo>
                        <a:pt x="1037" y="223"/>
                      </a:lnTo>
                      <a:lnTo>
                        <a:pt x="1037" y="221"/>
                      </a:lnTo>
                      <a:lnTo>
                        <a:pt x="1038" y="223"/>
                      </a:lnTo>
                      <a:lnTo>
                        <a:pt x="1040" y="223"/>
                      </a:lnTo>
                      <a:lnTo>
                        <a:pt x="1042" y="223"/>
                      </a:lnTo>
                      <a:lnTo>
                        <a:pt x="1044" y="223"/>
                      </a:lnTo>
                      <a:lnTo>
                        <a:pt x="1044" y="225"/>
                      </a:lnTo>
                      <a:lnTo>
                        <a:pt x="1044" y="223"/>
                      </a:lnTo>
                      <a:lnTo>
                        <a:pt x="1046" y="225"/>
                      </a:lnTo>
                      <a:lnTo>
                        <a:pt x="1046" y="223"/>
                      </a:lnTo>
                      <a:lnTo>
                        <a:pt x="1046" y="225"/>
                      </a:lnTo>
                      <a:lnTo>
                        <a:pt x="1046" y="223"/>
                      </a:lnTo>
                      <a:lnTo>
                        <a:pt x="1048" y="223"/>
                      </a:lnTo>
                      <a:lnTo>
                        <a:pt x="1048" y="225"/>
                      </a:lnTo>
                      <a:lnTo>
                        <a:pt x="1048" y="223"/>
                      </a:lnTo>
                      <a:lnTo>
                        <a:pt x="1048" y="225"/>
                      </a:lnTo>
                      <a:lnTo>
                        <a:pt x="1049" y="225"/>
                      </a:lnTo>
                      <a:lnTo>
                        <a:pt x="1048" y="225"/>
                      </a:lnTo>
                      <a:lnTo>
                        <a:pt x="1048" y="227"/>
                      </a:lnTo>
                      <a:lnTo>
                        <a:pt x="1049" y="227"/>
                      </a:lnTo>
                      <a:lnTo>
                        <a:pt x="1049" y="225"/>
                      </a:lnTo>
                      <a:lnTo>
                        <a:pt x="1049" y="227"/>
                      </a:lnTo>
                      <a:lnTo>
                        <a:pt x="1049" y="225"/>
                      </a:lnTo>
                      <a:lnTo>
                        <a:pt x="1049" y="227"/>
                      </a:lnTo>
                      <a:lnTo>
                        <a:pt x="1051" y="227"/>
                      </a:lnTo>
                      <a:close/>
                      <a:moveTo>
                        <a:pt x="1422" y="220"/>
                      </a:moveTo>
                      <a:lnTo>
                        <a:pt x="1424" y="221"/>
                      </a:lnTo>
                      <a:lnTo>
                        <a:pt x="1425" y="221"/>
                      </a:lnTo>
                      <a:lnTo>
                        <a:pt x="1427" y="221"/>
                      </a:lnTo>
                      <a:lnTo>
                        <a:pt x="1429" y="221"/>
                      </a:lnTo>
                      <a:lnTo>
                        <a:pt x="1431" y="221"/>
                      </a:lnTo>
                      <a:lnTo>
                        <a:pt x="1433" y="221"/>
                      </a:lnTo>
                      <a:lnTo>
                        <a:pt x="1435" y="221"/>
                      </a:lnTo>
                      <a:lnTo>
                        <a:pt x="1436" y="221"/>
                      </a:lnTo>
                      <a:lnTo>
                        <a:pt x="1435" y="221"/>
                      </a:lnTo>
                      <a:lnTo>
                        <a:pt x="1436" y="221"/>
                      </a:lnTo>
                      <a:lnTo>
                        <a:pt x="1435" y="221"/>
                      </a:lnTo>
                      <a:lnTo>
                        <a:pt x="1435" y="223"/>
                      </a:lnTo>
                      <a:lnTo>
                        <a:pt x="1436" y="223"/>
                      </a:lnTo>
                      <a:lnTo>
                        <a:pt x="1436" y="221"/>
                      </a:lnTo>
                      <a:lnTo>
                        <a:pt x="1436" y="223"/>
                      </a:lnTo>
                      <a:lnTo>
                        <a:pt x="1436" y="221"/>
                      </a:lnTo>
                      <a:lnTo>
                        <a:pt x="1436" y="223"/>
                      </a:lnTo>
                      <a:lnTo>
                        <a:pt x="1436" y="221"/>
                      </a:lnTo>
                      <a:lnTo>
                        <a:pt x="1438" y="221"/>
                      </a:lnTo>
                      <a:lnTo>
                        <a:pt x="1440" y="221"/>
                      </a:lnTo>
                      <a:lnTo>
                        <a:pt x="1442" y="221"/>
                      </a:lnTo>
                      <a:lnTo>
                        <a:pt x="1442" y="223"/>
                      </a:lnTo>
                      <a:lnTo>
                        <a:pt x="1444" y="223"/>
                      </a:lnTo>
                      <a:lnTo>
                        <a:pt x="1444" y="221"/>
                      </a:lnTo>
                      <a:lnTo>
                        <a:pt x="1445" y="221"/>
                      </a:lnTo>
                      <a:lnTo>
                        <a:pt x="1447" y="221"/>
                      </a:lnTo>
                      <a:lnTo>
                        <a:pt x="1447" y="223"/>
                      </a:lnTo>
                      <a:lnTo>
                        <a:pt x="1449" y="221"/>
                      </a:lnTo>
                      <a:lnTo>
                        <a:pt x="1449" y="223"/>
                      </a:lnTo>
                      <a:lnTo>
                        <a:pt x="1451" y="223"/>
                      </a:lnTo>
                      <a:lnTo>
                        <a:pt x="1453" y="223"/>
                      </a:lnTo>
                      <a:lnTo>
                        <a:pt x="1453" y="225"/>
                      </a:lnTo>
                      <a:lnTo>
                        <a:pt x="1453" y="223"/>
                      </a:lnTo>
                      <a:lnTo>
                        <a:pt x="1455" y="225"/>
                      </a:lnTo>
                      <a:lnTo>
                        <a:pt x="1456" y="225"/>
                      </a:lnTo>
                      <a:lnTo>
                        <a:pt x="1456" y="223"/>
                      </a:lnTo>
                      <a:lnTo>
                        <a:pt x="1458" y="223"/>
                      </a:lnTo>
                      <a:lnTo>
                        <a:pt x="1458" y="225"/>
                      </a:lnTo>
                      <a:lnTo>
                        <a:pt x="1458" y="223"/>
                      </a:lnTo>
                      <a:lnTo>
                        <a:pt x="1460" y="225"/>
                      </a:lnTo>
                      <a:lnTo>
                        <a:pt x="1462" y="225"/>
                      </a:lnTo>
                      <a:lnTo>
                        <a:pt x="1464" y="225"/>
                      </a:lnTo>
                      <a:lnTo>
                        <a:pt x="1466" y="225"/>
                      </a:lnTo>
                      <a:lnTo>
                        <a:pt x="1467" y="225"/>
                      </a:lnTo>
                      <a:lnTo>
                        <a:pt x="1469" y="225"/>
                      </a:lnTo>
                      <a:lnTo>
                        <a:pt x="1471" y="227"/>
                      </a:lnTo>
                      <a:lnTo>
                        <a:pt x="1473" y="227"/>
                      </a:lnTo>
                      <a:lnTo>
                        <a:pt x="1473" y="229"/>
                      </a:lnTo>
                      <a:lnTo>
                        <a:pt x="1471" y="229"/>
                      </a:lnTo>
                      <a:lnTo>
                        <a:pt x="1469" y="229"/>
                      </a:lnTo>
                      <a:lnTo>
                        <a:pt x="1467" y="229"/>
                      </a:lnTo>
                      <a:lnTo>
                        <a:pt x="1466" y="229"/>
                      </a:lnTo>
                      <a:lnTo>
                        <a:pt x="1467" y="229"/>
                      </a:lnTo>
                      <a:lnTo>
                        <a:pt x="1466" y="229"/>
                      </a:lnTo>
                      <a:lnTo>
                        <a:pt x="1464" y="229"/>
                      </a:lnTo>
                      <a:lnTo>
                        <a:pt x="1464" y="231"/>
                      </a:lnTo>
                      <a:lnTo>
                        <a:pt x="1462" y="231"/>
                      </a:lnTo>
                      <a:lnTo>
                        <a:pt x="1460" y="231"/>
                      </a:lnTo>
                      <a:lnTo>
                        <a:pt x="1460" y="229"/>
                      </a:lnTo>
                      <a:lnTo>
                        <a:pt x="1458" y="229"/>
                      </a:lnTo>
                      <a:lnTo>
                        <a:pt x="1460" y="229"/>
                      </a:lnTo>
                      <a:lnTo>
                        <a:pt x="1460" y="231"/>
                      </a:lnTo>
                      <a:lnTo>
                        <a:pt x="1458" y="231"/>
                      </a:lnTo>
                      <a:lnTo>
                        <a:pt x="1456" y="231"/>
                      </a:lnTo>
                      <a:lnTo>
                        <a:pt x="1455" y="231"/>
                      </a:lnTo>
                      <a:lnTo>
                        <a:pt x="1453" y="231"/>
                      </a:lnTo>
                      <a:lnTo>
                        <a:pt x="1451" y="231"/>
                      </a:lnTo>
                      <a:lnTo>
                        <a:pt x="1451" y="232"/>
                      </a:lnTo>
                      <a:lnTo>
                        <a:pt x="1451" y="231"/>
                      </a:lnTo>
                      <a:lnTo>
                        <a:pt x="1449" y="231"/>
                      </a:lnTo>
                      <a:lnTo>
                        <a:pt x="1447" y="231"/>
                      </a:lnTo>
                      <a:lnTo>
                        <a:pt x="1449" y="231"/>
                      </a:lnTo>
                      <a:lnTo>
                        <a:pt x="1447" y="231"/>
                      </a:lnTo>
                      <a:lnTo>
                        <a:pt x="1445" y="229"/>
                      </a:lnTo>
                      <a:lnTo>
                        <a:pt x="1444" y="229"/>
                      </a:lnTo>
                      <a:lnTo>
                        <a:pt x="1442" y="229"/>
                      </a:lnTo>
                      <a:lnTo>
                        <a:pt x="1440" y="229"/>
                      </a:lnTo>
                      <a:lnTo>
                        <a:pt x="1440" y="227"/>
                      </a:lnTo>
                      <a:lnTo>
                        <a:pt x="1438" y="227"/>
                      </a:lnTo>
                      <a:lnTo>
                        <a:pt x="1436" y="227"/>
                      </a:lnTo>
                      <a:lnTo>
                        <a:pt x="1436" y="225"/>
                      </a:lnTo>
                      <a:lnTo>
                        <a:pt x="1436" y="227"/>
                      </a:lnTo>
                      <a:lnTo>
                        <a:pt x="1436" y="225"/>
                      </a:lnTo>
                      <a:lnTo>
                        <a:pt x="1435" y="225"/>
                      </a:lnTo>
                      <a:lnTo>
                        <a:pt x="1435" y="227"/>
                      </a:lnTo>
                      <a:lnTo>
                        <a:pt x="1435" y="225"/>
                      </a:lnTo>
                      <a:lnTo>
                        <a:pt x="1433" y="225"/>
                      </a:lnTo>
                      <a:lnTo>
                        <a:pt x="1435" y="225"/>
                      </a:lnTo>
                      <a:lnTo>
                        <a:pt x="1433" y="225"/>
                      </a:lnTo>
                      <a:lnTo>
                        <a:pt x="1431" y="225"/>
                      </a:lnTo>
                      <a:lnTo>
                        <a:pt x="1431" y="223"/>
                      </a:lnTo>
                      <a:lnTo>
                        <a:pt x="1431" y="225"/>
                      </a:lnTo>
                      <a:lnTo>
                        <a:pt x="1431" y="223"/>
                      </a:lnTo>
                      <a:lnTo>
                        <a:pt x="1429" y="223"/>
                      </a:lnTo>
                      <a:lnTo>
                        <a:pt x="1429" y="225"/>
                      </a:lnTo>
                      <a:lnTo>
                        <a:pt x="1429" y="223"/>
                      </a:lnTo>
                      <a:lnTo>
                        <a:pt x="1427" y="223"/>
                      </a:lnTo>
                      <a:lnTo>
                        <a:pt x="1425" y="223"/>
                      </a:lnTo>
                      <a:lnTo>
                        <a:pt x="1424" y="223"/>
                      </a:lnTo>
                      <a:lnTo>
                        <a:pt x="1422" y="223"/>
                      </a:lnTo>
                      <a:lnTo>
                        <a:pt x="1422" y="221"/>
                      </a:lnTo>
                      <a:lnTo>
                        <a:pt x="1420" y="221"/>
                      </a:lnTo>
                      <a:lnTo>
                        <a:pt x="1420" y="220"/>
                      </a:lnTo>
                      <a:lnTo>
                        <a:pt x="1422" y="220"/>
                      </a:lnTo>
                      <a:close/>
                      <a:moveTo>
                        <a:pt x="1142" y="210"/>
                      </a:moveTo>
                      <a:lnTo>
                        <a:pt x="1144" y="210"/>
                      </a:lnTo>
                      <a:lnTo>
                        <a:pt x="1144" y="212"/>
                      </a:lnTo>
                      <a:lnTo>
                        <a:pt x="1144" y="210"/>
                      </a:lnTo>
                      <a:lnTo>
                        <a:pt x="1146" y="210"/>
                      </a:lnTo>
                      <a:lnTo>
                        <a:pt x="1146" y="212"/>
                      </a:lnTo>
                      <a:lnTo>
                        <a:pt x="1148" y="212"/>
                      </a:lnTo>
                      <a:lnTo>
                        <a:pt x="1146" y="212"/>
                      </a:lnTo>
                      <a:lnTo>
                        <a:pt x="1148" y="212"/>
                      </a:lnTo>
                      <a:lnTo>
                        <a:pt x="1148" y="214"/>
                      </a:lnTo>
                      <a:lnTo>
                        <a:pt x="1150" y="214"/>
                      </a:lnTo>
                      <a:lnTo>
                        <a:pt x="1152" y="214"/>
                      </a:lnTo>
                      <a:lnTo>
                        <a:pt x="1153" y="214"/>
                      </a:lnTo>
                      <a:lnTo>
                        <a:pt x="1153" y="216"/>
                      </a:lnTo>
                      <a:lnTo>
                        <a:pt x="1155" y="216"/>
                      </a:lnTo>
                      <a:lnTo>
                        <a:pt x="1155" y="218"/>
                      </a:lnTo>
                      <a:lnTo>
                        <a:pt x="1157" y="218"/>
                      </a:lnTo>
                      <a:lnTo>
                        <a:pt x="1157" y="220"/>
                      </a:lnTo>
                      <a:lnTo>
                        <a:pt x="1159" y="220"/>
                      </a:lnTo>
                      <a:lnTo>
                        <a:pt x="1161" y="220"/>
                      </a:lnTo>
                      <a:lnTo>
                        <a:pt x="1161" y="221"/>
                      </a:lnTo>
                      <a:lnTo>
                        <a:pt x="1161" y="223"/>
                      </a:lnTo>
                      <a:lnTo>
                        <a:pt x="1159" y="223"/>
                      </a:lnTo>
                      <a:lnTo>
                        <a:pt x="1159" y="225"/>
                      </a:lnTo>
                      <a:lnTo>
                        <a:pt x="1157" y="225"/>
                      </a:lnTo>
                      <a:lnTo>
                        <a:pt x="1155" y="225"/>
                      </a:lnTo>
                      <a:lnTo>
                        <a:pt x="1155" y="223"/>
                      </a:lnTo>
                      <a:lnTo>
                        <a:pt x="1153" y="223"/>
                      </a:lnTo>
                      <a:lnTo>
                        <a:pt x="1152" y="223"/>
                      </a:lnTo>
                      <a:lnTo>
                        <a:pt x="1150" y="223"/>
                      </a:lnTo>
                      <a:lnTo>
                        <a:pt x="1148" y="223"/>
                      </a:lnTo>
                      <a:lnTo>
                        <a:pt x="1146" y="223"/>
                      </a:lnTo>
                      <a:lnTo>
                        <a:pt x="1144" y="223"/>
                      </a:lnTo>
                      <a:lnTo>
                        <a:pt x="1142" y="225"/>
                      </a:lnTo>
                      <a:lnTo>
                        <a:pt x="1141" y="225"/>
                      </a:lnTo>
                      <a:lnTo>
                        <a:pt x="1139" y="225"/>
                      </a:lnTo>
                      <a:lnTo>
                        <a:pt x="1137" y="225"/>
                      </a:lnTo>
                      <a:lnTo>
                        <a:pt x="1137" y="223"/>
                      </a:lnTo>
                      <a:lnTo>
                        <a:pt x="1135" y="223"/>
                      </a:lnTo>
                      <a:lnTo>
                        <a:pt x="1133" y="223"/>
                      </a:lnTo>
                      <a:lnTo>
                        <a:pt x="1133" y="221"/>
                      </a:lnTo>
                      <a:lnTo>
                        <a:pt x="1133" y="220"/>
                      </a:lnTo>
                      <a:lnTo>
                        <a:pt x="1133" y="218"/>
                      </a:lnTo>
                      <a:lnTo>
                        <a:pt x="1135" y="218"/>
                      </a:lnTo>
                      <a:lnTo>
                        <a:pt x="1135" y="216"/>
                      </a:lnTo>
                      <a:lnTo>
                        <a:pt x="1133" y="216"/>
                      </a:lnTo>
                      <a:lnTo>
                        <a:pt x="1135" y="216"/>
                      </a:lnTo>
                      <a:lnTo>
                        <a:pt x="1135" y="214"/>
                      </a:lnTo>
                      <a:lnTo>
                        <a:pt x="1133" y="214"/>
                      </a:lnTo>
                      <a:lnTo>
                        <a:pt x="1135" y="214"/>
                      </a:lnTo>
                      <a:lnTo>
                        <a:pt x="1137" y="214"/>
                      </a:lnTo>
                      <a:lnTo>
                        <a:pt x="1137" y="216"/>
                      </a:lnTo>
                      <a:lnTo>
                        <a:pt x="1137" y="214"/>
                      </a:lnTo>
                      <a:lnTo>
                        <a:pt x="1139" y="214"/>
                      </a:lnTo>
                      <a:lnTo>
                        <a:pt x="1139" y="212"/>
                      </a:lnTo>
                      <a:lnTo>
                        <a:pt x="1141" y="212"/>
                      </a:lnTo>
                      <a:lnTo>
                        <a:pt x="1142" y="210"/>
                      </a:lnTo>
                      <a:close/>
                      <a:moveTo>
                        <a:pt x="984" y="207"/>
                      </a:moveTo>
                      <a:lnTo>
                        <a:pt x="986" y="207"/>
                      </a:lnTo>
                      <a:lnTo>
                        <a:pt x="984" y="207"/>
                      </a:lnTo>
                      <a:lnTo>
                        <a:pt x="984" y="209"/>
                      </a:lnTo>
                      <a:lnTo>
                        <a:pt x="984" y="210"/>
                      </a:lnTo>
                      <a:lnTo>
                        <a:pt x="982" y="210"/>
                      </a:lnTo>
                      <a:lnTo>
                        <a:pt x="984" y="210"/>
                      </a:lnTo>
                      <a:lnTo>
                        <a:pt x="984" y="212"/>
                      </a:lnTo>
                      <a:lnTo>
                        <a:pt x="986" y="212"/>
                      </a:lnTo>
                      <a:lnTo>
                        <a:pt x="984" y="212"/>
                      </a:lnTo>
                      <a:lnTo>
                        <a:pt x="986" y="212"/>
                      </a:lnTo>
                      <a:lnTo>
                        <a:pt x="986" y="210"/>
                      </a:lnTo>
                      <a:lnTo>
                        <a:pt x="987" y="210"/>
                      </a:lnTo>
                      <a:lnTo>
                        <a:pt x="987" y="209"/>
                      </a:lnTo>
                      <a:lnTo>
                        <a:pt x="989" y="209"/>
                      </a:lnTo>
                      <a:lnTo>
                        <a:pt x="989" y="207"/>
                      </a:lnTo>
                      <a:lnTo>
                        <a:pt x="991" y="207"/>
                      </a:lnTo>
                      <a:lnTo>
                        <a:pt x="991" y="209"/>
                      </a:lnTo>
                      <a:lnTo>
                        <a:pt x="993" y="209"/>
                      </a:lnTo>
                      <a:lnTo>
                        <a:pt x="991" y="209"/>
                      </a:lnTo>
                      <a:lnTo>
                        <a:pt x="993" y="207"/>
                      </a:lnTo>
                      <a:lnTo>
                        <a:pt x="993" y="209"/>
                      </a:lnTo>
                      <a:lnTo>
                        <a:pt x="995" y="209"/>
                      </a:lnTo>
                      <a:lnTo>
                        <a:pt x="996" y="209"/>
                      </a:lnTo>
                      <a:lnTo>
                        <a:pt x="996" y="210"/>
                      </a:lnTo>
                      <a:lnTo>
                        <a:pt x="995" y="212"/>
                      </a:lnTo>
                      <a:lnTo>
                        <a:pt x="995" y="214"/>
                      </a:lnTo>
                      <a:lnTo>
                        <a:pt x="995" y="216"/>
                      </a:lnTo>
                      <a:lnTo>
                        <a:pt x="993" y="216"/>
                      </a:lnTo>
                      <a:lnTo>
                        <a:pt x="993" y="218"/>
                      </a:lnTo>
                      <a:lnTo>
                        <a:pt x="991" y="218"/>
                      </a:lnTo>
                      <a:lnTo>
                        <a:pt x="993" y="218"/>
                      </a:lnTo>
                      <a:lnTo>
                        <a:pt x="991" y="218"/>
                      </a:lnTo>
                      <a:lnTo>
                        <a:pt x="989" y="218"/>
                      </a:lnTo>
                      <a:lnTo>
                        <a:pt x="989" y="216"/>
                      </a:lnTo>
                      <a:lnTo>
                        <a:pt x="989" y="218"/>
                      </a:lnTo>
                      <a:lnTo>
                        <a:pt x="989" y="216"/>
                      </a:lnTo>
                      <a:lnTo>
                        <a:pt x="987" y="216"/>
                      </a:lnTo>
                      <a:lnTo>
                        <a:pt x="987" y="214"/>
                      </a:lnTo>
                      <a:lnTo>
                        <a:pt x="986" y="214"/>
                      </a:lnTo>
                      <a:lnTo>
                        <a:pt x="986" y="216"/>
                      </a:lnTo>
                      <a:lnTo>
                        <a:pt x="986" y="218"/>
                      </a:lnTo>
                      <a:lnTo>
                        <a:pt x="986" y="220"/>
                      </a:lnTo>
                      <a:lnTo>
                        <a:pt x="986" y="221"/>
                      </a:lnTo>
                      <a:lnTo>
                        <a:pt x="984" y="221"/>
                      </a:lnTo>
                      <a:lnTo>
                        <a:pt x="984" y="220"/>
                      </a:lnTo>
                      <a:lnTo>
                        <a:pt x="984" y="221"/>
                      </a:lnTo>
                      <a:lnTo>
                        <a:pt x="982" y="221"/>
                      </a:lnTo>
                      <a:lnTo>
                        <a:pt x="984" y="221"/>
                      </a:lnTo>
                      <a:lnTo>
                        <a:pt x="982" y="221"/>
                      </a:lnTo>
                      <a:lnTo>
                        <a:pt x="980" y="221"/>
                      </a:lnTo>
                      <a:lnTo>
                        <a:pt x="980" y="220"/>
                      </a:lnTo>
                      <a:lnTo>
                        <a:pt x="982" y="218"/>
                      </a:lnTo>
                      <a:lnTo>
                        <a:pt x="982" y="216"/>
                      </a:lnTo>
                      <a:lnTo>
                        <a:pt x="982" y="214"/>
                      </a:lnTo>
                      <a:lnTo>
                        <a:pt x="982" y="212"/>
                      </a:lnTo>
                      <a:lnTo>
                        <a:pt x="982" y="210"/>
                      </a:lnTo>
                      <a:lnTo>
                        <a:pt x="982" y="209"/>
                      </a:lnTo>
                      <a:lnTo>
                        <a:pt x="982" y="210"/>
                      </a:lnTo>
                      <a:lnTo>
                        <a:pt x="980" y="210"/>
                      </a:lnTo>
                      <a:lnTo>
                        <a:pt x="980" y="212"/>
                      </a:lnTo>
                      <a:lnTo>
                        <a:pt x="978" y="212"/>
                      </a:lnTo>
                      <a:lnTo>
                        <a:pt x="978" y="214"/>
                      </a:lnTo>
                      <a:lnTo>
                        <a:pt x="976" y="214"/>
                      </a:lnTo>
                      <a:lnTo>
                        <a:pt x="976" y="216"/>
                      </a:lnTo>
                      <a:lnTo>
                        <a:pt x="976" y="218"/>
                      </a:lnTo>
                      <a:lnTo>
                        <a:pt x="976" y="216"/>
                      </a:lnTo>
                      <a:lnTo>
                        <a:pt x="976" y="218"/>
                      </a:lnTo>
                      <a:lnTo>
                        <a:pt x="975" y="218"/>
                      </a:lnTo>
                      <a:lnTo>
                        <a:pt x="975" y="220"/>
                      </a:lnTo>
                      <a:lnTo>
                        <a:pt x="973" y="220"/>
                      </a:lnTo>
                      <a:lnTo>
                        <a:pt x="971" y="220"/>
                      </a:lnTo>
                      <a:lnTo>
                        <a:pt x="971" y="218"/>
                      </a:lnTo>
                      <a:lnTo>
                        <a:pt x="969" y="218"/>
                      </a:lnTo>
                      <a:lnTo>
                        <a:pt x="969" y="216"/>
                      </a:lnTo>
                      <a:lnTo>
                        <a:pt x="969" y="214"/>
                      </a:lnTo>
                      <a:lnTo>
                        <a:pt x="969" y="212"/>
                      </a:lnTo>
                      <a:lnTo>
                        <a:pt x="969" y="210"/>
                      </a:lnTo>
                      <a:lnTo>
                        <a:pt x="969" y="209"/>
                      </a:lnTo>
                      <a:lnTo>
                        <a:pt x="971" y="209"/>
                      </a:lnTo>
                      <a:lnTo>
                        <a:pt x="971" y="207"/>
                      </a:lnTo>
                      <a:lnTo>
                        <a:pt x="973" y="207"/>
                      </a:lnTo>
                      <a:lnTo>
                        <a:pt x="973" y="205"/>
                      </a:lnTo>
                      <a:lnTo>
                        <a:pt x="975" y="205"/>
                      </a:lnTo>
                      <a:lnTo>
                        <a:pt x="975" y="207"/>
                      </a:lnTo>
                      <a:lnTo>
                        <a:pt x="976" y="207"/>
                      </a:lnTo>
                      <a:lnTo>
                        <a:pt x="976" y="205"/>
                      </a:lnTo>
                      <a:lnTo>
                        <a:pt x="978" y="205"/>
                      </a:lnTo>
                      <a:lnTo>
                        <a:pt x="980" y="205"/>
                      </a:lnTo>
                      <a:lnTo>
                        <a:pt x="982" y="205"/>
                      </a:lnTo>
                      <a:lnTo>
                        <a:pt x="982" y="207"/>
                      </a:lnTo>
                      <a:lnTo>
                        <a:pt x="982" y="205"/>
                      </a:lnTo>
                      <a:lnTo>
                        <a:pt x="984" y="205"/>
                      </a:lnTo>
                      <a:lnTo>
                        <a:pt x="984" y="207"/>
                      </a:lnTo>
                      <a:close/>
                      <a:moveTo>
                        <a:pt x="294" y="198"/>
                      </a:moveTo>
                      <a:lnTo>
                        <a:pt x="296" y="199"/>
                      </a:lnTo>
                      <a:lnTo>
                        <a:pt x="296" y="198"/>
                      </a:lnTo>
                      <a:lnTo>
                        <a:pt x="296" y="199"/>
                      </a:lnTo>
                      <a:lnTo>
                        <a:pt x="297" y="199"/>
                      </a:lnTo>
                      <a:lnTo>
                        <a:pt x="299" y="199"/>
                      </a:lnTo>
                      <a:lnTo>
                        <a:pt x="301" y="199"/>
                      </a:lnTo>
                      <a:lnTo>
                        <a:pt x="301" y="201"/>
                      </a:lnTo>
                      <a:lnTo>
                        <a:pt x="303" y="201"/>
                      </a:lnTo>
                      <a:lnTo>
                        <a:pt x="303" y="203"/>
                      </a:lnTo>
                      <a:lnTo>
                        <a:pt x="305" y="205"/>
                      </a:lnTo>
                      <a:lnTo>
                        <a:pt x="303" y="205"/>
                      </a:lnTo>
                      <a:lnTo>
                        <a:pt x="303" y="207"/>
                      </a:lnTo>
                      <a:lnTo>
                        <a:pt x="301" y="205"/>
                      </a:lnTo>
                      <a:lnTo>
                        <a:pt x="301" y="207"/>
                      </a:lnTo>
                      <a:lnTo>
                        <a:pt x="303" y="207"/>
                      </a:lnTo>
                      <a:lnTo>
                        <a:pt x="301" y="207"/>
                      </a:lnTo>
                      <a:lnTo>
                        <a:pt x="301" y="209"/>
                      </a:lnTo>
                      <a:lnTo>
                        <a:pt x="299" y="209"/>
                      </a:lnTo>
                      <a:lnTo>
                        <a:pt x="299" y="207"/>
                      </a:lnTo>
                      <a:lnTo>
                        <a:pt x="297" y="207"/>
                      </a:lnTo>
                      <a:lnTo>
                        <a:pt x="296" y="205"/>
                      </a:lnTo>
                      <a:lnTo>
                        <a:pt x="296" y="207"/>
                      </a:lnTo>
                      <a:lnTo>
                        <a:pt x="296" y="205"/>
                      </a:lnTo>
                      <a:lnTo>
                        <a:pt x="294" y="205"/>
                      </a:lnTo>
                      <a:lnTo>
                        <a:pt x="294" y="203"/>
                      </a:lnTo>
                      <a:lnTo>
                        <a:pt x="294" y="205"/>
                      </a:lnTo>
                      <a:lnTo>
                        <a:pt x="292" y="205"/>
                      </a:lnTo>
                      <a:lnTo>
                        <a:pt x="292" y="203"/>
                      </a:lnTo>
                      <a:lnTo>
                        <a:pt x="292" y="205"/>
                      </a:lnTo>
                      <a:lnTo>
                        <a:pt x="292" y="203"/>
                      </a:lnTo>
                      <a:lnTo>
                        <a:pt x="290" y="201"/>
                      </a:lnTo>
                      <a:lnTo>
                        <a:pt x="290" y="199"/>
                      </a:lnTo>
                      <a:lnTo>
                        <a:pt x="292" y="199"/>
                      </a:lnTo>
                      <a:lnTo>
                        <a:pt x="292" y="198"/>
                      </a:lnTo>
                      <a:lnTo>
                        <a:pt x="294" y="198"/>
                      </a:lnTo>
                      <a:close/>
                      <a:moveTo>
                        <a:pt x="495" y="199"/>
                      </a:moveTo>
                      <a:lnTo>
                        <a:pt x="496" y="199"/>
                      </a:lnTo>
                      <a:lnTo>
                        <a:pt x="496" y="198"/>
                      </a:lnTo>
                      <a:lnTo>
                        <a:pt x="498" y="198"/>
                      </a:lnTo>
                      <a:lnTo>
                        <a:pt x="498" y="199"/>
                      </a:lnTo>
                      <a:lnTo>
                        <a:pt x="500" y="199"/>
                      </a:lnTo>
                      <a:lnTo>
                        <a:pt x="500" y="198"/>
                      </a:lnTo>
                      <a:lnTo>
                        <a:pt x="502" y="198"/>
                      </a:lnTo>
                      <a:lnTo>
                        <a:pt x="502" y="199"/>
                      </a:lnTo>
                      <a:lnTo>
                        <a:pt x="502" y="201"/>
                      </a:lnTo>
                      <a:lnTo>
                        <a:pt x="504" y="201"/>
                      </a:lnTo>
                      <a:lnTo>
                        <a:pt x="504" y="203"/>
                      </a:lnTo>
                      <a:lnTo>
                        <a:pt x="504" y="205"/>
                      </a:lnTo>
                      <a:lnTo>
                        <a:pt x="502" y="205"/>
                      </a:lnTo>
                      <a:lnTo>
                        <a:pt x="500" y="205"/>
                      </a:lnTo>
                      <a:lnTo>
                        <a:pt x="500" y="207"/>
                      </a:lnTo>
                      <a:lnTo>
                        <a:pt x="498" y="207"/>
                      </a:lnTo>
                      <a:lnTo>
                        <a:pt x="496" y="209"/>
                      </a:lnTo>
                      <a:lnTo>
                        <a:pt x="495" y="209"/>
                      </a:lnTo>
                      <a:lnTo>
                        <a:pt x="493" y="210"/>
                      </a:lnTo>
                      <a:lnTo>
                        <a:pt x="491" y="209"/>
                      </a:lnTo>
                      <a:lnTo>
                        <a:pt x="489" y="209"/>
                      </a:lnTo>
                      <a:lnTo>
                        <a:pt x="489" y="207"/>
                      </a:lnTo>
                      <a:lnTo>
                        <a:pt x="491" y="207"/>
                      </a:lnTo>
                      <a:lnTo>
                        <a:pt x="491" y="205"/>
                      </a:lnTo>
                      <a:lnTo>
                        <a:pt x="491" y="203"/>
                      </a:lnTo>
                      <a:lnTo>
                        <a:pt x="491" y="201"/>
                      </a:lnTo>
                      <a:lnTo>
                        <a:pt x="491" y="199"/>
                      </a:lnTo>
                      <a:lnTo>
                        <a:pt x="493" y="199"/>
                      </a:lnTo>
                      <a:lnTo>
                        <a:pt x="493" y="198"/>
                      </a:lnTo>
                      <a:lnTo>
                        <a:pt x="495" y="198"/>
                      </a:lnTo>
                      <a:lnTo>
                        <a:pt x="495" y="199"/>
                      </a:lnTo>
                      <a:close/>
                      <a:moveTo>
                        <a:pt x="115" y="196"/>
                      </a:moveTo>
                      <a:lnTo>
                        <a:pt x="115" y="198"/>
                      </a:lnTo>
                      <a:lnTo>
                        <a:pt x="115" y="196"/>
                      </a:lnTo>
                      <a:lnTo>
                        <a:pt x="115" y="198"/>
                      </a:lnTo>
                      <a:lnTo>
                        <a:pt x="115" y="196"/>
                      </a:lnTo>
                      <a:lnTo>
                        <a:pt x="115" y="198"/>
                      </a:lnTo>
                      <a:lnTo>
                        <a:pt x="117" y="198"/>
                      </a:lnTo>
                      <a:lnTo>
                        <a:pt x="115" y="199"/>
                      </a:lnTo>
                      <a:lnTo>
                        <a:pt x="117" y="199"/>
                      </a:lnTo>
                      <a:lnTo>
                        <a:pt x="115" y="199"/>
                      </a:lnTo>
                      <a:lnTo>
                        <a:pt x="115" y="198"/>
                      </a:lnTo>
                      <a:lnTo>
                        <a:pt x="115" y="199"/>
                      </a:lnTo>
                      <a:lnTo>
                        <a:pt x="115" y="201"/>
                      </a:lnTo>
                      <a:lnTo>
                        <a:pt x="117" y="201"/>
                      </a:lnTo>
                      <a:lnTo>
                        <a:pt x="117" y="203"/>
                      </a:lnTo>
                      <a:lnTo>
                        <a:pt x="119" y="203"/>
                      </a:lnTo>
                      <a:lnTo>
                        <a:pt x="119" y="205"/>
                      </a:lnTo>
                      <a:lnTo>
                        <a:pt x="119" y="207"/>
                      </a:lnTo>
                      <a:lnTo>
                        <a:pt x="120" y="207"/>
                      </a:lnTo>
                      <a:lnTo>
                        <a:pt x="120" y="209"/>
                      </a:lnTo>
                      <a:lnTo>
                        <a:pt x="120" y="210"/>
                      </a:lnTo>
                      <a:lnTo>
                        <a:pt x="120" y="209"/>
                      </a:lnTo>
                      <a:lnTo>
                        <a:pt x="120" y="210"/>
                      </a:lnTo>
                      <a:lnTo>
                        <a:pt x="122" y="212"/>
                      </a:lnTo>
                      <a:lnTo>
                        <a:pt x="122" y="214"/>
                      </a:lnTo>
                      <a:lnTo>
                        <a:pt x="122" y="212"/>
                      </a:lnTo>
                      <a:lnTo>
                        <a:pt x="122" y="214"/>
                      </a:lnTo>
                      <a:lnTo>
                        <a:pt x="124" y="214"/>
                      </a:lnTo>
                      <a:lnTo>
                        <a:pt x="124" y="216"/>
                      </a:lnTo>
                      <a:lnTo>
                        <a:pt x="122" y="216"/>
                      </a:lnTo>
                      <a:lnTo>
                        <a:pt x="122" y="214"/>
                      </a:lnTo>
                      <a:lnTo>
                        <a:pt x="122" y="216"/>
                      </a:lnTo>
                      <a:lnTo>
                        <a:pt x="124" y="216"/>
                      </a:lnTo>
                      <a:lnTo>
                        <a:pt x="124" y="218"/>
                      </a:lnTo>
                      <a:lnTo>
                        <a:pt x="126" y="218"/>
                      </a:lnTo>
                      <a:lnTo>
                        <a:pt x="124" y="218"/>
                      </a:lnTo>
                      <a:lnTo>
                        <a:pt x="126" y="218"/>
                      </a:lnTo>
                      <a:lnTo>
                        <a:pt x="126" y="220"/>
                      </a:lnTo>
                      <a:lnTo>
                        <a:pt x="124" y="220"/>
                      </a:lnTo>
                      <a:lnTo>
                        <a:pt x="126" y="220"/>
                      </a:lnTo>
                      <a:lnTo>
                        <a:pt x="126" y="221"/>
                      </a:lnTo>
                      <a:lnTo>
                        <a:pt x="126" y="220"/>
                      </a:lnTo>
                      <a:lnTo>
                        <a:pt x="128" y="220"/>
                      </a:lnTo>
                      <a:lnTo>
                        <a:pt x="128" y="221"/>
                      </a:lnTo>
                      <a:lnTo>
                        <a:pt x="128" y="220"/>
                      </a:lnTo>
                      <a:lnTo>
                        <a:pt x="128" y="221"/>
                      </a:lnTo>
                      <a:lnTo>
                        <a:pt x="128" y="223"/>
                      </a:lnTo>
                      <a:lnTo>
                        <a:pt x="130" y="223"/>
                      </a:lnTo>
                      <a:lnTo>
                        <a:pt x="128" y="223"/>
                      </a:lnTo>
                      <a:lnTo>
                        <a:pt x="128" y="225"/>
                      </a:lnTo>
                      <a:lnTo>
                        <a:pt x="126" y="223"/>
                      </a:lnTo>
                      <a:lnTo>
                        <a:pt x="128" y="223"/>
                      </a:lnTo>
                      <a:lnTo>
                        <a:pt x="126" y="223"/>
                      </a:lnTo>
                      <a:lnTo>
                        <a:pt x="126" y="221"/>
                      </a:lnTo>
                      <a:lnTo>
                        <a:pt x="124" y="221"/>
                      </a:lnTo>
                      <a:lnTo>
                        <a:pt x="126" y="221"/>
                      </a:lnTo>
                      <a:lnTo>
                        <a:pt x="126" y="223"/>
                      </a:lnTo>
                      <a:lnTo>
                        <a:pt x="126" y="225"/>
                      </a:lnTo>
                      <a:lnTo>
                        <a:pt x="126" y="227"/>
                      </a:lnTo>
                      <a:lnTo>
                        <a:pt x="128" y="227"/>
                      </a:lnTo>
                      <a:lnTo>
                        <a:pt x="126" y="227"/>
                      </a:lnTo>
                      <a:lnTo>
                        <a:pt x="124" y="227"/>
                      </a:lnTo>
                      <a:lnTo>
                        <a:pt x="122" y="227"/>
                      </a:lnTo>
                      <a:lnTo>
                        <a:pt x="122" y="229"/>
                      </a:lnTo>
                      <a:lnTo>
                        <a:pt x="122" y="227"/>
                      </a:lnTo>
                      <a:lnTo>
                        <a:pt x="122" y="229"/>
                      </a:lnTo>
                      <a:lnTo>
                        <a:pt x="122" y="227"/>
                      </a:lnTo>
                      <a:lnTo>
                        <a:pt x="120" y="227"/>
                      </a:lnTo>
                      <a:lnTo>
                        <a:pt x="119" y="227"/>
                      </a:lnTo>
                      <a:lnTo>
                        <a:pt x="119" y="225"/>
                      </a:lnTo>
                      <a:lnTo>
                        <a:pt x="117" y="225"/>
                      </a:lnTo>
                      <a:lnTo>
                        <a:pt x="115" y="225"/>
                      </a:lnTo>
                      <a:lnTo>
                        <a:pt x="115" y="223"/>
                      </a:lnTo>
                      <a:lnTo>
                        <a:pt x="113" y="223"/>
                      </a:lnTo>
                      <a:lnTo>
                        <a:pt x="113" y="221"/>
                      </a:lnTo>
                      <a:lnTo>
                        <a:pt x="111" y="221"/>
                      </a:lnTo>
                      <a:lnTo>
                        <a:pt x="111" y="220"/>
                      </a:lnTo>
                      <a:lnTo>
                        <a:pt x="111" y="218"/>
                      </a:lnTo>
                      <a:lnTo>
                        <a:pt x="109" y="216"/>
                      </a:lnTo>
                      <a:lnTo>
                        <a:pt x="109" y="214"/>
                      </a:lnTo>
                      <a:lnTo>
                        <a:pt x="108" y="214"/>
                      </a:lnTo>
                      <a:lnTo>
                        <a:pt x="108" y="212"/>
                      </a:lnTo>
                      <a:lnTo>
                        <a:pt x="106" y="212"/>
                      </a:lnTo>
                      <a:lnTo>
                        <a:pt x="106" y="210"/>
                      </a:lnTo>
                      <a:lnTo>
                        <a:pt x="104" y="209"/>
                      </a:lnTo>
                      <a:lnTo>
                        <a:pt x="106" y="209"/>
                      </a:lnTo>
                      <a:lnTo>
                        <a:pt x="104" y="209"/>
                      </a:lnTo>
                      <a:lnTo>
                        <a:pt x="104" y="207"/>
                      </a:lnTo>
                      <a:lnTo>
                        <a:pt x="104" y="205"/>
                      </a:lnTo>
                      <a:lnTo>
                        <a:pt x="104" y="203"/>
                      </a:lnTo>
                      <a:lnTo>
                        <a:pt x="106" y="203"/>
                      </a:lnTo>
                      <a:lnTo>
                        <a:pt x="106" y="201"/>
                      </a:lnTo>
                      <a:lnTo>
                        <a:pt x="106" y="199"/>
                      </a:lnTo>
                      <a:lnTo>
                        <a:pt x="106" y="198"/>
                      </a:lnTo>
                      <a:lnTo>
                        <a:pt x="108" y="198"/>
                      </a:lnTo>
                      <a:lnTo>
                        <a:pt x="109" y="198"/>
                      </a:lnTo>
                      <a:lnTo>
                        <a:pt x="111" y="198"/>
                      </a:lnTo>
                      <a:lnTo>
                        <a:pt x="111" y="196"/>
                      </a:lnTo>
                      <a:lnTo>
                        <a:pt x="113" y="196"/>
                      </a:lnTo>
                      <a:lnTo>
                        <a:pt x="115" y="196"/>
                      </a:lnTo>
                      <a:close/>
                      <a:moveTo>
                        <a:pt x="1259" y="196"/>
                      </a:moveTo>
                      <a:lnTo>
                        <a:pt x="1259" y="194"/>
                      </a:lnTo>
                      <a:lnTo>
                        <a:pt x="1259" y="196"/>
                      </a:lnTo>
                      <a:lnTo>
                        <a:pt x="1261" y="198"/>
                      </a:lnTo>
                      <a:lnTo>
                        <a:pt x="1261" y="196"/>
                      </a:lnTo>
                      <a:lnTo>
                        <a:pt x="1263" y="196"/>
                      </a:lnTo>
                      <a:lnTo>
                        <a:pt x="1265" y="196"/>
                      </a:lnTo>
                      <a:lnTo>
                        <a:pt x="1265" y="198"/>
                      </a:lnTo>
                      <a:lnTo>
                        <a:pt x="1265" y="199"/>
                      </a:lnTo>
                      <a:lnTo>
                        <a:pt x="1265" y="201"/>
                      </a:lnTo>
                      <a:lnTo>
                        <a:pt x="1265" y="203"/>
                      </a:lnTo>
                      <a:lnTo>
                        <a:pt x="1265" y="205"/>
                      </a:lnTo>
                      <a:lnTo>
                        <a:pt x="1263" y="205"/>
                      </a:lnTo>
                      <a:lnTo>
                        <a:pt x="1263" y="207"/>
                      </a:lnTo>
                      <a:lnTo>
                        <a:pt x="1265" y="207"/>
                      </a:lnTo>
                      <a:lnTo>
                        <a:pt x="1263" y="209"/>
                      </a:lnTo>
                      <a:lnTo>
                        <a:pt x="1263" y="210"/>
                      </a:lnTo>
                      <a:lnTo>
                        <a:pt x="1261" y="210"/>
                      </a:lnTo>
                      <a:lnTo>
                        <a:pt x="1261" y="212"/>
                      </a:lnTo>
                      <a:lnTo>
                        <a:pt x="1259" y="210"/>
                      </a:lnTo>
                      <a:lnTo>
                        <a:pt x="1257" y="210"/>
                      </a:lnTo>
                      <a:lnTo>
                        <a:pt x="1259" y="210"/>
                      </a:lnTo>
                      <a:lnTo>
                        <a:pt x="1257" y="210"/>
                      </a:lnTo>
                      <a:lnTo>
                        <a:pt x="1256" y="210"/>
                      </a:lnTo>
                      <a:lnTo>
                        <a:pt x="1256" y="209"/>
                      </a:lnTo>
                      <a:lnTo>
                        <a:pt x="1254" y="209"/>
                      </a:lnTo>
                      <a:lnTo>
                        <a:pt x="1254" y="207"/>
                      </a:lnTo>
                      <a:lnTo>
                        <a:pt x="1254" y="205"/>
                      </a:lnTo>
                      <a:lnTo>
                        <a:pt x="1252" y="205"/>
                      </a:lnTo>
                      <a:lnTo>
                        <a:pt x="1252" y="203"/>
                      </a:lnTo>
                      <a:lnTo>
                        <a:pt x="1250" y="203"/>
                      </a:lnTo>
                      <a:lnTo>
                        <a:pt x="1252" y="203"/>
                      </a:lnTo>
                      <a:lnTo>
                        <a:pt x="1252" y="201"/>
                      </a:lnTo>
                      <a:lnTo>
                        <a:pt x="1252" y="199"/>
                      </a:lnTo>
                      <a:lnTo>
                        <a:pt x="1250" y="199"/>
                      </a:lnTo>
                      <a:lnTo>
                        <a:pt x="1248" y="198"/>
                      </a:lnTo>
                      <a:lnTo>
                        <a:pt x="1250" y="198"/>
                      </a:lnTo>
                      <a:lnTo>
                        <a:pt x="1248" y="198"/>
                      </a:lnTo>
                      <a:lnTo>
                        <a:pt x="1250" y="198"/>
                      </a:lnTo>
                      <a:lnTo>
                        <a:pt x="1252" y="198"/>
                      </a:lnTo>
                      <a:lnTo>
                        <a:pt x="1252" y="196"/>
                      </a:lnTo>
                      <a:lnTo>
                        <a:pt x="1254" y="196"/>
                      </a:lnTo>
                      <a:lnTo>
                        <a:pt x="1256" y="196"/>
                      </a:lnTo>
                      <a:lnTo>
                        <a:pt x="1257" y="196"/>
                      </a:lnTo>
                      <a:lnTo>
                        <a:pt x="1259" y="196"/>
                      </a:lnTo>
                      <a:lnTo>
                        <a:pt x="1259" y="194"/>
                      </a:lnTo>
                      <a:lnTo>
                        <a:pt x="1259" y="196"/>
                      </a:lnTo>
                      <a:close/>
                      <a:moveTo>
                        <a:pt x="489" y="189"/>
                      </a:moveTo>
                      <a:lnTo>
                        <a:pt x="491" y="189"/>
                      </a:lnTo>
                      <a:lnTo>
                        <a:pt x="491" y="190"/>
                      </a:lnTo>
                      <a:lnTo>
                        <a:pt x="493" y="190"/>
                      </a:lnTo>
                      <a:lnTo>
                        <a:pt x="495" y="190"/>
                      </a:lnTo>
                      <a:lnTo>
                        <a:pt x="496" y="190"/>
                      </a:lnTo>
                      <a:lnTo>
                        <a:pt x="498" y="192"/>
                      </a:lnTo>
                      <a:lnTo>
                        <a:pt x="500" y="192"/>
                      </a:lnTo>
                      <a:lnTo>
                        <a:pt x="502" y="194"/>
                      </a:lnTo>
                      <a:lnTo>
                        <a:pt x="502" y="196"/>
                      </a:lnTo>
                      <a:lnTo>
                        <a:pt x="502" y="198"/>
                      </a:lnTo>
                      <a:lnTo>
                        <a:pt x="500" y="198"/>
                      </a:lnTo>
                      <a:lnTo>
                        <a:pt x="500" y="199"/>
                      </a:lnTo>
                      <a:lnTo>
                        <a:pt x="498" y="199"/>
                      </a:lnTo>
                      <a:lnTo>
                        <a:pt x="498" y="198"/>
                      </a:lnTo>
                      <a:lnTo>
                        <a:pt x="496" y="198"/>
                      </a:lnTo>
                      <a:lnTo>
                        <a:pt x="496" y="196"/>
                      </a:lnTo>
                      <a:lnTo>
                        <a:pt x="495" y="194"/>
                      </a:lnTo>
                      <a:lnTo>
                        <a:pt x="493" y="194"/>
                      </a:lnTo>
                      <a:lnTo>
                        <a:pt x="491" y="194"/>
                      </a:lnTo>
                      <a:lnTo>
                        <a:pt x="491" y="196"/>
                      </a:lnTo>
                      <a:lnTo>
                        <a:pt x="489" y="196"/>
                      </a:lnTo>
                      <a:lnTo>
                        <a:pt x="491" y="196"/>
                      </a:lnTo>
                      <a:lnTo>
                        <a:pt x="489" y="196"/>
                      </a:lnTo>
                      <a:lnTo>
                        <a:pt x="487" y="196"/>
                      </a:lnTo>
                      <a:lnTo>
                        <a:pt x="485" y="196"/>
                      </a:lnTo>
                      <a:lnTo>
                        <a:pt x="485" y="194"/>
                      </a:lnTo>
                      <a:lnTo>
                        <a:pt x="484" y="194"/>
                      </a:lnTo>
                      <a:lnTo>
                        <a:pt x="484" y="192"/>
                      </a:lnTo>
                      <a:lnTo>
                        <a:pt x="484" y="190"/>
                      </a:lnTo>
                      <a:lnTo>
                        <a:pt x="484" y="189"/>
                      </a:lnTo>
                      <a:lnTo>
                        <a:pt x="484" y="187"/>
                      </a:lnTo>
                      <a:lnTo>
                        <a:pt x="485" y="187"/>
                      </a:lnTo>
                      <a:lnTo>
                        <a:pt x="487" y="189"/>
                      </a:lnTo>
                      <a:lnTo>
                        <a:pt x="489" y="189"/>
                      </a:lnTo>
                      <a:close/>
                      <a:moveTo>
                        <a:pt x="1420" y="185"/>
                      </a:moveTo>
                      <a:lnTo>
                        <a:pt x="1420" y="187"/>
                      </a:lnTo>
                      <a:lnTo>
                        <a:pt x="1422" y="187"/>
                      </a:lnTo>
                      <a:lnTo>
                        <a:pt x="1424" y="187"/>
                      </a:lnTo>
                      <a:lnTo>
                        <a:pt x="1425" y="187"/>
                      </a:lnTo>
                      <a:lnTo>
                        <a:pt x="1427" y="187"/>
                      </a:lnTo>
                      <a:lnTo>
                        <a:pt x="1427" y="189"/>
                      </a:lnTo>
                      <a:lnTo>
                        <a:pt x="1427" y="187"/>
                      </a:lnTo>
                      <a:lnTo>
                        <a:pt x="1429" y="187"/>
                      </a:lnTo>
                      <a:lnTo>
                        <a:pt x="1429" y="189"/>
                      </a:lnTo>
                      <a:lnTo>
                        <a:pt x="1431" y="189"/>
                      </a:lnTo>
                      <a:lnTo>
                        <a:pt x="1433" y="190"/>
                      </a:lnTo>
                      <a:lnTo>
                        <a:pt x="1433" y="189"/>
                      </a:lnTo>
                      <a:lnTo>
                        <a:pt x="1433" y="190"/>
                      </a:lnTo>
                      <a:lnTo>
                        <a:pt x="1433" y="189"/>
                      </a:lnTo>
                      <a:lnTo>
                        <a:pt x="1435" y="189"/>
                      </a:lnTo>
                      <a:lnTo>
                        <a:pt x="1435" y="187"/>
                      </a:lnTo>
                      <a:lnTo>
                        <a:pt x="1435" y="189"/>
                      </a:lnTo>
                      <a:lnTo>
                        <a:pt x="1436" y="189"/>
                      </a:lnTo>
                      <a:lnTo>
                        <a:pt x="1436" y="190"/>
                      </a:lnTo>
                      <a:lnTo>
                        <a:pt x="1438" y="190"/>
                      </a:lnTo>
                      <a:lnTo>
                        <a:pt x="1438" y="192"/>
                      </a:lnTo>
                      <a:lnTo>
                        <a:pt x="1438" y="190"/>
                      </a:lnTo>
                      <a:lnTo>
                        <a:pt x="1438" y="192"/>
                      </a:lnTo>
                      <a:lnTo>
                        <a:pt x="1440" y="192"/>
                      </a:lnTo>
                      <a:lnTo>
                        <a:pt x="1442" y="192"/>
                      </a:lnTo>
                      <a:lnTo>
                        <a:pt x="1442" y="194"/>
                      </a:lnTo>
                      <a:lnTo>
                        <a:pt x="1444" y="194"/>
                      </a:lnTo>
                      <a:lnTo>
                        <a:pt x="1442" y="194"/>
                      </a:lnTo>
                      <a:lnTo>
                        <a:pt x="1444" y="194"/>
                      </a:lnTo>
                      <a:lnTo>
                        <a:pt x="1442" y="196"/>
                      </a:lnTo>
                      <a:lnTo>
                        <a:pt x="1444" y="196"/>
                      </a:lnTo>
                      <a:lnTo>
                        <a:pt x="1444" y="194"/>
                      </a:lnTo>
                      <a:lnTo>
                        <a:pt x="1444" y="196"/>
                      </a:lnTo>
                      <a:lnTo>
                        <a:pt x="1445" y="196"/>
                      </a:lnTo>
                      <a:lnTo>
                        <a:pt x="1444" y="198"/>
                      </a:lnTo>
                      <a:lnTo>
                        <a:pt x="1445" y="198"/>
                      </a:lnTo>
                      <a:lnTo>
                        <a:pt x="1445" y="199"/>
                      </a:lnTo>
                      <a:lnTo>
                        <a:pt x="1447" y="199"/>
                      </a:lnTo>
                      <a:lnTo>
                        <a:pt x="1447" y="201"/>
                      </a:lnTo>
                      <a:lnTo>
                        <a:pt x="1447" y="199"/>
                      </a:lnTo>
                      <a:lnTo>
                        <a:pt x="1449" y="199"/>
                      </a:lnTo>
                      <a:lnTo>
                        <a:pt x="1451" y="199"/>
                      </a:lnTo>
                      <a:lnTo>
                        <a:pt x="1451" y="201"/>
                      </a:lnTo>
                      <a:lnTo>
                        <a:pt x="1453" y="201"/>
                      </a:lnTo>
                      <a:lnTo>
                        <a:pt x="1455" y="201"/>
                      </a:lnTo>
                      <a:lnTo>
                        <a:pt x="1455" y="203"/>
                      </a:lnTo>
                      <a:lnTo>
                        <a:pt x="1453" y="203"/>
                      </a:lnTo>
                      <a:lnTo>
                        <a:pt x="1451" y="205"/>
                      </a:lnTo>
                      <a:lnTo>
                        <a:pt x="1449" y="205"/>
                      </a:lnTo>
                      <a:lnTo>
                        <a:pt x="1447" y="205"/>
                      </a:lnTo>
                      <a:lnTo>
                        <a:pt x="1447" y="207"/>
                      </a:lnTo>
                      <a:lnTo>
                        <a:pt x="1445" y="207"/>
                      </a:lnTo>
                      <a:lnTo>
                        <a:pt x="1445" y="205"/>
                      </a:lnTo>
                      <a:lnTo>
                        <a:pt x="1444" y="205"/>
                      </a:lnTo>
                      <a:lnTo>
                        <a:pt x="1442" y="205"/>
                      </a:lnTo>
                      <a:lnTo>
                        <a:pt x="1442" y="203"/>
                      </a:lnTo>
                      <a:lnTo>
                        <a:pt x="1440" y="205"/>
                      </a:lnTo>
                      <a:lnTo>
                        <a:pt x="1440" y="203"/>
                      </a:lnTo>
                      <a:lnTo>
                        <a:pt x="1440" y="205"/>
                      </a:lnTo>
                      <a:lnTo>
                        <a:pt x="1438" y="203"/>
                      </a:lnTo>
                      <a:lnTo>
                        <a:pt x="1438" y="205"/>
                      </a:lnTo>
                      <a:lnTo>
                        <a:pt x="1436" y="205"/>
                      </a:lnTo>
                      <a:lnTo>
                        <a:pt x="1435" y="205"/>
                      </a:lnTo>
                      <a:lnTo>
                        <a:pt x="1435" y="203"/>
                      </a:lnTo>
                      <a:lnTo>
                        <a:pt x="1435" y="201"/>
                      </a:lnTo>
                      <a:lnTo>
                        <a:pt x="1435" y="199"/>
                      </a:lnTo>
                      <a:lnTo>
                        <a:pt x="1435" y="198"/>
                      </a:lnTo>
                      <a:lnTo>
                        <a:pt x="1433" y="198"/>
                      </a:lnTo>
                      <a:lnTo>
                        <a:pt x="1433" y="196"/>
                      </a:lnTo>
                      <a:lnTo>
                        <a:pt x="1433" y="194"/>
                      </a:lnTo>
                      <a:lnTo>
                        <a:pt x="1433" y="192"/>
                      </a:lnTo>
                      <a:lnTo>
                        <a:pt x="1431" y="192"/>
                      </a:lnTo>
                      <a:lnTo>
                        <a:pt x="1431" y="190"/>
                      </a:lnTo>
                      <a:lnTo>
                        <a:pt x="1431" y="192"/>
                      </a:lnTo>
                      <a:lnTo>
                        <a:pt x="1429" y="192"/>
                      </a:lnTo>
                      <a:lnTo>
                        <a:pt x="1429" y="194"/>
                      </a:lnTo>
                      <a:lnTo>
                        <a:pt x="1427" y="194"/>
                      </a:lnTo>
                      <a:lnTo>
                        <a:pt x="1425" y="192"/>
                      </a:lnTo>
                      <a:lnTo>
                        <a:pt x="1424" y="190"/>
                      </a:lnTo>
                      <a:lnTo>
                        <a:pt x="1422" y="190"/>
                      </a:lnTo>
                      <a:lnTo>
                        <a:pt x="1424" y="192"/>
                      </a:lnTo>
                      <a:lnTo>
                        <a:pt x="1425" y="194"/>
                      </a:lnTo>
                      <a:lnTo>
                        <a:pt x="1424" y="194"/>
                      </a:lnTo>
                      <a:lnTo>
                        <a:pt x="1424" y="192"/>
                      </a:lnTo>
                      <a:lnTo>
                        <a:pt x="1422" y="192"/>
                      </a:lnTo>
                      <a:lnTo>
                        <a:pt x="1424" y="192"/>
                      </a:lnTo>
                      <a:lnTo>
                        <a:pt x="1422" y="192"/>
                      </a:lnTo>
                      <a:lnTo>
                        <a:pt x="1424" y="192"/>
                      </a:lnTo>
                      <a:lnTo>
                        <a:pt x="1422" y="192"/>
                      </a:lnTo>
                      <a:lnTo>
                        <a:pt x="1422" y="190"/>
                      </a:lnTo>
                      <a:lnTo>
                        <a:pt x="1420" y="190"/>
                      </a:lnTo>
                      <a:lnTo>
                        <a:pt x="1420" y="189"/>
                      </a:lnTo>
                      <a:lnTo>
                        <a:pt x="1420" y="187"/>
                      </a:lnTo>
                      <a:lnTo>
                        <a:pt x="1418" y="187"/>
                      </a:lnTo>
                      <a:lnTo>
                        <a:pt x="1418" y="185"/>
                      </a:lnTo>
                      <a:lnTo>
                        <a:pt x="1420" y="185"/>
                      </a:lnTo>
                      <a:close/>
                      <a:moveTo>
                        <a:pt x="314" y="176"/>
                      </a:moveTo>
                      <a:lnTo>
                        <a:pt x="316" y="176"/>
                      </a:lnTo>
                      <a:lnTo>
                        <a:pt x="316" y="178"/>
                      </a:lnTo>
                      <a:lnTo>
                        <a:pt x="318" y="178"/>
                      </a:lnTo>
                      <a:lnTo>
                        <a:pt x="318" y="179"/>
                      </a:lnTo>
                      <a:lnTo>
                        <a:pt x="318" y="181"/>
                      </a:lnTo>
                      <a:lnTo>
                        <a:pt x="316" y="181"/>
                      </a:lnTo>
                      <a:lnTo>
                        <a:pt x="316" y="183"/>
                      </a:lnTo>
                      <a:lnTo>
                        <a:pt x="316" y="185"/>
                      </a:lnTo>
                      <a:lnTo>
                        <a:pt x="314" y="185"/>
                      </a:lnTo>
                      <a:lnTo>
                        <a:pt x="316" y="185"/>
                      </a:lnTo>
                      <a:lnTo>
                        <a:pt x="314" y="187"/>
                      </a:lnTo>
                      <a:lnTo>
                        <a:pt x="314" y="185"/>
                      </a:lnTo>
                      <a:lnTo>
                        <a:pt x="312" y="185"/>
                      </a:lnTo>
                      <a:lnTo>
                        <a:pt x="312" y="183"/>
                      </a:lnTo>
                      <a:lnTo>
                        <a:pt x="312" y="185"/>
                      </a:lnTo>
                      <a:lnTo>
                        <a:pt x="312" y="183"/>
                      </a:lnTo>
                      <a:lnTo>
                        <a:pt x="312" y="185"/>
                      </a:lnTo>
                      <a:lnTo>
                        <a:pt x="310" y="185"/>
                      </a:lnTo>
                      <a:lnTo>
                        <a:pt x="310" y="187"/>
                      </a:lnTo>
                      <a:lnTo>
                        <a:pt x="308" y="187"/>
                      </a:lnTo>
                      <a:lnTo>
                        <a:pt x="308" y="185"/>
                      </a:lnTo>
                      <a:lnTo>
                        <a:pt x="308" y="183"/>
                      </a:lnTo>
                      <a:lnTo>
                        <a:pt x="308" y="181"/>
                      </a:lnTo>
                      <a:lnTo>
                        <a:pt x="308" y="183"/>
                      </a:lnTo>
                      <a:lnTo>
                        <a:pt x="307" y="183"/>
                      </a:lnTo>
                      <a:lnTo>
                        <a:pt x="307" y="181"/>
                      </a:lnTo>
                      <a:lnTo>
                        <a:pt x="305" y="181"/>
                      </a:lnTo>
                      <a:lnTo>
                        <a:pt x="307" y="181"/>
                      </a:lnTo>
                      <a:lnTo>
                        <a:pt x="305" y="181"/>
                      </a:lnTo>
                      <a:lnTo>
                        <a:pt x="305" y="179"/>
                      </a:lnTo>
                      <a:lnTo>
                        <a:pt x="307" y="179"/>
                      </a:lnTo>
                      <a:lnTo>
                        <a:pt x="307" y="178"/>
                      </a:lnTo>
                      <a:lnTo>
                        <a:pt x="308" y="178"/>
                      </a:lnTo>
                      <a:lnTo>
                        <a:pt x="308" y="176"/>
                      </a:lnTo>
                      <a:lnTo>
                        <a:pt x="308" y="178"/>
                      </a:lnTo>
                      <a:lnTo>
                        <a:pt x="308" y="179"/>
                      </a:lnTo>
                      <a:lnTo>
                        <a:pt x="308" y="178"/>
                      </a:lnTo>
                      <a:lnTo>
                        <a:pt x="310" y="178"/>
                      </a:lnTo>
                      <a:lnTo>
                        <a:pt x="312" y="178"/>
                      </a:lnTo>
                      <a:lnTo>
                        <a:pt x="312" y="176"/>
                      </a:lnTo>
                      <a:lnTo>
                        <a:pt x="314" y="176"/>
                      </a:lnTo>
                      <a:close/>
                      <a:moveTo>
                        <a:pt x="1139" y="174"/>
                      </a:moveTo>
                      <a:lnTo>
                        <a:pt x="1141" y="176"/>
                      </a:lnTo>
                      <a:lnTo>
                        <a:pt x="1141" y="178"/>
                      </a:lnTo>
                      <a:lnTo>
                        <a:pt x="1142" y="178"/>
                      </a:lnTo>
                      <a:lnTo>
                        <a:pt x="1142" y="179"/>
                      </a:lnTo>
                      <a:lnTo>
                        <a:pt x="1144" y="179"/>
                      </a:lnTo>
                      <a:lnTo>
                        <a:pt x="1144" y="181"/>
                      </a:lnTo>
                      <a:lnTo>
                        <a:pt x="1142" y="181"/>
                      </a:lnTo>
                      <a:lnTo>
                        <a:pt x="1142" y="183"/>
                      </a:lnTo>
                      <a:lnTo>
                        <a:pt x="1141" y="183"/>
                      </a:lnTo>
                      <a:lnTo>
                        <a:pt x="1141" y="185"/>
                      </a:lnTo>
                      <a:lnTo>
                        <a:pt x="1142" y="185"/>
                      </a:lnTo>
                      <a:lnTo>
                        <a:pt x="1142" y="187"/>
                      </a:lnTo>
                      <a:lnTo>
                        <a:pt x="1142" y="189"/>
                      </a:lnTo>
                      <a:lnTo>
                        <a:pt x="1144" y="189"/>
                      </a:lnTo>
                      <a:lnTo>
                        <a:pt x="1146" y="189"/>
                      </a:lnTo>
                      <a:lnTo>
                        <a:pt x="1146" y="187"/>
                      </a:lnTo>
                      <a:lnTo>
                        <a:pt x="1148" y="187"/>
                      </a:lnTo>
                      <a:lnTo>
                        <a:pt x="1148" y="189"/>
                      </a:lnTo>
                      <a:lnTo>
                        <a:pt x="1148" y="187"/>
                      </a:lnTo>
                      <a:lnTo>
                        <a:pt x="1148" y="189"/>
                      </a:lnTo>
                      <a:lnTo>
                        <a:pt x="1150" y="189"/>
                      </a:lnTo>
                      <a:lnTo>
                        <a:pt x="1152" y="189"/>
                      </a:lnTo>
                      <a:lnTo>
                        <a:pt x="1150" y="189"/>
                      </a:lnTo>
                      <a:lnTo>
                        <a:pt x="1150" y="190"/>
                      </a:lnTo>
                      <a:lnTo>
                        <a:pt x="1152" y="190"/>
                      </a:lnTo>
                      <a:lnTo>
                        <a:pt x="1150" y="190"/>
                      </a:lnTo>
                      <a:lnTo>
                        <a:pt x="1152" y="190"/>
                      </a:lnTo>
                      <a:lnTo>
                        <a:pt x="1152" y="192"/>
                      </a:lnTo>
                      <a:lnTo>
                        <a:pt x="1150" y="192"/>
                      </a:lnTo>
                      <a:lnTo>
                        <a:pt x="1152" y="192"/>
                      </a:lnTo>
                      <a:lnTo>
                        <a:pt x="1150" y="192"/>
                      </a:lnTo>
                      <a:lnTo>
                        <a:pt x="1150" y="194"/>
                      </a:lnTo>
                      <a:lnTo>
                        <a:pt x="1148" y="194"/>
                      </a:lnTo>
                      <a:lnTo>
                        <a:pt x="1146" y="194"/>
                      </a:lnTo>
                      <a:lnTo>
                        <a:pt x="1144" y="194"/>
                      </a:lnTo>
                      <a:lnTo>
                        <a:pt x="1146" y="194"/>
                      </a:lnTo>
                      <a:lnTo>
                        <a:pt x="1144" y="194"/>
                      </a:lnTo>
                      <a:lnTo>
                        <a:pt x="1144" y="192"/>
                      </a:lnTo>
                      <a:lnTo>
                        <a:pt x="1142" y="192"/>
                      </a:lnTo>
                      <a:lnTo>
                        <a:pt x="1142" y="190"/>
                      </a:lnTo>
                      <a:lnTo>
                        <a:pt x="1141" y="190"/>
                      </a:lnTo>
                      <a:lnTo>
                        <a:pt x="1139" y="190"/>
                      </a:lnTo>
                      <a:lnTo>
                        <a:pt x="1139" y="192"/>
                      </a:lnTo>
                      <a:lnTo>
                        <a:pt x="1137" y="192"/>
                      </a:lnTo>
                      <a:lnTo>
                        <a:pt x="1135" y="192"/>
                      </a:lnTo>
                      <a:lnTo>
                        <a:pt x="1135" y="190"/>
                      </a:lnTo>
                      <a:lnTo>
                        <a:pt x="1135" y="189"/>
                      </a:lnTo>
                      <a:lnTo>
                        <a:pt x="1135" y="187"/>
                      </a:lnTo>
                      <a:lnTo>
                        <a:pt x="1137" y="187"/>
                      </a:lnTo>
                      <a:lnTo>
                        <a:pt x="1137" y="185"/>
                      </a:lnTo>
                      <a:lnTo>
                        <a:pt x="1135" y="185"/>
                      </a:lnTo>
                      <a:lnTo>
                        <a:pt x="1133" y="185"/>
                      </a:lnTo>
                      <a:lnTo>
                        <a:pt x="1132" y="185"/>
                      </a:lnTo>
                      <a:lnTo>
                        <a:pt x="1132" y="183"/>
                      </a:lnTo>
                      <a:lnTo>
                        <a:pt x="1132" y="181"/>
                      </a:lnTo>
                      <a:lnTo>
                        <a:pt x="1130" y="181"/>
                      </a:lnTo>
                      <a:lnTo>
                        <a:pt x="1130" y="179"/>
                      </a:lnTo>
                      <a:lnTo>
                        <a:pt x="1130" y="178"/>
                      </a:lnTo>
                      <a:lnTo>
                        <a:pt x="1132" y="178"/>
                      </a:lnTo>
                      <a:lnTo>
                        <a:pt x="1132" y="176"/>
                      </a:lnTo>
                      <a:lnTo>
                        <a:pt x="1132" y="174"/>
                      </a:lnTo>
                      <a:lnTo>
                        <a:pt x="1133" y="174"/>
                      </a:lnTo>
                      <a:lnTo>
                        <a:pt x="1133" y="176"/>
                      </a:lnTo>
                      <a:lnTo>
                        <a:pt x="1133" y="178"/>
                      </a:lnTo>
                      <a:lnTo>
                        <a:pt x="1135" y="178"/>
                      </a:lnTo>
                      <a:lnTo>
                        <a:pt x="1137" y="178"/>
                      </a:lnTo>
                      <a:lnTo>
                        <a:pt x="1137" y="176"/>
                      </a:lnTo>
                      <a:lnTo>
                        <a:pt x="1137" y="174"/>
                      </a:lnTo>
                      <a:lnTo>
                        <a:pt x="1139" y="174"/>
                      </a:lnTo>
                      <a:close/>
                      <a:moveTo>
                        <a:pt x="1256" y="163"/>
                      </a:moveTo>
                      <a:lnTo>
                        <a:pt x="1257" y="163"/>
                      </a:lnTo>
                      <a:lnTo>
                        <a:pt x="1259" y="163"/>
                      </a:lnTo>
                      <a:lnTo>
                        <a:pt x="1259" y="165"/>
                      </a:lnTo>
                      <a:lnTo>
                        <a:pt x="1261" y="165"/>
                      </a:lnTo>
                      <a:lnTo>
                        <a:pt x="1263" y="165"/>
                      </a:lnTo>
                      <a:lnTo>
                        <a:pt x="1265" y="163"/>
                      </a:lnTo>
                      <a:lnTo>
                        <a:pt x="1265" y="165"/>
                      </a:lnTo>
                      <a:lnTo>
                        <a:pt x="1263" y="165"/>
                      </a:lnTo>
                      <a:lnTo>
                        <a:pt x="1265" y="165"/>
                      </a:lnTo>
                      <a:lnTo>
                        <a:pt x="1267" y="165"/>
                      </a:lnTo>
                      <a:lnTo>
                        <a:pt x="1267" y="167"/>
                      </a:lnTo>
                      <a:lnTo>
                        <a:pt x="1267" y="165"/>
                      </a:lnTo>
                      <a:lnTo>
                        <a:pt x="1267" y="167"/>
                      </a:lnTo>
                      <a:lnTo>
                        <a:pt x="1268" y="167"/>
                      </a:lnTo>
                      <a:lnTo>
                        <a:pt x="1268" y="168"/>
                      </a:lnTo>
                      <a:lnTo>
                        <a:pt x="1270" y="168"/>
                      </a:lnTo>
                      <a:lnTo>
                        <a:pt x="1272" y="168"/>
                      </a:lnTo>
                      <a:lnTo>
                        <a:pt x="1274" y="168"/>
                      </a:lnTo>
                      <a:lnTo>
                        <a:pt x="1274" y="170"/>
                      </a:lnTo>
                      <a:lnTo>
                        <a:pt x="1272" y="170"/>
                      </a:lnTo>
                      <a:lnTo>
                        <a:pt x="1272" y="172"/>
                      </a:lnTo>
                      <a:lnTo>
                        <a:pt x="1274" y="172"/>
                      </a:lnTo>
                      <a:lnTo>
                        <a:pt x="1274" y="174"/>
                      </a:lnTo>
                      <a:lnTo>
                        <a:pt x="1272" y="174"/>
                      </a:lnTo>
                      <a:lnTo>
                        <a:pt x="1272" y="176"/>
                      </a:lnTo>
                      <a:lnTo>
                        <a:pt x="1270" y="176"/>
                      </a:lnTo>
                      <a:lnTo>
                        <a:pt x="1272" y="176"/>
                      </a:lnTo>
                      <a:lnTo>
                        <a:pt x="1270" y="178"/>
                      </a:lnTo>
                      <a:lnTo>
                        <a:pt x="1270" y="176"/>
                      </a:lnTo>
                      <a:lnTo>
                        <a:pt x="1268" y="176"/>
                      </a:lnTo>
                      <a:lnTo>
                        <a:pt x="1270" y="176"/>
                      </a:lnTo>
                      <a:lnTo>
                        <a:pt x="1268" y="176"/>
                      </a:lnTo>
                      <a:lnTo>
                        <a:pt x="1267" y="174"/>
                      </a:lnTo>
                      <a:lnTo>
                        <a:pt x="1267" y="176"/>
                      </a:lnTo>
                      <a:lnTo>
                        <a:pt x="1267" y="174"/>
                      </a:lnTo>
                      <a:lnTo>
                        <a:pt x="1265" y="174"/>
                      </a:lnTo>
                      <a:lnTo>
                        <a:pt x="1265" y="176"/>
                      </a:lnTo>
                      <a:lnTo>
                        <a:pt x="1265" y="174"/>
                      </a:lnTo>
                      <a:lnTo>
                        <a:pt x="1265" y="176"/>
                      </a:lnTo>
                      <a:lnTo>
                        <a:pt x="1263" y="176"/>
                      </a:lnTo>
                      <a:lnTo>
                        <a:pt x="1261" y="176"/>
                      </a:lnTo>
                      <a:lnTo>
                        <a:pt x="1263" y="176"/>
                      </a:lnTo>
                      <a:lnTo>
                        <a:pt x="1261" y="176"/>
                      </a:lnTo>
                      <a:lnTo>
                        <a:pt x="1263" y="176"/>
                      </a:lnTo>
                      <a:lnTo>
                        <a:pt x="1261" y="176"/>
                      </a:lnTo>
                      <a:lnTo>
                        <a:pt x="1259" y="176"/>
                      </a:lnTo>
                      <a:lnTo>
                        <a:pt x="1259" y="174"/>
                      </a:lnTo>
                      <a:lnTo>
                        <a:pt x="1259" y="172"/>
                      </a:lnTo>
                      <a:lnTo>
                        <a:pt x="1257" y="172"/>
                      </a:lnTo>
                      <a:lnTo>
                        <a:pt x="1256" y="172"/>
                      </a:lnTo>
                      <a:lnTo>
                        <a:pt x="1256" y="170"/>
                      </a:lnTo>
                      <a:lnTo>
                        <a:pt x="1254" y="170"/>
                      </a:lnTo>
                      <a:lnTo>
                        <a:pt x="1256" y="168"/>
                      </a:lnTo>
                      <a:lnTo>
                        <a:pt x="1254" y="168"/>
                      </a:lnTo>
                      <a:lnTo>
                        <a:pt x="1252" y="168"/>
                      </a:lnTo>
                      <a:lnTo>
                        <a:pt x="1252" y="167"/>
                      </a:lnTo>
                      <a:lnTo>
                        <a:pt x="1250" y="167"/>
                      </a:lnTo>
                      <a:lnTo>
                        <a:pt x="1252" y="167"/>
                      </a:lnTo>
                      <a:lnTo>
                        <a:pt x="1250" y="167"/>
                      </a:lnTo>
                      <a:lnTo>
                        <a:pt x="1248" y="167"/>
                      </a:lnTo>
                      <a:lnTo>
                        <a:pt x="1250" y="167"/>
                      </a:lnTo>
                      <a:lnTo>
                        <a:pt x="1248" y="167"/>
                      </a:lnTo>
                      <a:lnTo>
                        <a:pt x="1248" y="168"/>
                      </a:lnTo>
                      <a:lnTo>
                        <a:pt x="1250" y="168"/>
                      </a:lnTo>
                      <a:lnTo>
                        <a:pt x="1248" y="168"/>
                      </a:lnTo>
                      <a:lnTo>
                        <a:pt x="1250" y="168"/>
                      </a:lnTo>
                      <a:lnTo>
                        <a:pt x="1250" y="170"/>
                      </a:lnTo>
                      <a:lnTo>
                        <a:pt x="1252" y="170"/>
                      </a:lnTo>
                      <a:lnTo>
                        <a:pt x="1252" y="172"/>
                      </a:lnTo>
                      <a:lnTo>
                        <a:pt x="1254" y="172"/>
                      </a:lnTo>
                      <a:lnTo>
                        <a:pt x="1254" y="174"/>
                      </a:lnTo>
                      <a:lnTo>
                        <a:pt x="1252" y="174"/>
                      </a:lnTo>
                      <a:lnTo>
                        <a:pt x="1254" y="174"/>
                      </a:lnTo>
                      <a:lnTo>
                        <a:pt x="1256" y="174"/>
                      </a:lnTo>
                      <a:lnTo>
                        <a:pt x="1257" y="174"/>
                      </a:lnTo>
                      <a:lnTo>
                        <a:pt x="1259" y="174"/>
                      </a:lnTo>
                      <a:lnTo>
                        <a:pt x="1259" y="176"/>
                      </a:lnTo>
                      <a:lnTo>
                        <a:pt x="1261" y="176"/>
                      </a:lnTo>
                      <a:lnTo>
                        <a:pt x="1259" y="176"/>
                      </a:lnTo>
                      <a:lnTo>
                        <a:pt x="1259" y="178"/>
                      </a:lnTo>
                      <a:lnTo>
                        <a:pt x="1257" y="178"/>
                      </a:lnTo>
                      <a:lnTo>
                        <a:pt x="1256" y="178"/>
                      </a:lnTo>
                      <a:lnTo>
                        <a:pt x="1256" y="179"/>
                      </a:lnTo>
                      <a:lnTo>
                        <a:pt x="1256" y="178"/>
                      </a:lnTo>
                      <a:lnTo>
                        <a:pt x="1256" y="179"/>
                      </a:lnTo>
                      <a:lnTo>
                        <a:pt x="1254" y="179"/>
                      </a:lnTo>
                      <a:lnTo>
                        <a:pt x="1252" y="179"/>
                      </a:lnTo>
                      <a:lnTo>
                        <a:pt x="1252" y="178"/>
                      </a:lnTo>
                      <a:lnTo>
                        <a:pt x="1252" y="176"/>
                      </a:lnTo>
                      <a:lnTo>
                        <a:pt x="1250" y="176"/>
                      </a:lnTo>
                      <a:lnTo>
                        <a:pt x="1252" y="176"/>
                      </a:lnTo>
                      <a:lnTo>
                        <a:pt x="1252" y="174"/>
                      </a:lnTo>
                      <a:lnTo>
                        <a:pt x="1250" y="174"/>
                      </a:lnTo>
                      <a:lnTo>
                        <a:pt x="1248" y="174"/>
                      </a:lnTo>
                      <a:lnTo>
                        <a:pt x="1247" y="174"/>
                      </a:lnTo>
                      <a:lnTo>
                        <a:pt x="1247" y="176"/>
                      </a:lnTo>
                      <a:lnTo>
                        <a:pt x="1248" y="176"/>
                      </a:lnTo>
                      <a:lnTo>
                        <a:pt x="1247" y="176"/>
                      </a:lnTo>
                      <a:lnTo>
                        <a:pt x="1248" y="176"/>
                      </a:lnTo>
                      <a:lnTo>
                        <a:pt x="1247" y="176"/>
                      </a:lnTo>
                      <a:lnTo>
                        <a:pt x="1248" y="176"/>
                      </a:lnTo>
                      <a:lnTo>
                        <a:pt x="1248" y="178"/>
                      </a:lnTo>
                      <a:lnTo>
                        <a:pt x="1247" y="178"/>
                      </a:lnTo>
                      <a:lnTo>
                        <a:pt x="1247" y="179"/>
                      </a:lnTo>
                      <a:lnTo>
                        <a:pt x="1247" y="178"/>
                      </a:lnTo>
                      <a:lnTo>
                        <a:pt x="1247" y="176"/>
                      </a:lnTo>
                      <a:lnTo>
                        <a:pt x="1247" y="178"/>
                      </a:lnTo>
                      <a:lnTo>
                        <a:pt x="1247" y="176"/>
                      </a:lnTo>
                      <a:lnTo>
                        <a:pt x="1247" y="174"/>
                      </a:lnTo>
                      <a:lnTo>
                        <a:pt x="1245" y="174"/>
                      </a:lnTo>
                      <a:lnTo>
                        <a:pt x="1245" y="172"/>
                      </a:lnTo>
                      <a:lnTo>
                        <a:pt x="1247" y="172"/>
                      </a:lnTo>
                      <a:lnTo>
                        <a:pt x="1245" y="172"/>
                      </a:lnTo>
                      <a:lnTo>
                        <a:pt x="1243" y="172"/>
                      </a:lnTo>
                      <a:lnTo>
                        <a:pt x="1243" y="174"/>
                      </a:lnTo>
                      <a:lnTo>
                        <a:pt x="1241" y="174"/>
                      </a:lnTo>
                      <a:lnTo>
                        <a:pt x="1243" y="174"/>
                      </a:lnTo>
                      <a:lnTo>
                        <a:pt x="1243" y="172"/>
                      </a:lnTo>
                      <a:lnTo>
                        <a:pt x="1241" y="172"/>
                      </a:lnTo>
                      <a:lnTo>
                        <a:pt x="1239" y="172"/>
                      </a:lnTo>
                      <a:lnTo>
                        <a:pt x="1241" y="172"/>
                      </a:lnTo>
                      <a:lnTo>
                        <a:pt x="1241" y="174"/>
                      </a:lnTo>
                      <a:lnTo>
                        <a:pt x="1239" y="172"/>
                      </a:lnTo>
                      <a:lnTo>
                        <a:pt x="1237" y="172"/>
                      </a:lnTo>
                      <a:lnTo>
                        <a:pt x="1239" y="172"/>
                      </a:lnTo>
                      <a:lnTo>
                        <a:pt x="1237" y="172"/>
                      </a:lnTo>
                      <a:lnTo>
                        <a:pt x="1236" y="172"/>
                      </a:lnTo>
                      <a:lnTo>
                        <a:pt x="1236" y="170"/>
                      </a:lnTo>
                      <a:lnTo>
                        <a:pt x="1234" y="170"/>
                      </a:lnTo>
                      <a:lnTo>
                        <a:pt x="1236" y="170"/>
                      </a:lnTo>
                      <a:lnTo>
                        <a:pt x="1237" y="170"/>
                      </a:lnTo>
                      <a:lnTo>
                        <a:pt x="1239" y="170"/>
                      </a:lnTo>
                      <a:lnTo>
                        <a:pt x="1241" y="172"/>
                      </a:lnTo>
                      <a:lnTo>
                        <a:pt x="1241" y="170"/>
                      </a:lnTo>
                      <a:lnTo>
                        <a:pt x="1241" y="172"/>
                      </a:lnTo>
                      <a:lnTo>
                        <a:pt x="1241" y="170"/>
                      </a:lnTo>
                      <a:lnTo>
                        <a:pt x="1243" y="170"/>
                      </a:lnTo>
                      <a:lnTo>
                        <a:pt x="1241" y="170"/>
                      </a:lnTo>
                      <a:lnTo>
                        <a:pt x="1239" y="170"/>
                      </a:lnTo>
                      <a:lnTo>
                        <a:pt x="1241" y="170"/>
                      </a:lnTo>
                      <a:lnTo>
                        <a:pt x="1241" y="168"/>
                      </a:lnTo>
                      <a:lnTo>
                        <a:pt x="1239" y="168"/>
                      </a:lnTo>
                      <a:lnTo>
                        <a:pt x="1239" y="170"/>
                      </a:lnTo>
                      <a:lnTo>
                        <a:pt x="1237" y="170"/>
                      </a:lnTo>
                      <a:lnTo>
                        <a:pt x="1237" y="168"/>
                      </a:lnTo>
                      <a:lnTo>
                        <a:pt x="1237" y="167"/>
                      </a:lnTo>
                      <a:lnTo>
                        <a:pt x="1239" y="167"/>
                      </a:lnTo>
                      <a:lnTo>
                        <a:pt x="1239" y="168"/>
                      </a:lnTo>
                      <a:lnTo>
                        <a:pt x="1239" y="167"/>
                      </a:lnTo>
                      <a:lnTo>
                        <a:pt x="1241" y="167"/>
                      </a:lnTo>
                      <a:lnTo>
                        <a:pt x="1239" y="167"/>
                      </a:lnTo>
                      <a:lnTo>
                        <a:pt x="1241" y="167"/>
                      </a:lnTo>
                      <a:lnTo>
                        <a:pt x="1243" y="167"/>
                      </a:lnTo>
                      <a:lnTo>
                        <a:pt x="1241" y="167"/>
                      </a:lnTo>
                      <a:lnTo>
                        <a:pt x="1243" y="167"/>
                      </a:lnTo>
                      <a:lnTo>
                        <a:pt x="1245" y="167"/>
                      </a:lnTo>
                      <a:lnTo>
                        <a:pt x="1245" y="165"/>
                      </a:lnTo>
                      <a:lnTo>
                        <a:pt x="1247" y="165"/>
                      </a:lnTo>
                      <a:lnTo>
                        <a:pt x="1247" y="167"/>
                      </a:lnTo>
                      <a:lnTo>
                        <a:pt x="1247" y="165"/>
                      </a:lnTo>
                      <a:lnTo>
                        <a:pt x="1247" y="167"/>
                      </a:lnTo>
                      <a:lnTo>
                        <a:pt x="1247" y="165"/>
                      </a:lnTo>
                      <a:lnTo>
                        <a:pt x="1247" y="167"/>
                      </a:lnTo>
                      <a:lnTo>
                        <a:pt x="1247" y="165"/>
                      </a:lnTo>
                      <a:lnTo>
                        <a:pt x="1248" y="165"/>
                      </a:lnTo>
                      <a:lnTo>
                        <a:pt x="1250" y="165"/>
                      </a:lnTo>
                      <a:lnTo>
                        <a:pt x="1248" y="165"/>
                      </a:lnTo>
                      <a:lnTo>
                        <a:pt x="1250" y="165"/>
                      </a:lnTo>
                      <a:lnTo>
                        <a:pt x="1252" y="165"/>
                      </a:lnTo>
                      <a:lnTo>
                        <a:pt x="1254" y="165"/>
                      </a:lnTo>
                      <a:lnTo>
                        <a:pt x="1254" y="163"/>
                      </a:lnTo>
                      <a:lnTo>
                        <a:pt x="1256" y="163"/>
                      </a:lnTo>
                      <a:close/>
                      <a:moveTo>
                        <a:pt x="318" y="163"/>
                      </a:moveTo>
                      <a:lnTo>
                        <a:pt x="319" y="163"/>
                      </a:lnTo>
                      <a:lnTo>
                        <a:pt x="319" y="165"/>
                      </a:lnTo>
                      <a:lnTo>
                        <a:pt x="321" y="165"/>
                      </a:lnTo>
                      <a:lnTo>
                        <a:pt x="321" y="167"/>
                      </a:lnTo>
                      <a:lnTo>
                        <a:pt x="319" y="167"/>
                      </a:lnTo>
                      <a:lnTo>
                        <a:pt x="321" y="167"/>
                      </a:lnTo>
                      <a:lnTo>
                        <a:pt x="319" y="167"/>
                      </a:lnTo>
                      <a:lnTo>
                        <a:pt x="321" y="167"/>
                      </a:lnTo>
                      <a:lnTo>
                        <a:pt x="323" y="168"/>
                      </a:lnTo>
                      <a:lnTo>
                        <a:pt x="323" y="170"/>
                      </a:lnTo>
                      <a:lnTo>
                        <a:pt x="325" y="170"/>
                      </a:lnTo>
                      <a:lnTo>
                        <a:pt x="327" y="170"/>
                      </a:lnTo>
                      <a:lnTo>
                        <a:pt x="327" y="168"/>
                      </a:lnTo>
                      <a:lnTo>
                        <a:pt x="325" y="168"/>
                      </a:lnTo>
                      <a:lnTo>
                        <a:pt x="327" y="168"/>
                      </a:lnTo>
                      <a:lnTo>
                        <a:pt x="327" y="170"/>
                      </a:lnTo>
                      <a:lnTo>
                        <a:pt x="328" y="170"/>
                      </a:lnTo>
                      <a:lnTo>
                        <a:pt x="328" y="172"/>
                      </a:lnTo>
                      <a:lnTo>
                        <a:pt x="330" y="172"/>
                      </a:lnTo>
                      <a:lnTo>
                        <a:pt x="330" y="174"/>
                      </a:lnTo>
                      <a:lnTo>
                        <a:pt x="332" y="174"/>
                      </a:lnTo>
                      <a:lnTo>
                        <a:pt x="332" y="172"/>
                      </a:lnTo>
                      <a:lnTo>
                        <a:pt x="332" y="174"/>
                      </a:lnTo>
                      <a:lnTo>
                        <a:pt x="330" y="174"/>
                      </a:lnTo>
                      <a:lnTo>
                        <a:pt x="328" y="174"/>
                      </a:lnTo>
                      <a:lnTo>
                        <a:pt x="330" y="174"/>
                      </a:lnTo>
                      <a:lnTo>
                        <a:pt x="330" y="176"/>
                      </a:lnTo>
                      <a:lnTo>
                        <a:pt x="328" y="176"/>
                      </a:lnTo>
                      <a:lnTo>
                        <a:pt x="328" y="174"/>
                      </a:lnTo>
                      <a:lnTo>
                        <a:pt x="328" y="176"/>
                      </a:lnTo>
                      <a:lnTo>
                        <a:pt x="328" y="174"/>
                      </a:lnTo>
                      <a:lnTo>
                        <a:pt x="327" y="174"/>
                      </a:lnTo>
                      <a:lnTo>
                        <a:pt x="325" y="174"/>
                      </a:lnTo>
                      <a:lnTo>
                        <a:pt x="325" y="172"/>
                      </a:lnTo>
                      <a:lnTo>
                        <a:pt x="323" y="172"/>
                      </a:lnTo>
                      <a:lnTo>
                        <a:pt x="323" y="170"/>
                      </a:lnTo>
                      <a:lnTo>
                        <a:pt x="321" y="170"/>
                      </a:lnTo>
                      <a:lnTo>
                        <a:pt x="319" y="170"/>
                      </a:lnTo>
                      <a:lnTo>
                        <a:pt x="319" y="172"/>
                      </a:lnTo>
                      <a:lnTo>
                        <a:pt x="318" y="172"/>
                      </a:lnTo>
                      <a:lnTo>
                        <a:pt x="316" y="172"/>
                      </a:lnTo>
                      <a:lnTo>
                        <a:pt x="314" y="172"/>
                      </a:lnTo>
                      <a:lnTo>
                        <a:pt x="312" y="172"/>
                      </a:lnTo>
                      <a:lnTo>
                        <a:pt x="312" y="170"/>
                      </a:lnTo>
                      <a:lnTo>
                        <a:pt x="312" y="168"/>
                      </a:lnTo>
                      <a:lnTo>
                        <a:pt x="314" y="168"/>
                      </a:lnTo>
                      <a:lnTo>
                        <a:pt x="314" y="167"/>
                      </a:lnTo>
                      <a:lnTo>
                        <a:pt x="316" y="167"/>
                      </a:lnTo>
                      <a:lnTo>
                        <a:pt x="314" y="167"/>
                      </a:lnTo>
                      <a:lnTo>
                        <a:pt x="316" y="167"/>
                      </a:lnTo>
                      <a:lnTo>
                        <a:pt x="316" y="165"/>
                      </a:lnTo>
                      <a:lnTo>
                        <a:pt x="314" y="165"/>
                      </a:lnTo>
                      <a:lnTo>
                        <a:pt x="316" y="165"/>
                      </a:lnTo>
                      <a:lnTo>
                        <a:pt x="314" y="165"/>
                      </a:lnTo>
                      <a:lnTo>
                        <a:pt x="314" y="163"/>
                      </a:lnTo>
                      <a:lnTo>
                        <a:pt x="316" y="163"/>
                      </a:lnTo>
                      <a:lnTo>
                        <a:pt x="316" y="165"/>
                      </a:lnTo>
                      <a:lnTo>
                        <a:pt x="316" y="163"/>
                      </a:lnTo>
                      <a:lnTo>
                        <a:pt x="318" y="163"/>
                      </a:lnTo>
                      <a:lnTo>
                        <a:pt x="316" y="163"/>
                      </a:lnTo>
                      <a:lnTo>
                        <a:pt x="316" y="161"/>
                      </a:lnTo>
                      <a:lnTo>
                        <a:pt x="316" y="163"/>
                      </a:lnTo>
                      <a:lnTo>
                        <a:pt x="318" y="163"/>
                      </a:lnTo>
                      <a:close/>
                      <a:moveTo>
                        <a:pt x="252" y="128"/>
                      </a:moveTo>
                      <a:lnTo>
                        <a:pt x="250" y="128"/>
                      </a:lnTo>
                      <a:lnTo>
                        <a:pt x="248" y="128"/>
                      </a:lnTo>
                      <a:lnTo>
                        <a:pt x="248" y="130"/>
                      </a:lnTo>
                      <a:lnTo>
                        <a:pt x="248" y="128"/>
                      </a:lnTo>
                      <a:lnTo>
                        <a:pt x="250" y="128"/>
                      </a:lnTo>
                      <a:lnTo>
                        <a:pt x="250" y="130"/>
                      </a:lnTo>
                      <a:lnTo>
                        <a:pt x="252" y="130"/>
                      </a:lnTo>
                      <a:lnTo>
                        <a:pt x="254" y="130"/>
                      </a:lnTo>
                      <a:lnTo>
                        <a:pt x="252" y="130"/>
                      </a:lnTo>
                      <a:lnTo>
                        <a:pt x="250" y="130"/>
                      </a:lnTo>
                      <a:lnTo>
                        <a:pt x="250" y="128"/>
                      </a:lnTo>
                      <a:lnTo>
                        <a:pt x="252" y="128"/>
                      </a:lnTo>
                      <a:lnTo>
                        <a:pt x="252" y="126"/>
                      </a:lnTo>
                      <a:lnTo>
                        <a:pt x="254" y="126"/>
                      </a:lnTo>
                      <a:lnTo>
                        <a:pt x="254" y="128"/>
                      </a:lnTo>
                      <a:lnTo>
                        <a:pt x="255" y="128"/>
                      </a:lnTo>
                      <a:lnTo>
                        <a:pt x="257" y="128"/>
                      </a:lnTo>
                      <a:lnTo>
                        <a:pt x="257" y="130"/>
                      </a:lnTo>
                      <a:lnTo>
                        <a:pt x="259" y="130"/>
                      </a:lnTo>
                      <a:lnTo>
                        <a:pt x="259" y="132"/>
                      </a:lnTo>
                      <a:lnTo>
                        <a:pt x="261" y="132"/>
                      </a:lnTo>
                      <a:lnTo>
                        <a:pt x="263" y="134"/>
                      </a:lnTo>
                      <a:lnTo>
                        <a:pt x="263" y="135"/>
                      </a:lnTo>
                      <a:lnTo>
                        <a:pt x="263" y="137"/>
                      </a:lnTo>
                      <a:lnTo>
                        <a:pt x="261" y="139"/>
                      </a:lnTo>
                      <a:lnTo>
                        <a:pt x="261" y="137"/>
                      </a:lnTo>
                      <a:lnTo>
                        <a:pt x="259" y="137"/>
                      </a:lnTo>
                      <a:lnTo>
                        <a:pt x="259" y="135"/>
                      </a:lnTo>
                      <a:lnTo>
                        <a:pt x="257" y="135"/>
                      </a:lnTo>
                      <a:lnTo>
                        <a:pt x="255" y="135"/>
                      </a:lnTo>
                      <a:lnTo>
                        <a:pt x="252" y="135"/>
                      </a:lnTo>
                      <a:lnTo>
                        <a:pt x="250" y="135"/>
                      </a:lnTo>
                      <a:lnTo>
                        <a:pt x="248" y="135"/>
                      </a:lnTo>
                      <a:lnTo>
                        <a:pt x="246" y="135"/>
                      </a:lnTo>
                      <a:lnTo>
                        <a:pt x="245" y="135"/>
                      </a:lnTo>
                      <a:lnTo>
                        <a:pt x="243" y="135"/>
                      </a:lnTo>
                      <a:lnTo>
                        <a:pt x="243" y="134"/>
                      </a:lnTo>
                      <a:lnTo>
                        <a:pt x="241" y="134"/>
                      </a:lnTo>
                      <a:lnTo>
                        <a:pt x="239" y="132"/>
                      </a:lnTo>
                      <a:lnTo>
                        <a:pt x="241" y="130"/>
                      </a:lnTo>
                      <a:lnTo>
                        <a:pt x="243" y="130"/>
                      </a:lnTo>
                      <a:lnTo>
                        <a:pt x="245" y="128"/>
                      </a:lnTo>
                      <a:lnTo>
                        <a:pt x="246" y="128"/>
                      </a:lnTo>
                      <a:lnTo>
                        <a:pt x="246" y="126"/>
                      </a:lnTo>
                      <a:lnTo>
                        <a:pt x="246" y="128"/>
                      </a:lnTo>
                      <a:lnTo>
                        <a:pt x="248" y="128"/>
                      </a:lnTo>
                      <a:lnTo>
                        <a:pt x="250" y="126"/>
                      </a:lnTo>
                      <a:lnTo>
                        <a:pt x="252" y="126"/>
                      </a:lnTo>
                      <a:lnTo>
                        <a:pt x="252" y="128"/>
                      </a:lnTo>
                      <a:close/>
                      <a:moveTo>
                        <a:pt x="252" y="121"/>
                      </a:moveTo>
                      <a:lnTo>
                        <a:pt x="254" y="121"/>
                      </a:lnTo>
                      <a:lnTo>
                        <a:pt x="254" y="123"/>
                      </a:lnTo>
                      <a:lnTo>
                        <a:pt x="255" y="123"/>
                      </a:lnTo>
                      <a:lnTo>
                        <a:pt x="257" y="123"/>
                      </a:lnTo>
                      <a:lnTo>
                        <a:pt x="259" y="123"/>
                      </a:lnTo>
                      <a:lnTo>
                        <a:pt x="259" y="125"/>
                      </a:lnTo>
                      <a:lnTo>
                        <a:pt x="261" y="125"/>
                      </a:lnTo>
                      <a:lnTo>
                        <a:pt x="261" y="126"/>
                      </a:lnTo>
                      <a:lnTo>
                        <a:pt x="263" y="126"/>
                      </a:lnTo>
                      <a:lnTo>
                        <a:pt x="263" y="128"/>
                      </a:lnTo>
                      <a:lnTo>
                        <a:pt x="265" y="128"/>
                      </a:lnTo>
                      <a:lnTo>
                        <a:pt x="265" y="130"/>
                      </a:lnTo>
                      <a:lnTo>
                        <a:pt x="266" y="130"/>
                      </a:lnTo>
                      <a:lnTo>
                        <a:pt x="266" y="132"/>
                      </a:lnTo>
                      <a:lnTo>
                        <a:pt x="266" y="134"/>
                      </a:lnTo>
                      <a:lnTo>
                        <a:pt x="265" y="134"/>
                      </a:lnTo>
                      <a:lnTo>
                        <a:pt x="263" y="134"/>
                      </a:lnTo>
                      <a:lnTo>
                        <a:pt x="263" y="132"/>
                      </a:lnTo>
                      <a:lnTo>
                        <a:pt x="261" y="132"/>
                      </a:lnTo>
                      <a:lnTo>
                        <a:pt x="259" y="130"/>
                      </a:lnTo>
                      <a:lnTo>
                        <a:pt x="257" y="130"/>
                      </a:lnTo>
                      <a:lnTo>
                        <a:pt x="257" y="128"/>
                      </a:lnTo>
                      <a:lnTo>
                        <a:pt x="255" y="128"/>
                      </a:lnTo>
                      <a:lnTo>
                        <a:pt x="254" y="128"/>
                      </a:lnTo>
                      <a:lnTo>
                        <a:pt x="254" y="126"/>
                      </a:lnTo>
                      <a:lnTo>
                        <a:pt x="255" y="125"/>
                      </a:lnTo>
                      <a:lnTo>
                        <a:pt x="255" y="126"/>
                      </a:lnTo>
                      <a:lnTo>
                        <a:pt x="257" y="126"/>
                      </a:lnTo>
                      <a:lnTo>
                        <a:pt x="257" y="125"/>
                      </a:lnTo>
                      <a:lnTo>
                        <a:pt x="255" y="125"/>
                      </a:lnTo>
                      <a:lnTo>
                        <a:pt x="257" y="125"/>
                      </a:lnTo>
                      <a:lnTo>
                        <a:pt x="255" y="125"/>
                      </a:lnTo>
                      <a:lnTo>
                        <a:pt x="254" y="125"/>
                      </a:lnTo>
                      <a:lnTo>
                        <a:pt x="254" y="126"/>
                      </a:lnTo>
                      <a:lnTo>
                        <a:pt x="252" y="126"/>
                      </a:lnTo>
                      <a:lnTo>
                        <a:pt x="250" y="126"/>
                      </a:lnTo>
                      <a:lnTo>
                        <a:pt x="248" y="126"/>
                      </a:lnTo>
                      <a:lnTo>
                        <a:pt x="248" y="125"/>
                      </a:lnTo>
                      <a:lnTo>
                        <a:pt x="250" y="125"/>
                      </a:lnTo>
                      <a:lnTo>
                        <a:pt x="250" y="123"/>
                      </a:lnTo>
                      <a:lnTo>
                        <a:pt x="252" y="123"/>
                      </a:lnTo>
                      <a:lnTo>
                        <a:pt x="252" y="121"/>
                      </a:lnTo>
                      <a:close/>
                      <a:moveTo>
                        <a:pt x="312" y="128"/>
                      </a:moveTo>
                      <a:lnTo>
                        <a:pt x="314" y="128"/>
                      </a:lnTo>
                      <a:lnTo>
                        <a:pt x="312" y="128"/>
                      </a:lnTo>
                      <a:lnTo>
                        <a:pt x="312" y="126"/>
                      </a:lnTo>
                      <a:lnTo>
                        <a:pt x="314" y="126"/>
                      </a:lnTo>
                      <a:lnTo>
                        <a:pt x="312" y="125"/>
                      </a:lnTo>
                      <a:lnTo>
                        <a:pt x="312" y="126"/>
                      </a:lnTo>
                      <a:lnTo>
                        <a:pt x="312" y="125"/>
                      </a:lnTo>
                      <a:lnTo>
                        <a:pt x="310" y="125"/>
                      </a:lnTo>
                      <a:lnTo>
                        <a:pt x="310" y="126"/>
                      </a:lnTo>
                      <a:lnTo>
                        <a:pt x="308" y="126"/>
                      </a:lnTo>
                      <a:lnTo>
                        <a:pt x="308" y="128"/>
                      </a:lnTo>
                      <a:lnTo>
                        <a:pt x="308" y="126"/>
                      </a:lnTo>
                      <a:lnTo>
                        <a:pt x="307" y="126"/>
                      </a:lnTo>
                      <a:lnTo>
                        <a:pt x="305" y="126"/>
                      </a:lnTo>
                      <a:lnTo>
                        <a:pt x="305" y="125"/>
                      </a:lnTo>
                      <a:lnTo>
                        <a:pt x="305" y="123"/>
                      </a:lnTo>
                      <a:lnTo>
                        <a:pt x="307" y="123"/>
                      </a:lnTo>
                      <a:lnTo>
                        <a:pt x="308" y="123"/>
                      </a:lnTo>
                      <a:lnTo>
                        <a:pt x="308" y="121"/>
                      </a:lnTo>
                      <a:lnTo>
                        <a:pt x="310" y="121"/>
                      </a:lnTo>
                      <a:lnTo>
                        <a:pt x="310" y="119"/>
                      </a:lnTo>
                      <a:lnTo>
                        <a:pt x="310" y="121"/>
                      </a:lnTo>
                      <a:lnTo>
                        <a:pt x="312" y="121"/>
                      </a:lnTo>
                      <a:lnTo>
                        <a:pt x="314" y="121"/>
                      </a:lnTo>
                      <a:lnTo>
                        <a:pt x="316" y="121"/>
                      </a:lnTo>
                      <a:lnTo>
                        <a:pt x="318" y="121"/>
                      </a:lnTo>
                      <a:lnTo>
                        <a:pt x="316" y="121"/>
                      </a:lnTo>
                      <a:lnTo>
                        <a:pt x="316" y="119"/>
                      </a:lnTo>
                      <a:lnTo>
                        <a:pt x="316" y="121"/>
                      </a:lnTo>
                      <a:lnTo>
                        <a:pt x="316" y="119"/>
                      </a:lnTo>
                      <a:lnTo>
                        <a:pt x="318" y="119"/>
                      </a:lnTo>
                      <a:lnTo>
                        <a:pt x="318" y="121"/>
                      </a:lnTo>
                      <a:lnTo>
                        <a:pt x="318" y="123"/>
                      </a:lnTo>
                      <a:lnTo>
                        <a:pt x="319" y="123"/>
                      </a:lnTo>
                      <a:lnTo>
                        <a:pt x="319" y="125"/>
                      </a:lnTo>
                      <a:lnTo>
                        <a:pt x="319" y="126"/>
                      </a:lnTo>
                      <a:lnTo>
                        <a:pt x="319" y="128"/>
                      </a:lnTo>
                      <a:lnTo>
                        <a:pt x="319" y="130"/>
                      </a:lnTo>
                      <a:lnTo>
                        <a:pt x="319" y="132"/>
                      </a:lnTo>
                      <a:lnTo>
                        <a:pt x="318" y="134"/>
                      </a:lnTo>
                      <a:lnTo>
                        <a:pt x="319" y="134"/>
                      </a:lnTo>
                      <a:lnTo>
                        <a:pt x="318" y="134"/>
                      </a:lnTo>
                      <a:lnTo>
                        <a:pt x="316" y="134"/>
                      </a:lnTo>
                      <a:lnTo>
                        <a:pt x="314" y="134"/>
                      </a:lnTo>
                      <a:lnTo>
                        <a:pt x="314" y="132"/>
                      </a:lnTo>
                      <a:lnTo>
                        <a:pt x="314" y="130"/>
                      </a:lnTo>
                      <a:lnTo>
                        <a:pt x="312" y="130"/>
                      </a:lnTo>
                      <a:lnTo>
                        <a:pt x="314" y="130"/>
                      </a:lnTo>
                      <a:lnTo>
                        <a:pt x="314" y="128"/>
                      </a:lnTo>
                      <a:lnTo>
                        <a:pt x="314" y="130"/>
                      </a:lnTo>
                      <a:lnTo>
                        <a:pt x="312" y="130"/>
                      </a:lnTo>
                      <a:lnTo>
                        <a:pt x="312" y="128"/>
                      </a:lnTo>
                      <a:close/>
                      <a:moveTo>
                        <a:pt x="235" y="112"/>
                      </a:moveTo>
                      <a:lnTo>
                        <a:pt x="235" y="114"/>
                      </a:lnTo>
                      <a:lnTo>
                        <a:pt x="237" y="114"/>
                      </a:lnTo>
                      <a:lnTo>
                        <a:pt x="237" y="115"/>
                      </a:lnTo>
                      <a:lnTo>
                        <a:pt x="239" y="115"/>
                      </a:lnTo>
                      <a:lnTo>
                        <a:pt x="241" y="117"/>
                      </a:lnTo>
                      <a:lnTo>
                        <a:pt x="243" y="119"/>
                      </a:lnTo>
                      <a:lnTo>
                        <a:pt x="243" y="121"/>
                      </a:lnTo>
                      <a:lnTo>
                        <a:pt x="243" y="119"/>
                      </a:lnTo>
                      <a:lnTo>
                        <a:pt x="241" y="119"/>
                      </a:lnTo>
                      <a:lnTo>
                        <a:pt x="243" y="119"/>
                      </a:lnTo>
                      <a:lnTo>
                        <a:pt x="243" y="121"/>
                      </a:lnTo>
                      <a:lnTo>
                        <a:pt x="241" y="121"/>
                      </a:lnTo>
                      <a:lnTo>
                        <a:pt x="241" y="123"/>
                      </a:lnTo>
                      <a:lnTo>
                        <a:pt x="241" y="125"/>
                      </a:lnTo>
                      <a:lnTo>
                        <a:pt x="241" y="126"/>
                      </a:lnTo>
                      <a:lnTo>
                        <a:pt x="243" y="126"/>
                      </a:lnTo>
                      <a:lnTo>
                        <a:pt x="243" y="128"/>
                      </a:lnTo>
                      <a:lnTo>
                        <a:pt x="243" y="130"/>
                      </a:lnTo>
                      <a:lnTo>
                        <a:pt x="241" y="128"/>
                      </a:lnTo>
                      <a:lnTo>
                        <a:pt x="241" y="130"/>
                      </a:lnTo>
                      <a:lnTo>
                        <a:pt x="239" y="130"/>
                      </a:lnTo>
                      <a:lnTo>
                        <a:pt x="237" y="130"/>
                      </a:lnTo>
                      <a:lnTo>
                        <a:pt x="237" y="128"/>
                      </a:lnTo>
                      <a:lnTo>
                        <a:pt x="235" y="128"/>
                      </a:lnTo>
                      <a:lnTo>
                        <a:pt x="235" y="126"/>
                      </a:lnTo>
                      <a:lnTo>
                        <a:pt x="234" y="126"/>
                      </a:lnTo>
                      <a:lnTo>
                        <a:pt x="234" y="125"/>
                      </a:lnTo>
                      <a:lnTo>
                        <a:pt x="234" y="123"/>
                      </a:lnTo>
                      <a:lnTo>
                        <a:pt x="234" y="121"/>
                      </a:lnTo>
                      <a:lnTo>
                        <a:pt x="234" y="119"/>
                      </a:lnTo>
                      <a:lnTo>
                        <a:pt x="232" y="117"/>
                      </a:lnTo>
                      <a:lnTo>
                        <a:pt x="234" y="117"/>
                      </a:lnTo>
                      <a:lnTo>
                        <a:pt x="234" y="115"/>
                      </a:lnTo>
                      <a:lnTo>
                        <a:pt x="234" y="114"/>
                      </a:lnTo>
                      <a:lnTo>
                        <a:pt x="232" y="114"/>
                      </a:lnTo>
                      <a:lnTo>
                        <a:pt x="234" y="112"/>
                      </a:lnTo>
                      <a:lnTo>
                        <a:pt x="235" y="112"/>
                      </a:lnTo>
                      <a:close/>
                      <a:moveTo>
                        <a:pt x="60" y="108"/>
                      </a:moveTo>
                      <a:lnTo>
                        <a:pt x="60" y="110"/>
                      </a:lnTo>
                      <a:lnTo>
                        <a:pt x="60" y="108"/>
                      </a:lnTo>
                      <a:lnTo>
                        <a:pt x="62" y="108"/>
                      </a:lnTo>
                      <a:lnTo>
                        <a:pt x="62" y="110"/>
                      </a:lnTo>
                      <a:lnTo>
                        <a:pt x="64" y="110"/>
                      </a:lnTo>
                      <a:lnTo>
                        <a:pt x="64" y="112"/>
                      </a:lnTo>
                      <a:lnTo>
                        <a:pt x="66" y="112"/>
                      </a:lnTo>
                      <a:lnTo>
                        <a:pt x="66" y="114"/>
                      </a:lnTo>
                      <a:lnTo>
                        <a:pt x="67" y="114"/>
                      </a:lnTo>
                      <a:lnTo>
                        <a:pt x="67" y="115"/>
                      </a:lnTo>
                      <a:lnTo>
                        <a:pt x="67" y="117"/>
                      </a:lnTo>
                      <a:lnTo>
                        <a:pt x="69" y="117"/>
                      </a:lnTo>
                      <a:lnTo>
                        <a:pt x="69" y="119"/>
                      </a:lnTo>
                      <a:lnTo>
                        <a:pt x="71" y="119"/>
                      </a:lnTo>
                      <a:lnTo>
                        <a:pt x="71" y="121"/>
                      </a:lnTo>
                      <a:lnTo>
                        <a:pt x="73" y="121"/>
                      </a:lnTo>
                      <a:lnTo>
                        <a:pt x="75" y="123"/>
                      </a:lnTo>
                      <a:lnTo>
                        <a:pt x="75" y="121"/>
                      </a:lnTo>
                      <a:lnTo>
                        <a:pt x="75" y="123"/>
                      </a:lnTo>
                      <a:lnTo>
                        <a:pt x="77" y="123"/>
                      </a:lnTo>
                      <a:lnTo>
                        <a:pt x="77" y="125"/>
                      </a:lnTo>
                      <a:lnTo>
                        <a:pt x="78" y="125"/>
                      </a:lnTo>
                      <a:lnTo>
                        <a:pt x="78" y="126"/>
                      </a:lnTo>
                      <a:lnTo>
                        <a:pt x="80" y="128"/>
                      </a:lnTo>
                      <a:lnTo>
                        <a:pt x="78" y="130"/>
                      </a:lnTo>
                      <a:lnTo>
                        <a:pt x="78" y="132"/>
                      </a:lnTo>
                      <a:lnTo>
                        <a:pt x="78" y="134"/>
                      </a:lnTo>
                      <a:lnTo>
                        <a:pt x="78" y="135"/>
                      </a:lnTo>
                      <a:lnTo>
                        <a:pt x="78" y="137"/>
                      </a:lnTo>
                      <a:lnTo>
                        <a:pt x="78" y="139"/>
                      </a:lnTo>
                      <a:lnTo>
                        <a:pt x="78" y="141"/>
                      </a:lnTo>
                      <a:lnTo>
                        <a:pt x="77" y="141"/>
                      </a:lnTo>
                      <a:lnTo>
                        <a:pt x="77" y="143"/>
                      </a:lnTo>
                      <a:lnTo>
                        <a:pt x="75" y="143"/>
                      </a:lnTo>
                      <a:lnTo>
                        <a:pt x="77" y="143"/>
                      </a:lnTo>
                      <a:lnTo>
                        <a:pt x="75" y="143"/>
                      </a:lnTo>
                      <a:lnTo>
                        <a:pt x="73" y="143"/>
                      </a:lnTo>
                      <a:lnTo>
                        <a:pt x="71" y="143"/>
                      </a:lnTo>
                      <a:lnTo>
                        <a:pt x="71" y="141"/>
                      </a:lnTo>
                      <a:lnTo>
                        <a:pt x="71" y="139"/>
                      </a:lnTo>
                      <a:lnTo>
                        <a:pt x="69" y="139"/>
                      </a:lnTo>
                      <a:lnTo>
                        <a:pt x="69" y="137"/>
                      </a:lnTo>
                      <a:lnTo>
                        <a:pt x="69" y="135"/>
                      </a:lnTo>
                      <a:lnTo>
                        <a:pt x="69" y="134"/>
                      </a:lnTo>
                      <a:lnTo>
                        <a:pt x="67" y="134"/>
                      </a:lnTo>
                      <a:lnTo>
                        <a:pt x="67" y="132"/>
                      </a:lnTo>
                      <a:lnTo>
                        <a:pt x="66" y="132"/>
                      </a:lnTo>
                      <a:lnTo>
                        <a:pt x="66" y="130"/>
                      </a:lnTo>
                      <a:lnTo>
                        <a:pt x="64" y="130"/>
                      </a:lnTo>
                      <a:lnTo>
                        <a:pt x="62" y="130"/>
                      </a:lnTo>
                      <a:lnTo>
                        <a:pt x="62" y="128"/>
                      </a:lnTo>
                      <a:lnTo>
                        <a:pt x="60" y="128"/>
                      </a:lnTo>
                      <a:lnTo>
                        <a:pt x="60" y="130"/>
                      </a:lnTo>
                      <a:lnTo>
                        <a:pt x="60" y="128"/>
                      </a:lnTo>
                      <a:lnTo>
                        <a:pt x="60" y="126"/>
                      </a:lnTo>
                      <a:lnTo>
                        <a:pt x="60" y="125"/>
                      </a:lnTo>
                      <a:lnTo>
                        <a:pt x="58" y="123"/>
                      </a:lnTo>
                      <a:lnTo>
                        <a:pt x="58" y="121"/>
                      </a:lnTo>
                      <a:lnTo>
                        <a:pt x="57" y="121"/>
                      </a:lnTo>
                      <a:lnTo>
                        <a:pt x="57" y="119"/>
                      </a:lnTo>
                      <a:lnTo>
                        <a:pt x="55" y="119"/>
                      </a:lnTo>
                      <a:lnTo>
                        <a:pt x="57" y="119"/>
                      </a:lnTo>
                      <a:lnTo>
                        <a:pt x="55" y="119"/>
                      </a:lnTo>
                      <a:lnTo>
                        <a:pt x="55" y="117"/>
                      </a:lnTo>
                      <a:lnTo>
                        <a:pt x="53" y="117"/>
                      </a:lnTo>
                      <a:lnTo>
                        <a:pt x="55" y="117"/>
                      </a:lnTo>
                      <a:lnTo>
                        <a:pt x="53" y="117"/>
                      </a:lnTo>
                      <a:lnTo>
                        <a:pt x="53" y="115"/>
                      </a:lnTo>
                      <a:lnTo>
                        <a:pt x="51" y="114"/>
                      </a:lnTo>
                      <a:lnTo>
                        <a:pt x="49" y="114"/>
                      </a:lnTo>
                      <a:lnTo>
                        <a:pt x="49" y="112"/>
                      </a:lnTo>
                      <a:lnTo>
                        <a:pt x="49" y="114"/>
                      </a:lnTo>
                      <a:lnTo>
                        <a:pt x="49" y="112"/>
                      </a:lnTo>
                      <a:lnTo>
                        <a:pt x="51" y="112"/>
                      </a:lnTo>
                      <a:lnTo>
                        <a:pt x="53" y="112"/>
                      </a:lnTo>
                      <a:lnTo>
                        <a:pt x="53" y="114"/>
                      </a:lnTo>
                      <a:lnTo>
                        <a:pt x="53" y="112"/>
                      </a:lnTo>
                      <a:lnTo>
                        <a:pt x="53" y="114"/>
                      </a:lnTo>
                      <a:lnTo>
                        <a:pt x="55" y="114"/>
                      </a:lnTo>
                      <a:lnTo>
                        <a:pt x="55" y="112"/>
                      </a:lnTo>
                      <a:lnTo>
                        <a:pt x="57" y="112"/>
                      </a:lnTo>
                      <a:lnTo>
                        <a:pt x="58" y="110"/>
                      </a:lnTo>
                      <a:lnTo>
                        <a:pt x="58" y="108"/>
                      </a:lnTo>
                      <a:lnTo>
                        <a:pt x="60" y="108"/>
                      </a:lnTo>
                      <a:close/>
                      <a:moveTo>
                        <a:pt x="230" y="106"/>
                      </a:moveTo>
                      <a:lnTo>
                        <a:pt x="232" y="106"/>
                      </a:lnTo>
                      <a:lnTo>
                        <a:pt x="234" y="106"/>
                      </a:lnTo>
                      <a:lnTo>
                        <a:pt x="235" y="106"/>
                      </a:lnTo>
                      <a:lnTo>
                        <a:pt x="235" y="108"/>
                      </a:lnTo>
                      <a:lnTo>
                        <a:pt x="237" y="108"/>
                      </a:lnTo>
                      <a:lnTo>
                        <a:pt x="239" y="108"/>
                      </a:lnTo>
                      <a:lnTo>
                        <a:pt x="241" y="108"/>
                      </a:lnTo>
                      <a:lnTo>
                        <a:pt x="243" y="108"/>
                      </a:lnTo>
                      <a:lnTo>
                        <a:pt x="243" y="110"/>
                      </a:lnTo>
                      <a:lnTo>
                        <a:pt x="243" y="112"/>
                      </a:lnTo>
                      <a:lnTo>
                        <a:pt x="243" y="114"/>
                      </a:lnTo>
                      <a:lnTo>
                        <a:pt x="243" y="115"/>
                      </a:lnTo>
                      <a:lnTo>
                        <a:pt x="243" y="117"/>
                      </a:lnTo>
                      <a:lnTo>
                        <a:pt x="243" y="119"/>
                      </a:lnTo>
                      <a:lnTo>
                        <a:pt x="243" y="117"/>
                      </a:lnTo>
                      <a:lnTo>
                        <a:pt x="241" y="117"/>
                      </a:lnTo>
                      <a:lnTo>
                        <a:pt x="241" y="115"/>
                      </a:lnTo>
                      <a:lnTo>
                        <a:pt x="239" y="115"/>
                      </a:lnTo>
                      <a:lnTo>
                        <a:pt x="237" y="114"/>
                      </a:lnTo>
                      <a:lnTo>
                        <a:pt x="235" y="112"/>
                      </a:lnTo>
                      <a:lnTo>
                        <a:pt x="234" y="112"/>
                      </a:lnTo>
                      <a:lnTo>
                        <a:pt x="232" y="112"/>
                      </a:lnTo>
                      <a:lnTo>
                        <a:pt x="230" y="112"/>
                      </a:lnTo>
                      <a:lnTo>
                        <a:pt x="230" y="110"/>
                      </a:lnTo>
                      <a:lnTo>
                        <a:pt x="228" y="110"/>
                      </a:lnTo>
                      <a:lnTo>
                        <a:pt x="226" y="110"/>
                      </a:lnTo>
                      <a:lnTo>
                        <a:pt x="226" y="108"/>
                      </a:lnTo>
                      <a:lnTo>
                        <a:pt x="226" y="106"/>
                      </a:lnTo>
                      <a:lnTo>
                        <a:pt x="224" y="106"/>
                      </a:lnTo>
                      <a:lnTo>
                        <a:pt x="226" y="106"/>
                      </a:lnTo>
                      <a:lnTo>
                        <a:pt x="228" y="106"/>
                      </a:lnTo>
                      <a:lnTo>
                        <a:pt x="230" y="106"/>
                      </a:lnTo>
                      <a:close/>
                      <a:moveTo>
                        <a:pt x="1177" y="72"/>
                      </a:moveTo>
                      <a:lnTo>
                        <a:pt x="1179" y="73"/>
                      </a:lnTo>
                      <a:lnTo>
                        <a:pt x="1179" y="75"/>
                      </a:lnTo>
                      <a:lnTo>
                        <a:pt x="1179" y="77"/>
                      </a:lnTo>
                      <a:lnTo>
                        <a:pt x="1179" y="79"/>
                      </a:lnTo>
                      <a:lnTo>
                        <a:pt x="1177" y="79"/>
                      </a:lnTo>
                      <a:lnTo>
                        <a:pt x="1179" y="79"/>
                      </a:lnTo>
                      <a:lnTo>
                        <a:pt x="1177" y="79"/>
                      </a:lnTo>
                      <a:lnTo>
                        <a:pt x="1177" y="81"/>
                      </a:lnTo>
                      <a:lnTo>
                        <a:pt x="1179" y="81"/>
                      </a:lnTo>
                      <a:lnTo>
                        <a:pt x="1177" y="81"/>
                      </a:lnTo>
                      <a:lnTo>
                        <a:pt x="1177" y="82"/>
                      </a:lnTo>
                      <a:lnTo>
                        <a:pt x="1177" y="84"/>
                      </a:lnTo>
                      <a:lnTo>
                        <a:pt x="1175" y="84"/>
                      </a:lnTo>
                      <a:lnTo>
                        <a:pt x="1175" y="86"/>
                      </a:lnTo>
                      <a:lnTo>
                        <a:pt x="1175" y="88"/>
                      </a:lnTo>
                      <a:lnTo>
                        <a:pt x="1174" y="88"/>
                      </a:lnTo>
                      <a:lnTo>
                        <a:pt x="1174" y="90"/>
                      </a:lnTo>
                      <a:lnTo>
                        <a:pt x="1172" y="90"/>
                      </a:lnTo>
                      <a:lnTo>
                        <a:pt x="1170" y="90"/>
                      </a:lnTo>
                      <a:lnTo>
                        <a:pt x="1168" y="90"/>
                      </a:lnTo>
                      <a:lnTo>
                        <a:pt x="1166" y="90"/>
                      </a:lnTo>
                      <a:lnTo>
                        <a:pt x="1166" y="92"/>
                      </a:lnTo>
                      <a:lnTo>
                        <a:pt x="1164" y="92"/>
                      </a:lnTo>
                      <a:lnTo>
                        <a:pt x="1164" y="90"/>
                      </a:lnTo>
                      <a:lnTo>
                        <a:pt x="1166" y="90"/>
                      </a:lnTo>
                      <a:lnTo>
                        <a:pt x="1164" y="90"/>
                      </a:lnTo>
                      <a:lnTo>
                        <a:pt x="1164" y="88"/>
                      </a:lnTo>
                      <a:lnTo>
                        <a:pt x="1164" y="86"/>
                      </a:lnTo>
                      <a:lnTo>
                        <a:pt x="1164" y="84"/>
                      </a:lnTo>
                      <a:lnTo>
                        <a:pt x="1164" y="82"/>
                      </a:lnTo>
                      <a:lnTo>
                        <a:pt x="1163" y="82"/>
                      </a:lnTo>
                      <a:lnTo>
                        <a:pt x="1163" y="81"/>
                      </a:lnTo>
                      <a:lnTo>
                        <a:pt x="1164" y="81"/>
                      </a:lnTo>
                      <a:lnTo>
                        <a:pt x="1164" y="79"/>
                      </a:lnTo>
                      <a:lnTo>
                        <a:pt x="1164" y="77"/>
                      </a:lnTo>
                      <a:lnTo>
                        <a:pt x="1166" y="77"/>
                      </a:lnTo>
                      <a:lnTo>
                        <a:pt x="1166" y="75"/>
                      </a:lnTo>
                      <a:lnTo>
                        <a:pt x="1166" y="73"/>
                      </a:lnTo>
                      <a:lnTo>
                        <a:pt x="1168" y="73"/>
                      </a:lnTo>
                      <a:lnTo>
                        <a:pt x="1170" y="73"/>
                      </a:lnTo>
                      <a:lnTo>
                        <a:pt x="1170" y="72"/>
                      </a:lnTo>
                      <a:lnTo>
                        <a:pt x="1170" y="73"/>
                      </a:lnTo>
                      <a:lnTo>
                        <a:pt x="1170" y="72"/>
                      </a:lnTo>
                      <a:lnTo>
                        <a:pt x="1172" y="72"/>
                      </a:lnTo>
                      <a:lnTo>
                        <a:pt x="1172" y="70"/>
                      </a:lnTo>
                      <a:lnTo>
                        <a:pt x="1174" y="70"/>
                      </a:lnTo>
                      <a:lnTo>
                        <a:pt x="1174" y="72"/>
                      </a:lnTo>
                      <a:lnTo>
                        <a:pt x="1174" y="70"/>
                      </a:lnTo>
                      <a:lnTo>
                        <a:pt x="1175" y="70"/>
                      </a:lnTo>
                      <a:lnTo>
                        <a:pt x="1175" y="68"/>
                      </a:lnTo>
                      <a:lnTo>
                        <a:pt x="1175" y="70"/>
                      </a:lnTo>
                      <a:lnTo>
                        <a:pt x="1177" y="70"/>
                      </a:lnTo>
                      <a:lnTo>
                        <a:pt x="1177" y="72"/>
                      </a:lnTo>
                      <a:close/>
                      <a:moveTo>
                        <a:pt x="16" y="68"/>
                      </a:moveTo>
                      <a:lnTo>
                        <a:pt x="16" y="70"/>
                      </a:lnTo>
                      <a:lnTo>
                        <a:pt x="18" y="70"/>
                      </a:lnTo>
                      <a:lnTo>
                        <a:pt x="16" y="70"/>
                      </a:lnTo>
                      <a:lnTo>
                        <a:pt x="16" y="68"/>
                      </a:lnTo>
                      <a:lnTo>
                        <a:pt x="18" y="68"/>
                      </a:lnTo>
                      <a:lnTo>
                        <a:pt x="18" y="70"/>
                      </a:lnTo>
                      <a:lnTo>
                        <a:pt x="20" y="70"/>
                      </a:lnTo>
                      <a:lnTo>
                        <a:pt x="20" y="72"/>
                      </a:lnTo>
                      <a:lnTo>
                        <a:pt x="22" y="72"/>
                      </a:lnTo>
                      <a:lnTo>
                        <a:pt x="24" y="72"/>
                      </a:lnTo>
                      <a:lnTo>
                        <a:pt x="22" y="72"/>
                      </a:lnTo>
                      <a:lnTo>
                        <a:pt x="24" y="72"/>
                      </a:lnTo>
                      <a:lnTo>
                        <a:pt x="22" y="73"/>
                      </a:lnTo>
                      <a:lnTo>
                        <a:pt x="24" y="73"/>
                      </a:lnTo>
                      <a:lnTo>
                        <a:pt x="22" y="73"/>
                      </a:lnTo>
                      <a:lnTo>
                        <a:pt x="24" y="73"/>
                      </a:lnTo>
                      <a:lnTo>
                        <a:pt x="24" y="75"/>
                      </a:lnTo>
                      <a:lnTo>
                        <a:pt x="26" y="75"/>
                      </a:lnTo>
                      <a:lnTo>
                        <a:pt x="26" y="73"/>
                      </a:lnTo>
                      <a:lnTo>
                        <a:pt x="26" y="75"/>
                      </a:lnTo>
                      <a:lnTo>
                        <a:pt x="26" y="73"/>
                      </a:lnTo>
                      <a:lnTo>
                        <a:pt x="26" y="75"/>
                      </a:lnTo>
                      <a:lnTo>
                        <a:pt x="26" y="73"/>
                      </a:lnTo>
                      <a:lnTo>
                        <a:pt x="27" y="75"/>
                      </a:lnTo>
                      <a:lnTo>
                        <a:pt x="27" y="77"/>
                      </a:lnTo>
                      <a:lnTo>
                        <a:pt x="27" y="75"/>
                      </a:lnTo>
                      <a:lnTo>
                        <a:pt x="27" y="77"/>
                      </a:lnTo>
                      <a:lnTo>
                        <a:pt x="27" y="79"/>
                      </a:lnTo>
                      <a:lnTo>
                        <a:pt x="29" y="79"/>
                      </a:lnTo>
                      <a:lnTo>
                        <a:pt x="27" y="79"/>
                      </a:lnTo>
                      <a:lnTo>
                        <a:pt x="26" y="79"/>
                      </a:lnTo>
                      <a:lnTo>
                        <a:pt x="24" y="79"/>
                      </a:lnTo>
                      <a:lnTo>
                        <a:pt x="22" y="79"/>
                      </a:lnTo>
                      <a:lnTo>
                        <a:pt x="22" y="77"/>
                      </a:lnTo>
                      <a:lnTo>
                        <a:pt x="20" y="75"/>
                      </a:lnTo>
                      <a:lnTo>
                        <a:pt x="18" y="75"/>
                      </a:lnTo>
                      <a:lnTo>
                        <a:pt x="18" y="73"/>
                      </a:lnTo>
                      <a:lnTo>
                        <a:pt x="16" y="73"/>
                      </a:lnTo>
                      <a:lnTo>
                        <a:pt x="15" y="73"/>
                      </a:lnTo>
                      <a:lnTo>
                        <a:pt x="15" y="72"/>
                      </a:lnTo>
                      <a:lnTo>
                        <a:pt x="13" y="72"/>
                      </a:lnTo>
                      <a:lnTo>
                        <a:pt x="11" y="70"/>
                      </a:lnTo>
                      <a:lnTo>
                        <a:pt x="11" y="72"/>
                      </a:lnTo>
                      <a:lnTo>
                        <a:pt x="11" y="70"/>
                      </a:lnTo>
                      <a:lnTo>
                        <a:pt x="9" y="70"/>
                      </a:lnTo>
                      <a:lnTo>
                        <a:pt x="9" y="72"/>
                      </a:lnTo>
                      <a:lnTo>
                        <a:pt x="7" y="72"/>
                      </a:lnTo>
                      <a:lnTo>
                        <a:pt x="7" y="70"/>
                      </a:lnTo>
                      <a:lnTo>
                        <a:pt x="5" y="70"/>
                      </a:lnTo>
                      <a:lnTo>
                        <a:pt x="5" y="68"/>
                      </a:lnTo>
                      <a:lnTo>
                        <a:pt x="5" y="70"/>
                      </a:lnTo>
                      <a:lnTo>
                        <a:pt x="4" y="70"/>
                      </a:lnTo>
                      <a:lnTo>
                        <a:pt x="4" y="68"/>
                      </a:lnTo>
                      <a:lnTo>
                        <a:pt x="4" y="70"/>
                      </a:lnTo>
                      <a:lnTo>
                        <a:pt x="4" y="68"/>
                      </a:lnTo>
                      <a:lnTo>
                        <a:pt x="2" y="66"/>
                      </a:lnTo>
                      <a:lnTo>
                        <a:pt x="2" y="64"/>
                      </a:lnTo>
                      <a:lnTo>
                        <a:pt x="0" y="64"/>
                      </a:lnTo>
                      <a:lnTo>
                        <a:pt x="2" y="64"/>
                      </a:lnTo>
                      <a:lnTo>
                        <a:pt x="0" y="64"/>
                      </a:lnTo>
                      <a:lnTo>
                        <a:pt x="0" y="62"/>
                      </a:lnTo>
                      <a:lnTo>
                        <a:pt x="2" y="62"/>
                      </a:lnTo>
                      <a:lnTo>
                        <a:pt x="4" y="62"/>
                      </a:lnTo>
                      <a:lnTo>
                        <a:pt x="4" y="61"/>
                      </a:lnTo>
                      <a:lnTo>
                        <a:pt x="2" y="61"/>
                      </a:lnTo>
                      <a:lnTo>
                        <a:pt x="2" y="59"/>
                      </a:lnTo>
                      <a:lnTo>
                        <a:pt x="4" y="59"/>
                      </a:lnTo>
                      <a:lnTo>
                        <a:pt x="5" y="59"/>
                      </a:lnTo>
                      <a:lnTo>
                        <a:pt x="5" y="61"/>
                      </a:lnTo>
                      <a:lnTo>
                        <a:pt x="5" y="59"/>
                      </a:lnTo>
                      <a:lnTo>
                        <a:pt x="7" y="59"/>
                      </a:lnTo>
                      <a:lnTo>
                        <a:pt x="7" y="61"/>
                      </a:lnTo>
                      <a:lnTo>
                        <a:pt x="5" y="61"/>
                      </a:lnTo>
                      <a:lnTo>
                        <a:pt x="7" y="61"/>
                      </a:lnTo>
                      <a:lnTo>
                        <a:pt x="7" y="62"/>
                      </a:lnTo>
                      <a:lnTo>
                        <a:pt x="7" y="61"/>
                      </a:lnTo>
                      <a:lnTo>
                        <a:pt x="7" y="62"/>
                      </a:lnTo>
                      <a:lnTo>
                        <a:pt x="5" y="62"/>
                      </a:lnTo>
                      <a:lnTo>
                        <a:pt x="7" y="62"/>
                      </a:lnTo>
                      <a:lnTo>
                        <a:pt x="7" y="61"/>
                      </a:lnTo>
                      <a:lnTo>
                        <a:pt x="7" y="62"/>
                      </a:lnTo>
                      <a:lnTo>
                        <a:pt x="9" y="62"/>
                      </a:lnTo>
                      <a:lnTo>
                        <a:pt x="11" y="62"/>
                      </a:lnTo>
                      <a:lnTo>
                        <a:pt x="11" y="64"/>
                      </a:lnTo>
                      <a:lnTo>
                        <a:pt x="13" y="64"/>
                      </a:lnTo>
                      <a:lnTo>
                        <a:pt x="15" y="64"/>
                      </a:lnTo>
                      <a:lnTo>
                        <a:pt x="13" y="64"/>
                      </a:lnTo>
                      <a:lnTo>
                        <a:pt x="13" y="66"/>
                      </a:lnTo>
                      <a:lnTo>
                        <a:pt x="13" y="64"/>
                      </a:lnTo>
                      <a:lnTo>
                        <a:pt x="15" y="64"/>
                      </a:lnTo>
                      <a:lnTo>
                        <a:pt x="13" y="64"/>
                      </a:lnTo>
                      <a:lnTo>
                        <a:pt x="15" y="64"/>
                      </a:lnTo>
                      <a:lnTo>
                        <a:pt x="15" y="66"/>
                      </a:lnTo>
                      <a:lnTo>
                        <a:pt x="16" y="66"/>
                      </a:lnTo>
                      <a:lnTo>
                        <a:pt x="15" y="66"/>
                      </a:lnTo>
                      <a:lnTo>
                        <a:pt x="15" y="68"/>
                      </a:lnTo>
                      <a:lnTo>
                        <a:pt x="15" y="66"/>
                      </a:lnTo>
                      <a:lnTo>
                        <a:pt x="15" y="68"/>
                      </a:lnTo>
                      <a:lnTo>
                        <a:pt x="16" y="68"/>
                      </a:lnTo>
                      <a:close/>
                      <a:moveTo>
                        <a:pt x="447" y="11"/>
                      </a:moveTo>
                      <a:lnTo>
                        <a:pt x="449" y="11"/>
                      </a:lnTo>
                      <a:lnTo>
                        <a:pt x="449" y="13"/>
                      </a:lnTo>
                      <a:lnTo>
                        <a:pt x="447" y="13"/>
                      </a:lnTo>
                      <a:lnTo>
                        <a:pt x="447" y="15"/>
                      </a:lnTo>
                      <a:lnTo>
                        <a:pt x="449" y="15"/>
                      </a:lnTo>
                      <a:lnTo>
                        <a:pt x="449" y="17"/>
                      </a:lnTo>
                      <a:lnTo>
                        <a:pt x="451" y="17"/>
                      </a:lnTo>
                      <a:lnTo>
                        <a:pt x="451" y="19"/>
                      </a:lnTo>
                      <a:lnTo>
                        <a:pt x="453" y="19"/>
                      </a:lnTo>
                      <a:lnTo>
                        <a:pt x="453" y="20"/>
                      </a:lnTo>
                      <a:lnTo>
                        <a:pt x="454" y="20"/>
                      </a:lnTo>
                      <a:lnTo>
                        <a:pt x="454" y="22"/>
                      </a:lnTo>
                      <a:lnTo>
                        <a:pt x="453" y="22"/>
                      </a:lnTo>
                      <a:lnTo>
                        <a:pt x="454" y="22"/>
                      </a:lnTo>
                      <a:lnTo>
                        <a:pt x="454" y="24"/>
                      </a:lnTo>
                      <a:lnTo>
                        <a:pt x="453" y="24"/>
                      </a:lnTo>
                      <a:lnTo>
                        <a:pt x="453" y="26"/>
                      </a:lnTo>
                      <a:lnTo>
                        <a:pt x="453" y="24"/>
                      </a:lnTo>
                      <a:lnTo>
                        <a:pt x="454" y="24"/>
                      </a:lnTo>
                      <a:lnTo>
                        <a:pt x="454" y="26"/>
                      </a:lnTo>
                      <a:lnTo>
                        <a:pt x="454" y="28"/>
                      </a:lnTo>
                      <a:lnTo>
                        <a:pt x="453" y="28"/>
                      </a:lnTo>
                      <a:lnTo>
                        <a:pt x="451" y="28"/>
                      </a:lnTo>
                      <a:lnTo>
                        <a:pt x="451" y="29"/>
                      </a:lnTo>
                      <a:lnTo>
                        <a:pt x="451" y="31"/>
                      </a:lnTo>
                      <a:lnTo>
                        <a:pt x="449" y="31"/>
                      </a:lnTo>
                      <a:lnTo>
                        <a:pt x="447" y="31"/>
                      </a:lnTo>
                      <a:lnTo>
                        <a:pt x="447" y="33"/>
                      </a:lnTo>
                      <a:lnTo>
                        <a:pt x="445" y="33"/>
                      </a:lnTo>
                      <a:lnTo>
                        <a:pt x="445" y="31"/>
                      </a:lnTo>
                      <a:lnTo>
                        <a:pt x="443" y="31"/>
                      </a:lnTo>
                      <a:lnTo>
                        <a:pt x="443" y="29"/>
                      </a:lnTo>
                      <a:lnTo>
                        <a:pt x="445" y="29"/>
                      </a:lnTo>
                      <a:lnTo>
                        <a:pt x="445" y="28"/>
                      </a:lnTo>
                      <a:lnTo>
                        <a:pt x="447" y="28"/>
                      </a:lnTo>
                      <a:lnTo>
                        <a:pt x="447" y="29"/>
                      </a:lnTo>
                      <a:lnTo>
                        <a:pt x="449" y="29"/>
                      </a:lnTo>
                      <a:lnTo>
                        <a:pt x="449" y="28"/>
                      </a:lnTo>
                      <a:lnTo>
                        <a:pt x="447" y="28"/>
                      </a:lnTo>
                      <a:lnTo>
                        <a:pt x="449" y="28"/>
                      </a:lnTo>
                      <a:lnTo>
                        <a:pt x="449" y="26"/>
                      </a:lnTo>
                      <a:lnTo>
                        <a:pt x="447" y="26"/>
                      </a:lnTo>
                      <a:lnTo>
                        <a:pt x="447" y="28"/>
                      </a:lnTo>
                      <a:lnTo>
                        <a:pt x="447" y="26"/>
                      </a:lnTo>
                      <a:lnTo>
                        <a:pt x="447" y="28"/>
                      </a:lnTo>
                      <a:lnTo>
                        <a:pt x="445" y="28"/>
                      </a:lnTo>
                      <a:lnTo>
                        <a:pt x="445" y="26"/>
                      </a:lnTo>
                      <a:lnTo>
                        <a:pt x="445" y="28"/>
                      </a:lnTo>
                      <a:lnTo>
                        <a:pt x="445" y="26"/>
                      </a:lnTo>
                      <a:lnTo>
                        <a:pt x="443" y="26"/>
                      </a:lnTo>
                      <a:lnTo>
                        <a:pt x="442" y="26"/>
                      </a:lnTo>
                      <a:lnTo>
                        <a:pt x="442" y="24"/>
                      </a:lnTo>
                      <a:lnTo>
                        <a:pt x="440" y="24"/>
                      </a:lnTo>
                      <a:lnTo>
                        <a:pt x="442" y="24"/>
                      </a:lnTo>
                      <a:lnTo>
                        <a:pt x="440" y="22"/>
                      </a:lnTo>
                      <a:lnTo>
                        <a:pt x="442" y="22"/>
                      </a:lnTo>
                      <a:lnTo>
                        <a:pt x="440" y="22"/>
                      </a:lnTo>
                      <a:lnTo>
                        <a:pt x="440" y="20"/>
                      </a:lnTo>
                      <a:lnTo>
                        <a:pt x="438" y="20"/>
                      </a:lnTo>
                      <a:lnTo>
                        <a:pt x="438" y="19"/>
                      </a:lnTo>
                      <a:lnTo>
                        <a:pt x="440" y="19"/>
                      </a:lnTo>
                      <a:lnTo>
                        <a:pt x="442" y="19"/>
                      </a:lnTo>
                      <a:lnTo>
                        <a:pt x="442" y="17"/>
                      </a:lnTo>
                      <a:lnTo>
                        <a:pt x="443" y="17"/>
                      </a:lnTo>
                      <a:lnTo>
                        <a:pt x="443" y="15"/>
                      </a:lnTo>
                      <a:lnTo>
                        <a:pt x="445" y="15"/>
                      </a:lnTo>
                      <a:lnTo>
                        <a:pt x="445" y="13"/>
                      </a:lnTo>
                      <a:lnTo>
                        <a:pt x="447" y="13"/>
                      </a:lnTo>
                      <a:lnTo>
                        <a:pt x="447" y="11"/>
                      </a:lnTo>
                      <a:close/>
                      <a:moveTo>
                        <a:pt x="1111" y="0"/>
                      </a:moveTo>
                      <a:lnTo>
                        <a:pt x="1113" y="0"/>
                      </a:lnTo>
                      <a:lnTo>
                        <a:pt x="1113" y="2"/>
                      </a:lnTo>
                      <a:lnTo>
                        <a:pt x="1113" y="4"/>
                      </a:lnTo>
                      <a:lnTo>
                        <a:pt x="1115" y="4"/>
                      </a:lnTo>
                      <a:lnTo>
                        <a:pt x="1113" y="4"/>
                      </a:lnTo>
                      <a:lnTo>
                        <a:pt x="1113" y="6"/>
                      </a:lnTo>
                      <a:lnTo>
                        <a:pt x="1113" y="8"/>
                      </a:lnTo>
                      <a:lnTo>
                        <a:pt x="1115" y="8"/>
                      </a:lnTo>
                      <a:lnTo>
                        <a:pt x="1115" y="9"/>
                      </a:lnTo>
                      <a:lnTo>
                        <a:pt x="1117" y="9"/>
                      </a:lnTo>
                      <a:lnTo>
                        <a:pt x="1115" y="9"/>
                      </a:lnTo>
                      <a:lnTo>
                        <a:pt x="1115" y="11"/>
                      </a:lnTo>
                      <a:lnTo>
                        <a:pt x="1113" y="11"/>
                      </a:lnTo>
                      <a:lnTo>
                        <a:pt x="1115" y="11"/>
                      </a:lnTo>
                      <a:lnTo>
                        <a:pt x="1113" y="13"/>
                      </a:lnTo>
                      <a:lnTo>
                        <a:pt x="1111" y="13"/>
                      </a:lnTo>
                      <a:lnTo>
                        <a:pt x="1111" y="15"/>
                      </a:lnTo>
                      <a:lnTo>
                        <a:pt x="1111" y="17"/>
                      </a:lnTo>
                      <a:lnTo>
                        <a:pt x="1113" y="17"/>
                      </a:lnTo>
                      <a:lnTo>
                        <a:pt x="1111" y="17"/>
                      </a:lnTo>
                      <a:lnTo>
                        <a:pt x="1111" y="19"/>
                      </a:lnTo>
                      <a:lnTo>
                        <a:pt x="1113" y="19"/>
                      </a:lnTo>
                      <a:lnTo>
                        <a:pt x="1111" y="19"/>
                      </a:lnTo>
                      <a:lnTo>
                        <a:pt x="1111" y="20"/>
                      </a:lnTo>
                      <a:lnTo>
                        <a:pt x="1110" y="20"/>
                      </a:lnTo>
                      <a:lnTo>
                        <a:pt x="1108" y="20"/>
                      </a:lnTo>
                      <a:lnTo>
                        <a:pt x="1108" y="19"/>
                      </a:lnTo>
                      <a:lnTo>
                        <a:pt x="1108" y="17"/>
                      </a:lnTo>
                      <a:lnTo>
                        <a:pt x="1110" y="17"/>
                      </a:lnTo>
                      <a:lnTo>
                        <a:pt x="1110" y="15"/>
                      </a:lnTo>
                      <a:lnTo>
                        <a:pt x="1110" y="13"/>
                      </a:lnTo>
                      <a:lnTo>
                        <a:pt x="1111" y="13"/>
                      </a:lnTo>
                      <a:lnTo>
                        <a:pt x="1111" y="11"/>
                      </a:lnTo>
                      <a:lnTo>
                        <a:pt x="1110" y="11"/>
                      </a:lnTo>
                      <a:lnTo>
                        <a:pt x="1110" y="9"/>
                      </a:lnTo>
                      <a:lnTo>
                        <a:pt x="1110" y="11"/>
                      </a:lnTo>
                      <a:lnTo>
                        <a:pt x="1110" y="9"/>
                      </a:lnTo>
                      <a:lnTo>
                        <a:pt x="1108" y="9"/>
                      </a:lnTo>
                      <a:lnTo>
                        <a:pt x="1110" y="8"/>
                      </a:lnTo>
                      <a:lnTo>
                        <a:pt x="1108" y="8"/>
                      </a:lnTo>
                      <a:lnTo>
                        <a:pt x="1108" y="6"/>
                      </a:lnTo>
                      <a:lnTo>
                        <a:pt x="1108" y="4"/>
                      </a:lnTo>
                      <a:lnTo>
                        <a:pt x="1110" y="4"/>
                      </a:lnTo>
                      <a:lnTo>
                        <a:pt x="1110" y="2"/>
                      </a:lnTo>
                      <a:lnTo>
                        <a:pt x="1110" y="0"/>
                      </a:lnTo>
                      <a:lnTo>
                        <a:pt x="111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8" name="Freeform 41">
                  <a:extLst>
                    <a:ext uri="{FF2B5EF4-FFF2-40B4-BE49-F238E27FC236}">
                      <a16:creationId xmlns:a16="http://schemas.microsoft.com/office/drawing/2014/main" id="{452AC6A7-316E-9CFE-76A4-3C3F6F45E064}"/>
                    </a:ext>
                  </a:extLst>
                </p:cNvPr>
                <p:cNvSpPr>
                  <a:spLocks noEditPoints="1"/>
                </p:cNvSpPr>
                <p:nvPr/>
              </p:nvSpPr>
              <p:spPr bwMode="auto">
                <a:xfrm>
                  <a:off x="5307253" y="4685723"/>
                  <a:ext cx="2962029" cy="1037342"/>
                </a:xfrm>
                <a:custGeom>
                  <a:avLst/>
                  <a:gdLst>
                    <a:gd name="T0" fmla="*/ 993 w 1639"/>
                    <a:gd name="T1" fmla="*/ 497 h 574"/>
                    <a:gd name="T2" fmla="*/ 909 w 1639"/>
                    <a:gd name="T3" fmla="*/ 499 h 574"/>
                    <a:gd name="T4" fmla="*/ 1558 w 1639"/>
                    <a:gd name="T5" fmla="*/ 468 h 574"/>
                    <a:gd name="T6" fmla="*/ 401 w 1639"/>
                    <a:gd name="T7" fmla="*/ 466 h 574"/>
                    <a:gd name="T8" fmla="*/ 445 w 1639"/>
                    <a:gd name="T9" fmla="*/ 426 h 574"/>
                    <a:gd name="T10" fmla="*/ 602 w 1639"/>
                    <a:gd name="T11" fmla="*/ 450 h 574"/>
                    <a:gd name="T12" fmla="*/ 670 w 1639"/>
                    <a:gd name="T13" fmla="*/ 510 h 574"/>
                    <a:gd name="T14" fmla="*/ 524 w 1639"/>
                    <a:gd name="T15" fmla="*/ 483 h 574"/>
                    <a:gd name="T16" fmla="*/ 1412 w 1639"/>
                    <a:gd name="T17" fmla="*/ 345 h 574"/>
                    <a:gd name="T18" fmla="*/ 1381 w 1639"/>
                    <a:gd name="T19" fmla="*/ 309 h 574"/>
                    <a:gd name="T20" fmla="*/ 1345 w 1639"/>
                    <a:gd name="T21" fmla="*/ 320 h 574"/>
                    <a:gd name="T22" fmla="*/ 1363 w 1639"/>
                    <a:gd name="T23" fmla="*/ 298 h 574"/>
                    <a:gd name="T24" fmla="*/ 1389 w 1639"/>
                    <a:gd name="T25" fmla="*/ 287 h 574"/>
                    <a:gd name="T26" fmla="*/ 1354 w 1639"/>
                    <a:gd name="T27" fmla="*/ 278 h 574"/>
                    <a:gd name="T28" fmla="*/ 1316 w 1639"/>
                    <a:gd name="T29" fmla="*/ 271 h 574"/>
                    <a:gd name="T30" fmla="*/ 1299 w 1639"/>
                    <a:gd name="T31" fmla="*/ 254 h 574"/>
                    <a:gd name="T32" fmla="*/ 1365 w 1639"/>
                    <a:gd name="T33" fmla="*/ 229 h 574"/>
                    <a:gd name="T34" fmla="*/ 1421 w 1639"/>
                    <a:gd name="T35" fmla="*/ 320 h 574"/>
                    <a:gd name="T36" fmla="*/ 1504 w 1639"/>
                    <a:gd name="T37" fmla="*/ 274 h 574"/>
                    <a:gd name="T38" fmla="*/ 1575 w 1639"/>
                    <a:gd name="T39" fmla="*/ 278 h 574"/>
                    <a:gd name="T40" fmla="*/ 1602 w 1639"/>
                    <a:gd name="T41" fmla="*/ 492 h 574"/>
                    <a:gd name="T42" fmla="*/ 1606 w 1639"/>
                    <a:gd name="T43" fmla="*/ 459 h 574"/>
                    <a:gd name="T44" fmla="*/ 1542 w 1639"/>
                    <a:gd name="T45" fmla="*/ 406 h 574"/>
                    <a:gd name="T46" fmla="*/ 1527 w 1639"/>
                    <a:gd name="T47" fmla="*/ 393 h 574"/>
                    <a:gd name="T48" fmla="*/ 1516 w 1639"/>
                    <a:gd name="T49" fmla="*/ 382 h 574"/>
                    <a:gd name="T50" fmla="*/ 1493 w 1639"/>
                    <a:gd name="T51" fmla="*/ 377 h 574"/>
                    <a:gd name="T52" fmla="*/ 858 w 1639"/>
                    <a:gd name="T53" fmla="*/ 327 h 574"/>
                    <a:gd name="T54" fmla="*/ 879 w 1639"/>
                    <a:gd name="T55" fmla="*/ 210 h 574"/>
                    <a:gd name="T56" fmla="*/ 973 w 1639"/>
                    <a:gd name="T57" fmla="*/ 168 h 574"/>
                    <a:gd name="T58" fmla="*/ 1058 w 1639"/>
                    <a:gd name="T59" fmla="*/ 168 h 574"/>
                    <a:gd name="T60" fmla="*/ 905 w 1639"/>
                    <a:gd name="T61" fmla="*/ 185 h 574"/>
                    <a:gd name="T62" fmla="*/ 987 w 1639"/>
                    <a:gd name="T63" fmla="*/ 225 h 574"/>
                    <a:gd name="T64" fmla="*/ 941 w 1639"/>
                    <a:gd name="T65" fmla="*/ 278 h 574"/>
                    <a:gd name="T66" fmla="*/ 991 w 1639"/>
                    <a:gd name="T67" fmla="*/ 353 h 574"/>
                    <a:gd name="T68" fmla="*/ 925 w 1639"/>
                    <a:gd name="T69" fmla="*/ 300 h 574"/>
                    <a:gd name="T70" fmla="*/ 874 w 1639"/>
                    <a:gd name="T71" fmla="*/ 406 h 574"/>
                    <a:gd name="T72" fmla="*/ 797 w 1639"/>
                    <a:gd name="T73" fmla="*/ 82 h 574"/>
                    <a:gd name="T74" fmla="*/ 795 w 1639"/>
                    <a:gd name="T75" fmla="*/ 216 h 574"/>
                    <a:gd name="T76" fmla="*/ 753 w 1639"/>
                    <a:gd name="T77" fmla="*/ 267 h 574"/>
                    <a:gd name="T78" fmla="*/ 750 w 1639"/>
                    <a:gd name="T79" fmla="*/ 307 h 574"/>
                    <a:gd name="T80" fmla="*/ 688 w 1639"/>
                    <a:gd name="T81" fmla="*/ 327 h 574"/>
                    <a:gd name="T82" fmla="*/ 646 w 1639"/>
                    <a:gd name="T83" fmla="*/ 265 h 574"/>
                    <a:gd name="T84" fmla="*/ 626 w 1639"/>
                    <a:gd name="T85" fmla="*/ 324 h 574"/>
                    <a:gd name="T86" fmla="*/ 576 w 1639"/>
                    <a:gd name="T87" fmla="*/ 307 h 574"/>
                    <a:gd name="T88" fmla="*/ 531 w 1639"/>
                    <a:gd name="T89" fmla="*/ 254 h 574"/>
                    <a:gd name="T90" fmla="*/ 491 w 1639"/>
                    <a:gd name="T91" fmla="*/ 165 h 574"/>
                    <a:gd name="T92" fmla="*/ 586 w 1639"/>
                    <a:gd name="T93" fmla="*/ 168 h 574"/>
                    <a:gd name="T94" fmla="*/ 735 w 1639"/>
                    <a:gd name="T95" fmla="*/ 53 h 574"/>
                    <a:gd name="T96" fmla="*/ 794 w 1639"/>
                    <a:gd name="T97" fmla="*/ 68 h 574"/>
                    <a:gd name="T98" fmla="*/ 792 w 1639"/>
                    <a:gd name="T99" fmla="*/ 82 h 574"/>
                    <a:gd name="T100" fmla="*/ 810 w 1639"/>
                    <a:gd name="T101" fmla="*/ 124 h 574"/>
                    <a:gd name="T102" fmla="*/ 837 w 1639"/>
                    <a:gd name="T103" fmla="*/ 174 h 574"/>
                    <a:gd name="T104" fmla="*/ 210 w 1639"/>
                    <a:gd name="T105" fmla="*/ 121 h 574"/>
                    <a:gd name="T106" fmla="*/ 290 w 1639"/>
                    <a:gd name="T107" fmla="*/ 194 h 574"/>
                    <a:gd name="T108" fmla="*/ 299 w 1639"/>
                    <a:gd name="T109" fmla="*/ 234 h 574"/>
                    <a:gd name="T110" fmla="*/ 343 w 1639"/>
                    <a:gd name="T111" fmla="*/ 285 h 574"/>
                    <a:gd name="T112" fmla="*/ 368 w 1639"/>
                    <a:gd name="T113" fmla="*/ 289 h 574"/>
                    <a:gd name="T114" fmla="*/ 361 w 1639"/>
                    <a:gd name="T115" fmla="*/ 400 h 574"/>
                    <a:gd name="T116" fmla="*/ 244 w 1639"/>
                    <a:gd name="T117" fmla="*/ 329 h 574"/>
                    <a:gd name="T118" fmla="*/ 138 w 1639"/>
                    <a:gd name="T119" fmla="*/ 181 h 574"/>
                    <a:gd name="T120" fmla="*/ 65 w 1639"/>
                    <a:gd name="T121" fmla="*/ 77 h 574"/>
                    <a:gd name="T122" fmla="*/ 69 w 1639"/>
                    <a:gd name="T123" fmla="*/ 16 h 574"/>
                    <a:gd name="T124" fmla="*/ 115 w 1639"/>
                    <a:gd name="T125" fmla="*/ 6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9" h="574">
                      <a:moveTo>
                        <a:pt x="1066" y="525"/>
                      </a:moveTo>
                      <a:lnTo>
                        <a:pt x="1064" y="525"/>
                      </a:lnTo>
                      <a:lnTo>
                        <a:pt x="1064" y="526"/>
                      </a:lnTo>
                      <a:lnTo>
                        <a:pt x="1064" y="528"/>
                      </a:lnTo>
                      <a:lnTo>
                        <a:pt x="1066" y="528"/>
                      </a:lnTo>
                      <a:lnTo>
                        <a:pt x="1066" y="526"/>
                      </a:lnTo>
                      <a:lnTo>
                        <a:pt x="1067" y="526"/>
                      </a:lnTo>
                      <a:lnTo>
                        <a:pt x="1066" y="526"/>
                      </a:lnTo>
                      <a:lnTo>
                        <a:pt x="1067" y="526"/>
                      </a:lnTo>
                      <a:lnTo>
                        <a:pt x="1069" y="526"/>
                      </a:lnTo>
                      <a:lnTo>
                        <a:pt x="1069" y="525"/>
                      </a:lnTo>
                      <a:lnTo>
                        <a:pt x="1071" y="525"/>
                      </a:lnTo>
                      <a:lnTo>
                        <a:pt x="1071" y="526"/>
                      </a:lnTo>
                      <a:lnTo>
                        <a:pt x="1073" y="526"/>
                      </a:lnTo>
                      <a:lnTo>
                        <a:pt x="1073" y="528"/>
                      </a:lnTo>
                      <a:lnTo>
                        <a:pt x="1071" y="528"/>
                      </a:lnTo>
                      <a:lnTo>
                        <a:pt x="1071" y="530"/>
                      </a:lnTo>
                      <a:lnTo>
                        <a:pt x="1073" y="530"/>
                      </a:lnTo>
                      <a:lnTo>
                        <a:pt x="1073" y="532"/>
                      </a:lnTo>
                      <a:lnTo>
                        <a:pt x="1071" y="532"/>
                      </a:lnTo>
                      <a:lnTo>
                        <a:pt x="1069" y="532"/>
                      </a:lnTo>
                      <a:lnTo>
                        <a:pt x="1067" y="532"/>
                      </a:lnTo>
                      <a:lnTo>
                        <a:pt x="1066" y="532"/>
                      </a:lnTo>
                      <a:lnTo>
                        <a:pt x="1066" y="534"/>
                      </a:lnTo>
                      <a:lnTo>
                        <a:pt x="1066" y="536"/>
                      </a:lnTo>
                      <a:lnTo>
                        <a:pt x="1067" y="536"/>
                      </a:lnTo>
                      <a:lnTo>
                        <a:pt x="1067" y="537"/>
                      </a:lnTo>
                      <a:lnTo>
                        <a:pt x="1067" y="539"/>
                      </a:lnTo>
                      <a:lnTo>
                        <a:pt x="1069" y="539"/>
                      </a:lnTo>
                      <a:lnTo>
                        <a:pt x="1069" y="541"/>
                      </a:lnTo>
                      <a:lnTo>
                        <a:pt x="1069" y="543"/>
                      </a:lnTo>
                      <a:lnTo>
                        <a:pt x="1067" y="543"/>
                      </a:lnTo>
                      <a:lnTo>
                        <a:pt x="1066" y="545"/>
                      </a:lnTo>
                      <a:lnTo>
                        <a:pt x="1066" y="547"/>
                      </a:lnTo>
                      <a:lnTo>
                        <a:pt x="1066" y="548"/>
                      </a:lnTo>
                      <a:lnTo>
                        <a:pt x="1064" y="548"/>
                      </a:lnTo>
                      <a:lnTo>
                        <a:pt x="1064" y="550"/>
                      </a:lnTo>
                      <a:lnTo>
                        <a:pt x="1062" y="550"/>
                      </a:lnTo>
                      <a:lnTo>
                        <a:pt x="1060" y="552"/>
                      </a:lnTo>
                      <a:lnTo>
                        <a:pt x="1060" y="554"/>
                      </a:lnTo>
                      <a:lnTo>
                        <a:pt x="1058" y="554"/>
                      </a:lnTo>
                      <a:lnTo>
                        <a:pt x="1058" y="556"/>
                      </a:lnTo>
                      <a:lnTo>
                        <a:pt x="1056" y="556"/>
                      </a:lnTo>
                      <a:lnTo>
                        <a:pt x="1056" y="557"/>
                      </a:lnTo>
                      <a:lnTo>
                        <a:pt x="1055" y="557"/>
                      </a:lnTo>
                      <a:lnTo>
                        <a:pt x="1055" y="559"/>
                      </a:lnTo>
                      <a:lnTo>
                        <a:pt x="1053" y="559"/>
                      </a:lnTo>
                      <a:lnTo>
                        <a:pt x="1051" y="561"/>
                      </a:lnTo>
                      <a:lnTo>
                        <a:pt x="1049" y="561"/>
                      </a:lnTo>
                      <a:lnTo>
                        <a:pt x="1049" y="563"/>
                      </a:lnTo>
                      <a:lnTo>
                        <a:pt x="1049" y="565"/>
                      </a:lnTo>
                      <a:lnTo>
                        <a:pt x="1047" y="565"/>
                      </a:lnTo>
                      <a:lnTo>
                        <a:pt x="1046" y="567"/>
                      </a:lnTo>
                      <a:lnTo>
                        <a:pt x="1044" y="567"/>
                      </a:lnTo>
                      <a:lnTo>
                        <a:pt x="1042" y="567"/>
                      </a:lnTo>
                      <a:lnTo>
                        <a:pt x="1040" y="567"/>
                      </a:lnTo>
                      <a:lnTo>
                        <a:pt x="1038" y="567"/>
                      </a:lnTo>
                      <a:lnTo>
                        <a:pt x="1036" y="567"/>
                      </a:lnTo>
                      <a:lnTo>
                        <a:pt x="1035" y="567"/>
                      </a:lnTo>
                      <a:lnTo>
                        <a:pt x="1036" y="567"/>
                      </a:lnTo>
                      <a:lnTo>
                        <a:pt x="1035" y="567"/>
                      </a:lnTo>
                      <a:lnTo>
                        <a:pt x="1033" y="568"/>
                      </a:lnTo>
                      <a:lnTo>
                        <a:pt x="1033" y="570"/>
                      </a:lnTo>
                      <a:lnTo>
                        <a:pt x="1031" y="570"/>
                      </a:lnTo>
                      <a:lnTo>
                        <a:pt x="1029" y="570"/>
                      </a:lnTo>
                      <a:lnTo>
                        <a:pt x="1027" y="572"/>
                      </a:lnTo>
                      <a:lnTo>
                        <a:pt x="1025" y="572"/>
                      </a:lnTo>
                      <a:lnTo>
                        <a:pt x="1025" y="574"/>
                      </a:lnTo>
                      <a:lnTo>
                        <a:pt x="1024" y="574"/>
                      </a:lnTo>
                      <a:lnTo>
                        <a:pt x="1022" y="574"/>
                      </a:lnTo>
                      <a:lnTo>
                        <a:pt x="1020" y="574"/>
                      </a:lnTo>
                      <a:lnTo>
                        <a:pt x="1018" y="574"/>
                      </a:lnTo>
                      <a:lnTo>
                        <a:pt x="1016" y="574"/>
                      </a:lnTo>
                      <a:lnTo>
                        <a:pt x="1014" y="574"/>
                      </a:lnTo>
                      <a:lnTo>
                        <a:pt x="1014" y="572"/>
                      </a:lnTo>
                      <a:lnTo>
                        <a:pt x="1013" y="572"/>
                      </a:lnTo>
                      <a:lnTo>
                        <a:pt x="1013" y="574"/>
                      </a:lnTo>
                      <a:lnTo>
                        <a:pt x="1011" y="574"/>
                      </a:lnTo>
                      <a:lnTo>
                        <a:pt x="1011" y="572"/>
                      </a:lnTo>
                      <a:lnTo>
                        <a:pt x="1013" y="572"/>
                      </a:lnTo>
                      <a:lnTo>
                        <a:pt x="1013" y="570"/>
                      </a:lnTo>
                      <a:lnTo>
                        <a:pt x="1011" y="570"/>
                      </a:lnTo>
                      <a:lnTo>
                        <a:pt x="1011" y="568"/>
                      </a:lnTo>
                      <a:lnTo>
                        <a:pt x="1013" y="568"/>
                      </a:lnTo>
                      <a:lnTo>
                        <a:pt x="1013" y="567"/>
                      </a:lnTo>
                      <a:lnTo>
                        <a:pt x="1014" y="567"/>
                      </a:lnTo>
                      <a:lnTo>
                        <a:pt x="1016" y="567"/>
                      </a:lnTo>
                      <a:lnTo>
                        <a:pt x="1018" y="567"/>
                      </a:lnTo>
                      <a:lnTo>
                        <a:pt x="1018" y="565"/>
                      </a:lnTo>
                      <a:lnTo>
                        <a:pt x="1020" y="565"/>
                      </a:lnTo>
                      <a:lnTo>
                        <a:pt x="1022" y="565"/>
                      </a:lnTo>
                      <a:lnTo>
                        <a:pt x="1020" y="565"/>
                      </a:lnTo>
                      <a:lnTo>
                        <a:pt x="1022" y="565"/>
                      </a:lnTo>
                      <a:lnTo>
                        <a:pt x="1022" y="563"/>
                      </a:lnTo>
                      <a:lnTo>
                        <a:pt x="1020" y="563"/>
                      </a:lnTo>
                      <a:lnTo>
                        <a:pt x="1020" y="561"/>
                      </a:lnTo>
                      <a:lnTo>
                        <a:pt x="1018" y="561"/>
                      </a:lnTo>
                      <a:lnTo>
                        <a:pt x="1016" y="561"/>
                      </a:lnTo>
                      <a:lnTo>
                        <a:pt x="1016" y="563"/>
                      </a:lnTo>
                      <a:lnTo>
                        <a:pt x="1014" y="563"/>
                      </a:lnTo>
                      <a:lnTo>
                        <a:pt x="1014" y="561"/>
                      </a:lnTo>
                      <a:lnTo>
                        <a:pt x="1014" y="559"/>
                      </a:lnTo>
                      <a:lnTo>
                        <a:pt x="1014" y="557"/>
                      </a:lnTo>
                      <a:lnTo>
                        <a:pt x="1016" y="557"/>
                      </a:lnTo>
                      <a:lnTo>
                        <a:pt x="1018" y="557"/>
                      </a:lnTo>
                      <a:lnTo>
                        <a:pt x="1018" y="556"/>
                      </a:lnTo>
                      <a:lnTo>
                        <a:pt x="1018" y="554"/>
                      </a:lnTo>
                      <a:lnTo>
                        <a:pt x="1016" y="554"/>
                      </a:lnTo>
                      <a:lnTo>
                        <a:pt x="1018" y="552"/>
                      </a:lnTo>
                      <a:lnTo>
                        <a:pt x="1018" y="550"/>
                      </a:lnTo>
                      <a:lnTo>
                        <a:pt x="1018" y="548"/>
                      </a:lnTo>
                      <a:lnTo>
                        <a:pt x="1020" y="547"/>
                      </a:lnTo>
                      <a:lnTo>
                        <a:pt x="1020" y="545"/>
                      </a:lnTo>
                      <a:lnTo>
                        <a:pt x="1022" y="545"/>
                      </a:lnTo>
                      <a:lnTo>
                        <a:pt x="1022" y="543"/>
                      </a:lnTo>
                      <a:lnTo>
                        <a:pt x="1024" y="543"/>
                      </a:lnTo>
                      <a:lnTo>
                        <a:pt x="1025" y="543"/>
                      </a:lnTo>
                      <a:lnTo>
                        <a:pt x="1025" y="541"/>
                      </a:lnTo>
                      <a:lnTo>
                        <a:pt x="1027" y="541"/>
                      </a:lnTo>
                      <a:lnTo>
                        <a:pt x="1027" y="539"/>
                      </a:lnTo>
                      <a:lnTo>
                        <a:pt x="1029" y="539"/>
                      </a:lnTo>
                      <a:lnTo>
                        <a:pt x="1029" y="537"/>
                      </a:lnTo>
                      <a:lnTo>
                        <a:pt x="1031" y="537"/>
                      </a:lnTo>
                      <a:lnTo>
                        <a:pt x="1033" y="539"/>
                      </a:lnTo>
                      <a:lnTo>
                        <a:pt x="1035" y="539"/>
                      </a:lnTo>
                      <a:lnTo>
                        <a:pt x="1035" y="541"/>
                      </a:lnTo>
                      <a:lnTo>
                        <a:pt x="1036" y="541"/>
                      </a:lnTo>
                      <a:lnTo>
                        <a:pt x="1036" y="539"/>
                      </a:lnTo>
                      <a:lnTo>
                        <a:pt x="1038" y="539"/>
                      </a:lnTo>
                      <a:lnTo>
                        <a:pt x="1040" y="539"/>
                      </a:lnTo>
                      <a:lnTo>
                        <a:pt x="1040" y="541"/>
                      </a:lnTo>
                      <a:lnTo>
                        <a:pt x="1040" y="543"/>
                      </a:lnTo>
                      <a:lnTo>
                        <a:pt x="1042" y="543"/>
                      </a:lnTo>
                      <a:lnTo>
                        <a:pt x="1044" y="541"/>
                      </a:lnTo>
                      <a:lnTo>
                        <a:pt x="1042" y="541"/>
                      </a:lnTo>
                      <a:lnTo>
                        <a:pt x="1044" y="541"/>
                      </a:lnTo>
                      <a:lnTo>
                        <a:pt x="1042" y="541"/>
                      </a:lnTo>
                      <a:lnTo>
                        <a:pt x="1042" y="539"/>
                      </a:lnTo>
                      <a:lnTo>
                        <a:pt x="1044" y="539"/>
                      </a:lnTo>
                      <a:lnTo>
                        <a:pt x="1044" y="537"/>
                      </a:lnTo>
                      <a:lnTo>
                        <a:pt x="1046" y="537"/>
                      </a:lnTo>
                      <a:lnTo>
                        <a:pt x="1046" y="536"/>
                      </a:lnTo>
                      <a:lnTo>
                        <a:pt x="1046" y="534"/>
                      </a:lnTo>
                      <a:lnTo>
                        <a:pt x="1046" y="532"/>
                      </a:lnTo>
                      <a:lnTo>
                        <a:pt x="1047" y="532"/>
                      </a:lnTo>
                      <a:lnTo>
                        <a:pt x="1049" y="532"/>
                      </a:lnTo>
                      <a:lnTo>
                        <a:pt x="1051" y="532"/>
                      </a:lnTo>
                      <a:lnTo>
                        <a:pt x="1053" y="530"/>
                      </a:lnTo>
                      <a:lnTo>
                        <a:pt x="1055" y="530"/>
                      </a:lnTo>
                      <a:lnTo>
                        <a:pt x="1055" y="528"/>
                      </a:lnTo>
                      <a:lnTo>
                        <a:pt x="1055" y="526"/>
                      </a:lnTo>
                      <a:lnTo>
                        <a:pt x="1056" y="526"/>
                      </a:lnTo>
                      <a:lnTo>
                        <a:pt x="1056" y="528"/>
                      </a:lnTo>
                      <a:lnTo>
                        <a:pt x="1056" y="526"/>
                      </a:lnTo>
                      <a:lnTo>
                        <a:pt x="1058" y="526"/>
                      </a:lnTo>
                      <a:lnTo>
                        <a:pt x="1058" y="525"/>
                      </a:lnTo>
                      <a:lnTo>
                        <a:pt x="1060" y="525"/>
                      </a:lnTo>
                      <a:lnTo>
                        <a:pt x="1060" y="526"/>
                      </a:lnTo>
                      <a:lnTo>
                        <a:pt x="1060" y="525"/>
                      </a:lnTo>
                      <a:lnTo>
                        <a:pt x="1062" y="525"/>
                      </a:lnTo>
                      <a:lnTo>
                        <a:pt x="1064" y="525"/>
                      </a:lnTo>
                      <a:lnTo>
                        <a:pt x="1064" y="523"/>
                      </a:lnTo>
                      <a:lnTo>
                        <a:pt x="1066" y="525"/>
                      </a:lnTo>
                      <a:close/>
                      <a:moveTo>
                        <a:pt x="991" y="492"/>
                      </a:moveTo>
                      <a:lnTo>
                        <a:pt x="991" y="494"/>
                      </a:lnTo>
                      <a:lnTo>
                        <a:pt x="993" y="494"/>
                      </a:lnTo>
                      <a:lnTo>
                        <a:pt x="993" y="495"/>
                      </a:lnTo>
                      <a:lnTo>
                        <a:pt x="993" y="497"/>
                      </a:lnTo>
                      <a:lnTo>
                        <a:pt x="994" y="497"/>
                      </a:lnTo>
                      <a:lnTo>
                        <a:pt x="994" y="499"/>
                      </a:lnTo>
                      <a:lnTo>
                        <a:pt x="994" y="501"/>
                      </a:lnTo>
                      <a:lnTo>
                        <a:pt x="994" y="503"/>
                      </a:lnTo>
                      <a:lnTo>
                        <a:pt x="993" y="503"/>
                      </a:lnTo>
                      <a:lnTo>
                        <a:pt x="993" y="501"/>
                      </a:lnTo>
                      <a:lnTo>
                        <a:pt x="991" y="501"/>
                      </a:lnTo>
                      <a:lnTo>
                        <a:pt x="991" y="503"/>
                      </a:lnTo>
                      <a:lnTo>
                        <a:pt x="989" y="503"/>
                      </a:lnTo>
                      <a:lnTo>
                        <a:pt x="991" y="503"/>
                      </a:lnTo>
                      <a:lnTo>
                        <a:pt x="991" y="504"/>
                      </a:lnTo>
                      <a:lnTo>
                        <a:pt x="991" y="506"/>
                      </a:lnTo>
                      <a:lnTo>
                        <a:pt x="989" y="506"/>
                      </a:lnTo>
                      <a:lnTo>
                        <a:pt x="989" y="504"/>
                      </a:lnTo>
                      <a:lnTo>
                        <a:pt x="987" y="504"/>
                      </a:lnTo>
                      <a:lnTo>
                        <a:pt x="987" y="506"/>
                      </a:lnTo>
                      <a:lnTo>
                        <a:pt x="987" y="508"/>
                      </a:lnTo>
                      <a:lnTo>
                        <a:pt x="989" y="508"/>
                      </a:lnTo>
                      <a:lnTo>
                        <a:pt x="989" y="510"/>
                      </a:lnTo>
                      <a:lnTo>
                        <a:pt x="987" y="510"/>
                      </a:lnTo>
                      <a:lnTo>
                        <a:pt x="987" y="512"/>
                      </a:lnTo>
                      <a:lnTo>
                        <a:pt x="985" y="512"/>
                      </a:lnTo>
                      <a:lnTo>
                        <a:pt x="983" y="512"/>
                      </a:lnTo>
                      <a:lnTo>
                        <a:pt x="982" y="512"/>
                      </a:lnTo>
                      <a:lnTo>
                        <a:pt x="982" y="514"/>
                      </a:lnTo>
                      <a:lnTo>
                        <a:pt x="980" y="514"/>
                      </a:lnTo>
                      <a:lnTo>
                        <a:pt x="978" y="514"/>
                      </a:lnTo>
                      <a:lnTo>
                        <a:pt x="978" y="515"/>
                      </a:lnTo>
                      <a:lnTo>
                        <a:pt x="976" y="515"/>
                      </a:lnTo>
                      <a:lnTo>
                        <a:pt x="974" y="515"/>
                      </a:lnTo>
                      <a:lnTo>
                        <a:pt x="973" y="515"/>
                      </a:lnTo>
                      <a:lnTo>
                        <a:pt x="973" y="517"/>
                      </a:lnTo>
                      <a:lnTo>
                        <a:pt x="971" y="517"/>
                      </a:lnTo>
                      <a:lnTo>
                        <a:pt x="971" y="515"/>
                      </a:lnTo>
                      <a:lnTo>
                        <a:pt x="969" y="515"/>
                      </a:lnTo>
                      <a:lnTo>
                        <a:pt x="969" y="517"/>
                      </a:lnTo>
                      <a:lnTo>
                        <a:pt x="967" y="517"/>
                      </a:lnTo>
                      <a:lnTo>
                        <a:pt x="967" y="515"/>
                      </a:lnTo>
                      <a:lnTo>
                        <a:pt x="965" y="515"/>
                      </a:lnTo>
                      <a:lnTo>
                        <a:pt x="965" y="517"/>
                      </a:lnTo>
                      <a:lnTo>
                        <a:pt x="965" y="515"/>
                      </a:lnTo>
                      <a:lnTo>
                        <a:pt x="963" y="515"/>
                      </a:lnTo>
                      <a:lnTo>
                        <a:pt x="962" y="515"/>
                      </a:lnTo>
                      <a:lnTo>
                        <a:pt x="962" y="517"/>
                      </a:lnTo>
                      <a:lnTo>
                        <a:pt x="960" y="517"/>
                      </a:lnTo>
                      <a:lnTo>
                        <a:pt x="958" y="519"/>
                      </a:lnTo>
                      <a:lnTo>
                        <a:pt x="956" y="519"/>
                      </a:lnTo>
                      <a:lnTo>
                        <a:pt x="954" y="519"/>
                      </a:lnTo>
                      <a:lnTo>
                        <a:pt x="952" y="519"/>
                      </a:lnTo>
                      <a:lnTo>
                        <a:pt x="952" y="521"/>
                      </a:lnTo>
                      <a:lnTo>
                        <a:pt x="951" y="521"/>
                      </a:lnTo>
                      <a:lnTo>
                        <a:pt x="949" y="521"/>
                      </a:lnTo>
                      <a:lnTo>
                        <a:pt x="947" y="521"/>
                      </a:lnTo>
                      <a:lnTo>
                        <a:pt x="947" y="519"/>
                      </a:lnTo>
                      <a:lnTo>
                        <a:pt x="947" y="521"/>
                      </a:lnTo>
                      <a:lnTo>
                        <a:pt x="945" y="521"/>
                      </a:lnTo>
                      <a:lnTo>
                        <a:pt x="945" y="523"/>
                      </a:lnTo>
                      <a:lnTo>
                        <a:pt x="945" y="521"/>
                      </a:lnTo>
                      <a:lnTo>
                        <a:pt x="945" y="519"/>
                      </a:lnTo>
                      <a:lnTo>
                        <a:pt x="943" y="519"/>
                      </a:lnTo>
                      <a:lnTo>
                        <a:pt x="943" y="517"/>
                      </a:lnTo>
                      <a:lnTo>
                        <a:pt x="943" y="519"/>
                      </a:lnTo>
                      <a:lnTo>
                        <a:pt x="941" y="519"/>
                      </a:lnTo>
                      <a:lnTo>
                        <a:pt x="940" y="517"/>
                      </a:lnTo>
                      <a:lnTo>
                        <a:pt x="940" y="519"/>
                      </a:lnTo>
                      <a:lnTo>
                        <a:pt x="938" y="517"/>
                      </a:lnTo>
                      <a:lnTo>
                        <a:pt x="936" y="517"/>
                      </a:lnTo>
                      <a:lnTo>
                        <a:pt x="936" y="519"/>
                      </a:lnTo>
                      <a:lnTo>
                        <a:pt x="936" y="521"/>
                      </a:lnTo>
                      <a:lnTo>
                        <a:pt x="934" y="521"/>
                      </a:lnTo>
                      <a:lnTo>
                        <a:pt x="934" y="523"/>
                      </a:lnTo>
                      <a:lnTo>
                        <a:pt x="932" y="523"/>
                      </a:lnTo>
                      <a:lnTo>
                        <a:pt x="932" y="521"/>
                      </a:lnTo>
                      <a:lnTo>
                        <a:pt x="931" y="521"/>
                      </a:lnTo>
                      <a:lnTo>
                        <a:pt x="929" y="521"/>
                      </a:lnTo>
                      <a:lnTo>
                        <a:pt x="927" y="521"/>
                      </a:lnTo>
                      <a:lnTo>
                        <a:pt x="927" y="523"/>
                      </a:lnTo>
                      <a:lnTo>
                        <a:pt x="925" y="523"/>
                      </a:lnTo>
                      <a:lnTo>
                        <a:pt x="923" y="525"/>
                      </a:lnTo>
                      <a:lnTo>
                        <a:pt x="921" y="523"/>
                      </a:lnTo>
                      <a:lnTo>
                        <a:pt x="920" y="523"/>
                      </a:lnTo>
                      <a:lnTo>
                        <a:pt x="920" y="521"/>
                      </a:lnTo>
                      <a:lnTo>
                        <a:pt x="918" y="521"/>
                      </a:lnTo>
                      <a:lnTo>
                        <a:pt x="918" y="519"/>
                      </a:lnTo>
                      <a:lnTo>
                        <a:pt x="916" y="519"/>
                      </a:lnTo>
                      <a:lnTo>
                        <a:pt x="914" y="521"/>
                      </a:lnTo>
                      <a:lnTo>
                        <a:pt x="916" y="521"/>
                      </a:lnTo>
                      <a:lnTo>
                        <a:pt x="914" y="521"/>
                      </a:lnTo>
                      <a:lnTo>
                        <a:pt x="912" y="521"/>
                      </a:lnTo>
                      <a:lnTo>
                        <a:pt x="910" y="521"/>
                      </a:lnTo>
                      <a:lnTo>
                        <a:pt x="909" y="521"/>
                      </a:lnTo>
                      <a:lnTo>
                        <a:pt x="909" y="519"/>
                      </a:lnTo>
                      <a:lnTo>
                        <a:pt x="907" y="519"/>
                      </a:lnTo>
                      <a:lnTo>
                        <a:pt x="905" y="519"/>
                      </a:lnTo>
                      <a:lnTo>
                        <a:pt x="903" y="519"/>
                      </a:lnTo>
                      <a:lnTo>
                        <a:pt x="901" y="519"/>
                      </a:lnTo>
                      <a:lnTo>
                        <a:pt x="899" y="519"/>
                      </a:lnTo>
                      <a:lnTo>
                        <a:pt x="898" y="519"/>
                      </a:lnTo>
                      <a:lnTo>
                        <a:pt x="898" y="521"/>
                      </a:lnTo>
                      <a:lnTo>
                        <a:pt x="898" y="519"/>
                      </a:lnTo>
                      <a:lnTo>
                        <a:pt x="898" y="521"/>
                      </a:lnTo>
                      <a:lnTo>
                        <a:pt x="896" y="521"/>
                      </a:lnTo>
                      <a:lnTo>
                        <a:pt x="896" y="519"/>
                      </a:lnTo>
                      <a:lnTo>
                        <a:pt x="894" y="519"/>
                      </a:lnTo>
                      <a:lnTo>
                        <a:pt x="892" y="517"/>
                      </a:lnTo>
                      <a:lnTo>
                        <a:pt x="890" y="517"/>
                      </a:lnTo>
                      <a:lnTo>
                        <a:pt x="890" y="519"/>
                      </a:lnTo>
                      <a:lnTo>
                        <a:pt x="889" y="519"/>
                      </a:lnTo>
                      <a:lnTo>
                        <a:pt x="887" y="519"/>
                      </a:lnTo>
                      <a:lnTo>
                        <a:pt x="885" y="519"/>
                      </a:lnTo>
                      <a:lnTo>
                        <a:pt x="883" y="519"/>
                      </a:lnTo>
                      <a:lnTo>
                        <a:pt x="883" y="521"/>
                      </a:lnTo>
                      <a:lnTo>
                        <a:pt x="885" y="521"/>
                      </a:lnTo>
                      <a:lnTo>
                        <a:pt x="883" y="521"/>
                      </a:lnTo>
                      <a:lnTo>
                        <a:pt x="883" y="519"/>
                      </a:lnTo>
                      <a:lnTo>
                        <a:pt x="881" y="519"/>
                      </a:lnTo>
                      <a:lnTo>
                        <a:pt x="881" y="517"/>
                      </a:lnTo>
                      <a:lnTo>
                        <a:pt x="881" y="519"/>
                      </a:lnTo>
                      <a:lnTo>
                        <a:pt x="881" y="517"/>
                      </a:lnTo>
                      <a:lnTo>
                        <a:pt x="879" y="517"/>
                      </a:lnTo>
                      <a:lnTo>
                        <a:pt x="879" y="515"/>
                      </a:lnTo>
                      <a:lnTo>
                        <a:pt x="879" y="514"/>
                      </a:lnTo>
                      <a:lnTo>
                        <a:pt x="879" y="512"/>
                      </a:lnTo>
                      <a:lnTo>
                        <a:pt x="879" y="510"/>
                      </a:lnTo>
                      <a:lnTo>
                        <a:pt x="881" y="510"/>
                      </a:lnTo>
                      <a:lnTo>
                        <a:pt x="881" y="508"/>
                      </a:lnTo>
                      <a:lnTo>
                        <a:pt x="883" y="508"/>
                      </a:lnTo>
                      <a:lnTo>
                        <a:pt x="883" y="506"/>
                      </a:lnTo>
                      <a:lnTo>
                        <a:pt x="881" y="506"/>
                      </a:lnTo>
                      <a:lnTo>
                        <a:pt x="881" y="504"/>
                      </a:lnTo>
                      <a:lnTo>
                        <a:pt x="883" y="504"/>
                      </a:lnTo>
                      <a:lnTo>
                        <a:pt x="883" y="506"/>
                      </a:lnTo>
                      <a:lnTo>
                        <a:pt x="883" y="504"/>
                      </a:lnTo>
                      <a:lnTo>
                        <a:pt x="883" y="506"/>
                      </a:lnTo>
                      <a:lnTo>
                        <a:pt x="885" y="506"/>
                      </a:lnTo>
                      <a:lnTo>
                        <a:pt x="885" y="504"/>
                      </a:lnTo>
                      <a:lnTo>
                        <a:pt x="887" y="504"/>
                      </a:lnTo>
                      <a:lnTo>
                        <a:pt x="887" y="506"/>
                      </a:lnTo>
                      <a:lnTo>
                        <a:pt x="887" y="504"/>
                      </a:lnTo>
                      <a:lnTo>
                        <a:pt x="887" y="503"/>
                      </a:lnTo>
                      <a:lnTo>
                        <a:pt x="889" y="503"/>
                      </a:lnTo>
                      <a:lnTo>
                        <a:pt x="889" y="504"/>
                      </a:lnTo>
                      <a:lnTo>
                        <a:pt x="889" y="503"/>
                      </a:lnTo>
                      <a:lnTo>
                        <a:pt x="890" y="503"/>
                      </a:lnTo>
                      <a:lnTo>
                        <a:pt x="889" y="504"/>
                      </a:lnTo>
                      <a:lnTo>
                        <a:pt x="890" y="503"/>
                      </a:lnTo>
                      <a:lnTo>
                        <a:pt x="890" y="504"/>
                      </a:lnTo>
                      <a:lnTo>
                        <a:pt x="892" y="504"/>
                      </a:lnTo>
                      <a:lnTo>
                        <a:pt x="890" y="504"/>
                      </a:lnTo>
                      <a:lnTo>
                        <a:pt x="890" y="503"/>
                      </a:lnTo>
                      <a:lnTo>
                        <a:pt x="892" y="503"/>
                      </a:lnTo>
                      <a:lnTo>
                        <a:pt x="894" y="503"/>
                      </a:lnTo>
                      <a:lnTo>
                        <a:pt x="894" y="501"/>
                      </a:lnTo>
                      <a:lnTo>
                        <a:pt x="896" y="501"/>
                      </a:lnTo>
                      <a:lnTo>
                        <a:pt x="896" y="499"/>
                      </a:lnTo>
                      <a:lnTo>
                        <a:pt x="898" y="499"/>
                      </a:lnTo>
                      <a:lnTo>
                        <a:pt x="899" y="499"/>
                      </a:lnTo>
                      <a:lnTo>
                        <a:pt x="899" y="501"/>
                      </a:lnTo>
                      <a:lnTo>
                        <a:pt x="899" y="499"/>
                      </a:lnTo>
                      <a:lnTo>
                        <a:pt x="901" y="499"/>
                      </a:lnTo>
                      <a:lnTo>
                        <a:pt x="903" y="499"/>
                      </a:lnTo>
                      <a:lnTo>
                        <a:pt x="903" y="501"/>
                      </a:lnTo>
                      <a:lnTo>
                        <a:pt x="905" y="501"/>
                      </a:lnTo>
                      <a:lnTo>
                        <a:pt x="905" y="499"/>
                      </a:lnTo>
                      <a:lnTo>
                        <a:pt x="907" y="499"/>
                      </a:lnTo>
                      <a:lnTo>
                        <a:pt x="907" y="501"/>
                      </a:lnTo>
                      <a:lnTo>
                        <a:pt x="909" y="501"/>
                      </a:lnTo>
                      <a:lnTo>
                        <a:pt x="909" y="499"/>
                      </a:lnTo>
                      <a:lnTo>
                        <a:pt x="910" y="499"/>
                      </a:lnTo>
                      <a:lnTo>
                        <a:pt x="910" y="501"/>
                      </a:lnTo>
                      <a:lnTo>
                        <a:pt x="912" y="501"/>
                      </a:lnTo>
                      <a:lnTo>
                        <a:pt x="912" y="503"/>
                      </a:lnTo>
                      <a:lnTo>
                        <a:pt x="914" y="503"/>
                      </a:lnTo>
                      <a:lnTo>
                        <a:pt x="914" y="501"/>
                      </a:lnTo>
                      <a:lnTo>
                        <a:pt x="914" y="503"/>
                      </a:lnTo>
                      <a:lnTo>
                        <a:pt x="916" y="501"/>
                      </a:lnTo>
                      <a:lnTo>
                        <a:pt x="916" y="503"/>
                      </a:lnTo>
                      <a:lnTo>
                        <a:pt x="918" y="503"/>
                      </a:lnTo>
                      <a:lnTo>
                        <a:pt x="920" y="503"/>
                      </a:lnTo>
                      <a:lnTo>
                        <a:pt x="921" y="503"/>
                      </a:lnTo>
                      <a:lnTo>
                        <a:pt x="920" y="503"/>
                      </a:lnTo>
                      <a:lnTo>
                        <a:pt x="921" y="503"/>
                      </a:lnTo>
                      <a:lnTo>
                        <a:pt x="923" y="504"/>
                      </a:lnTo>
                      <a:lnTo>
                        <a:pt x="923" y="503"/>
                      </a:lnTo>
                      <a:lnTo>
                        <a:pt x="923" y="504"/>
                      </a:lnTo>
                      <a:lnTo>
                        <a:pt x="923" y="503"/>
                      </a:lnTo>
                      <a:lnTo>
                        <a:pt x="921" y="503"/>
                      </a:lnTo>
                      <a:lnTo>
                        <a:pt x="923" y="503"/>
                      </a:lnTo>
                      <a:lnTo>
                        <a:pt x="923" y="504"/>
                      </a:lnTo>
                      <a:lnTo>
                        <a:pt x="925" y="504"/>
                      </a:lnTo>
                      <a:lnTo>
                        <a:pt x="927" y="504"/>
                      </a:lnTo>
                      <a:lnTo>
                        <a:pt x="929" y="504"/>
                      </a:lnTo>
                      <a:lnTo>
                        <a:pt x="929" y="506"/>
                      </a:lnTo>
                      <a:lnTo>
                        <a:pt x="929" y="504"/>
                      </a:lnTo>
                      <a:lnTo>
                        <a:pt x="931" y="506"/>
                      </a:lnTo>
                      <a:lnTo>
                        <a:pt x="932" y="506"/>
                      </a:lnTo>
                      <a:lnTo>
                        <a:pt x="934" y="506"/>
                      </a:lnTo>
                      <a:lnTo>
                        <a:pt x="934" y="508"/>
                      </a:lnTo>
                      <a:lnTo>
                        <a:pt x="934" y="510"/>
                      </a:lnTo>
                      <a:lnTo>
                        <a:pt x="936" y="510"/>
                      </a:lnTo>
                      <a:lnTo>
                        <a:pt x="938" y="510"/>
                      </a:lnTo>
                      <a:lnTo>
                        <a:pt x="940" y="510"/>
                      </a:lnTo>
                      <a:lnTo>
                        <a:pt x="941" y="510"/>
                      </a:lnTo>
                      <a:lnTo>
                        <a:pt x="940" y="510"/>
                      </a:lnTo>
                      <a:lnTo>
                        <a:pt x="941" y="510"/>
                      </a:lnTo>
                      <a:lnTo>
                        <a:pt x="940" y="512"/>
                      </a:lnTo>
                      <a:lnTo>
                        <a:pt x="941" y="512"/>
                      </a:lnTo>
                      <a:lnTo>
                        <a:pt x="941" y="510"/>
                      </a:lnTo>
                      <a:lnTo>
                        <a:pt x="941" y="512"/>
                      </a:lnTo>
                      <a:lnTo>
                        <a:pt x="941" y="510"/>
                      </a:lnTo>
                      <a:lnTo>
                        <a:pt x="943" y="510"/>
                      </a:lnTo>
                      <a:lnTo>
                        <a:pt x="943" y="508"/>
                      </a:lnTo>
                      <a:lnTo>
                        <a:pt x="943" y="510"/>
                      </a:lnTo>
                      <a:lnTo>
                        <a:pt x="945" y="510"/>
                      </a:lnTo>
                      <a:lnTo>
                        <a:pt x="943" y="510"/>
                      </a:lnTo>
                      <a:lnTo>
                        <a:pt x="943" y="508"/>
                      </a:lnTo>
                      <a:lnTo>
                        <a:pt x="945" y="508"/>
                      </a:lnTo>
                      <a:lnTo>
                        <a:pt x="943" y="508"/>
                      </a:lnTo>
                      <a:lnTo>
                        <a:pt x="945" y="508"/>
                      </a:lnTo>
                      <a:lnTo>
                        <a:pt x="945" y="506"/>
                      </a:lnTo>
                      <a:lnTo>
                        <a:pt x="945" y="508"/>
                      </a:lnTo>
                      <a:lnTo>
                        <a:pt x="947" y="508"/>
                      </a:lnTo>
                      <a:lnTo>
                        <a:pt x="947" y="506"/>
                      </a:lnTo>
                      <a:lnTo>
                        <a:pt x="947" y="508"/>
                      </a:lnTo>
                      <a:lnTo>
                        <a:pt x="949" y="508"/>
                      </a:lnTo>
                      <a:lnTo>
                        <a:pt x="951" y="508"/>
                      </a:lnTo>
                      <a:lnTo>
                        <a:pt x="952" y="508"/>
                      </a:lnTo>
                      <a:lnTo>
                        <a:pt x="952" y="506"/>
                      </a:lnTo>
                      <a:lnTo>
                        <a:pt x="952" y="508"/>
                      </a:lnTo>
                      <a:lnTo>
                        <a:pt x="954" y="508"/>
                      </a:lnTo>
                      <a:lnTo>
                        <a:pt x="956" y="508"/>
                      </a:lnTo>
                      <a:lnTo>
                        <a:pt x="956" y="506"/>
                      </a:lnTo>
                      <a:lnTo>
                        <a:pt x="958" y="506"/>
                      </a:lnTo>
                      <a:lnTo>
                        <a:pt x="956" y="506"/>
                      </a:lnTo>
                      <a:lnTo>
                        <a:pt x="958" y="506"/>
                      </a:lnTo>
                      <a:lnTo>
                        <a:pt x="960" y="504"/>
                      </a:lnTo>
                      <a:lnTo>
                        <a:pt x="960" y="506"/>
                      </a:lnTo>
                      <a:lnTo>
                        <a:pt x="960" y="504"/>
                      </a:lnTo>
                      <a:lnTo>
                        <a:pt x="960" y="506"/>
                      </a:lnTo>
                      <a:lnTo>
                        <a:pt x="958" y="506"/>
                      </a:lnTo>
                      <a:lnTo>
                        <a:pt x="960" y="506"/>
                      </a:lnTo>
                      <a:lnTo>
                        <a:pt x="958" y="506"/>
                      </a:lnTo>
                      <a:lnTo>
                        <a:pt x="960" y="506"/>
                      </a:lnTo>
                      <a:lnTo>
                        <a:pt x="958" y="506"/>
                      </a:lnTo>
                      <a:lnTo>
                        <a:pt x="958" y="508"/>
                      </a:lnTo>
                      <a:lnTo>
                        <a:pt x="960" y="508"/>
                      </a:lnTo>
                      <a:lnTo>
                        <a:pt x="958" y="508"/>
                      </a:lnTo>
                      <a:lnTo>
                        <a:pt x="960" y="508"/>
                      </a:lnTo>
                      <a:lnTo>
                        <a:pt x="962" y="508"/>
                      </a:lnTo>
                      <a:lnTo>
                        <a:pt x="963" y="508"/>
                      </a:lnTo>
                      <a:lnTo>
                        <a:pt x="963" y="510"/>
                      </a:lnTo>
                      <a:lnTo>
                        <a:pt x="963" y="508"/>
                      </a:lnTo>
                      <a:lnTo>
                        <a:pt x="963" y="510"/>
                      </a:lnTo>
                      <a:lnTo>
                        <a:pt x="965" y="510"/>
                      </a:lnTo>
                      <a:lnTo>
                        <a:pt x="965" y="512"/>
                      </a:lnTo>
                      <a:lnTo>
                        <a:pt x="967" y="512"/>
                      </a:lnTo>
                      <a:lnTo>
                        <a:pt x="969" y="512"/>
                      </a:lnTo>
                      <a:lnTo>
                        <a:pt x="971" y="512"/>
                      </a:lnTo>
                      <a:lnTo>
                        <a:pt x="973" y="512"/>
                      </a:lnTo>
                      <a:lnTo>
                        <a:pt x="974" y="512"/>
                      </a:lnTo>
                      <a:lnTo>
                        <a:pt x="976" y="512"/>
                      </a:lnTo>
                      <a:lnTo>
                        <a:pt x="976" y="510"/>
                      </a:lnTo>
                      <a:lnTo>
                        <a:pt x="976" y="508"/>
                      </a:lnTo>
                      <a:lnTo>
                        <a:pt x="976" y="506"/>
                      </a:lnTo>
                      <a:lnTo>
                        <a:pt x="978" y="506"/>
                      </a:lnTo>
                      <a:lnTo>
                        <a:pt x="978" y="504"/>
                      </a:lnTo>
                      <a:lnTo>
                        <a:pt x="980" y="504"/>
                      </a:lnTo>
                      <a:lnTo>
                        <a:pt x="980" y="503"/>
                      </a:lnTo>
                      <a:lnTo>
                        <a:pt x="982" y="503"/>
                      </a:lnTo>
                      <a:lnTo>
                        <a:pt x="983" y="503"/>
                      </a:lnTo>
                      <a:lnTo>
                        <a:pt x="985" y="503"/>
                      </a:lnTo>
                      <a:lnTo>
                        <a:pt x="987" y="501"/>
                      </a:lnTo>
                      <a:lnTo>
                        <a:pt x="989" y="501"/>
                      </a:lnTo>
                      <a:lnTo>
                        <a:pt x="991" y="499"/>
                      </a:lnTo>
                      <a:lnTo>
                        <a:pt x="991" y="497"/>
                      </a:lnTo>
                      <a:lnTo>
                        <a:pt x="993" y="497"/>
                      </a:lnTo>
                      <a:lnTo>
                        <a:pt x="991" y="497"/>
                      </a:lnTo>
                      <a:lnTo>
                        <a:pt x="991" y="495"/>
                      </a:lnTo>
                      <a:lnTo>
                        <a:pt x="989" y="495"/>
                      </a:lnTo>
                      <a:lnTo>
                        <a:pt x="989" y="497"/>
                      </a:lnTo>
                      <a:lnTo>
                        <a:pt x="989" y="495"/>
                      </a:lnTo>
                      <a:lnTo>
                        <a:pt x="989" y="497"/>
                      </a:lnTo>
                      <a:lnTo>
                        <a:pt x="987" y="497"/>
                      </a:lnTo>
                      <a:lnTo>
                        <a:pt x="985" y="497"/>
                      </a:lnTo>
                      <a:lnTo>
                        <a:pt x="985" y="495"/>
                      </a:lnTo>
                      <a:lnTo>
                        <a:pt x="987" y="495"/>
                      </a:lnTo>
                      <a:lnTo>
                        <a:pt x="987" y="494"/>
                      </a:lnTo>
                      <a:lnTo>
                        <a:pt x="989" y="494"/>
                      </a:lnTo>
                      <a:lnTo>
                        <a:pt x="989" y="492"/>
                      </a:lnTo>
                      <a:lnTo>
                        <a:pt x="991" y="492"/>
                      </a:lnTo>
                      <a:close/>
                      <a:moveTo>
                        <a:pt x="1524" y="488"/>
                      </a:moveTo>
                      <a:lnTo>
                        <a:pt x="1524" y="486"/>
                      </a:lnTo>
                      <a:lnTo>
                        <a:pt x="1526" y="486"/>
                      </a:lnTo>
                      <a:lnTo>
                        <a:pt x="1526" y="484"/>
                      </a:lnTo>
                      <a:lnTo>
                        <a:pt x="1527" y="483"/>
                      </a:lnTo>
                      <a:lnTo>
                        <a:pt x="1527" y="481"/>
                      </a:lnTo>
                      <a:lnTo>
                        <a:pt x="1529" y="481"/>
                      </a:lnTo>
                      <a:lnTo>
                        <a:pt x="1531" y="481"/>
                      </a:lnTo>
                      <a:lnTo>
                        <a:pt x="1533" y="481"/>
                      </a:lnTo>
                      <a:lnTo>
                        <a:pt x="1533" y="483"/>
                      </a:lnTo>
                      <a:lnTo>
                        <a:pt x="1535" y="481"/>
                      </a:lnTo>
                      <a:lnTo>
                        <a:pt x="1535" y="483"/>
                      </a:lnTo>
                      <a:lnTo>
                        <a:pt x="1535" y="481"/>
                      </a:lnTo>
                      <a:lnTo>
                        <a:pt x="1533" y="483"/>
                      </a:lnTo>
                      <a:lnTo>
                        <a:pt x="1533" y="481"/>
                      </a:lnTo>
                      <a:lnTo>
                        <a:pt x="1533" y="479"/>
                      </a:lnTo>
                      <a:lnTo>
                        <a:pt x="1533" y="481"/>
                      </a:lnTo>
                      <a:lnTo>
                        <a:pt x="1531" y="481"/>
                      </a:lnTo>
                      <a:lnTo>
                        <a:pt x="1531" y="479"/>
                      </a:lnTo>
                      <a:lnTo>
                        <a:pt x="1529" y="481"/>
                      </a:lnTo>
                      <a:lnTo>
                        <a:pt x="1529" y="479"/>
                      </a:lnTo>
                      <a:lnTo>
                        <a:pt x="1531" y="479"/>
                      </a:lnTo>
                      <a:lnTo>
                        <a:pt x="1531" y="477"/>
                      </a:lnTo>
                      <a:lnTo>
                        <a:pt x="1533" y="475"/>
                      </a:lnTo>
                      <a:lnTo>
                        <a:pt x="1535" y="475"/>
                      </a:lnTo>
                      <a:lnTo>
                        <a:pt x="1535" y="473"/>
                      </a:lnTo>
                      <a:lnTo>
                        <a:pt x="1536" y="472"/>
                      </a:lnTo>
                      <a:lnTo>
                        <a:pt x="1538" y="472"/>
                      </a:lnTo>
                      <a:lnTo>
                        <a:pt x="1538" y="470"/>
                      </a:lnTo>
                      <a:lnTo>
                        <a:pt x="1540" y="470"/>
                      </a:lnTo>
                      <a:lnTo>
                        <a:pt x="1542" y="470"/>
                      </a:lnTo>
                      <a:lnTo>
                        <a:pt x="1544" y="470"/>
                      </a:lnTo>
                      <a:lnTo>
                        <a:pt x="1544" y="468"/>
                      </a:lnTo>
                      <a:lnTo>
                        <a:pt x="1546" y="468"/>
                      </a:lnTo>
                      <a:lnTo>
                        <a:pt x="1547" y="468"/>
                      </a:lnTo>
                      <a:lnTo>
                        <a:pt x="1549" y="468"/>
                      </a:lnTo>
                      <a:lnTo>
                        <a:pt x="1551" y="468"/>
                      </a:lnTo>
                      <a:lnTo>
                        <a:pt x="1553" y="468"/>
                      </a:lnTo>
                      <a:lnTo>
                        <a:pt x="1553" y="466"/>
                      </a:lnTo>
                      <a:lnTo>
                        <a:pt x="1553" y="468"/>
                      </a:lnTo>
                      <a:lnTo>
                        <a:pt x="1555" y="466"/>
                      </a:lnTo>
                      <a:lnTo>
                        <a:pt x="1557" y="466"/>
                      </a:lnTo>
                      <a:lnTo>
                        <a:pt x="1557" y="468"/>
                      </a:lnTo>
                      <a:lnTo>
                        <a:pt x="1557" y="466"/>
                      </a:lnTo>
                      <a:lnTo>
                        <a:pt x="1557" y="468"/>
                      </a:lnTo>
                      <a:lnTo>
                        <a:pt x="1558" y="468"/>
                      </a:lnTo>
                      <a:lnTo>
                        <a:pt x="1560" y="468"/>
                      </a:lnTo>
                      <a:lnTo>
                        <a:pt x="1562" y="470"/>
                      </a:lnTo>
                      <a:lnTo>
                        <a:pt x="1562" y="472"/>
                      </a:lnTo>
                      <a:lnTo>
                        <a:pt x="1564" y="472"/>
                      </a:lnTo>
                      <a:lnTo>
                        <a:pt x="1564" y="473"/>
                      </a:lnTo>
                      <a:lnTo>
                        <a:pt x="1566" y="473"/>
                      </a:lnTo>
                      <a:lnTo>
                        <a:pt x="1568" y="473"/>
                      </a:lnTo>
                      <a:lnTo>
                        <a:pt x="1569" y="473"/>
                      </a:lnTo>
                      <a:lnTo>
                        <a:pt x="1569" y="475"/>
                      </a:lnTo>
                      <a:lnTo>
                        <a:pt x="1568" y="475"/>
                      </a:lnTo>
                      <a:lnTo>
                        <a:pt x="1568" y="477"/>
                      </a:lnTo>
                      <a:lnTo>
                        <a:pt x="1568" y="479"/>
                      </a:lnTo>
                      <a:lnTo>
                        <a:pt x="1566" y="479"/>
                      </a:lnTo>
                      <a:lnTo>
                        <a:pt x="1566" y="481"/>
                      </a:lnTo>
                      <a:lnTo>
                        <a:pt x="1566" y="483"/>
                      </a:lnTo>
                      <a:lnTo>
                        <a:pt x="1566" y="484"/>
                      </a:lnTo>
                      <a:lnTo>
                        <a:pt x="1564" y="484"/>
                      </a:lnTo>
                      <a:lnTo>
                        <a:pt x="1564" y="486"/>
                      </a:lnTo>
                      <a:lnTo>
                        <a:pt x="1562" y="486"/>
                      </a:lnTo>
                      <a:lnTo>
                        <a:pt x="1562" y="488"/>
                      </a:lnTo>
                      <a:lnTo>
                        <a:pt x="1562" y="490"/>
                      </a:lnTo>
                      <a:lnTo>
                        <a:pt x="1562" y="492"/>
                      </a:lnTo>
                      <a:lnTo>
                        <a:pt x="1564" y="492"/>
                      </a:lnTo>
                      <a:lnTo>
                        <a:pt x="1562" y="492"/>
                      </a:lnTo>
                      <a:lnTo>
                        <a:pt x="1560" y="492"/>
                      </a:lnTo>
                      <a:lnTo>
                        <a:pt x="1560" y="494"/>
                      </a:lnTo>
                      <a:lnTo>
                        <a:pt x="1558" y="495"/>
                      </a:lnTo>
                      <a:lnTo>
                        <a:pt x="1557" y="495"/>
                      </a:lnTo>
                      <a:lnTo>
                        <a:pt x="1555" y="495"/>
                      </a:lnTo>
                      <a:lnTo>
                        <a:pt x="1555" y="497"/>
                      </a:lnTo>
                      <a:lnTo>
                        <a:pt x="1553" y="497"/>
                      </a:lnTo>
                      <a:lnTo>
                        <a:pt x="1553" y="499"/>
                      </a:lnTo>
                      <a:lnTo>
                        <a:pt x="1551" y="499"/>
                      </a:lnTo>
                      <a:lnTo>
                        <a:pt x="1549" y="501"/>
                      </a:lnTo>
                      <a:lnTo>
                        <a:pt x="1547" y="501"/>
                      </a:lnTo>
                      <a:lnTo>
                        <a:pt x="1547" y="503"/>
                      </a:lnTo>
                      <a:lnTo>
                        <a:pt x="1546" y="503"/>
                      </a:lnTo>
                      <a:lnTo>
                        <a:pt x="1544" y="503"/>
                      </a:lnTo>
                      <a:lnTo>
                        <a:pt x="1542" y="503"/>
                      </a:lnTo>
                      <a:lnTo>
                        <a:pt x="1542" y="501"/>
                      </a:lnTo>
                      <a:lnTo>
                        <a:pt x="1542" y="503"/>
                      </a:lnTo>
                      <a:lnTo>
                        <a:pt x="1542" y="504"/>
                      </a:lnTo>
                      <a:lnTo>
                        <a:pt x="1542" y="503"/>
                      </a:lnTo>
                      <a:lnTo>
                        <a:pt x="1540" y="503"/>
                      </a:lnTo>
                      <a:lnTo>
                        <a:pt x="1540" y="504"/>
                      </a:lnTo>
                      <a:lnTo>
                        <a:pt x="1540" y="503"/>
                      </a:lnTo>
                      <a:lnTo>
                        <a:pt x="1538" y="503"/>
                      </a:lnTo>
                      <a:lnTo>
                        <a:pt x="1536" y="503"/>
                      </a:lnTo>
                      <a:lnTo>
                        <a:pt x="1535" y="503"/>
                      </a:lnTo>
                      <a:lnTo>
                        <a:pt x="1533" y="503"/>
                      </a:lnTo>
                      <a:lnTo>
                        <a:pt x="1531" y="503"/>
                      </a:lnTo>
                      <a:lnTo>
                        <a:pt x="1529" y="503"/>
                      </a:lnTo>
                      <a:lnTo>
                        <a:pt x="1527" y="503"/>
                      </a:lnTo>
                      <a:lnTo>
                        <a:pt x="1526" y="503"/>
                      </a:lnTo>
                      <a:lnTo>
                        <a:pt x="1524" y="504"/>
                      </a:lnTo>
                      <a:lnTo>
                        <a:pt x="1522" y="504"/>
                      </a:lnTo>
                      <a:lnTo>
                        <a:pt x="1520" y="504"/>
                      </a:lnTo>
                      <a:lnTo>
                        <a:pt x="1518" y="504"/>
                      </a:lnTo>
                      <a:lnTo>
                        <a:pt x="1518" y="506"/>
                      </a:lnTo>
                      <a:lnTo>
                        <a:pt x="1518" y="504"/>
                      </a:lnTo>
                      <a:lnTo>
                        <a:pt x="1518" y="503"/>
                      </a:lnTo>
                      <a:lnTo>
                        <a:pt x="1518" y="501"/>
                      </a:lnTo>
                      <a:lnTo>
                        <a:pt x="1518" y="499"/>
                      </a:lnTo>
                      <a:lnTo>
                        <a:pt x="1520" y="499"/>
                      </a:lnTo>
                      <a:lnTo>
                        <a:pt x="1520" y="497"/>
                      </a:lnTo>
                      <a:lnTo>
                        <a:pt x="1520" y="495"/>
                      </a:lnTo>
                      <a:lnTo>
                        <a:pt x="1520" y="494"/>
                      </a:lnTo>
                      <a:lnTo>
                        <a:pt x="1522" y="494"/>
                      </a:lnTo>
                      <a:lnTo>
                        <a:pt x="1522" y="492"/>
                      </a:lnTo>
                      <a:lnTo>
                        <a:pt x="1524" y="492"/>
                      </a:lnTo>
                      <a:lnTo>
                        <a:pt x="1526" y="492"/>
                      </a:lnTo>
                      <a:lnTo>
                        <a:pt x="1527" y="492"/>
                      </a:lnTo>
                      <a:lnTo>
                        <a:pt x="1527" y="494"/>
                      </a:lnTo>
                      <a:lnTo>
                        <a:pt x="1529" y="494"/>
                      </a:lnTo>
                      <a:lnTo>
                        <a:pt x="1531" y="494"/>
                      </a:lnTo>
                      <a:lnTo>
                        <a:pt x="1531" y="495"/>
                      </a:lnTo>
                      <a:lnTo>
                        <a:pt x="1531" y="497"/>
                      </a:lnTo>
                      <a:lnTo>
                        <a:pt x="1529" y="497"/>
                      </a:lnTo>
                      <a:lnTo>
                        <a:pt x="1531" y="499"/>
                      </a:lnTo>
                      <a:lnTo>
                        <a:pt x="1529" y="497"/>
                      </a:lnTo>
                      <a:lnTo>
                        <a:pt x="1531" y="497"/>
                      </a:lnTo>
                      <a:lnTo>
                        <a:pt x="1531" y="495"/>
                      </a:lnTo>
                      <a:lnTo>
                        <a:pt x="1531" y="494"/>
                      </a:lnTo>
                      <a:lnTo>
                        <a:pt x="1529" y="494"/>
                      </a:lnTo>
                      <a:lnTo>
                        <a:pt x="1527" y="494"/>
                      </a:lnTo>
                      <a:lnTo>
                        <a:pt x="1527" y="492"/>
                      </a:lnTo>
                      <a:lnTo>
                        <a:pt x="1526" y="492"/>
                      </a:lnTo>
                      <a:lnTo>
                        <a:pt x="1527" y="492"/>
                      </a:lnTo>
                      <a:lnTo>
                        <a:pt x="1527" y="490"/>
                      </a:lnTo>
                      <a:lnTo>
                        <a:pt x="1529" y="490"/>
                      </a:lnTo>
                      <a:lnTo>
                        <a:pt x="1531" y="490"/>
                      </a:lnTo>
                      <a:lnTo>
                        <a:pt x="1531" y="492"/>
                      </a:lnTo>
                      <a:lnTo>
                        <a:pt x="1533" y="492"/>
                      </a:lnTo>
                      <a:lnTo>
                        <a:pt x="1531" y="492"/>
                      </a:lnTo>
                      <a:lnTo>
                        <a:pt x="1531" y="490"/>
                      </a:lnTo>
                      <a:lnTo>
                        <a:pt x="1529" y="490"/>
                      </a:lnTo>
                      <a:lnTo>
                        <a:pt x="1527" y="490"/>
                      </a:lnTo>
                      <a:lnTo>
                        <a:pt x="1527" y="492"/>
                      </a:lnTo>
                      <a:lnTo>
                        <a:pt x="1527" y="490"/>
                      </a:lnTo>
                      <a:lnTo>
                        <a:pt x="1526" y="490"/>
                      </a:lnTo>
                      <a:lnTo>
                        <a:pt x="1526" y="492"/>
                      </a:lnTo>
                      <a:lnTo>
                        <a:pt x="1524" y="492"/>
                      </a:lnTo>
                      <a:lnTo>
                        <a:pt x="1524" y="490"/>
                      </a:lnTo>
                      <a:lnTo>
                        <a:pt x="1524" y="492"/>
                      </a:lnTo>
                      <a:lnTo>
                        <a:pt x="1524" y="490"/>
                      </a:lnTo>
                      <a:lnTo>
                        <a:pt x="1524" y="488"/>
                      </a:lnTo>
                      <a:close/>
                      <a:moveTo>
                        <a:pt x="476" y="481"/>
                      </a:moveTo>
                      <a:lnTo>
                        <a:pt x="476" y="479"/>
                      </a:lnTo>
                      <a:lnTo>
                        <a:pt x="476" y="481"/>
                      </a:lnTo>
                      <a:lnTo>
                        <a:pt x="476" y="479"/>
                      </a:lnTo>
                      <a:lnTo>
                        <a:pt x="476" y="481"/>
                      </a:lnTo>
                      <a:lnTo>
                        <a:pt x="476" y="483"/>
                      </a:lnTo>
                      <a:lnTo>
                        <a:pt x="474" y="483"/>
                      </a:lnTo>
                      <a:lnTo>
                        <a:pt x="472" y="483"/>
                      </a:lnTo>
                      <a:lnTo>
                        <a:pt x="471" y="483"/>
                      </a:lnTo>
                      <a:lnTo>
                        <a:pt x="469" y="483"/>
                      </a:lnTo>
                      <a:lnTo>
                        <a:pt x="467" y="483"/>
                      </a:lnTo>
                      <a:lnTo>
                        <a:pt x="465" y="483"/>
                      </a:lnTo>
                      <a:lnTo>
                        <a:pt x="463" y="483"/>
                      </a:lnTo>
                      <a:lnTo>
                        <a:pt x="463" y="481"/>
                      </a:lnTo>
                      <a:lnTo>
                        <a:pt x="463" y="483"/>
                      </a:lnTo>
                      <a:lnTo>
                        <a:pt x="461" y="483"/>
                      </a:lnTo>
                      <a:lnTo>
                        <a:pt x="461" y="481"/>
                      </a:lnTo>
                      <a:lnTo>
                        <a:pt x="460" y="481"/>
                      </a:lnTo>
                      <a:lnTo>
                        <a:pt x="458" y="481"/>
                      </a:lnTo>
                      <a:lnTo>
                        <a:pt x="456" y="481"/>
                      </a:lnTo>
                      <a:lnTo>
                        <a:pt x="454" y="481"/>
                      </a:lnTo>
                      <a:lnTo>
                        <a:pt x="452" y="481"/>
                      </a:lnTo>
                      <a:lnTo>
                        <a:pt x="452" y="479"/>
                      </a:lnTo>
                      <a:lnTo>
                        <a:pt x="451" y="479"/>
                      </a:lnTo>
                      <a:lnTo>
                        <a:pt x="449" y="479"/>
                      </a:lnTo>
                      <a:lnTo>
                        <a:pt x="449" y="477"/>
                      </a:lnTo>
                      <a:lnTo>
                        <a:pt x="447" y="477"/>
                      </a:lnTo>
                      <a:lnTo>
                        <a:pt x="445" y="475"/>
                      </a:lnTo>
                      <a:lnTo>
                        <a:pt x="443" y="475"/>
                      </a:lnTo>
                      <a:lnTo>
                        <a:pt x="443" y="473"/>
                      </a:lnTo>
                      <a:lnTo>
                        <a:pt x="441" y="473"/>
                      </a:lnTo>
                      <a:lnTo>
                        <a:pt x="440" y="473"/>
                      </a:lnTo>
                      <a:lnTo>
                        <a:pt x="440" y="472"/>
                      </a:lnTo>
                      <a:lnTo>
                        <a:pt x="438" y="472"/>
                      </a:lnTo>
                      <a:lnTo>
                        <a:pt x="436" y="472"/>
                      </a:lnTo>
                      <a:lnTo>
                        <a:pt x="434" y="472"/>
                      </a:lnTo>
                      <a:lnTo>
                        <a:pt x="432" y="472"/>
                      </a:lnTo>
                      <a:lnTo>
                        <a:pt x="430" y="472"/>
                      </a:lnTo>
                      <a:lnTo>
                        <a:pt x="429" y="472"/>
                      </a:lnTo>
                      <a:lnTo>
                        <a:pt x="429" y="470"/>
                      </a:lnTo>
                      <a:lnTo>
                        <a:pt x="427" y="470"/>
                      </a:lnTo>
                      <a:lnTo>
                        <a:pt x="425" y="470"/>
                      </a:lnTo>
                      <a:lnTo>
                        <a:pt x="423" y="470"/>
                      </a:lnTo>
                      <a:lnTo>
                        <a:pt x="421" y="470"/>
                      </a:lnTo>
                      <a:lnTo>
                        <a:pt x="419" y="470"/>
                      </a:lnTo>
                      <a:lnTo>
                        <a:pt x="418" y="470"/>
                      </a:lnTo>
                      <a:lnTo>
                        <a:pt x="416" y="470"/>
                      </a:lnTo>
                      <a:lnTo>
                        <a:pt x="414" y="470"/>
                      </a:lnTo>
                      <a:lnTo>
                        <a:pt x="414" y="468"/>
                      </a:lnTo>
                      <a:lnTo>
                        <a:pt x="414" y="470"/>
                      </a:lnTo>
                      <a:lnTo>
                        <a:pt x="412" y="470"/>
                      </a:lnTo>
                      <a:lnTo>
                        <a:pt x="410" y="470"/>
                      </a:lnTo>
                      <a:lnTo>
                        <a:pt x="410" y="468"/>
                      </a:lnTo>
                      <a:lnTo>
                        <a:pt x="410" y="470"/>
                      </a:lnTo>
                      <a:lnTo>
                        <a:pt x="409" y="468"/>
                      </a:lnTo>
                      <a:lnTo>
                        <a:pt x="407" y="468"/>
                      </a:lnTo>
                      <a:lnTo>
                        <a:pt x="405" y="468"/>
                      </a:lnTo>
                      <a:lnTo>
                        <a:pt x="403" y="468"/>
                      </a:lnTo>
                      <a:lnTo>
                        <a:pt x="403" y="466"/>
                      </a:lnTo>
                      <a:lnTo>
                        <a:pt x="401" y="466"/>
                      </a:lnTo>
                      <a:lnTo>
                        <a:pt x="401" y="468"/>
                      </a:lnTo>
                      <a:lnTo>
                        <a:pt x="401" y="466"/>
                      </a:lnTo>
                      <a:lnTo>
                        <a:pt x="399" y="464"/>
                      </a:lnTo>
                      <a:lnTo>
                        <a:pt x="399" y="462"/>
                      </a:lnTo>
                      <a:lnTo>
                        <a:pt x="399" y="461"/>
                      </a:lnTo>
                      <a:lnTo>
                        <a:pt x="401" y="461"/>
                      </a:lnTo>
                      <a:lnTo>
                        <a:pt x="399" y="461"/>
                      </a:lnTo>
                      <a:lnTo>
                        <a:pt x="401" y="461"/>
                      </a:lnTo>
                      <a:lnTo>
                        <a:pt x="403" y="461"/>
                      </a:lnTo>
                      <a:lnTo>
                        <a:pt x="403" y="459"/>
                      </a:lnTo>
                      <a:lnTo>
                        <a:pt x="403" y="457"/>
                      </a:lnTo>
                      <a:lnTo>
                        <a:pt x="405" y="457"/>
                      </a:lnTo>
                      <a:lnTo>
                        <a:pt x="405" y="455"/>
                      </a:lnTo>
                      <a:lnTo>
                        <a:pt x="407" y="455"/>
                      </a:lnTo>
                      <a:lnTo>
                        <a:pt x="405" y="455"/>
                      </a:lnTo>
                      <a:lnTo>
                        <a:pt x="405" y="453"/>
                      </a:lnTo>
                      <a:lnTo>
                        <a:pt x="403" y="453"/>
                      </a:lnTo>
                      <a:lnTo>
                        <a:pt x="403" y="451"/>
                      </a:lnTo>
                      <a:lnTo>
                        <a:pt x="403" y="453"/>
                      </a:lnTo>
                      <a:lnTo>
                        <a:pt x="403" y="451"/>
                      </a:lnTo>
                      <a:lnTo>
                        <a:pt x="401" y="451"/>
                      </a:lnTo>
                      <a:lnTo>
                        <a:pt x="401" y="453"/>
                      </a:lnTo>
                      <a:lnTo>
                        <a:pt x="399" y="453"/>
                      </a:lnTo>
                      <a:lnTo>
                        <a:pt x="398" y="453"/>
                      </a:lnTo>
                      <a:lnTo>
                        <a:pt x="396" y="453"/>
                      </a:lnTo>
                      <a:lnTo>
                        <a:pt x="396" y="451"/>
                      </a:lnTo>
                      <a:lnTo>
                        <a:pt x="394" y="451"/>
                      </a:lnTo>
                      <a:lnTo>
                        <a:pt x="396" y="451"/>
                      </a:lnTo>
                      <a:lnTo>
                        <a:pt x="394" y="451"/>
                      </a:lnTo>
                      <a:lnTo>
                        <a:pt x="392" y="450"/>
                      </a:lnTo>
                      <a:lnTo>
                        <a:pt x="390" y="450"/>
                      </a:lnTo>
                      <a:lnTo>
                        <a:pt x="388" y="450"/>
                      </a:lnTo>
                      <a:lnTo>
                        <a:pt x="388" y="448"/>
                      </a:lnTo>
                      <a:lnTo>
                        <a:pt x="387" y="448"/>
                      </a:lnTo>
                      <a:lnTo>
                        <a:pt x="385" y="448"/>
                      </a:lnTo>
                      <a:lnTo>
                        <a:pt x="383" y="448"/>
                      </a:lnTo>
                      <a:lnTo>
                        <a:pt x="381" y="448"/>
                      </a:lnTo>
                      <a:lnTo>
                        <a:pt x="379" y="448"/>
                      </a:lnTo>
                      <a:lnTo>
                        <a:pt x="378" y="448"/>
                      </a:lnTo>
                      <a:lnTo>
                        <a:pt x="376" y="448"/>
                      </a:lnTo>
                      <a:lnTo>
                        <a:pt x="374" y="448"/>
                      </a:lnTo>
                      <a:lnTo>
                        <a:pt x="372" y="448"/>
                      </a:lnTo>
                      <a:lnTo>
                        <a:pt x="370" y="448"/>
                      </a:lnTo>
                      <a:lnTo>
                        <a:pt x="370" y="450"/>
                      </a:lnTo>
                      <a:lnTo>
                        <a:pt x="368" y="450"/>
                      </a:lnTo>
                      <a:lnTo>
                        <a:pt x="367" y="450"/>
                      </a:lnTo>
                      <a:lnTo>
                        <a:pt x="367" y="448"/>
                      </a:lnTo>
                      <a:lnTo>
                        <a:pt x="365" y="448"/>
                      </a:lnTo>
                      <a:lnTo>
                        <a:pt x="363" y="448"/>
                      </a:lnTo>
                      <a:lnTo>
                        <a:pt x="363" y="446"/>
                      </a:lnTo>
                      <a:lnTo>
                        <a:pt x="361" y="446"/>
                      </a:lnTo>
                      <a:lnTo>
                        <a:pt x="361" y="448"/>
                      </a:lnTo>
                      <a:lnTo>
                        <a:pt x="359" y="448"/>
                      </a:lnTo>
                      <a:lnTo>
                        <a:pt x="359" y="446"/>
                      </a:lnTo>
                      <a:lnTo>
                        <a:pt x="357" y="446"/>
                      </a:lnTo>
                      <a:lnTo>
                        <a:pt x="357" y="444"/>
                      </a:lnTo>
                      <a:lnTo>
                        <a:pt x="359" y="444"/>
                      </a:lnTo>
                      <a:lnTo>
                        <a:pt x="359" y="446"/>
                      </a:lnTo>
                      <a:lnTo>
                        <a:pt x="359" y="444"/>
                      </a:lnTo>
                      <a:lnTo>
                        <a:pt x="361" y="444"/>
                      </a:lnTo>
                      <a:lnTo>
                        <a:pt x="361" y="442"/>
                      </a:lnTo>
                      <a:lnTo>
                        <a:pt x="363" y="442"/>
                      </a:lnTo>
                      <a:lnTo>
                        <a:pt x="361" y="442"/>
                      </a:lnTo>
                      <a:lnTo>
                        <a:pt x="363" y="442"/>
                      </a:lnTo>
                      <a:lnTo>
                        <a:pt x="363" y="441"/>
                      </a:lnTo>
                      <a:lnTo>
                        <a:pt x="365" y="441"/>
                      </a:lnTo>
                      <a:lnTo>
                        <a:pt x="363" y="442"/>
                      </a:lnTo>
                      <a:lnTo>
                        <a:pt x="365" y="442"/>
                      </a:lnTo>
                      <a:lnTo>
                        <a:pt x="365" y="444"/>
                      </a:lnTo>
                      <a:lnTo>
                        <a:pt x="365" y="446"/>
                      </a:lnTo>
                      <a:lnTo>
                        <a:pt x="367" y="446"/>
                      </a:lnTo>
                      <a:lnTo>
                        <a:pt x="367" y="448"/>
                      </a:lnTo>
                      <a:lnTo>
                        <a:pt x="368" y="448"/>
                      </a:lnTo>
                      <a:lnTo>
                        <a:pt x="368" y="446"/>
                      </a:lnTo>
                      <a:lnTo>
                        <a:pt x="368" y="444"/>
                      </a:lnTo>
                      <a:lnTo>
                        <a:pt x="370" y="444"/>
                      </a:lnTo>
                      <a:lnTo>
                        <a:pt x="370" y="442"/>
                      </a:lnTo>
                      <a:lnTo>
                        <a:pt x="372" y="442"/>
                      </a:lnTo>
                      <a:lnTo>
                        <a:pt x="372" y="441"/>
                      </a:lnTo>
                      <a:lnTo>
                        <a:pt x="372" y="439"/>
                      </a:lnTo>
                      <a:lnTo>
                        <a:pt x="372" y="437"/>
                      </a:lnTo>
                      <a:lnTo>
                        <a:pt x="374" y="437"/>
                      </a:lnTo>
                      <a:lnTo>
                        <a:pt x="374" y="435"/>
                      </a:lnTo>
                      <a:lnTo>
                        <a:pt x="374" y="437"/>
                      </a:lnTo>
                      <a:lnTo>
                        <a:pt x="376" y="437"/>
                      </a:lnTo>
                      <a:lnTo>
                        <a:pt x="378" y="437"/>
                      </a:lnTo>
                      <a:lnTo>
                        <a:pt x="376" y="437"/>
                      </a:lnTo>
                      <a:lnTo>
                        <a:pt x="378" y="437"/>
                      </a:lnTo>
                      <a:lnTo>
                        <a:pt x="379" y="437"/>
                      </a:lnTo>
                      <a:lnTo>
                        <a:pt x="379" y="435"/>
                      </a:lnTo>
                      <a:lnTo>
                        <a:pt x="379" y="433"/>
                      </a:lnTo>
                      <a:lnTo>
                        <a:pt x="379" y="431"/>
                      </a:lnTo>
                      <a:lnTo>
                        <a:pt x="379" y="430"/>
                      </a:lnTo>
                      <a:lnTo>
                        <a:pt x="381" y="430"/>
                      </a:lnTo>
                      <a:lnTo>
                        <a:pt x="381" y="428"/>
                      </a:lnTo>
                      <a:lnTo>
                        <a:pt x="379" y="428"/>
                      </a:lnTo>
                      <a:lnTo>
                        <a:pt x="379" y="426"/>
                      </a:lnTo>
                      <a:lnTo>
                        <a:pt x="381" y="426"/>
                      </a:lnTo>
                      <a:lnTo>
                        <a:pt x="381" y="424"/>
                      </a:lnTo>
                      <a:lnTo>
                        <a:pt x="381" y="422"/>
                      </a:lnTo>
                      <a:lnTo>
                        <a:pt x="381" y="420"/>
                      </a:lnTo>
                      <a:lnTo>
                        <a:pt x="383" y="420"/>
                      </a:lnTo>
                      <a:lnTo>
                        <a:pt x="383" y="419"/>
                      </a:lnTo>
                      <a:lnTo>
                        <a:pt x="385" y="419"/>
                      </a:lnTo>
                      <a:lnTo>
                        <a:pt x="385" y="417"/>
                      </a:lnTo>
                      <a:lnTo>
                        <a:pt x="387" y="417"/>
                      </a:lnTo>
                      <a:lnTo>
                        <a:pt x="387" y="415"/>
                      </a:lnTo>
                      <a:lnTo>
                        <a:pt x="387" y="413"/>
                      </a:lnTo>
                      <a:lnTo>
                        <a:pt x="388" y="413"/>
                      </a:lnTo>
                      <a:lnTo>
                        <a:pt x="388" y="415"/>
                      </a:lnTo>
                      <a:lnTo>
                        <a:pt x="390" y="415"/>
                      </a:lnTo>
                      <a:lnTo>
                        <a:pt x="390" y="417"/>
                      </a:lnTo>
                      <a:lnTo>
                        <a:pt x="390" y="419"/>
                      </a:lnTo>
                      <a:lnTo>
                        <a:pt x="392" y="419"/>
                      </a:lnTo>
                      <a:lnTo>
                        <a:pt x="394" y="419"/>
                      </a:lnTo>
                      <a:lnTo>
                        <a:pt x="392" y="419"/>
                      </a:lnTo>
                      <a:lnTo>
                        <a:pt x="394" y="419"/>
                      </a:lnTo>
                      <a:lnTo>
                        <a:pt x="394" y="417"/>
                      </a:lnTo>
                      <a:lnTo>
                        <a:pt x="396" y="417"/>
                      </a:lnTo>
                      <a:lnTo>
                        <a:pt x="394" y="417"/>
                      </a:lnTo>
                      <a:lnTo>
                        <a:pt x="396" y="417"/>
                      </a:lnTo>
                      <a:lnTo>
                        <a:pt x="398" y="417"/>
                      </a:lnTo>
                      <a:lnTo>
                        <a:pt x="399" y="417"/>
                      </a:lnTo>
                      <a:lnTo>
                        <a:pt x="401" y="419"/>
                      </a:lnTo>
                      <a:lnTo>
                        <a:pt x="403" y="419"/>
                      </a:lnTo>
                      <a:lnTo>
                        <a:pt x="403" y="420"/>
                      </a:lnTo>
                      <a:lnTo>
                        <a:pt x="405" y="419"/>
                      </a:lnTo>
                      <a:lnTo>
                        <a:pt x="407" y="419"/>
                      </a:lnTo>
                      <a:lnTo>
                        <a:pt x="409" y="419"/>
                      </a:lnTo>
                      <a:lnTo>
                        <a:pt x="410" y="419"/>
                      </a:lnTo>
                      <a:lnTo>
                        <a:pt x="412" y="419"/>
                      </a:lnTo>
                      <a:lnTo>
                        <a:pt x="412" y="420"/>
                      </a:lnTo>
                      <a:lnTo>
                        <a:pt x="412" y="422"/>
                      </a:lnTo>
                      <a:lnTo>
                        <a:pt x="414" y="422"/>
                      </a:lnTo>
                      <a:lnTo>
                        <a:pt x="414" y="420"/>
                      </a:lnTo>
                      <a:lnTo>
                        <a:pt x="416" y="422"/>
                      </a:lnTo>
                      <a:lnTo>
                        <a:pt x="418" y="422"/>
                      </a:lnTo>
                      <a:lnTo>
                        <a:pt x="418" y="420"/>
                      </a:lnTo>
                      <a:lnTo>
                        <a:pt x="418" y="422"/>
                      </a:lnTo>
                      <a:lnTo>
                        <a:pt x="418" y="420"/>
                      </a:lnTo>
                      <a:lnTo>
                        <a:pt x="418" y="422"/>
                      </a:lnTo>
                      <a:lnTo>
                        <a:pt x="419" y="422"/>
                      </a:lnTo>
                      <a:lnTo>
                        <a:pt x="421" y="420"/>
                      </a:lnTo>
                      <a:lnTo>
                        <a:pt x="423" y="420"/>
                      </a:lnTo>
                      <a:lnTo>
                        <a:pt x="421" y="420"/>
                      </a:lnTo>
                      <a:lnTo>
                        <a:pt x="423" y="419"/>
                      </a:lnTo>
                      <a:lnTo>
                        <a:pt x="421" y="419"/>
                      </a:lnTo>
                      <a:lnTo>
                        <a:pt x="423" y="419"/>
                      </a:lnTo>
                      <a:lnTo>
                        <a:pt x="421" y="419"/>
                      </a:lnTo>
                      <a:lnTo>
                        <a:pt x="423" y="417"/>
                      </a:lnTo>
                      <a:lnTo>
                        <a:pt x="421" y="417"/>
                      </a:lnTo>
                      <a:lnTo>
                        <a:pt x="421" y="415"/>
                      </a:lnTo>
                      <a:lnTo>
                        <a:pt x="421" y="417"/>
                      </a:lnTo>
                      <a:lnTo>
                        <a:pt x="421" y="415"/>
                      </a:lnTo>
                      <a:lnTo>
                        <a:pt x="423" y="415"/>
                      </a:lnTo>
                      <a:lnTo>
                        <a:pt x="425" y="415"/>
                      </a:lnTo>
                      <a:lnTo>
                        <a:pt x="427" y="417"/>
                      </a:lnTo>
                      <a:lnTo>
                        <a:pt x="429" y="417"/>
                      </a:lnTo>
                      <a:lnTo>
                        <a:pt x="430" y="417"/>
                      </a:lnTo>
                      <a:lnTo>
                        <a:pt x="432" y="417"/>
                      </a:lnTo>
                      <a:lnTo>
                        <a:pt x="434" y="417"/>
                      </a:lnTo>
                      <a:lnTo>
                        <a:pt x="436" y="419"/>
                      </a:lnTo>
                      <a:lnTo>
                        <a:pt x="436" y="420"/>
                      </a:lnTo>
                      <a:lnTo>
                        <a:pt x="438" y="420"/>
                      </a:lnTo>
                      <a:lnTo>
                        <a:pt x="438" y="422"/>
                      </a:lnTo>
                      <a:lnTo>
                        <a:pt x="440" y="424"/>
                      </a:lnTo>
                      <a:lnTo>
                        <a:pt x="441" y="424"/>
                      </a:lnTo>
                      <a:lnTo>
                        <a:pt x="443" y="424"/>
                      </a:lnTo>
                      <a:lnTo>
                        <a:pt x="445" y="424"/>
                      </a:lnTo>
                      <a:lnTo>
                        <a:pt x="445" y="426"/>
                      </a:lnTo>
                      <a:lnTo>
                        <a:pt x="447" y="426"/>
                      </a:lnTo>
                      <a:lnTo>
                        <a:pt x="449" y="426"/>
                      </a:lnTo>
                      <a:lnTo>
                        <a:pt x="451" y="426"/>
                      </a:lnTo>
                      <a:lnTo>
                        <a:pt x="451" y="424"/>
                      </a:lnTo>
                      <a:lnTo>
                        <a:pt x="452" y="424"/>
                      </a:lnTo>
                      <a:lnTo>
                        <a:pt x="452" y="426"/>
                      </a:lnTo>
                      <a:lnTo>
                        <a:pt x="454" y="424"/>
                      </a:lnTo>
                      <a:lnTo>
                        <a:pt x="454" y="426"/>
                      </a:lnTo>
                      <a:lnTo>
                        <a:pt x="454" y="428"/>
                      </a:lnTo>
                      <a:lnTo>
                        <a:pt x="456" y="428"/>
                      </a:lnTo>
                      <a:lnTo>
                        <a:pt x="458" y="428"/>
                      </a:lnTo>
                      <a:lnTo>
                        <a:pt x="458" y="430"/>
                      </a:lnTo>
                      <a:lnTo>
                        <a:pt x="460" y="430"/>
                      </a:lnTo>
                      <a:lnTo>
                        <a:pt x="461" y="430"/>
                      </a:lnTo>
                      <a:lnTo>
                        <a:pt x="463" y="430"/>
                      </a:lnTo>
                      <a:lnTo>
                        <a:pt x="463" y="428"/>
                      </a:lnTo>
                      <a:lnTo>
                        <a:pt x="465" y="428"/>
                      </a:lnTo>
                      <a:lnTo>
                        <a:pt x="465" y="426"/>
                      </a:lnTo>
                      <a:lnTo>
                        <a:pt x="465" y="428"/>
                      </a:lnTo>
                      <a:lnTo>
                        <a:pt x="465" y="426"/>
                      </a:lnTo>
                      <a:lnTo>
                        <a:pt x="467" y="426"/>
                      </a:lnTo>
                      <a:lnTo>
                        <a:pt x="467" y="428"/>
                      </a:lnTo>
                      <a:lnTo>
                        <a:pt x="469" y="426"/>
                      </a:lnTo>
                      <a:lnTo>
                        <a:pt x="469" y="428"/>
                      </a:lnTo>
                      <a:lnTo>
                        <a:pt x="471" y="428"/>
                      </a:lnTo>
                      <a:lnTo>
                        <a:pt x="471" y="426"/>
                      </a:lnTo>
                      <a:lnTo>
                        <a:pt x="471" y="428"/>
                      </a:lnTo>
                      <a:lnTo>
                        <a:pt x="471" y="430"/>
                      </a:lnTo>
                      <a:lnTo>
                        <a:pt x="471" y="431"/>
                      </a:lnTo>
                      <a:lnTo>
                        <a:pt x="472" y="431"/>
                      </a:lnTo>
                      <a:lnTo>
                        <a:pt x="472" y="433"/>
                      </a:lnTo>
                      <a:lnTo>
                        <a:pt x="474" y="433"/>
                      </a:lnTo>
                      <a:lnTo>
                        <a:pt x="474" y="435"/>
                      </a:lnTo>
                      <a:lnTo>
                        <a:pt x="476" y="435"/>
                      </a:lnTo>
                      <a:lnTo>
                        <a:pt x="476" y="437"/>
                      </a:lnTo>
                      <a:lnTo>
                        <a:pt x="478" y="437"/>
                      </a:lnTo>
                      <a:lnTo>
                        <a:pt x="478" y="439"/>
                      </a:lnTo>
                      <a:lnTo>
                        <a:pt x="478" y="441"/>
                      </a:lnTo>
                      <a:lnTo>
                        <a:pt x="478" y="442"/>
                      </a:lnTo>
                      <a:lnTo>
                        <a:pt x="478" y="444"/>
                      </a:lnTo>
                      <a:lnTo>
                        <a:pt x="480" y="444"/>
                      </a:lnTo>
                      <a:lnTo>
                        <a:pt x="480" y="446"/>
                      </a:lnTo>
                      <a:lnTo>
                        <a:pt x="482" y="446"/>
                      </a:lnTo>
                      <a:lnTo>
                        <a:pt x="482" y="444"/>
                      </a:lnTo>
                      <a:lnTo>
                        <a:pt x="482" y="446"/>
                      </a:lnTo>
                      <a:lnTo>
                        <a:pt x="483" y="446"/>
                      </a:lnTo>
                      <a:lnTo>
                        <a:pt x="483" y="448"/>
                      </a:lnTo>
                      <a:lnTo>
                        <a:pt x="483" y="446"/>
                      </a:lnTo>
                      <a:lnTo>
                        <a:pt x="483" y="448"/>
                      </a:lnTo>
                      <a:lnTo>
                        <a:pt x="485" y="448"/>
                      </a:lnTo>
                      <a:lnTo>
                        <a:pt x="485" y="446"/>
                      </a:lnTo>
                      <a:lnTo>
                        <a:pt x="487" y="446"/>
                      </a:lnTo>
                      <a:lnTo>
                        <a:pt x="485" y="446"/>
                      </a:lnTo>
                      <a:lnTo>
                        <a:pt x="485" y="444"/>
                      </a:lnTo>
                      <a:lnTo>
                        <a:pt x="487" y="444"/>
                      </a:lnTo>
                      <a:lnTo>
                        <a:pt x="487" y="446"/>
                      </a:lnTo>
                      <a:lnTo>
                        <a:pt x="489" y="446"/>
                      </a:lnTo>
                      <a:lnTo>
                        <a:pt x="489" y="448"/>
                      </a:lnTo>
                      <a:lnTo>
                        <a:pt x="491" y="448"/>
                      </a:lnTo>
                      <a:lnTo>
                        <a:pt x="492" y="448"/>
                      </a:lnTo>
                      <a:lnTo>
                        <a:pt x="492" y="446"/>
                      </a:lnTo>
                      <a:lnTo>
                        <a:pt x="494" y="446"/>
                      </a:lnTo>
                      <a:lnTo>
                        <a:pt x="496" y="446"/>
                      </a:lnTo>
                      <a:lnTo>
                        <a:pt x="496" y="444"/>
                      </a:lnTo>
                      <a:lnTo>
                        <a:pt x="496" y="446"/>
                      </a:lnTo>
                      <a:lnTo>
                        <a:pt x="496" y="448"/>
                      </a:lnTo>
                      <a:lnTo>
                        <a:pt x="498" y="448"/>
                      </a:lnTo>
                      <a:lnTo>
                        <a:pt x="500" y="448"/>
                      </a:lnTo>
                      <a:lnTo>
                        <a:pt x="500" y="450"/>
                      </a:lnTo>
                      <a:lnTo>
                        <a:pt x="502" y="450"/>
                      </a:lnTo>
                      <a:lnTo>
                        <a:pt x="503" y="450"/>
                      </a:lnTo>
                      <a:lnTo>
                        <a:pt x="505" y="450"/>
                      </a:lnTo>
                      <a:lnTo>
                        <a:pt x="507" y="450"/>
                      </a:lnTo>
                      <a:lnTo>
                        <a:pt x="507" y="448"/>
                      </a:lnTo>
                      <a:lnTo>
                        <a:pt x="509" y="448"/>
                      </a:lnTo>
                      <a:lnTo>
                        <a:pt x="511" y="448"/>
                      </a:lnTo>
                      <a:lnTo>
                        <a:pt x="511" y="446"/>
                      </a:lnTo>
                      <a:lnTo>
                        <a:pt x="513" y="446"/>
                      </a:lnTo>
                      <a:lnTo>
                        <a:pt x="513" y="448"/>
                      </a:lnTo>
                      <a:lnTo>
                        <a:pt x="514" y="448"/>
                      </a:lnTo>
                      <a:lnTo>
                        <a:pt x="516" y="448"/>
                      </a:lnTo>
                      <a:lnTo>
                        <a:pt x="518" y="448"/>
                      </a:lnTo>
                      <a:lnTo>
                        <a:pt x="518" y="450"/>
                      </a:lnTo>
                      <a:lnTo>
                        <a:pt x="520" y="450"/>
                      </a:lnTo>
                      <a:lnTo>
                        <a:pt x="522" y="450"/>
                      </a:lnTo>
                      <a:lnTo>
                        <a:pt x="524" y="450"/>
                      </a:lnTo>
                      <a:lnTo>
                        <a:pt x="525" y="451"/>
                      </a:lnTo>
                      <a:lnTo>
                        <a:pt x="527" y="451"/>
                      </a:lnTo>
                      <a:lnTo>
                        <a:pt x="529" y="451"/>
                      </a:lnTo>
                      <a:lnTo>
                        <a:pt x="531" y="451"/>
                      </a:lnTo>
                      <a:lnTo>
                        <a:pt x="531" y="450"/>
                      </a:lnTo>
                      <a:lnTo>
                        <a:pt x="533" y="450"/>
                      </a:lnTo>
                      <a:lnTo>
                        <a:pt x="534" y="450"/>
                      </a:lnTo>
                      <a:lnTo>
                        <a:pt x="534" y="448"/>
                      </a:lnTo>
                      <a:lnTo>
                        <a:pt x="536" y="448"/>
                      </a:lnTo>
                      <a:lnTo>
                        <a:pt x="534" y="448"/>
                      </a:lnTo>
                      <a:lnTo>
                        <a:pt x="536" y="448"/>
                      </a:lnTo>
                      <a:lnTo>
                        <a:pt x="536" y="450"/>
                      </a:lnTo>
                      <a:lnTo>
                        <a:pt x="538" y="450"/>
                      </a:lnTo>
                      <a:lnTo>
                        <a:pt x="540" y="451"/>
                      </a:lnTo>
                      <a:lnTo>
                        <a:pt x="542" y="451"/>
                      </a:lnTo>
                      <a:lnTo>
                        <a:pt x="544" y="451"/>
                      </a:lnTo>
                      <a:lnTo>
                        <a:pt x="545" y="451"/>
                      </a:lnTo>
                      <a:lnTo>
                        <a:pt x="547" y="451"/>
                      </a:lnTo>
                      <a:lnTo>
                        <a:pt x="545" y="451"/>
                      </a:lnTo>
                      <a:lnTo>
                        <a:pt x="547" y="451"/>
                      </a:lnTo>
                      <a:lnTo>
                        <a:pt x="545" y="451"/>
                      </a:lnTo>
                      <a:lnTo>
                        <a:pt x="547" y="451"/>
                      </a:lnTo>
                      <a:lnTo>
                        <a:pt x="545" y="451"/>
                      </a:lnTo>
                      <a:lnTo>
                        <a:pt x="547" y="451"/>
                      </a:lnTo>
                      <a:lnTo>
                        <a:pt x="547" y="450"/>
                      </a:lnTo>
                      <a:lnTo>
                        <a:pt x="547" y="448"/>
                      </a:lnTo>
                      <a:lnTo>
                        <a:pt x="549" y="448"/>
                      </a:lnTo>
                      <a:lnTo>
                        <a:pt x="549" y="446"/>
                      </a:lnTo>
                      <a:lnTo>
                        <a:pt x="549" y="444"/>
                      </a:lnTo>
                      <a:lnTo>
                        <a:pt x="551" y="444"/>
                      </a:lnTo>
                      <a:lnTo>
                        <a:pt x="551" y="442"/>
                      </a:lnTo>
                      <a:lnTo>
                        <a:pt x="553" y="442"/>
                      </a:lnTo>
                      <a:lnTo>
                        <a:pt x="553" y="441"/>
                      </a:lnTo>
                      <a:lnTo>
                        <a:pt x="553" y="439"/>
                      </a:lnTo>
                      <a:lnTo>
                        <a:pt x="553" y="437"/>
                      </a:lnTo>
                      <a:lnTo>
                        <a:pt x="553" y="439"/>
                      </a:lnTo>
                      <a:lnTo>
                        <a:pt x="553" y="437"/>
                      </a:lnTo>
                      <a:lnTo>
                        <a:pt x="555" y="437"/>
                      </a:lnTo>
                      <a:lnTo>
                        <a:pt x="553" y="437"/>
                      </a:lnTo>
                      <a:lnTo>
                        <a:pt x="553" y="435"/>
                      </a:lnTo>
                      <a:lnTo>
                        <a:pt x="553" y="437"/>
                      </a:lnTo>
                      <a:lnTo>
                        <a:pt x="553" y="435"/>
                      </a:lnTo>
                      <a:lnTo>
                        <a:pt x="555" y="435"/>
                      </a:lnTo>
                      <a:lnTo>
                        <a:pt x="555" y="433"/>
                      </a:lnTo>
                      <a:lnTo>
                        <a:pt x="556" y="433"/>
                      </a:lnTo>
                      <a:lnTo>
                        <a:pt x="555" y="433"/>
                      </a:lnTo>
                      <a:lnTo>
                        <a:pt x="556" y="433"/>
                      </a:lnTo>
                      <a:lnTo>
                        <a:pt x="558" y="433"/>
                      </a:lnTo>
                      <a:lnTo>
                        <a:pt x="560" y="433"/>
                      </a:lnTo>
                      <a:lnTo>
                        <a:pt x="562" y="433"/>
                      </a:lnTo>
                      <a:lnTo>
                        <a:pt x="564" y="433"/>
                      </a:lnTo>
                      <a:lnTo>
                        <a:pt x="565" y="433"/>
                      </a:lnTo>
                      <a:lnTo>
                        <a:pt x="567" y="433"/>
                      </a:lnTo>
                      <a:lnTo>
                        <a:pt x="567" y="435"/>
                      </a:lnTo>
                      <a:lnTo>
                        <a:pt x="567" y="437"/>
                      </a:lnTo>
                      <a:lnTo>
                        <a:pt x="567" y="439"/>
                      </a:lnTo>
                      <a:lnTo>
                        <a:pt x="569" y="439"/>
                      </a:lnTo>
                      <a:lnTo>
                        <a:pt x="569" y="441"/>
                      </a:lnTo>
                      <a:lnTo>
                        <a:pt x="571" y="441"/>
                      </a:lnTo>
                      <a:lnTo>
                        <a:pt x="571" y="442"/>
                      </a:lnTo>
                      <a:lnTo>
                        <a:pt x="573" y="442"/>
                      </a:lnTo>
                      <a:lnTo>
                        <a:pt x="575" y="442"/>
                      </a:lnTo>
                      <a:lnTo>
                        <a:pt x="576" y="442"/>
                      </a:lnTo>
                      <a:lnTo>
                        <a:pt x="578" y="442"/>
                      </a:lnTo>
                      <a:lnTo>
                        <a:pt x="580" y="442"/>
                      </a:lnTo>
                      <a:lnTo>
                        <a:pt x="582" y="442"/>
                      </a:lnTo>
                      <a:lnTo>
                        <a:pt x="582" y="441"/>
                      </a:lnTo>
                      <a:lnTo>
                        <a:pt x="584" y="441"/>
                      </a:lnTo>
                      <a:lnTo>
                        <a:pt x="586" y="441"/>
                      </a:lnTo>
                      <a:lnTo>
                        <a:pt x="586" y="442"/>
                      </a:lnTo>
                      <a:lnTo>
                        <a:pt x="587" y="442"/>
                      </a:lnTo>
                      <a:lnTo>
                        <a:pt x="587" y="444"/>
                      </a:lnTo>
                      <a:lnTo>
                        <a:pt x="589" y="444"/>
                      </a:lnTo>
                      <a:lnTo>
                        <a:pt x="591" y="446"/>
                      </a:lnTo>
                      <a:lnTo>
                        <a:pt x="593" y="446"/>
                      </a:lnTo>
                      <a:lnTo>
                        <a:pt x="595" y="446"/>
                      </a:lnTo>
                      <a:lnTo>
                        <a:pt x="597" y="446"/>
                      </a:lnTo>
                      <a:lnTo>
                        <a:pt x="598" y="446"/>
                      </a:lnTo>
                      <a:lnTo>
                        <a:pt x="600" y="446"/>
                      </a:lnTo>
                      <a:lnTo>
                        <a:pt x="600" y="448"/>
                      </a:lnTo>
                      <a:lnTo>
                        <a:pt x="602" y="448"/>
                      </a:lnTo>
                      <a:lnTo>
                        <a:pt x="602" y="450"/>
                      </a:lnTo>
                      <a:lnTo>
                        <a:pt x="604" y="450"/>
                      </a:lnTo>
                      <a:lnTo>
                        <a:pt x="606" y="450"/>
                      </a:lnTo>
                      <a:lnTo>
                        <a:pt x="607" y="450"/>
                      </a:lnTo>
                      <a:lnTo>
                        <a:pt x="609" y="450"/>
                      </a:lnTo>
                      <a:lnTo>
                        <a:pt x="611" y="450"/>
                      </a:lnTo>
                      <a:lnTo>
                        <a:pt x="613" y="450"/>
                      </a:lnTo>
                      <a:lnTo>
                        <a:pt x="615" y="450"/>
                      </a:lnTo>
                      <a:lnTo>
                        <a:pt x="617" y="450"/>
                      </a:lnTo>
                      <a:lnTo>
                        <a:pt x="618" y="450"/>
                      </a:lnTo>
                      <a:lnTo>
                        <a:pt x="620" y="450"/>
                      </a:lnTo>
                      <a:lnTo>
                        <a:pt x="620" y="448"/>
                      </a:lnTo>
                      <a:lnTo>
                        <a:pt x="622" y="448"/>
                      </a:lnTo>
                      <a:lnTo>
                        <a:pt x="622" y="450"/>
                      </a:lnTo>
                      <a:lnTo>
                        <a:pt x="622" y="451"/>
                      </a:lnTo>
                      <a:lnTo>
                        <a:pt x="622" y="450"/>
                      </a:lnTo>
                      <a:lnTo>
                        <a:pt x="622" y="451"/>
                      </a:lnTo>
                      <a:lnTo>
                        <a:pt x="622" y="453"/>
                      </a:lnTo>
                      <a:lnTo>
                        <a:pt x="624" y="453"/>
                      </a:lnTo>
                      <a:lnTo>
                        <a:pt x="624" y="455"/>
                      </a:lnTo>
                      <a:lnTo>
                        <a:pt x="624" y="457"/>
                      </a:lnTo>
                      <a:lnTo>
                        <a:pt x="624" y="459"/>
                      </a:lnTo>
                      <a:lnTo>
                        <a:pt x="624" y="461"/>
                      </a:lnTo>
                      <a:lnTo>
                        <a:pt x="626" y="461"/>
                      </a:lnTo>
                      <a:lnTo>
                        <a:pt x="624" y="461"/>
                      </a:lnTo>
                      <a:lnTo>
                        <a:pt x="624" y="462"/>
                      </a:lnTo>
                      <a:lnTo>
                        <a:pt x="624" y="461"/>
                      </a:lnTo>
                      <a:lnTo>
                        <a:pt x="624" y="462"/>
                      </a:lnTo>
                      <a:lnTo>
                        <a:pt x="626" y="462"/>
                      </a:lnTo>
                      <a:lnTo>
                        <a:pt x="626" y="461"/>
                      </a:lnTo>
                      <a:lnTo>
                        <a:pt x="628" y="461"/>
                      </a:lnTo>
                      <a:lnTo>
                        <a:pt x="626" y="461"/>
                      </a:lnTo>
                      <a:lnTo>
                        <a:pt x="628" y="461"/>
                      </a:lnTo>
                      <a:lnTo>
                        <a:pt x="629" y="461"/>
                      </a:lnTo>
                      <a:lnTo>
                        <a:pt x="629" y="462"/>
                      </a:lnTo>
                      <a:lnTo>
                        <a:pt x="631" y="462"/>
                      </a:lnTo>
                      <a:lnTo>
                        <a:pt x="631" y="464"/>
                      </a:lnTo>
                      <a:lnTo>
                        <a:pt x="631" y="466"/>
                      </a:lnTo>
                      <a:lnTo>
                        <a:pt x="631" y="468"/>
                      </a:lnTo>
                      <a:lnTo>
                        <a:pt x="631" y="470"/>
                      </a:lnTo>
                      <a:lnTo>
                        <a:pt x="631" y="472"/>
                      </a:lnTo>
                      <a:lnTo>
                        <a:pt x="629" y="472"/>
                      </a:lnTo>
                      <a:lnTo>
                        <a:pt x="629" y="470"/>
                      </a:lnTo>
                      <a:lnTo>
                        <a:pt x="629" y="472"/>
                      </a:lnTo>
                      <a:lnTo>
                        <a:pt x="631" y="472"/>
                      </a:lnTo>
                      <a:lnTo>
                        <a:pt x="631" y="473"/>
                      </a:lnTo>
                      <a:lnTo>
                        <a:pt x="631" y="475"/>
                      </a:lnTo>
                      <a:lnTo>
                        <a:pt x="633" y="475"/>
                      </a:lnTo>
                      <a:lnTo>
                        <a:pt x="633" y="477"/>
                      </a:lnTo>
                      <a:lnTo>
                        <a:pt x="635" y="477"/>
                      </a:lnTo>
                      <a:lnTo>
                        <a:pt x="635" y="475"/>
                      </a:lnTo>
                      <a:lnTo>
                        <a:pt x="635" y="477"/>
                      </a:lnTo>
                      <a:lnTo>
                        <a:pt x="637" y="477"/>
                      </a:lnTo>
                      <a:lnTo>
                        <a:pt x="638" y="477"/>
                      </a:lnTo>
                      <a:lnTo>
                        <a:pt x="638" y="479"/>
                      </a:lnTo>
                      <a:lnTo>
                        <a:pt x="640" y="479"/>
                      </a:lnTo>
                      <a:lnTo>
                        <a:pt x="642" y="479"/>
                      </a:lnTo>
                      <a:lnTo>
                        <a:pt x="642" y="481"/>
                      </a:lnTo>
                      <a:lnTo>
                        <a:pt x="642" y="479"/>
                      </a:lnTo>
                      <a:lnTo>
                        <a:pt x="642" y="481"/>
                      </a:lnTo>
                      <a:lnTo>
                        <a:pt x="644" y="481"/>
                      </a:lnTo>
                      <a:lnTo>
                        <a:pt x="644" y="479"/>
                      </a:lnTo>
                      <a:lnTo>
                        <a:pt x="644" y="481"/>
                      </a:lnTo>
                      <a:lnTo>
                        <a:pt x="646" y="481"/>
                      </a:lnTo>
                      <a:lnTo>
                        <a:pt x="646" y="483"/>
                      </a:lnTo>
                      <a:lnTo>
                        <a:pt x="648" y="483"/>
                      </a:lnTo>
                      <a:lnTo>
                        <a:pt x="648" y="481"/>
                      </a:lnTo>
                      <a:lnTo>
                        <a:pt x="649" y="481"/>
                      </a:lnTo>
                      <a:lnTo>
                        <a:pt x="651" y="481"/>
                      </a:lnTo>
                      <a:lnTo>
                        <a:pt x="653" y="481"/>
                      </a:lnTo>
                      <a:lnTo>
                        <a:pt x="653" y="479"/>
                      </a:lnTo>
                      <a:lnTo>
                        <a:pt x="655" y="479"/>
                      </a:lnTo>
                      <a:lnTo>
                        <a:pt x="657" y="479"/>
                      </a:lnTo>
                      <a:lnTo>
                        <a:pt x="659" y="479"/>
                      </a:lnTo>
                      <a:lnTo>
                        <a:pt x="660" y="479"/>
                      </a:lnTo>
                      <a:lnTo>
                        <a:pt x="660" y="481"/>
                      </a:lnTo>
                      <a:lnTo>
                        <a:pt x="660" y="479"/>
                      </a:lnTo>
                      <a:lnTo>
                        <a:pt x="662" y="479"/>
                      </a:lnTo>
                      <a:lnTo>
                        <a:pt x="664" y="481"/>
                      </a:lnTo>
                      <a:lnTo>
                        <a:pt x="666" y="479"/>
                      </a:lnTo>
                      <a:lnTo>
                        <a:pt x="668" y="479"/>
                      </a:lnTo>
                      <a:lnTo>
                        <a:pt x="670" y="479"/>
                      </a:lnTo>
                      <a:lnTo>
                        <a:pt x="670" y="477"/>
                      </a:lnTo>
                      <a:lnTo>
                        <a:pt x="671" y="479"/>
                      </a:lnTo>
                      <a:lnTo>
                        <a:pt x="670" y="479"/>
                      </a:lnTo>
                      <a:lnTo>
                        <a:pt x="671" y="479"/>
                      </a:lnTo>
                      <a:lnTo>
                        <a:pt x="671" y="477"/>
                      </a:lnTo>
                      <a:lnTo>
                        <a:pt x="673" y="477"/>
                      </a:lnTo>
                      <a:lnTo>
                        <a:pt x="673" y="475"/>
                      </a:lnTo>
                      <a:lnTo>
                        <a:pt x="675" y="475"/>
                      </a:lnTo>
                      <a:lnTo>
                        <a:pt x="675" y="477"/>
                      </a:lnTo>
                      <a:lnTo>
                        <a:pt x="675" y="479"/>
                      </a:lnTo>
                      <a:lnTo>
                        <a:pt x="677" y="479"/>
                      </a:lnTo>
                      <a:lnTo>
                        <a:pt x="679" y="479"/>
                      </a:lnTo>
                      <a:lnTo>
                        <a:pt x="680" y="479"/>
                      </a:lnTo>
                      <a:lnTo>
                        <a:pt x="682" y="479"/>
                      </a:lnTo>
                      <a:lnTo>
                        <a:pt x="682" y="481"/>
                      </a:lnTo>
                      <a:lnTo>
                        <a:pt x="684" y="481"/>
                      </a:lnTo>
                      <a:lnTo>
                        <a:pt x="686" y="481"/>
                      </a:lnTo>
                      <a:lnTo>
                        <a:pt x="688" y="481"/>
                      </a:lnTo>
                      <a:lnTo>
                        <a:pt x="688" y="483"/>
                      </a:lnTo>
                      <a:lnTo>
                        <a:pt x="690" y="483"/>
                      </a:lnTo>
                      <a:lnTo>
                        <a:pt x="690" y="484"/>
                      </a:lnTo>
                      <a:lnTo>
                        <a:pt x="688" y="484"/>
                      </a:lnTo>
                      <a:lnTo>
                        <a:pt x="690" y="484"/>
                      </a:lnTo>
                      <a:lnTo>
                        <a:pt x="690" y="486"/>
                      </a:lnTo>
                      <a:lnTo>
                        <a:pt x="688" y="486"/>
                      </a:lnTo>
                      <a:lnTo>
                        <a:pt x="688" y="488"/>
                      </a:lnTo>
                      <a:lnTo>
                        <a:pt x="688" y="490"/>
                      </a:lnTo>
                      <a:lnTo>
                        <a:pt x="688" y="492"/>
                      </a:lnTo>
                      <a:lnTo>
                        <a:pt x="688" y="494"/>
                      </a:lnTo>
                      <a:lnTo>
                        <a:pt x="686" y="494"/>
                      </a:lnTo>
                      <a:lnTo>
                        <a:pt x="686" y="495"/>
                      </a:lnTo>
                      <a:lnTo>
                        <a:pt x="686" y="497"/>
                      </a:lnTo>
                      <a:lnTo>
                        <a:pt x="686" y="499"/>
                      </a:lnTo>
                      <a:lnTo>
                        <a:pt x="686" y="501"/>
                      </a:lnTo>
                      <a:lnTo>
                        <a:pt x="684" y="503"/>
                      </a:lnTo>
                      <a:lnTo>
                        <a:pt x="684" y="504"/>
                      </a:lnTo>
                      <a:lnTo>
                        <a:pt x="684" y="506"/>
                      </a:lnTo>
                      <a:lnTo>
                        <a:pt x="686" y="506"/>
                      </a:lnTo>
                      <a:lnTo>
                        <a:pt x="684" y="506"/>
                      </a:lnTo>
                      <a:lnTo>
                        <a:pt x="686" y="506"/>
                      </a:lnTo>
                      <a:lnTo>
                        <a:pt x="686" y="508"/>
                      </a:lnTo>
                      <a:lnTo>
                        <a:pt x="684" y="508"/>
                      </a:lnTo>
                      <a:lnTo>
                        <a:pt x="686" y="508"/>
                      </a:lnTo>
                      <a:lnTo>
                        <a:pt x="686" y="506"/>
                      </a:lnTo>
                      <a:lnTo>
                        <a:pt x="686" y="508"/>
                      </a:lnTo>
                      <a:lnTo>
                        <a:pt x="688" y="508"/>
                      </a:lnTo>
                      <a:lnTo>
                        <a:pt x="686" y="508"/>
                      </a:lnTo>
                      <a:lnTo>
                        <a:pt x="688" y="510"/>
                      </a:lnTo>
                      <a:lnTo>
                        <a:pt x="688" y="512"/>
                      </a:lnTo>
                      <a:lnTo>
                        <a:pt x="690" y="512"/>
                      </a:lnTo>
                      <a:lnTo>
                        <a:pt x="691" y="514"/>
                      </a:lnTo>
                      <a:lnTo>
                        <a:pt x="693" y="514"/>
                      </a:lnTo>
                      <a:lnTo>
                        <a:pt x="693" y="515"/>
                      </a:lnTo>
                      <a:lnTo>
                        <a:pt x="693" y="517"/>
                      </a:lnTo>
                      <a:lnTo>
                        <a:pt x="691" y="517"/>
                      </a:lnTo>
                      <a:lnTo>
                        <a:pt x="690" y="517"/>
                      </a:lnTo>
                      <a:lnTo>
                        <a:pt x="688" y="517"/>
                      </a:lnTo>
                      <a:lnTo>
                        <a:pt x="686" y="517"/>
                      </a:lnTo>
                      <a:lnTo>
                        <a:pt x="686" y="515"/>
                      </a:lnTo>
                      <a:lnTo>
                        <a:pt x="684" y="515"/>
                      </a:lnTo>
                      <a:lnTo>
                        <a:pt x="686" y="515"/>
                      </a:lnTo>
                      <a:lnTo>
                        <a:pt x="686" y="514"/>
                      </a:lnTo>
                      <a:lnTo>
                        <a:pt x="684" y="512"/>
                      </a:lnTo>
                      <a:lnTo>
                        <a:pt x="682" y="512"/>
                      </a:lnTo>
                      <a:lnTo>
                        <a:pt x="680" y="512"/>
                      </a:lnTo>
                      <a:lnTo>
                        <a:pt x="680" y="510"/>
                      </a:lnTo>
                      <a:lnTo>
                        <a:pt x="682" y="510"/>
                      </a:lnTo>
                      <a:lnTo>
                        <a:pt x="682" y="512"/>
                      </a:lnTo>
                      <a:lnTo>
                        <a:pt x="682" y="510"/>
                      </a:lnTo>
                      <a:lnTo>
                        <a:pt x="680" y="510"/>
                      </a:lnTo>
                      <a:lnTo>
                        <a:pt x="680" y="512"/>
                      </a:lnTo>
                      <a:lnTo>
                        <a:pt x="679" y="512"/>
                      </a:lnTo>
                      <a:lnTo>
                        <a:pt x="677" y="512"/>
                      </a:lnTo>
                      <a:lnTo>
                        <a:pt x="675" y="512"/>
                      </a:lnTo>
                      <a:lnTo>
                        <a:pt x="673" y="512"/>
                      </a:lnTo>
                      <a:lnTo>
                        <a:pt x="675" y="512"/>
                      </a:lnTo>
                      <a:lnTo>
                        <a:pt x="675" y="514"/>
                      </a:lnTo>
                      <a:lnTo>
                        <a:pt x="673" y="512"/>
                      </a:lnTo>
                      <a:lnTo>
                        <a:pt x="673" y="510"/>
                      </a:lnTo>
                      <a:lnTo>
                        <a:pt x="671" y="510"/>
                      </a:lnTo>
                      <a:lnTo>
                        <a:pt x="671" y="512"/>
                      </a:lnTo>
                      <a:lnTo>
                        <a:pt x="670" y="512"/>
                      </a:lnTo>
                      <a:lnTo>
                        <a:pt x="671" y="512"/>
                      </a:lnTo>
                      <a:lnTo>
                        <a:pt x="671" y="510"/>
                      </a:lnTo>
                      <a:lnTo>
                        <a:pt x="671" y="512"/>
                      </a:lnTo>
                      <a:lnTo>
                        <a:pt x="671" y="510"/>
                      </a:lnTo>
                      <a:lnTo>
                        <a:pt x="670" y="510"/>
                      </a:lnTo>
                      <a:lnTo>
                        <a:pt x="668" y="510"/>
                      </a:lnTo>
                      <a:lnTo>
                        <a:pt x="666" y="510"/>
                      </a:lnTo>
                      <a:lnTo>
                        <a:pt x="666" y="508"/>
                      </a:lnTo>
                      <a:lnTo>
                        <a:pt x="666" y="510"/>
                      </a:lnTo>
                      <a:lnTo>
                        <a:pt x="666" y="508"/>
                      </a:lnTo>
                      <a:lnTo>
                        <a:pt x="666" y="506"/>
                      </a:lnTo>
                      <a:lnTo>
                        <a:pt x="664" y="506"/>
                      </a:lnTo>
                      <a:lnTo>
                        <a:pt x="664" y="508"/>
                      </a:lnTo>
                      <a:lnTo>
                        <a:pt x="662" y="508"/>
                      </a:lnTo>
                      <a:lnTo>
                        <a:pt x="662" y="506"/>
                      </a:lnTo>
                      <a:lnTo>
                        <a:pt x="662" y="508"/>
                      </a:lnTo>
                      <a:lnTo>
                        <a:pt x="660" y="508"/>
                      </a:lnTo>
                      <a:lnTo>
                        <a:pt x="660" y="506"/>
                      </a:lnTo>
                      <a:lnTo>
                        <a:pt x="660" y="508"/>
                      </a:lnTo>
                      <a:lnTo>
                        <a:pt x="660" y="506"/>
                      </a:lnTo>
                      <a:lnTo>
                        <a:pt x="660" y="508"/>
                      </a:lnTo>
                      <a:lnTo>
                        <a:pt x="660" y="506"/>
                      </a:lnTo>
                      <a:lnTo>
                        <a:pt x="659" y="506"/>
                      </a:lnTo>
                      <a:lnTo>
                        <a:pt x="660" y="506"/>
                      </a:lnTo>
                      <a:lnTo>
                        <a:pt x="659" y="506"/>
                      </a:lnTo>
                      <a:lnTo>
                        <a:pt x="659" y="504"/>
                      </a:lnTo>
                      <a:lnTo>
                        <a:pt x="657" y="504"/>
                      </a:lnTo>
                      <a:lnTo>
                        <a:pt x="657" y="506"/>
                      </a:lnTo>
                      <a:lnTo>
                        <a:pt x="657" y="504"/>
                      </a:lnTo>
                      <a:lnTo>
                        <a:pt x="655" y="504"/>
                      </a:lnTo>
                      <a:lnTo>
                        <a:pt x="653" y="504"/>
                      </a:lnTo>
                      <a:lnTo>
                        <a:pt x="653" y="503"/>
                      </a:lnTo>
                      <a:lnTo>
                        <a:pt x="651" y="503"/>
                      </a:lnTo>
                      <a:lnTo>
                        <a:pt x="651" y="504"/>
                      </a:lnTo>
                      <a:lnTo>
                        <a:pt x="649" y="504"/>
                      </a:lnTo>
                      <a:lnTo>
                        <a:pt x="649" y="503"/>
                      </a:lnTo>
                      <a:lnTo>
                        <a:pt x="649" y="501"/>
                      </a:lnTo>
                      <a:lnTo>
                        <a:pt x="648" y="501"/>
                      </a:lnTo>
                      <a:lnTo>
                        <a:pt x="646" y="501"/>
                      </a:lnTo>
                      <a:lnTo>
                        <a:pt x="646" y="499"/>
                      </a:lnTo>
                      <a:lnTo>
                        <a:pt x="644" y="499"/>
                      </a:lnTo>
                      <a:lnTo>
                        <a:pt x="642" y="499"/>
                      </a:lnTo>
                      <a:lnTo>
                        <a:pt x="640" y="501"/>
                      </a:lnTo>
                      <a:lnTo>
                        <a:pt x="640" y="499"/>
                      </a:lnTo>
                      <a:lnTo>
                        <a:pt x="638" y="499"/>
                      </a:lnTo>
                      <a:lnTo>
                        <a:pt x="638" y="501"/>
                      </a:lnTo>
                      <a:lnTo>
                        <a:pt x="637" y="501"/>
                      </a:lnTo>
                      <a:lnTo>
                        <a:pt x="635" y="501"/>
                      </a:lnTo>
                      <a:lnTo>
                        <a:pt x="635" y="503"/>
                      </a:lnTo>
                      <a:lnTo>
                        <a:pt x="633" y="503"/>
                      </a:lnTo>
                      <a:lnTo>
                        <a:pt x="633" y="504"/>
                      </a:lnTo>
                      <a:lnTo>
                        <a:pt x="633" y="503"/>
                      </a:lnTo>
                      <a:lnTo>
                        <a:pt x="633" y="504"/>
                      </a:lnTo>
                      <a:lnTo>
                        <a:pt x="631" y="504"/>
                      </a:lnTo>
                      <a:lnTo>
                        <a:pt x="631" y="503"/>
                      </a:lnTo>
                      <a:lnTo>
                        <a:pt x="629" y="503"/>
                      </a:lnTo>
                      <a:lnTo>
                        <a:pt x="629" y="504"/>
                      </a:lnTo>
                      <a:lnTo>
                        <a:pt x="629" y="503"/>
                      </a:lnTo>
                      <a:lnTo>
                        <a:pt x="628" y="503"/>
                      </a:lnTo>
                      <a:lnTo>
                        <a:pt x="628" y="504"/>
                      </a:lnTo>
                      <a:lnTo>
                        <a:pt x="626" y="504"/>
                      </a:lnTo>
                      <a:lnTo>
                        <a:pt x="626" y="506"/>
                      </a:lnTo>
                      <a:lnTo>
                        <a:pt x="624" y="506"/>
                      </a:lnTo>
                      <a:lnTo>
                        <a:pt x="624" y="504"/>
                      </a:lnTo>
                      <a:lnTo>
                        <a:pt x="624" y="506"/>
                      </a:lnTo>
                      <a:lnTo>
                        <a:pt x="624" y="504"/>
                      </a:lnTo>
                      <a:lnTo>
                        <a:pt x="622" y="504"/>
                      </a:lnTo>
                      <a:lnTo>
                        <a:pt x="620" y="504"/>
                      </a:lnTo>
                      <a:lnTo>
                        <a:pt x="618" y="504"/>
                      </a:lnTo>
                      <a:lnTo>
                        <a:pt x="617" y="504"/>
                      </a:lnTo>
                      <a:lnTo>
                        <a:pt x="617" y="503"/>
                      </a:lnTo>
                      <a:lnTo>
                        <a:pt x="615" y="503"/>
                      </a:lnTo>
                      <a:lnTo>
                        <a:pt x="613" y="503"/>
                      </a:lnTo>
                      <a:lnTo>
                        <a:pt x="613" y="501"/>
                      </a:lnTo>
                      <a:lnTo>
                        <a:pt x="613" y="503"/>
                      </a:lnTo>
                      <a:lnTo>
                        <a:pt x="611" y="503"/>
                      </a:lnTo>
                      <a:lnTo>
                        <a:pt x="611" y="501"/>
                      </a:lnTo>
                      <a:lnTo>
                        <a:pt x="611" y="503"/>
                      </a:lnTo>
                      <a:lnTo>
                        <a:pt x="611" y="501"/>
                      </a:lnTo>
                      <a:lnTo>
                        <a:pt x="611" y="503"/>
                      </a:lnTo>
                      <a:lnTo>
                        <a:pt x="609" y="503"/>
                      </a:lnTo>
                      <a:lnTo>
                        <a:pt x="609" y="501"/>
                      </a:lnTo>
                      <a:lnTo>
                        <a:pt x="607" y="501"/>
                      </a:lnTo>
                      <a:lnTo>
                        <a:pt x="609" y="501"/>
                      </a:lnTo>
                      <a:lnTo>
                        <a:pt x="607" y="501"/>
                      </a:lnTo>
                      <a:lnTo>
                        <a:pt x="606" y="501"/>
                      </a:lnTo>
                      <a:lnTo>
                        <a:pt x="604" y="501"/>
                      </a:lnTo>
                      <a:lnTo>
                        <a:pt x="602" y="501"/>
                      </a:lnTo>
                      <a:lnTo>
                        <a:pt x="600" y="501"/>
                      </a:lnTo>
                      <a:lnTo>
                        <a:pt x="600" y="499"/>
                      </a:lnTo>
                      <a:lnTo>
                        <a:pt x="598" y="499"/>
                      </a:lnTo>
                      <a:lnTo>
                        <a:pt x="598" y="501"/>
                      </a:lnTo>
                      <a:lnTo>
                        <a:pt x="597" y="501"/>
                      </a:lnTo>
                      <a:lnTo>
                        <a:pt x="597" y="499"/>
                      </a:lnTo>
                      <a:lnTo>
                        <a:pt x="595" y="499"/>
                      </a:lnTo>
                      <a:lnTo>
                        <a:pt x="593" y="499"/>
                      </a:lnTo>
                      <a:lnTo>
                        <a:pt x="593" y="501"/>
                      </a:lnTo>
                      <a:lnTo>
                        <a:pt x="593" y="503"/>
                      </a:lnTo>
                      <a:lnTo>
                        <a:pt x="593" y="501"/>
                      </a:lnTo>
                      <a:lnTo>
                        <a:pt x="591" y="503"/>
                      </a:lnTo>
                      <a:lnTo>
                        <a:pt x="591" y="501"/>
                      </a:lnTo>
                      <a:lnTo>
                        <a:pt x="591" y="503"/>
                      </a:lnTo>
                      <a:lnTo>
                        <a:pt x="591" y="501"/>
                      </a:lnTo>
                      <a:lnTo>
                        <a:pt x="591" y="499"/>
                      </a:lnTo>
                      <a:lnTo>
                        <a:pt x="591" y="501"/>
                      </a:lnTo>
                      <a:lnTo>
                        <a:pt x="589" y="501"/>
                      </a:lnTo>
                      <a:lnTo>
                        <a:pt x="589" y="503"/>
                      </a:lnTo>
                      <a:lnTo>
                        <a:pt x="591" y="503"/>
                      </a:lnTo>
                      <a:lnTo>
                        <a:pt x="589" y="503"/>
                      </a:lnTo>
                      <a:lnTo>
                        <a:pt x="591" y="503"/>
                      </a:lnTo>
                      <a:lnTo>
                        <a:pt x="589" y="503"/>
                      </a:lnTo>
                      <a:lnTo>
                        <a:pt x="587" y="503"/>
                      </a:lnTo>
                      <a:lnTo>
                        <a:pt x="587" y="501"/>
                      </a:lnTo>
                      <a:lnTo>
                        <a:pt x="586" y="501"/>
                      </a:lnTo>
                      <a:lnTo>
                        <a:pt x="584" y="501"/>
                      </a:lnTo>
                      <a:lnTo>
                        <a:pt x="582" y="501"/>
                      </a:lnTo>
                      <a:lnTo>
                        <a:pt x="580" y="501"/>
                      </a:lnTo>
                      <a:lnTo>
                        <a:pt x="582" y="501"/>
                      </a:lnTo>
                      <a:lnTo>
                        <a:pt x="580" y="501"/>
                      </a:lnTo>
                      <a:lnTo>
                        <a:pt x="582" y="501"/>
                      </a:lnTo>
                      <a:lnTo>
                        <a:pt x="582" y="499"/>
                      </a:lnTo>
                      <a:lnTo>
                        <a:pt x="580" y="499"/>
                      </a:lnTo>
                      <a:lnTo>
                        <a:pt x="578" y="499"/>
                      </a:lnTo>
                      <a:lnTo>
                        <a:pt x="576" y="499"/>
                      </a:lnTo>
                      <a:lnTo>
                        <a:pt x="575" y="499"/>
                      </a:lnTo>
                      <a:lnTo>
                        <a:pt x="573" y="499"/>
                      </a:lnTo>
                      <a:lnTo>
                        <a:pt x="571" y="499"/>
                      </a:lnTo>
                      <a:lnTo>
                        <a:pt x="569" y="499"/>
                      </a:lnTo>
                      <a:lnTo>
                        <a:pt x="569" y="497"/>
                      </a:lnTo>
                      <a:lnTo>
                        <a:pt x="567" y="497"/>
                      </a:lnTo>
                      <a:lnTo>
                        <a:pt x="567" y="499"/>
                      </a:lnTo>
                      <a:lnTo>
                        <a:pt x="565" y="499"/>
                      </a:lnTo>
                      <a:lnTo>
                        <a:pt x="564" y="499"/>
                      </a:lnTo>
                      <a:lnTo>
                        <a:pt x="564" y="497"/>
                      </a:lnTo>
                      <a:lnTo>
                        <a:pt x="562" y="497"/>
                      </a:lnTo>
                      <a:lnTo>
                        <a:pt x="560" y="497"/>
                      </a:lnTo>
                      <a:lnTo>
                        <a:pt x="558" y="497"/>
                      </a:lnTo>
                      <a:lnTo>
                        <a:pt x="556" y="497"/>
                      </a:lnTo>
                      <a:lnTo>
                        <a:pt x="555" y="497"/>
                      </a:lnTo>
                      <a:lnTo>
                        <a:pt x="555" y="495"/>
                      </a:lnTo>
                      <a:lnTo>
                        <a:pt x="555" y="497"/>
                      </a:lnTo>
                      <a:lnTo>
                        <a:pt x="555" y="495"/>
                      </a:lnTo>
                      <a:lnTo>
                        <a:pt x="555" y="497"/>
                      </a:lnTo>
                      <a:lnTo>
                        <a:pt x="555" y="495"/>
                      </a:lnTo>
                      <a:lnTo>
                        <a:pt x="553" y="495"/>
                      </a:lnTo>
                      <a:lnTo>
                        <a:pt x="551" y="495"/>
                      </a:lnTo>
                      <a:lnTo>
                        <a:pt x="549" y="495"/>
                      </a:lnTo>
                      <a:lnTo>
                        <a:pt x="549" y="494"/>
                      </a:lnTo>
                      <a:lnTo>
                        <a:pt x="547" y="494"/>
                      </a:lnTo>
                      <a:lnTo>
                        <a:pt x="545" y="494"/>
                      </a:lnTo>
                      <a:lnTo>
                        <a:pt x="544" y="494"/>
                      </a:lnTo>
                      <a:lnTo>
                        <a:pt x="544" y="492"/>
                      </a:lnTo>
                      <a:lnTo>
                        <a:pt x="542" y="492"/>
                      </a:lnTo>
                      <a:lnTo>
                        <a:pt x="542" y="490"/>
                      </a:lnTo>
                      <a:lnTo>
                        <a:pt x="540" y="490"/>
                      </a:lnTo>
                      <a:lnTo>
                        <a:pt x="538" y="490"/>
                      </a:lnTo>
                      <a:lnTo>
                        <a:pt x="536" y="490"/>
                      </a:lnTo>
                      <a:lnTo>
                        <a:pt x="536" y="488"/>
                      </a:lnTo>
                      <a:lnTo>
                        <a:pt x="538" y="488"/>
                      </a:lnTo>
                      <a:lnTo>
                        <a:pt x="538" y="486"/>
                      </a:lnTo>
                      <a:lnTo>
                        <a:pt x="538" y="488"/>
                      </a:lnTo>
                      <a:lnTo>
                        <a:pt x="536" y="488"/>
                      </a:lnTo>
                      <a:lnTo>
                        <a:pt x="534" y="488"/>
                      </a:lnTo>
                      <a:lnTo>
                        <a:pt x="533" y="488"/>
                      </a:lnTo>
                      <a:lnTo>
                        <a:pt x="533" y="486"/>
                      </a:lnTo>
                      <a:lnTo>
                        <a:pt x="531" y="486"/>
                      </a:lnTo>
                      <a:lnTo>
                        <a:pt x="529" y="486"/>
                      </a:lnTo>
                      <a:lnTo>
                        <a:pt x="527" y="484"/>
                      </a:lnTo>
                      <a:lnTo>
                        <a:pt x="525" y="484"/>
                      </a:lnTo>
                      <a:lnTo>
                        <a:pt x="524" y="484"/>
                      </a:lnTo>
                      <a:lnTo>
                        <a:pt x="524" y="483"/>
                      </a:lnTo>
                      <a:lnTo>
                        <a:pt x="522" y="483"/>
                      </a:lnTo>
                      <a:lnTo>
                        <a:pt x="524" y="483"/>
                      </a:lnTo>
                      <a:lnTo>
                        <a:pt x="524" y="484"/>
                      </a:lnTo>
                      <a:lnTo>
                        <a:pt x="522" y="483"/>
                      </a:lnTo>
                      <a:lnTo>
                        <a:pt x="520" y="483"/>
                      </a:lnTo>
                      <a:lnTo>
                        <a:pt x="518" y="483"/>
                      </a:lnTo>
                      <a:lnTo>
                        <a:pt x="516" y="483"/>
                      </a:lnTo>
                      <a:lnTo>
                        <a:pt x="514" y="481"/>
                      </a:lnTo>
                      <a:lnTo>
                        <a:pt x="514" y="483"/>
                      </a:lnTo>
                      <a:lnTo>
                        <a:pt x="516" y="483"/>
                      </a:lnTo>
                      <a:lnTo>
                        <a:pt x="514" y="481"/>
                      </a:lnTo>
                      <a:lnTo>
                        <a:pt x="513" y="481"/>
                      </a:lnTo>
                      <a:lnTo>
                        <a:pt x="511" y="481"/>
                      </a:lnTo>
                      <a:lnTo>
                        <a:pt x="509" y="481"/>
                      </a:lnTo>
                      <a:lnTo>
                        <a:pt x="509" y="483"/>
                      </a:lnTo>
                      <a:lnTo>
                        <a:pt x="509" y="481"/>
                      </a:lnTo>
                      <a:lnTo>
                        <a:pt x="507" y="481"/>
                      </a:lnTo>
                      <a:lnTo>
                        <a:pt x="507" y="479"/>
                      </a:lnTo>
                      <a:lnTo>
                        <a:pt x="505" y="479"/>
                      </a:lnTo>
                      <a:lnTo>
                        <a:pt x="503" y="479"/>
                      </a:lnTo>
                      <a:lnTo>
                        <a:pt x="502" y="479"/>
                      </a:lnTo>
                      <a:lnTo>
                        <a:pt x="500" y="479"/>
                      </a:lnTo>
                      <a:lnTo>
                        <a:pt x="500" y="477"/>
                      </a:lnTo>
                      <a:lnTo>
                        <a:pt x="500" y="479"/>
                      </a:lnTo>
                      <a:lnTo>
                        <a:pt x="498" y="479"/>
                      </a:lnTo>
                      <a:lnTo>
                        <a:pt x="498" y="477"/>
                      </a:lnTo>
                      <a:lnTo>
                        <a:pt x="498" y="475"/>
                      </a:lnTo>
                      <a:lnTo>
                        <a:pt x="500" y="475"/>
                      </a:lnTo>
                      <a:lnTo>
                        <a:pt x="500" y="473"/>
                      </a:lnTo>
                      <a:lnTo>
                        <a:pt x="502" y="472"/>
                      </a:lnTo>
                      <a:lnTo>
                        <a:pt x="503" y="472"/>
                      </a:lnTo>
                      <a:lnTo>
                        <a:pt x="505" y="472"/>
                      </a:lnTo>
                      <a:lnTo>
                        <a:pt x="505" y="473"/>
                      </a:lnTo>
                      <a:lnTo>
                        <a:pt x="505" y="472"/>
                      </a:lnTo>
                      <a:lnTo>
                        <a:pt x="505" y="473"/>
                      </a:lnTo>
                      <a:lnTo>
                        <a:pt x="505" y="472"/>
                      </a:lnTo>
                      <a:lnTo>
                        <a:pt x="503" y="472"/>
                      </a:lnTo>
                      <a:lnTo>
                        <a:pt x="502" y="472"/>
                      </a:lnTo>
                      <a:lnTo>
                        <a:pt x="500" y="472"/>
                      </a:lnTo>
                      <a:lnTo>
                        <a:pt x="500" y="473"/>
                      </a:lnTo>
                      <a:lnTo>
                        <a:pt x="500" y="475"/>
                      </a:lnTo>
                      <a:lnTo>
                        <a:pt x="498" y="475"/>
                      </a:lnTo>
                      <a:lnTo>
                        <a:pt x="498" y="477"/>
                      </a:lnTo>
                      <a:lnTo>
                        <a:pt x="498" y="479"/>
                      </a:lnTo>
                      <a:lnTo>
                        <a:pt x="496" y="479"/>
                      </a:lnTo>
                      <a:lnTo>
                        <a:pt x="494" y="479"/>
                      </a:lnTo>
                      <a:lnTo>
                        <a:pt x="494" y="481"/>
                      </a:lnTo>
                      <a:lnTo>
                        <a:pt x="492" y="481"/>
                      </a:lnTo>
                      <a:lnTo>
                        <a:pt x="492" y="479"/>
                      </a:lnTo>
                      <a:lnTo>
                        <a:pt x="494" y="479"/>
                      </a:lnTo>
                      <a:lnTo>
                        <a:pt x="494" y="477"/>
                      </a:lnTo>
                      <a:lnTo>
                        <a:pt x="494" y="479"/>
                      </a:lnTo>
                      <a:lnTo>
                        <a:pt x="494" y="477"/>
                      </a:lnTo>
                      <a:lnTo>
                        <a:pt x="492" y="477"/>
                      </a:lnTo>
                      <a:lnTo>
                        <a:pt x="494" y="477"/>
                      </a:lnTo>
                      <a:lnTo>
                        <a:pt x="492" y="477"/>
                      </a:lnTo>
                      <a:lnTo>
                        <a:pt x="494" y="479"/>
                      </a:lnTo>
                      <a:lnTo>
                        <a:pt x="492" y="479"/>
                      </a:lnTo>
                      <a:lnTo>
                        <a:pt x="492" y="481"/>
                      </a:lnTo>
                      <a:lnTo>
                        <a:pt x="492" y="479"/>
                      </a:lnTo>
                      <a:lnTo>
                        <a:pt x="492" y="477"/>
                      </a:lnTo>
                      <a:lnTo>
                        <a:pt x="492" y="479"/>
                      </a:lnTo>
                      <a:lnTo>
                        <a:pt x="491" y="479"/>
                      </a:lnTo>
                      <a:lnTo>
                        <a:pt x="489" y="479"/>
                      </a:lnTo>
                      <a:lnTo>
                        <a:pt x="489" y="477"/>
                      </a:lnTo>
                      <a:lnTo>
                        <a:pt x="487" y="477"/>
                      </a:lnTo>
                      <a:lnTo>
                        <a:pt x="487" y="475"/>
                      </a:lnTo>
                      <a:lnTo>
                        <a:pt x="487" y="477"/>
                      </a:lnTo>
                      <a:lnTo>
                        <a:pt x="485" y="477"/>
                      </a:lnTo>
                      <a:lnTo>
                        <a:pt x="487" y="477"/>
                      </a:lnTo>
                      <a:lnTo>
                        <a:pt x="485" y="479"/>
                      </a:lnTo>
                      <a:lnTo>
                        <a:pt x="487" y="479"/>
                      </a:lnTo>
                      <a:lnTo>
                        <a:pt x="485" y="479"/>
                      </a:lnTo>
                      <a:lnTo>
                        <a:pt x="483" y="479"/>
                      </a:lnTo>
                      <a:lnTo>
                        <a:pt x="483" y="477"/>
                      </a:lnTo>
                      <a:lnTo>
                        <a:pt x="482" y="479"/>
                      </a:lnTo>
                      <a:lnTo>
                        <a:pt x="482" y="481"/>
                      </a:lnTo>
                      <a:lnTo>
                        <a:pt x="482" y="479"/>
                      </a:lnTo>
                      <a:lnTo>
                        <a:pt x="480" y="479"/>
                      </a:lnTo>
                      <a:lnTo>
                        <a:pt x="478" y="479"/>
                      </a:lnTo>
                      <a:lnTo>
                        <a:pt x="480" y="479"/>
                      </a:lnTo>
                      <a:lnTo>
                        <a:pt x="478" y="479"/>
                      </a:lnTo>
                      <a:lnTo>
                        <a:pt x="476" y="479"/>
                      </a:lnTo>
                      <a:lnTo>
                        <a:pt x="476" y="481"/>
                      </a:lnTo>
                      <a:close/>
                      <a:moveTo>
                        <a:pt x="1396" y="347"/>
                      </a:moveTo>
                      <a:lnTo>
                        <a:pt x="1396" y="345"/>
                      </a:lnTo>
                      <a:lnTo>
                        <a:pt x="1396" y="347"/>
                      </a:lnTo>
                      <a:lnTo>
                        <a:pt x="1396" y="345"/>
                      </a:lnTo>
                      <a:lnTo>
                        <a:pt x="1396" y="347"/>
                      </a:lnTo>
                      <a:lnTo>
                        <a:pt x="1398" y="347"/>
                      </a:lnTo>
                      <a:lnTo>
                        <a:pt x="1396" y="347"/>
                      </a:lnTo>
                      <a:lnTo>
                        <a:pt x="1398" y="347"/>
                      </a:lnTo>
                      <a:lnTo>
                        <a:pt x="1396" y="347"/>
                      </a:lnTo>
                      <a:close/>
                      <a:moveTo>
                        <a:pt x="1396" y="345"/>
                      </a:moveTo>
                      <a:lnTo>
                        <a:pt x="1396" y="347"/>
                      </a:lnTo>
                      <a:lnTo>
                        <a:pt x="1396" y="345"/>
                      </a:lnTo>
                      <a:close/>
                      <a:moveTo>
                        <a:pt x="976" y="313"/>
                      </a:moveTo>
                      <a:lnTo>
                        <a:pt x="974" y="313"/>
                      </a:lnTo>
                      <a:lnTo>
                        <a:pt x="976" y="313"/>
                      </a:lnTo>
                      <a:lnTo>
                        <a:pt x="976" y="314"/>
                      </a:lnTo>
                      <a:lnTo>
                        <a:pt x="976" y="313"/>
                      </a:lnTo>
                      <a:close/>
                      <a:moveTo>
                        <a:pt x="1568" y="272"/>
                      </a:moveTo>
                      <a:lnTo>
                        <a:pt x="1566" y="272"/>
                      </a:lnTo>
                      <a:lnTo>
                        <a:pt x="1568" y="272"/>
                      </a:lnTo>
                      <a:close/>
                      <a:moveTo>
                        <a:pt x="1460" y="366"/>
                      </a:moveTo>
                      <a:lnTo>
                        <a:pt x="1462" y="366"/>
                      </a:lnTo>
                      <a:lnTo>
                        <a:pt x="1460" y="366"/>
                      </a:lnTo>
                      <a:lnTo>
                        <a:pt x="1462" y="366"/>
                      </a:lnTo>
                      <a:lnTo>
                        <a:pt x="1460" y="366"/>
                      </a:lnTo>
                      <a:lnTo>
                        <a:pt x="1458" y="366"/>
                      </a:lnTo>
                      <a:lnTo>
                        <a:pt x="1458" y="364"/>
                      </a:lnTo>
                      <a:lnTo>
                        <a:pt x="1456" y="364"/>
                      </a:lnTo>
                      <a:lnTo>
                        <a:pt x="1454" y="364"/>
                      </a:lnTo>
                      <a:lnTo>
                        <a:pt x="1453" y="364"/>
                      </a:lnTo>
                      <a:lnTo>
                        <a:pt x="1451" y="364"/>
                      </a:lnTo>
                      <a:lnTo>
                        <a:pt x="1449" y="364"/>
                      </a:lnTo>
                      <a:lnTo>
                        <a:pt x="1447" y="364"/>
                      </a:lnTo>
                      <a:lnTo>
                        <a:pt x="1445" y="364"/>
                      </a:lnTo>
                      <a:lnTo>
                        <a:pt x="1443" y="364"/>
                      </a:lnTo>
                      <a:lnTo>
                        <a:pt x="1443" y="362"/>
                      </a:lnTo>
                      <a:lnTo>
                        <a:pt x="1442" y="362"/>
                      </a:lnTo>
                      <a:lnTo>
                        <a:pt x="1440" y="362"/>
                      </a:lnTo>
                      <a:lnTo>
                        <a:pt x="1438" y="362"/>
                      </a:lnTo>
                      <a:lnTo>
                        <a:pt x="1436" y="362"/>
                      </a:lnTo>
                      <a:lnTo>
                        <a:pt x="1438" y="362"/>
                      </a:lnTo>
                      <a:lnTo>
                        <a:pt x="1436" y="362"/>
                      </a:lnTo>
                      <a:lnTo>
                        <a:pt x="1434" y="362"/>
                      </a:lnTo>
                      <a:lnTo>
                        <a:pt x="1432" y="362"/>
                      </a:lnTo>
                      <a:lnTo>
                        <a:pt x="1431" y="364"/>
                      </a:lnTo>
                      <a:lnTo>
                        <a:pt x="1431" y="362"/>
                      </a:lnTo>
                      <a:lnTo>
                        <a:pt x="1431" y="364"/>
                      </a:lnTo>
                      <a:lnTo>
                        <a:pt x="1431" y="362"/>
                      </a:lnTo>
                      <a:lnTo>
                        <a:pt x="1429" y="362"/>
                      </a:lnTo>
                      <a:lnTo>
                        <a:pt x="1427" y="362"/>
                      </a:lnTo>
                      <a:lnTo>
                        <a:pt x="1427" y="360"/>
                      </a:lnTo>
                      <a:lnTo>
                        <a:pt x="1425" y="360"/>
                      </a:lnTo>
                      <a:lnTo>
                        <a:pt x="1427" y="360"/>
                      </a:lnTo>
                      <a:lnTo>
                        <a:pt x="1425" y="360"/>
                      </a:lnTo>
                      <a:lnTo>
                        <a:pt x="1423" y="358"/>
                      </a:lnTo>
                      <a:lnTo>
                        <a:pt x="1421" y="358"/>
                      </a:lnTo>
                      <a:lnTo>
                        <a:pt x="1421" y="356"/>
                      </a:lnTo>
                      <a:lnTo>
                        <a:pt x="1421" y="358"/>
                      </a:lnTo>
                      <a:lnTo>
                        <a:pt x="1423" y="358"/>
                      </a:lnTo>
                      <a:lnTo>
                        <a:pt x="1421" y="358"/>
                      </a:lnTo>
                      <a:lnTo>
                        <a:pt x="1421" y="356"/>
                      </a:lnTo>
                      <a:lnTo>
                        <a:pt x="1420" y="356"/>
                      </a:lnTo>
                      <a:lnTo>
                        <a:pt x="1420" y="355"/>
                      </a:lnTo>
                      <a:lnTo>
                        <a:pt x="1418" y="355"/>
                      </a:lnTo>
                      <a:lnTo>
                        <a:pt x="1416" y="355"/>
                      </a:lnTo>
                      <a:lnTo>
                        <a:pt x="1414" y="355"/>
                      </a:lnTo>
                      <a:lnTo>
                        <a:pt x="1414" y="353"/>
                      </a:lnTo>
                      <a:lnTo>
                        <a:pt x="1414" y="355"/>
                      </a:lnTo>
                      <a:lnTo>
                        <a:pt x="1414" y="353"/>
                      </a:lnTo>
                      <a:lnTo>
                        <a:pt x="1412" y="351"/>
                      </a:lnTo>
                      <a:lnTo>
                        <a:pt x="1414" y="351"/>
                      </a:lnTo>
                      <a:lnTo>
                        <a:pt x="1412" y="351"/>
                      </a:lnTo>
                      <a:lnTo>
                        <a:pt x="1411" y="351"/>
                      </a:lnTo>
                      <a:lnTo>
                        <a:pt x="1412" y="351"/>
                      </a:lnTo>
                      <a:lnTo>
                        <a:pt x="1411" y="351"/>
                      </a:lnTo>
                      <a:lnTo>
                        <a:pt x="1411" y="349"/>
                      </a:lnTo>
                      <a:lnTo>
                        <a:pt x="1411" y="347"/>
                      </a:lnTo>
                      <a:lnTo>
                        <a:pt x="1411" y="349"/>
                      </a:lnTo>
                      <a:lnTo>
                        <a:pt x="1412" y="349"/>
                      </a:lnTo>
                      <a:lnTo>
                        <a:pt x="1414" y="349"/>
                      </a:lnTo>
                      <a:lnTo>
                        <a:pt x="1412" y="349"/>
                      </a:lnTo>
                      <a:lnTo>
                        <a:pt x="1412" y="347"/>
                      </a:lnTo>
                      <a:lnTo>
                        <a:pt x="1411" y="347"/>
                      </a:lnTo>
                      <a:lnTo>
                        <a:pt x="1412" y="347"/>
                      </a:lnTo>
                      <a:lnTo>
                        <a:pt x="1411" y="345"/>
                      </a:lnTo>
                      <a:lnTo>
                        <a:pt x="1412" y="345"/>
                      </a:lnTo>
                      <a:lnTo>
                        <a:pt x="1412" y="344"/>
                      </a:lnTo>
                      <a:lnTo>
                        <a:pt x="1414" y="344"/>
                      </a:lnTo>
                      <a:lnTo>
                        <a:pt x="1414" y="345"/>
                      </a:lnTo>
                      <a:lnTo>
                        <a:pt x="1414" y="344"/>
                      </a:lnTo>
                      <a:lnTo>
                        <a:pt x="1414" y="345"/>
                      </a:lnTo>
                      <a:lnTo>
                        <a:pt x="1414" y="344"/>
                      </a:lnTo>
                      <a:lnTo>
                        <a:pt x="1416" y="344"/>
                      </a:lnTo>
                      <a:lnTo>
                        <a:pt x="1414" y="345"/>
                      </a:lnTo>
                      <a:lnTo>
                        <a:pt x="1416" y="345"/>
                      </a:lnTo>
                      <a:lnTo>
                        <a:pt x="1414" y="345"/>
                      </a:lnTo>
                      <a:lnTo>
                        <a:pt x="1416" y="345"/>
                      </a:lnTo>
                      <a:lnTo>
                        <a:pt x="1416" y="344"/>
                      </a:lnTo>
                      <a:lnTo>
                        <a:pt x="1414" y="344"/>
                      </a:lnTo>
                      <a:lnTo>
                        <a:pt x="1416" y="344"/>
                      </a:lnTo>
                      <a:lnTo>
                        <a:pt x="1418" y="345"/>
                      </a:lnTo>
                      <a:lnTo>
                        <a:pt x="1420" y="345"/>
                      </a:lnTo>
                      <a:lnTo>
                        <a:pt x="1418" y="345"/>
                      </a:lnTo>
                      <a:lnTo>
                        <a:pt x="1420" y="345"/>
                      </a:lnTo>
                      <a:lnTo>
                        <a:pt x="1418" y="345"/>
                      </a:lnTo>
                      <a:lnTo>
                        <a:pt x="1420" y="345"/>
                      </a:lnTo>
                      <a:lnTo>
                        <a:pt x="1421" y="345"/>
                      </a:lnTo>
                      <a:lnTo>
                        <a:pt x="1421" y="344"/>
                      </a:lnTo>
                      <a:lnTo>
                        <a:pt x="1421" y="345"/>
                      </a:lnTo>
                      <a:lnTo>
                        <a:pt x="1420" y="345"/>
                      </a:lnTo>
                      <a:lnTo>
                        <a:pt x="1420" y="344"/>
                      </a:lnTo>
                      <a:lnTo>
                        <a:pt x="1421" y="344"/>
                      </a:lnTo>
                      <a:lnTo>
                        <a:pt x="1420" y="344"/>
                      </a:lnTo>
                      <a:lnTo>
                        <a:pt x="1421" y="344"/>
                      </a:lnTo>
                      <a:lnTo>
                        <a:pt x="1420" y="344"/>
                      </a:lnTo>
                      <a:lnTo>
                        <a:pt x="1418" y="344"/>
                      </a:lnTo>
                      <a:lnTo>
                        <a:pt x="1416" y="344"/>
                      </a:lnTo>
                      <a:lnTo>
                        <a:pt x="1414" y="344"/>
                      </a:lnTo>
                      <a:lnTo>
                        <a:pt x="1412" y="344"/>
                      </a:lnTo>
                      <a:lnTo>
                        <a:pt x="1411" y="344"/>
                      </a:lnTo>
                      <a:lnTo>
                        <a:pt x="1412" y="344"/>
                      </a:lnTo>
                      <a:lnTo>
                        <a:pt x="1411" y="344"/>
                      </a:lnTo>
                      <a:lnTo>
                        <a:pt x="1411" y="345"/>
                      </a:lnTo>
                      <a:lnTo>
                        <a:pt x="1409" y="345"/>
                      </a:lnTo>
                      <a:lnTo>
                        <a:pt x="1409" y="347"/>
                      </a:lnTo>
                      <a:lnTo>
                        <a:pt x="1407" y="347"/>
                      </a:lnTo>
                      <a:lnTo>
                        <a:pt x="1405" y="347"/>
                      </a:lnTo>
                      <a:lnTo>
                        <a:pt x="1405" y="345"/>
                      </a:lnTo>
                      <a:lnTo>
                        <a:pt x="1403" y="345"/>
                      </a:lnTo>
                      <a:lnTo>
                        <a:pt x="1405" y="345"/>
                      </a:lnTo>
                      <a:lnTo>
                        <a:pt x="1403" y="345"/>
                      </a:lnTo>
                      <a:lnTo>
                        <a:pt x="1405" y="345"/>
                      </a:lnTo>
                      <a:lnTo>
                        <a:pt x="1403" y="345"/>
                      </a:lnTo>
                      <a:lnTo>
                        <a:pt x="1403" y="344"/>
                      </a:lnTo>
                      <a:lnTo>
                        <a:pt x="1401" y="344"/>
                      </a:lnTo>
                      <a:lnTo>
                        <a:pt x="1400" y="342"/>
                      </a:lnTo>
                      <a:lnTo>
                        <a:pt x="1400" y="344"/>
                      </a:lnTo>
                      <a:lnTo>
                        <a:pt x="1400" y="345"/>
                      </a:lnTo>
                      <a:lnTo>
                        <a:pt x="1398" y="345"/>
                      </a:lnTo>
                      <a:lnTo>
                        <a:pt x="1398" y="344"/>
                      </a:lnTo>
                      <a:lnTo>
                        <a:pt x="1398" y="345"/>
                      </a:lnTo>
                      <a:lnTo>
                        <a:pt x="1400" y="345"/>
                      </a:lnTo>
                      <a:lnTo>
                        <a:pt x="1398" y="345"/>
                      </a:lnTo>
                      <a:lnTo>
                        <a:pt x="1400" y="345"/>
                      </a:lnTo>
                      <a:lnTo>
                        <a:pt x="1400" y="347"/>
                      </a:lnTo>
                      <a:lnTo>
                        <a:pt x="1398" y="347"/>
                      </a:lnTo>
                      <a:lnTo>
                        <a:pt x="1398" y="345"/>
                      </a:lnTo>
                      <a:lnTo>
                        <a:pt x="1396" y="345"/>
                      </a:lnTo>
                      <a:lnTo>
                        <a:pt x="1394" y="345"/>
                      </a:lnTo>
                      <a:lnTo>
                        <a:pt x="1394" y="344"/>
                      </a:lnTo>
                      <a:lnTo>
                        <a:pt x="1394" y="342"/>
                      </a:lnTo>
                      <a:lnTo>
                        <a:pt x="1394" y="344"/>
                      </a:lnTo>
                      <a:lnTo>
                        <a:pt x="1392" y="344"/>
                      </a:lnTo>
                      <a:lnTo>
                        <a:pt x="1392" y="342"/>
                      </a:lnTo>
                      <a:lnTo>
                        <a:pt x="1392" y="344"/>
                      </a:lnTo>
                      <a:lnTo>
                        <a:pt x="1392" y="342"/>
                      </a:lnTo>
                      <a:lnTo>
                        <a:pt x="1390" y="342"/>
                      </a:lnTo>
                      <a:lnTo>
                        <a:pt x="1392" y="342"/>
                      </a:lnTo>
                      <a:lnTo>
                        <a:pt x="1394" y="342"/>
                      </a:lnTo>
                      <a:lnTo>
                        <a:pt x="1394" y="340"/>
                      </a:lnTo>
                      <a:lnTo>
                        <a:pt x="1394" y="338"/>
                      </a:lnTo>
                      <a:lnTo>
                        <a:pt x="1392" y="338"/>
                      </a:lnTo>
                      <a:lnTo>
                        <a:pt x="1394" y="338"/>
                      </a:lnTo>
                      <a:lnTo>
                        <a:pt x="1392" y="338"/>
                      </a:lnTo>
                      <a:lnTo>
                        <a:pt x="1392" y="336"/>
                      </a:lnTo>
                      <a:lnTo>
                        <a:pt x="1392" y="338"/>
                      </a:lnTo>
                      <a:lnTo>
                        <a:pt x="1390" y="338"/>
                      </a:lnTo>
                      <a:lnTo>
                        <a:pt x="1392" y="338"/>
                      </a:lnTo>
                      <a:lnTo>
                        <a:pt x="1390" y="338"/>
                      </a:lnTo>
                      <a:lnTo>
                        <a:pt x="1390" y="340"/>
                      </a:lnTo>
                      <a:lnTo>
                        <a:pt x="1389" y="340"/>
                      </a:lnTo>
                      <a:lnTo>
                        <a:pt x="1390" y="340"/>
                      </a:lnTo>
                      <a:lnTo>
                        <a:pt x="1389" y="340"/>
                      </a:lnTo>
                      <a:lnTo>
                        <a:pt x="1389" y="338"/>
                      </a:lnTo>
                      <a:lnTo>
                        <a:pt x="1389" y="340"/>
                      </a:lnTo>
                      <a:lnTo>
                        <a:pt x="1387" y="340"/>
                      </a:lnTo>
                      <a:lnTo>
                        <a:pt x="1389" y="340"/>
                      </a:lnTo>
                      <a:lnTo>
                        <a:pt x="1387" y="340"/>
                      </a:lnTo>
                      <a:lnTo>
                        <a:pt x="1389" y="340"/>
                      </a:lnTo>
                      <a:lnTo>
                        <a:pt x="1389" y="342"/>
                      </a:lnTo>
                      <a:lnTo>
                        <a:pt x="1389" y="340"/>
                      </a:lnTo>
                      <a:lnTo>
                        <a:pt x="1387" y="340"/>
                      </a:lnTo>
                      <a:lnTo>
                        <a:pt x="1387" y="342"/>
                      </a:lnTo>
                      <a:lnTo>
                        <a:pt x="1387" y="340"/>
                      </a:lnTo>
                      <a:lnTo>
                        <a:pt x="1387" y="342"/>
                      </a:lnTo>
                      <a:lnTo>
                        <a:pt x="1385" y="342"/>
                      </a:lnTo>
                      <a:lnTo>
                        <a:pt x="1385" y="340"/>
                      </a:lnTo>
                      <a:lnTo>
                        <a:pt x="1385" y="338"/>
                      </a:lnTo>
                      <a:lnTo>
                        <a:pt x="1385" y="336"/>
                      </a:lnTo>
                      <a:lnTo>
                        <a:pt x="1385" y="338"/>
                      </a:lnTo>
                      <a:lnTo>
                        <a:pt x="1385" y="336"/>
                      </a:lnTo>
                      <a:lnTo>
                        <a:pt x="1385" y="335"/>
                      </a:lnTo>
                      <a:lnTo>
                        <a:pt x="1383" y="335"/>
                      </a:lnTo>
                      <a:lnTo>
                        <a:pt x="1381" y="335"/>
                      </a:lnTo>
                      <a:lnTo>
                        <a:pt x="1381" y="333"/>
                      </a:lnTo>
                      <a:lnTo>
                        <a:pt x="1381" y="331"/>
                      </a:lnTo>
                      <a:lnTo>
                        <a:pt x="1380" y="331"/>
                      </a:lnTo>
                      <a:lnTo>
                        <a:pt x="1380" y="333"/>
                      </a:lnTo>
                      <a:lnTo>
                        <a:pt x="1380" y="331"/>
                      </a:lnTo>
                      <a:lnTo>
                        <a:pt x="1380" y="333"/>
                      </a:lnTo>
                      <a:lnTo>
                        <a:pt x="1380" y="335"/>
                      </a:lnTo>
                      <a:lnTo>
                        <a:pt x="1381" y="335"/>
                      </a:lnTo>
                      <a:lnTo>
                        <a:pt x="1381" y="336"/>
                      </a:lnTo>
                      <a:lnTo>
                        <a:pt x="1380" y="336"/>
                      </a:lnTo>
                      <a:lnTo>
                        <a:pt x="1380" y="335"/>
                      </a:lnTo>
                      <a:lnTo>
                        <a:pt x="1378" y="335"/>
                      </a:lnTo>
                      <a:lnTo>
                        <a:pt x="1378" y="333"/>
                      </a:lnTo>
                      <a:lnTo>
                        <a:pt x="1378" y="335"/>
                      </a:lnTo>
                      <a:lnTo>
                        <a:pt x="1376" y="335"/>
                      </a:lnTo>
                      <a:lnTo>
                        <a:pt x="1376" y="333"/>
                      </a:lnTo>
                      <a:lnTo>
                        <a:pt x="1378" y="333"/>
                      </a:lnTo>
                      <a:lnTo>
                        <a:pt x="1378" y="331"/>
                      </a:lnTo>
                      <a:lnTo>
                        <a:pt x="1376" y="331"/>
                      </a:lnTo>
                      <a:lnTo>
                        <a:pt x="1376" y="329"/>
                      </a:lnTo>
                      <a:lnTo>
                        <a:pt x="1374" y="329"/>
                      </a:lnTo>
                      <a:lnTo>
                        <a:pt x="1374" y="327"/>
                      </a:lnTo>
                      <a:lnTo>
                        <a:pt x="1376" y="327"/>
                      </a:lnTo>
                      <a:lnTo>
                        <a:pt x="1376" y="325"/>
                      </a:lnTo>
                      <a:lnTo>
                        <a:pt x="1378" y="325"/>
                      </a:lnTo>
                      <a:lnTo>
                        <a:pt x="1376" y="325"/>
                      </a:lnTo>
                      <a:lnTo>
                        <a:pt x="1378" y="325"/>
                      </a:lnTo>
                      <a:lnTo>
                        <a:pt x="1376" y="325"/>
                      </a:lnTo>
                      <a:lnTo>
                        <a:pt x="1378" y="325"/>
                      </a:lnTo>
                      <a:lnTo>
                        <a:pt x="1376" y="325"/>
                      </a:lnTo>
                      <a:lnTo>
                        <a:pt x="1378" y="325"/>
                      </a:lnTo>
                      <a:lnTo>
                        <a:pt x="1376" y="324"/>
                      </a:lnTo>
                      <a:lnTo>
                        <a:pt x="1376" y="322"/>
                      </a:lnTo>
                      <a:lnTo>
                        <a:pt x="1376" y="320"/>
                      </a:lnTo>
                      <a:lnTo>
                        <a:pt x="1376" y="318"/>
                      </a:lnTo>
                      <a:lnTo>
                        <a:pt x="1378" y="318"/>
                      </a:lnTo>
                      <a:lnTo>
                        <a:pt x="1378" y="316"/>
                      </a:lnTo>
                      <a:lnTo>
                        <a:pt x="1376" y="316"/>
                      </a:lnTo>
                      <a:lnTo>
                        <a:pt x="1378" y="316"/>
                      </a:lnTo>
                      <a:lnTo>
                        <a:pt x="1380" y="316"/>
                      </a:lnTo>
                      <a:lnTo>
                        <a:pt x="1380" y="318"/>
                      </a:lnTo>
                      <a:lnTo>
                        <a:pt x="1380" y="316"/>
                      </a:lnTo>
                      <a:lnTo>
                        <a:pt x="1380" y="314"/>
                      </a:lnTo>
                      <a:lnTo>
                        <a:pt x="1381" y="314"/>
                      </a:lnTo>
                      <a:lnTo>
                        <a:pt x="1381" y="313"/>
                      </a:lnTo>
                      <a:lnTo>
                        <a:pt x="1381" y="311"/>
                      </a:lnTo>
                      <a:lnTo>
                        <a:pt x="1383" y="313"/>
                      </a:lnTo>
                      <a:lnTo>
                        <a:pt x="1383" y="314"/>
                      </a:lnTo>
                      <a:lnTo>
                        <a:pt x="1385" y="314"/>
                      </a:lnTo>
                      <a:lnTo>
                        <a:pt x="1383" y="314"/>
                      </a:lnTo>
                      <a:lnTo>
                        <a:pt x="1385" y="313"/>
                      </a:lnTo>
                      <a:lnTo>
                        <a:pt x="1383" y="313"/>
                      </a:lnTo>
                      <a:lnTo>
                        <a:pt x="1385" y="313"/>
                      </a:lnTo>
                      <a:lnTo>
                        <a:pt x="1383" y="313"/>
                      </a:lnTo>
                      <a:lnTo>
                        <a:pt x="1383" y="311"/>
                      </a:lnTo>
                      <a:lnTo>
                        <a:pt x="1381" y="309"/>
                      </a:lnTo>
                      <a:lnTo>
                        <a:pt x="1383" y="309"/>
                      </a:lnTo>
                      <a:lnTo>
                        <a:pt x="1383" y="307"/>
                      </a:lnTo>
                      <a:lnTo>
                        <a:pt x="1383" y="309"/>
                      </a:lnTo>
                      <a:lnTo>
                        <a:pt x="1381" y="309"/>
                      </a:lnTo>
                      <a:lnTo>
                        <a:pt x="1381" y="307"/>
                      </a:lnTo>
                      <a:lnTo>
                        <a:pt x="1380" y="307"/>
                      </a:lnTo>
                      <a:lnTo>
                        <a:pt x="1381" y="307"/>
                      </a:lnTo>
                      <a:lnTo>
                        <a:pt x="1381" y="309"/>
                      </a:lnTo>
                      <a:lnTo>
                        <a:pt x="1381" y="311"/>
                      </a:lnTo>
                      <a:lnTo>
                        <a:pt x="1380" y="311"/>
                      </a:lnTo>
                      <a:lnTo>
                        <a:pt x="1378" y="311"/>
                      </a:lnTo>
                      <a:lnTo>
                        <a:pt x="1378" y="313"/>
                      </a:lnTo>
                      <a:lnTo>
                        <a:pt x="1376" y="313"/>
                      </a:lnTo>
                      <a:lnTo>
                        <a:pt x="1376" y="314"/>
                      </a:lnTo>
                      <a:lnTo>
                        <a:pt x="1376" y="316"/>
                      </a:lnTo>
                      <a:lnTo>
                        <a:pt x="1376" y="318"/>
                      </a:lnTo>
                      <a:lnTo>
                        <a:pt x="1376" y="320"/>
                      </a:lnTo>
                      <a:lnTo>
                        <a:pt x="1376" y="322"/>
                      </a:lnTo>
                      <a:lnTo>
                        <a:pt x="1376" y="324"/>
                      </a:lnTo>
                      <a:lnTo>
                        <a:pt x="1376" y="325"/>
                      </a:lnTo>
                      <a:lnTo>
                        <a:pt x="1374" y="325"/>
                      </a:lnTo>
                      <a:lnTo>
                        <a:pt x="1372" y="325"/>
                      </a:lnTo>
                      <a:lnTo>
                        <a:pt x="1370" y="325"/>
                      </a:lnTo>
                      <a:lnTo>
                        <a:pt x="1370" y="324"/>
                      </a:lnTo>
                      <a:lnTo>
                        <a:pt x="1370" y="322"/>
                      </a:lnTo>
                      <a:lnTo>
                        <a:pt x="1369" y="322"/>
                      </a:lnTo>
                      <a:lnTo>
                        <a:pt x="1370" y="322"/>
                      </a:lnTo>
                      <a:lnTo>
                        <a:pt x="1369" y="322"/>
                      </a:lnTo>
                      <a:lnTo>
                        <a:pt x="1370" y="322"/>
                      </a:lnTo>
                      <a:lnTo>
                        <a:pt x="1370" y="324"/>
                      </a:lnTo>
                      <a:lnTo>
                        <a:pt x="1370" y="325"/>
                      </a:lnTo>
                      <a:lnTo>
                        <a:pt x="1370" y="327"/>
                      </a:lnTo>
                      <a:lnTo>
                        <a:pt x="1369" y="327"/>
                      </a:lnTo>
                      <a:lnTo>
                        <a:pt x="1369" y="325"/>
                      </a:lnTo>
                      <a:lnTo>
                        <a:pt x="1367" y="325"/>
                      </a:lnTo>
                      <a:lnTo>
                        <a:pt x="1367" y="324"/>
                      </a:lnTo>
                      <a:lnTo>
                        <a:pt x="1367" y="322"/>
                      </a:lnTo>
                      <a:lnTo>
                        <a:pt x="1367" y="324"/>
                      </a:lnTo>
                      <a:lnTo>
                        <a:pt x="1365" y="322"/>
                      </a:lnTo>
                      <a:lnTo>
                        <a:pt x="1365" y="324"/>
                      </a:lnTo>
                      <a:lnTo>
                        <a:pt x="1367" y="324"/>
                      </a:lnTo>
                      <a:lnTo>
                        <a:pt x="1367" y="325"/>
                      </a:lnTo>
                      <a:lnTo>
                        <a:pt x="1369" y="325"/>
                      </a:lnTo>
                      <a:lnTo>
                        <a:pt x="1367" y="325"/>
                      </a:lnTo>
                      <a:lnTo>
                        <a:pt x="1369" y="325"/>
                      </a:lnTo>
                      <a:lnTo>
                        <a:pt x="1369" y="327"/>
                      </a:lnTo>
                      <a:lnTo>
                        <a:pt x="1370" y="327"/>
                      </a:lnTo>
                      <a:lnTo>
                        <a:pt x="1372" y="327"/>
                      </a:lnTo>
                      <a:lnTo>
                        <a:pt x="1372" y="329"/>
                      </a:lnTo>
                      <a:lnTo>
                        <a:pt x="1374" y="329"/>
                      </a:lnTo>
                      <a:lnTo>
                        <a:pt x="1372" y="329"/>
                      </a:lnTo>
                      <a:lnTo>
                        <a:pt x="1372" y="331"/>
                      </a:lnTo>
                      <a:lnTo>
                        <a:pt x="1370" y="333"/>
                      </a:lnTo>
                      <a:lnTo>
                        <a:pt x="1369" y="333"/>
                      </a:lnTo>
                      <a:lnTo>
                        <a:pt x="1369" y="335"/>
                      </a:lnTo>
                      <a:lnTo>
                        <a:pt x="1367" y="335"/>
                      </a:lnTo>
                      <a:lnTo>
                        <a:pt x="1367" y="333"/>
                      </a:lnTo>
                      <a:lnTo>
                        <a:pt x="1367" y="331"/>
                      </a:lnTo>
                      <a:lnTo>
                        <a:pt x="1369" y="331"/>
                      </a:lnTo>
                      <a:lnTo>
                        <a:pt x="1369" y="329"/>
                      </a:lnTo>
                      <a:lnTo>
                        <a:pt x="1367" y="329"/>
                      </a:lnTo>
                      <a:lnTo>
                        <a:pt x="1369" y="329"/>
                      </a:lnTo>
                      <a:lnTo>
                        <a:pt x="1369" y="331"/>
                      </a:lnTo>
                      <a:lnTo>
                        <a:pt x="1367" y="329"/>
                      </a:lnTo>
                      <a:lnTo>
                        <a:pt x="1367" y="331"/>
                      </a:lnTo>
                      <a:lnTo>
                        <a:pt x="1369" y="331"/>
                      </a:lnTo>
                      <a:lnTo>
                        <a:pt x="1367" y="331"/>
                      </a:lnTo>
                      <a:lnTo>
                        <a:pt x="1367" y="333"/>
                      </a:lnTo>
                      <a:lnTo>
                        <a:pt x="1367" y="331"/>
                      </a:lnTo>
                      <a:lnTo>
                        <a:pt x="1365" y="331"/>
                      </a:lnTo>
                      <a:lnTo>
                        <a:pt x="1363" y="331"/>
                      </a:lnTo>
                      <a:lnTo>
                        <a:pt x="1361" y="331"/>
                      </a:lnTo>
                      <a:lnTo>
                        <a:pt x="1361" y="333"/>
                      </a:lnTo>
                      <a:lnTo>
                        <a:pt x="1361" y="331"/>
                      </a:lnTo>
                      <a:lnTo>
                        <a:pt x="1359" y="333"/>
                      </a:lnTo>
                      <a:lnTo>
                        <a:pt x="1361" y="331"/>
                      </a:lnTo>
                      <a:lnTo>
                        <a:pt x="1361" y="333"/>
                      </a:lnTo>
                      <a:lnTo>
                        <a:pt x="1361" y="331"/>
                      </a:lnTo>
                      <a:lnTo>
                        <a:pt x="1363" y="331"/>
                      </a:lnTo>
                      <a:lnTo>
                        <a:pt x="1365" y="331"/>
                      </a:lnTo>
                      <a:lnTo>
                        <a:pt x="1365" y="333"/>
                      </a:lnTo>
                      <a:lnTo>
                        <a:pt x="1367" y="331"/>
                      </a:lnTo>
                      <a:lnTo>
                        <a:pt x="1367" y="333"/>
                      </a:lnTo>
                      <a:lnTo>
                        <a:pt x="1367" y="335"/>
                      </a:lnTo>
                      <a:lnTo>
                        <a:pt x="1367" y="336"/>
                      </a:lnTo>
                      <a:lnTo>
                        <a:pt x="1367" y="338"/>
                      </a:lnTo>
                      <a:lnTo>
                        <a:pt x="1367" y="340"/>
                      </a:lnTo>
                      <a:lnTo>
                        <a:pt x="1369" y="340"/>
                      </a:lnTo>
                      <a:lnTo>
                        <a:pt x="1369" y="342"/>
                      </a:lnTo>
                      <a:lnTo>
                        <a:pt x="1367" y="342"/>
                      </a:lnTo>
                      <a:lnTo>
                        <a:pt x="1365" y="342"/>
                      </a:lnTo>
                      <a:lnTo>
                        <a:pt x="1365" y="344"/>
                      </a:lnTo>
                      <a:lnTo>
                        <a:pt x="1365" y="342"/>
                      </a:lnTo>
                      <a:lnTo>
                        <a:pt x="1363" y="342"/>
                      </a:lnTo>
                      <a:lnTo>
                        <a:pt x="1363" y="340"/>
                      </a:lnTo>
                      <a:lnTo>
                        <a:pt x="1361" y="340"/>
                      </a:lnTo>
                      <a:lnTo>
                        <a:pt x="1361" y="338"/>
                      </a:lnTo>
                      <a:lnTo>
                        <a:pt x="1361" y="336"/>
                      </a:lnTo>
                      <a:lnTo>
                        <a:pt x="1359" y="336"/>
                      </a:lnTo>
                      <a:lnTo>
                        <a:pt x="1359" y="338"/>
                      </a:lnTo>
                      <a:lnTo>
                        <a:pt x="1359" y="336"/>
                      </a:lnTo>
                      <a:lnTo>
                        <a:pt x="1361" y="338"/>
                      </a:lnTo>
                      <a:lnTo>
                        <a:pt x="1361" y="340"/>
                      </a:lnTo>
                      <a:lnTo>
                        <a:pt x="1361" y="342"/>
                      </a:lnTo>
                      <a:lnTo>
                        <a:pt x="1361" y="340"/>
                      </a:lnTo>
                      <a:lnTo>
                        <a:pt x="1361" y="342"/>
                      </a:lnTo>
                      <a:lnTo>
                        <a:pt x="1361" y="340"/>
                      </a:lnTo>
                      <a:lnTo>
                        <a:pt x="1361" y="342"/>
                      </a:lnTo>
                      <a:lnTo>
                        <a:pt x="1361" y="340"/>
                      </a:lnTo>
                      <a:lnTo>
                        <a:pt x="1361" y="342"/>
                      </a:lnTo>
                      <a:lnTo>
                        <a:pt x="1361" y="340"/>
                      </a:lnTo>
                      <a:lnTo>
                        <a:pt x="1363" y="340"/>
                      </a:lnTo>
                      <a:lnTo>
                        <a:pt x="1363" y="342"/>
                      </a:lnTo>
                      <a:lnTo>
                        <a:pt x="1365" y="344"/>
                      </a:lnTo>
                      <a:lnTo>
                        <a:pt x="1365" y="342"/>
                      </a:lnTo>
                      <a:lnTo>
                        <a:pt x="1367" y="342"/>
                      </a:lnTo>
                      <a:lnTo>
                        <a:pt x="1367" y="344"/>
                      </a:lnTo>
                      <a:lnTo>
                        <a:pt x="1365" y="344"/>
                      </a:lnTo>
                      <a:lnTo>
                        <a:pt x="1365" y="345"/>
                      </a:lnTo>
                      <a:lnTo>
                        <a:pt x="1363" y="345"/>
                      </a:lnTo>
                      <a:lnTo>
                        <a:pt x="1363" y="344"/>
                      </a:lnTo>
                      <a:lnTo>
                        <a:pt x="1363" y="345"/>
                      </a:lnTo>
                      <a:lnTo>
                        <a:pt x="1363" y="347"/>
                      </a:lnTo>
                      <a:lnTo>
                        <a:pt x="1361" y="347"/>
                      </a:lnTo>
                      <a:lnTo>
                        <a:pt x="1361" y="349"/>
                      </a:lnTo>
                      <a:lnTo>
                        <a:pt x="1359" y="349"/>
                      </a:lnTo>
                      <a:lnTo>
                        <a:pt x="1358" y="349"/>
                      </a:lnTo>
                      <a:lnTo>
                        <a:pt x="1356" y="349"/>
                      </a:lnTo>
                      <a:lnTo>
                        <a:pt x="1354" y="349"/>
                      </a:lnTo>
                      <a:lnTo>
                        <a:pt x="1352" y="349"/>
                      </a:lnTo>
                      <a:lnTo>
                        <a:pt x="1352" y="351"/>
                      </a:lnTo>
                      <a:lnTo>
                        <a:pt x="1352" y="349"/>
                      </a:lnTo>
                      <a:lnTo>
                        <a:pt x="1350" y="351"/>
                      </a:lnTo>
                      <a:lnTo>
                        <a:pt x="1350" y="349"/>
                      </a:lnTo>
                      <a:lnTo>
                        <a:pt x="1350" y="351"/>
                      </a:lnTo>
                      <a:lnTo>
                        <a:pt x="1350" y="349"/>
                      </a:lnTo>
                      <a:lnTo>
                        <a:pt x="1348" y="349"/>
                      </a:lnTo>
                      <a:lnTo>
                        <a:pt x="1348" y="347"/>
                      </a:lnTo>
                      <a:lnTo>
                        <a:pt x="1347" y="347"/>
                      </a:lnTo>
                      <a:lnTo>
                        <a:pt x="1347" y="345"/>
                      </a:lnTo>
                      <a:lnTo>
                        <a:pt x="1345" y="345"/>
                      </a:lnTo>
                      <a:lnTo>
                        <a:pt x="1345" y="344"/>
                      </a:lnTo>
                      <a:lnTo>
                        <a:pt x="1347" y="344"/>
                      </a:lnTo>
                      <a:lnTo>
                        <a:pt x="1347" y="345"/>
                      </a:lnTo>
                      <a:lnTo>
                        <a:pt x="1347" y="344"/>
                      </a:lnTo>
                      <a:lnTo>
                        <a:pt x="1345" y="344"/>
                      </a:lnTo>
                      <a:lnTo>
                        <a:pt x="1345" y="342"/>
                      </a:lnTo>
                      <a:lnTo>
                        <a:pt x="1345" y="340"/>
                      </a:lnTo>
                      <a:lnTo>
                        <a:pt x="1345" y="338"/>
                      </a:lnTo>
                      <a:lnTo>
                        <a:pt x="1343" y="338"/>
                      </a:lnTo>
                      <a:lnTo>
                        <a:pt x="1343" y="336"/>
                      </a:lnTo>
                      <a:lnTo>
                        <a:pt x="1343" y="335"/>
                      </a:lnTo>
                      <a:lnTo>
                        <a:pt x="1341" y="333"/>
                      </a:lnTo>
                      <a:lnTo>
                        <a:pt x="1343" y="333"/>
                      </a:lnTo>
                      <a:lnTo>
                        <a:pt x="1345" y="333"/>
                      </a:lnTo>
                      <a:lnTo>
                        <a:pt x="1347" y="333"/>
                      </a:lnTo>
                      <a:lnTo>
                        <a:pt x="1348" y="333"/>
                      </a:lnTo>
                      <a:lnTo>
                        <a:pt x="1348" y="331"/>
                      </a:lnTo>
                      <a:lnTo>
                        <a:pt x="1350" y="331"/>
                      </a:lnTo>
                      <a:lnTo>
                        <a:pt x="1348" y="331"/>
                      </a:lnTo>
                      <a:lnTo>
                        <a:pt x="1348" y="329"/>
                      </a:lnTo>
                      <a:lnTo>
                        <a:pt x="1348" y="327"/>
                      </a:lnTo>
                      <a:lnTo>
                        <a:pt x="1347" y="327"/>
                      </a:lnTo>
                      <a:lnTo>
                        <a:pt x="1345" y="327"/>
                      </a:lnTo>
                      <a:lnTo>
                        <a:pt x="1345" y="325"/>
                      </a:lnTo>
                      <a:lnTo>
                        <a:pt x="1345" y="324"/>
                      </a:lnTo>
                      <a:lnTo>
                        <a:pt x="1345" y="322"/>
                      </a:lnTo>
                      <a:lnTo>
                        <a:pt x="1347" y="322"/>
                      </a:lnTo>
                      <a:lnTo>
                        <a:pt x="1345" y="322"/>
                      </a:lnTo>
                      <a:lnTo>
                        <a:pt x="1347" y="322"/>
                      </a:lnTo>
                      <a:lnTo>
                        <a:pt x="1345" y="322"/>
                      </a:lnTo>
                      <a:lnTo>
                        <a:pt x="1345" y="320"/>
                      </a:lnTo>
                      <a:lnTo>
                        <a:pt x="1343" y="320"/>
                      </a:lnTo>
                      <a:lnTo>
                        <a:pt x="1343" y="322"/>
                      </a:lnTo>
                      <a:lnTo>
                        <a:pt x="1341" y="322"/>
                      </a:lnTo>
                      <a:lnTo>
                        <a:pt x="1341" y="324"/>
                      </a:lnTo>
                      <a:lnTo>
                        <a:pt x="1341" y="322"/>
                      </a:lnTo>
                      <a:lnTo>
                        <a:pt x="1339" y="322"/>
                      </a:lnTo>
                      <a:lnTo>
                        <a:pt x="1339" y="320"/>
                      </a:lnTo>
                      <a:lnTo>
                        <a:pt x="1338" y="320"/>
                      </a:lnTo>
                      <a:lnTo>
                        <a:pt x="1338" y="318"/>
                      </a:lnTo>
                      <a:lnTo>
                        <a:pt x="1339" y="318"/>
                      </a:lnTo>
                      <a:lnTo>
                        <a:pt x="1339" y="316"/>
                      </a:lnTo>
                      <a:lnTo>
                        <a:pt x="1338" y="316"/>
                      </a:lnTo>
                      <a:lnTo>
                        <a:pt x="1336" y="316"/>
                      </a:lnTo>
                      <a:lnTo>
                        <a:pt x="1338" y="316"/>
                      </a:lnTo>
                      <a:lnTo>
                        <a:pt x="1336" y="316"/>
                      </a:lnTo>
                      <a:lnTo>
                        <a:pt x="1336" y="314"/>
                      </a:lnTo>
                      <a:lnTo>
                        <a:pt x="1336" y="316"/>
                      </a:lnTo>
                      <a:lnTo>
                        <a:pt x="1336" y="314"/>
                      </a:lnTo>
                      <a:lnTo>
                        <a:pt x="1338" y="314"/>
                      </a:lnTo>
                      <a:lnTo>
                        <a:pt x="1336" y="314"/>
                      </a:lnTo>
                      <a:lnTo>
                        <a:pt x="1336" y="313"/>
                      </a:lnTo>
                      <a:lnTo>
                        <a:pt x="1334" y="313"/>
                      </a:lnTo>
                      <a:lnTo>
                        <a:pt x="1332" y="313"/>
                      </a:lnTo>
                      <a:lnTo>
                        <a:pt x="1332" y="311"/>
                      </a:lnTo>
                      <a:lnTo>
                        <a:pt x="1330" y="311"/>
                      </a:lnTo>
                      <a:lnTo>
                        <a:pt x="1330" y="309"/>
                      </a:lnTo>
                      <a:lnTo>
                        <a:pt x="1328" y="309"/>
                      </a:lnTo>
                      <a:lnTo>
                        <a:pt x="1327" y="309"/>
                      </a:lnTo>
                      <a:lnTo>
                        <a:pt x="1327" y="307"/>
                      </a:lnTo>
                      <a:lnTo>
                        <a:pt x="1327" y="309"/>
                      </a:lnTo>
                      <a:lnTo>
                        <a:pt x="1327" y="307"/>
                      </a:lnTo>
                      <a:lnTo>
                        <a:pt x="1325" y="307"/>
                      </a:lnTo>
                      <a:lnTo>
                        <a:pt x="1323" y="307"/>
                      </a:lnTo>
                      <a:lnTo>
                        <a:pt x="1321" y="307"/>
                      </a:lnTo>
                      <a:lnTo>
                        <a:pt x="1321" y="309"/>
                      </a:lnTo>
                      <a:lnTo>
                        <a:pt x="1321" y="307"/>
                      </a:lnTo>
                      <a:lnTo>
                        <a:pt x="1321" y="309"/>
                      </a:lnTo>
                      <a:lnTo>
                        <a:pt x="1321" y="307"/>
                      </a:lnTo>
                      <a:lnTo>
                        <a:pt x="1321" y="309"/>
                      </a:lnTo>
                      <a:lnTo>
                        <a:pt x="1319" y="309"/>
                      </a:lnTo>
                      <a:lnTo>
                        <a:pt x="1319" y="307"/>
                      </a:lnTo>
                      <a:lnTo>
                        <a:pt x="1319" y="309"/>
                      </a:lnTo>
                      <a:lnTo>
                        <a:pt x="1321" y="309"/>
                      </a:lnTo>
                      <a:lnTo>
                        <a:pt x="1319" y="309"/>
                      </a:lnTo>
                      <a:lnTo>
                        <a:pt x="1321" y="309"/>
                      </a:lnTo>
                      <a:lnTo>
                        <a:pt x="1319" y="309"/>
                      </a:lnTo>
                      <a:lnTo>
                        <a:pt x="1319" y="307"/>
                      </a:lnTo>
                      <a:lnTo>
                        <a:pt x="1317" y="307"/>
                      </a:lnTo>
                      <a:lnTo>
                        <a:pt x="1316" y="307"/>
                      </a:lnTo>
                      <a:lnTo>
                        <a:pt x="1316" y="305"/>
                      </a:lnTo>
                      <a:lnTo>
                        <a:pt x="1317" y="305"/>
                      </a:lnTo>
                      <a:lnTo>
                        <a:pt x="1316" y="305"/>
                      </a:lnTo>
                      <a:lnTo>
                        <a:pt x="1316" y="303"/>
                      </a:lnTo>
                      <a:lnTo>
                        <a:pt x="1316" y="305"/>
                      </a:lnTo>
                      <a:lnTo>
                        <a:pt x="1316" y="303"/>
                      </a:lnTo>
                      <a:lnTo>
                        <a:pt x="1317" y="303"/>
                      </a:lnTo>
                      <a:lnTo>
                        <a:pt x="1317" y="302"/>
                      </a:lnTo>
                      <a:lnTo>
                        <a:pt x="1317" y="303"/>
                      </a:lnTo>
                      <a:lnTo>
                        <a:pt x="1317" y="302"/>
                      </a:lnTo>
                      <a:lnTo>
                        <a:pt x="1317" y="303"/>
                      </a:lnTo>
                      <a:lnTo>
                        <a:pt x="1316" y="303"/>
                      </a:lnTo>
                      <a:lnTo>
                        <a:pt x="1316" y="302"/>
                      </a:lnTo>
                      <a:lnTo>
                        <a:pt x="1316" y="303"/>
                      </a:lnTo>
                      <a:lnTo>
                        <a:pt x="1314" y="302"/>
                      </a:lnTo>
                      <a:lnTo>
                        <a:pt x="1316" y="302"/>
                      </a:lnTo>
                      <a:lnTo>
                        <a:pt x="1317" y="302"/>
                      </a:lnTo>
                      <a:lnTo>
                        <a:pt x="1319" y="302"/>
                      </a:lnTo>
                      <a:lnTo>
                        <a:pt x="1319" y="300"/>
                      </a:lnTo>
                      <a:lnTo>
                        <a:pt x="1319" y="302"/>
                      </a:lnTo>
                      <a:lnTo>
                        <a:pt x="1319" y="300"/>
                      </a:lnTo>
                      <a:lnTo>
                        <a:pt x="1321" y="300"/>
                      </a:lnTo>
                      <a:lnTo>
                        <a:pt x="1323" y="300"/>
                      </a:lnTo>
                      <a:lnTo>
                        <a:pt x="1321" y="300"/>
                      </a:lnTo>
                      <a:lnTo>
                        <a:pt x="1319" y="300"/>
                      </a:lnTo>
                      <a:lnTo>
                        <a:pt x="1321" y="300"/>
                      </a:lnTo>
                      <a:lnTo>
                        <a:pt x="1321" y="298"/>
                      </a:lnTo>
                      <a:lnTo>
                        <a:pt x="1323" y="298"/>
                      </a:lnTo>
                      <a:lnTo>
                        <a:pt x="1325" y="298"/>
                      </a:lnTo>
                      <a:lnTo>
                        <a:pt x="1327" y="298"/>
                      </a:lnTo>
                      <a:lnTo>
                        <a:pt x="1328" y="298"/>
                      </a:lnTo>
                      <a:lnTo>
                        <a:pt x="1328" y="300"/>
                      </a:lnTo>
                      <a:lnTo>
                        <a:pt x="1328" y="298"/>
                      </a:lnTo>
                      <a:lnTo>
                        <a:pt x="1328" y="300"/>
                      </a:lnTo>
                      <a:lnTo>
                        <a:pt x="1330" y="300"/>
                      </a:lnTo>
                      <a:lnTo>
                        <a:pt x="1332" y="300"/>
                      </a:lnTo>
                      <a:lnTo>
                        <a:pt x="1332" y="298"/>
                      </a:lnTo>
                      <a:lnTo>
                        <a:pt x="1332" y="300"/>
                      </a:lnTo>
                      <a:lnTo>
                        <a:pt x="1330" y="300"/>
                      </a:lnTo>
                      <a:lnTo>
                        <a:pt x="1332" y="300"/>
                      </a:lnTo>
                      <a:lnTo>
                        <a:pt x="1330" y="300"/>
                      </a:lnTo>
                      <a:lnTo>
                        <a:pt x="1330" y="302"/>
                      </a:lnTo>
                      <a:lnTo>
                        <a:pt x="1332" y="300"/>
                      </a:lnTo>
                      <a:lnTo>
                        <a:pt x="1332" y="302"/>
                      </a:lnTo>
                      <a:lnTo>
                        <a:pt x="1332" y="300"/>
                      </a:lnTo>
                      <a:lnTo>
                        <a:pt x="1334" y="300"/>
                      </a:lnTo>
                      <a:lnTo>
                        <a:pt x="1332" y="300"/>
                      </a:lnTo>
                      <a:lnTo>
                        <a:pt x="1334" y="300"/>
                      </a:lnTo>
                      <a:lnTo>
                        <a:pt x="1336" y="300"/>
                      </a:lnTo>
                      <a:lnTo>
                        <a:pt x="1338" y="300"/>
                      </a:lnTo>
                      <a:lnTo>
                        <a:pt x="1339" y="300"/>
                      </a:lnTo>
                      <a:lnTo>
                        <a:pt x="1339" y="302"/>
                      </a:lnTo>
                      <a:lnTo>
                        <a:pt x="1341" y="302"/>
                      </a:lnTo>
                      <a:lnTo>
                        <a:pt x="1341" y="303"/>
                      </a:lnTo>
                      <a:lnTo>
                        <a:pt x="1343" y="303"/>
                      </a:lnTo>
                      <a:lnTo>
                        <a:pt x="1345" y="303"/>
                      </a:lnTo>
                      <a:lnTo>
                        <a:pt x="1345" y="302"/>
                      </a:lnTo>
                      <a:lnTo>
                        <a:pt x="1347" y="302"/>
                      </a:lnTo>
                      <a:lnTo>
                        <a:pt x="1347" y="300"/>
                      </a:lnTo>
                      <a:lnTo>
                        <a:pt x="1348" y="300"/>
                      </a:lnTo>
                      <a:lnTo>
                        <a:pt x="1348" y="298"/>
                      </a:lnTo>
                      <a:lnTo>
                        <a:pt x="1350" y="298"/>
                      </a:lnTo>
                      <a:lnTo>
                        <a:pt x="1350" y="296"/>
                      </a:lnTo>
                      <a:lnTo>
                        <a:pt x="1352" y="296"/>
                      </a:lnTo>
                      <a:lnTo>
                        <a:pt x="1352" y="294"/>
                      </a:lnTo>
                      <a:lnTo>
                        <a:pt x="1352" y="292"/>
                      </a:lnTo>
                      <a:lnTo>
                        <a:pt x="1354" y="292"/>
                      </a:lnTo>
                      <a:lnTo>
                        <a:pt x="1354" y="291"/>
                      </a:lnTo>
                      <a:lnTo>
                        <a:pt x="1356" y="291"/>
                      </a:lnTo>
                      <a:lnTo>
                        <a:pt x="1358" y="291"/>
                      </a:lnTo>
                      <a:lnTo>
                        <a:pt x="1359" y="291"/>
                      </a:lnTo>
                      <a:lnTo>
                        <a:pt x="1359" y="289"/>
                      </a:lnTo>
                      <a:lnTo>
                        <a:pt x="1361" y="289"/>
                      </a:lnTo>
                      <a:lnTo>
                        <a:pt x="1361" y="291"/>
                      </a:lnTo>
                      <a:lnTo>
                        <a:pt x="1363" y="291"/>
                      </a:lnTo>
                      <a:lnTo>
                        <a:pt x="1363" y="292"/>
                      </a:lnTo>
                      <a:lnTo>
                        <a:pt x="1361" y="292"/>
                      </a:lnTo>
                      <a:lnTo>
                        <a:pt x="1363" y="292"/>
                      </a:lnTo>
                      <a:lnTo>
                        <a:pt x="1361" y="292"/>
                      </a:lnTo>
                      <a:lnTo>
                        <a:pt x="1361" y="294"/>
                      </a:lnTo>
                      <a:lnTo>
                        <a:pt x="1361" y="292"/>
                      </a:lnTo>
                      <a:lnTo>
                        <a:pt x="1361" y="294"/>
                      </a:lnTo>
                      <a:lnTo>
                        <a:pt x="1359" y="294"/>
                      </a:lnTo>
                      <a:lnTo>
                        <a:pt x="1361" y="294"/>
                      </a:lnTo>
                      <a:lnTo>
                        <a:pt x="1363" y="294"/>
                      </a:lnTo>
                      <a:lnTo>
                        <a:pt x="1363" y="292"/>
                      </a:lnTo>
                      <a:lnTo>
                        <a:pt x="1363" y="294"/>
                      </a:lnTo>
                      <a:lnTo>
                        <a:pt x="1363" y="292"/>
                      </a:lnTo>
                      <a:lnTo>
                        <a:pt x="1363" y="291"/>
                      </a:lnTo>
                      <a:lnTo>
                        <a:pt x="1363" y="292"/>
                      </a:lnTo>
                      <a:lnTo>
                        <a:pt x="1365" y="292"/>
                      </a:lnTo>
                      <a:lnTo>
                        <a:pt x="1363" y="292"/>
                      </a:lnTo>
                      <a:lnTo>
                        <a:pt x="1363" y="294"/>
                      </a:lnTo>
                      <a:lnTo>
                        <a:pt x="1365" y="294"/>
                      </a:lnTo>
                      <a:lnTo>
                        <a:pt x="1363" y="294"/>
                      </a:lnTo>
                      <a:lnTo>
                        <a:pt x="1363" y="292"/>
                      </a:lnTo>
                      <a:lnTo>
                        <a:pt x="1365" y="292"/>
                      </a:lnTo>
                      <a:lnTo>
                        <a:pt x="1365" y="294"/>
                      </a:lnTo>
                      <a:lnTo>
                        <a:pt x="1365" y="296"/>
                      </a:lnTo>
                      <a:lnTo>
                        <a:pt x="1365" y="298"/>
                      </a:lnTo>
                      <a:lnTo>
                        <a:pt x="1365" y="296"/>
                      </a:lnTo>
                      <a:lnTo>
                        <a:pt x="1365" y="298"/>
                      </a:lnTo>
                      <a:lnTo>
                        <a:pt x="1365" y="300"/>
                      </a:lnTo>
                      <a:lnTo>
                        <a:pt x="1365" y="298"/>
                      </a:lnTo>
                      <a:lnTo>
                        <a:pt x="1363" y="298"/>
                      </a:lnTo>
                      <a:lnTo>
                        <a:pt x="1361" y="298"/>
                      </a:lnTo>
                      <a:lnTo>
                        <a:pt x="1363" y="298"/>
                      </a:lnTo>
                      <a:lnTo>
                        <a:pt x="1361" y="298"/>
                      </a:lnTo>
                      <a:lnTo>
                        <a:pt x="1363" y="298"/>
                      </a:lnTo>
                      <a:lnTo>
                        <a:pt x="1363" y="300"/>
                      </a:lnTo>
                      <a:lnTo>
                        <a:pt x="1361" y="298"/>
                      </a:lnTo>
                      <a:lnTo>
                        <a:pt x="1363" y="300"/>
                      </a:lnTo>
                      <a:lnTo>
                        <a:pt x="1361" y="300"/>
                      </a:lnTo>
                      <a:lnTo>
                        <a:pt x="1361" y="298"/>
                      </a:lnTo>
                      <a:lnTo>
                        <a:pt x="1361" y="300"/>
                      </a:lnTo>
                      <a:lnTo>
                        <a:pt x="1363" y="300"/>
                      </a:lnTo>
                      <a:lnTo>
                        <a:pt x="1363" y="298"/>
                      </a:lnTo>
                      <a:lnTo>
                        <a:pt x="1363" y="300"/>
                      </a:lnTo>
                      <a:lnTo>
                        <a:pt x="1363" y="298"/>
                      </a:lnTo>
                      <a:lnTo>
                        <a:pt x="1363" y="300"/>
                      </a:lnTo>
                      <a:lnTo>
                        <a:pt x="1365" y="300"/>
                      </a:lnTo>
                      <a:lnTo>
                        <a:pt x="1365" y="298"/>
                      </a:lnTo>
                      <a:lnTo>
                        <a:pt x="1367" y="298"/>
                      </a:lnTo>
                      <a:lnTo>
                        <a:pt x="1367" y="300"/>
                      </a:lnTo>
                      <a:lnTo>
                        <a:pt x="1365" y="300"/>
                      </a:lnTo>
                      <a:lnTo>
                        <a:pt x="1367" y="300"/>
                      </a:lnTo>
                      <a:lnTo>
                        <a:pt x="1365" y="302"/>
                      </a:lnTo>
                      <a:lnTo>
                        <a:pt x="1367" y="302"/>
                      </a:lnTo>
                      <a:lnTo>
                        <a:pt x="1365" y="302"/>
                      </a:lnTo>
                      <a:lnTo>
                        <a:pt x="1367" y="300"/>
                      </a:lnTo>
                      <a:lnTo>
                        <a:pt x="1365" y="300"/>
                      </a:lnTo>
                      <a:lnTo>
                        <a:pt x="1367" y="300"/>
                      </a:lnTo>
                      <a:lnTo>
                        <a:pt x="1367" y="298"/>
                      </a:lnTo>
                      <a:lnTo>
                        <a:pt x="1367" y="296"/>
                      </a:lnTo>
                      <a:lnTo>
                        <a:pt x="1367" y="294"/>
                      </a:lnTo>
                      <a:lnTo>
                        <a:pt x="1367" y="292"/>
                      </a:lnTo>
                      <a:lnTo>
                        <a:pt x="1369" y="292"/>
                      </a:lnTo>
                      <a:lnTo>
                        <a:pt x="1369" y="294"/>
                      </a:lnTo>
                      <a:lnTo>
                        <a:pt x="1369" y="296"/>
                      </a:lnTo>
                      <a:lnTo>
                        <a:pt x="1369" y="298"/>
                      </a:lnTo>
                      <a:lnTo>
                        <a:pt x="1367" y="298"/>
                      </a:lnTo>
                      <a:lnTo>
                        <a:pt x="1367" y="300"/>
                      </a:lnTo>
                      <a:lnTo>
                        <a:pt x="1369" y="300"/>
                      </a:lnTo>
                      <a:lnTo>
                        <a:pt x="1369" y="302"/>
                      </a:lnTo>
                      <a:lnTo>
                        <a:pt x="1369" y="300"/>
                      </a:lnTo>
                      <a:lnTo>
                        <a:pt x="1367" y="300"/>
                      </a:lnTo>
                      <a:lnTo>
                        <a:pt x="1367" y="298"/>
                      </a:lnTo>
                      <a:lnTo>
                        <a:pt x="1369" y="298"/>
                      </a:lnTo>
                      <a:lnTo>
                        <a:pt x="1369" y="300"/>
                      </a:lnTo>
                      <a:lnTo>
                        <a:pt x="1369" y="298"/>
                      </a:lnTo>
                      <a:lnTo>
                        <a:pt x="1370" y="298"/>
                      </a:lnTo>
                      <a:lnTo>
                        <a:pt x="1370" y="300"/>
                      </a:lnTo>
                      <a:lnTo>
                        <a:pt x="1370" y="298"/>
                      </a:lnTo>
                      <a:lnTo>
                        <a:pt x="1370" y="300"/>
                      </a:lnTo>
                      <a:lnTo>
                        <a:pt x="1370" y="298"/>
                      </a:lnTo>
                      <a:lnTo>
                        <a:pt x="1372" y="298"/>
                      </a:lnTo>
                      <a:lnTo>
                        <a:pt x="1370" y="298"/>
                      </a:lnTo>
                      <a:lnTo>
                        <a:pt x="1370" y="296"/>
                      </a:lnTo>
                      <a:lnTo>
                        <a:pt x="1372" y="296"/>
                      </a:lnTo>
                      <a:lnTo>
                        <a:pt x="1372" y="298"/>
                      </a:lnTo>
                      <a:lnTo>
                        <a:pt x="1374" y="298"/>
                      </a:lnTo>
                      <a:lnTo>
                        <a:pt x="1374" y="296"/>
                      </a:lnTo>
                      <a:lnTo>
                        <a:pt x="1372" y="298"/>
                      </a:lnTo>
                      <a:lnTo>
                        <a:pt x="1372" y="296"/>
                      </a:lnTo>
                      <a:lnTo>
                        <a:pt x="1374" y="296"/>
                      </a:lnTo>
                      <a:lnTo>
                        <a:pt x="1372" y="296"/>
                      </a:lnTo>
                      <a:lnTo>
                        <a:pt x="1374" y="296"/>
                      </a:lnTo>
                      <a:lnTo>
                        <a:pt x="1372" y="296"/>
                      </a:lnTo>
                      <a:lnTo>
                        <a:pt x="1372" y="294"/>
                      </a:lnTo>
                      <a:lnTo>
                        <a:pt x="1374" y="294"/>
                      </a:lnTo>
                      <a:lnTo>
                        <a:pt x="1374" y="296"/>
                      </a:lnTo>
                      <a:lnTo>
                        <a:pt x="1374" y="294"/>
                      </a:lnTo>
                      <a:lnTo>
                        <a:pt x="1376" y="294"/>
                      </a:lnTo>
                      <a:lnTo>
                        <a:pt x="1376" y="296"/>
                      </a:lnTo>
                      <a:lnTo>
                        <a:pt x="1374" y="296"/>
                      </a:lnTo>
                      <a:lnTo>
                        <a:pt x="1376" y="296"/>
                      </a:lnTo>
                      <a:lnTo>
                        <a:pt x="1374" y="296"/>
                      </a:lnTo>
                      <a:lnTo>
                        <a:pt x="1376" y="296"/>
                      </a:lnTo>
                      <a:lnTo>
                        <a:pt x="1376" y="294"/>
                      </a:lnTo>
                      <a:lnTo>
                        <a:pt x="1376" y="296"/>
                      </a:lnTo>
                      <a:lnTo>
                        <a:pt x="1376" y="298"/>
                      </a:lnTo>
                      <a:lnTo>
                        <a:pt x="1376" y="300"/>
                      </a:lnTo>
                      <a:lnTo>
                        <a:pt x="1374" y="298"/>
                      </a:lnTo>
                      <a:lnTo>
                        <a:pt x="1376" y="300"/>
                      </a:lnTo>
                      <a:lnTo>
                        <a:pt x="1376" y="302"/>
                      </a:lnTo>
                      <a:lnTo>
                        <a:pt x="1374" y="302"/>
                      </a:lnTo>
                      <a:lnTo>
                        <a:pt x="1374" y="300"/>
                      </a:lnTo>
                      <a:lnTo>
                        <a:pt x="1374" y="302"/>
                      </a:lnTo>
                      <a:lnTo>
                        <a:pt x="1374" y="300"/>
                      </a:lnTo>
                      <a:lnTo>
                        <a:pt x="1374" y="302"/>
                      </a:lnTo>
                      <a:lnTo>
                        <a:pt x="1374" y="300"/>
                      </a:lnTo>
                      <a:lnTo>
                        <a:pt x="1374" y="302"/>
                      </a:lnTo>
                      <a:lnTo>
                        <a:pt x="1376" y="302"/>
                      </a:lnTo>
                      <a:lnTo>
                        <a:pt x="1374" y="302"/>
                      </a:lnTo>
                      <a:lnTo>
                        <a:pt x="1374" y="303"/>
                      </a:lnTo>
                      <a:lnTo>
                        <a:pt x="1374" y="302"/>
                      </a:lnTo>
                      <a:lnTo>
                        <a:pt x="1374" y="303"/>
                      </a:lnTo>
                      <a:lnTo>
                        <a:pt x="1374" y="305"/>
                      </a:lnTo>
                      <a:lnTo>
                        <a:pt x="1376" y="305"/>
                      </a:lnTo>
                      <a:lnTo>
                        <a:pt x="1374" y="305"/>
                      </a:lnTo>
                      <a:lnTo>
                        <a:pt x="1374" y="303"/>
                      </a:lnTo>
                      <a:lnTo>
                        <a:pt x="1376" y="303"/>
                      </a:lnTo>
                      <a:lnTo>
                        <a:pt x="1374" y="303"/>
                      </a:lnTo>
                      <a:lnTo>
                        <a:pt x="1374" y="302"/>
                      </a:lnTo>
                      <a:lnTo>
                        <a:pt x="1376" y="302"/>
                      </a:lnTo>
                      <a:lnTo>
                        <a:pt x="1378" y="302"/>
                      </a:lnTo>
                      <a:lnTo>
                        <a:pt x="1378" y="303"/>
                      </a:lnTo>
                      <a:lnTo>
                        <a:pt x="1378" y="302"/>
                      </a:lnTo>
                      <a:lnTo>
                        <a:pt x="1376" y="302"/>
                      </a:lnTo>
                      <a:lnTo>
                        <a:pt x="1378" y="302"/>
                      </a:lnTo>
                      <a:lnTo>
                        <a:pt x="1376" y="302"/>
                      </a:lnTo>
                      <a:lnTo>
                        <a:pt x="1376" y="300"/>
                      </a:lnTo>
                      <a:lnTo>
                        <a:pt x="1376" y="302"/>
                      </a:lnTo>
                      <a:lnTo>
                        <a:pt x="1376" y="300"/>
                      </a:lnTo>
                      <a:lnTo>
                        <a:pt x="1378" y="300"/>
                      </a:lnTo>
                      <a:lnTo>
                        <a:pt x="1376" y="300"/>
                      </a:lnTo>
                      <a:lnTo>
                        <a:pt x="1376" y="298"/>
                      </a:lnTo>
                      <a:lnTo>
                        <a:pt x="1376" y="296"/>
                      </a:lnTo>
                      <a:lnTo>
                        <a:pt x="1378" y="296"/>
                      </a:lnTo>
                      <a:lnTo>
                        <a:pt x="1378" y="298"/>
                      </a:lnTo>
                      <a:lnTo>
                        <a:pt x="1378" y="296"/>
                      </a:lnTo>
                      <a:lnTo>
                        <a:pt x="1380" y="296"/>
                      </a:lnTo>
                      <a:lnTo>
                        <a:pt x="1380" y="298"/>
                      </a:lnTo>
                      <a:lnTo>
                        <a:pt x="1378" y="298"/>
                      </a:lnTo>
                      <a:lnTo>
                        <a:pt x="1380" y="298"/>
                      </a:lnTo>
                      <a:lnTo>
                        <a:pt x="1378" y="298"/>
                      </a:lnTo>
                      <a:lnTo>
                        <a:pt x="1378" y="300"/>
                      </a:lnTo>
                      <a:lnTo>
                        <a:pt x="1378" y="298"/>
                      </a:lnTo>
                      <a:lnTo>
                        <a:pt x="1380" y="298"/>
                      </a:lnTo>
                      <a:lnTo>
                        <a:pt x="1380" y="300"/>
                      </a:lnTo>
                      <a:lnTo>
                        <a:pt x="1380" y="302"/>
                      </a:lnTo>
                      <a:lnTo>
                        <a:pt x="1380" y="300"/>
                      </a:lnTo>
                      <a:lnTo>
                        <a:pt x="1380" y="298"/>
                      </a:lnTo>
                      <a:lnTo>
                        <a:pt x="1381" y="298"/>
                      </a:lnTo>
                      <a:lnTo>
                        <a:pt x="1381" y="300"/>
                      </a:lnTo>
                      <a:lnTo>
                        <a:pt x="1381" y="302"/>
                      </a:lnTo>
                      <a:lnTo>
                        <a:pt x="1381" y="300"/>
                      </a:lnTo>
                      <a:lnTo>
                        <a:pt x="1381" y="298"/>
                      </a:lnTo>
                      <a:lnTo>
                        <a:pt x="1383" y="300"/>
                      </a:lnTo>
                      <a:lnTo>
                        <a:pt x="1381" y="300"/>
                      </a:lnTo>
                      <a:lnTo>
                        <a:pt x="1383" y="300"/>
                      </a:lnTo>
                      <a:lnTo>
                        <a:pt x="1385" y="300"/>
                      </a:lnTo>
                      <a:lnTo>
                        <a:pt x="1383" y="300"/>
                      </a:lnTo>
                      <a:lnTo>
                        <a:pt x="1381" y="300"/>
                      </a:lnTo>
                      <a:lnTo>
                        <a:pt x="1383" y="300"/>
                      </a:lnTo>
                      <a:lnTo>
                        <a:pt x="1383" y="298"/>
                      </a:lnTo>
                      <a:lnTo>
                        <a:pt x="1383" y="300"/>
                      </a:lnTo>
                      <a:lnTo>
                        <a:pt x="1383" y="298"/>
                      </a:lnTo>
                      <a:lnTo>
                        <a:pt x="1381" y="298"/>
                      </a:lnTo>
                      <a:lnTo>
                        <a:pt x="1383" y="298"/>
                      </a:lnTo>
                      <a:lnTo>
                        <a:pt x="1383" y="296"/>
                      </a:lnTo>
                      <a:lnTo>
                        <a:pt x="1383" y="298"/>
                      </a:lnTo>
                      <a:lnTo>
                        <a:pt x="1381" y="298"/>
                      </a:lnTo>
                      <a:lnTo>
                        <a:pt x="1380" y="298"/>
                      </a:lnTo>
                      <a:lnTo>
                        <a:pt x="1381" y="298"/>
                      </a:lnTo>
                      <a:lnTo>
                        <a:pt x="1381" y="296"/>
                      </a:lnTo>
                      <a:lnTo>
                        <a:pt x="1381" y="294"/>
                      </a:lnTo>
                      <a:lnTo>
                        <a:pt x="1380" y="292"/>
                      </a:lnTo>
                      <a:lnTo>
                        <a:pt x="1381" y="292"/>
                      </a:lnTo>
                      <a:lnTo>
                        <a:pt x="1383" y="292"/>
                      </a:lnTo>
                      <a:lnTo>
                        <a:pt x="1381" y="292"/>
                      </a:lnTo>
                      <a:lnTo>
                        <a:pt x="1380" y="292"/>
                      </a:lnTo>
                      <a:lnTo>
                        <a:pt x="1381" y="291"/>
                      </a:lnTo>
                      <a:lnTo>
                        <a:pt x="1383" y="291"/>
                      </a:lnTo>
                      <a:lnTo>
                        <a:pt x="1383" y="292"/>
                      </a:lnTo>
                      <a:lnTo>
                        <a:pt x="1383" y="291"/>
                      </a:lnTo>
                      <a:lnTo>
                        <a:pt x="1383" y="292"/>
                      </a:lnTo>
                      <a:lnTo>
                        <a:pt x="1385" y="292"/>
                      </a:lnTo>
                      <a:lnTo>
                        <a:pt x="1385" y="291"/>
                      </a:lnTo>
                      <a:lnTo>
                        <a:pt x="1387" y="291"/>
                      </a:lnTo>
                      <a:lnTo>
                        <a:pt x="1387" y="292"/>
                      </a:lnTo>
                      <a:lnTo>
                        <a:pt x="1385" y="292"/>
                      </a:lnTo>
                      <a:lnTo>
                        <a:pt x="1387" y="292"/>
                      </a:lnTo>
                      <a:lnTo>
                        <a:pt x="1387" y="294"/>
                      </a:lnTo>
                      <a:lnTo>
                        <a:pt x="1387" y="296"/>
                      </a:lnTo>
                      <a:lnTo>
                        <a:pt x="1389" y="296"/>
                      </a:lnTo>
                      <a:lnTo>
                        <a:pt x="1387" y="296"/>
                      </a:lnTo>
                      <a:lnTo>
                        <a:pt x="1387" y="294"/>
                      </a:lnTo>
                      <a:lnTo>
                        <a:pt x="1387" y="292"/>
                      </a:lnTo>
                      <a:lnTo>
                        <a:pt x="1385" y="292"/>
                      </a:lnTo>
                      <a:lnTo>
                        <a:pt x="1387" y="292"/>
                      </a:lnTo>
                      <a:lnTo>
                        <a:pt x="1387" y="291"/>
                      </a:lnTo>
                      <a:lnTo>
                        <a:pt x="1385" y="291"/>
                      </a:lnTo>
                      <a:lnTo>
                        <a:pt x="1385" y="289"/>
                      </a:lnTo>
                      <a:lnTo>
                        <a:pt x="1387" y="289"/>
                      </a:lnTo>
                      <a:lnTo>
                        <a:pt x="1387" y="287"/>
                      </a:lnTo>
                      <a:lnTo>
                        <a:pt x="1389" y="287"/>
                      </a:lnTo>
                      <a:lnTo>
                        <a:pt x="1389" y="285"/>
                      </a:lnTo>
                      <a:lnTo>
                        <a:pt x="1389" y="287"/>
                      </a:lnTo>
                      <a:lnTo>
                        <a:pt x="1387" y="287"/>
                      </a:lnTo>
                      <a:lnTo>
                        <a:pt x="1385" y="287"/>
                      </a:lnTo>
                      <a:lnTo>
                        <a:pt x="1387" y="285"/>
                      </a:lnTo>
                      <a:lnTo>
                        <a:pt x="1387" y="283"/>
                      </a:lnTo>
                      <a:lnTo>
                        <a:pt x="1385" y="283"/>
                      </a:lnTo>
                      <a:lnTo>
                        <a:pt x="1385" y="282"/>
                      </a:lnTo>
                      <a:lnTo>
                        <a:pt x="1387" y="282"/>
                      </a:lnTo>
                      <a:lnTo>
                        <a:pt x="1385" y="282"/>
                      </a:lnTo>
                      <a:lnTo>
                        <a:pt x="1385" y="280"/>
                      </a:lnTo>
                      <a:lnTo>
                        <a:pt x="1387" y="280"/>
                      </a:lnTo>
                      <a:lnTo>
                        <a:pt x="1389" y="280"/>
                      </a:lnTo>
                      <a:lnTo>
                        <a:pt x="1387" y="280"/>
                      </a:lnTo>
                      <a:lnTo>
                        <a:pt x="1387" y="282"/>
                      </a:lnTo>
                      <a:lnTo>
                        <a:pt x="1389" y="280"/>
                      </a:lnTo>
                      <a:lnTo>
                        <a:pt x="1387" y="280"/>
                      </a:lnTo>
                      <a:lnTo>
                        <a:pt x="1385" y="280"/>
                      </a:lnTo>
                      <a:lnTo>
                        <a:pt x="1387" y="280"/>
                      </a:lnTo>
                      <a:lnTo>
                        <a:pt x="1387" y="278"/>
                      </a:lnTo>
                      <a:lnTo>
                        <a:pt x="1387" y="280"/>
                      </a:lnTo>
                      <a:lnTo>
                        <a:pt x="1385" y="280"/>
                      </a:lnTo>
                      <a:lnTo>
                        <a:pt x="1385" y="278"/>
                      </a:lnTo>
                      <a:lnTo>
                        <a:pt x="1387" y="278"/>
                      </a:lnTo>
                      <a:lnTo>
                        <a:pt x="1385" y="278"/>
                      </a:lnTo>
                      <a:lnTo>
                        <a:pt x="1385" y="280"/>
                      </a:lnTo>
                      <a:lnTo>
                        <a:pt x="1385" y="278"/>
                      </a:lnTo>
                      <a:lnTo>
                        <a:pt x="1385" y="276"/>
                      </a:lnTo>
                      <a:lnTo>
                        <a:pt x="1385" y="278"/>
                      </a:lnTo>
                      <a:lnTo>
                        <a:pt x="1385" y="276"/>
                      </a:lnTo>
                      <a:lnTo>
                        <a:pt x="1385" y="278"/>
                      </a:lnTo>
                      <a:lnTo>
                        <a:pt x="1385" y="276"/>
                      </a:lnTo>
                      <a:lnTo>
                        <a:pt x="1385" y="278"/>
                      </a:lnTo>
                      <a:lnTo>
                        <a:pt x="1385" y="276"/>
                      </a:lnTo>
                      <a:lnTo>
                        <a:pt x="1385" y="278"/>
                      </a:lnTo>
                      <a:lnTo>
                        <a:pt x="1383" y="278"/>
                      </a:lnTo>
                      <a:lnTo>
                        <a:pt x="1385" y="278"/>
                      </a:lnTo>
                      <a:lnTo>
                        <a:pt x="1385" y="276"/>
                      </a:lnTo>
                      <a:lnTo>
                        <a:pt x="1385" y="278"/>
                      </a:lnTo>
                      <a:lnTo>
                        <a:pt x="1383" y="278"/>
                      </a:lnTo>
                      <a:lnTo>
                        <a:pt x="1381" y="278"/>
                      </a:lnTo>
                      <a:lnTo>
                        <a:pt x="1381" y="280"/>
                      </a:lnTo>
                      <a:lnTo>
                        <a:pt x="1380" y="280"/>
                      </a:lnTo>
                      <a:lnTo>
                        <a:pt x="1380" y="278"/>
                      </a:lnTo>
                      <a:lnTo>
                        <a:pt x="1381" y="278"/>
                      </a:lnTo>
                      <a:lnTo>
                        <a:pt x="1380" y="278"/>
                      </a:lnTo>
                      <a:lnTo>
                        <a:pt x="1380" y="280"/>
                      </a:lnTo>
                      <a:lnTo>
                        <a:pt x="1380" y="278"/>
                      </a:lnTo>
                      <a:lnTo>
                        <a:pt x="1380" y="280"/>
                      </a:lnTo>
                      <a:lnTo>
                        <a:pt x="1378" y="280"/>
                      </a:lnTo>
                      <a:lnTo>
                        <a:pt x="1378" y="278"/>
                      </a:lnTo>
                      <a:lnTo>
                        <a:pt x="1378" y="280"/>
                      </a:lnTo>
                      <a:lnTo>
                        <a:pt x="1378" y="278"/>
                      </a:lnTo>
                      <a:lnTo>
                        <a:pt x="1380" y="280"/>
                      </a:lnTo>
                      <a:lnTo>
                        <a:pt x="1380" y="278"/>
                      </a:lnTo>
                      <a:lnTo>
                        <a:pt x="1380" y="280"/>
                      </a:lnTo>
                      <a:lnTo>
                        <a:pt x="1380" y="282"/>
                      </a:lnTo>
                      <a:lnTo>
                        <a:pt x="1380" y="280"/>
                      </a:lnTo>
                      <a:lnTo>
                        <a:pt x="1380" y="282"/>
                      </a:lnTo>
                      <a:lnTo>
                        <a:pt x="1378" y="282"/>
                      </a:lnTo>
                      <a:lnTo>
                        <a:pt x="1378" y="280"/>
                      </a:lnTo>
                      <a:lnTo>
                        <a:pt x="1376" y="280"/>
                      </a:lnTo>
                      <a:lnTo>
                        <a:pt x="1378" y="280"/>
                      </a:lnTo>
                      <a:lnTo>
                        <a:pt x="1378" y="282"/>
                      </a:lnTo>
                      <a:lnTo>
                        <a:pt x="1376" y="282"/>
                      </a:lnTo>
                      <a:lnTo>
                        <a:pt x="1374" y="282"/>
                      </a:lnTo>
                      <a:lnTo>
                        <a:pt x="1376" y="282"/>
                      </a:lnTo>
                      <a:lnTo>
                        <a:pt x="1376" y="280"/>
                      </a:lnTo>
                      <a:lnTo>
                        <a:pt x="1376" y="282"/>
                      </a:lnTo>
                      <a:lnTo>
                        <a:pt x="1374" y="282"/>
                      </a:lnTo>
                      <a:lnTo>
                        <a:pt x="1376" y="282"/>
                      </a:lnTo>
                      <a:lnTo>
                        <a:pt x="1374" y="282"/>
                      </a:lnTo>
                      <a:lnTo>
                        <a:pt x="1376" y="282"/>
                      </a:lnTo>
                      <a:lnTo>
                        <a:pt x="1374" y="283"/>
                      </a:lnTo>
                      <a:lnTo>
                        <a:pt x="1374" y="282"/>
                      </a:lnTo>
                      <a:lnTo>
                        <a:pt x="1374" y="283"/>
                      </a:lnTo>
                      <a:lnTo>
                        <a:pt x="1374" y="282"/>
                      </a:lnTo>
                      <a:lnTo>
                        <a:pt x="1374" y="283"/>
                      </a:lnTo>
                      <a:lnTo>
                        <a:pt x="1372" y="283"/>
                      </a:lnTo>
                      <a:lnTo>
                        <a:pt x="1372" y="282"/>
                      </a:lnTo>
                      <a:lnTo>
                        <a:pt x="1374" y="282"/>
                      </a:lnTo>
                      <a:lnTo>
                        <a:pt x="1374" y="280"/>
                      </a:lnTo>
                      <a:lnTo>
                        <a:pt x="1374" y="282"/>
                      </a:lnTo>
                      <a:lnTo>
                        <a:pt x="1374" y="280"/>
                      </a:lnTo>
                      <a:lnTo>
                        <a:pt x="1376" y="280"/>
                      </a:lnTo>
                      <a:lnTo>
                        <a:pt x="1374" y="280"/>
                      </a:lnTo>
                      <a:lnTo>
                        <a:pt x="1376" y="280"/>
                      </a:lnTo>
                      <a:lnTo>
                        <a:pt x="1374" y="280"/>
                      </a:lnTo>
                      <a:lnTo>
                        <a:pt x="1374" y="282"/>
                      </a:lnTo>
                      <a:lnTo>
                        <a:pt x="1372" y="282"/>
                      </a:lnTo>
                      <a:lnTo>
                        <a:pt x="1372" y="280"/>
                      </a:lnTo>
                      <a:lnTo>
                        <a:pt x="1374" y="280"/>
                      </a:lnTo>
                      <a:lnTo>
                        <a:pt x="1372" y="280"/>
                      </a:lnTo>
                      <a:lnTo>
                        <a:pt x="1372" y="282"/>
                      </a:lnTo>
                      <a:lnTo>
                        <a:pt x="1372" y="280"/>
                      </a:lnTo>
                      <a:lnTo>
                        <a:pt x="1370" y="280"/>
                      </a:lnTo>
                      <a:lnTo>
                        <a:pt x="1372" y="280"/>
                      </a:lnTo>
                      <a:lnTo>
                        <a:pt x="1370" y="280"/>
                      </a:lnTo>
                      <a:lnTo>
                        <a:pt x="1370" y="278"/>
                      </a:lnTo>
                      <a:lnTo>
                        <a:pt x="1370" y="280"/>
                      </a:lnTo>
                      <a:lnTo>
                        <a:pt x="1370" y="278"/>
                      </a:lnTo>
                      <a:lnTo>
                        <a:pt x="1370" y="280"/>
                      </a:lnTo>
                      <a:lnTo>
                        <a:pt x="1369" y="278"/>
                      </a:lnTo>
                      <a:lnTo>
                        <a:pt x="1370" y="280"/>
                      </a:lnTo>
                      <a:lnTo>
                        <a:pt x="1372" y="280"/>
                      </a:lnTo>
                      <a:lnTo>
                        <a:pt x="1370" y="280"/>
                      </a:lnTo>
                      <a:lnTo>
                        <a:pt x="1372" y="280"/>
                      </a:lnTo>
                      <a:lnTo>
                        <a:pt x="1372" y="282"/>
                      </a:lnTo>
                      <a:lnTo>
                        <a:pt x="1372" y="280"/>
                      </a:lnTo>
                      <a:lnTo>
                        <a:pt x="1372" y="282"/>
                      </a:lnTo>
                      <a:lnTo>
                        <a:pt x="1372" y="283"/>
                      </a:lnTo>
                      <a:lnTo>
                        <a:pt x="1370" y="283"/>
                      </a:lnTo>
                      <a:lnTo>
                        <a:pt x="1370" y="282"/>
                      </a:lnTo>
                      <a:lnTo>
                        <a:pt x="1370" y="280"/>
                      </a:lnTo>
                      <a:lnTo>
                        <a:pt x="1370" y="282"/>
                      </a:lnTo>
                      <a:lnTo>
                        <a:pt x="1369" y="282"/>
                      </a:lnTo>
                      <a:lnTo>
                        <a:pt x="1370" y="282"/>
                      </a:lnTo>
                      <a:lnTo>
                        <a:pt x="1370" y="280"/>
                      </a:lnTo>
                      <a:lnTo>
                        <a:pt x="1369" y="280"/>
                      </a:lnTo>
                      <a:lnTo>
                        <a:pt x="1370" y="280"/>
                      </a:lnTo>
                      <a:lnTo>
                        <a:pt x="1370" y="282"/>
                      </a:lnTo>
                      <a:lnTo>
                        <a:pt x="1369" y="282"/>
                      </a:lnTo>
                      <a:lnTo>
                        <a:pt x="1370" y="282"/>
                      </a:lnTo>
                      <a:lnTo>
                        <a:pt x="1370" y="283"/>
                      </a:lnTo>
                      <a:lnTo>
                        <a:pt x="1369" y="283"/>
                      </a:lnTo>
                      <a:lnTo>
                        <a:pt x="1369" y="282"/>
                      </a:lnTo>
                      <a:lnTo>
                        <a:pt x="1369" y="283"/>
                      </a:lnTo>
                      <a:lnTo>
                        <a:pt x="1367" y="283"/>
                      </a:lnTo>
                      <a:lnTo>
                        <a:pt x="1367" y="282"/>
                      </a:lnTo>
                      <a:lnTo>
                        <a:pt x="1367" y="283"/>
                      </a:lnTo>
                      <a:lnTo>
                        <a:pt x="1367" y="282"/>
                      </a:lnTo>
                      <a:lnTo>
                        <a:pt x="1367" y="280"/>
                      </a:lnTo>
                      <a:lnTo>
                        <a:pt x="1367" y="282"/>
                      </a:lnTo>
                      <a:lnTo>
                        <a:pt x="1367" y="283"/>
                      </a:lnTo>
                      <a:lnTo>
                        <a:pt x="1367" y="282"/>
                      </a:lnTo>
                      <a:lnTo>
                        <a:pt x="1367" y="283"/>
                      </a:lnTo>
                      <a:lnTo>
                        <a:pt x="1367" y="282"/>
                      </a:lnTo>
                      <a:lnTo>
                        <a:pt x="1365" y="282"/>
                      </a:lnTo>
                      <a:lnTo>
                        <a:pt x="1363" y="282"/>
                      </a:lnTo>
                      <a:lnTo>
                        <a:pt x="1363" y="283"/>
                      </a:lnTo>
                      <a:lnTo>
                        <a:pt x="1363" y="282"/>
                      </a:lnTo>
                      <a:lnTo>
                        <a:pt x="1363" y="283"/>
                      </a:lnTo>
                      <a:lnTo>
                        <a:pt x="1363" y="282"/>
                      </a:lnTo>
                      <a:lnTo>
                        <a:pt x="1361" y="282"/>
                      </a:lnTo>
                      <a:lnTo>
                        <a:pt x="1363" y="282"/>
                      </a:lnTo>
                      <a:lnTo>
                        <a:pt x="1361" y="282"/>
                      </a:lnTo>
                      <a:lnTo>
                        <a:pt x="1361" y="280"/>
                      </a:lnTo>
                      <a:lnTo>
                        <a:pt x="1361" y="282"/>
                      </a:lnTo>
                      <a:lnTo>
                        <a:pt x="1359" y="282"/>
                      </a:lnTo>
                      <a:lnTo>
                        <a:pt x="1359" y="283"/>
                      </a:lnTo>
                      <a:lnTo>
                        <a:pt x="1359" y="282"/>
                      </a:lnTo>
                      <a:lnTo>
                        <a:pt x="1358" y="282"/>
                      </a:lnTo>
                      <a:lnTo>
                        <a:pt x="1356" y="282"/>
                      </a:lnTo>
                      <a:lnTo>
                        <a:pt x="1356" y="283"/>
                      </a:lnTo>
                      <a:lnTo>
                        <a:pt x="1354" y="283"/>
                      </a:lnTo>
                      <a:lnTo>
                        <a:pt x="1352" y="283"/>
                      </a:lnTo>
                      <a:lnTo>
                        <a:pt x="1352" y="285"/>
                      </a:lnTo>
                      <a:lnTo>
                        <a:pt x="1350" y="285"/>
                      </a:lnTo>
                      <a:lnTo>
                        <a:pt x="1350" y="283"/>
                      </a:lnTo>
                      <a:lnTo>
                        <a:pt x="1350" y="285"/>
                      </a:lnTo>
                      <a:lnTo>
                        <a:pt x="1350" y="283"/>
                      </a:lnTo>
                      <a:lnTo>
                        <a:pt x="1352" y="283"/>
                      </a:lnTo>
                      <a:lnTo>
                        <a:pt x="1352" y="282"/>
                      </a:lnTo>
                      <a:lnTo>
                        <a:pt x="1352" y="280"/>
                      </a:lnTo>
                      <a:lnTo>
                        <a:pt x="1354" y="280"/>
                      </a:lnTo>
                      <a:lnTo>
                        <a:pt x="1354" y="278"/>
                      </a:lnTo>
                      <a:lnTo>
                        <a:pt x="1354" y="280"/>
                      </a:lnTo>
                      <a:lnTo>
                        <a:pt x="1354" y="278"/>
                      </a:lnTo>
                      <a:lnTo>
                        <a:pt x="1354" y="280"/>
                      </a:lnTo>
                      <a:lnTo>
                        <a:pt x="1352" y="280"/>
                      </a:lnTo>
                      <a:lnTo>
                        <a:pt x="1352" y="282"/>
                      </a:lnTo>
                      <a:lnTo>
                        <a:pt x="1352" y="283"/>
                      </a:lnTo>
                      <a:lnTo>
                        <a:pt x="1350" y="283"/>
                      </a:lnTo>
                      <a:lnTo>
                        <a:pt x="1350" y="282"/>
                      </a:lnTo>
                      <a:lnTo>
                        <a:pt x="1350" y="283"/>
                      </a:lnTo>
                      <a:lnTo>
                        <a:pt x="1350" y="285"/>
                      </a:lnTo>
                      <a:lnTo>
                        <a:pt x="1350" y="283"/>
                      </a:lnTo>
                      <a:lnTo>
                        <a:pt x="1350" y="285"/>
                      </a:lnTo>
                      <a:lnTo>
                        <a:pt x="1348" y="285"/>
                      </a:lnTo>
                      <a:lnTo>
                        <a:pt x="1347" y="285"/>
                      </a:lnTo>
                      <a:lnTo>
                        <a:pt x="1347" y="283"/>
                      </a:lnTo>
                      <a:lnTo>
                        <a:pt x="1345" y="283"/>
                      </a:lnTo>
                      <a:lnTo>
                        <a:pt x="1343" y="283"/>
                      </a:lnTo>
                      <a:lnTo>
                        <a:pt x="1343" y="285"/>
                      </a:lnTo>
                      <a:lnTo>
                        <a:pt x="1341" y="285"/>
                      </a:lnTo>
                      <a:lnTo>
                        <a:pt x="1339" y="285"/>
                      </a:lnTo>
                      <a:lnTo>
                        <a:pt x="1339" y="283"/>
                      </a:lnTo>
                      <a:lnTo>
                        <a:pt x="1341" y="283"/>
                      </a:lnTo>
                      <a:lnTo>
                        <a:pt x="1341" y="282"/>
                      </a:lnTo>
                      <a:lnTo>
                        <a:pt x="1341" y="283"/>
                      </a:lnTo>
                      <a:lnTo>
                        <a:pt x="1341" y="282"/>
                      </a:lnTo>
                      <a:lnTo>
                        <a:pt x="1341" y="280"/>
                      </a:lnTo>
                      <a:lnTo>
                        <a:pt x="1339" y="280"/>
                      </a:lnTo>
                      <a:lnTo>
                        <a:pt x="1341" y="280"/>
                      </a:lnTo>
                      <a:lnTo>
                        <a:pt x="1339" y="280"/>
                      </a:lnTo>
                      <a:lnTo>
                        <a:pt x="1341" y="280"/>
                      </a:lnTo>
                      <a:lnTo>
                        <a:pt x="1339" y="280"/>
                      </a:lnTo>
                      <a:lnTo>
                        <a:pt x="1339" y="278"/>
                      </a:lnTo>
                      <a:lnTo>
                        <a:pt x="1341" y="278"/>
                      </a:lnTo>
                      <a:lnTo>
                        <a:pt x="1339" y="278"/>
                      </a:lnTo>
                      <a:lnTo>
                        <a:pt x="1341" y="278"/>
                      </a:lnTo>
                      <a:lnTo>
                        <a:pt x="1341" y="276"/>
                      </a:lnTo>
                      <a:lnTo>
                        <a:pt x="1339" y="276"/>
                      </a:lnTo>
                      <a:lnTo>
                        <a:pt x="1339" y="274"/>
                      </a:lnTo>
                      <a:lnTo>
                        <a:pt x="1338" y="274"/>
                      </a:lnTo>
                      <a:lnTo>
                        <a:pt x="1339" y="274"/>
                      </a:lnTo>
                      <a:lnTo>
                        <a:pt x="1339" y="272"/>
                      </a:lnTo>
                      <a:lnTo>
                        <a:pt x="1338" y="272"/>
                      </a:lnTo>
                      <a:lnTo>
                        <a:pt x="1338" y="271"/>
                      </a:lnTo>
                      <a:lnTo>
                        <a:pt x="1339" y="271"/>
                      </a:lnTo>
                      <a:lnTo>
                        <a:pt x="1338" y="271"/>
                      </a:lnTo>
                      <a:lnTo>
                        <a:pt x="1339" y="271"/>
                      </a:lnTo>
                      <a:lnTo>
                        <a:pt x="1339" y="269"/>
                      </a:lnTo>
                      <a:lnTo>
                        <a:pt x="1339" y="267"/>
                      </a:lnTo>
                      <a:lnTo>
                        <a:pt x="1339" y="265"/>
                      </a:lnTo>
                      <a:lnTo>
                        <a:pt x="1338" y="265"/>
                      </a:lnTo>
                      <a:lnTo>
                        <a:pt x="1339" y="265"/>
                      </a:lnTo>
                      <a:lnTo>
                        <a:pt x="1339" y="263"/>
                      </a:lnTo>
                      <a:lnTo>
                        <a:pt x="1339" y="261"/>
                      </a:lnTo>
                      <a:lnTo>
                        <a:pt x="1339" y="260"/>
                      </a:lnTo>
                      <a:lnTo>
                        <a:pt x="1339" y="261"/>
                      </a:lnTo>
                      <a:lnTo>
                        <a:pt x="1339" y="263"/>
                      </a:lnTo>
                      <a:lnTo>
                        <a:pt x="1339" y="265"/>
                      </a:lnTo>
                      <a:lnTo>
                        <a:pt x="1338" y="265"/>
                      </a:lnTo>
                      <a:lnTo>
                        <a:pt x="1339" y="265"/>
                      </a:lnTo>
                      <a:lnTo>
                        <a:pt x="1339" y="267"/>
                      </a:lnTo>
                      <a:lnTo>
                        <a:pt x="1339" y="269"/>
                      </a:lnTo>
                      <a:lnTo>
                        <a:pt x="1339" y="271"/>
                      </a:lnTo>
                      <a:lnTo>
                        <a:pt x="1338" y="271"/>
                      </a:lnTo>
                      <a:lnTo>
                        <a:pt x="1339" y="271"/>
                      </a:lnTo>
                      <a:lnTo>
                        <a:pt x="1338" y="271"/>
                      </a:lnTo>
                      <a:lnTo>
                        <a:pt x="1338" y="272"/>
                      </a:lnTo>
                      <a:lnTo>
                        <a:pt x="1339" y="272"/>
                      </a:lnTo>
                      <a:lnTo>
                        <a:pt x="1339" y="274"/>
                      </a:lnTo>
                      <a:lnTo>
                        <a:pt x="1338" y="274"/>
                      </a:lnTo>
                      <a:lnTo>
                        <a:pt x="1339" y="274"/>
                      </a:lnTo>
                      <a:lnTo>
                        <a:pt x="1339" y="276"/>
                      </a:lnTo>
                      <a:lnTo>
                        <a:pt x="1341" y="276"/>
                      </a:lnTo>
                      <a:lnTo>
                        <a:pt x="1341" y="278"/>
                      </a:lnTo>
                      <a:lnTo>
                        <a:pt x="1339" y="278"/>
                      </a:lnTo>
                      <a:lnTo>
                        <a:pt x="1341" y="278"/>
                      </a:lnTo>
                      <a:lnTo>
                        <a:pt x="1339" y="278"/>
                      </a:lnTo>
                      <a:lnTo>
                        <a:pt x="1339" y="280"/>
                      </a:lnTo>
                      <a:lnTo>
                        <a:pt x="1341" y="280"/>
                      </a:lnTo>
                      <a:lnTo>
                        <a:pt x="1339" y="280"/>
                      </a:lnTo>
                      <a:lnTo>
                        <a:pt x="1341" y="280"/>
                      </a:lnTo>
                      <a:lnTo>
                        <a:pt x="1341" y="282"/>
                      </a:lnTo>
                      <a:lnTo>
                        <a:pt x="1341" y="283"/>
                      </a:lnTo>
                      <a:lnTo>
                        <a:pt x="1339" y="283"/>
                      </a:lnTo>
                      <a:lnTo>
                        <a:pt x="1341" y="283"/>
                      </a:lnTo>
                      <a:lnTo>
                        <a:pt x="1339" y="283"/>
                      </a:lnTo>
                      <a:lnTo>
                        <a:pt x="1339" y="285"/>
                      </a:lnTo>
                      <a:lnTo>
                        <a:pt x="1338" y="283"/>
                      </a:lnTo>
                      <a:lnTo>
                        <a:pt x="1338" y="282"/>
                      </a:lnTo>
                      <a:lnTo>
                        <a:pt x="1336" y="282"/>
                      </a:lnTo>
                      <a:lnTo>
                        <a:pt x="1334" y="282"/>
                      </a:lnTo>
                      <a:lnTo>
                        <a:pt x="1332" y="283"/>
                      </a:lnTo>
                      <a:lnTo>
                        <a:pt x="1330" y="283"/>
                      </a:lnTo>
                      <a:lnTo>
                        <a:pt x="1328" y="285"/>
                      </a:lnTo>
                      <a:lnTo>
                        <a:pt x="1327" y="285"/>
                      </a:lnTo>
                      <a:lnTo>
                        <a:pt x="1325" y="283"/>
                      </a:lnTo>
                      <a:lnTo>
                        <a:pt x="1325" y="282"/>
                      </a:lnTo>
                      <a:lnTo>
                        <a:pt x="1323" y="282"/>
                      </a:lnTo>
                      <a:lnTo>
                        <a:pt x="1323" y="280"/>
                      </a:lnTo>
                      <a:lnTo>
                        <a:pt x="1323" y="278"/>
                      </a:lnTo>
                      <a:lnTo>
                        <a:pt x="1323" y="280"/>
                      </a:lnTo>
                      <a:lnTo>
                        <a:pt x="1321" y="280"/>
                      </a:lnTo>
                      <a:lnTo>
                        <a:pt x="1321" y="278"/>
                      </a:lnTo>
                      <a:lnTo>
                        <a:pt x="1319" y="278"/>
                      </a:lnTo>
                      <a:lnTo>
                        <a:pt x="1321" y="278"/>
                      </a:lnTo>
                      <a:lnTo>
                        <a:pt x="1319" y="278"/>
                      </a:lnTo>
                      <a:lnTo>
                        <a:pt x="1321" y="280"/>
                      </a:lnTo>
                      <a:lnTo>
                        <a:pt x="1319" y="278"/>
                      </a:lnTo>
                      <a:lnTo>
                        <a:pt x="1317" y="278"/>
                      </a:lnTo>
                      <a:lnTo>
                        <a:pt x="1317" y="276"/>
                      </a:lnTo>
                      <a:lnTo>
                        <a:pt x="1319" y="276"/>
                      </a:lnTo>
                      <a:lnTo>
                        <a:pt x="1319" y="274"/>
                      </a:lnTo>
                      <a:lnTo>
                        <a:pt x="1321" y="274"/>
                      </a:lnTo>
                      <a:lnTo>
                        <a:pt x="1321" y="276"/>
                      </a:lnTo>
                      <a:lnTo>
                        <a:pt x="1321" y="274"/>
                      </a:lnTo>
                      <a:lnTo>
                        <a:pt x="1323" y="274"/>
                      </a:lnTo>
                      <a:lnTo>
                        <a:pt x="1325" y="274"/>
                      </a:lnTo>
                      <a:lnTo>
                        <a:pt x="1325" y="272"/>
                      </a:lnTo>
                      <a:lnTo>
                        <a:pt x="1327" y="272"/>
                      </a:lnTo>
                      <a:lnTo>
                        <a:pt x="1325" y="272"/>
                      </a:lnTo>
                      <a:lnTo>
                        <a:pt x="1327" y="272"/>
                      </a:lnTo>
                      <a:lnTo>
                        <a:pt x="1325" y="272"/>
                      </a:lnTo>
                      <a:lnTo>
                        <a:pt x="1325" y="274"/>
                      </a:lnTo>
                      <a:lnTo>
                        <a:pt x="1325" y="272"/>
                      </a:lnTo>
                      <a:lnTo>
                        <a:pt x="1323" y="272"/>
                      </a:lnTo>
                      <a:lnTo>
                        <a:pt x="1325" y="274"/>
                      </a:lnTo>
                      <a:lnTo>
                        <a:pt x="1323" y="274"/>
                      </a:lnTo>
                      <a:lnTo>
                        <a:pt x="1321" y="274"/>
                      </a:lnTo>
                      <a:lnTo>
                        <a:pt x="1319" y="274"/>
                      </a:lnTo>
                      <a:lnTo>
                        <a:pt x="1319" y="276"/>
                      </a:lnTo>
                      <a:lnTo>
                        <a:pt x="1319" y="274"/>
                      </a:lnTo>
                      <a:lnTo>
                        <a:pt x="1319" y="272"/>
                      </a:lnTo>
                      <a:lnTo>
                        <a:pt x="1319" y="271"/>
                      </a:lnTo>
                      <a:lnTo>
                        <a:pt x="1321" y="271"/>
                      </a:lnTo>
                      <a:lnTo>
                        <a:pt x="1323" y="271"/>
                      </a:lnTo>
                      <a:lnTo>
                        <a:pt x="1325" y="271"/>
                      </a:lnTo>
                      <a:lnTo>
                        <a:pt x="1325" y="269"/>
                      </a:lnTo>
                      <a:lnTo>
                        <a:pt x="1327" y="269"/>
                      </a:lnTo>
                      <a:lnTo>
                        <a:pt x="1328" y="269"/>
                      </a:lnTo>
                      <a:lnTo>
                        <a:pt x="1327" y="269"/>
                      </a:lnTo>
                      <a:lnTo>
                        <a:pt x="1325" y="269"/>
                      </a:lnTo>
                      <a:lnTo>
                        <a:pt x="1325" y="271"/>
                      </a:lnTo>
                      <a:lnTo>
                        <a:pt x="1323" y="271"/>
                      </a:lnTo>
                      <a:lnTo>
                        <a:pt x="1321" y="271"/>
                      </a:lnTo>
                      <a:lnTo>
                        <a:pt x="1319" y="271"/>
                      </a:lnTo>
                      <a:lnTo>
                        <a:pt x="1319" y="272"/>
                      </a:lnTo>
                      <a:lnTo>
                        <a:pt x="1317" y="272"/>
                      </a:lnTo>
                      <a:lnTo>
                        <a:pt x="1317" y="274"/>
                      </a:lnTo>
                      <a:lnTo>
                        <a:pt x="1317" y="276"/>
                      </a:lnTo>
                      <a:lnTo>
                        <a:pt x="1317" y="274"/>
                      </a:lnTo>
                      <a:lnTo>
                        <a:pt x="1316" y="274"/>
                      </a:lnTo>
                      <a:lnTo>
                        <a:pt x="1316" y="272"/>
                      </a:lnTo>
                      <a:lnTo>
                        <a:pt x="1317" y="272"/>
                      </a:lnTo>
                      <a:lnTo>
                        <a:pt x="1316" y="272"/>
                      </a:lnTo>
                      <a:lnTo>
                        <a:pt x="1317" y="272"/>
                      </a:lnTo>
                      <a:lnTo>
                        <a:pt x="1316" y="272"/>
                      </a:lnTo>
                      <a:lnTo>
                        <a:pt x="1316" y="271"/>
                      </a:lnTo>
                      <a:lnTo>
                        <a:pt x="1316" y="272"/>
                      </a:lnTo>
                      <a:lnTo>
                        <a:pt x="1316" y="271"/>
                      </a:lnTo>
                      <a:lnTo>
                        <a:pt x="1316" y="269"/>
                      </a:lnTo>
                      <a:lnTo>
                        <a:pt x="1316" y="271"/>
                      </a:lnTo>
                      <a:lnTo>
                        <a:pt x="1316" y="269"/>
                      </a:lnTo>
                      <a:lnTo>
                        <a:pt x="1316" y="271"/>
                      </a:lnTo>
                      <a:lnTo>
                        <a:pt x="1316" y="269"/>
                      </a:lnTo>
                      <a:lnTo>
                        <a:pt x="1317" y="269"/>
                      </a:lnTo>
                      <a:lnTo>
                        <a:pt x="1319" y="269"/>
                      </a:lnTo>
                      <a:lnTo>
                        <a:pt x="1317" y="269"/>
                      </a:lnTo>
                      <a:lnTo>
                        <a:pt x="1316" y="269"/>
                      </a:lnTo>
                      <a:lnTo>
                        <a:pt x="1316" y="271"/>
                      </a:lnTo>
                      <a:lnTo>
                        <a:pt x="1316" y="269"/>
                      </a:lnTo>
                      <a:lnTo>
                        <a:pt x="1316" y="271"/>
                      </a:lnTo>
                      <a:lnTo>
                        <a:pt x="1314" y="269"/>
                      </a:lnTo>
                      <a:lnTo>
                        <a:pt x="1314" y="271"/>
                      </a:lnTo>
                      <a:lnTo>
                        <a:pt x="1314" y="269"/>
                      </a:lnTo>
                      <a:lnTo>
                        <a:pt x="1316" y="269"/>
                      </a:lnTo>
                      <a:lnTo>
                        <a:pt x="1317" y="267"/>
                      </a:lnTo>
                      <a:lnTo>
                        <a:pt x="1317" y="269"/>
                      </a:lnTo>
                      <a:lnTo>
                        <a:pt x="1317" y="267"/>
                      </a:lnTo>
                      <a:lnTo>
                        <a:pt x="1316" y="269"/>
                      </a:lnTo>
                      <a:lnTo>
                        <a:pt x="1316" y="267"/>
                      </a:lnTo>
                      <a:lnTo>
                        <a:pt x="1316" y="269"/>
                      </a:lnTo>
                      <a:lnTo>
                        <a:pt x="1314" y="269"/>
                      </a:lnTo>
                      <a:lnTo>
                        <a:pt x="1314" y="267"/>
                      </a:lnTo>
                      <a:lnTo>
                        <a:pt x="1316" y="267"/>
                      </a:lnTo>
                      <a:lnTo>
                        <a:pt x="1316" y="265"/>
                      </a:lnTo>
                      <a:lnTo>
                        <a:pt x="1316" y="267"/>
                      </a:lnTo>
                      <a:lnTo>
                        <a:pt x="1317" y="267"/>
                      </a:lnTo>
                      <a:lnTo>
                        <a:pt x="1316" y="267"/>
                      </a:lnTo>
                      <a:lnTo>
                        <a:pt x="1317" y="265"/>
                      </a:lnTo>
                      <a:lnTo>
                        <a:pt x="1316" y="265"/>
                      </a:lnTo>
                      <a:lnTo>
                        <a:pt x="1317" y="265"/>
                      </a:lnTo>
                      <a:lnTo>
                        <a:pt x="1317" y="267"/>
                      </a:lnTo>
                      <a:lnTo>
                        <a:pt x="1319" y="267"/>
                      </a:lnTo>
                      <a:lnTo>
                        <a:pt x="1319" y="265"/>
                      </a:lnTo>
                      <a:lnTo>
                        <a:pt x="1319" y="267"/>
                      </a:lnTo>
                      <a:lnTo>
                        <a:pt x="1319" y="265"/>
                      </a:lnTo>
                      <a:lnTo>
                        <a:pt x="1319" y="267"/>
                      </a:lnTo>
                      <a:lnTo>
                        <a:pt x="1317" y="265"/>
                      </a:lnTo>
                      <a:lnTo>
                        <a:pt x="1319" y="265"/>
                      </a:lnTo>
                      <a:lnTo>
                        <a:pt x="1319" y="263"/>
                      </a:lnTo>
                      <a:lnTo>
                        <a:pt x="1319" y="265"/>
                      </a:lnTo>
                      <a:lnTo>
                        <a:pt x="1319" y="263"/>
                      </a:lnTo>
                      <a:lnTo>
                        <a:pt x="1317" y="263"/>
                      </a:lnTo>
                      <a:lnTo>
                        <a:pt x="1317" y="265"/>
                      </a:lnTo>
                      <a:lnTo>
                        <a:pt x="1319" y="265"/>
                      </a:lnTo>
                      <a:lnTo>
                        <a:pt x="1317" y="265"/>
                      </a:lnTo>
                      <a:lnTo>
                        <a:pt x="1317" y="263"/>
                      </a:lnTo>
                      <a:lnTo>
                        <a:pt x="1316" y="263"/>
                      </a:lnTo>
                      <a:lnTo>
                        <a:pt x="1317" y="263"/>
                      </a:lnTo>
                      <a:lnTo>
                        <a:pt x="1319" y="263"/>
                      </a:lnTo>
                      <a:lnTo>
                        <a:pt x="1319" y="261"/>
                      </a:lnTo>
                      <a:lnTo>
                        <a:pt x="1319" y="263"/>
                      </a:lnTo>
                      <a:lnTo>
                        <a:pt x="1319" y="261"/>
                      </a:lnTo>
                      <a:lnTo>
                        <a:pt x="1319" y="263"/>
                      </a:lnTo>
                      <a:lnTo>
                        <a:pt x="1319" y="261"/>
                      </a:lnTo>
                      <a:lnTo>
                        <a:pt x="1319" y="263"/>
                      </a:lnTo>
                      <a:lnTo>
                        <a:pt x="1319" y="261"/>
                      </a:lnTo>
                      <a:lnTo>
                        <a:pt x="1321" y="261"/>
                      </a:lnTo>
                      <a:lnTo>
                        <a:pt x="1321" y="260"/>
                      </a:lnTo>
                      <a:lnTo>
                        <a:pt x="1321" y="261"/>
                      </a:lnTo>
                      <a:lnTo>
                        <a:pt x="1321" y="260"/>
                      </a:lnTo>
                      <a:lnTo>
                        <a:pt x="1321" y="261"/>
                      </a:lnTo>
                      <a:lnTo>
                        <a:pt x="1319" y="261"/>
                      </a:lnTo>
                      <a:lnTo>
                        <a:pt x="1317" y="261"/>
                      </a:lnTo>
                      <a:lnTo>
                        <a:pt x="1319" y="261"/>
                      </a:lnTo>
                      <a:lnTo>
                        <a:pt x="1319" y="260"/>
                      </a:lnTo>
                      <a:lnTo>
                        <a:pt x="1319" y="258"/>
                      </a:lnTo>
                      <a:lnTo>
                        <a:pt x="1319" y="260"/>
                      </a:lnTo>
                      <a:lnTo>
                        <a:pt x="1319" y="258"/>
                      </a:lnTo>
                      <a:lnTo>
                        <a:pt x="1319" y="260"/>
                      </a:lnTo>
                      <a:lnTo>
                        <a:pt x="1319" y="258"/>
                      </a:lnTo>
                      <a:lnTo>
                        <a:pt x="1319" y="260"/>
                      </a:lnTo>
                      <a:lnTo>
                        <a:pt x="1319" y="261"/>
                      </a:lnTo>
                      <a:lnTo>
                        <a:pt x="1317" y="261"/>
                      </a:lnTo>
                      <a:lnTo>
                        <a:pt x="1317" y="263"/>
                      </a:lnTo>
                      <a:lnTo>
                        <a:pt x="1317" y="261"/>
                      </a:lnTo>
                      <a:lnTo>
                        <a:pt x="1316" y="261"/>
                      </a:lnTo>
                      <a:lnTo>
                        <a:pt x="1317" y="263"/>
                      </a:lnTo>
                      <a:lnTo>
                        <a:pt x="1316" y="263"/>
                      </a:lnTo>
                      <a:lnTo>
                        <a:pt x="1316" y="265"/>
                      </a:lnTo>
                      <a:lnTo>
                        <a:pt x="1314" y="265"/>
                      </a:lnTo>
                      <a:lnTo>
                        <a:pt x="1312" y="265"/>
                      </a:lnTo>
                      <a:lnTo>
                        <a:pt x="1312" y="263"/>
                      </a:lnTo>
                      <a:lnTo>
                        <a:pt x="1314" y="263"/>
                      </a:lnTo>
                      <a:lnTo>
                        <a:pt x="1314" y="261"/>
                      </a:lnTo>
                      <a:lnTo>
                        <a:pt x="1314" y="263"/>
                      </a:lnTo>
                      <a:lnTo>
                        <a:pt x="1312" y="263"/>
                      </a:lnTo>
                      <a:lnTo>
                        <a:pt x="1312" y="261"/>
                      </a:lnTo>
                      <a:lnTo>
                        <a:pt x="1312" y="260"/>
                      </a:lnTo>
                      <a:lnTo>
                        <a:pt x="1314" y="260"/>
                      </a:lnTo>
                      <a:lnTo>
                        <a:pt x="1316" y="260"/>
                      </a:lnTo>
                      <a:lnTo>
                        <a:pt x="1316" y="258"/>
                      </a:lnTo>
                      <a:lnTo>
                        <a:pt x="1316" y="260"/>
                      </a:lnTo>
                      <a:lnTo>
                        <a:pt x="1316" y="258"/>
                      </a:lnTo>
                      <a:lnTo>
                        <a:pt x="1316" y="260"/>
                      </a:lnTo>
                      <a:lnTo>
                        <a:pt x="1316" y="258"/>
                      </a:lnTo>
                      <a:lnTo>
                        <a:pt x="1316" y="260"/>
                      </a:lnTo>
                      <a:lnTo>
                        <a:pt x="1316" y="258"/>
                      </a:lnTo>
                      <a:lnTo>
                        <a:pt x="1316" y="256"/>
                      </a:lnTo>
                      <a:lnTo>
                        <a:pt x="1314" y="256"/>
                      </a:lnTo>
                      <a:lnTo>
                        <a:pt x="1316" y="256"/>
                      </a:lnTo>
                      <a:lnTo>
                        <a:pt x="1316" y="254"/>
                      </a:lnTo>
                      <a:lnTo>
                        <a:pt x="1316" y="256"/>
                      </a:lnTo>
                      <a:lnTo>
                        <a:pt x="1316" y="254"/>
                      </a:lnTo>
                      <a:lnTo>
                        <a:pt x="1314" y="254"/>
                      </a:lnTo>
                      <a:lnTo>
                        <a:pt x="1316" y="254"/>
                      </a:lnTo>
                      <a:lnTo>
                        <a:pt x="1316" y="256"/>
                      </a:lnTo>
                      <a:lnTo>
                        <a:pt x="1314" y="256"/>
                      </a:lnTo>
                      <a:lnTo>
                        <a:pt x="1316" y="256"/>
                      </a:lnTo>
                      <a:lnTo>
                        <a:pt x="1316" y="258"/>
                      </a:lnTo>
                      <a:lnTo>
                        <a:pt x="1314" y="260"/>
                      </a:lnTo>
                      <a:lnTo>
                        <a:pt x="1314" y="258"/>
                      </a:lnTo>
                      <a:lnTo>
                        <a:pt x="1314" y="260"/>
                      </a:lnTo>
                      <a:lnTo>
                        <a:pt x="1312" y="260"/>
                      </a:lnTo>
                      <a:lnTo>
                        <a:pt x="1310" y="260"/>
                      </a:lnTo>
                      <a:lnTo>
                        <a:pt x="1312" y="260"/>
                      </a:lnTo>
                      <a:lnTo>
                        <a:pt x="1312" y="258"/>
                      </a:lnTo>
                      <a:lnTo>
                        <a:pt x="1314" y="258"/>
                      </a:lnTo>
                      <a:lnTo>
                        <a:pt x="1312" y="258"/>
                      </a:lnTo>
                      <a:lnTo>
                        <a:pt x="1312" y="260"/>
                      </a:lnTo>
                      <a:lnTo>
                        <a:pt x="1310" y="260"/>
                      </a:lnTo>
                      <a:lnTo>
                        <a:pt x="1310" y="261"/>
                      </a:lnTo>
                      <a:lnTo>
                        <a:pt x="1308" y="261"/>
                      </a:lnTo>
                      <a:lnTo>
                        <a:pt x="1308" y="260"/>
                      </a:lnTo>
                      <a:lnTo>
                        <a:pt x="1308" y="258"/>
                      </a:lnTo>
                      <a:lnTo>
                        <a:pt x="1308" y="256"/>
                      </a:lnTo>
                      <a:lnTo>
                        <a:pt x="1310" y="256"/>
                      </a:lnTo>
                      <a:lnTo>
                        <a:pt x="1310" y="258"/>
                      </a:lnTo>
                      <a:lnTo>
                        <a:pt x="1310" y="256"/>
                      </a:lnTo>
                      <a:lnTo>
                        <a:pt x="1310" y="258"/>
                      </a:lnTo>
                      <a:lnTo>
                        <a:pt x="1310" y="256"/>
                      </a:lnTo>
                      <a:lnTo>
                        <a:pt x="1310" y="254"/>
                      </a:lnTo>
                      <a:lnTo>
                        <a:pt x="1308" y="256"/>
                      </a:lnTo>
                      <a:lnTo>
                        <a:pt x="1308" y="254"/>
                      </a:lnTo>
                      <a:lnTo>
                        <a:pt x="1310" y="254"/>
                      </a:lnTo>
                      <a:lnTo>
                        <a:pt x="1308" y="254"/>
                      </a:lnTo>
                      <a:lnTo>
                        <a:pt x="1308" y="256"/>
                      </a:lnTo>
                      <a:lnTo>
                        <a:pt x="1310" y="254"/>
                      </a:lnTo>
                      <a:lnTo>
                        <a:pt x="1310" y="256"/>
                      </a:lnTo>
                      <a:lnTo>
                        <a:pt x="1308" y="256"/>
                      </a:lnTo>
                      <a:lnTo>
                        <a:pt x="1308" y="258"/>
                      </a:lnTo>
                      <a:lnTo>
                        <a:pt x="1308" y="260"/>
                      </a:lnTo>
                      <a:lnTo>
                        <a:pt x="1307" y="260"/>
                      </a:lnTo>
                      <a:lnTo>
                        <a:pt x="1305" y="260"/>
                      </a:lnTo>
                      <a:lnTo>
                        <a:pt x="1305" y="258"/>
                      </a:lnTo>
                      <a:lnTo>
                        <a:pt x="1307" y="258"/>
                      </a:lnTo>
                      <a:lnTo>
                        <a:pt x="1307" y="256"/>
                      </a:lnTo>
                      <a:lnTo>
                        <a:pt x="1307" y="254"/>
                      </a:lnTo>
                      <a:lnTo>
                        <a:pt x="1305" y="254"/>
                      </a:lnTo>
                      <a:lnTo>
                        <a:pt x="1303" y="254"/>
                      </a:lnTo>
                      <a:lnTo>
                        <a:pt x="1305" y="254"/>
                      </a:lnTo>
                      <a:lnTo>
                        <a:pt x="1305" y="252"/>
                      </a:lnTo>
                      <a:lnTo>
                        <a:pt x="1303" y="254"/>
                      </a:lnTo>
                      <a:lnTo>
                        <a:pt x="1305" y="254"/>
                      </a:lnTo>
                      <a:lnTo>
                        <a:pt x="1305" y="256"/>
                      </a:lnTo>
                      <a:lnTo>
                        <a:pt x="1303" y="256"/>
                      </a:lnTo>
                      <a:lnTo>
                        <a:pt x="1305" y="254"/>
                      </a:lnTo>
                      <a:lnTo>
                        <a:pt x="1303" y="254"/>
                      </a:lnTo>
                      <a:lnTo>
                        <a:pt x="1303" y="252"/>
                      </a:lnTo>
                      <a:lnTo>
                        <a:pt x="1303" y="254"/>
                      </a:lnTo>
                      <a:lnTo>
                        <a:pt x="1303" y="256"/>
                      </a:lnTo>
                      <a:lnTo>
                        <a:pt x="1301" y="256"/>
                      </a:lnTo>
                      <a:lnTo>
                        <a:pt x="1301" y="254"/>
                      </a:lnTo>
                      <a:lnTo>
                        <a:pt x="1301" y="256"/>
                      </a:lnTo>
                      <a:lnTo>
                        <a:pt x="1299" y="256"/>
                      </a:lnTo>
                      <a:lnTo>
                        <a:pt x="1299" y="254"/>
                      </a:lnTo>
                      <a:lnTo>
                        <a:pt x="1299" y="252"/>
                      </a:lnTo>
                      <a:lnTo>
                        <a:pt x="1301" y="252"/>
                      </a:lnTo>
                      <a:lnTo>
                        <a:pt x="1299" y="252"/>
                      </a:lnTo>
                      <a:lnTo>
                        <a:pt x="1301" y="252"/>
                      </a:lnTo>
                      <a:lnTo>
                        <a:pt x="1301" y="250"/>
                      </a:lnTo>
                      <a:lnTo>
                        <a:pt x="1301" y="249"/>
                      </a:lnTo>
                      <a:lnTo>
                        <a:pt x="1301" y="247"/>
                      </a:lnTo>
                      <a:lnTo>
                        <a:pt x="1301" y="249"/>
                      </a:lnTo>
                      <a:lnTo>
                        <a:pt x="1301" y="250"/>
                      </a:lnTo>
                      <a:lnTo>
                        <a:pt x="1301" y="252"/>
                      </a:lnTo>
                      <a:lnTo>
                        <a:pt x="1299" y="250"/>
                      </a:lnTo>
                      <a:lnTo>
                        <a:pt x="1299" y="252"/>
                      </a:lnTo>
                      <a:lnTo>
                        <a:pt x="1299" y="254"/>
                      </a:lnTo>
                      <a:lnTo>
                        <a:pt x="1299" y="256"/>
                      </a:lnTo>
                      <a:lnTo>
                        <a:pt x="1297" y="256"/>
                      </a:lnTo>
                      <a:lnTo>
                        <a:pt x="1296" y="256"/>
                      </a:lnTo>
                      <a:lnTo>
                        <a:pt x="1297" y="256"/>
                      </a:lnTo>
                      <a:lnTo>
                        <a:pt x="1296" y="256"/>
                      </a:lnTo>
                      <a:lnTo>
                        <a:pt x="1297" y="254"/>
                      </a:lnTo>
                      <a:lnTo>
                        <a:pt x="1296" y="254"/>
                      </a:lnTo>
                      <a:lnTo>
                        <a:pt x="1297" y="254"/>
                      </a:lnTo>
                      <a:lnTo>
                        <a:pt x="1296" y="256"/>
                      </a:lnTo>
                      <a:lnTo>
                        <a:pt x="1297" y="256"/>
                      </a:lnTo>
                      <a:lnTo>
                        <a:pt x="1297" y="258"/>
                      </a:lnTo>
                      <a:lnTo>
                        <a:pt x="1296" y="258"/>
                      </a:lnTo>
                      <a:lnTo>
                        <a:pt x="1296" y="256"/>
                      </a:lnTo>
                      <a:lnTo>
                        <a:pt x="1294" y="256"/>
                      </a:lnTo>
                      <a:lnTo>
                        <a:pt x="1294" y="254"/>
                      </a:lnTo>
                      <a:lnTo>
                        <a:pt x="1296" y="254"/>
                      </a:lnTo>
                      <a:lnTo>
                        <a:pt x="1296" y="252"/>
                      </a:lnTo>
                      <a:lnTo>
                        <a:pt x="1296" y="254"/>
                      </a:lnTo>
                      <a:lnTo>
                        <a:pt x="1296" y="252"/>
                      </a:lnTo>
                      <a:lnTo>
                        <a:pt x="1296" y="254"/>
                      </a:lnTo>
                      <a:lnTo>
                        <a:pt x="1294" y="254"/>
                      </a:lnTo>
                      <a:lnTo>
                        <a:pt x="1294" y="252"/>
                      </a:lnTo>
                      <a:lnTo>
                        <a:pt x="1296" y="252"/>
                      </a:lnTo>
                      <a:lnTo>
                        <a:pt x="1296" y="250"/>
                      </a:lnTo>
                      <a:lnTo>
                        <a:pt x="1296" y="252"/>
                      </a:lnTo>
                      <a:lnTo>
                        <a:pt x="1296" y="250"/>
                      </a:lnTo>
                      <a:lnTo>
                        <a:pt x="1296" y="252"/>
                      </a:lnTo>
                      <a:lnTo>
                        <a:pt x="1296" y="250"/>
                      </a:lnTo>
                      <a:lnTo>
                        <a:pt x="1296" y="252"/>
                      </a:lnTo>
                      <a:lnTo>
                        <a:pt x="1294" y="252"/>
                      </a:lnTo>
                      <a:lnTo>
                        <a:pt x="1294" y="254"/>
                      </a:lnTo>
                      <a:lnTo>
                        <a:pt x="1294" y="252"/>
                      </a:lnTo>
                      <a:lnTo>
                        <a:pt x="1292" y="252"/>
                      </a:lnTo>
                      <a:lnTo>
                        <a:pt x="1294" y="252"/>
                      </a:lnTo>
                      <a:lnTo>
                        <a:pt x="1294" y="254"/>
                      </a:lnTo>
                      <a:lnTo>
                        <a:pt x="1292" y="254"/>
                      </a:lnTo>
                      <a:lnTo>
                        <a:pt x="1290" y="252"/>
                      </a:lnTo>
                      <a:lnTo>
                        <a:pt x="1292" y="252"/>
                      </a:lnTo>
                      <a:lnTo>
                        <a:pt x="1290" y="252"/>
                      </a:lnTo>
                      <a:lnTo>
                        <a:pt x="1292" y="252"/>
                      </a:lnTo>
                      <a:lnTo>
                        <a:pt x="1292" y="250"/>
                      </a:lnTo>
                      <a:lnTo>
                        <a:pt x="1292" y="252"/>
                      </a:lnTo>
                      <a:lnTo>
                        <a:pt x="1292" y="250"/>
                      </a:lnTo>
                      <a:lnTo>
                        <a:pt x="1294" y="250"/>
                      </a:lnTo>
                      <a:lnTo>
                        <a:pt x="1292" y="250"/>
                      </a:lnTo>
                      <a:lnTo>
                        <a:pt x="1292" y="249"/>
                      </a:lnTo>
                      <a:lnTo>
                        <a:pt x="1292" y="250"/>
                      </a:lnTo>
                      <a:lnTo>
                        <a:pt x="1294" y="250"/>
                      </a:lnTo>
                      <a:lnTo>
                        <a:pt x="1292" y="250"/>
                      </a:lnTo>
                      <a:lnTo>
                        <a:pt x="1292" y="252"/>
                      </a:lnTo>
                      <a:lnTo>
                        <a:pt x="1292" y="250"/>
                      </a:lnTo>
                      <a:lnTo>
                        <a:pt x="1292" y="252"/>
                      </a:lnTo>
                      <a:lnTo>
                        <a:pt x="1290" y="252"/>
                      </a:lnTo>
                      <a:lnTo>
                        <a:pt x="1290" y="250"/>
                      </a:lnTo>
                      <a:lnTo>
                        <a:pt x="1292" y="250"/>
                      </a:lnTo>
                      <a:lnTo>
                        <a:pt x="1290" y="250"/>
                      </a:lnTo>
                      <a:lnTo>
                        <a:pt x="1292" y="250"/>
                      </a:lnTo>
                      <a:lnTo>
                        <a:pt x="1290" y="250"/>
                      </a:lnTo>
                      <a:lnTo>
                        <a:pt x="1290" y="252"/>
                      </a:lnTo>
                      <a:lnTo>
                        <a:pt x="1292" y="252"/>
                      </a:lnTo>
                      <a:lnTo>
                        <a:pt x="1290" y="252"/>
                      </a:lnTo>
                      <a:lnTo>
                        <a:pt x="1290" y="254"/>
                      </a:lnTo>
                      <a:lnTo>
                        <a:pt x="1292" y="254"/>
                      </a:lnTo>
                      <a:lnTo>
                        <a:pt x="1292" y="256"/>
                      </a:lnTo>
                      <a:lnTo>
                        <a:pt x="1290" y="256"/>
                      </a:lnTo>
                      <a:lnTo>
                        <a:pt x="1290" y="258"/>
                      </a:lnTo>
                      <a:lnTo>
                        <a:pt x="1288" y="258"/>
                      </a:lnTo>
                      <a:lnTo>
                        <a:pt x="1286" y="258"/>
                      </a:lnTo>
                      <a:lnTo>
                        <a:pt x="1286" y="256"/>
                      </a:lnTo>
                      <a:lnTo>
                        <a:pt x="1285" y="256"/>
                      </a:lnTo>
                      <a:lnTo>
                        <a:pt x="1283" y="254"/>
                      </a:lnTo>
                      <a:lnTo>
                        <a:pt x="1283" y="256"/>
                      </a:lnTo>
                      <a:lnTo>
                        <a:pt x="1283" y="254"/>
                      </a:lnTo>
                      <a:lnTo>
                        <a:pt x="1281" y="256"/>
                      </a:lnTo>
                      <a:lnTo>
                        <a:pt x="1279" y="256"/>
                      </a:lnTo>
                      <a:lnTo>
                        <a:pt x="1279" y="254"/>
                      </a:lnTo>
                      <a:lnTo>
                        <a:pt x="1277" y="254"/>
                      </a:lnTo>
                      <a:lnTo>
                        <a:pt x="1279" y="254"/>
                      </a:lnTo>
                      <a:lnTo>
                        <a:pt x="1279" y="252"/>
                      </a:lnTo>
                      <a:lnTo>
                        <a:pt x="1281" y="252"/>
                      </a:lnTo>
                      <a:lnTo>
                        <a:pt x="1281" y="250"/>
                      </a:lnTo>
                      <a:lnTo>
                        <a:pt x="1281" y="249"/>
                      </a:lnTo>
                      <a:lnTo>
                        <a:pt x="1283" y="249"/>
                      </a:lnTo>
                      <a:lnTo>
                        <a:pt x="1283" y="247"/>
                      </a:lnTo>
                      <a:lnTo>
                        <a:pt x="1283" y="249"/>
                      </a:lnTo>
                      <a:lnTo>
                        <a:pt x="1285" y="249"/>
                      </a:lnTo>
                      <a:lnTo>
                        <a:pt x="1285" y="247"/>
                      </a:lnTo>
                      <a:lnTo>
                        <a:pt x="1286" y="247"/>
                      </a:lnTo>
                      <a:lnTo>
                        <a:pt x="1286" y="245"/>
                      </a:lnTo>
                      <a:lnTo>
                        <a:pt x="1288" y="245"/>
                      </a:lnTo>
                      <a:lnTo>
                        <a:pt x="1288" y="243"/>
                      </a:lnTo>
                      <a:lnTo>
                        <a:pt x="1288" y="241"/>
                      </a:lnTo>
                      <a:lnTo>
                        <a:pt x="1290" y="241"/>
                      </a:lnTo>
                      <a:lnTo>
                        <a:pt x="1288" y="241"/>
                      </a:lnTo>
                      <a:lnTo>
                        <a:pt x="1288" y="239"/>
                      </a:lnTo>
                      <a:lnTo>
                        <a:pt x="1290" y="239"/>
                      </a:lnTo>
                      <a:lnTo>
                        <a:pt x="1290" y="238"/>
                      </a:lnTo>
                      <a:lnTo>
                        <a:pt x="1290" y="239"/>
                      </a:lnTo>
                      <a:lnTo>
                        <a:pt x="1290" y="238"/>
                      </a:lnTo>
                      <a:lnTo>
                        <a:pt x="1290" y="236"/>
                      </a:lnTo>
                      <a:lnTo>
                        <a:pt x="1292" y="236"/>
                      </a:lnTo>
                      <a:lnTo>
                        <a:pt x="1290" y="236"/>
                      </a:lnTo>
                      <a:lnTo>
                        <a:pt x="1290" y="234"/>
                      </a:lnTo>
                      <a:lnTo>
                        <a:pt x="1288" y="234"/>
                      </a:lnTo>
                      <a:lnTo>
                        <a:pt x="1288" y="232"/>
                      </a:lnTo>
                      <a:lnTo>
                        <a:pt x="1290" y="232"/>
                      </a:lnTo>
                      <a:lnTo>
                        <a:pt x="1292" y="232"/>
                      </a:lnTo>
                      <a:lnTo>
                        <a:pt x="1292" y="230"/>
                      </a:lnTo>
                      <a:lnTo>
                        <a:pt x="1294" y="230"/>
                      </a:lnTo>
                      <a:lnTo>
                        <a:pt x="1296" y="230"/>
                      </a:lnTo>
                      <a:lnTo>
                        <a:pt x="1297" y="230"/>
                      </a:lnTo>
                      <a:lnTo>
                        <a:pt x="1297" y="229"/>
                      </a:lnTo>
                      <a:lnTo>
                        <a:pt x="1299" y="229"/>
                      </a:lnTo>
                      <a:lnTo>
                        <a:pt x="1299" y="230"/>
                      </a:lnTo>
                      <a:lnTo>
                        <a:pt x="1297" y="230"/>
                      </a:lnTo>
                      <a:lnTo>
                        <a:pt x="1299" y="230"/>
                      </a:lnTo>
                      <a:lnTo>
                        <a:pt x="1301" y="230"/>
                      </a:lnTo>
                      <a:lnTo>
                        <a:pt x="1303" y="230"/>
                      </a:lnTo>
                      <a:lnTo>
                        <a:pt x="1305" y="230"/>
                      </a:lnTo>
                      <a:lnTo>
                        <a:pt x="1305" y="229"/>
                      </a:lnTo>
                      <a:lnTo>
                        <a:pt x="1305" y="230"/>
                      </a:lnTo>
                      <a:lnTo>
                        <a:pt x="1305" y="229"/>
                      </a:lnTo>
                      <a:lnTo>
                        <a:pt x="1307" y="229"/>
                      </a:lnTo>
                      <a:lnTo>
                        <a:pt x="1308" y="229"/>
                      </a:lnTo>
                      <a:lnTo>
                        <a:pt x="1310" y="229"/>
                      </a:lnTo>
                      <a:lnTo>
                        <a:pt x="1312" y="229"/>
                      </a:lnTo>
                      <a:lnTo>
                        <a:pt x="1312" y="227"/>
                      </a:lnTo>
                      <a:lnTo>
                        <a:pt x="1314" y="227"/>
                      </a:lnTo>
                      <a:lnTo>
                        <a:pt x="1314" y="225"/>
                      </a:lnTo>
                      <a:lnTo>
                        <a:pt x="1316" y="225"/>
                      </a:lnTo>
                      <a:lnTo>
                        <a:pt x="1316" y="223"/>
                      </a:lnTo>
                      <a:lnTo>
                        <a:pt x="1317" y="223"/>
                      </a:lnTo>
                      <a:lnTo>
                        <a:pt x="1319" y="223"/>
                      </a:lnTo>
                      <a:lnTo>
                        <a:pt x="1319" y="221"/>
                      </a:lnTo>
                      <a:lnTo>
                        <a:pt x="1319" y="219"/>
                      </a:lnTo>
                      <a:lnTo>
                        <a:pt x="1321" y="219"/>
                      </a:lnTo>
                      <a:lnTo>
                        <a:pt x="1323" y="218"/>
                      </a:lnTo>
                      <a:lnTo>
                        <a:pt x="1325" y="218"/>
                      </a:lnTo>
                      <a:lnTo>
                        <a:pt x="1327" y="218"/>
                      </a:lnTo>
                      <a:lnTo>
                        <a:pt x="1328" y="218"/>
                      </a:lnTo>
                      <a:lnTo>
                        <a:pt x="1328" y="216"/>
                      </a:lnTo>
                      <a:lnTo>
                        <a:pt x="1330" y="216"/>
                      </a:lnTo>
                      <a:lnTo>
                        <a:pt x="1332" y="216"/>
                      </a:lnTo>
                      <a:lnTo>
                        <a:pt x="1334" y="216"/>
                      </a:lnTo>
                      <a:lnTo>
                        <a:pt x="1336" y="216"/>
                      </a:lnTo>
                      <a:lnTo>
                        <a:pt x="1338" y="216"/>
                      </a:lnTo>
                      <a:lnTo>
                        <a:pt x="1339" y="216"/>
                      </a:lnTo>
                      <a:lnTo>
                        <a:pt x="1341" y="216"/>
                      </a:lnTo>
                      <a:lnTo>
                        <a:pt x="1341" y="218"/>
                      </a:lnTo>
                      <a:lnTo>
                        <a:pt x="1343" y="218"/>
                      </a:lnTo>
                      <a:lnTo>
                        <a:pt x="1345" y="218"/>
                      </a:lnTo>
                      <a:lnTo>
                        <a:pt x="1345" y="219"/>
                      </a:lnTo>
                      <a:lnTo>
                        <a:pt x="1347" y="219"/>
                      </a:lnTo>
                      <a:lnTo>
                        <a:pt x="1348" y="219"/>
                      </a:lnTo>
                      <a:lnTo>
                        <a:pt x="1350" y="219"/>
                      </a:lnTo>
                      <a:lnTo>
                        <a:pt x="1350" y="221"/>
                      </a:lnTo>
                      <a:lnTo>
                        <a:pt x="1352" y="221"/>
                      </a:lnTo>
                      <a:lnTo>
                        <a:pt x="1354" y="221"/>
                      </a:lnTo>
                      <a:lnTo>
                        <a:pt x="1354" y="223"/>
                      </a:lnTo>
                      <a:lnTo>
                        <a:pt x="1356" y="223"/>
                      </a:lnTo>
                      <a:lnTo>
                        <a:pt x="1358" y="223"/>
                      </a:lnTo>
                      <a:lnTo>
                        <a:pt x="1358" y="225"/>
                      </a:lnTo>
                      <a:lnTo>
                        <a:pt x="1359" y="225"/>
                      </a:lnTo>
                      <a:lnTo>
                        <a:pt x="1361" y="225"/>
                      </a:lnTo>
                      <a:lnTo>
                        <a:pt x="1361" y="227"/>
                      </a:lnTo>
                      <a:lnTo>
                        <a:pt x="1363" y="227"/>
                      </a:lnTo>
                      <a:lnTo>
                        <a:pt x="1363" y="229"/>
                      </a:lnTo>
                      <a:lnTo>
                        <a:pt x="1365" y="229"/>
                      </a:lnTo>
                      <a:lnTo>
                        <a:pt x="1365" y="230"/>
                      </a:lnTo>
                      <a:lnTo>
                        <a:pt x="1367" y="230"/>
                      </a:lnTo>
                      <a:lnTo>
                        <a:pt x="1367" y="229"/>
                      </a:lnTo>
                      <a:lnTo>
                        <a:pt x="1369" y="230"/>
                      </a:lnTo>
                      <a:lnTo>
                        <a:pt x="1370" y="230"/>
                      </a:lnTo>
                      <a:lnTo>
                        <a:pt x="1372" y="230"/>
                      </a:lnTo>
                      <a:lnTo>
                        <a:pt x="1372" y="229"/>
                      </a:lnTo>
                      <a:lnTo>
                        <a:pt x="1374" y="229"/>
                      </a:lnTo>
                      <a:lnTo>
                        <a:pt x="1374" y="230"/>
                      </a:lnTo>
                      <a:lnTo>
                        <a:pt x="1374" y="229"/>
                      </a:lnTo>
                      <a:lnTo>
                        <a:pt x="1376" y="229"/>
                      </a:lnTo>
                      <a:lnTo>
                        <a:pt x="1378" y="230"/>
                      </a:lnTo>
                      <a:lnTo>
                        <a:pt x="1378" y="229"/>
                      </a:lnTo>
                      <a:lnTo>
                        <a:pt x="1380" y="229"/>
                      </a:lnTo>
                      <a:lnTo>
                        <a:pt x="1381" y="230"/>
                      </a:lnTo>
                      <a:lnTo>
                        <a:pt x="1381" y="229"/>
                      </a:lnTo>
                      <a:lnTo>
                        <a:pt x="1383" y="229"/>
                      </a:lnTo>
                      <a:lnTo>
                        <a:pt x="1385" y="229"/>
                      </a:lnTo>
                      <a:lnTo>
                        <a:pt x="1387" y="229"/>
                      </a:lnTo>
                      <a:lnTo>
                        <a:pt x="1387" y="230"/>
                      </a:lnTo>
                      <a:lnTo>
                        <a:pt x="1389" y="230"/>
                      </a:lnTo>
                      <a:lnTo>
                        <a:pt x="1389" y="232"/>
                      </a:lnTo>
                      <a:lnTo>
                        <a:pt x="1390" y="232"/>
                      </a:lnTo>
                      <a:lnTo>
                        <a:pt x="1390" y="234"/>
                      </a:lnTo>
                      <a:lnTo>
                        <a:pt x="1392" y="234"/>
                      </a:lnTo>
                      <a:lnTo>
                        <a:pt x="1390" y="234"/>
                      </a:lnTo>
                      <a:lnTo>
                        <a:pt x="1389" y="234"/>
                      </a:lnTo>
                      <a:lnTo>
                        <a:pt x="1389" y="236"/>
                      </a:lnTo>
                      <a:lnTo>
                        <a:pt x="1389" y="238"/>
                      </a:lnTo>
                      <a:lnTo>
                        <a:pt x="1389" y="239"/>
                      </a:lnTo>
                      <a:lnTo>
                        <a:pt x="1390" y="239"/>
                      </a:lnTo>
                      <a:lnTo>
                        <a:pt x="1390" y="241"/>
                      </a:lnTo>
                      <a:lnTo>
                        <a:pt x="1390" y="243"/>
                      </a:lnTo>
                      <a:lnTo>
                        <a:pt x="1392" y="243"/>
                      </a:lnTo>
                      <a:lnTo>
                        <a:pt x="1392" y="245"/>
                      </a:lnTo>
                      <a:lnTo>
                        <a:pt x="1394" y="245"/>
                      </a:lnTo>
                      <a:lnTo>
                        <a:pt x="1394" y="247"/>
                      </a:lnTo>
                      <a:lnTo>
                        <a:pt x="1396" y="249"/>
                      </a:lnTo>
                      <a:lnTo>
                        <a:pt x="1396" y="250"/>
                      </a:lnTo>
                      <a:lnTo>
                        <a:pt x="1398" y="250"/>
                      </a:lnTo>
                      <a:lnTo>
                        <a:pt x="1398" y="252"/>
                      </a:lnTo>
                      <a:lnTo>
                        <a:pt x="1398" y="250"/>
                      </a:lnTo>
                      <a:lnTo>
                        <a:pt x="1396" y="252"/>
                      </a:lnTo>
                      <a:lnTo>
                        <a:pt x="1396" y="254"/>
                      </a:lnTo>
                      <a:lnTo>
                        <a:pt x="1394" y="256"/>
                      </a:lnTo>
                      <a:lnTo>
                        <a:pt x="1396" y="256"/>
                      </a:lnTo>
                      <a:lnTo>
                        <a:pt x="1396" y="258"/>
                      </a:lnTo>
                      <a:lnTo>
                        <a:pt x="1394" y="258"/>
                      </a:lnTo>
                      <a:lnTo>
                        <a:pt x="1394" y="260"/>
                      </a:lnTo>
                      <a:lnTo>
                        <a:pt x="1392" y="260"/>
                      </a:lnTo>
                      <a:lnTo>
                        <a:pt x="1392" y="261"/>
                      </a:lnTo>
                      <a:lnTo>
                        <a:pt x="1390" y="261"/>
                      </a:lnTo>
                      <a:lnTo>
                        <a:pt x="1390" y="263"/>
                      </a:lnTo>
                      <a:lnTo>
                        <a:pt x="1390" y="265"/>
                      </a:lnTo>
                      <a:lnTo>
                        <a:pt x="1390" y="267"/>
                      </a:lnTo>
                      <a:lnTo>
                        <a:pt x="1390" y="269"/>
                      </a:lnTo>
                      <a:lnTo>
                        <a:pt x="1392" y="269"/>
                      </a:lnTo>
                      <a:lnTo>
                        <a:pt x="1390" y="269"/>
                      </a:lnTo>
                      <a:lnTo>
                        <a:pt x="1390" y="271"/>
                      </a:lnTo>
                      <a:lnTo>
                        <a:pt x="1392" y="271"/>
                      </a:lnTo>
                      <a:lnTo>
                        <a:pt x="1392" y="272"/>
                      </a:lnTo>
                      <a:lnTo>
                        <a:pt x="1392" y="274"/>
                      </a:lnTo>
                      <a:lnTo>
                        <a:pt x="1392" y="272"/>
                      </a:lnTo>
                      <a:lnTo>
                        <a:pt x="1392" y="274"/>
                      </a:lnTo>
                      <a:lnTo>
                        <a:pt x="1392" y="276"/>
                      </a:lnTo>
                      <a:lnTo>
                        <a:pt x="1390" y="276"/>
                      </a:lnTo>
                      <a:lnTo>
                        <a:pt x="1392" y="276"/>
                      </a:lnTo>
                      <a:lnTo>
                        <a:pt x="1390" y="278"/>
                      </a:lnTo>
                      <a:lnTo>
                        <a:pt x="1392" y="278"/>
                      </a:lnTo>
                      <a:lnTo>
                        <a:pt x="1392" y="280"/>
                      </a:lnTo>
                      <a:lnTo>
                        <a:pt x="1392" y="282"/>
                      </a:lnTo>
                      <a:lnTo>
                        <a:pt x="1392" y="280"/>
                      </a:lnTo>
                      <a:lnTo>
                        <a:pt x="1392" y="282"/>
                      </a:lnTo>
                      <a:lnTo>
                        <a:pt x="1392" y="283"/>
                      </a:lnTo>
                      <a:lnTo>
                        <a:pt x="1394" y="283"/>
                      </a:lnTo>
                      <a:lnTo>
                        <a:pt x="1392" y="283"/>
                      </a:lnTo>
                      <a:lnTo>
                        <a:pt x="1392" y="285"/>
                      </a:lnTo>
                      <a:lnTo>
                        <a:pt x="1394" y="285"/>
                      </a:lnTo>
                      <a:lnTo>
                        <a:pt x="1394" y="287"/>
                      </a:lnTo>
                      <a:lnTo>
                        <a:pt x="1394" y="289"/>
                      </a:lnTo>
                      <a:lnTo>
                        <a:pt x="1396" y="289"/>
                      </a:lnTo>
                      <a:lnTo>
                        <a:pt x="1396" y="291"/>
                      </a:lnTo>
                      <a:lnTo>
                        <a:pt x="1398" y="291"/>
                      </a:lnTo>
                      <a:lnTo>
                        <a:pt x="1396" y="291"/>
                      </a:lnTo>
                      <a:lnTo>
                        <a:pt x="1398" y="291"/>
                      </a:lnTo>
                      <a:lnTo>
                        <a:pt x="1398" y="292"/>
                      </a:lnTo>
                      <a:lnTo>
                        <a:pt x="1400" y="292"/>
                      </a:lnTo>
                      <a:lnTo>
                        <a:pt x="1398" y="292"/>
                      </a:lnTo>
                      <a:lnTo>
                        <a:pt x="1400" y="292"/>
                      </a:lnTo>
                      <a:lnTo>
                        <a:pt x="1400" y="294"/>
                      </a:lnTo>
                      <a:lnTo>
                        <a:pt x="1400" y="296"/>
                      </a:lnTo>
                      <a:lnTo>
                        <a:pt x="1400" y="298"/>
                      </a:lnTo>
                      <a:lnTo>
                        <a:pt x="1400" y="296"/>
                      </a:lnTo>
                      <a:lnTo>
                        <a:pt x="1400" y="298"/>
                      </a:lnTo>
                      <a:lnTo>
                        <a:pt x="1401" y="298"/>
                      </a:lnTo>
                      <a:lnTo>
                        <a:pt x="1401" y="300"/>
                      </a:lnTo>
                      <a:lnTo>
                        <a:pt x="1401" y="302"/>
                      </a:lnTo>
                      <a:lnTo>
                        <a:pt x="1403" y="302"/>
                      </a:lnTo>
                      <a:lnTo>
                        <a:pt x="1403" y="303"/>
                      </a:lnTo>
                      <a:lnTo>
                        <a:pt x="1403" y="305"/>
                      </a:lnTo>
                      <a:lnTo>
                        <a:pt x="1405" y="305"/>
                      </a:lnTo>
                      <a:lnTo>
                        <a:pt x="1407" y="305"/>
                      </a:lnTo>
                      <a:lnTo>
                        <a:pt x="1407" y="303"/>
                      </a:lnTo>
                      <a:lnTo>
                        <a:pt x="1407" y="302"/>
                      </a:lnTo>
                      <a:lnTo>
                        <a:pt x="1405" y="302"/>
                      </a:lnTo>
                      <a:lnTo>
                        <a:pt x="1405" y="300"/>
                      </a:lnTo>
                      <a:lnTo>
                        <a:pt x="1405" y="298"/>
                      </a:lnTo>
                      <a:lnTo>
                        <a:pt x="1405" y="296"/>
                      </a:lnTo>
                      <a:lnTo>
                        <a:pt x="1403" y="296"/>
                      </a:lnTo>
                      <a:lnTo>
                        <a:pt x="1403" y="294"/>
                      </a:lnTo>
                      <a:lnTo>
                        <a:pt x="1405" y="294"/>
                      </a:lnTo>
                      <a:lnTo>
                        <a:pt x="1403" y="294"/>
                      </a:lnTo>
                      <a:lnTo>
                        <a:pt x="1405" y="294"/>
                      </a:lnTo>
                      <a:lnTo>
                        <a:pt x="1405" y="292"/>
                      </a:lnTo>
                      <a:lnTo>
                        <a:pt x="1407" y="292"/>
                      </a:lnTo>
                      <a:lnTo>
                        <a:pt x="1409" y="292"/>
                      </a:lnTo>
                      <a:lnTo>
                        <a:pt x="1407" y="292"/>
                      </a:lnTo>
                      <a:lnTo>
                        <a:pt x="1405" y="292"/>
                      </a:lnTo>
                      <a:lnTo>
                        <a:pt x="1407" y="292"/>
                      </a:lnTo>
                      <a:lnTo>
                        <a:pt x="1407" y="291"/>
                      </a:lnTo>
                      <a:lnTo>
                        <a:pt x="1407" y="292"/>
                      </a:lnTo>
                      <a:lnTo>
                        <a:pt x="1407" y="291"/>
                      </a:lnTo>
                      <a:lnTo>
                        <a:pt x="1409" y="291"/>
                      </a:lnTo>
                      <a:lnTo>
                        <a:pt x="1409" y="292"/>
                      </a:lnTo>
                      <a:lnTo>
                        <a:pt x="1411" y="292"/>
                      </a:lnTo>
                      <a:lnTo>
                        <a:pt x="1411" y="294"/>
                      </a:lnTo>
                      <a:lnTo>
                        <a:pt x="1411" y="296"/>
                      </a:lnTo>
                      <a:lnTo>
                        <a:pt x="1411" y="298"/>
                      </a:lnTo>
                      <a:lnTo>
                        <a:pt x="1411" y="300"/>
                      </a:lnTo>
                      <a:lnTo>
                        <a:pt x="1411" y="302"/>
                      </a:lnTo>
                      <a:lnTo>
                        <a:pt x="1411" y="303"/>
                      </a:lnTo>
                      <a:lnTo>
                        <a:pt x="1412" y="303"/>
                      </a:lnTo>
                      <a:lnTo>
                        <a:pt x="1411" y="303"/>
                      </a:lnTo>
                      <a:lnTo>
                        <a:pt x="1411" y="305"/>
                      </a:lnTo>
                      <a:lnTo>
                        <a:pt x="1412" y="305"/>
                      </a:lnTo>
                      <a:lnTo>
                        <a:pt x="1412" y="307"/>
                      </a:lnTo>
                      <a:lnTo>
                        <a:pt x="1412" y="309"/>
                      </a:lnTo>
                      <a:lnTo>
                        <a:pt x="1414" y="309"/>
                      </a:lnTo>
                      <a:lnTo>
                        <a:pt x="1414" y="311"/>
                      </a:lnTo>
                      <a:lnTo>
                        <a:pt x="1416" y="311"/>
                      </a:lnTo>
                      <a:lnTo>
                        <a:pt x="1416" y="309"/>
                      </a:lnTo>
                      <a:lnTo>
                        <a:pt x="1416" y="307"/>
                      </a:lnTo>
                      <a:lnTo>
                        <a:pt x="1418" y="307"/>
                      </a:lnTo>
                      <a:lnTo>
                        <a:pt x="1418" y="305"/>
                      </a:lnTo>
                      <a:lnTo>
                        <a:pt x="1418" y="307"/>
                      </a:lnTo>
                      <a:lnTo>
                        <a:pt x="1418" y="309"/>
                      </a:lnTo>
                      <a:lnTo>
                        <a:pt x="1418" y="311"/>
                      </a:lnTo>
                      <a:lnTo>
                        <a:pt x="1416" y="311"/>
                      </a:lnTo>
                      <a:lnTo>
                        <a:pt x="1416" y="313"/>
                      </a:lnTo>
                      <a:lnTo>
                        <a:pt x="1418" y="313"/>
                      </a:lnTo>
                      <a:lnTo>
                        <a:pt x="1418" y="314"/>
                      </a:lnTo>
                      <a:lnTo>
                        <a:pt x="1416" y="313"/>
                      </a:lnTo>
                      <a:lnTo>
                        <a:pt x="1416" y="314"/>
                      </a:lnTo>
                      <a:lnTo>
                        <a:pt x="1416" y="316"/>
                      </a:lnTo>
                      <a:lnTo>
                        <a:pt x="1416" y="314"/>
                      </a:lnTo>
                      <a:lnTo>
                        <a:pt x="1416" y="316"/>
                      </a:lnTo>
                      <a:lnTo>
                        <a:pt x="1418" y="314"/>
                      </a:lnTo>
                      <a:lnTo>
                        <a:pt x="1418" y="316"/>
                      </a:lnTo>
                      <a:lnTo>
                        <a:pt x="1418" y="318"/>
                      </a:lnTo>
                      <a:lnTo>
                        <a:pt x="1420" y="318"/>
                      </a:lnTo>
                      <a:lnTo>
                        <a:pt x="1418" y="318"/>
                      </a:lnTo>
                      <a:lnTo>
                        <a:pt x="1420" y="318"/>
                      </a:lnTo>
                      <a:lnTo>
                        <a:pt x="1418" y="318"/>
                      </a:lnTo>
                      <a:lnTo>
                        <a:pt x="1418" y="320"/>
                      </a:lnTo>
                      <a:lnTo>
                        <a:pt x="1420" y="320"/>
                      </a:lnTo>
                      <a:lnTo>
                        <a:pt x="1421" y="320"/>
                      </a:lnTo>
                      <a:lnTo>
                        <a:pt x="1420" y="320"/>
                      </a:lnTo>
                      <a:lnTo>
                        <a:pt x="1421" y="320"/>
                      </a:lnTo>
                      <a:lnTo>
                        <a:pt x="1421" y="318"/>
                      </a:lnTo>
                      <a:lnTo>
                        <a:pt x="1421" y="320"/>
                      </a:lnTo>
                      <a:lnTo>
                        <a:pt x="1421" y="322"/>
                      </a:lnTo>
                      <a:lnTo>
                        <a:pt x="1423" y="322"/>
                      </a:lnTo>
                      <a:lnTo>
                        <a:pt x="1423" y="324"/>
                      </a:lnTo>
                      <a:lnTo>
                        <a:pt x="1425" y="322"/>
                      </a:lnTo>
                      <a:lnTo>
                        <a:pt x="1427" y="324"/>
                      </a:lnTo>
                      <a:lnTo>
                        <a:pt x="1429" y="324"/>
                      </a:lnTo>
                      <a:lnTo>
                        <a:pt x="1431" y="324"/>
                      </a:lnTo>
                      <a:lnTo>
                        <a:pt x="1432" y="324"/>
                      </a:lnTo>
                      <a:lnTo>
                        <a:pt x="1434" y="324"/>
                      </a:lnTo>
                      <a:lnTo>
                        <a:pt x="1434" y="325"/>
                      </a:lnTo>
                      <a:lnTo>
                        <a:pt x="1436" y="325"/>
                      </a:lnTo>
                      <a:lnTo>
                        <a:pt x="1436" y="324"/>
                      </a:lnTo>
                      <a:lnTo>
                        <a:pt x="1438" y="324"/>
                      </a:lnTo>
                      <a:lnTo>
                        <a:pt x="1440" y="324"/>
                      </a:lnTo>
                      <a:lnTo>
                        <a:pt x="1442" y="324"/>
                      </a:lnTo>
                      <a:lnTo>
                        <a:pt x="1442" y="322"/>
                      </a:lnTo>
                      <a:lnTo>
                        <a:pt x="1443" y="322"/>
                      </a:lnTo>
                      <a:lnTo>
                        <a:pt x="1443" y="320"/>
                      </a:lnTo>
                      <a:lnTo>
                        <a:pt x="1443" y="318"/>
                      </a:lnTo>
                      <a:lnTo>
                        <a:pt x="1443" y="320"/>
                      </a:lnTo>
                      <a:lnTo>
                        <a:pt x="1443" y="318"/>
                      </a:lnTo>
                      <a:lnTo>
                        <a:pt x="1445" y="318"/>
                      </a:lnTo>
                      <a:lnTo>
                        <a:pt x="1445" y="316"/>
                      </a:lnTo>
                      <a:lnTo>
                        <a:pt x="1447" y="316"/>
                      </a:lnTo>
                      <a:lnTo>
                        <a:pt x="1449" y="316"/>
                      </a:lnTo>
                      <a:lnTo>
                        <a:pt x="1449" y="314"/>
                      </a:lnTo>
                      <a:lnTo>
                        <a:pt x="1451" y="314"/>
                      </a:lnTo>
                      <a:lnTo>
                        <a:pt x="1451" y="313"/>
                      </a:lnTo>
                      <a:lnTo>
                        <a:pt x="1449" y="313"/>
                      </a:lnTo>
                      <a:lnTo>
                        <a:pt x="1451" y="313"/>
                      </a:lnTo>
                      <a:lnTo>
                        <a:pt x="1453" y="313"/>
                      </a:lnTo>
                      <a:lnTo>
                        <a:pt x="1453" y="311"/>
                      </a:lnTo>
                      <a:lnTo>
                        <a:pt x="1453" y="313"/>
                      </a:lnTo>
                      <a:lnTo>
                        <a:pt x="1451" y="313"/>
                      </a:lnTo>
                      <a:lnTo>
                        <a:pt x="1453" y="313"/>
                      </a:lnTo>
                      <a:lnTo>
                        <a:pt x="1451" y="313"/>
                      </a:lnTo>
                      <a:lnTo>
                        <a:pt x="1453" y="313"/>
                      </a:lnTo>
                      <a:lnTo>
                        <a:pt x="1453" y="311"/>
                      </a:lnTo>
                      <a:lnTo>
                        <a:pt x="1454" y="311"/>
                      </a:lnTo>
                      <a:lnTo>
                        <a:pt x="1454" y="309"/>
                      </a:lnTo>
                      <a:lnTo>
                        <a:pt x="1456" y="309"/>
                      </a:lnTo>
                      <a:lnTo>
                        <a:pt x="1458" y="309"/>
                      </a:lnTo>
                      <a:lnTo>
                        <a:pt x="1456" y="309"/>
                      </a:lnTo>
                      <a:lnTo>
                        <a:pt x="1456" y="307"/>
                      </a:lnTo>
                      <a:lnTo>
                        <a:pt x="1458" y="307"/>
                      </a:lnTo>
                      <a:lnTo>
                        <a:pt x="1456" y="307"/>
                      </a:lnTo>
                      <a:lnTo>
                        <a:pt x="1456" y="305"/>
                      </a:lnTo>
                      <a:lnTo>
                        <a:pt x="1458" y="305"/>
                      </a:lnTo>
                      <a:lnTo>
                        <a:pt x="1458" y="303"/>
                      </a:lnTo>
                      <a:lnTo>
                        <a:pt x="1458" y="302"/>
                      </a:lnTo>
                      <a:lnTo>
                        <a:pt x="1460" y="300"/>
                      </a:lnTo>
                      <a:lnTo>
                        <a:pt x="1462" y="300"/>
                      </a:lnTo>
                      <a:lnTo>
                        <a:pt x="1462" y="302"/>
                      </a:lnTo>
                      <a:lnTo>
                        <a:pt x="1463" y="302"/>
                      </a:lnTo>
                      <a:lnTo>
                        <a:pt x="1462" y="302"/>
                      </a:lnTo>
                      <a:lnTo>
                        <a:pt x="1462" y="300"/>
                      </a:lnTo>
                      <a:lnTo>
                        <a:pt x="1462" y="298"/>
                      </a:lnTo>
                      <a:lnTo>
                        <a:pt x="1463" y="298"/>
                      </a:lnTo>
                      <a:lnTo>
                        <a:pt x="1465" y="298"/>
                      </a:lnTo>
                      <a:lnTo>
                        <a:pt x="1467" y="298"/>
                      </a:lnTo>
                      <a:lnTo>
                        <a:pt x="1467" y="296"/>
                      </a:lnTo>
                      <a:lnTo>
                        <a:pt x="1469" y="294"/>
                      </a:lnTo>
                      <a:lnTo>
                        <a:pt x="1469" y="292"/>
                      </a:lnTo>
                      <a:lnTo>
                        <a:pt x="1469" y="291"/>
                      </a:lnTo>
                      <a:lnTo>
                        <a:pt x="1469" y="289"/>
                      </a:lnTo>
                      <a:lnTo>
                        <a:pt x="1471" y="289"/>
                      </a:lnTo>
                      <a:lnTo>
                        <a:pt x="1469" y="289"/>
                      </a:lnTo>
                      <a:lnTo>
                        <a:pt x="1471" y="289"/>
                      </a:lnTo>
                      <a:lnTo>
                        <a:pt x="1471" y="287"/>
                      </a:lnTo>
                      <a:lnTo>
                        <a:pt x="1471" y="289"/>
                      </a:lnTo>
                      <a:lnTo>
                        <a:pt x="1471" y="287"/>
                      </a:lnTo>
                      <a:lnTo>
                        <a:pt x="1471" y="285"/>
                      </a:lnTo>
                      <a:lnTo>
                        <a:pt x="1471" y="283"/>
                      </a:lnTo>
                      <a:lnTo>
                        <a:pt x="1473" y="283"/>
                      </a:lnTo>
                      <a:lnTo>
                        <a:pt x="1473" y="282"/>
                      </a:lnTo>
                      <a:lnTo>
                        <a:pt x="1474" y="282"/>
                      </a:lnTo>
                      <a:lnTo>
                        <a:pt x="1476" y="282"/>
                      </a:lnTo>
                      <a:lnTo>
                        <a:pt x="1478" y="282"/>
                      </a:lnTo>
                      <a:lnTo>
                        <a:pt x="1478" y="283"/>
                      </a:lnTo>
                      <a:lnTo>
                        <a:pt x="1478" y="282"/>
                      </a:lnTo>
                      <a:lnTo>
                        <a:pt x="1480" y="282"/>
                      </a:lnTo>
                      <a:lnTo>
                        <a:pt x="1480" y="283"/>
                      </a:lnTo>
                      <a:lnTo>
                        <a:pt x="1480" y="285"/>
                      </a:lnTo>
                      <a:lnTo>
                        <a:pt x="1480" y="283"/>
                      </a:lnTo>
                      <a:lnTo>
                        <a:pt x="1482" y="283"/>
                      </a:lnTo>
                      <a:lnTo>
                        <a:pt x="1484" y="283"/>
                      </a:lnTo>
                      <a:lnTo>
                        <a:pt x="1482" y="283"/>
                      </a:lnTo>
                      <a:lnTo>
                        <a:pt x="1482" y="285"/>
                      </a:lnTo>
                      <a:lnTo>
                        <a:pt x="1484" y="285"/>
                      </a:lnTo>
                      <a:lnTo>
                        <a:pt x="1482" y="285"/>
                      </a:lnTo>
                      <a:lnTo>
                        <a:pt x="1482" y="283"/>
                      </a:lnTo>
                      <a:lnTo>
                        <a:pt x="1484" y="283"/>
                      </a:lnTo>
                      <a:lnTo>
                        <a:pt x="1485" y="283"/>
                      </a:lnTo>
                      <a:lnTo>
                        <a:pt x="1485" y="285"/>
                      </a:lnTo>
                      <a:lnTo>
                        <a:pt x="1485" y="283"/>
                      </a:lnTo>
                      <a:lnTo>
                        <a:pt x="1487" y="283"/>
                      </a:lnTo>
                      <a:lnTo>
                        <a:pt x="1487" y="282"/>
                      </a:lnTo>
                      <a:lnTo>
                        <a:pt x="1487" y="283"/>
                      </a:lnTo>
                      <a:lnTo>
                        <a:pt x="1489" y="283"/>
                      </a:lnTo>
                      <a:lnTo>
                        <a:pt x="1487" y="283"/>
                      </a:lnTo>
                      <a:lnTo>
                        <a:pt x="1489" y="283"/>
                      </a:lnTo>
                      <a:lnTo>
                        <a:pt x="1489" y="282"/>
                      </a:lnTo>
                      <a:lnTo>
                        <a:pt x="1487" y="282"/>
                      </a:lnTo>
                      <a:lnTo>
                        <a:pt x="1489" y="282"/>
                      </a:lnTo>
                      <a:lnTo>
                        <a:pt x="1487" y="282"/>
                      </a:lnTo>
                      <a:lnTo>
                        <a:pt x="1489" y="282"/>
                      </a:lnTo>
                      <a:lnTo>
                        <a:pt x="1491" y="282"/>
                      </a:lnTo>
                      <a:lnTo>
                        <a:pt x="1493" y="282"/>
                      </a:lnTo>
                      <a:lnTo>
                        <a:pt x="1491" y="282"/>
                      </a:lnTo>
                      <a:lnTo>
                        <a:pt x="1493" y="282"/>
                      </a:lnTo>
                      <a:lnTo>
                        <a:pt x="1493" y="280"/>
                      </a:lnTo>
                      <a:lnTo>
                        <a:pt x="1494" y="280"/>
                      </a:lnTo>
                      <a:lnTo>
                        <a:pt x="1496" y="280"/>
                      </a:lnTo>
                      <a:lnTo>
                        <a:pt x="1494" y="280"/>
                      </a:lnTo>
                      <a:lnTo>
                        <a:pt x="1496" y="280"/>
                      </a:lnTo>
                      <a:lnTo>
                        <a:pt x="1496" y="282"/>
                      </a:lnTo>
                      <a:lnTo>
                        <a:pt x="1496" y="280"/>
                      </a:lnTo>
                      <a:lnTo>
                        <a:pt x="1494" y="280"/>
                      </a:lnTo>
                      <a:lnTo>
                        <a:pt x="1496" y="280"/>
                      </a:lnTo>
                      <a:lnTo>
                        <a:pt x="1496" y="278"/>
                      </a:lnTo>
                      <a:lnTo>
                        <a:pt x="1496" y="280"/>
                      </a:lnTo>
                      <a:lnTo>
                        <a:pt x="1496" y="278"/>
                      </a:lnTo>
                      <a:lnTo>
                        <a:pt x="1496" y="280"/>
                      </a:lnTo>
                      <a:lnTo>
                        <a:pt x="1496" y="278"/>
                      </a:lnTo>
                      <a:lnTo>
                        <a:pt x="1496" y="280"/>
                      </a:lnTo>
                      <a:lnTo>
                        <a:pt x="1496" y="278"/>
                      </a:lnTo>
                      <a:lnTo>
                        <a:pt x="1498" y="278"/>
                      </a:lnTo>
                      <a:lnTo>
                        <a:pt x="1498" y="280"/>
                      </a:lnTo>
                      <a:lnTo>
                        <a:pt x="1498" y="278"/>
                      </a:lnTo>
                      <a:lnTo>
                        <a:pt x="1500" y="278"/>
                      </a:lnTo>
                      <a:lnTo>
                        <a:pt x="1500" y="280"/>
                      </a:lnTo>
                      <a:lnTo>
                        <a:pt x="1500" y="278"/>
                      </a:lnTo>
                      <a:lnTo>
                        <a:pt x="1500" y="280"/>
                      </a:lnTo>
                      <a:lnTo>
                        <a:pt x="1500" y="278"/>
                      </a:lnTo>
                      <a:lnTo>
                        <a:pt x="1502" y="278"/>
                      </a:lnTo>
                      <a:lnTo>
                        <a:pt x="1502" y="280"/>
                      </a:lnTo>
                      <a:lnTo>
                        <a:pt x="1502" y="278"/>
                      </a:lnTo>
                      <a:lnTo>
                        <a:pt x="1502" y="280"/>
                      </a:lnTo>
                      <a:lnTo>
                        <a:pt x="1502" y="278"/>
                      </a:lnTo>
                      <a:lnTo>
                        <a:pt x="1500" y="278"/>
                      </a:lnTo>
                      <a:lnTo>
                        <a:pt x="1502" y="278"/>
                      </a:lnTo>
                      <a:lnTo>
                        <a:pt x="1504" y="278"/>
                      </a:lnTo>
                      <a:lnTo>
                        <a:pt x="1504" y="280"/>
                      </a:lnTo>
                      <a:lnTo>
                        <a:pt x="1504" y="278"/>
                      </a:lnTo>
                      <a:lnTo>
                        <a:pt x="1504" y="280"/>
                      </a:lnTo>
                      <a:lnTo>
                        <a:pt x="1504" y="278"/>
                      </a:lnTo>
                      <a:lnTo>
                        <a:pt x="1504" y="276"/>
                      </a:lnTo>
                      <a:lnTo>
                        <a:pt x="1504" y="278"/>
                      </a:lnTo>
                      <a:lnTo>
                        <a:pt x="1505" y="278"/>
                      </a:lnTo>
                      <a:lnTo>
                        <a:pt x="1504" y="278"/>
                      </a:lnTo>
                      <a:lnTo>
                        <a:pt x="1505" y="278"/>
                      </a:lnTo>
                      <a:lnTo>
                        <a:pt x="1504" y="278"/>
                      </a:lnTo>
                      <a:lnTo>
                        <a:pt x="1505" y="278"/>
                      </a:lnTo>
                      <a:lnTo>
                        <a:pt x="1504" y="278"/>
                      </a:lnTo>
                      <a:lnTo>
                        <a:pt x="1504" y="276"/>
                      </a:lnTo>
                      <a:lnTo>
                        <a:pt x="1502" y="276"/>
                      </a:lnTo>
                      <a:lnTo>
                        <a:pt x="1504" y="276"/>
                      </a:lnTo>
                      <a:lnTo>
                        <a:pt x="1504" y="274"/>
                      </a:lnTo>
                      <a:lnTo>
                        <a:pt x="1504" y="276"/>
                      </a:lnTo>
                      <a:lnTo>
                        <a:pt x="1504" y="274"/>
                      </a:lnTo>
                      <a:lnTo>
                        <a:pt x="1504" y="276"/>
                      </a:lnTo>
                      <a:lnTo>
                        <a:pt x="1504" y="274"/>
                      </a:lnTo>
                      <a:lnTo>
                        <a:pt x="1504" y="276"/>
                      </a:lnTo>
                      <a:lnTo>
                        <a:pt x="1502" y="276"/>
                      </a:lnTo>
                      <a:lnTo>
                        <a:pt x="1502" y="274"/>
                      </a:lnTo>
                      <a:lnTo>
                        <a:pt x="1504" y="274"/>
                      </a:lnTo>
                      <a:lnTo>
                        <a:pt x="1502" y="274"/>
                      </a:lnTo>
                      <a:lnTo>
                        <a:pt x="1504" y="274"/>
                      </a:lnTo>
                      <a:lnTo>
                        <a:pt x="1502" y="274"/>
                      </a:lnTo>
                      <a:lnTo>
                        <a:pt x="1502" y="272"/>
                      </a:lnTo>
                      <a:lnTo>
                        <a:pt x="1504" y="274"/>
                      </a:lnTo>
                      <a:lnTo>
                        <a:pt x="1504" y="272"/>
                      </a:lnTo>
                      <a:lnTo>
                        <a:pt x="1502" y="272"/>
                      </a:lnTo>
                      <a:lnTo>
                        <a:pt x="1504" y="272"/>
                      </a:lnTo>
                      <a:lnTo>
                        <a:pt x="1505" y="272"/>
                      </a:lnTo>
                      <a:lnTo>
                        <a:pt x="1507" y="272"/>
                      </a:lnTo>
                      <a:lnTo>
                        <a:pt x="1505" y="272"/>
                      </a:lnTo>
                      <a:lnTo>
                        <a:pt x="1504" y="272"/>
                      </a:lnTo>
                      <a:lnTo>
                        <a:pt x="1504" y="271"/>
                      </a:lnTo>
                      <a:lnTo>
                        <a:pt x="1502" y="271"/>
                      </a:lnTo>
                      <a:lnTo>
                        <a:pt x="1502" y="269"/>
                      </a:lnTo>
                      <a:lnTo>
                        <a:pt x="1502" y="267"/>
                      </a:lnTo>
                      <a:lnTo>
                        <a:pt x="1500" y="267"/>
                      </a:lnTo>
                      <a:lnTo>
                        <a:pt x="1502" y="267"/>
                      </a:lnTo>
                      <a:lnTo>
                        <a:pt x="1502" y="265"/>
                      </a:lnTo>
                      <a:lnTo>
                        <a:pt x="1504" y="265"/>
                      </a:lnTo>
                      <a:lnTo>
                        <a:pt x="1504" y="267"/>
                      </a:lnTo>
                      <a:lnTo>
                        <a:pt x="1505" y="267"/>
                      </a:lnTo>
                      <a:lnTo>
                        <a:pt x="1505" y="269"/>
                      </a:lnTo>
                      <a:lnTo>
                        <a:pt x="1507" y="269"/>
                      </a:lnTo>
                      <a:lnTo>
                        <a:pt x="1507" y="271"/>
                      </a:lnTo>
                      <a:lnTo>
                        <a:pt x="1509" y="271"/>
                      </a:lnTo>
                      <a:lnTo>
                        <a:pt x="1509" y="272"/>
                      </a:lnTo>
                      <a:lnTo>
                        <a:pt x="1509" y="274"/>
                      </a:lnTo>
                      <a:lnTo>
                        <a:pt x="1511" y="274"/>
                      </a:lnTo>
                      <a:lnTo>
                        <a:pt x="1511" y="276"/>
                      </a:lnTo>
                      <a:lnTo>
                        <a:pt x="1511" y="274"/>
                      </a:lnTo>
                      <a:lnTo>
                        <a:pt x="1509" y="274"/>
                      </a:lnTo>
                      <a:lnTo>
                        <a:pt x="1509" y="272"/>
                      </a:lnTo>
                      <a:lnTo>
                        <a:pt x="1509" y="271"/>
                      </a:lnTo>
                      <a:lnTo>
                        <a:pt x="1507" y="271"/>
                      </a:lnTo>
                      <a:lnTo>
                        <a:pt x="1507" y="269"/>
                      </a:lnTo>
                      <a:lnTo>
                        <a:pt x="1509" y="269"/>
                      </a:lnTo>
                      <a:lnTo>
                        <a:pt x="1511" y="269"/>
                      </a:lnTo>
                      <a:lnTo>
                        <a:pt x="1513" y="269"/>
                      </a:lnTo>
                      <a:lnTo>
                        <a:pt x="1511" y="269"/>
                      </a:lnTo>
                      <a:lnTo>
                        <a:pt x="1511" y="267"/>
                      </a:lnTo>
                      <a:lnTo>
                        <a:pt x="1509" y="269"/>
                      </a:lnTo>
                      <a:lnTo>
                        <a:pt x="1509" y="267"/>
                      </a:lnTo>
                      <a:lnTo>
                        <a:pt x="1507" y="267"/>
                      </a:lnTo>
                      <a:lnTo>
                        <a:pt x="1507" y="265"/>
                      </a:lnTo>
                      <a:lnTo>
                        <a:pt x="1507" y="263"/>
                      </a:lnTo>
                      <a:lnTo>
                        <a:pt x="1509" y="263"/>
                      </a:lnTo>
                      <a:lnTo>
                        <a:pt x="1511" y="263"/>
                      </a:lnTo>
                      <a:lnTo>
                        <a:pt x="1509" y="263"/>
                      </a:lnTo>
                      <a:lnTo>
                        <a:pt x="1509" y="261"/>
                      </a:lnTo>
                      <a:lnTo>
                        <a:pt x="1511" y="261"/>
                      </a:lnTo>
                      <a:lnTo>
                        <a:pt x="1511" y="263"/>
                      </a:lnTo>
                      <a:lnTo>
                        <a:pt x="1511" y="261"/>
                      </a:lnTo>
                      <a:lnTo>
                        <a:pt x="1513" y="261"/>
                      </a:lnTo>
                      <a:lnTo>
                        <a:pt x="1511" y="261"/>
                      </a:lnTo>
                      <a:lnTo>
                        <a:pt x="1513" y="261"/>
                      </a:lnTo>
                      <a:lnTo>
                        <a:pt x="1513" y="263"/>
                      </a:lnTo>
                      <a:lnTo>
                        <a:pt x="1513" y="261"/>
                      </a:lnTo>
                      <a:lnTo>
                        <a:pt x="1513" y="260"/>
                      </a:lnTo>
                      <a:lnTo>
                        <a:pt x="1515" y="260"/>
                      </a:lnTo>
                      <a:lnTo>
                        <a:pt x="1516" y="260"/>
                      </a:lnTo>
                      <a:lnTo>
                        <a:pt x="1518" y="260"/>
                      </a:lnTo>
                      <a:lnTo>
                        <a:pt x="1516" y="260"/>
                      </a:lnTo>
                      <a:lnTo>
                        <a:pt x="1518" y="260"/>
                      </a:lnTo>
                      <a:lnTo>
                        <a:pt x="1516" y="260"/>
                      </a:lnTo>
                      <a:lnTo>
                        <a:pt x="1518" y="260"/>
                      </a:lnTo>
                      <a:lnTo>
                        <a:pt x="1516" y="260"/>
                      </a:lnTo>
                      <a:lnTo>
                        <a:pt x="1516" y="258"/>
                      </a:lnTo>
                      <a:lnTo>
                        <a:pt x="1518" y="258"/>
                      </a:lnTo>
                      <a:lnTo>
                        <a:pt x="1520" y="258"/>
                      </a:lnTo>
                      <a:lnTo>
                        <a:pt x="1520" y="256"/>
                      </a:lnTo>
                      <a:lnTo>
                        <a:pt x="1522" y="256"/>
                      </a:lnTo>
                      <a:lnTo>
                        <a:pt x="1522" y="258"/>
                      </a:lnTo>
                      <a:lnTo>
                        <a:pt x="1524" y="258"/>
                      </a:lnTo>
                      <a:lnTo>
                        <a:pt x="1522" y="258"/>
                      </a:lnTo>
                      <a:lnTo>
                        <a:pt x="1524" y="258"/>
                      </a:lnTo>
                      <a:lnTo>
                        <a:pt x="1522" y="258"/>
                      </a:lnTo>
                      <a:lnTo>
                        <a:pt x="1522" y="256"/>
                      </a:lnTo>
                      <a:lnTo>
                        <a:pt x="1524" y="256"/>
                      </a:lnTo>
                      <a:lnTo>
                        <a:pt x="1522" y="256"/>
                      </a:lnTo>
                      <a:lnTo>
                        <a:pt x="1524" y="256"/>
                      </a:lnTo>
                      <a:lnTo>
                        <a:pt x="1526" y="256"/>
                      </a:lnTo>
                      <a:lnTo>
                        <a:pt x="1527" y="256"/>
                      </a:lnTo>
                      <a:lnTo>
                        <a:pt x="1526" y="256"/>
                      </a:lnTo>
                      <a:lnTo>
                        <a:pt x="1526" y="258"/>
                      </a:lnTo>
                      <a:lnTo>
                        <a:pt x="1526" y="260"/>
                      </a:lnTo>
                      <a:lnTo>
                        <a:pt x="1526" y="261"/>
                      </a:lnTo>
                      <a:lnTo>
                        <a:pt x="1524" y="261"/>
                      </a:lnTo>
                      <a:lnTo>
                        <a:pt x="1524" y="263"/>
                      </a:lnTo>
                      <a:lnTo>
                        <a:pt x="1526" y="261"/>
                      </a:lnTo>
                      <a:lnTo>
                        <a:pt x="1526" y="260"/>
                      </a:lnTo>
                      <a:lnTo>
                        <a:pt x="1526" y="258"/>
                      </a:lnTo>
                      <a:lnTo>
                        <a:pt x="1527" y="258"/>
                      </a:lnTo>
                      <a:lnTo>
                        <a:pt x="1527" y="256"/>
                      </a:lnTo>
                      <a:lnTo>
                        <a:pt x="1529" y="256"/>
                      </a:lnTo>
                      <a:lnTo>
                        <a:pt x="1529" y="258"/>
                      </a:lnTo>
                      <a:lnTo>
                        <a:pt x="1529" y="256"/>
                      </a:lnTo>
                      <a:lnTo>
                        <a:pt x="1529" y="258"/>
                      </a:lnTo>
                      <a:lnTo>
                        <a:pt x="1529" y="256"/>
                      </a:lnTo>
                      <a:lnTo>
                        <a:pt x="1529" y="258"/>
                      </a:lnTo>
                      <a:lnTo>
                        <a:pt x="1527" y="258"/>
                      </a:lnTo>
                      <a:lnTo>
                        <a:pt x="1527" y="260"/>
                      </a:lnTo>
                      <a:lnTo>
                        <a:pt x="1527" y="258"/>
                      </a:lnTo>
                      <a:lnTo>
                        <a:pt x="1529" y="258"/>
                      </a:lnTo>
                      <a:lnTo>
                        <a:pt x="1529" y="260"/>
                      </a:lnTo>
                      <a:lnTo>
                        <a:pt x="1527" y="260"/>
                      </a:lnTo>
                      <a:lnTo>
                        <a:pt x="1529" y="260"/>
                      </a:lnTo>
                      <a:lnTo>
                        <a:pt x="1527" y="260"/>
                      </a:lnTo>
                      <a:lnTo>
                        <a:pt x="1529" y="260"/>
                      </a:lnTo>
                      <a:lnTo>
                        <a:pt x="1529" y="258"/>
                      </a:lnTo>
                      <a:lnTo>
                        <a:pt x="1529" y="260"/>
                      </a:lnTo>
                      <a:lnTo>
                        <a:pt x="1531" y="260"/>
                      </a:lnTo>
                      <a:lnTo>
                        <a:pt x="1531" y="261"/>
                      </a:lnTo>
                      <a:lnTo>
                        <a:pt x="1529" y="261"/>
                      </a:lnTo>
                      <a:lnTo>
                        <a:pt x="1527" y="261"/>
                      </a:lnTo>
                      <a:lnTo>
                        <a:pt x="1529" y="261"/>
                      </a:lnTo>
                      <a:lnTo>
                        <a:pt x="1531" y="261"/>
                      </a:lnTo>
                      <a:lnTo>
                        <a:pt x="1533" y="261"/>
                      </a:lnTo>
                      <a:lnTo>
                        <a:pt x="1535" y="261"/>
                      </a:lnTo>
                      <a:lnTo>
                        <a:pt x="1533" y="261"/>
                      </a:lnTo>
                      <a:lnTo>
                        <a:pt x="1531" y="261"/>
                      </a:lnTo>
                      <a:lnTo>
                        <a:pt x="1531" y="260"/>
                      </a:lnTo>
                      <a:lnTo>
                        <a:pt x="1529" y="260"/>
                      </a:lnTo>
                      <a:lnTo>
                        <a:pt x="1529" y="258"/>
                      </a:lnTo>
                      <a:lnTo>
                        <a:pt x="1531" y="258"/>
                      </a:lnTo>
                      <a:lnTo>
                        <a:pt x="1531" y="260"/>
                      </a:lnTo>
                      <a:lnTo>
                        <a:pt x="1533" y="260"/>
                      </a:lnTo>
                      <a:lnTo>
                        <a:pt x="1533" y="261"/>
                      </a:lnTo>
                      <a:lnTo>
                        <a:pt x="1535" y="261"/>
                      </a:lnTo>
                      <a:lnTo>
                        <a:pt x="1536" y="261"/>
                      </a:lnTo>
                      <a:lnTo>
                        <a:pt x="1538" y="261"/>
                      </a:lnTo>
                      <a:lnTo>
                        <a:pt x="1540" y="263"/>
                      </a:lnTo>
                      <a:lnTo>
                        <a:pt x="1544" y="265"/>
                      </a:lnTo>
                      <a:lnTo>
                        <a:pt x="1542" y="265"/>
                      </a:lnTo>
                      <a:lnTo>
                        <a:pt x="1544" y="265"/>
                      </a:lnTo>
                      <a:lnTo>
                        <a:pt x="1542" y="265"/>
                      </a:lnTo>
                      <a:lnTo>
                        <a:pt x="1544" y="265"/>
                      </a:lnTo>
                      <a:lnTo>
                        <a:pt x="1542" y="265"/>
                      </a:lnTo>
                      <a:lnTo>
                        <a:pt x="1544" y="265"/>
                      </a:lnTo>
                      <a:lnTo>
                        <a:pt x="1546" y="265"/>
                      </a:lnTo>
                      <a:lnTo>
                        <a:pt x="1547" y="265"/>
                      </a:lnTo>
                      <a:lnTo>
                        <a:pt x="1549" y="265"/>
                      </a:lnTo>
                      <a:lnTo>
                        <a:pt x="1549" y="267"/>
                      </a:lnTo>
                      <a:lnTo>
                        <a:pt x="1551" y="267"/>
                      </a:lnTo>
                      <a:lnTo>
                        <a:pt x="1549" y="267"/>
                      </a:lnTo>
                      <a:lnTo>
                        <a:pt x="1551" y="267"/>
                      </a:lnTo>
                      <a:lnTo>
                        <a:pt x="1553" y="267"/>
                      </a:lnTo>
                      <a:lnTo>
                        <a:pt x="1555" y="267"/>
                      </a:lnTo>
                      <a:lnTo>
                        <a:pt x="1555" y="269"/>
                      </a:lnTo>
                      <a:lnTo>
                        <a:pt x="1557" y="269"/>
                      </a:lnTo>
                      <a:lnTo>
                        <a:pt x="1558" y="269"/>
                      </a:lnTo>
                      <a:lnTo>
                        <a:pt x="1557" y="269"/>
                      </a:lnTo>
                      <a:lnTo>
                        <a:pt x="1557" y="271"/>
                      </a:lnTo>
                      <a:lnTo>
                        <a:pt x="1558" y="271"/>
                      </a:lnTo>
                      <a:lnTo>
                        <a:pt x="1558" y="272"/>
                      </a:lnTo>
                      <a:lnTo>
                        <a:pt x="1560" y="272"/>
                      </a:lnTo>
                      <a:lnTo>
                        <a:pt x="1562" y="272"/>
                      </a:lnTo>
                      <a:lnTo>
                        <a:pt x="1562" y="274"/>
                      </a:lnTo>
                      <a:lnTo>
                        <a:pt x="1562" y="272"/>
                      </a:lnTo>
                      <a:lnTo>
                        <a:pt x="1564" y="272"/>
                      </a:lnTo>
                      <a:lnTo>
                        <a:pt x="1564" y="274"/>
                      </a:lnTo>
                      <a:lnTo>
                        <a:pt x="1566" y="274"/>
                      </a:lnTo>
                      <a:lnTo>
                        <a:pt x="1568" y="274"/>
                      </a:lnTo>
                      <a:lnTo>
                        <a:pt x="1569" y="276"/>
                      </a:lnTo>
                      <a:lnTo>
                        <a:pt x="1571" y="276"/>
                      </a:lnTo>
                      <a:lnTo>
                        <a:pt x="1573" y="276"/>
                      </a:lnTo>
                      <a:lnTo>
                        <a:pt x="1573" y="278"/>
                      </a:lnTo>
                      <a:lnTo>
                        <a:pt x="1575" y="278"/>
                      </a:lnTo>
                      <a:lnTo>
                        <a:pt x="1577" y="280"/>
                      </a:lnTo>
                      <a:lnTo>
                        <a:pt x="1578" y="280"/>
                      </a:lnTo>
                      <a:lnTo>
                        <a:pt x="1580" y="280"/>
                      </a:lnTo>
                      <a:lnTo>
                        <a:pt x="1582" y="282"/>
                      </a:lnTo>
                      <a:lnTo>
                        <a:pt x="1584" y="283"/>
                      </a:lnTo>
                      <a:lnTo>
                        <a:pt x="1586" y="283"/>
                      </a:lnTo>
                      <a:lnTo>
                        <a:pt x="1588" y="283"/>
                      </a:lnTo>
                      <a:lnTo>
                        <a:pt x="1588" y="285"/>
                      </a:lnTo>
                      <a:lnTo>
                        <a:pt x="1589" y="285"/>
                      </a:lnTo>
                      <a:lnTo>
                        <a:pt x="1591" y="285"/>
                      </a:lnTo>
                      <a:lnTo>
                        <a:pt x="1591" y="287"/>
                      </a:lnTo>
                      <a:lnTo>
                        <a:pt x="1593" y="287"/>
                      </a:lnTo>
                      <a:lnTo>
                        <a:pt x="1595" y="287"/>
                      </a:lnTo>
                      <a:lnTo>
                        <a:pt x="1595" y="289"/>
                      </a:lnTo>
                      <a:lnTo>
                        <a:pt x="1597" y="289"/>
                      </a:lnTo>
                      <a:lnTo>
                        <a:pt x="1599" y="289"/>
                      </a:lnTo>
                      <a:lnTo>
                        <a:pt x="1600" y="287"/>
                      </a:lnTo>
                      <a:lnTo>
                        <a:pt x="1600" y="289"/>
                      </a:lnTo>
                      <a:lnTo>
                        <a:pt x="1600" y="287"/>
                      </a:lnTo>
                      <a:lnTo>
                        <a:pt x="1602" y="287"/>
                      </a:lnTo>
                      <a:lnTo>
                        <a:pt x="1604" y="287"/>
                      </a:lnTo>
                      <a:lnTo>
                        <a:pt x="1606" y="287"/>
                      </a:lnTo>
                      <a:lnTo>
                        <a:pt x="1608" y="287"/>
                      </a:lnTo>
                      <a:lnTo>
                        <a:pt x="1608" y="289"/>
                      </a:lnTo>
                      <a:lnTo>
                        <a:pt x="1608" y="287"/>
                      </a:lnTo>
                      <a:lnTo>
                        <a:pt x="1608" y="289"/>
                      </a:lnTo>
                      <a:lnTo>
                        <a:pt x="1609" y="289"/>
                      </a:lnTo>
                      <a:lnTo>
                        <a:pt x="1611" y="289"/>
                      </a:lnTo>
                      <a:lnTo>
                        <a:pt x="1611" y="291"/>
                      </a:lnTo>
                      <a:lnTo>
                        <a:pt x="1611" y="289"/>
                      </a:lnTo>
                      <a:lnTo>
                        <a:pt x="1611" y="291"/>
                      </a:lnTo>
                      <a:lnTo>
                        <a:pt x="1613" y="291"/>
                      </a:lnTo>
                      <a:lnTo>
                        <a:pt x="1615" y="291"/>
                      </a:lnTo>
                      <a:lnTo>
                        <a:pt x="1615" y="289"/>
                      </a:lnTo>
                      <a:lnTo>
                        <a:pt x="1617" y="289"/>
                      </a:lnTo>
                      <a:lnTo>
                        <a:pt x="1619" y="289"/>
                      </a:lnTo>
                      <a:lnTo>
                        <a:pt x="1619" y="291"/>
                      </a:lnTo>
                      <a:lnTo>
                        <a:pt x="1620" y="291"/>
                      </a:lnTo>
                      <a:lnTo>
                        <a:pt x="1622" y="291"/>
                      </a:lnTo>
                      <a:lnTo>
                        <a:pt x="1624" y="291"/>
                      </a:lnTo>
                      <a:lnTo>
                        <a:pt x="1626" y="291"/>
                      </a:lnTo>
                      <a:lnTo>
                        <a:pt x="1626" y="292"/>
                      </a:lnTo>
                      <a:lnTo>
                        <a:pt x="1628" y="292"/>
                      </a:lnTo>
                      <a:lnTo>
                        <a:pt x="1630" y="292"/>
                      </a:lnTo>
                      <a:lnTo>
                        <a:pt x="1630" y="294"/>
                      </a:lnTo>
                      <a:lnTo>
                        <a:pt x="1628" y="294"/>
                      </a:lnTo>
                      <a:lnTo>
                        <a:pt x="1628" y="292"/>
                      </a:lnTo>
                      <a:lnTo>
                        <a:pt x="1628" y="294"/>
                      </a:lnTo>
                      <a:lnTo>
                        <a:pt x="1628" y="296"/>
                      </a:lnTo>
                      <a:lnTo>
                        <a:pt x="1626" y="296"/>
                      </a:lnTo>
                      <a:lnTo>
                        <a:pt x="1628" y="296"/>
                      </a:lnTo>
                      <a:lnTo>
                        <a:pt x="1628" y="298"/>
                      </a:lnTo>
                      <a:lnTo>
                        <a:pt x="1628" y="296"/>
                      </a:lnTo>
                      <a:lnTo>
                        <a:pt x="1630" y="298"/>
                      </a:lnTo>
                      <a:lnTo>
                        <a:pt x="1630" y="296"/>
                      </a:lnTo>
                      <a:lnTo>
                        <a:pt x="1631" y="296"/>
                      </a:lnTo>
                      <a:lnTo>
                        <a:pt x="1633" y="296"/>
                      </a:lnTo>
                      <a:lnTo>
                        <a:pt x="1635" y="296"/>
                      </a:lnTo>
                      <a:lnTo>
                        <a:pt x="1635" y="298"/>
                      </a:lnTo>
                      <a:lnTo>
                        <a:pt x="1635" y="296"/>
                      </a:lnTo>
                      <a:lnTo>
                        <a:pt x="1637" y="296"/>
                      </a:lnTo>
                      <a:lnTo>
                        <a:pt x="1639" y="296"/>
                      </a:lnTo>
                      <a:lnTo>
                        <a:pt x="1639" y="300"/>
                      </a:lnTo>
                      <a:lnTo>
                        <a:pt x="1639" y="314"/>
                      </a:lnTo>
                      <a:lnTo>
                        <a:pt x="1639" y="316"/>
                      </a:lnTo>
                      <a:lnTo>
                        <a:pt x="1639" y="322"/>
                      </a:lnTo>
                      <a:lnTo>
                        <a:pt x="1639" y="335"/>
                      </a:lnTo>
                      <a:lnTo>
                        <a:pt x="1639" y="378"/>
                      </a:lnTo>
                      <a:lnTo>
                        <a:pt x="1639" y="419"/>
                      </a:lnTo>
                      <a:lnTo>
                        <a:pt x="1639" y="422"/>
                      </a:lnTo>
                      <a:lnTo>
                        <a:pt x="1639" y="430"/>
                      </a:lnTo>
                      <a:lnTo>
                        <a:pt x="1637" y="430"/>
                      </a:lnTo>
                      <a:lnTo>
                        <a:pt x="1637" y="431"/>
                      </a:lnTo>
                      <a:lnTo>
                        <a:pt x="1635" y="431"/>
                      </a:lnTo>
                      <a:lnTo>
                        <a:pt x="1637" y="431"/>
                      </a:lnTo>
                      <a:lnTo>
                        <a:pt x="1637" y="433"/>
                      </a:lnTo>
                      <a:lnTo>
                        <a:pt x="1635" y="433"/>
                      </a:lnTo>
                      <a:lnTo>
                        <a:pt x="1635" y="435"/>
                      </a:lnTo>
                      <a:lnTo>
                        <a:pt x="1637" y="435"/>
                      </a:lnTo>
                      <a:lnTo>
                        <a:pt x="1635" y="435"/>
                      </a:lnTo>
                      <a:lnTo>
                        <a:pt x="1637" y="435"/>
                      </a:lnTo>
                      <a:lnTo>
                        <a:pt x="1635" y="435"/>
                      </a:lnTo>
                      <a:lnTo>
                        <a:pt x="1635" y="437"/>
                      </a:lnTo>
                      <a:lnTo>
                        <a:pt x="1635" y="439"/>
                      </a:lnTo>
                      <a:lnTo>
                        <a:pt x="1633" y="439"/>
                      </a:lnTo>
                      <a:lnTo>
                        <a:pt x="1635" y="439"/>
                      </a:lnTo>
                      <a:lnTo>
                        <a:pt x="1633" y="441"/>
                      </a:lnTo>
                      <a:lnTo>
                        <a:pt x="1633" y="439"/>
                      </a:lnTo>
                      <a:lnTo>
                        <a:pt x="1633" y="441"/>
                      </a:lnTo>
                      <a:lnTo>
                        <a:pt x="1631" y="441"/>
                      </a:lnTo>
                      <a:lnTo>
                        <a:pt x="1633" y="441"/>
                      </a:lnTo>
                      <a:lnTo>
                        <a:pt x="1633" y="442"/>
                      </a:lnTo>
                      <a:lnTo>
                        <a:pt x="1633" y="444"/>
                      </a:lnTo>
                      <a:lnTo>
                        <a:pt x="1635" y="444"/>
                      </a:lnTo>
                      <a:lnTo>
                        <a:pt x="1635" y="446"/>
                      </a:lnTo>
                      <a:lnTo>
                        <a:pt x="1633" y="446"/>
                      </a:lnTo>
                      <a:lnTo>
                        <a:pt x="1633" y="448"/>
                      </a:lnTo>
                      <a:lnTo>
                        <a:pt x="1635" y="446"/>
                      </a:lnTo>
                      <a:lnTo>
                        <a:pt x="1635" y="448"/>
                      </a:lnTo>
                      <a:lnTo>
                        <a:pt x="1635" y="450"/>
                      </a:lnTo>
                      <a:lnTo>
                        <a:pt x="1637" y="450"/>
                      </a:lnTo>
                      <a:lnTo>
                        <a:pt x="1637" y="448"/>
                      </a:lnTo>
                      <a:lnTo>
                        <a:pt x="1637" y="450"/>
                      </a:lnTo>
                      <a:lnTo>
                        <a:pt x="1635" y="450"/>
                      </a:lnTo>
                      <a:lnTo>
                        <a:pt x="1637" y="450"/>
                      </a:lnTo>
                      <a:lnTo>
                        <a:pt x="1637" y="451"/>
                      </a:lnTo>
                      <a:lnTo>
                        <a:pt x="1637" y="450"/>
                      </a:lnTo>
                      <a:lnTo>
                        <a:pt x="1639" y="450"/>
                      </a:lnTo>
                      <a:lnTo>
                        <a:pt x="1639" y="455"/>
                      </a:lnTo>
                      <a:lnTo>
                        <a:pt x="1639" y="466"/>
                      </a:lnTo>
                      <a:lnTo>
                        <a:pt x="1639" y="479"/>
                      </a:lnTo>
                      <a:lnTo>
                        <a:pt x="1639" y="490"/>
                      </a:lnTo>
                      <a:lnTo>
                        <a:pt x="1639" y="497"/>
                      </a:lnTo>
                      <a:lnTo>
                        <a:pt x="1639" y="523"/>
                      </a:lnTo>
                      <a:lnTo>
                        <a:pt x="1639" y="526"/>
                      </a:lnTo>
                      <a:lnTo>
                        <a:pt x="1639" y="530"/>
                      </a:lnTo>
                      <a:lnTo>
                        <a:pt x="1637" y="530"/>
                      </a:lnTo>
                      <a:lnTo>
                        <a:pt x="1637" y="528"/>
                      </a:lnTo>
                      <a:lnTo>
                        <a:pt x="1635" y="528"/>
                      </a:lnTo>
                      <a:lnTo>
                        <a:pt x="1633" y="528"/>
                      </a:lnTo>
                      <a:lnTo>
                        <a:pt x="1633" y="526"/>
                      </a:lnTo>
                      <a:lnTo>
                        <a:pt x="1631" y="526"/>
                      </a:lnTo>
                      <a:lnTo>
                        <a:pt x="1631" y="525"/>
                      </a:lnTo>
                      <a:lnTo>
                        <a:pt x="1630" y="525"/>
                      </a:lnTo>
                      <a:lnTo>
                        <a:pt x="1630" y="523"/>
                      </a:lnTo>
                      <a:lnTo>
                        <a:pt x="1628" y="523"/>
                      </a:lnTo>
                      <a:lnTo>
                        <a:pt x="1628" y="521"/>
                      </a:lnTo>
                      <a:lnTo>
                        <a:pt x="1626" y="521"/>
                      </a:lnTo>
                      <a:lnTo>
                        <a:pt x="1626" y="519"/>
                      </a:lnTo>
                      <a:lnTo>
                        <a:pt x="1624" y="519"/>
                      </a:lnTo>
                      <a:lnTo>
                        <a:pt x="1624" y="517"/>
                      </a:lnTo>
                      <a:lnTo>
                        <a:pt x="1622" y="517"/>
                      </a:lnTo>
                      <a:lnTo>
                        <a:pt x="1622" y="515"/>
                      </a:lnTo>
                      <a:lnTo>
                        <a:pt x="1620" y="514"/>
                      </a:lnTo>
                      <a:lnTo>
                        <a:pt x="1620" y="512"/>
                      </a:lnTo>
                      <a:lnTo>
                        <a:pt x="1619" y="510"/>
                      </a:lnTo>
                      <a:lnTo>
                        <a:pt x="1617" y="508"/>
                      </a:lnTo>
                      <a:lnTo>
                        <a:pt x="1615" y="508"/>
                      </a:lnTo>
                      <a:lnTo>
                        <a:pt x="1615" y="506"/>
                      </a:lnTo>
                      <a:lnTo>
                        <a:pt x="1617" y="506"/>
                      </a:lnTo>
                      <a:lnTo>
                        <a:pt x="1615" y="506"/>
                      </a:lnTo>
                      <a:lnTo>
                        <a:pt x="1617" y="506"/>
                      </a:lnTo>
                      <a:lnTo>
                        <a:pt x="1619" y="506"/>
                      </a:lnTo>
                      <a:lnTo>
                        <a:pt x="1620" y="506"/>
                      </a:lnTo>
                      <a:lnTo>
                        <a:pt x="1620" y="504"/>
                      </a:lnTo>
                      <a:lnTo>
                        <a:pt x="1620" y="506"/>
                      </a:lnTo>
                      <a:lnTo>
                        <a:pt x="1619" y="506"/>
                      </a:lnTo>
                      <a:lnTo>
                        <a:pt x="1617" y="506"/>
                      </a:lnTo>
                      <a:lnTo>
                        <a:pt x="1617" y="504"/>
                      </a:lnTo>
                      <a:lnTo>
                        <a:pt x="1615" y="504"/>
                      </a:lnTo>
                      <a:lnTo>
                        <a:pt x="1615" y="506"/>
                      </a:lnTo>
                      <a:lnTo>
                        <a:pt x="1617" y="506"/>
                      </a:lnTo>
                      <a:lnTo>
                        <a:pt x="1615" y="506"/>
                      </a:lnTo>
                      <a:lnTo>
                        <a:pt x="1613" y="506"/>
                      </a:lnTo>
                      <a:lnTo>
                        <a:pt x="1613" y="504"/>
                      </a:lnTo>
                      <a:lnTo>
                        <a:pt x="1611" y="504"/>
                      </a:lnTo>
                      <a:lnTo>
                        <a:pt x="1611" y="503"/>
                      </a:lnTo>
                      <a:lnTo>
                        <a:pt x="1609" y="503"/>
                      </a:lnTo>
                      <a:lnTo>
                        <a:pt x="1611" y="503"/>
                      </a:lnTo>
                      <a:lnTo>
                        <a:pt x="1609" y="503"/>
                      </a:lnTo>
                      <a:lnTo>
                        <a:pt x="1608" y="501"/>
                      </a:lnTo>
                      <a:lnTo>
                        <a:pt x="1606" y="501"/>
                      </a:lnTo>
                      <a:lnTo>
                        <a:pt x="1604" y="499"/>
                      </a:lnTo>
                      <a:lnTo>
                        <a:pt x="1602" y="497"/>
                      </a:lnTo>
                      <a:lnTo>
                        <a:pt x="1600" y="495"/>
                      </a:lnTo>
                      <a:lnTo>
                        <a:pt x="1600" y="494"/>
                      </a:lnTo>
                      <a:lnTo>
                        <a:pt x="1602" y="494"/>
                      </a:lnTo>
                      <a:lnTo>
                        <a:pt x="1602" y="492"/>
                      </a:lnTo>
                      <a:lnTo>
                        <a:pt x="1604" y="494"/>
                      </a:lnTo>
                      <a:lnTo>
                        <a:pt x="1604" y="492"/>
                      </a:lnTo>
                      <a:lnTo>
                        <a:pt x="1606" y="492"/>
                      </a:lnTo>
                      <a:lnTo>
                        <a:pt x="1606" y="490"/>
                      </a:lnTo>
                      <a:lnTo>
                        <a:pt x="1604" y="490"/>
                      </a:lnTo>
                      <a:lnTo>
                        <a:pt x="1604" y="488"/>
                      </a:lnTo>
                      <a:lnTo>
                        <a:pt x="1604" y="486"/>
                      </a:lnTo>
                      <a:lnTo>
                        <a:pt x="1606" y="486"/>
                      </a:lnTo>
                      <a:lnTo>
                        <a:pt x="1608" y="486"/>
                      </a:lnTo>
                      <a:lnTo>
                        <a:pt x="1608" y="484"/>
                      </a:lnTo>
                      <a:lnTo>
                        <a:pt x="1609" y="486"/>
                      </a:lnTo>
                      <a:lnTo>
                        <a:pt x="1609" y="484"/>
                      </a:lnTo>
                      <a:lnTo>
                        <a:pt x="1608" y="484"/>
                      </a:lnTo>
                      <a:lnTo>
                        <a:pt x="1609" y="483"/>
                      </a:lnTo>
                      <a:lnTo>
                        <a:pt x="1609" y="481"/>
                      </a:lnTo>
                      <a:lnTo>
                        <a:pt x="1609" y="479"/>
                      </a:lnTo>
                      <a:lnTo>
                        <a:pt x="1611" y="479"/>
                      </a:lnTo>
                      <a:lnTo>
                        <a:pt x="1609" y="479"/>
                      </a:lnTo>
                      <a:lnTo>
                        <a:pt x="1609" y="481"/>
                      </a:lnTo>
                      <a:lnTo>
                        <a:pt x="1609" y="483"/>
                      </a:lnTo>
                      <a:lnTo>
                        <a:pt x="1608" y="483"/>
                      </a:lnTo>
                      <a:lnTo>
                        <a:pt x="1608" y="484"/>
                      </a:lnTo>
                      <a:lnTo>
                        <a:pt x="1609" y="484"/>
                      </a:lnTo>
                      <a:lnTo>
                        <a:pt x="1609" y="486"/>
                      </a:lnTo>
                      <a:lnTo>
                        <a:pt x="1608" y="484"/>
                      </a:lnTo>
                      <a:lnTo>
                        <a:pt x="1608" y="486"/>
                      </a:lnTo>
                      <a:lnTo>
                        <a:pt x="1606" y="486"/>
                      </a:lnTo>
                      <a:lnTo>
                        <a:pt x="1604" y="486"/>
                      </a:lnTo>
                      <a:lnTo>
                        <a:pt x="1604" y="488"/>
                      </a:lnTo>
                      <a:lnTo>
                        <a:pt x="1604" y="490"/>
                      </a:lnTo>
                      <a:lnTo>
                        <a:pt x="1604" y="492"/>
                      </a:lnTo>
                      <a:lnTo>
                        <a:pt x="1602" y="492"/>
                      </a:lnTo>
                      <a:lnTo>
                        <a:pt x="1602" y="494"/>
                      </a:lnTo>
                      <a:lnTo>
                        <a:pt x="1600" y="494"/>
                      </a:lnTo>
                      <a:lnTo>
                        <a:pt x="1599" y="494"/>
                      </a:lnTo>
                      <a:lnTo>
                        <a:pt x="1597" y="494"/>
                      </a:lnTo>
                      <a:lnTo>
                        <a:pt x="1595" y="494"/>
                      </a:lnTo>
                      <a:lnTo>
                        <a:pt x="1593" y="494"/>
                      </a:lnTo>
                      <a:lnTo>
                        <a:pt x="1591" y="494"/>
                      </a:lnTo>
                      <a:lnTo>
                        <a:pt x="1589" y="494"/>
                      </a:lnTo>
                      <a:lnTo>
                        <a:pt x="1588" y="494"/>
                      </a:lnTo>
                      <a:lnTo>
                        <a:pt x="1588" y="495"/>
                      </a:lnTo>
                      <a:lnTo>
                        <a:pt x="1586" y="495"/>
                      </a:lnTo>
                      <a:lnTo>
                        <a:pt x="1584" y="495"/>
                      </a:lnTo>
                      <a:lnTo>
                        <a:pt x="1584" y="497"/>
                      </a:lnTo>
                      <a:lnTo>
                        <a:pt x="1582" y="497"/>
                      </a:lnTo>
                      <a:lnTo>
                        <a:pt x="1580" y="497"/>
                      </a:lnTo>
                      <a:lnTo>
                        <a:pt x="1578" y="497"/>
                      </a:lnTo>
                      <a:lnTo>
                        <a:pt x="1577" y="497"/>
                      </a:lnTo>
                      <a:lnTo>
                        <a:pt x="1577" y="495"/>
                      </a:lnTo>
                      <a:lnTo>
                        <a:pt x="1575" y="495"/>
                      </a:lnTo>
                      <a:lnTo>
                        <a:pt x="1575" y="494"/>
                      </a:lnTo>
                      <a:lnTo>
                        <a:pt x="1575" y="492"/>
                      </a:lnTo>
                      <a:lnTo>
                        <a:pt x="1575" y="490"/>
                      </a:lnTo>
                      <a:lnTo>
                        <a:pt x="1575" y="492"/>
                      </a:lnTo>
                      <a:lnTo>
                        <a:pt x="1575" y="494"/>
                      </a:lnTo>
                      <a:lnTo>
                        <a:pt x="1573" y="494"/>
                      </a:lnTo>
                      <a:lnTo>
                        <a:pt x="1571" y="494"/>
                      </a:lnTo>
                      <a:lnTo>
                        <a:pt x="1569" y="494"/>
                      </a:lnTo>
                      <a:lnTo>
                        <a:pt x="1569" y="495"/>
                      </a:lnTo>
                      <a:lnTo>
                        <a:pt x="1569" y="494"/>
                      </a:lnTo>
                      <a:lnTo>
                        <a:pt x="1569" y="495"/>
                      </a:lnTo>
                      <a:lnTo>
                        <a:pt x="1568" y="495"/>
                      </a:lnTo>
                      <a:lnTo>
                        <a:pt x="1568" y="497"/>
                      </a:lnTo>
                      <a:lnTo>
                        <a:pt x="1566" y="497"/>
                      </a:lnTo>
                      <a:lnTo>
                        <a:pt x="1564" y="497"/>
                      </a:lnTo>
                      <a:lnTo>
                        <a:pt x="1564" y="495"/>
                      </a:lnTo>
                      <a:lnTo>
                        <a:pt x="1566" y="495"/>
                      </a:lnTo>
                      <a:lnTo>
                        <a:pt x="1564" y="495"/>
                      </a:lnTo>
                      <a:lnTo>
                        <a:pt x="1566" y="495"/>
                      </a:lnTo>
                      <a:lnTo>
                        <a:pt x="1564" y="495"/>
                      </a:lnTo>
                      <a:lnTo>
                        <a:pt x="1564" y="497"/>
                      </a:lnTo>
                      <a:lnTo>
                        <a:pt x="1566" y="497"/>
                      </a:lnTo>
                      <a:lnTo>
                        <a:pt x="1566" y="499"/>
                      </a:lnTo>
                      <a:lnTo>
                        <a:pt x="1566" y="501"/>
                      </a:lnTo>
                      <a:lnTo>
                        <a:pt x="1564" y="501"/>
                      </a:lnTo>
                      <a:lnTo>
                        <a:pt x="1564" y="499"/>
                      </a:lnTo>
                      <a:lnTo>
                        <a:pt x="1562" y="499"/>
                      </a:lnTo>
                      <a:lnTo>
                        <a:pt x="1562" y="497"/>
                      </a:lnTo>
                      <a:lnTo>
                        <a:pt x="1562" y="495"/>
                      </a:lnTo>
                      <a:lnTo>
                        <a:pt x="1560" y="495"/>
                      </a:lnTo>
                      <a:lnTo>
                        <a:pt x="1560" y="494"/>
                      </a:lnTo>
                      <a:lnTo>
                        <a:pt x="1562" y="494"/>
                      </a:lnTo>
                      <a:lnTo>
                        <a:pt x="1564" y="494"/>
                      </a:lnTo>
                      <a:lnTo>
                        <a:pt x="1564" y="492"/>
                      </a:lnTo>
                      <a:lnTo>
                        <a:pt x="1562" y="490"/>
                      </a:lnTo>
                      <a:lnTo>
                        <a:pt x="1564" y="490"/>
                      </a:lnTo>
                      <a:lnTo>
                        <a:pt x="1564" y="488"/>
                      </a:lnTo>
                      <a:lnTo>
                        <a:pt x="1564" y="486"/>
                      </a:lnTo>
                      <a:lnTo>
                        <a:pt x="1566" y="486"/>
                      </a:lnTo>
                      <a:lnTo>
                        <a:pt x="1566" y="484"/>
                      </a:lnTo>
                      <a:lnTo>
                        <a:pt x="1568" y="484"/>
                      </a:lnTo>
                      <a:lnTo>
                        <a:pt x="1568" y="483"/>
                      </a:lnTo>
                      <a:lnTo>
                        <a:pt x="1568" y="481"/>
                      </a:lnTo>
                      <a:lnTo>
                        <a:pt x="1568" y="479"/>
                      </a:lnTo>
                      <a:lnTo>
                        <a:pt x="1569" y="479"/>
                      </a:lnTo>
                      <a:lnTo>
                        <a:pt x="1569" y="477"/>
                      </a:lnTo>
                      <a:lnTo>
                        <a:pt x="1569" y="475"/>
                      </a:lnTo>
                      <a:lnTo>
                        <a:pt x="1571" y="475"/>
                      </a:lnTo>
                      <a:lnTo>
                        <a:pt x="1571" y="477"/>
                      </a:lnTo>
                      <a:lnTo>
                        <a:pt x="1571" y="475"/>
                      </a:lnTo>
                      <a:lnTo>
                        <a:pt x="1571" y="473"/>
                      </a:lnTo>
                      <a:lnTo>
                        <a:pt x="1569" y="473"/>
                      </a:lnTo>
                      <a:lnTo>
                        <a:pt x="1568" y="472"/>
                      </a:lnTo>
                      <a:lnTo>
                        <a:pt x="1566" y="472"/>
                      </a:lnTo>
                      <a:lnTo>
                        <a:pt x="1564" y="472"/>
                      </a:lnTo>
                      <a:lnTo>
                        <a:pt x="1564" y="470"/>
                      </a:lnTo>
                      <a:lnTo>
                        <a:pt x="1564" y="468"/>
                      </a:lnTo>
                      <a:lnTo>
                        <a:pt x="1564" y="466"/>
                      </a:lnTo>
                      <a:lnTo>
                        <a:pt x="1562" y="466"/>
                      </a:lnTo>
                      <a:lnTo>
                        <a:pt x="1562" y="464"/>
                      </a:lnTo>
                      <a:lnTo>
                        <a:pt x="1560" y="464"/>
                      </a:lnTo>
                      <a:lnTo>
                        <a:pt x="1558" y="464"/>
                      </a:lnTo>
                      <a:lnTo>
                        <a:pt x="1558" y="462"/>
                      </a:lnTo>
                      <a:lnTo>
                        <a:pt x="1557" y="462"/>
                      </a:lnTo>
                      <a:lnTo>
                        <a:pt x="1555" y="462"/>
                      </a:lnTo>
                      <a:lnTo>
                        <a:pt x="1555" y="461"/>
                      </a:lnTo>
                      <a:lnTo>
                        <a:pt x="1557" y="461"/>
                      </a:lnTo>
                      <a:lnTo>
                        <a:pt x="1558" y="461"/>
                      </a:lnTo>
                      <a:lnTo>
                        <a:pt x="1560" y="461"/>
                      </a:lnTo>
                      <a:lnTo>
                        <a:pt x="1562" y="461"/>
                      </a:lnTo>
                      <a:lnTo>
                        <a:pt x="1564" y="461"/>
                      </a:lnTo>
                      <a:lnTo>
                        <a:pt x="1566" y="462"/>
                      </a:lnTo>
                      <a:lnTo>
                        <a:pt x="1568" y="462"/>
                      </a:lnTo>
                      <a:lnTo>
                        <a:pt x="1569" y="462"/>
                      </a:lnTo>
                      <a:lnTo>
                        <a:pt x="1571" y="462"/>
                      </a:lnTo>
                      <a:lnTo>
                        <a:pt x="1573" y="462"/>
                      </a:lnTo>
                      <a:lnTo>
                        <a:pt x="1573" y="461"/>
                      </a:lnTo>
                      <a:lnTo>
                        <a:pt x="1575" y="461"/>
                      </a:lnTo>
                      <a:lnTo>
                        <a:pt x="1575" y="459"/>
                      </a:lnTo>
                      <a:lnTo>
                        <a:pt x="1575" y="461"/>
                      </a:lnTo>
                      <a:lnTo>
                        <a:pt x="1575" y="462"/>
                      </a:lnTo>
                      <a:lnTo>
                        <a:pt x="1577" y="462"/>
                      </a:lnTo>
                      <a:lnTo>
                        <a:pt x="1578" y="462"/>
                      </a:lnTo>
                      <a:lnTo>
                        <a:pt x="1580" y="462"/>
                      </a:lnTo>
                      <a:lnTo>
                        <a:pt x="1582" y="462"/>
                      </a:lnTo>
                      <a:lnTo>
                        <a:pt x="1582" y="461"/>
                      </a:lnTo>
                      <a:lnTo>
                        <a:pt x="1580" y="461"/>
                      </a:lnTo>
                      <a:lnTo>
                        <a:pt x="1578" y="461"/>
                      </a:lnTo>
                      <a:lnTo>
                        <a:pt x="1578" y="459"/>
                      </a:lnTo>
                      <a:lnTo>
                        <a:pt x="1580" y="459"/>
                      </a:lnTo>
                      <a:lnTo>
                        <a:pt x="1582" y="459"/>
                      </a:lnTo>
                      <a:lnTo>
                        <a:pt x="1584" y="461"/>
                      </a:lnTo>
                      <a:lnTo>
                        <a:pt x="1582" y="461"/>
                      </a:lnTo>
                      <a:lnTo>
                        <a:pt x="1582" y="462"/>
                      </a:lnTo>
                      <a:lnTo>
                        <a:pt x="1584" y="462"/>
                      </a:lnTo>
                      <a:lnTo>
                        <a:pt x="1584" y="464"/>
                      </a:lnTo>
                      <a:lnTo>
                        <a:pt x="1586" y="464"/>
                      </a:lnTo>
                      <a:lnTo>
                        <a:pt x="1588" y="464"/>
                      </a:lnTo>
                      <a:lnTo>
                        <a:pt x="1588" y="462"/>
                      </a:lnTo>
                      <a:lnTo>
                        <a:pt x="1588" y="461"/>
                      </a:lnTo>
                      <a:lnTo>
                        <a:pt x="1589" y="461"/>
                      </a:lnTo>
                      <a:lnTo>
                        <a:pt x="1589" y="462"/>
                      </a:lnTo>
                      <a:lnTo>
                        <a:pt x="1589" y="464"/>
                      </a:lnTo>
                      <a:lnTo>
                        <a:pt x="1591" y="464"/>
                      </a:lnTo>
                      <a:lnTo>
                        <a:pt x="1591" y="462"/>
                      </a:lnTo>
                      <a:lnTo>
                        <a:pt x="1593" y="462"/>
                      </a:lnTo>
                      <a:lnTo>
                        <a:pt x="1593" y="461"/>
                      </a:lnTo>
                      <a:lnTo>
                        <a:pt x="1593" y="459"/>
                      </a:lnTo>
                      <a:lnTo>
                        <a:pt x="1595" y="457"/>
                      </a:lnTo>
                      <a:lnTo>
                        <a:pt x="1597" y="457"/>
                      </a:lnTo>
                      <a:lnTo>
                        <a:pt x="1599" y="459"/>
                      </a:lnTo>
                      <a:lnTo>
                        <a:pt x="1599" y="461"/>
                      </a:lnTo>
                      <a:lnTo>
                        <a:pt x="1600" y="461"/>
                      </a:lnTo>
                      <a:lnTo>
                        <a:pt x="1602" y="461"/>
                      </a:lnTo>
                      <a:lnTo>
                        <a:pt x="1602" y="459"/>
                      </a:lnTo>
                      <a:lnTo>
                        <a:pt x="1604" y="459"/>
                      </a:lnTo>
                      <a:lnTo>
                        <a:pt x="1606" y="459"/>
                      </a:lnTo>
                      <a:lnTo>
                        <a:pt x="1606" y="457"/>
                      </a:lnTo>
                      <a:lnTo>
                        <a:pt x="1608" y="457"/>
                      </a:lnTo>
                      <a:lnTo>
                        <a:pt x="1606" y="457"/>
                      </a:lnTo>
                      <a:lnTo>
                        <a:pt x="1606" y="455"/>
                      </a:lnTo>
                      <a:lnTo>
                        <a:pt x="1606" y="453"/>
                      </a:lnTo>
                      <a:lnTo>
                        <a:pt x="1608" y="453"/>
                      </a:lnTo>
                      <a:lnTo>
                        <a:pt x="1608" y="451"/>
                      </a:lnTo>
                      <a:lnTo>
                        <a:pt x="1609" y="451"/>
                      </a:lnTo>
                      <a:lnTo>
                        <a:pt x="1609" y="450"/>
                      </a:lnTo>
                      <a:lnTo>
                        <a:pt x="1608" y="450"/>
                      </a:lnTo>
                      <a:lnTo>
                        <a:pt x="1609" y="450"/>
                      </a:lnTo>
                      <a:lnTo>
                        <a:pt x="1609" y="448"/>
                      </a:lnTo>
                      <a:lnTo>
                        <a:pt x="1611" y="448"/>
                      </a:lnTo>
                      <a:lnTo>
                        <a:pt x="1613" y="448"/>
                      </a:lnTo>
                      <a:lnTo>
                        <a:pt x="1613" y="446"/>
                      </a:lnTo>
                      <a:lnTo>
                        <a:pt x="1613" y="444"/>
                      </a:lnTo>
                      <a:lnTo>
                        <a:pt x="1615" y="442"/>
                      </a:lnTo>
                      <a:lnTo>
                        <a:pt x="1617" y="442"/>
                      </a:lnTo>
                      <a:lnTo>
                        <a:pt x="1615" y="442"/>
                      </a:lnTo>
                      <a:lnTo>
                        <a:pt x="1613" y="442"/>
                      </a:lnTo>
                      <a:lnTo>
                        <a:pt x="1613" y="444"/>
                      </a:lnTo>
                      <a:lnTo>
                        <a:pt x="1613" y="446"/>
                      </a:lnTo>
                      <a:lnTo>
                        <a:pt x="1613" y="448"/>
                      </a:lnTo>
                      <a:lnTo>
                        <a:pt x="1611" y="448"/>
                      </a:lnTo>
                      <a:lnTo>
                        <a:pt x="1609" y="448"/>
                      </a:lnTo>
                      <a:lnTo>
                        <a:pt x="1609" y="450"/>
                      </a:lnTo>
                      <a:lnTo>
                        <a:pt x="1608" y="450"/>
                      </a:lnTo>
                      <a:lnTo>
                        <a:pt x="1609" y="450"/>
                      </a:lnTo>
                      <a:lnTo>
                        <a:pt x="1609" y="451"/>
                      </a:lnTo>
                      <a:lnTo>
                        <a:pt x="1608" y="451"/>
                      </a:lnTo>
                      <a:lnTo>
                        <a:pt x="1608" y="453"/>
                      </a:lnTo>
                      <a:lnTo>
                        <a:pt x="1606" y="453"/>
                      </a:lnTo>
                      <a:lnTo>
                        <a:pt x="1606" y="455"/>
                      </a:lnTo>
                      <a:lnTo>
                        <a:pt x="1606" y="457"/>
                      </a:lnTo>
                      <a:lnTo>
                        <a:pt x="1608" y="457"/>
                      </a:lnTo>
                      <a:lnTo>
                        <a:pt x="1606" y="457"/>
                      </a:lnTo>
                      <a:lnTo>
                        <a:pt x="1606" y="459"/>
                      </a:lnTo>
                      <a:lnTo>
                        <a:pt x="1604" y="459"/>
                      </a:lnTo>
                      <a:lnTo>
                        <a:pt x="1602" y="459"/>
                      </a:lnTo>
                      <a:lnTo>
                        <a:pt x="1602" y="461"/>
                      </a:lnTo>
                      <a:lnTo>
                        <a:pt x="1600" y="461"/>
                      </a:lnTo>
                      <a:lnTo>
                        <a:pt x="1599" y="461"/>
                      </a:lnTo>
                      <a:lnTo>
                        <a:pt x="1599" y="459"/>
                      </a:lnTo>
                      <a:lnTo>
                        <a:pt x="1599" y="457"/>
                      </a:lnTo>
                      <a:lnTo>
                        <a:pt x="1597" y="457"/>
                      </a:lnTo>
                      <a:lnTo>
                        <a:pt x="1595" y="457"/>
                      </a:lnTo>
                      <a:lnTo>
                        <a:pt x="1593" y="457"/>
                      </a:lnTo>
                      <a:lnTo>
                        <a:pt x="1593" y="459"/>
                      </a:lnTo>
                      <a:lnTo>
                        <a:pt x="1593" y="461"/>
                      </a:lnTo>
                      <a:lnTo>
                        <a:pt x="1593" y="462"/>
                      </a:lnTo>
                      <a:lnTo>
                        <a:pt x="1591" y="462"/>
                      </a:lnTo>
                      <a:lnTo>
                        <a:pt x="1591" y="464"/>
                      </a:lnTo>
                      <a:lnTo>
                        <a:pt x="1589" y="462"/>
                      </a:lnTo>
                      <a:lnTo>
                        <a:pt x="1589" y="461"/>
                      </a:lnTo>
                      <a:lnTo>
                        <a:pt x="1589" y="459"/>
                      </a:lnTo>
                      <a:lnTo>
                        <a:pt x="1588" y="461"/>
                      </a:lnTo>
                      <a:lnTo>
                        <a:pt x="1586" y="461"/>
                      </a:lnTo>
                      <a:lnTo>
                        <a:pt x="1586" y="462"/>
                      </a:lnTo>
                      <a:lnTo>
                        <a:pt x="1586" y="464"/>
                      </a:lnTo>
                      <a:lnTo>
                        <a:pt x="1586" y="462"/>
                      </a:lnTo>
                      <a:lnTo>
                        <a:pt x="1584" y="462"/>
                      </a:lnTo>
                      <a:lnTo>
                        <a:pt x="1584" y="461"/>
                      </a:lnTo>
                      <a:lnTo>
                        <a:pt x="1584" y="459"/>
                      </a:lnTo>
                      <a:lnTo>
                        <a:pt x="1582" y="459"/>
                      </a:lnTo>
                      <a:lnTo>
                        <a:pt x="1580" y="459"/>
                      </a:lnTo>
                      <a:lnTo>
                        <a:pt x="1580" y="457"/>
                      </a:lnTo>
                      <a:lnTo>
                        <a:pt x="1578" y="455"/>
                      </a:lnTo>
                      <a:lnTo>
                        <a:pt x="1577" y="455"/>
                      </a:lnTo>
                      <a:lnTo>
                        <a:pt x="1575" y="455"/>
                      </a:lnTo>
                      <a:lnTo>
                        <a:pt x="1575" y="453"/>
                      </a:lnTo>
                      <a:lnTo>
                        <a:pt x="1575" y="451"/>
                      </a:lnTo>
                      <a:lnTo>
                        <a:pt x="1575" y="450"/>
                      </a:lnTo>
                      <a:lnTo>
                        <a:pt x="1577" y="450"/>
                      </a:lnTo>
                      <a:lnTo>
                        <a:pt x="1577" y="448"/>
                      </a:lnTo>
                      <a:lnTo>
                        <a:pt x="1577" y="450"/>
                      </a:lnTo>
                      <a:lnTo>
                        <a:pt x="1575" y="450"/>
                      </a:lnTo>
                      <a:lnTo>
                        <a:pt x="1575" y="451"/>
                      </a:lnTo>
                      <a:lnTo>
                        <a:pt x="1575" y="453"/>
                      </a:lnTo>
                      <a:lnTo>
                        <a:pt x="1573" y="453"/>
                      </a:lnTo>
                      <a:lnTo>
                        <a:pt x="1573" y="451"/>
                      </a:lnTo>
                      <a:lnTo>
                        <a:pt x="1571" y="451"/>
                      </a:lnTo>
                      <a:lnTo>
                        <a:pt x="1569" y="451"/>
                      </a:lnTo>
                      <a:lnTo>
                        <a:pt x="1569" y="450"/>
                      </a:lnTo>
                      <a:lnTo>
                        <a:pt x="1568" y="450"/>
                      </a:lnTo>
                      <a:lnTo>
                        <a:pt x="1568" y="448"/>
                      </a:lnTo>
                      <a:lnTo>
                        <a:pt x="1566" y="448"/>
                      </a:lnTo>
                      <a:lnTo>
                        <a:pt x="1564" y="448"/>
                      </a:lnTo>
                      <a:lnTo>
                        <a:pt x="1564" y="446"/>
                      </a:lnTo>
                      <a:lnTo>
                        <a:pt x="1562" y="446"/>
                      </a:lnTo>
                      <a:lnTo>
                        <a:pt x="1560" y="446"/>
                      </a:lnTo>
                      <a:lnTo>
                        <a:pt x="1560" y="444"/>
                      </a:lnTo>
                      <a:lnTo>
                        <a:pt x="1560" y="442"/>
                      </a:lnTo>
                      <a:lnTo>
                        <a:pt x="1558" y="442"/>
                      </a:lnTo>
                      <a:lnTo>
                        <a:pt x="1558" y="441"/>
                      </a:lnTo>
                      <a:lnTo>
                        <a:pt x="1557" y="441"/>
                      </a:lnTo>
                      <a:lnTo>
                        <a:pt x="1555" y="441"/>
                      </a:lnTo>
                      <a:lnTo>
                        <a:pt x="1555" y="439"/>
                      </a:lnTo>
                      <a:lnTo>
                        <a:pt x="1555" y="437"/>
                      </a:lnTo>
                      <a:lnTo>
                        <a:pt x="1557" y="437"/>
                      </a:lnTo>
                      <a:lnTo>
                        <a:pt x="1555" y="437"/>
                      </a:lnTo>
                      <a:lnTo>
                        <a:pt x="1555" y="439"/>
                      </a:lnTo>
                      <a:lnTo>
                        <a:pt x="1553" y="439"/>
                      </a:lnTo>
                      <a:lnTo>
                        <a:pt x="1553" y="437"/>
                      </a:lnTo>
                      <a:lnTo>
                        <a:pt x="1551" y="437"/>
                      </a:lnTo>
                      <a:lnTo>
                        <a:pt x="1551" y="435"/>
                      </a:lnTo>
                      <a:lnTo>
                        <a:pt x="1549" y="435"/>
                      </a:lnTo>
                      <a:lnTo>
                        <a:pt x="1549" y="433"/>
                      </a:lnTo>
                      <a:lnTo>
                        <a:pt x="1547" y="433"/>
                      </a:lnTo>
                      <a:lnTo>
                        <a:pt x="1547" y="431"/>
                      </a:lnTo>
                      <a:lnTo>
                        <a:pt x="1546" y="431"/>
                      </a:lnTo>
                      <a:lnTo>
                        <a:pt x="1546" y="430"/>
                      </a:lnTo>
                      <a:lnTo>
                        <a:pt x="1546" y="428"/>
                      </a:lnTo>
                      <a:lnTo>
                        <a:pt x="1544" y="426"/>
                      </a:lnTo>
                      <a:lnTo>
                        <a:pt x="1544" y="424"/>
                      </a:lnTo>
                      <a:lnTo>
                        <a:pt x="1546" y="424"/>
                      </a:lnTo>
                      <a:lnTo>
                        <a:pt x="1544" y="424"/>
                      </a:lnTo>
                      <a:lnTo>
                        <a:pt x="1544" y="422"/>
                      </a:lnTo>
                      <a:lnTo>
                        <a:pt x="1544" y="420"/>
                      </a:lnTo>
                      <a:lnTo>
                        <a:pt x="1542" y="420"/>
                      </a:lnTo>
                      <a:lnTo>
                        <a:pt x="1542" y="419"/>
                      </a:lnTo>
                      <a:lnTo>
                        <a:pt x="1542" y="417"/>
                      </a:lnTo>
                      <a:lnTo>
                        <a:pt x="1540" y="417"/>
                      </a:lnTo>
                      <a:lnTo>
                        <a:pt x="1540" y="415"/>
                      </a:lnTo>
                      <a:lnTo>
                        <a:pt x="1540" y="417"/>
                      </a:lnTo>
                      <a:lnTo>
                        <a:pt x="1540" y="415"/>
                      </a:lnTo>
                      <a:lnTo>
                        <a:pt x="1540" y="413"/>
                      </a:lnTo>
                      <a:lnTo>
                        <a:pt x="1542" y="413"/>
                      </a:lnTo>
                      <a:lnTo>
                        <a:pt x="1544" y="413"/>
                      </a:lnTo>
                      <a:lnTo>
                        <a:pt x="1544" y="411"/>
                      </a:lnTo>
                      <a:lnTo>
                        <a:pt x="1546" y="411"/>
                      </a:lnTo>
                      <a:lnTo>
                        <a:pt x="1546" y="413"/>
                      </a:lnTo>
                      <a:lnTo>
                        <a:pt x="1547" y="413"/>
                      </a:lnTo>
                      <a:lnTo>
                        <a:pt x="1549" y="413"/>
                      </a:lnTo>
                      <a:lnTo>
                        <a:pt x="1547" y="413"/>
                      </a:lnTo>
                      <a:lnTo>
                        <a:pt x="1546" y="413"/>
                      </a:lnTo>
                      <a:lnTo>
                        <a:pt x="1546" y="411"/>
                      </a:lnTo>
                      <a:lnTo>
                        <a:pt x="1546" y="409"/>
                      </a:lnTo>
                      <a:lnTo>
                        <a:pt x="1546" y="408"/>
                      </a:lnTo>
                      <a:lnTo>
                        <a:pt x="1546" y="409"/>
                      </a:lnTo>
                      <a:lnTo>
                        <a:pt x="1547" y="409"/>
                      </a:lnTo>
                      <a:lnTo>
                        <a:pt x="1547" y="408"/>
                      </a:lnTo>
                      <a:lnTo>
                        <a:pt x="1549" y="408"/>
                      </a:lnTo>
                      <a:lnTo>
                        <a:pt x="1547" y="408"/>
                      </a:lnTo>
                      <a:lnTo>
                        <a:pt x="1547" y="409"/>
                      </a:lnTo>
                      <a:lnTo>
                        <a:pt x="1546" y="409"/>
                      </a:lnTo>
                      <a:lnTo>
                        <a:pt x="1546" y="408"/>
                      </a:lnTo>
                      <a:lnTo>
                        <a:pt x="1544" y="408"/>
                      </a:lnTo>
                      <a:lnTo>
                        <a:pt x="1546" y="408"/>
                      </a:lnTo>
                      <a:lnTo>
                        <a:pt x="1547" y="408"/>
                      </a:lnTo>
                      <a:lnTo>
                        <a:pt x="1549" y="406"/>
                      </a:lnTo>
                      <a:lnTo>
                        <a:pt x="1551" y="406"/>
                      </a:lnTo>
                      <a:lnTo>
                        <a:pt x="1553" y="406"/>
                      </a:lnTo>
                      <a:lnTo>
                        <a:pt x="1555" y="404"/>
                      </a:lnTo>
                      <a:lnTo>
                        <a:pt x="1557" y="404"/>
                      </a:lnTo>
                      <a:lnTo>
                        <a:pt x="1555" y="404"/>
                      </a:lnTo>
                      <a:lnTo>
                        <a:pt x="1553" y="404"/>
                      </a:lnTo>
                      <a:lnTo>
                        <a:pt x="1551" y="404"/>
                      </a:lnTo>
                      <a:lnTo>
                        <a:pt x="1549" y="404"/>
                      </a:lnTo>
                      <a:lnTo>
                        <a:pt x="1549" y="402"/>
                      </a:lnTo>
                      <a:lnTo>
                        <a:pt x="1547" y="402"/>
                      </a:lnTo>
                      <a:lnTo>
                        <a:pt x="1549" y="402"/>
                      </a:lnTo>
                      <a:lnTo>
                        <a:pt x="1549" y="400"/>
                      </a:lnTo>
                      <a:lnTo>
                        <a:pt x="1549" y="402"/>
                      </a:lnTo>
                      <a:lnTo>
                        <a:pt x="1547" y="402"/>
                      </a:lnTo>
                      <a:lnTo>
                        <a:pt x="1547" y="404"/>
                      </a:lnTo>
                      <a:lnTo>
                        <a:pt x="1546" y="406"/>
                      </a:lnTo>
                      <a:lnTo>
                        <a:pt x="1544" y="406"/>
                      </a:lnTo>
                      <a:lnTo>
                        <a:pt x="1542" y="406"/>
                      </a:lnTo>
                      <a:lnTo>
                        <a:pt x="1544" y="406"/>
                      </a:lnTo>
                      <a:lnTo>
                        <a:pt x="1544" y="404"/>
                      </a:lnTo>
                      <a:lnTo>
                        <a:pt x="1542" y="404"/>
                      </a:lnTo>
                      <a:lnTo>
                        <a:pt x="1542" y="402"/>
                      </a:lnTo>
                      <a:lnTo>
                        <a:pt x="1544" y="402"/>
                      </a:lnTo>
                      <a:lnTo>
                        <a:pt x="1542" y="402"/>
                      </a:lnTo>
                      <a:lnTo>
                        <a:pt x="1542" y="404"/>
                      </a:lnTo>
                      <a:lnTo>
                        <a:pt x="1540" y="404"/>
                      </a:lnTo>
                      <a:lnTo>
                        <a:pt x="1540" y="402"/>
                      </a:lnTo>
                      <a:lnTo>
                        <a:pt x="1538" y="402"/>
                      </a:lnTo>
                      <a:lnTo>
                        <a:pt x="1540" y="402"/>
                      </a:lnTo>
                      <a:lnTo>
                        <a:pt x="1540" y="400"/>
                      </a:lnTo>
                      <a:lnTo>
                        <a:pt x="1540" y="402"/>
                      </a:lnTo>
                      <a:lnTo>
                        <a:pt x="1540" y="400"/>
                      </a:lnTo>
                      <a:lnTo>
                        <a:pt x="1542" y="400"/>
                      </a:lnTo>
                      <a:lnTo>
                        <a:pt x="1540" y="400"/>
                      </a:lnTo>
                      <a:lnTo>
                        <a:pt x="1540" y="402"/>
                      </a:lnTo>
                      <a:lnTo>
                        <a:pt x="1540" y="400"/>
                      </a:lnTo>
                      <a:lnTo>
                        <a:pt x="1542" y="400"/>
                      </a:lnTo>
                      <a:lnTo>
                        <a:pt x="1540" y="400"/>
                      </a:lnTo>
                      <a:lnTo>
                        <a:pt x="1540" y="398"/>
                      </a:lnTo>
                      <a:lnTo>
                        <a:pt x="1540" y="397"/>
                      </a:lnTo>
                      <a:lnTo>
                        <a:pt x="1542" y="395"/>
                      </a:lnTo>
                      <a:lnTo>
                        <a:pt x="1542" y="397"/>
                      </a:lnTo>
                      <a:lnTo>
                        <a:pt x="1542" y="398"/>
                      </a:lnTo>
                      <a:lnTo>
                        <a:pt x="1544" y="398"/>
                      </a:lnTo>
                      <a:lnTo>
                        <a:pt x="1544" y="397"/>
                      </a:lnTo>
                      <a:lnTo>
                        <a:pt x="1546" y="397"/>
                      </a:lnTo>
                      <a:lnTo>
                        <a:pt x="1546" y="398"/>
                      </a:lnTo>
                      <a:lnTo>
                        <a:pt x="1546" y="397"/>
                      </a:lnTo>
                      <a:lnTo>
                        <a:pt x="1547" y="397"/>
                      </a:lnTo>
                      <a:lnTo>
                        <a:pt x="1547" y="398"/>
                      </a:lnTo>
                      <a:lnTo>
                        <a:pt x="1547" y="397"/>
                      </a:lnTo>
                      <a:lnTo>
                        <a:pt x="1549" y="397"/>
                      </a:lnTo>
                      <a:lnTo>
                        <a:pt x="1547" y="397"/>
                      </a:lnTo>
                      <a:lnTo>
                        <a:pt x="1547" y="398"/>
                      </a:lnTo>
                      <a:lnTo>
                        <a:pt x="1547" y="397"/>
                      </a:lnTo>
                      <a:lnTo>
                        <a:pt x="1546" y="397"/>
                      </a:lnTo>
                      <a:lnTo>
                        <a:pt x="1547" y="395"/>
                      </a:lnTo>
                      <a:lnTo>
                        <a:pt x="1547" y="393"/>
                      </a:lnTo>
                      <a:lnTo>
                        <a:pt x="1549" y="391"/>
                      </a:lnTo>
                      <a:lnTo>
                        <a:pt x="1547" y="393"/>
                      </a:lnTo>
                      <a:lnTo>
                        <a:pt x="1547" y="395"/>
                      </a:lnTo>
                      <a:lnTo>
                        <a:pt x="1546" y="395"/>
                      </a:lnTo>
                      <a:lnTo>
                        <a:pt x="1546" y="397"/>
                      </a:lnTo>
                      <a:lnTo>
                        <a:pt x="1546" y="398"/>
                      </a:lnTo>
                      <a:lnTo>
                        <a:pt x="1546" y="397"/>
                      </a:lnTo>
                      <a:lnTo>
                        <a:pt x="1544" y="397"/>
                      </a:lnTo>
                      <a:lnTo>
                        <a:pt x="1544" y="398"/>
                      </a:lnTo>
                      <a:lnTo>
                        <a:pt x="1542" y="398"/>
                      </a:lnTo>
                      <a:lnTo>
                        <a:pt x="1542" y="397"/>
                      </a:lnTo>
                      <a:lnTo>
                        <a:pt x="1542" y="395"/>
                      </a:lnTo>
                      <a:lnTo>
                        <a:pt x="1540" y="395"/>
                      </a:lnTo>
                      <a:lnTo>
                        <a:pt x="1540" y="397"/>
                      </a:lnTo>
                      <a:lnTo>
                        <a:pt x="1538" y="398"/>
                      </a:lnTo>
                      <a:lnTo>
                        <a:pt x="1536" y="398"/>
                      </a:lnTo>
                      <a:lnTo>
                        <a:pt x="1535" y="398"/>
                      </a:lnTo>
                      <a:lnTo>
                        <a:pt x="1535" y="400"/>
                      </a:lnTo>
                      <a:lnTo>
                        <a:pt x="1533" y="402"/>
                      </a:lnTo>
                      <a:lnTo>
                        <a:pt x="1533" y="400"/>
                      </a:lnTo>
                      <a:lnTo>
                        <a:pt x="1535" y="400"/>
                      </a:lnTo>
                      <a:lnTo>
                        <a:pt x="1535" y="398"/>
                      </a:lnTo>
                      <a:lnTo>
                        <a:pt x="1533" y="398"/>
                      </a:lnTo>
                      <a:lnTo>
                        <a:pt x="1535" y="398"/>
                      </a:lnTo>
                      <a:lnTo>
                        <a:pt x="1533" y="398"/>
                      </a:lnTo>
                      <a:lnTo>
                        <a:pt x="1535" y="398"/>
                      </a:lnTo>
                      <a:lnTo>
                        <a:pt x="1535" y="400"/>
                      </a:lnTo>
                      <a:lnTo>
                        <a:pt x="1533" y="400"/>
                      </a:lnTo>
                      <a:lnTo>
                        <a:pt x="1535" y="400"/>
                      </a:lnTo>
                      <a:lnTo>
                        <a:pt x="1533" y="400"/>
                      </a:lnTo>
                      <a:lnTo>
                        <a:pt x="1533" y="398"/>
                      </a:lnTo>
                      <a:lnTo>
                        <a:pt x="1533" y="397"/>
                      </a:lnTo>
                      <a:lnTo>
                        <a:pt x="1535" y="397"/>
                      </a:lnTo>
                      <a:lnTo>
                        <a:pt x="1536" y="397"/>
                      </a:lnTo>
                      <a:lnTo>
                        <a:pt x="1536" y="395"/>
                      </a:lnTo>
                      <a:lnTo>
                        <a:pt x="1538" y="395"/>
                      </a:lnTo>
                      <a:lnTo>
                        <a:pt x="1538" y="393"/>
                      </a:lnTo>
                      <a:lnTo>
                        <a:pt x="1540" y="393"/>
                      </a:lnTo>
                      <a:lnTo>
                        <a:pt x="1540" y="391"/>
                      </a:lnTo>
                      <a:lnTo>
                        <a:pt x="1540" y="389"/>
                      </a:lnTo>
                      <a:lnTo>
                        <a:pt x="1542" y="389"/>
                      </a:lnTo>
                      <a:lnTo>
                        <a:pt x="1544" y="389"/>
                      </a:lnTo>
                      <a:lnTo>
                        <a:pt x="1544" y="388"/>
                      </a:lnTo>
                      <a:lnTo>
                        <a:pt x="1544" y="389"/>
                      </a:lnTo>
                      <a:lnTo>
                        <a:pt x="1544" y="391"/>
                      </a:lnTo>
                      <a:lnTo>
                        <a:pt x="1544" y="389"/>
                      </a:lnTo>
                      <a:lnTo>
                        <a:pt x="1544" y="388"/>
                      </a:lnTo>
                      <a:lnTo>
                        <a:pt x="1546" y="388"/>
                      </a:lnTo>
                      <a:lnTo>
                        <a:pt x="1547" y="388"/>
                      </a:lnTo>
                      <a:lnTo>
                        <a:pt x="1549" y="388"/>
                      </a:lnTo>
                      <a:lnTo>
                        <a:pt x="1549" y="386"/>
                      </a:lnTo>
                      <a:lnTo>
                        <a:pt x="1549" y="388"/>
                      </a:lnTo>
                      <a:lnTo>
                        <a:pt x="1547" y="388"/>
                      </a:lnTo>
                      <a:lnTo>
                        <a:pt x="1546" y="388"/>
                      </a:lnTo>
                      <a:lnTo>
                        <a:pt x="1544" y="388"/>
                      </a:lnTo>
                      <a:lnTo>
                        <a:pt x="1542" y="388"/>
                      </a:lnTo>
                      <a:lnTo>
                        <a:pt x="1542" y="389"/>
                      </a:lnTo>
                      <a:lnTo>
                        <a:pt x="1540" y="389"/>
                      </a:lnTo>
                      <a:lnTo>
                        <a:pt x="1540" y="391"/>
                      </a:lnTo>
                      <a:lnTo>
                        <a:pt x="1540" y="393"/>
                      </a:lnTo>
                      <a:lnTo>
                        <a:pt x="1538" y="393"/>
                      </a:lnTo>
                      <a:lnTo>
                        <a:pt x="1536" y="395"/>
                      </a:lnTo>
                      <a:lnTo>
                        <a:pt x="1535" y="395"/>
                      </a:lnTo>
                      <a:lnTo>
                        <a:pt x="1535" y="393"/>
                      </a:lnTo>
                      <a:lnTo>
                        <a:pt x="1536" y="393"/>
                      </a:lnTo>
                      <a:lnTo>
                        <a:pt x="1535" y="393"/>
                      </a:lnTo>
                      <a:lnTo>
                        <a:pt x="1535" y="395"/>
                      </a:lnTo>
                      <a:lnTo>
                        <a:pt x="1533" y="395"/>
                      </a:lnTo>
                      <a:lnTo>
                        <a:pt x="1533" y="397"/>
                      </a:lnTo>
                      <a:lnTo>
                        <a:pt x="1533" y="398"/>
                      </a:lnTo>
                      <a:lnTo>
                        <a:pt x="1531" y="398"/>
                      </a:lnTo>
                      <a:lnTo>
                        <a:pt x="1531" y="397"/>
                      </a:lnTo>
                      <a:lnTo>
                        <a:pt x="1531" y="395"/>
                      </a:lnTo>
                      <a:lnTo>
                        <a:pt x="1533" y="395"/>
                      </a:lnTo>
                      <a:lnTo>
                        <a:pt x="1533" y="393"/>
                      </a:lnTo>
                      <a:lnTo>
                        <a:pt x="1535" y="393"/>
                      </a:lnTo>
                      <a:lnTo>
                        <a:pt x="1535" y="391"/>
                      </a:lnTo>
                      <a:lnTo>
                        <a:pt x="1536" y="391"/>
                      </a:lnTo>
                      <a:lnTo>
                        <a:pt x="1536" y="389"/>
                      </a:lnTo>
                      <a:lnTo>
                        <a:pt x="1536" y="388"/>
                      </a:lnTo>
                      <a:lnTo>
                        <a:pt x="1538" y="388"/>
                      </a:lnTo>
                      <a:lnTo>
                        <a:pt x="1540" y="388"/>
                      </a:lnTo>
                      <a:lnTo>
                        <a:pt x="1542" y="388"/>
                      </a:lnTo>
                      <a:lnTo>
                        <a:pt x="1542" y="386"/>
                      </a:lnTo>
                      <a:lnTo>
                        <a:pt x="1542" y="388"/>
                      </a:lnTo>
                      <a:lnTo>
                        <a:pt x="1540" y="388"/>
                      </a:lnTo>
                      <a:lnTo>
                        <a:pt x="1538" y="388"/>
                      </a:lnTo>
                      <a:lnTo>
                        <a:pt x="1540" y="388"/>
                      </a:lnTo>
                      <a:lnTo>
                        <a:pt x="1538" y="388"/>
                      </a:lnTo>
                      <a:lnTo>
                        <a:pt x="1538" y="386"/>
                      </a:lnTo>
                      <a:lnTo>
                        <a:pt x="1540" y="386"/>
                      </a:lnTo>
                      <a:lnTo>
                        <a:pt x="1538" y="386"/>
                      </a:lnTo>
                      <a:lnTo>
                        <a:pt x="1540" y="386"/>
                      </a:lnTo>
                      <a:lnTo>
                        <a:pt x="1540" y="384"/>
                      </a:lnTo>
                      <a:lnTo>
                        <a:pt x="1540" y="386"/>
                      </a:lnTo>
                      <a:lnTo>
                        <a:pt x="1540" y="384"/>
                      </a:lnTo>
                      <a:lnTo>
                        <a:pt x="1540" y="382"/>
                      </a:lnTo>
                      <a:lnTo>
                        <a:pt x="1542" y="382"/>
                      </a:lnTo>
                      <a:lnTo>
                        <a:pt x="1540" y="382"/>
                      </a:lnTo>
                      <a:lnTo>
                        <a:pt x="1540" y="384"/>
                      </a:lnTo>
                      <a:lnTo>
                        <a:pt x="1540" y="386"/>
                      </a:lnTo>
                      <a:lnTo>
                        <a:pt x="1540" y="384"/>
                      </a:lnTo>
                      <a:lnTo>
                        <a:pt x="1540" y="386"/>
                      </a:lnTo>
                      <a:lnTo>
                        <a:pt x="1538" y="386"/>
                      </a:lnTo>
                      <a:lnTo>
                        <a:pt x="1538" y="388"/>
                      </a:lnTo>
                      <a:lnTo>
                        <a:pt x="1540" y="388"/>
                      </a:lnTo>
                      <a:lnTo>
                        <a:pt x="1538" y="388"/>
                      </a:lnTo>
                      <a:lnTo>
                        <a:pt x="1536" y="388"/>
                      </a:lnTo>
                      <a:lnTo>
                        <a:pt x="1536" y="386"/>
                      </a:lnTo>
                      <a:lnTo>
                        <a:pt x="1536" y="388"/>
                      </a:lnTo>
                      <a:lnTo>
                        <a:pt x="1535" y="388"/>
                      </a:lnTo>
                      <a:lnTo>
                        <a:pt x="1533" y="388"/>
                      </a:lnTo>
                      <a:lnTo>
                        <a:pt x="1535" y="388"/>
                      </a:lnTo>
                      <a:lnTo>
                        <a:pt x="1535" y="386"/>
                      </a:lnTo>
                      <a:lnTo>
                        <a:pt x="1535" y="388"/>
                      </a:lnTo>
                      <a:lnTo>
                        <a:pt x="1533" y="388"/>
                      </a:lnTo>
                      <a:lnTo>
                        <a:pt x="1535" y="388"/>
                      </a:lnTo>
                      <a:lnTo>
                        <a:pt x="1535" y="389"/>
                      </a:lnTo>
                      <a:lnTo>
                        <a:pt x="1533" y="389"/>
                      </a:lnTo>
                      <a:lnTo>
                        <a:pt x="1533" y="391"/>
                      </a:lnTo>
                      <a:lnTo>
                        <a:pt x="1531" y="391"/>
                      </a:lnTo>
                      <a:lnTo>
                        <a:pt x="1531" y="393"/>
                      </a:lnTo>
                      <a:lnTo>
                        <a:pt x="1529" y="393"/>
                      </a:lnTo>
                      <a:lnTo>
                        <a:pt x="1529" y="391"/>
                      </a:lnTo>
                      <a:lnTo>
                        <a:pt x="1529" y="389"/>
                      </a:lnTo>
                      <a:lnTo>
                        <a:pt x="1529" y="391"/>
                      </a:lnTo>
                      <a:lnTo>
                        <a:pt x="1529" y="393"/>
                      </a:lnTo>
                      <a:lnTo>
                        <a:pt x="1527" y="393"/>
                      </a:lnTo>
                      <a:lnTo>
                        <a:pt x="1526" y="393"/>
                      </a:lnTo>
                      <a:lnTo>
                        <a:pt x="1527" y="393"/>
                      </a:lnTo>
                      <a:lnTo>
                        <a:pt x="1527" y="391"/>
                      </a:lnTo>
                      <a:lnTo>
                        <a:pt x="1527" y="393"/>
                      </a:lnTo>
                      <a:lnTo>
                        <a:pt x="1527" y="391"/>
                      </a:lnTo>
                      <a:lnTo>
                        <a:pt x="1527" y="393"/>
                      </a:lnTo>
                      <a:lnTo>
                        <a:pt x="1526" y="393"/>
                      </a:lnTo>
                      <a:lnTo>
                        <a:pt x="1527" y="393"/>
                      </a:lnTo>
                      <a:lnTo>
                        <a:pt x="1526" y="393"/>
                      </a:lnTo>
                      <a:lnTo>
                        <a:pt x="1526" y="391"/>
                      </a:lnTo>
                      <a:lnTo>
                        <a:pt x="1526" y="389"/>
                      </a:lnTo>
                      <a:lnTo>
                        <a:pt x="1527" y="389"/>
                      </a:lnTo>
                      <a:lnTo>
                        <a:pt x="1527" y="388"/>
                      </a:lnTo>
                      <a:lnTo>
                        <a:pt x="1529" y="388"/>
                      </a:lnTo>
                      <a:lnTo>
                        <a:pt x="1531" y="388"/>
                      </a:lnTo>
                      <a:lnTo>
                        <a:pt x="1529" y="388"/>
                      </a:lnTo>
                      <a:lnTo>
                        <a:pt x="1527" y="388"/>
                      </a:lnTo>
                      <a:lnTo>
                        <a:pt x="1527" y="389"/>
                      </a:lnTo>
                      <a:lnTo>
                        <a:pt x="1526" y="389"/>
                      </a:lnTo>
                      <a:lnTo>
                        <a:pt x="1526" y="391"/>
                      </a:lnTo>
                      <a:lnTo>
                        <a:pt x="1526" y="393"/>
                      </a:lnTo>
                      <a:lnTo>
                        <a:pt x="1524" y="393"/>
                      </a:lnTo>
                      <a:lnTo>
                        <a:pt x="1522" y="395"/>
                      </a:lnTo>
                      <a:lnTo>
                        <a:pt x="1520" y="395"/>
                      </a:lnTo>
                      <a:lnTo>
                        <a:pt x="1520" y="393"/>
                      </a:lnTo>
                      <a:lnTo>
                        <a:pt x="1522" y="393"/>
                      </a:lnTo>
                      <a:lnTo>
                        <a:pt x="1522" y="395"/>
                      </a:lnTo>
                      <a:lnTo>
                        <a:pt x="1522" y="393"/>
                      </a:lnTo>
                      <a:lnTo>
                        <a:pt x="1522" y="391"/>
                      </a:lnTo>
                      <a:lnTo>
                        <a:pt x="1524" y="391"/>
                      </a:lnTo>
                      <a:lnTo>
                        <a:pt x="1524" y="389"/>
                      </a:lnTo>
                      <a:lnTo>
                        <a:pt x="1526" y="388"/>
                      </a:lnTo>
                      <a:lnTo>
                        <a:pt x="1526" y="386"/>
                      </a:lnTo>
                      <a:lnTo>
                        <a:pt x="1527" y="386"/>
                      </a:lnTo>
                      <a:lnTo>
                        <a:pt x="1529" y="386"/>
                      </a:lnTo>
                      <a:lnTo>
                        <a:pt x="1529" y="384"/>
                      </a:lnTo>
                      <a:lnTo>
                        <a:pt x="1527" y="384"/>
                      </a:lnTo>
                      <a:lnTo>
                        <a:pt x="1529" y="384"/>
                      </a:lnTo>
                      <a:lnTo>
                        <a:pt x="1529" y="386"/>
                      </a:lnTo>
                      <a:lnTo>
                        <a:pt x="1527" y="386"/>
                      </a:lnTo>
                      <a:lnTo>
                        <a:pt x="1526" y="386"/>
                      </a:lnTo>
                      <a:lnTo>
                        <a:pt x="1526" y="388"/>
                      </a:lnTo>
                      <a:lnTo>
                        <a:pt x="1524" y="388"/>
                      </a:lnTo>
                      <a:lnTo>
                        <a:pt x="1526" y="388"/>
                      </a:lnTo>
                      <a:lnTo>
                        <a:pt x="1524" y="388"/>
                      </a:lnTo>
                      <a:lnTo>
                        <a:pt x="1524" y="389"/>
                      </a:lnTo>
                      <a:lnTo>
                        <a:pt x="1524" y="391"/>
                      </a:lnTo>
                      <a:lnTo>
                        <a:pt x="1522" y="391"/>
                      </a:lnTo>
                      <a:lnTo>
                        <a:pt x="1522" y="389"/>
                      </a:lnTo>
                      <a:lnTo>
                        <a:pt x="1522" y="391"/>
                      </a:lnTo>
                      <a:lnTo>
                        <a:pt x="1522" y="393"/>
                      </a:lnTo>
                      <a:lnTo>
                        <a:pt x="1522" y="391"/>
                      </a:lnTo>
                      <a:lnTo>
                        <a:pt x="1522" y="393"/>
                      </a:lnTo>
                      <a:lnTo>
                        <a:pt x="1520" y="393"/>
                      </a:lnTo>
                      <a:lnTo>
                        <a:pt x="1520" y="391"/>
                      </a:lnTo>
                      <a:lnTo>
                        <a:pt x="1520" y="389"/>
                      </a:lnTo>
                      <a:lnTo>
                        <a:pt x="1520" y="388"/>
                      </a:lnTo>
                      <a:lnTo>
                        <a:pt x="1522" y="389"/>
                      </a:lnTo>
                      <a:lnTo>
                        <a:pt x="1522" y="388"/>
                      </a:lnTo>
                      <a:lnTo>
                        <a:pt x="1522" y="386"/>
                      </a:lnTo>
                      <a:lnTo>
                        <a:pt x="1524" y="386"/>
                      </a:lnTo>
                      <a:lnTo>
                        <a:pt x="1524" y="388"/>
                      </a:lnTo>
                      <a:lnTo>
                        <a:pt x="1524" y="386"/>
                      </a:lnTo>
                      <a:lnTo>
                        <a:pt x="1522" y="386"/>
                      </a:lnTo>
                      <a:lnTo>
                        <a:pt x="1524" y="386"/>
                      </a:lnTo>
                      <a:lnTo>
                        <a:pt x="1522" y="386"/>
                      </a:lnTo>
                      <a:lnTo>
                        <a:pt x="1524" y="386"/>
                      </a:lnTo>
                      <a:lnTo>
                        <a:pt x="1524" y="384"/>
                      </a:lnTo>
                      <a:lnTo>
                        <a:pt x="1524" y="386"/>
                      </a:lnTo>
                      <a:lnTo>
                        <a:pt x="1524" y="384"/>
                      </a:lnTo>
                      <a:lnTo>
                        <a:pt x="1524" y="386"/>
                      </a:lnTo>
                      <a:lnTo>
                        <a:pt x="1526" y="386"/>
                      </a:lnTo>
                      <a:lnTo>
                        <a:pt x="1526" y="384"/>
                      </a:lnTo>
                      <a:lnTo>
                        <a:pt x="1524" y="384"/>
                      </a:lnTo>
                      <a:lnTo>
                        <a:pt x="1526" y="384"/>
                      </a:lnTo>
                      <a:lnTo>
                        <a:pt x="1524" y="384"/>
                      </a:lnTo>
                      <a:lnTo>
                        <a:pt x="1526" y="384"/>
                      </a:lnTo>
                      <a:lnTo>
                        <a:pt x="1526" y="386"/>
                      </a:lnTo>
                      <a:lnTo>
                        <a:pt x="1524" y="386"/>
                      </a:lnTo>
                      <a:lnTo>
                        <a:pt x="1524" y="384"/>
                      </a:lnTo>
                      <a:lnTo>
                        <a:pt x="1524" y="386"/>
                      </a:lnTo>
                      <a:lnTo>
                        <a:pt x="1524" y="384"/>
                      </a:lnTo>
                      <a:lnTo>
                        <a:pt x="1524" y="386"/>
                      </a:lnTo>
                      <a:lnTo>
                        <a:pt x="1522" y="386"/>
                      </a:lnTo>
                      <a:lnTo>
                        <a:pt x="1524" y="386"/>
                      </a:lnTo>
                      <a:lnTo>
                        <a:pt x="1522" y="386"/>
                      </a:lnTo>
                      <a:lnTo>
                        <a:pt x="1522" y="388"/>
                      </a:lnTo>
                      <a:lnTo>
                        <a:pt x="1520" y="388"/>
                      </a:lnTo>
                      <a:lnTo>
                        <a:pt x="1520" y="386"/>
                      </a:lnTo>
                      <a:lnTo>
                        <a:pt x="1522" y="386"/>
                      </a:lnTo>
                      <a:lnTo>
                        <a:pt x="1522" y="384"/>
                      </a:lnTo>
                      <a:lnTo>
                        <a:pt x="1524" y="384"/>
                      </a:lnTo>
                      <a:lnTo>
                        <a:pt x="1522" y="384"/>
                      </a:lnTo>
                      <a:lnTo>
                        <a:pt x="1522" y="386"/>
                      </a:lnTo>
                      <a:lnTo>
                        <a:pt x="1520" y="386"/>
                      </a:lnTo>
                      <a:lnTo>
                        <a:pt x="1522" y="386"/>
                      </a:lnTo>
                      <a:lnTo>
                        <a:pt x="1522" y="384"/>
                      </a:lnTo>
                      <a:lnTo>
                        <a:pt x="1522" y="386"/>
                      </a:lnTo>
                      <a:lnTo>
                        <a:pt x="1522" y="384"/>
                      </a:lnTo>
                      <a:lnTo>
                        <a:pt x="1522" y="386"/>
                      </a:lnTo>
                      <a:lnTo>
                        <a:pt x="1522" y="384"/>
                      </a:lnTo>
                      <a:lnTo>
                        <a:pt x="1522" y="386"/>
                      </a:lnTo>
                      <a:lnTo>
                        <a:pt x="1522" y="384"/>
                      </a:lnTo>
                      <a:lnTo>
                        <a:pt x="1520" y="386"/>
                      </a:lnTo>
                      <a:lnTo>
                        <a:pt x="1520" y="384"/>
                      </a:lnTo>
                      <a:lnTo>
                        <a:pt x="1520" y="382"/>
                      </a:lnTo>
                      <a:lnTo>
                        <a:pt x="1522" y="382"/>
                      </a:lnTo>
                      <a:lnTo>
                        <a:pt x="1522" y="384"/>
                      </a:lnTo>
                      <a:lnTo>
                        <a:pt x="1522" y="382"/>
                      </a:lnTo>
                      <a:lnTo>
                        <a:pt x="1520" y="382"/>
                      </a:lnTo>
                      <a:lnTo>
                        <a:pt x="1520" y="384"/>
                      </a:lnTo>
                      <a:lnTo>
                        <a:pt x="1518" y="384"/>
                      </a:lnTo>
                      <a:lnTo>
                        <a:pt x="1520" y="384"/>
                      </a:lnTo>
                      <a:lnTo>
                        <a:pt x="1520" y="382"/>
                      </a:lnTo>
                      <a:lnTo>
                        <a:pt x="1520" y="384"/>
                      </a:lnTo>
                      <a:lnTo>
                        <a:pt x="1518" y="384"/>
                      </a:lnTo>
                      <a:lnTo>
                        <a:pt x="1518" y="382"/>
                      </a:lnTo>
                      <a:lnTo>
                        <a:pt x="1520" y="382"/>
                      </a:lnTo>
                      <a:lnTo>
                        <a:pt x="1518" y="382"/>
                      </a:lnTo>
                      <a:lnTo>
                        <a:pt x="1518" y="384"/>
                      </a:lnTo>
                      <a:lnTo>
                        <a:pt x="1516" y="384"/>
                      </a:lnTo>
                      <a:lnTo>
                        <a:pt x="1516" y="386"/>
                      </a:lnTo>
                      <a:lnTo>
                        <a:pt x="1518" y="388"/>
                      </a:lnTo>
                      <a:lnTo>
                        <a:pt x="1516" y="388"/>
                      </a:lnTo>
                      <a:lnTo>
                        <a:pt x="1515" y="388"/>
                      </a:lnTo>
                      <a:lnTo>
                        <a:pt x="1515" y="386"/>
                      </a:lnTo>
                      <a:lnTo>
                        <a:pt x="1516" y="386"/>
                      </a:lnTo>
                      <a:lnTo>
                        <a:pt x="1515" y="386"/>
                      </a:lnTo>
                      <a:lnTo>
                        <a:pt x="1516" y="386"/>
                      </a:lnTo>
                      <a:lnTo>
                        <a:pt x="1515" y="386"/>
                      </a:lnTo>
                      <a:lnTo>
                        <a:pt x="1516" y="386"/>
                      </a:lnTo>
                      <a:lnTo>
                        <a:pt x="1515" y="386"/>
                      </a:lnTo>
                      <a:lnTo>
                        <a:pt x="1516" y="386"/>
                      </a:lnTo>
                      <a:lnTo>
                        <a:pt x="1515" y="386"/>
                      </a:lnTo>
                      <a:lnTo>
                        <a:pt x="1516" y="384"/>
                      </a:lnTo>
                      <a:lnTo>
                        <a:pt x="1515" y="384"/>
                      </a:lnTo>
                      <a:lnTo>
                        <a:pt x="1515" y="386"/>
                      </a:lnTo>
                      <a:lnTo>
                        <a:pt x="1515" y="384"/>
                      </a:lnTo>
                      <a:lnTo>
                        <a:pt x="1516" y="384"/>
                      </a:lnTo>
                      <a:lnTo>
                        <a:pt x="1516" y="382"/>
                      </a:lnTo>
                      <a:lnTo>
                        <a:pt x="1516" y="384"/>
                      </a:lnTo>
                      <a:lnTo>
                        <a:pt x="1518" y="384"/>
                      </a:lnTo>
                      <a:lnTo>
                        <a:pt x="1516" y="384"/>
                      </a:lnTo>
                      <a:lnTo>
                        <a:pt x="1516" y="382"/>
                      </a:lnTo>
                      <a:lnTo>
                        <a:pt x="1516" y="384"/>
                      </a:lnTo>
                      <a:lnTo>
                        <a:pt x="1518" y="382"/>
                      </a:lnTo>
                      <a:lnTo>
                        <a:pt x="1520" y="382"/>
                      </a:lnTo>
                      <a:lnTo>
                        <a:pt x="1518" y="382"/>
                      </a:lnTo>
                      <a:lnTo>
                        <a:pt x="1516" y="382"/>
                      </a:lnTo>
                      <a:lnTo>
                        <a:pt x="1516" y="380"/>
                      </a:lnTo>
                      <a:lnTo>
                        <a:pt x="1518" y="380"/>
                      </a:lnTo>
                      <a:lnTo>
                        <a:pt x="1516" y="380"/>
                      </a:lnTo>
                      <a:lnTo>
                        <a:pt x="1518" y="380"/>
                      </a:lnTo>
                      <a:lnTo>
                        <a:pt x="1518" y="378"/>
                      </a:lnTo>
                      <a:lnTo>
                        <a:pt x="1516" y="378"/>
                      </a:lnTo>
                      <a:lnTo>
                        <a:pt x="1518" y="378"/>
                      </a:lnTo>
                      <a:lnTo>
                        <a:pt x="1518" y="377"/>
                      </a:lnTo>
                      <a:lnTo>
                        <a:pt x="1518" y="378"/>
                      </a:lnTo>
                      <a:lnTo>
                        <a:pt x="1516" y="378"/>
                      </a:lnTo>
                      <a:lnTo>
                        <a:pt x="1516" y="380"/>
                      </a:lnTo>
                      <a:lnTo>
                        <a:pt x="1518" y="378"/>
                      </a:lnTo>
                      <a:lnTo>
                        <a:pt x="1518" y="380"/>
                      </a:lnTo>
                      <a:lnTo>
                        <a:pt x="1516" y="380"/>
                      </a:lnTo>
                      <a:lnTo>
                        <a:pt x="1516" y="378"/>
                      </a:lnTo>
                      <a:lnTo>
                        <a:pt x="1516" y="380"/>
                      </a:lnTo>
                      <a:lnTo>
                        <a:pt x="1516" y="382"/>
                      </a:lnTo>
                      <a:lnTo>
                        <a:pt x="1515" y="382"/>
                      </a:lnTo>
                      <a:lnTo>
                        <a:pt x="1516" y="382"/>
                      </a:lnTo>
                      <a:lnTo>
                        <a:pt x="1515" y="382"/>
                      </a:lnTo>
                      <a:lnTo>
                        <a:pt x="1515" y="384"/>
                      </a:lnTo>
                      <a:lnTo>
                        <a:pt x="1515" y="386"/>
                      </a:lnTo>
                      <a:lnTo>
                        <a:pt x="1513" y="386"/>
                      </a:lnTo>
                      <a:lnTo>
                        <a:pt x="1513" y="384"/>
                      </a:lnTo>
                      <a:lnTo>
                        <a:pt x="1513" y="386"/>
                      </a:lnTo>
                      <a:lnTo>
                        <a:pt x="1515" y="386"/>
                      </a:lnTo>
                      <a:lnTo>
                        <a:pt x="1515" y="388"/>
                      </a:lnTo>
                      <a:lnTo>
                        <a:pt x="1513" y="388"/>
                      </a:lnTo>
                      <a:lnTo>
                        <a:pt x="1511" y="386"/>
                      </a:lnTo>
                      <a:lnTo>
                        <a:pt x="1511" y="384"/>
                      </a:lnTo>
                      <a:lnTo>
                        <a:pt x="1513" y="384"/>
                      </a:lnTo>
                      <a:lnTo>
                        <a:pt x="1513" y="382"/>
                      </a:lnTo>
                      <a:lnTo>
                        <a:pt x="1515" y="382"/>
                      </a:lnTo>
                      <a:lnTo>
                        <a:pt x="1513" y="382"/>
                      </a:lnTo>
                      <a:lnTo>
                        <a:pt x="1515" y="382"/>
                      </a:lnTo>
                      <a:lnTo>
                        <a:pt x="1513" y="382"/>
                      </a:lnTo>
                      <a:lnTo>
                        <a:pt x="1515" y="382"/>
                      </a:lnTo>
                      <a:lnTo>
                        <a:pt x="1515" y="380"/>
                      </a:lnTo>
                      <a:lnTo>
                        <a:pt x="1515" y="382"/>
                      </a:lnTo>
                      <a:lnTo>
                        <a:pt x="1513" y="382"/>
                      </a:lnTo>
                      <a:lnTo>
                        <a:pt x="1515" y="382"/>
                      </a:lnTo>
                      <a:lnTo>
                        <a:pt x="1513" y="382"/>
                      </a:lnTo>
                      <a:lnTo>
                        <a:pt x="1513" y="380"/>
                      </a:lnTo>
                      <a:lnTo>
                        <a:pt x="1513" y="378"/>
                      </a:lnTo>
                      <a:lnTo>
                        <a:pt x="1515" y="380"/>
                      </a:lnTo>
                      <a:lnTo>
                        <a:pt x="1515" y="378"/>
                      </a:lnTo>
                      <a:lnTo>
                        <a:pt x="1513" y="378"/>
                      </a:lnTo>
                      <a:lnTo>
                        <a:pt x="1513" y="380"/>
                      </a:lnTo>
                      <a:lnTo>
                        <a:pt x="1513" y="378"/>
                      </a:lnTo>
                      <a:lnTo>
                        <a:pt x="1513" y="377"/>
                      </a:lnTo>
                      <a:lnTo>
                        <a:pt x="1513" y="378"/>
                      </a:lnTo>
                      <a:lnTo>
                        <a:pt x="1513" y="380"/>
                      </a:lnTo>
                      <a:lnTo>
                        <a:pt x="1513" y="382"/>
                      </a:lnTo>
                      <a:lnTo>
                        <a:pt x="1513" y="384"/>
                      </a:lnTo>
                      <a:lnTo>
                        <a:pt x="1511" y="384"/>
                      </a:lnTo>
                      <a:lnTo>
                        <a:pt x="1513" y="382"/>
                      </a:lnTo>
                      <a:lnTo>
                        <a:pt x="1511" y="382"/>
                      </a:lnTo>
                      <a:lnTo>
                        <a:pt x="1511" y="384"/>
                      </a:lnTo>
                      <a:lnTo>
                        <a:pt x="1511" y="386"/>
                      </a:lnTo>
                      <a:lnTo>
                        <a:pt x="1509" y="388"/>
                      </a:lnTo>
                      <a:lnTo>
                        <a:pt x="1509" y="386"/>
                      </a:lnTo>
                      <a:lnTo>
                        <a:pt x="1511" y="386"/>
                      </a:lnTo>
                      <a:lnTo>
                        <a:pt x="1511" y="384"/>
                      </a:lnTo>
                      <a:lnTo>
                        <a:pt x="1511" y="382"/>
                      </a:lnTo>
                      <a:lnTo>
                        <a:pt x="1509" y="382"/>
                      </a:lnTo>
                      <a:lnTo>
                        <a:pt x="1511" y="382"/>
                      </a:lnTo>
                      <a:lnTo>
                        <a:pt x="1511" y="380"/>
                      </a:lnTo>
                      <a:lnTo>
                        <a:pt x="1511" y="382"/>
                      </a:lnTo>
                      <a:lnTo>
                        <a:pt x="1511" y="380"/>
                      </a:lnTo>
                      <a:lnTo>
                        <a:pt x="1513" y="380"/>
                      </a:lnTo>
                      <a:lnTo>
                        <a:pt x="1513" y="378"/>
                      </a:lnTo>
                      <a:lnTo>
                        <a:pt x="1511" y="378"/>
                      </a:lnTo>
                      <a:lnTo>
                        <a:pt x="1511" y="380"/>
                      </a:lnTo>
                      <a:lnTo>
                        <a:pt x="1511" y="378"/>
                      </a:lnTo>
                      <a:lnTo>
                        <a:pt x="1511" y="380"/>
                      </a:lnTo>
                      <a:lnTo>
                        <a:pt x="1509" y="380"/>
                      </a:lnTo>
                      <a:lnTo>
                        <a:pt x="1509" y="382"/>
                      </a:lnTo>
                      <a:lnTo>
                        <a:pt x="1507" y="382"/>
                      </a:lnTo>
                      <a:lnTo>
                        <a:pt x="1507" y="384"/>
                      </a:lnTo>
                      <a:lnTo>
                        <a:pt x="1505" y="382"/>
                      </a:lnTo>
                      <a:lnTo>
                        <a:pt x="1507" y="382"/>
                      </a:lnTo>
                      <a:lnTo>
                        <a:pt x="1505" y="382"/>
                      </a:lnTo>
                      <a:lnTo>
                        <a:pt x="1505" y="380"/>
                      </a:lnTo>
                      <a:lnTo>
                        <a:pt x="1507" y="380"/>
                      </a:lnTo>
                      <a:lnTo>
                        <a:pt x="1507" y="382"/>
                      </a:lnTo>
                      <a:lnTo>
                        <a:pt x="1507" y="380"/>
                      </a:lnTo>
                      <a:lnTo>
                        <a:pt x="1509" y="380"/>
                      </a:lnTo>
                      <a:lnTo>
                        <a:pt x="1509" y="378"/>
                      </a:lnTo>
                      <a:lnTo>
                        <a:pt x="1511" y="378"/>
                      </a:lnTo>
                      <a:lnTo>
                        <a:pt x="1509" y="378"/>
                      </a:lnTo>
                      <a:lnTo>
                        <a:pt x="1511" y="378"/>
                      </a:lnTo>
                      <a:lnTo>
                        <a:pt x="1509" y="378"/>
                      </a:lnTo>
                      <a:lnTo>
                        <a:pt x="1511" y="377"/>
                      </a:lnTo>
                      <a:lnTo>
                        <a:pt x="1509" y="377"/>
                      </a:lnTo>
                      <a:lnTo>
                        <a:pt x="1509" y="378"/>
                      </a:lnTo>
                      <a:lnTo>
                        <a:pt x="1509" y="377"/>
                      </a:lnTo>
                      <a:lnTo>
                        <a:pt x="1509" y="378"/>
                      </a:lnTo>
                      <a:lnTo>
                        <a:pt x="1507" y="378"/>
                      </a:lnTo>
                      <a:lnTo>
                        <a:pt x="1507" y="377"/>
                      </a:lnTo>
                      <a:lnTo>
                        <a:pt x="1507" y="378"/>
                      </a:lnTo>
                      <a:lnTo>
                        <a:pt x="1507" y="380"/>
                      </a:lnTo>
                      <a:lnTo>
                        <a:pt x="1505" y="380"/>
                      </a:lnTo>
                      <a:lnTo>
                        <a:pt x="1505" y="382"/>
                      </a:lnTo>
                      <a:lnTo>
                        <a:pt x="1505" y="384"/>
                      </a:lnTo>
                      <a:lnTo>
                        <a:pt x="1505" y="382"/>
                      </a:lnTo>
                      <a:lnTo>
                        <a:pt x="1504" y="382"/>
                      </a:lnTo>
                      <a:lnTo>
                        <a:pt x="1504" y="380"/>
                      </a:lnTo>
                      <a:lnTo>
                        <a:pt x="1504" y="382"/>
                      </a:lnTo>
                      <a:lnTo>
                        <a:pt x="1504" y="380"/>
                      </a:lnTo>
                      <a:lnTo>
                        <a:pt x="1505" y="380"/>
                      </a:lnTo>
                      <a:lnTo>
                        <a:pt x="1505" y="378"/>
                      </a:lnTo>
                      <a:lnTo>
                        <a:pt x="1507" y="378"/>
                      </a:lnTo>
                      <a:lnTo>
                        <a:pt x="1505" y="378"/>
                      </a:lnTo>
                      <a:lnTo>
                        <a:pt x="1504" y="378"/>
                      </a:lnTo>
                      <a:lnTo>
                        <a:pt x="1505" y="378"/>
                      </a:lnTo>
                      <a:lnTo>
                        <a:pt x="1505" y="377"/>
                      </a:lnTo>
                      <a:lnTo>
                        <a:pt x="1504" y="377"/>
                      </a:lnTo>
                      <a:lnTo>
                        <a:pt x="1504" y="378"/>
                      </a:lnTo>
                      <a:lnTo>
                        <a:pt x="1505" y="378"/>
                      </a:lnTo>
                      <a:lnTo>
                        <a:pt x="1504" y="378"/>
                      </a:lnTo>
                      <a:lnTo>
                        <a:pt x="1504" y="380"/>
                      </a:lnTo>
                      <a:lnTo>
                        <a:pt x="1504" y="378"/>
                      </a:lnTo>
                      <a:lnTo>
                        <a:pt x="1504" y="380"/>
                      </a:lnTo>
                      <a:lnTo>
                        <a:pt x="1502" y="380"/>
                      </a:lnTo>
                      <a:lnTo>
                        <a:pt x="1502" y="378"/>
                      </a:lnTo>
                      <a:lnTo>
                        <a:pt x="1504" y="377"/>
                      </a:lnTo>
                      <a:lnTo>
                        <a:pt x="1502" y="377"/>
                      </a:lnTo>
                      <a:lnTo>
                        <a:pt x="1504" y="377"/>
                      </a:lnTo>
                      <a:lnTo>
                        <a:pt x="1504" y="375"/>
                      </a:lnTo>
                      <a:lnTo>
                        <a:pt x="1504" y="377"/>
                      </a:lnTo>
                      <a:lnTo>
                        <a:pt x="1502" y="377"/>
                      </a:lnTo>
                      <a:lnTo>
                        <a:pt x="1504" y="377"/>
                      </a:lnTo>
                      <a:lnTo>
                        <a:pt x="1502" y="377"/>
                      </a:lnTo>
                      <a:lnTo>
                        <a:pt x="1504" y="377"/>
                      </a:lnTo>
                      <a:lnTo>
                        <a:pt x="1502" y="378"/>
                      </a:lnTo>
                      <a:lnTo>
                        <a:pt x="1502" y="380"/>
                      </a:lnTo>
                      <a:lnTo>
                        <a:pt x="1504" y="380"/>
                      </a:lnTo>
                      <a:lnTo>
                        <a:pt x="1502" y="380"/>
                      </a:lnTo>
                      <a:lnTo>
                        <a:pt x="1502" y="382"/>
                      </a:lnTo>
                      <a:lnTo>
                        <a:pt x="1500" y="382"/>
                      </a:lnTo>
                      <a:lnTo>
                        <a:pt x="1502" y="382"/>
                      </a:lnTo>
                      <a:lnTo>
                        <a:pt x="1500" y="382"/>
                      </a:lnTo>
                      <a:lnTo>
                        <a:pt x="1500" y="380"/>
                      </a:lnTo>
                      <a:lnTo>
                        <a:pt x="1500" y="378"/>
                      </a:lnTo>
                      <a:lnTo>
                        <a:pt x="1502" y="378"/>
                      </a:lnTo>
                      <a:lnTo>
                        <a:pt x="1502" y="377"/>
                      </a:lnTo>
                      <a:lnTo>
                        <a:pt x="1502" y="378"/>
                      </a:lnTo>
                      <a:lnTo>
                        <a:pt x="1500" y="378"/>
                      </a:lnTo>
                      <a:lnTo>
                        <a:pt x="1500" y="377"/>
                      </a:lnTo>
                      <a:lnTo>
                        <a:pt x="1502" y="377"/>
                      </a:lnTo>
                      <a:lnTo>
                        <a:pt x="1500" y="377"/>
                      </a:lnTo>
                      <a:lnTo>
                        <a:pt x="1500" y="375"/>
                      </a:lnTo>
                      <a:lnTo>
                        <a:pt x="1500" y="377"/>
                      </a:lnTo>
                      <a:lnTo>
                        <a:pt x="1500" y="378"/>
                      </a:lnTo>
                      <a:lnTo>
                        <a:pt x="1500" y="380"/>
                      </a:lnTo>
                      <a:lnTo>
                        <a:pt x="1498" y="380"/>
                      </a:lnTo>
                      <a:lnTo>
                        <a:pt x="1498" y="382"/>
                      </a:lnTo>
                      <a:lnTo>
                        <a:pt x="1498" y="380"/>
                      </a:lnTo>
                      <a:lnTo>
                        <a:pt x="1496" y="380"/>
                      </a:lnTo>
                      <a:lnTo>
                        <a:pt x="1498" y="380"/>
                      </a:lnTo>
                      <a:lnTo>
                        <a:pt x="1498" y="378"/>
                      </a:lnTo>
                      <a:lnTo>
                        <a:pt x="1498" y="377"/>
                      </a:lnTo>
                      <a:lnTo>
                        <a:pt x="1500" y="377"/>
                      </a:lnTo>
                      <a:lnTo>
                        <a:pt x="1498" y="377"/>
                      </a:lnTo>
                      <a:lnTo>
                        <a:pt x="1498" y="375"/>
                      </a:lnTo>
                      <a:lnTo>
                        <a:pt x="1498" y="377"/>
                      </a:lnTo>
                      <a:lnTo>
                        <a:pt x="1496" y="377"/>
                      </a:lnTo>
                      <a:lnTo>
                        <a:pt x="1496" y="375"/>
                      </a:lnTo>
                      <a:lnTo>
                        <a:pt x="1496" y="377"/>
                      </a:lnTo>
                      <a:lnTo>
                        <a:pt x="1496" y="378"/>
                      </a:lnTo>
                      <a:lnTo>
                        <a:pt x="1498" y="378"/>
                      </a:lnTo>
                      <a:lnTo>
                        <a:pt x="1496" y="378"/>
                      </a:lnTo>
                      <a:lnTo>
                        <a:pt x="1496" y="380"/>
                      </a:lnTo>
                      <a:lnTo>
                        <a:pt x="1496" y="378"/>
                      </a:lnTo>
                      <a:lnTo>
                        <a:pt x="1494" y="378"/>
                      </a:lnTo>
                      <a:lnTo>
                        <a:pt x="1496" y="378"/>
                      </a:lnTo>
                      <a:lnTo>
                        <a:pt x="1494" y="378"/>
                      </a:lnTo>
                      <a:lnTo>
                        <a:pt x="1496" y="378"/>
                      </a:lnTo>
                      <a:lnTo>
                        <a:pt x="1494" y="378"/>
                      </a:lnTo>
                      <a:lnTo>
                        <a:pt x="1496" y="380"/>
                      </a:lnTo>
                      <a:lnTo>
                        <a:pt x="1494" y="380"/>
                      </a:lnTo>
                      <a:lnTo>
                        <a:pt x="1493" y="380"/>
                      </a:lnTo>
                      <a:lnTo>
                        <a:pt x="1493" y="378"/>
                      </a:lnTo>
                      <a:lnTo>
                        <a:pt x="1494" y="378"/>
                      </a:lnTo>
                      <a:lnTo>
                        <a:pt x="1493" y="378"/>
                      </a:lnTo>
                      <a:lnTo>
                        <a:pt x="1494" y="377"/>
                      </a:lnTo>
                      <a:lnTo>
                        <a:pt x="1493" y="377"/>
                      </a:lnTo>
                      <a:lnTo>
                        <a:pt x="1493" y="378"/>
                      </a:lnTo>
                      <a:lnTo>
                        <a:pt x="1493" y="377"/>
                      </a:lnTo>
                      <a:lnTo>
                        <a:pt x="1491" y="377"/>
                      </a:lnTo>
                      <a:lnTo>
                        <a:pt x="1493" y="377"/>
                      </a:lnTo>
                      <a:lnTo>
                        <a:pt x="1491" y="377"/>
                      </a:lnTo>
                      <a:lnTo>
                        <a:pt x="1493" y="377"/>
                      </a:lnTo>
                      <a:lnTo>
                        <a:pt x="1493" y="378"/>
                      </a:lnTo>
                      <a:lnTo>
                        <a:pt x="1491" y="378"/>
                      </a:lnTo>
                      <a:lnTo>
                        <a:pt x="1491" y="377"/>
                      </a:lnTo>
                      <a:lnTo>
                        <a:pt x="1489" y="377"/>
                      </a:lnTo>
                      <a:lnTo>
                        <a:pt x="1491" y="375"/>
                      </a:lnTo>
                      <a:lnTo>
                        <a:pt x="1489" y="375"/>
                      </a:lnTo>
                      <a:lnTo>
                        <a:pt x="1491" y="375"/>
                      </a:lnTo>
                      <a:lnTo>
                        <a:pt x="1489" y="375"/>
                      </a:lnTo>
                      <a:lnTo>
                        <a:pt x="1489" y="377"/>
                      </a:lnTo>
                      <a:lnTo>
                        <a:pt x="1489" y="375"/>
                      </a:lnTo>
                      <a:lnTo>
                        <a:pt x="1489" y="373"/>
                      </a:lnTo>
                      <a:lnTo>
                        <a:pt x="1491" y="373"/>
                      </a:lnTo>
                      <a:lnTo>
                        <a:pt x="1489" y="373"/>
                      </a:lnTo>
                      <a:lnTo>
                        <a:pt x="1489" y="375"/>
                      </a:lnTo>
                      <a:lnTo>
                        <a:pt x="1489" y="377"/>
                      </a:lnTo>
                      <a:lnTo>
                        <a:pt x="1489" y="375"/>
                      </a:lnTo>
                      <a:lnTo>
                        <a:pt x="1489" y="377"/>
                      </a:lnTo>
                      <a:lnTo>
                        <a:pt x="1487" y="377"/>
                      </a:lnTo>
                      <a:lnTo>
                        <a:pt x="1487" y="375"/>
                      </a:lnTo>
                      <a:lnTo>
                        <a:pt x="1489" y="375"/>
                      </a:lnTo>
                      <a:lnTo>
                        <a:pt x="1487" y="375"/>
                      </a:lnTo>
                      <a:lnTo>
                        <a:pt x="1487" y="373"/>
                      </a:lnTo>
                      <a:lnTo>
                        <a:pt x="1487" y="375"/>
                      </a:lnTo>
                      <a:lnTo>
                        <a:pt x="1487" y="373"/>
                      </a:lnTo>
                      <a:lnTo>
                        <a:pt x="1485" y="373"/>
                      </a:lnTo>
                      <a:lnTo>
                        <a:pt x="1487" y="373"/>
                      </a:lnTo>
                      <a:lnTo>
                        <a:pt x="1487" y="375"/>
                      </a:lnTo>
                      <a:lnTo>
                        <a:pt x="1485" y="375"/>
                      </a:lnTo>
                      <a:lnTo>
                        <a:pt x="1487" y="375"/>
                      </a:lnTo>
                      <a:lnTo>
                        <a:pt x="1485" y="375"/>
                      </a:lnTo>
                      <a:lnTo>
                        <a:pt x="1487" y="375"/>
                      </a:lnTo>
                      <a:lnTo>
                        <a:pt x="1487" y="377"/>
                      </a:lnTo>
                      <a:lnTo>
                        <a:pt x="1485" y="377"/>
                      </a:lnTo>
                      <a:lnTo>
                        <a:pt x="1485" y="378"/>
                      </a:lnTo>
                      <a:lnTo>
                        <a:pt x="1485" y="377"/>
                      </a:lnTo>
                      <a:lnTo>
                        <a:pt x="1484" y="377"/>
                      </a:lnTo>
                      <a:lnTo>
                        <a:pt x="1484" y="375"/>
                      </a:lnTo>
                      <a:lnTo>
                        <a:pt x="1482" y="377"/>
                      </a:lnTo>
                      <a:lnTo>
                        <a:pt x="1482" y="375"/>
                      </a:lnTo>
                      <a:lnTo>
                        <a:pt x="1482" y="377"/>
                      </a:lnTo>
                      <a:lnTo>
                        <a:pt x="1480" y="375"/>
                      </a:lnTo>
                      <a:lnTo>
                        <a:pt x="1482" y="375"/>
                      </a:lnTo>
                      <a:lnTo>
                        <a:pt x="1480" y="375"/>
                      </a:lnTo>
                      <a:lnTo>
                        <a:pt x="1482" y="375"/>
                      </a:lnTo>
                      <a:lnTo>
                        <a:pt x="1482" y="373"/>
                      </a:lnTo>
                      <a:lnTo>
                        <a:pt x="1480" y="375"/>
                      </a:lnTo>
                      <a:lnTo>
                        <a:pt x="1480" y="373"/>
                      </a:lnTo>
                      <a:lnTo>
                        <a:pt x="1480" y="375"/>
                      </a:lnTo>
                      <a:lnTo>
                        <a:pt x="1478" y="375"/>
                      </a:lnTo>
                      <a:lnTo>
                        <a:pt x="1480" y="373"/>
                      </a:lnTo>
                      <a:lnTo>
                        <a:pt x="1478" y="373"/>
                      </a:lnTo>
                      <a:lnTo>
                        <a:pt x="1480" y="373"/>
                      </a:lnTo>
                      <a:lnTo>
                        <a:pt x="1478" y="375"/>
                      </a:lnTo>
                      <a:lnTo>
                        <a:pt x="1478" y="373"/>
                      </a:lnTo>
                      <a:lnTo>
                        <a:pt x="1478" y="375"/>
                      </a:lnTo>
                      <a:lnTo>
                        <a:pt x="1478" y="373"/>
                      </a:lnTo>
                      <a:lnTo>
                        <a:pt x="1476" y="373"/>
                      </a:lnTo>
                      <a:lnTo>
                        <a:pt x="1478" y="373"/>
                      </a:lnTo>
                      <a:lnTo>
                        <a:pt x="1476" y="373"/>
                      </a:lnTo>
                      <a:lnTo>
                        <a:pt x="1474" y="371"/>
                      </a:lnTo>
                      <a:lnTo>
                        <a:pt x="1476" y="371"/>
                      </a:lnTo>
                      <a:lnTo>
                        <a:pt x="1474" y="371"/>
                      </a:lnTo>
                      <a:lnTo>
                        <a:pt x="1476" y="371"/>
                      </a:lnTo>
                      <a:lnTo>
                        <a:pt x="1474" y="371"/>
                      </a:lnTo>
                      <a:lnTo>
                        <a:pt x="1474" y="373"/>
                      </a:lnTo>
                      <a:lnTo>
                        <a:pt x="1474" y="371"/>
                      </a:lnTo>
                      <a:lnTo>
                        <a:pt x="1473" y="371"/>
                      </a:lnTo>
                      <a:lnTo>
                        <a:pt x="1471" y="371"/>
                      </a:lnTo>
                      <a:lnTo>
                        <a:pt x="1473" y="371"/>
                      </a:lnTo>
                      <a:lnTo>
                        <a:pt x="1471" y="371"/>
                      </a:lnTo>
                      <a:lnTo>
                        <a:pt x="1471" y="369"/>
                      </a:lnTo>
                      <a:lnTo>
                        <a:pt x="1473" y="369"/>
                      </a:lnTo>
                      <a:lnTo>
                        <a:pt x="1471" y="369"/>
                      </a:lnTo>
                      <a:lnTo>
                        <a:pt x="1471" y="371"/>
                      </a:lnTo>
                      <a:lnTo>
                        <a:pt x="1469" y="371"/>
                      </a:lnTo>
                      <a:lnTo>
                        <a:pt x="1469" y="369"/>
                      </a:lnTo>
                      <a:lnTo>
                        <a:pt x="1469" y="371"/>
                      </a:lnTo>
                      <a:lnTo>
                        <a:pt x="1469" y="369"/>
                      </a:lnTo>
                      <a:lnTo>
                        <a:pt x="1467" y="369"/>
                      </a:lnTo>
                      <a:lnTo>
                        <a:pt x="1467" y="367"/>
                      </a:lnTo>
                      <a:lnTo>
                        <a:pt x="1467" y="369"/>
                      </a:lnTo>
                      <a:lnTo>
                        <a:pt x="1465" y="369"/>
                      </a:lnTo>
                      <a:lnTo>
                        <a:pt x="1463" y="369"/>
                      </a:lnTo>
                      <a:lnTo>
                        <a:pt x="1465" y="369"/>
                      </a:lnTo>
                      <a:lnTo>
                        <a:pt x="1465" y="367"/>
                      </a:lnTo>
                      <a:lnTo>
                        <a:pt x="1465" y="369"/>
                      </a:lnTo>
                      <a:lnTo>
                        <a:pt x="1463" y="369"/>
                      </a:lnTo>
                      <a:lnTo>
                        <a:pt x="1463" y="367"/>
                      </a:lnTo>
                      <a:lnTo>
                        <a:pt x="1465" y="367"/>
                      </a:lnTo>
                      <a:lnTo>
                        <a:pt x="1465" y="366"/>
                      </a:lnTo>
                      <a:lnTo>
                        <a:pt x="1465" y="367"/>
                      </a:lnTo>
                      <a:lnTo>
                        <a:pt x="1463" y="367"/>
                      </a:lnTo>
                      <a:lnTo>
                        <a:pt x="1463" y="369"/>
                      </a:lnTo>
                      <a:lnTo>
                        <a:pt x="1463" y="367"/>
                      </a:lnTo>
                      <a:lnTo>
                        <a:pt x="1462" y="367"/>
                      </a:lnTo>
                      <a:lnTo>
                        <a:pt x="1462" y="366"/>
                      </a:lnTo>
                      <a:lnTo>
                        <a:pt x="1462" y="364"/>
                      </a:lnTo>
                      <a:lnTo>
                        <a:pt x="1462" y="362"/>
                      </a:lnTo>
                      <a:lnTo>
                        <a:pt x="1462" y="364"/>
                      </a:lnTo>
                      <a:lnTo>
                        <a:pt x="1460" y="364"/>
                      </a:lnTo>
                      <a:lnTo>
                        <a:pt x="1462" y="364"/>
                      </a:lnTo>
                      <a:lnTo>
                        <a:pt x="1462" y="366"/>
                      </a:lnTo>
                      <a:lnTo>
                        <a:pt x="1460" y="366"/>
                      </a:lnTo>
                      <a:lnTo>
                        <a:pt x="1460" y="367"/>
                      </a:lnTo>
                      <a:lnTo>
                        <a:pt x="1460" y="366"/>
                      </a:lnTo>
                      <a:lnTo>
                        <a:pt x="1458" y="366"/>
                      </a:lnTo>
                      <a:lnTo>
                        <a:pt x="1460" y="366"/>
                      </a:lnTo>
                      <a:lnTo>
                        <a:pt x="1462" y="366"/>
                      </a:lnTo>
                      <a:lnTo>
                        <a:pt x="1460" y="366"/>
                      </a:lnTo>
                      <a:close/>
                      <a:moveTo>
                        <a:pt x="1257" y="210"/>
                      </a:moveTo>
                      <a:lnTo>
                        <a:pt x="1255" y="210"/>
                      </a:lnTo>
                      <a:lnTo>
                        <a:pt x="1257" y="210"/>
                      </a:lnTo>
                      <a:close/>
                      <a:moveTo>
                        <a:pt x="1208" y="197"/>
                      </a:moveTo>
                      <a:lnTo>
                        <a:pt x="1206" y="197"/>
                      </a:lnTo>
                      <a:lnTo>
                        <a:pt x="1206" y="196"/>
                      </a:lnTo>
                      <a:lnTo>
                        <a:pt x="1208" y="197"/>
                      </a:lnTo>
                      <a:close/>
                      <a:moveTo>
                        <a:pt x="868" y="335"/>
                      </a:moveTo>
                      <a:lnTo>
                        <a:pt x="868" y="336"/>
                      </a:lnTo>
                      <a:lnTo>
                        <a:pt x="870" y="336"/>
                      </a:lnTo>
                      <a:lnTo>
                        <a:pt x="870" y="335"/>
                      </a:lnTo>
                      <a:lnTo>
                        <a:pt x="870" y="336"/>
                      </a:lnTo>
                      <a:lnTo>
                        <a:pt x="872" y="336"/>
                      </a:lnTo>
                      <a:lnTo>
                        <a:pt x="874" y="336"/>
                      </a:lnTo>
                      <a:lnTo>
                        <a:pt x="874" y="335"/>
                      </a:lnTo>
                      <a:lnTo>
                        <a:pt x="874" y="336"/>
                      </a:lnTo>
                      <a:lnTo>
                        <a:pt x="876" y="336"/>
                      </a:lnTo>
                      <a:lnTo>
                        <a:pt x="876" y="335"/>
                      </a:lnTo>
                      <a:lnTo>
                        <a:pt x="876" y="336"/>
                      </a:lnTo>
                      <a:lnTo>
                        <a:pt x="874" y="336"/>
                      </a:lnTo>
                      <a:lnTo>
                        <a:pt x="874" y="335"/>
                      </a:lnTo>
                      <a:lnTo>
                        <a:pt x="874" y="336"/>
                      </a:lnTo>
                      <a:lnTo>
                        <a:pt x="874" y="335"/>
                      </a:lnTo>
                      <a:lnTo>
                        <a:pt x="874" y="336"/>
                      </a:lnTo>
                      <a:lnTo>
                        <a:pt x="872" y="336"/>
                      </a:lnTo>
                      <a:lnTo>
                        <a:pt x="872" y="335"/>
                      </a:lnTo>
                      <a:lnTo>
                        <a:pt x="870" y="335"/>
                      </a:lnTo>
                      <a:lnTo>
                        <a:pt x="870" y="336"/>
                      </a:lnTo>
                      <a:lnTo>
                        <a:pt x="868" y="336"/>
                      </a:lnTo>
                      <a:lnTo>
                        <a:pt x="868" y="335"/>
                      </a:lnTo>
                      <a:lnTo>
                        <a:pt x="868" y="333"/>
                      </a:lnTo>
                      <a:lnTo>
                        <a:pt x="870" y="333"/>
                      </a:lnTo>
                      <a:lnTo>
                        <a:pt x="870" y="331"/>
                      </a:lnTo>
                      <a:lnTo>
                        <a:pt x="868" y="331"/>
                      </a:lnTo>
                      <a:lnTo>
                        <a:pt x="868" y="329"/>
                      </a:lnTo>
                      <a:lnTo>
                        <a:pt x="868" y="327"/>
                      </a:lnTo>
                      <a:lnTo>
                        <a:pt x="867" y="327"/>
                      </a:lnTo>
                      <a:lnTo>
                        <a:pt x="865" y="327"/>
                      </a:lnTo>
                      <a:lnTo>
                        <a:pt x="863" y="327"/>
                      </a:lnTo>
                      <a:lnTo>
                        <a:pt x="863" y="325"/>
                      </a:lnTo>
                      <a:lnTo>
                        <a:pt x="861" y="325"/>
                      </a:lnTo>
                      <a:lnTo>
                        <a:pt x="861" y="327"/>
                      </a:lnTo>
                      <a:lnTo>
                        <a:pt x="859" y="327"/>
                      </a:lnTo>
                      <a:lnTo>
                        <a:pt x="858" y="327"/>
                      </a:lnTo>
                      <a:lnTo>
                        <a:pt x="858" y="325"/>
                      </a:lnTo>
                      <a:lnTo>
                        <a:pt x="858" y="324"/>
                      </a:lnTo>
                      <a:lnTo>
                        <a:pt x="856" y="324"/>
                      </a:lnTo>
                      <a:lnTo>
                        <a:pt x="858" y="324"/>
                      </a:lnTo>
                      <a:lnTo>
                        <a:pt x="858" y="325"/>
                      </a:lnTo>
                      <a:lnTo>
                        <a:pt x="858" y="327"/>
                      </a:lnTo>
                      <a:lnTo>
                        <a:pt x="859" y="327"/>
                      </a:lnTo>
                      <a:lnTo>
                        <a:pt x="858" y="329"/>
                      </a:lnTo>
                      <a:lnTo>
                        <a:pt x="858" y="327"/>
                      </a:lnTo>
                      <a:lnTo>
                        <a:pt x="856" y="327"/>
                      </a:lnTo>
                      <a:lnTo>
                        <a:pt x="856" y="329"/>
                      </a:lnTo>
                      <a:lnTo>
                        <a:pt x="854" y="329"/>
                      </a:lnTo>
                      <a:lnTo>
                        <a:pt x="852" y="329"/>
                      </a:lnTo>
                      <a:lnTo>
                        <a:pt x="852" y="327"/>
                      </a:lnTo>
                      <a:lnTo>
                        <a:pt x="850" y="327"/>
                      </a:lnTo>
                      <a:lnTo>
                        <a:pt x="850" y="325"/>
                      </a:lnTo>
                      <a:lnTo>
                        <a:pt x="850" y="327"/>
                      </a:lnTo>
                      <a:lnTo>
                        <a:pt x="852" y="327"/>
                      </a:lnTo>
                      <a:lnTo>
                        <a:pt x="852" y="329"/>
                      </a:lnTo>
                      <a:lnTo>
                        <a:pt x="850" y="331"/>
                      </a:lnTo>
                      <a:lnTo>
                        <a:pt x="852" y="331"/>
                      </a:lnTo>
                      <a:lnTo>
                        <a:pt x="850" y="331"/>
                      </a:lnTo>
                      <a:lnTo>
                        <a:pt x="848" y="331"/>
                      </a:lnTo>
                      <a:lnTo>
                        <a:pt x="848" y="329"/>
                      </a:lnTo>
                      <a:lnTo>
                        <a:pt x="847" y="329"/>
                      </a:lnTo>
                      <a:lnTo>
                        <a:pt x="847" y="327"/>
                      </a:lnTo>
                      <a:lnTo>
                        <a:pt x="847" y="325"/>
                      </a:lnTo>
                      <a:lnTo>
                        <a:pt x="847" y="324"/>
                      </a:lnTo>
                      <a:lnTo>
                        <a:pt x="845" y="324"/>
                      </a:lnTo>
                      <a:lnTo>
                        <a:pt x="847" y="324"/>
                      </a:lnTo>
                      <a:lnTo>
                        <a:pt x="845" y="324"/>
                      </a:lnTo>
                      <a:lnTo>
                        <a:pt x="847" y="324"/>
                      </a:lnTo>
                      <a:lnTo>
                        <a:pt x="845" y="322"/>
                      </a:lnTo>
                      <a:lnTo>
                        <a:pt x="847" y="322"/>
                      </a:lnTo>
                      <a:lnTo>
                        <a:pt x="847" y="320"/>
                      </a:lnTo>
                      <a:lnTo>
                        <a:pt x="845" y="320"/>
                      </a:lnTo>
                      <a:lnTo>
                        <a:pt x="845" y="318"/>
                      </a:lnTo>
                      <a:lnTo>
                        <a:pt x="845" y="316"/>
                      </a:lnTo>
                      <a:lnTo>
                        <a:pt x="843" y="316"/>
                      </a:lnTo>
                      <a:lnTo>
                        <a:pt x="843" y="314"/>
                      </a:lnTo>
                      <a:lnTo>
                        <a:pt x="843" y="313"/>
                      </a:lnTo>
                      <a:lnTo>
                        <a:pt x="843" y="314"/>
                      </a:lnTo>
                      <a:lnTo>
                        <a:pt x="843" y="313"/>
                      </a:lnTo>
                      <a:lnTo>
                        <a:pt x="845" y="313"/>
                      </a:lnTo>
                      <a:lnTo>
                        <a:pt x="843" y="313"/>
                      </a:lnTo>
                      <a:lnTo>
                        <a:pt x="845" y="313"/>
                      </a:lnTo>
                      <a:lnTo>
                        <a:pt x="845" y="314"/>
                      </a:lnTo>
                      <a:lnTo>
                        <a:pt x="845" y="313"/>
                      </a:lnTo>
                      <a:lnTo>
                        <a:pt x="847" y="311"/>
                      </a:lnTo>
                      <a:lnTo>
                        <a:pt x="845" y="311"/>
                      </a:lnTo>
                      <a:lnTo>
                        <a:pt x="847" y="311"/>
                      </a:lnTo>
                      <a:lnTo>
                        <a:pt x="847" y="309"/>
                      </a:lnTo>
                      <a:lnTo>
                        <a:pt x="847" y="307"/>
                      </a:lnTo>
                      <a:lnTo>
                        <a:pt x="847" y="305"/>
                      </a:lnTo>
                      <a:lnTo>
                        <a:pt x="845" y="305"/>
                      </a:lnTo>
                      <a:lnTo>
                        <a:pt x="843" y="305"/>
                      </a:lnTo>
                      <a:lnTo>
                        <a:pt x="843" y="303"/>
                      </a:lnTo>
                      <a:lnTo>
                        <a:pt x="843" y="302"/>
                      </a:lnTo>
                      <a:lnTo>
                        <a:pt x="843" y="300"/>
                      </a:lnTo>
                      <a:lnTo>
                        <a:pt x="843" y="298"/>
                      </a:lnTo>
                      <a:lnTo>
                        <a:pt x="845" y="298"/>
                      </a:lnTo>
                      <a:lnTo>
                        <a:pt x="843" y="298"/>
                      </a:lnTo>
                      <a:lnTo>
                        <a:pt x="845" y="298"/>
                      </a:lnTo>
                      <a:lnTo>
                        <a:pt x="845" y="296"/>
                      </a:lnTo>
                      <a:lnTo>
                        <a:pt x="845" y="298"/>
                      </a:lnTo>
                      <a:lnTo>
                        <a:pt x="847" y="298"/>
                      </a:lnTo>
                      <a:lnTo>
                        <a:pt x="847" y="300"/>
                      </a:lnTo>
                      <a:lnTo>
                        <a:pt x="847" y="298"/>
                      </a:lnTo>
                      <a:lnTo>
                        <a:pt x="848" y="298"/>
                      </a:lnTo>
                      <a:lnTo>
                        <a:pt x="850" y="298"/>
                      </a:lnTo>
                      <a:lnTo>
                        <a:pt x="850" y="296"/>
                      </a:lnTo>
                      <a:lnTo>
                        <a:pt x="852" y="296"/>
                      </a:lnTo>
                      <a:lnTo>
                        <a:pt x="852" y="294"/>
                      </a:lnTo>
                      <a:lnTo>
                        <a:pt x="852" y="292"/>
                      </a:lnTo>
                      <a:lnTo>
                        <a:pt x="854" y="292"/>
                      </a:lnTo>
                      <a:lnTo>
                        <a:pt x="856" y="292"/>
                      </a:lnTo>
                      <a:lnTo>
                        <a:pt x="856" y="291"/>
                      </a:lnTo>
                      <a:lnTo>
                        <a:pt x="856" y="289"/>
                      </a:lnTo>
                      <a:lnTo>
                        <a:pt x="856" y="287"/>
                      </a:lnTo>
                      <a:lnTo>
                        <a:pt x="856" y="285"/>
                      </a:lnTo>
                      <a:lnTo>
                        <a:pt x="858" y="285"/>
                      </a:lnTo>
                      <a:lnTo>
                        <a:pt x="859" y="287"/>
                      </a:lnTo>
                      <a:lnTo>
                        <a:pt x="859" y="285"/>
                      </a:lnTo>
                      <a:lnTo>
                        <a:pt x="859" y="287"/>
                      </a:lnTo>
                      <a:lnTo>
                        <a:pt x="859" y="285"/>
                      </a:lnTo>
                      <a:lnTo>
                        <a:pt x="859" y="287"/>
                      </a:lnTo>
                      <a:lnTo>
                        <a:pt x="858" y="285"/>
                      </a:lnTo>
                      <a:lnTo>
                        <a:pt x="856" y="285"/>
                      </a:lnTo>
                      <a:lnTo>
                        <a:pt x="856" y="283"/>
                      </a:lnTo>
                      <a:lnTo>
                        <a:pt x="856" y="282"/>
                      </a:lnTo>
                      <a:lnTo>
                        <a:pt x="858" y="282"/>
                      </a:lnTo>
                      <a:lnTo>
                        <a:pt x="858" y="280"/>
                      </a:lnTo>
                      <a:lnTo>
                        <a:pt x="858" y="278"/>
                      </a:lnTo>
                      <a:lnTo>
                        <a:pt x="859" y="278"/>
                      </a:lnTo>
                      <a:lnTo>
                        <a:pt x="859" y="276"/>
                      </a:lnTo>
                      <a:lnTo>
                        <a:pt x="858" y="276"/>
                      </a:lnTo>
                      <a:lnTo>
                        <a:pt x="859" y="276"/>
                      </a:lnTo>
                      <a:lnTo>
                        <a:pt x="859" y="274"/>
                      </a:lnTo>
                      <a:lnTo>
                        <a:pt x="861" y="274"/>
                      </a:lnTo>
                      <a:lnTo>
                        <a:pt x="861" y="272"/>
                      </a:lnTo>
                      <a:lnTo>
                        <a:pt x="863" y="272"/>
                      </a:lnTo>
                      <a:lnTo>
                        <a:pt x="863" y="274"/>
                      </a:lnTo>
                      <a:lnTo>
                        <a:pt x="863" y="272"/>
                      </a:lnTo>
                      <a:lnTo>
                        <a:pt x="863" y="271"/>
                      </a:lnTo>
                      <a:lnTo>
                        <a:pt x="865" y="271"/>
                      </a:lnTo>
                      <a:lnTo>
                        <a:pt x="865" y="269"/>
                      </a:lnTo>
                      <a:lnTo>
                        <a:pt x="863" y="269"/>
                      </a:lnTo>
                      <a:lnTo>
                        <a:pt x="863" y="267"/>
                      </a:lnTo>
                      <a:lnTo>
                        <a:pt x="863" y="265"/>
                      </a:lnTo>
                      <a:lnTo>
                        <a:pt x="861" y="265"/>
                      </a:lnTo>
                      <a:lnTo>
                        <a:pt x="861" y="263"/>
                      </a:lnTo>
                      <a:lnTo>
                        <a:pt x="861" y="261"/>
                      </a:lnTo>
                      <a:lnTo>
                        <a:pt x="863" y="261"/>
                      </a:lnTo>
                      <a:lnTo>
                        <a:pt x="861" y="261"/>
                      </a:lnTo>
                      <a:lnTo>
                        <a:pt x="863" y="261"/>
                      </a:lnTo>
                      <a:lnTo>
                        <a:pt x="863" y="260"/>
                      </a:lnTo>
                      <a:lnTo>
                        <a:pt x="863" y="258"/>
                      </a:lnTo>
                      <a:lnTo>
                        <a:pt x="861" y="256"/>
                      </a:lnTo>
                      <a:lnTo>
                        <a:pt x="861" y="254"/>
                      </a:lnTo>
                      <a:lnTo>
                        <a:pt x="863" y="254"/>
                      </a:lnTo>
                      <a:lnTo>
                        <a:pt x="861" y="254"/>
                      </a:lnTo>
                      <a:lnTo>
                        <a:pt x="861" y="252"/>
                      </a:lnTo>
                      <a:lnTo>
                        <a:pt x="863" y="252"/>
                      </a:lnTo>
                      <a:lnTo>
                        <a:pt x="863" y="250"/>
                      </a:lnTo>
                      <a:lnTo>
                        <a:pt x="863" y="249"/>
                      </a:lnTo>
                      <a:lnTo>
                        <a:pt x="861" y="249"/>
                      </a:lnTo>
                      <a:lnTo>
                        <a:pt x="863" y="249"/>
                      </a:lnTo>
                      <a:lnTo>
                        <a:pt x="863" y="247"/>
                      </a:lnTo>
                      <a:lnTo>
                        <a:pt x="863" y="245"/>
                      </a:lnTo>
                      <a:lnTo>
                        <a:pt x="865" y="245"/>
                      </a:lnTo>
                      <a:lnTo>
                        <a:pt x="865" y="243"/>
                      </a:lnTo>
                      <a:lnTo>
                        <a:pt x="867" y="243"/>
                      </a:lnTo>
                      <a:lnTo>
                        <a:pt x="867" y="241"/>
                      </a:lnTo>
                      <a:lnTo>
                        <a:pt x="868" y="241"/>
                      </a:lnTo>
                      <a:lnTo>
                        <a:pt x="868" y="239"/>
                      </a:lnTo>
                      <a:lnTo>
                        <a:pt x="868" y="238"/>
                      </a:lnTo>
                      <a:lnTo>
                        <a:pt x="870" y="238"/>
                      </a:lnTo>
                      <a:lnTo>
                        <a:pt x="870" y="236"/>
                      </a:lnTo>
                      <a:lnTo>
                        <a:pt x="870" y="234"/>
                      </a:lnTo>
                      <a:lnTo>
                        <a:pt x="872" y="234"/>
                      </a:lnTo>
                      <a:lnTo>
                        <a:pt x="872" y="232"/>
                      </a:lnTo>
                      <a:lnTo>
                        <a:pt x="874" y="232"/>
                      </a:lnTo>
                      <a:lnTo>
                        <a:pt x="874" y="230"/>
                      </a:lnTo>
                      <a:lnTo>
                        <a:pt x="876" y="230"/>
                      </a:lnTo>
                      <a:lnTo>
                        <a:pt x="874" y="230"/>
                      </a:lnTo>
                      <a:lnTo>
                        <a:pt x="876" y="230"/>
                      </a:lnTo>
                      <a:lnTo>
                        <a:pt x="876" y="229"/>
                      </a:lnTo>
                      <a:lnTo>
                        <a:pt x="874" y="229"/>
                      </a:lnTo>
                      <a:lnTo>
                        <a:pt x="876" y="229"/>
                      </a:lnTo>
                      <a:lnTo>
                        <a:pt x="876" y="227"/>
                      </a:lnTo>
                      <a:lnTo>
                        <a:pt x="878" y="227"/>
                      </a:lnTo>
                      <a:lnTo>
                        <a:pt x="878" y="229"/>
                      </a:lnTo>
                      <a:lnTo>
                        <a:pt x="879" y="229"/>
                      </a:lnTo>
                      <a:lnTo>
                        <a:pt x="879" y="230"/>
                      </a:lnTo>
                      <a:lnTo>
                        <a:pt x="879" y="232"/>
                      </a:lnTo>
                      <a:lnTo>
                        <a:pt x="879" y="234"/>
                      </a:lnTo>
                      <a:lnTo>
                        <a:pt x="881" y="234"/>
                      </a:lnTo>
                      <a:lnTo>
                        <a:pt x="883" y="234"/>
                      </a:lnTo>
                      <a:lnTo>
                        <a:pt x="883" y="232"/>
                      </a:lnTo>
                      <a:lnTo>
                        <a:pt x="881" y="232"/>
                      </a:lnTo>
                      <a:lnTo>
                        <a:pt x="881" y="230"/>
                      </a:lnTo>
                      <a:lnTo>
                        <a:pt x="881" y="229"/>
                      </a:lnTo>
                      <a:lnTo>
                        <a:pt x="881" y="227"/>
                      </a:lnTo>
                      <a:lnTo>
                        <a:pt x="879" y="227"/>
                      </a:lnTo>
                      <a:lnTo>
                        <a:pt x="879" y="225"/>
                      </a:lnTo>
                      <a:lnTo>
                        <a:pt x="879" y="223"/>
                      </a:lnTo>
                      <a:lnTo>
                        <a:pt x="879" y="221"/>
                      </a:lnTo>
                      <a:lnTo>
                        <a:pt x="878" y="221"/>
                      </a:lnTo>
                      <a:lnTo>
                        <a:pt x="878" y="219"/>
                      </a:lnTo>
                      <a:lnTo>
                        <a:pt x="878" y="218"/>
                      </a:lnTo>
                      <a:lnTo>
                        <a:pt x="878" y="216"/>
                      </a:lnTo>
                      <a:lnTo>
                        <a:pt x="879" y="216"/>
                      </a:lnTo>
                      <a:lnTo>
                        <a:pt x="879" y="214"/>
                      </a:lnTo>
                      <a:lnTo>
                        <a:pt x="879" y="212"/>
                      </a:lnTo>
                      <a:lnTo>
                        <a:pt x="879" y="210"/>
                      </a:lnTo>
                      <a:lnTo>
                        <a:pt x="881" y="210"/>
                      </a:lnTo>
                      <a:lnTo>
                        <a:pt x="879" y="210"/>
                      </a:lnTo>
                      <a:lnTo>
                        <a:pt x="879" y="208"/>
                      </a:lnTo>
                      <a:lnTo>
                        <a:pt x="879" y="207"/>
                      </a:lnTo>
                      <a:lnTo>
                        <a:pt x="879" y="208"/>
                      </a:lnTo>
                      <a:lnTo>
                        <a:pt x="878" y="208"/>
                      </a:lnTo>
                      <a:lnTo>
                        <a:pt x="876" y="208"/>
                      </a:lnTo>
                      <a:lnTo>
                        <a:pt x="876" y="207"/>
                      </a:lnTo>
                      <a:lnTo>
                        <a:pt x="874" y="207"/>
                      </a:lnTo>
                      <a:lnTo>
                        <a:pt x="874" y="205"/>
                      </a:lnTo>
                      <a:lnTo>
                        <a:pt x="872" y="203"/>
                      </a:lnTo>
                      <a:lnTo>
                        <a:pt x="874" y="203"/>
                      </a:lnTo>
                      <a:lnTo>
                        <a:pt x="876" y="203"/>
                      </a:lnTo>
                      <a:lnTo>
                        <a:pt x="874" y="203"/>
                      </a:lnTo>
                      <a:lnTo>
                        <a:pt x="876" y="203"/>
                      </a:lnTo>
                      <a:lnTo>
                        <a:pt x="878" y="203"/>
                      </a:lnTo>
                      <a:lnTo>
                        <a:pt x="878" y="205"/>
                      </a:lnTo>
                      <a:lnTo>
                        <a:pt x="879" y="207"/>
                      </a:lnTo>
                      <a:lnTo>
                        <a:pt x="881" y="207"/>
                      </a:lnTo>
                      <a:lnTo>
                        <a:pt x="881" y="205"/>
                      </a:lnTo>
                      <a:lnTo>
                        <a:pt x="883" y="205"/>
                      </a:lnTo>
                      <a:lnTo>
                        <a:pt x="883" y="203"/>
                      </a:lnTo>
                      <a:lnTo>
                        <a:pt x="883" y="201"/>
                      </a:lnTo>
                      <a:lnTo>
                        <a:pt x="883" y="199"/>
                      </a:lnTo>
                      <a:lnTo>
                        <a:pt x="881" y="199"/>
                      </a:lnTo>
                      <a:lnTo>
                        <a:pt x="881" y="197"/>
                      </a:lnTo>
                      <a:lnTo>
                        <a:pt x="879" y="197"/>
                      </a:lnTo>
                      <a:lnTo>
                        <a:pt x="879" y="196"/>
                      </a:lnTo>
                      <a:lnTo>
                        <a:pt x="879" y="194"/>
                      </a:lnTo>
                      <a:lnTo>
                        <a:pt x="881" y="194"/>
                      </a:lnTo>
                      <a:lnTo>
                        <a:pt x="881" y="196"/>
                      </a:lnTo>
                      <a:lnTo>
                        <a:pt x="883" y="196"/>
                      </a:lnTo>
                      <a:lnTo>
                        <a:pt x="883" y="194"/>
                      </a:lnTo>
                      <a:lnTo>
                        <a:pt x="883" y="192"/>
                      </a:lnTo>
                      <a:lnTo>
                        <a:pt x="881" y="192"/>
                      </a:lnTo>
                      <a:lnTo>
                        <a:pt x="881" y="190"/>
                      </a:lnTo>
                      <a:lnTo>
                        <a:pt x="883" y="190"/>
                      </a:lnTo>
                      <a:lnTo>
                        <a:pt x="883" y="188"/>
                      </a:lnTo>
                      <a:lnTo>
                        <a:pt x="883" y="186"/>
                      </a:lnTo>
                      <a:lnTo>
                        <a:pt x="885" y="186"/>
                      </a:lnTo>
                      <a:lnTo>
                        <a:pt x="887" y="186"/>
                      </a:lnTo>
                      <a:lnTo>
                        <a:pt x="887" y="185"/>
                      </a:lnTo>
                      <a:lnTo>
                        <a:pt x="889" y="185"/>
                      </a:lnTo>
                      <a:lnTo>
                        <a:pt x="889" y="183"/>
                      </a:lnTo>
                      <a:lnTo>
                        <a:pt x="889" y="181"/>
                      </a:lnTo>
                      <a:lnTo>
                        <a:pt x="887" y="179"/>
                      </a:lnTo>
                      <a:lnTo>
                        <a:pt x="889" y="179"/>
                      </a:lnTo>
                      <a:lnTo>
                        <a:pt x="889" y="177"/>
                      </a:lnTo>
                      <a:lnTo>
                        <a:pt x="890" y="177"/>
                      </a:lnTo>
                      <a:lnTo>
                        <a:pt x="890" y="175"/>
                      </a:lnTo>
                      <a:lnTo>
                        <a:pt x="890" y="177"/>
                      </a:lnTo>
                      <a:lnTo>
                        <a:pt x="892" y="177"/>
                      </a:lnTo>
                      <a:lnTo>
                        <a:pt x="892" y="175"/>
                      </a:lnTo>
                      <a:lnTo>
                        <a:pt x="894" y="175"/>
                      </a:lnTo>
                      <a:lnTo>
                        <a:pt x="896" y="174"/>
                      </a:lnTo>
                      <a:lnTo>
                        <a:pt x="896" y="172"/>
                      </a:lnTo>
                      <a:lnTo>
                        <a:pt x="896" y="170"/>
                      </a:lnTo>
                      <a:lnTo>
                        <a:pt x="896" y="168"/>
                      </a:lnTo>
                      <a:lnTo>
                        <a:pt x="898" y="168"/>
                      </a:lnTo>
                      <a:lnTo>
                        <a:pt x="899" y="168"/>
                      </a:lnTo>
                      <a:lnTo>
                        <a:pt x="899" y="170"/>
                      </a:lnTo>
                      <a:lnTo>
                        <a:pt x="899" y="172"/>
                      </a:lnTo>
                      <a:lnTo>
                        <a:pt x="898" y="172"/>
                      </a:lnTo>
                      <a:lnTo>
                        <a:pt x="899" y="172"/>
                      </a:lnTo>
                      <a:lnTo>
                        <a:pt x="899" y="174"/>
                      </a:lnTo>
                      <a:lnTo>
                        <a:pt x="899" y="172"/>
                      </a:lnTo>
                      <a:lnTo>
                        <a:pt x="899" y="174"/>
                      </a:lnTo>
                      <a:lnTo>
                        <a:pt x="901" y="174"/>
                      </a:lnTo>
                      <a:lnTo>
                        <a:pt x="901" y="175"/>
                      </a:lnTo>
                      <a:lnTo>
                        <a:pt x="903" y="175"/>
                      </a:lnTo>
                      <a:lnTo>
                        <a:pt x="905" y="175"/>
                      </a:lnTo>
                      <a:lnTo>
                        <a:pt x="907" y="175"/>
                      </a:lnTo>
                      <a:lnTo>
                        <a:pt x="909" y="175"/>
                      </a:lnTo>
                      <a:lnTo>
                        <a:pt x="907" y="175"/>
                      </a:lnTo>
                      <a:lnTo>
                        <a:pt x="909" y="175"/>
                      </a:lnTo>
                      <a:lnTo>
                        <a:pt x="909" y="174"/>
                      </a:lnTo>
                      <a:lnTo>
                        <a:pt x="909" y="172"/>
                      </a:lnTo>
                      <a:lnTo>
                        <a:pt x="909" y="170"/>
                      </a:lnTo>
                      <a:lnTo>
                        <a:pt x="910" y="170"/>
                      </a:lnTo>
                      <a:lnTo>
                        <a:pt x="910" y="168"/>
                      </a:lnTo>
                      <a:lnTo>
                        <a:pt x="912" y="168"/>
                      </a:lnTo>
                      <a:lnTo>
                        <a:pt x="910" y="168"/>
                      </a:lnTo>
                      <a:lnTo>
                        <a:pt x="912" y="168"/>
                      </a:lnTo>
                      <a:lnTo>
                        <a:pt x="910" y="168"/>
                      </a:lnTo>
                      <a:lnTo>
                        <a:pt x="912" y="168"/>
                      </a:lnTo>
                      <a:lnTo>
                        <a:pt x="914" y="168"/>
                      </a:lnTo>
                      <a:lnTo>
                        <a:pt x="914" y="166"/>
                      </a:lnTo>
                      <a:lnTo>
                        <a:pt x="916" y="166"/>
                      </a:lnTo>
                      <a:lnTo>
                        <a:pt x="916" y="165"/>
                      </a:lnTo>
                      <a:lnTo>
                        <a:pt x="916" y="166"/>
                      </a:lnTo>
                      <a:lnTo>
                        <a:pt x="916" y="165"/>
                      </a:lnTo>
                      <a:lnTo>
                        <a:pt x="916" y="163"/>
                      </a:lnTo>
                      <a:lnTo>
                        <a:pt x="914" y="163"/>
                      </a:lnTo>
                      <a:lnTo>
                        <a:pt x="916" y="163"/>
                      </a:lnTo>
                      <a:lnTo>
                        <a:pt x="916" y="161"/>
                      </a:lnTo>
                      <a:lnTo>
                        <a:pt x="916" y="159"/>
                      </a:lnTo>
                      <a:lnTo>
                        <a:pt x="916" y="157"/>
                      </a:lnTo>
                      <a:lnTo>
                        <a:pt x="916" y="155"/>
                      </a:lnTo>
                      <a:lnTo>
                        <a:pt x="918" y="155"/>
                      </a:lnTo>
                      <a:lnTo>
                        <a:pt x="920" y="155"/>
                      </a:lnTo>
                      <a:lnTo>
                        <a:pt x="918" y="155"/>
                      </a:lnTo>
                      <a:lnTo>
                        <a:pt x="920" y="155"/>
                      </a:lnTo>
                      <a:lnTo>
                        <a:pt x="920" y="157"/>
                      </a:lnTo>
                      <a:lnTo>
                        <a:pt x="920" y="155"/>
                      </a:lnTo>
                      <a:lnTo>
                        <a:pt x="921" y="155"/>
                      </a:lnTo>
                      <a:lnTo>
                        <a:pt x="923" y="155"/>
                      </a:lnTo>
                      <a:lnTo>
                        <a:pt x="925" y="155"/>
                      </a:lnTo>
                      <a:lnTo>
                        <a:pt x="925" y="157"/>
                      </a:lnTo>
                      <a:lnTo>
                        <a:pt x="925" y="155"/>
                      </a:lnTo>
                      <a:lnTo>
                        <a:pt x="927" y="155"/>
                      </a:lnTo>
                      <a:lnTo>
                        <a:pt x="927" y="157"/>
                      </a:lnTo>
                      <a:lnTo>
                        <a:pt x="929" y="157"/>
                      </a:lnTo>
                      <a:lnTo>
                        <a:pt x="931" y="159"/>
                      </a:lnTo>
                      <a:lnTo>
                        <a:pt x="932" y="159"/>
                      </a:lnTo>
                      <a:lnTo>
                        <a:pt x="934" y="159"/>
                      </a:lnTo>
                      <a:lnTo>
                        <a:pt x="934" y="157"/>
                      </a:lnTo>
                      <a:lnTo>
                        <a:pt x="934" y="159"/>
                      </a:lnTo>
                      <a:lnTo>
                        <a:pt x="934" y="157"/>
                      </a:lnTo>
                      <a:lnTo>
                        <a:pt x="934" y="159"/>
                      </a:lnTo>
                      <a:lnTo>
                        <a:pt x="936" y="159"/>
                      </a:lnTo>
                      <a:lnTo>
                        <a:pt x="936" y="157"/>
                      </a:lnTo>
                      <a:lnTo>
                        <a:pt x="938" y="157"/>
                      </a:lnTo>
                      <a:lnTo>
                        <a:pt x="938" y="155"/>
                      </a:lnTo>
                      <a:lnTo>
                        <a:pt x="940" y="155"/>
                      </a:lnTo>
                      <a:lnTo>
                        <a:pt x="940" y="157"/>
                      </a:lnTo>
                      <a:lnTo>
                        <a:pt x="940" y="159"/>
                      </a:lnTo>
                      <a:lnTo>
                        <a:pt x="938" y="159"/>
                      </a:lnTo>
                      <a:lnTo>
                        <a:pt x="938" y="161"/>
                      </a:lnTo>
                      <a:lnTo>
                        <a:pt x="938" y="163"/>
                      </a:lnTo>
                      <a:lnTo>
                        <a:pt x="940" y="163"/>
                      </a:lnTo>
                      <a:lnTo>
                        <a:pt x="940" y="165"/>
                      </a:lnTo>
                      <a:lnTo>
                        <a:pt x="941" y="165"/>
                      </a:lnTo>
                      <a:lnTo>
                        <a:pt x="943" y="165"/>
                      </a:lnTo>
                      <a:lnTo>
                        <a:pt x="945" y="165"/>
                      </a:lnTo>
                      <a:lnTo>
                        <a:pt x="945" y="166"/>
                      </a:lnTo>
                      <a:lnTo>
                        <a:pt x="947" y="166"/>
                      </a:lnTo>
                      <a:lnTo>
                        <a:pt x="947" y="165"/>
                      </a:lnTo>
                      <a:lnTo>
                        <a:pt x="945" y="165"/>
                      </a:lnTo>
                      <a:lnTo>
                        <a:pt x="947" y="165"/>
                      </a:lnTo>
                      <a:lnTo>
                        <a:pt x="949" y="165"/>
                      </a:lnTo>
                      <a:lnTo>
                        <a:pt x="947" y="166"/>
                      </a:lnTo>
                      <a:lnTo>
                        <a:pt x="949" y="166"/>
                      </a:lnTo>
                      <a:lnTo>
                        <a:pt x="949" y="165"/>
                      </a:lnTo>
                      <a:lnTo>
                        <a:pt x="947" y="165"/>
                      </a:lnTo>
                      <a:lnTo>
                        <a:pt x="949" y="165"/>
                      </a:lnTo>
                      <a:lnTo>
                        <a:pt x="951" y="165"/>
                      </a:lnTo>
                      <a:lnTo>
                        <a:pt x="952" y="165"/>
                      </a:lnTo>
                      <a:lnTo>
                        <a:pt x="954" y="165"/>
                      </a:lnTo>
                      <a:lnTo>
                        <a:pt x="956" y="165"/>
                      </a:lnTo>
                      <a:lnTo>
                        <a:pt x="956" y="163"/>
                      </a:lnTo>
                      <a:lnTo>
                        <a:pt x="956" y="165"/>
                      </a:lnTo>
                      <a:lnTo>
                        <a:pt x="956" y="166"/>
                      </a:lnTo>
                      <a:lnTo>
                        <a:pt x="958" y="166"/>
                      </a:lnTo>
                      <a:lnTo>
                        <a:pt x="960" y="166"/>
                      </a:lnTo>
                      <a:lnTo>
                        <a:pt x="960" y="165"/>
                      </a:lnTo>
                      <a:lnTo>
                        <a:pt x="962" y="165"/>
                      </a:lnTo>
                      <a:lnTo>
                        <a:pt x="963" y="165"/>
                      </a:lnTo>
                      <a:lnTo>
                        <a:pt x="963" y="166"/>
                      </a:lnTo>
                      <a:lnTo>
                        <a:pt x="963" y="165"/>
                      </a:lnTo>
                      <a:lnTo>
                        <a:pt x="963" y="166"/>
                      </a:lnTo>
                      <a:lnTo>
                        <a:pt x="965" y="166"/>
                      </a:lnTo>
                      <a:lnTo>
                        <a:pt x="965" y="165"/>
                      </a:lnTo>
                      <a:lnTo>
                        <a:pt x="965" y="166"/>
                      </a:lnTo>
                      <a:lnTo>
                        <a:pt x="967" y="166"/>
                      </a:lnTo>
                      <a:lnTo>
                        <a:pt x="967" y="168"/>
                      </a:lnTo>
                      <a:lnTo>
                        <a:pt x="967" y="166"/>
                      </a:lnTo>
                      <a:lnTo>
                        <a:pt x="969" y="166"/>
                      </a:lnTo>
                      <a:lnTo>
                        <a:pt x="971" y="166"/>
                      </a:lnTo>
                      <a:lnTo>
                        <a:pt x="971" y="168"/>
                      </a:lnTo>
                      <a:lnTo>
                        <a:pt x="973" y="168"/>
                      </a:lnTo>
                      <a:lnTo>
                        <a:pt x="973" y="166"/>
                      </a:lnTo>
                      <a:lnTo>
                        <a:pt x="973" y="168"/>
                      </a:lnTo>
                      <a:lnTo>
                        <a:pt x="974" y="168"/>
                      </a:lnTo>
                      <a:lnTo>
                        <a:pt x="974" y="166"/>
                      </a:lnTo>
                      <a:lnTo>
                        <a:pt x="976" y="166"/>
                      </a:lnTo>
                      <a:lnTo>
                        <a:pt x="974" y="166"/>
                      </a:lnTo>
                      <a:lnTo>
                        <a:pt x="976" y="166"/>
                      </a:lnTo>
                      <a:lnTo>
                        <a:pt x="976" y="168"/>
                      </a:lnTo>
                      <a:lnTo>
                        <a:pt x="976" y="166"/>
                      </a:lnTo>
                      <a:lnTo>
                        <a:pt x="976" y="168"/>
                      </a:lnTo>
                      <a:lnTo>
                        <a:pt x="978" y="168"/>
                      </a:lnTo>
                      <a:lnTo>
                        <a:pt x="980" y="168"/>
                      </a:lnTo>
                      <a:lnTo>
                        <a:pt x="980" y="170"/>
                      </a:lnTo>
                      <a:lnTo>
                        <a:pt x="980" y="168"/>
                      </a:lnTo>
                      <a:lnTo>
                        <a:pt x="982" y="168"/>
                      </a:lnTo>
                      <a:lnTo>
                        <a:pt x="980" y="168"/>
                      </a:lnTo>
                      <a:lnTo>
                        <a:pt x="982" y="168"/>
                      </a:lnTo>
                      <a:lnTo>
                        <a:pt x="982" y="170"/>
                      </a:lnTo>
                      <a:lnTo>
                        <a:pt x="982" y="168"/>
                      </a:lnTo>
                      <a:lnTo>
                        <a:pt x="982" y="170"/>
                      </a:lnTo>
                      <a:lnTo>
                        <a:pt x="983" y="170"/>
                      </a:lnTo>
                      <a:lnTo>
                        <a:pt x="983" y="172"/>
                      </a:lnTo>
                      <a:lnTo>
                        <a:pt x="983" y="170"/>
                      </a:lnTo>
                      <a:lnTo>
                        <a:pt x="983" y="172"/>
                      </a:lnTo>
                      <a:lnTo>
                        <a:pt x="985" y="172"/>
                      </a:lnTo>
                      <a:lnTo>
                        <a:pt x="987" y="172"/>
                      </a:lnTo>
                      <a:lnTo>
                        <a:pt x="987" y="174"/>
                      </a:lnTo>
                      <a:lnTo>
                        <a:pt x="987" y="172"/>
                      </a:lnTo>
                      <a:lnTo>
                        <a:pt x="987" y="174"/>
                      </a:lnTo>
                      <a:lnTo>
                        <a:pt x="989" y="174"/>
                      </a:lnTo>
                      <a:lnTo>
                        <a:pt x="991" y="174"/>
                      </a:lnTo>
                      <a:lnTo>
                        <a:pt x="991" y="172"/>
                      </a:lnTo>
                      <a:lnTo>
                        <a:pt x="993" y="172"/>
                      </a:lnTo>
                      <a:lnTo>
                        <a:pt x="993" y="170"/>
                      </a:lnTo>
                      <a:lnTo>
                        <a:pt x="993" y="168"/>
                      </a:lnTo>
                      <a:lnTo>
                        <a:pt x="994" y="168"/>
                      </a:lnTo>
                      <a:lnTo>
                        <a:pt x="994" y="170"/>
                      </a:lnTo>
                      <a:lnTo>
                        <a:pt x="996" y="170"/>
                      </a:lnTo>
                      <a:lnTo>
                        <a:pt x="998" y="170"/>
                      </a:lnTo>
                      <a:lnTo>
                        <a:pt x="996" y="170"/>
                      </a:lnTo>
                      <a:lnTo>
                        <a:pt x="998" y="170"/>
                      </a:lnTo>
                      <a:lnTo>
                        <a:pt x="1000" y="170"/>
                      </a:lnTo>
                      <a:lnTo>
                        <a:pt x="1002" y="170"/>
                      </a:lnTo>
                      <a:lnTo>
                        <a:pt x="1000" y="170"/>
                      </a:lnTo>
                      <a:lnTo>
                        <a:pt x="1000" y="168"/>
                      </a:lnTo>
                      <a:lnTo>
                        <a:pt x="1002" y="168"/>
                      </a:lnTo>
                      <a:lnTo>
                        <a:pt x="1002" y="170"/>
                      </a:lnTo>
                      <a:lnTo>
                        <a:pt x="1004" y="170"/>
                      </a:lnTo>
                      <a:lnTo>
                        <a:pt x="1004" y="168"/>
                      </a:lnTo>
                      <a:lnTo>
                        <a:pt x="1004" y="170"/>
                      </a:lnTo>
                      <a:lnTo>
                        <a:pt x="1005" y="170"/>
                      </a:lnTo>
                      <a:lnTo>
                        <a:pt x="1007" y="170"/>
                      </a:lnTo>
                      <a:lnTo>
                        <a:pt x="1009" y="170"/>
                      </a:lnTo>
                      <a:lnTo>
                        <a:pt x="1009" y="172"/>
                      </a:lnTo>
                      <a:lnTo>
                        <a:pt x="1009" y="170"/>
                      </a:lnTo>
                      <a:lnTo>
                        <a:pt x="1011" y="170"/>
                      </a:lnTo>
                      <a:lnTo>
                        <a:pt x="1011" y="172"/>
                      </a:lnTo>
                      <a:lnTo>
                        <a:pt x="1013" y="172"/>
                      </a:lnTo>
                      <a:lnTo>
                        <a:pt x="1014" y="172"/>
                      </a:lnTo>
                      <a:lnTo>
                        <a:pt x="1014" y="170"/>
                      </a:lnTo>
                      <a:lnTo>
                        <a:pt x="1016" y="170"/>
                      </a:lnTo>
                      <a:lnTo>
                        <a:pt x="1016" y="172"/>
                      </a:lnTo>
                      <a:lnTo>
                        <a:pt x="1018" y="172"/>
                      </a:lnTo>
                      <a:lnTo>
                        <a:pt x="1020" y="172"/>
                      </a:lnTo>
                      <a:lnTo>
                        <a:pt x="1020" y="174"/>
                      </a:lnTo>
                      <a:lnTo>
                        <a:pt x="1022" y="174"/>
                      </a:lnTo>
                      <a:lnTo>
                        <a:pt x="1022" y="172"/>
                      </a:lnTo>
                      <a:lnTo>
                        <a:pt x="1022" y="174"/>
                      </a:lnTo>
                      <a:lnTo>
                        <a:pt x="1024" y="174"/>
                      </a:lnTo>
                      <a:lnTo>
                        <a:pt x="1022" y="172"/>
                      </a:lnTo>
                      <a:lnTo>
                        <a:pt x="1024" y="172"/>
                      </a:lnTo>
                      <a:lnTo>
                        <a:pt x="1024" y="174"/>
                      </a:lnTo>
                      <a:lnTo>
                        <a:pt x="1025" y="174"/>
                      </a:lnTo>
                      <a:lnTo>
                        <a:pt x="1027" y="172"/>
                      </a:lnTo>
                      <a:lnTo>
                        <a:pt x="1027" y="174"/>
                      </a:lnTo>
                      <a:lnTo>
                        <a:pt x="1027" y="172"/>
                      </a:lnTo>
                      <a:lnTo>
                        <a:pt x="1027" y="174"/>
                      </a:lnTo>
                      <a:lnTo>
                        <a:pt x="1029" y="174"/>
                      </a:lnTo>
                      <a:lnTo>
                        <a:pt x="1029" y="172"/>
                      </a:lnTo>
                      <a:lnTo>
                        <a:pt x="1027" y="172"/>
                      </a:lnTo>
                      <a:lnTo>
                        <a:pt x="1029" y="172"/>
                      </a:lnTo>
                      <a:lnTo>
                        <a:pt x="1031" y="172"/>
                      </a:lnTo>
                      <a:lnTo>
                        <a:pt x="1031" y="170"/>
                      </a:lnTo>
                      <a:lnTo>
                        <a:pt x="1033" y="170"/>
                      </a:lnTo>
                      <a:lnTo>
                        <a:pt x="1035" y="170"/>
                      </a:lnTo>
                      <a:lnTo>
                        <a:pt x="1036" y="170"/>
                      </a:lnTo>
                      <a:lnTo>
                        <a:pt x="1036" y="168"/>
                      </a:lnTo>
                      <a:lnTo>
                        <a:pt x="1038" y="168"/>
                      </a:lnTo>
                      <a:lnTo>
                        <a:pt x="1038" y="166"/>
                      </a:lnTo>
                      <a:lnTo>
                        <a:pt x="1040" y="166"/>
                      </a:lnTo>
                      <a:lnTo>
                        <a:pt x="1042" y="166"/>
                      </a:lnTo>
                      <a:lnTo>
                        <a:pt x="1042" y="165"/>
                      </a:lnTo>
                      <a:lnTo>
                        <a:pt x="1042" y="163"/>
                      </a:lnTo>
                      <a:lnTo>
                        <a:pt x="1042" y="161"/>
                      </a:lnTo>
                      <a:lnTo>
                        <a:pt x="1044" y="161"/>
                      </a:lnTo>
                      <a:lnTo>
                        <a:pt x="1046" y="161"/>
                      </a:lnTo>
                      <a:lnTo>
                        <a:pt x="1047" y="161"/>
                      </a:lnTo>
                      <a:lnTo>
                        <a:pt x="1049" y="161"/>
                      </a:lnTo>
                      <a:lnTo>
                        <a:pt x="1049" y="159"/>
                      </a:lnTo>
                      <a:lnTo>
                        <a:pt x="1049" y="161"/>
                      </a:lnTo>
                      <a:lnTo>
                        <a:pt x="1051" y="161"/>
                      </a:lnTo>
                      <a:lnTo>
                        <a:pt x="1051" y="159"/>
                      </a:lnTo>
                      <a:lnTo>
                        <a:pt x="1051" y="157"/>
                      </a:lnTo>
                      <a:lnTo>
                        <a:pt x="1049" y="157"/>
                      </a:lnTo>
                      <a:lnTo>
                        <a:pt x="1049" y="155"/>
                      </a:lnTo>
                      <a:lnTo>
                        <a:pt x="1049" y="154"/>
                      </a:lnTo>
                      <a:lnTo>
                        <a:pt x="1051" y="154"/>
                      </a:lnTo>
                      <a:lnTo>
                        <a:pt x="1051" y="152"/>
                      </a:lnTo>
                      <a:lnTo>
                        <a:pt x="1053" y="152"/>
                      </a:lnTo>
                      <a:lnTo>
                        <a:pt x="1053" y="154"/>
                      </a:lnTo>
                      <a:lnTo>
                        <a:pt x="1055" y="154"/>
                      </a:lnTo>
                      <a:lnTo>
                        <a:pt x="1055" y="152"/>
                      </a:lnTo>
                      <a:lnTo>
                        <a:pt x="1056" y="152"/>
                      </a:lnTo>
                      <a:lnTo>
                        <a:pt x="1058" y="150"/>
                      </a:lnTo>
                      <a:lnTo>
                        <a:pt x="1060" y="150"/>
                      </a:lnTo>
                      <a:lnTo>
                        <a:pt x="1060" y="148"/>
                      </a:lnTo>
                      <a:lnTo>
                        <a:pt x="1058" y="148"/>
                      </a:lnTo>
                      <a:lnTo>
                        <a:pt x="1058" y="146"/>
                      </a:lnTo>
                      <a:lnTo>
                        <a:pt x="1060" y="146"/>
                      </a:lnTo>
                      <a:lnTo>
                        <a:pt x="1060" y="144"/>
                      </a:lnTo>
                      <a:lnTo>
                        <a:pt x="1062" y="144"/>
                      </a:lnTo>
                      <a:lnTo>
                        <a:pt x="1062" y="143"/>
                      </a:lnTo>
                      <a:lnTo>
                        <a:pt x="1064" y="143"/>
                      </a:lnTo>
                      <a:lnTo>
                        <a:pt x="1062" y="144"/>
                      </a:lnTo>
                      <a:lnTo>
                        <a:pt x="1064" y="144"/>
                      </a:lnTo>
                      <a:lnTo>
                        <a:pt x="1064" y="143"/>
                      </a:lnTo>
                      <a:lnTo>
                        <a:pt x="1064" y="141"/>
                      </a:lnTo>
                      <a:lnTo>
                        <a:pt x="1066" y="141"/>
                      </a:lnTo>
                      <a:lnTo>
                        <a:pt x="1067" y="141"/>
                      </a:lnTo>
                      <a:lnTo>
                        <a:pt x="1066" y="141"/>
                      </a:lnTo>
                      <a:lnTo>
                        <a:pt x="1066" y="143"/>
                      </a:lnTo>
                      <a:lnTo>
                        <a:pt x="1067" y="143"/>
                      </a:lnTo>
                      <a:lnTo>
                        <a:pt x="1069" y="143"/>
                      </a:lnTo>
                      <a:lnTo>
                        <a:pt x="1071" y="143"/>
                      </a:lnTo>
                      <a:lnTo>
                        <a:pt x="1073" y="143"/>
                      </a:lnTo>
                      <a:lnTo>
                        <a:pt x="1071" y="143"/>
                      </a:lnTo>
                      <a:lnTo>
                        <a:pt x="1071" y="144"/>
                      </a:lnTo>
                      <a:lnTo>
                        <a:pt x="1071" y="146"/>
                      </a:lnTo>
                      <a:lnTo>
                        <a:pt x="1073" y="148"/>
                      </a:lnTo>
                      <a:lnTo>
                        <a:pt x="1075" y="148"/>
                      </a:lnTo>
                      <a:lnTo>
                        <a:pt x="1075" y="150"/>
                      </a:lnTo>
                      <a:lnTo>
                        <a:pt x="1073" y="150"/>
                      </a:lnTo>
                      <a:lnTo>
                        <a:pt x="1073" y="152"/>
                      </a:lnTo>
                      <a:lnTo>
                        <a:pt x="1073" y="150"/>
                      </a:lnTo>
                      <a:lnTo>
                        <a:pt x="1073" y="152"/>
                      </a:lnTo>
                      <a:lnTo>
                        <a:pt x="1071" y="152"/>
                      </a:lnTo>
                      <a:lnTo>
                        <a:pt x="1069" y="152"/>
                      </a:lnTo>
                      <a:lnTo>
                        <a:pt x="1069" y="154"/>
                      </a:lnTo>
                      <a:lnTo>
                        <a:pt x="1067" y="154"/>
                      </a:lnTo>
                      <a:lnTo>
                        <a:pt x="1069" y="154"/>
                      </a:lnTo>
                      <a:lnTo>
                        <a:pt x="1069" y="155"/>
                      </a:lnTo>
                      <a:lnTo>
                        <a:pt x="1067" y="155"/>
                      </a:lnTo>
                      <a:lnTo>
                        <a:pt x="1069" y="155"/>
                      </a:lnTo>
                      <a:lnTo>
                        <a:pt x="1067" y="155"/>
                      </a:lnTo>
                      <a:lnTo>
                        <a:pt x="1069" y="155"/>
                      </a:lnTo>
                      <a:lnTo>
                        <a:pt x="1067" y="155"/>
                      </a:lnTo>
                      <a:lnTo>
                        <a:pt x="1067" y="157"/>
                      </a:lnTo>
                      <a:lnTo>
                        <a:pt x="1067" y="159"/>
                      </a:lnTo>
                      <a:lnTo>
                        <a:pt x="1067" y="161"/>
                      </a:lnTo>
                      <a:lnTo>
                        <a:pt x="1067" y="163"/>
                      </a:lnTo>
                      <a:lnTo>
                        <a:pt x="1066" y="163"/>
                      </a:lnTo>
                      <a:lnTo>
                        <a:pt x="1066" y="165"/>
                      </a:lnTo>
                      <a:lnTo>
                        <a:pt x="1064" y="165"/>
                      </a:lnTo>
                      <a:lnTo>
                        <a:pt x="1064" y="166"/>
                      </a:lnTo>
                      <a:lnTo>
                        <a:pt x="1062" y="166"/>
                      </a:lnTo>
                      <a:lnTo>
                        <a:pt x="1062" y="168"/>
                      </a:lnTo>
                      <a:lnTo>
                        <a:pt x="1060" y="168"/>
                      </a:lnTo>
                      <a:lnTo>
                        <a:pt x="1058" y="168"/>
                      </a:lnTo>
                      <a:lnTo>
                        <a:pt x="1058" y="170"/>
                      </a:lnTo>
                      <a:lnTo>
                        <a:pt x="1058" y="172"/>
                      </a:lnTo>
                      <a:lnTo>
                        <a:pt x="1056" y="172"/>
                      </a:lnTo>
                      <a:lnTo>
                        <a:pt x="1055" y="172"/>
                      </a:lnTo>
                      <a:lnTo>
                        <a:pt x="1056" y="172"/>
                      </a:lnTo>
                      <a:lnTo>
                        <a:pt x="1055" y="174"/>
                      </a:lnTo>
                      <a:lnTo>
                        <a:pt x="1055" y="172"/>
                      </a:lnTo>
                      <a:lnTo>
                        <a:pt x="1055" y="174"/>
                      </a:lnTo>
                      <a:lnTo>
                        <a:pt x="1053" y="174"/>
                      </a:lnTo>
                      <a:lnTo>
                        <a:pt x="1053" y="175"/>
                      </a:lnTo>
                      <a:lnTo>
                        <a:pt x="1053" y="177"/>
                      </a:lnTo>
                      <a:lnTo>
                        <a:pt x="1051" y="177"/>
                      </a:lnTo>
                      <a:lnTo>
                        <a:pt x="1051" y="179"/>
                      </a:lnTo>
                      <a:lnTo>
                        <a:pt x="1051" y="177"/>
                      </a:lnTo>
                      <a:lnTo>
                        <a:pt x="1051" y="179"/>
                      </a:lnTo>
                      <a:lnTo>
                        <a:pt x="1049" y="179"/>
                      </a:lnTo>
                      <a:lnTo>
                        <a:pt x="1049" y="181"/>
                      </a:lnTo>
                      <a:lnTo>
                        <a:pt x="1051" y="181"/>
                      </a:lnTo>
                      <a:lnTo>
                        <a:pt x="1051" y="183"/>
                      </a:lnTo>
                      <a:lnTo>
                        <a:pt x="1049" y="183"/>
                      </a:lnTo>
                      <a:lnTo>
                        <a:pt x="1049" y="181"/>
                      </a:lnTo>
                      <a:lnTo>
                        <a:pt x="1049" y="183"/>
                      </a:lnTo>
                      <a:lnTo>
                        <a:pt x="1047" y="183"/>
                      </a:lnTo>
                      <a:lnTo>
                        <a:pt x="1047" y="185"/>
                      </a:lnTo>
                      <a:lnTo>
                        <a:pt x="1047" y="186"/>
                      </a:lnTo>
                      <a:lnTo>
                        <a:pt x="1049" y="186"/>
                      </a:lnTo>
                      <a:lnTo>
                        <a:pt x="1047" y="186"/>
                      </a:lnTo>
                      <a:lnTo>
                        <a:pt x="1046" y="186"/>
                      </a:lnTo>
                      <a:lnTo>
                        <a:pt x="1044" y="186"/>
                      </a:lnTo>
                      <a:lnTo>
                        <a:pt x="1044" y="188"/>
                      </a:lnTo>
                      <a:lnTo>
                        <a:pt x="1042" y="188"/>
                      </a:lnTo>
                      <a:lnTo>
                        <a:pt x="1042" y="186"/>
                      </a:lnTo>
                      <a:lnTo>
                        <a:pt x="1042" y="188"/>
                      </a:lnTo>
                      <a:lnTo>
                        <a:pt x="1042" y="186"/>
                      </a:lnTo>
                      <a:lnTo>
                        <a:pt x="1042" y="188"/>
                      </a:lnTo>
                      <a:lnTo>
                        <a:pt x="1042" y="186"/>
                      </a:lnTo>
                      <a:lnTo>
                        <a:pt x="1042" y="188"/>
                      </a:lnTo>
                      <a:lnTo>
                        <a:pt x="1040" y="188"/>
                      </a:lnTo>
                      <a:lnTo>
                        <a:pt x="1038" y="188"/>
                      </a:lnTo>
                      <a:lnTo>
                        <a:pt x="1038" y="190"/>
                      </a:lnTo>
                      <a:lnTo>
                        <a:pt x="1038" y="188"/>
                      </a:lnTo>
                      <a:lnTo>
                        <a:pt x="1036" y="188"/>
                      </a:lnTo>
                      <a:lnTo>
                        <a:pt x="1035" y="188"/>
                      </a:lnTo>
                      <a:lnTo>
                        <a:pt x="1035" y="190"/>
                      </a:lnTo>
                      <a:lnTo>
                        <a:pt x="1033" y="190"/>
                      </a:lnTo>
                      <a:lnTo>
                        <a:pt x="1033" y="188"/>
                      </a:lnTo>
                      <a:lnTo>
                        <a:pt x="1033" y="190"/>
                      </a:lnTo>
                      <a:lnTo>
                        <a:pt x="1031" y="190"/>
                      </a:lnTo>
                      <a:lnTo>
                        <a:pt x="1029" y="190"/>
                      </a:lnTo>
                      <a:lnTo>
                        <a:pt x="1027" y="190"/>
                      </a:lnTo>
                      <a:lnTo>
                        <a:pt x="1025" y="190"/>
                      </a:lnTo>
                      <a:lnTo>
                        <a:pt x="1025" y="192"/>
                      </a:lnTo>
                      <a:lnTo>
                        <a:pt x="1024" y="192"/>
                      </a:lnTo>
                      <a:lnTo>
                        <a:pt x="1024" y="190"/>
                      </a:lnTo>
                      <a:lnTo>
                        <a:pt x="1024" y="192"/>
                      </a:lnTo>
                      <a:lnTo>
                        <a:pt x="1022" y="192"/>
                      </a:lnTo>
                      <a:lnTo>
                        <a:pt x="1020" y="192"/>
                      </a:lnTo>
                      <a:lnTo>
                        <a:pt x="1018" y="192"/>
                      </a:lnTo>
                      <a:lnTo>
                        <a:pt x="1016" y="192"/>
                      </a:lnTo>
                      <a:lnTo>
                        <a:pt x="1014" y="192"/>
                      </a:lnTo>
                      <a:lnTo>
                        <a:pt x="1013" y="192"/>
                      </a:lnTo>
                      <a:lnTo>
                        <a:pt x="1011" y="192"/>
                      </a:lnTo>
                      <a:lnTo>
                        <a:pt x="1011" y="190"/>
                      </a:lnTo>
                      <a:lnTo>
                        <a:pt x="1011" y="192"/>
                      </a:lnTo>
                      <a:lnTo>
                        <a:pt x="1009" y="192"/>
                      </a:lnTo>
                      <a:lnTo>
                        <a:pt x="1007" y="192"/>
                      </a:lnTo>
                      <a:lnTo>
                        <a:pt x="1005" y="192"/>
                      </a:lnTo>
                      <a:lnTo>
                        <a:pt x="1004" y="192"/>
                      </a:lnTo>
                      <a:lnTo>
                        <a:pt x="1004" y="190"/>
                      </a:lnTo>
                      <a:lnTo>
                        <a:pt x="1002" y="190"/>
                      </a:lnTo>
                      <a:lnTo>
                        <a:pt x="1002" y="188"/>
                      </a:lnTo>
                      <a:lnTo>
                        <a:pt x="1000" y="188"/>
                      </a:lnTo>
                      <a:lnTo>
                        <a:pt x="998" y="188"/>
                      </a:lnTo>
                      <a:lnTo>
                        <a:pt x="998" y="186"/>
                      </a:lnTo>
                      <a:lnTo>
                        <a:pt x="996" y="186"/>
                      </a:lnTo>
                      <a:lnTo>
                        <a:pt x="996" y="185"/>
                      </a:lnTo>
                      <a:lnTo>
                        <a:pt x="994" y="185"/>
                      </a:lnTo>
                      <a:lnTo>
                        <a:pt x="994" y="186"/>
                      </a:lnTo>
                      <a:lnTo>
                        <a:pt x="993" y="186"/>
                      </a:lnTo>
                      <a:lnTo>
                        <a:pt x="993" y="185"/>
                      </a:lnTo>
                      <a:lnTo>
                        <a:pt x="993" y="186"/>
                      </a:lnTo>
                      <a:lnTo>
                        <a:pt x="993" y="185"/>
                      </a:lnTo>
                      <a:lnTo>
                        <a:pt x="993" y="186"/>
                      </a:lnTo>
                      <a:lnTo>
                        <a:pt x="991" y="186"/>
                      </a:lnTo>
                      <a:lnTo>
                        <a:pt x="991" y="185"/>
                      </a:lnTo>
                      <a:lnTo>
                        <a:pt x="991" y="186"/>
                      </a:lnTo>
                      <a:lnTo>
                        <a:pt x="991" y="185"/>
                      </a:lnTo>
                      <a:lnTo>
                        <a:pt x="991" y="186"/>
                      </a:lnTo>
                      <a:lnTo>
                        <a:pt x="991" y="185"/>
                      </a:lnTo>
                      <a:lnTo>
                        <a:pt x="989" y="185"/>
                      </a:lnTo>
                      <a:lnTo>
                        <a:pt x="987" y="185"/>
                      </a:lnTo>
                      <a:lnTo>
                        <a:pt x="985" y="186"/>
                      </a:lnTo>
                      <a:lnTo>
                        <a:pt x="983" y="186"/>
                      </a:lnTo>
                      <a:lnTo>
                        <a:pt x="983" y="185"/>
                      </a:lnTo>
                      <a:lnTo>
                        <a:pt x="982" y="185"/>
                      </a:lnTo>
                      <a:lnTo>
                        <a:pt x="982" y="186"/>
                      </a:lnTo>
                      <a:lnTo>
                        <a:pt x="980" y="185"/>
                      </a:lnTo>
                      <a:lnTo>
                        <a:pt x="980" y="186"/>
                      </a:lnTo>
                      <a:lnTo>
                        <a:pt x="980" y="185"/>
                      </a:lnTo>
                      <a:lnTo>
                        <a:pt x="978" y="185"/>
                      </a:lnTo>
                      <a:lnTo>
                        <a:pt x="978" y="186"/>
                      </a:lnTo>
                      <a:lnTo>
                        <a:pt x="978" y="185"/>
                      </a:lnTo>
                      <a:lnTo>
                        <a:pt x="976" y="185"/>
                      </a:lnTo>
                      <a:lnTo>
                        <a:pt x="978" y="185"/>
                      </a:lnTo>
                      <a:lnTo>
                        <a:pt x="976" y="185"/>
                      </a:lnTo>
                      <a:lnTo>
                        <a:pt x="974" y="185"/>
                      </a:lnTo>
                      <a:lnTo>
                        <a:pt x="973" y="185"/>
                      </a:lnTo>
                      <a:lnTo>
                        <a:pt x="971" y="185"/>
                      </a:lnTo>
                      <a:lnTo>
                        <a:pt x="969" y="185"/>
                      </a:lnTo>
                      <a:lnTo>
                        <a:pt x="969" y="186"/>
                      </a:lnTo>
                      <a:lnTo>
                        <a:pt x="967" y="186"/>
                      </a:lnTo>
                      <a:lnTo>
                        <a:pt x="965" y="186"/>
                      </a:lnTo>
                      <a:lnTo>
                        <a:pt x="963" y="186"/>
                      </a:lnTo>
                      <a:lnTo>
                        <a:pt x="963" y="185"/>
                      </a:lnTo>
                      <a:lnTo>
                        <a:pt x="963" y="186"/>
                      </a:lnTo>
                      <a:lnTo>
                        <a:pt x="962" y="186"/>
                      </a:lnTo>
                      <a:lnTo>
                        <a:pt x="960" y="186"/>
                      </a:lnTo>
                      <a:lnTo>
                        <a:pt x="958" y="186"/>
                      </a:lnTo>
                      <a:lnTo>
                        <a:pt x="956" y="186"/>
                      </a:lnTo>
                      <a:lnTo>
                        <a:pt x="954" y="186"/>
                      </a:lnTo>
                      <a:lnTo>
                        <a:pt x="954" y="188"/>
                      </a:lnTo>
                      <a:lnTo>
                        <a:pt x="954" y="186"/>
                      </a:lnTo>
                      <a:lnTo>
                        <a:pt x="952" y="188"/>
                      </a:lnTo>
                      <a:lnTo>
                        <a:pt x="951" y="188"/>
                      </a:lnTo>
                      <a:lnTo>
                        <a:pt x="951" y="186"/>
                      </a:lnTo>
                      <a:lnTo>
                        <a:pt x="949" y="186"/>
                      </a:lnTo>
                      <a:lnTo>
                        <a:pt x="949" y="185"/>
                      </a:lnTo>
                      <a:lnTo>
                        <a:pt x="947" y="185"/>
                      </a:lnTo>
                      <a:lnTo>
                        <a:pt x="945" y="183"/>
                      </a:lnTo>
                      <a:lnTo>
                        <a:pt x="945" y="185"/>
                      </a:lnTo>
                      <a:lnTo>
                        <a:pt x="945" y="183"/>
                      </a:lnTo>
                      <a:lnTo>
                        <a:pt x="945" y="185"/>
                      </a:lnTo>
                      <a:lnTo>
                        <a:pt x="945" y="183"/>
                      </a:lnTo>
                      <a:lnTo>
                        <a:pt x="943" y="183"/>
                      </a:lnTo>
                      <a:lnTo>
                        <a:pt x="943" y="185"/>
                      </a:lnTo>
                      <a:lnTo>
                        <a:pt x="945" y="185"/>
                      </a:lnTo>
                      <a:lnTo>
                        <a:pt x="943" y="185"/>
                      </a:lnTo>
                      <a:lnTo>
                        <a:pt x="941" y="183"/>
                      </a:lnTo>
                      <a:lnTo>
                        <a:pt x="941" y="185"/>
                      </a:lnTo>
                      <a:lnTo>
                        <a:pt x="941" y="186"/>
                      </a:lnTo>
                      <a:lnTo>
                        <a:pt x="940" y="186"/>
                      </a:lnTo>
                      <a:lnTo>
                        <a:pt x="938" y="186"/>
                      </a:lnTo>
                      <a:lnTo>
                        <a:pt x="938" y="185"/>
                      </a:lnTo>
                      <a:lnTo>
                        <a:pt x="938" y="186"/>
                      </a:lnTo>
                      <a:lnTo>
                        <a:pt x="936" y="186"/>
                      </a:lnTo>
                      <a:lnTo>
                        <a:pt x="934" y="186"/>
                      </a:lnTo>
                      <a:lnTo>
                        <a:pt x="932" y="185"/>
                      </a:lnTo>
                      <a:lnTo>
                        <a:pt x="932" y="186"/>
                      </a:lnTo>
                      <a:lnTo>
                        <a:pt x="931" y="186"/>
                      </a:lnTo>
                      <a:lnTo>
                        <a:pt x="929" y="186"/>
                      </a:lnTo>
                      <a:lnTo>
                        <a:pt x="929" y="188"/>
                      </a:lnTo>
                      <a:lnTo>
                        <a:pt x="927" y="188"/>
                      </a:lnTo>
                      <a:lnTo>
                        <a:pt x="925" y="188"/>
                      </a:lnTo>
                      <a:lnTo>
                        <a:pt x="923" y="188"/>
                      </a:lnTo>
                      <a:lnTo>
                        <a:pt x="923" y="186"/>
                      </a:lnTo>
                      <a:lnTo>
                        <a:pt x="923" y="188"/>
                      </a:lnTo>
                      <a:lnTo>
                        <a:pt x="921" y="188"/>
                      </a:lnTo>
                      <a:lnTo>
                        <a:pt x="920" y="188"/>
                      </a:lnTo>
                      <a:lnTo>
                        <a:pt x="918" y="188"/>
                      </a:lnTo>
                      <a:lnTo>
                        <a:pt x="918" y="186"/>
                      </a:lnTo>
                      <a:lnTo>
                        <a:pt x="916" y="186"/>
                      </a:lnTo>
                      <a:lnTo>
                        <a:pt x="914" y="186"/>
                      </a:lnTo>
                      <a:lnTo>
                        <a:pt x="912" y="186"/>
                      </a:lnTo>
                      <a:lnTo>
                        <a:pt x="912" y="185"/>
                      </a:lnTo>
                      <a:lnTo>
                        <a:pt x="910" y="185"/>
                      </a:lnTo>
                      <a:lnTo>
                        <a:pt x="909" y="185"/>
                      </a:lnTo>
                      <a:lnTo>
                        <a:pt x="907" y="185"/>
                      </a:lnTo>
                      <a:lnTo>
                        <a:pt x="905" y="185"/>
                      </a:lnTo>
                      <a:lnTo>
                        <a:pt x="903" y="185"/>
                      </a:lnTo>
                      <a:lnTo>
                        <a:pt x="903" y="186"/>
                      </a:lnTo>
                      <a:lnTo>
                        <a:pt x="901" y="186"/>
                      </a:lnTo>
                      <a:lnTo>
                        <a:pt x="899" y="186"/>
                      </a:lnTo>
                      <a:lnTo>
                        <a:pt x="899" y="188"/>
                      </a:lnTo>
                      <a:lnTo>
                        <a:pt x="898" y="188"/>
                      </a:lnTo>
                      <a:lnTo>
                        <a:pt x="898" y="190"/>
                      </a:lnTo>
                      <a:lnTo>
                        <a:pt x="896" y="190"/>
                      </a:lnTo>
                      <a:lnTo>
                        <a:pt x="896" y="192"/>
                      </a:lnTo>
                      <a:lnTo>
                        <a:pt x="894" y="192"/>
                      </a:lnTo>
                      <a:lnTo>
                        <a:pt x="894" y="194"/>
                      </a:lnTo>
                      <a:lnTo>
                        <a:pt x="892" y="194"/>
                      </a:lnTo>
                      <a:lnTo>
                        <a:pt x="892" y="196"/>
                      </a:lnTo>
                      <a:lnTo>
                        <a:pt x="892" y="197"/>
                      </a:lnTo>
                      <a:lnTo>
                        <a:pt x="892" y="199"/>
                      </a:lnTo>
                      <a:lnTo>
                        <a:pt x="890" y="199"/>
                      </a:lnTo>
                      <a:lnTo>
                        <a:pt x="890" y="201"/>
                      </a:lnTo>
                      <a:lnTo>
                        <a:pt x="890" y="203"/>
                      </a:lnTo>
                      <a:lnTo>
                        <a:pt x="890" y="205"/>
                      </a:lnTo>
                      <a:lnTo>
                        <a:pt x="889" y="205"/>
                      </a:lnTo>
                      <a:lnTo>
                        <a:pt x="889" y="207"/>
                      </a:lnTo>
                      <a:lnTo>
                        <a:pt x="889" y="208"/>
                      </a:lnTo>
                      <a:lnTo>
                        <a:pt x="887" y="208"/>
                      </a:lnTo>
                      <a:lnTo>
                        <a:pt x="887" y="210"/>
                      </a:lnTo>
                      <a:lnTo>
                        <a:pt x="887" y="212"/>
                      </a:lnTo>
                      <a:lnTo>
                        <a:pt x="887" y="214"/>
                      </a:lnTo>
                      <a:lnTo>
                        <a:pt x="889" y="214"/>
                      </a:lnTo>
                      <a:lnTo>
                        <a:pt x="889" y="216"/>
                      </a:lnTo>
                      <a:lnTo>
                        <a:pt x="889" y="218"/>
                      </a:lnTo>
                      <a:lnTo>
                        <a:pt x="889" y="219"/>
                      </a:lnTo>
                      <a:lnTo>
                        <a:pt x="890" y="219"/>
                      </a:lnTo>
                      <a:lnTo>
                        <a:pt x="889" y="219"/>
                      </a:lnTo>
                      <a:lnTo>
                        <a:pt x="889" y="221"/>
                      </a:lnTo>
                      <a:lnTo>
                        <a:pt x="889" y="223"/>
                      </a:lnTo>
                      <a:lnTo>
                        <a:pt x="889" y="225"/>
                      </a:lnTo>
                      <a:lnTo>
                        <a:pt x="889" y="227"/>
                      </a:lnTo>
                      <a:lnTo>
                        <a:pt x="890" y="227"/>
                      </a:lnTo>
                      <a:lnTo>
                        <a:pt x="890" y="229"/>
                      </a:lnTo>
                      <a:lnTo>
                        <a:pt x="890" y="230"/>
                      </a:lnTo>
                      <a:lnTo>
                        <a:pt x="892" y="230"/>
                      </a:lnTo>
                      <a:lnTo>
                        <a:pt x="892" y="232"/>
                      </a:lnTo>
                      <a:lnTo>
                        <a:pt x="894" y="232"/>
                      </a:lnTo>
                      <a:lnTo>
                        <a:pt x="894" y="234"/>
                      </a:lnTo>
                      <a:lnTo>
                        <a:pt x="896" y="234"/>
                      </a:lnTo>
                      <a:lnTo>
                        <a:pt x="896" y="236"/>
                      </a:lnTo>
                      <a:lnTo>
                        <a:pt x="898" y="236"/>
                      </a:lnTo>
                      <a:lnTo>
                        <a:pt x="898" y="238"/>
                      </a:lnTo>
                      <a:lnTo>
                        <a:pt x="899" y="238"/>
                      </a:lnTo>
                      <a:lnTo>
                        <a:pt x="899" y="236"/>
                      </a:lnTo>
                      <a:lnTo>
                        <a:pt x="901" y="236"/>
                      </a:lnTo>
                      <a:lnTo>
                        <a:pt x="903" y="238"/>
                      </a:lnTo>
                      <a:lnTo>
                        <a:pt x="903" y="239"/>
                      </a:lnTo>
                      <a:lnTo>
                        <a:pt x="903" y="238"/>
                      </a:lnTo>
                      <a:lnTo>
                        <a:pt x="903" y="239"/>
                      </a:lnTo>
                      <a:lnTo>
                        <a:pt x="903" y="238"/>
                      </a:lnTo>
                      <a:lnTo>
                        <a:pt x="905" y="239"/>
                      </a:lnTo>
                      <a:lnTo>
                        <a:pt x="905" y="238"/>
                      </a:lnTo>
                      <a:lnTo>
                        <a:pt x="905" y="239"/>
                      </a:lnTo>
                      <a:lnTo>
                        <a:pt x="907" y="239"/>
                      </a:lnTo>
                      <a:lnTo>
                        <a:pt x="907" y="241"/>
                      </a:lnTo>
                      <a:lnTo>
                        <a:pt x="905" y="241"/>
                      </a:lnTo>
                      <a:lnTo>
                        <a:pt x="907" y="241"/>
                      </a:lnTo>
                      <a:lnTo>
                        <a:pt x="907" y="243"/>
                      </a:lnTo>
                      <a:lnTo>
                        <a:pt x="909" y="243"/>
                      </a:lnTo>
                      <a:lnTo>
                        <a:pt x="907" y="243"/>
                      </a:lnTo>
                      <a:lnTo>
                        <a:pt x="909" y="243"/>
                      </a:lnTo>
                      <a:lnTo>
                        <a:pt x="909" y="245"/>
                      </a:lnTo>
                      <a:lnTo>
                        <a:pt x="907" y="245"/>
                      </a:lnTo>
                      <a:lnTo>
                        <a:pt x="907" y="247"/>
                      </a:lnTo>
                      <a:lnTo>
                        <a:pt x="907" y="249"/>
                      </a:lnTo>
                      <a:lnTo>
                        <a:pt x="909" y="249"/>
                      </a:lnTo>
                      <a:lnTo>
                        <a:pt x="909" y="250"/>
                      </a:lnTo>
                      <a:lnTo>
                        <a:pt x="910" y="250"/>
                      </a:lnTo>
                      <a:lnTo>
                        <a:pt x="910" y="252"/>
                      </a:lnTo>
                      <a:lnTo>
                        <a:pt x="910" y="254"/>
                      </a:lnTo>
                      <a:lnTo>
                        <a:pt x="912" y="254"/>
                      </a:lnTo>
                      <a:lnTo>
                        <a:pt x="912" y="252"/>
                      </a:lnTo>
                      <a:lnTo>
                        <a:pt x="912" y="254"/>
                      </a:lnTo>
                      <a:lnTo>
                        <a:pt x="912" y="252"/>
                      </a:lnTo>
                      <a:lnTo>
                        <a:pt x="914" y="252"/>
                      </a:lnTo>
                      <a:lnTo>
                        <a:pt x="916" y="252"/>
                      </a:lnTo>
                      <a:lnTo>
                        <a:pt x="918" y="252"/>
                      </a:lnTo>
                      <a:lnTo>
                        <a:pt x="918" y="254"/>
                      </a:lnTo>
                      <a:lnTo>
                        <a:pt x="920" y="254"/>
                      </a:lnTo>
                      <a:lnTo>
                        <a:pt x="921" y="254"/>
                      </a:lnTo>
                      <a:lnTo>
                        <a:pt x="921" y="252"/>
                      </a:lnTo>
                      <a:lnTo>
                        <a:pt x="921" y="254"/>
                      </a:lnTo>
                      <a:lnTo>
                        <a:pt x="923" y="254"/>
                      </a:lnTo>
                      <a:lnTo>
                        <a:pt x="925" y="254"/>
                      </a:lnTo>
                      <a:lnTo>
                        <a:pt x="927" y="254"/>
                      </a:lnTo>
                      <a:lnTo>
                        <a:pt x="927" y="252"/>
                      </a:lnTo>
                      <a:lnTo>
                        <a:pt x="929" y="252"/>
                      </a:lnTo>
                      <a:lnTo>
                        <a:pt x="929" y="250"/>
                      </a:lnTo>
                      <a:lnTo>
                        <a:pt x="929" y="249"/>
                      </a:lnTo>
                      <a:lnTo>
                        <a:pt x="931" y="249"/>
                      </a:lnTo>
                      <a:lnTo>
                        <a:pt x="931" y="247"/>
                      </a:lnTo>
                      <a:lnTo>
                        <a:pt x="931" y="245"/>
                      </a:lnTo>
                      <a:lnTo>
                        <a:pt x="932" y="245"/>
                      </a:lnTo>
                      <a:lnTo>
                        <a:pt x="932" y="243"/>
                      </a:lnTo>
                      <a:lnTo>
                        <a:pt x="934" y="243"/>
                      </a:lnTo>
                      <a:lnTo>
                        <a:pt x="934" y="241"/>
                      </a:lnTo>
                      <a:lnTo>
                        <a:pt x="936" y="241"/>
                      </a:lnTo>
                      <a:lnTo>
                        <a:pt x="936" y="239"/>
                      </a:lnTo>
                      <a:lnTo>
                        <a:pt x="938" y="239"/>
                      </a:lnTo>
                      <a:lnTo>
                        <a:pt x="938" y="238"/>
                      </a:lnTo>
                      <a:lnTo>
                        <a:pt x="938" y="239"/>
                      </a:lnTo>
                      <a:lnTo>
                        <a:pt x="938" y="238"/>
                      </a:lnTo>
                      <a:lnTo>
                        <a:pt x="940" y="238"/>
                      </a:lnTo>
                      <a:lnTo>
                        <a:pt x="940" y="236"/>
                      </a:lnTo>
                      <a:lnTo>
                        <a:pt x="941" y="234"/>
                      </a:lnTo>
                      <a:lnTo>
                        <a:pt x="943" y="234"/>
                      </a:lnTo>
                      <a:lnTo>
                        <a:pt x="943" y="232"/>
                      </a:lnTo>
                      <a:lnTo>
                        <a:pt x="945" y="232"/>
                      </a:lnTo>
                      <a:lnTo>
                        <a:pt x="947" y="232"/>
                      </a:lnTo>
                      <a:lnTo>
                        <a:pt x="947" y="234"/>
                      </a:lnTo>
                      <a:lnTo>
                        <a:pt x="947" y="236"/>
                      </a:lnTo>
                      <a:lnTo>
                        <a:pt x="949" y="236"/>
                      </a:lnTo>
                      <a:lnTo>
                        <a:pt x="949" y="238"/>
                      </a:lnTo>
                      <a:lnTo>
                        <a:pt x="951" y="238"/>
                      </a:lnTo>
                      <a:lnTo>
                        <a:pt x="952" y="238"/>
                      </a:lnTo>
                      <a:lnTo>
                        <a:pt x="954" y="238"/>
                      </a:lnTo>
                      <a:lnTo>
                        <a:pt x="956" y="239"/>
                      </a:lnTo>
                      <a:lnTo>
                        <a:pt x="958" y="238"/>
                      </a:lnTo>
                      <a:lnTo>
                        <a:pt x="958" y="236"/>
                      </a:lnTo>
                      <a:lnTo>
                        <a:pt x="960" y="236"/>
                      </a:lnTo>
                      <a:lnTo>
                        <a:pt x="960" y="238"/>
                      </a:lnTo>
                      <a:lnTo>
                        <a:pt x="962" y="238"/>
                      </a:lnTo>
                      <a:lnTo>
                        <a:pt x="963" y="238"/>
                      </a:lnTo>
                      <a:lnTo>
                        <a:pt x="963" y="236"/>
                      </a:lnTo>
                      <a:lnTo>
                        <a:pt x="963" y="234"/>
                      </a:lnTo>
                      <a:lnTo>
                        <a:pt x="965" y="234"/>
                      </a:lnTo>
                      <a:lnTo>
                        <a:pt x="963" y="232"/>
                      </a:lnTo>
                      <a:lnTo>
                        <a:pt x="965" y="232"/>
                      </a:lnTo>
                      <a:lnTo>
                        <a:pt x="967" y="232"/>
                      </a:lnTo>
                      <a:lnTo>
                        <a:pt x="967" y="230"/>
                      </a:lnTo>
                      <a:lnTo>
                        <a:pt x="967" y="232"/>
                      </a:lnTo>
                      <a:lnTo>
                        <a:pt x="967" y="230"/>
                      </a:lnTo>
                      <a:lnTo>
                        <a:pt x="969" y="230"/>
                      </a:lnTo>
                      <a:lnTo>
                        <a:pt x="969" y="232"/>
                      </a:lnTo>
                      <a:lnTo>
                        <a:pt x="971" y="230"/>
                      </a:lnTo>
                      <a:lnTo>
                        <a:pt x="973" y="230"/>
                      </a:lnTo>
                      <a:lnTo>
                        <a:pt x="974" y="230"/>
                      </a:lnTo>
                      <a:lnTo>
                        <a:pt x="976" y="230"/>
                      </a:lnTo>
                      <a:lnTo>
                        <a:pt x="978" y="230"/>
                      </a:lnTo>
                      <a:lnTo>
                        <a:pt x="980" y="230"/>
                      </a:lnTo>
                      <a:lnTo>
                        <a:pt x="982" y="230"/>
                      </a:lnTo>
                      <a:lnTo>
                        <a:pt x="982" y="232"/>
                      </a:lnTo>
                      <a:lnTo>
                        <a:pt x="983" y="232"/>
                      </a:lnTo>
                      <a:lnTo>
                        <a:pt x="985" y="232"/>
                      </a:lnTo>
                      <a:lnTo>
                        <a:pt x="985" y="230"/>
                      </a:lnTo>
                      <a:lnTo>
                        <a:pt x="987" y="230"/>
                      </a:lnTo>
                      <a:lnTo>
                        <a:pt x="989" y="230"/>
                      </a:lnTo>
                      <a:lnTo>
                        <a:pt x="991" y="230"/>
                      </a:lnTo>
                      <a:lnTo>
                        <a:pt x="993" y="230"/>
                      </a:lnTo>
                      <a:lnTo>
                        <a:pt x="991" y="230"/>
                      </a:lnTo>
                      <a:lnTo>
                        <a:pt x="991" y="229"/>
                      </a:lnTo>
                      <a:lnTo>
                        <a:pt x="991" y="230"/>
                      </a:lnTo>
                      <a:lnTo>
                        <a:pt x="991" y="229"/>
                      </a:lnTo>
                      <a:lnTo>
                        <a:pt x="991" y="230"/>
                      </a:lnTo>
                      <a:lnTo>
                        <a:pt x="991" y="229"/>
                      </a:lnTo>
                      <a:lnTo>
                        <a:pt x="989" y="229"/>
                      </a:lnTo>
                      <a:lnTo>
                        <a:pt x="987" y="229"/>
                      </a:lnTo>
                      <a:lnTo>
                        <a:pt x="985" y="229"/>
                      </a:lnTo>
                      <a:lnTo>
                        <a:pt x="985" y="227"/>
                      </a:lnTo>
                      <a:lnTo>
                        <a:pt x="983" y="227"/>
                      </a:lnTo>
                      <a:lnTo>
                        <a:pt x="985" y="227"/>
                      </a:lnTo>
                      <a:lnTo>
                        <a:pt x="987" y="227"/>
                      </a:lnTo>
                      <a:lnTo>
                        <a:pt x="987" y="225"/>
                      </a:lnTo>
                      <a:lnTo>
                        <a:pt x="987" y="227"/>
                      </a:lnTo>
                      <a:lnTo>
                        <a:pt x="989" y="227"/>
                      </a:lnTo>
                      <a:lnTo>
                        <a:pt x="989" y="225"/>
                      </a:lnTo>
                      <a:lnTo>
                        <a:pt x="989" y="227"/>
                      </a:lnTo>
                      <a:lnTo>
                        <a:pt x="991" y="227"/>
                      </a:lnTo>
                      <a:lnTo>
                        <a:pt x="991" y="225"/>
                      </a:lnTo>
                      <a:lnTo>
                        <a:pt x="993" y="225"/>
                      </a:lnTo>
                      <a:lnTo>
                        <a:pt x="993" y="227"/>
                      </a:lnTo>
                      <a:lnTo>
                        <a:pt x="993" y="225"/>
                      </a:lnTo>
                      <a:lnTo>
                        <a:pt x="994" y="225"/>
                      </a:lnTo>
                      <a:lnTo>
                        <a:pt x="996" y="225"/>
                      </a:lnTo>
                      <a:lnTo>
                        <a:pt x="996" y="223"/>
                      </a:lnTo>
                      <a:lnTo>
                        <a:pt x="998" y="223"/>
                      </a:lnTo>
                      <a:lnTo>
                        <a:pt x="1000" y="223"/>
                      </a:lnTo>
                      <a:lnTo>
                        <a:pt x="1000" y="225"/>
                      </a:lnTo>
                      <a:lnTo>
                        <a:pt x="1000" y="223"/>
                      </a:lnTo>
                      <a:lnTo>
                        <a:pt x="1002" y="223"/>
                      </a:lnTo>
                      <a:lnTo>
                        <a:pt x="1004" y="223"/>
                      </a:lnTo>
                      <a:lnTo>
                        <a:pt x="1004" y="225"/>
                      </a:lnTo>
                      <a:lnTo>
                        <a:pt x="1004" y="223"/>
                      </a:lnTo>
                      <a:lnTo>
                        <a:pt x="1004" y="225"/>
                      </a:lnTo>
                      <a:lnTo>
                        <a:pt x="1005" y="225"/>
                      </a:lnTo>
                      <a:lnTo>
                        <a:pt x="1007" y="225"/>
                      </a:lnTo>
                      <a:lnTo>
                        <a:pt x="1007" y="227"/>
                      </a:lnTo>
                      <a:lnTo>
                        <a:pt x="1009" y="227"/>
                      </a:lnTo>
                      <a:lnTo>
                        <a:pt x="1007" y="227"/>
                      </a:lnTo>
                      <a:lnTo>
                        <a:pt x="1009" y="227"/>
                      </a:lnTo>
                      <a:lnTo>
                        <a:pt x="1009" y="229"/>
                      </a:lnTo>
                      <a:lnTo>
                        <a:pt x="1011" y="229"/>
                      </a:lnTo>
                      <a:lnTo>
                        <a:pt x="1009" y="229"/>
                      </a:lnTo>
                      <a:lnTo>
                        <a:pt x="1009" y="230"/>
                      </a:lnTo>
                      <a:lnTo>
                        <a:pt x="1011" y="230"/>
                      </a:lnTo>
                      <a:lnTo>
                        <a:pt x="1011" y="232"/>
                      </a:lnTo>
                      <a:lnTo>
                        <a:pt x="1009" y="232"/>
                      </a:lnTo>
                      <a:lnTo>
                        <a:pt x="1011" y="232"/>
                      </a:lnTo>
                      <a:lnTo>
                        <a:pt x="1011" y="234"/>
                      </a:lnTo>
                      <a:lnTo>
                        <a:pt x="1009" y="234"/>
                      </a:lnTo>
                      <a:lnTo>
                        <a:pt x="1009" y="236"/>
                      </a:lnTo>
                      <a:lnTo>
                        <a:pt x="1007" y="236"/>
                      </a:lnTo>
                      <a:lnTo>
                        <a:pt x="1009" y="238"/>
                      </a:lnTo>
                      <a:lnTo>
                        <a:pt x="1007" y="238"/>
                      </a:lnTo>
                      <a:lnTo>
                        <a:pt x="1007" y="239"/>
                      </a:lnTo>
                      <a:lnTo>
                        <a:pt x="1005" y="241"/>
                      </a:lnTo>
                      <a:lnTo>
                        <a:pt x="1004" y="241"/>
                      </a:lnTo>
                      <a:lnTo>
                        <a:pt x="1004" y="239"/>
                      </a:lnTo>
                      <a:lnTo>
                        <a:pt x="1002" y="239"/>
                      </a:lnTo>
                      <a:lnTo>
                        <a:pt x="1002" y="238"/>
                      </a:lnTo>
                      <a:lnTo>
                        <a:pt x="1000" y="238"/>
                      </a:lnTo>
                      <a:lnTo>
                        <a:pt x="1000" y="236"/>
                      </a:lnTo>
                      <a:lnTo>
                        <a:pt x="1000" y="234"/>
                      </a:lnTo>
                      <a:lnTo>
                        <a:pt x="998" y="234"/>
                      </a:lnTo>
                      <a:lnTo>
                        <a:pt x="998" y="232"/>
                      </a:lnTo>
                      <a:lnTo>
                        <a:pt x="998" y="234"/>
                      </a:lnTo>
                      <a:lnTo>
                        <a:pt x="996" y="234"/>
                      </a:lnTo>
                      <a:lnTo>
                        <a:pt x="996" y="236"/>
                      </a:lnTo>
                      <a:lnTo>
                        <a:pt x="998" y="236"/>
                      </a:lnTo>
                      <a:lnTo>
                        <a:pt x="996" y="236"/>
                      </a:lnTo>
                      <a:lnTo>
                        <a:pt x="996" y="234"/>
                      </a:lnTo>
                      <a:lnTo>
                        <a:pt x="994" y="234"/>
                      </a:lnTo>
                      <a:lnTo>
                        <a:pt x="994" y="236"/>
                      </a:lnTo>
                      <a:lnTo>
                        <a:pt x="996" y="236"/>
                      </a:lnTo>
                      <a:lnTo>
                        <a:pt x="994" y="236"/>
                      </a:lnTo>
                      <a:lnTo>
                        <a:pt x="993" y="236"/>
                      </a:lnTo>
                      <a:lnTo>
                        <a:pt x="991" y="236"/>
                      </a:lnTo>
                      <a:lnTo>
                        <a:pt x="989" y="236"/>
                      </a:lnTo>
                      <a:lnTo>
                        <a:pt x="987" y="236"/>
                      </a:lnTo>
                      <a:lnTo>
                        <a:pt x="987" y="238"/>
                      </a:lnTo>
                      <a:lnTo>
                        <a:pt x="987" y="236"/>
                      </a:lnTo>
                      <a:lnTo>
                        <a:pt x="987" y="238"/>
                      </a:lnTo>
                      <a:lnTo>
                        <a:pt x="987" y="239"/>
                      </a:lnTo>
                      <a:lnTo>
                        <a:pt x="985" y="241"/>
                      </a:lnTo>
                      <a:lnTo>
                        <a:pt x="983" y="243"/>
                      </a:lnTo>
                      <a:lnTo>
                        <a:pt x="982" y="243"/>
                      </a:lnTo>
                      <a:lnTo>
                        <a:pt x="982" y="245"/>
                      </a:lnTo>
                      <a:lnTo>
                        <a:pt x="982" y="247"/>
                      </a:lnTo>
                      <a:lnTo>
                        <a:pt x="980" y="247"/>
                      </a:lnTo>
                      <a:lnTo>
                        <a:pt x="980" y="249"/>
                      </a:lnTo>
                      <a:lnTo>
                        <a:pt x="978" y="249"/>
                      </a:lnTo>
                      <a:lnTo>
                        <a:pt x="978" y="250"/>
                      </a:lnTo>
                      <a:lnTo>
                        <a:pt x="976" y="250"/>
                      </a:lnTo>
                      <a:lnTo>
                        <a:pt x="976" y="252"/>
                      </a:lnTo>
                      <a:lnTo>
                        <a:pt x="976" y="254"/>
                      </a:lnTo>
                      <a:lnTo>
                        <a:pt x="974" y="254"/>
                      </a:lnTo>
                      <a:lnTo>
                        <a:pt x="973" y="254"/>
                      </a:lnTo>
                      <a:lnTo>
                        <a:pt x="974" y="254"/>
                      </a:lnTo>
                      <a:lnTo>
                        <a:pt x="973" y="254"/>
                      </a:lnTo>
                      <a:lnTo>
                        <a:pt x="973" y="256"/>
                      </a:lnTo>
                      <a:lnTo>
                        <a:pt x="973" y="258"/>
                      </a:lnTo>
                      <a:lnTo>
                        <a:pt x="971" y="258"/>
                      </a:lnTo>
                      <a:lnTo>
                        <a:pt x="969" y="258"/>
                      </a:lnTo>
                      <a:lnTo>
                        <a:pt x="969" y="260"/>
                      </a:lnTo>
                      <a:lnTo>
                        <a:pt x="967" y="260"/>
                      </a:lnTo>
                      <a:lnTo>
                        <a:pt x="965" y="260"/>
                      </a:lnTo>
                      <a:lnTo>
                        <a:pt x="965" y="261"/>
                      </a:lnTo>
                      <a:lnTo>
                        <a:pt x="965" y="260"/>
                      </a:lnTo>
                      <a:lnTo>
                        <a:pt x="963" y="260"/>
                      </a:lnTo>
                      <a:lnTo>
                        <a:pt x="963" y="261"/>
                      </a:lnTo>
                      <a:lnTo>
                        <a:pt x="962" y="261"/>
                      </a:lnTo>
                      <a:lnTo>
                        <a:pt x="960" y="261"/>
                      </a:lnTo>
                      <a:lnTo>
                        <a:pt x="958" y="261"/>
                      </a:lnTo>
                      <a:lnTo>
                        <a:pt x="958" y="263"/>
                      </a:lnTo>
                      <a:lnTo>
                        <a:pt x="956" y="263"/>
                      </a:lnTo>
                      <a:lnTo>
                        <a:pt x="954" y="263"/>
                      </a:lnTo>
                      <a:lnTo>
                        <a:pt x="954" y="265"/>
                      </a:lnTo>
                      <a:lnTo>
                        <a:pt x="954" y="263"/>
                      </a:lnTo>
                      <a:lnTo>
                        <a:pt x="954" y="265"/>
                      </a:lnTo>
                      <a:lnTo>
                        <a:pt x="952" y="265"/>
                      </a:lnTo>
                      <a:lnTo>
                        <a:pt x="952" y="263"/>
                      </a:lnTo>
                      <a:lnTo>
                        <a:pt x="952" y="265"/>
                      </a:lnTo>
                      <a:lnTo>
                        <a:pt x="951" y="265"/>
                      </a:lnTo>
                      <a:lnTo>
                        <a:pt x="951" y="267"/>
                      </a:lnTo>
                      <a:lnTo>
                        <a:pt x="951" y="269"/>
                      </a:lnTo>
                      <a:lnTo>
                        <a:pt x="951" y="267"/>
                      </a:lnTo>
                      <a:lnTo>
                        <a:pt x="951" y="269"/>
                      </a:lnTo>
                      <a:lnTo>
                        <a:pt x="949" y="271"/>
                      </a:lnTo>
                      <a:lnTo>
                        <a:pt x="949" y="272"/>
                      </a:lnTo>
                      <a:lnTo>
                        <a:pt x="947" y="272"/>
                      </a:lnTo>
                      <a:lnTo>
                        <a:pt x="945" y="272"/>
                      </a:lnTo>
                      <a:lnTo>
                        <a:pt x="943" y="272"/>
                      </a:lnTo>
                      <a:lnTo>
                        <a:pt x="941" y="272"/>
                      </a:lnTo>
                      <a:lnTo>
                        <a:pt x="943" y="272"/>
                      </a:lnTo>
                      <a:lnTo>
                        <a:pt x="941" y="272"/>
                      </a:lnTo>
                      <a:lnTo>
                        <a:pt x="941" y="271"/>
                      </a:lnTo>
                      <a:lnTo>
                        <a:pt x="940" y="271"/>
                      </a:lnTo>
                      <a:lnTo>
                        <a:pt x="940" y="269"/>
                      </a:lnTo>
                      <a:lnTo>
                        <a:pt x="940" y="271"/>
                      </a:lnTo>
                      <a:lnTo>
                        <a:pt x="938" y="271"/>
                      </a:lnTo>
                      <a:lnTo>
                        <a:pt x="940" y="269"/>
                      </a:lnTo>
                      <a:lnTo>
                        <a:pt x="938" y="269"/>
                      </a:lnTo>
                      <a:lnTo>
                        <a:pt x="938" y="267"/>
                      </a:lnTo>
                      <a:lnTo>
                        <a:pt x="938" y="269"/>
                      </a:lnTo>
                      <a:lnTo>
                        <a:pt x="938" y="267"/>
                      </a:lnTo>
                      <a:lnTo>
                        <a:pt x="936" y="267"/>
                      </a:lnTo>
                      <a:lnTo>
                        <a:pt x="936" y="269"/>
                      </a:lnTo>
                      <a:lnTo>
                        <a:pt x="936" y="267"/>
                      </a:lnTo>
                      <a:lnTo>
                        <a:pt x="934" y="267"/>
                      </a:lnTo>
                      <a:lnTo>
                        <a:pt x="932" y="267"/>
                      </a:lnTo>
                      <a:lnTo>
                        <a:pt x="932" y="269"/>
                      </a:lnTo>
                      <a:lnTo>
                        <a:pt x="934" y="269"/>
                      </a:lnTo>
                      <a:lnTo>
                        <a:pt x="932" y="269"/>
                      </a:lnTo>
                      <a:lnTo>
                        <a:pt x="934" y="269"/>
                      </a:lnTo>
                      <a:lnTo>
                        <a:pt x="932" y="269"/>
                      </a:lnTo>
                      <a:lnTo>
                        <a:pt x="934" y="269"/>
                      </a:lnTo>
                      <a:lnTo>
                        <a:pt x="934" y="271"/>
                      </a:lnTo>
                      <a:lnTo>
                        <a:pt x="934" y="269"/>
                      </a:lnTo>
                      <a:lnTo>
                        <a:pt x="936" y="269"/>
                      </a:lnTo>
                      <a:lnTo>
                        <a:pt x="934" y="271"/>
                      </a:lnTo>
                      <a:lnTo>
                        <a:pt x="936" y="271"/>
                      </a:lnTo>
                      <a:lnTo>
                        <a:pt x="934" y="271"/>
                      </a:lnTo>
                      <a:lnTo>
                        <a:pt x="936" y="271"/>
                      </a:lnTo>
                      <a:lnTo>
                        <a:pt x="934" y="271"/>
                      </a:lnTo>
                      <a:lnTo>
                        <a:pt x="934" y="272"/>
                      </a:lnTo>
                      <a:lnTo>
                        <a:pt x="936" y="272"/>
                      </a:lnTo>
                      <a:lnTo>
                        <a:pt x="934" y="274"/>
                      </a:lnTo>
                      <a:lnTo>
                        <a:pt x="936" y="274"/>
                      </a:lnTo>
                      <a:lnTo>
                        <a:pt x="936" y="272"/>
                      </a:lnTo>
                      <a:lnTo>
                        <a:pt x="936" y="271"/>
                      </a:lnTo>
                      <a:lnTo>
                        <a:pt x="936" y="272"/>
                      </a:lnTo>
                      <a:lnTo>
                        <a:pt x="938" y="272"/>
                      </a:lnTo>
                      <a:lnTo>
                        <a:pt x="938" y="271"/>
                      </a:lnTo>
                      <a:lnTo>
                        <a:pt x="938" y="272"/>
                      </a:lnTo>
                      <a:lnTo>
                        <a:pt x="938" y="274"/>
                      </a:lnTo>
                      <a:lnTo>
                        <a:pt x="940" y="274"/>
                      </a:lnTo>
                      <a:lnTo>
                        <a:pt x="940" y="276"/>
                      </a:lnTo>
                      <a:lnTo>
                        <a:pt x="941" y="276"/>
                      </a:lnTo>
                      <a:lnTo>
                        <a:pt x="940" y="276"/>
                      </a:lnTo>
                      <a:lnTo>
                        <a:pt x="941" y="276"/>
                      </a:lnTo>
                      <a:lnTo>
                        <a:pt x="941" y="278"/>
                      </a:lnTo>
                      <a:lnTo>
                        <a:pt x="941" y="276"/>
                      </a:lnTo>
                      <a:lnTo>
                        <a:pt x="941" y="278"/>
                      </a:lnTo>
                      <a:lnTo>
                        <a:pt x="941" y="280"/>
                      </a:lnTo>
                      <a:lnTo>
                        <a:pt x="941" y="282"/>
                      </a:lnTo>
                      <a:lnTo>
                        <a:pt x="943" y="282"/>
                      </a:lnTo>
                      <a:lnTo>
                        <a:pt x="945" y="282"/>
                      </a:lnTo>
                      <a:lnTo>
                        <a:pt x="947" y="282"/>
                      </a:lnTo>
                      <a:lnTo>
                        <a:pt x="949" y="282"/>
                      </a:lnTo>
                      <a:lnTo>
                        <a:pt x="949" y="283"/>
                      </a:lnTo>
                      <a:lnTo>
                        <a:pt x="951" y="283"/>
                      </a:lnTo>
                      <a:lnTo>
                        <a:pt x="951" y="285"/>
                      </a:lnTo>
                      <a:lnTo>
                        <a:pt x="952" y="285"/>
                      </a:lnTo>
                      <a:lnTo>
                        <a:pt x="952" y="287"/>
                      </a:lnTo>
                      <a:lnTo>
                        <a:pt x="954" y="289"/>
                      </a:lnTo>
                      <a:lnTo>
                        <a:pt x="954" y="291"/>
                      </a:lnTo>
                      <a:lnTo>
                        <a:pt x="956" y="291"/>
                      </a:lnTo>
                      <a:lnTo>
                        <a:pt x="956" y="292"/>
                      </a:lnTo>
                      <a:lnTo>
                        <a:pt x="958" y="292"/>
                      </a:lnTo>
                      <a:lnTo>
                        <a:pt x="958" y="294"/>
                      </a:lnTo>
                      <a:lnTo>
                        <a:pt x="958" y="296"/>
                      </a:lnTo>
                      <a:lnTo>
                        <a:pt x="958" y="298"/>
                      </a:lnTo>
                      <a:lnTo>
                        <a:pt x="960" y="298"/>
                      </a:lnTo>
                      <a:lnTo>
                        <a:pt x="958" y="300"/>
                      </a:lnTo>
                      <a:lnTo>
                        <a:pt x="960" y="300"/>
                      </a:lnTo>
                      <a:lnTo>
                        <a:pt x="960" y="302"/>
                      </a:lnTo>
                      <a:lnTo>
                        <a:pt x="962" y="302"/>
                      </a:lnTo>
                      <a:lnTo>
                        <a:pt x="962" y="303"/>
                      </a:lnTo>
                      <a:lnTo>
                        <a:pt x="963" y="303"/>
                      </a:lnTo>
                      <a:lnTo>
                        <a:pt x="965" y="303"/>
                      </a:lnTo>
                      <a:lnTo>
                        <a:pt x="965" y="305"/>
                      </a:lnTo>
                      <a:lnTo>
                        <a:pt x="965" y="307"/>
                      </a:lnTo>
                      <a:lnTo>
                        <a:pt x="967" y="307"/>
                      </a:lnTo>
                      <a:lnTo>
                        <a:pt x="967" y="305"/>
                      </a:lnTo>
                      <a:lnTo>
                        <a:pt x="967" y="307"/>
                      </a:lnTo>
                      <a:lnTo>
                        <a:pt x="969" y="307"/>
                      </a:lnTo>
                      <a:lnTo>
                        <a:pt x="971" y="307"/>
                      </a:lnTo>
                      <a:lnTo>
                        <a:pt x="969" y="309"/>
                      </a:lnTo>
                      <a:lnTo>
                        <a:pt x="969" y="311"/>
                      </a:lnTo>
                      <a:lnTo>
                        <a:pt x="967" y="311"/>
                      </a:lnTo>
                      <a:lnTo>
                        <a:pt x="967" y="313"/>
                      </a:lnTo>
                      <a:lnTo>
                        <a:pt x="969" y="313"/>
                      </a:lnTo>
                      <a:lnTo>
                        <a:pt x="971" y="313"/>
                      </a:lnTo>
                      <a:lnTo>
                        <a:pt x="971" y="314"/>
                      </a:lnTo>
                      <a:lnTo>
                        <a:pt x="973" y="314"/>
                      </a:lnTo>
                      <a:lnTo>
                        <a:pt x="973" y="316"/>
                      </a:lnTo>
                      <a:lnTo>
                        <a:pt x="973" y="314"/>
                      </a:lnTo>
                      <a:lnTo>
                        <a:pt x="974" y="314"/>
                      </a:lnTo>
                      <a:lnTo>
                        <a:pt x="974" y="316"/>
                      </a:lnTo>
                      <a:lnTo>
                        <a:pt x="976" y="316"/>
                      </a:lnTo>
                      <a:lnTo>
                        <a:pt x="974" y="316"/>
                      </a:lnTo>
                      <a:lnTo>
                        <a:pt x="976" y="316"/>
                      </a:lnTo>
                      <a:lnTo>
                        <a:pt x="976" y="318"/>
                      </a:lnTo>
                      <a:lnTo>
                        <a:pt x="974" y="318"/>
                      </a:lnTo>
                      <a:lnTo>
                        <a:pt x="974" y="320"/>
                      </a:lnTo>
                      <a:lnTo>
                        <a:pt x="973" y="320"/>
                      </a:lnTo>
                      <a:lnTo>
                        <a:pt x="974" y="320"/>
                      </a:lnTo>
                      <a:lnTo>
                        <a:pt x="973" y="320"/>
                      </a:lnTo>
                      <a:lnTo>
                        <a:pt x="971" y="320"/>
                      </a:lnTo>
                      <a:lnTo>
                        <a:pt x="971" y="318"/>
                      </a:lnTo>
                      <a:lnTo>
                        <a:pt x="973" y="318"/>
                      </a:lnTo>
                      <a:lnTo>
                        <a:pt x="971" y="318"/>
                      </a:lnTo>
                      <a:lnTo>
                        <a:pt x="971" y="320"/>
                      </a:lnTo>
                      <a:lnTo>
                        <a:pt x="971" y="318"/>
                      </a:lnTo>
                      <a:lnTo>
                        <a:pt x="971" y="320"/>
                      </a:lnTo>
                      <a:lnTo>
                        <a:pt x="969" y="320"/>
                      </a:lnTo>
                      <a:lnTo>
                        <a:pt x="969" y="322"/>
                      </a:lnTo>
                      <a:lnTo>
                        <a:pt x="969" y="324"/>
                      </a:lnTo>
                      <a:lnTo>
                        <a:pt x="971" y="324"/>
                      </a:lnTo>
                      <a:lnTo>
                        <a:pt x="973" y="324"/>
                      </a:lnTo>
                      <a:lnTo>
                        <a:pt x="973" y="325"/>
                      </a:lnTo>
                      <a:lnTo>
                        <a:pt x="973" y="327"/>
                      </a:lnTo>
                      <a:lnTo>
                        <a:pt x="971" y="327"/>
                      </a:lnTo>
                      <a:lnTo>
                        <a:pt x="971" y="325"/>
                      </a:lnTo>
                      <a:lnTo>
                        <a:pt x="969" y="325"/>
                      </a:lnTo>
                      <a:lnTo>
                        <a:pt x="971" y="325"/>
                      </a:lnTo>
                      <a:lnTo>
                        <a:pt x="971" y="324"/>
                      </a:lnTo>
                      <a:lnTo>
                        <a:pt x="969" y="324"/>
                      </a:lnTo>
                      <a:lnTo>
                        <a:pt x="967" y="324"/>
                      </a:lnTo>
                      <a:lnTo>
                        <a:pt x="969" y="325"/>
                      </a:lnTo>
                      <a:lnTo>
                        <a:pt x="967" y="325"/>
                      </a:lnTo>
                      <a:lnTo>
                        <a:pt x="969" y="325"/>
                      </a:lnTo>
                      <a:lnTo>
                        <a:pt x="967" y="325"/>
                      </a:lnTo>
                      <a:lnTo>
                        <a:pt x="967" y="324"/>
                      </a:lnTo>
                      <a:lnTo>
                        <a:pt x="967" y="325"/>
                      </a:lnTo>
                      <a:lnTo>
                        <a:pt x="969" y="325"/>
                      </a:lnTo>
                      <a:lnTo>
                        <a:pt x="969" y="327"/>
                      </a:lnTo>
                      <a:lnTo>
                        <a:pt x="969" y="329"/>
                      </a:lnTo>
                      <a:lnTo>
                        <a:pt x="969" y="327"/>
                      </a:lnTo>
                      <a:lnTo>
                        <a:pt x="967" y="327"/>
                      </a:lnTo>
                      <a:lnTo>
                        <a:pt x="969" y="327"/>
                      </a:lnTo>
                      <a:lnTo>
                        <a:pt x="967" y="327"/>
                      </a:lnTo>
                      <a:lnTo>
                        <a:pt x="967" y="329"/>
                      </a:lnTo>
                      <a:lnTo>
                        <a:pt x="967" y="327"/>
                      </a:lnTo>
                      <a:lnTo>
                        <a:pt x="967" y="329"/>
                      </a:lnTo>
                      <a:lnTo>
                        <a:pt x="969" y="329"/>
                      </a:lnTo>
                      <a:lnTo>
                        <a:pt x="969" y="327"/>
                      </a:lnTo>
                      <a:lnTo>
                        <a:pt x="969" y="329"/>
                      </a:lnTo>
                      <a:lnTo>
                        <a:pt x="969" y="331"/>
                      </a:lnTo>
                      <a:lnTo>
                        <a:pt x="969" y="329"/>
                      </a:lnTo>
                      <a:lnTo>
                        <a:pt x="967" y="329"/>
                      </a:lnTo>
                      <a:lnTo>
                        <a:pt x="969" y="329"/>
                      </a:lnTo>
                      <a:lnTo>
                        <a:pt x="967" y="329"/>
                      </a:lnTo>
                      <a:lnTo>
                        <a:pt x="967" y="331"/>
                      </a:lnTo>
                      <a:lnTo>
                        <a:pt x="967" y="329"/>
                      </a:lnTo>
                      <a:lnTo>
                        <a:pt x="969" y="329"/>
                      </a:lnTo>
                      <a:lnTo>
                        <a:pt x="969" y="331"/>
                      </a:lnTo>
                      <a:lnTo>
                        <a:pt x="967" y="331"/>
                      </a:lnTo>
                      <a:lnTo>
                        <a:pt x="965" y="331"/>
                      </a:lnTo>
                      <a:lnTo>
                        <a:pt x="965" y="333"/>
                      </a:lnTo>
                      <a:lnTo>
                        <a:pt x="967" y="333"/>
                      </a:lnTo>
                      <a:lnTo>
                        <a:pt x="967" y="335"/>
                      </a:lnTo>
                      <a:lnTo>
                        <a:pt x="969" y="335"/>
                      </a:lnTo>
                      <a:lnTo>
                        <a:pt x="969" y="336"/>
                      </a:lnTo>
                      <a:lnTo>
                        <a:pt x="971" y="336"/>
                      </a:lnTo>
                      <a:lnTo>
                        <a:pt x="971" y="338"/>
                      </a:lnTo>
                      <a:lnTo>
                        <a:pt x="973" y="336"/>
                      </a:lnTo>
                      <a:lnTo>
                        <a:pt x="973" y="338"/>
                      </a:lnTo>
                      <a:lnTo>
                        <a:pt x="974" y="338"/>
                      </a:lnTo>
                      <a:lnTo>
                        <a:pt x="974" y="336"/>
                      </a:lnTo>
                      <a:lnTo>
                        <a:pt x="974" y="338"/>
                      </a:lnTo>
                      <a:lnTo>
                        <a:pt x="976" y="340"/>
                      </a:lnTo>
                      <a:lnTo>
                        <a:pt x="974" y="340"/>
                      </a:lnTo>
                      <a:lnTo>
                        <a:pt x="976" y="340"/>
                      </a:lnTo>
                      <a:lnTo>
                        <a:pt x="976" y="342"/>
                      </a:lnTo>
                      <a:lnTo>
                        <a:pt x="978" y="342"/>
                      </a:lnTo>
                      <a:lnTo>
                        <a:pt x="978" y="344"/>
                      </a:lnTo>
                      <a:lnTo>
                        <a:pt x="978" y="342"/>
                      </a:lnTo>
                      <a:lnTo>
                        <a:pt x="978" y="344"/>
                      </a:lnTo>
                      <a:lnTo>
                        <a:pt x="980" y="344"/>
                      </a:lnTo>
                      <a:lnTo>
                        <a:pt x="980" y="342"/>
                      </a:lnTo>
                      <a:lnTo>
                        <a:pt x="982" y="342"/>
                      </a:lnTo>
                      <a:lnTo>
                        <a:pt x="982" y="344"/>
                      </a:lnTo>
                      <a:lnTo>
                        <a:pt x="982" y="345"/>
                      </a:lnTo>
                      <a:lnTo>
                        <a:pt x="980" y="345"/>
                      </a:lnTo>
                      <a:lnTo>
                        <a:pt x="978" y="345"/>
                      </a:lnTo>
                      <a:lnTo>
                        <a:pt x="980" y="345"/>
                      </a:lnTo>
                      <a:lnTo>
                        <a:pt x="980" y="347"/>
                      </a:lnTo>
                      <a:lnTo>
                        <a:pt x="982" y="347"/>
                      </a:lnTo>
                      <a:lnTo>
                        <a:pt x="982" y="345"/>
                      </a:lnTo>
                      <a:lnTo>
                        <a:pt x="982" y="347"/>
                      </a:lnTo>
                      <a:lnTo>
                        <a:pt x="982" y="349"/>
                      </a:lnTo>
                      <a:lnTo>
                        <a:pt x="982" y="351"/>
                      </a:lnTo>
                      <a:lnTo>
                        <a:pt x="983" y="351"/>
                      </a:lnTo>
                      <a:lnTo>
                        <a:pt x="983" y="353"/>
                      </a:lnTo>
                      <a:lnTo>
                        <a:pt x="983" y="351"/>
                      </a:lnTo>
                      <a:lnTo>
                        <a:pt x="985" y="351"/>
                      </a:lnTo>
                      <a:lnTo>
                        <a:pt x="985" y="353"/>
                      </a:lnTo>
                      <a:lnTo>
                        <a:pt x="985" y="351"/>
                      </a:lnTo>
                      <a:lnTo>
                        <a:pt x="987" y="351"/>
                      </a:lnTo>
                      <a:lnTo>
                        <a:pt x="987" y="353"/>
                      </a:lnTo>
                      <a:lnTo>
                        <a:pt x="987" y="351"/>
                      </a:lnTo>
                      <a:lnTo>
                        <a:pt x="989" y="351"/>
                      </a:lnTo>
                      <a:lnTo>
                        <a:pt x="987" y="351"/>
                      </a:lnTo>
                      <a:lnTo>
                        <a:pt x="989" y="351"/>
                      </a:lnTo>
                      <a:lnTo>
                        <a:pt x="987" y="351"/>
                      </a:lnTo>
                      <a:lnTo>
                        <a:pt x="987" y="349"/>
                      </a:lnTo>
                      <a:lnTo>
                        <a:pt x="987" y="351"/>
                      </a:lnTo>
                      <a:lnTo>
                        <a:pt x="987" y="349"/>
                      </a:lnTo>
                      <a:lnTo>
                        <a:pt x="985" y="349"/>
                      </a:lnTo>
                      <a:lnTo>
                        <a:pt x="987" y="349"/>
                      </a:lnTo>
                      <a:lnTo>
                        <a:pt x="985" y="349"/>
                      </a:lnTo>
                      <a:lnTo>
                        <a:pt x="987" y="349"/>
                      </a:lnTo>
                      <a:lnTo>
                        <a:pt x="989" y="349"/>
                      </a:lnTo>
                      <a:lnTo>
                        <a:pt x="989" y="351"/>
                      </a:lnTo>
                      <a:lnTo>
                        <a:pt x="991" y="351"/>
                      </a:lnTo>
                      <a:lnTo>
                        <a:pt x="991" y="353"/>
                      </a:lnTo>
                      <a:lnTo>
                        <a:pt x="991" y="355"/>
                      </a:lnTo>
                      <a:lnTo>
                        <a:pt x="991" y="353"/>
                      </a:lnTo>
                      <a:lnTo>
                        <a:pt x="991" y="355"/>
                      </a:lnTo>
                      <a:lnTo>
                        <a:pt x="991" y="356"/>
                      </a:lnTo>
                      <a:lnTo>
                        <a:pt x="991" y="358"/>
                      </a:lnTo>
                      <a:lnTo>
                        <a:pt x="991" y="360"/>
                      </a:lnTo>
                      <a:lnTo>
                        <a:pt x="991" y="362"/>
                      </a:lnTo>
                      <a:lnTo>
                        <a:pt x="989" y="360"/>
                      </a:lnTo>
                      <a:lnTo>
                        <a:pt x="989" y="362"/>
                      </a:lnTo>
                      <a:lnTo>
                        <a:pt x="987" y="362"/>
                      </a:lnTo>
                      <a:lnTo>
                        <a:pt x="987" y="360"/>
                      </a:lnTo>
                      <a:lnTo>
                        <a:pt x="985" y="360"/>
                      </a:lnTo>
                      <a:lnTo>
                        <a:pt x="983" y="360"/>
                      </a:lnTo>
                      <a:lnTo>
                        <a:pt x="983" y="358"/>
                      </a:lnTo>
                      <a:lnTo>
                        <a:pt x="982" y="358"/>
                      </a:lnTo>
                      <a:lnTo>
                        <a:pt x="982" y="360"/>
                      </a:lnTo>
                      <a:lnTo>
                        <a:pt x="983" y="360"/>
                      </a:lnTo>
                      <a:lnTo>
                        <a:pt x="983" y="362"/>
                      </a:lnTo>
                      <a:lnTo>
                        <a:pt x="985" y="362"/>
                      </a:lnTo>
                      <a:lnTo>
                        <a:pt x="985" y="364"/>
                      </a:lnTo>
                      <a:lnTo>
                        <a:pt x="983" y="364"/>
                      </a:lnTo>
                      <a:lnTo>
                        <a:pt x="982" y="364"/>
                      </a:lnTo>
                      <a:lnTo>
                        <a:pt x="982" y="362"/>
                      </a:lnTo>
                      <a:lnTo>
                        <a:pt x="980" y="362"/>
                      </a:lnTo>
                      <a:lnTo>
                        <a:pt x="980" y="360"/>
                      </a:lnTo>
                      <a:lnTo>
                        <a:pt x="978" y="360"/>
                      </a:lnTo>
                      <a:lnTo>
                        <a:pt x="978" y="362"/>
                      </a:lnTo>
                      <a:lnTo>
                        <a:pt x="978" y="360"/>
                      </a:lnTo>
                      <a:lnTo>
                        <a:pt x="978" y="362"/>
                      </a:lnTo>
                      <a:lnTo>
                        <a:pt x="976" y="362"/>
                      </a:lnTo>
                      <a:lnTo>
                        <a:pt x="978" y="362"/>
                      </a:lnTo>
                      <a:lnTo>
                        <a:pt x="976" y="362"/>
                      </a:lnTo>
                      <a:lnTo>
                        <a:pt x="978" y="362"/>
                      </a:lnTo>
                      <a:lnTo>
                        <a:pt x="976" y="362"/>
                      </a:lnTo>
                      <a:lnTo>
                        <a:pt x="978" y="362"/>
                      </a:lnTo>
                      <a:lnTo>
                        <a:pt x="976" y="362"/>
                      </a:lnTo>
                      <a:lnTo>
                        <a:pt x="974" y="362"/>
                      </a:lnTo>
                      <a:lnTo>
                        <a:pt x="976" y="362"/>
                      </a:lnTo>
                      <a:lnTo>
                        <a:pt x="974" y="362"/>
                      </a:lnTo>
                      <a:lnTo>
                        <a:pt x="973" y="362"/>
                      </a:lnTo>
                      <a:lnTo>
                        <a:pt x="971" y="364"/>
                      </a:lnTo>
                      <a:lnTo>
                        <a:pt x="969" y="364"/>
                      </a:lnTo>
                      <a:lnTo>
                        <a:pt x="967" y="364"/>
                      </a:lnTo>
                      <a:lnTo>
                        <a:pt x="965" y="364"/>
                      </a:lnTo>
                      <a:lnTo>
                        <a:pt x="967" y="364"/>
                      </a:lnTo>
                      <a:lnTo>
                        <a:pt x="965" y="364"/>
                      </a:lnTo>
                      <a:lnTo>
                        <a:pt x="965" y="366"/>
                      </a:lnTo>
                      <a:lnTo>
                        <a:pt x="963" y="364"/>
                      </a:lnTo>
                      <a:lnTo>
                        <a:pt x="965" y="364"/>
                      </a:lnTo>
                      <a:lnTo>
                        <a:pt x="963" y="364"/>
                      </a:lnTo>
                      <a:lnTo>
                        <a:pt x="965" y="364"/>
                      </a:lnTo>
                      <a:lnTo>
                        <a:pt x="963" y="364"/>
                      </a:lnTo>
                      <a:lnTo>
                        <a:pt x="963" y="366"/>
                      </a:lnTo>
                      <a:lnTo>
                        <a:pt x="965" y="366"/>
                      </a:lnTo>
                      <a:lnTo>
                        <a:pt x="963" y="366"/>
                      </a:lnTo>
                      <a:lnTo>
                        <a:pt x="962" y="366"/>
                      </a:lnTo>
                      <a:lnTo>
                        <a:pt x="962" y="364"/>
                      </a:lnTo>
                      <a:lnTo>
                        <a:pt x="962" y="366"/>
                      </a:lnTo>
                      <a:lnTo>
                        <a:pt x="962" y="367"/>
                      </a:lnTo>
                      <a:lnTo>
                        <a:pt x="960" y="367"/>
                      </a:lnTo>
                      <a:lnTo>
                        <a:pt x="962" y="367"/>
                      </a:lnTo>
                      <a:lnTo>
                        <a:pt x="960" y="367"/>
                      </a:lnTo>
                      <a:lnTo>
                        <a:pt x="960" y="369"/>
                      </a:lnTo>
                      <a:lnTo>
                        <a:pt x="960" y="371"/>
                      </a:lnTo>
                      <a:lnTo>
                        <a:pt x="960" y="373"/>
                      </a:lnTo>
                      <a:lnTo>
                        <a:pt x="960" y="375"/>
                      </a:lnTo>
                      <a:lnTo>
                        <a:pt x="962" y="375"/>
                      </a:lnTo>
                      <a:lnTo>
                        <a:pt x="963" y="375"/>
                      </a:lnTo>
                      <a:lnTo>
                        <a:pt x="963" y="377"/>
                      </a:lnTo>
                      <a:lnTo>
                        <a:pt x="962" y="375"/>
                      </a:lnTo>
                      <a:lnTo>
                        <a:pt x="962" y="377"/>
                      </a:lnTo>
                      <a:lnTo>
                        <a:pt x="960" y="377"/>
                      </a:lnTo>
                      <a:lnTo>
                        <a:pt x="960" y="378"/>
                      </a:lnTo>
                      <a:lnTo>
                        <a:pt x="958" y="378"/>
                      </a:lnTo>
                      <a:lnTo>
                        <a:pt x="956" y="378"/>
                      </a:lnTo>
                      <a:lnTo>
                        <a:pt x="954" y="378"/>
                      </a:lnTo>
                      <a:lnTo>
                        <a:pt x="954" y="377"/>
                      </a:lnTo>
                      <a:lnTo>
                        <a:pt x="952" y="377"/>
                      </a:lnTo>
                      <a:lnTo>
                        <a:pt x="951" y="377"/>
                      </a:lnTo>
                      <a:lnTo>
                        <a:pt x="949" y="377"/>
                      </a:lnTo>
                      <a:lnTo>
                        <a:pt x="947" y="377"/>
                      </a:lnTo>
                      <a:lnTo>
                        <a:pt x="947" y="375"/>
                      </a:lnTo>
                      <a:lnTo>
                        <a:pt x="945" y="375"/>
                      </a:lnTo>
                      <a:lnTo>
                        <a:pt x="943" y="375"/>
                      </a:lnTo>
                      <a:lnTo>
                        <a:pt x="941" y="375"/>
                      </a:lnTo>
                      <a:lnTo>
                        <a:pt x="941" y="373"/>
                      </a:lnTo>
                      <a:lnTo>
                        <a:pt x="941" y="371"/>
                      </a:lnTo>
                      <a:lnTo>
                        <a:pt x="940" y="371"/>
                      </a:lnTo>
                      <a:lnTo>
                        <a:pt x="940" y="369"/>
                      </a:lnTo>
                      <a:lnTo>
                        <a:pt x="940" y="367"/>
                      </a:lnTo>
                      <a:lnTo>
                        <a:pt x="940" y="366"/>
                      </a:lnTo>
                      <a:lnTo>
                        <a:pt x="940" y="364"/>
                      </a:lnTo>
                      <a:lnTo>
                        <a:pt x="940" y="366"/>
                      </a:lnTo>
                      <a:lnTo>
                        <a:pt x="940" y="364"/>
                      </a:lnTo>
                      <a:lnTo>
                        <a:pt x="941" y="362"/>
                      </a:lnTo>
                      <a:lnTo>
                        <a:pt x="941" y="360"/>
                      </a:lnTo>
                      <a:lnTo>
                        <a:pt x="941" y="358"/>
                      </a:lnTo>
                      <a:lnTo>
                        <a:pt x="941" y="356"/>
                      </a:lnTo>
                      <a:lnTo>
                        <a:pt x="941" y="355"/>
                      </a:lnTo>
                      <a:lnTo>
                        <a:pt x="943" y="355"/>
                      </a:lnTo>
                      <a:lnTo>
                        <a:pt x="941" y="355"/>
                      </a:lnTo>
                      <a:lnTo>
                        <a:pt x="941" y="356"/>
                      </a:lnTo>
                      <a:lnTo>
                        <a:pt x="943" y="356"/>
                      </a:lnTo>
                      <a:lnTo>
                        <a:pt x="943" y="355"/>
                      </a:lnTo>
                      <a:lnTo>
                        <a:pt x="943" y="353"/>
                      </a:lnTo>
                      <a:lnTo>
                        <a:pt x="945" y="353"/>
                      </a:lnTo>
                      <a:lnTo>
                        <a:pt x="945" y="351"/>
                      </a:lnTo>
                      <a:lnTo>
                        <a:pt x="945" y="349"/>
                      </a:lnTo>
                      <a:lnTo>
                        <a:pt x="943" y="349"/>
                      </a:lnTo>
                      <a:lnTo>
                        <a:pt x="943" y="347"/>
                      </a:lnTo>
                      <a:lnTo>
                        <a:pt x="941" y="347"/>
                      </a:lnTo>
                      <a:lnTo>
                        <a:pt x="940" y="347"/>
                      </a:lnTo>
                      <a:lnTo>
                        <a:pt x="938" y="347"/>
                      </a:lnTo>
                      <a:lnTo>
                        <a:pt x="938" y="345"/>
                      </a:lnTo>
                      <a:lnTo>
                        <a:pt x="936" y="345"/>
                      </a:lnTo>
                      <a:lnTo>
                        <a:pt x="936" y="347"/>
                      </a:lnTo>
                      <a:lnTo>
                        <a:pt x="936" y="345"/>
                      </a:lnTo>
                      <a:lnTo>
                        <a:pt x="934" y="345"/>
                      </a:lnTo>
                      <a:lnTo>
                        <a:pt x="934" y="344"/>
                      </a:lnTo>
                      <a:lnTo>
                        <a:pt x="934" y="342"/>
                      </a:lnTo>
                      <a:lnTo>
                        <a:pt x="932" y="342"/>
                      </a:lnTo>
                      <a:lnTo>
                        <a:pt x="932" y="344"/>
                      </a:lnTo>
                      <a:lnTo>
                        <a:pt x="931" y="344"/>
                      </a:lnTo>
                      <a:lnTo>
                        <a:pt x="932" y="342"/>
                      </a:lnTo>
                      <a:lnTo>
                        <a:pt x="931" y="342"/>
                      </a:lnTo>
                      <a:lnTo>
                        <a:pt x="932" y="342"/>
                      </a:lnTo>
                      <a:lnTo>
                        <a:pt x="932" y="340"/>
                      </a:lnTo>
                      <a:lnTo>
                        <a:pt x="931" y="340"/>
                      </a:lnTo>
                      <a:lnTo>
                        <a:pt x="929" y="340"/>
                      </a:lnTo>
                      <a:lnTo>
                        <a:pt x="929" y="338"/>
                      </a:lnTo>
                      <a:lnTo>
                        <a:pt x="927" y="338"/>
                      </a:lnTo>
                      <a:lnTo>
                        <a:pt x="927" y="336"/>
                      </a:lnTo>
                      <a:lnTo>
                        <a:pt x="925" y="336"/>
                      </a:lnTo>
                      <a:lnTo>
                        <a:pt x="923" y="336"/>
                      </a:lnTo>
                      <a:lnTo>
                        <a:pt x="923" y="335"/>
                      </a:lnTo>
                      <a:lnTo>
                        <a:pt x="921" y="333"/>
                      </a:lnTo>
                      <a:lnTo>
                        <a:pt x="920" y="333"/>
                      </a:lnTo>
                      <a:lnTo>
                        <a:pt x="920" y="331"/>
                      </a:lnTo>
                      <a:lnTo>
                        <a:pt x="920" y="329"/>
                      </a:lnTo>
                      <a:lnTo>
                        <a:pt x="918" y="329"/>
                      </a:lnTo>
                      <a:lnTo>
                        <a:pt x="918" y="327"/>
                      </a:lnTo>
                      <a:lnTo>
                        <a:pt x="918" y="325"/>
                      </a:lnTo>
                      <a:lnTo>
                        <a:pt x="920" y="325"/>
                      </a:lnTo>
                      <a:lnTo>
                        <a:pt x="920" y="324"/>
                      </a:lnTo>
                      <a:lnTo>
                        <a:pt x="920" y="322"/>
                      </a:lnTo>
                      <a:lnTo>
                        <a:pt x="921" y="322"/>
                      </a:lnTo>
                      <a:lnTo>
                        <a:pt x="921" y="320"/>
                      </a:lnTo>
                      <a:lnTo>
                        <a:pt x="923" y="320"/>
                      </a:lnTo>
                      <a:lnTo>
                        <a:pt x="923" y="318"/>
                      </a:lnTo>
                      <a:lnTo>
                        <a:pt x="925" y="318"/>
                      </a:lnTo>
                      <a:lnTo>
                        <a:pt x="925" y="316"/>
                      </a:lnTo>
                      <a:lnTo>
                        <a:pt x="925" y="314"/>
                      </a:lnTo>
                      <a:lnTo>
                        <a:pt x="925" y="313"/>
                      </a:lnTo>
                      <a:lnTo>
                        <a:pt x="925" y="311"/>
                      </a:lnTo>
                      <a:lnTo>
                        <a:pt x="925" y="313"/>
                      </a:lnTo>
                      <a:lnTo>
                        <a:pt x="925" y="311"/>
                      </a:lnTo>
                      <a:lnTo>
                        <a:pt x="925" y="309"/>
                      </a:lnTo>
                      <a:lnTo>
                        <a:pt x="925" y="307"/>
                      </a:lnTo>
                      <a:lnTo>
                        <a:pt x="925" y="305"/>
                      </a:lnTo>
                      <a:lnTo>
                        <a:pt x="925" y="303"/>
                      </a:lnTo>
                      <a:lnTo>
                        <a:pt x="923" y="303"/>
                      </a:lnTo>
                      <a:lnTo>
                        <a:pt x="923" y="305"/>
                      </a:lnTo>
                      <a:lnTo>
                        <a:pt x="921" y="305"/>
                      </a:lnTo>
                      <a:lnTo>
                        <a:pt x="921" y="303"/>
                      </a:lnTo>
                      <a:lnTo>
                        <a:pt x="923" y="303"/>
                      </a:lnTo>
                      <a:lnTo>
                        <a:pt x="923" y="302"/>
                      </a:lnTo>
                      <a:lnTo>
                        <a:pt x="923" y="303"/>
                      </a:lnTo>
                      <a:lnTo>
                        <a:pt x="925" y="302"/>
                      </a:lnTo>
                      <a:lnTo>
                        <a:pt x="927" y="300"/>
                      </a:lnTo>
                      <a:lnTo>
                        <a:pt x="925" y="300"/>
                      </a:lnTo>
                      <a:lnTo>
                        <a:pt x="925" y="298"/>
                      </a:lnTo>
                      <a:lnTo>
                        <a:pt x="925" y="300"/>
                      </a:lnTo>
                      <a:lnTo>
                        <a:pt x="923" y="300"/>
                      </a:lnTo>
                      <a:lnTo>
                        <a:pt x="923" y="298"/>
                      </a:lnTo>
                      <a:lnTo>
                        <a:pt x="925" y="298"/>
                      </a:lnTo>
                      <a:lnTo>
                        <a:pt x="925" y="296"/>
                      </a:lnTo>
                      <a:lnTo>
                        <a:pt x="925" y="298"/>
                      </a:lnTo>
                      <a:lnTo>
                        <a:pt x="923" y="298"/>
                      </a:lnTo>
                      <a:lnTo>
                        <a:pt x="925" y="298"/>
                      </a:lnTo>
                      <a:lnTo>
                        <a:pt x="923" y="298"/>
                      </a:lnTo>
                      <a:lnTo>
                        <a:pt x="925" y="298"/>
                      </a:lnTo>
                      <a:lnTo>
                        <a:pt x="923" y="298"/>
                      </a:lnTo>
                      <a:lnTo>
                        <a:pt x="923" y="296"/>
                      </a:lnTo>
                      <a:lnTo>
                        <a:pt x="923" y="298"/>
                      </a:lnTo>
                      <a:lnTo>
                        <a:pt x="923" y="296"/>
                      </a:lnTo>
                      <a:lnTo>
                        <a:pt x="923" y="298"/>
                      </a:lnTo>
                      <a:lnTo>
                        <a:pt x="925" y="298"/>
                      </a:lnTo>
                      <a:lnTo>
                        <a:pt x="923" y="298"/>
                      </a:lnTo>
                      <a:lnTo>
                        <a:pt x="923" y="296"/>
                      </a:lnTo>
                      <a:lnTo>
                        <a:pt x="923" y="298"/>
                      </a:lnTo>
                      <a:lnTo>
                        <a:pt x="923" y="300"/>
                      </a:lnTo>
                      <a:lnTo>
                        <a:pt x="923" y="298"/>
                      </a:lnTo>
                      <a:lnTo>
                        <a:pt x="923" y="300"/>
                      </a:lnTo>
                      <a:lnTo>
                        <a:pt x="921" y="298"/>
                      </a:lnTo>
                      <a:lnTo>
                        <a:pt x="923" y="298"/>
                      </a:lnTo>
                      <a:lnTo>
                        <a:pt x="921" y="298"/>
                      </a:lnTo>
                      <a:lnTo>
                        <a:pt x="923" y="298"/>
                      </a:lnTo>
                      <a:lnTo>
                        <a:pt x="921" y="298"/>
                      </a:lnTo>
                      <a:lnTo>
                        <a:pt x="920" y="298"/>
                      </a:lnTo>
                      <a:lnTo>
                        <a:pt x="918" y="298"/>
                      </a:lnTo>
                      <a:lnTo>
                        <a:pt x="916" y="298"/>
                      </a:lnTo>
                      <a:lnTo>
                        <a:pt x="916" y="296"/>
                      </a:lnTo>
                      <a:lnTo>
                        <a:pt x="916" y="298"/>
                      </a:lnTo>
                      <a:lnTo>
                        <a:pt x="914" y="298"/>
                      </a:lnTo>
                      <a:lnTo>
                        <a:pt x="914" y="296"/>
                      </a:lnTo>
                      <a:lnTo>
                        <a:pt x="914" y="298"/>
                      </a:lnTo>
                      <a:lnTo>
                        <a:pt x="912" y="298"/>
                      </a:lnTo>
                      <a:lnTo>
                        <a:pt x="910" y="298"/>
                      </a:lnTo>
                      <a:lnTo>
                        <a:pt x="910" y="300"/>
                      </a:lnTo>
                      <a:lnTo>
                        <a:pt x="909" y="300"/>
                      </a:lnTo>
                      <a:lnTo>
                        <a:pt x="907" y="300"/>
                      </a:lnTo>
                      <a:lnTo>
                        <a:pt x="907" y="298"/>
                      </a:lnTo>
                      <a:lnTo>
                        <a:pt x="907" y="300"/>
                      </a:lnTo>
                      <a:lnTo>
                        <a:pt x="907" y="298"/>
                      </a:lnTo>
                      <a:lnTo>
                        <a:pt x="907" y="300"/>
                      </a:lnTo>
                      <a:lnTo>
                        <a:pt x="907" y="302"/>
                      </a:lnTo>
                      <a:lnTo>
                        <a:pt x="905" y="302"/>
                      </a:lnTo>
                      <a:lnTo>
                        <a:pt x="905" y="303"/>
                      </a:lnTo>
                      <a:lnTo>
                        <a:pt x="903" y="303"/>
                      </a:lnTo>
                      <a:lnTo>
                        <a:pt x="903" y="305"/>
                      </a:lnTo>
                      <a:lnTo>
                        <a:pt x="901" y="305"/>
                      </a:lnTo>
                      <a:lnTo>
                        <a:pt x="899" y="305"/>
                      </a:lnTo>
                      <a:lnTo>
                        <a:pt x="899" y="307"/>
                      </a:lnTo>
                      <a:lnTo>
                        <a:pt x="898" y="307"/>
                      </a:lnTo>
                      <a:lnTo>
                        <a:pt x="899" y="307"/>
                      </a:lnTo>
                      <a:lnTo>
                        <a:pt x="898" y="307"/>
                      </a:lnTo>
                      <a:lnTo>
                        <a:pt x="896" y="309"/>
                      </a:lnTo>
                      <a:lnTo>
                        <a:pt x="896" y="307"/>
                      </a:lnTo>
                      <a:lnTo>
                        <a:pt x="896" y="309"/>
                      </a:lnTo>
                      <a:lnTo>
                        <a:pt x="894" y="309"/>
                      </a:lnTo>
                      <a:lnTo>
                        <a:pt x="894" y="311"/>
                      </a:lnTo>
                      <a:lnTo>
                        <a:pt x="896" y="311"/>
                      </a:lnTo>
                      <a:lnTo>
                        <a:pt x="896" y="313"/>
                      </a:lnTo>
                      <a:lnTo>
                        <a:pt x="896" y="314"/>
                      </a:lnTo>
                      <a:lnTo>
                        <a:pt x="896" y="316"/>
                      </a:lnTo>
                      <a:lnTo>
                        <a:pt x="898" y="316"/>
                      </a:lnTo>
                      <a:lnTo>
                        <a:pt x="899" y="318"/>
                      </a:lnTo>
                      <a:lnTo>
                        <a:pt x="901" y="318"/>
                      </a:lnTo>
                      <a:lnTo>
                        <a:pt x="901" y="320"/>
                      </a:lnTo>
                      <a:lnTo>
                        <a:pt x="901" y="322"/>
                      </a:lnTo>
                      <a:lnTo>
                        <a:pt x="901" y="324"/>
                      </a:lnTo>
                      <a:lnTo>
                        <a:pt x="901" y="325"/>
                      </a:lnTo>
                      <a:lnTo>
                        <a:pt x="901" y="327"/>
                      </a:lnTo>
                      <a:lnTo>
                        <a:pt x="901" y="329"/>
                      </a:lnTo>
                      <a:lnTo>
                        <a:pt x="901" y="331"/>
                      </a:lnTo>
                      <a:lnTo>
                        <a:pt x="901" y="333"/>
                      </a:lnTo>
                      <a:lnTo>
                        <a:pt x="901" y="335"/>
                      </a:lnTo>
                      <a:lnTo>
                        <a:pt x="903" y="335"/>
                      </a:lnTo>
                      <a:lnTo>
                        <a:pt x="903" y="336"/>
                      </a:lnTo>
                      <a:lnTo>
                        <a:pt x="903" y="338"/>
                      </a:lnTo>
                      <a:lnTo>
                        <a:pt x="901" y="338"/>
                      </a:lnTo>
                      <a:lnTo>
                        <a:pt x="901" y="340"/>
                      </a:lnTo>
                      <a:lnTo>
                        <a:pt x="899" y="340"/>
                      </a:lnTo>
                      <a:lnTo>
                        <a:pt x="899" y="342"/>
                      </a:lnTo>
                      <a:lnTo>
                        <a:pt x="899" y="340"/>
                      </a:lnTo>
                      <a:lnTo>
                        <a:pt x="899" y="342"/>
                      </a:lnTo>
                      <a:lnTo>
                        <a:pt x="899" y="344"/>
                      </a:lnTo>
                      <a:lnTo>
                        <a:pt x="899" y="345"/>
                      </a:lnTo>
                      <a:lnTo>
                        <a:pt x="899" y="347"/>
                      </a:lnTo>
                      <a:lnTo>
                        <a:pt x="899" y="349"/>
                      </a:lnTo>
                      <a:lnTo>
                        <a:pt x="899" y="351"/>
                      </a:lnTo>
                      <a:lnTo>
                        <a:pt x="899" y="353"/>
                      </a:lnTo>
                      <a:lnTo>
                        <a:pt x="901" y="353"/>
                      </a:lnTo>
                      <a:lnTo>
                        <a:pt x="899" y="353"/>
                      </a:lnTo>
                      <a:lnTo>
                        <a:pt x="899" y="355"/>
                      </a:lnTo>
                      <a:lnTo>
                        <a:pt x="899" y="356"/>
                      </a:lnTo>
                      <a:lnTo>
                        <a:pt x="901" y="358"/>
                      </a:lnTo>
                      <a:lnTo>
                        <a:pt x="901" y="360"/>
                      </a:lnTo>
                      <a:lnTo>
                        <a:pt x="899" y="360"/>
                      </a:lnTo>
                      <a:lnTo>
                        <a:pt x="899" y="358"/>
                      </a:lnTo>
                      <a:lnTo>
                        <a:pt x="899" y="360"/>
                      </a:lnTo>
                      <a:lnTo>
                        <a:pt x="899" y="362"/>
                      </a:lnTo>
                      <a:lnTo>
                        <a:pt x="901" y="362"/>
                      </a:lnTo>
                      <a:lnTo>
                        <a:pt x="901" y="364"/>
                      </a:lnTo>
                      <a:lnTo>
                        <a:pt x="899" y="366"/>
                      </a:lnTo>
                      <a:lnTo>
                        <a:pt x="901" y="366"/>
                      </a:lnTo>
                      <a:lnTo>
                        <a:pt x="901" y="367"/>
                      </a:lnTo>
                      <a:lnTo>
                        <a:pt x="901" y="369"/>
                      </a:lnTo>
                      <a:lnTo>
                        <a:pt x="903" y="369"/>
                      </a:lnTo>
                      <a:lnTo>
                        <a:pt x="903" y="371"/>
                      </a:lnTo>
                      <a:lnTo>
                        <a:pt x="901" y="371"/>
                      </a:lnTo>
                      <a:lnTo>
                        <a:pt x="901" y="373"/>
                      </a:lnTo>
                      <a:lnTo>
                        <a:pt x="901" y="375"/>
                      </a:lnTo>
                      <a:lnTo>
                        <a:pt x="901" y="377"/>
                      </a:lnTo>
                      <a:lnTo>
                        <a:pt x="899" y="377"/>
                      </a:lnTo>
                      <a:lnTo>
                        <a:pt x="898" y="377"/>
                      </a:lnTo>
                      <a:lnTo>
                        <a:pt x="898" y="378"/>
                      </a:lnTo>
                      <a:lnTo>
                        <a:pt x="898" y="380"/>
                      </a:lnTo>
                      <a:lnTo>
                        <a:pt x="898" y="382"/>
                      </a:lnTo>
                      <a:lnTo>
                        <a:pt x="898" y="384"/>
                      </a:lnTo>
                      <a:lnTo>
                        <a:pt x="898" y="386"/>
                      </a:lnTo>
                      <a:lnTo>
                        <a:pt x="898" y="388"/>
                      </a:lnTo>
                      <a:lnTo>
                        <a:pt x="896" y="388"/>
                      </a:lnTo>
                      <a:lnTo>
                        <a:pt x="898" y="388"/>
                      </a:lnTo>
                      <a:lnTo>
                        <a:pt x="896" y="388"/>
                      </a:lnTo>
                      <a:lnTo>
                        <a:pt x="898" y="388"/>
                      </a:lnTo>
                      <a:lnTo>
                        <a:pt x="896" y="388"/>
                      </a:lnTo>
                      <a:lnTo>
                        <a:pt x="898" y="388"/>
                      </a:lnTo>
                      <a:lnTo>
                        <a:pt x="898" y="389"/>
                      </a:lnTo>
                      <a:lnTo>
                        <a:pt x="898" y="391"/>
                      </a:lnTo>
                      <a:lnTo>
                        <a:pt x="899" y="391"/>
                      </a:lnTo>
                      <a:lnTo>
                        <a:pt x="899" y="393"/>
                      </a:lnTo>
                      <a:lnTo>
                        <a:pt x="899" y="395"/>
                      </a:lnTo>
                      <a:lnTo>
                        <a:pt x="899" y="393"/>
                      </a:lnTo>
                      <a:lnTo>
                        <a:pt x="899" y="395"/>
                      </a:lnTo>
                      <a:lnTo>
                        <a:pt x="901" y="395"/>
                      </a:lnTo>
                      <a:lnTo>
                        <a:pt x="901" y="397"/>
                      </a:lnTo>
                      <a:lnTo>
                        <a:pt x="903" y="398"/>
                      </a:lnTo>
                      <a:lnTo>
                        <a:pt x="901" y="398"/>
                      </a:lnTo>
                      <a:lnTo>
                        <a:pt x="903" y="398"/>
                      </a:lnTo>
                      <a:lnTo>
                        <a:pt x="903" y="400"/>
                      </a:lnTo>
                      <a:lnTo>
                        <a:pt x="903" y="402"/>
                      </a:lnTo>
                      <a:lnTo>
                        <a:pt x="903" y="404"/>
                      </a:lnTo>
                      <a:lnTo>
                        <a:pt x="901" y="404"/>
                      </a:lnTo>
                      <a:lnTo>
                        <a:pt x="901" y="402"/>
                      </a:lnTo>
                      <a:lnTo>
                        <a:pt x="899" y="402"/>
                      </a:lnTo>
                      <a:lnTo>
                        <a:pt x="899" y="400"/>
                      </a:lnTo>
                      <a:lnTo>
                        <a:pt x="898" y="400"/>
                      </a:lnTo>
                      <a:lnTo>
                        <a:pt x="898" y="402"/>
                      </a:lnTo>
                      <a:lnTo>
                        <a:pt x="896" y="402"/>
                      </a:lnTo>
                      <a:lnTo>
                        <a:pt x="894" y="402"/>
                      </a:lnTo>
                      <a:lnTo>
                        <a:pt x="892" y="402"/>
                      </a:lnTo>
                      <a:lnTo>
                        <a:pt x="892" y="404"/>
                      </a:lnTo>
                      <a:lnTo>
                        <a:pt x="890" y="404"/>
                      </a:lnTo>
                      <a:lnTo>
                        <a:pt x="890" y="402"/>
                      </a:lnTo>
                      <a:lnTo>
                        <a:pt x="890" y="404"/>
                      </a:lnTo>
                      <a:lnTo>
                        <a:pt x="889" y="404"/>
                      </a:lnTo>
                      <a:lnTo>
                        <a:pt x="889" y="402"/>
                      </a:lnTo>
                      <a:lnTo>
                        <a:pt x="887" y="402"/>
                      </a:lnTo>
                      <a:lnTo>
                        <a:pt x="885" y="402"/>
                      </a:lnTo>
                      <a:lnTo>
                        <a:pt x="883" y="402"/>
                      </a:lnTo>
                      <a:lnTo>
                        <a:pt x="883" y="404"/>
                      </a:lnTo>
                      <a:lnTo>
                        <a:pt x="881" y="404"/>
                      </a:lnTo>
                      <a:lnTo>
                        <a:pt x="881" y="406"/>
                      </a:lnTo>
                      <a:lnTo>
                        <a:pt x="879" y="408"/>
                      </a:lnTo>
                      <a:lnTo>
                        <a:pt x="878" y="408"/>
                      </a:lnTo>
                      <a:lnTo>
                        <a:pt x="876" y="408"/>
                      </a:lnTo>
                      <a:lnTo>
                        <a:pt x="874" y="406"/>
                      </a:lnTo>
                      <a:lnTo>
                        <a:pt x="874" y="404"/>
                      </a:lnTo>
                      <a:lnTo>
                        <a:pt x="872" y="404"/>
                      </a:lnTo>
                      <a:lnTo>
                        <a:pt x="872" y="406"/>
                      </a:lnTo>
                      <a:lnTo>
                        <a:pt x="870" y="406"/>
                      </a:lnTo>
                      <a:lnTo>
                        <a:pt x="870" y="404"/>
                      </a:lnTo>
                      <a:lnTo>
                        <a:pt x="872" y="404"/>
                      </a:lnTo>
                      <a:lnTo>
                        <a:pt x="870" y="404"/>
                      </a:lnTo>
                      <a:lnTo>
                        <a:pt x="870" y="402"/>
                      </a:lnTo>
                      <a:lnTo>
                        <a:pt x="870" y="404"/>
                      </a:lnTo>
                      <a:lnTo>
                        <a:pt x="870" y="402"/>
                      </a:lnTo>
                      <a:lnTo>
                        <a:pt x="870" y="404"/>
                      </a:lnTo>
                      <a:lnTo>
                        <a:pt x="870" y="402"/>
                      </a:lnTo>
                      <a:lnTo>
                        <a:pt x="868" y="402"/>
                      </a:lnTo>
                      <a:lnTo>
                        <a:pt x="870" y="402"/>
                      </a:lnTo>
                      <a:lnTo>
                        <a:pt x="868" y="402"/>
                      </a:lnTo>
                      <a:lnTo>
                        <a:pt x="868" y="404"/>
                      </a:lnTo>
                      <a:lnTo>
                        <a:pt x="867" y="404"/>
                      </a:lnTo>
                      <a:lnTo>
                        <a:pt x="867" y="402"/>
                      </a:lnTo>
                      <a:lnTo>
                        <a:pt x="867" y="400"/>
                      </a:lnTo>
                      <a:lnTo>
                        <a:pt x="867" y="398"/>
                      </a:lnTo>
                      <a:lnTo>
                        <a:pt x="867" y="400"/>
                      </a:lnTo>
                      <a:lnTo>
                        <a:pt x="867" y="398"/>
                      </a:lnTo>
                      <a:lnTo>
                        <a:pt x="865" y="398"/>
                      </a:lnTo>
                      <a:lnTo>
                        <a:pt x="867" y="398"/>
                      </a:lnTo>
                      <a:lnTo>
                        <a:pt x="865" y="398"/>
                      </a:lnTo>
                      <a:lnTo>
                        <a:pt x="867" y="398"/>
                      </a:lnTo>
                      <a:lnTo>
                        <a:pt x="865" y="398"/>
                      </a:lnTo>
                      <a:lnTo>
                        <a:pt x="865" y="397"/>
                      </a:lnTo>
                      <a:lnTo>
                        <a:pt x="863" y="397"/>
                      </a:lnTo>
                      <a:lnTo>
                        <a:pt x="865" y="395"/>
                      </a:lnTo>
                      <a:lnTo>
                        <a:pt x="863" y="393"/>
                      </a:lnTo>
                      <a:lnTo>
                        <a:pt x="865" y="393"/>
                      </a:lnTo>
                      <a:lnTo>
                        <a:pt x="865" y="391"/>
                      </a:lnTo>
                      <a:lnTo>
                        <a:pt x="865" y="389"/>
                      </a:lnTo>
                      <a:lnTo>
                        <a:pt x="867" y="389"/>
                      </a:lnTo>
                      <a:lnTo>
                        <a:pt x="868" y="389"/>
                      </a:lnTo>
                      <a:lnTo>
                        <a:pt x="868" y="391"/>
                      </a:lnTo>
                      <a:lnTo>
                        <a:pt x="868" y="389"/>
                      </a:lnTo>
                      <a:lnTo>
                        <a:pt x="867" y="389"/>
                      </a:lnTo>
                      <a:lnTo>
                        <a:pt x="865" y="389"/>
                      </a:lnTo>
                      <a:lnTo>
                        <a:pt x="865" y="388"/>
                      </a:lnTo>
                      <a:lnTo>
                        <a:pt x="865" y="386"/>
                      </a:lnTo>
                      <a:lnTo>
                        <a:pt x="867" y="386"/>
                      </a:lnTo>
                      <a:lnTo>
                        <a:pt x="867" y="388"/>
                      </a:lnTo>
                      <a:lnTo>
                        <a:pt x="867" y="386"/>
                      </a:lnTo>
                      <a:lnTo>
                        <a:pt x="868" y="386"/>
                      </a:lnTo>
                      <a:lnTo>
                        <a:pt x="868" y="388"/>
                      </a:lnTo>
                      <a:lnTo>
                        <a:pt x="868" y="386"/>
                      </a:lnTo>
                      <a:lnTo>
                        <a:pt x="867" y="386"/>
                      </a:lnTo>
                      <a:lnTo>
                        <a:pt x="868" y="386"/>
                      </a:lnTo>
                      <a:lnTo>
                        <a:pt x="867" y="386"/>
                      </a:lnTo>
                      <a:lnTo>
                        <a:pt x="868" y="386"/>
                      </a:lnTo>
                      <a:lnTo>
                        <a:pt x="868" y="384"/>
                      </a:lnTo>
                      <a:lnTo>
                        <a:pt x="868" y="382"/>
                      </a:lnTo>
                      <a:lnTo>
                        <a:pt x="868" y="380"/>
                      </a:lnTo>
                      <a:lnTo>
                        <a:pt x="870" y="380"/>
                      </a:lnTo>
                      <a:lnTo>
                        <a:pt x="870" y="378"/>
                      </a:lnTo>
                      <a:lnTo>
                        <a:pt x="868" y="377"/>
                      </a:lnTo>
                      <a:lnTo>
                        <a:pt x="868" y="375"/>
                      </a:lnTo>
                      <a:lnTo>
                        <a:pt x="868" y="373"/>
                      </a:lnTo>
                      <a:lnTo>
                        <a:pt x="870" y="373"/>
                      </a:lnTo>
                      <a:lnTo>
                        <a:pt x="870" y="371"/>
                      </a:lnTo>
                      <a:lnTo>
                        <a:pt x="870" y="369"/>
                      </a:lnTo>
                      <a:lnTo>
                        <a:pt x="872" y="369"/>
                      </a:lnTo>
                      <a:lnTo>
                        <a:pt x="872" y="367"/>
                      </a:lnTo>
                      <a:lnTo>
                        <a:pt x="872" y="366"/>
                      </a:lnTo>
                      <a:lnTo>
                        <a:pt x="872" y="364"/>
                      </a:lnTo>
                      <a:lnTo>
                        <a:pt x="872" y="362"/>
                      </a:lnTo>
                      <a:lnTo>
                        <a:pt x="872" y="360"/>
                      </a:lnTo>
                      <a:lnTo>
                        <a:pt x="874" y="360"/>
                      </a:lnTo>
                      <a:lnTo>
                        <a:pt x="874" y="358"/>
                      </a:lnTo>
                      <a:lnTo>
                        <a:pt x="874" y="356"/>
                      </a:lnTo>
                      <a:lnTo>
                        <a:pt x="872" y="356"/>
                      </a:lnTo>
                      <a:lnTo>
                        <a:pt x="872" y="355"/>
                      </a:lnTo>
                      <a:lnTo>
                        <a:pt x="874" y="355"/>
                      </a:lnTo>
                      <a:lnTo>
                        <a:pt x="874" y="353"/>
                      </a:lnTo>
                      <a:lnTo>
                        <a:pt x="872" y="353"/>
                      </a:lnTo>
                      <a:lnTo>
                        <a:pt x="874" y="353"/>
                      </a:lnTo>
                      <a:lnTo>
                        <a:pt x="874" y="351"/>
                      </a:lnTo>
                      <a:lnTo>
                        <a:pt x="872" y="351"/>
                      </a:lnTo>
                      <a:lnTo>
                        <a:pt x="872" y="349"/>
                      </a:lnTo>
                      <a:lnTo>
                        <a:pt x="874" y="349"/>
                      </a:lnTo>
                      <a:lnTo>
                        <a:pt x="872" y="349"/>
                      </a:lnTo>
                      <a:lnTo>
                        <a:pt x="874" y="349"/>
                      </a:lnTo>
                      <a:lnTo>
                        <a:pt x="874" y="347"/>
                      </a:lnTo>
                      <a:lnTo>
                        <a:pt x="874" y="345"/>
                      </a:lnTo>
                      <a:lnTo>
                        <a:pt x="874" y="347"/>
                      </a:lnTo>
                      <a:lnTo>
                        <a:pt x="874" y="345"/>
                      </a:lnTo>
                      <a:lnTo>
                        <a:pt x="872" y="345"/>
                      </a:lnTo>
                      <a:lnTo>
                        <a:pt x="872" y="347"/>
                      </a:lnTo>
                      <a:lnTo>
                        <a:pt x="874" y="347"/>
                      </a:lnTo>
                      <a:lnTo>
                        <a:pt x="872" y="347"/>
                      </a:lnTo>
                      <a:lnTo>
                        <a:pt x="872" y="345"/>
                      </a:lnTo>
                      <a:lnTo>
                        <a:pt x="872" y="344"/>
                      </a:lnTo>
                      <a:lnTo>
                        <a:pt x="870" y="344"/>
                      </a:lnTo>
                      <a:lnTo>
                        <a:pt x="870" y="342"/>
                      </a:lnTo>
                      <a:lnTo>
                        <a:pt x="868" y="340"/>
                      </a:lnTo>
                      <a:lnTo>
                        <a:pt x="868" y="338"/>
                      </a:lnTo>
                      <a:lnTo>
                        <a:pt x="867" y="336"/>
                      </a:lnTo>
                      <a:lnTo>
                        <a:pt x="867" y="335"/>
                      </a:lnTo>
                      <a:lnTo>
                        <a:pt x="868" y="335"/>
                      </a:lnTo>
                      <a:lnTo>
                        <a:pt x="867" y="335"/>
                      </a:lnTo>
                      <a:lnTo>
                        <a:pt x="868" y="335"/>
                      </a:lnTo>
                      <a:lnTo>
                        <a:pt x="868" y="336"/>
                      </a:lnTo>
                      <a:lnTo>
                        <a:pt x="868" y="335"/>
                      </a:lnTo>
                      <a:close/>
                      <a:moveTo>
                        <a:pt x="233" y="133"/>
                      </a:moveTo>
                      <a:lnTo>
                        <a:pt x="235" y="133"/>
                      </a:lnTo>
                      <a:lnTo>
                        <a:pt x="235" y="135"/>
                      </a:lnTo>
                      <a:lnTo>
                        <a:pt x="233" y="135"/>
                      </a:lnTo>
                      <a:lnTo>
                        <a:pt x="233" y="139"/>
                      </a:lnTo>
                      <a:lnTo>
                        <a:pt x="233" y="141"/>
                      </a:lnTo>
                      <a:lnTo>
                        <a:pt x="231" y="141"/>
                      </a:lnTo>
                      <a:lnTo>
                        <a:pt x="230" y="143"/>
                      </a:lnTo>
                      <a:lnTo>
                        <a:pt x="228" y="143"/>
                      </a:lnTo>
                      <a:lnTo>
                        <a:pt x="226" y="143"/>
                      </a:lnTo>
                      <a:lnTo>
                        <a:pt x="224" y="141"/>
                      </a:lnTo>
                      <a:lnTo>
                        <a:pt x="222" y="141"/>
                      </a:lnTo>
                      <a:lnTo>
                        <a:pt x="222" y="139"/>
                      </a:lnTo>
                      <a:lnTo>
                        <a:pt x="222" y="137"/>
                      </a:lnTo>
                      <a:lnTo>
                        <a:pt x="221" y="135"/>
                      </a:lnTo>
                      <a:lnTo>
                        <a:pt x="221" y="133"/>
                      </a:lnTo>
                      <a:lnTo>
                        <a:pt x="222" y="133"/>
                      </a:lnTo>
                      <a:lnTo>
                        <a:pt x="222" y="132"/>
                      </a:lnTo>
                      <a:lnTo>
                        <a:pt x="222" y="130"/>
                      </a:lnTo>
                      <a:lnTo>
                        <a:pt x="224" y="130"/>
                      </a:lnTo>
                      <a:lnTo>
                        <a:pt x="226" y="130"/>
                      </a:lnTo>
                      <a:lnTo>
                        <a:pt x="228" y="130"/>
                      </a:lnTo>
                      <a:lnTo>
                        <a:pt x="228" y="132"/>
                      </a:lnTo>
                      <a:lnTo>
                        <a:pt x="230" y="132"/>
                      </a:lnTo>
                      <a:lnTo>
                        <a:pt x="228" y="132"/>
                      </a:lnTo>
                      <a:lnTo>
                        <a:pt x="228" y="130"/>
                      </a:lnTo>
                      <a:lnTo>
                        <a:pt x="228" y="128"/>
                      </a:lnTo>
                      <a:lnTo>
                        <a:pt x="228" y="130"/>
                      </a:lnTo>
                      <a:lnTo>
                        <a:pt x="228" y="128"/>
                      </a:lnTo>
                      <a:lnTo>
                        <a:pt x="230" y="128"/>
                      </a:lnTo>
                      <a:lnTo>
                        <a:pt x="230" y="130"/>
                      </a:lnTo>
                      <a:lnTo>
                        <a:pt x="230" y="128"/>
                      </a:lnTo>
                      <a:lnTo>
                        <a:pt x="230" y="126"/>
                      </a:lnTo>
                      <a:lnTo>
                        <a:pt x="231" y="126"/>
                      </a:lnTo>
                      <a:lnTo>
                        <a:pt x="231" y="128"/>
                      </a:lnTo>
                      <a:lnTo>
                        <a:pt x="233" y="128"/>
                      </a:lnTo>
                      <a:lnTo>
                        <a:pt x="233" y="130"/>
                      </a:lnTo>
                      <a:lnTo>
                        <a:pt x="235" y="130"/>
                      </a:lnTo>
                      <a:lnTo>
                        <a:pt x="235" y="132"/>
                      </a:lnTo>
                      <a:lnTo>
                        <a:pt x="235" y="133"/>
                      </a:lnTo>
                      <a:lnTo>
                        <a:pt x="233" y="133"/>
                      </a:lnTo>
                      <a:close/>
                      <a:moveTo>
                        <a:pt x="799" y="93"/>
                      </a:moveTo>
                      <a:lnTo>
                        <a:pt x="799" y="91"/>
                      </a:lnTo>
                      <a:lnTo>
                        <a:pt x="799" y="93"/>
                      </a:lnTo>
                      <a:close/>
                      <a:moveTo>
                        <a:pt x="799" y="93"/>
                      </a:moveTo>
                      <a:lnTo>
                        <a:pt x="799" y="91"/>
                      </a:lnTo>
                      <a:lnTo>
                        <a:pt x="799" y="93"/>
                      </a:lnTo>
                      <a:lnTo>
                        <a:pt x="799" y="91"/>
                      </a:lnTo>
                      <a:lnTo>
                        <a:pt x="799" y="93"/>
                      </a:lnTo>
                      <a:close/>
                      <a:moveTo>
                        <a:pt x="799" y="91"/>
                      </a:moveTo>
                      <a:lnTo>
                        <a:pt x="799" y="93"/>
                      </a:lnTo>
                      <a:lnTo>
                        <a:pt x="799" y="91"/>
                      </a:lnTo>
                      <a:lnTo>
                        <a:pt x="799" y="93"/>
                      </a:lnTo>
                      <a:lnTo>
                        <a:pt x="799" y="91"/>
                      </a:lnTo>
                      <a:close/>
                      <a:moveTo>
                        <a:pt x="797" y="93"/>
                      </a:moveTo>
                      <a:lnTo>
                        <a:pt x="797" y="91"/>
                      </a:lnTo>
                      <a:lnTo>
                        <a:pt x="799" y="91"/>
                      </a:lnTo>
                      <a:lnTo>
                        <a:pt x="797" y="91"/>
                      </a:lnTo>
                      <a:lnTo>
                        <a:pt x="797" y="93"/>
                      </a:lnTo>
                      <a:close/>
                      <a:moveTo>
                        <a:pt x="797" y="80"/>
                      </a:moveTo>
                      <a:lnTo>
                        <a:pt x="797" y="82"/>
                      </a:lnTo>
                      <a:lnTo>
                        <a:pt x="797" y="80"/>
                      </a:lnTo>
                      <a:lnTo>
                        <a:pt x="797" y="82"/>
                      </a:lnTo>
                      <a:lnTo>
                        <a:pt x="797" y="80"/>
                      </a:lnTo>
                      <a:lnTo>
                        <a:pt x="797" y="82"/>
                      </a:lnTo>
                      <a:lnTo>
                        <a:pt x="797" y="80"/>
                      </a:lnTo>
                      <a:lnTo>
                        <a:pt x="797" y="82"/>
                      </a:lnTo>
                      <a:lnTo>
                        <a:pt x="795" y="82"/>
                      </a:lnTo>
                      <a:lnTo>
                        <a:pt x="797" y="82"/>
                      </a:lnTo>
                      <a:lnTo>
                        <a:pt x="795" y="82"/>
                      </a:lnTo>
                      <a:lnTo>
                        <a:pt x="797" y="82"/>
                      </a:lnTo>
                      <a:lnTo>
                        <a:pt x="795" y="82"/>
                      </a:lnTo>
                      <a:lnTo>
                        <a:pt x="797" y="82"/>
                      </a:lnTo>
                      <a:lnTo>
                        <a:pt x="797" y="80"/>
                      </a:lnTo>
                      <a:lnTo>
                        <a:pt x="797" y="82"/>
                      </a:lnTo>
                      <a:lnTo>
                        <a:pt x="795" y="82"/>
                      </a:lnTo>
                      <a:lnTo>
                        <a:pt x="795" y="80"/>
                      </a:lnTo>
                      <a:lnTo>
                        <a:pt x="797" y="80"/>
                      </a:lnTo>
                      <a:close/>
                      <a:moveTo>
                        <a:pt x="795" y="79"/>
                      </a:moveTo>
                      <a:lnTo>
                        <a:pt x="797" y="77"/>
                      </a:lnTo>
                      <a:lnTo>
                        <a:pt x="797" y="79"/>
                      </a:lnTo>
                      <a:lnTo>
                        <a:pt x="795" y="79"/>
                      </a:lnTo>
                      <a:lnTo>
                        <a:pt x="797" y="79"/>
                      </a:lnTo>
                      <a:lnTo>
                        <a:pt x="797" y="80"/>
                      </a:lnTo>
                      <a:lnTo>
                        <a:pt x="795" y="80"/>
                      </a:lnTo>
                      <a:lnTo>
                        <a:pt x="795" y="79"/>
                      </a:lnTo>
                      <a:lnTo>
                        <a:pt x="794" y="79"/>
                      </a:lnTo>
                      <a:lnTo>
                        <a:pt x="792" y="79"/>
                      </a:lnTo>
                      <a:lnTo>
                        <a:pt x="792" y="77"/>
                      </a:lnTo>
                      <a:lnTo>
                        <a:pt x="792" y="79"/>
                      </a:lnTo>
                      <a:lnTo>
                        <a:pt x="790" y="79"/>
                      </a:lnTo>
                      <a:lnTo>
                        <a:pt x="788" y="79"/>
                      </a:lnTo>
                      <a:lnTo>
                        <a:pt x="788" y="77"/>
                      </a:lnTo>
                      <a:lnTo>
                        <a:pt x="786" y="77"/>
                      </a:lnTo>
                      <a:lnTo>
                        <a:pt x="786" y="75"/>
                      </a:lnTo>
                      <a:lnTo>
                        <a:pt x="788" y="75"/>
                      </a:lnTo>
                      <a:lnTo>
                        <a:pt x="790" y="75"/>
                      </a:lnTo>
                      <a:lnTo>
                        <a:pt x="792" y="75"/>
                      </a:lnTo>
                      <a:lnTo>
                        <a:pt x="794" y="75"/>
                      </a:lnTo>
                      <a:lnTo>
                        <a:pt x="794" y="77"/>
                      </a:lnTo>
                      <a:lnTo>
                        <a:pt x="792" y="77"/>
                      </a:lnTo>
                      <a:lnTo>
                        <a:pt x="794" y="77"/>
                      </a:lnTo>
                      <a:lnTo>
                        <a:pt x="795" y="77"/>
                      </a:lnTo>
                      <a:lnTo>
                        <a:pt x="797" y="77"/>
                      </a:lnTo>
                      <a:lnTo>
                        <a:pt x="795" y="79"/>
                      </a:lnTo>
                      <a:close/>
                      <a:moveTo>
                        <a:pt x="812" y="53"/>
                      </a:moveTo>
                      <a:lnTo>
                        <a:pt x="812" y="55"/>
                      </a:lnTo>
                      <a:lnTo>
                        <a:pt x="812" y="57"/>
                      </a:lnTo>
                      <a:lnTo>
                        <a:pt x="812" y="59"/>
                      </a:lnTo>
                      <a:lnTo>
                        <a:pt x="810" y="59"/>
                      </a:lnTo>
                      <a:lnTo>
                        <a:pt x="808" y="59"/>
                      </a:lnTo>
                      <a:lnTo>
                        <a:pt x="808" y="57"/>
                      </a:lnTo>
                      <a:lnTo>
                        <a:pt x="806" y="57"/>
                      </a:lnTo>
                      <a:lnTo>
                        <a:pt x="806" y="55"/>
                      </a:lnTo>
                      <a:lnTo>
                        <a:pt x="805" y="55"/>
                      </a:lnTo>
                      <a:lnTo>
                        <a:pt x="805" y="53"/>
                      </a:lnTo>
                      <a:lnTo>
                        <a:pt x="806" y="53"/>
                      </a:lnTo>
                      <a:lnTo>
                        <a:pt x="810" y="53"/>
                      </a:lnTo>
                      <a:lnTo>
                        <a:pt x="812" y="53"/>
                      </a:lnTo>
                      <a:close/>
                      <a:moveTo>
                        <a:pt x="832" y="172"/>
                      </a:moveTo>
                      <a:lnTo>
                        <a:pt x="832" y="174"/>
                      </a:lnTo>
                      <a:lnTo>
                        <a:pt x="830" y="174"/>
                      </a:lnTo>
                      <a:lnTo>
                        <a:pt x="828" y="174"/>
                      </a:lnTo>
                      <a:lnTo>
                        <a:pt x="826" y="174"/>
                      </a:lnTo>
                      <a:lnTo>
                        <a:pt x="826" y="172"/>
                      </a:lnTo>
                      <a:lnTo>
                        <a:pt x="825" y="172"/>
                      </a:lnTo>
                      <a:lnTo>
                        <a:pt x="823" y="172"/>
                      </a:lnTo>
                      <a:lnTo>
                        <a:pt x="821" y="172"/>
                      </a:lnTo>
                      <a:lnTo>
                        <a:pt x="819" y="172"/>
                      </a:lnTo>
                      <a:lnTo>
                        <a:pt x="817" y="170"/>
                      </a:lnTo>
                      <a:lnTo>
                        <a:pt x="817" y="168"/>
                      </a:lnTo>
                      <a:lnTo>
                        <a:pt x="817" y="170"/>
                      </a:lnTo>
                      <a:lnTo>
                        <a:pt x="817" y="168"/>
                      </a:lnTo>
                      <a:lnTo>
                        <a:pt x="816" y="168"/>
                      </a:lnTo>
                      <a:lnTo>
                        <a:pt x="816" y="166"/>
                      </a:lnTo>
                      <a:lnTo>
                        <a:pt x="816" y="165"/>
                      </a:lnTo>
                      <a:lnTo>
                        <a:pt x="814" y="165"/>
                      </a:lnTo>
                      <a:lnTo>
                        <a:pt x="816" y="165"/>
                      </a:lnTo>
                      <a:lnTo>
                        <a:pt x="814" y="165"/>
                      </a:lnTo>
                      <a:lnTo>
                        <a:pt x="814" y="163"/>
                      </a:lnTo>
                      <a:lnTo>
                        <a:pt x="814" y="165"/>
                      </a:lnTo>
                      <a:lnTo>
                        <a:pt x="814" y="163"/>
                      </a:lnTo>
                      <a:lnTo>
                        <a:pt x="812" y="163"/>
                      </a:lnTo>
                      <a:lnTo>
                        <a:pt x="814" y="163"/>
                      </a:lnTo>
                      <a:lnTo>
                        <a:pt x="812" y="163"/>
                      </a:lnTo>
                      <a:lnTo>
                        <a:pt x="812" y="161"/>
                      </a:lnTo>
                      <a:lnTo>
                        <a:pt x="810" y="161"/>
                      </a:lnTo>
                      <a:lnTo>
                        <a:pt x="810" y="159"/>
                      </a:lnTo>
                      <a:lnTo>
                        <a:pt x="810" y="161"/>
                      </a:lnTo>
                      <a:lnTo>
                        <a:pt x="812" y="161"/>
                      </a:lnTo>
                      <a:lnTo>
                        <a:pt x="812" y="163"/>
                      </a:lnTo>
                      <a:lnTo>
                        <a:pt x="812" y="165"/>
                      </a:lnTo>
                      <a:lnTo>
                        <a:pt x="812" y="163"/>
                      </a:lnTo>
                      <a:lnTo>
                        <a:pt x="812" y="165"/>
                      </a:lnTo>
                      <a:lnTo>
                        <a:pt x="812" y="163"/>
                      </a:lnTo>
                      <a:lnTo>
                        <a:pt x="812" y="165"/>
                      </a:lnTo>
                      <a:lnTo>
                        <a:pt x="810" y="165"/>
                      </a:lnTo>
                      <a:lnTo>
                        <a:pt x="812" y="165"/>
                      </a:lnTo>
                      <a:lnTo>
                        <a:pt x="810" y="165"/>
                      </a:lnTo>
                      <a:lnTo>
                        <a:pt x="812" y="165"/>
                      </a:lnTo>
                      <a:lnTo>
                        <a:pt x="812" y="166"/>
                      </a:lnTo>
                      <a:lnTo>
                        <a:pt x="812" y="165"/>
                      </a:lnTo>
                      <a:lnTo>
                        <a:pt x="814" y="165"/>
                      </a:lnTo>
                      <a:lnTo>
                        <a:pt x="814" y="166"/>
                      </a:lnTo>
                      <a:lnTo>
                        <a:pt x="814" y="165"/>
                      </a:lnTo>
                      <a:lnTo>
                        <a:pt x="812" y="166"/>
                      </a:lnTo>
                      <a:lnTo>
                        <a:pt x="814" y="166"/>
                      </a:lnTo>
                      <a:lnTo>
                        <a:pt x="812" y="166"/>
                      </a:lnTo>
                      <a:lnTo>
                        <a:pt x="814" y="166"/>
                      </a:lnTo>
                      <a:lnTo>
                        <a:pt x="814" y="168"/>
                      </a:lnTo>
                      <a:lnTo>
                        <a:pt x="814" y="170"/>
                      </a:lnTo>
                      <a:lnTo>
                        <a:pt x="816" y="170"/>
                      </a:lnTo>
                      <a:lnTo>
                        <a:pt x="816" y="172"/>
                      </a:lnTo>
                      <a:lnTo>
                        <a:pt x="816" y="174"/>
                      </a:lnTo>
                      <a:lnTo>
                        <a:pt x="816" y="175"/>
                      </a:lnTo>
                      <a:lnTo>
                        <a:pt x="814" y="175"/>
                      </a:lnTo>
                      <a:lnTo>
                        <a:pt x="814" y="174"/>
                      </a:lnTo>
                      <a:lnTo>
                        <a:pt x="812" y="174"/>
                      </a:lnTo>
                      <a:lnTo>
                        <a:pt x="810" y="174"/>
                      </a:lnTo>
                      <a:lnTo>
                        <a:pt x="808" y="174"/>
                      </a:lnTo>
                      <a:lnTo>
                        <a:pt x="808" y="175"/>
                      </a:lnTo>
                      <a:lnTo>
                        <a:pt x="806" y="175"/>
                      </a:lnTo>
                      <a:lnTo>
                        <a:pt x="806" y="177"/>
                      </a:lnTo>
                      <a:lnTo>
                        <a:pt x="805" y="177"/>
                      </a:lnTo>
                      <a:lnTo>
                        <a:pt x="805" y="179"/>
                      </a:lnTo>
                      <a:lnTo>
                        <a:pt x="805" y="181"/>
                      </a:lnTo>
                      <a:lnTo>
                        <a:pt x="803" y="181"/>
                      </a:lnTo>
                      <a:lnTo>
                        <a:pt x="803" y="183"/>
                      </a:lnTo>
                      <a:lnTo>
                        <a:pt x="803" y="185"/>
                      </a:lnTo>
                      <a:lnTo>
                        <a:pt x="801" y="185"/>
                      </a:lnTo>
                      <a:lnTo>
                        <a:pt x="801" y="186"/>
                      </a:lnTo>
                      <a:lnTo>
                        <a:pt x="801" y="188"/>
                      </a:lnTo>
                      <a:lnTo>
                        <a:pt x="799" y="188"/>
                      </a:lnTo>
                      <a:lnTo>
                        <a:pt x="799" y="190"/>
                      </a:lnTo>
                      <a:lnTo>
                        <a:pt x="799" y="192"/>
                      </a:lnTo>
                      <a:lnTo>
                        <a:pt x="799" y="194"/>
                      </a:lnTo>
                      <a:lnTo>
                        <a:pt x="797" y="194"/>
                      </a:lnTo>
                      <a:lnTo>
                        <a:pt x="799" y="194"/>
                      </a:lnTo>
                      <a:lnTo>
                        <a:pt x="797" y="194"/>
                      </a:lnTo>
                      <a:lnTo>
                        <a:pt x="799" y="194"/>
                      </a:lnTo>
                      <a:lnTo>
                        <a:pt x="797" y="194"/>
                      </a:lnTo>
                      <a:lnTo>
                        <a:pt x="799" y="194"/>
                      </a:lnTo>
                      <a:lnTo>
                        <a:pt x="797" y="194"/>
                      </a:lnTo>
                      <a:lnTo>
                        <a:pt x="799" y="194"/>
                      </a:lnTo>
                      <a:lnTo>
                        <a:pt x="799" y="196"/>
                      </a:lnTo>
                      <a:lnTo>
                        <a:pt x="797" y="196"/>
                      </a:lnTo>
                      <a:lnTo>
                        <a:pt x="797" y="197"/>
                      </a:lnTo>
                      <a:lnTo>
                        <a:pt x="799" y="199"/>
                      </a:lnTo>
                      <a:lnTo>
                        <a:pt x="797" y="199"/>
                      </a:lnTo>
                      <a:lnTo>
                        <a:pt x="795" y="199"/>
                      </a:lnTo>
                      <a:lnTo>
                        <a:pt x="797" y="199"/>
                      </a:lnTo>
                      <a:lnTo>
                        <a:pt x="795" y="199"/>
                      </a:lnTo>
                      <a:lnTo>
                        <a:pt x="797" y="199"/>
                      </a:lnTo>
                      <a:lnTo>
                        <a:pt x="797" y="201"/>
                      </a:lnTo>
                      <a:lnTo>
                        <a:pt x="795" y="201"/>
                      </a:lnTo>
                      <a:lnTo>
                        <a:pt x="797" y="201"/>
                      </a:lnTo>
                      <a:lnTo>
                        <a:pt x="795" y="201"/>
                      </a:lnTo>
                      <a:lnTo>
                        <a:pt x="797" y="201"/>
                      </a:lnTo>
                      <a:lnTo>
                        <a:pt x="799" y="201"/>
                      </a:lnTo>
                      <a:lnTo>
                        <a:pt x="797" y="203"/>
                      </a:lnTo>
                      <a:lnTo>
                        <a:pt x="797" y="205"/>
                      </a:lnTo>
                      <a:lnTo>
                        <a:pt x="797" y="207"/>
                      </a:lnTo>
                      <a:lnTo>
                        <a:pt x="795" y="208"/>
                      </a:lnTo>
                      <a:lnTo>
                        <a:pt x="795" y="210"/>
                      </a:lnTo>
                      <a:lnTo>
                        <a:pt x="794" y="210"/>
                      </a:lnTo>
                      <a:lnTo>
                        <a:pt x="794" y="212"/>
                      </a:lnTo>
                      <a:lnTo>
                        <a:pt x="795" y="212"/>
                      </a:lnTo>
                      <a:lnTo>
                        <a:pt x="794" y="212"/>
                      </a:lnTo>
                      <a:lnTo>
                        <a:pt x="795" y="212"/>
                      </a:lnTo>
                      <a:lnTo>
                        <a:pt x="795" y="214"/>
                      </a:lnTo>
                      <a:lnTo>
                        <a:pt x="795" y="216"/>
                      </a:lnTo>
                      <a:lnTo>
                        <a:pt x="795" y="218"/>
                      </a:lnTo>
                      <a:lnTo>
                        <a:pt x="795" y="216"/>
                      </a:lnTo>
                      <a:lnTo>
                        <a:pt x="795" y="218"/>
                      </a:lnTo>
                      <a:lnTo>
                        <a:pt x="795" y="219"/>
                      </a:lnTo>
                      <a:lnTo>
                        <a:pt x="795" y="221"/>
                      </a:lnTo>
                      <a:lnTo>
                        <a:pt x="794" y="221"/>
                      </a:lnTo>
                      <a:lnTo>
                        <a:pt x="795" y="221"/>
                      </a:lnTo>
                      <a:lnTo>
                        <a:pt x="794" y="221"/>
                      </a:lnTo>
                      <a:lnTo>
                        <a:pt x="794" y="223"/>
                      </a:lnTo>
                      <a:lnTo>
                        <a:pt x="795" y="223"/>
                      </a:lnTo>
                      <a:lnTo>
                        <a:pt x="794" y="223"/>
                      </a:lnTo>
                      <a:lnTo>
                        <a:pt x="792" y="225"/>
                      </a:lnTo>
                      <a:lnTo>
                        <a:pt x="792" y="223"/>
                      </a:lnTo>
                      <a:lnTo>
                        <a:pt x="790" y="223"/>
                      </a:lnTo>
                      <a:lnTo>
                        <a:pt x="788" y="223"/>
                      </a:lnTo>
                      <a:lnTo>
                        <a:pt x="786" y="223"/>
                      </a:lnTo>
                      <a:lnTo>
                        <a:pt x="785" y="221"/>
                      </a:lnTo>
                      <a:lnTo>
                        <a:pt x="783" y="223"/>
                      </a:lnTo>
                      <a:lnTo>
                        <a:pt x="783" y="225"/>
                      </a:lnTo>
                      <a:lnTo>
                        <a:pt x="781" y="223"/>
                      </a:lnTo>
                      <a:lnTo>
                        <a:pt x="781" y="225"/>
                      </a:lnTo>
                      <a:lnTo>
                        <a:pt x="781" y="223"/>
                      </a:lnTo>
                      <a:lnTo>
                        <a:pt x="781" y="221"/>
                      </a:lnTo>
                      <a:lnTo>
                        <a:pt x="781" y="219"/>
                      </a:lnTo>
                      <a:lnTo>
                        <a:pt x="779" y="219"/>
                      </a:lnTo>
                      <a:lnTo>
                        <a:pt x="779" y="218"/>
                      </a:lnTo>
                      <a:lnTo>
                        <a:pt x="779" y="216"/>
                      </a:lnTo>
                      <a:lnTo>
                        <a:pt x="781" y="216"/>
                      </a:lnTo>
                      <a:lnTo>
                        <a:pt x="779" y="216"/>
                      </a:lnTo>
                      <a:lnTo>
                        <a:pt x="779" y="218"/>
                      </a:lnTo>
                      <a:lnTo>
                        <a:pt x="779" y="219"/>
                      </a:lnTo>
                      <a:lnTo>
                        <a:pt x="781" y="219"/>
                      </a:lnTo>
                      <a:lnTo>
                        <a:pt x="781" y="221"/>
                      </a:lnTo>
                      <a:lnTo>
                        <a:pt x="781" y="223"/>
                      </a:lnTo>
                      <a:lnTo>
                        <a:pt x="781" y="225"/>
                      </a:lnTo>
                      <a:lnTo>
                        <a:pt x="783" y="225"/>
                      </a:lnTo>
                      <a:lnTo>
                        <a:pt x="783" y="223"/>
                      </a:lnTo>
                      <a:lnTo>
                        <a:pt x="785" y="223"/>
                      </a:lnTo>
                      <a:lnTo>
                        <a:pt x="785" y="221"/>
                      </a:lnTo>
                      <a:lnTo>
                        <a:pt x="785" y="223"/>
                      </a:lnTo>
                      <a:lnTo>
                        <a:pt x="786" y="223"/>
                      </a:lnTo>
                      <a:lnTo>
                        <a:pt x="788" y="223"/>
                      </a:lnTo>
                      <a:lnTo>
                        <a:pt x="790" y="225"/>
                      </a:lnTo>
                      <a:lnTo>
                        <a:pt x="790" y="227"/>
                      </a:lnTo>
                      <a:lnTo>
                        <a:pt x="790" y="229"/>
                      </a:lnTo>
                      <a:lnTo>
                        <a:pt x="790" y="230"/>
                      </a:lnTo>
                      <a:lnTo>
                        <a:pt x="790" y="229"/>
                      </a:lnTo>
                      <a:lnTo>
                        <a:pt x="790" y="230"/>
                      </a:lnTo>
                      <a:lnTo>
                        <a:pt x="790" y="232"/>
                      </a:lnTo>
                      <a:lnTo>
                        <a:pt x="788" y="232"/>
                      </a:lnTo>
                      <a:lnTo>
                        <a:pt x="786" y="232"/>
                      </a:lnTo>
                      <a:lnTo>
                        <a:pt x="786" y="230"/>
                      </a:lnTo>
                      <a:lnTo>
                        <a:pt x="786" y="232"/>
                      </a:lnTo>
                      <a:lnTo>
                        <a:pt x="785" y="232"/>
                      </a:lnTo>
                      <a:lnTo>
                        <a:pt x="786" y="232"/>
                      </a:lnTo>
                      <a:lnTo>
                        <a:pt x="788" y="232"/>
                      </a:lnTo>
                      <a:lnTo>
                        <a:pt x="788" y="234"/>
                      </a:lnTo>
                      <a:lnTo>
                        <a:pt x="788" y="236"/>
                      </a:lnTo>
                      <a:lnTo>
                        <a:pt x="786" y="236"/>
                      </a:lnTo>
                      <a:lnTo>
                        <a:pt x="786" y="238"/>
                      </a:lnTo>
                      <a:lnTo>
                        <a:pt x="785" y="238"/>
                      </a:lnTo>
                      <a:lnTo>
                        <a:pt x="785" y="239"/>
                      </a:lnTo>
                      <a:lnTo>
                        <a:pt x="783" y="241"/>
                      </a:lnTo>
                      <a:lnTo>
                        <a:pt x="783" y="243"/>
                      </a:lnTo>
                      <a:lnTo>
                        <a:pt x="781" y="243"/>
                      </a:lnTo>
                      <a:lnTo>
                        <a:pt x="781" y="245"/>
                      </a:lnTo>
                      <a:lnTo>
                        <a:pt x="779" y="245"/>
                      </a:lnTo>
                      <a:lnTo>
                        <a:pt x="779" y="247"/>
                      </a:lnTo>
                      <a:lnTo>
                        <a:pt x="777" y="247"/>
                      </a:lnTo>
                      <a:lnTo>
                        <a:pt x="777" y="249"/>
                      </a:lnTo>
                      <a:lnTo>
                        <a:pt x="775" y="249"/>
                      </a:lnTo>
                      <a:lnTo>
                        <a:pt x="774" y="249"/>
                      </a:lnTo>
                      <a:lnTo>
                        <a:pt x="772" y="249"/>
                      </a:lnTo>
                      <a:lnTo>
                        <a:pt x="774" y="249"/>
                      </a:lnTo>
                      <a:lnTo>
                        <a:pt x="774" y="247"/>
                      </a:lnTo>
                      <a:lnTo>
                        <a:pt x="774" y="245"/>
                      </a:lnTo>
                      <a:lnTo>
                        <a:pt x="774" y="247"/>
                      </a:lnTo>
                      <a:lnTo>
                        <a:pt x="774" y="245"/>
                      </a:lnTo>
                      <a:lnTo>
                        <a:pt x="774" y="247"/>
                      </a:lnTo>
                      <a:lnTo>
                        <a:pt x="772" y="247"/>
                      </a:lnTo>
                      <a:lnTo>
                        <a:pt x="772" y="245"/>
                      </a:lnTo>
                      <a:lnTo>
                        <a:pt x="772" y="243"/>
                      </a:lnTo>
                      <a:lnTo>
                        <a:pt x="770" y="243"/>
                      </a:lnTo>
                      <a:lnTo>
                        <a:pt x="772" y="243"/>
                      </a:lnTo>
                      <a:lnTo>
                        <a:pt x="770" y="243"/>
                      </a:lnTo>
                      <a:lnTo>
                        <a:pt x="770" y="241"/>
                      </a:lnTo>
                      <a:lnTo>
                        <a:pt x="770" y="239"/>
                      </a:lnTo>
                      <a:lnTo>
                        <a:pt x="772" y="239"/>
                      </a:lnTo>
                      <a:lnTo>
                        <a:pt x="770" y="239"/>
                      </a:lnTo>
                      <a:lnTo>
                        <a:pt x="772" y="239"/>
                      </a:lnTo>
                      <a:lnTo>
                        <a:pt x="772" y="238"/>
                      </a:lnTo>
                      <a:lnTo>
                        <a:pt x="772" y="239"/>
                      </a:lnTo>
                      <a:lnTo>
                        <a:pt x="770" y="239"/>
                      </a:lnTo>
                      <a:lnTo>
                        <a:pt x="770" y="238"/>
                      </a:lnTo>
                      <a:lnTo>
                        <a:pt x="770" y="239"/>
                      </a:lnTo>
                      <a:lnTo>
                        <a:pt x="770" y="241"/>
                      </a:lnTo>
                      <a:lnTo>
                        <a:pt x="770" y="239"/>
                      </a:lnTo>
                      <a:lnTo>
                        <a:pt x="770" y="241"/>
                      </a:lnTo>
                      <a:lnTo>
                        <a:pt x="768" y="241"/>
                      </a:lnTo>
                      <a:lnTo>
                        <a:pt x="770" y="241"/>
                      </a:lnTo>
                      <a:lnTo>
                        <a:pt x="770" y="243"/>
                      </a:lnTo>
                      <a:lnTo>
                        <a:pt x="770" y="241"/>
                      </a:lnTo>
                      <a:lnTo>
                        <a:pt x="768" y="241"/>
                      </a:lnTo>
                      <a:lnTo>
                        <a:pt x="770" y="243"/>
                      </a:lnTo>
                      <a:lnTo>
                        <a:pt x="768" y="243"/>
                      </a:lnTo>
                      <a:lnTo>
                        <a:pt x="770" y="243"/>
                      </a:lnTo>
                      <a:lnTo>
                        <a:pt x="768" y="243"/>
                      </a:lnTo>
                      <a:lnTo>
                        <a:pt x="770" y="243"/>
                      </a:lnTo>
                      <a:lnTo>
                        <a:pt x="768" y="243"/>
                      </a:lnTo>
                      <a:lnTo>
                        <a:pt x="770" y="243"/>
                      </a:lnTo>
                      <a:lnTo>
                        <a:pt x="770" y="245"/>
                      </a:lnTo>
                      <a:lnTo>
                        <a:pt x="772" y="245"/>
                      </a:lnTo>
                      <a:lnTo>
                        <a:pt x="772" y="247"/>
                      </a:lnTo>
                      <a:lnTo>
                        <a:pt x="770" y="247"/>
                      </a:lnTo>
                      <a:lnTo>
                        <a:pt x="770" y="245"/>
                      </a:lnTo>
                      <a:lnTo>
                        <a:pt x="768" y="245"/>
                      </a:lnTo>
                      <a:lnTo>
                        <a:pt x="770" y="245"/>
                      </a:lnTo>
                      <a:lnTo>
                        <a:pt x="770" y="247"/>
                      </a:lnTo>
                      <a:lnTo>
                        <a:pt x="768" y="247"/>
                      </a:lnTo>
                      <a:lnTo>
                        <a:pt x="768" y="245"/>
                      </a:lnTo>
                      <a:lnTo>
                        <a:pt x="766" y="245"/>
                      </a:lnTo>
                      <a:lnTo>
                        <a:pt x="768" y="245"/>
                      </a:lnTo>
                      <a:lnTo>
                        <a:pt x="768" y="247"/>
                      </a:lnTo>
                      <a:lnTo>
                        <a:pt x="770" y="247"/>
                      </a:lnTo>
                      <a:lnTo>
                        <a:pt x="772" y="247"/>
                      </a:lnTo>
                      <a:lnTo>
                        <a:pt x="772" y="249"/>
                      </a:lnTo>
                      <a:lnTo>
                        <a:pt x="772" y="250"/>
                      </a:lnTo>
                      <a:lnTo>
                        <a:pt x="770" y="250"/>
                      </a:lnTo>
                      <a:lnTo>
                        <a:pt x="772" y="250"/>
                      </a:lnTo>
                      <a:lnTo>
                        <a:pt x="772" y="252"/>
                      </a:lnTo>
                      <a:lnTo>
                        <a:pt x="770" y="252"/>
                      </a:lnTo>
                      <a:lnTo>
                        <a:pt x="768" y="252"/>
                      </a:lnTo>
                      <a:lnTo>
                        <a:pt x="766" y="254"/>
                      </a:lnTo>
                      <a:lnTo>
                        <a:pt x="764" y="254"/>
                      </a:lnTo>
                      <a:lnTo>
                        <a:pt x="763" y="256"/>
                      </a:lnTo>
                      <a:lnTo>
                        <a:pt x="763" y="258"/>
                      </a:lnTo>
                      <a:lnTo>
                        <a:pt x="764" y="260"/>
                      </a:lnTo>
                      <a:lnTo>
                        <a:pt x="763" y="261"/>
                      </a:lnTo>
                      <a:lnTo>
                        <a:pt x="761" y="261"/>
                      </a:lnTo>
                      <a:lnTo>
                        <a:pt x="759" y="261"/>
                      </a:lnTo>
                      <a:lnTo>
                        <a:pt x="759" y="263"/>
                      </a:lnTo>
                      <a:lnTo>
                        <a:pt x="757" y="263"/>
                      </a:lnTo>
                      <a:lnTo>
                        <a:pt x="755" y="263"/>
                      </a:lnTo>
                      <a:lnTo>
                        <a:pt x="753" y="263"/>
                      </a:lnTo>
                      <a:lnTo>
                        <a:pt x="753" y="261"/>
                      </a:lnTo>
                      <a:lnTo>
                        <a:pt x="753" y="263"/>
                      </a:lnTo>
                      <a:lnTo>
                        <a:pt x="752" y="263"/>
                      </a:lnTo>
                      <a:lnTo>
                        <a:pt x="752" y="261"/>
                      </a:lnTo>
                      <a:lnTo>
                        <a:pt x="752" y="263"/>
                      </a:lnTo>
                      <a:lnTo>
                        <a:pt x="753" y="263"/>
                      </a:lnTo>
                      <a:lnTo>
                        <a:pt x="753" y="261"/>
                      </a:lnTo>
                      <a:lnTo>
                        <a:pt x="753" y="263"/>
                      </a:lnTo>
                      <a:lnTo>
                        <a:pt x="755" y="263"/>
                      </a:lnTo>
                      <a:lnTo>
                        <a:pt x="755" y="265"/>
                      </a:lnTo>
                      <a:lnTo>
                        <a:pt x="753" y="265"/>
                      </a:lnTo>
                      <a:lnTo>
                        <a:pt x="752" y="265"/>
                      </a:lnTo>
                      <a:lnTo>
                        <a:pt x="752" y="263"/>
                      </a:lnTo>
                      <a:lnTo>
                        <a:pt x="750" y="263"/>
                      </a:lnTo>
                      <a:lnTo>
                        <a:pt x="752" y="263"/>
                      </a:lnTo>
                      <a:lnTo>
                        <a:pt x="750" y="263"/>
                      </a:lnTo>
                      <a:lnTo>
                        <a:pt x="752" y="263"/>
                      </a:lnTo>
                      <a:lnTo>
                        <a:pt x="752" y="265"/>
                      </a:lnTo>
                      <a:lnTo>
                        <a:pt x="752" y="263"/>
                      </a:lnTo>
                      <a:lnTo>
                        <a:pt x="752" y="265"/>
                      </a:lnTo>
                      <a:lnTo>
                        <a:pt x="752" y="263"/>
                      </a:lnTo>
                      <a:lnTo>
                        <a:pt x="752" y="265"/>
                      </a:lnTo>
                      <a:lnTo>
                        <a:pt x="753" y="265"/>
                      </a:lnTo>
                      <a:lnTo>
                        <a:pt x="753" y="267"/>
                      </a:lnTo>
                      <a:lnTo>
                        <a:pt x="752" y="267"/>
                      </a:lnTo>
                      <a:lnTo>
                        <a:pt x="750" y="267"/>
                      </a:lnTo>
                      <a:lnTo>
                        <a:pt x="750" y="265"/>
                      </a:lnTo>
                      <a:lnTo>
                        <a:pt x="750" y="267"/>
                      </a:lnTo>
                      <a:lnTo>
                        <a:pt x="748" y="267"/>
                      </a:lnTo>
                      <a:lnTo>
                        <a:pt x="750" y="267"/>
                      </a:lnTo>
                      <a:lnTo>
                        <a:pt x="750" y="269"/>
                      </a:lnTo>
                      <a:lnTo>
                        <a:pt x="748" y="269"/>
                      </a:lnTo>
                      <a:lnTo>
                        <a:pt x="750" y="269"/>
                      </a:lnTo>
                      <a:lnTo>
                        <a:pt x="750" y="267"/>
                      </a:lnTo>
                      <a:lnTo>
                        <a:pt x="750" y="269"/>
                      </a:lnTo>
                      <a:lnTo>
                        <a:pt x="752" y="269"/>
                      </a:lnTo>
                      <a:lnTo>
                        <a:pt x="750" y="267"/>
                      </a:lnTo>
                      <a:lnTo>
                        <a:pt x="752" y="267"/>
                      </a:lnTo>
                      <a:lnTo>
                        <a:pt x="750" y="267"/>
                      </a:lnTo>
                      <a:lnTo>
                        <a:pt x="752" y="267"/>
                      </a:lnTo>
                      <a:lnTo>
                        <a:pt x="752" y="269"/>
                      </a:lnTo>
                      <a:lnTo>
                        <a:pt x="752" y="267"/>
                      </a:lnTo>
                      <a:lnTo>
                        <a:pt x="753" y="267"/>
                      </a:lnTo>
                      <a:lnTo>
                        <a:pt x="753" y="269"/>
                      </a:lnTo>
                      <a:lnTo>
                        <a:pt x="753" y="267"/>
                      </a:lnTo>
                      <a:lnTo>
                        <a:pt x="755" y="267"/>
                      </a:lnTo>
                      <a:lnTo>
                        <a:pt x="757" y="267"/>
                      </a:lnTo>
                      <a:lnTo>
                        <a:pt x="755" y="267"/>
                      </a:lnTo>
                      <a:lnTo>
                        <a:pt x="757" y="267"/>
                      </a:lnTo>
                      <a:lnTo>
                        <a:pt x="757" y="269"/>
                      </a:lnTo>
                      <a:lnTo>
                        <a:pt x="757" y="267"/>
                      </a:lnTo>
                      <a:lnTo>
                        <a:pt x="759" y="267"/>
                      </a:lnTo>
                      <a:lnTo>
                        <a:pt x="761" y="267"/>
                      </a:lnTo>
                      <a:lnTo>
                        <a:pt x="761" y="269"/>
                      </a:lnTo>
                      <a:lnTo>
                        <a:pt x="759" y="269"/>
                      </a:lnTo>
                      <a:lnTo>
                        <a:pt x="759" y="271"/>
                      </a:lnTo>
                      <a:lnTo>
                        <a:pt x="757" y="271"/>
                      </a:lnTo>
                      <a:lnTo>
                        <a:pt x="755" y="271"/>
                      </a:lnTo>
                      <a:lnTo>
                        <a:pt x="753" y="271"/>
                      </a:lnTo>
                      <a:lnTo>
                        <a:pt x="753" y="272"/>
                      </a:lnTo>
                      <a:lnTo>
                        <a:pt x="753" y="271"/>
                      </a:lnTo>
                      <a:lnTo>
                        <a:pt x="755" y="271"/>
                      </a:lnTo>
                      <a:lnTo>
                        <a:pt x="757" y="271"/>
                      </a:lnTo>
                      <a:lnTo>
                        <a:pt x="755" y="271"/>
                      </a:lnTo>
                      <a:lnTo>
                        <a:pt x="755" y="272"/>
                      </a:lnTo>
                      <a:lnTo>
                        <a:pt x="755" y="271"/>
                      </a:lnTo>
                      <a:lnTo>
                        <a:pt x="757" y="271"/>
                      </a:lnTo>
                      <a:lnTo>
                        <a:pt x="759" y="271"/>
                      </a:lnTo>
                      <a:lnTo>
                        <a:pt x="761" y="271"/>
                      </a:lnTo>
                      <a:lnTo>
                        <a:pt x="761" y="272"/>
                      </a:lnTo>
                      <a:lnTo>
                        <a:pt x="761" y="274"/>
                      </a:lnTo>
                      <a:lnTo>
                        <a:pt x="761" y="276"/>
                      </a:lnTo>
                      <a:lnTo>
                        <a:pt x="761" y="278"/>
                      </a:lnTo>
                      <a:lnTo>
                        <a:pt x="759" y="278"/>
                      </a:lnTo>
                      <a:lnTo>
                        <a:pt x="757" y="278"/>
                      </a:lnTo>
                      <a:lnTo>
                        <a:pt x="755" y="278"/>
                      </a:lnTo>
                      <a:lnTo>
                        <a:pt x="755" y="276"/>
                      </a:lnTo>
                      <a:lnTo>
                        <a:pt x="753" y="276"/>
                      </a:lnTo>
                      <a:lnTo>
                        <a:pt x="753" y="278"/>
                      </a:lnTo>
                      <a:lnTo>
                        <a:pt x="752" y="278"/>
                      </a:lnTo>
                      <a:lnTo>
                        <a:pt x="752" y="276"/>
                      </a:lnTo>
                      <a:lnTo>
                        <a:pt x="750" y="276"/>
                      </a:lnTo>
                      <a:lnTo>
                        <a:pt x="752" y="276"/>
                      </a:lnTo>
                      <a:lnTo>
                        <a:pt x="752" y="278"/>
                      </a:lnTo>
                      <a:lnTo>
                        <a:pt x="750" y="278"/>
                      </a:lnTo>
                      <a:lnTo>
                        <a:pt x="752" y="278"/>
                      </a:lnTo>
                      <a:lnTo>
                        <a:pt x="753" y="278"/>
                      </a:lnTo>
                      <a:lnTo>
                        <a:pt x="753" y="276"/>
                      </a:lnTo>
                      <a:lnTo>
                        <a:pt x="755" y="276"/>
                      </a:lnTo>
                      <a:lnTo>
                        <a:pt x="755" y="278"/>
                      </a:lnTo>
                      <a:lnTo>
                        <a:pt x="757" y="278"/>
                      </a:lnTo>
                      <a:lnTo>
                        <a:pt x="757" y="280"/>
                      </a:lnTo>
                      <a:lnTo>
                        <a:pt x="755" y="280"/>
                      </a:lnTo>
                      <a:lnTo>
                        <a:pt x="753" y="280"/>
                      </a:lnTo>
                      <a:lnTo>
                        <a:pt x="755" y="280"/>
                      </a:lnTo>
                      <a:lnTo>
                        <a:pt x="753" y="282"/>
                      </a:lnTo>
                      <a:lnTo>
                        <a:pt x="752" y="282"/>
                      </a:lnTo>
                      <a:lnTo>
                        <a:pt x="750" y="282"/>
                      </a:lnTo>
                      <a:lnTo>
                        <a:pt x="752" y="282"/>
                      </a:lnTo>
                      <a:lnTo>
                        <a:pt x="753" y="282"/>
                      </a:lnTo>
                      <a:lnTo>
                        <a:pt x="755" y="282"/>
                      </a:lnTo>
                      <a:lnTo>
                        <a:pt x="755" y="280"/>
                      </a:lnTo>
                      <a:lnTo>
                        <a:pt x="757" y="280"/>
                      </a:lnTo>
                      <a:lnTo>
                        <a:pt x="757" y="282"/>
                      </a:lnTo>
                      <a:lnTo>
                        <a:pt x="759" y="282"/>
                      </a:lnTo>
                      <a:lnTo>
                        <a:pt x="757" y="282"/>
                      </a:lnTo>
                      <a:lnTo>
                        <a:pt x="757" y="283"/>
                      </a:lnTo>
                      <a:lnTo>
                        <a:pt x="755" y="283"/>
                      </a:lnTo>
                      <a:lnTo>
                        <a:pt x="755" y="285"/>
                      </a:lnTo>
                      <a:lnTo>
                        <a:pt x="755" y="283"/>
                      </a:lnTo>
                      <a:lnTo>
                        <a:pt x="757" y="283"/>
                      </a:lnTo>
                      <a:lnTo>
                        <a:pt x="757" y="285"/>
                      </a:lnTo>
                      <a:lnTo>
                        <a:pt x="757" y="283"/>
                      </a:lnTo>
                      <a:lnTo>
                        <a:pt x="759" y="282"/>
                      </a:lnTo>
                      <a:lnTo>
                        <a:pt x="761" y="282"/>
                      </a:lnTo>
                      <a:lnTo>
                        <a:pt x="763" y="282"/>
                      </a:lnTo>
                      <a:lnTo>
                        <a:pt x="764" y="282"/>
                      </a:lnTo>
                      <a:lnTo>
                        <a:pt x="763" y="282"/>
                      </a:lnTo>
                      <a:lnTo>
                        <a:pt x="763" y="283"/>
                      </a:lnTo>
                      <a:lnTo>
                        <a:pt x="761" y="283"/>
                      </a:lnTo>
                      <a:lnTo>
                        <a:pt x="761" y="285"/>
                      </a:lnTo>
                      <a:lnTo>
                        <a:pt x="761" y="283"/>
                      </a:lnTo>
                      <a:lnTo>
                        <a:pt x="761" y="285"/>
                      </a:lnTo>
                      <a:lnTo>
                        <a:pt x="763" y="285"/>
                      </a:lnTo>
                      <a:lnTo>
                        <a:pt x="761" y="285"/>
                      </a:lnTo>
                      <a:lnTo>
                        <a:pt x="761" y="283"/>
                      </a:lnTo>
                      <a:lnTo>
                        <a:pt x="763" y="283"/>
                      </a:lnTo>
                      <a:lnTo>
                        <a:pt x="761" y="283"/>
                      </a:lnTo>
                      <a:lnTo>
                        <a:pt x="763" y="283"/>
                      </a:lnTo>
                      <a:lnTo>
                        <a:pt x="763" y="282"/>
                      </a:lnTo>
                      <a:lnTo>
                        <a:pt x="764" y="282"/>
                      </a:lnTo>
                      <a:lnTo>
                        <a:pt x="764" y="283"/>
                      </a:lnTo>
                      <a:lnTo>
                        <a:pt x="764" y="285"/>
                      </a:lnTo>
                      <a:lnTo>
                        <a:pt x="764" y="287"/>
                      </a:lnTo>
                      <a:lnTo>
                        <a:pt x="764" y="289"/>
                      </a:lnTo>
                      <a:lnTo>
                        <a:pt x="764" y="291"/>
                      </a:lnTo>
                      <a:lnTo>
                        <a:pt x="763" y="291"/>
                      </a:lnTo>
                      <a:lnTo>
                        <a:pt x="763" y="292"/>
                      </a:lnTo>
                      <a:lnTo>
                        <a:pt x="763" y="294"/>
                      </a:lnTo>
                      <a:lnTo>
                        <a:pt x="761" y="294"/>
                      </a:lnTo>
                      <a:lnTo>
                        <a:pt x="761" y="292"/>
                      </a:lnTo>
                      <a:lnTo>
                        <a:pt x="759" y="292"/>
                      </a:lnTo>
                      <a:lnTo>
                        <a:pt x="759" y="294"/>
                      </a:lnTo>
                      <a:lnTo>
                        <a:pt x="757" y="294"/>
                      </a:lnTo>
                      <a:lnTo>
                        <a:pt x="757" y="292"/>
                      </a:lnTo>
                      <a:lnTo>
                        <a:pt x="755" y="294"/>
                      </a:lnTo>
                      <a:lnTo>
                        <a:pt x="755" y="292"/>
                      </a:lnTo>
                      <a:lnTo>
                        <a:pt x="753" y="294"/>
                      </a:lnTo>
                      <a:lnTo>
                        <a:pt x="752" y="294"/>
                      </a:lnTo>
                      <a:lnTo>
                        <a:pt x="753" y="294"/>
                      </a:lnTo>
                      <a:lnTo>
                        <a:pt x="755" y="294"/>
                      </a:lnTo>
                      <a:lnTo>
                        <a:pt x="753" y="294"/>
                      </a:lnTo>
                      <a:lnTo>
                        <a:pt x="753" y="296"/>
                      </a:lnTo>
                      <a:lnTo>
                        <a:pt x="755" y="296"/>
                      </a:lnTo>
                      <a:lnTo>
                        <a:pt x="755" y="294"/>
                      </a:lnTo>
                      <a:lnTo>
                        <a:pt x="755" y="296"/>
                      </a:lnTo>
                      <a:lnTo>
                        <a:pt x="753" y="296"/>
                      </a:lnTo>
                      <a:lnTo>
                        <a:pt x="753" y="298"/>
                      </a:lnTo>
                      <a:lnTo>
                        <a:pt x="753" y="296"/>
                      </a:lnTo>
                      <a:lnTo>
                        <a:pt x="752" y="296"/>
                      </a:lnTo>
                      <a:lnTo>
                        <a:pt x="753" y="296"/>
                      </a:lnTo>
                      <a:lnTo>
                        <a:pt x="753" y="298"/>
                      </a:lnTo>
                      <a:lnTo>
                        <a:pt x="752" y="298"/>
                      </a:lnTo>
                      <a:lnTo>
                        <a:pt x="752" y="300"/>
                      </a:lnTo>
                      <a:lnTo>
                        <a:pt x="752" y="298"/>
                      </a:lnTo>
                      <a:lnTo>
                        <a:pt x="753" y="298"/>
                      </a:lnTo>
                      <a:lnTo>
                        <a:pt x="753" y="296"/>
                      </a:lnTo>
                      <a:lnTo>
                        <a:pt x="755" y="296"/>
                      </a:lnTo>
                      <a:lnTo>
                        <a:pt x="755" y="294"/>
                      </a:lnTo>
                      <a:lnTo>
                        <a:pt x="757" y="294"/>
                      </a:lnTo>
                      <a:lnTo>
                        <a:pt x="757" y="296"/>
                      </a:lnTo>
                      <a:lnTo>
                        <a:pt x="759" y="296"/>
                      </a:lnTo>
                      <a:lnTo>
                        <a:pt x="757" y="296"/>
                      </a:lnTo>
                      <a:lnTo>
                        <a:pt x="757" y="298"/>
                      </a:lnTo>
                      <a:lnTo>
                        <a:pt x="757" y="300"/>
                      </a:lnTo>
                      <a:lnTo>
                        <a:pt x="757" y="302"/>
                      </a:lnTo>
                      <a:lnTo>
                        <a:pt x="757" y="303"/>
                      </a:lnTo>
                      <a:lnTo>
                        <a:pt x="757" y="305"/>
                      </a:lnTo>
                      <a:lnTo>
                        <a:pt x="757" y="307"/>
                      </a:lnTo>
                      <a:lnTo>
                        <a:pt x="755" y="307"/>
                      </a:lnTo>
                      <a:lnTo>
                        <a:pt x="755" y="309"/>
                      </a:lnTo>
                      <a:lnTo>
                        <a:pt x="753" y="309"/>
                      </a:lnTo>
                      <a:lnTo>
                        <a:pt x="753" y="311"/>
                      </a:lnTo>
                      <a:lnTo>
                        <a:pt x="752" y="311"/>
                      </a:lnTo>
                      <a:lnTo>
                        <a:pt x="752" y="309"/>
                      </a:lnTo>
                      <a:lnTo>
                        <a:pt x="752" y="307"/>
                      </a:lnTo>
                      <a:lnTo>
                        <a:pt x="750" y="309"/>
                      </a:lnTo>
                      <a:lnTo>
                        <a:pt x="750" y="307"/>
                      </a:lnTo>
                      <a:lnTo>
                        <a:pt x="752" y="307"/>
                      </a:lnTo>
                      <a:lnTo>
                        <a:pt x="750" y="307"/>
                      </a:lnTo>
                      <a:lnTo>
                        <a:pt x="752" y="307"/>
                      </a:lnTo>
                      <a:lnTo>
                        <a:pt x="750" y="307"/>
                      </a:lnTo>
                      <a:lnTo>
                        <a:pt x="750" y="305"/>
                      </a:lnTo>
                      <a:lnTo>
                        <a:pt x="748" y="303"/>
                      </a:lnTo>
                      <a:lnTo>
                        <a:pt x="750" y="303"/>
                      </a:lnTo>
                      <a:lnTo>
                        <a:pt x="748" y="303"/>
                      </a:lnTo>
                      <a:lnTo>
                        <a:pt x="748" y="305"/>
                      </a:lnTo>
                      <a:lnTo>
                        <a:pt x="748" y="303"/>
                      </a:lnTo>
                      <a:lnTo>
                        <a:pt x="748" y="305"/>
                      </a:lnTo>
                      <a:lnTo>
                        <a:pt x="748" y="307"/>
                      </a:lnTo>
                      <a:lnTo>
                        <a:pt x="746" y="307"/>
                      </a:lnTo>
                      <a:lnTo>
                        <a:pt x="748" y="307"/>
                      </a:lnTo>
                      <a:lnTo>
                        <a:pt x="748" y="309"/>
                      </a:lnTo>
                      <a:lnTo>
                        <a:pt x="746" y="309"/>
                      </a:lnTo>
                      <a:lnTo>
                        <a:pt x="748" y="309"/>
                      </a:lnTo>
                      <a:lnTo>
                        <a:pt x="746" y="311"/>
                      </a:lnTo>
                      <a:lnTo>
                        <a:pt x="746" y="309"/>
                      </a:lnTo>
                      <a:lnTo>
                        <a:pt x="746" y="311"/>
                      </a:lnTo>
                      <a:lnTo>
                        <a:pt x="746" y="313"/>
                      </a:lnTo>
                      <a:lnTo>
                        <a:pt x="746" y="311"/>
                      </a:lnTo>
                      <a:lnTo>
                        <a:pt x="748" y="311"/>
                      </a:lnTo>
                      <a:lnTo>
                        <a:pt x="750" y="311"/>
                      </a:lnTo>
                      <a:lnTo>
                        <a:pt x="748" y="311"/>
                      </a:lnTo>
                      <a:lnTo>
                        <a:pt x="750" y="311"/>
                      </a:lnTo>
                      <a:lnTo>
                        <a:pt x="750" y="313"/>
                      </a:lnTo>
                      <a:lnTo>
                        <a:pt x="752" y="313"/>
                      </a:lnTo>
                      <a:lnTo>
                        <a:pt x="752" y="314"/>
                      </a:lnTo>
                      <a:lnTo>
                        <a:pt x="753" y="314"/>
                      </a:lnTo>
                      <a:lnTo>
                        <a:pt x="752" y="314"/>
                      </a:lnTo>
                      <a:lnTo>
                        <a:pt x="750" y="316"/>
                      </a:lnTo>
                      <a:lnTo>
                        <a:pt x="748" y="316"/>
                      </a:lnTo>
                      <a:lnTo>
                        <a:pt x="748" y="314"/>
                      </a:lnTo>
                      <a:lnTo>
                        <a:pt x="748" y="316"/>
                      </a:lnTo>
                      <a:lnTo>
                        <a:pt x="746" y="316"/>
                      </a:lnTo>
                      <a:lnTo>
                        <a:pt x="746" y="314"/>
                      </a:lnTo>
                      <a:lnTo>
                        <a:pt x="746" y="316"/>
                      </a:lnTo>
                      <a:lnTo>
                        <a:pt x="746" y="318"/>
                      </a:lnTo>
                      <a:lnTo>
                        <a:pt x="746" y="316"/>
                      </a:lnTo>
                      <a:lnTo>
                        <a:pt x="748" y="316"/>
                      </a:lnTo>
                      <a:lnTo>
                        <a:pt x="750" y="316"/>
                      </a:lnTo>
                      <a:lnTo>
                        <a:pt x="750" y="318"/>
                      </a:lnTo>
                      <a:lnTo>
                        <a:pt x="750" y="320"/>
                      </a:lnTo>
                      <a:lnTo>
                        <a:pt x="748" y="320"/>
                      </a:lnTo>
                      <a:lnTo>
                        <a:pt x="746" y="320"/>
                      </a:lnTo>
                      <a:lnTo>
                        <a:pt x="746" y="322"/>
                      </a:lnTo>
                      <a:lnTo>
                        <a:pt x="746" y="324"/>
                      </a:lnTo>
                      <a:lnTo>
                        <a:pt x="744" y="324"/>
                      </a:lnTo>
                      <a:lnTo>
                        <a:pt x="744" y="325"/>
                      </a:lnTo>
                      <a:lnTo>
                        <a:pt x="744" y="327"/>
                      </a:lnTo>
                      <a:lnTo>
                        <a:pt x="744" y="329"/>
                      </a:lnTo>
                      <a:lnTo>
                        <a:pt x="744" y="331"/>
                      </a:lnTo>
                      <a:lnTo>
                        <a:pt x="743" y="331"/>
                      </a:lnTo>
                      <a:lnTo>
                        <a:pt x="743" y="333"/>
                      </a:lnTo>
                      <a:lnTo>
                        <a:pt x="741" y="333"/>
                      </a:lnTo>
                      <a:lnTo>
                        <a:pt x="739" y="333"/>
                      </a:lnTo>
                      <a:lnTo>
                        <a:pt x="737" y="333"/>
                      </a:lnTo>
                      <a:lnTo>
                        <a:pt x="737" y="335"/>
                      </a:lnTo>
                      <a:lnTo>
                        <a:pt x="735" y="335"/>
                      </a:lnTo>
                      <a:lnTo>
                        <a:pt x="735" y="336"/>
                      </a:lnTo>
                      <a:lnTo>
                        <a:pt x="733" y="336"/>
                      </a:lnTo>
                      <a:lnTo>
                        <a:pt x="732" y="336"/>
                      </a:lnTo>
                      <a:lnTo>
                        <a:pt x="732" y="338"/>
                      </a:lnTo>
                      <a:lnTo>
                        <a:pt x="730" y="338"/>
                      </a:lnTo>
                      <a:lnTo>
                        <a:pt x="728" y="338"/>
                      </a:lnTo>
                      <a:lnTo>
                        <a:pt x="726" y="338"/>
                      </a:lnTo>
                      <a:lnTo>
                        <a:pt x="726" y="340"/>
                      </a:lnTo>
                      <a:lnTo>
                        <a:pt x="724" y="340"/>
                      </a:lnTo>
                      <a:lnTo>
                        <a:pt x="722" y="342"/>
                      </a:lnTo>
                      <a:lnTo>
                        <a:pt x="721" y="342"/>
                      </a:lnTo>
                      <a:lnTo>
                        <a:pt x="719" y="342"/>
                      </a:lnTo>
                      <a:lnTo>
                        <a:pt x="719" y="344"/>
                      </a:lnTo>
                      <a:lnTo>
                        <a:pt x="717" y="344"/>
                      </a:lnTo>
                      <a:lnTo>
                        <a:pt x="715" y="344"/>
                      </a:lnTo>
                      <a:lnTo>
                        <a:pt x="713" y="345"/>
                      </a:lnTo>
                      <a:lnTo>
                        <a:pt x="712" y="345"/>
                      </a:lnTo>
                      <a:lnTo>
                        <a:pt x="710" y="345"/>
                      </a:lnTo>
                      <a:lnTo>
                        <a:pt x="708" y="347"/>
                      </a:lnTo>
                      <a:lnTo>
                        <a:pt x="706" y="347"/>
                      </a:lnTo>
                      <a:lnTo>
                        <a:pt x="706" y="349"/>
                      </a:lnTo>
                      <a:lnTo>
                        <a:pt x="702" y="349"/>
                      </a:lnTo>
                      <a:lnTo>
                        <a:pt x="701" y="351"/>
                      </a:lnTo>
                      <a:lnTo>
                        <a:pt x="699" y="351"/>
                      </a:lnTo>
                      <a:lnTo>
                        <a:pt x="699" y="353"/>
                      </a:lnTo>
                      <a:lnTo>
                        <a:pt x="697" y="353"/>
                      </a:lnTo>
                      <a:lnTo>
                        <a:pt x="695" y="353"/>
                      </a:lnTo>
                      <a:lnTo>
                        <a:pt x="695" y="351"/>
                      </a:lnTo>
                      <a:lnTo>
                        <a:pt x="695" y="349"/>
                      </a:lnTo>
                      <a:lnTo>
                        <a:pt x="695" y="347"/>
                      </a:lnTo>
                      <a:lnTo>
                        <a:pt x="695" y="345"/>
                      </a:lnTo>
                      <a:lnTo>
                        <a:pt x="695" y="344"/>
                      </a:lnTo>
                      <a:lnTo>
                        <a:pt x="693" y="342"/>
                      </a:lnTo>
                      <a:lnTo>
                        <a:pt x="693" y="340"/>
                      </a:lnTo>
                      <a:lnTo>
                        <a:pt x="693" y="338"/>
                      </a:lnTo>
                      <a:lnTo>
                        <a:pt x="693" y="336"/>
                      </a:lnTo>
                      <a:lnTo>
                        <a:pt x="695" y="336"/>
                      </a:lnTo>
                      <a:lnTo>
                        <a:pt x="695" y="335"/>
                      </a:lnTo>
                      <a:lnTo>
                        <a:pt x="695" y="333"/>
                      </a:lnTo>
                      <a:lnTo>
                        <a:pt x="693" y="333"/>
                      </a:lnTo>
                      <a:lnTo>
                        <a:pt x="693" y="331"/>
                      </a:lnTo>
                      <a:lnTo>
                        <a:pt x="691" y="331"/>
                      </a:lnTo>
                      <a:lnTo>
                        <a:pt x="691" y="329"/>
                      </a:lnTo>
                      <a:lnTo>
                        <a:pt x="691" y="327"/>
                      </a:lnTo>
                      <a:lnTo>
                        <a:pt x="691" y="325"/>
                      </a:lnTo>
                      <a:lnTo>
                        <a:pt x="691" y="324"/>
                      </a:lnTo>
                      <a:lnTo>
                        <a:pt x="691" y="322"/>
                      </a:lnTo>
                      <a:lnTo>
                        <a:pt x="693" y="322"/>
                      </a:lnTo>
                      <a:lnTo>
                        <a:pt x="693" y="320"/>
                      </a:lnTo>
                      <a:lnTo>
                        <a:pt x="691" y="320"/>
                      </a:lnTo>
                      <a:lnTo>
                        <a:pt x="693" y="320"/>
                      </a:lnTo>
                      <a:lnTo>
                        <a:pt x="691" y="320"/>
                      </a:lnTo>
                      <a:lnTo>
                        <a:pt x="691" y="318"/>
                      </a:lnTo>
                      <a:lnTo>
                        <a:pt x="693" y="318"/>
                      </a:lnTo>
                      <a:lnTo>
                        <a:pt x="693" y="316"/>
                      </a:lnTo>
                      <a:lnTo>
                        <a:pt x="693" y="314"/>
                      </a:lnTo>
                      <a:lnTo>
                        <a:pt x="695" y="314"/>
                      </a:lnTo>
                      <a:lnTo>
                        <a:pt x="695" y="313"/>
                      </a:lnTo>
                      <a:lnTo>
                        <a:pt x="697" y="313"/>
                      </a:lnTo>
                      <a:lnTo>
                        <a:pt x="699" y="313"/>
                      </a:lnTo>
                      <a:lnTo>
                        <a:pt x="699" y="311"/>
                      </a:lnTo>
                      <a:lnTo>
                        <a:pt x="701" y="311"/>
                      </a:lnTo>
                      <a:lnTo>
                        <a:pt x="701" y="309"/>
                      </a:lnTo>
                      <a:lnTo>
                        <a:pt x="702" y="309"/>
                      </a:lnTo>
                      <a:lnTo>
                        <a:pt x="702" y="307"/>
                      </a:lnTo>
                      <a:lnTo>
                        <a:pt x="704" y="307"/>
                      </a:lnTo>
                      <a:lnTo>
                        <a:pt x="704" y="309"/>
                      </a:lnTo>
                      <a:lnTo>
                        <a:pt x="704" y="307"/>
                      </a:lnTo>
                      <a:lnTo>
                        <a:pt x="704" y="305"/>
                      </a:lnTo>
                      <a:lnTo>
                        <a:pt x="706" y="307"/>
                      </a:lnTo>
                      <a:lnTo>
                        <a:pt x="704" y="305"/>
                      </a:lnTo>
                      <a:lnTo>
                        <a:pt x="704" y="307"/>
                      </a:lnTo>
                      <a:lnTo>
                        <a:pt x="704" y="309"/>
                      </a:lnTo>
                      <a:lnTo>
                        <a:pt x="704" y="307"/>
                      </a:lnTo>
                      <a:lnTo>
                        <a:pt x="702" y="307"/>
                      </a:lnTo>
                      <a:lnTo>
                        <a:pt x="702" y="309"/>
                      </a:lnTo>
                      <a:lnTo>
                        <a:pt x="701" y="309"/>
                      </a:lnTo>
                      <a:lnTo>
                        <a:pt x="699" y="309"/>
                      </a:lnTo>
                      <a:lnTo>
                        <a:pt x="701" y="309"/>
                      </a:lnTo>
                      <a:lnTo>
                        <a:pt x="699" y="309"/>
                      </a:lnTo>
                      <a:lnTo>
                        <a:pt x="701" y="309"/>
                      </a:lnTo>
                      <a:lnTo>
                        <a:pt x="701" y="307"/>
                      </a:lnTo>
                      <a:lnTo>
                        <a:pt x="701" y="305"/>
                      </a:lnTo>
                      <a:lnTo>
                        <a:pt x="701" y="303"/>
                      </a:lnTo>
                      <a:lnTo>
                        <a:pt x="699" y="303"/>
                      </a:lnTo>
                      <a:lnTo>
                        <a:pt x="701" y="303"/>
                      </a:lnTo>
                      <a:lnTo>
                        <a:pt x="701" y="305"/>
                      </a:lnTo>
                      <a:lnTo>
                        <a:pt x="701" y="307"/>
                      </a:lnTo>
                      <a:lnTo>
                        <a:pt x="701" y="309"/>
                      </a:lnTo>
                      <a:lnTo>
                        <a:pt x="701" y="307"/>
                      </a:lnTo>
                      <a:lnTo>
                        <a:pt x="701" y="309"/>
                      </a:lnTo>
                      <a:lnTo>
                        <a:pt x="699" y="309"/>
                      </a:lnTo>
                      <a:lnTo>
                        <a:pt x="701" y="309"/>
                      </a:lnTo>
                      <a:lnTo>
                        <a:pt x="701" y="311"/>
                      </a:lnTo>
                      <a:lnTo>
                        <a:pt x="699" y="311"/>
                      </a:lnTo>
                      <a:lnTo>
                        <a:pt x="699" y="313"/>
                      </a:lnTo>
                      <a:lnTo>
                        <a:pt x="697" y="313"/>
                      </a:lnTo>
                      <a:lnTo>
                        <a:pt x="695" y="313"/>
                      </a:lnTo>
                      <a:lnTo>
                        <a:pt x="695" y="314"/>
                      </a:lnTo>
                      <a:lnTo>
                        <a:pt x="693" y="314"/>
                      </a:lnTo>
                      <a:lnTo>
                        <a:pt x="693" y="316"/>
                      </a:lnTo>
                      <a:lnTo>
                        <a:pt x="693" y="318"/>
                      </a:lnTo>
                      <a:lnTo>
                        <a:pt x="691" y="318"/>
                      </a:lnTo>
                      <a:lnTo>
                        <a:pt x="691" y="320"/>
                      </a:lnTo>
                      <a:lnTo>
                        <a:pt x="691" y="322"/>
                      </a:lnTo>
                      <a:lnTo>
                        <a:pt x="691" y="324"/>
                      </a:lnTo>
                      <a:lnTo>
                        <a:pt x="690" y="324"/>
                      </a:lnTo>
                      <a:lnTo>
                        <a:pt x="690" y="325"/>
                      </a:lnTo>
                      <a:lnTo>
                        <a:pt x="690" y="327"/>
                      </a:lnTo>
                      <a:lnTo>
                        <a:pt x="690" y="329"/>
                      </a:lnTo>
                      <a:lnTo>
                        <a:pt x="688" y="329"/>
                      </a:lnTo>
                      <a:lnTo>
                        <a:pt x="688" y="327"/>
                      </a:lnTo>
                      <a:lnTo>
                        <a:pt x="686" y="327"/>
                      </a:lnTo>
                      <a:lnTo>
                        <a:pt x="684" y="327"/>
                      </a:lnTo>
                      <a:lnTo>
                        <a:pt x="682" y="325"/>
                      </a:lnTo>
                      <a:lnTo>
                        <a:pt x="680" y="325"/>
                      </a:lnTo>
                      <a:lnTo>
                        <a:pt x="680" y="324"/>
                      </a:lnTo>
                      <a:lnTo>
                        <a:pt x="682" y="324"/>
                      </a:lnTo>
                      <a:lnTo>
                        <a:pt x="680" y="324"/>
                      </a:lnTo>
                      <a:lnTo>
                        <a:pt x="679" y="325"/>
                      </a:lnTo>
                      <a:lnTo>
                        <a:pt x="679" y="324"/>
                      </a:lnTo>
                      <a:lnTo>
                        <a:pt x="677" y="324"/>
                      </a:lnTo>
                      <a:lnTo>
                        <a:pt x="675" y="324"/>
                      </a:lnTo>
                      <a:lnTo>
                        <a:pt x="675" y="322"/>
                      </a:lnTo>
                      <a:lnTo>
                        <a:pt x="677" y="322"/>
                      </a:lnTo>
                      <a:lnTo>
                        <a:pt x="677" y="320"/>
                      </a:lnTo>
                      <a:lnTo>
                        <a:pt x="677" y="318"/>
                      </a:lnTo>
                      <a:lnTo>
                        <a:pt x="677" y="316"/>
                      </a:lnTo>
                      <a:lnTo>
                        <a:pt x="679" y="314"/>
                      </a:lnTo>
                      <a:lnTo>
                        <a:pt x="679" y="313"/>
                      </a:lnTo>
                      <a:lnTo>
                        <a:pt x="679" y="311"/>
                      </a:lnTo>
                      <a:lnTo>
                        <a:pt x="679" y="309"/>
                      </a:lnTo>
                      <a:lnTo>
                        <a:pt x="679" y="307"/>
                      </a:lnTo>
                      <a:lnTo>
                        <a:pt x="679" y="305"/>
                      </a:lnTo>
                      <a:lnTo>
                        <a:pt x="680" y="305"/>
                      </a:lnTo>
                      <a:lnTo>
                        <a:pt x="680" y="303"/>
                      </a:lnTo>
                      <a:lnTo>
                        <a:pt x="680" y="302"/>
                      </a:lnTo>
                      <a:lnTo>
                        <a:pt x="682" y="302"/>
                      </a:lnTo>
                      <a:lnTo>
                        <a:pt x="680" y="302"/>
                      </a:lnTo>
                      <a:lnTo>
                        <a:pt x="680" y="303"/>
                      </a:lnTo>
                      <a:lnTo>
                        <a:pt x="679" y="303"/>
                      </a:lnTo>
                      <a:lnTo>
                        <a:pt x="679" y="305"/>
                      </a:lnTo>
                      <a:lnTo>
                        <a:pt x="679" y="307"/>
                      </a:lnTo>
                      <a:lnTo>
                        <a:pt x="679" y="309"/>
                      </a:lnTo>
                      <a:lnTo>
                        <a:pt x="679" y="311"/>
                      </a:lnTo>
                      <a:lnTo>
                        <a:pt x="677" y="311"/>
                      </a:lnTo>
                      <a:lnTo>
                        <a:pt x="679" y="311"/>
                      </a:lnTo>
                      <a:lnTo>
                        <a:pt x="679" y="313"/>
                      </a:lnTo>
                      <a:lnTo>
                        <a:pt x="677" y="313"/>
                      </a:lnTo>
                      <a:lnTo>
                        <a:pt x="677" y="314"/>
                      </a:lnTo>
                      <a:lnTo>
                        <a:pt x="679" y="314"/>
                      </a:lnTo>
                      <a:lnTo>
                        <a:pt x="677" y="314"/>
                      </a:lnTo>
                      <a:lnTo>
                        <a:pt x="677" y="316"/>
                      </a:lnTo>
                      <a:lnTo>
                        <a:pt x="677" y="318"/>
                      </a:lnTo>
                      <a:lnTo>
                        <a:pt x="675" y="318"/>
                      </a:lnTo>
                      <a:lnTo>
                        <a:pt x="675" y="320"/>
                      </a:lnTo>
                      <a:lnTo>
                        <a:pt x="677" y="320"/>
                      </a:lnTo>
                      <a:lnTo>
                        <a:pt x="675" y="322"/>
                      </a:lnTo>
                      <a:lnTo>
                        <a:pt x="673" y="322"/>
                      </a:lnTo>
                      <a:lnTo>
                        <a:pt x="673" y="324"/>
                      </a:lnTo>
                      <a:lnTo>
                        <a:pt x="671" y="324"/>
                      </a:lnTo>
                      <a:lnTo>
                        <a:pt x="670" y="324"/>
                      </a:lnTo>
                      <a:lnTo>
                        <a:pt x="670" y="325"/>
                      </a:lnTo>
                      <a:lnTo>
                        <a:pt x="668" y="325"/>
                      </a:lnTo>
                      <a:lnTo>
                        <a:pt x="666" y="325"/>
                      </a:lnTo>
                      <a:lnTo>
                        <a:pt x="666" y="327"/>
                      </a:lnTo>
                      <a:lnTo>
                        <a:pt x="664" y="327"/>
                      </a:lnTo>
                      <a:lnTo>
                        <a:pt x="662" y="327"/>
                      </a:lnTo>
                      <a:lnTo>
                        <a:pt x="660" y="327"/>
                      </a:lnTo>
                      <a:lnTo>
                        <a:pt x="659" y="327"/>
                      </a:lnTo>
                      <a:lnTo>
                        <a:pt x="657" y="327"/>
                      </a:lnTo>
                      <a:lnTo>
                        <a:pt x="657" y="325"/>
                      </a:lnTo>
                      <a:lnTo>
                        <a:pt x="659" y="325"/>
                      </a:lnTo>
                      <a:lnTo>
                        <a:pt x="659" y="324"/>
                      </a:lnTo>
                      <a:lnTo>
                        <a:pt x="659" y="322"/>
                      </a:lnTo>
                      <a:lnTo>
                        <a:pt x="659" y="320"/>
                      </a:lnTo>
                      <a:lnTo>
                        <a:pt x="659" y="318"/>
                      </a:lnTo>
                      <a:lnTo>
                        <a:pt x="659" y="316"/>
                      </a:lnTo>
                      <a:lnTo>
                        <a:pt x="659" y="314"/>
                      </a:lnTo>
                      <a:lnTo>
                        <a:pt x="659" y="316"/>
                      </a:lnTo>
                      <a:lnTo>
                        <a:pt x="657" y="316"/>
                      </a:lnTo>
                      <a:lnTo>
                        <a:pt x="655" y="316"/>
                      </a:lnTo>
                      <a:lnTo>
                        <a:pt x="653" y="316"/>
                      </a:lnTo>
                      <a:lnTo>
                        <a:pt x="653" y="318"/>
                      </a:lnTo>
                      <a:lnTo>
                        <a:pt x="651" y="318"/>
                      </a:lnTo>
                      <a:lnTo>
                        <a:pt x="651" y="320"/>
                      </a:lnTo>
                      <a:lnTo>
                        <a:pt x="649" y="320"/>
                      </a:lnTo>
                      <a:lnTo>
                        <a:pt x="648" y="320"/>
                      </a:lnTo>
                      <a:lnTo>
                        <a:pt x="648" y="318"/>
                      </a:lnTo>
                      <a:lnTo>
                        <a:pt x="648" y="316"/>
                      </a:lnTo>
                      <a:lnTo>
                        <a:pt x="648" y="314"/>
                      </a:lnTo>
                      <a:lnTo>
                        <a:pt x="646" y="314"/>
                      </a:lnTo>
                      <a:lnTo>
                        <a:pt x="646" y="313"/>
                      </a:lnTo>
                      <a:lnTo>
                        <a:pt x="646" y="311"/>
                      </a:lnTo>
                      <a:lnTo>
                        <a:pt x="646" y="309"/>
                      </a:lnTo>
                      <a:lnTo>
                        <a:pt x="648" y="307"/>
                      </a:lnTo>
                      <a:lnTo>
                        <a:pt x="646" y="307"/>
                      </a:lnTo>
                      <a:lnTo>
                        <a:pt x="646" y="305"/>
                      </a:lnTo>
                      <a:lnTo>
                        <a:pt x="648" y="303"/>
                      </a:lnTo>
                      <a:lnTo>
                        <a:pt x="646" y="303"/>
                      </a:lnTo>
                      <a:lnTo>
                        <a:pt x="646" y="302"/>
                      </a:lnTo>
                      <a:lnTo>
                        <a:pt x="646" y="303"/>
                      </a:lnTo>
                      <a:lnTo>
                        <a:pt x="648" y="303"/>
                      </a:lnTo>
                      <a:lnTo>
                        <a:pt x="648" y="302"/>
                      </a:lnTo>
                      <a:lnTo>
                        <a:pt x="646" y="302"/>
                      </a:lnTo>
                      <a:lnTo>
                        <a:pt x="648" y="302"/>
                      </a:lnTo>
                      <a:lnTo>
                        <a:pt x="648" y="300"/>
                      </a:lnTo>
                      <a:lnTo>
                        <a:pt x="649" y="300"/>
                      </a:lnTo>
                      <a:lnTo>
                        <a:pt x="649" y="298"/>
                      </a:lnTo>
                      <a:lnTo>
                        <a:pt x="649" y="296"/>
                      </a:lnTo>
                      <a:lnTo>
                        <a:pt x="649" y="294"/>
                      </a:lnTo>
                      <a:lnTo>
                        <a:pt x="648" y="294"/>
                      </a:lnTo>
                      <a:lnTo>
                        <a:pt x="648" y="296"/>
                      </a:lnTo>
                      <a:lnTo>
                        <a:pt x="648" y="294"/>
                      </a:lnTo>
                      <a:lnTo>
                        <a:pt x="648" y="292"/>
                      </a:lnTo>
                      <a:lnTo>
                        <a:pt x="648" y="291"/>
                      </a:lnTo>
                      <a:lnTo>
                        <a:pt x="648" y="289"/>
                      </a:lnTo>
                      <a:lnTo>
                        <a:pt x="649" y="289"/>
                      </a:lnTo>
                      <a:lnTo>
                        <a:pt x="649" y="291"/>
                      </a:lnTo>
                      <a:lnTo>
                        <a:pt x="649" y="289"/>
                      </a:lnTo>
                      <a:lnTo>
                        <a:pt x="651" y="289"/>
                      </a:lnTo>
                      <a:lnTo>
                        <a:pt x="651" y="287"/>
                      </a:lnTo>
                      <a:lnTo>
                        <a:pt x="651" y="289"/>
                      </a:lnTo>
                      <a:lnTo>
                        <a:pt x="651" y="287"/>
                      </a:lnTo>
                      <a:lnTo>
                        <a:pt x="653" y="287"/>
                      </a:lnTo>
                      <a:lnTo>
                        <a:pt x="653" y="285"/>
                      </a:lnTo>
                      <a:lnTo>
                        <a:pt x="651" y="285"/>
                      </a:lnTo>
                      <a:lnTo>
                        <a:pt x="653" y="285"/>
                      </a:lnTo>
                      <a:lnTo>
                        <a:pt x="653" y="283"/>
                      </a:lnTo>
                      <a:lnTo>
                        <a:pt x="655" y="283"/>
                      </a:lnTo>
                      <a:lnTo>
                        <a:pt x="653" y="282"/>
                      </a:lnTo>
                      <a:lnTo>
                        <a:pt x="655" y="282"/>
                      </a:lnTo>
                      <a:lnTo>
                        <a:pt x="653" y="282"/>
                      </a:lnTo>
                      <a:lnTo>
                        <a:pt x="653" y="280"/>
                      </a:lnTo>
                      <a:lnTo>
                        <a:pt x="655" y="280"/>
                      </a:lnTo>
                      <a:lnTo>
                        <a:pt x="655" y="278"/>
                      </a:lnTo>
                      <a:lnTo>
                        <a:pt x="653" y="278"/>
                      </a:lnTo>
                      <a:lnTo>
                        <a:pt x="653" y="276"/>
                      </a:lnTo>
                      <a:lnTo>
                        <a:pt x="655" y="276"/>
                      </a:lnTo>
                      <a:lnTo>
                        <a:pt x="653" y="276"/>
                      </a:lnTo>
                      <a:lnTo>
                        <a:pt x="653" y="278"/>
                      </a:lnTo>
                      <a:lnTo>
                        <a:pt x="651" y="278"/>
                      </a:lnTo>
                      <a:lnTo>
                        <a:pt x="651" y="276"/>
                      </a:lnTo>
                      <a:lnTo>
                        <a:pt x="653" y="276"/>
                      </a:lnTo>
                      <a:lnTo>
                        <a:pt x="651" y="276"/>
                      </a:lnTo>
                      <a:lnTo>
                        <a:pt x="653" y="276"/>
                      </a:lnTo>
                      <a:lnTo>
                        <a:pt x="651" y="276"/>
                      </a:lnTo>
                      <a:lnTo>
                        <a:pt x="651" y="274"/>
                      </a:lnTo>
                      <a:lnTo>
                        <a:pt x="651" y="272"/>
                      </a:lnTo>
                      <a:lnTo>
                        <a:pt x="651" y="274"/>
                      </a:lnTo>
                      <a:lnTo>
                        <a:pt x="651" y="272"/>
                      </a:lnTo>
                      <a:lnTo>
                        <a:pt x="651" y="271"/>
                      </a:lnTo>
                      <a:lnTo>
                        <a:pt x="649" y="271"/>
                      </a:lnTo>
                      <a:lnTo>
                        <a:pt x="649" y="272"/>
                      </a:lnTo>
                      <a:lnTo>
                        <a:pt x="649" y="271"/>
                      </a:lnTo>
                      <a:lnTo>
                        <a:pt x="649" y="272"/>
                      </a:lnTo>
                      <a:lnTo>
                        <a:pt x="649" y="271"/>
                      </a:lnTo>
                      <a:lnTo>
                        <a:pt x="648" y="271"/>
                      </a:lnTo>
                      <a:lnTo>
                        <a:pt x="648" y="269"/>
                      </a:lnTo>
                      <a:lnTo>
                        <a:pt x="648" y="267"/>
                      </a:lnTo>
                      <a:lnTo>
                        <a:pt x="646" y="267"/>
                      </a:lnTo>
                      <a:lnTo>
                        <a:pt x="646" y="265"/>
                      </a:lnTo>
                      <a:lnTo>
                        <a:pt x="648" y="265"/>
                      </a:lnTo>
                      <a:lnTo>
                        <a:pt x="648" y="263"/>
                      </a:lnTo>
                      <a:lnTo>
                        <a:pt x="646" y="263"/>
                      </a:lnTo>
                      <a:lnTo>
                        <a:pt x="646" y="265"/>
                      </a:lnTo>
                      <a:lnTo>
                        <a:pt x="646" y="263"/>
                      </a:lnTo>
                      <a:lnTo>
                        <a:pt x="646" y="261"/>
                      </a:lnTo>
                      <a:lnTo>
                        <a:pt x="644" y="261"/>
                      </a:lnTo>
                      <a:lnTo>
                        <a:pt x="644" y="260"/>
                      </a:lnTo>
                      <a:lnTo>
                        <a:pt x="646" y="260"/>
                      </a:lnTo>
                      <a:lnTo>
                        <a:pt x="644" y="260"/>
                      </a:lnTo>
                      <a:lnTo>
                        <a:pt x="644" y="258"/>
                      </a:lnTo>
                      <a:lnTo>
                        <a:pt x="644" y="260"/>
                      </a:lnTo>
                      <a:lnTo>
                        <a:pt x="646" y="260"/>
                      </a:lnTo>
                      <a:lnTo>
                        <a:pt x="644" y="260"/>
                      </a:lnTo>
                      <a:lnTo>
                        <a:pt x="644" y="261"/>
                      </a:lnTo>
                      <a:lnTo>
                        <a:pt x="646" y="261"/>
                      </a:lnTo>
                      <a:lnTo>
                        <a:pt x="646" y="263"/>
                      </a:lnTo>
                      <a:lnTo>
                        <a:pt x="646" y="265"/>
                      </a:lnTo>
                      <a:lnTo>
                        <a:pt x="646" y="263"/>
                      </a:lnTo>
                      <a:lnTo>
                        <a:pt x="648" y="263"/>
                      </a:lnTo>
                      <a:lnTo>
                        <a:pt x="648" y="265"/>
                      </a:lnTo>
                      <a:lnTo>
                        <a:pt x="646" y="265"/>
                      </a:lnTo>
                      <a:lnTo>
                        <a:pt x="646" y="267"/>
                      </a:lnTo>
                      <a:lnTo>
                        <a:pt x="648" y="267"/>
                      </a:lnTo>
                      <a:lnTo>
                        <a:pt x="646" y="269"/>
                      </a:lnTo>
                      <a:lnTo>
                        <a:pt x="648" y="269"/>
                      </a:lnTo>
                      <a:lnTo>
                        <a:pt x="648" y="267"/>
                      </a:lnTo>
                      <a:lnTo>
                        <a:pt x="648" y="269"/>
                      </a:lnTo>
                      <a:lnTo>
                        <a:pt x="648" y="271"/>
                      </a:lnTo>
                      <a:lnTo>
                        <a:pt x="649" y="271"/>
                      </a:lnTo>
                      <a:lnTo>
                        <a:pt x="649" y="272"/>
                      </a:lnTo>
                      <a:lnTo>
                        <a:pt x="649" y="271"/>
                      </a:lnTo>
                      <a:lnTo>
                        <a:pt x="649" y="272"/>
                      </a:lnTo>
                      <a:lnTo>
                        <a:pt x="649" y="271"/>
                      </a:lnTo>
                      <a:lnTo>
                        <a:pt x="651" y="272"/>
                      </a:lnTo>
                      <a:lnTo>
                        <a:pt x="649" y="272"/>
                      </a:lnTo>
                      <a:lnTo>
                        <a:pt x="651" y="272"/>
                      </a:lnTo>
                      <a:lnTo>
                        <a:pt x="649" y="272"/>
                      </a:lnTo>
                      <a:lnTo>
                        <a:pt x="651" y="272"/>
                      </a:lnTo>
                      <a:lnTo>
                        <a:pt x="651" y="274"/>
                      </a:lnTo>
                      <a:lnTo>
                        <a:pt x="651" y="272"/>
                      </a:lnTo>
                      <a:lnTo>
                        <a:pt x="651" y="274"/>
                      </a:lnTo>
                      <a:lnTo>
                        <a:pt x="651" y="276"/>
                      </a:lnTo>
                      <a:lnTo>
                        <a:pt x="653" y="276"/>
                      </a:lnTo>
                      <a:lnTo>
                        <a:pt x="651" y="276"/>
                      </a:lnTo>
                      <a:lnTo>
                        <a:pt x="651" y="278"/>
                      </a:lnTo>
                      <a:lnTo>
                        <a:pt x="653" y="278"/>
                      </a:lnTo>
                      <a:lnTo>
                        <a:pt x="653" y="276"/>
                      </a:lnTo>
                      <a:lnTo>
                        <a:pt x="653" y="278"/>
                      </a:lnTo>
                      <a:lnTo>
                        <a:pt x="655" y="278"/>
                      </a:lnTo>
                      <a:lnTo>
                        <a:pt x="655" y="280"/>
                      </a:lnTo>
                      <a:lnTo>
                        <a:pt x="653" y="280"/>
                      </a:lnTo>
                      <a:lnTo>
                        <a:pt x="655" y="280"/>
                      </a:lnTo>
                      <a:lnTo>
                        <a:pt x="653" y="280"/>
                      </a:lnTo>
                      <a:lnTo>
                        <a:pt x="653" y="282"/>
                      </a:lnTo>
                      <a:lnTo>
                        <a:pt x="655" y="282"/>
                      </a:lnTo>
                      <a:lnTo>
                        <a:pt x="653" y="282"/>
                      </a:lnTo>
                      <a:lnTo>
                        <a:pt x="653" y="283"/>
                      </a:lnTo>
                      <a:lnTo>
                        <a:pt x="653" y="282"/>
                      </a:lnTo>
                      <a:lnTo>
                        <a:pt x="653" y="283"/>
                      </a:lnTo>
                      <a:lnTo>
                        <a:pt x="653" y="285"/>
                      </a:lnTo>
                      <a:lnTo>
                        <a:pt x="651" y="285"/>
                      </a:lnTo>
                      <a:lnTo>
                        <a:pt x="653" y="285"/>
                      </a:lnTo>
                      <a:lnTo>
                        <a:pt x="653" y="287"/>
                      </a:lnTo>
                      <a:lnTo>
                        <a:pt x="651" y="287"/>
                      </a:lnTo>
                      <a:lnTo>
                        <a:pt x="651" y="289"/>
                      </a:lnTo>
                      <a:lnTo>
                        <a:pt x="651" y="287"/>
                      </a:lnTo>
                      <a:lnTo>
                        <a:pt x="649" y="287"/>
                      </a:lnTo>
                      <a:lnTo>
                        <a:pt x="649" y="289"/>
                      </a:lnTo>
                      <a:lnTo>
                        <a:pt x="649" y="291"/>
                      </a:lnTo>
                      <a:lnTo>
                        <a:pt x="649" y="289"/>
                      </a:lnTo>
                      <a:lnTo>
                        <a:pt x="648" y="289"/>
                      </a:lnTo>
                      <a:lnTo>
                        <a:pt x="648" y="291"/>
                      </a:lnTo>
                      <a:lnTo>
                        <a:pt x="648" y="292"/>
                      </a:lnTo>
                      <a:lnTo>
                        <a:pt x="648" y="294"/>
                      </a:lnTo>
                      <a:lnTo>
                        <a:pt x="648" y="296"/>
                      </a:lnTo>
                      <a:lnTo>
                        <a:pt x="648" y="294"/>
                      </a:lnTo>
                      <a:lnTo>
                        <a:pt x="649" y="294"/>
                      </a:lnTo>
                      <a:lnTo>
                        <a:pt x="649" y="296"/>
                      </a:lnTo>
                      <a:lnTo>
                        <a:pt x="648" y="296"/>
                      </a:lnTo>
                      <a:lnTo>
                        <a:pt x="649" y="296"/>
                      </a:lnTo>
                      <a:lnTo>
                        <a:pt x="648" y="296"/>
                      </a:lnTo>
                      <a:lnTo>
                        <a:pt x="649" y="296"/>
                      </a:lnTo>
                      <a:lnTo>
                        <a:pt x="649" y="298"/>
                      </a:lnTo>
                      <a:lnTo>
                        <a:pt x="649" y="300"/>
                      </a:lnTo>
                      <a:lnTo>
                        <a:pt x="648" y="300"/>
                      </a:lnTo>
                      <a:lnTo>
                        <a:pt x="648" y="302"/>
                      </a:lnTo>
                      <a:lnTo>
                        <a:pt x="648" y="300"/>
                      </a:lnTo>
                      <a:lnTo>
                        <a:pt x="646" y="300"/>
                      </a:lnTo>
                      <a:lnTo>
                        <a:pt x="646" y="302"/>
                      </a:lnTo>
                      <a:lnTo>
                        <a:pt x="648" y="302"/>
                      </a:lnTo>
                      <a:lnTo>
                        <a:pt x="646" y="302"/>
                      </a:lnTo>
                      <a:lnTo>
                        <a:pt x="646" y="303"/>
                      </a:lnTo>
                      <a:lnTo>
                        <a:pt x="648" y="303"/>
                      </a:lnTo>
                      <a:lnTo>
                        <a:pt x="646" y="303"/>
                      </a:lnTo>
                      <a:lnTo>
                        <a:pt x="646" y="305"/>
                      </a:lnTo>
                      <a:lnTo>
                        <a:pt x="646" y="307"/>
                      </a:lnTo>
                      <a:lnTo>
                        <a:pt x="648" y="307"/>
                      </a:lnTo>
                      <a:lnTo>
                        <a:pt x="646" y="307"/>
                      </a:lnTo>
                      <a:lnTo>
                        <a:pt x="646" y="309"/>
                      </a:lnTo>
                      <a:lnTo>
                        <a:pt x="646" y="311"/>
                      </a:lnTo>
                      <a:lnTo>
                        <a:pt x="646" y="313"/>
                      </a:lnTo>
                      <a:lnTo>
                        <a:pt x="646" y="314"/>
                      </a:lnTo>
                      <a:lnTo>
                        <a:pt x="648" y="314"/>
                      </a:lnTo>
                      <a:lnTo>
                        <a:pt x="648" y="316"/>
                      </a:lnTo>
                      <a:lnTo>
                        <a:pt x="648" y="318"/>
                      </a:lnTo>
                      <a:lnTo>
                        <a:pt x="648" y="320"/>
                      </a:lnTo>
                      <a:lnTo>
                        <a:pt x="649" y="320"/>
                      </a:lnTo>
                      <a:lnTo>
                        <a:pt x="648" y="320"/>
                      </a:lnTo>
                      <a:lnTo>
                        <a:pt x="648" y="318"/>
                      </a:lnTo>
                      <a:lnTo>
                        <a:pt x="646" y="316"/>
                      </a:lnTo>
                      <a:lnTo>
                        <a:pt x="644" y="314"/>
                      </a:lnTo>
                      <a:lnTo>
                        <a:pt x="642" y="313"/>
                      </a:lnTo>
                      <a:lnTo>
                        <a:pt x="640" y="313"/>
                      </a:lnTo>
                      <a:lnTo>
                        <a:pt x="640" y="311"/>
                      </a:lnTo>
                      <a:lnTo>
                        <a:pt x="638" y="311"/>
                      </a:lnTo>
                      <a:lnTo>
                        <a:pt x="638" y="309"/>
                      </a:lnTo>
                      <a:lnTo>
                        <a:pt x="637" y="307"/>
                      </a:lnTo>
                      <a:lnTo>
                        <a:pt x="637" y="305"/>
                      </a:lnTo>
                      <a:lnTo>
                        <a:pt x="635" y="303"/>
                      </a:lnTo>
                      <a:lnTo>
                        <a:pt x="635" y="302"/>
                      </a:lnTo>
                      <a:lnTo>
                        <a:pt x="633" y="302"/>
                      </a:lnTo>
                      <a:lnTo>
                        <a:pt x="635" y="302"/>
                      </a:lnTo>
                      <a:lnTo>
                        <a:pt x="635" y="300"/>
                      </a:lnTo>
                      <a:lnTo>
                        <a:pt x="635" y="298"/>
                      </a:lnTo>
                      <a:lnTo>
                        <a:pt x="637" y="298"/>
                      </a:lnTo>
                      <a:lnTo>
                        <a:pt x="637" y="296"/>
                      </a:lnTo>
                      <a:lnTo>
                        <a:pt x="637" y="294"/>
                      </a:lnTo>
                      <a:lnTo>
                        <a:pt x="635" y="294"/>
                      </a:lnTo>
                      <a:lnTo>
                        <a:pt x="635" y="292"/>
                      </a:lnTo>
                      <a:lnTo>
                        <a:pt x="637" y="292"/>
                      </a:lnTo>
                      <a:lnTo>
                        <a:pt x="638" y="292"/>
                      </a:lnTo>
                      <a:lnTo>
                        <a:pt x="638" y="291"/>
                      </a:lnTo>
                      <a:lnTo>
                        <a:pt x="638" y="289"/>
                      </a:lnTo>
                      <a:lnTo>
                        <a:pt x="637" y="289"/>
                      </a:lnTo>
                      <a:lnTo>
                        <a:pt x="635" y="289"/>
                      </a:lnTo>
                      <a:lnTo>
                        <a:pt x="633" y="289"/>
                      </a:lnTo>
                      <a:lnTo>
                        <a:pt x="633" y="287"/>
                      </a:lnTo>
                      <a:lnTo>
                        <a:pt x="631" y="287"/>
                      </a:lnTo>
                      <a:lnTo>
                        <a:pt x="633" y="287"/>
                      </a:lnTo>
                      <a:lnTo>
                        <a:pt x="631" y="287"/>
                      </a:lnTo>
                      <a:lnTo>
                        <a:pt x="631" y="285"/>
                      </a:lnTo>
                      <a:lnTo>
                        <a:pt x="629" y="285"/>
                      </a:lnTo>
                      <a:lnTo>
                        <a:pt x="631" y="285"/>
                      </a:lnTo>
                      <a:lnTo>
                        <a:pt x="629" y="285"/>
                      </a:lnTo>
                      <a:lnTo>
                        <a:pt x="631" y="285"/>
                      </a:lnTo>
                      <a:lnTo>
                        <a:pt x="631" y="287"/>
                      </a:lnTo>
                      <a:lnTo>
                        <a:pt x="633" y="287"/>
                      </a:lnTo>
                      <a:lnTo>
                        <a:pt x="633" y="289"/>
                      </a:lnTo>
                      <a:lnTo>
                        <a:pt x="635" y="289"/>
                      </a:lnTo>
                      <a:lnTo>
                        <a:pt x="637" y="289"/>
                      </a:lnTo>
                      <a:lnTo>
                        <a:pt x="638" y="289"/>
                      </a:lnTo>
                      <a:lnTo>
                        <a:pt x="638" y="291"/>
                      </a:lnTo>
                      <a:lnTo>
                        <a:pt x="638" y="292"/>
                      </a:lnTo>
                      <a:lnTo>
                        <a:pt x="637" y="292"/>
                      </a:lnTo>
                      <a:lnTo>
                        <a:pt x="635" y="292"/>
                      </a:lnTo>
                      <a:lnTo>
                        <a:pt x="635" y="294"/>
                      </a:lnTo>
                      <a:lnTo>
                        <a:pt x="637" y="294"/>
                      </a:lnTo>
                      <a:lnTo>
                        <a:pt x="637" y="296"/>
                      </a:lnTo>
                      <a:lnTo>
                        <a:pt x="635" y="296"/>
                      </a:lnTo>
                      <a:lnTo>
                        <a:pt x="635" y="298"/>
                      </a:lnTo>
                      <a:lnTo>
                        <a:pt x="635" y="300"/>
                      </a:lnTo>
                      <a:lnTo>
                        <a:pt x="633" y="300"/>
                      </a:lnTo>
                      <a:lnTo>
                        <a:pt x="633" y="302"/>
                      </a:lnTo>
                      <a:lnTo>
                        <a:pt x="633" y="303"/>
                      </a:lnTo>
                      <a:lnTo>
                        <a:pt x="635" y="303"/>
                      </a:lnTo>
                      <a:lnTo>
                        <a:pt x="635" y="305"/>
                      </a:lnTo>
                      <a:lnTo>
                        <a:pt x="637" y="305"/>
                      </a:lnTo>
                      <a:lnTo>
                        <a:pt x="637" y="307"/>
                      </a:lnTo>
                      <a:lnTo>
                        <a:pt x="637" y="309"/>
                      </a:lnTo>
                      <a:lnTo>
                        <a:pt x="638" y="309"/>
                      </a:lnTo>
                      <a:lnTo>
                        <a:pt x="637" y="311"/>
                      </a:lnTo>
                      <a:lnTo>
                        <a:pt x="637" y="313"/>
                      </a:lnTo>
                      <a:lnTo>
                        <a:pt x="635" y="313"/>
                      </a:lnTo>
                      <a:lnTo>
                        <a:pt x="635" y="314"/>
                      </a:lnTo>
                      <a:lnTo>
                        <a:pt x="635" y="316"/>
                      </a:lnTo>
                      <a:lnTo>
                        <a:pt x="637" y="316"/>
                      </a:lnTo>
                      <a:lnTo>
                        <a:pt x="638" y="314"/>
                      </a:lnTo>
                      <a:lnTo>
                        <a:pt x="637" y="316"/>
                      </a:lnTo>
                      <a:lnTo>
                        <a:pt x="635" y="318"/>
                      </a:lnTo>
                      <a:lnTo>
                        <a:pt x="633" y="320"/>
                      </a:lnTo>
                      <a:lnTo>
                        <a:pt x="631" y="320"/>
                      </a:lnTo>
                      <a:lnTo>
                        <a:pt x="629" y="322"/>
                      </a:lnTo>
                      <a:lnTo>
                        <a:pt x="628" y="322"/>
                      </a:lnTo>
                      <a:lnTo>
                        <a:pt x="628" y="324"/>
                      </a:lnTo>
                      <a:lnTo>
                        <a:pt x="626" y="324"/>
                      </a:lnTo>
                      <a:lnTo>
                        <a:pt x="624" y="324"/>
                      </a:lnTo>
                      <a:lnTo>
                        <a:pt x="624" y="325"/>
                      </a:lnTo>
                      <a:lnTo>
                        <a:pt x="622" y="325"/>
                      </a:lnTo>
                      <a:lnTo>
                        <a:pt x="620" y="325"/>
                      </a:lnTo>
                      <a:lnTo>
                        <a:pt x="620" y="324"/>
                      </a:lnTo>
                      <a:lnTo>
                        <a:pt x="622" y="324"/>
                      </a:lnTo>
                      <a:lnTo>
                        <a:pt x="620" y="324"/>
                      </a:lnTo>
                      <a:lnTo>
                        <a:pt x="620" y="322"/>
                      </a:lnTo>
                      <a:lnTo>
                        <a:pt x="620" y="320"/>
                      </a:lnTo>
                      <a:lnTo>
                        <a:pt x="618" y="320"/>
                      </a:lnTo>
                      <a:lnTo>
                        <a:pt x="617" y="320"/>
                      </a:lnTo>
                      <a:lnTo>
                        <a:pt x="617" y="318"/>
                      </a:lnTo>
                      <a:lnTo>
                        <a:pt x="617" y="320"/>
                      </a:lnTo>
                      <a:lnTo>
                        <a:pt x="615" y="320"/>
                      </a:lnTo>
                      <a:lnTo>
                        <a:pt x="615" y="318"/>
                      </a:lnTo>
                      <a:lnTo>
                        <a:pt x="613" y="318"/>
                      </a:lnTo>
                      <a:lnTo>
                        <a:pt x="613" y="316"/>
                      </a:lnTo>
                      <a:lnTo>
                        <a:pt x="611" y="314"/>
                      </a:lnTo>
                      <a:lnTo>
                        <a:pt x="611" y="313"/>
                      </a:lnTo>
                      <a:lnTo>
                        <a:pt x="611" y="311"/>
                      </a:lnTo>
                      <a:lnTo>
                        <a:pt x="611" y="309"/>
                      </a:lnTo>
                      <a:lnTo>
                        <a:pt x="609" y="309"/>
                      </a:lnTo>
                      <a:lnTo>
                        <a:pt x="609" y="307"/>
                      </a:lnTo>
                      <a:lnTo>
                        <a:pt x="611" y="307"/>
                      </a:lnTo>
                      <a:lnTo>
                        <a:pt x="609" y="307"/>
                      </a:lnTo>
                      <a:lnTo>
                        <a:pt x="609" y="305"/>
                      </a:lnTo>
                      <a:lnTo>
                        <a:pt x="611" y="305"/>
                      </a:lnTo>
                      <a:lnTo>
                        <a:pt x="611" y="303"/>
                      </a:lnTo>
                      <a:lnTo>
                        <a:pt x="609" y="303"/>
                      </a:lnTo>
                      <a:lnTo>
                        <a:pt x="609" y="302"/>
                      </a:lnTo>
                      <a:lnTo>
                        <a:pt x="607" y="302"/>
                      </a:lnTo>
                      <a:lnTo>
                        <a:pt x="609" y="302"/>
                      </a:lnTo>
                      <a:lnTo>
                        <a:pt x="607" y="302"/>
                      </a:lnTo>
                      <a:lnTo>
                        <a:pt x="609" y="302"/>
                      </a:lnTo>
                      <a:lnTo>
                        <a:pt x="607" y="302"/>
                      </a:lnTo>
                      <a:lnTo>
                        <a:pt x="609" y="302"/>
                      </a:lnTo>
                      <a:lnTo>
                        <a:pt x="609" y="300"/>
                      </a:lnTo>
                      <a:lnTo>
                        <a:pt x="607" y="300"/>
                      </a:lnTo>
                      <a:lnTo>
                        <a:pt x="609" y="300"/>
                      </a:lnTo>
                      <a:lnTo>
                        <a:pt x="607" y="300"/>
                      </a:lnTo>
                      <a:lnTo>
                        <a:pt x="607" y="298"/>
                      </a:lnTo>
                      <a:lnTo>
                        <a:pt x="609" y="298"/>
                      </a:lnTo>
                      <a:lnTo>
                        <a:pt x="607" y="298"/>
                      </a:lnTo>
                      <a:lnTo>
                        <a:pt x="609" y="298"/>
                      </a:lnTo>
                      <a:lnTo>
                        <a:pt x="607" y="298"/>
                      </a:lnTo>
                      <a:lnTo>
                        <a:pt x="607" y="296"/>
                      </a:lnTo>
                      <a:lnTo>
                        <a:pt x="607" y="294"/>
                      </a:lnTo>
                      <a:lnTo>
                        <a:pt x="606" y="294"/>
                      </a:lnTo>
                      <a:lnTo>
                        <a:pt x="606" y="292"/>
                      </a:lnTo>
                      <a:lnTo>
                        <a:pt x="606" y="294"/>
                      </a:lnTo>
                      <a:lnTo>
                        <a:pt x="607" y="294"/>
                      </a:lnTo>
                      <a:lnTo>
                        <a:pt x="607" y="296"/>
                      </a:lnTo>
                      <a:lnTo>
                        <a:pt x="607" y="298"/>
                      </a:lnTo>
                      <a:lnTo>
                        <a:pt x="609" y="298"/>
                      </a:lnTo>
                      <a:lnTo>
                        <a:pt x="607" y="298"/>
                      </a:lnTo>
                      <a:lnTo>
                        <a:pt x="607" y="300"/>
                      </a:lnTo>
                      <a:lnTo>
                        <a:pt x="609" y="300"/>
                      </a:lnTo>
                      <a:lnTo>
                        <a:pt x="607" y="300"/>
                      </a:lnTo>
                      <a:lnTo>
                        <a:pt x="609" y="300"/>
                      </a:lnTo>
                      <a:lnTo>
                        <a:pt x="609" y="302"/>
                      </a:lnTo>
                      <a:lnTo>
                        <a:pt x="607" y="302"/>
                      </a:lnTo>
                      <a:lnTo>
                        <a:pt x="609" y="302"/>
                      </a:lnTo>
                      <a:lnTo>
                        <a:pt x="607" y="302"/>
                      </a:lnTo>
                      <a:lnTo>
                        <a:pt x="609" y="302"/>
                      </a:lnTo>
                      <a:lnTo>
                        <a:pt x="607" y="302"/>
                      </a:lnTo>
                      <a:lnTo>
                        <a:pt x="609" y="302"/>
                      </a:lnTo>
                      <a:lnTo>
                        <a:pt x="609" y="303"/>
                      </a:lnTo>
                      <a:lnTo>
                        <a:pt x="609" y="305"/>
                      </a:lnTo>
                      <a:lnTo>
                        <a:pt x="611" y="305"/>
                      </a:lnTo>
                      <a:lnTo>
                        <a:pt x="609" y="305"/>
                      </a:lnTo>
                      <a:lnTo>
                        <a:pt x="609" y="307"/>
                      </a:lnTo>
                      <a:lnTo>
                        <a:pt x="609" y="309"/>
                      </a:lnTo>
                      <a:lnTo>
                        <a:pt x="611" y="309"/>
                      </a:lnTo>
                      <a:lnTo>
                        <a:pt x="611" y="311"/>
                      </a:lnTo>
                      <a:lnTo>
                        <a:pt x="611" y="313"/>
                      </a:lnTo>
                      <a:lnTo>
                        <a:pt x="611" y="314"/>
                      </a:lnTo>
                      <a:lnTo>
                        <a:pt x="611" y="313"/>
                      </a:lnTo>
                      <a:lnTo>
                        <a:pt x="611" y="314"/>
                      </a:lnTo>
                      <a:lnTo>
                        <a:pt x="613" y="316"/>
                      </a:lnTo>
                      <a:lnTo>
                        <a:pt x="613" y="318"/>
                      </a:lnTo>
                      <a:lnTo>
                        <a:pt x="615" y="318"/>
                      </a:lnTo>
                      <a:lnTo>
                        <a:pt x="615" y="320"/>
                      </a:lnTo>
                      <a:lnTo>
                        <a:pt x="617" y="320"/>
                      </a:lnTo>
                      <a:lnTo>
                        <a:pt x="617" y="318"/>
                      </a:lnTo>
                      <a:lnTo>
                        <a:pt x="617" y="320"/>
                      </a:lnTo>
                      <a:lnTo>
                        <a:pt x="618" y="320"/>
                      </a:lnTo>
                      <a:lnTo>
                        <a:pt x="620" y="320"/>
                      </a:lnTo>
                      <a:lnTo>
                        <a:pt x="620" y="322"/>
                      </a:lnTo>
                      <a:lnTo>
                        <a:pt x="620" y="324"/>
                      </a:lnTo>
                      <a:lnTo>
                        <a:pt x="622" y="324"/>
                      </a:lnTo>
                      <a:lnTo>
                        <a:pt x="620" y="324"/>
                      </a:lnTo>
                      <a:lnTo>
                        <a:pt x="620" y="325"/>
                      </a:lnTo>
                      <a:lnTo>
                        <a:pt x="620" y="327"/>
                      </a:lnTo>
                      <a:lnTo>
                        <a:pt x="620" y="325"/>
                      </a:lnTo>
                      <a:lnTo>
                        <a:pt x="618" y="325"/>
                      </a:lnTo>
                      <a:lnTo>
                        <a:pt x="617" y="325"/>
                      </a:lnTo>
                      <a:lnTo>
                        <a:pt x="617" y="324"/>
                      </a:lnTo>
                      <a:lnTo>
                        <a:pt x="615" y="324"/>
                      </a:lnTo>
                      <a:lnTo>
                        <a:pt x="615" y="322"/>
                      </a:lnTo>
                      <a:lnTo>
                        <a:pt x="613" y="322"/>
                      </a:lnTo>
                      <a:lnTo>
                        <a:pt x="611" y="322"/>
                      </a:lnTo>
                      <a:lnTo>
                        <a:pt x="609" y="322"/>
                      </a:lnTo>
                      <a:lnTo>
                        <a:pt x="607" y="322"/>
                      </a:lnTo>
                      <a:lnTo>
                        <a:pt x="607" y="324"/>
                      </a:lnTo>
                      <a:lnTo>
                        <a:pt x="606" y="324"/>
                      </a:lnTo>
                      <a:lnTo>
                        <a:pt x="604" y="325"/>
                      </a:lnTo>
                      <a:lnTo>
                        <a:pt x="602" y="327"/>
                      </a:lnTo>
                      <a:lnTo>
                        <a:pt x="600" y="327"/>
                      </a:lnTo>
                      <a:lnTo>
                        <a:pt x="600" y="329"/>
                      </a:lnTo>
                      <a:lnTo>
                        <a:pt x="598" y="329"/>
                      </a:lnTo>
                      <a:lnTo>
                        <a:pt x="597" y="329"/>
                      </a:lnTo>
                      <a:lnTo>
                        <a:pt x="597" y="331"/>
                      </a:lnTo>
                      <a:lnTo>
                        <a:pt x="597" y="329"/>
                      </a:lnTo>
                      <a:lnTo>
                        <a:pt x="597" y="331"/>
                      </a:lnTo>
                      <a:lnTo>
                        <a:pt x="595" y="329"/>
                      </a:lnTo>
                      <a:lnTo>
                        <a:pt x="593" y="329"/>
                      </a:lnTo>
                      <a:lnTo>
                        <a:pt x="593" y="327"/>
                      </a:lnTo>
                      <a:lnTo>
                        <a:pt x="595" y="327"/>
                      </a:lnTo>
                      <a:lnTo>
                        <a:pt x="595" y="325"/>
                      </a:lnTo>
                      <a:lnTo>
                        <a:pt x="595" y="324"/>
                      </a:lnTo>
                      <a:lnTo>
                        <a:pt x="595" y="322"/>
                      </a:lnTo>
                      <a:lnTo>
                        <a:pt x="595" y="320"/>
                      </a:lnTo>
                      <a:lnTo>
                        <a:pt x="593" y="318"/>
                      </a:lnTo>
                      <a:lnTo>
                        <a:pt x="593" y="316"/>
                      </a:lnTo>
                      <a:lnTo>
                        <a:pt x="595" y="316"/>
                      </a:lnTo>
                      <a:lnTo>
                        <a:pt x="595" y="314"/>
                      </a:lnTo>
                      <a:lnTo>
                        <a:pt x="595" y="313"/>
                      </a:lnTo>
                      <a:lnTo>
                        <a:pt x="595" y="311"/>
                      </a:lnTo>
                      <a:lnTo>
                        <a:pt x="593" y="309"/>
                      </a:lnTo>
                      <a:lnTo>
                        <a:pt x="593" y="307"/>
                      </a:lnTo>
                      <a:lnTo>
                        <a:pt x="591" y="307"/>
                      </a:lnTo>
                      <a:lnTo>
                        <a:pt x="591" y="305"/>
                      </a:lnTo>
                      <a:lnTo>
                        <a:pt x="591" y="303"/>
                      </a:lnTo>
                      <a:lnTo>
                        <a:pt x="591" y="302"/>
                      </a:lnTo>
                      <a:lnTo>
                        <a:pt x="593" y="300"/>
                      </a:lnTo>
                      <a:lnTo>
                        <a:pt x="591" y="300"/>
                      </a:lnTo>
                      <a:lnTo>
                        <a:pt x="591" y="302"/>
                      </a:lnTo>
                      <a:lnTo>
                        <a:pt x="589" y="303"/>
                      </a:lnTo>
                      <a:lnTo>
                        <a:pt x="591" y="303"/>
                      </a:lnTo>
                      <a:lnTo>
                        <a:pt x="591" y="305"/>
                      </a:lnTo>
                      <a:lnTo>
                        <a:pt x="589" y="305"/>
                      </a:lnTo>
                      <a:lnTo>
                        <a:pt x="589" y="307"/>
                      </a:lnTo>
                      <a:lnTo>
                        <a:pt x="591" y="307"/>
                      </a:lnTo>
                      <a:lnTo>
                        <a:pt x="589" y="307"/>
                      </a:lnTo>
                      <a:lnTo>
                        <a:pt x="589" y="309"/>
                      </a:lnTo>
                      <a:lnTo>
                        <a:pt x="587" y="309"/>
                      </a:lnTo>
                      <a:lnTo>
                        <a:pt x="586" y="311"/>
                      </a:lnTo>
                      <a:lnTo>
                        <a:pt x="584" y="311"/>
                      </a:lnTo>
                      <a:lnTo>
                        <a:pt x="584" y="309"/>
                      </a:lnTo>
                      <a:lnTo>
                        <a:pt x="582" y="309"/>
                      </a:lnTo>
                      <a:lnTo>
                        <a:pt x="582" y="307"/>
                      </a:lnTo>
                      <a:lnTo>
                        <a:pt x="580" y="307"/>
                      </a:lnTo>
                      <a:lnTo>
                        <a:pt x="580" y="305"/>
                      </a:lnTo>
                      <a:lnTo>
                        <a:pt x="582" y="305"/>
                      </a:lnTo>
                      <a:lnTo>
                        <a:pt x="582" y="303"/>
                      </a:lnTo>
                      <a:lnTo>
                        <a:pt x="584" y="303"/>
                      </a:lnTo>
                      <a:lnTo>
                        <a:pt x="584" y="302"/>
                      </a:lnTo>
                      <a:lnTo>
                        <a:pt x="586" y="302"/>
                      </a:lnTo>
                      <a:lnTo>
                        <a:pt x="586" y="300"/>
                      </a:lnTo>
                      <a:lnTo>
                        <a:pt x="586" y="302"/>
                      </a:lnTo>
                      <a:lnTo>
                        <a:pt x="584" y="302"/>
                      </a:lnTo>
                      <a:lnTo>
                        <a:pt x="584" y="303"/>
                      </a:lnTo>
                      <a:lnTo>
                        <a:pt x="582" y="303"/>
                      </a:lnTo>
                      <a:lnTo>
                        <a:pt x="582" y="305"/>
                      </a:lnTo>
                      <a:lnTo>
                        <a:pt x="580" y="305"/>
                      </a:lnTo>
                      <a:lnTo>
                        <a:pt x="580" y="307"/>
                      </a:lnTo>
                      <a:lnTo>
                        <a:pt x="578" y="307"/>
                      </a:lnTo>
                      <a:lnTo>
                        <a:pt x="576" y="307"/>
                      </a:lnTo>
                      <a:lnTo>
                        <a:pt x="575" y="307"/>
                      </a:lnTo>
                      <a:lnTo>
                        <a:pt x="575" y="309"/>
                      </a:lnTo>
                      <a:lnTo>
                        <a:pt x="573" y="309"/>
                      </a:lnTo>
                      <a:lnTo>
                        <a:pt x="573" y="311"/>
                      </a:lnTo>
                      <a:lnTo>
                        <a:pt x="571" y="311"/>
                      </a:lnTo>
                      <a:lnTo>
                        <a:pt x="569" y="311"/>
                      </a:lnTo>
                      <a:lnTo>
                        <a:pt x="569" y="313"/>
                      </a:lnTo>
                      <a:lnTo>
                        <a:pt x="567" y="313"/>
                      </a:lnTo>
                      <a:lnTo>
                        <a:pt x="565" y="313"/>
                      </a:lnTo>
                      <a:lnTo>
                        <a:pt x="564" y="313"/>
                      </a:lnTo>
                      <a:lnTo>
                        <a:pt x="562" y="313"/>
                      </a:lnTo>
                      <a:lnTo>
                        <a:pt x="560" y="311"/>
                      </a:lnTo>
                      <a:lnTo>
                        <a:pt x="558" y="311"/>
                      </a:lnTo>
                      <a:lnTo>
                        <a:pt x="558" y="309"/>
                      </a:lnTo>
                      <a:lnTo>
                        <a:pt x="556" y="309"/>
                      </a:lnTo>
                      <a:lnTo>
                        <a:pt x="556" y="311"/>
                      </a:lnTo>
                      <a:lnTo>
                        <a:pt x="556" y="309"/>
                      </a:lnTo>
                      <a:lnTo>
                        <a:pt x="556" y="311"/>
                      </a:lnTo>
                      <a:lnTo>
                        <a:pt x="555" y="311"/>
                      </a:lnTo>
                      <a:lnTo>
                        <a:pt x="553" y="311"/>
                      </a:lnTo>
                      <a:lnTo>
                        <a:pt x="553" y="313"/>
                      </a:lnTo>
                      <a:lnTo>
                        <a:pt x="553" y="311"/>
                      </a:lnTo>
                      <a:lnTo>
                        <a:pt x="551" y="311"/>
                      </a:lnTo>
                      <a:lnTo>
                        <a:pt x="553" y="311"/>
                      </a:lnTo>
                      <a:lnTo>
                        <a:pt x="553" y="309"/>
                      </a:lnTo>
                      <a:lnTo>
                        <a:pt x="553" y="307"/>
                      </a:lnTo>
                      <a:lnTo>
                        <a:pt x="551" y="307"/>
                      </a:lnTo>
                      <a:lnTo>
                        <a:pt x="551" y="305"/>
                      </a:lnTo>
                      <a:lnTo>
                        <a:pt x="549" y="305"/>
                      </a:lnTo>
                      <a:lnTo>
                        <a:pt x="547" y="305"/>
                      </a:lnTo>
                      <a:lnTo>
                        <a:pt x="545" y="305"/>
                      </a:lnTo>
                      <a:lnTo>
                        <a:pt x="545" y="307"/>
                      </a:lnTo>
                      <a:lnTo>
                        <a:pt x="544" y="307"/>
                      </a:lnTo>
                      <a:lnTo>
                        <a:pt x="542" y="307"/>
                      </a:lnTo>
                      <a:lnTo>
                        <a:pt x="542" y="309"/>
                      </a:lnTo>
                      <a:lnTo>
                        <a:pt x="540" y="309"/>
                      </a:lnTo>
                      <a:lnTo>
                        <a:pt x="540" y="311"/>
                      </a:lnTo>
                      <a:lnTo>
                        <a:pt x="540" y="309"/>
                      </a:lnTo>
                      <a:lnTo>
                        <a:pt x="538" y="309"/>
                      </a:lnTo>
                      <a:lnTo>
                        <a:pt x="538" y="307"/>
                      </a:lnTo>
                      <a:lnTo>
                        <a:pt x="538" y="305"/>
                      </a:lnTo>
                      <a:lnTo>
                        <a:pt x="538" y="303"/>
                      </a:lnTo>
                      <a:lnTo>
                        <a:pt x="538" y="302"/>
                      </a:lnTo>
                      <a:lnTo>
                        <a:pt x="536" y="302"/>
                      </a:lnTo>
                      <a:lnTo>
                        <a:pt x="538" y="302"/>
                      </a:lnTo>
                      <a:lnTo>
                        <a:pt x="538" y="300"/>
                      </a:lnTo>
                      <a:lnTo>
                        <a:pt x="536" y="300"/>
                      </a:lnTo>
                      <a:lnTo>
                        <a:pt x="536" y="298"/>
                      </a:lnTo>
                      <a:lnTo>
                        <a:pt x="534" y="298"/>
                      </a:lnTo>
                      <a:lnTo>
                        <a:pt x="534" y="296"/>
                      </a:lnTo>
                      <a:lnTo>
                        <a:pt x="536" y="296"/>
                      </a:lnTo>
                      <a:lnTo>
                        <a:pt x="536" y="294"/>
                      </a:lnTo>
                      <a:lnTo>
                        <a:pt x="538" y="294"/>
                      </a:lnTo>
                      <a:lnTo>
                        <a:pt x="540" y="294"/>
                      </a:lnTo>
                      <a:lnTo>
                        <a:pt x="540" y="292"/>
                      </a:lnTo>
                      <a:lnTo>
                        <a:pt x="540" y="294"/>
                      </a:lnTo>
                      <a:lnTo>
                        <a:pt x="542" y="294"/>
                      </a:lnTo>
                      <a:lnTo>
                        <a:pt x="540" y="294"/>
                      </a:lnTo>
                      <a:lnTo>
                        <a:pt x="540" y="292"/>
                      </a:lnTo>
                      <a:lnTo>
                        <a:pt x="540" y="291"/>
                      </a:lnTo>
                      <a:lnTo>
                        <a:pt x="542" y="291"/>
                      </a:lnTo>
                      <a:lnTo>
                        <a:pt x="542" y="289"/>
                      </a:lnTo>
                      <a:lnTo>
                        <a:pt x="542" y="287"/>
                      </a:lnTo>
                      <a:lnTo>
                        <a:pt x="544" y="287"/>
                      </a:lnTo>
                      <a:lnTo>
                        <a:pt x="544" y="285"/>
                      </a:lnTo>
                      <a:lnTo>
                        <a:pt x="544" y="287"/>
                      </a:lnTo>
                      <a:lnTo>
                        <a:pt x="542" y="287"/>
                      </a:lnTo>
                      <a:lnTo>
                        <a:pt x="542" y="289"/>
                      </a:lnTo>
                      <a:lnTo>
                        <a:pt x="542" y="291"/>
                      </a:lnTo>
                      <a:lnTo>
                        <a:pt x="540" y="291"/>
                      </a:lnTo>
                      <a:lnTo>
                        <a:pt x="540" y="292"/>
                      </a:lnTo>
                      <a:lnTo>
                        <a:pt x="538" y="294"/>
                      </a:lnTo>
                      <a:lnTo>
                        <a:pt x="536" y="294"/>
                      </a:lnTo>
                      <a:lnTo>
                        <a:pt x="536" y="292"/>
                      </a:lnTo>
                      <a:lnTo>
                        <a:pt x="536" y="291"/>
                      </a:lnTo>
                      <a:lnTo>
                        <a:pt x="534" y="291"/>
                      </a:lnTo>
                      <a:lnTo>
                        <a:pt x="534" y="289"/>
                      </a:lnTo>
                      <a:lnTo>
                        <a:pt x="534" y="287"/>
                      </a:lnTo>
                      <a:lnTo>
                        <a:pt x="534" y="285"/>
                      </a:lnTo>
                      <a:lnTo>
                        <a:pt x="533" y="283"/>
                      </a:lnTo>
                      <a:lnTo>
                        <a:pt x="531" y="283"/>
                      </a:lnTo>
                      <a:lnTo>
                        <a:pt x="533" y="283"/>
                      </a:lnTo>
                      <a:lnTo>
                        <a:pt x="533" y="282"/>
                      </a:lnTo>
                      <a:lnTo>
                        <a:pt x="533" y="280"/>
                      </a:lnTo>
                      <a:lnTo>
                        <a:pt x="533" y="278"/>
                      </a:lnTo>
                      <a:lnTo>
                        <a:pt x="533" y="276"/>
                      </a:lnTo>
                      <a:lnTo>
                        <a:pt x="534" y="276"/>
                      </a:lnTo>
                      <a:lnTo>
                        <a:pt x="533" y="276"/>
                      </a:lnTo>
                      <a:lnTo>
                        <a:pt x="533" y="274"/>
                      </a:lnTo>
                      <a:lnTo>
                        <a:pt x="533" y="272"/>
                      </a:lnTo>
                      <a:lnTo>
                        <a:pt x="531" y="272"/>
                      </a:lnTo>
                      <a:lnTo>
                        <a:pt x="529" y="271"/>
                      </a:lnTo>
                      <a:lnTo>
                        <a:pt x="527" y="271"/>
                      </a:lnTo>
                      <a:lnTo>
                        <a:pt x="527" y="269"/>
                      </a:lnTo>
                      <a:lnTo>
                        <a:pt x="525" y="269"/>
                      </a:lnTo>
                      <a:lnTo>
                        <a:pt x="527" y="269"/>
                      </a:lnTo>
                      <a:lnTo>
                        <a:pt x="529" y="269"/>
                      </a:lnTo>
                      <a:lnTo>
                        <a:pt x="527" y="271"/>
                      </a:lnTo>
                      <a:lnTo>
                        <a:pt x="529" y="271"/>
                      </a:lnTo>
                      <a:lnTo>
                        <a:pt x="529" y="269"/>
                      </a:lnTo>
                      <a:lnTo>
                        <a:pt x="531" y="269"/>
                      </a:lnTo>
                      <a:lnTo>
                        <a:pt x="531" y="271"/>
                      </a:lnTo>
                      <a:lnTo>
                        <a:pt x="531" y="269"/>
                      </a:lnTo>
                      <a:lnTo>
                        <a:pt x="531" y="271"/>
                      </a:lnTo>
                      <a:lnTo>
                        <a:pt x="533" y="271"/>
                      </a:lnTo>
                      <a:lnTo>
                        <a:pt x="531" y="271"/>
                      </a:lnTo>
                      <a:lnTo>
                        <a:pt x="531" y="269"/>
                      </a:lnTo>
                      <a:lnTo>
                        <a:pt x="533" y="269"/>
                      </a:lnTo>
                      <a:lnTo>
                        <a:pt x="534" y="269"/>
                      </a:lnTo>
                      <a:lnTo>
                        <a:pt x="534" y="267"/>
                      </a:lnTo>
                      <a:lnTo>
                        <a:pt x="536" y="267"/>
                      </a:lnTo>
                      <a:lnTo>
                        <a:pt x="536" y="265"/>
                      </a:lnTo>
                      <a:lnTo>
                        <a:pt x="536" y="267"/>
                      </a:lnTo>
                      <a:lnTo>
                        <a:pt x="536" y="265"/>
                      </a:lnTo>
                      <a:lnTo>
                        <a:pt x="538" y="265"/>
                      </a:lnTo>
                      <a:lnTo>
                        <a:pt x="538" y="263"/>
                      </a:lnTo>
                      <a:lnTo>
                        <a:pt x="540" y="263"/>
                      </a:lnTo>
                      <a:lnTo>
                        <a:pt x="540" y="261"/>
                      </a:lnTo>
                      <a:lnTo>
                        <a:pt x="542" y="261"/>
                      </a:lnTo>
                      <a:lnTo>
                        <a:pt x="542" y="263"/>
                      </a:lnTo>
                      <a:lnTo>
                        <a:pt x="542" y="261"/>
                      </a:lnTo>
                      <a:lnTo>
                        <a:pt x="544" y="261"/>
                      </a:lnTo>
                      <a:lnTo>
                        <a:pt x="542" y="260"/>
                      </a:lnTo>
                      <a:lnTo>
                        <a:pt x="544" y="260"/>
                      </a:lnTo>
                      <a:lnTo>
                        <a:pt x="544" y="258"/>
                      </a:lnTo>
                      <a:lnTo>
                        <a:pt x="544" y="260"/>
                      </a:lnTo>
                      <a:lnTo>
                        <a:pt x="542" y="260"/>
                      </a:lnTo>
                      <a:lnTo>
                        <a:pt x="544" y="261"/>
                      </a:lnTo>
                      <a:lnTo>
                        <a:pt x="542" y="261"/>
                      </a:lnTo>
                      <a:lnTo>
                        <a:pt x="542" y="263"/>
                      </a:lnTo>
                      <a:lnTo>
                        <a:pt x="542" y="261"/>
                      </a:lnTo>
                      <a:lnTo>
                        <a:pt x="540" y="261"/>
                      </a:lnTo>
                      <a:lnTo>
                        <a:pt x="540" y="263"/>
                      </a:lnTo>
                      <a:lnTo>
                        <a:pt x="538" y="263"/>
                      </a:lnTo>
                      <a:lnTo>
                        <a:pt x="540" y="263"/>
                      </a:lnTo>
                      <a:lnTo>
                        <a:pt x="538" y="263"/>
                      </a:lnTo>
                      <a:lnTo>
                        <a:pt x="538" y="265"/>
                      </a:lnTo>
                      <a:lnTo>
                        <a:pt x="536" y="265"/>
                      </a:lnTo>
                      <a:lnTo>
                        <a:pt x="536" y="267"/>
                      </a:lnTo>
                      <a:lnTo>
                        <a:pt x="536" y="265"/>
                      </a:lnTo>
                      <a:lnTo>
                        <a:pt x="536" y="267"/>
                      </a:lnTo>
                      <a:lnTo>
                        <a:pt x="534" y="267"/>
                      </a:lnTo>
                      <a:lnTo>
                        <a:pt x="536" y="267"/>
                      </a:lnTo>
                      <a:lnTo>
                        <a:pt x="534" y="267"/>
                      </a:lnTo>
                      <a:lnTo>
                        <a:pt x="534" y="269"/>
                      </a:lnTo>
                      <a:lnTo>
                        <a:pt x="534" y="267"/>
                      </a:lnTo>
                      <a:lnTo>
                        <a:pt x="534" y="269"/>
                      </a:lnTo>
                      <a:lnTo>
                        <a:pt x="533" y="269"/>
                      </a:lnTo>
                      <a:lnTo>
                        <a:pt x="531" y="269"/>
                      </a:lnTo>
                      <a:lnTo>
                        <a:pt x="531" y="271"/>
                      </a:lnTo>
                      <a:lnTo>
                        <a:pt x="531" y="269"/>
                      </a:lnTo>
                      <a:lnTo>
                        <a:pt x="531" y="271"/>
                      </a:lnTo>
                      <a:lnTo>
                        <a:pt x="531" y="269"/>
                      </a:lnTo>
                      <a:lnTo>
                        <a:pt x="529" y="269"/>
                      </a:lnTo>
                      <a:lnTo>
                        <a:pt x="529" y="267"/>
                      </a:lnTo>
                      <a:lnTo>
                        <a:pt x="529" y="269"/>
                      </a:lnTo>
                      <a:lnTo>
                        <a:pt x="529" y="267"/>
                      </a:lnTo>
                      <a:lnTo>
                        <a:pt x="527" y="267"/>
                      </a:lnTo>
                      <a:lnTo>
                        <a:pt x="529" y="267"/>
                      </a:lnTo>
                      <a:lnTo>
                        <a:pt x="527" y="267"/>
                      </a:lnTo>
                      <a:lnTo>
                        <a:pt x="529" y="265"/>
                      </a:lnTo>
                      <a:lnTo>
                        <a:pt x="529" y="263"/>
                      </a:lnTo>
                      <a:lnTo>
                        <a:pt x="531" y="263"/>
                      </a:lnTo>
                      <a:lnTo>
                        <a:pt x="531" y="261"/>
                      </a:lnTo>
                      <a:lnTo>
                        <a:pt x="531" y="260"/>
                      </a:lnTo>
                      <a:lnTo>
                        <a:pt x="531" y="258"/>
                      </a:lnTo>
                      <a:lnTo>
                        <a:pt x="531" y="256"/>
                      </a:lnTo>
                      <a:lnTo>
                        <a:pt x="531" y="254"/>
                      </a:lnTo>
                      <a:lnTo>
                        <a:pt x="533" y="254"/>
                      </a:lnTo>
                      <a:lnTo>
                        <a:pt x="533" y="252"/>
                      </a:lnTo>
                      <a:lnTo>
                        <a:pt x="531" y="252"/>
                      </a:lnTo>
                      <a:lnTo>
                        <a:pt x="531" y="250"/>
                      </a:lnTo>
                      <a:lnTo>
                        <a:pt x="531" y="249"/>
                      </a:lnTo>
                      <a:lnTo>
                        <a:pt x="529" y="249"/>
                      </a:lnTo>
                      <a:lnTo>
                        <a:pt x="527" y="249"/>
                      </a:lnTo>
                      <a:lnTo>
                        <a:pt x="527" y="247"/>
                      </a:lnTo>
                      <a:lnTo>
                        <a:pt x="525" y="247"/>
                      </a:lnTo>
                      <a:lnTo>
                        <a:pt x="525" y="245"/>
                      </a:lnTo>
                      <a:lnTo>
                        <a:pt x="527" y="245"/>
                      </a:lnTo>
                      <a:lnTo>
                        <a:pt x="527" y="243"/>
                      </a:lnTo>
                      <a:lnTo>
                        <a:pt x="529" y="243"/>
                      </a:lnTo>
                      <a:lnTo>
                        <a:pt x="531" y="243"/>
                      </a:lnTo>
                      <a:lnTo>
                        <a:pt x="531" y="241"/>
                      </a:lnTo>
                      <a:lnTo>
                        <a:pt x="531" y="243"/>
                      </a:lnTo>
                      <a:lnTo>
                        <a:pt x="533" y="241"/>
                      </a:lnTo>
                      <a:lnTo>
                        <a:pt x="531" y="241"/>
                      </a:lnTo>
                      <a:lnTo>
                        <a:pt x="533" y="241"/>
                      </a:lnTo>
                      <a:lnTo>
                        <a:pt x="531" y="241"/>
                      </a:lnTo>
                      <a:lnTo>
                        <a:pt x="531" y="243"/>
                      </a:lnTo>
                      <a:lnTo>
                        <a:pt x="531" y="241"/>
                      </a:lnTo>
                      <a:lnTo>
                        <a:pt x="531" y="243"/>
                      </a:lnTo>
                      <a:lnTo>
                        <a:pt x="529" y="241"/>
                      </a:lnTo>
                      <a:lnTo>
                        <a:pt x="529" y="243"/>
                      </a:lnTo>
                      <a:lnTo>
                        <a:pt x="527" y="243"/>
                      </a:lnTo>
                      <a:lnTo>
                        <a:pt x="525" y="243"/>
                      </a:lnTo>
                      <a:lnTo>
                        <a:pt x="524" y="241"/>
                      </a:lnTo>
                      <a:lnTo>
                        <a:pt x="524" y="243"/>
                      </a:lnTo>
                      <a:lnTo>
                        <a:pt x="524" y="241"/>
                      </a:lnTo>
                      <a:lnTo>
                        <a:pt x="522" y="241"/>
                      </a:lnTo>
                      <a:lnTo>
                        <a:pt x="522" y="239"/>
                      </a:lnTo>
                      <a:lnTo>
                        <a:pt x="520" y="239"/>
                      </a:lnTo>
                      <a:lnTo>
                        <a:pt x="520" y="238"/>
                      </a:lnTo>
                      <a:lnTo>
                        <a:pt x="520" y="239"/>
                      </a:lnTo>
                      <a:lnTo>
                        <a:pt x="520" y="238"/>
                      </a:lnTo>
                      <a:lnTo>
                        <a:pt x="520" y="236"/>
                      </a:lnTo>
                      <a:lnTo>
                        <a:pt x="522" y="236"/>
                      </a:lnTo>
                      <a:lnTo>
                        <a:pt x="520" y="236"/>
                      </a:lnTo>
                      <a:lnTo>
                        <a:pt x="522" y="236"/>
                      </a:lnTo>
                      <a:lnTo>
                        <a:pt x="522" y="234"/>
                      </a:lnTo>
                      <a:lnTo>
                        <a:pt x="524" y="234"/>
                      </a:lnTo>
                      <a:lnTo>
                        <a:pt x="524" y="232"/>
                      </a:lnTo>
                      <a:lnTo>
                        <a:pt x="524" y="234"/>
                      </a:lnTo>
                      <a:lnTo>
                        <a:pt x="524" y="232"/>
                      </a:lnTo>
                      <a:lnTo>
                        <a:pt x="525" y="232"/>
                      </a:lnTo>
                      <a:lnTo>
                        <a:pt x="527" y="232"/>
                      </a:lnTo>
                      <a:lnTo>
                        <a:pt x="527" y="230"/>
                      </a:lnTo>
                      <a:lnTo>
                        <a:pt x="527" y="229"/>
                      </a:lnTo>
                      <a:lnTo>
                        <a:pt x="525" y="229"/>
                      </a:lnTo>
                      <a:lnTo>
                        <a:pt x="527" y="229"/>
                      </a:lnTo>
                      <a:lnTo>
                        <a:pt x="527" y="230"/>
                      </a:lnTo>
                      <a:lnTo>
                        <a:pt x="525" y="232"/>
                      </a:lnTo>
                      <a:lnTo>
                        <a:pt x="524" y="232"/>
                      </a:lnTo>
                      <a:lnTo>
                        <a:pt x="524" y="234"/>
                      </a:lnTo>
                      <a:lnTo>
                        <a:pt x="524" y="232"/>
                      </a:lnTo>
                      <a:lnTo>
                        <a:pt x="522" y="234"/>
                      </a:lnTo>
                      <a:lnTo>
                        <a:pt x="520" y="234"/>
                      </a:lnTo>
                      <a:lnTo>
                        <a:pt x="520" y="236"/>
                      </a:lnTo>
                      <a:lnTo>
                        <a:pt x="520" y="234"/>
                      </a:lnTo>
                      <a:lnTo>
                        <a:pt x="518" y="232"/>
                      </a:lnTo>
                      <a:lnTo>
                        <a:pt x="516" y="232"/>
                      </a:lnTo>
                      <a:lnTo>
                        <a:pt x="516" y="230"/>
                      </a:lnTo>
                      <a:lnTo>
                        <a:pt x="518" y="230"/>
                      </a:lnTo>
                      <a:lnTo>
                        <a:pt x="516" y="230"/>
                      </a:lnTo>
                      <a:lnTo>
                        <a:pt x="514" y="230"/>
                      </a:lnTo>
                      <a:lnTo>
                        <a:pt x="514" y="229"/>
                      </a:lnTo>
                      <a:lnTo>
                        <a:pt x="516" y="229"/>
                      </a:lnTo>
                      <a:lnTo>
                        <a:pt x="514" y="229"/>
                      </a:lnTo>
                      <a:lnTo>
                        <a:pt x="516" y="229"/>
                      </a:lnTo>
                      <a:lnTo>
                        <a:pt x="514" y="229"/>
                      </a:lnTo>
                      <a:lnTo>
                        <a:pt x="513" y="229"/>
                      </a:lnTo>
                      <a:lnTo>
                        <a:pt x="514" y="229"/>
                      </a:lnTo>
                      <a:lnTo>
                        <a:pt x="516" y="227"/>
                      </a:lnTo>
                      <a:lnTo>
                        <a:pt x="516" y="229"/>
                      </a:lnTo>
                      <a:lnTo>
                        <a:pt x="516" y="227"/>
                      </a:lnTo>
                      <a:lnTo>
                        <a:pt x="516" y="229"/>
                      </a:lnTo>
                      <a:lnTo>
                        <a:pt x="516" y="227"/>
                      </a:lnTo>
                      <a:lnTo>
                        <a:pt x="514" y="229"/>
                      </a:lnTo>
                      <a:lnTo>
                        <a:pt x="514" y="227"/>
                      </a:lnTo>
                      <a:lnTo>
                        <a:pt x="516" y="227"/>
                      </a:lnTo>
                      <a:lnTo>
                        <a:pt x="518" y="225"/>
                      </a:lnTo>
                      <a:lnTo>
                        <a:pt x="518" y="223"/>
                      </a:lnTo>
                      <a:lnTo>
                        <a:pt x="518" y="225"/>
                      </a:lnTo>
                      <a:lnTo>
                        <a:pt x="516" y="225"/>
                      </a:lnTo>
                      <a:lnTo>
                        <a:pt x="516" y="227"/>
                      </a:lnTo>
                      <a:lnTo>
                        <a:pt x="514" y="227"/>
                      </a:lnTo>
                      <a:lnTo>
                        <a:pt x="516" y="227"/>
                      </a:lnTo>
                      <a:lnTo>
                        <a:pt x="514" y="225"/>
                      </a:lnTo>
                      <a:lnTo>
                        <a:pt x="516" y="225"/>
                      </a:lnTo>
                      <a:lnTo>
                        <a:pt x="514" y="225"/>
                      </a:lnTo>
                      <a:lnTo>
                        <a:pt x="514" y="227"/>
                      </a:lnTo>
                      <a:lnTo>
                        <a:pt x="513" y="227"/>
                      </a:lnTo>
                      <a:lnTo>
                        <a:pt x="511" y="227"/>
                      </a:lnTo>
                      <a:lnTo>
                        <a:pt x="511" y="225"/>
                      </a:lnTo>
                      <a:lnTo>
                        <a:pt x="509" y="225"/>
                      </a:lnTo>
                      <a:lnTo>
                        <a:pt x="507" y="225"/>
                      </a:lnTo>
                      <a:lnTo>
                        <a:pt x="507" y="223"/>
                      </a:lnTo>
                      <a:lnTo>
                        <a:pt x="509" y="225"/>
                      </a:lnTo>
                      <a:lnTo>
                        <a:pt x="509" y="223"/>
                      </a:lnTo>
                      <a:lnTo>
                        <a:pt x="509" y="225"/>
                      </a:lnTo>
                      <a:lnTo>
                        <a:pt x="509" y="223"/>
                      </a:lnTo>
                      <a:lnTo>
                        <a:pt x="511" y="223"/>
                      </a:lnTo>
                      <a:lnTo>
                        <a:pt x="509" y="223"/>
                      </a:lnTo>
                      <a:lnTo>
                        <a:pt x="509" y="225"/>
                      </a:lnTo>
                      <a:lnTo>
                        <a:pt x="507" y="223"/>
                      </a:lnTo>
                      <a:lnTo>
                        <a:pt x="507" y="225"/>
                      </a:lnTo>
                      <a:lnTo>
                        <a:pt x="507" y="223"/>
                      </a:lnTo>
                      <a:lnTo>
                        <a:pt x="507" y="221"/>
                      </a:lnTo>
                      <a:lnTo>
                        <a:pt x="507" y="223"/>
                      </a:lnTo>
                      <a:lnTo>
                        <a:pt x="507" y="225"/>
                      </a:lnTo>
                      <a:lnTo>
                        <a:pt x="505" y="225"/>
                      </a:lnTo>
                      <a:lnTo>
                        <a:pt x="505" y="223"/>
                      </a:lnTo>
                      <a:lnTo>
                        <a:pt x="503" y="223"/>
                      </a:lnTo>
                      <a:lnTo>
                        <a:pt x="502" y="223"/>
                      </a:lnTo>
                      <a:lnTo>
                        <a:pt x="500" y="223"/>
                      </a:lnTo>
                      <a:lnTo>
                        <a:pt x="498" y="223"/>
                      </a:lnTo>
                      <a:lnTo>
                        <a:pt x="498" y="221"/>
                      </a:lnTo>
                      <a:lnTo>
                        <a:pt x="498" y="219"/>
                      </a:lnTo>
                      <a:lnTo>
                        <a:pt x="498" y="218"/>
                      </a:lnTo>
                      <a:lnTo>
                        <a:pt x="496" y="216"/>
                      </a:lnTo>
                      <a:lnTo>
                        <a:pt x="498" y="216"/>
                      </a:lnTo>
                      <a:lnTo>
                        <a:pt x="498" y="214"/>
                      </a:lnTo>
                      <a:lnTo>
                        <a:pt x="496" y="214"/>
                      </a:lnTo>
                      <a:lnTo>
                        <a:pt x="496" y="212"/>
                      </a:lnTo>
                      <a:lnTo>
                        <a:pt x="498" y="212"/>
                      </a:lnTo>
                      <a:lnTo>
                        <a:pt x="500" y="212"/>
                      </a:lnTo>
                      <a:lnTo>
                        <a:pt x="500" y="210"/>
                      </a:lnTo>
                      <a:lnTo>
                        <a:pt x="500" y="208"/>
                      </a:lnTo>
                      <a:lnTo>
                        <a:pt x="500" y="207"/>
                      </a:lnTo>
                      <a:lnTo>
                        <a:pt x="500" y="205"/>
                      </a:lnTo>
                      <a:lnTo>
                        <a:pt x="500" y="203"/>
                      </a:lnTo>
                      <a:lnTo>
                        <a:pt x="500" y="201"/>
                      </a:lnTo>
                      <a:lnTo>
                        <a:pt x="502" y="203"/>
                      </a:lnTo>
                      <a:lnTo>
                        <a:pt x="503" y="203"/>
                      </a:lnTo>
                      <a:lnTo>
                        <a:pt x="505" y="203"/>
                      </a:lnTo>
                      <a:lnTo>
                        <a:pt x="503" y="203"/>
                      </a:lnTo>
                      <a:lnTo>
                        <a:pt x="502" y="201"/>
                      </a:lnTo>
                      <a:lnTo>
                        <a:pt x="500" y="201"/>
                      </a:lnTo>
                      <a:lnTo>
                        <a:pt x="500" y="199"/>
                      </a:lnTo>
                      <a:lnTo>
                        <a:pt x="498" y="199"/>
                      </a:lnTo>
                      <a:lnTo>
                        <a:pt x="498" y="197"/>
                      </a:lnTo>
                      <a:lnTo>
                        <a:pt x="498" y="196"/>
                      </a:lnTo>
                      <a:lnTo>
                        <a:pt x="498" y="194"/>
                      </a:lnTo>
                      <a:lnTo>
                        <a:pt x="496" y="194"/>
                      </a:lnTo>
                      <a:lnTo>
                        <a:pt x="494" y="192"/>
                      </a:lnTo>
                      <a:lnTo>
                        <a:pt x="492" y="192"/>
                      </a:lnTo>
                      <a:lnTo>
                        <a:pt x="491" y="192"/>
                      </a:lnTo>
                      <a:lnTo>
                        <a:pt x="491" y="190"/>
                      </a:lnTo>
                      <a:lnTo>
                        <a:pt x="491" y="188"/>
                      </a:lnTo>
                      <a:lnTo>
                        <a:pt x="491" y="186"/>
                      </a:lnTo>
                      <a:lnTo>
                        <a:pt x="491" y="185"/>
                      </a:lnTo>
                      <a:lnTo>
                        <a:pt x="491" y="183"/>
                      </a:lnTo>
                      <a:lnTo>
                        <a:pt x="491" y="181"/>
                      </a:lnTo>
                      <a:lnTo>
                        <a:pt x="491" y="179"/>
                      </a:lnTo>
                      <a:lnTo>
                        <a:pt x="491" y="177"/>
                      </a:lnTo>
                      <a:lnTo>
                        <a:pt x="489" y="177"/>
                      </a:lnTo>
                      <a:lnTo>
                        <a:pt x="489" y="175"/>
                      </a:lnTo>
                      <a:lnTo>
                        <a:pt x="489" y="174"/>
                      </a:lnTo>
                      <a:lnTo>
                        <a:pt x="487" y="174"/>
                      </a:lnTo>
                      <a:lnTo>
                        <a:pt x="489" y="174"/>
                      </a:lnTo>
                      <a:lnTo>
                        <a:pt x="489" y="172"/>
                      </a:lnTo>
                      <a:lnTo>
                        <a:pt x="491" y="172"/>
                      </a:lnTo>
                      <a:lnTo>
                        <a:pt x="492" y="170"/>
                      </a:lnTo>
                      <a:lnTo>
                        <a:pt x="492" y="168"/>
                      </a:lnTo>
                      <a:lnTo>
                        <a:pt x="492" y="166"/>
                      </a:lnTo>
                      <a:lnTo>
                        <a:pt x="492" y="165"/>
                      </a:lnTo>
                      <a:lnTo>
                        <a:pt x="491" y="165"/>
                      </a:lnTo>
                      <a:lnTo>
                        <a:pt x="491" y="163"/>
                      </a:lnTo>
                      <a:lnTo>
                        <a:pt x="491" y="161"/>
                      </a:lnTo>
                      <a:lnTo>
                        <a:pt x="492" y="161"/>
                      </a:lnTo>
                      <a:lnTo>
                        <a:pt x="494" y="161"/>
                      </a:lnTo>
                      <a:lnTo>
                        <a:pt x="496" y="161"/>
                      </a:lnTo>
                      <a:lnTo>
                        <a:pt x="496" y="159"/>
                      </a:lnTo>
                      <a:lnTo>
                        <a:pt x="498" y="159"/>
                      </a:lnTo>
                      <a:lnTo>
                        <a:pt x="500" y="159"/>
                      </a:lnTo>
                      <a:lnTo>
                        <a:pt x="500" y="157"/>
                      </a:lnTo>
                      <a:lnTo>
                        <a:pt x="500" y="155"/>
                      </a:lnTo>
                      <a:lnTo>
                        <a:pt x="502" y="155"/>
                      </a:lnTo>
                      <a:lnTo>
                        <a:pt x="502" y="154"/>
                      </a:lnTo>
                      <a:lnTo>
                        <a:pt x="503" y="154"/>
                      </a:lnTo>
                      <a:lnTo>
                        <a:pt x="503" y="152"/>
                      </a:lnTo>
                      <a:lnTo>
                        <a:pt x="505" y="152"/>
                      </a:lnTo>
                      <a:lnTo>
                        <a:pt x="503" y="152"/>
                      </a:lnTo>
                      <a:lnTo>
                        <a:pt x="503" y="154"/>
                      </a:lnTo>
                      <a:lnTo>
                        <a:pt x="502" y="154"/>
                      </a:lnTo>
                      <a:lnTo>
                        <a:pt x="502" y="152"/>
                      </a:lnTo>
                      <a:lnTo>
                        <a:pt x="502" y="150"/>
                      </a:lnTo>
                      <a:lnTo>
                        <a:pt x="503" y="150"/>
                      </a:lnTo>
                      <a:lnTo>
                        <a:pt x="505" y="150"/>
                      </a:lnTo>
                      <a:lnTo>
                        <a:pt x="505" y="148"/>
                      </a:lnTo>
                      <a:lnTo>
                        <a:pt x="505" y="150"/>
                      </a:lnTo>
                      <a:lnTo>
                        <a:pt x="503" y="150"/>
                      </a:lnTo>
                      <a:lnTo>
                        <a:pt x="502" y="150"/>
                      </a:lnTo>
                      <a:lnTo>
                        <a:pt x="502" y="152"/>
                      </a:lnTo>
                      <a:lnTo>
                        <a:pt x="502" y="154"/>
                      </a:lnTo>
                      <a:lnTo>
                        <a:pt x="500" y="155"/>
                      </a:lnTo>
                      <a:lnTo>
                        <a:pt x="500" y="157"/>
                      </a:lnTo>
                      <a:lnTo>
                        <a:pt x="498" y="157"/>
                      </a:lnTo>
                      <a:lnTo>
                        <a:pt x="498" y="159"/>
                      </a:lnTo>
                      <a:lnTo>
                        <a:pt x="496" y="159"/>
                      </a:lnTo>
                      <a:lnTo>
                        <a:pt x="494" y="159"/>
                      </a:lnTo>
                      <a:lnTo>
                        <a:pt x="492" y="159"/>
                      </a:lnTo>
                      <a:lnTo>
                        <a:pt x="492" y="161"/>
                      </a:lnTo>
                      <a:lnTo>
                        <a:pt x="492" y="159"/>
                      </a:lnTo>
                      <a:lnTo>
                        <a:pt x="492" y="157"/>
                      </a:lnTo>
                      <a:lnTo>
                        <a:pt x="494" y="157"/>
                      </a:lnTo>
                      <a:lnTo>
                        <a:pt x="494" y="155"/>
                      </a:lnTo>
                      <a:lnTo>
                        <a:pt x="494" y="154"/>
                      </a:lnTo>
                      <a:lnTo>
                        <a:pt x="494" y="152"/>
                      </a:lnTo>
                      <a:lnTo>
                        <a:pt x="494" y="150"/>
                      </a:lnTo>
                      <a:lnTo>
                        <a:pt x="496" y="148"/>
                      </a:lnTo>
                      <a:lnTo>
                        <a:pt x="496" y="146"/>
                      </a:lnTo>
                      <a:lnTo>
                        <a:pt x="498" y="146"/>
                      </a:lnTo>
                      <a:lnTo>
                        <a:pt x="500" y="146"/>
                      </a:lnTo>
                      <a:lnTo>
                        <a:pt x="502" y="144"/>
                      </a:lnTo>
                      <a:lnTo>
                        <a:pt x="503" y="143"/>
                      </a:lnTo>
                      <a:lnTo>
                        <a:pt x="503" y="141"/>
                      </a:lnTo>
                      <a:lnTo>
                        <a:pt x="503" y="139"/>
                      </a:lnTo>
                      <a:lnTo>
                        <a:pt x="505" y="139"/>
                      </a:lnTo>
                      <a:lnTo>
                        <a:pt x="507" y="137"/>
                      </a:lnTo>
                      <a:lnTo>
                        <a:pt x="507" y="139"/>
                      </a:lnTo>
                      <a:lnTo>
                        <a:pt x="509" y="139"/>
                      </a:lnTo>
                      <a:lnTo>
                        <a:pt x="507" y="139"/>
                      </a:lnTo>
                      <a:lnTo>
                        <a:pt x="507" y="137"/>
                      </a:lnTo>
                      <a:lnTo>
                        <a:pt x="507" y="139"/>
                      </a:lnTo>
                      <a:lnTo>
                        <a:pt x="507" y="137"/>
                      </a:lnTo>
                      <a:lnTo>
                        <a:pt x="507" y="139"/>
                      </a:lnTo>
                      <a:lnTo>
                        <a:pt x="507" y="137"/>
                      </a:lnTo>
                      <a:lnTo>
                        <a:pt x="509" y="137"/>
                      </a:lnTo>
                      <a:lnTo>
                        <a:pt x="507" y="137"/>
                      </a:lnTo>
                      <a:lnTo>
                        <a:pt x="509" y="137"/>
                      </a:lnTo>
                      <a:lnTo>
                        <a:pt x="507" y="137"/>
                      </a:lnTo>
                      <a:lnTo>
                        <a:pt x="507" y="139"/>
                      </a:lnTo>
                      <a:lnTo>
                        <a:pt x="507" y="137"/>
                      </a:lnTo>
                      <a:lnTo>
                        <a:pt x="507" y="135"/>
                      </a:lnTo>
                      <a:lnTo>
                        <a:pt x="507" y="137"/>
                      </a:lnTo>
                      <a:lnTo>
                        <a:pt x="507" y="135"/>
                      </a:lnTo>
                      <a:lnTo>
                        <a:pt x="509" y="135"/>
                      </a:lnTo>
                      <a:lnTo>
                        <a:pt x="507" y="135"/>
                      </a:lnTo>
                      <a:lnTo>
                        <a:pt x="507" y="137"/>
                      </a:lnTo>
                      <a:lnTo>
                        <a:pt x="507" y="135"/>
                      </a:lnTo>
                      <a:lnTo>
                        <a:pt x="507" y="137"/>
                      </a:lnTo>
                      <a:lnTo>
                        <a:pt x="505" y="137"/>
                      </a:lnTo>
                      <a:lnTo>
                        <a:pt x="507" y="137"/>
                      </a:lnTo>
                      <a:lnTo>
                        <a:pt x="505" y="137"/>
                      </a:lnTo>
                      <a:lnTo>
                        <a:pt x="505" y="139"/>
                      </a:lnTo>
                      <a:lnTo>
                        <a:pt x="503" y="139"/>
                      </a:lnTo>
                      <a:lnTo>
                        <a:pt x="505" y="137"/>
                      </a:lnTo>
                      <a:lnTo>
                        <a:pt x="505" y="135"/>
                      </a:lnTo>
                      <a:lnTo>
                        <a:pt x="505" y="133"/>
                      </a:lnTo>
                      <a:lnTo>
                        <a:pt x="507" y="133"/>
                      </a:lnTo>
                      <a:lnTo>
                        <a:pt x="509" y="133"/>
                      </a:lnTo>
                      <a:lnTo>
                        <a:pt x="509" y="132"/>
                      </a:lnTo>
                      <a:lnTo>
                        <a:pt x="511" y="132"/>
                      </a:lnTo>
                      <a:lnTo>
                        <a:pt x="513" y="132"/>
                      </a:lnTo>
                      <a:lnTo>
                        <a:pt x="514" y="132"/>
                      </a:lnTo>
                      <a:lnTo>
                        <a:pt x="514" y="130"/>
                      </a:lnTo>
                      <a:lnTo>
                        <a:pt x="516" y="130"/>
                      </a:lnTo>
                      <a:lnTo>
                        <a:pt x="516" y="128"/>
                      </a:lnTo>
                      <a:lnTo>
                        <a:pt x="516" y="130"/>
                      </a:lnTo>
                      <a:lnTo>
                        <a:pt x="516" y="132"/>
                      </a:lnTo>
                      <a:lnTo>
                        <a:pt x="514" y="133"/>
                      </a:lnTo>
                      <a:lnTo>
                        <a:pt x="514" y="135"/>
                      </a:lnTo>
                      <a:lnTo>
                        <a:pt x="514" y="137"/>
                      </a:lnTo>
                      <a:lnTo>
                        <a:pt x="514" y="139"/>
                      </a:lnTo>
                      <a:lnTo>
                        <a:pt x="516" y="139"/>
                      </a:lnTo>
                      <a:lnTo>
                        <a:pt x="518" y="139"/>
                      </a:lnTo>
                      <a:lnTo>
                        <a:pt x="518" y="141"/>
                      </a:lnTo>
                      <a:lnTo>
                        <a:pt x="518" y="143"/>
                      </a:lnTo>
                      <a:lnTo>
                        <a:pt x="518" y="144"/>
                      </a:lnTo>
                      <a:lnTo>
                        <a:pt x="516" y="144"/>
                      </a:lnTo>
                      <a:lnTo>
                        <a:pt x="518" y="144"/>
                      </a:lnTo>
                      <a:lnTo>
                        <a:pt x="518" y="146"/>
                      </a:lnTo>
                      <a:lnTo>
                        <a:pt x="520" y="146"/>
                      </a:lnTo>
                      <a:lnTo>
                        <a:pt x="520" y="148"/>
                      </a:lnTo>
                      <a:lnTo>
                        <a:pt x="522" y="148"/>
                      </a:lnTo>
                      <a:lnTo>
                        <a:pt x="524" y="146"/>
                      </a:lnTo>
                      <a:lnTo>
                        <a:pt x="524" y="148"/>
                      </a:lnTo>
                      <a:lnTo>
                        <a:pt x="525" y="148"/>
                      </a:lnTo>
                      <a:lnTo>
                        <a:pt x="527" y="150"/>
                      </a:lnTo>
                      <a:lnTo>
                        <a:pt x="527" y="152"/>
                      </a:lnTo>
                      <a:lnTo>
                        <a:pt x="529" y="154"/>
                      </a:lnTo>
                      <a:lnTo>
                        <a:pt x="529" y="157"/>
                      </a:lnTo>
                      <a:lnTo>
                        <a:pt x="531" y="157"/>
                      </a:lnTo>
                      <a:lnTo>
                        <a:pt x="533" y="157"/>
                      </a:lnTo>
                      <a:lnTo>
                        <a:pt x="533" y="159"/>
                      </a:lnTo>
                      <a:lnTo>
                        <a:pt x="531" y="159"/>
                      </a:lnTo>
                      <a:lnTo>
                        <a:pt x="533" y="159"/>
                      </a:lnTo>
                      <a:lnTo>
                        <a:pt x="534" y="159"/>
                      </a:lnTo>
                      <a:lnTo>
                        <a:pt x="534" y="161"/>
                      </a:lnTo>
                      <a:lnTo>
                        <a:pt x="536" y="161"/>
                      </a:lnTo>
                      <a:lnTo>
                        <a:pt x="536" y="163"/>
                      </a:lnTo>
                      <a:lnTo>
                        <a:pt x="538" y="163"/>
                      </a:lnTo>
                      <a:lnTo>
                        <a:pt x="540" y="163"/>
                      </a:lnTo>
                      <a:lnTo>
                        <a:pt x="540" y="165"/>
                      </a:lnTo>
                      <a:lnTo>
                        <a:pt x="540" y="166"/>
                      </a:lnTo>
                      <a:lnTo>
                        <a:pt x="540" y="168"/>
                      </a:lnTo>
                      <a:lnTo>
                        <a:pt x="542" y="166"/>
                      </a:lnTo>
                      <a:lnTo>
                        <a:pt x="542" y="168"/>
                      </a:lnTo>
                      <a:lnTo>
                        <a:pt x="544" y="168"/>
                      </a:lnTo>
                      <a:lnTo>
                        <a:pt x="545" y="170"/>
                      </a:lnTo>
                      <a:lnTo>
                        <a:pt x="545" y="172"/>
                      </a:lnTo>
                      <a:lnTo>
                        <a:pt x="547" y="172"/>
                      </a:lnTo>
                      <a:lnTo>
                        <a:pt x="549" y="172"/>
                      </a:lnTo>
                      <a:lnTo>
                        <a:pt x="551" y="172"/>
                      </a:lnTo>
                      <a:lnTo>
                        <a:pt x="551" y="170"/>
                      </a:lnTo>
                      <a:lnTo>
                        <a:pt x="553" y="170"/>
                      </a:lnTo>
                      <a:lnTo>
                        <a:pt x="553" y="172"/>
                      </a:lnTo>
                      <a:lnTo>
                        <a:pt x="555" y="172"/>
                      </a:lnTo>
                      <a:lnTo>
                        <a:pt x="555" y="170"/>
                      </a:lnTo>
                      <a:lnTo>
                        <a:pt x="556" y="170"/>
                      </a:lnTo>
                      <a:lnTo>
                        <a:pt x="558" y="170"/>
                      </a:lnTo>
                      <a:lnTo>
                        <a:pt x="558" y="168"/>
                      </a:lnTo>
                      <a:lnTo>
                        <a:pt x="560" y="168"/>
                      </a:lnTo>
                      <a:lnTo>
                        <a:pt x="560" y="166"/>
                      </a:lnTo>
                      <a:lnTo>
                        <a:pt x="562" y="166"/>
                      </a:lnTo>
                      <a:lnTo>
                        <a:pt x="564" y="166"/>
                      </a:lnTo>
                      <a:lnTo>
                        <a:pt x="565" y="166"/>
                      </a:lnTo>
                      <a:lnTo>
                        <a:pt x="567" y="166"/>
                      </a:lnTo>
                      <a:lnTo>
                        <a:pt x="567" y="165"/>
                      </a:lnTo>
                      <a:lnTo>
                        <a:pt x="569" y="166"/>
                      </a:lnTo>
                      <a:lnTo>
                        <a:pt x="569" y="165"/>
                      </a:lnTo>
                      <a:lnTo>
                        <a:pt x="571" y="165"/>
                      </a:lnTo>
                      <a:lnTo>
                        <a:pt x="573" y="165"/>
                      </a:lnTo>
                      <a:lnTo>
                        <a:pt x="573" y="166"/>
                      </a:lnTo>
                      <a:lnTo>
                        <a:pt x="575" y="166"/>
                      </a:lnTo>
                      <a:lnTo>
                        <a:pt x="575" y="165"/>
                      </a:lnTo>
                      <a:lnTo>
                        <a:pt x="576" y="165"/>
                      </a:lnTo>
                      <a:lnTo>
                        <a:pt x="576" y="166"/>
                      </a:lnTo>
                      <a:lnTo>
                        <a:pt x="578" y="166"/>
                      </a:lnTo>
                      <a:lnTo>
                        <a:pt x="580" y="166"/>
                      </a:lnTo>
                      <a:lnTo>
                        <a:pt x="582" y="166"/>
                      </a:lnTo>
                      <a:lnTo>
                        <a:pt x="584" y="166"/>
                      </a:lnTo>
                      <a:lnTo>
                        <a:pt x="584" y="168"/>
                      </a:lnTo>
                      <a:lnTo>
                        <a:pt x="586" y="168"/>
                      </a:lnTo>
                      <a:lnTo>
                        <a:pt x="587" y="166"/>
                      </a:lnTo>
                      <a:lnTo>
                        <a:pt x="589" y="166"/>
                      </a:lnTo>
                      <a:lnTo>
                        <a:pt x="591" y="166"/>
                      </a:lnTo>
                      <a:lnTo>
                        <a:pt x="593" y="166"/>
                      </a:lnTo>
                      <a:lnTo>
                        <a:pt x="595" y="166"/>
                      </a:lnTo>
                      <a:lnTo>
                        <a:pt x="595" y="168"/>
                      </a:lnTo>
                      <a:lnTo>
                        <a:pt x="597" y="166"/>
                      </a:lnTo>
                      <a:lnTo>
                        <a:pt x="597" y="165"/>
                      </a:lnTo>
                      <a:lnTo>
                        <a:pt x="598" y="165"/>
                      </a:lnTo>
                      <a:lnTo>
                        <a:pt x="598" y="163"/>
                      </a:lnTo>
                      <a:lnTo>
                        <a:pt x="600" y="163"/>
                      </a:lnTo>
                      <a:lnTo>
                        <a:pt x="602" y="163"/>
                      </a:lnTo>
                      <a:lnTo>
                        <a:pt x="604" y="163"/>
                      </a:lnTo>
                      <a:lnTo>
                        <a:pt x="606" y="163"/>
                      </a:lnTo>
                      <a:lnTo>
                        <a:pt x="606" y="161"/>
                      </a:lnTo>
                      <a:lnTo>
                        <a:pt x="606" y="163"/>
                      </a:lnTo>
                      <a:lnTo>
                        <a:pt x="606" y="161"/>
                      </a:lnTo>
                      <a:lnTo>
                        <a:pt x="606" y="159"/>
                      </a:lnTo>
                      <a:lnTo>
                        <a:pt x="607" y="159"/>
                      </a:lnTo>
                      <a:lnTo>
                        <a:pt x="607" y="157"/>
                      </a:lnTo>
                      <a:lnTo>
                        <a:pt x="609" y="157"/>
                      </a:lnTo>
                      <a:lnTo>
                        <a:pt x="609" y="155"/>
                      </a:lnTo>
                      <a:lnTo>
                        <a:pt x="611" y="155"/>
                      </a:lnTo>
                      <a:lnTo>
                        <a:pt x="609" y="154"/>
                      </a:lnTo>
                      <a:lnTo>
                        <a:pt x="609" y="152"/>
                      </a:lnTo>
                      <a:lnTo>
                        <a:pt x="611" y="152"/>
                      </a:lnTo>
                      <a:lnTo>
                        <a:pt x="611" y="150"/>
                      </a:lnTo>
                      <a:lnTo>
                        <a:pt x="613" y="148"/>
                      </a:lnTo>
                      <a:lnTo>
                        <a:pt x="615" y="146"/>
                      </a:lnTo>
                      <a:lnTo>
                        <a:pt x="617" y="146"/>
                      </a:lnTo>
                      <a:lnTo>
                        <a:pt x="617" y="148"/>
                      </a:lnTo>
                      <a:lnTo>
                        <a:pt x="618" y="148"/>
                      </a:lnTo>
                      <a:lnTo>
                        <a:pt x="620" y="148"/>
                      </a:lnTo>
                      <a:lnTo>
                        <a:pt x="620" y="146"/>
                      </a:lnTo>
                      <a:lnTo>
                        <a:pt x="622" y="146"/>
                      </a:lnTo>
                      <a:lnTo>
                        <a:pt x="624" y="146"/>
                      </a:lnTo>
                      <a:lnTo>
                        <a:pt x="626" y="148"/>
                      </a:lnTo>
                      <a:lnTo>
                        <a:pt x="628" y="146"/>
                      </a:lnTo>
                      <a:lnTo>
                        <a:pt x="628" y="148"/>
                      </a:lnTo>
                      <a:lnTo>
                        <a:pt x="629" y="148"/>
                      </a:lnTo>
                      <a:lnTo>
                        <a:pt x="631" y="148"/>
                      </a:lnTo>
                      <a:lnTo>
                        <a:pt x="631" y="146"/>
                      </a:lnTo>
                      <a:lnTo>
                        <a:pt x="633" y="146"/>
                      </a:lnTo>
                      <a:lnTo>
                        <a:pt x="635" y="146"/>
                      </a:lnTo>
                      <a:lnTo>
                        <a:pt x="637" y="146"/>
                      </a:lnTo>
                      <a:lnTo>
                        <a:pt x="638" y="148"/>
                      </a:lnTo>
                      <a:lnTo>
                        <a:pt x="638" y="150"/>
                      </a:lnTo>
                      <a:lnTo>
                        <a:pt x="637" y="152"/>
                      </a:lnTo>
                      <a:lnTo>
                        <a:pt x="635" y="154"/>
                      </a:lnTo>
                      <a:lnTo>
                        <a:pt x="635" y="155"/>
                      </a:lnTo>
                      <a:lnTo>
                        <a:pt x="637" y="155"/>
                      </a:lnTo>
                      <a:lnTo>
                        <a:pt x="637" y="154"/>
                      </a:lnTo>
                      <a:lnTo>
                        <a:pt x="638" y="154"/>
                      </a:lnTo>
                      <a:lnTo>
                        <a:pt x="638" y="152"/>
                      </a:lnTo>
                      <a:lnTo>
                        <a:pt x="638" y="154"/>
                      </a:lnTo>
                      <a:lnTo>
                        <a:pt x="640" y="152"/>
                      </a:lnTo>
                      <a:lnTo>
                        <a:pt x="642" y="152"/>
                      </a:lnTo>
                      <a:lnTo>
                        <a:pt x="642" y="154"/>
                      </a:lnTo>
                      <a:lnTo>
                        <a:pt x="644" y="154"/>
                      </a:lnTo>
                      <a:lnTo>
                        <a:pt x="646" y="154"/>
                      </a:lnTo>
                      <a:lnTo>
                        <a:pt x="648" y="155"/>
                      </a:lnTo>
                      <a:lnTo>
                        <a:pt x="649" y="157"/>
                      </a:lnTo>
                      <a:lnTo>
                        <a:pt x="649" y="155"/>
                      </a:lnTo>
                      <a:lnTo>
                        <a:pt x="651" y="157"/>
                      </a:lnTo>
                      <a:lnTo>
                        <a:pt x="653" y="157"/>
                      </a:lnTo>
                      <a:lnTo>
                        <a:pt x="655" y="159"/>
                      </a:lnTo>
                      <a:lnTo>
                        <a:pt x="657" y="161"/>
                      </a:lnTo>
                      <a:lnTo>
                        <a:pt x="659" y="161"/>
                      </a:lnTo>
                      <a:lnTo>
                        <a:pt x="659" y="159"/>
                      </a:lnTo>
                      <a:lnTo>
                        <a:pt x="660" y="159"/>
                      </a:lnTo>
                      <a:lnTo>
                        <a:pt x="662" y="159"/>
                      </a:lnTo>
                      <a:lnTo>
                        <a:pt x="662" y="157"/>
                      </a:lnTo>
                      <a:lnTo>
                        <a:pt x="664" y="157"/>
                      </a:lnTo>
                      <a:lnTo>
                        <a:pt x="666" y="157"/>
                      </a:lnTo>
                      <a:lnTo>
                        <a:pt x="666" y="155"/>
                      </a:lnTo>
                      <a:lnTo>
                        <a:pt x="668" y="155"/>
                      </a:lnTo>
                      <a:lnTo>
                        <a:pt x="668" y="154"/>
                      </a:lnTo>
                      <a:lnTo>
                        <a:pt x="670" y="154"/>
                      </a:lnTo>
                      <a:lnTo>
                        <a:pt x="670" y="152"/>
                      </a:lnTo>
                      <a:lnTo>
                        <a:pt x="671" y="152"/>
                      </a:lnTo>
                      <a:lnTo>
                        <a:pt x="671" y="150"/>
                      </a:lnTo>
                      <a:lnTo>
                        <a:pt x="673" y="150"/>
                      </a:lnTo>
                      <a:lnTo>
                        <a:pt x="675" y="150"/>
                      </a:lnTo>
                      <a:lnTo>
                        <a:pt x="677" y="150"/>
                      </a:lnTo>
                      <a:lnTo>
                        <a:pt x="677" y="152"/>
                      </a:lnTo>
                      <a:lnTo>
                        <a:pt x="679" y="154"/>
                      </a:lnTo>
                      <a:lnTo>
                        <a:pt x="680" y="152"/>
                      </a:lnTo>
                      <a:lnTo>
                        <a:pt x="682" y="152"/>
                      </a:lnTo>
                      <a:lnTo>
                        <a:pt x="682" y="150"/>
                      </a:lnTo>
                      <a:lnTo>
                        <a:pt x="684" y="150"/>
                      </a:lnTo>
                      <a:lnTo>
                        <a:pt x="686" y="150"/>
                      </a:lnTo>
                      <a:lnTo>
                        <a:pt x="688" y="150"/>
                      </a:lnTo>
                      <a:lnTo>
                        <a:pt x="690" y="150"/>
                      </a:lnTo>
                      <a:lnTo>
                        <a:pt x="691" y="150"/>
                      </a:lnTo>
                      <a:lnTo>
                        <a:pt x="693" y="148"/>
                      </a:lnTo>
                      <a:lnTo>
                        <a:pt x="693" y="146"/>
                      </a:lnTo>
                      <a:lnTo>
                        <a:pt x="693" y="144"/>
                      </a:lnTo>
                      <a:lnTo>
                        <a:pt x="695" y="143"/>
                      </a:lnTo>
                      <a:lnTo>
                        <a:pt x="695" y="141"/>
                      </a:lnTo>
                      <a:lnTo>
                        <a:pt x="695" y="139"/>
                      </a:lnTo>
                      <a:lnTo>
                        <a:pt x="695" y="137"/>
                      </a:lnTo>
                      <a:lnTo>
                        <a:pt x="697" y="137"/>
                      </a:lnTo>
                      <a:lnTo>
                        <a:pt x="697" y="135"/>
                      </a:lnTo>
                      <a:lnTo>
                        <a:pt x="699" y="135"/>
                      </a:lnTo>
                      <a:lnTo>
                        <a:pt x="699" y="133"/>
                      </a:lnTo>
                      <a:lnTo>
                        <a:pt x="701" y="132"/>
                      </a:lnTo>
                      <a:lnTo>
                        <a:pt x="702" y="132"/>
                      </a:lnTo>
                      <a:lnTo>
                        <a:pt x="702" y="130"/>
                      </a:lnTo>
                      <a:lnTo>
                        <a:pt x="702" y="128"/>
                      </a:lnTo>
                      <a:lnTo>
                        <a:pt x="704" y="126"/>
                      </a:lnTo>
                      <a:lnTo>
                        <a:pt x="704" y="124"/>
                      </a:lnTo>
                      <a:lnTo>
                        <a:pt x="706" y="124"/>
                      </a:lnTo>
                      <a:lnTo>
                        <a:pt x="706" y="122"/>
                      </a:lnTo>
                      <a:lnTo>
                        <a:pt x="708" y="122"/>
                      </a:lnTo>
                      <a:lnTo>
                        <a:pt x="708" y="121"/>
                      </a:lnTo>
                      <a:lnTo>
                        <a:pt x="710" y="121"/>
                      </a:lnTo>
                      <a:lnTo>
                        <a:pt x="710" y="119"/>
                      </a:lnTo>
                      <a:lnTo>
                        <a:pt x="710" y="117"/>
                      </a:lnTo>
                      <a:lnTo>
                        <a:pt x="710" y="115"/>
                      </a:lnTo>
                      <a:lnTo>
                        <a:pt x="712" y="115"/>
                      </a:lnTo>
                      <a:lnTo>
                        <a:pt x="712" y="113"/>
                      </a:lnTo>
                      <a:lnTo>
                        <a:pt x="713" y="113"/>
                      </a:lnTo>
                      <a:lnTo>
                        <a:pt x="715" y="113"/>
                      </a:lnTo>
                      <a:lnTo>
                        <a:pt x="715" y="112"/>
                      </a:lnTo>
                      <a:lnTo>
                        <a:pt x="717" y="110"/>
                      </a:lnTo>
                      <a:lnTo>
                        <a:pt x="717" y="108"/>
                      </a:lnTo>
                      <a:lnTo>
                        <a:pt x="719" y="108"/>
                      </a:lnTo>
                      <a:lnTo>
                        <a:pt x="719" y="106"/>
                      </a:lnTo>
                      <a:lnTo>
                        <a:pt x="721" y="104"/>
                      </a:lnTo>
                      <a:lnTo>
                        <a:pt x="722" y="102"/>
                      </a:lnTo>
                      <a:lnTo>
                        <a:pt x="722" y="101"/>
                      </a:lnTo>
                      <a:lnTo>
                        <a:pt x="724" y="99"/>
                      </a:lnTo>
                      <a:lnTo>
                        <a:pt x="724" y="97"/>
                      </a:lnTo>
                      <a:lnTo>
                        <a:pt x="724" y="95"/>
                      </a:lnTo>
                      <a:lnTo>
                        <a:pt x="726" y="95"/>
                      </a:lnTo>
                      <a:lnTo>
                        <a:pt x="726" y="93"/>
                      </a:lnTo>
                      <a:lnTo>
                        <a:pt x="728" y="91"/>
                      </a:lnTo>
                      <a:lnTo>
                        <a:pt x="728" y="90"/>
                      </a:lnTo>
                      <a:lnTo>
                        <a:pt x="728" y="88"/>
                      </a:lnTo>
                      <a:lnTo>
                        <a:pt x="728" y="86"/>
                      </a:lnTo>
                      <a:lnTo>
                        <a:pt x="728" y="84"/>
                      </a:lnTo>
                      <a:lnTo>
                        <a:pt x="726" y="84"/>
                      </a:lnTo>
                      <a:lnTo>
                        <a:pt x="726" y="82"/>
                      </a:lnTo>
                      <a:lnTo>
                        <a:pt x="728" y="82"/>
                      </a:lnTo>
                      <a:lnTo>
                        <a:pt x="728" y="80"/>
                      </a:lnTo>
                      <a:lnTo>
                        <a:pt x="728" y="79"/>
                      </a:lnTo>
                      <a:lnTo>
                        <a:pt x="728" y="77"/>
                      </a:lnTo>
                      <a:lnTo>
                        <a:pt x="730" y="77"/>
                      </a:lnTo>
                      <a:lnTo>
                        <a:pt x="730" y="75"/>
                      </a:lnTo>
                      <a:lnTo>
                        <a:pt x="730" y="73"/>
                      </a:lnTo>
                      <a:lnTo>
                        <a:pt x="730" y="71"/>
                      </a:lnTo>
                      <a:lnTo>
                        <a:pt x="728" y="71"/>
                      </a:lnTo>
                      <a:lnTo>
                        <a:pt x="730" y="71"/>
                      </a:lnTo>
                      <a:lnTo>
                        <a:pt x="728" y="69"/>
                      </a:lnTo>
                      <a:lnTo>
                        <a:pt x="730" y="68"/>
                      </a:lnTo>
                      <a:lnTo>
                        <a:pt x="730" y="66"/>
                      </a:lnTo>
                      <a:lnTo>
                        <a:pt x="730" y="64"/>
                      </a:lnTo>
                      <a:lnTo>
                        <a:pt x="728" y="64"/>
                      </a:lnTo>
                      <a:lnTo>
                        <a:pt x="728" y="62"/>
                      </a:lnTo>
                      <a:lnTo>
                        <a:pt x="730" y="62"/>
                      </a:lnTo>
                      <a:lnTo>
                        <a:pt x="732" y="62"/>
                      </a:lnTo>
                      <a:lnTo>
                        <a:pt x="732" y="60"/>
                      </a:lnTo>
                      <a:lnTo>
                        <a:pt x="732" y="59"/>
                      </a:lnTo>
                      <a:lnTo>
                        <a:pt x="732" y="57"/>
                      </a:lnTo>
                      <a:lnTo>
                        <a:pt x="732" y="55"/>
                      </a:lnTo>
                      <a:lnTo>
                        <a:pt x="733" y="55"/>
                      </a:lnTo>
                      <a:lnTo>
                        <a:pt x="733" y="53"/>
                      </a:lnTo>
                      <a:lnTo>
                        <a:pt x="735" y="53"/>
                      </a:lnTo>
                      <a:lnTo>
                        <a:pt x="737" y="53"/>
                      </a:lnTo>
                      <a:lnTo>
                        <a:pt x="737" y="51"/>
                      </a:lnTo>
                      <a:lnTo>
                        <a:pt x="739" y="51"/>
                      </a:lnTo>
                      <a:lnTo>
                        <a:pt x="739" y="49"/>
                      </a:lnTo>
                      <a:lnTo>
                        <a:pt x="739" y="48"/>
                      </a:lnTo>
                      <a:lnTo>
                        <a:pt x="739" y="46"/>
                      </a:lnTo>
                      <a:lnTo>
                        <a:pt x="741" y="46"/>
                      </a:lnTo>
                      <a:lnTo>
                        <a:pt x="741" y="48"/>
                      </a:lnTo>
                      <a:lnTo>
                        <a:pt x="743" y="48"/>
                      </a:lnTo>
                      <a:lnTo>
                        <a:pt x="744" y="48"/>
                      </a:lnTo>
                      <a:lnTo>
                        <a:pt x="746" y="48"/>
                      </a:lnTo>
                      <a:lnTo>
                        <a:pt x="746" y="49"/>
                      </a:lnTo>
                      <a:lnTo>
                        <a:pt x="748" y="49"/>
                      </a:lnTo>
                      <a:lnTo>
                        <a:pt x="746" y="49"/>
                      </a:lnTo>
                      <a:lnTo>
                        <a:pt x="748" y="48"/>
                      </a:lnTo>
                      <a:lnTo>
                        <a:pt x="748" y="49"/>
                      </a:lnTo>
                      <a:lnTo>
                        <a:pt x="748" y="48"/>
                      </a:lnTo>
                      <a:lnTo>
                        <a:pt x="750" y="48"/>
                      </a:lnTo>
                      <a:lnTo>
                        <a:pt x="750" y="46"/>
                      </a:lnTo>
                      <a:lnTo>
                        <a:pt x="752" y="46"/>
                      </a:lnTo>
                      <a:lnTo>
                        <a:pt x="753" y="46"/>
                      </a:lnTo>
                      <a:lnTo>
                        <a:pt x="753" y="48"/>
                      </a:lnTo>
                      <a:lnTo>
                        <a:pt x="755" y="46"/>
                      </a:lnTo>
                      <a:lnTo>
                        <a:pt x="757" y="46"/>
                      </a:lnTo>
                      <a:lnTo>
                        <a:pt x="757" y="48"/>
                      </a:lnTo>
                      <a:lnTo>
                        <a:pt x="759" y="48"/>
                      </a:lnTo>
                      <a:lnTo>
                        <a:pt x="761" y="49"/>
                      </a:lnTo>
                      <a:lnTo>
                        <a:pt x="763" y="48"/>
                      </a:lnTo>
                      <a:lnTo>
                        <a:pt x="764" y="48"/>
                      </a:lnTo>
                      <a:lnTo>
                        <a:pt x="764" y="46"/>
                      </a:lnTo>
                      <a:lnTo>
                        <a:pt x="766" y="46"/>
                      </a:lnTo>
                      <a:lnTo>
                        <a:pt x="768" y="46"/>
                      </a:lnTo>
                      <a:lnTo>
                        <a:pt x="768" y="48"/>
                      </a:lnTo>
                      <a:lnTo>
                        <a:pt x="770" y="48"/>
                      </a:lnTo>
                      <a:lnTo>
                        <a:pt x="772" y="48"/>
                      </a:lnTo>
                      <a:lnTo>
                        <a:pt x="774" y="48"/>
                      </a:lnTo>
                      <a:lnTo>
                        <a:pt x="775" y="48"/>
                      </a:lnTo>
                      <a:lnTo>
                        <a:pt x="777" y="48"/>
                      </a:lnTo>
                      <a:lnTo>
                        <a:pt x="779" y="48"/>
                      </a:lnTo>
                      <a:lnTo>
                        <a:pt x="781" y="48"/>
                      </a:lnTo>
                      <a:lnTo>
                        <a:pt x="783" y="48"/>
                      </a:lnTo>
                      <a:lnTo>
                        <a:pt x="785" y="48"/>
                      </a:lnTo>
                      <a:lnTo>
                        <a:pt x="786" y="48"/>
                      </a:lnTo>
                      <a:lnTo>
                        <a:pt x="788" y="49"/>
                      </a:lnTo>
                      <a:lnTo>
                        <a:pt x="788" y="48"/>
                      </a:lnTo>
                      <a:lnTo>
                        <a:pt x="790" y="48"/>
                      </a:lnTo>
                      <a:lnTo>
                        <a:pt x="792" y="48"/>
                      </a:lnTo>
                      <a:lnTo>
                        <a:pt x="792" y="49"/>
                      </a:lnTo>
                      <a:lnTo>
                        <a:pt x="794" y="49"/>
                      </a:lnTo>
                      <a:lnTo>
                        <a:pt x="794" y="51"/>
                      </a:lnTo>
                      <a:lnTo>
                        <a:pt x="794" y="53"/>
                      </a:lnTo>
                      <a:lnTo>
                        <a:pt x="795" y="53"/>
                      </a:lnTo>
                      <a:lnTo>
                        <a:pt x="797" y="53"/>
                      </a:lnTo>
                      <a:lnTo>
                        <a:pt x="797" y="55"/>
                      </a:lnTo>
                      <a:lnTo>
                        <a:pt x="799" y="53"/>
                      </a:lnTo>
                      <a:lnTo>
                        <a:pt x="801" y="53"/>
                      </a:lnTo>
                      <a:lnTo>
                        <a:pt x="801" y="55"/>
                      </a:lnTo>
                      <a:lnTo>
                        <a:pt x="799" y="55"/>
                      </a:lnTo>
                      <a:lnTo>
                        <a:pt x="799" y="57"/>
                      </a:lnTo>
                      <a:lnTo>
                        <a:pt x="797" y="57"/>
                      </a:lnTo>
                      <a:lnTo>
                        <a:pt x="797" y="55"/>
                      </a:lnTo>
                      <a:lnTo>
                        <a:pt x="795" y="55"/>
                      </a:lnTo>
                      <a:lnTo>
                        <a:pt x="797" y="55"/>
                      </a:lnTo>
                      <a:lnTo>
                        <a:pt x="797" y="57"/>
                      </a:lnTo>
                      <a:lnTo>
                        <a:pt x="795" y="55"/>
                      </a:lnTo>
                      <a:lnTo>
                        <a:pt x="794" y="55"/>
                      </a:lnTo>
                      <a:lnTo>
                        <a:pt x="795" y="55"/>
                      </a:lnTo>
                      <a:lnTo>
                        <a:pt x="794" y="55"/>
                      </a:lnTo>
                      <a:lnTo>
                        <a:pt x="795" y="53"/>
                      </a:lnTo>
                      <a:lnTo>
                        <a:pt x="794" y="53"/>
                      </a:lnTo>
                      <a:lnTo>
                        <a:pt x="794" y="55"/>
                      </a:lnTo>
                      <a:lnTo>
                        <a:pt x="795" y="55"/>
                      </a:lnTo>
                      <a:lnTo>
                        <a:pt x="794" y="55"/>
                      </a:lnTo>
                      <a:lnTo>
                        <a:pt x="792" y="55"/>
                      </a:lnTo>
                      <a:lnTo>
                        <a:pt x="792" y="53"/>
                      </a:lnTo>
                      <a:lnTo>
                        <a:pt x="792" y="55"/>
                      </a:lnTo>
                      <a:lnTo>
                        <a:pt x="792" y="53"/>
                      </a:lnTo>
                      <a:lnTo>
                        <a:pt x="790" y="53"/>
                      </a:lnTo>
                      <a:lnTo>
                        <a:pt x="792" y="53"/>
                      </a:lnTo>
                      <a:lnTo>
                        <a:pt x="790" y="53"/>
                      </a:lnTo>
                      <a:lnTo>
                        <a:pt x="790" y="55"/>
                      </a:lnTo>
                      <a:lnTo>
                        <a:pt x="790" y="53"/>
                      </a:lnTo>
                      <a:lnTo>
                        <a:pt x="792" y="53"/>
                      </a:lnTo>
                      <a:lnTo>
                        <a:pt x="792" y="55"/>
                      </a:lnTo>
                      <a:lnTo>
                        <a:pt x="794" y="55"/>
                      </a:lnTo>
                      <a:lnTo>
                        <a:pt x="794" y="57"/>
                      </a:lnTo>
                      <a:lnTo>
                        <a:pt x="792" y="57"/>
                      </a:lnTo>
                      <a:lnTo>
                        <a:pt x="792" y="55"/>
                      </a:lnTo>
                      <a:lnTo>
                        <a:pt x="792" y="57"/>
                      </a:lnTo>
                      <a:lnTo>
                        <a:pt x="790" y="57"/>
                      </a:lnTo>
                      <a:lnTo>
                        <a:pt x="792" y="57"/>
                      </a:lnTo>
                      <a:lnTo>
                        <a:pt x="794" y="57"/>
                      </a:lnTo>
                      <a:lnTo>
                        <a:pt x="795" y="57"/>
                      </a:lnTo>
                      <a:lnTo>
                        <a:pt x="797" y="57"/>
                      </a:lnTo>
                      <a:lnTo>
                        <a:pt x="795" y="57"/>
                      </a:lnTo>
                      <a:lnTo>
                        <a:pt x="795" y="59"/>
                      </a:lnTo>
                      <a:lnTo>
                        <a:pt x="794" y="59"/>
                      </a:lnTo>
                      <a:lnTo>
                        <a:pt x="795" y="59"/>
                      </a:lnTo>
                      <a:lnTo>
                        <a:pt x="794" y="59"/>
                      </a:lnTo>
                      <a:lnTo>
                        <a:pt x="792" y="59"/>
                      </a:lnTo>
                      <a:lnTo>
                        <a:pt x="794" y="60"/>
                      </a:lnTo>
                      <a:lnTo>
                        <a:pt x="792" y="60"/>
                      </a:lnTo>
                      <a:lnTo>
                        <a:pt x="792" y="62"/>
                      </a:lnTo>
                      <a:lnTo>
                        <a:pt x="790" y="62"/>
                      </a:lnTo>
                      <a:lnTo>
                        <a:pt x="790" y="60"/>
                      </a:lnTo>
                      <a:lnTo>
                        <a:pt x="788" y="60"/>
                      </a:lnTo>
                      <a:lnTo>
                        <a:pt x="788" y="62"/>
                      </a:lnTo>
                      <a:lnTo>
                        <a:pt x="786" y="62"/>
                      </a:lnTo>
                      <a:lnTo>
                        <a:pt x="786" y="64"/>
                      </a:lnTo>
                      <a:lnTo>
                        <a:pt x="786" y="62"/>
                      </a:lnTo>
                      <a:lnTo>
                        <a:pt x="785" y="62"/>
                      </a:lnTo>
                      <a:lnTo>
                        <a:pt x="785" y="60"/>
                      </a:lnTo>
                      <a:lnTo>
                        <a:pt x="783" y="62"/>
                      </a:lnTo>
                      <a:lnTo>
                        <a:pt x="783" y="60"/>
                      </a:lnTo>
                      <a:lnTo>
                        <a:pt x="781" y="60"/>
                      </a:lnTo>
                      <a:lnTo>
                        <a:pt x="783" y="60"/>
                      </a:lnTo>
                      <a:lnTo>
                        <a:pt x="783" y="62"/>
                      </a:lnTo>
                      <a:lnTo>
                        <a:pt x="785" y="62"/>
                      </a:lnTo>
                      <a:lnTo>
                        <a:pt x="785" y="60"/>
                      </a:lnTo>
                      <a:lnTo>
                        <a:pt x="785" y="62"/>
                      </a:lnTo>
                      <a:lnTo>
                        <a:pt x="786" y="62"/>
                      </a:lnTo>
                      <a:lnTo>
                        <a:pt x="786" y="64"/>
                      </a:lnTo>
                      <a:lnTo>
                        <a:pt x="786" y="62"/>
                      </a:lnTo>
                      <a:lnTo>
                        <a:pt x="788" y="62"/>
                      </a:lnTo>
                      <a:lnTo>
                        <a:pt x="788" y="60"/>
                      </a:lnTo>
                      <a:lnTo>
                        <a:pt x="790" y="60"/>
                      </a:lnTo>
                      <a:lnTo>
                        <a:pt x="790" y="62"/>
                      </a:lnTo>
                      <a:lnTo>
                        <a:pt x="792" y="62"/>
                      </a:lnTo>
                      <a:lnTo>
                        <a:pt x="792" y="60"/>
                      </a:lnTo>
                      <a:lnTo>
                        <a:pt x="794" y="60"/>
                      </a:lnTo>
                      <a:lnTo>
                        <a:pt x="794" y="59"/>
                      </a:lnTo>
                      <a:lnTo>
                        <a:pt x="795" y="59"/>
                      </a:lnTo>
                      <a:lnTo>
                        <a:pt x="795" y="60"/>
                      </a:lnTo>
                      <a:lnTo>
                        <a:pt x="795" y="62"/>
                      </a:lnTo>
                      <a:lnTo>
                        <a:pt x="794" y="62"/>
                      </a:lnTo>
                      <a:lnTo>
                        <a:pt x="795" y="62"/>
                      </a:lnTo>
                      <a:lnTo>
                        <a:pt x="795" y="60"/>
                      </a:lnTo>
                      <a:lnTo>
                        <a:pt x="795" y="62"/>
                      </a:lnTo>
                      <a:lnTo>
                        <a:pt x="797" y="62"/>
                      </a:lnTo>
                      <a:lnTo>
                        <a:pt x="799" y="62"/>
                      </a:lnTo>
                      <a:lnTo>
                        <a:pt x="799" y="64"/>
                      </a:lnTo>
                      <a:lnTo>
                        <a:pt x="801" y="64"/>
                      </a:lnTo>
                      <a:lnTo>
                        <a:pt x="803" y="64"/>
                      </a:lnTo>
                      <a:lnTo>
                        <a:pt x="805" y="64"/>
                      </a:lnTo>
                      <a:lnTo>
                        <a:pt x="805" y="66"/>
                      </a:lnTo>
                      <a:lnTo>
                        <a:pt x="806" y="66"/>
                      </a:lnTo>
                      <a:lnTo>
                        <a:pt x="805" y="66"/>
                      </a:lnTo>
                      <a:lnTo>
                        <a:pt x="805" y="68"/>
                      </a:lnTo>
                      <a:lnTo>
                        <a:pt x="805" y="66"/>
                      </a:lnTo>
                      <a:lnTo>
                        <a:pt x="806" y="66"/>
                      </a:lnTo>
                      <a:lnTo>
                        <a:pt x="806" y="68"/>
                      </a:lnTo>
                      <a:lnTo>
                        <a:pt x="808" y="68"/>
                      </a:lnTo>
                      <a:lnTo>
                        <a:pt x="806" y="68"/>
                      </a:lnTo>
                      <a:lnTo>
                        <a:pt x="808" y="68"/>
                      </a:lnTo>
                      <a:lnTo>
                        <a:pt x="806" y="68"/>
                      </a:lnTo>
                      <a:lnTo>
                        <a:pt x="805" y="68"/>
                      </a:lnTo>
                      <a:lnTo>
                        <a:pt x="803" y="68"/>
                      </a:lnTo>
                      <a:lnTo>
                        <a:pt x="801" y="68"/>
                      </a:lnTo>
                      <a:lnTo>
                        <a:pt x="801" y="66"/>
                      </a:lnTo>
                      <a:lnTo>
                        <a:pt x="801" y="68"/>
                      </a:lnTo>
                      <a:lnTo>
                        <a:pt x="801" y="66"/>
                      </a:lnTo>
                      <a:lnTo>
                        <a:pt x="801" y="68"/>
                      </a:lnTo>
                      <a:lnTo>
                        <a:pt x="799" y="68"/>
                      </a:lnTo>
                      <a:lnTo>
                        <a:pt x="797" y="68"/>
                      </a:lnTo>
                      <a:lnTo>
                        <a:pt x="795" y="68"/>
                      </a:lnTo>
                      <a:lnTo>
                        <a:pt x="797" y="68"/>
                      </a:lnTo>
                      <a:lnTo>
                        <a:pt x="795" y="68"/>
                      </a:lnTo>
                      <a:lnTo>
                        <a:pt x="794" y="68"/>
                      </a:lnTo>
                      <a:lnTo>
                        <a:pt x="794" y="66"/>
                      </a:lnTo>
                      <a:lnTo>
                        <a:pt x="792" y="66"/>
                      </a:lnTo>
                      <a:lnTo>
                        <a:pt x="792" y="68"/>
                      </a:lnTo>
                      <a:lnTo>
                        <a:pt x="792" y="66"/>
                      </a:lnTo>
                      <a:lnTo>
                        <a:pt x="790" y="66"/>
                      </a:lnTo>
                      <a:lnTo>
                        <a:pt x="788" y="66"/>
                      </a:lnTo>
                      <a:lnTo>
                        <a:pt x="786" y="66"/>
                      </a:lnTo>
                      <a:lnTo>
                        <a:pt x="785" y="66"/>
                      </a:lnTo>
                      <a:lnTo>
                        <a:pt x="785" y="68"/>
                      </a:lnTo>
                      <a:lnTo>
                        <a:pt x="785" y="66"/>
                      </a:lnTo>
                      <a:lnTo>
                        <a:pt x="783" y="66"/>
                      </a:lnTo>
                      <a:lnTo>
                        <a:pt x="783" y="68"/>
                      </a:lnTo>
                      <a:lnTo>
                        <a:pt x="783" y="66"/>
                      </a:lnTo>
                      <a:lnTo>
                        <a:pt x="785" y="66"/>
                      </a:lnTo>
                      <a:lnTo>
                        <a:pt x="783" y="66"/>
                      </a:lnTo>
                      <a:lnTo>
                        <a:pt x="785" y="66"/>
                      </a:lnTo>
                      <a:lnTo>
                        <a:pt x="783" y="64"/>
                      </a:lnTo>
                      <a:lnTo>
                        <a:pt x="785" y="66"/>
                      </a:lnTo>
                      <a:lnTo>
                        <a:pt x="783" y="66"/>
                      </a:lnTo>
                      <a:lnTo>
                        <a:pt x="785" y="66"/>
                      </a:lnTo>
                      <a:lnTo>
                        <a:pt x="783" y="66"/>
                      </a:lnTo>
                      <a:lnTo>
                        <a:pt x="783" y="68"/>
                      </a:lnTo>
                      <a:lnTo>
                        <a:pt x="783" y="66"/>
                      </a:lnTo>
                      <a:lnTo>
                        <a:pt x="785" y="66"/>
                      </a:lnTo>
                      <a:lnTo>
                        <a:pt x="785" y="68"/>
                      </a:lnTo>
                      <a:lnTo>
                        <a:pt x="785" y="66"/>
                      </a:lnTo>
                      <a:lnTo>
                        <a:pt x="786" y="66"/>
                      </a:lnTo>
                      <a:lnTo>
                        <a:pt x="788" y="66"/>
                      </a:lnTo>
                      <a:lnTo>
                        <a:pt x="790" y="66"/>
                      </a:lnTo>
                      <a:lnTo>
                        <a:pt x="792" y="66"/>
                      </a:lnTo>
                      <a:lnTo>
                        <a:pt x="792" y="68"/>
                      </a:lnTo>
                      <a:lnTo>
                        <a:pt x="792" y="66"/>
                      </a:lnTo>
                      <a:lnTo>
                        <a:pt x="794" y="66"/>
                      </a:lnTo>
                      <a:lnTo>
                        <a:pt x="794" y="68"/>
                      </a:lnTo>
                      <a:lnTo>
                        <a:pt x="795" y="68"/>
                      </a:lnTo>
                      <a:lnTo>
                        <a:pt x="797" y="68"/>
                      </a:lnTo>
                      <a:lnTo>
                        <a:pt x="797" y="69"/>
                      </a:lnTo>
                      <a:lnTo>
                        <a:pt x="795" y="71"/>
                      </a:lnTo>
                      <a:lnTo>
                        <a:pt x="794" y="71"/>
                      </a:lnTo>
                      <a:lnTo>
                        <a:pt x="794" y="69"/>
                      </a:lnTo>
                      <a:lnTo>
                        <a:pt x="792" y="69"/>
                      </a:lnTo>
                      <a:lnTo>
                        <a:pt x="794" y="69"/>
                      </a:lnTo>
                      <a:lnTo>
                        <a:pt x="792" y="69"/>
                      </a:lnTo>
                      <a:lnTo>
                        <a:pt x="790" y="69"/>
                      </a:lnTo>
                      <a:lnTo>
                        <a:pt x="788" y="69"/>
                      </a:lnTo>
                      <a:lnTo>
                        <a:pt x="788" y="68"/>
                      </a:lnTo>
                      <a:lnTo>
                        <a:pt x="786" y="68"/>
                      </a:lnTo>
                      <a:lnTo>
                        <a:pt x="786" y="69"/>
                      </a:lnTo>
                      <a:lnTo>
                        <a:pt x="786" y="68"/>
                      </a:lnTo>
                      <a:lnTo>
                        <a:pt x="786" y="69"/>
                      </a:lnTo>
                      <a:lnTo>
                        <a:pt x="786" y="68"/>
                      </a:lnTo>
                      <a:lnTo>
                        <a:pt x="788" y="68"/>
                      </a:lnTo>
                      <a:lnTo>
                        <a:pt x="788" y="69"/>
                      </a:lnTo>
                      <a:lnTo>
                        <a:pt x="790" y="69"/>
                      </a:lnTo>
                      <a:lnTo>
                        <a:pt x="792" y="69"/>
                      </a:lnTo>
                      <a:lnTo>
                        <a:pt x="794" y="69"/>
                      </a:lnTo>
                      <a:lnTo>
                        <a:pt x="794" y="71"/>
                      </a:lnTo>
                      <a:lnTo>
                        <a:pt x="792" y="71"/>
                      </a:lnTo>
                      <a:lnTo>
                        <a:pt x="792" y="69"/>
                      </a:lnTo>
                      <a:lnTo>
                        <a:pt x="790" y="71"/>
                      </a:lnTo>
                      <a:lnTo>
                        <a:pt x="792" y="71"/>
                      </a:lnTo>
                      <a:lnTo>
                        <a:pt x="792" y="69"/>
                      </a:lnTo>
                      <a:lnTo>
                        <a:pt x="792" y="71"/>
                      </a:lnTo>
                      <a:lnTo>
                        <a:pt x="794" y="71"/>
                      </a:lnTo>
                      <a:lnTo>
                        <a:pt x="792" y="71"/>
                      </a:lnTo>
                      <a:lnTo>
                        <a:pt x="790" y="71"/>
                      </a:lnTo>
                      <a:lnTo>
                        <a:pt x="792" y="71"/>
                      </a:lnTo>
                      <a:lnTo>
                        <a:pt x="794" y="71"/>
                      </a:lnTo>
                      <a:lnTo>
                        <a:pt x="795" y="71"/>
                      </a:lnTo>
                      <a:lnTo>
                        <a:pt x="797" y="71"/>
                      </a:lnTo>
                      <a:lnTo>
                        <a:pt x="797" y="73"/>
                      </a:lnTo>
                      <a:lnTo>
                        <a:pt x="799" y="73"/>
                      </a:lnTo>
                      <a:lnTo>
                        <a:pt x="797" y="73"/>
                      </a:lnTo>
                      <a:lnTo>
                        <a:pt x="795" y="73"/>
                      </a:lnTo>
                      <a:lnTo>
                        <a:pt x="797" y="73"/>
                      </a:lnTo>
                      <a:lnTo>
                        <a:pt x="797" y="75"/>
                      </a:lnTo>
                      <a:lnTo>
                        <a:pt x="795" y="73"/>
                      </a:lnTo>
                      <a:lnTo>
                        <a:pt x="794" y="73"/>
                      </a:lnTo>
                      <a:lnTo>
                        <a:pt x="792" y="73"/>
                      </a:lnTo>
                      <a:lnTo>
                        <a:pt x="790" y="73"/>
                      </a:lnTo>
                      <a:lnTo>
                        <a:pt x="788" y="73"/>
                      </a:lnTo>
                      <a:lnTo>
                        <a:pt x="786" y="73"/>
                      </a:lnTo>
                      <a:lnTo>
                        <a:pt x="785" y="73"/>
                      </a:lnTo>
                      <a:lnTo>
                        <a:pt x="783" y="73"/>
                      </a:lnTo>
                      <a:lnTo>
                        <a:pt x="781" y="73"/>
                      </a:lnTo>
                      <a:lnTo>
                        <a:pt x="781" y="75"/>
                      </a:lnTo>
                      <a:lnTo>
                        <a:pt x="779" y="75"/>
                      </a:lnTo>
                      <a:lnTo>
                        <a:pt x="779" y="73"/>
                      </a:lnTo>
                      <a:lnTo>
                        <a:pt x="779" y="71"/>
                      </a:lnTo>
                      <a:lnTo>
                        <a:pt x="777" y="71"/>
                      </a:lnTo>
                      <a:lnTo>
                        <a:pt x="775" y="71"/>
                      </a:lnTo>
                      <a:lnTo>
                        <a:pt x="775" y="73"/>
                      </a:lnTo>
                      <a:lnTo>
                        <a:pt x="774" y="73"/>
                      </a:lnTo>
                      <a:lnTo>
                        <a:pt x="774" y="75"/>
                      </a:lnTo>
                      <a:lnTo>
                        <a:pt x="772" y="75"/>
                      </a:lnTo>
                      <a:lnTo>
                        <a:pt x="770" y="75"/>
                      </a:lnTo>
                      <a:lnTo>
                        <a:pt x="772" y="75"/>
                      </a:lnTo>
                      <a:lnTo>
                        <a:pt x="770" y="73"/>
                      </a:lnTo>
                      <a:lnTo>
                        <a:pt x="770" y="75"/>
                      </a:lnTo>
                      <a:lnTo>
                        <a:pt x="770" y="73"/>
                      </a:lnTo>
                      <a:lnTo>
                        <a:pt x="770" y="75"/>
                      </a:lnTo>
                      <a:lnTo>
                        <a:pt x="772" y="75"/>
                      </a:lnTo>
                      <a:lnTo>
                        <a:pt x="774" y="75"/>
                      </a:lnTo>
                      <a:lnTo>
                        <a:pt x="774" y="73"/>
                      </a:lnTo>
                      <a:lnTo>
                        <a:pt x="774" y="75"/>
                      </a:lnTo>
                      <a:lnTo>
                        <a:pt x="775" y="75"/>
                      </a:lnTo>
                      <a:lnTo>
                        <a:pt x="775" y="73"/>
                      </a:lnTo>
                      <a:lnTo>
                        <a:pt x="777" y="73"/>
                      </a:lnTo>
                      <a:lnTo>
                        <a:pt x="777" y="71"/>
                      </a:lnTo>
                      <a:lnTo>
                        <a:pt x="777" y="73"/>
                      </a:lnTo>
                      <a:lnTo>
                        <a:pt x="777" y="75"/>
                      </a:lnTo>
                      <a:lnTo>
                        <a:pt x="779" y="75"/>
                      </a:lnTo>
                      <a:lnTo>
                        <a:pt x="781" y="75"/>
                      </a:lnTo>
                      <a:lnTo>
                        <a:pt x="781" y="73"/>
                      </a:lnTo>
                      <a:lnTo>
                        <a:pt x="783" y="73"/>
                      </a:lnTo>
                      <a:lnTo>
                        <a:pt x="785" y="73"/>
                      </a:lnTo>
                      <a:lnTo>
                        <a:pt x="786" y="73"/>
                      </a:lnTo>
                      <a:lnTo>
                        <a:pt x="788" y="73"/>
                      </a:lnTo>
                      <a:lnTo>
                        <a:pt x="788" y="75"/>
                      </a:lnTo>
                      <a:lnTo>
                        <a:pt x="786" y="75"/>
                      </a:lnTo>
                      <a:lnTo>
                        <a:pt x="786" y="77"/>
                      </a:lnTo>
                      <a:lnTo>
                        <a:pt x="788" y="79"/>
                      </a:lnTo>
                      <a:lnTo>
                        <a:pt x="786" y="79"/>
                      </a:lnTo>
                      <a:lnTo>
                        <a:pt x="788" y="79"/>
                      </a:lnTo>
                      <a:lnTo>
                        <a:pt x="788" y="80"/>
                      </a:lnTo>
                      <a:lnTo>
                        <a:pt x="786" y="80"/>
                      </a:lnTo>
                      <a:lnTo>
                        <a:pt x="786" y="79"/>
                      </a:lnTo>
                      <a:lnTo>
                        <a:pt x="785" y="79"/>
                      </a:lnTo>
                      <a:lnTo>
                        <a:pt x="785" y="80"/>
                      </a:lnTo>
                      <a:lnTo>
                        <a:pt x="785" y="79"/>
                      </a:lnTo>
                      <a:lnTo>
                        <a:pt x="785" y="80"/>
                      </a:lnTo>
                      <a:lnTo>
                        <a:pt x="785" y="79"/>
                      </a:lnTo>
                      <a:lnTo>
                        <a:pt x="786" y="79"/>
                      </a:lnTo>
                      <a:lnTo>
                        <a:pt x="786" y="80"/>
                      </a:lnTo>
                      <a:lnTo>
                        <a:pt x="785" y="80"/>
                      </a:lnTo>
                      <a:lnTo>
                        <a:pt x="786" y="80"/>
                      </a:lnTo>
                      <a:lnTo>
                        <a:pt x="788" y="80"/>
                      </a:lnTo>
                      <a:lnTo>
                        <a:pt x="786" y="80"/>
                      </a:lnTo>
                      <a:lnTo>
                        <a:pt x="788" y="80"/>
                      </a:lnTo>
                      <a:lnTo>
                        <a:pt x="786" y="80"/>
                      </a:lnTo>
                      <a:lnTo>
                        <a:pt x="788" y="80"/>
                      </a:lnTo>
                      <a:lnTo>
                        <a:pt x="788" y="79"/>
                      </a:lnTo>
                      <a:lnTo>
                        <a:pt x="790" y="79"/>
                      </a:lnTo>
                      <a:lnTo>
                        <a:pt x="792" y="79"/>
                      </a:lnTo>
                      <a:lnTo>
                        <a:pt x="790" y="79"/>
                      </a:lnTo>
                      <a:lnTo>
                        <a:pt x="790" y="80"/>
                      </a:lnTo>
                      <a:lnTo>
                        <a:pt x="790" y="82"/>
                      </a:lnTo>
                      <a:lnTo>
                        <a:pt x="788" y="82"/>
                      </a:lnTo>
                      <a:lnTo>
                        <a:pt x="790" y="82"/>
                      </a:lnTo>
                      <a:lnTo>
                        <a:pt x="790" y="80"/>
                      </a:lnTo>
                      <a:lnTo>
                        <a:pt x="792" y="80"/>
                      </a:lnTo>
                      <a:lnTo>
                        <a:pt x="792" y="82"/>
                      </a:lnTo>
                      <a:lnTo>
                        <a:pt x="790" y="82"/>
                      </a:lnTo>
                      <a:lnTo>
                        <a:pt x="790" y="84"/>
                      </a:lnTo>
                      <a:lnTo>
                        <a:pt x="790" y="82"/>
                      </a:lnTo>
                      <a:lnTo>
                        <a:pt x="792" y="82"/>
                      </a:lnTo>
                      <a:lnTo>
                        <a:pt x="792" y="80"/>
                      </a:lnTo>
                      <a:lnTo>
                        <a:pt x="790" y="80"/>
                      </a:lnTo>
                      <a:lnTo>
                        <a:pt x="790" y="79"/>
                      </a:lnTo>
                      <a:lnTo>
                        <a:pt x="792" y="79"/>
                      </a:lnTo>
                      <a:lnTo>
                        <a:pt x="792" y="80"/>
                      </a:lnTo>
                      <a:lnTo>
                        <a:pt x="794" y="80"/>
                      </a:lnTo>
                      <a:lnTo>
                        <a:pt x="794" y="82"/>
                      </a:lnTo>
                      <a:lnTo>
                        <a:pt x="794" y="84"/>
                      </a:lnTo>
                      <a:lnTo>
                        <a:pt x="794" y="82"/>
                      </a:lnTo>
                      <a:lnTo>
                        <a:pt x="794" y="84"/>
                      </a:lnTo>
                      <a:lnTo>
                        <a:pt x="794" y="82"/>
                      </a:lnTo>
                      <a:lnTo>
                        <a:pt x="792" y="82"/>
                      </a:lnTo>
                      <a:lnTo>
                        <a:pt x="794" y="82"/>
                      </a:lnTo>
                      <a:lnTo>
                        <a:pt x="794" y="84"/>
                      </a:lnTo>
                      <a:lnTo>
                        <a:pt x="792" y="84"/>
                      </a:lnTo>
                      <a:lnTo>
                        <a:pt x="792" y="86"/>
                      </a:lnTo>
                      <a:lnTo>
                        <a:pt x="794" y="86"/>
                      </a:lnTo>
                      <a:lnTo>
                        <a:pt x="794" y="84"/>
                      </a:lnTo>
                      <a:lnTo>
                        <a:pt x="794" y="86"/>
                      </a:lnTo>
                      <a:lnTo>
                        <a:pt x="792" y="86"/>
                      </a:lnTo>
                      <a:lnTo>
                        <a:pt x="794" y="86"/>
                      </a:lnTo>
                      <a:lnTo>
                        <a:pt x="794" y="88"/>
                      </a:lnTo>
                      <a:lnTo>
                        <a:pt x="792" y="88"/>
                      </a:lnTo>
                      <a:lnTo>
                        <a:pt x="790" y="88"/>
                      </a:lnTo>
                      <a:lnTo>
                        <a:pt x="790" y="86"/>
                      </a:lnTo>
                      <a:lnTo>
                        <a:pt x="788" y="86"/>
                      </a:lnTo>
                      <a:lnTo>
                        <a:pt x="790" y="86"/>
                      </a:lnTo>
                      <a:lnTo>
                        <a:pt x="788" y="86"/>
                      </a:lnTo>
                      <a:lnTo>
                        <a:pt x="786" y="86"/>
                      </a:lnTo>
                      <a:lnTo>
                        <a:pt x="785" y="86"/>
                      </a:lnTo>
                      <a:lnTo>
                        <a:pt x="786" y="86"/>
                      </a:lnTo>
                      <a:lnTo>
                        <a:pt x="788" y="88"/>
                      </a:lnTo>
                      <a:lnTo>
                        <a:pt x="790" y="88"/>
                      </a:lnTo>
                      <a:lnTo>
                        <a:pt x="790" y="90"/>
                      </a:lnTo>
                      <a:lnTo>
                        <a:pt x="788" y="90"/>
                      </a:lnTo>
                      <a:lnTo>
                        <a:pt x="788" y="88"/>
                      </a:lnTo>
                      <a:lnTo>
                        <a:pt x="788" y="90"/>
                      </a:lnTo>
                      <a:lnTo>
                        <a:pt x="786" y="90"/>
                      </a:lnTo>
                      <a:lnTo>
                        <a:pt x="788" y="90"/>
                      </a:lnTo>
                      <a:lnTo>
                        <a:pt x="790" y="90"/>
                      </a:lnTo>
                      <a:lnTo>
                        <a:pt x="790" y="88"/>
                      </a:lnTo>
                      <a:lnTo>
                        <a:pt x="790" y="90"/>
                      </a:lnTo>
                      <a:lnTo>
                        <a:pt x="792" y="90"/>
                      </a:lnTo>
                      <a:lnTo>
                        <a:pt x="790" y="90"/>
                      </a:lnTo>
                      <a:lnTo>
                        <a:pt x="788" y="90"/>
                      </a:lnTo>
                      <a:lnTo>
                        <a:pt x="790" y="90"/>
                      </a:lnTo>
                      <a:lnTo>
                        <a:pt x="790" y="91"/>
                      </a:lnTo>
                      <a:lnTo>
                        <a:pt x="788" y="91"/>
                      </a:lnTo>
                      <a:lnTo>
                        <a:pt x="790" y="91"/>
                      </a:lnTo>
                      <a:lnTo>
                        <a:pt x="790" y="90"/>
                      </a:lnTo>
                      <a:lnTo>
                        <a:pt x="790" y="91"/>
                      </a:lnTo>
                      <a:lnTo>
                        <a:pt x="790" y="90"/>
                      </a:lnTo>
                      <a:lnTo>
                        <a:pt x="792" y="90"/>
                      </a:lnTo>
                      <a:lnTo>
                        <a:pt x="794" y="90"/>
                      </a:lnTo>
                      <a:lnTo>
                        <a:pt x="794" y="91"/>
                      </a:lnTo>
                      <a:lnTo>
                        <a:pt x="794" y="90"/>
                      </a:lnTo>
                      <a:lnTo>
                        <a:pt x="792" y="91"/>
                      </a:lnTo>
                      <a:lnTo>
                        <a:pt x="794" y="90"/>
                      </a:lnTo>
                      <a:lnTo>
                        <a:pt x="794" y="91"/>
                      </a:lnTo>
                      <a:lnTo>
                        <a:pt x="794" y="90"/>
                      </a:lnTo>
                      <a:lnTo>
                        <a:pt x="795" y="90"/>
                      </a:lnTo>
                      <a:lnTo>
                        <a:pt x="795" y="91"/>
                      </a:lnTo>
                      <a:lnTo>
                        <a:pt x="794" y="91"/>
                      </a:lnTo>
                      <a:lnTo>
                        <a:pt x="792" y="91"/>
                      </a:lnTo>
                      <a:lnTo>
                        <a:pt x="792" y="93"/>
                      </a:lnTo>
                      <a:lnTo>
                        <a:pt x="794" y="93"/>
                      </a:lnTo>
                      <a:lnTo>
                        <a:pt x="792" y="93"/>
                      </a:lnTo>
                      <a:lnTo>
                        <a:pt x="794" y="93"/>
                      </a:lnTo>
                      <a:lnTo>
                        <a:pt x="794" y="95"/>
                      </a:lnTo>
                      <a:lnTo>
                        <a:pt x="792" y="95"/>
                      </a:lnTo>
                      <a:lnTo>
                        <a:pt x="794" y="95"/>
                      </a:lnTo>
                      <a:lnTo>
                        <a:pt x="794" y="93"/>
                      </a:lnTo>
                      <a:lnTo>
                        <a:pt x="794" y="95"/>
                      </a:lnTo>
                      <a:lnTo>
                        <a:pt x="794" y="97"/>
                      </a:lnTo>
                      <a:lnTo>
                        <a:pt x="792" y="97"/>
                      </a:lnTo>
                      <a:lnTo>
                        <a:pt x="792" y="99"/>
                      </a:lnTo>
                      <a:lnTo>
                        <a:pt x="792" y="101"/>
                      </a:lnTo>
                      <a:lnTo>
                        <a:pt x="792" y="102"/>
                      </a:lnTo>
                      <a:lnTo>
                        <a:pt x="792" y="104"/>
                      </a:lnTo>
                      <a:lnTo>
                        <a:pt x="790" y="104"/>
                      </a:lnTo>
                      <a:lnTo>
                        <a:pt x="788" y="104"/>
                      </a:lnTo>
                      <a:lnTo>
                        <a:pt x="786" y="104"/>
                      </a:lnTo>
                      <a:lnTo>
                        <a:pt x="785" y="104"/>
                      </a:lnTo>
                      <a:lnTo>
                        <a:pt x="785" y="106"/>
                      </a:lnTo>
                      <a:lnTo>
                        <a:pt x="785" y="104"/>
                      </a:lnTo>
                      <a:lnTo>
                        <a:pt x="783" y="104"/>
                      </a:lnTo>
                      <a:lnTo>
                        <a:pt x="783" y="102"/>
                      </a:lnTo>
                      <a:lnTo>
                        <a:pt x="781" y="102"/>
                      </a:lnTo>
                      <a:lnTo>
                        <a:pt x="779" y="102"/>
                      </a:lnTo>
                      <a:lnTo>
                        <a:pt x="777" y="102"/>
                      </a:lnTo>
                      <a:lnTo>
                        <a:pt x="777" y="101"/>
                      </a:lnTo>
                      <a:lnTo>
                        <a:pt x="775" y="101"/>
                      </a:lnTo>
                      <a:lnTo>
                        <a:pt x="775" y="102"/>
                      </a:lnTo>
                      <a:lnTo>
                        <a:pt x="775" y="101"/>
                      </a:lnTo>
                      <a:lnTo>
                        <a:pt x="777" y="102"/>
                      </a:lnTo>
                      <a:lnTo>
                        <a:pt x="777" y="101"/>
                      </a:lnTo>
                      <a:lnTo>
                        <a:pt x="777" y="102"/>
                      </a:lnTo>
                      <a:lnTo>
                        <a:pt x="779" y="102"/>
                      </a:lnTo>
                      <a:lnTo>
                        <a:pt x="781" y="102"/>
                      </a:lnTo>
                      <a:lnTo>
                        <a:pt x="783" y="102"/>
                      </a:lnTo>
                      <a:lnTo>
                        <a:pt x="783" y="104"/>
                      </a:lnTo>
                      <a:lnTo>
                        <a:pt x="785" y="104"/>
                      </a:lnTo>
                      <a:lnTo>
                        <a:pt x="785" y="106"/>
                      </a:lnTo>
                      <a:lnTo>
                        <a:pt x="785" y="104"/>
                      </a:lnTo>
                      <a:lnTo>
                        <a:pt x="786" y="104"/>
                      </a:lnTo>
                      <a:lnTo>
                        <a:pt x="788" y="104"/>
                      </a:lnTo>
                      <a:lnTo>
                        <a:pt x="790" y="104"/>
                      </a:lnTo>
                      <a:lnTo>
                        <a:pt x="788" y="104"/>
                      </a:lnTo>
                      <a:lnTo>
                        <a:pt x="790" y="104"/>
                      </a:lnTo>
                      <a:lnTo>
                        <a:pt x="792" y="104"/>
                      </a:lnTo>
                      <a:lnTo>
                        <a:pt x="792" y="102"/>
                      </a:lnTo>
                      <a:lnTo>
                        <a:pt x="792" y="101"/>
                      </a:lnTo>
                      <a:lnTo>
                        <a:pt x="794" y="101"/>
                      </a:lnTo>
                      <a:lnTo>
                        <a:pt x="794" y="99"/>
                      </a:lnTo>
                      <a:lnTo>
                        <a:pt x="794" y="101"/>
                      </a:lnTo>
                      <a:lnTo>
                        <a:pt x="794" y="99"/>
                      </a:lnTo>
                      <a:lnTo>
                        <a:pt x="795" y="99"/>
                      </a:lnTo>
                      <a:lnTo>
                        <a:pt x="797" y="99"/>
                      </a:lnTo>
                      <a:lnTo>
                        <a:pt x="799" y="99"/>
                      </a:lnTo>
                      <a:lnTo>
                        <a:pt x="799" y="101"/>
                      </a:lnTo>
                      <a:lnTo>
                        <a:pt x="801" y="101"/>
                      </a:lnTo>
                      <a:lnTo>
                        <a:pt x="801" y="99"/>
                      </a:lnTo>
                      <a:lnTo>
                        <a:pt x="801" y="101"/>
                      </a:lnTo>
                      <a:lnTo>
                        <a:pt x="803" y="101"/>
                      </a:lnTo>
                      <a:lnTo>
                        <a:pt x="803" y="102"/>
                      </a:lnTo>
                      <a:lnTo>
                        <a:pt x="801" y="102"/>
                      </a:lnTo>
                      <a:lnTo>
                        <a:pt x="801" y="101"/>
                      </a:lnTo>
                      <a:lnTo>
                        <a:pt x="799" y="101"/>
                      </a:lnTo>
                      <a:lnTo>
                        <a:pt x="797" y="101"/>
                      </a:lnTo>
                      <a:lnTo>
                        <a:pt x="799" y="101"/>
                      </a:lnTo>
                      <a:lnTo>
                        <a:pt x="799" y="102"/>
                      </a:lnTo>
                      <a:lnTo>
                        <a:pt x="797" y="102"/>
                      </a:lnTo>
                      <a:lnTo>
                        <a:pt x="799" y="102"/>
                      </a:lnTo>
                      <a:lnTo>
                        <a:pt x="799" y="101"/>
                      </a:lnTo>
                      <a:lnTo>
                        <a:pt x="801" y="101"/>
                      </a:lnTo>
                      <a:lnTo>
                        <a:pt x="801" y="102"/>
                      </a:lnTo>
                      <a:lnTo>
                        <a:pt x="799" y="102"/>
                      </a:lnTo>
                      <a:lnTo>
                        <a:pt x="801" y="102"/>
                      </a:lnTo>
                      <a:lnTo>
                        <a:pt x="801" y="104"/>
                      </a:lnTo>
                      <a:lnTo>
                        <a:pt x="801" y="102"/>
                      </a:lnTo>
                      <a:lnTo>
                        <a:pt x="801" y="104"/>
                      </a:lnTo>
                      <a:lnTo>
                        <a:pt x="801" y="102"/>
                      </a:lnTo>
                      <a:lnTo>
                        <a:pt x="801" y="104"/>
                      </a:lnTo>
                      <a:lnTo>
                        <a:pt x="801" y="102"/>
                      </a:lnTo>
                      <a:lnTo>
                        <a:pt x="803" y="102"/>
                      </a:lnTo>
                      <a:lnTo>
                        <a:pt x="805" y="102"/>
                      </a:lnTo>
                      <a:lnTo>
                        <a:pt x="805" y="104"/>
                      </a:lnTo>
                      <a:lnTo>
                        <a:pt x="803" y="104"/>
                      </a:lnTo>
                      <a:lnTo>
                        <a:pt x="805" y="104"/>
                      </a:lnTo>
                      <a:lnTo>
                        <a:pt x="805" y="102"/>
                      </a:lnTo>
                      <a:lnTo>
                        <a:pt x="805" y="104"/>
                      </a:lnTo>
                      <a:lnTo>
                        <a:pt x="805" y="102"/>
                      </a:lnTo>
                      <a:lnTo>
                        <a:pt x="805" y="104"/>
                      </a:lnTo>
                      <a:lnTo>
                        <a:pt x="806" y="104"/>
                      </a:lnTo>
                      <a:lnTo>
                        <a:pt x="808" y="104"/>
                      </a:lnTo>
                      <a:lnTo>
                        <a:pt x="808" y="106"/>
                      </a:lnTo>
                      <a:lnTo>
                        <a:pt x="808" y="108"/>
                      </a:lnTo>
                      <a:lnTo>
                        <a:pt x="808" y="110"/>
                      </a:lnTo>
                      <a:lnTo>
                        <a:pt x="810" y="110"/>
                      </a:lnTo>
                      <a:lnTo>
                        <a:pt x="810" y="112"/>
                      </a:lnTo>
                      <a:lnTo>
                        <a:pt x="812" y="112"/>
                      </a:lnTo>
                      <a:lnTo>
                        <a:pt x="812" y="113"/>
                      </a:lnTo>
                      <a:lnTo>
                        <a:pt x="814" y="115"/>
                      </a:lnTo>
                      <a:lnTo>
                        <a:pt x="816" y="115"/>
                      </a:lnTo>
                      <a:lnTo>
                        <a:pt x="816" y="117"/>
                      </a:lnTo>
                      <a:lnTo>
                        <a:pt x="816" y="119"/>
                      </a:lnTo>
                      <a:lnTo>
                        <a:pt x="817" y="119"/>
                      </a:lnTo>
                      <a:lnTo>
                        <a:pt x="817" y="117"/>
                      </a:lnTo>
                      <a:lnTo>
                        <a:pt x="817" y="119"/>
                      </a:lnTo>
                      <a:lnTo>
                        <a:pt x="817" y="121"/>
                      </a:lnTo>
                      <a:lnTo>
                        <a:pt x="819" y="121"/>
                      </a:lnTo>
                      <a:lnTo>
                        <a:pt x="819" y="119"/>
                      </a:lnTo>
                      <a:lnTo>
                        <a:pt x="819" y="121"/>
                      </a:lnTo>
                      <a:lnTo>
                        <a:pt x="819" y="122"/>
                      </a:lnTo>
                      <a:lnTo>
                        <a:pt x="817" y="122"/>
                      </a:lnTo>
                      <a:lnTo>
                        <a:pt x="817" y="124"/>
                      </a:lnTo>
                      <a:lnTo>
                        <a:pt x="816" y="124"/>
                      </a:lnTo>
                      <a:lnTo>
                        <a:pt x="814" y="124"/>
                      </a:lnTo>
                      <a:lnTo>
                        <a:pt x="812" y="124"/>
                      </a:lnTo>
                      <a:lnTo>
                        <a:pt x="810" y="124"/>
                      </a:lnTo>
                      <a:lnTo>
                        <a:pt x="808" y="124"/>
                      </a:lnTo>
                      <a:lnTo>
                        <a:pt x="806" y="124"/>
                      </a:lnTo>
                      <a:lnTo>
                        <a:pt x="805" y="124"/>
                      </a:lnTo>
                      <a:lnTo>
                        <a:pt x="803" y="124"/>
                      </a:lnTo>
                      <a:lnTo>
                        <a:pt x="801" y="124"/>
                      </a:lnTo>
                      <a:lnTo>
                        <a:pt x="799" y="124"/>
                      </a:lnTo>
                      <a:lnTo>
                        <a:pt x="799" y="126"/>
                      </a:lnTo>
                      <a:lnTo>
                        <a:pt x="799" y="124"/>
                      </a:lnTo>
                      <a:lnTo>
                        <a:pt x="797" y="124"/>
                      </a:lnTo>
                      <a:lnTo>
                        <a:pt x="797" y="126"/>
                      </a:lnTo>
                      <a:lnTo>
                        <a:pt x="795" y="126"/>
                      </a:lnTo>
                      <a:lnTo>
                        <a:pt x="795" y="124"/>
                      </a:lnTo>
                      <a:lnTo>
                        <a:pt x="795" y="126"/>
                      </a:lnTo>
                      <a:lnTo>
                        <a:pt x="794" y="126"/>
                      </a:lnTo>
                      <a:lnTo>
                        <a:pt x="794" y="128"/>
                      </a:lnTo>
                      <a:lnTo>
                        <a:pt x="792" y="128"/>
                      </a:lnTo>
                      <a:lnTo>
                        <a:pt x="790" y="128"/>
                      </a:lnTo>
                      <a:lnTo>
                        <a:pt x="792" y="128"/>
                      </a:lnTo>
                      <a:lnTo>
                        <a:pt x="790" y="128"/>
                      </a:lnTo>
                      <a:lnTo>
                        <a:pt x="790" y="126"/>
                      </a:lnTo>
                      <a:lnTo>
                        <a:pt x="790" y="128"/>
                      </a:lnTo>
                      <a:lnTo>
                        <a:pt x="788" y="128"/>
                      </a:lnTo>
                      <a:lnTo>
                        <a:pt x="788" y="126"/>
                      </a:lnTo>
                      <a:lnTo>
                        <a:pt x="788" y="128"/>
                      </a:lnTo>
                      <a:lnTo>
                        <a:pt x="788" y="126"/>
                      </a:lnTo>
                      <a:lnTo>
                        <a:pt x="788" y="128"/>
                      </a:lnTo>
                      <a:lnTo>
                        <a:pt x="788" y="126"/>
                      </a:lnTo>
                      <a:lnTo>
                        <a:pt x="788" y="128"/>
                      </a:lnTo>
                      <a:lnTo>
                        <a:pt x="790" y="128"/>
                      </a:lnTo>
                      <a:lnTo>
                        <a:pt x="790" y="126"/>
                      </a:lnTo>
                      <a:lnTo>
                        <a:pt x="790" y="128"/>
                      </a:lnTo>
                      <a:lnTo>
                        <a:pt x="792" y="128"/>
                      </a:lnTo>
                      <a:lnTo>
                        <a:pt x="794" y="128"/>
                      </a:lnTo>
                      <a:lnTo>
                        <a:pt x="794" y="126"/>
                      </a:lnTo>
                      <a:lnTo>
                        <a:pt x="795" y="126"/>
                      </a:lnTo>
                      <a:lnTo>
                        <a:pt x="795" y="124"/>
                      </a:lnTo>
                      <a:lnTo>
                        <a:pt x="795" y="126"/>
                      </a:lnTo>
                      <a:lnTo>
                        <a:pt x="797" y="126"/>
                      </a:lnTo>
                      <a:lnTo>
                        <a:pt x="797" y="128"/>
                      </a:lnTo>
                      <a:lnTo>
                        <a:pt x="797" y="126"/>
                      </a:lnTo>
                      <a:lnTo>
                        <a:pt x="795" y="126"/>
                      </a:lnTo>
                      <a:lnTo>
                        <a:pt x="795" y="128"/>
                      </a:lnTo>
                      <a:lnTo>
                        <a:pt x="795" y="126"/>
                      </a:lnTo>
                      <a:lnTo>
                        <a:pt x="797" y="126"/>
                      </a:lnTo>
                      <a:lnTo>
                        <a:pt x="797" y="128"/>
                      </a:lnTo>
                      <a:lnTo>
                        <a:pt x="797" y="126"/>
                      </a:lnTo>
                      <a:lnTo>
                        <a:pt x="797" y="124"/>
                      </a:lnTo>
                      <a:lnTo>
                        <a:pt x="797" y="126"/>
                      </a:lnTo>
                      <a:lnTo>
                        <a:pt x="799" y="126"/>
                      </a:lnTo>
                      <a:lnTo>
                        <a:pt x="799" y="124"/>
                      </a:lnTo>
                      <a:lnTo>
                        <a:pt x="801" y="124"/>
                      </a:lnTo>
                      <a:lnTo>
                        <a:pt x="803" y="124"/>
                      </a:lnTo>
                      <a:lnTo>
                        <a:pt x="805" y="126"/>
                      </a:lnTo>
                      <a:lnTo>
                        <a:pt x="805" y="128"/>
                      </a:lnTo>
                      <a:lnTo>
                        <a:pt x="806" y="128"/>
                      </a:lnTo>
                      <a:lnTo>
                        <a:pt x="805" y="128"/>
                      </a:lnTo>
                      <a:lnTo>
                        <a:pt x="805" y="130"/>
                      </a:lnTo>
                      <a:lnTo>
                        <a:pt x="805" y="128"/>
                      </a:lnTo>
                      <a:lnTo>
                        <a:pt x="803" y="128"/>
                      </a:lnTo>
                      <a:lnTo>
                        <a:pt x="801" y="128"/>
                      </a:lnTo>
                      <a:lnTo>
                        <a:pt x="803" y="128"/>
                      </a:lnTo>
                      <a:lnTo>
                        <a:pt x="803" y="126"/>
                      </a:lnTo>
                      <a:lnTo>
                        <a:pt x="803" y="128"/>
                      </a:lnTo>
                      <a:lnTo>
                        <a:pt x="801" y="128"/>
                      </a:lnTo>
                      <a:lnTo>
                        <a:pt x="803" y="126"/>
                      </a:lnTo>
                      <a:lnTo>
                        <a:pt x="801" y="126"/>
                      </a:lnTo>
                      <a:lnTo>
                        <a:pt x="803" y="126"/>
                      </a:lnTo>
                      <a:lnTo>
                        <a:pt x="801" y="126"/>
                      </a:lnTo>
                      <a:lnTo>
                        <a:pt x="803" y="126"/>
                      </a:lnTo>
                      <a:lnTo>
                        <a:pt x="801" y="128"/>
                      </a:lnTo>
                      <a:lnTo>
                        <a:pt x="803" y="128"/>
                      </a:lnTo>
                      <a:lnTo>
                        <a:pt x="803" y="130"/>
                      </a:lnTo>
                      <a:lnTo>
                        <a:pt x="805" y="130"/>
                      </a:lnTo>
                      <a:lnTo>
                        <a:pt x="805" y="128"/>
                      </a:lnTo>
                      <a:lnTo>
                        <a:pt x="805" y="130"/>
                      </a:lnTo>
                      <a:lnTo>
                        <a:pt x="806" y="130"/>
                      </a:lnTo>
                      <a:lnTo>
                        <a:pt x="806" y="132"/>
                      </a:lnTo>
                      <a:lnTo>
                        <a:pt x="808" y="132"/>
                      </a:lnTo>
                      <a:lnTo>
                        <a:pt x="806" y="132"/>
                      </a:lnTo>
                      <a:lnTo>
                        <a:pt x="808" y="132"/>
                      </a:lnTo>
                      <a:lnTo>
                        <a:pt x="810" y="132"/>
                      </a:lnTo>
                      <a:lnTo>
                        <a:pt x="810" y="133"/>
                      </a:lnTo>
                      <a:lnTo>
                        <a:pt x="810" y="132"/>
                      </a:lnTo>
                      <a:lnTo>
                        <a:pt x="810" y="133"/>
                      </a:lnTo>
                      <a:lnTo>
                        <a:pt x="810" y="135"/>
                      </a:lnTo>
                      <a:lnTo>
                        <a:pt x="810" y="133"/>
                      </a:lnTo>
                      <a:lnTo>
                        <a:pt x="808" y="133"/>
                      </a:lnTo>
                      <a:lnTo>
                        <a:pt x="810" y="133"/>
                      </a:lnTo>
                      <a:lnTo>
                        <a:pt x="808" y="133"/>
                      </a:lnTo>
                      <a:lnTo>
                        <a:pt x="810" y="133"/>
                      </a:lnTo>
                      <a:lnTo>
                        <a:pt x="810" y="135"/>
                      </a:lnTo>
                      <a:lnTo>
                        <a:pt x="810" y="137"/>
                      </a:lnTo>
                      <a:lnTo>
                        <a:pt x="810" y="135"/>
                      </a:lnTo>
                      <a:lnTo>
                        <a:pt x="812" y="135"/>
                      </a:lnTo>
                      <a:lnTo>
                        <a:pt x="812" y="137"/>
                      </a:lnTo>
                      <a:lnTo>
                        <a:pt x="812" y="139"/>
                      </a:lnTo>
                      <a:lnTo>
                        <a:pt x="814" y="139"/>
                      </a:lnTo>
                      <a:lnTo>
                        <a:pt x="816" y="139"/>
                      </a:lnTo>
                      <a:lnTo>
                        <a:pt x="817" y="139"/>
                      </a:lnTo>
                      <a:lnTo>
                        <a:pt x="817" y="141"/>
                      </a:lnTo>
                      <a:lnTo>
                        <a:pt x="816" y="141"/>
                      </a:lnTo>
                      <a:lnTo>
                        <a:pt x="817" y="141"/>
                      </a:lnTo>
                      <a:lnTo>
                        <a:pt x="817" y="143"/>
                      </a:lnTo>
                      <a:lnTo>
                        <a:pt x="819" y="143"/>
                      </a:lnTo>
                      <a:lnTo>
                        <a:pt x="819" y="144"/>
                      </a:lnTo>
                      <a:lnTo>
                        <a:pt x="821" y="144"/>
                      </a:lnTo>
                      <a:lnTo>
                        <a:pt x="821" y="146"/>
                      </a:lnTo>
                      <a:lnTo>
                        <a:pt x="823" y="146"/>
                      </a:lnTo>
                      <a:lnTo>
                        <a:pt x="825" y="146"/>
                      </a:lnTo>
                      <a:lnTo>
                        <a:pt x="825" y="148"/>
                      </a:lnTo>
                      <a:lnTo>
                        <a:pt x="826" y="148"/>
                      </a:lnTo>
                      <a:lnTo>
                        <a:pt x="828" y="148"/>
                      </a:lnTo>
                      <a:lnTo>
                        <a:pt x="828" y="150"/>
                      </a:lnTo>
                      <a:lnTo>
                        <a:pt x="830" y="150"/>
                      </a:lnTo>
                      <a:lnTo>
                        <a:pt x="828" y="150"/>
                      </a:lnTo>
                      <a:lnTo>
                        <a:pt x="830" y="150"/>
                      </a:lnTo>
                      <a:lnTo>
                        <a:pt x="830" y="152"/>
                      </a:lnTo>
                      <a:lnTo>
                        <a:pt x="828" y="152"/>
                      </a:lnTo>
                      <a:lnTo>
                        <a:pt x="830" y="152"/>
                      </a:lnTo>
                      <a:lnTo>
                        <a:pt x="828" y="152"/>
                      </a:lnTo>
                      <a:lnTo>
                        <a:pt x="830" y="152"/>
                      </a:lnTo>
                      <a:lnTo>
                        <a:pt x="830" y="154"/>
                      </a:lnTo>
                      <a:lnTo>
                        <a:pt x="832" y="154"/>
                      </a:lnTo>
                      <a:lnTo>
                        <a:pt x="834" y="154"/>
                      </a:lnTo>
                      <a:lnTo>
                        <a:pt x="836" y="154"/>
                      </a:lnTo>
                      <a:lnTo>
                        <a:pt x="836" y="155"/>
                      </a:lnTo>
                      <a:lnTo>
                        <a:pt x="837" y="155"/>
                      </a:lnTo>
                      <a:lnTo>
                        <a:pt x="837" y="157"/>
                      </a:lnTo>
                      <a:lnTo>
                        <a:pt x="839" y="157"/>
                      </a:lnTo>
                      <a:lnTo>
                        <a:pt x="841" y="157"/>
                      </a:lnTo>
                      <a:lnTo>
                        <a:pt x="841" y="159"/>
                      </a:lnTo>
                      <a:lnTo>
                        <a:pt x="843" y="159"/>
                      </a:lnTo>
                      <a:lnTo>
                        <a:pt x="843" y="161"/>
                      </a:lnTo>
                      <a:lnTo>
                        <a:pt x="841" y="161"/>
                      </a:lnTo>
                      <a:lnTo>
                        <a:pt x="841" y="163"/>
                      </a:lnTo>
                      <a:lnTo>
                        <a:pt x="841" y="161"/>
                      </a:lnTo>
                      <a:lnTo>
                        <a:pt x="841" y="163"/>
                      </a:lnTo>
                      <a:lnTo>
                        <a:pt x="843" y="163"/>
                      </a:lnTo>
                      <a:lnTo>
                        <a:pt x="843" y="161"/>
                      </a:lnTo>
                      <a:lnTo>
                        <a:pt x="843" y="163"/>
                      </a:lnTo>
                      <a:lnTo>
                        <a:pt x="843" y="161"/>
                      </a:lnTo>
                      <a:lnTo>
                        <a:pt x="843" y="163"/>
                      </a:lnTo>
                      <a:lnTo>
                        <a:pt x="843" y="161"/>
                      </a:lnTo>
                      <a:lnTo>
                        <a:pt x="843" y="163"/>
                      </a:lnTo>
                      <a:lnTo>
                        <a:pt x="845" y="163"/>
                      </a:lnTo>
                      <a:lnTo>
                        <a:pt x="843" y="163"/>
                      </a:lnTo>
                      <a:lnTo>
                        <a:pt x="845" y="163"/>
                      </a:lnTo>
                      <a:lnTo>
                        <a:pt x="845" y="165"/>
                      </a:lnTo>
                      <a:lnTo>
                        <a:pt x="845" y="166"/>
                      </a:lnTo>
                      <a:lnTo>
                        <a:pt x="847" y="166"/>
                      </a:lnTo>
                      <a:lnTo>
                        <a:pt x="847" y="165"/>
                      </a:lnTo>
                      <a:lnTo>
                        <a:pt x="848" y="165"/>
                      </a:lnTo>
                      <a:lnTo>
                        <a:pt x="850" y="166"/>
                      </a:lnTo>
                      <a:lnTo>
                        <a:pt x="850" y="168"/>
                      </a:lnTo>
                      <a:lnTo>
                        <a:pt x="850" y="170"/>
                      </a:lnTo>
                      <a:lnTo>
                        <a:pt x="848" y="170"/>
                      </a:lnTo>
                      <a:lnTo>
                        <a:pt x="848" y="172"/>
                      </a:lnTo>
                      <a:lnTo>
                        <a:pt x="847" y="172"/>
                      </a:lnTo>
                      <a:lnTo>
                        <a:pt x="845" y="172"/>
                      </a:lnTo>
                      <a:lnTo>
                        <a:pt x="845" y="174"/>
                      </a:lnTo>
                      <a:lnTo>
                        <a:pt x="843" y="174"/>
                      </a:lnTo>
                      <a:lnTo>
                        <a:pt x="841" y="174"/>
                      </a:lnTo>
                      <a:lnTo>
                        <a:pt x="841" y="172"/>
                      </a:lnTo>
                      <a:lnTo>
                        <a:pt x="839" y="172"/>
                      </a:lnTo>
                      <a:lnTo>
                        <a:pt x="839" y="174"/>
                      </a:lnTo>
                      <a:lnTo>
                        <a:pt x="837" y="174"/>
                      </a:lnTo>
                      <a:lnTo>
                        <a:pt x="837" y="172"/>
                      </a:lnTo>
                      <a:lnTo>
                        <a:pt x="837" y="174"/>
                      </a:lnTo>
                      <a:lnTo>
                        <a:pt x="836" y="174"/>
                      </a:lnTo>
                      <a:lnTo>
                        <a:pt x="834" y="174"/>
                      </a:lnTo>
                      <a:lnTo>
                        <a:pt x="832" y="174"/>
                      </a:lnTo>
                      <a:lnTo>
                        <a:pt x="832" y="172"/>
                      </a:lnTo>
                      <a:lnTo>
                        <a:pt x="834" y="172"/>
                      </a:lnTo>
                      <a:lnTo>
                        <a:pt x="832" y="172"/>
                      </a:lnTo>
                      <a:lnTo>
                        <a:pt x="832" y="170"/>
                      </a:lnTo>
                      <a:lnTo>
                        <a:pt x="832" y="172"/>
                      </a:lnTo>
                      <a:close/>
                      <a:moveTo>
                        <a:pt x="175" y="106"/>
                      </a:moveTo>
                      <a:lnTo>
                        <a:pt x="175" y="108"/>
                      </a:lnTo>
                      <a:lnTo>
                        <a:pt x="175" y="110"/>
                      </a:lnTo>
                      <a:lnTo>
                        <a:pt x="175" y="112"/>
                      </a:lnTo>
                      <a:lnTo>
                        <a:pt x="177" y="113"/>
                      </a:lnTo>
                      <a:lnTo>
                        <a:pt x="175" y="113"/>
                      </a:lnTo>
                      <a:lnTo>
                        <a:pt x="175" y="115"/>
                      </a:lnTo>
                      <a:lnTo>
                        <a:pt x="175" y="117"/>
                      </a:lnTo>
                      <a:lnTo>
                        <a:pt x="173" y="117"/>
                      </a:lnTo>
                      <a:lnTo>
                        <a:pt x="175" y="117"/>
                      </a:lnTo>
                      <a:lnTo>
                        <a:pt x="175" y="119"/>
                      </a:lnTo>
                      <a:lnTo>
                        <a:pt x="175" y="117"/>
                      </a:lnTo>
                      <a:lnTo>
                        <a:pt x="173" y="117"/>
                      </a:lnTo>
                      <a:lnTo>
                        <a:pt x="175" y="117"/>
                      </a:lnTo>
                      <a:lnTo>
                        <a:pt x="175" y="115"/>
                      </a:lnTo>
                      <a:lnTo>
                        <a:pt x="175" y="113"/>
                      </a:lnTo>
                      <a:lnTo>
                        <a:pt x="177" y="113"/>
                      </a:lnTo>
                      <a:lnTo>
                        <a:pt x="177" y="115"/>
                      </a:lnTo>
                      <a:lnTo>
                        <a:pt x="179" y="115"/>
                      </a:lnTo>
                      <a:lnTo>
                        <a:pt x="180" y="115"/>
                      </a:lnTo>
                      <a:lnTo>
                        <a:pt x="180" y="117"/>
                      </a:lnTo>
                      <a:lnTo>
                        <a:pt x="179" y="117"/>
                      </a:lnTo>
                      <a:lnTo>
                        <a:pt x="180" y="117"/>
                      </a:lnTo>
                      <a:lnTo>
                        <a:pt x="180" y="115"/>
                      </a:lnTo>
                      <a:lnTo>
                        <a:pt x="179" y="115"/>
                      </a:lnTo>
                      <a:lnTo>
                        <a:pt x="177" y="115"/>
                      </a:lnTo>
                      <a:lnTo>
                        <a:pt x="177" y="113"/>
                      </a:lnTo>
                      <a:lnTo>
                        <a:pt x="179" y="113"/>
                      </a:lnTo>
                      <a:lnTo>
                        <a:pt x="177" y="113"/>
                      </a:lnTo>
                      <a:lnTo>
                        <a:pt x="177" y="112"/>
                      </a:lnTo>
                      <a:lnTo>
                        <a:pt x="177" y="110"/>
                      </a:lnTo>
                      <a:lnTo>
                        <a:pt x="177" y="108"/>
                      </a:lnTo>
                      <a:lnTo>
                        <a:pt x="177" y="106"/>
                      </a:lnTo>
                      <a:lnTo>
                        <a:pt x="179" y="106"/>
                      </a:lnTo>
                      <a:lnTo>
                        <a:pt x="180" y="106"/>
                      </a:lnTo>
                      <a:lnTo>
                        <a:pt x="180" y="108"/>
                      </a:lnTo>
                      <a:lnTo>
                        <a:pt x="180" y="110"/>
                      </a:lnTo>
                      <a:lnTo>
                        <a:pt x="182" y="110"/>
                      </a:lnTo>
                      <a:lnTo>
                        <a:pt x="182" y="112"/>
                      </a:lnTo>
                      <a:lnTo>
                        <a:pt x="184" y="112"/>
                      </a:lnTo>
                      <a:lnTo>
                        <a:pt x="184" y="113"/>
                      </a:lnTo>
                      <a:lnTo>
                        <a:pt x="184" y="115"/>
                      </a:lnTo>
                      <a:lnTo>
                        <a:pt x="184" y="117"/>
                      </a:lnTo>
                      <a:lnTo>
                        <a:pt x="186" y="119"/>
                      </a:lnTo>
                      <a:lnTo>
                        <a:pt x="186" y="121"/>
                      </a:lnTo>
                      <a:lnTo>
                        <a:pt x="188" y="121"/>
                      </a:lnTo>
                      <a:lnTo>
                        <a:pt x="188" y="122"/>
                      </a:lnTo>
                      <a:lnTo>
                        <a:pt x="190" y="122"/>
                      </a:lnTo>
                      <a:lnTo>
                        <a:pt x="190" y="124"/>
                      </a:lnTo>
                      <a:lnTo>
                        <a:pt x="191" y="124"/>
                      </a:lnTo>
                      <a:lnTo>
                        <a:pt x="191" y="126"/>
                      </a:lnTo>
                      <a:lnTo>
                        <a:pt x="195" y="126"/>
                      </a:lnTo>
                      <a:lnTo>
                        <a:pt x="195" y="128"/>
                      </a:lnTo>
                      <a:lnTo>
                        <a:pt x="195" y="126"/>
                      </a:lnTo>
                      <a:lnTo>
                        <a:pt x="197" y="128"/>
                      </a:lnTo>
                      <a:lnTo>
                        <a:pt x="199" y="128"/>
                      </a:lnTo>
                      <a:lnTo>
                        <a:pt x="200" y="130"/>
                      </a:lnTo>
                      <a:lnTo>
                        <a:pt x="202" y="132"/>
                      </a:lnTo>
                      <a:lnTo>
                        <a:pt x="202" y="133"/>
                      </a:lnTo>
                      <a:lnTo>
                        <a:pt x="204" y="133"/>
                      </a:lnTo>
                      <a:lnTo>
                        <a:pt x="204" y="135"/>
                      </a:lnTo>
                      <a:lnTo>
                        <a:pt x="204" y="137"/>
                      </a:lnTo>
                      <a:lnTo>
                        <a:pt x="202" y="137"/>
                      </a:lnTo>
                      <a:lnTo>
                        <a:pt x="204" y="137"/>
                      </a:lnTo>
                      <a:lnTo>
                        <a:pt x="204" y="139"/>
                      </a:lnTo>
                      <a:lnTo>
                        <a:pt x="206" y="139"/>
                      </a:lnTo>
                      <a:lnTo>
                        <a:pt x="208" y="139"/>
                      </a:lnTo>
                      <a:lnTo>
                        <a:pt x="206" y="139"/>
                      </a:lnTo>
                      <a:lnTo>
                        <a:pt x="206" y="141"/>
                      </a:lnTo>
                      <a:lnTo>
                        <a:pt x="208" y="141"/>
                      </a:lnTo>
                      <a:lnTo>
                        <a:pt x="208" y="139"/>
                      </a:lnTo>
                      <a:lnTo>
                        <a:pt x="210" y="139"/>
                      </a:lnTo>
                      <a:lnTo>
                        <a:pt x="210" y="141"/>
                      </a:lnTo>
                      <a:lnTo>
                        <a:pt x="210" y="143"/>
                      </a:lnTo>
                      <a:lnTo>
                        <a:pt x="211" y="143"/>
                      </a:lnTo>
                      <a:lnTo>
                        <a:pt x="213" y="143"/>
                      </a:lnTo>
                      <a:lnTo>
                        <a:pt x="211" y="143"/>
                      </a:lnTo>
                      <a:lnTo>
                        <a:pt x="211" y="144"/>
                      </a:lnTo>
                      <a:lnTo>
                        <a:pt x="211" y="146"/>
                      </a:lnTo>
                      <a:lnTo>
                        <a:pt x="211" y="144"/>
                      </a:lnTo>
                      <a:lnTo>
                        <a:pt x="210" y="144"/>
                      </a:lnTo>
                      <a:lnTo>
                        <a:pt x="208" y="146"/>
                      </a:lnTo>
                      <a:lnTo>
                        <a:pt x="210" y="146"/>
                      </a:lnTo>
                      <a:lnTo>
                        <a:pt x="211" y="146"/>
                      </a:lnTo>
                      <a:lnTo>
                        <a:pt x="210" y="146"/>
                      </a:lnTo>
                      <a:lnTo>
                        <a:pt x="210" y="148"/>
                      </a:lnTo>
                      <a:lnTo>
                        <a:pt x="210" y="146"/>
                      </a:lnTo>
                      <a:lnTo>
                        <a:pt x="208" y="146"/>
                      </a:lnTo>
                      <a:lnTo>
                        <a:pt x="208" y="148"/>
                      </a:lnTo>
                      <a:lnTo>
                        <a:pt x="206" y="148"/>
                      </a:lnTo>
                      <a:lnTo>
                        <a:pt x="206" y="150"/>
                      </a:lnTo>
                      <a:lnTo>
                        <a:pt x="208" y="150"/>
                      </a:lnTo>
                      <a:lnTo>
                        <a:pt x="208" y="152"/>
                      </a:lnTo>
                      <a:lnTo>
                        <a:pt x="206" y="152"/>
                      </a:lnTo>
                      <a:lnTo>
                        <a:pt x="206" y="150"/>
                      </a:lnTo>
                      <a:lnTo>
                        <a:pt x="206" y="152"/>
                      </a:lnTo>
                      <a:lnTo>
                        <a:pt x="208" y="152"/>
                      </a:lnTo>
                      <a:lnTo>
                        <a:pt x="206" y="152"/>
                      </a:lnTo>
                      <a:lnTo>
                        <a:pt x="206" y="154"/>
                      </a:lnTo>
                      <a:lnTo>
                        <a:pt x="208" y="154"/>
                      </a:lnTo>
                      <a:lnTo>
                        <a:pt x="206" y="154"/>
                      </a:lnTo>
                      <a:lnTo>
                        <a:pt x="208" y="154"/>
                      </a:lnTo>
                      <a:lnTo>
                        <a:pt x="206" y="152"/>
                      </a:lnTo>
                      <a:lnTo>
                        <a:pt x="208" y="152"/>
                      </a:lnTo>
                      <a:lnTo>
                        <a:pt x="206" y="152"/>
                      </a:lnTo>
                      <a:lnTo>
                        <a:pt x="206" y="150"/>
                      </a:lnTo>
                      <a:lnTo>
                        <a:pt x="206" y="152"/>
                      </a:lnTo>
                      <a:lnTo>
                        <a:pt x="208" y="152"/>
                      </a:lnTo>
                      <a:lnTo>
                        <a:pt x="208" y="150"/>
                      </a:lnTo>
                      <a:lnTo>
                        <a:pt x="206" y="150"/>
                      </a:lnTo>
                      <a:lnTo>
                        <a:pt x="206" y="148"/>
                      </a:lnTo>
                      <a:lnTo>
                        <a:pt x="208" y="148"/>
                      </a:lnTo>
                      <a:lnTo>
                        <a:pt x="208" y="146"/>
                      </a:lnTo>
                      <a:lnTo>
                        <a:pt x="210" y="146"/>
                      </a:lnTo>
                      <a:lnTo>
                        <a:pt x="210" y="148"/>
                      </a:lnTo>
                      <a:lnTo>
                        <a:pt x="211" y="148"/>
                      </a:lnTo>
                      <a:lnTo>
                        <a:pt x="211" y="146"/>
                      </a:lnTo>
                      <a:lnTo>
                        <a:pt x="210" y="146"/>
                      </a:lnTo>
                      <a:lnTo>
                        <a:pt x="208" y="146"/>
                      </a:lnTo>
                      <a:lnTo>
                        <a:pt x="210" y="146"/>
                      </a:lnTo>
                      <a:lnTo>
                        <a:pt x="210" y="144"/>
                      </a:lnTo>
                      <a:lnTo>
                        <a:pt x="211" y="144"/>
                      </a:lnTo>
                      <a:lnTo>
                        <a:pt x="211" y="146"/>
                      </a:lnTo>
                      <a:lnTo>
                        <a:pt x="211" y="144"/>
                      </a:lnTo>
                      <a:lnTo>
                        <a:pt x="211" y="143"/>
                      </a:lnTo>
                      <a:lnTo>
                        <a:pt x="213" y="143"/>
                      </a:lnTo>
                      <a:lnTo>
                        <a:pt x="211" y="143"/>
                      </a:lnTo>
                      <a:lnTo>
                        <a:pt x="210" y="143"/>
                      </a:lnTo>
                      <a:lnTo>
                        <a:pt x="210" y="141"/>
                      </a:lnTo>
                      <a:lnTo>
                        <a:pt x="210" y="139"/>
                      </a:lnTo>
                      <a:lnTo>
                        <a:pt x="208" y="139"/>
                      </a:lnTo>
                      <a:lnTo>
                        <a:pt x="208" y="141"/>
                      </a:lnTo>
                      <a:lnTo>
                        <a:pt x="208" y="139"/>
                      </a:lnTo>
                      <a:lnTo>
                        <a:pt x="206" y="139"/>
                      </a:lnTo>
                      <a:lnTo>
                        <a:pt x="208" y="139"/>
                      </a:lnTo>
                      <a:lnTo>
                        <a:pt x="206" y="139"/>
                      </a:lnTo>
                      <a:lnTo>
                        <a:pt x="206" y="137"/>
                      </a:lnTo>
                      <a:lnTo>
                        <a:pt x="206" y="139"/>
                      </a:lnTo>
                      <a:lnTo>
                        <a:pt x="204" y="139"/>
                      </a:lnTo>
                      <a:lnTo>
                        <a:pt x="204" y="137"/>
                      </a:lnTo>
                      <a:lnTo>
                        <a:pt x="204" y="135"/>
                      </a:lnTo>
                      <a:lnTo>
                        <a:pt x="206" y="135"/>
                      </a:lnTo>
                      <a:lnTo>
                        <a:pt x="204" y="135"/>
                      </a:lnTo>
                      <a:lnTo>
                        <a:pt x="204" y="133"/>
                      </a:lnTo>
                      <a:lnTo>
                        <a:pt x="204" y="132"/>
                      </a:lnTo>
                      <a:lnTo>
                        <a:pt x="204" y="130"/>
                      </a:lnTo>
                      <a:lnTo>
                        <a:pt x="202" y="130"/>
                      </a:lnTo>
                      <a:lnTo>
                        <a:pt x="202" y="128"/>
                      </a:lnTo>
                      <a:lnTo>
                        <a:pt x="200" y="128"/>
                      </a:lnTo>
                      <a:lnTo>
                        <a:pt x="200" y="126"/>
                      </a:lnTo>
                      <a:lnTo>
                        <a:pt x="199" y="126"/>
                      </a:lnTo>
                      <a:lnTo>
                        <a:pt x="199" y="124"/>
                      </a:lnTo>
                      <a:lnTo>
                        <a:pt x="199" y="122"/>
                      </a:lnTo>
                      <a:lnTo>
                        <a:pt x="199" y="121"/>
                      </a:lnTo>
                      <a:lnTo>
                        <a:pt x="200" y="121"/>
                      </a:lnTo>
                      <a:lnTo>
                        <a:pt x="202" y="121"/>
                      </a:lnTo>
                      <a:lnTo>
                        <a:pt x="204" y="121"/>
                      </a:lnTo>
                      <a:lnTo>
                        <a:pt x="206" y="121"/>
                      </a:lnTo>
                      <a:lnTo>
                        <a:pt x="208" y="121"/>
                      </a:lnTo>
                      <a:lnTo>
                        <a:pt x="210" y="121"/>
                      </a:lnTo>
                      <a:lnTo>
                        <a:pt x="210" y="122"/>
                      </a:lnTo>
                      <a:lnTo>
                        <a:pt x="210" y="124"/>
                      </a:lnTo>
                      <a:lnTo>
                        <a:pt x="211" y="124"/>
                      </a:lnTo>
                      <a:lnTo>
                        <a:pt x="213" y="126"/>
                      </a:lnTo>
                      <a:lnTo>
                        <a:pt x="215" y="128"/>
                      </a:lnTo>
                      <a:lnTo>
                        <a:pt x="217" y="128"/>
                      </a:lnTo>
                      <a:lnTo>
                        <a:pt x="217" y="130"/>
                      </a:lnTo>
                      <a:lnTo>
                        <a:pt x="219" y="130"/>
                      </a:lnTo>
                      <a:lnTo>
                        <a:pt x="219" y="132"/>
                      </a:lnTo>
                      <a:lnTo>
                        <a:pt x="219" y="133"/>
                      </a:lnTo>
                      <a:lnTo>
                        <a:pt x="219" y="135"/>
                      </a:lnTo>
                      <a:lnTo>
                        <a:pt x="221" y="135"/>
                      </a:lnTo>
                      <a:lnTo>
                        <a:pt x="221" y="137"/>
                      </a:lnTo>
                      <a:lnTo>
                        <a:pt x="221" y="139"/>
                      </a:lnTo>
                      <a:lnTo>
                        <a:pt x="221" y="141"/>
                      </a:lnTo>
                      <a:lnTo>
                        <a:pt x="222" y="143"/>
                      </a:lnTo>
                      <a:lnTo>
                        <a:pt x="224" y="143"/>
                      </a:lnTo>
                      <a:lnTo>
                        <a:pt x="226" y="143"/>
                      </a:lnTo>
                      <a:lnTo>
                        <a:pt x="226" y="144"/>
                      </a:lnTo>
                      <a:lnTo>
                        <a:pt x="228" y="144"/>
                      </a:lnTo>
                      <a:lnTo>
                        <a:pt x="230" y="144"/>
                      </a:lnTo>
                      <a:lnTo>
                        <a:pt x="231" y="144"/>
                      </a:lnTo>
                      <a:lnTo>
                        <a:pt x="231" y="143"/>
                      </a:lnTo>
                      <a:lnTo>
                        <a:pt x="233" y="143"/>
                      </a:lnTo>
                      <a:lnTo>
                        <a:pt x="235" y="143"/>
                      </a:lnTo>
                      <a:lnTo>
                        <a:pt x="235" y="144"/>
                      </a:lnTo>
                      <a:lnTo>
                        <a:pt x="237" y="144"/>
                      </a:lnTo>
                      <a:lnTo>
                        <a:pt x="237" y="146"/>
                      </a:lnTo>
                      <a:lnTo>
                        <a:pt x="239" y="146"/>
                      </a:lnTo>
                      <a:lnTo>
                        <a:pt x="239" y="148"/>
                      </a:lnTo>
                      <a:lnTo>
                        <a:pt x="241" y="148"/>
                      </a:lnTo>
                      <a:lnTo>
                        <a:pt x="241" y="150"/>
                      </a:lnTo>
                      <a:lnTo>
                        <a:pt x="242" y="150"/>
                      </a:lnTo>
                      <a:lnTo>
                        <a:pt x="244" y="152"/>
                      </a:lnTo>
                      <a:lnTo>
                        <a:pt x="246" y="152"/>
                      </a:lnTo>
                      <a:lnTo>
                        <a:pt x="246" y="154"/>
                      </a:lnTo>
                      <a:lnTo>
                        <a:pt x="248" y="154"/>
                      </a:lnTo>
                      <a:lnTo>
                        <a:pt x="248" y="155"/>
                      </a:lnTo>
                      <a:lnTo>
                        <a:pt x="248" y="157"/>
                      </a:lnTo>
                      <a:lnTo>
                        <a:pt x="250" y="159"/>
                      </a:lnTo>
                      <a:lnTo>
                        <a:pt x="248" y="161"/>
                      </a:lnTo>
                      <a:lnTo>
                        <a:pt x="250" y="161"/>
                      </a:lnTo>
                      <a:lnTo>
                        <a:pt x="248" y="161"/>
                      </a:lnTo>
                      <a:lnTo>
                        <a:pt x="248" y="163"/>
                      </a:lnTo>
                      <a:lnTo>
                        <a:pt x="246" y="163"/>
                      </a:lnTo>
                      <a:lnTo>
                        <a:pt x="246" y="165"/>
                      </a:lnTo>
                      <a:lnTo>
                        <a:pt x="248" y="165"/>
                      </a:lnTo>
                      <a:lnTo>
                        <a:pt x="246" y="165"/>
                      </a:lnTo>
                      <a:lnTo>
                        <a:pt x="248" y="165"/>
                      </a:lnTo>
                      <a:lnTo>
                        <a:pt x="246" y="165"/>
                      </a:lnTo>
                      <a:lnTo>
                        <a:pt x="246" y="163"/>
                      </a:lnTo>
                      <a:lnTo>
                        <a:pt x="248" y="163"/>
                      </a:lnTo>
                      <a:lnTo>
                        <a:pt x="250" y="163"/>
                      </a:lnTo>
                      <a:lnTo>
                        <a:pt x="248" y="161"/>
                      </a:lnTo>
                      <a:lnTo>
                        <a:pt x="250" y="161"/>
                      </a:lnTo>
                      <a:lnTo>
                        <a:pt x="250" y="159"/>
                      </a:lnTo>
                      <a:lnTo>
                        <a:pt x="250" y="161"/>
                      </a:lnTo>
                      <a:lnTo>
                        <a:pt x="250" y="163"/>
                      </a:lnTo>
                      <a:lnTo>
                        <a:pt x="250" y="165"/>
                      </a:lnTo>
                      <a:lnTo>
                        <a:pt x="250" y="166"/>
                      </a:lnTo>
                      <a:lnTo>
                        <a:pt x="252" y="166"/>
                      </a:lnTo>
                      <a:lnTo>
                        <a:pt x="252" y="168"/>
                      </a:lnTo>
                      <a:lnTo>
                        <a:pt x="253" y="168"/>
                      </a:lnTo>
                      <a:lnTo>
                        <a:pt x="253" y="170"/>
                      </a:lnTo>
                      <a:lnTo>
                        <a:pt x="255" y="170"/>
                      </a:lnTo>
                      <a:lnTo>
                        <a:pt x="255" y="172"/>
                      </a:lnTo>
                      <a:lnTo>
                        <a:pt x="257" y="172"/>
                      </a:lnTo>
                      <a:lnTo>
                        <a:pt x="257" y="174"/>
                      </a:lnTo>
                      <a:lnTo>
                        <a:pt x="259" y="174"/>
                      </a:lnTo>
                      <a:lnTo>
                        <a:pt x="259" y="175"/>
                      </a:lnTo>
                      <a:lnTo>
                        <a:pt x="261" y="175"/>
                      </a:lnTo>
                      <a:lnTo>
                        <a:pt x="263" y="175"/>
                      </a:lnTo>
                      <a:lnTo>
                        <a:pt x="264" y="177"/>
                      </a:lnTo>
                      <a:lnTo>
                        <a:pt x="266" y="175"/>
                      </a:lnTo>
                      <a:lnTo>
                        <a:pt x="268" y="175"/>
                      </a:lnTo>
                      <a:lnTo>
                        <a:pt x="270" y="177"/>
                      </a:lnTo>
                      <a:lnTo>
                        <a:pt x="272" y="177"/>
                      </a:lnTo>
                      <a:lnTo>
                        <a:pt x="273" y="177"/>
                      </a:lnTo>
                      <a:lnTo>
                        <a:pt x="275" y="177"/>
                      </a:lnTo>
                      <a:lnTo>
                        <a:pt x="277" y="177"/>
                      </a:lnTo>
                      <a:lnTo>
                        <a:pt x="277" y="179"/>
                      </a:lnTo>
                      <a:lnTo>
                        <a:pt x="279" y="181"/>
                      </a:lnTo>
                      <a:lnTo>
                        <a:pt x="279" y="183"/>
                      </a:lnTo>
                      <a:lnTo>
                        <a:pt x="281" y="183"/>
                      </a:lnTo>
                      <a:lnTo>
                        <a:pt x="281" y="185"/>
                      </a:lnTo>
                      <a:lnTo>
                        <a:pt x="283" y="185"/>
                      </a:lnTo>
                      <a:lnTo>
                        <a:pt x="283" y="186"/>
                      </a:lnTo>
                      <a:lnTo>
                        <a:pt x="281" y="188"/>
                      </a:lnTo>
                      <a:lnTo>
                        <a:pt x="279" y="188"/>
                      </a:lnTo>
                      <a:lnTo>
                        <a:pt x="277" y="190"/>
                      </a:lnTo>
                      <a:lnTo>
                        <a:pt x="275" y="190"/>
                      </a:lnTo>
                      <a:lnTo>
                        <a:pt x="275" y="192"/>
                      </a:lnTo>
                      <a:lnTo>
                        <a:pt x="273" y="192"/>
                      </a:lnTo>
                      <a:lnTo>
                        <a:pt x="272" y="192"/>
                      </a:lnTo>
                      <a:lnTo>
                        <a:pt x="270" y="194"/>
                      </a:lnTo>
                      <a:lnTo>
                        <a:pt x="270" y="192"/>
                      </a:lnTo>
                      <a:lnTo>
                        <a:pt x="270" y="194"/>
                      </a:lnTo>
                      <a:lnTo>
                        <a:pt x="270" y="192"/>
                      </a:lnTo>
                      <a:lnTo>
                        <a:pt x="270" y="194"/>
                      </a:lnTo>
                      <a:lnTo>
                        <a:pt x="268" y="194"/>
                      </a:lnTo>
                      <a:lnTo>
                        <a:pt x="266" y="194"/>
                      </a:lnTo>
                      <a:lnTo>
                        <a:pt x="266" y="196"/>
                      </a:lnTo>
                      <a:lnTo>
                        <a:pt x="266" y="194"/>
                      </a:lnTo>
                      <a:lnTo>
                        <a:pt x="264" y="196"/>
                      </a:lnTo>
                      <a:lnTo>
                        <a:pt x="264" y="197"/>
                      </a:lnTo>
                      <a:lnTo>
                        <a:pt x="263" y="197"/>
                      </a:lnTo>
                      <a:lnTo>
                        <a:pt x="263" y="196"/>
                      </a:lnTo>
                      <a:lnTo>
                        <a:pt x="261" y="196"/>
                      </a:lnTo>
                      <a:lnTo>
                        <a:pt x="261" y="194"/>
                      </a:lnTo>
                      <a:lnTo>
                        <a:pt x="259" y="194"/>
                      </a:lnTo>
                      <a:lnTo>
                        <a:pt x="257" y="196"/>
                      </a:lnTo>
                      <a:lnTo>
                        <a:pt x="255" y="196"/>
                      </a:lnTo>
                      <a:lnTo>
                        <a:pt x="255" y="194"/>
                      </a:lnTo>
                      <a:lnTo>
                        <a:pt x="253" y="194"/>
                      </a:lnTo>
                      <a:lnTo>
                        <a:pt x="255" y="194"/>
                      </a:lnTo>
                      <a:lnTo>
                        <a:pt x="253" y="192"/>
                      </a:lnTo>
                      <a:lnTo>
                        <a:pt x="253" y="194"/>
                      </a:lnTo>
                      <a:lnTo>
                        <a:pt x="255" y="194"/>
                      </a:lnTo>
                      <a:lnTo>
                        <a:pt x="255" y="196"/>
                      </a:lnTo>
                      <a:lnTo>
                        <a:pt x="257" y="196"/>
                      </a:lnTo>
                      <a:lnTo>
                        <a:pt x="259" y="196"/>
                      </a:lnTo>
                      <a:lnTo>
                        <a:pt x="259" y="194"/>
                      </a:lnTo>
                      <a:lnTo>
                        <a:pt x="259" y="196"/>
                      </a:lnTo>
                      <a:lnTo>
                        <a:pt x="261" y="196"/>
                      </a:lnTo>
                      <a:lnTo>
                        <a:pt x="261" y="194"/>
                      </a:lnTo>
                      <a:lnTo>
                        <a:pt x="261" y="196"/>
                      </a:lnTo>
                      <a:lnTo>
                        <a:pt x="263" y="196"/>
                      </a:lnTo>
                      <a:lnTo>
                        <a:pt x="263" y="197"/>
                      </a:lnTo>
                      <a:lnTo>
                        <a:pt x="264" y="197"/>
                      </a:lnTo>
                      <a:lnTo>
                        <a:pt x="264" y="196"/>
                      </a:lnTo>
                      <a:lnTo>
                        <a:pt x="266" y="196"/>
                      </a:lnTo>
                      <a:lnTo>
                        <a:pt x="266" y="194"/>
                      </a:lnTo>
                      <a:lnTo>
                        <a:pt x="268" y="194"/>
                      </a:lnTo>
                      <a:lnTo>
                        <a:pt x="270" y="194"/>
                      </a:lnTo>
                      <a:lnTo>
                        <a:pt x="272" y="194"/>
                      </a:lnTo>
                      <a:lnTo>
                        <a:pt x="273" y="194"/>
                      </a:lnTo>
                      <a:lnTo>
                        <a:pt x="275" y="194"/>
                      </a:lnTo>
                      <a:lnTo>
                        <a:pt x="275" y="192"/>
                      </a:lnTo>
                      <a:lnTo>
                        <a:pt x="277" y="192"/>
                      </a:lnTo>
                      <a:lnTo>
                        <a:pt x="279" y="192"/>
                      </a:lnTo>
                      <a:lnTo>
                        <a:pt x="279" y="190"/>
                      </a:lnTo>
                      <a:lnTo>
                        <a:pt x="281" y="190"/>
                      </a:lnTo>
                      <a:lnTo>
                        <a:pt x="283" y="190"/>
                      </a:lnTo>
                      <a:lnTo>
                        <a:pt x="284" y="188"/>
                      </a:lnTo>
                      <a:lnTo>
                        <a:pt x="286" y="186"/>
                      </a:lnTo>
                      <a:lnTo>
                        <a:pt x="288" y="185"/>
                      </a:lnTo>
                      <a:lnTo>
                        <a:pt x="290" y="185"/>
                      </a:lnTo>
                      <a:lnTo>
                        <a:pt x="290" y="183"/>
                      </a:lnTo>
                      <a:lnTo>
                        <a:pt x="292" y="183"/>
                      </a:lnTo>
                      <a:lnTo>
                        <a:pt x="292" y="185"/>
                      </a:lnTo>
                      <a:lnTo>
                        <a:pt x="294" y="185"/>
                      </a:lnTo>
                      <a:lnTo>
                        <a:pt x="295" y="185"/>
                      </a:lnTo>
                      <a:lnTo>
                        <a:pt x="295" y="186"/>
                      </a:lnTo>
                      <a:lnTo>
                        <a:pt x="297" y="186"/>
                      </a:lnTo>
                      <a:lnTo>
                        <a:pt x="297" y="188"/>
                      </a:lnTo>
                      <a:lnTo>
                        <a:pt x="299" y="188"/>
                      </a:lnTo>
                      <a:lnTo>
                        <a:pt x="301" y="190"/>
                      </a:lnTo>
                      <a:lnTo>
                        <a:pt x="301" y="192"/>
                      </a:lnTo>
                      <a:lnTo>
                        <a:pt x="299" y="192"/>
                      </a:lnTo>
                      <a:lnTo>
                        <a:pt x="299" y="194"/>
                      </a:lnTo>
                      <a:lnTo>
                        <a:pt x="299" y="192"/>
                      </a:lnTo>
                      <a:lnTo>
                        <a:pt x="297" y="194"/>
                      </a:lnTo>
                      <a:lnTo>
                        <a:pt x="297" y="192"/>
                      </a:lnTo>
                      <a:lnTo>
                        <a:pt x="295" y="192"/>
                      </a:lnTo>
                      <a:lnTo>
                        <a:pt x="294" y="192"/>
                      </a:lnTo>
                      <a:lnTo>
                        <a:pt x="292" y="192"/>
                      </a:lnTo>
                      <a:lnTo>
                        <a:pt x="292" y="194"/>
                      </a:lnTo>
                      <a:lnTo>
                        <a:pt x="290" y="194"/>
                      </a:lnTo>
                      <a:lnTo>
                        <a:pt x="292" y="194"/>
                      </a:lnTo>
                      <a:lnTo>
                        <a:pt x="292" y="192"/>
                      </a:lnTo>
                      <a:lnTo>
                        <a:pt x="294" y="192"/>
                      </a:lnTo>
                      <a:lnTo>
                        <a:pt x="295" y="192"/>
                      </a:lnTo>
                      <a:lnTo>
                        <a:pt x="297" y="192"/>
                      </a:lnTo>
                      <a:lnTo>
                        <a:pt x="297" y="194"/>
                      </a:lnTo>
                      <a:lnTo>
                        <a:pt x="299" y="194"/>
                      </a:lnTo>
                      <a:lnTo>
                        <a:pt x="299" y="192"/>
                      </a:lnTo>
                      <a:lnTo>
                        <a:pt x="301" y="192"/>
                      </a:lnTo>
                      <a:lnTo>
                        <a:pt x="301" y="194"/>
                      </a:lnTo>
                      <a:lnTo>
                        <a:pt x="301" y="192"/>
                      </a:lnTo>
                      <a:lnTo>
                        <a:pt x="301" y="190"/>
                      </a:lnTo>
                      <a:lnTo>
                        <a:pt x="303" y="192"/>
                      </a:lnTo>
                      <a:lnTo>
                        <a:pt x="304" y="192"/>
                      </a:lnTo>
                      <a:lnTo>
                        <a:pt x="304" y="194"/>
                      </a:lnTo>
                      <a:lnTo>
                        <a:pt x="306" y="196"/>
                      </a:lnTo>
                      <a:lnTo>
                        <a:pt x="306" y="197"/>
                      </a:lnTo>
                      <a:lnTo>
                        <a:pt x="306" y="199"/>
                      </a:lnTo>
                      <a:lnTo>
                        <a:pt x="306" y="201"/>
                      </a:lnTo>
                      <a:lnTo>
                        <a:pt x="308" y="203"/>
                      </a:lnTo>
                      <a:lnTo>
                        <a:pt x="306" y="203"/>
                      </a:lnTo>
                      <a:lnTo>
                        <a:pt x="304" y="203"/>
                      </a:lnTo>
                      <a:lnTo>
                        <a:pt x="304" y="205"/>
                      </a:lnTo>
                      <a:lnTo>
                        <a:pt x="303" y="205"/>
                      </a:lnTo>
                      <a:lnTo>
                        <a:pt x="303" y="203"/>
                      </a:lnTo>
                      <a:lnTo>
                        <a:pt x="301" y="203"/>
                      </a:lnTo>
                      <a:lnTo>
                        <a:pt x="299" y="205"/>
                      </a:lnTo>
                      <a:lnTo>
                        <a:pt x="299" y="203"/>
                      </a:lnTo>
                      <a:lnTo>
                        <a:pt x="297" y="201"/>
                      </a:lnTo>
                      <a:lnTo>
                        <a:pt x="299" y="203"/>
                      </a:lnTo>
                      <a:lnTo>
                        <a:pt x="299" y="205"/>
                      </a:lnTo>
                      <a:lnTo>
                        <a:pt x="299" y="203"/>
                      </a:lnTo>
                      <a:lnTo>
                        <a:pt x="297" y="203"/>
                      </a:lnTo>
                      <a:lnTo>
                        <a:pt x="297" y="201"/>
                      </a:lnTo>
                      <a:lnTo>
                        <a:pt x="295" y="201"/>
                      </a:lnTo>
                      <a:lnTo>
                        <a:pt x="297" y="201"/>
                      </a:lnTo>
                      <a:lnTo>
                        <a:pt x="297" y="203"/>
                      </a:lnTo>
                      <a:lnTo>
                        <a:pt x="299" y="203"/>
                      </a:lnTo>
                      <a:lnTo>
                        <a:pt x="299" y="205"/>
                      </a:lnTo>
                      <a:lnTo>
                        <a:pt x="301" y="205"/>
                      </a:lnTo>
                      <a:lnTo>
                        <a:pt x="299" y="205"/>
                      </a:lnTo>
                      <a:lnTo>
                        <a:pt x="297" y="205"/>
                      </a:lnTo>
                      <a:lnTo>
                        <a:pt x="297" y="203"/>
                      </a:lnTo>
                      <a:lnTo>
                        <a:pt x="295" y="203"/>
                      </a:lnTo>
                      <a:lnTo>
                        <a:pt x="297" y="203"/>
                      </a:lnTo>
                      <a:lnTo>
                        <a:pt x="297" y="205"/>
                      </a:lnTo>
                      <a:lnTo>
                        <a:pt x="299" y="205"/>
                      </a:lnTo>
                      <a:lnTo>
                        <a:pt x="299" y="207"/>
                      </a:lnTo>
                      <a:lnTo>
                        <a:pt x="297" y="207"/>
                      </a:lnTo>
                      <a:lnTo>
                        <a:pt x="297" y="205"/>
                      </a:lnTo>
                      <a:lnTo>
                        <a:pt x="295" y="205"/>
                      </a:lnTo>
                      <a:lnTo>
                        <a:pt x="295" y="203"/>
                      </a:lnTo>
                      <a:lnTo>
                        <a:pt x="294" y="203"/>
                      </a:lnTo>
                      <a:lnTo>
                        <a:pt x="295" y="203"/>
                      </a:lnTo>
                      <a:lnTo>
                        <a:pt x="295" y="205"/>
                      </a:lnTo>
                      <a:lnTo>
                        <a:pt x="294" y="205"/>
                      </a:lnTo>
                      <a:lnTo>
                        <a:pt x="295" y="205"/>
                      </a:lnTo>
                      <a:lnTo>
                        <a:pt x="295" y="207"/>
                      </a:lnTo>
                      <a:lnTo>
                        <a:pt x="297" y="207"/>
                      </a:lnTo>
                      <a:lnTo>
                        <a:pt x="295" y="207"/>
                      </a:lnTo>
                      <a:lnTo>
                        <a:pt x="294" y="207"/>
                      </a:lnTo>
                      <a:lnTo>
                        <a:pt x="294" y="205"/>
                      </a:lnTo>
                      <a:lnTo>
                        <a:pt x="294" y="207"/>
                      </a:lnTo>
                      <a:lnTo>
                        <a:pt x="294" y="205"/>
                      </a:lnTo>
                      <a:lnTo>
                        <a:pt x="292" y="205"/>
                      </a:lnTo>
                      <a:lnTo>
                        <a:pt x="294" y="205"/>
                      </a:lnTo>
                      <a:lnTo>
                        <a:pt x="294" y="207"/>
                      </a:lnTo>
                      <a:lnTo>
                        <a:pt x="294" y="205"/>
                      </a:lnTo>
                      <a:lnTo>
                        <a:pt x="294" y="207"/>
                      </a:lnTo>
                      <a:lnTo>
                        <a:pt x="295" y="207"/>
                      </a:lnTo>
                      <a:lnTo>
                        <a:pt x="295" y="208"/>
                      </a:lnTo>
                      <a:lnTo>
                        <a:pt x="297" y="208"/>
                      </a:lnTo>
                      <a:lnTo>
                        <a:pt x="295" y="208"/>
                      </a:lnTo>
                      <a:lnTo>
                        <a:pt x="294" y="208"/>
                      </a:lnTo>
                      <a:lnTo>
                        <a:pt x="294" y="207"/>
                      </a:lnTo>
                      <a:lnTo>
                        <a:pt x="294" y="208"/>
                      </a:lnTo>
                      <a:lnTo>
                        <a:pt x="295" y="208"/>
                      </a:lnTo>
                      <a:lnTo>
                        <a:pt x="295" y="210"/>
                      </a:lnTo>
                      <a:lnTo>
                        <a:pt x="294" y="210"/>
                      </a:lnTo>
                      <a:lnTo>
                        <a:pt x="294" y="212"/>
                      </a:lnTo>
                      <a:lnTo>
                        <a:pt x="292" y="212"/>
                      </a:lnTo>
                      <a:lnTo>
                        <a:pt x="290" y="212"/>
                      </a:lnTo>
                      <a:lnTo>
                        <a:pt x="288" y="212"/>
                      </a:lnTo>
                      <a:lnTo>
                        <a:pt x="286" y="212"/>
                      </a:lnTo>
                      <a:lnTo>
                        <a:pt x="286" y="214"/>
                      </a:lnTo>
                      <a:lnTo>
                        <a:pt x="286" y="212"/>
                      </a:lnTo>
                      <a:lnTo>
                        <a:pt x="284" y="212"/>
                      </a:lnTo>
                      <a:lnTo>
                        <a:pt x="284" y="214"/>
                      </a:lnTo>
                      <a:lnTo>
                        <a:pt x="284" y="212"/>
                      </a:lnTo>
                      <a:lnTo>
                        <a:pt x="286" y="212"/>
                      </a:lnTo>
                      <a:lnTo>
                        <a:pt x="286" y="214"/>
                      </a:lnTo>
                      <a:lnTo>
                        <a:pt x="288" y="214"/>
                      </a:lnTo>
                      <a:lnTo>
                        <a:pt x="286" y="214"/>
                      </a:lnTo>
                      <a:lnTo>
                        <a:pt x="284" y="214"/>
                      </a:lnTo>
                      <a:lnTo>
                        <a:pt x="284" y="216"/>
                      </a:lnTo>
                      <a:lnTo>
                        <a:pt x="283" y="216"/>
                      </a:lnTo>
                      <a:lnTo>
                        <a:pt x="283" y="218"/>
                      </a:lnTo>
                      <a:lnTo>
                        <a:pt x="281" y="218"/>
                      </a:lnTo>
                      <a:lnTo>
                        <a:pt x="279" y="219"/>
                      </a:lnTo>
                      <a:lnTo>
                        <a:pt x="281" y="218"/>
                      </a:lnTo>
                      <a:lnTo>
                        <a:pt x="283" y="218"/>
                      </a:lnTo>
                      <a:lnTo>
                        <a:pt x="283" y="216"/>
                      </a:lnTo>
                      <a:lnTo>
                        <a:pt x="284" y="216"/>
                      </a:lnTo>
                      <a:lnTo>
                        <a:pt x="286" y="214"/>
                      </a:lnTo>
                      <a:lnTo>
                        <a:pt x="288" y="214"/>
                      </a:lnTo>
                      <a:lnTo>
                        <a:pt x="290" y="216"/>
                      </a:lnTo>
                      <a:lnTo>
                        <a:pt x="290" y="218"/>
                      </a:lnTo>
                      <a:lnTo>
                        <a:pt x="290" y="219"/>
                      </a:lnTo>
                      <a:lnTo>
                        <a:pt x="290" y="218"/>
                      </a:lnTo>
                      <a:lnTo>
                        <a:pt x="290" y="219"/>
                      </a:lnTo>
                      <a:lnTo>
                        <a:pt x="288" y="219"/>
                      </a:lnTo>
                      <a:lnTo>
                        <a:pt x="286" y="219"/>
                      </a:lnTo>
                      <a:lnTo>
                        <a:pt x="288" y="219"/>
                      </a:lnTo>
                      <a:lnTo>
                        <a:pt x="290" y="219"/>
                      </a:lnTo>
                      <a:lnTo>
                        <a:pt x="292" y="219"/>
                      </a:lnTo>
                      <a:lnTo>
                        <a:pt x="292" y="221"/>
                      </a:lnTo>
                      <a:lnTo>
                        <a:pt x="294" y="221"/>
                      </a:lnTo>
                      <a:lnTo>
                        <a:pt x="294" y="223"/>
                      </a:lnTo>
                      <a:lnTo>
                        <a:pt x="292" y="223"/>
                      </a:lnTo>
                      <a:lnTo>
                        <a:pt x="290" y="223"/>
                      </a:lnTo>
                      <a:lnTo>
                        <a:pt x="292" y="223"/>
                      </a:lnTo>
                      <a:lnTo>
                        <a:pt x="294" y="223"/>
                      </a:lnTo>
                      <a:lnTo>
                        <a:pt x="294" y="221"/>
                      </a:lnTo>
                      <a:lnTo>
                        <a:pt x="294" y="223"/>
                      </a:lnTo>
                      <a:lnTo>
                        <a:pt x="295" y="223"/>
                      </a:lnTo>
                      <a:lnTo>
                        <a:pt x="294" y="223"/>
                      </a:lnTo>
                      <a:lnTo>
                        <a:pt x="294" y="225"/>
                      </a:lnTo>
                      <a:lnTo>
                        <a:pt x="294" y="227"/>
                      </a:lnTo>
                      <a:lnTo>
                        <a:pt x="292" y="227"/>
                      </a:lnTo>
                      <a:lnTo>
                        <a:pt x="290" y="227"/>
                      </a:lnTo>
                      <a:lnTo>
                        <a:pt x="288" y="227"/>
                      </a:lnTo>
                      <a:lnTo>
                        <a:pt x="286" y="227"/>
                      </a:lnTo>
                      <a:lnTo>
                        <a:pt x="286" y="229"/>
                      </a:lnTo>
                      <a:lnTo>
                        <a:pt x="284" y="227"/>
                      </a:lnTo>
                      <a:lnTo>
                        <a:pt x="284" y="229"/>
                      </a:lnTo>
                      <a:lnTo>
                        <a:pt x="283" y="229"/>
                      </a:lnTo>
                      <a:lnTo>
                        <a:pt x="283" y="227"/>
                      </a:lnTo>
                      <a:lnTo>
                        <a:pt x="283" y="229"/>
                      </a:lnTo>
                      <a:lnTo>
                        <a:pt x="281" y="229"/>
                      </a:lnTo>
                      <a:lnTo>
                        <a:pt x="281" y="227"/>
                      </a:lnTo>
                      <a:lnTo>
                        <a:pt x="279" y="229"/>
                      </a:lnTo>
                      <a:lnTo>
                        <a:pt x="281" y="227"/>
                      </a:lnTo>
                      <a:lnTo>
                        <a:pt x="281" y="229"/>
                      </a:lnTo>
                      <a:lnTo>
                        <a:pt x="283" y="229"/>
                      </a:lnTo>
                      <a:lnTo>
                        <a:pt x="284" y="229"/>
                      </a:lnTo>
                      <a:lnTo>
                        <a:pt x="284" y="227"/>
                      </a:lnTo>
                      <a:lnTo>
                        <a:pt x="286" y="229"/>
                      </a:lnTo>
                      <a:lnTo>
                        <a:pt x="288" y="229"/>
                      </a:lnTo>
                      <a:lnTo>
                        <a:pt x="290" y="229"/>
                      </a:lnTo>
                      <a:lnTo>
                        <a:pt x="292" y="229"/>
                      </a:lnTo>
                      <a:lnTo>
                        <a:pt x="294" y="229"/>
                      </a:lnTo>
                      <a:lnTo>
                        <a:pt x="295" y="229"/>
                      </a:lnTo>
                      <a:lnTo>
                        <a:pt x="294" y="229"/>
                      </a:lnTo>
                      <a:lnTo>
                        <a:pt x="292" y="229"/>
                      </a:lnTo>
                      <a:lnTo>
                        <a:pt x="294" y="229"/>
                      </a:lnTo>
                      <a:lnTo>
                        <a:pt x="295" y="230"/>
                      </a:lnTo>
                      <a:lnTo>
                        <a:pt x="295" y="229"/>
                      </a:lnTo>
                      <a:lnTo>
                        <a:pt x="295" y="230"/>
                      </a:lnTo>
                      <a:lnTo>
                        <a:pt x="295" y="232"/>
                      </a:lnTo>
                      <a:lnTo>
                        <a:pt x="294" y="232"/>
                      </a:lnTo>
                      <a:lnTo>
                        <a:pt x="292" y="232"/>
                      </a:lnTo>
                      <a:lnTo>
                        <a:pt x="290" y="232"/>
                      </a:lnTo>
                      <a:lnTo>
                        <a:pt x="292" y="232"/>
                      </a:lnTo>
                      <a:lnTo>
                        <a:pt x="294" y="232"/>
                      </a:lnTo>
                      <a:lnTo>
                        <a:pt x="295" y="232"/>
                      </a:lnTo>
                      <a:lnTo>
                        <a:pt x="297" y="232"/>
                      </a:lnTo>
                      <a:lnTo>
                        <a:pt x="299" y="232"/>
                      </a:lnTo>
                      <a:lnTo>
                        <a:pt x="299" y="234"/>
                      </a:lnTo>
                      <a:lnTo>
                        <a:pt x="297" y="234"/>
                      </a:lnTo>
                      <a:lnTo>
                        <a:pt x="299" y="234"/>
                      </a:lnTo>
                      <a:lnTo>
                        <a:pt x="301" y="234"/>
                      </a:lnTo>
                      <a:lnTo>
                        <a:pt x="301" y="236"/>
                      </a:lnTo>
                      <a:lnTo>
                        <a:pt x="303" y="236"/>
                      </a:lnTo>
                      <a:lnTo>
                        <a:pt x="303" y="238"/>
                      </a:lnTo>
                      <a:lnTo>
                        <a:pt x="301" y="238"/>
                      </a:lnTo>
                      <a:lnTo>
                        <a:pt x="303" y="238"/>
                      </a:lnTo>
                      <a:lnTo>
                        <a:pt x="304" y="238"/>
                      </a:lnTo>
                      <a:lnTo>
                        <a:pt x="306" y="238"/>
                      </a:lnTo>
                      <a:lnTo>
                        <a:pt x="306" y="239"/>
                      </a:lnTo>
                      <a:lnTo>
                        <a:pt x="306" y="238"/>
                      </a:lnTo>
                      <a:lnTo>
                        <a:pt x="306" y="239"/>
                      </a:lnTo>
                      <a:lnTo>
                        <a:pt x="308" y="239"/>
                      </a:lnTo>
                      <a:lnTo>
                        <a:pt x="308" y="241"/>
                      </a:lnTo>
                      <a:lnTo>
                        <a:pt x="308" y="243"/>
                      </a:lnTo>
                      <a:lnTo>
                        <a:pt x="310" y="243"/>
                      </a:lnTo>
                      <a:lnTo>
                        <a:pt x="310" y="245"/>
                      </a:lnTo>
                      <a:lnTo>
                        <a:pt x="310" y="243"/>
                      </a:lnTo>
                      <a:lnTo>
                        <a:pt x="310" y="245"/>
                      </a:lnTo>
                      <a:lnTo>
                        <a:pt x="312" y="245"/>
                      </a:lnTo>
                      <a:lnTo>
                        <a:pt x="314" y="245"/>
                      </a:lnTo>
                      <a:lnTo>
                        <a:pt x="314" y="247"/>
                      </a:lnTo>
                      <a:lnTo>
                        <a:pt x="315" y="247"/>
                      </a:lnTo>
                      <a:lnTo>
                        <a:pt x="317" y="247"/>
                      </a:lnTo>
                      <a:lnTo>
                        <a:pt x="317" y="249"/>
                      </a:lnTo>
                      <a:lnTo>
                        <a:pt x="317" y="250"/>
                      </a:lnTo>
                      <a:lnTo>
                        <a:pt x="317" y="249"/>
                      </a:lnTo>
                      <a:lnTo>
                        <a:pt x="319" y="249"/>
                      </a:lnTo>
                      <a:lnTo>
                        <a:pt x="321" y="249"/>
                      </a:lnTo>
                      <a:lnTo>
                        <a:pt x="321" y="247"/>
                      </a:lnTo>
                      <a:lnTo>
                        <a:pt x="319" y="247"/>
                      </a:lnTo>
                      <a:lnTo>
                        <a:pt x="321" y="247"/>
                      </a:lnTo>
                      <a:lnTo>
                        <a:pt x="319" y="247"/>
                      </a:lnTo>
                      <a:lnTo>
                        <a:pt x="319" y="245"/>
                      </a:lnTo>
                      <a:lnTo>
                        <a:pt x="321" y="247"/>
                      </a:lnTo>
                      <a:lnTo>
                        <a:pt x="321" y="245"/>
                      </a:lnTo>
                      <a:lnTo>
                        <a:pt x="323" y="245"/>
                      </a:lnTo>
                      <a:lnTo>
                        <a:pt x="321" y="243"/>
                      </a:lnTo>
                      <a:lnTo>
                        <a:pt x="321" y="241"/>
                      </a:lnTo>
                      <a:lnTo>
                        <a:pt x="323" y="241"/>
                      </a:lnTo>
                      <a:lnTo>
                        <a:pt x="325" y="241"/>
                      </a:lnTo>
                      <a:lnTo>
                        <a:pt x="325" y="239"/>
                      </a:lnTo>
                      <a:lnTo>
                        <a:pt x="325" y="241"/>
                      </a:lnTo>
                      <a:lnTo>
                        <a:pt x="326" y="239"/>
                      </a:lnTo>
                      <a:lnTo>
                        <a:pt x="326" y="241"/>
                      </a:lnTo>
                      <a:lnTo>
                        <a:pt x="326" y="239"/>
                      </a:lnTo>
                      <a:lnTo>
                        <a:pt x="328" y="239"/>
                      </a:lnTo>
                      <a:lnTo>
                        <a:pt x="328" y="241"/>
                      </a:lnTo>
                      <a:lnTo>
                        <a:pt x="328" y="243"/>
                      </a:lnTo>
                      <a:lnTo>
                        <a:pt x="330" y="245"/>
                      </a:lnTo>
                      <a:lnTo>
                        <a:pt x="328" y="245"/>
                      </a:lnTo>
                      <a:lnTo>
                        <a:pt x="328" y="247"/>
                      </a:lnTo>
                      <a:lnTo>
                        <a:pt x="330" y="249"/>
                      </a:lnTo>
                      <a:lnTo>
                        <a:pt x="330" y="250"/>
                      </a:lnTo>
                      <a:lnTo>
                        <a:pt x="332" y="250"/>
                      </a:lnTo>
                      <a:lnTo>
                        <a:pt x="330" y="250"/>
                      </a:lnTo>
                      <a:lnTo>
                        <a:pt x="330" y="252"/>
                      </a:lnTo>
                      <a:lnTo>
                        <a:pt x="332" y="254"/>
                      </a:lnTo>
                      <a:lnTo>
                        <a:pt x="330" y="254"/>
                      </a:lnTo>
                      <a:lnTo>
                        <a:pt x="330" y="256"/>
                      </a:lnTo>
                      <a:lnTo>
                        <a:pt x="330" y="258"/>
                      </a:lnTo>
                      <a:lnTo>
                        <a:pt x="330" y="260"/>
                      </a:lnTo>
                      <a:lnTo>
                        <a:pt x="332" y="261"/>
                      </a:lnTo>
                      <a:lnTo>
                        <a:pt x="332" y="263"/>
                      </a:lnTo>
                      <a:lnTo>
                        <a:pt x="334" y="263"/>
                      </a:lnTo>
                      <a:lnTo>
                        <a:pt x="334" y="265"/>
                      </a:lnTo>
                      <a:lnTo>
                        <a:pt x="334" y="267"/>
                      </a:lnTo>
                      <a:lnTo>
                        <a:pt x="332" y="267"/>
                      </a:lnTo>
                      <a:lnTo>
                        <a:pt x="330" y="267"/>
                      </a:lnTo>
                      <a:lnTo>
                        <a:pt x="330" y="269"/>
                      </a:lnTo>
                      <a:lnTo>
                        <a:pt x="330" y="267"/>
                      </a:lnTo>
                      <a:lnTo>
                        <a:pt x="330" y="269"/>
                      </a:lnTo>
                      <a:lnTo>
                        <a:pt x="330" y="267"/>
                      </a:lnTo>
                      <a:lnTo>
                        <a:pt x="332" y="267"/>
                      </a:lnTo>
                      <a:lnTo>
                        <a:pt x="332" y="269"/>
                      </a:lnTo>
                      <a:lnTo>
                        <a:pt x="330" y="269"/>
                      </a:lnTo>
                      <a:lnTo>
                        <a:pt x="332" y="269"/>
                      </a:lnTo>
                      <a:lnTo>
                        <a:pt x="332" y="271"/>
                      </a:lnTo>
                      <a:lnTo>
                        <a:pt x="330" y="271"/>
                      </a:lnTo>
                      <a:lnTo>
                        <a:pt x="332" y="271"/>
                      </a:lnTo>
                      <a:lnTo>
                        <a:pt x="332" y="272"/>
                      </a:lnTo>
                      <a:lnTo>
                        <a:pt x="330" y="272"/>
                      </a:lnTo>
                      <a:lnTo>
                        <a:pt x="328" y="272"/>
                      </a:lnTo>
                      <a:lnTo>
                        <a:pt x="326" y="272"/>
                      </a:lnTo>
                      <a:lnTo>
                        <a:pt x="328" y="272"/>
                      </a:lnTo>
                      <a:lnTo>
                        <a:pt x="330" y="272"/>
                      </a:lnTo>
                      <a:lnTo>
                        <a:pt x="332" y="272"/>
                      </a:lnTo>
                      <a:lnTo>
                        <a:pt x="332" y="271"/>
                      </a:lnTo>
                      <a:lnTo>
                        <a:pt x="332" y="272"/>
                      </a:lnTo>
                      <a:lnTo>
                        <a:pt x="330" y="272"/>
                      </a:lnTo>
                      <a:lnTo>
                        <a:pt x="328" y="272"/>
                      </a:lnTo>
                      <a:lnTo>
                        <a:pt x="330" y="272"/>
                      </a:lnTo>
                      <a:lnTo>
                        <a:pt x="332" y="272"/>
                      </a:lnTo>
                      <a:lnTo>
                        <a:pt x="332" y="274"/>
                      </a:lnTo>
                      <a:lnTo>
                        <a:pt x="330" y="274"/>
                      </a:lnTo>
                      <a:lnTo>
                        <a:pt x="328" y="274"/>
                      </a:lnTo>
                      <a:lnTo>
                        <a:pt x="330" y="274"/>
                      </a:lnTo>
                      <a:lnTo>
                        <a:pt x="332" y="274"/>
                      </a:lnTo>
                      <a:lnTo>
                        <a:pt x="332" y="272"/>
                      </a:lnTo>
                      <a:lnTo>
                        <a:pt x="332" y="274"/>
                      </a:lnTo>
                      <a:lnTo>
                        <a:pt x="330" y="274"/>
                      </a:lnTo>
                      <a:lnTo>
                        <a:pt x="330" y="276"/>
                      </a:lnTo>
                      <a:lnTo>
                        <a:pt x="330" y="274"/>
                      </a:lnTo>
                      <a:lnTo>
                        <a:pt x="332" y="274"/>
                      </a:lnTo>
                      <a:lnTo>
                        <a:pt x="334" y="274"/>
                      </a:lnTo>
                      <a:lnTo>
                        <a:pt x="332" y="274"/>
                      </a:lnTo>
                      <a:lnTo>
                        <a:pt x="332" y="276"/>
                      </a:lnTo>
                      <a:lnTo>
                        <a:pt x="330" y="276"/>
                      </a:lnTo>
                      <a:lnTo>
                        <a:pt x="332" y="276"/>
                      </a:lnTo>
                      <a:lnTo>
                        <a:pt x="332" y="274"/>
                      </a:lnTo>
                      <a:lnTo>
                        <a:pt x="334" y="274"/>
                      </a:lnTo>
                      <a:lnTo>
                        <a:pt x="336" y="274"/>
                      </a:lnTo>
                      <a:lnTo>
                        <a:pt x="334" y="274"/>
                      </a:lnTo>
                      <a:lnTo>
                        <a:pt x="334" y="276"/>
                      </a:lnTo>
                      <a:lnTo>
                        <a:pt x="332" y="276"/>
                      </a:lnTo>
                      <a:lnTo>
                        <a:pt x="334" y="276"/>
                      </a:lnTo>
                      <a:lnTo>
                        <a:pt x="334" y="274"/>
                      </a:lnTo>
                      <a:lnTo>
                        <a:pt x="336" y="274"/>
                      </a:lnTo>
                      <a:lnTo>
                        <a:pt x="334" y="274"/>
                      </a:lnTo>
                      <a:lnTo>
                        <a:pt x="334" y="276"/>
                      </a:lnTo>
                      <a:lnTo>
                        <a:pt x="334" y="274"/>
                      </a:lnTo>
                      <a:lnTo>
                        <a:pt x="336" y="274"/>
                      </a:lnTo>
                      <a:lnTo>
                        <a:pt x="336" y="276"/>
                      </a:lnTo>
                      <a:lnTo>
                        <a:pt x="336" y="274"/>
                      </a:lnTo>
                      <a:lnTo>
                        <a:pt x="337" y="274"/>
                      </a:lnTo>
                      <a:lnTo>
                        <a:pt x="337" y="276"/>
                      </a:lnTo>
                      <a:lnTo>
                        <a:pt x="337" y="274"/>
                      </a:lnTo>
                      <a:lnTo>
                        <a:pt x="339" y="274"/>
                      </a:lnTo>
                      <a:lnTo>
                        <a:pt x="339" y="276"/>
                      </a:lnTo>
                      <a:lnTo>
                        <a:pt x="337" y="276"/>
                      </a:lnTo>
                      <a:lnTo>
                        <a:pt x="337" y="278"/>
                      </a:lnTo>
                      <a:lnTo>
                        <a:pt x="337" y="280"/>
                      </a:lnTo>
                      <a:lnTo>
                        <a:pt x="336" y="278"/>
                      </a:lnTo>
                      <a:lnTo>
                        <a:pt x="336" y="280"/>
                      </a:lnTo>
                      <a:lnTo>
                        <a:pt x="334" y="280"/>
                      </a:lnTo>
                      <a:lnTo>
                        <a:pt x="332" y="280"/>
                      </a:lnTo>
                      <a:lnTo>
                        <a:pt x="332" y="282"/>
                      </a:lnTo>
                      <a:lnTo>
                        <a:pt x="332" y="283"/>
                      </a:lnTo>
                      <a:lnTo>
                        <a:pt x="330" y="283"/>
                      </a:lnTo>
                      <a:lnTo>
                        <a:pt x="330" y="282"/>
                      </a:lnTo>
                      <a:lnTo>
                        <a:pt x="330" y="283"/>
                      </a:lnTo>
                      <a:lnTo>
                        <a:pt x="332" y="283"/>
                      </a:lnTo>
                      <a:lnTo>
                        <a:pt x="332" y="282"/>
                      </a:lnTo>
                      <a:lnTo>
                        <a:pt x="332" y="280"/>
                      </a:lnTo>
                      <a:lnTo>
                        <a:pt x="334" y="280"/>
                      </a:lnTo>
                      <a:lnTo>
                        <a:pt x="336" y="280"/>
                      </a:lnTo>
                      <a:lnTo>
                        <a:pt x="336" y="278"/>
                      </a:lnTo>
                      <a:lnTo>
                        <a:pt x="337" y="280"/>
                      </a:lnTo>
                      <a:lnTo>
                        <a:pt x="337" y="278"/>
                      </a:lnTo>
                      <a:lnTo>
                        <a:pt x="337" y="276"/>
                      </a:lnTo>
                      <a:lnTo>
                        <a:pt x="339" y="276"/>
                      </a:lnTo>
                      <a:lnTo>
                        <a:pt x="339" y="278"/>
                      </a:lnTo>
                      <a:lnTo>
                        <a:pt x="339" y="276"/>
                      </a:lnTo>
                      <a:lnTo>
                        <a:pt x="339" y="278"/>
                      </a:lnTo>
                      <a:lnTo>
                        <a:pt x="339" y="276"/>
                      </a:lnTo>
                      <a:lnTo>
                        <a:pt x="339" y="274"/>
                      </a:lnTo>
                      <a:lnTo>
                        <a:pt x="341" y="274"/>
                      </a:lnTo>
                      <a:lnTo>
                        <a:pt x="343" y="274"/>
                      </a:lnTo>
                      <a:lnTo>
                        <a:pt x="345" y="274"/>
                      </a:lnTo>
                      <a:lnTo>
                        <a:pt x="345" y="276"/>
                      </a:lnTo>
                      <a:lnTo>
                        <a:pt x="346" y="276"/>
                      </a:lnTo>
                      <a:lnTo>
                        <a:pt x="346" y="278"/>
                      </a:lnTo>
                      <a:lnTo>
                        <a:pt x="346" y="280"/>
                      </a:lnTo>
                      <a:lnTo>
                        <a:pt x="346" y="282"/>
                      </a:lnTo>
                      <a:lnTo>
                        <a:pt x="346" y="283"/>
                      </a:lnTo>
                      <a:lnTo>
                        <a:pt x="345" y="283"/>
                      </a:lnTo>
                      <a:lnTo>
                        <a:pt x="343" y="285"/>
                      </a:lnTo>
                      <a:lnTo>
                        <a:pt x="341" y="287"/>
                      </a:lnTo>
                      <a:lnTo>
                        <a:pt x="339" y="287"/>
                      </a:lnTo>
                      <a:lnTo>
                        <a:pt x="337" y="287"/>
                      </a:lnTo>
                      <a:lnTo>
                        <a:pt x="337" y="289"/>
                      </a:lnTo>
                      <a:lnTo>
                        <a:pt x="337" y="287"/>
                      </a:lnTo>
                      <a:lnTo>
                        <a:pt x="336" y="287"/>
                      </a:lnTo>
                      <a:lnTo>
                        <a:pt x="336" y="285"/>
                      </a:lnTo>
                      <a:lnTo>
                        <a:pt x="336" y="287"/>
                      </a:lnTo>
                      <a:lnTo>
                        <a:pt x="334" y="287"/>
                      </a:lnTo>
                      <a:lnTo>
                        <a:pt x="334" y="285"/>
                      </a:lnTo>
                      <a:lnTo>
                        <a:pt x="334" y="287"/>
                      </a:lnTo>
                      <a:lnTo>
                        <a:pt x="334" y="289"/>
                      </a:lnTo>
                      <a:lnTo>
                        <a:pt x="332" y="287"/>
                      </a:lnTo>
                      <a:lnTo>
                        <a:pt x="330" y="287"/>
                      </a:lnTo>
                      <a:lnTo>
                        <a:pt x="330" y="285"/>
                      </a:lnTo>
                      <a:lnTo>
                        <a:pt x="328" y="285"/>
                      </a:lnTo>
                      <a:lnTo>
                        <a:pt x="330" y="285"/>
                      </a:lnTo>
                      <a:lnTo>
                        <a:pt x="330" y="287"/>
                      </a:lnTo>
                      <a:lnTo>
                        <a:pt x="332" y="287"/>
                      </a:lnTo>
                      <a:lnTo>
                        <a:pt x="334" y="289"/>
                      </a:lnTo>
                      <a:lnTo>
                        <a:pt x="334" y="287"/>
                      </a:lnTo>
                      <a:lnTo>
                        <a:pt x="334" y="285"/>
                      </a:lnTo>
                      <a:lnTo>
                        <a:pt x="334" y="287"/>
                      </a:lnTo>
                      <a:lnTo>
                        <a:pt x="336" y="287"/>
                      </a:lnTo>
                      <a:lnTo>
                        <a:pt x="336" y="285"/>
                      </a:lnTo>
                      <a:lnTo>
                        <a:pt x="336" y="287"/>
                      </a:lnTo>
                      <a:lnTo>
                        <a:pt x="337" y="287"/>
                      </a:lnTo>
                      <a:lnTo>
                        <a:pt x="337" y="289"/>
                      </a:lnTo>
                      <a:lnTo>
                        <a:pt x="336" y="289"/>
                      </a:lnTo>
                      <a:lnTo>
                        <a:pt x="336" y="291"/>
                      </a:lnTo>
                      <a:lnTo>
                        <a:pt x="334" y="291"/>
                      </a:lnTo>
                      <a:lnTo>
                        <a:pt x="332" y="291"/>
                      </a:lnTo>
                      <a:lnTo>
                        <a:pt x="332" y="292"/>
                      </a:lnTo>
                      <a:lnTo>
                        <a:pt x="330" y="292"/>
                      </a:lnTo>
                      <a:lnTo>
                        <a:pt x="330" y="294"/>
                      </a:lnTo>
                      <a:lnTo>
                        <a:pt x="328" y="294"/>
                      </a:lnTo>
                      <a:lnTo>
                        <a:pt x="328" y="296"/>
                      </a:lnTo>
                      <a:lnTo>
                        <a:pt x="326" y="296"/>
                      </a:lnTo>
                      <a:lnTo>
                        <a:pt x="326" y="298"/>
                      </a:lnTo>
                      <a:lnTo>
                        <a:pt x="328" y="298"/>
                      </a:lnTo>
                      <a:lnTo>
                        <a:pt x="328" y="296"/>
                      </a:lnTo>
                      <a:lnTo>
                        <a:pt x="328" y="294"/>
                      </a:lnTo>
                      <a:lnTo>
                        <a:pt x="330" y="294"/>
                      </a:lnTo>
                      <a:lnTo>
                        <a:pt x="332" y="292"/>
                      </a:lnTo>
                      <a:lnTo>
                        <a:pt x="332" y="291"/>
                      </a:lnTo>
                      <a:lnTo>
                        <a:pt x="334" y="291"/>
                      </a:lnTo>
                      <a:lnTo>
                        <a:pt x="336" y="291"/>
                      </a:lnTo>
                      <a:lnTo>
                        <a:pt x="336" y="289"/>
                      </a:lnTo>
                      <a:lnTo>
                        <a:pt x="337" y="289"/>
                      </a:lnTo>
                      <a:lnTo>
                        <a:pt x="339" y="289"/>
                      </a:lnTo>
                      <a:lnTo>
                        <a:pt x="339" y="287"/>
                      </a:lnTo>
                      <a:lnTo>
                        <a:pt x="341" y="289"/>
                      </a:lnTo>
                      <a:lnTo>
                        <a:pt x="341" y="291"/>
                      </a:lnTo>
                      <a:lnTo>
                        <a:pt x="341" y="292"/>
                      </a:lnTo>
                      <a:lnTo>
                        <a:pt x="341" y="294"/>
                      </a:lnTo>
                      <a:lnTo>
                        <a:pt x="341" y="296"/>
                      </a:lnTo>
                      <a:lnTo>
                        <a:pt x="339" y="296"/>
                      </a:lnTo>
                      <a:lnTo>
                        <a:pt x="337" y="296"/>
                      </a:lnTo>
                      <a:lnTo>
                        <a:pt x="337" y="298"/>
                      </a:lnTo>
                      <a:lnTo>
                        <a:pt x="336" y="298"/>
                      </a:lnTo>
                      <a:lnTo>
                        <a:pt x="334" y="300"/>
                      </a:lnTo>
                      <a:lnTo>
                        <a:pt x="334" y="302"/>
                      </a:lnTo>
                      <a:lnTo>
                        <a:pt x="332" y="302"/>
                      </a:lnTo>
                      <a:lnTo>
                        <a:pt x="332" y="303"/>
                      </a:lnTo>
                      <a:lnTo>
                        <a:pt x="334" y="302"/>
                      </a:lnTo>
                      <a:lnTo>
                        <a:pt x="334" y="300"/>
                      </a:lnTo>
                      <a:lnTo>
                        <a:pt x="336" y="300"/>
                      </a:lnTo>
                      <a:lnTo>
                        <a:pt x="336" y="298"/>
                      </a:lnTo>
                      <a:lnTo>
                        <a:pt x="336" y="300"/>
                      </a:lnTo>
                      <a:lnTo>
                        <a:pt x="336" y="298"/>
                      </a:lnTo>
                      <a:lnTo>
                        <a:pt x="337" y="298"/>
                      </a:lnTo>
                      <a:lnTo>
                        <a:pt x="339" y="296"/>
                      </a:lnTo>
                      <a:lnTo>
                        <a:pt x="341" y="296"/>
                      </a:lnTo>
                      <a:lnTo>
                        <a:pt x="341" y="292"/>
                      </a:lnTo>
                      <a:lnTo>
                        <a:pt x="341" y="291"/>
                      </a:lnTo>
                      <a:lnTo>
                        <a:pt x="341" y="289"/>
                      </a:lnTo>
                      <a:lnTo>
                        <a:pt x="343" y="289"/>
                      </a:lnTo>
                      <a:lnTo>
                        <a:pt x="345" y="287"/>
                      </a:lnTo>
                      <a:lnTo>
                        <a:pt x="345" y="285"/>
                      </a:lnTo>
                      <a:lnTo>
                        <a:pt x="346" y="285"/>
                      </a:lnTo>
                      <a:lnTo>
                        <a:pt x="348" y="285"/>
                      </a:lnTo>
                      <a:lnTo>
                        <a:pt x="346" y="285"/>
                      </a:lnTo>
                      <a:lnTo>
                        <a:pt x="346" y="287"/>
                      </a:lnTo>
                      <a:lnTo>
                        <a:pt x="346" y="289"/>
                      </a:lnTo>
                      <a:lnTo>
                        <a:pt x="345" y="289"/>
                      </a:lnTo>
                      <a:lnTo>
                        <a:pt x="345" y="291"/>
                      </a:lnTo>
                      <a:lnTo>
                        <a:pt x="346" y="291"/>
                      </a:lnTo>
                      <a:lnTo>
                        <a:pt x="345" y="291"/>
                      </a:lnTo>
                      <a:lnTo>
                        <a:pt x="345" y="292"/>
                      </a:lnTo>
                      <a:lnTo>
                        <a:pt x="343" y="292"/>
                      </a:lnTo>
                      <a:lnTo>
                        <a:pt x="343" y="294"/>
                      </a:lnTo>
                      <a:lnTo>
                        <a:pt x="343" y="296"/>
                      </a:lnTo>
                      <a:lnTo>
                        <a:pt x="343" y="298"/>
                      </a:lnTo>
                      <a:lnTo>
                        <a:pt x="343" y="300"/>
                      </a:lnTo>
                      <a:lnTo>
                        <a:pt x="341" y="300"/>
                      </a:lnTo>
                      <a:lnTo>
                        <a:pt x="341" y="302"/>
                      </a:lnTo>
                      <a:lnTo>
                        <a:pt x="343" y="302"/>
                      </a:lnTo>
                      <a:lnTo>
                        <a:pt x="343" y="300"/>
                      </a:lnTo>
                      <a:lnTo>
                        <a:pt x="345" y="300"/>
                      </a:lnTo>
                      <a:lnTo>
                        <a:pt x="345" y="302"/>
                      </a:lnTo>
                      <a:lnTo>
                        <a:pt x="345" y="303"/>
                      </a:lnTo>
                      <a:lnTo>
                        <a:pt x="343" y="303"/>
                      </a:lnTo>
                      <a:lnTo>
                        <a:pt x="345" y="303"/>
                      </a:lnTo>
                      <a:lnTo>
                        <a:pt x="345" y="302"/>
                      </a:lnTo>
                      <a:lnTo>
                        <a:pt x="346" y="302"/>
                      </a:lnTo>
                      <a:lnTo>
                        <a:pt x="346" y="303"/>
                      </a:lnTo>
                      <a:lnTo>
                        <a:pt x="346" y="305"/>
                      </a:lnTo>
                      <a:lnTo>
                        <a:pt x="346" y="307"/>
                      </a:lnTo>
                      <a:lnTo>
                        <a:pt x="345" y="307"/>
                      </a:lnTo>
                      <a:lnTo>
                        <a:pt x="346" y="307"/>
                      </a:lnTo>
                      <a:lnTo>
                        <a:pt x="345" y="309"/>
                      </a:lnTo>
                      <a:lnTo>
                        <a:pt x="345" y="311"/>
                      </a:lnTo>
                      <a:lnTo>
                        <a:pt x="345" y="309"/>
                      </a:lnTo>
                      <a:lnTo>
                        <a:pt x="343" y="311"/>
                      </a:lnTo>
                      <a:lnTo>
                        <a:pt x="343" y="309"/>
                      </a:lnTo>
                      <a:lnTo>
                        <a:pt x="343" y="311"/>
                      </a:lnTo>
                      <a:lnTo>
                        <a:pt x="345" y="311"/>
                      </a:lnTo>
                      <a:lnTo>
                        <a:pt x="345" y="313"/>
                      </a:lnTo>
                      <a:lnTo>
                        <a:pt x="345" y="311"/>
                      </a:lnTo>
                      <a:lnTo>
                        <a:pt x="345" y="309"/>
                      </a:lnTo>
                      <a:lnTo>
                        <a:pt x="346" y="309"/>
                      </a:lnTo>
                      <a:lnTo>
                        <a:pt x="346" y="307"/>
                      </a:lnTo>
                      <a:lnTo>
                        <a:pt x="346" y="305"/>
                      </a:lnTo>
                      <a:lnTo>
                        <a:pt x="346" y="303"/>
                      </a:lnTo>
                      <a:lnTo>
                        <a:pt x="348" y="303"/>
                      </a:lnTo>
                      <a:lnTo>
                        <a:pt x="348" y="302"/>
                      </a:lnTo>
                      <a:lnTo>
                        <a:pt x="348" y="300"/>
                      </a:lnTo>
                      <a:lnTo>
                        <a:pt x="350" y="300"/>
                      </a:lnTo>
                      <a:lnTo>
                        <a:pt x="350" y="298"/>
                      </a:lnTo>
                      <a:lnTo>
                        <a:pt x="350" y="296"/>
                      </a:lnTo>
                      <a:lnTo>
                        <a:pt x="350" y="294"/>
                      </a:lnTo>
                      <a:lnTo>
                        <a:pt x="350" y="292"/>
                      </a:lnTo>
                      <a:lnTo>
                        <a:pt x="352" y="291"/>
                      </a:lnTo>
                      <a:lnTo>
                        <a:pt x="352" y="289"/>
                      </a:lnTo>
                      <a:lnTo>
                        <a:pt x="352" y="287"/>
                      </a:lnTo>
                      <a:lnTo>
                        <a:pt x="354" y="287"/>
                      </a:lnTo>
                      <a:lnTo>
                        <a:pt x="354" y="289"/>
                      </a:lnTo>
                      <a:lnTo>
                        <a:pt x="354" y="291"/>
                      </a:lnTo>
                      <a:lnTo>
                        <a:pt x="352" y="291"/>
                      </a:lnTo>
                      <a:lnTo>
                        <a:pt x="354" y="291"/>
                      </a:lnTo>
                      <a:lnTo>
                        <a:pt x="354" y="292"/>
                      </a:lnTo>
                      <a:lnTo>
                        <a:pt x="352" y="292"/>
                      </a:lnTo>
                      <a:lnTo>
                        <a:pt x="352" y="294"/>
                      </a:lnTo>
                      <a:lnTo>
                        <a:pt x="354" y="294"/>
                      </a:lnTo>
                      <a:lnTo>
                        <a:pt x="354" y="296"/>
                      </a:lnTo>
                      <a:lnTo>
                        <a:pt x="354" y="298"/>
                      </a:lnTo>
                      <a:lnTo>
                        <a:pt x="352" y="298"/>
                      </a:lnTo>
                      <a:lnTo>
                        <a:pt x="352" y="300"/>
                      </a:lnTo>
                      <a:lnTo>
                        <a:pt x="352" y="298"/>
                      </a:lnTo>
                      <a:lnTo>
                        <a:pt x="354" y="298"/>
                      </a:lnTo>
                      <a:lnTo>
                        <a:pt x="354" y="296"/>
                      </a:lnTo>
                      <a:lnTo>
                        <a:pt x="354" y="294"/>
                      </a:lnTo>
                      <a:lnTo>
                        <a:pt x="352" y="294"/>
                      </a:lnTo>
                      <a:lnTo>
                        <a:pt x="352" y="292"/>
                      </a:lnTo>
                      <a:lnTo>
                        <a:pt x="354" y="292"/>
                      </a:lnTo>
                      <a:lnTo>
                        <a:pt x="354" y="291"/>
                      </a:lnTo>
                      <a:lnTo>
                        <a:pt x="352" y="291"/>
                      </a:lnTo>
                      <a:lnTo>
                        <a:pt x="354" y="291"/>
                      </a:lnTo>
                      <a:lnTo>
                        <a:pt x="354" y="289"/>
                      </a:lnTo>
                      <a:lnTo>
                        <a:pt x="356" y="287"/>
                      </a:lnTo>
                      <a:lnTo>
                        <a:pt x="357" y="287"/>
                      </a:lnTo>
                      <a:lnTo>
                        <a:pt x="359" y="287"/>
                      </a:lnTo>
                      <a:lnTo>
                        <a:pt x="361" y="287"/>
                      </a:lnTo>
                      <a:lnTo>
                        <a:pt x="361" y="289"/>
                      </a:lnTo>
                      <a:lnTo>
                        <a:pt x="363" y="289"/>
                      </a:lnTo>
                      <a:lnTo>
                        <a:pt x="365" y="289"/>
                      </a:lnTo>
                      <a:lnTo>
                        <a:pt x="367" y="289"/>
                      </a:lnTo>
                      <a:lnTo>
                        <a:pt x="368" y="289"/>
                      </a:lnTo>
                      <a:lnTo>
                        <a:pt x="370" y="289"/>
                      </a:lnTo>
                      <a:lnTo>
                        <a:pt x="368" y="291"/>
                      </a:lnTo>
                      <a:lnTo>
                        <a:pt x="370" y="289"/>
                      </a:lnTo>
                      <a:lnTo>
                        <a:pt x="370" y="291"/>
                      </a:lnTo>
                      <a:lnTo>
                        <a:pt x="372" y="289"/>
                      </a:lnTo>
                      <a:lnTo>
                        <a:pt x="374" y="289"/>
                      </a:lnTo>
                      <a:lnTo>
                        <a:pt x="374" y="291"/>
                      </a:lnTo>
                      <a:lnTo>
                        <a:pt x="372" y="291"/>
                      </a:lnTo>
                      <a:lnTo>
                        <a:pt x="374" y="291"/>
                      </a:lnTo>
                      <a:lnTo>
                        <a:pt x="372" y="291"/>
                      </a:lnTo>
                      <a:lnTo>
                        <a:pt x="372" y="292"/>
                      </a:lnTo>
                      <a:lnTo>
                        <a:pt x="372" y="294"/>
                      </a:lnTo>
                      <a:lnTo>
                        <a:pt x="372" y="296"/>
                      </a:lnTo>
                      <a:lnTo>
                        <a:pt x="372" y="298"/>
                      </a:lnTo>
                      <a:lnTo>
                        <a:pt x="374" y="298"/>
                      </a:lnTo>
                      <a:lnTo>
                        <a:pt x="374" y="300"/>
                      </a:lnTo>
                      <a:lnTo>
                        <a:pt x="376" y="300"/>
                      </a:lnTo>
                      <a:lnTo>
                        <a:pt x="378" y="300"/>
                      </a:lnTo>
                      <a:lnTo>
                        <a:pt x="379" y="300"/>
                      </a:lnTo>
                      <a:lnTo>
                        <a:pt x="379" y="302"/>
                      </a:lnTo>
                      <a:lnTo>
                        <a:pt x="379" y="303"/>
                      </a:lnTo>
                      <a:lnTo>
                        <a:pt x="378" y="303"/>
                      </a:lnTo>
                      <a:lnTo>
                        <a:pt x="378" y="305"/>
                      </a:lnTo>
                      <a:lnTo>
                        <a:pt x="379" y="305"/>
                      </a:lnTo>
                      <a:lnTo>
                        <a:pt x="379" y="307"/>
                      </a:lnTo>
                      <a:lnTo>
                        <a:pt x="381" y="309"/>
                      </a:lnTo>
                      <a:lnTo>
                        <a:pt x="383" y="309"/>
                      </a:lnTo>
                      <a:lnTo>
                        <a:pt x="385" y="309"/>
                      </a:lnTo>
                      <a:lnTo>
                        <a:pt x="387" y="309"/>
                      </a:lnTo>
                      <a:lnTo>
                        <a:pt x="387" y="311"/>
                      </a:lnTo>
                      <a:lnTo>
                        <a:pt x="388" y="311"/>
                      </a:lnTo>
                      <a:lnTo>
                        <a:pt x="388" y="313"/>
                      </a:lnTo>
                      <a:lnTo>
                        <a:pt x="388" y="314"/>
                      </a:lnTo>
                      <a:lnTo>
                        <a:pt x="388" y="316"/>
                      </a:lnTo>
                      <a:lnTo>
                        <a:pt x="390" y="318"/>
                      </a:lnTo>
                      <a:lnTo>
                        <a:pt x="390" y="320"/>
                      </a:lnTo>
                      <a:lnTo>
                        <a:pt x="388" y="320"/>
                      </a:lnTo>
                      <a:lnTo>
                        <a:pt x="387" y="320"/>
                      </a:lnTo>
                      <a:lnTo>
                        <a:pt x="387" y="322"/>
                      </a:lnTo>
                      <a:lnTo>
                        <a:pt x="385" y="322"/>
                      </a:lnTo>
                      <a:lnTo>
                        <a:pt x="385" y="324"/>
                      </a:lnTo>
                      <a:lnTo>
                        <a:pt x="383" y="324"/>
                      </a:lnTo>
                      <a:lnTo>
                        <a:pt x="383" y="325"/>
                      </a:lnTo>
                      <a:lnTo>
                        <a:pt x="381" y="325"/>
                      </a:lnTo>
                      <a:lnTo>
                        <a:pt x="381" y="327"/>
                      </a:lnTo>
                      <a:lnTo>
                        <a:pt x="381" y="329"/>
                      </a:lnTo>
                      <a:lnTo>
                        <a:pt x="381" y="331"/>
                      </a:lnTo>
                      <a:lnTo>
                        <a:pt x="379" y="331"/>
                      </a:lnTo>
                      <a:lnTo>
                        <a:pt x="379" y="333"/>
                      </a:lnTo>
                      <a:lnTo>
                        <a:pt x="379" y="335"/>
                      </a:lnTo>
                      <a:lnTo>
                        <a:pt x="379" y="336"/>
                      </a:lnTo>
                      <a:lnTo>
                        <a:pt x="381" y="336"/>
                      </a:lnTo>
                      <a:lnTo>
                        <a:pt x="381" y="338"/>
                      </a:lnTo>
                      <a:lnTo>
                        <a:pt x="381" y="336"/>
                      </a:lnTo>
                      <a:lnTo>
                        <a:pt x="383" y="338"/>
                      </a:lnTo>
                      <a:lnTo>
                        <a:pt x="385" y="340"/>
                      </a:lnTo>
                      <a:lnTo>
                        <a:pt x="385" y="342"/>
                      </a:lnTo>
                      <a:lnTo>
                        <a:pt x="383" y="344"/>
                      </a:lnTo>
                      <a:lnTo>
                        <a:pt x="383" y="345"/>
                      </a:lnTo>
                      <a:lnTo>
                        <a:pt x="381" y="345"/>
                      </a:lnTo>
                      <a:lnTo>
                        <a:pt x="381" y="347"/>
                      </a:lnTo>
                      <a:lnTo>
                        <a:pt x="381" y="349"/>
                      </a:lnTo>
                      <a:lnTo>
                        <a:pt x="381" y="351"/>
                      </a:lnTo>
                      <a:lnTo>
                        <a:pt x="381" y="353"/>
                      </a:lnTo>
                      <a:lnTo>
                        <a:pt x="379" y="353"/>
                      </a:lnTo>
                      <a:lnTo>
                        <a:pt x="379" y="351"/>
                      </a:lnTo>
                      <a:lnTo>
                        <a:pt x="378" y="351"/>
                      </a:lnTo>
                      <a:lnTo>
                        <a:pt x="376" y="351"/>
                      </a:lnTo>
                      <a:lnTo>
                        <a:pt x="378" y="351"/>
                      </a:lnTo>
                      <a:lnTo>
                        <a:pt x="379" y="351"/>
                      </a:lnTo>
                      <a:lnTo>
                        <a:pt x="379" y="353"/>
                      </a:lnTo>
                      <a:lnTo>
                        <a:pt x="379" y="355"/>
                      </a:lnTo>
                      <a:lnTo>
                        <a:pt x="379" y="358"/>
                      </a:lnTo>
                      <a:lnTo>
                        <a:pt x="381" y="360"/>
                      </a:lnTo>
                      <a:lnTo>
                        <a:pt x="379" y="360"/>
                      </a:lnTo>
                      <a:lnTo>
                        <a:pt x="379" y="358"/>
                      </a:lnTo>
                      <a:lnTo>
                        <a:pt x="378" y="358"/>
                      </a:lnTo>
                      <a:lnTo>
                        <a:pt x="378" y="356"/>
                      </a:lnTo>
                      <a:lnTo>
                        <a:pt x="376" y="356"/>
                      </a:lnTo>
                      <a:lnTo>
                        <a:pt x="376" y="358"/>
                      </a:lnTo>
                      <a:lnTo>
                        <a:pt x="374" y="358"/>
                      </a:lnTo>
                      <a:lnTo>
                        <a:pt x="374" y="360"/>
                      </a:lnTo>
                      <a:lnTo>
                        <a:pt x="374" y="358"/>
                      </a:lnTo>
                      <a:lnTo>
                        <a:pt x="372" y="358"/>
                      </a:lnTo>
                      <a:lnTo>
                        <a:pt x="372" y="360"/>
                      </a:lnTo>
                      <a:lnTo>
                        <a:pt x="372" y="358"/>
                      </a:lnTo>
                      <a:lnTo>
                        <a:pt x="372" y="360"/>
                      </a:lnTo>
                      <a:lnTo>
                        <a:pt x="370" y="360"/>
                      </a:lnTo>
                      <a:lnTo>
                        <a:pt x="368" y="360"/>
                      </a:lnTo>
                      <a:lnTo>
                        <a:pt x="368" y="358"/>
                      </a:lnTo>
                      <a:lnTo>
                        <a:pt x="367" y="358"/>
                      </a:lnTo>
                      <a:lnTo>
                        <a:pt x="368" y="358"/>
                      </a:lnTo>
                      <a:lnTo>
                        <a:pt x="368" y="360"/>
                      </a:lnTo>
                      <a:lnTo>
                        <a:pt x="370" y="360"/>
                      </a:lnTo>
                      <a:lnTo>
                        <a:pt x="372" y="360"/>
                      </a:lnTo>
                      <a:lnTo>
                        <a:pt x="372" y="358"/>
                      </a:lnTo>
                      <a:lnTo>
                        <a:pt x="372" y="360"/>
                      </a:lnTo>
                      <a:lnTo>
                        <a:pt x="372" y="358"/>
                      </a:lnTo>
                      <a:lnTo>
                        <a:pt x="374" y="358"/>
                      </a:lnTo>
                      <a:lnTo>
                        <a:pt x="374" y="360"/>
                      </a:lnTo>
                      <a:lnTo>
                        <a:pt x="374" y="358"/>
                      </a:lnTo>
                      <a:lnTo>
                        <a:pt x="376" y="358"/>
                      </a:lnTo>
                      <a:lnTo>
                        <a:pt x="378" y="358"/>
                      </a:lnTo>
                      <a:lnTo>
                        <a:pt x="378" y="356"/>
                      </a:lnTo>
                      <a:lnTo>
                        <a:pt x="378" y="358"/>
                      </a:lnTo>
                      <a:lnTo>
                        <a:pt x="379" y="358"/>
                      </a:lnTo>
                      <a:lnTo>
                        <a:pt x="379" y="360"/>
                      </a:lnTo>
                      <a:lnTo>
                        <a:pt x="381" y="360"/>
                      </a:lnTo>
                      <a:lnTo>
                        <a:pt x="381" y="362"/>
                      </a:lnTo>
                      <a:lnTo>
                        <a:pt x="383" y="362"/>
                      </a:lnTo>
                      <a:lnTo>
                        <a:pt x="383" y="364"/>
                      </a:lnTo>
                      <a:lnTo>
                        <a:pt x="383" y="366"/>
                      </a:lnTo>
                      <a:lnTo>
                        <a:pt x="383" y="367"/>
                      </a:lnTo>
                      <a:lnTo>
                        <a:pt x="383" y="369"/>
                      </a:lnTo>
                      <a:lnTo>
                        <a:pt x="383" y="371"/>
                      </a:lnTo>
                      <a:lnTo>
                        <a:pt x="381" y="371"/>
                      </a:lnTo>
                      <a:lnTo>
                        <a:pt x="381" y="373"/>
                      </a:lnTo>
                      <a:lnTo>
                        <a:pt x="381" y="375"/>
                      </a:lnTo>
                      <a:lnTo>
                        <a:pt x="381" y="377"/>
                      </a:lnTo>
                      <a:lnTo>
                        <a:pt x="381" y="378"/>
                      </a:lnTo>
                      <a:lnTo>
                        <a:pt x="383" y="378"/>
                      </a:lnTo>
                      <a:lnTo>
                        <a:pt x="383" y="380"/>
                      </a:lnTo>
                      <a:lnTo>
                        <a:pt x="381" y="380"/>
                      </a:lnTo>
                      <a:lnTo>
                        <a:pt x="381" y="382"/>
                      </a:lnTo>
                      <a:lnTo>
                        <a:pt x="381" y="384"/>
                      </a:lnTo>
                      <a:lnTo>
                        <a:pt x="381" y="386"/>
                      </a:lnTo>
                      <a:lnTo>
                        <a:pt x="381" y="388"/>
                      </a:lnTo>
                      <a:lnTo>
                        <a:pt x="381" y="389"/>
                      </a:lnTo>
                      <a:lnTo>
                        <a:pt x="381" y="391"/>
                      </a:lnTo>
                      <a:lnTo>
                        <a:pt x="381" y="393"/>
                      </a:lnTo>
                      <a:lnTo>
                        <a:pt x="381" y="391"/>
                      </a:lnTo>
                      <a:lnTo>
                        <a:pt x="381" y="393"/>
                      </a:lnTo>
                      <a:lnTo>
                        <a:pt x="379" y="393"/>
                      </a:lnTo>
                      <a:lnTo>
                        <a:pt x="379" y="395"/>
                      </a:lnTo>
                      <a:lnTo>
                        <a:pt x="379" y="397"/>
                      </a:lnTo>
                      <a:lnTo>
                        <a:pt x="379" y="398"/>
                      </a:lnTo>
                      <a:lnTo>
                        <a:pt x="379" y="400"/>
                      </a:lnTo>
                      <a:lnTo>
                        <a:pt x="379" y="402"/>
                      </a:lnTo>
                      <a:lnTo>
                        <a:pt x="379" y="404"/>
                      </a:lnTo>
                      <a:lnTo>
                        <a:pt x="379" y="406"/>
                      </a:lnTo>
                      <a:lnTo>
                        <a:pt x="379" y="408"/>
                      </a:lnTo>
                      <a:lnTo>
                        <a:pt x="379" y="409"/>
                      </a:lnTo>
                      <a:lnTo>
                        <a:pt x="379" y="411"/>
                      </a:lnTo>
                      <a:lnTo>
                        <a:pt x="378" y="411"/>
                      </a:lnTo>
                      <a:lnTo>
                        <a:pt x="379" y="411"/>
                      </a:lnTo>
                      <a:lnTo>
                        <a:pt x="378" y="411"/>
                      </a:lnTo>
                      <a:lnTo>
                        <a:pt x="378" y="413"/>
                      </a:lnTo>
                      <a:lnTo>
                        <a:pt x="376" y="415"/>
                      </a:lnTo>
                      <a:lnTo>
                        <a:pt x="376" y="413"/>
                      </a:lnTo>
                      <a:lnTo>
                        <a:pt x="374" y="413"/>
                      </a:lnTo>
                      <a:lnTo>
                        <a:pt x="374" y="411"/>
                      </a:lnTo>
                      <a:lnTo>
                        <a:pt x="372" y="411"/>
                      </a:lnTo>
                      <a:lnTo>
                        <a:pt x="372" y="409"/>
                      </a:lnTo>
                      <a:lnTo>
                        <a:pt x="372" y="408"/>
                      </a:lnTo>
                      <a:lnTo>
                        <a:pt x="370" y="408"/>
                      </a:lnTo>
                      <a:lnTo>
                        <a:pt x="370" y="406"/>
                      </a:lnTo>
                      <a:lnTo>
                        <a:pt x="370" y="408"/>
                      </a:lnTo>
                      <a:lnTo>
                        <a:pt x="368" y="408"/>
                      </a:lnTo>
                      <a:lnTo>
                        <a:pt x="368" y="406"/>
                      </a:lnTo>
                      <a:lnTo>
                        <a:pt x="367" y="406"/>
                      </a:lnTo>
                      <a:lnTo>
                        <a:pt x="367" y="404"/>
                      </a:lnTo>
                      <a:lnTo>
                        <a:pt x="365" y="404"/>
                      </a:lnTo>
                      <a:lnTo>
                        <a:pt x="365" y="402"/>
                      </a:lnTo>
                      <a:lnTo>
                        <a:pt x="363" y="402"/>
                      </a:lnTo>
                      <a:lnTo>
                        <a:pt x="363" y="400"/>
                      </a:lnTo>
                      <a:lnTo>
                        <a:pt x="361" y="400"/>
                      </a:lnTo>
                      <a:lnTo>
                        <a:pt x="363" y="400"/>
                      </a:lnTo>
                      <a:lnTo>
                        <a:pt x="361" y="400"/>
                      </a:lnTo>
                      <a:lnTo>
                        <a:pt x="361" y="398"/>
                      </a:lnTo>
                      <a:lnTo>
                        <a:pt x="359" y="398"/>
                      </a:lnTo>
                      <a:lnTo>
                        <a:pt x="359" y="400"/>
                      </a:lnTo>
                      <a:lnTo>
                        <a:pt x="359" y="402"/>
                      </a:lnTo>
                      <a:lnTo>
                        <a:pt x="359" y="404"/>
                      </a:lnTo>
                      <a:lnTo>
                        <a:pt x="357" y="404"/>
                      </a:lnTo>
                      <a:lnTo>
                        <a:pt x="357" y="402"/>
                      </a:lnTo>
                      <a:lnTo>
                        <a:pt x="357" y="404"/>
                      </a:lnTo>
                      <a:lnTo>
                        <a:pt x="356" y="404"/>
                      </a:lnTo>
                      <a:lnTo>
                        <a:pt x="357" y="404"/>
                      </a:lnTo>
                      <a:lnTo>
                        <a:pt x="356" y="404"/>
                      </a:lnTo>
                      <a:lnTo>
                        <a:pt x="357" y="404"/>
                      </a:lnTo>
                      <a:lnTo>
                        <a:pt x="357" y="406"/>
                      </a:lnTo>
                      <a:lnTo>
                        <a:pt x="357" y="408"/>
                      </a:lnTo>
                      <a:lnTo>
                        <a:pt x="356" y="409"/>
                      </a:lnTo>
                      <a:lnTo>
                        <a:pt x="357" y="409"/>
                      </a:lnTo>
                      <a:lnTo>
                        <a:pt x="359" y="409"/>
                      </a:lnTo>
                      <a:lnTo>
                        <a:pt x="357" y="409"/>
                      </a:lnTo>
                      <a:lnTo>
                        <a:pt x="357" y="411"/>
                      </a:lnTo>
                      <a:lnTo>
                        <a:pt x="357" y="409"/>
                      </a:lnTo>
                      <a:lnTo>
                        <a:pt x="357" y="411"/>
                      </a:lnTo>
                      <a:lnTo>
                        <a:pt x="356" y="411"/>
                      </a:lnTo>
                      <a:lnTo>
                        <a:pt x="356" y="409"/>
                      </a:lnTo>
                      <a:lnTo>
                        <a:pt x="354" y="409"/>
                      </a:lnTo>
                      <a:lnTo>
                        <a:pt x="354" y="411"/>
                      </a:lnTo>
                      <a:lnTo>
                        <a:pt x="354" y="409"/>
                      </a:lnTo>
                      <a:lnTo>
                        <a:pt x="352" y="409"/>
                      </a:lnTo>
                      <a:lnTo>
                        <a:pt x="352" y="408"/>
                      </a:lnTo>
                      <a:lnTo>
                        <a:pt x="350" y="408"/>
                      </a:lnTo>
                      <a:lnTo>
                        <a:pt x="348" y="408"/>
                      </a:lnTo>
                      <a:lnTo>
                        <a:pt x="350" y="408"/>
                      </a:lnTo>
                      <a:lnTo>
                        <a:pt x="348" y="408"/>
                      </a:lnTo>
                      <a:lnTo>
                        <a:pt x="350" y="408"/>
                      </a:lnTo>
                      <a:lnTo>
                        <a:pt x="348" y="408"/>
                      </a:lnTo>
                      <a:lnTo>
                        <a:pt x="346" y="408"/>
                      </a:lnTo>
                      <a:lnTo>
                        <a:pt x="346" y="406"/>
                      </a:lnTo>
                      <a:lnTo>
                        <a:pt x="345" y="406"/>
                      </a:lnTo>
                      <a:lnTo>
                        <a:pt x="345" y="404"/>
                      </a:lnTo>
                      <a:lnTo>
                        <a:pt x="343" y="404"/>
                      </a:lnTo>
                      <a:lnTo>
                        <a:pt x="341" y="404"/>
                      </a:lnTo>
                      <a:lnTo>
                        <a:pt x="341" y="402"/>
                      </a:lnTo>
                      <a:lnTo>
                        <a:pt x="339" y="400"/>
                      </a:lnTo>
                      <a:lnTo>
                        <a:pt x="337" y="400"/>
                      </a:lnTo>
                      <a:lnTo>
                        <a:pt x="336" y="400"/>
                      </a:lnTo>
                      <a:lnTo>
                        <a:pt x="334" y="400"/>
                      </a:lnTo>
                      <a:lnTo>
                        <a:pt x="334" y="402"/>
                      </a:lnTo>
                      <a:lnTo>
                        <a:pt x="334" y="404"/>
                      </a:lnTo>
                      <a:lnTo>
                        <a:pt x="336" y="404"/>
                      </a:lnTo>
                      <a:lnTo>
                        <a:pt x="337" y="406"/>
                      </a:lnTo>
                      <a:lnTo>
                        <a:pt x="337" y="408"/>
                      </a:lnTo>
                      <a:lnTo>
                        <a:pt x="337" y="409"/>
                      </a:lnTo>
                      <a:lnTo>
                        <a:pt x="339" y="409"/>
                      </a:lnTo>
                      <a:lnTo>
                        <a:pt x="339" y="411"/>
                      </a:lnTo>
                      <a:lnTo>
                        <a:pt x="339" y="413"/>
                      </a:lnTo>
                      <a:lnTo>
                        <a:pt x="341" y="415"/>
                      </a:lnTo>
                      <a:lnTo>
                        <a:pt x="339" y="415"/>
                      </a:lnTo>
                      <a:lnTo>
                        <a:pt x="337" y="415"/>
                      </a:lnTo>
                      <a:lnTo>
                        <a:pt x="336" y="415"/>
                      </a:lnTo>
                      <a:lnTo>
                        <a:pt x="336" y="417"/>
                      </a:lnTo>
                      <a:lnTo>
                        <a:pt x="336" y="415"/>
                      </a:lnTo>
                      <a:lnTo>
                        <a:pt x="334" y="415"/>
                      </a:lnTo>
                      <a:lnTo>
                        <a:pt x="336" y="415"/>
                      </a:lnTo>
                      <a:lnTo>
                        <a:pt x="336" y="413"/>
                      </a:lnTo>
                      <a:lnTo>
                        <a:pt x="334" y="413"/>
                      </a:lnTo>
                      <a:lnTo>
                        <a:pt x="334" y="411"/>
                      </a:lnTo>
                      <a:lnTo>
                        <a:pt x="332" y="411"/>
                      </a:lnTo>
                      <a:lnTo>
                        <a:pt x="332" y="409"/>
                      </a:lnTo>
                      <a:lnTo>
                        <a:pt x="330" y="409"/>
                      </a:lnTo>
                      <a:lnTo>
                        <a:pt x="330" y="408"/>
                      </a:lnTo>
                      <a:lnTo>
                        <a:pt x="328" y="408"/>
                      </a:lnTo>
                      <a:lnTo>
                        <a:pt x="328" y="406"/>
                      </a:lnTo>
                      <a:lnTo>
                        <a:pt x="326" y="406"/>
                      </a:lnTo>
                      <a:lnTo>
                        <a:pt x="325" y="406"/>
                      </a:lnTo>
                      <a:lnTo>
                        <a:pt x="325" y="404"/>
                      </a:lnTo>
                      <a:lnTo>
                        <a:pt x="326" y="404"/>
                      </a:lnTo>
                      <a:lnTo>
                        <a:pt x="325" y="402"/>
                      </a:lnTo>
                      <a:lnTo>
                        <a:pt x="323" y="400"/>
                      </a:lnTo>
                      <a:lnTo>
                        <a:pt x="321" y="400"/>
                      </a:lnTo>
                      <a:lnTo>
                        <a:pt x="321" y="398"/>
                      </a:lnTo>
                      <a:lnTo>
                        <a:pt x="319" y="398"/>
                      </a:lnTo>
                      <a:lnTo>
                        <a:pt x="319" y="397"/>
                      </a:lnTo>
                      <a:lnTo>
                        <a:pt x="317" y="397"/>
                      </a:lnTo>
                      <a:lnTo>
                        <a:pt x="317" y="395"/>
                      </a:lnTo>
                      <a:lnTo>
                        <a:pt x="315" y="395"/>
                      </a:lnTo>
                      <a:lnTo>
                        <a:pt x="315" y="393"/>
                      </a:lnTo>
                      <a:lnTo>
                        <a:pt x="314" y="393"/>
                      </a:lnTo>
                      <a:lnTo>
                        <a:pt x="315" y="393"/>
                      </a:lnTo>
                      <a:lnTo>
                        <a:pt x="315" y="391"/>
                      </a:lnTo>
                      <a:lnTo>
                        <a:pt x="314" y="391"/>
                      </a:lnTo>
                      <a:lnTo>
                        <a:pt x="312" y="391"/>
                      </a:lnTo>
                      <a:lnTo>
                        <a:pt x="312" y="389"/>
                      </a:lnTo>
                      <a:lnTo>
                        <a:pt x="312" y="388"/>
                      </a:lnTo>
                      <a:lnTo>
                        <a:pt x="312" y="386"/>
                      </a:lnTo>
                      <a:lnTo>
                        <a:pt x="310" y="386"/>
                      </a:lnTo>
                      <a:lnTo>
                        <a:pt x="308" y="386"/>
                      </a:lnTo>
                      <a:lnTo>
                        <a:pt x="308" y="384"/>
                      </a:lnTo>
                      <a:lnTo>
                        <a:pt x="306" y="384"/>
                      </a:lnTo>
                      <a:lnTo>
                        <a:pt x="304" y="384"/>
                      </a:lnTo>
                      <a:lnTo>
                        <a:pt x="306" y="382"/>
                      </a:lnTo>
                      <a:lnTo>
                        <a:pt x="304" y="382"/>
                      </a:lnTo>
                      <a:lnTo>
                        <a:pt x="304" y="380"/>
                      </a:lnTo>
                      <a:lnTo>
                        <a:pt x="303" y="380"/>
                      </a:lnTo>
                      <a:lnTo>
                        <a:pt x="303" y="382"/>
                      </a:lnTo>
                      <a:lnTo>
                        <a:pt x="303" y="380"/>
                      </a:lnTo>
                      <a:lnTo>
                        <a:pt x="301" y="380"/>
                      </a:lnTo>
                      <a:lnTo>
                        <a:pt x="299" y="380"/>
                      </a:lnTo>
                      <a:lnTo>
                        <a:pt x="299" y="378"/>
                      </a:lnTo>
                      <a:lnTo>
                        <a:pt x="297" y="378"/>
                      </a:lnTo>
                      <a:lnTo>
                        <a:pt x="295" y="378"/>
                      </a:lnTo>
                      <a:lnTo>
                        <a:pt x="295" y="377"/>
                      </a:lnTo>
                      <a:lnTo>
                        <a:pt x="294" y="377"/>
                      </a:lnTo>
                      <a:lnTo>
                        <a:pt x="294" y="378"/>
                      </a:lnTo>
                      <a:lnTo>
                        <a:pt x="294" y="377"/>
                      </a:lnTo>
                      <a:lnTo>
                        <a:pt x="294" y="375"/>
                      </a:lnTo>
                      <a:lnTo>
                        <a:pt x="292" y="375"/>
                      </a:lnTo>
                      <a:lnTo>
                        <a:pt x="290" y="375"/>
                      </a:lnTo>
                      <a:lnTo>
                        <a:pt x="290" y="373"/>
                      </a:lnTo>
                      <a:lnTo>
                        <a:pt x="290" y="371"/>
                      </a:lnTo>
                      <a:lnTo>
                        <a:pt x="288" y="371"/>
                      </a:lnTo>
                      <a:lnTo>
                        <a:pt x="288" y="369"/>
                      </a:lnTo>
                      <a:lnTo>
                        <a:pt x="288" y="371"/>
                      </a:lnTo>
                      <a:lnTo>
                        <a:pt x="286" y="369"/>
                      </a:lnTo>
                      <a:lnTo>
                        <a:pt x="284" y="369"/>
                      </a:lnTo>
                      <a:lnTo>
                        <a:pt x="284" y="367"/>
                      </a:lnTo>
                      <a:lnTo>
                        <a:pt x="283" y="367"/>
                      </a:lnTo>
                      <a:lnTo>
                        <a:pt x="281" y="366"/>
                      </a:lnTo>
                      <a:lnTo>
                        <a:pt x="279" y="366"/>
                      </a:lnTo>
                      <a:lnTo>
                        <a:pt x="277" y="364"/>
                      </a:lnTo>
                      <a:lnTo>
                        <a:pt x="275" y="364"/>
                      </a:lnTo>
                      <a:lnTo>
                        <a:pt x="275" y="362"/>
                      </a:lnTo>
                      <a:lnTo>
                        <a:pt x="273" y="360"/>
                      </a:lnTo>
                      <a:lnTo>
                        <a:pt x="272" y="360"/>
                      </a:lnTo>
                      <a:lnTo>
                        <a:pt x="272" y="358"/>
                      </a:lnTo>
                      <a:lnTo>
                        <a:pt x="270" y="358"/>
                      </a:lnTo>
                      <a:lnTo>
                        <a:pt x="268" y="356"/>
                      </a:lnTo>
                      <a:lnTo>
                        <a:pt x="266" y="355"/>
                      </a:lnTo>
                      <a:lnTo>
                        <a:pt x="264" y="355"/>
                      </a:lnTo>
                      <a:lnTo>
                        <a:pt x="264" y="353"/>
                      </a:lnTo>
                      <a:lnTo>
                        <a:pt x="263" y="353"/>
                      </a:lnTo>
                      <a:lnTo>
                        <a:pt x="261" y="351"/>
                      </a:lnTo>
                      <a:lnTo>
                        <a:pt x="259" y="349"/>
                      </a:lnTo>
                      <a:lnTo>
                        <a:pt x="257" y="349"/>
                      </a:lnTo>
                      <a:lnTo>
                        <a:pt x="257" y="347"/>
                      </a:lnTo>
                      <a:lnTo>
                        <a:pt x="257" y="349"/>
                      </a:lnTo>
                      <a:lnTo>
                        <a:pt x="257" y="347"/>
                      </a:lnTo>
                      <a:lnTo>
                        <a:pt x="255" y="347"/>
                      </a:lnTo>
                      <a:lnTo>
                        <a:pt x="255" y="345"/>
                      </a:lnTo>
                      <a:lnTo>
                        <a:pt x="253" y="345"/>
                      </a:lnTo>
                      <a:lnTo>
                        <a:pt x="253" y="344"/>
                      </a:lnTo>
                      <a:lnTo>
                        <a:pt x="253" y="342"/>
                      </a:lnTo>
                      <a:lnTo>
                        <a:pt x="253" y="344"/>
                      </a:lnTo>
                      <a:lnTo>
                        <a:pt x="253" y="342"/>
                      </a:lnTo>
                      <a:lnTo>
                        <a:pt x="253" y="344"/>
                      </a:lnTo>
                      <a:lnTo>
                        <a:pt x="253" y="342"/>
                      </a:lnTo>
                      <a:lnTo>
                        <a:pt x="253" y="340"/>
                      </a:lnTo>
                      <a:lnTo>
                        <a:pt x="253" y="342"/>
                      </a:lnTo>
                      <a:lnTo>
                        <a:pt x="253" y="340"/>
                      </a:lnTo>
                      <a:lnTo>
                        <a:pt x="252" y="338"/>
                      </a:lnTo>
                      <a:lnTo>
                        <a:pt x="253" y="338"/>
                      </a:lnTo>
                      <a:lnTo>
                        <a:pt x="252" y="338"/>
                      </a:lnTo>
                      <a:lnTo>
                        <a:pt x="252" y="336"/>
                      </a:lnTo>
                      <a:lnTo>
                        <a:pt x="252" y="335"/>
                      </a:lnTo>
                      <a:lnTo>
                        <a:pt x="250" y="335"/>
                      </a:lnTo>
                      <a:lnTo>
                        <a:pt x="250" y="333"/>
                      </a:lnTo>
                      <a:lnTo>
                        <a:pt x="248" y="333"/>
                      </a:lnTo>
                      <a:lnTo>
                        <a:pt x="248" y="331"/>
                      </a:lnTo>
                      <a:lnTo>
                        <a:pt x="246" y="331"/>
                      </a:lnTo>
                      <a:lnTo>
                        <a:pt x="244" y="329"/>
                      </a:lnTo>
                      <a:lnTo>
                        <a:pt x="242" y="329"/>
                      </a:lnTo>
                      <a:lnTo>
                        <a:pt x="241" y="327"/>
                      </a:lnTo>
                      <a:lnTo>
                        <a:pt x="241" y="325"/>
                      </a:lnTo>
                      <a:lnTo>
                        <a:pt x="239" y="325"/>
                      </a:lnTo>
                      <a:lnTo>
                        <a:pt x="237" y="325"/>
                      </a:lnTo>
                      <a:lnTo>
                        <a:pt x="237" y="324"/>
                      </a:lnTo>
                      <a:lnTo>
                        <a:pt x="235" y="324"/>
                      </a:lnTo>
                      <a:lnTo>
                        <a:pt x="233" y="322"/>
                      </a:lnTo>
                      <a:lnTo>
                        <a:pt x="231" y="322"/>
                      </a:lnTo>
                      <a:lnTo>
                        <a:pt x="231" y="320"/>
                      </a:lnTo>
                      <a:lnTo>
                        <a:pt x="230" y="320"/>
                      </a:lnTo>
                      <a:lnTo>
                        <a:pt x="230" y="318"/>
                      </a:lnTo>
                      <a:lnTo>
                        <a:pt x="228" y="318"/>
                      </a:lnTo>
                      <a:lnTo>
                        <a:pt x="228" y="316"/>
                      </a:lnTo>
                      <a:lnTo>
                        <a:pt x="226" y="316"/>
                      </a:lnTo>
                      <a:lnTo>
                        <a:pt x="226" y="314"/>
                      </a:lnTo>
                      <a:lnTo>
                        <a:pt x="226" y="313"/>
                      </a:lnTo>
                      <a:lnTo>
                        <a:pt x="224" y="313"/>
                      </a:lnTo>
                      <a:lnTo>
                        <a:pt x="224" y="311"/>
                      </a:lnTo>
                      <a:lnTo>
                        <a:pt x="222" y="309"/>
                      </a:lnTo>
                      <a:lnTo>
                        <a:pt x="222" y="307"/>
                      </a:lnTo>
                      <a:lnTo>
                        <a:pt x="221" y="305"/>
                      </a:lnTo>
                      <a:lnTo>
                        <a:pt x="221" y="303"/>
                      </a:lnTo>
                      <a:lnTo>
                        <a:pt x="219" y="302"/>
                      </a:lnTo>
                      <a:lnTo>
                        <a:pt x="219" y="300"/>
                      </a:lnTo>
                      <a:lnTo>
                        <a:pt x="217" y="300"/>
                      </a:lnTo>
                      <a:lnTo>
                        <a:pt x="215" y="300"/>
                      </a:lnTo>
                      <a:lnTo>
                        <a:pt x="215" y="298"/>
                      </a:lnTo>
                      <a:lnTo>
                        <a:pt x="215" y="300"/>
                      </a:lnTo>
                      <a:lnTo>
                        <a:pt x="215" y="298"/>
                      </a:lnTo>
                      <a:lnTo>
                        <a:pt x="213" y="298"/>
                      </a:lnTo>
                      <a:lnTo>
                        <a:pt x="211" y="296"/>
                      </a:lnTo>
                      <a:lnTo>
                        <a:pt x="211" y="294"/>
                      </a:lnTo>
                      <a:lnTo>
                        <a:pt x="210" y="294"/>
                      </a:lnTo>
                      <a:lnTo>
                        <a:pt x="211" y="294"/>
                      </a:lnTo>
                      <a:lnTo>
                        <a:pt x="210" y="294"/>
                      </a:lnTo>
                      <a:lnTo>
                        <a:pt x="210" y="292"/>
                      </a:lnTo>
                      <a:lnTo>
                        <a:pt x="208" y="292"/>
                      </a:lnTo>
                      <a:lnTo>
                        <a:pt x="208" y="291"/>
                      </a:lnTo>
                      <a:lnTo>
                        <a:pt x="206" y="291"/>
                      </a:lnTo>
                      <a:lnTo>
                        <a:pt x="206" y="289"/>
                      </a:lnTo>
                      <a:lnTo>
                        <a:pt x="204" y="289"/>
                      </a:lnTo>
                      <a:lnTo>
                        <a:pt x="204" y="287"/>
                      </a:lnTo>
                      <a:lnTo>
                        <a:pt x="204" y="285"/>
                      </a:lnTo>
                      <a:lnTo>
                        <a:pt x="202" y="285"/>
                      </a:lnTo>
                      <a:lnTo>
                        <a:pt x="202" y="283"/>
                      </a:lnTo>
                      <a:lnTo>
                        <a:pt x="202" y="282"/>
                      </a:lnTo>
                      <a:lnTo>
                        <a:pt x="200" y="282"/>
                      </a:lnTo>
                      <a:lnTo>
                        <a:pt x="200" y="280"/>
                      </a:lnTo>
                      <a:lnTo>
                        <a:pt x="202" y="280"/>
                      </a:lnTo>
                      <a:lnTo>
                        <a:pt x="202" y="278"/>
                      </a:lnTo>
                      <a:lnTo>
                        <a:pt x="202" y="276"/>
                      </a:lnTo>
                      <a:lnTo>
                        <a:pt x="202" y="274"/>
                      </a:lnTo>
                      <a:lnTo>
                        <a:pt x="202" y="272"/>
                      </a:lnTo>
                      <a:lnTo>
                        <a:pt x="202" y="271"/>
                      </a:lnTo>
                      <a:lnTo>
                        <a:pt x="200" y="271"/>
                      </a:lnTo>
                      <a:lnTo>
                        <a:pt x="200" y="269"/>
                      </a:lnTo>
                      <a:lnTo>
                        <a:pt x="199" y="269"/>
                      </a:lnTo>
                      <a:lnTo>
                        <a:pt x="199" y="267"/>
                      </a:lnTo>
                      <a:lnTo>
                        <a:pt x="199" y="265"/>
                      </a:lnTo>
                      <a:lnTo>
                        <a:pt x="197" y="265"/>
                      </a:lnTo>
                      <a:lnTo>
                        <a:pt x="197" y="263"/>
                      </a:lnTo>
                      <a:lnTo>
                        <a:pt x="195" y="261"/>
                      </a:lnTo>
                      <a:lnTo>
                        <a:pt x="195" y="260"/>
                      </a:lnTo>
                      <a:lnTo>
                        <a:pt x="195" y="258"/>
                      </a:lnTo>
                      <a:lnTo>
                        <a:pt x="193" y="258"/>
                      </a:lnTo>
                      <a:lnTo>
                        <a:pt x="193" y="256"/>
                      </a:lnTo>
                      <a:lnTo>
                        <a:pt x="191" y="256"/>
                      </a:lnTo>
                      <a:lnTo>
                        <a:pt x="191" y="254"/>
                      </a:lnTo>
                      <a:lnTo>
                        <a:pt x="193" y="254"/>
                      </a:lnTo>
                      <a:lnTo>
                        <a:pt x="191" y="254"/>
                      </a:lnTo>
                      <a:lnTo>
                        <a:pt x="191" y="252"/>
                      </a:lnTo>
                      <a:lnTo>
                        <a:pt x="193" y="252"/>
                      </a:lnTo>
                      <a:lnTo>
                        <a:pt x="191" y="252"/>
                      </a:lnTo>
                      <a:lnTo>
                        <a:pt x="191" y="250"/>
                      </a:lnTo>
                      <a:lnTo>
                        <a:pt x="190" y="250"/>
                      </a:lnTo>
                      <a:lnTo>
                        <a:pt x="190" y="249"/>
                      </a:lnTo>
                      <a:lnTo>
                        <a:pt x="188" y="249"/>
                      </a:lnTo>
                      <a:lnTo>
                        <a:pt x="186" y="249"/>
                      </a:lnTo>
                      <a:lnTo>
                        <a:pt x="186" y="247"/>
                      </a:lnTo>
                      <a:lnTo>
                        <a:pt x="186" y="249"/>
                      </a:lnTo>
                      <a:lnTo>
                        <a:pt x="188" y="249"/>
                      </a:lnTo>
                      <a:lnTo>
                        <a:pt x="188" y="247"/>
                      </a:lnTo>
                      <a:lnTo>
                        <a:pt x="186" y="247"/>
                      </a:lnTo>
                      <a:lnTo>
                        <a:pt x="188" y="247"/>
                      </a:lnTo>
                      <a:lnTo>
                        <a:pt x="186" y="247"/>
                      </a:lnTo>
                      <a:lnTo>
                        <a:pt x="186" y="245"/>
                      </a:lnTo>
                      <a:lnTo>
                        <a:pt x="184" y="245"/>
                      </a:lnTo>
                      <a:lnTo>
                        <a:pt x="184" y="243"/>
                      </a:lnTo>
                      <a:lnTo>
                        <a:pt x="186" y="243"/>
                      </a:lnTo>
                      <a:lnTo>
                        <a:pt x="184" y="243"/>
                      </a:lnTo>
                      <a:lnTo>
                        <a:pt x="184" y="241"/>
                      </a:lnTo>
                      <a:lnTo>
                        <a:pt x="186" y="241"/>
                      </a:lnTo>
                      <a:lnTo>
                        <a:pt x="186" y="239"/>
                      </a:lnTo>
                      <a:lnTo>
                        <a:pt x="186" y="241"/>
                      </a:lnTo>
                      <a:lnTo>
                        <a:pt x="186" y="239"/>
                      </a:lnTo>
                      <a:lnTo>
                        <a:pt x="184" y="239"/>
                      </a:lnTo>
                      <a:lnTo>
                        <a:pt x="186" y="239"/>
                      </a:lnTo>
                      <a:lnTo>
                        <a:pt x="184" y="239"/>
                      </a:lnTo>
                      <a:lnTo>
                        <a:pt x="184" y="238"/>
                      </a:lnTo>
                      <a:lnTo>
                        <a:pt x="184" y="236"/>
                      </a:lnTo>
                      <a:lnTo>
                        <a:pt x="184" y="234"/>
                      </a:lnTo>
                      <a:lnTo>
                        <a:pt x="182" y="234"/>
                      </a:lnTo>
                      <a:lnTo>
                        <a:pt x="182" y="232"/>
                      </a:lnTo>
                      <a:lnTo>
                        <a:pt x="180" y="230"/>
                      </a:lnTo>
                      <a:lnTo>
                        <a:pt x="179" y="229"/>
                      </a:lnTo>
                      <a:lnTo>
                        <a:pt x="177" y="227"/>
                      </a:lnTo>
                      <a:lnTo>
                        <a:pt x="175" y="225"/>
                      </a:lnTo>
                      <a:lnTo>
                        <a:pt x="175" y="223"/>
                      </a:lnTo>
                      <a:lnTo>
                        <a:pt x="173" y="221"/>
                      </a:lnTo>
                      <a:lnTo>
                        <a:pt x="171" y="219"/>
                      </a:lnTo>
                      <a:lnTo>
                        <a:pt x="169" y="219"/>
                      </a:lnTo>
                      <a:lnTo>
                        <a:pt x="169" y="218"/>
                      </a:lnTo>
                      <a:lnTo>
                        <a:pt x="168" y="218"/>
                      </a:lnTo>
                      <a:lnTo>
                        <a:pt x="169" y="218"/>
                      </a:lnTo>
                      <a:lnTo>
                        <a:pt x="168" y="216"/>
                      </a:lnTo>
                      <a:lnTo>
                        <a:pt x="166" y="214"/>
                      </a:lnTo>
                      <a:lnTo>
                        <a:pt x="164" y="214"/>
                      </a:lnTo>
                      <a:lnTo>
                        <a:pt x="164" y="212"/>
                      </a:lnTo>
                      <a:lnTo>
                        <a:pt x="164" y="210"/>
                      </a:lnTo>
                      <a:lnTo>
                        <a:pt x="164" y="208"/>
                      </a:lnTo>
                      <a:lnTo>
                        <a:pt x="162" y="208"/>
                      </a:lnTo>
                      <a:lnTo>
                        <a:pt x="162" y="207"/>
                      </a:lnTo>
                      <a:lnTo>
                        <a:pt x="164" y="207"/>
                      </a:lnTo>
                      <a:lnTo>
                        <a:pt x="162" y="207"/>
                      </a:lnTo>
                      <a:lnTo>
                        <a:pt x="164" y="207"/>
                      </a:lnTo>
                      <a:lnTo>
                        <a:pt x="164" y="205"/>
                      </a:lnTo>
                      <a:lnTo>
                        <a:pt x="162" y="205"/>
                      </a:lnTo>
                      <a:lnTo>
                        <a:pt x="160" y="203"/>
                      </a:lnTo>
                      <a:lnTo>
                        <a:pt x="160" y="201"/>
                      </a:lnTo>
                      <a:lnTo>
                        <a:pt x="160" y="203"/>
                      </a:lnTo>
                      <a:lnTo>
                        <a:pt x="160" y="201"/>
                      </a:lnTo>
                      <a:lnTo>
                        <a:pt x="158" y="201"/>
                      </a:lnTo>
                      <a:lnTo>
                        <a:pt x="157" y="201"/>
                      </a:lnTo>
                      <a:lnTo>
                        <a:pt x="157" y="199"/>
                      </a:lnTo>
                      <a:lnTo>
                        <a:pt x="155" y="199"/>
                      </a:lnTo>
                      <a:lnTo>
                        <a:pt x="153" y="199"/>
                      </a:lnTo>
                      <a:lnTo>
                        <a:pt x="155" y="199"/>
                      </a:lnTo>
                      <a:lnTo>
                        <a:pt x="153" y="199"/>
                      </a:lnTo>
                      <a:lnTo>
                        <a:pt x="151" y="197"/>
                      </a:lnTo>
                      <a:lnTo>
                        <a:pt x="149" y="197"/>
                      </a:lnTo>
                      <a:lnTo>
                        <a:pt x="149" y="196"/>
                      </a:lnTo>
                      <a:lnTo>
                        <a:pt x="148" y="196"/>
                      </a:lnTo>
                      <a:lnTo>
                        <a:pt x="148" y="194"/>
                      </a:lnTo>
                      <a:lnTo>
                        <a:pt x="146" y="196"/>
                      </a:lnTo>
                      <a:lnTo>
                        <a:pt x="146" y="194"/>
                      </a:lnTo>
                      <a:lnTo>
                        <a:pt x="146" y="196"/>
                      </a:lnTo>
                      <a:lnTo>
                        <a:pt x="144" y="196"/>
                      </a:lnTo>
                      <a:lnTo>
                        <a:pt x="144" y="194"/>
                      </a:lnTo>
                      <a:lnTo>
                        <a:pt x="142" y="194"/>
                      </a:lnTo>
                      <a:lnTo>
                        <a:pt x="142" y="196"/>
                      </a:lnTo>
                      <a:lnTo>
                        <a:pt x="142" y="194"/>
                      </a:lnTo>
                      <a:lnTo>
                        <a:pt x="140" y="194"/>
                      </a:lnTo>
                      <a:lnTo>
                        <a:pt x="142" y="194"/>
                      </a:lnTo>
                      <a:lnTo>
                        <a:pt x="142" y="192"/>
                      </a:lnTo>
                      <a:lnTo>
                        <a:pt x="140" y="192"/>
                      </a:lnTo>
                      <a:lnTo>
                        <a:pt x="140" y="190"/>
                      </a:lnTo>
                      <a:lnTo>
                        <a:pt x="140" y="188"/>
                      </a:lnTo>
                      <a:lnTo>
                        <a:pt x="140" y="186"/>
                      </a:lnTo>
                      <a:lnTo>
                        <a:pt x="140" y="185"/>
                      </a:lnTo>
                      <a:lnTo>
                        <a:pt x="138" y="185"/>
                      </a:lnTo>
                      <a:lnTo>
                        <a:pt x="140" y="185"/>
                      </a:lnTo>
                      <a:lnTo>
                        <a:pt x="140" y="183"/>
                      </a:lnTo>
                      <a:lnTo>
                        <a:pt x="140" y="181"/>
                      </a:lnTo>
                      <a:lnTo>
                        <a:pt x="138" y="181"/>
                      </a:lnTo>
                      <a:lnTo>
                        <a:pt x="137" y="181"/>
                      </a:lnTo>
                      <a:lnTo>
                        <a:pt x="138" y="179"/>
                      </a:lnTo>
                      <a:lnTo>
                        <a:pt x="138" y="181"/>
                      </a:lnTo>
                      <a:lnTo>
                        <a:pt x="138" y="179"/>
                      </a:lnTo>
                      <a:lnTo>
                        <a:pt x="137" y="179"/>
                      </a:lnTo>
                      <a:lnTo>
                        <a:pt x="138" y="179"/>
                      </a:lnTo>
                      <a:lnTo>
                        <a:pt x="138" y="177"/>
                      </a:lnTo>
                      <a:lnTo>
                        <a:pt x="138" y="175"/>
                      </a:lnTo>
                      <a:lnTo>
                        <a:pt x="137" y="175"/>
                      </a:lnTo>
                      <a:lnTo>
                        <a:pt x="137" y="174"/>
                      </a:lnTo>
                      <a:lnTo>
                        <a:pt x="135" y="174"/>
                      </a:lnTo>
                      <a:lnTo>
                        <a:pt x="135" y="172"/>
                      </a:lnTo>
                      <a:lnTo>
                        <a:pt x="135" y="174"/>
                      </a:lnTo>
                      <a:lnTo>
                        <a:pt x="135" y="172"/>
                      </a:lnTo>
                      <a:lnTo>
                        <a:pt x="135" y="170"/>
                      </a:lnTo>
                      <a:lnTo>
                        <a:pt x="133" y="166"/>
                      </a:lnTo>
                      <a:lnTo>
                        <a:pt x="135" y="166"/>
                      </a:lnTo>
                      <a:lnTo>
                        <a:pt x="135" y="165"/>
                      </a:lnTo>
                      <a:lnTo>
                        <a:pt x="135" y="166"/>
                      </a:lnTo>
                      <a:lnTo>
                        <a:pt x="133" y="166"/>
                      </a:lnTo>
                      <a:lnTo>
                        <a:pt x="133" y="165"/>
                      </a:lnTo>
                      <a:lnTo>
                        <a:pt x="133" y="163"/>
                      </a:lnTo>
                      <a:lnTo>
                        <a:pt x="131" y="159"/>
                      </a:lnTo>
                      <a:lnTo>
                        <a:pt x="131" y="157"/>
                      </a:lnTo>
                      <a:lnTo>
                        <a:pt x="129" y="157"/>
                      </a:lnTo>
                      <a:lnTo>
                        <a:pt x="131" y="157"/>
                      </a:lnTo>
                      <a:lnTo>
                        <a:pt x="129" y="157"/>
                      </a:lnTo>
                      <a:lnTo>
                        <a:pt x="131" y="157"/>
                      </a:lnTo>
                      <a:lnTo>
                        <a:pt x="131" y="155"/>
                      </a:lnTo>
                      <a:lnTo>
                        <a:pt x="129" y="155"/>
                      </a:lnTo>
                      <a:lnTo>
                        <a:pt x="129" y="154"/>
                      </a:lnTo>
                      <a:lnTo>
                        <a:pt x="127" y="152"/>
                      </a:lnTo>
                      <a:lnTo>
                        <a:pt x="127" y="150"/>
                      </a:lnTo>
                      <a:lnTo>
                        <a:pt x="127" y="148"/>
                      </a:lnTo>
                      <a:lnTo>
                        <a:pt x="126" y="148"/>
                      </a:lnTo>
                      <a:lnTo>
                        <a:pt x="126" y="146"/>
                      </a:lnTo>
                      <a:lnTo>
                        <a:pt x="127" y="148"/>
                      </a:lnTo>
                      <a:lnTo>
                        <a:pt x="127" y="146"/>
                      </a:lnTo>
                      <a:lnTo>
                        <a:pt x="129" y="146"/>
                      </a:lnTo>
                      <a:lnTo>
                        <a:pt x="129" y="144"/>
                      </a:lnTo>
                      <a:lnTo>
                        <a:pt x="129" y="143"/>
                      </a:lnTo>
                      <a:lnTo>
                        <a:pt x="127" y="143"/>
                      </a:lnTo>
                      <a:lnTo>
                        <a:pt x="127" y="141"/>
                      </a:lnTo>
                      <a:lnTo>
                        <a:pt x="129" y="141"/>
                      </a:lnTo>
                      <a:lnTo>
                        <a:pt x="127" y="141"/>
                      </a:lnTo>
                      <a:lnTo>
                        <a:pt x="127" y="139"/>
                      </a:lnTo>
                      <a:lnTo>
                        <a:pt x="127" y="141"/>
                      </a:lnTo>
                      <a:lnTo>
                        <a:pt x="127" y="139"/>
                      </a:lnTo>
                      <a:lnTo>
                        <a:pt x="126" y="139"/>
                      </a:lnTo>
                      <a:lnTo>
                        <a:pt x="124" y="139"/>
                      </a:lnTo>
                      <a:lnTo>
                        <a:pt x="126" y="139"/>
                      </a:lnTo>
                      <a:lnTo>
                        <a:pt x="126" y="141"/>
                      </a:lnTo>
                      <a:lnTo>
                        <a:pt x="126" y="139"/>
                      </a:lnTo>
                      <a:lnTo>
                        <a:pt x="126" y="141"/>
                      </a:lnTo>
                      <a:lnTo>
                        <a:pt x="124" y="141"/>
                      </a:lnTo>
                      <a:lnTo>
                        <a:pt x="124" y="139"/>
                      </a:lnTo>
                      <a:lnTo>
                        <a:pt x="122" y="139"/>
                      </a:lnTo>
                      <a:lnTo>
                        <a:pt x="122" y="137"/>
                      </a:lnTo>
                      <a:lnTo>
                        <a:pt x="120" y="135"/>
                      </a:lnTo>
                      <a:lnTo>
                        <a:pt x="120" y="137"/>
                      </a:lnTo>
                      <a:lnTo>
                        <a:pt x="120" y="135"/>
                      </a:lnTo>
                      <a:lnTo>
                        <a:pt x="118" y="135"/>
                      </a:lnTo>
                      <a:lnTo>
                        <a:pt x="118" y="133"/>
                      </a:lnTo>
                      <a:lnTo>
                        <a:pt x="117" y="132"/>
                      </a:lnTo>
                      <a:lnTo>
                        <a:pt x="115" y="132"/>
                      </a:lnTo>
                      <a:lnTo>
                        <a:pt x="113" y="132"/>
                      </a:lnTo>
                      <a:lnTo>
                        <a:pt x="113" y="130"/>
                      </a:lnTo>
                      <a:lnTo>
                        <a:pt x="111" y="130"/>
                      </a:lnTo>
                      <a:lnTo>
                        <a:pt x="109" y="130"/>
                      </a:lnTo>
                      <a:lnTo>
                        <a:pt x="109" y="128"/>
                      </a:lnTo>
                      <a:lnTo>
                        <a:pt x="107" y="128"/>
                      </a:lnTo>
                      <a:lnTo>
                        <a:pt x="106" y="126"/>
                      </a:lnTo>
                      <a:lnTo>
                        <a:pt x="104" y="124"/>
                      </a:lnTo>
                      <a:lnTo>
                        <a:pt x="102" y="124"/>
                      </a:lnTo>
                      <a:lnTo>
                        <a:pt x="102" y="122"/>
                      </a:lnTo>
                      <a:lnTo>
                        <a:pt x="100" y="122"/>
                      </a:lnTo>
                      <a:lnTo>
                        <a:pt x="98" y="122"/>
                      </a:lnTo>
                      <a:lnTo>
                        <a:pt x="96" y="122"/>
                      </a:lnTo>
                      <a:lnTo>
                        <a:pt x="95" y="122"/>
                      </a:lnTo>
                      <a:lnTo>
                        <a:pt x="96" y="122"/>
                      </a:lnTo>
                      <a:lnTo>
                        <a:pt x="96" y="121"/>
                      </a:lnTo>
                      <a:lnTo>
                        <a:pt x="95" y="122"/>
                      </a:lnTo>
                      <a:lnTo>
                        <a:pt x="95" y="121"/>
                      </a:lnTo>
                      <a:lnTo>
                        <a:pt x="95" y="122"/>
                      </a:lnTo>
                      <a:lnTo>
                        <a:pt x="93" y="122"/>
                      </a:lnTo>
                      <a:lnTo>
                        <a:pt x="93" y="121"/>
                      </a:lnTo>
                      <a:lnTo>
                        <a:pt x="91" y="121"/>
                      </a:lnTo>
                      <a:lnTo>
                        <a:pt x="93" y="121"/>
                      </a:lnTo>
                      <a:lnTo>
                        <a:pt x="93" y="119"/>
                      </a:lnTo>
                      <a:lnTo>
                        <a:pt x="95" y="119"/>
                      </a:lnTo>
                      <a:lnTo>
                        <a:pt x="95" y="117"/>
                      </a:lnTo>
                      <a:lnTo>
                        <a:pt x="95" y="115"/>
                      </a:lnTo>
                      <a:lnTo>
                        <a:pt x="95" y="113"/>
                      </a:lnTo>
                      <a:lnTo>
                        <a:pt x="95" y="112"/>
                      </a:lnTo>
                      <a:lnTo>
                        <a:pt x="93" y="112"/>
                      </a:lnTo>
                      <a:lnTo>
                        <a:pt x="95" y="112"/>
                      </a:lnTo>
                      <a:lnTo>
                        <a:pt x="93" y="112"/>
                      </a:lnTo>
                      <a:lnTo>
                        <a:pt x="95" y="112"/>
                      </a:lnTo>
                      <a:lnTo>
                        <a:pt x="95" y="110"/>
                      </a:lnTo>
                      <a:lnTo>
                        <a:pt x="95" y="108"/>
                      </a:lnTo>
                      <a:lnTo>
                        <a:pt x="95" y="106"/>
                      </a:lnTo>
                      <a:lnTo>
                        <a:pt x="93" y="106"/>
                      </a:lnTo>
                      <a:lnTo>
                        <a:pt x="93" y="104"/>
                      </a:lnTo>
                      <a:lnTo>
                        <a:pt x="95" y="104"/>
                      </a:lnTo>
                      <a:lnTo>
                        <a:pt x="93" y="104"/>
                      </a:lnTo>
                      <a:lnTo>
                        <a:pt x="93" y="106"/>
                      </a:lnTo>
                      <a:lnTo>
                        <a:pt x="95" y="106"/>
                      </a:lnTo>
                      <a:lnTo>
                        <a:pt x="95" y="108"/>
                      </a:lnTo>
                      <a:lnTo>
                        <a:pt x="95" y="110"/>
                      </a:lnTo>
                      <a:lnTo>
                        <a:pt x="95" y="112"/>
                      </a:lnTo>
                      <a:lnTo>
                        <a:pt x="93" y="112"/>
                      </a:lnTo>
                      <a:lnTo>
                        <a:pt x="95" y="112"/>
                      </a:lnTo>
                      <a:lnTo>
                        <a:pt x="93" y="112"/>
                      </a:lnTo>
                      <a:lnTo>
                        <a:pt x="95" y="112"/>
                      </a:lnTo>
                      <a:lnTo>
                        <a:pt x="95" y="113"/>
                      </a:lnTo>
                      <a:lnTo>
                        <a:pt x="95" y="115"/>
                      </a:lnTo>
                      <a:lnTo>
                        <a:pt x="95" y="117"/>
                      </a:lnTo>
                      <a:lnTo>
                        <a:pt x="95" y="119"/>
                      </a:lnTo>
                      <a:lnTo>
                        <a:pt x="93" y="119"/>
                      </a:lnTo>
                      <a:lnTo>
                        <a:pt x="91" y="121"/>
                      </a:lnTo>
                      <a:lnTo>
                        <a:pt x="93" y="121"/>
                      </a:lnTo>
                      <a:lnTo>
                        <a:pt x="91" y="121"/>
                      </a:lnTo>
                      <a:lnTo>
                        <a:pt x="93" y="121"/>
                      </a:lnTo>
                      <a:lnTo>
                        <a:pt x="93" y="122"/>
                      </a:lnTo>
                      <a:lnTo>
                        <a:pt x="91" y="122"/>
                      </a:lnTo>
                      <a:lnTo>
                        <a:pt x="91" y="121"/>
                      </a:lnTo>
                      <a:lnTo>
                        <a:pt x="91" y="119"/>
                      </a:lnTo>
                      <a:lnTo>
                        <a:pt x="89" y="119"/>
                      </a:lnTo>
                      <a:lnTo>
                        <a:pt x="89" y="117"/>
                      </a:lnTo>
                      <a:lnTo>
                        <a:pt x="87" y="117"/>
                      </a:lnTo>
                      <a:lnTo>
                        <a:pt x="87" y="115"/>
                      </a:lnTo>
                      <a:lnTo>
                        <a:pt x="87" y="113"/>
                      </a:lnTo>
                      <a:lnTo>
                        <a:pt x="87" y="112"/>
                      </a:lnTo>
                      <a:lnTo>
                        <a:pt x="87" y="110"/>
                      </a:lnTo>
                      <a:lnTo>
                        <a:pt x="87" y="108"/>
                      </a:lnTo>
                      <a:lnTo>
                        <a:pt x="87" y="106"/>
                      </a:lnTo>
                      <a:lnTo>
                        <a:pt x="87" y="104"/>
                      </a:lnTo>
                      <a:lnTo>
                        <a:pt x="87" y="102"/>
                      </a:lnTo>
                      <a:lnTo>
                        <a:pt x="85" y="102"/>
                      </a:lnTo>
                      <a:lnTo>
                        <a:pt x="85" y="101"/>
                      </a:lnTo>
                      <a:lnTo>
                        <a:pt x="85" y="99"/>
                      </a:lnTo>
                      <a:lnTo>
                        <a:pt x="84" y="99"/>
                      </a:lnTo>
                      <a:lnTo>
                        <a:pt x="84" y="101"/>
                      </a:lnTo>
                      <a:lnTo>
                        <a:pt x="84" y="99"/>
                      </a:lnTo>
                      <a:lnTo>
                        <a:pt x="82" y="99"/>
                      </a:lnTo>
                      <a:lnTo>
                        <a:pt x="80" y="99"/>
                      </a:lnTo>
                      <a:lnTo>
                        <a:pt x="80" y="97"/>
                      </a:lnTo>
                      <a:lnTo>
                        <a:pt x="78" y="97"/>
                      </a:lnTo>
                      <a:lnTo>
                        <a:pt x="78" y="95"/>
                      </a:lnTo>
                      <a:lnTo>
                        <a:pt x="76" y="95"/>
                      </a:lnTo>
                      <a:lnTo>
                        <a:pt x="76" y="93"/>
                      </a:lnTo>
                      <a:lnTo>
                        <a:pt x="75" y="91"/>
                      </a:lnTo>
                      <a:lnTo>
                        <a:pt x="76" y="91"/>
                      </a:lnTo>
                      <a:lnTo>
                        <a:pt x="75" y="91"/>
                      </a:lnTo>
                      <a:lnTo>
                        <a:pt x="75" y="90"/>
                      </a:lnTo>
                      <a:lnTo>
                        <a:pt x="75" y="91"/>
                      </a:lnTo>
                      <a:lnTo>
                        <a:pt x="75" y="90"/>
                      </a:lnTo>
                      <a:lnTo>
                        <a:pt x="75" y="88"/>
                      </a:lnTo>
                      <a:lnTo>
                        <a:pt x="73" y="88"/>
                      </a:lnTo>
                      <a:lnTo>
                        <a:pt x="73" y="86"/>
                      </a:lnTo>
                      <a:lnTo>
                        <a:pt x="71" y="86"/>
                      </a:lnTo>
                      <a:lnTo>
                        <a:pt x="69" y="86"/>
                      </a:lnTo>
                      <a:lnTo>
                        <a:pt x="71" y="86"/>
                      </a:lnTo>
                      <a:lnTo>
                        <a:pt x="69" y="86"/>
                      </a:lnTo>
                      <a:lnTo>
                        <a:pt x="69" y="84"/>
                      </a:lnTo>
                      <a:lnTo>
                        <a:pt x="69" y="82"/>
                      </a:lnTo>
                      <a:lnTo>
                        <a:pt x="67" y="82"/>
                      </a:lnTo>
                      <a:lnTo>
                        <a:pt x="67" y="80"/>
                      </a:lnTo>
                      <a:lnTo>
                        <a:pt x="67" y="79"/>
                      </a:lnTo>
                      <a:lnTo>
                        <a:pt x="65" y="79"/>
                      </a:lnTo>
                      <a:lnTo>
                        <a:pt x="65" y="77"/>
                      </a:lnTo>
                      <a:lnTo>
                        <a:pt x="64" y="77"/>
                      </a:lnTo>
                      <a:lnTo>
                        <a:pt x="64" y="75"/>
                      </a:lnTo>
                      <a:lnTo>
                        <a:pt x="62" y="75"/>
                      </a:lnTo>
                      <a:lnTo>
                        <a:pt x="60" y="73"/>
                      </a:lnTo>
                      <a:lnTo>
                        <a:pt x="60" y="71"/>
                      </a:lnTo>
                      <a:lnTo>
                        <a:pt x="58" y="71"/>
                      </a:lnTo>
                      <a:lnTo>
                        <a:pt x="58" y="69"/>
                      </a:lnTo>
                      <a:lnTo>
                        <a:pt x="56" y="69"/>
                      </a:lnTo>
                      <a:lnTo>
                        <a:pt x="54" y="69"/>
                      </a:lnTo>
                      <a:lnTo>
                        <a:pt x="53" y="69"/>
                      </a:lnTo>
                      <a:lnTo>
                        <a:pt x="54" y="69"/>
                      </a:lnTo>
                      <a:lnTo>
                        <a:pt x="53" y="69"/>
                      </a:lnTo>
                      <a:lnTo>
                        <a:pt x="51" y="69"/>
                      </a:lnTo>
                      <a:lnTo>
                        <a:pt x="49" y="69"/>
                      </a:lnTo>
                      <a:lnTo>
                        <a:pt x="47" y="69"/>
                      </a:lnTo>
                      <a:lnTo>
                        <a:pt x="45" y="69"/>
                      </a:lnTo>
                      <a:lnTo>
                        <a:pt x="45" y="68"/>
                      </a:lnTo>
                      <a:lnTo>
                        <a:pt x="44" y="68"/>
                      </a:lnTo>
                      <a:lnTo>
                        <a:pt x="44" y="66"/>
                      </a:lnTo>
                      <a:lnTo>
                        <a:pt x="42" y="66"/>
                      </a:lnTo>
                      <a:lnTo>
                        <a:pt x="42" y="64"/>
                      </a:lnTo>
                      <a:lnTo>
                        <a:pt x="42" y="66"/>
                      </a:lnTo>
                      <a:lnTo>
                        <a:pt x="42" y="64"/>
                      </a:lnTo>
                      <a:lnTo>
                        <a:pt x="42" y="62"/>
                      </a:lnTo>
                      <a:lnTo>
                        <a:pt x="40" y="62"/>
                      </a:lnTo>
                      <a:lnTo>
                        <a:pt x="40" y="60"/>
                      </a:lnTo>
                      <a:lnTo>
                        <a:pt x="38" y="60"/>
                      </a:lnTo>
                      <a:lnTo>
                        <a:pt x="38" y="59"/>
                      </a:lnTo>
                      <a:lnTo>
                        <a:pt x="36" y="59"/>
                      </a:lnTo>
                      <a:lnTo>
                        <a:pt x="36" y="57"/>
                      </a:lnTo>
                      <a:lnTo>
                        <a:pt x="38" y="57"/>
                      </a:lnTo>
                      <a:lnTo>
                        <a:pt x="36" y="57"/>
                      </a:lnTo>
                      <a:lnTo>
                        <a:pt x="36" y="59"/>
                      </a:lnTo>
                      <a:lnTo>
                        <a:pt x="36" y="57"/>
                      </a:lnTo>
                      <a:lnTo>
                        <a:pt x="34" y="55"/>
                      </a:lnTo>
                      <a:lnTo>
                        <a:pt x="33" y="55"/>
                      </a:lnTo>
                      <a:lnTo>
                        <a:pt x="31" y="53"/>
                      </a:lnTo>
                      <a:lnTo>
                        <a:pt x="29" y="53"/>
                      </a:lnTo>
                      <a:lnTo>
                        <a:pt x="29" y="51"/>
                      </a:lnTo>
                      <a:lnTo>
                        <a:pt x="27" y="51"/>
                      </a:lnTo>
                      <a:lnTo>
                        <a:pt x="27" y="49"/>
                      </a:lnTo>
                      <a:lnTo>
                        <a:pt x="25" y="49"/>
                      </a:lnTo>
                      <a:lnTo>
                        <a:pt x="25" y="48"/>
                      </a:lnTo>
                      <a:lnTo>
                        <a:pt x="23" y="48"/>
                      </a:lnTo>
                      <a:lnTo>
                        <a:pt x="23" y="46"/>
                      </a:lnTo>
                      <a:lnTo>
                        <a:pt x="22" y="46"/>
                      </a:lnTo>
                      <a:lnTo>
                        <a:pt x="22" y="44"/>
                      </a:lnTo>
                      <a:lnTo>
                        <a:pt x="22" y="46"/>
                      </a:lnTo>
                      <a:lnTo>
                        <a:pt x="22" y="44"/>
                      </a:lnTo>
                      <a:lnTo>
                        <a:pt x="23" y="44"/>
                      </a:lnTo>
                      <a:lnTo>
                        <a:pt x="22" y="44"/>
                      </a:lnTo>
                      <a:lnTo>
                        <a:pt x="20" y="42"/>
                      </a:lnTo>
                      <a:lnTo>
                        <a:pt x="18" y="40"/>
                      </a:lnTo>
                      <a:lnTo>
                        <a:pt x="16" y="40"/>
                      </a:lnTo>
                      <a:lnTo>
                        <a:pt x="16" y="38"/>
                      </a:lnTo>
                      <a:lnTo>
                        <a:pt x="14" y="38"/>
                      </a:lnTo>
                      <a:lnTo>
                        <a:pt x="14" y="37"/>
                      </a:lnTo>
                      <a:lnTo>
                        <a:pt x="12" y="37"/>
                      </a:lnTo>
                      <a:lnTo>
                        <a:pt x="14" y="37"/>
                      </a:lnTo>
                      <a:lnTo>
                        <a:pt x="12" y="37"/>
                      </a:lnTo>
                      <a:lnTo>
                        <a:pt x="12" y="35"/>
                      </a:lnTo>
                      <a:lnTo>
                        <a:pt x="11" y="35"/>
                      </a:lnTo>
                      <a:lnTo>
                        <a:pt x="11" y="33"/>
                      </a:lnTo>
                      <a:lnTo>
                        <a:pt x="9" y="33"/>
                      </a:lnTo>
                      <a:lnTo>
                        <a:pt x="9" y="31"/>
                      </a:lnTo>
                      <a:lnTo>
                        <a:pt x="7" y="31"/>
                      </a:lnTo>
                      <a:lnTo>
                        <a:pt x="9" y="29"/>
                      </a:lnTo>
                      <a:lnTo>
                        <a:pt x="7" y="29"/>
                      </a:lnTo>
                      <a:lnTo>
                        <a:pt x="7" y="27"/>
                      </a:lnTo>
                      <a:lnTo>
                        <a:pt x="7" y="26"/>
                      </a:lnTo>
                      <a:lnTo>
                        <a:pt x="5" y="26"/>
                      </a:lnTo>
                      <a:lnTo>
                        <a:pt x="7" y="26"/>
                      </a:lnTo>
                      <a:lnTo>
                        <a:pt x="5" y="26"/>
                      </a:lnTo>
                      <a:lnTo>
                        <a:pt x="7" y="24"/>
                      </a:lnTo>
                      <a:lnTo>
                        <a:pt x="5" y="24"/>
                      </a:lnTo>
                      <a:lnTo>
                        <a:pt x="5" y="22"/>
                      </a:lnTo>
                      <a:lnTo>
                        <a:pt x="3" y="22"/>
                      </a:lnTo>
                      <a:lnTo>
                        <a:pt x="3" y="20"/>
                      </a:lnTo>
                      <a:lnTo>
                        <a:pt x="3" y="18"/>
                      </a:lnTo>
                      <a:lnTo>
                        <a:pt x="3" y="16"/>
                      </a:lnTo>
                      <a:lnTo>
                        <a:pt x="2" y="16"/>
                      </a:lnTo>
                      <a:lnTo>
                        <a:pt x="2" y="15"/>
                      </a:lnTo>
                      <a:lnTo>
                        <a:pt x="0" y="15"/>
                      </a:lnTo>
                      <a:lnTo>
                        <a:pt x="0" y="13"/>
                      </a:lnTo>
                      <a:lnTo>
                        <a:pt x="2" y="13"/>
                      </a:lnTo>
                      <a:lnTo>
                        <a:pt x="0" y="13"/>
                      </a:lnTo>
                      <a:lnTo>
                        <a:pt x="2" y="13"/>
                      </a:lnTo>
                      <a:lnTo>
                        <a:pt x="2" y="11"/>
                      </a:lnTo>
                      <a:lnTo>
                        <a:pt x="2" y="9"/>
                      </a:lnTo>
                      <a:lnTo>
                        <a:pt x="2" y="7"/>
                      </a:lnTo>
                      <a:lnTo>
                        <a:pt x="2" y="6"/>
                      </a:lnTo>
                      <a:lnTo>
                        <a:pt x="0" y="6"/>
                      </a:lnTo>
                      <a:lnTo>
                        <a:pt x="0" y="4"/>
                      </a:lnTo>
                      <a:lnTo>
                        <a:pt x="2" y="4"/>
                      </a:lnTo>
                      <a:lnTo>
                        <a:pt x="3" y="4"/>
                      </a:lnTo>
                      <a:lnTo>
                        <a:pt x="2" y="4"/>
                      </a:lnTo>
                      <a:lnTo>
                        <a:pt x="3" y="4"/>
                      </a:lnTo>
                      <a:lnTo>
                        <a:pt x="5" y="2"/>
                      </a:lnTo>
                      <a:lnTo>
                        <a:pt x="5" y="4"/>
                      </a:lnTo>
                      <a:lnTo>
                        <a:pt x="3" y="4"/>
                      </a:lnTo>
                      <a:lnTo>
                        <a:pt x="5" y="4"/>
                      </a:lnTo>
                      <a:lnTo>
                        <a:pt x="5" y="2"/>
                      </a:lnTo>
                      <a:lnTo>
                        <a:pt x="5" y="4"/>
                      </a:lnTo>
                      <a:lnTo>
                        <a:pt x="5" y="2"/>
                      </a:lnTo>
                      <a:lnTo>
                        <a:pt x="7" y="2"/>
                      </a:lnTo>
                      <a:lnTo>
                        <a:pt x="7" y="0"/>
                      </a:lnTo>
                      <a:lnTo>
                        <a:pt x="9" y="0"/>
                      </a:lnTo>
                      <a:lnTo>
                        <a:pt x="9" y="2"/>
                      </a:lnTo>
                      <a:lnTo>
                        <a:pt x="11" y="2"/>
                      </a:lnTo>
                      <a:lnTo>
                        <a:pt x="12" y="2"/>
                      </a:lnTo>
                      <a:lnTo>
                        <a:pt x="14" y="2"/>
                      </a:lnTo>
                      <a:lnTo>
                        <a:pt x="16" y="2"/>
                      </a:lnTo>
                      <a:lnTo>
                        <a:pt x="18" y="4"/>
                      </a:lnTo>
                      <a:lnTo>
                        <a:pt x="20" y="4"/>
                      </a:lnTo>
                      <a:lnTo>
                        <a:pt x="22" y="4"/>
                      </a:lnTo>
                      <a:lnTo>
                        <a:pt x="22" y="6"/>
                      </a:lnTo>
                      <a:lnTo>
                        <a:pt x="23" y="6"/>
                      </a:lnTo>
                      <a:lnTo>
                        <a:pt x="25" y="6"/>
                      </a:lnTo>
                      <a:lnTo>
                        <a:pt x="25" y="7"/>
                      </a:lnTo>
                      <a:lnTo>
                        <a:pt x="25" y="9"/>
                      </a:lnTo>
                      <a:lnTo>
                        <a:pt x="25" y="7"/>
                      </a:lnTo>
                      <a:lnTo>
                        <a:pt x="25" y="9"/>
                      </a:lnTo>
                      <a:lnTo>
                        <a:pt x="25" y="11"/>
                      </a:lnTo>
                      <a:lnTo>
                        <a:pt x="25" y="9"/>
                      </a:lnTo>
                      <a:lnTo>
                        <a:pt x="27" y="9"/>
                      </a:lnTo>
                      <a:lnTo>
                        <a:pt x="27" y="11"/>
                      </a:lnTo>
                      <a:lnTo>
                        <a:pt x="29" y="11"/>
                      </a:lnTo>
                      <a:lnTo>
                        <a:pt x="29" y="13"/>
                      </a:lnTo>
                      <a:lnTo>
                        <a:pt x="31" y="13"/>
                      </a:lnTo>
                      <a:lnTo>
                        <a:pt x="29" y="13"/>
                      </a:lnTo>
                      <a:lnTo>
                        <a:pt x="31" y="13"/>
                      </a:lnTo>
                      <a:lnTo>
                        <a:pt x="33" y="13"/>
                      </a:lnTo>
                      <a:lnTo>
                        <a:pt x="33" y="15"/>
                      </a:lnTo>
                      <a:lnTo>
                        <a:pt x="33" y="13"/>
                      </a:lnTo>
                      <a:lnTo>
                        <a:pt x="33" y="15"/>
                      </a:lnTo>
                      <a:lnTo>
                        <a:pt x="31" y="15"/>
                      </a:lnTo>
                      <a:lnTo>
                        <a:pt x="33" y="15"/>
                      </a:lnTo>
                      <a:lnTo>
                        <a:pt x="34" y="15"/>
                      </a:lnTo>
                      <a:lnTo>
                        <a:pt x="36" y="15"/>
                      </a:lnTo>
                      <a:lnTo>
                        <a:pt x="38" y="15"/>
                      </a:lnTo>
                      <a:lnTo>
                        <a:pt x="40" y="15"/>
                      </a:lnTo>
                      <a:lnTo>
                        <a:pt x="40" y="16"/>
                      </a:lnTo>
                      <a:lnTo>
                        <a:pt x="42" y="16"/>
                      </a:lnTo>
                      <a:lnTo>
                        <a:pt x="44" y="16"/>
                      </a:lnTo>
                      <a:lnTo>
                        <a:pt x="45" y="15"/>
                      </a:lnTo>
                      <a:lnTo>
                        <a:pt x="45" y="16"/>
                      </a:lnTo>
                      <a:lnTo>
                        <a:pt x="47" y="16"/>
                      </a:lnTo>
                      <a:lnTo>
                        <a:pt x="49" y="16"/>
                      </a:lnTo>
                      <a:lnTo>
                        <a:pt x="51" y="16"/>
                      </a:lnTo>
                      <a:lnTo>
                        <a:pt x="53" y="16"/>
                      </a:lnTo>
                      <a:lnTo>
                        <a:pt x="54" y="15"/>
                      </a:lnTo>
                      <a:lnTo>
                        <a:pt x="54" y="16"/>
                      </a:lnTo>
                      <a:lnTo>
                        <a:pt x="54" y="15"/>
                      </a:lnTo>
                      <a:lnTo>
                        <a:pt x="54" y="16"/>
                      </a:lnTo>
                      <a:lnTo>
                        <a:pt x="56" y="16"/>
                      </a:lnTo>
                      <a:lnTo>
                        <a:pt x="54" y="16"/>
                      </a:lnTo>
                      <a:lnTo>
                        <a:pt x="54" y="15"/>
                      </a:lnTo>
                      <a:lnTo>
                        <a:pt x="56" y="16"/>
                      </a:lnTo>
                      <a:lnTo>
                        <a:pt x="56" y="15"/>
                      </a:lnTo>
                      <a:lnTo>
                        <a:pt x="56" y="16"/>
                      </a:lnTo>
                      <a:lnTo>
                        <a:pt x="56" y="15"/>
                      </a:lnTo>
                      <a:lnTo>
                        <a:pt x="58" y="15"/>
                      </a:lnTo>
                      <a:lnTo>
                        <a:pt x="60" y="15"/>
                      </a:lnTo>
                      <a:lnTo>
                        <a:pt x="62" y="15"/>
                      </a:lnTo>
                      <a:lnTo>
                        <a:pt x="64" y="15"/>
                      </a:lnTo>
                      <a:lnTo>
                        <a:pt x="65" y="15"/>
                      </a:lnTo>
                      <a:lnTo>
                        <a:pt x="67" y="16"/>
                      </a:lnTo>
                      <a:lnTo>
                        <a:pt x="69" y="16"/>
                      </a:lnTo>
                      <a:lnTo>
                        <a:pt x="67" y="16"/>
                      </a:lnTo>
                      <a:lnTo>
                        <a:pt x="69" y="16"/>
                      </a:lnTo>
                      <a:lnTo>
                        <a:pt x="69" y="18"/>
                      </a:lnTo>
                      <a:lnTo>
                        <a:pt x="71" y="18"/>
                      </a:lnTo>
                      <a:lnTo>
                        <a:pt x="73" y="18"/>
                      </a:lnTo>
                      <a:lnTo>
                        <a:pt x="75" y="18"/>
                      </a:lnTo>
                      <a:lnTo>
                        <a:pt x="76" y="16"/>
                      </a:lnTo>
                      <a:lnTo>
                        <a:pt x="78" y="16"/>
                      </a:lnTo>
                      <a:lnTo>
                        <a:pt x="80" y="16"/>
                      </a:lnTo>
                      <a:lnTo>
                        <a:pt x="80" y="15"/>
                      </a:lnTo>
                      <a:lnTo>
                        <a:pt x="80" y="16"/>
                      </a:lnTo>
                      <a:lnTo>
                        <a:pt x="80" y="15"/>
                      </a:lnTo>
                      <a:lnTo>
                        <a:pt x="82" y="15"/>
                      </a:lnTo>
                      <a:lnTo>
                        <a:pt x="84" y="16"/>
                      </a:lnTo>
                      <a:lnTo>
                        <a:pt x="85" y="18"/>
                      </a:lnTo>
                      <a:lnTo>
                        <a:pt x="84" y="18"/>
                      </a:lnTo>
                      <a:lnTo>
                        <a:pt x="85" y="18"/>
                      </a:lnTo>
                      <a:lnTo>
                        <a:pt x="85" y="20"/>
                      </a:lnTo>
                      <a:lnTo>
                        <a:pt x="87" y="20"/>
                      </a:lnTo>
                      <a:lnTo>
                        <a:pt x="85" y="20"/>
                      </a:lnTo>
                      <a:lnTo>
                        <a:pt x="87" y="20"/>
                      </a:lnTo>
                      <a:lnTo>
                        <a:pt x="87" y="22"/>
                      </a:lnTo>
                      <a:lnTo>
                        <a:pt x="89" y="22"/>
                      </a:lnTo>
                      <a:lnTo>
                        <a:pt x="89" y="24"/>
                      </a:lnTo>
                      <a:lnTo>
                        <a:pt x="91" y="24"/>
                      </a:lnTo>
                      <a:lnTo>
                        <a:pt x="91" y="26"/>
                      </a:lnTo>
                      <a:lnTo>
                        <a:pt x="93" y="26"/>
                      </a:lnTo>
                      <a:lnTo>
                        <a:pt x="95" y="27"/>
                      </a:lnTo>
                      <a:lnTo>
                        <a:pt x="96" y="27"/>
                      </a:lnTo>
                      <a:lnTo>
                        <a:pt x="96" y="29"/>
                      </a:lnTo>
                      <a:lnTo>
                        <a:pt x="98" y="31"/>
                      </a:lnTo>
                      <a:lnTo>
                        <a:pt x="98" y="33"/>
                      </a:lnTo>
                      <a:lnTo>
                        <a:pt x="98" y="35"/>
                      </a:lnTo>
                      <a:lnTo>
                        <a:pt x="100" y="37"/>
                      </a:lnTo>
                      <a:lnTo>
                        <a:pt x="98" y="35"/>
                      </a:lnTo>
                      <a:lnTo>
                        <a:pt x="98" y="37"/>
                      </a:lnTo>
                      <a:lnTo>
                        <a:pt x="100" y="37"/>
                      </a:lnTo>
                      <a:lnTo>
                        <a:pt x="100" y="38"/>
                      </a:lnTo>
                      <a:lnTo>
                        <a:pt x="100" y="37"/>
                      </a:lnTo>
                      <a:lnTo>
                        <a:pt x="98" y="37"/>
                      </a:lnTo>
                      <a:lnTo>
                        <a:pt x="100" y="37"/>
                      </a:lnTo>
                      <a:lnTo>
                        <a:pt x="100" y="38"/>
                      </a:lnTo>
                      <a:lnTo>
                        <a:pt x="98" y="38"/>
                      </a:lnTo>
                      <a:lnTo>
                        <a:pt x="100" y="38"/>
                      </a:lnTo>
                      <a:lnTo>
                        <a:pt x="100" y="37"/>
                      </a:lnTo>
                      <a:lnTo>
                        <a:pt x="100" y="38"/>
                      </a:lnTo>
                      <a:lnTo>
                        <a:pt x="100" y="40"/>
                      </a:lnTo>
                      <a:lnTo>
                        <a:pt x="100" y="38"/>
                      </a:lnTo>
                      <a:lnTo>
                        <a:pt x="98" y="38"/>
                      </a:lnTo>
                      <a:lnTo>
                        <a:pt x="100" y="40"/>
                      </a:lnTo>
                      <a:lnTo>
                        <a:pt x="98" y="40"/>
                      </a:lnTo>
                      <a:lnTo>
                        <a:pt x="100" y="40"/>
                      </a:lnTo>
                      <a:lnTo>
                        <a:pt x="100" y="38"/>
                      </a:lnTo>
                      <a:lnTo>
                        <a:pt x="100" y="40"/>
                      </a:lnTo>
                      <a:lnTo>
                        <a:pt x="98" y="40"/>
                      </a:lnTo>
                      <a:lnTo>
                        <a:pt x="100" y="40"/>
                      </a:lnTo>
                      <a:lnTo>
                        <a:pt x="98" y="40"/>
                      </a:lnTo>
                      <a:lnTo>
                        <a:pt x="100" y="40"/>
                      </a:lnTo>
                      <a:lnTo>
                        <a:pt x="100" y="42"/>
                      </a:lnTo>
                      <a:lnTo>
                        <a:pt x="100" y="40"/>
                      </a:lnTo>
                      <a:lnTo>
                        <a:pt x="100" y="42"/>
                      </a:lnTo>
                      <a:lnTo>
                        <a:pt x="100" y="40"/>
                      </a:lnTo>
                      <a:lnTo>
                        <a:pt x="102" y="40"/>
                      </a:lnTo>
                      <a:lnTo>
                        <a:pt x="100" y="40"/>
                      </a:lnTo>
                      <a:lnTo>
                        <a:pt x="102" y="40"/>
                      </a:lnTo>
                      <a:lnTo>
                        <a:pt x="100" y="40"/>
                      </a:lnTo>
                      <a:lnTo>
                        <a:pt x="100" y="42"/>
                      </a:lnTo>
                      <a:lnTo>
                        <a:pt x="102" y="42"/>
                      </a:lnTo>
                      <a:lnTo>
                        <a:pt x="100" y="42"/>
                      </a:lnTo>
                      <a:lnTo>
                        <a:pt x="102" y="42"/>
                      </a:lnTo>
                      <a:lnTo>
                        <a:pt x="100" y="42"/>
                      </a:lnTo>
                      <a:lnTo>
                        <a:pt x="102" y="42"/>
                      </a:lnTo>
                      <a:lnTo>
                        <a:pt x="100" y="42"/>
                      </a:lnTo>
                      <a:lnTo>
                        <a:pt x="102" y="42"/>
                      </a:lnTo>
                      <a:lnTo>
                        <a:pt x="100" y="42"/>
                      </a:lnTo>
                      <a:lnTo>
                        <a:pt x="102" y="40"/>
                      </a:lnTo>
                      <a:lnTo>
                        <a:pt x="102" y="42"/>
                      </a:lnTo>
                      <a:lnTo>
                        <a:pt x="102" y="40"/>
                      </a:lnTo>
                      <a:lnTo>
                        <a:pt x="104" y="40"/>
                      </a:lnTo>
                      <a:lnTo>
                        <a:pt x="102" y="40"/>
                      </a:lnTo>
                      <a:lnTo>
                        <a:pt x="104" y="42"/>
                      </a:lnTo>
                      <a:lnTo>
                        <a:pt x="102" y="42"/>
                      </a:lnTo>
                      <a:lnTo>
                        <a:pt x="104" y="42"/>
                      </a:lnTo>
                      <a:lnTo>
                        <a:pt x="102" y="42"/>
                      </a:lnTo>
                      <a:lnTo>
                        <a:pt x="104" y="42"/>
                      </a:lnTo>
                      <a:lnTo>
                        <a:pt x="104" y="44"/>
                      </a:lnTo>
                      <a:lnTo>
                        <a:pt x="104" y="42"/>
                      </a:lnTo>
                      <a:lnTo>
                        <a:pt x="104" y="40"/>
                      </a:lnTo>
                      <a:lnTo>
                        <a:pt x="104" y="42"/>
                      </a:lnTo>
                      <a:lnTo>
                        <a:pt x="104" y="40"/>
                      </a:lnTo>
                      <a:lnTo>
                        <a:pt x="104" y="42"/>
                      </a:lnTo>
                      <a:lnTo>
                        <a:pt x="104" y="40"/>
                      </a:lnTo>
                      <a:lnTo>
                        <a:pt x="106" y="42"/>
                      </a:lnTo>
                      <a:lnTo>
                        <a:pt x="107" y="42"/>
                      </a:lnTo>
                      <a:lnTo>
                        <a:pt x="107" y="44"/>
                      </a:lnTo>
                      <a:lnTo>
                        <a:pt x="106" y="44"/>
                      </a:lnTo>
                      <a:lnTo>
                        <a:pt x="107" y="42"/>
                      </a:lnTo>
                      <a:lnTo>
                        <a:pt x="106" y="42"/>
                      </a:lnTo>
                      <a:lnTo>
                        <a:pt x="106" y="44"/>
                      </a:lnTo>
                      <a:lnTo>
                        <a:pt x="106" y="42"/>
                      </a:lnTo>
                      <a:lnTo>
                        <a:pt x="106" y="44"/>
                      </a:lnTo>
                      <a:lnTo>
                        <a:pt x="107" y="44"/>
                      </a:lnTo>
                      <a:lnTo>
                        <a:pt x="107" y="42"/>
                      </a:lnTo>
                      <a:lnTo>
                        <a:pt x="107" y="44"/>
                      </a:lnTo>
                      <a:lnTo>
                        <a:pt x="109" y="44"/>
                      </a:lnTo>
                      <a:lnTo>
                        <a:pt x="107" y="44"/>
                      </a:lnTo>
                      <a:lnTo>
                        <a:pt x="109" y="44"/>
                      </a:lnTo>
                      <a:lnTo>
                        <a:pt x="107" y="44"/>
                      </a:lnTo>
                      <a:lnTo>
                        <a:pt x="109" y="44"/>
                      </a:lnTo>
                      <a:lnTo>
                        <a:pt x="107" y="44"/>
                      </a:lnTo>
                      <a:lnTo>
                        <a:pt x="109" y="44"/>
                      </a:lnTo>
                      <a:lnTo>
                        <a:pt x="109" y="46"/>
                      </a:lnTo>
                      <a:lnTo>
                        <a:pt x="109" y="44"/>
                      </a:lnTo>
                      <a:lnTo>
                        <a:pt x="111" y="44"/>
                      </a:lnTo>
                      <a:lnTo>
                        <a:pt x="111" y="46"/>
                      </a:lnTo>
                      <a:lnTo>
                        <a:pt x="109" y="46"/>
                      </a:lnTo>
                      <a:lnTo>
                        <a:pt x="109" y="48"/>
                      </a:lnTo>
                      <a:lnTo>
                        <a:pt x="109" y="46"/>
                      </a:lnTo>
                      <a:lnTo>
                        <a:pt x="111" y="48"/>
                      </a:lnTo>
                      <a:lnTo>
                        <a:pt x="109" y="48"/>
                      </a:lnTo>
                      <a:lnTo>
                        <a:pt x="109" y="49"/>
                      </a:lnTo>
                      <a:lnTo>
                        <a:pt x="109" y="48"/>
                      </a:lnTo>
                      <a:lnTo>
                        <a:pt x="109" y="49"/>
                      </a:lnTo>
                      <a:lnTo>
                        <a:pt x="107" y="49"/>
                      </a:lnTo>
                      <a:lnTo>
                        <a:pt x="109" y="49"/>
                      </a:lnTo>
                      <a:lnTo>
                        <a:pt x="107" y="49"/>
                      </a:lnTo>
                      <a:lnTo>
                        <a:pt x="107" y="51"/>
                      </a:lnTo>
                      <a:lnTo>
                        <a:pt x="109" y="49"/>
                      </a:lnTo>
                      <a:lnTo>
                        <a:pt x="109" y="51"/>
                      </a:lnTo>
                      <a:lnTo>
                        <a:pt x="109" y="53"/>
                      </a:lnTo>
                      <a:lnTo>
                        <a:pt x="107" y="53"/>
                      </a:lnTo>
                      <a:lnTo>
                        <a:pt x="106" y="53"/>
                      </a:lnTo>
                      <a:lnTo>
                        <a:pt x="107" y="53"/>
                      </a:lnTo>
                      <a:lnTo>
                        <a:pt x="106" y="53"/>
                      </a:lnTo>
                      <a:lnTo>
                        <a:pt x="106" y="55"/>
                      </a:lnTo>
                      <a:lnTo>
                        <a:pt x="106" y="53"/>
                      </a:lnTo>
                      <a:lnTo>
                        <a:pt x="106" y="55"/>
                      </a:lnTo>
                      <a:lnTo>
                        <a:pt x="106" y="57"/>
                      </a:lnTo>
                      <a:lnTo>
                        <a:pt x="104" y="55"/>
                      </a:lnTo>
                      <a:lnTo>
                        <a:pt x="106" y="57"/>
                      </a:lnTo>
                      <a:lnTo>
                        <a:pt x="106" y="59"/>
                      </a:lnTo>
                      <a:lnTo>
                        <a:pt x="106" y="57"/>
                      </a:lnTo>
                      <a:lnTo>
                        <a:pt x="107" y="57"/>
                      </a:lnTo>
                      <a:lnTo>
                        <a:pt x="106" y="57"/>
                      </a:lnTo>
                      <a:lnTo>
                        <a:pt x="107" y="57"/>
                      </a:lnTo>
                      <a:lnTo>
                        <a:pt x="107" y="55"/>
                      </a:lnTo>
                      <a:lnTo>
                        <a:pt x="107" y="57"/>
                      </a:lnTo>
                      <a:lnTo>
                        <a:pt x="107" y="55"/>
                      </a:lnTo>
                      <a:lnTo>
                        <a:pt x="109" y="55"/>
                      </a:lnTo>
                      <a:lnTo>
                        <a:pt x="111" y="57"/>
                      </a:lnTo>
                      <a:lnTo>
                        <a:pt x="111" y="59"/>
                      </a:lnTo>
                      <a:lnTo>
                        <a:pt x="109" y="59"/>
                      </a:lnTo>
                      <a:lnTo>
                        <a:pt x="109" y="57"/>
                      </a:lnTo>
                      <a:lnTo>
                        <a:pt x="109" y="59"/>
                      </a:lnTo>
                      <a:lnTo>
                        <a:pt x="111" y="59"/>
                      </a:lnTo>
                      <a:lnTo>
                        <a:pt x="109" y="59"/>
                      </a:lnTo>
                      <a:lnTo>
                        <a:pt x="109" y="60"/>
                      </a:lnTo>
                      <a:lnTo>
                        <a:pt x="109" y="59"/>
                      </a:lnTo>
                      <a:lnTo>
                        <a:pt x="111" y="59"/>
                      </a:lnTo>
                      <a:lnTo>
                        <a:pt x="111" y="57"/>
                      </a:lnTo>
                      <a:lnTo>
                        <a:pt x="113" y="57"/>
                      </a:lnTo>
                      <a:lnTo>
                        <a:pt x="113" y="59"/>
                      </a:lnTo>
                      <a:lnTo>
                        <a:pt x="113" y="57"/>
                      </a:lnTo>
                      <a:lnTo>
                        <a:pt x="115" y="57"/>
                      </a:lnTo>
                      <a:lnTo>
                        <a:pt x="115" y="59"/>
                      </a:lnTo>
                      <a:lnTo>
                        <a:pt x="113" y="59"/>
                      </a:lnTo>
                      <a:lnTo>
                        <a:pt x="115" y="59"/>
                      </a:lnTo>
                      <a:lnTo>
                        <a:pt x="115" y="60"/>
                      </a:lnTo>
                      <a:lnTo>
                        <a:pt x="115" y="59"/>
                      </a:lnTo>
                      <a:lnTo>
                        <a:pt x="115" y="60"/>
                      </a:lnTo>
                      <a:lnTo>
                        <a:pt x="115" y="59"/>
                      </a:lnTo>
                      <a:lnTo>
                        <a:pt x="115" y="60"/>
                      </a:lnTo>
                      <a:lnTo>
                        <a:pt x="113" y="60"/>
                      </a:lnTo>
                      <a:lnTo>
                        <a:pt x="115" y="60"/>
                      </a:lnTo>
                      <a:lnTo>
                        <a:pt x="113" y="60"/>
                      </a:lnTo>
                      <a:lnTo>
                        <a:pt x="115" y="60"/>
                      </a:lnTo>
                      <a:lnTo>
                        <a:pt x="113" y="60"/>
                      </a:lnTo>
                      <a:lnTo>
                        <a:pt x="115" y="60"/>
                      </a:lnTo>
                      <a:lnTo>
                        <a:pt x="115" y="59"/>
                      </a:lnTo>
                      <a:lnTo>
                        <a:pt x="117" y="59"/>
                      </a:lnTo>
                      <a:lnTo>
                        <a:pt x="115" y="59"/>
                      </a:lnTo>
                      <a:lnTo>
                        <a:pt x="117" y="59"/>
                      </a:lnTo>
                      <a:lnTo>
                        <a:pt x="117" y="60"/>
                      </a:lnTo>
                      <a:lnTo>
                        <a:pt x="117" y="59"/>
                      </a:lnTo>
                      <a:lnTo>
                        <a:pt x="115" y="59"/>
                      </a:lnTo>
                      <a:lnTo>
                        <a:pt x="115" y="60"/>
                      </a:lnTo>
                      <a:lnTo>
                        <a:pt x="117" y="60"/>
                      </a:lnTo>
                      <a:lnTo>
                        <a:pt x="115" y="60"/>
                      </a:lnTo>
                      <a:lnTo>
                        <a:pt x="115" y="59"/>
                      </a:lnTo>
                      <a:lnTo>
                        <a:pt x="117" y="59"/>
                      </a:lnTo>
                      <a:lnTo>
                        <a:pt x="117" y="60"/>
                      </a:lnTo>
                      <a:lnTo>
                        <a:pt x="117" y="59"/>
                      </a:lnTo>
                      <a:lnTo>
                        <a:pt x="118" y="59"/>
                      </a:lnTo>
                      <a:lnTo>
                        <a:pt x="118" y="60"/>
                      </a:lnTo>
                      <a:lnTo>
                        <a:pt x="118" y="59"/>
                      </a:lnTo>
                      <a:lnTo>
                        <a:pt x="120" y="60"/>
                      </a:lnTo>
                      <a:lnTo>
                        <a:pt x="118" y="60"/>
                      </a:lnTo>
                      <a:lnTo>
                        <a:pt x="118" y="62"/>
                      </a:lnTo>
                      <a:lnTo>
                        <a:pt x="117" y="62"/>
                      </a:lnTo>
                      <a:lnTo>
                        <a:pt x="117" y="64"/>
                      </a:lnTo>
                      <a:lnTo>
                        <a:pt x="117" y="66"/>
                      </a:lnTo>
                      <a:lnTo>
                        <a:pt x="117" y="64"/>
                      </a:lnTo>
                      <a:lnTo>
                        <a:pt x="117" y="62"/>
                      </a:lnTo>
                      <a:lnTo>
                        <a:pt x="118" y="62"/>
                      </a:lnTo>
                      <a:lnTo>
                        <a:pt x="118" y="60"/>
                      </a:lnTo>
                      <a:lnTo>
                        <a:pt x="118" y="62"/>
                      </a:lnTo>
                      <a:lnTo>
                        <a:pt x="120" y="62"/>
                      </a:lnTo>
                      <a:lnTo>
                        <a:pt x="118" y="62"/>
                      </a:lnTo>
                      <a:lnTo>
                        <a:pt x="118" y="64"/>
                      </a:lnTo>
                      <a:lnTo>
                        <a:pt x="120" y="64"/>
                      </a:lnTo>
                      <a:lnTo>
                        <a:pt x="118" y="62"/>
                      </a:lnTo>
                      <a:lnTo>
                        <a:pt x="120" y="62"/>
                      </a:lnTo>
                      <a:lnTo>
                        <a:pt x="118" y="62"/>
                      </a:lnTo>
                      <a:lnTo>
                        <a:pt x="120" y="62"/>
                      </a:lnTo>
                      <a:lnTo>
                        <a:pt x="120" y="64"/>
                      </a:lnTo>
                      <a:lnTo>
                        <a:pt x="120" y="62"/>
                      </a:lnTo>
                      <a:lnTo>
                        <a:pt x="122" y="62"/>
                      </a:lnTo>
                      <a:lnTo>
                        <a:pt x="120" y="62"/>
                      </a:lnTo>
                      <a:lnTo>
                        <a:pt x="122" y="62"/>
                      </a:lnTo>
                      <a:lnTo>
                        <a:pt x="122" y="64"/>
                      </a:lnTo>
                      <a:lnTo>
                        <a:pt x="122" y="62"/>
                      </a:lnTo>
                      <a:lnTo>
                        <a:pt x="122" y="64"/>
                      </a:lnTo>
                      <a:lnTo>
                        <a:pt x="122" y="62"/>
                      </a:lnTo>
                      <a:lnTo>
                        <a:pt x="122" y="64"/>
                      </a:lnTo>
                      <a:lnTo>
                        <a:pt x="124" y="64"/>
                      </a:lnTo>
                      <a:lnTo>
                        <a:pt x="124" y="62"/>
                      </a:lnTo>
                      <a:lnTo>
                        <a:pt x="124" y="64"/>
                      </a:lnTo>
                      <a:lnTo>
                        <a:pt x="126" y="64"/>
                      </a:lnTo>
                      <a:lnTo>
                        <a:pt x="126" y="66"/>
                      </a:lnTo>
                      <a:lnTo>
                        <a:pt x="126" y="68"/>
                      </a:lnTo>
                      <a:lnTo>
                        <a:pt x="124" y="68"/>
                      </a:lnTo>
                      <a:lnTo>
                        <a:pt x="126" y="68"/>
                      </a:lnTo>
                      <a:lnTo>
                        <a:pt x="124" y="68"/>
                      </a:lnTo>
                      <a:lnTo>
                        <a:pt x="126" y="68"/>
                      </a:lnTo>
                      <a:lnTo>
                        <a:pt x="124" y="68"/>
                      </a:lnTo>
                      <a:lnTo>
                        <a:pt x="122" y="68"/>
                      </a:lnTo>
                      <a:lnTo>
                        <a:pt x="122" y="69"/>
                      </a:lnTo>
                      <a:lnTo>
                        <a:pt x="122" y="68"/>
                      </a:lnTo>
                      <a:lnTo>
                        <a:pt x="124" y="68"/>
                      </a:lnTo>
                      <a:lnTo>
                        <a:pt x="126" y="68"/>
                      </a:lnTo>
                      <a:lnTo>
                        <a:pt x="126" y="69"/>
                      </a:lnTo>
                      <a:lnTo>
                        <a:pt x="126" y="68"/>
                      </a:lnTo>
                      <a:lnTo>
                        <a:pt x="127" y="68"/>
                      </a:lnTo>
                      <a:lnTo>
                        <a:pt x="127" y="69"/>
                      </a:lnTo>
                      <a:lnTo>
                        <a:pt x="129" y="69"/>
                      </a:lnTo>
                      <a:lnTo>
                        <a:pt x="129" y="71"/>
                      </a:lnTo>
                      <a:lnTo>
                        <a:pt x="131" y="71"/>
                      </a:lnTo>
                      <a:lnTo>
                        <a:pt x="133" y="71"/>
                      </a:lnTo>
                      <a:lnTo>
                        <a:pt x="135" y="71"/>
                      </a:lnTo>
                      <a:lnTo>
                        <a:pt x="135" y="73"/>
                      </a:lnTo>
                      <a:lnTo>
                        <a:pt x="137" y="73"/>
                      </a:lnTo>
                      <a:lnTo>
                        <a:pt x="138" y="73"/>
                      </a:lnTo>
                      <a:lnTo>
                        <a:pt x="138" y="75"/>
                      </a:lnTo>
                      <a:lnTo>
                        <a:pt x="140" y="75"/>
                      </a:lnTo>
                      <a:lnTo>
                        <a:pt x="142" y="75"/>
                      </a:lnTo>
                      <a:lnTo>
                        <a:pt x="142" y="77"/>
                      </a:lnTo>
                      <a:lnTo>
                        <a:pt x="144" y="77"/>
                      </a:lnTo>
                      <a:lnTo>
                        <a:pt x="144" y="79"/>
                      </a:lnTo>
                      <a:lnTo>
                        <a:pt x="146" y="79"/>
                      </a:lnTo>
                      <a:lnTo>
                        <a:pt x="148" y="79"/>
                      </a:lnTo>
                      <a:lnTo>
                        <a:pt x="146" y="79"/>
                      </a:lnTo>
                      <a:lnTo>
                        <a:pt x="148" y="79"/>
                      </a:lnTo>
                      <a:lnTo>
                        <a:pt x="148" y="80"/>
                      </a:lnTo>
                      <a:lnTo>
                        <a:pt x="149" y="80"/>
                      </a:lnTo>
                      <a:lnTo>
                        <a:pt x="149" y="82"/>
                      </a:lnTo>
                      <a:lnTo>
                        <a:pt x="151" y="82"/>
                      </a:lnTo>
                      <a:lnTo>
                        <a:pt x="153" y="82"/>
                      </a:lnTo>
                      <a:lnTo>
                        <a:pt x="153" y="84"/>
                      </a:lnTo>
                      <a:lnTo>
                        <a:pt x="155" y="84"/>
                      </a:lnTo>
                      <a:lnTo>
                        <a:pt x="155" y="86"/>
                      </a:lnTo>
                      <a:lnTo>
                        <a:pt x="155" y="88"/>
                      </a:lnTo>
                      <a:lnTo>
                        <a:pt x="157" y="88"/>
                      </a:lnTo>
                      <a:lnTo>
                        <a:pt x="158" y="88"/>
                      </a:lnTo>
                      <a:lnTo>
                        <a:pt x="160" y="88"/>
                      </a:lnTo>
                      <a:lnTo>
                        <a:pt x="162" y="90"/>
                      </a:lnTo>
                      <a:lnTo>
                        <a:pt x="164" y="91"/>
                      </a:lnTo>
                      <a:lnTo>
                        <a:pt x="164" y="93"/>
                      </a:lnTo>
                      <a:lnTo>
                        <a:pt x="166" y="93"/>
                      </a:lnTo>
                      <a:lnTo>
                        <a:pt x="166" y="95"/>
                      </a:lnTo>
                      <a:lnTo>
                        <a:pt x="166" y="97"/>
                      </a:lnTo>
                      <a:lnTo>
                        <a:pt x="166" y="95"/>
                      </a:lnTo>
                      <a:lnTo>
                        <a:pt x="164" y="95"/>
                      </a:lnTo>
                      <a:lnTo>
                        <a:pt x="164" y="97"/>
                      </a:lnTo>
                      <a:lnTo>
                        <a:pt x="166" y="97"/>
                      </a:lnTo>
                      <a:lnTo>
                        <a:pt x="164" y="97"/>
                      </a:lnTo>
                      <a:lnTo>
                        <a:pt x="164" y="95"/>
                      </a:lnTo>
                      <a:lnTo>
                        <a:pt x="166" y="95"/>
                      </a:lnTo>
                      <a:lnTo>
                        <a:pt x="166" y="97"/>
                      </a:lnTo>
                      <a:lnTo>
                        <a:pt x="168" y="97"/>
                      </a:lnTo>
                      <a:lnTo>
                        <a:pt x="168" y="95"/>
                      </a:lnTo>
                      <a:lnTo>
                        <a:pt x="168" y="93"/>
                      </a:lnTo>
                      <a:lnTo>
                        <a:pt x="168" y="95"/>
                      </a:lnTo>
                      <a:lnTo>
                        <a:pt x="169" y="97"/>
                      </a:lnTo>
                      <a:lnTo>
                        <a:pt x="171" y="97"/>
                      </a:lnTo>
                      <a:lnTo>
                        <a:pt x="171" y="99"/>
                      </a:lnTo>
                      <a:lnTo>
                        <a:pt x="171" y="101"/>
                      </a:lnTo>
                      <a:lnTo>
                        <a:pt x="171" y="102"/>
                      </a:lnTo>
                      <a:lnTo>
                        <a:pt x="171" y="104"/>
                      </a:lnTo>
                      <a:lnTo>
                        <a:pt x="169" y="106"/>
                      </a:lnTo>
                      <a:lnTo>
                        <a:pt x="169" y="108"/>
                      </a:lnTo>
                      <a:lnTo>
                        <a:pt x="171" y="108"/>
                      </a:lnTo>
                      <a:lnTo>
                        <a:pt x="171" y="110"/>
                      </a:lnTo>
                      <a:lnTo>
                        <a:pt x="173" y="110"/>
                      </a:lnTo>
                      <a:lnTo>
                        <a:pt x="171" y="110"/>
                      </a:lnTo>
                      <a:lnTo>
                        <a:pt x="171" y="112"/>
                      </a:lnTo>
                      <a:lnTo>
                        <a:pt x="171" y="110"/>
                      </a:lnTo>
                      <a:lnTo>
                        <a:pt x="169" y="110"/>
                      </a:lnTo>
                      <a:lnTo>
                        <a:pt x="169" y="112"/>
                      </a:lnTo>
                      <a:lnTo>
                        <a:pt x="171" y="112"/>
                      </a:lnTo>
                      <a:lnTo>
                        <a:pt x="169" y="112"/>
                      </a:lnTo>
                      <a:lnTo>
                        <a:pt x="169" y="113"/>
                      </a:lnTo>
                      <a:lnTo>
                        <a:pt x="168" y="113"/>
                      </a:lnTo>
                      <a:lnTo>
                        <a:pt x="169" y="113"/>
                      </a:lnTo>
                      <a:lnTo>
                        <a:pt x="168" y="113"/>
                      </a:lnTo>
                      <a:lnTo>
                        <a:pt x="169" y="113"/>
                      </a:lnTo>
                      <a:lnTo>
                        <a:pt x="169" y="112"/>
                      </a:lnTo>
                      <a:lnTo>
                        <a:pt x="171" y="112"/>
                      </a:lnTo>
                      <a:lnTo>
                        <a:pt x="169" y="112"/>
                      </a:lnTo>
                      <a:lnTo>
                        <a:pt x="169" y="110"/>
                      </a:lnTo>
                      <a:lnTo>
                        <a:pt x="171" y="110"/>
                      </a:lnTo>
                      <a:lnTo>
                        <a:pt x="171" y="112"/>
                      </a:lnTo>
                      <a:lnTo>
                        <a:pt x="171" y="110"/>
                      </a:lnTo>
                      <a:lnTo>
                        <a:pt x="173" y="110"/>
                      </a:lnTo>
                      <a:lnTo>
                        <a:pt x="173" y="108"/>
                      </a:lnTo>
                      <a:lnTo>
                        <a:pt x="171" y="108"/>
                      </a:lnTo>
                      <a:lnTo>
                        <a:pt x="173" y="108"/>
                      </a:lnTo>
                      <a:lnTo>
                        <a:pt x="173" y="106"/>
                      </a:lnTo>
                      <a:lnTo>
                        <a:pt x="171" y="106"/>
                      </a:lnTo>
                      <a:lnTo>
                        <a:pt x="171" y="104"/>
                      </a:lnTo>
                      <a:lnTo>
                        <a:pt x="173" y="104"/>
                      </a:lnTo>
                      <a:lnTo>
                        <a:pt x="175" y="106"/>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49" name="Freeform 44">
                  <a:extLst>
                    <a:ext uri="{FF2B5EF4-FFF2-40B4-BE49-F238E27FC236}">
                      <a16:creationId xmlns:a16="http://schemas.microsoft.com/office/drawing/2014/main" id="{DD1FADEC-3F73-1F76-0B56-655A2D82E339}"/>
                    </a:ext>
                  </a:extLst>
                </p:cNvPr>
                <p:cNvSpPr>
                  <a:spLocks/>
                </p:cNvSpPr>
                <p:nvPr/>
              </p:nvSpPr>
              <p:spPr bwMode="auto">
                <a:xfrm>
                  <a:off x="2724741" y="3305010"/>
                  <a:ext cx="68674" cy="28915"/>
                </a:xfrm>
                <a:custGeom>
                  <a:avLst/>
                  <a:gdLst>
                    <a:gd name="T0" fmla="*/ 34 w 38"/>
                    <a:gd name="T1" fmla="*/ 0 h 16"/>
                    <a:gd name="T2" fmla="*/ 36 w 38"/>
                    <a:gd name="T3" fmla="*/ 2 h 16"/>
                    <a:gd name="T4" fmla="*/ 36 w 38"/>
                    <a:gd name="T5" fmla="*/ 2 h 16"/>
                    <a:gd name="T6" fmla="*/ 36 w 38"/>
                    <a:gd name="T7" fmla="*/ 2 h 16"/>
                    <a:gd name="T8" fmla="*/ 34 w 38"/>
                    <a:gd name="T9" fmla="*/ 4 h 16"/>
                    <a:gd name="T10" fmla="*/ 34 w 38"/>
                    <a:gd name="T11" fmla="*/ 4 h 16"/>
                    <a:gd name="T12" fmla="*/ 32 w 38"/>
                    <a:gd name="T13" fmla="*/ 6 h 16"/>
                    <a:gd name="T14" fmla="*/ 31 w 38"/>
                    <a:gd name="T15" fmla="*/ 7 h 16"/>
                    <a:gd name="T16" fmla="*/ 29 w 38"/>
                    <a:gd name="T17" fmla="*/ 9 h 16"/>
                    <a:gd name="T18" fmla="*/ 25 w 38"/>
                    <a:gd name="T19" fmla="*/ 9 h 16"/>
                    <a:gd name="T20" fmla="*/ 25 w 38"/>
                    <a:gd name="T21" fmla="*/ 11 h 16"/>
                    <a:gd name="T22" fmla="*/ 25 w 38"/>
                    <a:gd name="T23" fmla="*/ 11 h 16"/>
                    <a:gd name="T24" fmla="*/ 23 w 38"/>
                    <a:gd name="T25" fmla="*/ 9 h 16"/>
                    <a:gd name="T26" fmla="*/ 20 w 38"/>
                    <a:gd name="T27" fmla="*/ 9 h 16"/>
                    <a:gd name="T28" fmla="*/ 18 w 38"/>
                    <a:gd name="T29" fmla="*/ 11 h 16"/>
                    <a:gd name="T30" fmla="*/ 14 w 38"/>
                    <a:gd name="T31" fmla="*/ 11 h 16"/>
                    <a:gd name="T32" fmla="*/ 12 w 38"/>
                    <a:gd name="T33" fmla="*/ 13 h 16"/>
                    <a:gd name="T34" fmla="*/ 11 w 38"/>
                    <a:gd name="T35" fmla="*/ 15 h 16"/>
                    <a:gd name="T36" fmla="*/ 7 w 38"/>
                    <a:gd name="T37" fmla="*/ 15 h 16"/>
                    <a:gd name="T38" fmla="*/ 5 w 38"/>
                    <a:gd name="T39" fmla="*/ 16 h 16"/>
                    <a:gd name="T40" fmla="*/ 3 w 38"/>
                    <a:gd name="T41" fmla="*/ 15 h 16"/>
                    <a:gd name="T42" fmla="*/ 1 w 38"/>
                    <a:gd name="T43" fmla="*/ 16 h 16"/>
                    <a:gd name="T44" fmla="*/ 1 w 38"/>
                    <a:gd name="T45" fmla="*/ 13 h 16"/>
                    <a:gd name="T46" fmla="*/ 1 w 38"/>
                    <a:gd name="T47" fmla="*/ 13 h 16"/>
                    <a:gd name="T48" fmla="*/ 5 w 38"/>
                    <a:gd name="T49" fmla="*/ 13 h 16"/>
                    <a:gd name="T50" fmla="*/ 7 w 38"/>
                    <a:gd name="T51" fmla="*/ 11 h 16"/>
                    <a:gd name="T52" fmla="*/ 11 w 38"/>
                    <a:gd name="T53" fmla="*/ 11 h 16"/>
                    <a:gd name="T54" fmla="*/ 12 w 38"/>
                    <a:gd name="T55" fmla="*/ 9 h 16"/>
                    <a:gd name="T56" fmla="*/ 14 w 38"/>
                    <a:gd name="T57" fmla="*/ 7 h 16"/>
                    <a:gd name="T58" fmla="*/ 18 w 38"/>
                    <a:gd name="T59" fmla="*/ 7 h 16"/>
                    <a:gd name="T60" fmla="*/ 18 w 38"/>
                    <a:gd name="T61" fmla="*/ 7 h 16"/>
                    <a:gd name="T62" fmla="*/ 20 w 38"/>
                    <a:gd name="T63" fmla="*/ 6 h 16"/>
                    <a:gd name="T64" fmla="*/ 20 w 38"/>
                    <a:gd name="T65" fmla="*/ 4 h 16"/>
                    <a:gd name="T66" fmla="*/ 18 w 38"/>
                    <a:gd name="T67" fmla="*/ 2 h 16"/>
                    <a:gd name="T68" fmla="*/ 22 w 38"/>
                    <a:gd name="T69" fmla="*/ 4 h 16"/>
                    <a:gd name="T70" fmla="*/ 25 w 38"/>
                    <a:gd name="T71" fmla="*/ 4 h 16"/>
                    <a:gd name="T72" fmla="*/ 25 w 38"/>
                    <a:gd name="T73" fmla="*/ 4 h 16"/>
                    <a:gd name="T74" fmla="*/ 27 w 38"/>
                    <a:gd name="T75" fmla="*/ 2 h 16"/>
                    <a:gd name="T76" fmla="*/ 31 w 38"/>
                    <a:gd name="T7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 h="16">
                      <a:moveTo>
                        <a:pt x="32" y="0"/>
                      </a:moveTo>
                      <a:lnTo>
                        <a:pt x="34" y="0"/>
                      </a:lnTo>
                      <a:lnTo>
                        <a:pt x="36" y="0"/>
                      </a:lnTo>
                      <a:lnTo>
                        <a:pt x="36" y="2"/>
                      </a:lnTo>
                      <a:lnTo>
                        <a:pt x="38" y="2"/>
                      </a:lnTo>
                      <a:lnTo>
                        <a:pt x="36" y="2"/>
                      </a:lnTo>
                      <a:lnTo>
                        <a:pt x="38" y="2"/>
                      </a:lnTo>
                      <a:lnTo>
                        <a:pt x="36" y="2"/>
                      </a:lnTo>
                      <a:lnTo>
                        <a:pt x="34" y="2"/>
                      </a:lnTo>
                      <a:lnTo>
                        <a:pt x="34" y="4"/>
                      </a:lnTo>
                      <a:lnTo>
                        <a:pt x="34" y="2"/>
                      </a:lnTo>
                      <a:lnTo>
                        <a:pt x="34" y="4"/>
                      </a:lnTo>
                      <a:lnTo>
                        <a:pt x="32" y="4"/>
                      </a:lnTo>
                      <a:lnTo>
                        <a:pt x="32" y="6"/>
                      </a:lnTo>
                      <a:lnTo>
                        <a:pt x="31" y="6"/>
                      </a:lnTo>
                      <a:lnTo>
                        <a:pt x="31" y="7"/>
                      </a:lnTo>
                      <a:lnTo>
                        <a:pt x="29" y="7"/>
                      </a:lnTo>
                      <a:lnTo>
                        <a:pt x="29" y="9"/>
                      </a:lnTo>
                      <a:lnTo>
                        <a:pt x="27" y="9"/>
                      </a:lnTo>
                      <a:lnTo>
                        <a:pt x="25" y="9"/>
                      </a:lnTo>
                      <a:lnTo>
                        <a:pt x="27" y="9"/>
                      </a:lnTo>
                      <a:lnTo>
                        <a:pt x="25" y="11"/>
                      </a:lnTo>
                      <a:lnTo>
                        <a:pt x="27" y="11"/>
                      </a:lnTo>
                      <a:lnTo>
                        <a:pt x="25" y="11"/>
                      </a:lnTo>
                      <a:lnTo>
                        <a:pt x="23" y="11"/>
                      </a:lnTo>
                      <a:lnTo>
                        <a:pt x="23" y="9"/>
                      </a:lnTo>
                      <a:lnTo>
                        <a:pt x="22" y="9"/>
                      </a:lnTo>
                      <a:lnTo>
                        <a:pt x="20" y="9"/>
                      </a:lnTo>
                      <a:lnTo>
                        <a:pt x="20" y="11"/>
                      </a:lnTo>
                      <a:lnTo>
                        <a:pt x="18" y="11"/>
                      </a:lnTo>
                      <a:lnTo>
                        <a:pt x="16" y="11"/>
                      </a:lnTo>
                      <a:lnTo>
                        <a:pt x="14" y="11"/>
                      </a:lnTo>
                      <a:lnTo>
                        <a:pt x="14" y="13"/>
                      </a:lnTo>
                      <a:lnTo>
                        <a:pt x="12" y="13"/>
                      </a:lnTo>
                      <a:lnTo>
                        <a:pt x="11" y="13"/>
                      </a:lnTo>
                      <a:lnTo>
                        <a:pt x="11" y="15"/>
                      </a:lnTo>
                      <a:lnTo>
                        <a:pt x="9" y="15"/>
                      </a:lnTo>
                      <a:lnTo>
                        <a:pt x="7" y="15"/>
                      </a:lnTo>
                      <a:lnTo>
                        <a:pt x="5" y="15"/>
                      </a:lnTo>
                      <a:lnTo>
                        <a:pt x="5" y="16"/>
                      </a:lnTo>
                      <a:lnTo>
                        <a:pt x="3" y="16"/>
                      </a:lnTo>
                      <a:lnTo>
                        <a:pt x="3" y="15"/>
                      </a:lnTo>
                      <a:lnTo>
                        <a:pt x="3" y="16"/>
                      </a:lnTo>
                      <a:lnTo>
                        <a:pt x="1" y="16"/>
                      </a:lnTo>
                      <a:lnTo>
                        <a:pt x="1" y="15"/>
                      </a:lnTo>
                      <a:lnTo>
                        <a:pt x="1" y="13"/>
                      </a:lnTo>
                      <a:lnTo>
                        <a:pt x="0" y="13"/>
                      </a:lnTo>
                      <a:lnTo>
                        <a:pt x="1" y="13"/>
                      </a:lnTo>
                      <a:lnTo>
                        <a:pt x="3" y="13"/>
                      </a:lnTo>
                      <a:lnTo>
                        <a:pt x="5" y="13"/>
                      </a:lnTo>
                      <a:lnTo>
                        <a:pt x="5" y="11"/>
                      </a:lnTo>
                      <a:lnTo>
                        <a:pt x="7" y="11"/>
                      </a:lnTo>
                      <a:lnTo>
                        <a:pt x="9" y="11"/>
                      </a:lnTo>
                      <a:lnTo>
                        <a:pt x="11" y="11"/>
                      </a:lnTo>
                      <a:lnTo>
                        <a:pt x="11" y="9"/>
                      </a:lnTo>
                      <a:lnTo>
                        <a:pt x="12" y="9"/>
                      </a:lnTo>
                      <a:lnTo>
                        <a:pt x="14" y="9"/>
                      </a:lnTo>
                      <a:lnTo>
                        <a:pt x="14" y="7"/>
                      </a:lnTo>
                      <a:lnTo>
                        <a:pt x="16" y="7"/>
                      </a:lnTo>
                      <a:lnTo>
                        <a:pt x="18" y="7"/>
                      </a:lnTo>
                      <a:lnTo>
                        <a:pt x="20" y="7"/>
                      </a:lnTo>
                      <a:lnTo>
                        <a:pt x="18" y="7"/>
                      </a:lnTo>
                      <a:lnTo>
                        <a:pt x="18" y="6"/>
                      </a:lnTo>
                      <a:lnTo>
                        <a:pt x="20" y="6"/>
                      </a:lnTo>
                      <a:lnTo>
                        <a:pt x="18" y="6"/>
                      </a:lnTo>
                      <a:lnTo>
                        <a:pt x="20" y="4"/>
                      </a:lnTo>
                      <a:lnTo>
                        <a:pt x="18" y="4"/>
                      </a:lnTo>
                      <a:lnTo>
                        <a:pt x="18" y="2"/>
                      </a:lnTo>
                      <a:lnTo>
                        <a:pt x="20" y="2"/>
                      </a:lnTo>
                      <a:lnTo>
                        <a:pt x="22" y="4"/>
                      </a:lnTo>
                      <a:lnTo>
                        <a:pt x="23" y="4"/>
                      </a:lnTo>
                      <a:lnTo>
                        <a:pt x="25" y="4"/>
                      </a:lnTo>
                      <a:lnTo>
                        <a:pt x="25" y="2"/>
                      </a:lnTo>
                      <a:lnTo>
                        <a:pt x="25" y="4"/>
                      </a:lnTo>
                      <a:lnTo>
                        <a:pt x="25" y="2"/>
                      </a:lnTo>
                      <a:lnTo>
                        <a:pt x="27" y="2"/>
                      </a:lnTo>
                      <a:lnTo>
                        <a:pt x="29" y="2"/>
                      </a:lnTo>
                      <a:lnTo>
                        <a:pt x="31" y="0"/>
                      </a:lnTo>
                      <a:lnTo>
                        <a:pt x="3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0" name="Freeform 45">
                  <a:extLst>
                    <a:ext uri="{FF2B5EF4-FFF2-40B4-BE49-F238E27FC236}">
                      <a16:creationId xmlns:a16="http://schemas.microsoft.com/office/drawing/2014/main" id="{6A7EF387-5F15-63DF-7CA1-786F2C7FDB77}"/>
                    </a:ext>
                  </a:extLst>
                </p:cNvPr>
                <p:cNvSpPr>
                  <a:spLocks noEditPoints="1"/>
                </p:cNvSpPr>
                <p:nvPr/>
              </p:nvSpPr>
              <p:spPr bwMode="auto">
                <a:xfrm>
                  <a:off x="1998240" y="2479113"/>
                  <a:ext cx="1250594" cy="950596"/>
                </a:xfrm>
                <a:custGeom>
                  <a:avLst/>
                  <a:gdLst>
                    <a:gd name="T0" fmla="*/ 186 w 692"/>
                    <a:gd name="T1" fmla="*/ 336 h 526"/>
                    <a:gd name="T2" fmla="*/ 504 w 692"/>
                    <a:gd name="T3" fmla="*/ 508 h 526"/>
                    <a:gd name="T4" fmla="*/ 475 w 692"/>
                    <a:gd name="T5" fmla="*/ 495 h 526"/>
                    <a:gd name="T6" fmla="*/ 464 w 692"/>
                    <a:gd name="T7" fmla="*/ 461 h 526"/>
                    <a:gd name="T8" fmla="*/ 455 w 692"/>
                    <a:gd name="T9" fmla="*/ 452 h 526"/>
                    <a:gd name="T10" fmla="*/ 422 w 692"/>
                    <a:gd name="T11" fmla="*/ 455 h 526"/>
                    <a:gd name="T12" fmla="*/ 396 w 692"/>
                    <a:gd name="T13" fmla="*/ 470 h 526"/>
                    <a:gd name="T14" fmla="*/ 360 w 692"/>
                    <a:gd name="T15" fmla="*/ 466 h 526"/>
                    <a:gd name="T16" fmla="*/ 321 w 692"/>
                    <a:gd name="T17" fmla="*/ 452 h 526"/>
                    <a:gd name="T18" fmla="*/ 287 w 692"/>
                    <a:gd name="T19" fmla="*/ 428 h 526"/>
                    <a:gd name="T20" fmla="*/ 261 w 692"/>
                    <a:gd name="T21" fmla="*/ 417 h 526"/>
                    <a:gd name="T22" fmla="*/ 245 w 692"/>
                    <a:gd name="T23" fmla="*/ 391 h 526"/>
                    <a:gd name="T24" fmla="*/ 239 w 692"/>
                    <a:gd name="T25" fmla="*/ 380 h 526"/>
                    <a:gd name="T26" fmla="*/ 225 w 692"/>
                    <a:gd name="T27" fmla="*/ 357 h 526"/>
                    <a:gd name="T28" fmla="*/ 186 w 692"/>
                    <a:gd name="T29" fmla="*/ 342 h 526"/>
                    <a:gd name="T30" fmla="*/ 183 w 692"/>
                    <a:gd name="T31" fmla="*/ 331 h 526"/>
                    <a:gd name="T32" fmla="*/ 172 w 692"/>
                    <a:gd name="T33" fmla="*/ 338 h 526"/>
                    <a:gd name="T34" fmla="*/ 168 w 692"/>
                    <a:gd name="T35" fmla="*/ 342 h 526"/>
                    <a:gd name="T36" fmla="*/ 168 w 692"/>
                    <a:gd name="T37" fmla="*/ 351 h 526"/>
                    <a:gd name="T38" fmla="*/ 157 w 692"/>
                    <a:gd name="T39" fmla="*/ 324 h 526"/>
                    <a:gd name="T40" fmla="*/ 155 w 692"/>
                    <a:gd name="T41" fmla="*/ 316 h 526"/>
                    <a:gd name="T42" fmla="*/ 131 w 692"/>
                    <a:gd name="T43" fmla="*/ 300 h 526"/>
                    <a:gd name="T44" fmla="*/ 121 w 692"/>
                    <a:gd name="T45" fmla="*/ 261 h 526"/>
                    <a:gd name="T46" fmla="*/ 75 w 692"/>
                    <a:gd name="T47" fmla="*/ 241 h 526"/>
                    <a:gd name="T48" fmla="*/ 62 w 692"/>
                    <a:gd name="T49" fmla="*/ 219 h 526"/>
                    <a:gd name="T50" fmla="*/ 55 w 692"/>
                    <a:gd name="T51" fmla="*/ 187 h 526"/>
                    <a:gd name="T52" fmla="*/ 73 w 692"/>
                    <a:gd name="T53" fmla="*/ 168 h 526"/>
                    <a:gd name="T54" fmla="*/ 77 w 692"/>
                    <a:gd name="T55" fmla="*/ 146 h 526"/>
                    <a:gd name="T56" fmla="*/ 51 w 692"/>
                    <a:gd name="T57" fmla="*/ 135 h 526"/>
                    <a:gd name="T58" fmla="*/ 29 w 692"/>
                    <a:gd name="T59" fmla="*/ 106 h 526"/>
                    <a:gd name="T60" fmla="*/ 22 w 692"/>
                    <a:gd name="T61" fmla="*/ 71 h 526"/>
                    <a:gd name="T62" fmla="*/ 13 w 692"/>
                    <a:gd name="T63" fmla="*/ 49 h 526"/>
                    <a:gd name="T64" fmla="*/ 2 w 692"/>
                    <a:gd name="T65" fmla="*/ 15 h 526"/>
                    <a:gd name="T66" fmla="*/ 37 w 692"/>
                    <a:gd name="T67" fmla="*/ 13 h 526"/>
                    <a:gd name="T68" fmla="*/ 79 w 692"/>
                    <a:gd name="T69" fmla="*/ 33 h 526"/>
                    <a:gd name="T70" fmla="*/ 110 w 692"/>
                    <a:gd name="T71" fmla="*/ 18 h 526"/>
                    <a:gd name="T72" fmla="*/ 141 w 692"/>
                    <a:gd name="T73" fmla="*/ 4 h 526"/>
                    <a:gd name="T74" fmla="*/ 148 w 692"/>
                    <a:gd name="T75" fmla="*/ 35 h 526"/>
                    <a:gd name="T76" fmla="*/ 175 w 692"/>
                    <a:gd name="T77" fmla="*/ 66 h 526"/>
                    <a:gd name="T78" fmla="*/ 212 w 692"/>
                    <a:gd name="T79" fmla="*/ 88 h 526"/>
                    <a:gd name="T80" fmla="*/ 239 w 692"/>
                    <a:gd name="T81" fmla="*/ 102 h 526"/>
                    <a:gd name="T82" fmla="*/ 294 w 692"/>
                    <a:gd name="T83" fmla="*/ 112 h 526"/>
                    <a:gd name="T84" fmla="*/ 345 w 692"/>
                    <a:gd name="T85" fmla="*/ 102 h 526"/>
                    <a:gd name="T86" fmla="*/ 343 w 692"/>
                    <a:gd name="T87" fmla="*/ 106 h 526"/>
                    <a:gd name="T88" fmla="*/ 374 w 692"/>
                    <a:gd name="T89" fmla="*/ 84 h 526"/>
                    <a:gd name="T90" fmla="*/ 403 w 692"/>
                    <a:gd name="T91" fmla="*/ 62 h 526"/>
                    <a:gd name="T92" fmla="*/ 449 w 692"/>
                    <a:gd name="T93" fmla="*/ 53 h 526"/>
                    <a:gd name="T94" fmla="*/ 489 w 692"/>
                    <a:gd name="T95" fmla="*/ 66 h 526"/>
                    <a:gd name="T96" fmla="*/ 529 w 692"/>
                    <a:gd name="T97" fmla="*/ 75 h 526"/>
                    <a:gd name="T98" fmla="*/ 566 w 692"/>
                    <a:gd name="T99" fmla="*/ 95 h 526"/>
                    <a:gd name="T100" fmla="*/ 613 w 692"/>
                    <a:gd name="T101" fmla="*/ 121 h 526"/>
                    <a:gd name="T102" fmla="*/ 615 w 692"/>
                    <a:gd name="T103" fmla="*/ 157 h 526"/>
                    <a:gd name="T104" fmla="*/ 601 w 692"/>
                    <a:gd name="T105" fmla="*/ 187 h 526"/>
                    <a:gd name="T106" fmla="*/ 601 w 692"/>
                    <a:gd name="T107" fmla="*/ 229 h 526"/>
                    <a:gd name="T108" fmla="*/ 635 w 692"/>
                    <a:gd name="T109" fmla="*/ 307 h 526"/>
                    <a:gd name="T110" fmla="*/ 626 w 692"/>
                    <a:gd name="T111" fmla="*/ 386 h 526"/>
                    <a:gd name="T112" fmla="*/ 663 w 692"/>
                    <a:gd name="T113" fmla="*/ 411 h 526"/>
                    <a:gd name="T114" fmla="*/ 690 w 692"/>
                    <a:gd name="T115" fmla="*/ 453 h 526"/>
                    <a:gd name="T116" fmla="*/ 655 w 692"/>
                    <a:gd name="T117" fmla="*/ 475 h 526"/>
                    <a:gd name="T118" fmla="*/ 639 w 692"/>
                    <a:gd name="T119" fmla="*/ 494 h 526"/>
                    <a:gd name="T120" fmla="*/ 622 w 692"/>
                    <a:gd name="T121" fmla="*/ 526 h 526"/>
                    <a:gd name="T122" fmla="*/ 588 w 692"/>
                    <a:gd name="T123" fmla="*/ 517 h 526"/>
                    <a:gd name="T124" fmla="*/ 546 w 692"/>
                    <a:gd name="T125" fmla="*/ 51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2" h="526">
                      <a:moveTo>
                        <a:pt x="186" y="336"/>
                      </a:moveTo>
                      <a:lnTo>
                        <a:pt x="186" y="338"/>
                      </a:lnTo>
                      <a:lnTo>
                        <a:pt x="186" y="336"/>
                      </a:lnTo>
                      <a:lnTo>
                        <a:pt x="184" y="336"/>
                      </a:lnTo>
                      <a:lnTo>
                        <a:pt x="186" y="336"/>
                      </a:lnTo>
                      <a:lnTo>
                        <a:pt x="186" y="338"/>
                      </a:lnTo>
                      <a:lnTo>
                        <a:pt x="186" y="340"/>
                      </a:lnTo>
                      <a:lnTo>
                        <a:pt x="188" y="340"/>
                      </a:lnTo>
                      <a:lnTo>
                        <a:pt x="186" y="340"/>
                      </a:lnTo>
                      <a:lnTo>
                        <a:pt x="186" y="342"/>
                      </a:lnTo>
                      <a:lnTo>
                        <a:pt x="184" y="342"/>
                      </a:lnTo>
                      <a:lnTo>
                        <a:pt x="183" y="340"/>
                      </a:lnTo>
                      <a:lnTo>
                        <a:pt x="183" y="342"/>
                      </a:lnTo>
                      <a:lnTo>
                        <a:pt x="183" y="340"/>
                      </a:lnTo>
                      <a:lnTo>
                        <a:pt x="181" y="340"/>
                      </a:lnTo>
                      <a:lnTo>
                        <a:pt x="179" y="340"/>
                      </a:lnTo>
                      <a:lnTo>
                        <a:pt x="179" y="338"/>
                      </a:lnTo>
                      <a:lnTo>
                        <a:pt x="179" y="336"/>
                      </a:lnTo>
                      <a:lnTo>
                        <a:pt x="177" y="336"/>
                      </a:lnTo>
                      <a:lnTo>
                        <a:pt x="175" y="336"/>
                      </a:lnTo>
                      <a:lnTo>
                        <a:pt x="175" y="335"/>
                      </a:lnTo>
                      <a:lnTo>
                        <a:pt x="177" y="335"/>
                      </a:lnTo>
                      <a:lnTo>
                        <a:pt x="179" y="336"/>
                      </a:lnTo>
                      <a:lnTo>
                        <a:pt x="181" y="336"/>
                      </a:lnTo>
                      <a:lnTo>
                        <a:pt x="183" y="336"/>
                      </a:lnTo>
                      <a:lnTo>
                        <a:pt x="183" y="338"/>
                      </a:lnTo>
                      <a:lnTo>
                        <a:pt x="183" y="336"/>
                      </a:lnTo>
                      <a:lnTo>
                        <a:pt x="184" y="336"/>
                      </a:lnTo>
                      <a:lnTo>
                        <a:pt x="183" y="336"/>
                      </a:lnTo>
                      <a:lnTo>
                        <a:pt x="184" y="336"/>
                      </a:lnTo>
                      <a:lnTo>
                        <a:pt x="186" y="336"/>
                      </a:lnTo>
                      <a:lnTo>
                        <a:pt x="184" y="336"/>
                      </a:lnTo>
                      <a:lnTo>
                        <a:pt x="186" y="336"/>
                      </a:lnTo>
                      <a:close/>
                      <a:moveTo>
                        <a:pt x="542" y="512"/>
                      </a:moveTo>
                      <a:lnTo>
                        <a:pt x="542" y="514"/>
                      </a:lnTo>
                      <a:lnTo>
                        <a:pt x="540" y="514"/>
                      </a:lnTo>
                      <a:lnTo>
                        <a:pt x="542" y="514"/>
                      </a:lnTo>
                      <a:lnTo>
                        <a:pt x="544" y="512"/>
                      </a:lnTo>
                      <a:lnTo>
                        <a:pt x="546" y="512"/>
                      </a:lnTo>
                      <a:lnTo>
                        <a:pt x="546" y="514"/>
                      </a:lnTo>
                      <a:lnTo>
                        <a:pt x="544" y="514"/>
                      </a:lnTo>
                      <a:lnTo>
                        <a:pt x="542" y="514"/>
                      </a:lnTo>
                      <a:lnTo>
                        <a:pt x="540" y="514"/>
                      </a:lnTo>
                      <a:lnTo>
                        <a:pt x="538" y="514"/>
                      </a:lnTo>
                      <a:lnTo>
                        <a:pt x="537" y="514"/>
                      </a:lnTo>
                      <a:lnTo>
                        <a:pt x="535" y="512"/>
                      </a:lnTo>
                      <a:lnTo>
                        <a:pt x="533" y="510"/>
                      </a:lnTo>
                      <a:lnTo>
                        <a:pt x="531" y="510"/>
                      </a:lnTo>
                      <a:lnTo>
                        <a:pt x="529" y="510"/>
                      </a:lnTo>
                      <a:lnTo>
                        <a:pt x="531" y="510"/>
                      </a:lnTo>
                      <a:lnTo>
                        <a:pt x="531" y="508"/>
                      </a:lnTo>
                      <a:lnTo>
                        <a:pt x="529" y="508"/>
                      </a:lnTo>
                      <a:lnTo>
                        <a:pt x="528" y="508"/>
                      </a:lnTo>
                      <a:lnTo>
                        <a:pt x="526" y="508"/>
                      </a:lnTo>
                      <a:lnTo>
                        <a:pt x="524" y="508"/>
                      </a:lnTo>
                      <a:lnTo>
                        <a:pt x="522" y="508"/>
                      </a:lnTo>
                      <a:lnTo>
                        <a:pt x="520" y="508"/>
                      </a:lnTo>
                      <a:lnTo>
                        <a:pt x="518" y="508"/>
                      </a:lnTo>
                      <a:lnTo>
                        <a:pt x="517" y="508"/>
                      </a:lnTo>
                      <a:lnTo>
                        <a:pt x="515" y="508"/>
                      </a:lnTo>
                      <a:lnTo>
                        <a:pt x="513" y="508"/>
                      </a:lnTo>
                      <a:lnTo>
                        <a:pt x="511" y="508"/>
                      </a:lnTo>
                      <a:lnTo>
                        <a:pt x="509" y="508"/>
                      </a:lnTo>
                      <a:lnTo>
                        <a:pt x="507" y="508"/>
                      </a:lnTo>
                      <a:lnTo>
                        <a:pt x="506" y="508"/>
                      </a:lnTo>
                      <a:lnTo>
                        <a:pt x="504" y="508"/>
                      </a:lnTo>
                      <a:lnTo>
                        <a:pt x="502" y="508"/>
                      </a:lnTo>
                      <a:lnTo>
                        <a:pt x="502" y="506"/>
                      </a:lnTo>
                      <a:lnTo>
                        <a:pt x="500" y="506"/>
                      </a:lnTo>
                      <a:lnTo>
                        <a:pt x="500" y="505"/>
                      </a:lnTo>
                      <a:lnTo>
                        <a:pt x="498" y="505"/>
                      </a:lnTo>
                      <a:lnTo>
                        <a:pt x="498" y="503"/>
                      </a:lnTo>
                      <a:lnTo>
                        <a:pt x="497" y="503"/>
                      </a:lnTo>
                      <a:lnTo>
                        <a:pt x="497" y="505"/>
                      </a:lnTo>
                      <a:lnTo>
                        <a:pt x="495" y="505"/>
                      </a:lnTo>
                      <a:lnTo>
                        <a:pt x="493" y="505"/>
                      </a:lnTo>
                      <a:lnTo>
                        <a:pt x="493" y="506"/>
                      </a:lnTo>
                      <a:lnTo>
                        <a:pt x="491" y="506"/>
                      </a:lnTo>
                      <a:lnTo>
                        <a:pt x="493" y="506"/>
                      </a:lnTo>
                      <a:lnTo>
                        <a:pt x="493" y="505"/>
                      </a:lnTo>
                      <a:lnTo>
                        <a:pt x="493" y="503"/>
                      </a:lnTo>
                      <a:lnTo>
                        <a:pt x="491" y="503"/>
                      </a:lnTo>
                      <a:lnTo>
                        <a:pt x="491" y="501"/>
                      </a:lnTo>
                      <a:lnTo>
                        <a:pt x="489" y="503"/>
                      </a:lnTo>
                      <a:lnTo>
                        <a:pt x="489" y="501"/>
                      </a:lnTo>
                      <a:lnTo>
                        <a:pt x="489" y="503"/>
                      </a:lnTo>
                      <a:lnTo>
                        <a:pt x="487" y="503"/>
                      </a:lnTo>
                      <a:lnTo>
                        <a:pt x="486" y="503"/>
                      </a:lnTo>
                      <a:lnTo>
                        <a:pt x="484" y="503"/>
                      </a:lnTo>
                      <a:lnTo>
                        <a:pt x="482" y="503"/>
                      </a:lnTo>
                      <a:lnTo>
                        <a:pt x="480" y="501"/>
                      </a:lnTo>
                      <a:lnTo>
                        <a:pt x="478" y="501"/>
                      </a:lnTo>
                      <a:lnTo>
                        <a:pt x="476" y="501"/>
                      </a:lnTo>
                      <a:lnTo>
                        <a:pt x="475" y="501"/>
                      </a:lnTo>
                      <a:lnTo>
                        <a:pt x="476" y="501"/>
                      </a:lnTo>
                      <a:lnTo>
                        <a:pt x="476" y="499"/>
                      </a:lnTo>
                      <a:lnTo>
                        <a:pt x="475" y="499"/>
                      </a:lnTo>
                      <a:lnTo>
                        <a:pt x="475" y="497"/>
                      </a:lnTo>
                      <a:lnTo>
                        <a:pt x="475" y="495"/>
                      </a:lnTo>
                      <a:lnTo>
                        <a:pt x="475" y="494"/>
                      </a:lnTo>
                      <a:lnTo>
                        <a:pt x="473" y="494"/>
                      </a:lnTo>
                      <a:lnTo>
                        <a:pt x="475" y="494"/>
                      </a:lnTo>
                      <a:lnTo>
                        <a:pt x="473" y="494"/>
                      </a:lnTo>
                      <a:lnTo>
                        <a:pt x="473" y="492"/>
                      </a:lnTo>
                      <a:lnTo>
                        <a:pt x="471" y="492"/>
                      </a:lnTo>
                      <a:lnTo>
                        <a:pt x="473" y="492"/>
                      </a:lnTo>
                      <a:lnTo>
                        <a:pt x="471" y="492"/>
                      </a:lnTo>
                      <a:lnTo>
                        <a:pt x="471" y="490"/>
                      </a:lnTo>
                      <a:lnTo>
                        <a:pt x="471" y="488"/>
                      </a:lnTo>
                      <a:lnTo>
                        <a:pt x="473" y="488"/>
                      </a:lnTo>
                      <a:lnTo>
                        <a:pt x="473" y="486"/>
                      </a:lnTo>
                      <a:lnTo>
                        <a:pt x="471" y="486"/>
                      </a:lnTo>
                      <a:lnTo>
                        <a:pt x="471" y="484"/>
                      </a:lnTo>
                      <a:lnTo>
                        <a:pt x="469" y="484"/>
                      </a:lnTo>
                      <a:lnTo>
                        <a:pt x="469" y="483"/>
                      </a:lnTo>
                      <a:lnTo>
                        <a:pt x="467" y="483"/>
                      </a:lnTo>
                      <a:lnTo>
                        <a:pt x="467" y="481"/>
                      </a:lnTo>
                      <a:lnTo>
                        <a:pt x="467" y="479"/>
                      </a:lnTo>
                      <a:lnTo>
                        <a:pt x="467" y="477"/>
                      </a:lnTo>
                      <a:lnTo>
                        <a:pt x="467" y="475"/>
                      </a:lnTo>
                      <a:lnTo>
                        <a:pt x="467" y="473"/>
                      </a:lnTo>
                      <a:lnTo>
                        <a:pt x="467" y="472"/>
                      </a:lnTo>
                      <a:lnTo>
                        <a:pt x="467" y="470"/>
                      </a:lnTo>
                      <a:lnTo>
                        <a:pt x="467" y="468"/>
                      </a:lnTo>
                      <a:lnTo>
                        <a:pt x="467" y="466"/>
                      </a:lnTo>
                      <a:lnTo>
                        <a:pt x="465" y="466"/>
                      </a:lnTo>
                      <a:lnTo>
                        <a:pt x="465" y="464"/>
                      </a:lnTo>
                      <a:lnTo>
                        <a:pt x="465" y="463"/>
                      </a:lnTo>
                      <a:lnTo>
                        <a:pt x="464" y="463"/>
                      </a:lnTo>
                      <a:lnTo>
                        <a:pt x="464" y="461"/>
                      </a:lnTo>
                      <a:lnTo>
                        <a:pt x="462" y="461"/>
                      </a:lnTo>
                      <a:lnTo>
                        <a:pt x="464" y="461"/>
                      </a:lnTo>
                      <a:lnTo>
                        <a:pt x="462" y="461"/>
                      </a:lnTo>
                      <a:lnTo>
                        <a:pt x="462" y="459"/>
                      </a:lnTo>
                      <a:lnTo>
                        <a:pt x="464" y="459"/>
                      </a:lnTo>
                      <a:lnTo>
                        <a:pt x="462" y="459"/>
                      </a:lnTo>
                      <a:lnTo>
                        <a:pt x="462" y="457"/>
                      </a:lnTo>
                      <a:lnTo>
                        <a:pt x="462" y="459"/>
                      </a:lnTo>
                      <a:lnTo>
                        <a:pt x="464" y="459"/>
                      </a:lnTo>
                      <a:lnTo>
                        <a:pt x="464" y="457"/>
                      </a:lnTo>
                      <a:lnTo>
                        <a:pt x="464" y="455"/>
                      </a:lnTo>
                      <a:lnTo>
                        <a:pt x="464" y="457"/>
                      </a:lnTo>
                      <a:lnTo>
                        <a:pt x="464" y="455"/>
                      </a:lnTo>
                      <a:lnTo>
                        <a:pt x="464" y="457"/>
                      </a:lnTo>
                      <a:lnTo>
                        <a:pt x="462" y="457"/>
                      </a:lnTo>
                      <a:lnTo>
                        <a:pt x="464" y="457"/>
                      </a:lnTo>
                      <a:lnTo>
                        <a:pt x="462" y="457"/>
                      </a:lnTo>
                      <a:lnTo>
                        <a:pt x="462" y="455"/>
                      </a:lnTo>
                      <a:lnTo>
                        <a:pt x="462" y="457"/>
                      </a:lnTo>
                      <a:lnTo>
                        <a:pt x="460" y="457"/>
                      </a:lnTo>
                      <a:lnTo>
                        <a:pt x="460" y="455"/>
                      </a:lnTo>
                      <a:lnTo>
                        <a:pt x="458" y="455"/>
                      </a:lnTo>
                      <a:lnTo>
                        <a:pt x="460" y="455"/>
                      </a:lnTo>
                      <a:lnTo>
                        <a:pt x="460" y="453"/>
                      </a:lnTo>
                      <a:lnTo>
                        <a:pt x="458" y="453"/>
                      </a:lnTo>
                      <a:lnTo>
                        <a:pt x="460" y="455"/>
                      </a:lnTo>
                      <a:lnTo>
                        <a:pt x="458" y="455"/>
                      </a:lnTo>
                      <a:lnTo>
                        <a:pt x="458" y="453"/>
                      </a:lnTo>
                      <a:lnTo>
                        <a:pt x="456" y="453"/>
                      </a:lnTo>
                      <a:lnTo>
                        <a:pt x="458" y="453"/>
                      </a:lnTo>
                      <a:lnTo>
                        <a:pt x="458" y="452"/>
                      </a:lnTo>
                      <a:lnTo>
                        <a:pt x="458" y="453"/>
                      </a:lnTo>
                      <a:lnTo>
                        <a:pt x="456" y="453"/>
                      </a:lnTo>
                      <a:lnTo>
                        <a:pt x="456" y="452"/>
                      </a:lnTo>
                      <a:lnTo>
                        <a:pt x="455" y="452"/>
                      </a:lnTo>
                      <a:lnTo>
                        <a:pt x="453" y="452"/>
                      </a:lnTo>
                      <a:lnTo>
                        <a:pt x="453" y="450"/>
                      </a:lnTo>
                      <a:lnTo>
                        <a:pt x="453" y="452"/>
                      </a:lnTo>
                      <a:lnTo>
                        <a:pt x="451" y="452"/>
                      </a:lnTo>
                      <a:lnTo>
                        <a:pt x="449" y="452"/>
                      </a:lnTo>
                      <a:lnTo>
                        <a:pt x="451" y="452"/>
                      </a:lnTo>
                      <a:lnTo>
                        <a:pt x="451" y="450"/>
                      </a:lnTo>
                      <a:lnTo>
                        <a:pt x="451" y="452"/>
                      </a:lnTo>
                      <a:lnTo>
                        <a:pt x="449" y="452"/>
                      </a:lnTo>
                      <a:lnTo>
                        <a:pt x="447" y="452"/>
                      </a:lnTo>
                      <a:lnTo>
                        <a:pt x="449" y="452"/>
                      </a:lnTo>
                      <a:lnTo>
                        <a:pt x="447" y="452"/>
                      </a:lnTo>
                      <a:lnTo>
                        <a:pt x="445" y="452"/>
                      </a:lnTo>
                      <a:lnTo>
                        <a:pt x="444" y="452"/>
                      </a:lnTo>
                      <a:lnTo>
                        <a:pt x="444" y="450"/>
                      </a:lnTo>
                      <a:lnTo>
                        <a:pt x="442" y="450"/>
                      </a:lnTo>
                      <a:lnTo>
                        <a:pt x="440" y="450"/>
                      </a:lnTo>
                      <a:lnTo>
                        <a:pt x="438" y="452"/>
                      </a:lnTo>
                      <a:lnTo>
                        <a:pt x="436" y="452"/>
                      </a:lnTo>
                      <a:lnTo>
                        <a:pt x="434" y="452"/>
                      </a:lnTo>
                      <a:lnTo>
                        <a:pt x="433" y="452"/>
                      </a:lnTo>
                      <a:lnTo>
                        <a:pt x="433" y="453"/>
                      </a:lnTo>
                      <a:lnTo>
                        <a:pt x="431" y="453"/>
                      </a:lnTo>
                      <a:lnTo>
                        <a:pt x="433" y="453"/>
                      </a:lnTo>
                      <a:lnTo>
                        <a:pt x="431" y="453"/>
                      </a:lnTo>
                      <a:lnTo>
                        <a:pt x="429" y="453"/>
                      </a:lnTo>
                      <a:lnTo>
                        <a:pt x="429" y="455"/>
                      </a:lnTo>
                      <a:lnTo>
                        <a:pt x="427" y="455"/>
                      </a:lnTo>
                      <a:lnTo>
                        <a:pt x="427" y="457"/>
                      </a:lnTo>
                      <a:lnTo>
                        <a:pt x="425" y="457"/>
                      </a:lnTo>
                      <a:lnTo>
                        <a:pt x="424" y="457"/>
                      </a:lnTo>
                      <a:lnTo>
                        <a:pt x="422" y="457"/>
                      </a:lnTo>
                      <a:lnTo>
                        <a:pt x="422" y="455"/>
                      </a:lnTo>
                      <a:lnTo>
                        <a:pt x="422" y="457"/>
                      </a:lnTo>
                      <a:lnTo>
                        <a:pt x="420" y="457"/>
                      </a:lnTo>
                      <a:lnTo>
                        <a:pt x="422" y="457"/>
                      </a:lnTo>
                      <a:lnTo>
                        <a:pt x="420" y="457"/>
                      </a:lnTo>
                      <a:lnTo>
                        <a:pt x="420" y="459"/>
                      </a:lnTo>
                      <a:lnTo>
                        <a:pt x="420" y="457"/>
                      </a:lnTo>
                      <a:lnTo>
                        <a:pt x="418" y="457"/>
                      </a:lnTo>
                      <a:lnTo>
                        <a:pt x="416" y="457"/>
                      </a:lnTo>
                      <a:lnTo>
                        <a:pt x="416" y="459"/>
                      </a:lnTo>
                      <a:lnTo>
                        <a:pt x="414" y="459"/>
                      </a:lnTo>
                      <a:lnTo>
                        <a:pt x="414" y="461"/>
                      </a:lnTo>
                      <a:lnTo>
                        <a:pt x="414" y="459"/>
                      </a:lnTo>
                      <a:lnTo>
                        <a:pt x="414" y="461"/>
                      </a:lnTo>
                      <a:lnTo>
                        <a:pt x="413" y="463"/>
                      </a:lnTo>
                      <a:lnTo>
                        <a:pt x="414" y="463"/>
                      </a:lnTo>
                      <a:lnTo>
                        <a:pt x="413" y="463"/>
                      </a:lnTo>
                      <a:lnTo>
                        <a:pt x="414" y="463"/>
                      </a:lnTo>
                      <a:lnTo>
                        <a:pt x="413" y="463"/>
                      </a:lnTo>
                      <a:lnTo>
                        <a:pt x="413" y="464"/>
                      </a:lnTo>
                      <a:lnTo>
                        <a:pt x="411" y="464"/>
                      </a:lnTo>
                      <a:lnTo>
                        <a:pt x="411" y="466"/>
                      </a:lnTo>
                      <a:lnTo>
                        <a:pt x="409" y="466"/>
                      </a:lnTo>
                      <a:lnTo>
                        <a:pt x="407" y="466"/>
                      </a:lnTo>
                      <a:lnTo>
                        <a:pt x="405" y="466"/>
                      </a:lnTo>
                      <a:lnTo>
                        <a:pt x="405" y="464"/>
                      </a:lnTo>
                      <a:lnTo>
                        <a:pt x="403" y="464"/>
                      </a:lnTo>
                      <a:lnTo>
                        <a:pt x="402" y="464"/>
                      </a:lnTo>
                      <a:lnTo>
                        <a:pt x="402" y="466"/>
                      </a:lnTo>
                      <a:lnTo>
                        <a:pt x="400" y="466"/>
                      </a:lnTo>
                      <a:lnTo>
                        <a:pt x="398" y="466"/>
                      </a:lnTo>
                      <a:lnTo>
                        <a:pt x="398" y="468"/>
                      </a:lnTo>
                      <a:lnTo>
                        <a:pt x="396" y="468"/>
                      </a:lnTo>
                      <a:lnTo>
                        <a:pt x="396" y="470"/>
                      </a:lnTo>
                      <a:lnTo>
                        <a:pt x="394" y="470"/>
                      </a:lnTo>
                      <a:lnTo>
                        <a:pt x="392" y="470"/>
                      </a:lnTo>
                      <a:lnTo>
                        <a:pt x="392" y="472"/>
                      </a:lnTo>
                      <a:lnTo>
                        <a:pt x="391" y="472"/>
                      </a:lnTo>
                      <a:lnTo>
                        <a:pt x="389" y="472"/>
                      </a:lnTo>
                      <a:lnTo>
                        <a:pt x="389" y="473"/>
                      </a:lnTo>
                      <a:lnTo>
                        <a:pt x="387" y="473"/>
                      </a:lnTo>
                      <a:lnTo>
                        <a:pt x="387" y="475"/>
                      </a:lnTo>
                      <a:lnTo>
                        <a:pt x="385" y="475"/>
                      </a:lnTo>
                      <a:lnTo>
                        <a:pt x="383" y="475"/>
                      </a:lnTo>
                      <a:lnTo>
                        <a:pt x="383" y="473"/>
                      </a:lnTo>
                      <a:lnTo>
                        <a:pt x="383" y="475"/>
                      </a:lnTo>
                      <a:lnTo>
                        <a:pt x="383" y="473"/>
                      </a:lnTo>
                      <a:lnTo>
                        <a:pt x="383" y="475"/>
                      </a:lnTo>
                      <a:lnTo>
                        <a:pt x="382" y="475"/>
                      </a:lnTo>
                      <a:lnTo>
                        <a:pt x="380" y="475"/>
                      </a:lnTo>
                      <a:lnTo>
                        <a:pt x="380" y="473"/>
                      </a:lnTo>
                      <a:lnTo>
                        <a:pt x="378" y="473"/>
                      </a:lnTo>
                      <a:lnTo>
                        <a:pt x="378" y="472"/>
                      </a:lnTo>
                      <a:lnTo>
                        <a:pt x="376" y="472"/>
                      </a:lnTo>
                      <a:lnTo>
                        <a:pt x="374" y="472"/>
                      </a:lnTo>
                      <a:lnTo>
                        <a:pt x="372" y="472"/>
                      </a:lnTo>
                      <a:lnTo>
                        <a:pt x="371" y="472"/>
                      </a:lnTo>
                      <a:lnTo>
                        <a:pt x="371" y="470"/>
                      </a:lnTo>
                      <a:lnTo>
                        <a:pt x="369" y="468"/>
                      </a:lnTo>
                      <a:lnTo>
                        <a:pt x="369" y="466"/>
                      </a:lnTo>
                      <a:lnTo>
                        <a:pt x="367" y="466"/>
                      </a:lnTo>
                      <a:lnTo>
                        <a:pt x="367" y="468"/>
                      </a:lnTo>
                      <a:lnTo>
                        <a:pt x="365" y="468"/>
                      </a:lnTo>
                      <a:lnTo>
                        <a:pt x="363" y="468"/>
                      </a:lnTo>
                      <a:lnTo>
                        <a:pt x="361" y="468"/>
                      </a:lnTo>
                      <a:lnTo>
                        <a:pt x="361" y="466"/>
                      </a:lnTo>
                      <a:lnTo>
                        <a:pt x="360" y="466"/>
                      </a:lnTo>
                      <a:lnTo>
                        <a:pt x="358" y="466"/>
                      </a:lnTo>
                      <a:lnTo>
                        <a:pt x="356" y="466"/>
                      </a:lnTo>
                      <a:lnTo>
                        <a:pt x="354" y="466"/>
                      </a:lnTo>
                      <a:lnTo>
                        <a:pt x="352" y="466"/>
                      </a:lnTo>
                      <a:lnTo>
                        <a:pt x="352" y="468"/>
                      </a:lnTo>
                      <a:lnTo>
                        <a:pt x="351" y="468"/>
                      </a:lnTo>
                      <a:lnTo>
                        <a:pt x="351" y="466"/>
                      </a:lnTo>
                      <a:lnTo>
                        <a:pt x="349" y="466"/>
                      </a:lnTo>
                      <a:lnTo>
                        <a:pt x="349" y="468"/>
                      </a:lnTo>
                      <a:lnTo>
                        <a:pt x="347" y="468"/>
                      </a:lnTo>
                      <a:lnTo>
                        <a:pt x="347" y="466"/>
                      </a:lnTo>
                      <a:lnTo>
                        <a:pt x="345" y="466"/>
                      </a:lnTo>
                      <a:lnTo>
                        <a:pt x="343" y="466"/>
                      </a:lnTo>
                      <a:lnTo>
                        <a:pt x="343" y="464"/>
                      </a:lnTo>
                      <a:lnTo>
                        <a:pt x="341" y="464"/>
                      </a:lnTo>
                      <a:lnTo>
                        <a:pt x="341" y="463"/>
                      </a:lnTo>
                      <a:lnTo>
                        <a:pt x="340" y="463"/>
                      </a:lnTo>
                      <a:lnTo>
                        <a:pt x="340" y="461"/>
                      </a:lnTo>
                      <a:lnTo>
                        <a:pt x="340" y="459"/>
                      </a:lnTo>
                      <a:lnTo>
                        <a:pt x="338" y="459"/>
                      </a:lnTo>
                      <a:lnTo>
                        <a:pt x="338" y="457"/>
                      </a:lnTo>
                      <a:lnTo>
                        <a:pt x="336" y="457"/>
                      </a:lnTo>
                      <a:lnTo>
                        <a:pt x="334" y="457"/>
                      </a:lnTo>
                      <a:lnTo>
                        <a:pt x="332" y="457"/>
                      </a:lnTo>
                      <a:lnTo>
                        <a:pt x="332" y="455"/>
                      </a:lnTo>
                      <a:lnTo>
                        <a:pt x="330" y="455"/>
                      </a:lnTo>
                      <a:lnTo>
                        <a:pt x="329" y="455"/>
                      </a:lnTo>
                      <a:lnTo>
                        <a:pt x="327" y="455"/>
                      </a:lnTo>
                      <a:lnTo>
                        <a:pt x="327" y="453"/>
                      </a:lnTo>
                      <a:lnTo>
                        <a:pt x="325" y="453"/>
                      </a:lnTo>
                      <a:lnTo>
                        <a:pt x="323" y="453"/>
                      </a:lnTo>
                      <a:lnTo>
                        <a:pt x="321" y="453"/>
                      </a:lnTo>
                      <a:lnTo>
                        <a:pt x="321" y="452"/>
                      </a:lnTo>
                      <a:lnTo>
                        <a:pt x="319" y="452"/>
                      </a:lnTo>
                      <a:lnTo>
                        <a:pt x="318" y="452"/>
                      </a:lnTo>
                      <a:lnTo>
                        <a:pt x="318" y="450"/>
                      </a:lnTo>
                      <a:lnTo>
                        <a:pt x="316" y="450"/>
                      </a:lnTo>
                      <a:lnTo>
                        <a:pt x="314" y="450"/>
                      </a:lnTo>
                      <a:lnTo>
                        <a:pt x="314" y="448"/>
                      </a:lnTo>
                      <a:lnTo>
                        <a:pt x="312" y="448"/>
                      </a:lnTo>
                      <a:lnTo>
                        <a:pt x="312" y="446"/>
                      </a:lnTo>
                      <a:lnTo>
                        <a:pt x="310" y="446"/>
                      </a:lnTo>
                      <a:lnTo>
                        <a:pt x="309" y="446"/>
                      </a:lnTo>
                      <a:lnTo>
                        <a:pt x="309" y="444"/>
                      </a:lnTo>
                      <a:lnTo>
                        <a:pt x="307" y="444"/>
                      </a:lnTo>
                      <a:lnTo>
                        <a:pt x="307" y="442"/>
                      </a:lnTo>
                      <a:lnTo>
                        <a:pt x="309" y="442"/>
                      </a:lnTo>
                      <a:lnTo>
                        <a:pt x="310" y="442"/>
                      </a:lnTo>
                      <a:lnTo>
                        <a:pt x="310" y="441"/>
                      </a:lnTo>
                      <a:lnTo>
                        <a:pt x="309" y="441"/>
                      </a:lnTo>
                      <a:lnTo>
                        <a:pt x="307" y="441"/>
                      </a:lnTo>
                      <a:lnTo>
                        <a:pt x="307" y="439"/>
                      </a:lnTo>
                      <a:lnTo>
                        <a:pt x="305" y="437"/>
                      </a:lnTo>
                      <a:lnTo>
                        <a:pt x="305" y="435"/>
                      </a:lnTo>
                      <a:lnTo>
                        <a:pt x="303" y="435"/>
                      </a:lnTo>
                      <a:lnTo>
                        <a:pt x="301" y="435"/>
                      </a:lnTo>
                      <a:lnTo>
                        <a:pt x="301" y="433"/>
                      </a:lnTo>
                      <a:lnTo>
                        <a:pt x="299" y="433"/>
                      </a:lnTo>
                      <a:lnTo>
                        <a:pt x="298" y="433"/>
                      </a:lnTo>
                      <a:lnTo>
                        <a:pt x="296" y="433"/>
                      </a:lnTo>
                      <a:lnTo>
                        <a:pt x="294" y="431"/>
                      </a:lnTo>
                      <a:lnTo>
                        <a:pt x="292" y="431"/>
                      </a:lnTo>
                      <a:lnTo>
                        <a:pt x="292" y="430"/>
                      </a:lnTo>
                      <a:lnTo>
                        <a:pt x="290" y="430"/>
                      </a:lnTo>
                      <a:lnTo>
                        <a:pt x="288" y="428"/>
                      </a:lnTo>
                      <a:lnTo>
                        <a:pt x="287" y="428"/>
                      </a:lnTo>
                      <a:lnTo>
                        <a:pt x="287" y="426"/>
                      </a:lnTo>
                      <a:lnTo>
                        <a:pt x="287" y="428"/>
                      </a:lnTo>
                      <a:lnTo>
                        <a:pt x="285" y="428"/>
                      </a:lnTo>
                      <a:lnTo>
                        <a:pt x="283" y="428"/>
                      </a:lnTo>
                      <a:lnTo>
                        <a:pt x="281" y="428"/>
                      </a:lnTo>
                      <a:lnTo>
                        <a:pt x="281" y="426"/>
                      </a:lnTo>
                      <a:lnTo>
                        <a:pt x="279" y="426"/>
                      </a:lnTo>
                      <a:lnTo>
                        <a:pt x="279" y="428"/>
                      </a:lnTo>
                      <a:lnTo>
                        <a:pt x="277" y="428"/>
                      </a:lnTo>
                      <a:lnTo>
                        <a:pt x="276" y="428"/>
                      </a:lnTo>
                      <a:lnTo>
                        <a:pt x="274" y="428"/>
                      </a:lnTo>
                      <a:lnTo>
                        <a:pt x="274" y="426"/>
                      </a:lnTo>
                      <a:lnTo>
                        <a:pt x="272" y="426"/>
                      </a:lnTo>
                      <a:lnTo>
                        <a:pt x="270" y="426"/>
                      </a:lnTo>
                      <a:lnTo>
                        <a:pt x="272" y="426"/>
                      </a:lnTo>
                      <a:lnTo>
                        <a:pt x="270" y="426"/>
                      </a:lnTo>
                      <a:lnTo>
                        <a:pt x="268" y="426"/>
                      </a:lnTo>
                      <a:lnTo>
                        <a:pt x="268" y="424"/>
                      </a:lnTo>
                      <a:lnTo>
                        <a:pt x="267" y="424"/>
                      </a:lnTo>
                      <a:lnTo>
                        <a:pt x="268" y="424"/>
                      </a:lnTo>
                      <a:lnTo>
                        <a:pt x="267" y="424"/>
                      </a:lnTo>
                      <a:lnTo>
                        <a:pt x="267" y="422"/>
                      </a:lnTo>
                      <a:lnTo>
                        <a:pt x="267" y="424"/>
                      </a:lnTo>
                      <a:lnTo>
                        <a:pt x="265" y="424"/>
                      </a:lnTo>
                      <a:lnTo>
                        <a:pt x="265" y="422"/>
                      </a:lnTo>
                      <a:lnTo>
                        <a:pt x="263" y="422"/>
                      </a:lnTo>
                      <a:lnTo>
                        <a:pt x="263" y="420"/>
                      </a:lnTo>
                      <a:lnTo>
                        <a:pt x="263" y="419"/>
                      </a:lnTo>
                      <a:lnTo>
                        <a:pt x="261" y="419"/>
                      </a:lnTo>
                      <a:lnTo>
                        <a:pt x="261" y="417"/>
                      </a:lnTo>
                      <a:lnTo>
                        <a:pt x="259" y="417"/>
                      </a:lnTo>
                      <a:lnTo>
                        <a:pt x="261" y="415"/>
                      </a:lnTo>
                      <a:lnTo>
                        <a:pt x="261" y="417"/>
                      </a:lnTo>
                      <a:lnTo>
                        <a:pt x="263" y="417"/>
                      </a:lnTo>
                      <a:lnTo>
                        <a:pt x="263" y="415"/>
                      </a:lnTo>
                      <a:lnTo>
                        <a:pt x="261" y="417"/>
                      </a:lnTo>
                      <a:lnTo>
                        <a:pt x="261" y="415"/>
                      </a:lnTo>
                      <a:lnTo>
                        <a:pt x="259" y="417"/>
                      </a:lnTo>
                      <a:lnTo>
                        <a:pt x="259" y="415"/>
                      </a:lnTo>
                      <a:lnTo>
                        <a:pt x="261" y="415"/>
                      </a:lnTo>
                      <a:lnTo>
                        <a:pt x="261" y="413"/>
                      </a:lnTo>
                      <a:lnTo>
                        <a:pt x="259" y="411"/>
                      </a:lnTo>
                      <a:lnTo>
                        <a:pt x="257" y="411"/>
                      </a:lnTo>
                      <a:lnTo>
                        <a:pt x="257" y="410"/>
                      </a:lnTo>
                      <a:lnTo>
                        <a:pt x="256" y="410"/>
                      </a:lnTo>
                      <a:lnTo>
                        <a:pt x="256" y="408"/>
                      </a:lnTo>
                      <a:lnTo>
                        <a:pt x="256" y="406"/>
                      </a:lnTo>
                      <a:lnTo>
                        <a:pt x="254" y="406"/>
                      </a:lnTo>
                      <a:lnTo>
                        <a:pt x="254" y="404"/>
                      </a:lnTo>
                      <a:lnTo>
                        <a:pt x="254" y="402"/>
                      </a:lnTo>
                      <a:lnTo>
                        <a:pt x="254" y="400"/>
                      </a:lnTo>
                      <a:lnTo>
                        <a:pt x="252" y="400"/>
                      </a:lnTo>
                      <a:lnTo>
                        <a:pt x="254" y="400"/>
                      </a:lnTo>
                      <a:lnTo>
                        <a:pt x="254" y="399"/>
                      </a:lnTo>
                      <a:lnTo>
                        <a:pt x="252" y="399"/>
                      </a:lnTo>
                      <a:lnTo>
                        <a:pt x="252" y="397"/>
                      </a:lnTo>
                      <a:lnTo>
                        <a:pt x="252" y="395"/>
                      </a:lnTo>
                      <a:lnTo>
                        <a:pt x="252" y="393"/>
                      </a:lnTo>
                      <a:lnTo>
                        <a:pt x="250" y="391"/>
                      </a:lnTo>
                      <a:lnTo>
                        <a:pt x="248" y="391"/>
                      </a:lnTo>
                      <a:lnTo>
                        <a:pt x="250" y="391"/>
                      </a:lnTo>
                      <a:lnTo>
                        <a:pt x="248" y="391"/>
                      </a:lnTo>
                      <a:lnTo>
                        <a:pt x="250" y="391"/>
                      </a:lnTo>
                      <a:lnTo>
                        <a:pt x="248" y="391"/>
                      </a:lnTo>
                      <a:lnTo>
                        <a:pt x="246" y="391"/>
                      </a:lnTo>
                      <a:lnTo>
                        <a:pt x="245" y="391"/>
                      </a:lnTo>
                      <a:lnTo>
                        <a:pt x="245" y="389"/>
                      </a:lnTo>
                      <a:lnTo>
                        <a:pt x="243" y="389"/>
                      </a:lnTo>
                      <a:lnTo>
                        <a:pt x="243" y="388"/>
                      </a:lnTo>
                      <a:lnTo>
                        <a:pt x="243" y="386"/>
                      </a:lnTo>
                      <a:lnTo>
                        <a:pt x="245" y="386"/>
                      </a:lnTo>
                      <a:lnTo>
                        <a:pt x="246" y="386"/>
                      </a:lnTo>
                      <a:lnTo>
                        <a:pt x="246" y="388"/>
                      </a:lnTo>
                      <a:lnTo>
                        <a:pt x="246" y="386"/>
                      </a:lnTo>
                      <a:lnTo>
                        <a:pt x="248" y="386"/>
                      </a:lnTo>
                      <a:lnTo>
                        <a:pt x="246" y="386"/>
                      </a:lnTo>
                      <a:lnTo>
                        <a:pt x="246" y="384"/>
                      </a:lnTo>
                      <a:lnTo>
                        <a:pt x="248" y="384"/>
                      </a:lnTo>
                      <a:lnTo>
                        <a:pt x="246" y="384"/>
                      </a:lnTo>
                      <a:lnTo>
                        <a:pt x="248" y="384"/>
                      </a:lnTo>
                      <a:lnTo>
                        <a:pt x="246" y="384"/>
                      </a:lnTo>
                      <a:lnTo>
                        <a:pt x="246" y="382"/>
                      </a:lnTo>
                      <a:lnTo>
                        <a:pt x="245" y="382"/>
                      </a:lnTo>
                      <a:lnTo>
                        <a:pt x="245" y="380"/>
                      </a:lnTo>
                      <a:lnTo>
                        <a:pt x="243" y="380"/>
                      </a:lnTo>
                      <a:lnTo>
                        <a:pt x="245" y="380"/>
                      </a:lnTo>
                      <a:lnTo>
                        <a:pt x="243" y="380"/>
                      </a:lnTo>
                      <a:lnTo>
                        <a:pt x="241" y="380"/>
                      </a:lnTo>
                      <a:lnTo>
                        <a:pt x="243" y="380"/>
                      </a:lnTo>
                      <a:lnTo>
                        <a:pt x="241" y="380"/>
                      </a:lnTo>
                      <a:lnTo>
                        <a:pt x="243" y="380"/>
                      </a:lnTo>
                      <a:lnTo>
                        <a:pt x="241" y="380"/>
                      </a:lnTo>
                      <a:lnTo>
                        <a:pt x="241" y="382"/>
                      </a:lnTo>
                      <a:lnTo>
                        <a:pt x="239" y="382"/>
                      </a:lnTo>
                      <a:lnTo>
                        <a:pt x="239" y="380"/>
                      </a:lnTo>
                      <a:lnTo>
                        <a:pt x="239" y="382"/>
                      </a:lnTo>
                      <a:lnTo>
                        <a:pt x="239" y="380"/>
                      </a:lnTo>
                      <a:lnTo>
                        <a:pt x="239" y="382"/>
                      </a:lnTo>
                      <a:lnTo>
                        <a:pt x="239" y="380"/>
                      </a:lnTo>
                      <a:lnTo>
                        <a:pt x="237" y="380"/>
                      </a:lnTo>
                      <a:lnTo>
                        <a:pt x="237" y="378"/>
                      </a:lnTo>
                      <a:lnTo>
                        <a:pt x="237" y="377"/>
                      </a:lnTo>
                      <a:lnTo>
                        <a:pt x="239" y="377"/>
                      </a:lnTo>
                      <a:lnTo>
                        <a:pt x="239" y="375"/>
                      </a:lnTo>
                      <a:lnTo>
                        <a:pt x="239" y="377"/>
                      </a:lnTo>
                      <a:lnTo>
                        <a:pt x="237" y="377"/>
                      </a:lnTo>
                      <a:lnTo>
                        <a:pt x="237" y="375"/>
                      </a:lnTo>
                      <a:lnTo>
                        <a:pt x="239" y="375"/>
                      </a:lnTo>
                      <a:lnTo>
                        <a:pt x="237" y="375"/>
                      </a:lnTo>
                      <a:lnTo>
                        <a:pt x="239" y="375"/>
                      </a:lnTo>
                      <a:lnTo>
                        <a:pt x="237" y="375"/>
                      </a:lnTo>
                      <a:lnTo>
                        <a:pt x="239" y="375"/>
                      </a:lnTo>
                      <a:lnTo>
                        <a:pt x="237" y="375"/>
                      </a:lnTo>
                      <a:lnTo>
                        <a:pt x="237" y="373"/>
                      </a:lnTo>
                      <a:lnTo>
                        <a:pt x="237" y="371"/>
                      </a:lnTo>
                      <a:lnTo>
                        <a:pt x="237" y="369"/>
                      </a:lnTo>
                      <a:lnTo>
                        <a:pt x="237" y="367"/>
                      </a:lnTo>
                      <a:lnTo>
                        <a:pt x="237" y="369"/>
                      </a:lnTo>
                      <a:lnTo>
                        <a:pt x="236" y="367"/>
                      </a:lnTo>
                      <a:lnTo>
                        <a:pt x="236" y="369"/>
                      </a:lnTo>
                      <a:lnTo>
                        <a:pt x="236" y="367"/>
                      </a:lnTo>
                      <a:lnTo>
                        <a:pt x="234" y="367"/>
                      </a:lnTo>
                      <a:lnTo>
                        <a:pt x="234" y="366"/>
                      </a:lnTo>
                      <a:lnTo>
                        <a:pt x="232" y="366"/>
                      </a:lnTo>
                      <a:lnTo>
                        <a:pt x="232" y="364"/>
                      </a:lnTo>
                      <a:lnTo>
                        <a:pt x="230" y="362"/>
                      </a:lnTo>
                      <a:lnTo>
                        <a:pt x="228" y="362"/>
                      </a:lnTo>
                      <a:lnTo>
                        <a:pt x="228" y="360"/>
                      </a:lnTo>
                      <a:lnTo>
                        <a:pt x="226" y="360"/>
                      </a:lnTo>
                      <a:lnTo>
                        <a:pt x="226" y="358"/>
                      </a:lnTo>
                      <a:lnTo>
                        <a:pt x="225" y="358"/>
                      </a:lnTo>
                      <a:lnTo>
                        <a:pt x="225" y="357"/>
                      </a:lnTo>
                      <a:lnTo>
                        <a:pt x="223" y="357"/>
                      </a:lnTo>
                      <a:lnTo>
                        <a:pt x="223" y="355"/>
                      </a:lnTo>
                      <a:lnTo>
                        <a:pt x="221" y="353"/>
                      </a:lnTo>
                      <a:lnTo>
                        <a:pt x="219" y="353"/>
                      </a:lnTo>
                      <a:lnTo>
                        <a:pt x="219" y="351"/>
                      </a:lnTo>
                      <a:lnTo>
                        <a:pt x="219" y="349"/>
                      </a:lnTo>
                      <a:lnTo>
                        <a:pt x="219" y="347"/>
                      </a:lnTo>
                      <a:lnTo>
                        <a:pt x="219" y="346"/>
                      </a:lnTo>
                      <a:lnTo>
                        <a:pt x="217" y="344"/>
                      </a:lnTo>
                      <a:lnTo>
                        <a:pt x="217" y="342"/>
                      </a:lnTo>
                      <a:lnTo>
                        <a:pt x="215" y="342"/>
                      </a:lnTo>
                      <a:lnTo>
                        <a:pt x="214" y="342"/>
                      </a:lnTo>
                      <a:lnTo>
                        <a:pt x="212" y="342"/>
                      </a:lnTo>
                      <a:lnTo>
                        <a:pt x="210" y="344"/>
                      </a:lnTo>
                      <a:lnTo>
                        <a:pt x="208" y="346"/>
                      </a:lnTo>
                      <a:lnTo>
                        <a:pt x="206" y="346"/>
                      </a:lnTo>
                      <a:lnTo>
                        <a:pt x="204" y="346"/>
                      </a:lnTo>
                      <a:lnTo>
                        <a:pt x="204" y="347"/>
                      </a:lnTo>
                      <a:lnTo>
                        <a:pt x="203" y="347"/>
                      </a:lnTo>
                      <a:lnTo>
                        <a:pt x="201" y="349"/>
                      </a:lnTo>
                      <a:lnTo>
                        <a:pt x="199" y="349"/>
                      </a:lnTo>
                      <a:lnTo>
                        <a:pt x="197" y="349"/>
                      </a:lnTo>
                      <a:lnTo>
                        <a:pt x="197" y="347"/>
                      </a:lnTo>
                      <a:lnTo>
                        <a:pt x="197" y="346"/>
                      </a:lnTo>
                      <a:lnTo>
                        <a:pt x="195" y="344"/>
                      </a:lnTo>
                      <a:lnTo>
                        <a:pt x="194" y="344"/>
                      </a:lnTo>
                      <a:lnTo>
                        <a:pt x="192" y="344"/>
                      </a:lnTo>
                      <a:lnTo>
                        <a:pt x="190" y="344"/>
                      </a:lnTo>
                      <a:lnTo>
                        <a:pt x="188" y="344"/>
                      </a:lnTo>
                      <a:lnTo>
                        <a:pt x="188" y="346"/>
                      </a:lnTo>
                      <a:lnTo>
                        <a:pt x="188" y="344"/>
                      </a:lnTo>
                      <a:lnTo>
                        <a:pt x="188" y="342"/>
                      </a:lnTo>
                      <a:lnTo>
                        <a:pt x="186" y="342"/>
                      </a:lnTo>
                      <a:lnTo>
                        <a:pt x="186" y="340"/>
                      </a:lnTo>
                      <a:lnTo>
                        <a:pt x="188" y="340"/>
                      </a:lnTo>
                      <a:lnTo>
                        <a:pt x="186" y="338"/>
                      </a:lnTo>
                      <a:lnTo>
                        <a:pt x="186" y="336"/>
                      </a:lnTo>
                      <a:lnTo>
                        <a:pt x="186" y="338"/>
                      </a:lnTo>
                      <a:lnTo>
                        <a:pt x="186" y="336"/>
                      </a:lnTo>
                      <a:lnTo>
                        <a:pt x="188" y="336"/>
                      </a:lnTo>
                      <a:lnTo>
                        <a:pt x="186" y="336"/>
                      </a:lnTo>
                      <a:lnTo>
                        <a:pt x="186" y="335"/>
                      </a:lnTo>
                      <a:lnTo>
                        <a:pt x="188" y="335"/>
                      </a:lnTo>
                      <a:lnTo>
                        <a:pt x="186" y="335"/>
                      </a:lnTo>
                      <a:lnTo>
                        <a:pt x="188" y="335"/>
                      </a:lnTo>
                      <a:lnTo>
                        <a:pt x="188" y="333"/>
                      </a:lnTo>
                      <a:lnTo>
                        <a:pt x="190" y="335"/>
                      </a:lnTo>
                      <a:lnTo>
                        <a:pt x="188" y="333"/>
                      </a:lnTo>
                      <a:lnTo>
                        <a:pt x="188" y="335"/>
                      </a:lnTo>
                      <a:lnTo>
                        <a:pt x="188" y="333"/>
                      </a:lnTo>
                      <a:lnTo>
                        <a:pt x="188" y="335"/>
                      </a:lnTo>
                      <a:lnTo>
                        <a:pt x="186" y="335"/>
                      </a:lnTo>
                      <a:lnTo>
                        <a:pt x="186" y="333"/>
                      </a:lnTo>
                      <a:lnTo>
                        <a:pt x="188" y="333"/>
                      </a:lnTo>
                      <a:lnTo>
                        <a:pt x="186" y="333"/>
                      </a:lnTo>
                      <a:lnTo>
                        <a:pt x="186" y="331"/>
                      </a:lnTo>
                      <a:lnTo>
                        <a:pt x="186" y="333"/>
                      </a:lnTo>
                      <a:lnTo>
                        <a:pt x="184" y="333"/>
                      </a:lnTo>
                      <a:lnTo>
                        <a:pt x="186" y="333"/>
                      </a:lnTo>
                      <a:lnTo>
                        <a:pt x="184" y="333"/>
                      </a:lnTo>
                      <a:lnTo>
                        <a:pt x="184" y="331"/>
                      </a:lnTo>
                      <a:lnTo>
                        <a:pt x="184" y="333"/>
                      </a:lnTo>
                      <a:lnTo>
                        <a:pt x="183" y="333"/>
                      </a:lnTo>
                      <a:lnTo>
                        <a:pt x="183" y="331"/>
                      </a:lnTo>
                      <a:lnTo>
                        <a:pt x="183" y="333"/>
                      </a:lnTo>
                      <a:lnTo>
                        <a:pt x="183" y="331"/>
                      </a:lnTo>
                      <a:lnTo>
                        <a:pt x="183" y="333"/>
                      </a:lnTo>
                      <a:lnTo>
                        <a:pt x="183" y="331"/>
                      </a:lnTo>
                      <a:lnTo>
                        <a:pt x="181" y="331"/>
                      </a:lnTo>
                      <a:lnTo>
                        <a:pt x="181" y="333"/>
                      </a:lnTo>
                      <a:lnTo>
                        <a:pt x="183" y="333"/>
                      </a:lnTo>
                      <a:lnTo>
                        <a:pt x="181" y="333"/>
                      </a:lnTo>
                      <a:lnTo>
                        <a:pt x="183" y="333"/>
                      </a:lnTo>
                      <a:lnTo>
                        <a:pt x="183" y="335"/>
                      </a:lnTo>
                      <a:lnTo>
                        <a:pt x="181" y="335"/>
                      </a:lnTo>
                      <a:lnTo>
                        <a:pt x="179" y="333"/>
                      </a:lnTo>
                      <a:lnTo>
                        <a:pt x="181" y="333"/>
                      </a:lnTo>
                      <a:lnTo>
                        <a:pt x="181" y="331"/>
                      </a:lnTo>
                      <a:lnTo>
                        <a:pt x="179" y="331"/>
                      </a:lnTo>
                      <a:lnTo>
                        <a:pt x="177" y="331"/>
                      </a:lnTo>
                      <a:lnTo>
                        <a:pt x="177" y="333"/>
                      </a:lnTo>
                      <a:lnTo>
                        <a:pt x="175" y="333"/>
                      </a:lnTo>
                      <a:lnTo>
                        <a:pt x="175" y="331"/>
                      </a:lnTo>
                      <a:lnTo>
                        <a:pt x="173" y="331"/>
                      </a:lnTo>
                      <a:lnTo>
                        <a:pt x="175" y="331"/>
                      </a:lnTo>
                      <a:lnTo>
                        <a:pt x="175" y="333"/>
                      </a:lnTo>
                      <a:lnTo>
                        <a:pt x="177" y="333"/>
                      </a:lnTo>
                      <a:lnTo>
                        <a:pt x="179" y="333"/>
                      </a:lnTo>
                      <a:lnTo>
                        <a:pt x="179" y="335"/>
                      </a:lnTo>
                      <a:lnTo>
                        <a:pt x="181" y="335"/>
                      </a:lnTo>
                      <a:lnTo>
                        <a:pt x="179" y="335"/>
                      </a:lnTo>
                      <a:lnTo>
                        <a:pt x="181" y="335"/>
                      </a:lnTo>
                      <a:lnTo>
                        <a:pt x="179" y="335"/>
                      </a:lnTo>
                      <a:lnTo>
                        <a:pt x="177" y="335"/>
                      </a:lnTo>
                      <a:lnTo>
                        <a:pt x="175" y="335"/>
                      </a:lnTo>
                      <a:lnTo>
                        <a:pt x="175" y="336"/>
                      </a:lnTo>
                      <a:lnTo>
                        <a:pt x="173" y="336"/>
                      </a:lnTo>
                      <a:lnTo>
                        <a:pt x="173" y="338"/>
                      </a:lnTo>
                      <a:lnTo>
                        <a:pt x="172" y="338"/>
                      </a:lnTo>
                      <a:lnTo>
                        <a:pt x="170" y="338"/>
                      </a:lnTo>
                      <a:lnTo>
                        <a:pt x="168" y="338"/>
                      </a:lnTo>
                      <a:lnTo>
                        <a:pt x="168" y="336"/>
                      </a:lnTo>
                      <a:lnTo>
                        <a:pt x="166" y="336"/>
                      </a:lnTo>
                      <a:lnTo>
                        <a:pt x="168" y="336"/>
                      </a:lnTo>
                      <a:lnTo>
                        <a:pt x="168" y="338"/>
                      </a:lnTo>
                      <a:lnTo>
                        <a:pt x="170" y="338"/>
                      </a:lnTo>
                      <a:lnTo>
                        <a:pt x="170" y="340"/>
                      </a:lnTo>
                      <a:lnTo>
                        <a:pt x="170" y="338"/>
                      </a:lnTo>
                      <a:lnTo>
                        <a:pt x="172" y="338"/>
                      </a:lnTo>
                      <a:lnTo>
                        <a:pt x="173" y="338"/>
                      </a:lnTo>
                      <a:lnTo>
                        <a:pt x="173" y="340"/>
                      </a:lnTo>
                      <a:lnTo>
                        <a:pt x="175" y="340"/>
                      </a:lnTo>
                      <a:lnTo>
                        <a:pt x="175" y="342"/>
                      </a:lnTo>
                      <a:lnTo>
                        <a:pt x="177" y="342"/>
                      </a:lnTo>
                      <a:lnTo>
                        <a:pt x="177" y="344"/>
                      </a:lnTo>
                      <a:lnTo>
                        <a:pt x="177" y="346"/>
                      </a:lnTo>
                      <a:lnTo>
                        <a:pt x="175" y="346"/>
                      </a:lnTo>
                      <a:lnTo>
                        <a:pt x="177" y="346"/>
                      </a:lnTo>
                      <a:lnTo>
                        <a:pt x="177" y="347"/>
                      </a:lnTo>
                      <a:lnTo>
                        <a:pt x="175" y="347"/>
                      </a:lnTo>
                      <a:lnTo>
                        <a:pt x="175" y="349"/>
                      </a:lnTo>
                      <a:lnTo>
                        <a:pt x="175" y="347"/>
                      </a:lnTo>
                      <a:lnTo>
                        <a:pt x="177" y="347"/>
                      </a:lnTo>
                      <a:lnTo>
                        <a:pt x="175" y="349"/>
                      </a:lnTo>
                      <a:lnTo>
                        <a:pt x="173" y="349"/>
                      </a:lnTo>
                      <a:lnTo>
                        <a:pt x="173" y="347"/>
                      </a:lnTo>
                      <a:lnTo>
                        <a:pt x="172" y="346"/>
                      </a:lnTo>
                      <a:lnTo>
                        <a:pt x="170" y="346"/>
                      </a:lnTo>
                      <a:lnTo>
                        <a:pt x="170" y="344"/>
                      </a:lnTo>
                      <a:lnTo>
                        <a:pt x="168" y="342"/>
                      </a:lnTo>
                      <a:lnTo>
                        <a:pt x="166" y="342"/>
                      </a:lnTo>
                      <a:lnTo>
                        <a:pt x="168" y="342"/>
                      </a:lnTo>
                      <a:lnTo>
                        <a:pt x="168" y="344"/>
                      </a:lnTo>
                      <a:lnTo>
                        <a:pt x="168" y="346"/>
                      </a:lnTo>
                      <a:lnTo>
                        <a:pt x="170" y="346"/>
                      </a:lnTo>
                      <a:lnTo>
                        <a:pt x="170" y="347"/>
                      </a:lnTo>
                      <a:lnTo>
                        <a:pt x="168" y="347"/>
                      </a:lnTo>
                      <a:lnTo>
                        <a:pt x="168" y="349"/>
                      </a:lnTo>
                      <a:lnTo>
                        <a:pt x="168" y="347"/>
                      </a:lnTo>
                      <a:lnTo>
                        <a:pt x="166" y="347"/>
                      </a:lnTo>
                      <a:lnTo>
                        <a:pt x="166" y="346"/>
                      </a:lnTo>
                      <a:lnTo>
                        <a:pt x="164" y="346"/>
                      </a:lnTo>
                      <a:lnTo>
                        <a:pt x="163" y="346"/>
                      </a:lnTo>
                      <a:lnTo>
                        <a:pt x="163" y="344"/>
                      </a:lnTo>
                      <a:lnTo>
                        <a:pt x="164" y="344"/>
                      </a:lnTo>
                      <a:lnTo>
                        <a:pt x="164" y="342"/>
                      </a:lnTo>
                      <a:lnTo>
                        <a:pt x="163" y="342"/>
                      </a:lnTo>
                      <a:lnTo>
                        <a:pt x="161" y="342"/>
                      </a:lnTo>
                      <a:lnTo>
                        <a:pt x="161" y="344"/>
                      </a:lnTo>
                      <a:lnTo>
                        <a:pt x="161" y="342"/>
                      </a:lnTo>
                      <a:lnTo>
                        <a:pt x="163" y="342"/>
                      </a:lnTo>
                      <a:lnTo>
                        <a:pt x="164" y="342"/>
                      </a:lnTo>
                      <a:lnTo>
                        <a:pt x="164" y="344"/>
                      </a:lnTo>
                      <a:lnTo>
                        <a:pt x="163" y="344"/>
                      </a:lnTo>
                      <a:lnTo>
                        <a:pt x="163" y="346"/>
                      </a:lnTo>
                      <a:lnTo>
                        <a:pt x="164" y="346"/>
                      </a:lnTo>
                      <a:lnTo>
                        <a:pt x="166" y="346"/>
                      </a:lnTo>
                      <a:lnTo>
                        <a:pt x="166" y="347"/>
                      </a:lnTo>
                      <a:lnTo>
                        <a:pt x="168" y="347"/>
                      </a:lnTo>
                      <a:lnTo>
                        <a:pt x="168" y="349"/>
                      </a:lnTo>
                      <a:lnTo>
                        <a:pt x="168" y="351"/>
                      </a:lnTo>
                      <a:lnTo>
                        <a:pt x="168" y="349"/>
                      </a:lnTo>
                      <a:lnTo>
                        <a:pt x="166" y="349"/>
                      </a:lnTo>
                      <a:lnTo>
                        <a:pt x="166" y="351"/>
                      </a:lnTo>
                      <a:lnTo>
                        <a:pt x="168" y="351"/>
                      </a:lnTo>
                      <a:lnTo>
                        <a:pt x="168" y="353"/>
                      </a:lnTo>
                      <a:lnTo>
                        <a:pt x="166" y="353"/>
                      </a:lnTo>
                      <a:lnTo>
                        <a:pt x="166" y="351"/>
                      </a:lnTo>
                      <a:lnTo>
                        <a:pt x="166" y="353"/>
                      </a:lnTo>
                      <a:lnTo>
                        <a:pt x="164" y="353"/>
                      </a:lnTo>
                      <a:lnTo>
                        <a:pt x="164" y="351"/>
                      </a:lnTo>
                      <a:lnTo>
                        <a:pt x="164" y="353"/>
                      </a:lnTo>
                      <a:lnTo>
                        <a:pt x="164" y="351"/>
                      </a:lnTo>
                      <a:lnTo>
                        <a:pt x="163" y="351"/>
                      </a:lnTo>
                      <a:lnTo>
                        <a:pt x="161" y="351"/>
                      </a:lnTo>
                      <a:lnTo>
                        <a:pt x="159" y="349"/>
                      </a:lnTo>
                      <a:lnTo>
                        <a:pt x="159" y="347"/>
                      </a:lnTo>
                      <a:lnTo>
                        <a:pt x="157" y="346"/>
                      </a:lnTo>
                      <a:lnTo>
                        <a:pt x="157" y="344"/>
                      </a:lnTo>
                      <a:lnTo>
                        <a:pt x="157" y="342"/>
                      </a:lnTo>
                      <a:lnTo>
                        <a:pt x="155" y="342"/>
                      </a:lnTo>
                      <a:lnTo>
                        <a:pt x="155" y="340"/>
                      </a:lnTo>
                      <a:lnTo>
                        <a:pt x="153" y="340"/>
                      </a:lnTo>
                      <a:lnTo>
                        <a:pt x="153" y="338"/>
                      </a:lnTo>
                      <a:lnTo>
                        <a:pt x="152" y="338"/>
                      </a:lnTo>
                      <a:lnTo>
                        <a:pt x="150" y="338"/>
                      </a:lnTo>
                      <a:lnTo>
                        <a:pt x="150" y="336"/>
                      </a:lnTo>
                      <a:lnTo>
                        <a:pt x="150" y="335"/>
                      </a:lnTo>
                      <a:lnTo>
                        <a:pt x="148" y="335"/>
                      </a:lnTo>
                      <a:lnTo>
                        <a:pt x="150" y="335"/>
                      </a:lnTo>
                      <a:lnTo>
                        <a:pt x="152" y="333"/>
                      </a:lnTo>
                      <a:lnTo>
                        <a:pt x="153" y="333"/>
                      </a:lnTo>
                      <a:lnTo>
                        <a:pt x="153" y="331"/>
                      </a:lnTo>
                      <a:lnTo>
                        <a:pt x="155" y="331"/>
                      </a:lnTo>
                      <a:lnTo>
                        <a:pt x="155" y="329"/>
                      </a:lnTo>
                      <a:lnTo>
                        <a:pt x="155" y="327"/>
                      </a:lnTo>
                      <a:lnTo>
                        <a:pt x="155" y="325"/>
                      </a:lnTo>
                      <a:lnTo>
                        <a:pt x="157" y="324"/>
                      </a:lnTo>
                      <a:lnTo>
                        <a:pt x="159" y="322"/>
                      </a:lnTo>
                      <a:lnTo>
                        <a:pt x="159" y="320"/>
                      </a:lnTo>
                      <a:lnTo>
                        <a:pt x="161" y="320"/>
                      </a:lnTo>
                      <a:lnTo>
                        <a:pt x="159" y="320"/>
                      </a:lnTo>
                      <a:lnTo>
                        <a:pt x="159" y="318"/>
                      </a:lnTo>
                      <a:lnTo>
                        <a:pt x="159" y="320"/>
                      </a:lnTo>
                      <a:lnTo>
                        <a:pt x="157" y="320"/>
                      </a:lnTo>
                      <a:lnTo>
                        <a:pt x="159" y="318"/>
                      </a:lnTo>
                      <a:lnTo>
                        <a:pt x="157" y="318"/>
                      </a:lnTo>
                      <a:lnTo>
                        <a:pt x="157" y="316"/>
                      </a:lnTo>
                      <a:lnTo>
                        <a:pt x="155" y="316"/>
                      </a:lnTo>
                      <a:lnTo>
                        <a:pt x="155" y="314"/>
                      </a:lnTo>
                      <a:lnTo>
                        <a:pt x="157" y="314"/>
                      </a:lnTo>
                      <a:lnTo>
                        <a:pt x="155" y="313"/>
                      </a:lnTo>
                      <a:lnTo>
                        <a:pt x="157" y="313"/>
                      </a:lnTo>
                      <a:lnTo>
                        <a:pt x="157" y="311"/>
                      </a:lnTo>
                      <a:lnTo>
                        <a:pt x="155" y="311"/>
                      </a:lnTo>
                      <a:lnTo>
                        <a:pt x="157" y="311"/>
                      </a:lnTo>
                      <a:lnTo>
                        <a:pt x="157" y="309"/>
                      </a:lnTo>
                      <a:lnTo>
                        <a:pt x="159" y="309"/>
                      </a:lnTo>
                      <a:lnTo>
                        <a:pt x="159" y="307"/>
                      </a:lnTo>
                      <a:lnTo>
                        <a:pt x="161" y="307"/>
                      </a:lnTo>
                      <a:lnTo>
                        <a:pt x="159" y="307"/>
                      </a:lnTo>
                      <a:lnTo>
                        <a:pt x="159" y="309"/>
                      </a:lnTo>
                      <a:lnTo>
                        <a:pt x="157" y="309"/>
                      </a:lnTo>
                      <a:lnTo>
                        <a:pt x="157" y="311"/>
                      </a:lnTo>
                      <a:lnTo>
                        <a:pt x="155" y="311"/>
                      </a:lnTo>
                      <a:lnTo>
                        <a:pt x="157" y="311"/>
                      </a:lnTo>
                      <a:lnTo>
                        <a:pt x="157" y="313"/>
                      </a:lnTo>
                      <a:lnTo>
                        <a:pt x="155" y="313"/>
                      </a:lnTo>
                      <a:lnTo>
                        <a:pt x="157" y="314"/>
                      </a:lnTo>
                      <a:lnTo>
                        <a:pt x="155" y="314"/>
                      </a:lnTo>
                      <a:lnTo>
                        <a:pt x="155" y="316"/>
                      </a:lnTo>
                      <a:lnTo>
                        <a:pt x="157" y="316"/>
                      </a:lnTo>
                      <a:lnTo>
                        <a:pt x="157" y="318"/>
                      </a:lnTo>
                      <a:lnTo>
                        <a:pt x="159" y="318"/>
                      </a:lnTo>
                      <a:lnTo>
                        <a:pt x="157" y="320"/>
                      </a:lnTo>
                      <a:lnTo>
                        <a:pt x="159" y="320"/>
                      </a:lnTo>
                      <a:lnTo>
                        <a:pt x="159" y="318"/>
                      </a:lnTo>
                      <a:lnTo>
                        <a:pt x="159" y="320"/>
                      </a:lnTo>
                      <a:lnTo>
                        <a:pt x="159" y="322"/>
                      </a:lnTo>
                      <a:lnTo>
                        <a:pt x="159" y="324"/>
                      </a:lnTo>
                      <a:lnTo>
                        <a:pt x="157" y="324"/>
                      </a:lnTo>
                      <a:lnTo>
                        <a:pt x="155" y="324"/>
                      </a:lnTo>
                      <a:lnTo>
                        <a:pt x="155" y="325"/>
                      </a:lnTo>
                      <a:lnTo>
                        <a:pt x="153" y="325"/>
                      </a:lnTo>
                      <a:lnTo>
                        <a:pt x="155" y="327"/>
                      </a:lnTo>
                      <a:lnTo>
                        <a:pt x="155" y="329"/>
                      </a:lnTo>
                      <a:lnTo>
                        <a:pt x="155" y="331"/>
                      </a:lnTo>
                      <a:lnTo>
                        <a:pt x="153" y="331"/>
                      </a:lnTo>
                      <a:lnTo>
                        <a:pt x="153" y="333"/>
                      </a:lnTo>
                      <a:lnTo>
                        <a:pt x="152" y="333"/>
                      </a:lnTo>
                      <a:lnTo>
                        <a:pt x="150" y="335"/>
                      </a:lnTo>
                      <a:lnTo>
                        <a:pt x="148" y="335"/>
                      </a:lnTo>
                      <a:lnTo>
                        <a:pt x="148" y="333"/>
                      </a:lnTo>
                      <a:lnTo>
                        <a:pt x="146" y="333"/>
                      </a:lnTo>
                      <a:lnTo>
                        <a:pt x="144" y="333"/>
                      </a:lnTo>
                      <a:lnTo>
                        <a:pt x="144" y="325"/>
                      </a:lnTo>
                      <a:lnTo>
                        <a:pt x="144" y="316"/>
                      </a:lnTo>
                      <a:lnTo>
                        <a:pt x="144" y="314"/>
                      </a:lnTo>
                      <a:lnTo>
                        <a:pt x="139" y="314"/>
                      </a:lnTo>
                      <a:lnTo>
                        <a:pt x="131" y="314"/>
                      </a:lnTo>
                      <a:lnTo>
                        <a:pt x="131" y="309"/>
                      </a:lnTo>
                      <a:lnTo>
                        <a:pt x="131" y="305"/>
                      </a:lnTo>
                      <a:lnTo>
                        <a:pt x="131" y="304"/>
                      </a:lnTo>
                      <a:lnTo>
                        <a:pt x="131" y="300"/>
                      </a:lnTo>
                      <a:lnTo>
                        <a:pt x="133" y="296"/>
                      </a:lnTo>
                      <a:lnTo>
                        <a:pt x="135" y="293"/>
                      </a:lnTo>
                      <a:lnTo>
                        <a:pt x="139" y="285"/>
                      </a:lnTo>
                      <a:lnTo>
                        <a:pt x="137" y="285"/>
                      </a:lnTo>
                      <a:lnTo>
                        <a:pt x="137" y="283"/>
                      </a:lnTo>
                      <a:lnTo>
                        <a:pt x="135" y="283"/>
                      </a:lnTo>
                      <a:lnTo>
                        <a:pt x="135" y="282"/>
                      </a:lnTo>
                      <a:lnTo>
                        <a:pt x="133" y="282"/>
                      </a:lnTo>
                      <a:lnTo>
                        <a:pt x="133" y="280"/>
                      </a:lnTo>
                      <a:lnTo>
                        <a:pt x="133" y="278"/>
                      </a:lnTo>
                      <a:lnTo>
                        <a:pt x="131" y="278"/>
                      </a:lnTo>
                      <a:lnTo>
                        <a:pt x="133" y="278"/>
                      </a:lnTo>
                      <a:lnTo>
                        <a:pt x="131" y="278"/>
                      </a:lnTo>
                      <a:lnTo>
                        <a:pt x="133" y="278"/>
                      </a:lnTo>
                      <a:lnTo>
                        <a:pt x="131" y="278"/>
                      </a:lnTo>
                      <a:lnTo>
                        <a:pt x="131" y="276"/>
                      </a:lnTo>
                      <a:lnTo>
                        <a:pt x="130" y="276"/>
                      </a:lnTo>
                      <a:lnTo>
                        <a:pt x="130" y="274"/>
                      </a:lnTo>
                      <a:lnTo>
                        <a:pt x="128" y="274"/>
                      </a:lnTo>
                      <a:lnTo>
                        <a:pt x="126" y="274"/>
                      </a:lnTo>
                      <a:lnTo>
                        <a:pt x="126" y="272"/>
                      </a:lnTo>
                      <a:lnTo>
                        <a:pt x="126" y="271"/>
                      </a:lnTo>
                      <a:lnTo>
                        <a:pt x="128" y="271"/>
                      </a:lnTo>
                      <a:lnTo>
                        <a:pt x="126" y="271"/>
                      </a:lnTo>
                      <a:lnTo>
                        <a:pt x="126" y="269"/>
                      </a:lnTo>
                      <a:lnTo>
                        <a:pt x="124" y="269"/>
                      </a:lnTo>
                      <a:lnTo>
                        <a:pt x="124" y="267"/>
                      </a:lnTo>
                      <a:lnTo>
                        <a:pt x="122" y="267"/>
                      </a:lnTo>
                      <a:lnTo>
                        <a:pt x="122" y="265"/>
                      </a:lnTo>
                      <a:lnTo>
                        <a:pt x="124" y="265"/>
                      </a:lnTo>
                      <a:lnTo>
                        <a:pt x="124" y="263"/>
                      </a:lnTo>
                      <a:lnTo>
                        <a:pt x="122" y="263"/>
                      </a:lnTo>
                      <a:lnTo>
                        <a:pt x="121" y="261"/>
                      </a:lnTo>
                      <a:lnTo>
                        <a:pt x="119" y="261"/>
                      </a:lnTo>
                      <a:lnTo>
                        <a:pt x="117" y="260"/>
                      </a:lnTo>
                      <a:lnTo>
                        <a:pt x="117" y="261"/>
                      </a:lnTo>
                      <a:lnTo>
                        <a:pt x="115" y="261"/>
                      </a:lnTo>
                      <a:lnTo>
                        <a:pt x="113" y="261"/>
                      </a:lnTo>
                      <a:lnTo>
                        <a:pt x="111" y="261"/>
                      </a:lnTo>
                      <a:lnTo>
                        <a:pt x="110" y="261"/>
                      </a:lnTo>
                      <a:lnTo>
                        <a:pt x="110" y="260"/>
                      </a:lnTo>
                      <a:lnTo>
                        <a:pt x="108" y="260"/>
                      </a:lnTo>
                      <a:lnTo>
                        <a:pt x="108" y="258"/>
                      </a:lnTo>
                      <a:lnTo>
                        <a:pt x="106" y="256"/>
                      </a:lnTo>
                      <a:lnTo>
                        <a:pt x="104" y="256"/>
                      </a:lnTo>
                      <a:lnTo>
                        <a:pt x="102" y="254"/>
                      </a:lnTo>
                      <a:lnTo>
                        <a:pt x="100" y="252"/>
                      </a:lnTo>
                      <a:lnTo>
                        <a:pt x="99" y="252"/>
                      </a:lnTo>
                      <a:lnTo>
                        <a:pt x="99" y="251"/>
                      </a:lnTo>
                      <a:lnTo>
                        <a:pt x="97" y="251"/>
                      </a:lnTo>
                      <a:lnTo>
                        <a:pt x="95" y="251"/>
                      </a:lnTo>
                      <a:lnTo>
                        <a:pt x="95" y="249"/>
                      </a:lnTo>
                      <a:lnTo>
                        <a:pt x="93" y="249"/>
                      </a:lnTo>
                      <a:lnTo>
                        <a:pt x="93" y="247"/>
                      </a:lnTo>
                      <a:lnTo>
                        <a:pt x="91" y="247"/>
                      </a:lnTo>
                      <a:lnTo>
                        <a:pt x="90" y="247"/>
                      </a:lnTo>
                      <a:lnTo>
                        <a:pt x="90" y="245"/>
                      </a:lnTo>
                      <a:lnTo>
                        <a:pt x="88" y="245"/>
                      </a:lnTo>
                      <a:lnTo>
                        <a:pt x="86" y="245"/>
                      </a:lnTo>
                      <a:lnTo>
                        <a:pt x="86" y="243"/>
                      </a:lnTo>
                      <a:lnTo>
                        <a:pt x="82" y="243"/>
                      </a:lnTo>
                      <a:lnTo>
                        <a:pt x="80" y="243"/>
                      </a:lnTo>
                      <a:lnTo>
                        <a:pt x="79" y="243"/>
                      </a:lnTo>
                      <a:lnTo>
                        <a:pt x="77" y="243"/>
                      </a:lnTo>
                      <a:lnTo>
                        <a:pt x="75" y="243"/>
                      </a:lnTo>
                      <a:lnTo>
                        <a:pt x="75" y="241"/>
                      </a:lnTo>
                      <a:lnTo>
                        <a:pt x="77" y="241"/>
                      </a:lnTo>
                      <a:lnTo>
                        <a:pt x="77" y="240"/>
                      </a:lnTo>
                      <a:lnTo>
                        <a:pt x="75" y="240"/>
                      </a:lnTo>
                      <a:lnTo>
                        <a:pt x="73" y="240"/>
                      </a:lnTo>
                      <a:lnTo>
                        <a:pt x="73" y="238"/>
                      </a:lnTo>
                      <a:lnTo>
                        <a:pt x="75" y="238"/>
                      </a:lnTo>
                      <a:lnTo>
                        <a:pt x="77" y="238"/>
                      </a:lnTo>
                      <a:lnTo>
                        <a:pt x="77" y="236"/>
                      </a:lnTo>
                      <a:lnTo>
                        <a:pt x="79" y="236"/>
                      </a:lnTo>
                      <a:lnTo>
                        <a:pt x="79" y="234"/>
                      </a:lnTo>
                      <a:lnTo>
                        <a:pt x="79" y="232"/>
                      </a:lnTo>
                      <a:lnTo>
                        <a:pt x="77" y="232"/>
                      </a:lnTo>
                      <a:lnTo>
                        <a:pt x="75" y="230"/>
                      </a:lnTo>
                      <a:lnTo>
                        <a:pt x="75" y="229"/>
                      </a:lnTo>
                      <a:lnTo>
                        <a:pt x="73" y="229"/>
                      </a:lnTo>
                      <a:lnTo>
                        <a:pt x="73" y="227"/>
                      </a:lnTo>
                      <a:lnTo>
                        <a:pt x="73" y="225"/>
                      </a:lnTo>
                      <a:lnTo>
                        <a:pt x="71" y="225"/>
                      </a:lnTo>
                      <a:lnTo>
                        <a:pt x="71" y="223"/>
                      </a:lnTo>
                      <a:lnTo>
                        <a:pt x="69" y="223"/>
                      </a:lnTo>
                      <a:lnTo>
                        <a:pt x="69" y="225"/>
                      </a:lnTo>
                      <a:lnTo>
                        <a:pt x="68" y="225"/>
                      </a:lnTo>
                      <a:lnTo>
                        <a:pt x="66" y="225"/>
                      </a:lnTo>
                      <a:lnTo>
                        <a:pt x="68" y="223"/>
                      </a:lnTo>
                      <a:lnTo>
                        <a:pt x="69" y="223"/>
                      </a:lnTo>
                      <a:lnTo>
                        <a:pt x="69" y="221"/>
                      </a:lnTo>
                      <a:lnTo>
                        <a:pt x="68" y="221"/>
                      </a:lnTo>
                      <a:lnTo>
                        <a:pt x="68" y="219"/>
                      </a:lnTo>
                      <a:lnTo>
                        <a:pt x="66" y="219"/>
                      </a:lnTo>
                      <a:lnTo>
                        <a:pt x="64" y="219"/>
                      </a:lnTo>
                      <a:lnTo>
                        <a:pt x="64" y="221"/>
                      </a:lnTo>
                      <a:lnTo>
                        <a:pt x="62" y="221"/>
                      </a:lnTo>
                      <a:lnTo>
                        <a:pt x="62" y="219"/>
                      </a:lnTo>
                      <a:lnTo>
                        <a:pt x="60" y="218"/>
                      </a:lnTo>
                      <a:lnTo>
                        <a:pt x="58" y="218"/>
                      </a:lnTo>
                      <a:lnTo>
                        <a:pt x="58" y="216"/>
                      </a:lnTo>
                      <a:lnTo>
                        <a:pt x="58" y="214"/>
                      </a:lnTo>
                      <a:lnTo>
                        <a:pt x="57" y="214"/>
                      </a:lnTo>
                      <a:lnTo>
                        <a:pt x="57" y="212"/>
                      </a:lnTo>
                      <a:lnTo>
                        <a:pt x="55" y="210"/>
                      </a:lnTo>
                      <a:lnTo>
                        <a:pt x="53" y="208"/>
                      </a:lnTo>
                      <a:lnTo>
                        <a:pt x="51" y="208"/>
                      </a:lnTo>
                      <a:lnTo>
                        <a:pt x="51" y="207"/>
                      </a:lnTo>
                      <a:lnTo>
                        <a:pt x="49" y="207"/>
                      </a:lnTo>
                      <a:lnTo>
                        <a:pt x="51" y="207"/>
                      </a:lnTo>
                      <a:lnTo>
                        <a:pt x="53" y="207"/>
                      </a:lnTo>
                      <a:lnTo>
                        <a:pt x="53" y="205"/>
                      </a:lnTo>
                      <a:lnTo>
                        <a:pt x="53" y="203"/>
                      </a:lnTo>
                      <a:lnTo>
                        <a:pt x="55" y="203"/>
                      </a:lnTo>
                      <a:lnTo>
                        <a:pt x="55" y="201"/>
                      </a:lnTo>
                      <a:lnTo>
                        <a:pt x="57" y="201"/>
                      </a:lnTo>
                      <a:lnTo>
                        <a:pt x="57" y="199"/>
                      </a:lnTo>
                      <a:lnTo>
                        <a:pt x="55" y="199"/>
                      </a:lnTo>
                      <a:lnTo>
                        <a:pt x="57" y="199"/>
                      </a:lnTo>
                      <a:lnTo>
                        <a:pt x="57" y="198"/>
                      </a:lnTo>
                      <a:lnTo>
                        <a:pt x="57" y="196"/>
                      </a:lnTo>
                      <a:lnTo>
                        <a:pt x="55" y="194"/>
                      </a:lnTo>
                      <a:lnTo>
                        <a:pt x="53" y="194"/>
                      </a:lnTo>
                      <a:lnTo>
                        <a:pt x="53" y="192"/>
                      </a:lnTo>
                      <a:lnTo>
                        <a:pt x="51" y="190"/>
                      </a:lnTo>
                      <a:lnTo>
                        <a:pt x="53" y="188"/>
                      </a:lnTo>
                      <a:lnTo>
                        <a:pt x="53" y="190"/>
                      </a:lnTo>
                      <a:lnTo>
                        <a:pt x="55" y="188"/>
                      </a:lnTo>
                      <a:lnTo>
                        <a:pt x="55" y="187"/>
                      </a:lnTo>
                      <a:lnTo>
                        <a:pt x="55" y="185"/>
                      </a:lnTo>
                      <a:lnTo>
                        <a:pt x="55" y="187"/>
                      </a:lnTo>
                      <a:lnTo>
                        <a:pt x="57" y="187"/>
                      </a:lnTo>
                      <a:lnTo>
                        <a:pt x="55" y="187"/>
                      </a:lnTo>
                      <a:lnTo>
                        <a:pt x="57" y="187"/>
                      </a:lnTo>
                      <a:lnTo>
                        <a:pt x="58" y="187"/>
                      </a:lnTo>
                      <a:lnTo>
                        <a:pt x="60" y="187"/>
                      </a:lnTo>
                      <a:lnTo>
                        <a:pt x="62" y="187"/>
                      </a:lnTo>
                      <a:lnTo>
                        <a:pt x="62" y="185"/>
                      </a:lnTo>
                      <a:lnTo>
                        <a:pt x="62" y="183"/>
                      </a:lnTo>
                      <a:lnTo>
                        <a:pt x="60" y="183"/>
                      </a:lnTo>
                      <a:lnTo>
                        <a:pt x="60" y="181"/>
                      </a:lnTo>
                      <a:lnTo>
                        <a:pt x="58" y="181"/>
                      </a:lnTo>
                      <a:lnTo>
                        <a:pt x="58" y="179"/>
                      </a:lnTo>
                      <a:lnTo>
                        <a:pt x="60" y="179"/>
                      </a:lnTo>
                      <a:lnTo>
                        <a:pt x="60" y="177"/>
                      </a:lnTo>
                      <a:lnTo>
                        <a:pt x="62" y="176"/>
                      </a:lnTo>
                      <a:lnTo>
                        <a:pt x="62" y="177"/>
                      </a:lnTo>
                      <a:lnTo>
                        <a:pt x="64" y="176"/>
                      </a:lnTo>
                      <a:lnTo>
                        <a:pt x="64" y="174"/>
                      </a:lnTo>
                      <a:lnTo>
                        <a:pt x="66" y="174"/>
                      </a:lnTo>
                      <a:lnTo>
                        <a:pt x="68" y="174"/>
                      </a:lnTo>
                      <a:lnTo>
                        <a:pt x="66" y="174"/>
                      </a:lnTo>
                      <a:lnTo>
                        <a:pt x="68" y="172"/>
                      </a:lnTo>
                      <a:lnTo>
                        <a:pt x="68" y="170"/>
                      </a:lnTo>
                      <a:lnTo>
                        <a:pt x="68" y="168"/>
                      </a:lnTo>
                      <a:lnTo>
                        <a:pt x="69" y="168"/>
                      </a:lnTo>
                      <a:lnTo>
                        <a:pt x="68" y="168"/>
                      </a:lnTo>
                      <a:lnTo>
                        <a:pt x="68" y="166"/>
                      </a:lnTo>
                      <a:lnTo>
                        <a:pt x="69" y="166"/>
                      </a:lnTo>
                      <a:lnTo>
                        <a:pt x="69" y="168"/>
                      </a:lnTo>
                      <a:lnTo>
                        <a:pt x="69" y="166"/>
                      </a:lnTo>
                      <a:lnTo>
                        <a:pt x="69" y="168"/>
                      </a:lnTo>
                      <a:lnTo>
                        <a:pt x="71" y="168"/>
                      </a:lnTo>
                      <a:lnTo>
                        <a:pt x="73" y="168"/>
                      </a:lnTo>
                      <a:lnTo>
                        <a:pt x="75" y="168"/>
                      </a:lnTo>
                      <a:lnTo>
                        <a:pt x="73" y="168"/>
                      </a:lnTo>
                      <a:lnTo>
                        <a:pt x="75" y="166"/>
                      </a:lnTo>
                      <a:lnTo>
                        <a:pt x="75" y="168"/>
                      </a:lnTo>
                      <a:lnTo>
                        <a:pt x="77" y="168"/>
                      </a:lnTo>
                      <a:lnTo>
                        <a:pt x="77" y="166"/>
                      </a:lnTo>
                      <a:lnTo>
                        <a:pt x="79" y="166"/>
                      </a:lnTo>
                      <a:lnTo>
                        <a:pt x="77" y="166"/>
                      </a:lnTo>
                      <a:lnTo>
                        <a:pt x="77" y="165"/>
                      </a:lnTo>
                      <a:lnTo>
                        <a:pt x="79" y="165"/>
                      </a:lnTo>
                      <a:lnTo>
                        <a:pt x="79" y="163"/>
                      </a:lnTo>
                      <a:lnTo>
                        <a:pt x="77" y="163"/>
                      </a:lnTo>
                      <a:lnTo>
                        <a:pt x="75" y="163"/>
                      </a:lnTo>
                      <a:lnTo>
                        <a:pt x="77" y="161"/>
                      </a:lnTo>
                      <a:lnTo>
                        <a:pt x="77" y="159"/>
                      </a:lnTo>
                      <a:lnTo>
                        <a:pt x="75" y="157"/>
                      </a:lnTo>
                      <a:lnTo>
                        <a:pt x="73" y="157"/>
                      </a:lnTo>
                      <a:lnTo>
                        <a:pt x="73" y="155"/>
                      </a:lnTo>
                      <a:lnTo>
                        <a:pt x="71" y="155"/>
                      </a:lnTo>
                      <a:lnTo>
                        <a:pt x="71" y="154"/>
                      </a:lnTo>
                      <a:lnTo>
                        <a:pt x="71" y="152"/>
                      </a:lnTo>
                      <a:lnTo>
                        <a:pt x="71" y="150"/>
                      </a:lnTo>
                      <a:lnTo>
                        <a:pt x="69" y="150"/>
                      </a:lnTo>
                      <a:lnTo>
                        <a:pt x="71" y="150"/>
                      </a:lnTo>
                      <a:lnTo>
                        <a:pt x="73" y="150"/>
                      </a:lnTo>
                      <a:lnTo>
                        <a:pt x="71" y="150"/>
                      </a:lnTo>
                      <a:lnTo>
                        <a:pt x="71" y="148"/>
                      </a:lnTo>
                      <a:lnTo>
                        <a:pt x="71" y="146"/>
                      </a:lnTo>
                      <a:lnTo>
                        <a:pt x="73" y="146"/>
                      </a:lnTo>
                      <a:lnTo>
                        <a:pt x="73" y="145"/>
                      </a:lnTo>
                      <a:lnTo>
                        <a:pt x="73" y="146"/>
                      </a:lnTo>
                      <a:lnTo>
                        <a:pt x="75" y="146"/>
                      </a:lnTo>
                      <a:lnTo>
                        <a:pt x="77" y="146"/>
                      </a:lnTo>
                      <a:lnTo>
                        <a:pt x="77" y="145"/>
                      </a:lnTo>
                      <a:lnTo>
                        <a:pt x="79" y="145"/>
                      </a:lnTo>
                      <a:lnTo>
                        <a:pt x="80" y="145"/>
                      </a:lnTo>
                      <a:lnTo>
                        <a:pt x="82" y="145"/>
                      </a:lnTo>
                      <a:lnTo>
                        <a:pt x="82" y="143"/>
                      </a:lnTo>
                      <a:lnTo>
                        <a:pt x="84" y="143"/>
                      </a:lnTo>
                      <a:lnTo>
                        <a:pt x="84" y="141"/>
                      </a:lnTo>
                      <a:lnTo>
                        <a:pt x="82" y="141"/>
                      </a:lnTo>
                      <a:lnTo>
                        <a:pt x="80" y="141"/>
                      </a:lnTo>
                      <a:lnTo>
                        <a:pt x="79" y="143"/>
                      </a:lnTo>
                      <a:lnTo>
                        <a:pt x="79" y="141"/>
                      </a:lnTo>
                      <a:lnTo>
                        <a:pt x="77" y="141"/>
                      </a:lnTo>
                      <a:lnTo>
                        <a:pt x="77" y="143"/>
                      </a:lnTo>
                      <a:lnTo>
                        <a:pt x="77" y="141"/>
                      </a:lnTo>
                      <a:lnTo>
                        <a:pt x="75" y="141"/>
                      </a:lnTo>
                      <a:lnTo>
                        <a:pt x="75" y="139"/>
                      </a:lnTo>
                      <a:lnTo>
                        <a:pt x="73" y="139"/>
                      </a:lnTo>
                      <a:lnTo>
                        <a:pt x="73" y="141"/>
                      </a:lnTo>
                      <a:lnTo>
                        <a:pt x="71" y="141"/>
                      </a:lnTo>
                      <a:lnTo>
                        <a:pt x="69" y="141"/>
                      </a:lnTo>
                      <a:lnTo>
                        <a:pt x="68" y="141"/>
                      </a:lnTo>
                      <a:lnTo>
                        <a:pt x="66" y="141"/>
                      </a:lnTo>
                      <a:lnTo>
                        <a:pt x="64" y="141"/>
                      </a:lnTo>
                      <a:lnTo>
                        <a:pt x="62" y="143"/>
                      </a:lnTo>
                      <a:lnTo>
                        <a:pt x="62" y="141"/>
                      </a:lnTo>
                      <a:lnTo>
                        <a:pt x="62" y="139"/>
                      </a:lnTo>
                      <a:lnTo>
                        <a:pt x="60" y="139"/>
                      </a:lnTo>
                      <a:lnTo>
                        <a:pt x="60" y="137"/>
                      </a:lnTo>
                      <a:lnTo>
                        <a:pt x="58" y="137"/>
                      </a:lnTo>
                      <a:lnTo>
                        <a:pt x="57" y="135"/>
                      </a:lnTo>
                      <a:lnTo>
                        <a:pt x="55" y="135"/>
                      </a:lnTo>
                      <a:lnTo>
                        <a:pt x="53" y="135"/>
                      </a:lnTo>
                      <a:lnTo>
                        <a:pt x="51" y="135"/>
                      </a:lnTo>
                      <a:lnTo>
                        <a:pt x="49" y="135"/>
                      </a:lnTo>
                      <a:lnTo>
                        <a:pt x="48" y="135"/>
                      </a:lnTo>
                      <a:lnTo>
                        <a:pt x="48" y="134"/>
                      </a:lnTo>
                      <a:lnTo>
                        <a:pt x="49" y="134"/>
                      </a:lnTo>
                      <a:lnTo>
                        <a:pt x="49" y="132"/>
                      </a:lnTo>
                      <a:lnTo>
                        <a:pt x="48" y="130"/>
                      </a:lnTo>
                      <a:lnTo>
                        <a:pt x="48" y="128"/>
                      </a:lnTo>
                      <a:lnTo>
                        <a:pt x="48" y="126"/>
                      </a:lnTo>
                      <a:lnTo>
                        <a:pt x="46" y="126"/>
                      </a:lnTo>
                      <a:lnTo>
                        <a:pt x="46" y="124"/>
                      </a:lnTo>
                      <a:lnTo>
                        <a:pt x="46" y="123"/>
                      </a:lnTo>
                      <a:lnTo>
                        <a:pt x="46" y="121"/>
                      </a:lnTo>
                      <a:lnTo>
                        <a:pt x="44" y="121"/>
                      </a:lnTo>
                      <a:lnTo>
                        <a:pt x="44" y="119"/>
                      </a:lnTo>
                      <a:lnTo>
                        <a:pt x="42" y="119"/>
                      </a:lnTo>
                      <a:lnTo>
                        <a:pt x="40" y="119"/>
                      </a:lnTo>
                      <a:lnTo>
                        <a:pt x="40" y="121"/>
                      </a:lnTo>
                      <a:lnTo>
                        <a:pt x="38" y="119"/>
                      </a:lnTo>
                      <a:lnTo>
                        <a:pt x="37" y="117"/>
                      </a:lnTo>
                      <a:lnTo>
                        <a:pt x="37" y="115"/>
                      </a:lnTo>
                      <a:lnTo>
                        <a:pt x="35" y="115"/>
                      </a:lnTo>
                      <a:lnTo>
                        <a:pt x="37" y="115"/>
                      </a:lnTo>
                      <a:lnTo>
                        <a:pt x="37" y="113"/>
                      </a:lnTo>
                      <a:lnTo>
                        <a:pt x="38" y="113"/>
                      </a:lnTo>
                      <a:lnTo>
                        <a:pt x="38" y="112"/>
                      </a:lnTo>
                      <a:lnTo>
                        <a:pt x="38" y="110"/>
                      </a:lnTo>
                      <a:lnTo>
                        <a:pt x="37" y="110"/>
                      </a:lnTo>
                      <a:lnTo>
                        <a:pt x="37" y="108"/>
                      </a:lnTo>
                      <a:lnTo>
                        <a:pt x="35" y="108"/>
                      </a:lnTo>
                      <a:lnTo>
                        <a:pt x="35" y="106"/>
                      </a:lnTo>
                      <a:lnTo>
                        <a:pt x="33" y="106"/>
                      </a:lnTo>
                      <a:lnTo>
                        <a:pt x="31" y="106"/>
                      </a:lnTo>
                      <a:lnTo>
                        <a:pt x="29" y="106"/>
                      </a:lnTo>
                      <a:lnTo>
                        <a:pt x="31" y="104"/>
                      </a:lnTo>
                      <a:lnTo>
                        <a:pt x="33" y="102"/>
                      </a:lnTo>
                      <a:lnTo>
                        <a:pt x="33" y="101"/>
                      </a:lnTo>
                      <a:lnTo>
                        <a:pt x="31" y="101"/>
                      </a:lnTo>
                      <a:lnTo>
                        <a:pt x="31" y="99"/>
                      </a:lnTo>
                      <a:lnTo>
                        <a:pt x="33" y="99"/>
                      </a:lnTo>
                      <a:lnTo>
                        <a:pt x="31" y="99"/>
                      </a:lnTo>
                      <a:lnTo>
                        <a:pt x="31" y="97"/>
                      </a:lnTo>
                      <a:lnTo>
                        <a:pt x="29" y="97"/>
                      </a:lnTo>
                      <a:lnTo>
                        <a:pt x="27" y="97"/>
                      </a:lnTo>
                      <a:lnTo>
                        <a:pt x="27" y="95"/>
                      </a:lnTo>
                      <a:lnTo>
                        <a:pt x="27" y="93"/>
                      </a:lnTo>
                      <a:lnTo>
                        <a:pt x="27" y="92"/>
                      </a:lnTo>
                      <a:lnTo>
                        <a:pt x="27" y="90"/>
                      </a:lnTo>
                      <a:lnTo>
                        <a:pt x="29" y="90"/>
                      </a:lnTo>
                      <a:lnTo>
                        <a:pt x="29" y="88"/>
                      </a:lnTo>
                      <a:lnTo>
                        <a:pt x="27" y="88"/>
                      </a:lnTo>
                      <a:lnTo>
                        <a:pt x="26" y="86"/>
                      </a:lnTo>
                      <a:lnTo>
                        <a:pt x="24" y="84"/>
                      </a:lnTo>
                      <a:lnTo>
                        <a:pt x="22" y="84"/>
                      </a:lnTo>
                      <a:lnTo>
                        <a:pt x="22" y="82"/>
                      </a:lnTo>
                      <a:lnTo>
                        <a:pt x="20" y="82"/>
                      </a:lnTo>
                      <a:lnTo>
                        <a:pt x="22" y="82"/>
                      </a:lnTo>
                      <a:lnTo>
                        <a:pt x="22" y="81"/>
                      </a:lnTo>
                      <a:lnTo>
                        <a:pt x="20" y="81"/>
                      </a:lnTo>
                      <a:lnTo>
                        <a:pt x="22" y="81"/>
                      </a:lnTo>
                      <a:lnTo>
                        <a:pt x="22" y="79"/>
                      </a:lnTo>
                      <a:lnTo>
                        <a:pt x="22" y="77"/>
                      </a:lnTo>
                      <a:lnTo>
                        <a:pt x="20" y="77"/>
                      </a:lnTo>
                      <a:lnTo>
                        <a:pt x="20" y="75"/>
                      </a:lnTo>
                      <a:lnTo>
                        <a:pt x="22" y="75"/>
                      </a:lnTo>
                      <a:lnTo>
                        <a:pt x="22" y="73"/>
                      </a:lnTo>
                      <a:lnTo>
                        <a:pt x="22" y="71"/>
                      </a:lnTo>
                      <a:lnTo>
                        <a:pt x="20" y="71"/>
                      </a:lnTo>
                      <a:lnTo>
                        <a:pt x="18" y="71"/>
                      </a:lnTo>
                      <a:lnTo>
                        <a:pt x="16" y="71"/>
                      </a:lnTo>
                      <a:lnTo>
                        <a:pt x="15" y="71"/>
                      </a:lnTo>
                      <a:lnTo>
                        <a:pt x="16" y="71"/>
                      </a:lnTo>
                      <a:lnTo>
                        <a:pt x="16" y="70"/>
                      </a:lnTo>
                      <a:lnTo>
                        <a:pt x="15" y="70"/>
                      </a:lnTo>
                      <a:lnTo>
                        <a:pt x="13" y="70"/>
                      </a:lnTo>
                      <a:lnTo>
                        <a:pt x="15" y="70"/>
                      </a:lnTo>
                      <a:lnTo>
                        <a:pt x="15" y="68"/>
                      </a:lnTo>
                      <a:lnTo>
                        <a:pt x="13" y="68"/>
                      </a:lnTo>
                      <a:lnTo>
                        <a:pt x="11" y="68"/>
                      </a:lnTo>
                      <a:lnTo>
                        <a:pt x="9" y="68"/>
                      </a:lnTo>
                      <a:lnTo>
                        <a:pt x="7" y="68"/>
                      </a:lnTo>
                      <a:lnTo>
                        <a:pt x="7" y="66"/>
                      </a:lnTo>
                      <a:lnTo>
                        <a:pt x="9" y="66"/>
                      </a:lnTo>
                      <a:lnTo>
                        <a:pt x="9" y="64"/>
                      </a:lnTo>
                      <a:lnTo>
                        <a:pt x="9" y="62"/>
                      </a:lnTo>
                      <a:lnTo>
                        <a:pt x="11" y="62"/>
                      </a:lnTo>
                      <a:lnTo>
                        <a:pt x="11" y="60"/>
                      </a:lnTo>
                      <a:lnTo>
                        <a:pt x="13" y="60"/>
                      </a:lnTo>
                      <a:lnTo>
                        <a:pt x="13" y="59"/>
                      </a:lnTo>
                      <a:lnTo>
                        <a:pt x="15" y="57"/>
                      </a:lnTo>
                      <a:lnTo>
                        <a:pt x="15" y="55"/>
                      </a:lnTo>
                      <a:lnTo>
                        <a:pt x="15" y="53"/>
                      </a:lnTo>
                      <a:lnTo>
                        <a:pt x="16" y="53"/>
                      </a:lnTo>
                      <a:lnTo>
                        <a:pt x="16" y="51"/>
                      </a:lnTo>
                      <a:lnTo>
                        <a:pt x="18" y="51"/>
                      </a:lnTo>
                      <a:lnTo>
                        <a:pt x="16" y="51"/>
                      </a:lnTo>
                      <a:lnTo>
                        <a:pt x="18" y="49"/>
                      </a:lnTo>
                      <a:lnTo>
                        <a:pt x="16" y="49"/>
                      </a:lnTo>
                      <a:lnTo>
                        <a:pt x="15" y="49"/>
                      </a:lnTo>
                      <a:lnTo>
                        <a:pt x="13" y="49"/>
                      </a:lnTo>
                      <a:lnTo>
                        <a:pt x="11" y="49"/>
                      </a:lnTo>
                      <a:lnTo>
                        <a:pt x="11" y="48"/>
                      </a:lnTo>
                      <a:lnTo>
                        <a:pt x="11" y="46"/>
                      </a:lnTo>
                      <a:lnTo>
                        <a:pt x="11" y="44"/>
                      </a:lnTo>
                      <a:lnTo>
                        <a:pt x="11" y="42"/>
                      </a:lnTo>
                      <a:lnTo>
                        <a:pt x="11" y="40"/>
                      </a:lnTo>
                      <a:lnTo>
                        <a:pt x="9" y="40"/>
                      </a:lnTo>
                      <a:lnTo>
                        <a:pt x="9" y="38"/>
                      </a:lnTo>
                      <a:lnTo>
                        <a:pt x="9" y="37"/>
                      </a:lnTo>
                      <a:lnTo>
                        <a:pt x="11" y="35"/>
                      </a:lnTo>
                      <a:lnTo>
                        <a:pt x="9" y="35"/>
                      </a:lnTo>
                      <a:lnTo>
                        <a:pt x="11" y="35"/>
                      </a:lnTo>
                      <a:lnTo>
                        <a:pt x="11" y="33"/>
                      </a:lnTo>
                      <a:lnTo>
                        <a:pt x="9" y="33"/>
                      </a:lnTo>
                      <a:lnTo>
                        <a:pt x="9" y="31"/>
                      </a:lnTo>
                      <a:lnTo>
                        <a:pt x="7" y="31"/>
                      </a:lnTo>
                      <a:lnTo>
                        <a:pt x="7" y="29"/>
                      </a:lnTo>
                      <a:lnTo>
                        <a:pt x="6" y="29"/>
                      </a:lnTo>
                      <a:lnTo>
                        <a:pt x="7" y="28"/>
                      </a:lnTo>
                      <a:lnTo>
                        <a:pt x="6" y="28"/>
                      </a:lnTo>
                      <a:lnTo>
                        <a:pt x="7" y="28"/>
                      </a:lnTo>
                      <a:lnTo>
                        <a:pt x="7" y="26"/>
                      </a:lnTo>
                      <a:lnTo>
                        <a:pt x="7" y="24"/>
                      </a:lnTo>
                      <a:lnTo>
                        <a:pt x="7" y="22"/>
                      </a:lnTo>
                      <a:lnTo>
                        <a:pt x="6" y="22"/>
                      </a:lnTo>
                      <a:lnTo>
                        <a:pt x="6" y="20"/>
                      </a:lnTo>
                      <a:lnTo>
                        <a:pt x="4" y="20"/>
                      </a:lnTo>
                      <a:lnTo>
                        <a:pt x="4" y="18"/>
                      </a:lnTo>
                      <a:lnTo>
                        <a:pt x="2" y="18"/>
                      </a:lnTo>
                      <a:lnTo>
                        <a:pt x="4" y="18"/>
                      </a:lnTo>
                      <a:lnTo>
                        <a:pt x="4" y="17"/>
                      </a:lnTo>
                      <a:lnTo>
                        <a:pt x="2" y="17"/>
                      </a:lnTo>
                      <a:lnTo>
                        <a:pt x="2" y="15"/>
                      </a:lnTo>
                      <a:lnTo>
                        <a:pt x="0" y="15"/>
                      </a:lnTo>
                      <a:lnTo>
                        <a:pt x="0" y="13"/>
                      </a:lnTo>
                      <a:lnTo>
                        <a:pt x="2" y="13"/>
                      </a:lnTo>
                      <a:lnTo>
                        <a:pt x="4" y="13"/>
                      </a:lnTo>
                      <a:lnTo>
                        <a:pt x="6" y="13"/>
                      </a:lnTo>
                      <a:lnTo>
                        <a:pt x="7" y="13"/>
                      </a:lnTo>
                      <a:lnTo>
                        <a:pt x="9" y="13"/>
                      </a:lnTo>
                      <a:lnTo>
                        <a:pt x="11" y="13"/>
                      </a:lnTo>
                      <a:lnTo>
                        <a:pt x="13" y="13"/>
                      </a:lnTo>
                      <a:lnTo>
                        <a:pt x="15" y="13"/>
                      </a:lnTo>
                      <a:lnTo>
                        <a:pt x="15" y="11"/>
                      </a:lnTo>
                      <a:lnTo>
                        <a:pt x="15" y="9"/>
                      </a:lnTo>
                      <a:lnTo>
                        <a:pt x="15" y="7"/>
                      </a:lnTo>
                      <a:lnTo>
                        <a:pt x="16" y="7"/>
                      </a:lnTo>
                      <a:lnTo>
                        <a:pt x="16" y="6"/>
                      </a:lnTo>
                      <a:lnTo>
                        <a:pt x="16" y="4"/>
                      </a:lnTo>
                      <a:lnTo>
                        <a:pt x="16" y="2"/>
                      </a:lnTo>
                      <a:lnTo>
                        <a:pt x="18" y="2"/>
                      </a:lnTo>
                      <a:lnTo>
                        <a:pt x="20" y="0"/>
                      </a:lnTo>
                      <a:lnTo>
                        <a:pt x="22" y="0"/>
                      </a:lnTo>
                      <a:lnTo>
                        <a:pt x="24" y="2"/>
                      </a:lnTo>
                      <a:lnTo>
                        <a:pt x="26" y="2"/>
                      </a:lnTo>
                      <a:lnTo>
                        <a:pt x="27" y="2"/>
                      </a:lnTo>
                      <a:lnTo>
                        <a:pt x="27" y="4"/>
                      </a:lnTo>
                      <a:lnTo>
                        <a:pt x="29" y="4"/>
                      </a:lnTo>
                      <a:lnTo>
                        <a:pt x="29" y="6"/>
                      </a:lnTo>
                      <a:lnTo>
                        <a:pt x="31" y="6"/>
                      </a:lnTo>
                      <a:lnTo>
                        <a:pt x="33" y="7"/>
                      </a:lnTo>
                      <a:lnTo>
                        <a:pt x="33" y="9"/>
                      </a:lnTo>
                      <a:lnTo>
                        <a:pt x="33" y="11"/>
                      </a:lnTo>
                      <a:lnTo>
                        <a:pt x="35" y="11"/>
                      </a:lnTo>
                      <a:lnTo>
                        <a:pt x="35" y="13"/>
                      </a:lnTo>
                      <a:lnTo>
                        <a:pt x="37" y="13"/>
                      </a:lnTo>
                      <a:lnTo>
                        <a:pt x="38" y="13"/>
                      </a:lnTo>
                      <a:lnTo>
                        <a:pt x="38" y="15"/>
                      </a:lnTo>
                      <a:lnTo>
                        <a:pt x="38" y="17"/>
                      </a:lnTo>
                      <a:lnTo>
                        <a:pt x="40" y="17"/>
                      </a:lnTo>
                      <a:lnTo>
                        <a:pt x="40" y="18"/>
                      </a:lnTo>
                      <a:lnTo>
                        <a:pt x="40" y="20"/>
                      </a:lnTo>
                      <a:lnTo>
                        <a:pt x="42" y="20"/>
                      </a:lnTo>
                      <a:lnTo>
                        <a:pt x="44" y="20"/>
                      </a:lnTo>
                      <a:lnTo>
                        <a:pt x="46" y="20"/>
                      </a:lnTo>
                      <a:lnTo>
                        <a:pt x="48" y="22"/>
                      </a:lnTo>
                      <a:lnTo>
                        <a:pt x="49" y="24"/>
                      </a:lnTo>
                      <a:lnTo>
                        <a:pt x="51" y="26"/>
                      </a:lnTo>
                      <a:lnTo>
                        <a:pt x="51" y="28"/>
                      </a:lnTo>
                      <a:lnTo>
                        <a:pt x="53" y="28"/>
                      </a:lnTo>
                      <a:lnTo>
                        <a:pt x="55" y="28"/>
                      </a:lnTo>
                      <a:lnTo>
                        <a:pt x="55" y="29"/>
                      </a:lnTo>
                      <a:lnTo>
                        <a:pt x="55" y="28"/>
                      </a:lnTo>
                      <a:lnTo>
                        <a:pt x="57" y="28"/>
                      </a:lnTo>
                      <a:lnTo>
                        <a:pt x="57" y="29"/>
                      </a:lnTo>
                      <a:lnTo>
                        <a:pt x="58" y="29"/>
                      </a:lnTo>
                      <a:lnTo>
                        <a:pt x="60" y="29"/>
                      </a:lnTo>
                      <a:lnTo>
                        <a:pt x="62" y="29"/>
                      </a:lnTo>
                      <a:lnTo>
                        <a:pt x="64" y="29"/>
                      </a:lnTo>
                      <a:lnTo>
                        <a:pt x="64" y="31"/>
                      </a:lnTo>
                      <a:lnTo>
                        <a:pt x="66" y="31"/>
                      </a:lnTo>
                      <a:lnTo>
                        <a:pt x="68" y="31"/>
                      </a:lnTo>
                      <a:lnTo>
                        <a:pt x="69" y="31"/>
                      </a:lnTo>
                      <a:lnTo>
                        <a:pt x="71" y="31"/>
                      </a:lnTo>
                      <a:lnTo>
                        <a:pt x="73" y="31"/>
                      </a:lnTo>
                      <a:lnTo>
                        <a:pt x="75" y="31"/>
                      </a:lnTo>
                      <a:lnTo>
                        <a:pt x="75" y="33"/>
                      </a:lnTo>
                      <a:lnTo>
                        <a:pt x="77" y="33"/>
                      </a:lnTo>
                      <a:lnTo>
                        <a:pt x="79" y="33"/>
                      </a:lnTo>
                      <a:lnTo>
                        <a:pt x="79" y="31"/>
                      </a:lnTo>
                      <a:lnTo>
                        <a:pt x="80" y="31"/>
                      </a:lnTo>
                      <a:lnTo>
                        <a:pt x="82" y="31"/>
                      </a:lnTo>
                      <a:lnTo>
                        <a:pt x="84" y="31"/>
                      </a:lnTo>
                      <a:lnTo>
                        <a:pt x="84" y="29"/>
                      </a:lnTo>
                      <a:lnTo>
                        <a:pt x="84" y="31"/>
                      </a:lnTo>
                      <a:lnTo>
                        <a:pt x="86" y="31"/>
                      </a:lnTo>
                      <a:lnTo>
                        <a:pt x="88" y="31"/>
                      </a:lnTo>
                      <a:lnTo>
                        <a:pt x="90" y="31"/>
                      </a:lnTo>
                      <a:lnTo>
                        <a:pt x="91" y="31"/>
                      </a:lnTo>
                      <a:lnTo>
                        <a:pt x="93" y="31"/>
                      </a:lnTo>
                      <a:lnTo>
                        <a:pt x="93" y="29"/>
                      </a:lnTo>
                      <a:lnTo>
                        <a:pt x="95" y="29"/>
                      </a:lnTo>
                      <a:lnTo>
                        <a:pt x="95" y="28"/>
                      </a:lnTo>
                      <a:lnTo>
                        <a:pt x="97" y="28"/>
                      </a:lnTo>
                      <a:lnTo>
                        <a:pt x="95" y="28"/>
                      </a:lnTo>
                      <a:lnTo>
                        <a:pt x="97" y="26"/>
                      </a:lnTo>
                      <a:lnTo>
                        <a:pt x="97" y="28"/>
                      </a:lnTo>
                      <a:lnTo>
                        <a:pt x="97" y="26"/>
                      </a:lnTo>
                      <a:lnTo>
                        <a:pt x="97" y="28"/>
                      </a:lnTo>
                      <a:lnTo>
                        <a:pt x="99" y="26"/>
                      </a:lnTo>
                      <a:lnTo>
                        <a:pt x="99" y="24"/>
                      </a:lnTo>
                      <a:lnTo>
                        <a:pt x="100" y="24"/>
                      </a:lnTo>
                      <a:lnTo>
                        <a:pt x="100" y="22"/>
                      </a:lnTo>
                      <a:lnTo>
                        <a:pt x="102" y="22"/>
                      </a:lnTo>
                      <a:lnTo>
                        <a:pt x="100" y="22"/>
                      </a:lnTo>
                      <a:lnTo>
                        <a:pt x="102" y="22"/>
                      </a:lnTo>
                      <a:lnTo>
                        <a:pt x="104" y="22"/>
                      </a:lnTo>
                      <a:lnTo>
                        <a:pt x="106" y="22"/>
                      </a:lnTo>
                      <a:lnTo>
                        <a:pt x="108" y="22"/>
                      </a:lnTo>
                      <a:lnTo>
                        <a:pt x="108" y="20"/>
                      </a:lnTo>
                      <a:lnTo>
                        <a:pt x="110" y="20"/>
                      </a:lnTo>
                      <a:lnTo>
                        <a:pt x="110" y="18"/>
                      </a:lnTo>
                      <a:lnTo>
                        <a:pt x="111" y="18"/>
                      </a:lnTo>
                      <a:lnTo>
                        <a:pt x="110" y="17"/>
                      </a:lnTo>
                      <a:lnTo>
                        <a:pt x="111" y="17"/>
                      </a:lnTo>
                      <a:lnTo>
                        <a:pt x="111" y="18"/>
                      </a:lnTo>
                      <a:lnTo>
                        <a:pt x="111" y="17"/>
                      </a:lnTo>
                      <a:lnTo>
                        <a:pt x="113" y="17"/>
                      </a:lnTo>
                      <a:lnTo>
                        <a:pt x="115" y="15"/>
                      </a:lnTo>
                      <a:lnTo>
                        <a:pt x="115" y="17"/>
                      </a:lnTo>
                      <a:lnTo>
                        <a:pt x="115" y="15"/>
                      </a:lnTo>
                      <a:lnTo>
                        <a:pt x="117" y="15"/>
                      </a:lnTo>
                      <a:lnTo>
                        <a:pt x="119" y="15"/>
                      </a:lnTo>
                      <a:lnTo>
                        <a:pt x="119" y="13"/>
                      </a:lnTo>
                      <a:lnTo>
                        <a:pt x="119" y="15"/>
                      </a:lnTo>
                      <a:lnTo>
                        <a:pt x="119" y="13"/>
                      </a:lnTo>
                      <a:lnTo>
                        <a:pt x="121" y="13"/>
                      </a:lnTo>
                      <a:lnTo>
                        <a:pt x="121" y="11"/>
                      </a:lnTo>
                      <a:lnTo>
                        <a:pt x="122" y="11"/>
                      </a:lnTo>
                      <a:lnTo>
                        <a:pt x="124" y="11"/>
                      </a:lnTo>
                      <a:lnTo>
                        <a:pt x="124" y="9"/>
                      </a:lnTo>
                      <a:lnTo>
                        <a:pt x="126" y="9"/>
                      </a:lnTo>
                      <a:lnTo>
                        <a:pt x="128" y="9"/>
                      </a:lnTo>
                      <a:lnTo>
                        <a:pt x="128" y="7"/>
                      </a:lnTo>
                      <a:lnTo>
                        <a:pt x="130" y="7"/>
                      </a:lnTo>
                      <a:lnTo>
                        <a:pt x="131" y="7"/>
                      </a:lnTo>
                      <a:lnTo>
                        <a:pt x="131" y="6"/>
                      </a:lnTo>
                      <a:lnTo>
                        <a:pt x="131" y="7"/>
                      </a:lnTo>
                      <a:lnTo>
                        <a:pt x="131" y="6"/>
                      </a:lnTo>
                      <a:lnTo>
                        <a:pt x="133" y="6"/>
                      </a:lnTo>
                      <a:lnTo>
                        <a:pt x="135" y="6"/>
                      </a:lnTo>
                      <a:lnTo>
                        <a:pt x="135" y="4"/>
                      </a:lnTo>
                      <a:lnTo>
                        <a:pt x="137" y="4"/>
                      </a:lnTo>
                      <a:lnTo>
                        <a:pt x="139" y="4"/>
                      </a:lnTo>
                      <a:lnTo>
                        <a:pt x="141" y="4"/>
                      </a:lnTo>
                      <a:lnTo>
                        <a:pt x="141" y="2"/>
                      </a:lnTo>
                      <a:lnTo>
                        <a:pt x="141" y="4"/>
                      </a:lnTo>
                      <a:lnTo>
                        <a:pt x="141" y="2"/>
                      </a:lnTo>
                      <a:lnTo>
                        <a:pt x="142" y="2"/>
                      </a:lnTo>
                      <a:lnTo>
                        <a:pt x="144" y="2"/>
                      </a:lnTo>
                      <a:lnTo>
                        <a:pt x="148" y="6"/>
                      </a:lnTo>
                      <a:lnTo>
                        <a:pt x="155" y="13"/>
                      </a:lnTo>
                      <a:lnTo>
                        <a:pt x="155" y="15"/>
                      </a:lnTo>
                      <a:lnTo>
                        <a:pt x="153" y="15"/>
                      </a:lnTo>
                      <a:lnTo>
                        <a:pt x="152" y="15"/>
                      </a:lnTo>
                      <a:lnTo>
                        <a:pt x="150" y="15"/>
                      </a:lnTo>
                      <a:lnTo>
                        <a:pt x="150" y="17"/>
                      </a:lnTo>
                      <a:lnTo>
                        <a:pt x="148" y="17"/>
                      </a:lnTo>
                      <a:lnTo>
                        <a:pt x="148" y="18"/>
                      </a:lnTo>
                      <a:lnTo>
                        <a:pt x="148" y="20"/>
                      </a:lnTo>
                      <a:lnTo>
                        <a:pt x="150" y="20"/>
                      </a:lnTo>
                      <a:lnTo>
                        <a:pt x="150" y="22"/>
                      </a:lnTo>
                      <a:lnTo>
                        <a:pt x="152" y="22"/>
                      </a:lnTo>
                      <a:lnTo>
                        <a:pt x="153" y="22"/>
                      </a:lnTo>
                      <a:lnTo>
                        <a:pt x="153" y="24"/>
                      </a:lnTo>
                      <a:lnTo>
                        <a:pt x="155" y="26"/>
                      </a:lnTo>
                      <a:lnTo>
                        <a:pt x="155" y="28"/>
                      </a:lnTo>
                      <a:lnTo>
                        <a:pt x="153" y="28"/>
                      </a:lnTo>
                      <a:lnTo>
                        <a:pt x="152" y="29"/>
                      </a:lnTo>
                      <a:lnTo>
                        <a:pt x="150" y="29"/>
                      </a:lnTo>
                      <a:lnTo>
                        <a:pt x="148" y="29"/>
                      </a:lnTo>
                      <a:lnTo>
                        <a:pt x="146" y="29"/>
                      </a:lnTo>
                      <a:lnTo>
                        <a:pt x="146" y="31"/>
                      </a:lnTo>
                      <a:lnTo>
                        <a:pt x="144" y="31"/>
                      </a:lnTo>
                      <a:lnTo>
                        <a:pt x="142" y="31"/>
                      </a:lnTo>
                      <a:lnTo>
                        <a:pt x="144" y="33"/>
                      </a:lnTo>
                      <a:lnTo>
                        <a:pt x="146" y="35"/>
                      </a:lnTo>
                      <a:lnTo>
                        <a:pt x="148" y="35"/>
                      </a:lnTo>
                      <a:lnTo>
                        <a:pt x="148" y="37"/>
                      </a:lnTo>
                      <a:lnTo>
                        <a:pt x="150" y="37"/>
                      </a:lnTo>
                      <a:lnTo>
                        <a:pt x="152" y="37"/>
                      </a:lnTo>
                      <a:lnTo>
                        <a:pt x="152" y="38"/>
                      </a:lnTo>
                      <a:lnTo>
                        <a:pt x="152" y="40"/>
                      </a:lnTo>
                      <a:lnTo>
                        <a:pt x="153" y="40"/>
                      </a:lnTo>
                      <a:lnTo>
                        <a:pt x="153" y="42"/>
                      </a:lnTo>
                      <a:lnTo>
                        <a:pt x="155" y="42"/>
                      </a:lnTo>
                      <a:lnTo>
                        <a:pt x="157" y="42"/>
                      </a:lnTo>
                      <a:lnTo>
                        <a:pt x="159" y="40"/>
                      </a:lnTo>
                      <a:lnTo>
                        <a:pt x="159" y="42"/>
                      </a:lnTo>
                      <a:lnTo>
                        <a:pt x="161" y="44"/>
                      </a:lnTo>
                      <a:lnTo>
                        <a:pt x="163" y="44"/>
                      </a:lnTo>
                      <a:lnTo>
                        <a:pt x="163" y="46"/>
                      </a:lnTo>
                      <a:lnTo>
                        <a:pt x="164" y="46"/>
                      </a:lnTo>
                      <a:lnTo>
                        <a:pt x="164" y="48"/>
                      </a:lnTo>
                      <a:lnTo>
                        <a:pt x="166" y="49"/>
                      </a:lnTo>
                      <a:lnTo>
                        <a:pt x="168" y="49"/>
                      </a:lnTo>
                      <a:lnTo>
                        <a:pt x="168" y="48"/>
                      </a:lnTo>
                      <a:lnTo>
                        <a:pt x="170" y="48"/>
                      </a:lnTo>
                      <a:lnTo>
                        <a:pt x="172" y="48"/>
                      </a:lnTo>
                      <a:lnTo>
                        <a:pt x="173" y="48"/>
                      </a:lnTo>
                      <a:lnTo>
                        <a:pt x="173" y="49"/>
                      </a:lnTo>
                      <a:lnTo>
                        <a:pt x="173" y="51"/>
                      </a:lnTo>
                      <a:lnTo>
                        <a:pt x="173" y="53"/>
                      </a:lnTo>
                      <a:lnTo>
                        <a:pt x="175" y="55"/>
                      </a:lnTo>
                      <a:lnTo>
                        <a:pt x="175" y="57"/>
                      </a:lnTo>
                      <a:lnTo>
                        <a:pt x="175" y="59"/>
                      </a:lnTo>
                      <a:lnTo>
                        <a:pt x="175" y="60"/>
                      </a:lnTo>
                      <a:lnTo>
                        <a:pt x="175" y="62"/>
                      </a:lnTo>
                      <a:lnTo>
                        <a:pt x="175" y="64"/>
                      </a:lnTo>
                      <a:lnTo>
                        <a:pt x="177" y="64"/>
                      </a:lnTo>
                      <a:lnTo>
                        <a:pt x="175" y="66"/>
                      </a:lnTo>
                      <a:lnTo>
                        <a:pt x="177" y="68"/>
                      </a:lnTo>
                      <a:lnTo>
                        <a:pt x="177" y="70"/>
                      </a:lnTo>
                      <a:lnTo>
                        <a:pt x="177" y="71"/>
                      </a:lnTo>
                      <a:lnTo>
                        <a:pt x="179" y="71"/>
                      </a:lnTo>
                      <a:lnTo>
                        <a:pt x="179" y="73"/>
                      </a:lnTo>
                      <a:lnTo>
                        <a:pt x="181" y="75"/>
                      </a:lnTo>
                      <a:lnTo>
                        <a:pt x="183" y="77"/>
                      </a:lnTo>
                      <a:lnTo>
                        <a:pt x="184" y="77"/>
                      </a:lnTo>
                      <a:lnTo>
                        <a:pt x="184" y="79"/>
                      </a:lnTo>
                      <a:lnTo>
                        <a:pt x="186" y="79"/>
                      </a:lnTo>
                      <a:lnTo>
                        <a:pt x="188" y="79"/>
                      </a:lnTo>
                      <a:lnTo>
                        <a:pt x="188" y="81"/>
                      </a:lnTo>
                      <a:lnTo>
                        <a:pt x="190" y="81"/>
                      </a:lnTo>
                      <a:lnTo>
                        <a:pt x="192" y="81"/>
                      </a:lnTo>
                      <a:lnTo>
                        <a:pt x="194" y="81"/>
                      </a:lnTo>
                      <a:lnTo>
                        <a:pt x="195" y="82"/>
                      </a:lnTo>
                      <a:lnTo>
                        <a:pt x="197" y="82"/>
                      </a:lnTo>
                      <a:lnTo>
                        <a:pt x="199" y="82"/>
                      </a:lnTo>
                      <a:lnTo>
                        <a:pt x="201" y="82"/>
                      </a:lnTo>
                      <a:lnTo>
                        <a:pt x="203" y="82"/>
                      </a:lnTo>
                      <a:lnTo>
                        <a:pt x="204" y="82"/>
                      </a:lnTo>
                      <a:lnTo>
                        <a:pt x="206" y="82"/>
                      </a:lnTo>
                      <a:lnTo>
                        <a:pt x="208" y="82"/>
                      </a:lnTo>
                      <a:lnTo>
                        <a:pt x="210" y="82"/>
                      </a:lnTo>
                      <a:lnTo>
                        <a:pt x="212" y="82"/>
                      </a:lnTo>
                      <a:lnTo>
                        <a:pt x="212" y="84"/>
                      </a:lnTo>
                      <a:lnTo>
                        <a:pt x="210" y="86"/>
                      </a:lnTo>
                      <a:lnTo>
                        <a:pt x="212" y="86"/>
                      </a:lnTo>
                      <a:lnTo>
                        <a:pt x="212" y="88"/>
                      </a:lnTo>
                      <a:lnTo>
                        <a:pt x="214" y="88"/>
                      </a:lnTo>
                      <a:lnTo>
                        <a:pt x="212" y="88"/>
                      </a:lnTo>
                      <a:lnTo>
                        <a:pt x="214" y="88"/>
                      </a:lnTo>
                      <a:lnTo>
                        <a:pt x="212" y="88"/>
                      </a:lnTo>
                      <a:lnTo>
                        <a:pt x="212" y="86"/>
                      </a:lnTo>
                      <a:lnTo>
                        <a:pt x="210" y="86"/>
                      </a:lnTo>
                      <a:lnTo>
                        <a:pt x="212" y="86"/>
                      </a:lnTo>
                      <a:lnTo>
                        <a:pt x="212" y="84"/>
                      </a:lnTo>
                      <a:lnTo>
                        <a:pt x="212" y="82"/>
                      </a:lnTo>
                      <a:lnTo>
                        <a:pt x="214" y="82"/>
                      </a:lnTo>
                      <a:lnTo>
                        <a:pt x="212" y="82"/>
                      </a:lnTo>
                      <a:lnTo>
                        <a:pt x="214" y="82"/>
                      </a:lnTo>
                      <a:lnTo>
                        <a:pt x="214" y="84"/>
                      </a:lnTo>
                      <a:lnTo>
                        <a:pt x="214" y="82"/>
                      </a:lnTo>
                      <a:lnTo>
                        <a:pt x="214" y="84"/>
                      </a:lnTo>
                      <a:lnTo>
                        <a:pt x="215" y="84"/>
                      </a:lnTo>
                      <a:lnTo>
                        <a:pt x="217" y="84"/>
                      </a:lnTo>
                      <a:lnTo>
                        <a:pt x="219" y="84"/>
                      </a:lnTo>
                      <a:lnTo>
                        <a:pt x="221" y="84"/>
                      </a:lnTo>
                      <a:lnTo>
                        <a:pt x="221" y="86"/>
                      </a:lnTo>
                      <a:lnTo>
                        <a:pt x="223" y="86"/>
                      </a:lnTo>
                      <a:lnTo>
                        <a:pt x="223" y="88"/>
                      </a:lnTo>
                      <a:lnTo>
                        <a:pt x="223" y="90"/>
                      </a:lnTo>
                      <a:lnTo>
                        <a:pt x="225" y="90"/>
                      </a:lnTo>
                      <a:lnTo>
                        <a:pt x="225" y="92"/>
                      </a:lnTo>
                      <a:lnTo>
                        <a:pt x="225" y="93"/>
                      </a:lnTo>
                      <a:lnTo>
                        <a:pt x="226" y="95"/>
                      </a:lnTo>
                      <a:lnTo>
                        <a:pt x="228" y="95"/>
                      </a:lnTo>
                      <a:lnTo>
                        <a:pt x="228" y="97"/>
                      </a:lnTo>
                      <a:lnTo>
                        <a:pt x="230" y="97"/>
                      </a:lnTo>
                      <a:lnTo>
                        <a:pt x="232" y="97"/>
                      </a:lnTo>
                      <a:lnTo>
                        <a:pt x="232" y="99"/>
                      </a:lnTo>
                      <a:lnTo>
                        <a:pt x="234" y="99"/>
                      </a:lnTo>
                      <a:lnTo>
                        <a:pt x="236" y="99"/>
                      </a:lnTo>
                      <a:lnTo>
                        <a:pt x="236" y="101"/>
                      </a:lnTo>
                      <a:lnTo>
                        <a:pt x="237" y="101"/>
                      </a:lnTo>
                      <a:lnTo>
                        <a:pt x="239" y="102"/>
                      </a:lnTo>
                      <a:lnTo>
                        <a:pt x="241" y="102"/>
                      </a:lnTo>
                      <a:lnTo>
                        <a:pt x="243" y="104"/>
                      </a:lnTo>
                      <a:lnTo>
                        <a:pt x="245" y="104"/>
                      </a:lnTo>
                      <a:lnTo>
                        <a:pt x="246" y="104"/>
                      </a:lnTo>
                      <a:lnTo>
                        <a:pt x="246" y="106"/>
                      </a:lnTo>
                      <a:lnTo>
                        <a:pt x="248" y="106"/>
                      </a:lnTo>
                      <a:lnTo>
                        <a:pt x="250" y="108"/>
                      </a:lnTo>
                      <a:lnTo>
                        <a:pt x="252" y="108"/>
                      </a:lnTo>
                      <a:lnTo>
                        <a:pt x="254" y="108"/>
                      </a:lnTo>
                      <a:lnTo>
                        <a:pt x="256" y="110"/>
                      </a:lnTo>
                      <a:lnTo>
                        <a:pt x="257" y="110"/>
                      </a:lnTo>
                      <a:lnTo>
                        <a:pt x="259" y="110"/>
                      </a:lnTo>
                      <a:lnTo>
                        <a:pt x="261" y="110"/>
                      </a:lnTo>
                      <a:lnTo>
                        <a:pt x="263" y="110"/>
                      </a:lnTo>
                      <a:lnTo>
                        <a:pt x="265" y="110"/>
                      </a:lnTo>
                      <a:lnTo>
                        <a:pt x="267" y="110"/>
                      </a:lnTo>
                      <a:lnTo>
                        <a:pt x="267" y="112"/>
                      </a:lnTo>
                      <a:lnTo>
                        <a:pt x="268" y="112"/>
                      </a:lnTo>
                      <a:lnTo>
                        <a:pt x="270" y="112"/>
                      </a:lnTo>
                      <a:lnTo>
                        <a:pt x="272" y="112"/>
                      </a:lnTo>
                      <a:lnTo>
                        <a:pt x="272" y="113"/>
                      </a:lnTo>
                      <a:lnTo>
                        <a:pt x="274" y="113"/>
                      </a:lnTo>
                      <a:lnTo>
                        <a:pt x="276" y="113"/>
                      </a:lnTo>
                      <a:lnTo>
                        <a:pt x="277" y="113"/>
                      </a:lnTo>
                      <a:lnTo>
                        <a:pt x="279" y="113"/>
                      </a:lnTo>
                      <a:lnTo>
                        <a:pt x="281" y="113"/>
                      </a:lnTo>
                      <a:lnTo>
                        <a:pt x="283" y="113"/>
                      </a:lnTo>
                      <a:lnTo>
                        <a:pt x="285" y="113"/>
                      </a:lnTo>
                      <a:lnTo>
                        <a:pt x="287" y="113"/>
                      </a:lnTo>
                      <a:lnTo>
                        <a:pt x="288" y="113"/>
                      </a:lnTo>
                      <a:lnTo>
                        <a:pt x="290" y="113"/>
                      </a:lnTo>
                      <a:lnTo>
                        <a:pt x="292" y="113"/>
                      </a:lnTo>
                      <a:lnTo>
                        <a:pt x="294" y="112"/>
                      </a:lnTo>
                      <a:lnTo>
                        <a:pt x="296" y="112"/>
                      </a:lnTo>
                      <a:lnTo>
                        <a:pt x="298" y="112"/>
                      </a:lnTo>
                      <a:lnTo>
                        <a:pt x="299" y="112"/>
                      </a:lnTo>
                      <a:lnTo>
                        <a:pt x="301" y="110"/>
                      </a:lnTo>
                      <a:lnTo>
                        <a:pt x="303" y="110"/>
                      </a:lnTo>
                      <a:lnTo>
                        <a:pt x="305" y="110"/>
                      </a:lnTo>
                      <a:lnTo>
                        <a:pt x="307" y="110"/>
                      </a:lnTo>
                      <a:lnTo>
                        <a:pt x="305" y="110"/>
                      </a:lnTo>
                      <a:lnTo>
                        <a:pt x="307" y="110"/>
                      </a:lnTo>
                      <a:lnTo>
                        <a:pt x="309" y="110"/>
                      </a:lnTo>
                      <a:lnTo>
                        <a:pt x="310" y="110"/>
                      </a:lnTo>
                      <a:lnTo>
                        <a:pt x="312" y="108"/>
                      </a:lnTo>
                      <a:lnTo>
                        <a:pt x="314" y="108"/>
                      </a:lnTo>
                      <a:lnTo>
                        <a:pt x="316" y="108"/>
                      </a:lnTo>
                      <a:lnTo>
                        <a:pt x="319" y="108"/>
                      </a:lnTo>
                      <a:lnTo>
                        <a:pt x="321" y="106"/>
                      </a:lnTo>
                      <a:lnTo>
                        <a:pt x="323" y="106"/>
                      </a:lnTo>
                      <a:lnTo>
                        <a:pt x="325" y="106"/>
                      </a:lnTo>
                      <a:lnTo>
                        <a:pt x="327" y="106"/>
                      </a:lnTo>
                      <a:lnTo>
                        <a:pt x="329" y="104"/>
                      </a:lnTo>
                      <a:lnTo>
                        <a:pt x="330" y="104"/>
                      </a:lnTo>
                      <a:lnTo>
                        <a:pt x="332" y="104"/>
                      </a:lnTo>
                      <a:lnTo>
                        <a:pt x="334" y="104"/>
                      </a:lnTo>
                      <a:lnTo>
                        <a:pt x="336" y="104"/>
                      </a:lnTo>
                      <a:lnTo>
                        <a:pt x="334" y="104"/>
                      </a:lnTo>
                      <a:lnTo>
                        <a:pt x="336" y="104"/>
                      </a:lnTo>
                      <a:lnTo>
                        <a:pt x="334" y="104"/>
                      </a:lnTo>
                      <a:lnTo>
                        <a:pt x="336" y="104"/>
                      </a:lnTo>
                      <a:lnTo>
                        <a:pt x="338" y="104"/>
                      </a:lnTo>
                      <a:lnTo>
                        <a:pt x="340" y="104"/>
                      </a:lnTo>
                      <a:lnTo>
                        <a:pt x="341" y="102"/>
                      </a:lnTo>
                      <a:lnTo>
                        <a:pt x="343" y="102"/>
                      </a:lnTo>
                      <a:lnTo>
                        <a:pt x="345" y="102"/>
                      </a:lnTo>
                      <a:lnTo>
                        <a:pt x="347" y="102"/>
                      </a:lnTo>
                      <a:lnTo>
                        <a:pt x="349" y="102"/>
                      </a:lnTo>
                      <a:lnTo>
                        <a:pt x="351" y="102"/>
                      </a:lnTo>
                      <a:lnTo>
                        <a:pt x="352" y="102"/>
                      </a:lnTo>
                      <a:lnTo>
                        <a:pt x="354" y="102"/>
                      </a:lnTo>
                      <a:lnTo>
                        <a:pt x="356" y="102"/>
                      </a:lnTo>
                      <a:lnTo>
                        <a:pt x="354" y="102"/>
                      </a:lnTo>
                      <a:lnTo>
                        <a:pt x="352" y="102"/>
                      </a:lnTo>
                      <a:lnTo>
                        <a:pt x="351" y="102"/>
                      </a:lnTo>
                      <a:lnTo>
                        <a:pt x="349" y="102"/>
                      </a:lnTo>
                      <a:lnTo>
                        <a:pt x="349" y="104"/>
                      </a:lnTo>
                      <a:lnTo>
                        <a:pt x="349" y="102"/>
                      </a:lnTo>
                      <a:lnTo>
                        <a:pt x="349" y="104"/>
                      </a:lnTo>
                      <a:lnTo>
                        <a:pt x="347" y="104"/>
                      </a:lnTo>
                      <a:lnTo>
                        <a:pt x="345" y="104"/>
                      </a:lnTo>
                      <a:lnTo>
                        <a:pt x="343" y="104"/>
                      </a:lnTo>
                      <a:lnTo>
                        <a:pt x="341" y="104"/>
                      </a:lnTo>
                      <a:lnTo>
                        <a:pt x="340" y="104"/>
                      </a:lnTo>
                      <a:lnTo>
                        <a:pt x="341" y="104"/>
                      </a:lnTo>
                      <a:lnTo>
                        <a:pt x="343" y="104"/>
                      </a:lnTo>
                      <a:lnTo>
                        <a:pt x="341" y="104"/>
                      </a:lnTo>
                      <a:lnTo>
                        <a:pt x="340" y="104"/>
                      </a:lnTo>
                      <a:lnTo>
                        <a:pt x="338" y="104"/>
                      </a:lnTo>
                      <a:lnTo>
                        <a:pt x="336" y="104"/>
                      </a:lnTo>
                      <a:lnTo>
                        <a:pt x="338" y="104"/>
                      </a:lnTo>
                      <a:lnTo>
                        <a:pt x="338" y="106"/>
                      </a:lnTo>
                      <a:lnTo>
                        <a:pt x="338" y="104"/>
                      </a:lnTo>
                      <a:lnTo>
                        <a:pt x="338" y="106"/>
                      </a:lnTo>
                      <a:lnTo>
                        <a:pt x="336" y="106"/>
                      </a:lnTo>
                      <a:lnTo>
                        <a:pt x="338" y="106"/>
                      </a:lnTo>
                      <a:lnTo>
                        <a:pt x="340" y="106"/>
                      </a:lnTo>
                      <a:lnTo>
                        <a:pt x="341" y="106"/>
                      </a:lnTo>
                      <a:lnTo>
                        <a:pt x="343" y="106"/>
                      </a:lnTo>
                      <a:lnTo>
                        <a:pt x="345" y="106"/>
                      </a:lnTo>
                      <a:lnTo>
                        <a:pt x="347" y="106"/>
                      </a:lnTo>
                      <a:lnTo>
                        <a:pt x="349" y="106"/>
                      </a:lnTo>
                      <a:lnTo>
                        <a:pt x="351" y="106"/>
                      </a:lnTo>
                      <a:lnTo>
                        <a:pt x="352" y="106"/>
                      </a:lnTo>
                      <a:lnTo>
                        <a:pt x="354" y="106"/>
                      </a:lnTo>
                      <a:lnTo>
                        <a:pt x="356" y="106"/>
                      </a:lnTo>
                      <a:lnTo>
                        <a:pt x="358" y="106"/>
                      </a:lnTo>
                      <a:lnTo>
                        <a:pt x="360" y="106"/>
                      </a:lnTo>
                      <a:lnTo>
                        <a:pt x="358" y="106"/>
                      </a:lnTo>
                      <a:lnTo>
                        <a:pt x="358" y="104"/>
                      </a:lnTo>
                      <a:lnTo>
                        <a:pt x="360" y="104"/>
                      </a:lnTo>
                      <a:lnTo>
                        <a:pt x="360" y="102"/>
                      </a:lnTo>
                      <a:lnTo>
                        <a:pt x="360" y="101"/>
                      </a:lnTo>
                      <a:lnTo>
                        <a:pt x="358" y="101"/>
                      </a:lnTo>
                      <a:lnTo>
                        <a:pt x="358" y="99"/>
                      </a:lnTo>
                      <a:lnTo>
                        <a:pt x="360" y="99"/>
                      </a:lnTo>
                      <a:lnTo>
                        <a:pt x="360" y="97"/>
                      </a:lnTo>
                      <a:lnTo>
                        <a:pt x="358" y="97"/>
                      </a:lnTo>
                      <a:lnTo>
                        <a:pt x="358" y="95"/>
                      </a:lnTo>
                      <a:lnTo>
                        <a:pt x="358" y="93"/>
                      </a:lnTo>
                      <a:lnTo>
                        <a:pt x="358" y="92"/>
                      </a:lnTo>
                      <a:lnTo>
                        <a:pt x="358" y="90"/>
                      </a:lnTo>
                      <a:lnTo>
                        <a:pt x="358" y="88"/>
                      </a:lnTo>
                      <a:lnTo>
                        <a:pt x="356" y="88"/>
                      </a:lnTo>
                      <a:lnTo>
                        <a:pt x="356" y="86"/>
                      </a:lnTo>
                      <a:lnTo>
                        <a:pt x="360" y="86"/>
                      </a:lnTo>
                      <a:lnTo>
                        <a:pt x="363" y="88"/>
                      </a:lnTo>
                      <a:lnTo>
                        <a:pt x="367" y="88"/>
                      </a:lnTo>
                      <a:lnTo>
                        <a:pt x="367" y="86"/>
                      </a:lnTo>
                      <a:lnTo>
                        <a:pt x="371" y="86"/>
                      </a:lnTo>
                      <a:lnTo>
                        <a:pt x="372" y="86"/>
                      </a:lnTo>
                      <a:lnTo>
                        <a:pt x="374" y="84"/>
                      </a:lnTo>
                      <a:lnTo>
                        <a:pt x="376" y="84"/>
                      </a:lnTo>
                      <a:lnTo>
                        <a:pt x="376" y="82"/>
                      </a:lnTo>
                      <a:lnTo>
                        <a:pt x="378" y="82"/>
                      </a:lnTo>
                      <a:lnTo>
                        <a:pt x="380" y="82"/>
                      </a:lnTo>
                      <a:lnTo>
                        <a:pt x="382" y="82"/>
                      </a:lnTo>
                      <a:lnTo>
                        <a:pt x="382" y="84"/>
                      </a:lnTo>
                      <a:lnTo>
                        <a:pt x="382" y="82"/>
                      </a:lnTo>
                      <a:lnTo>
                        <a:pt x="383" y="82"/>
                      </a:lnTo>
                      <a:lnTo>
                        <a:pt x="383" y="81"/>
                      </a:lnTo>
                      <a:lnTo>
                        <a:pt x="385" y="81"/>
                      </a:lnTo>
                      <a:lnTo>
                        <a:pt x="385" y="79"/>
                      </a:lnTo>
                      <a:lnTo>
                        <a:pt x="387" y="79"/>
                      </a:lnTo>
                      <a:lnTo>
                        <a:pt x="387" y="77"/>
                      </a:lnTo>
                      <a:lnTo>
                        <a:pt x="385" y="77"/>
                      </a:lnTo>
                      <a:lnTo>
                        <a:pt x="385" y="75"/>
                      </a:lnTo>
                      <a:lnTo>
                        <a:pt x="387" y="75"/>
                      </a:lnTo>
                      <a:lnTo>
                        <a:pt x="385" y="75"/>
                      </a:lnTo>
                      <a:lnTo>
                        <a:pt x="387" y="75"/>
                      </a:lnTo>
                      <a:lnTo>
                        <a:pt x="387" y="73"/>
                      </a:lnTo>
                      <a:lnTo>
                        <a:pt x="387" y="71"/>
                      </a:lnTo>
                      <a:lnTo>
                        <a:pt x="389" y="71"/>
                      </a:lnTo>
                      <a:lnTo>
                        <a:pt x="391" y="71"/>
                      </a:lnTo>
                      <a:lnTo>
                        <a:pt x="391" y="70"/>
                      </a:lnTo>
                      <a:lnTo>
                        <a:pt x="392" y="70"/>
                      </a:lnTo>
                      <a:lnTo>
                        <a:pt x="394" y="68"/>
                      </a:lnTo>
                      <a:lnTo>
                        <a:pt x="396" y="68"/>
                      </a:lnTo>
                      <a:lnTo>
                        <a:pt x="396" y="66"/>
                      </a:lnTo>
                      <a:lnTo>
                        <a:pt x="398" y="66"/>
                      </a:lnTo>
                      <a:lnTo>
                        <a:pt x="398" y="64"/>
                      </a:lnTo>
                      <a:lnTo>
                        <a:pt x="400" y="64"/>
                      </a:lnTo>
                      <a:lnTo>
                        <a:pt x="402" y="64"/>
                      </a:lnTo>
                      <a:lnTo>
                        <a:pt x="403" y="64"/>
                      </a:lnTo>
                      <a:lnTo>
                        <a:pt x="403" y="62"/>
                      </a:lnTo>
                      <a:lnTo>
                        <a:pt x="405" y="62"/>
                      </a:lnTo>
                      <a:lnTo>
                        <a:pt x="407" y="62"/>
                      </a:lnTo>
                      <a:lnTo>
                        <a:pt x="409" y="60"/>
                      </a:lnTo>
                      <a:lnTo>
                        <a:pt x="411" y="60"/>
                      </a:lnTo>
                      <a:lnTo>
                        <a:pt x="413" y="60"/>
                      </a:lnTo>
                      <a:lnTo>
                        <a:pt x="413" y="59"/>
                      </a:lnTo>
                      <a:lnTo>
                        <a:pt x="414" y="59"/>
                      </a:lnTo>
                      <a:lnTo>
                        <a:pt x="416" y="59"/>
                      </a:lnTo>
                      <a:lnTo>
                        <a:pt x="418" y="59"/>
                      </a:lnTo>
                      <a:lnTo>
                        <a:pt x="420" y="59"/>
                      </a:lnTo>
                      <a:lnTo>
                        <a:pt x="422" y="59"/>
                      </a:lnTo>
                      <a:lnTo>
                        <a:pt x="424" y="59"/>
                      </a:lnTo>
                      <a:lnTo>
                        <a:pt x="424" y="60"/>
                      </a:lnTo>
                      <a:lnTo>
                        <a:pt x="425" y="60"/>
                      </a:lnTo>
                      <a:lnTo>
                        <a:pt x="427" y="60"/>
                      </a:lnTo>
                      <a:lnTo>
                        <a:pt x="429" y="60"/>
                      </a:lnTo>
                      <a:lnTo>
                        <a:pt x="431" y="60"/>
                      </a:lnTo>
                      <a:lnTo>
                        <a:pt x="433" y="60"/>
                      </a:lnTo>
                      <a:lnTo>
                        <a:pt x="434" y="60"/>
                      </a:lnTo>
                      <a:lnTo>
                        <a:pt x="436" y="60"/>
                      </a:lnTo>
                      <a:lnTo>
                        <a:pt x="438" y="60"/>
                      </a:lnTo>
                      <a:lnTo>
                        <a:pt x="440" y="60"/>
                      </a:lnTo>
                      <a:lnTo>
                        <a:pt x="442" y="60"/>
                      </a:lnTo>
                      <a:lnTo>
                        <a:pt x="442" y="59"/>
                      </a:lnTo>
                      <a:lnTo>
                        <a:pt x="440" y="59"/>
                      </a:lnTo>
                      <a:lnTo>
                        <a:pt x="440" y="57"/>
                      </a:lnTo>
                      <a:lnTo>
                        <a:pt x="442" y="57"/>
                      </a:lnTo>
                      <a:lnTo>
                        <a:pt x="442" y="55"/>
                      </a:lnTo>
                      <a:lnTo>
                        <a:pt x="444" y="55"/>
                      </a:lnTo>
                      <a:lnTo>
                        <a:pt x="444" y="53"/>
                      </a:lnTo>
                      <a:lnTo>
                        <a:pt x="445" y="53"/>
                      </a:lnTo>
                      <a:lnTo>
                        <a:pt x="447" y="53"/>
                      </a:lnTo>
                      <a:lnTo>
                        <a:pt x="449" y="53"/>
                      </a:lnTo>
                      <a:lnTo>
                        <a:pt x="451" y="55"/>
                      </a:lnTo>
                      <a:lnTo>
                        <a:pt x="453" y="55"/>
                      </a:lnTo>
                      <a:lnTo>
                        <a:pt x="453" y="53"/>
                      </a:lnTo>
                      <a:lnTo>
                        <a:pt x="455" y="53"/>
                      </a:lnTo>
                      <a:lnTo>
                        <a:pt x="456" y="53"/>
                      </a:lnTo>
                      <a:lnTo>
                        <a:pt x="456" y="55"/>
                      </a:lnTo>
                      <a:lnTo>
                        <a:pt x="458" y="55"/>
                      </a:lnTo>
                      <a:lnTo>
                        <a:pt x="460" y="55"/>
                      </a:lnTo>
                      <a:lnTo>
                        <a:pt x="462" y="55"/>
                      </a:lnTo>
                      <a:lnTo>
                        <a:pt x="464" y="55"/>
                      </a:lnTo>
                      <a:lnTo>
                        <a:pt x="465" y="57"/>
                      </a:lnTo>
                      <a:lnTo>
                        <a:pt x="467" y="57"/>
                      </a:lnTo>
                      <a:lnTo>
                        <a:pt x="467" y="55"/>
                      </a:lnTo>
                      <a:lnTo>
                        <a:pt x="469" y="55"/>
                      </a:lnTo>
                      <a:lnTo>
                        <a:pt x="469" y="53"/>
                      </a:lnTo>
                      <a:lnTo>
                        <a:pt x="471" y="53"/>
                      </a:lnTo>
                      <a:lnTo>
                        <a:pt x="473" y="53"/>
                      </a:lnTo>
                      <a:lnTo>
                        <a:pt x="473" y="55"/>
                      </a:lnTo>
                      <a:lnTo>
                        <a:pt x="475" y="55"/>
                      </a:lnTo>
                      <a:lnTo>
                        <a:pt x="475" y="57"/>
                      </a:lnTo>
                      <a:lnTo>
                        <a:pt x="476" y="59"/>
                      </a:lnTo>
                      <a:lnTo>
                        <a:pt x="478" y="59"/>
                      </a:lnTo>
                      <a:lnTo>
                        <a:pt x="478" y="60"/>
                      </a:lnTo>
                      <a:lnTo>
                        <a:pt x="478" y="62"/>
                      </a:lnTo>
                      <a:lnTo>
                        <a:pt x="476" y="64"/>
                      </a:lnTo>
                      <a:lnTo>
                        <a:pt x="478" y="64"/>
                      </a:lnTo>
                      <a:lnTo>
                        <a:pt x="480" y="64"/>
                      </a:lnTo>
                      <a:lnTo>
                        <a:pt x="480" y="66"/>
                      </a:lnTo>
                      <a:lnTo>
                        <a:pt x="482" y="66"/>
                      </a:lnTo>
                      <a:lnTo>
                        <a:pt x="484" y="66"/>
                      </a:lnTo>
                      <a:lnTo>
                        <a:pt x="486" y="66"/>
                      </a:lnTo>
                      <a:lnTo>
                        <a:pt x="487" y="66"/>
                      </a:lnTo>
                      <a:lnTo>
                        <a:pt x="489" y="66"/>
                      </a:lnTo>
                      <a:lnTo>
                        <a:pt x="491" y="66"/>
                      </a:lnTo>
                      <a:lnTo>
                        <a:pt x="491" y="68"/>
                      </a:lnTo>
                      <a:lnTo>
                        <a:pt x="493" y="66"/>
                      </a:lnTo>
                      <a:lnTo>
                        <a:pt x="493" y="68"/>
                      </a:lnTo>
                      <a:lnTo>
                        <a:pt x="495" y="68"/>
                      </a:lnTo>
                      <a:lnTo>
                        <a:pt x="497" y="68"/>
                      </a:lnTo>
                      <a:lnTo>
                        <a:pt x="498" y="68"/>
                      </a:lnTo>
                      <a:lnTo>
                        <a:pt x="498" y="70"/>
                      </a:lnTo>
                      <a:lnTo>
                        <a:pt x="500" y="70"/>
                      </a:lnTo>
                      <a:lnTo>
                        <a:pt x="502" y="70"/>
                      </a:lnTo>
                      <a:lnTo>
                        <a:pt x="504" y="70"/>
                      </a:lnTo>
                      <a:lnTo>
                        <a:pt x="504" y="71"/>
                      </a:lnTo>
                      <a:lnTo>
                        <a:pt x="504" y="70"/>
                      </a:lnTo>
                      <a:lnTo>
                        <a:pt x="506" y="71"/>
                      </a:lnTo>
                      <a:lnTo>
                        <a:pt x="506" y="70"/>
                      </a:lnTo>
                      <a:lnTo>
                        <a:pt x="506" y="71"/>
                      </a:lnTo>
                      <a:lnTo>
                        <a:pt x="507" y="71"/>
                      </a:lnTo>
                      <a:lnTo>
                        <a:pt x="509" y="73"/>
                      </a:lnTo>
                      <a:lnTo>
                        <a:pt x="509" y="75"/>
                      </a:lnTo>
                      <a:lnTo>
                        <a:pt x="511" y="75"/>
                      </a:lnTo>
                      <a:lnTo>
                        <a:pt x="513" y="75"/>
                      </a:lnTo>
                      <a:lnTo>
                        <a:pt x="513" y="77"/>
                      </a:lnTo>
                      <a:lnTo>
                        <a:pt x="515" y="77"/>
                      </a:lnTo>
                      <a:lnTo>
                        <a:pt x="517" y="77"/>
                      </a:lnTo>
                      <a:lnTo>
                        <a:pt x="518" y="77"/>
                      </a:lnTo>
                      <a:lnTo>
                        <a:pt x="518" y="75"/>
                      </a:lnTo>
                      <a:lnTo>
                        <a:pt x="520" y="73"/>
                      </a:lnTo>
                      <a:lnTo>
                        <a:pt x="522" y="73"/>
                      </a:lnTo>
                      <a:lnTo>
                        <a:pt x="522" y="75"/>
                      </a:lnTo>
                      <a:lnTo>
                        <a:pt x="526" y="77"/>
                      </a:lnTo>
                      <a:lnTo>
                        <a:pt x="528" y="77"/>
                      </a:lnTo>
                      <a:lnTo>
                        <a:pt x="528" y="75"/>
                      </a:lnTo>
                      <a:lnTo>
                        <a:pt x="529" y="75"/>
                      </a:lnTo>
                      <a:lnTo>
                        <a:pt x="529" y="73"/>
                      </a:lnTo>
                      <a:lnTo>
                        <a:pt x="531" y="75"/>
                      </a:lnTo>
                      <a:lnTo>
                        <a:pt x="533" y="75"/>
                      </a:lnTo>
                      <a:lnTo>
                        <a:pt x="535" y="75"/>
                      </a:lnTo>
                      <a:lnTo>
                        <a:pt x="537" y="77"/>
                      </a:lnTo>
                      <a:lnTo>
                        <a:pt x="538" y="77"/>
                      </a:lnTo>
                      <a:lnTo>
                        <a:pt x="540" y="77"/>
                      </a:lnTo>
                      <a:lnTo>
                        <a:pt x="540" y="79"/>
                      </a:lnTo>
                      <a:lnTo>
                        <a:pt x="542" y="79"/>
                      </a:lnTo>
                      <a:lnTo>
                        <a:pt x="542" y="81"/>
                      </a:lnTo>
                      <a:lnTo>
                        <a:pt x="544" y="81"/>
                      </a:lnTo>
                      <a:lnTo>
                        <a:pt x="546" y="81"/>
                      </a:lnTo>
                      <a:lnTo>
                        <a:pt x="548" y="81"/>
                      </a:lnTo>
                      <a:lnTo>
                        <a:pt x="549" y="81"/>
                      </a:lnTo>
                      <a:lnTo>
                        <a:pt x="549" y="82"/>
                      </a:lnTo>
                      <a:lnTo>
                        <a:pt x="551" y="84"/>
                      </a:lnTo>
                      <a:lnTo>
                        <a:pt x="549" y="84"/>
                      </a:lnTo>
                      <a:lnTo>
                        <a:pt x="549" y="86"/>
                      </a:lnTo>
                      <a:lnTo>
                        <a:pt x="549" y="88"/>
                      </a:lnTo>
                      <a:lnTo>
                        <a:pt x="551" y="88"/>
                      </a:lnTo>
                      <a:lnTo>
                        <a:pt x="551" y="90"/>
                      </a:lnTo>
                      <a:lnTo>
                        <a:pt x="553" y="90"/>
                      </a:lnTo>
                      <a:lnTo>
                        <a:pt x="553" y="92"/>
                      </a:lnTo>
                      <a:lnTo>
                        <a:pt x="555" y="92"/>
                      </a:lnTo>
                      <a:lnTo>
                        <a:pt x="557" y="93"/>
                      </a:lnTo>
                      <a:lnTo>
                        <a:pt x="555" y="93"/>
                      </a:lnTo>
                      <a:lnTo>
                        <a:pt x="557" y="93"/>
                      </a:lnTo>
                      <a:lnTo>
                        <a:pt x="559" y="93"/>
                      </a:lnTo>
                      <a:lnTo>
                        <a:pt x="559" y="95"/>
                      </a:lnTo>
                      <a:lnTo>
                        <a:pt x="560" y="93"/>
                      </a:lnTo>
                      <a:lnTo>
                        <a:pt x="562" y="95"/>
                      </a:lnTo>
                      <a:lnTo>
                        <a:pt x="564" y="95"/>
                      </a:lnTo>
                      <a:lnTo>
                        <a:pt x="566" y="95"/>
                      </a:lnTo>
                      <a:lnTo>
                        <a:pt x="568" y="97"/>
                      </a:lnTo>
                      <a:lnTo>
                        <a:pt x="570" y="97"/>
                      </a:lnTo>
                      <a:lnTo>
                        <a:pt x="571" y="97"/>
                      </a:lnTo>
                      <a:lnTo>
                        <a:pt x="573" y="97"/>
                      </a:lnTo>
                      <a:lnTo>
                        <a:pt x="573" y="99"/>
                      </a:lnTo>
                      <a:lnTo>
                        <a:pt x="575" y="99"/>
                      </a:lnTo>
                      <a:lnTo>
                        <a:pt x="575" y="101"/>
                      </a:lnTo>
                      <a:lnTo>
                        <a:pt x="575" y="102"/>
                      </a:lnTo>
                      <a:lnTo>
                        <a:pt x="577" y="102"/>
                      </a:lnTo>
                      <a:lnTo>
                        <a:pt x="577" y="104"/>
                      </a:lnTo>
                      <a:lnTo>
                        <a:pt x="579" y="104"/>
                      </a:lnTo>
                      <a:lnTo>
                        <a:pt x="579" y="106"/>
                      </a:lnTo>
                      <a:lnTo>
                        <a:pt x="580" y="106"/>
                      </a:lnTo>
                      <a:lnTo>
                        <a:pt x="580" y="108"/>
                      </a:lnTo>
                      <a:lnTo>
                        <a:pt x="582" y="108"/>
                      </a:lnTo>
                      <a:lnTo>
                        <a:pt x="584" y="112"/>
                      </a:lnTo>
                      <a:lnTo>
                        <a:pt x="586" y="112"/>
                      </a:lnTo>
                      <a:lnTo>
                        <a:pt x="590" y="112"/>
                      </a:lnTo>
                      <a:lnTo>
                        <a:pt x="593" y="112"/>
                      </a:lnTo>
                      <a:lnTo>
                        <a:pt x="595" y="112"/>
                      </a:lnTo>
                      <a:lnTo>
                        <a:pt x="597" y="112"/>
                      </a:lnTo>
                      <a:lnTo>
                        <a:pt x="601" y="112"/>
                      </a:lnTo>
                      <a:lnTo>
                        <a:pt x="608" y="112"/>
                      </a:lnTo>
                      <a:lnTo>
                        <a:pt x="611" y="112"/>
                      </a:lnTo>
                      <a:lnTo>
                        <a:pt x="613" y="112"/>
                      </a:lnTo>
                      <a:lnTo>
                        <a:pt x="613" y="113"/>
                      </a:lnTo>
                      <a:lnTo>
                        <a:pt x="615" y="115"/>
                      </a:lnTo>
                      <a:lnTo>
                        <a:pt x="613" y="115"/>
                      </a:lnTo>
                      <a:lnTo>
                        <a:pt x="615" y="115"/>
                      </a:lnTo>
                      <a:lnTo>
                        <a:pt x="613" y="115"/>
                      </a:lnTo>
                      <a:lnTo>
                        <a:pt x="613" y="117"/>
                      </a:lnTo>
                      <a:lnTo>
                        <a:pt x="613" y="119"/>
                      </a:lnTo>
                      <a:lnTo>
                        <a:pt x="613" y="121"/>
                      </a:lnTo>
                      <a:lnTo>
                        <a:pt x="613" y="123"/>
                      </a:lnTo>
                      <a:lnTo>
                        <a:pt x="613" y="124"/>
                      </a:lnTo>
                      <a:lnTo>
                        <a:pt x="613" y="126"/>
                      </a:lnTo>
                      <a:lnTo>
                        <a:pt x="615" y="126"/>
                      </a:lnTo>
                      <a:lnTo>
                        <a:pt x="615" y="128"/>
                      </a:lnTo>
                      <a:lnTo>
                        <a:pt x="615" y="130"/>
                      </a:lnTo>
                      <a:lnTo>
                        <a:pt x="615" y="132"/>
                      </a:lnTo>
                      <a:lnTo>
                        <a:pt x="615" y="134"/>
                      </a:lnTo>
                      <a:lnTo>
                        <a:pt x="613" y="134"/>
                      </a:lnTo>
                      <a:lnTo>
                        <a:pt x="613" y="135"/>
                      </a:lnTo>
                      <a:lnTo>
                        <a:pt x="611" y="135"/>
                      </a:lnTo>
                      <a:lnTo>
                        <a:pt x="611" y="137"/>
                      </a:lnTo>
                      <a:lnTo>
                        <a:pt x="611" y="135"/>
                      </a:lnTo>
                      <a:lnTo>
                        <a:pt x="613" y="137"/>
                      </a:lnTo>
                      <a:lnTo>
                        <a:pt x="615" y="137"/>
                      </a:lnTo>
                      <a:lnTo>
                        <a:pt x="617" y="137"/>
                      </a:lnTo>
                      <a:lnTo>
                        <a:pt x="615" y="137"/>
                      </a:lnTo>
                      <a:lnTo>
                        <a:pt x="617" y="139"/>
                      </a:lnTo>
                      <a:lnTo>
                        <a:pt x="615" y="139"/>
                      </a:lnTo>
                      <a:lnTo>
                        <a:pt x="617" y="139"/>
                      </a:lnTo>
                      <a:lnTo>
                        <a:pt x="617" y="141"/>
                      </a:lnTo>
                      <a:lnTo>
                        <a:pt x="617" y="143"/>
                      </a:lnTo>
                      <a:lnTo>
                        <a:pt x="617" y="145"/>
                      </a:lnTo>
                      <a:lnTo>
                        <a:pt x="617" y="146"/>
                      </a:lnTo>
                      <a:lnTo>
                        <a:pt x="615" y="146"/>
                      </a:lnTo>
                      <a:lnTo>
                        <a:pt x="615" y="148"/>
                      </a:lnTo>
                      <a:lnTo>
                        <a:pt x="617" y="148"/>
                      </a:lnTo>
                      <a:lnTo>
                        <a:pt x="617" y="150"/>
                      </a:lnTo>
                      <a:lnTo>
                        <a:pt x="617" y="152"/>
                      </a:lnTo>
                      <a:lnTo>
                        <a:pt x="617" y="154"/>
                      </a:lnTo>
                      <a:lnTo>
                        <a:pt x="615" y="154"/>
                      </a:lnTo>
                      <a:lnTo>
                        <a:pt x="615" y="155"/>
                      </a:lnTo>
                      <a:lnTo>
                        <a:pt x="615" y="157"/>
                      </a:lnTo>
                      <a:lnTo>
                        <a:pt x="613" y="157"/>
                      </a:lnTo>
                      <a:lnTo>
                        <a:pt x="613" y="159"/>
                      </a:lnTo>
                      <a:lnTo>
                        <a:pt x="615" y="159"/>
                      </a:lnTo>
                      <a:lnTo>
                        <a:pt x="615" y="161"/>
                      </a:lnTo>
                      <a:lnTo>
                        <a:pt x="613" y="161"/>
                      </a:lnTo>
                      <a:lnTo>
                        <a:pt x="611" y="161"/>
                      </a:lnTo>
                      <a:lnTo>
                        <a:pt x="611" y="163"/>
                      </a:lnTo>
                      <a:lnTo>
                        <a:pt x="611" y="165"/>
                      </a:lnTo>
                      <a:lnTo>
                        <a:pt x="611" y="166"/>
                      </a:lnTo>
                      <a:lnTo>
                        <a:pt x="613" y="166"/>
                      </a:lnTo>
                      <a:lnTo>
                        <a:pt x="611" y="166"/>
                      </a:lnTo>
                      <a:lnTo>
                        <a:pt x="613" y="166"/>
                      </a:lnTo>
                      <a:lnTo>
                        <a:pt x="611" y="166"/>
                      </a:lnTo>
                      <a:lnTo>
                        <a:pt x="613" y="166"/>
                      </a:lnTo>
                      <a:lnTo>
                        <a:pt x="613" y="168"/>
                      </a:lnTo>
                      <a:lnTo>
                        <a:pt x="611" y="168"/>
                      </a:lnTo>
                      <a:lnTo>
                        <a:pt x="611" y="170"/>
                      </a:lnTo>
                      <a:lnTo>
                        <a:pt x="611" y="172"/>
                      </a:lnTo>
                      <a:lnTo>
                        <a:pt x="610" y="174"/>
                      </a:lnTo>
                      <a:lnTo>
                        <a:pt x="610" y="176"/>
                      </a:lnTo>
                      <a:lnTo>
                        <a:pt x="611" y="176"/>
                      </a:lnTo>
                      <a:lnTo>
                        <a:pt x="610" y="176"/>
                      </a:lnTo>
                      <a:lnTo>
                        <a:pt x="610" y="177"/>
                      </a:lnTo>
                      <a:lnTo>
                        <a:pt x="610" y="179"/>
                      </a:lnTo>
                      <a:lnTo>
                        <a:pt x="608" y="179"/>
                      </a:lnTo>
                      <a:lnTo>
                        <a:pt x="608" y="181"/>
                      </a:lnTo>
                      <a:lnTo>
                        <a:pt x="608" y="183"/>
                      </a:lnTo>
                      <a:lnTo>
                        <a:pt x="608" y="185"/>
                      </a:lnTo>
                      <a:lnTo>
                        <a:pt x="606" y="185"/>
                      </a:lnTo>
                      <a:lnTo>
                        <a:pt x="604" y="185"/>
                      </a:lnTo>
                      <a:lnTo>
                        <a:pt x="604" y="187"/>
                      </a:lnTo>
                      <a:lnTo>
                        <a:pt x="602" y="187"/>
                      </a:lnTo>
                      <a:lnTo>
                        <a:pt x="601" y="187"/>
                      </a:lnTo>
                      <a:lnTo>
                        <a:pt x="599" y="188"/>
                      </a:lnTo>
                      <a:lnTo>
                        <a:pt x="601" y="188"/>
                      </a:lnTo>
                      <a:lnTo>
                        <a:pt x="601" y="190"/>
                      </a:lnTo>
                      <a:lnTo>
                        <a:pt x="602" y="190"/>
                      </a:lnTo>
                      <a:lnTo>
                        <a:pt x="602" y="192"/>
                      </a:lnTo>
                      <a:lnTo>
                        <a:pt x="602" y="194"/>
                      </a:lnTo>
                      <a:lnTo>
                        <a:pt x="604" y="194"/>
                      </a:lnTo>
                      <a:lnTo>
                        <a:pt x="604" y="196"/>
                      </a:lnTo>
                      <a:lnTo>
                        <a:pt x="606" y="196"/>
                      </a:lnTo>
                      <a:lnTo>
                        <a:pt x="602" y="196"/>
                      </a:lnTo>
                      <a:lnTo>
                        <a:pt x="601" y="196"/>
                      </a:lnTo>
                      <a:lnTo>
                        <a:pt x="599" y="196"/>
                      </a:lnTo>
                      <a:lnTo>
                        <a:pt x="597" y="196"/>
                      </a:lnTo>
                      <a:lnTo>
                        <a:pt x="595" y="196"/>
                      </a:lnTo>
                      <a:lnTo>
                        <a:pt x="595" y="198"/>
                      </a:lnTo>
                      <a:lnTo>
                        <a:pt x="593" y="199"/>
                      </a:lnTo>
                      <a:lnTo>
                        <a:pt x="591" y="199"/>
                      </a:lnTo>
                      <a:lnTo>
                        <a:pt x="591" y="201"/>
                      </a:lnTo>
                      <a:lnTo>
                        <a:pt x="590" y="201"/>
                      </a:lnTo>
                      <a:lnTo>
                        <a:pt x="590" y="203"/>
                      </a:lnTo>
                      <a:lnTo>
                        <a:pt x="591" y="212"/>
                      </a:lnTo>
                      <a:lnTo>
                        <a:pt x="591" y="216"/>
                      </a:lnTo>
                      <a:lnTo>
                        <a:pt x="593" y="218"/>
                      </a:lnTo>
                      <a:lnTo>
                        <a:pt x="593" y="221"/>
                      </a:lnTo>
                      <a:lnTo>
                        <a:pt x="595" y="223"/>
                      </a:lnTo>
                      <a:lnTo>
                        <a:pt x="599" y="223"/>
                      </a:lnTo>
                      <a:lnTo>
                        <a:pt x="604" y="223"/>
                      </a:lnTo>
                      <a:lnTo>
                        <a:pt x="606" y="223"/>
                      </a:lnTo>
                      <a:lnTo>
                        <a:pt x="606" y="225"/>
                      </a:lnTo>
                      <a:lnTo>
                        <a:pt x="604" y="225"/>
                      </a:lnTo>
                      <a:lnTo>
                        <a:pt x="602" y="225"/>
                      </a:lnTo>
                      <a:lnTo>
                        <a:pt x="602" y="227"/>
                      </a:lnTo>
                      <a:lnTo>
                        <a:pt x="601" y="229"/>
                      </a:lnTo>
                      <a:lnTo>
                        <a:pt x="599" y="230"/>
                      </a:lnTo>
                      <a:lnTo>
                        <a:pt x="595" y="234"/>
                      </a:lnTo>
                      <a:lnTo>
                        <a:pt x="593" y="238"/>
                      </a:lnTo>
                      <a:lnTo>
                        <a:pt x="595" y="241"/>
                      </a:lnTo>
                      <a:lnTo>
                        <a:pt x="597" y="247"/>
                      </a:lnTo>
                      <a:lnTo>
                        <a:pt x="597" y="249"/>
                      </a:lnTo>
                      <a:lnTo>
                        <a:pt x="597" y="251"/>
                      </a:lnTo>
                      <a:lnTo>
                        <a:pt x="597" y="254"/>
                      </a:lnTo>
                      <a:lnTo>
                        <a:pt x="601" y="261"/>
                      </a:lnTo>
                      <a:lnTo>
                        <a:pt x="602" y="265"/>
                      </a:lnTo>
                      <a:lnTo>
                        <a:pt x="602" y="269"/>
                      </a:lnTo>
                      <a:lnTo>
                        <a:pt x="604" y="271"/>
                      </a:lnTo>
                      <a:lnTo>
                        <a:pt x="602" y="272"/>
                      </a:lnTo>
                      <a:lnTo>
                        <a:pt x="602" y="276"/>
                      </a:lnTo>
                      <a:lnTo>
                        <a:pt x="601" y="276"/>
                      </a:lnTo>
                      <a:lnTo>
                        <a:pt x="602" y="278"/>
                      </a:lnTo>
                      <a:lnTo>
                        <a:pt x="601" y="280"/>
                      </a:lnTo>
                      <a:lnTo>
                        <a:pt x="602" y="280"/>
                      </a:lnTo>
                      <a:lnTo>
                        <a:pt x="601" y="282"/>
                      </a:lnTo>
                      <a:lnTo>
                        <a:pt x="601" y="285"/>
                      </a:lnTo>
                      <a:lnTo>
                        <a:pt x="601" y="287"/>
                      </a:lnTo>
                      <a:lnTo>
                        <a:pt x="601" y="289"/>
                      </a:lnTo>
                      <a:lnTo>
                        <a:pt x="602" y="293"/>
                      </a:lnTo>
                      <a:lnTo>
                        <a:pt x="602" y="296"/>
                      </a:lnTo>
                      <a:lnTo>
                        <a:pt x="606" y="296"/>
                      </a:lnTo>
                      <a:lnTo>
                        <a:pt x="611" y="298"/>
                      </a:lnTo>
                      <a:lnTo>
                        <a:pt x="619" y="298"/>
                      </a:lnTo>
                      <a:lnTo>
                        <a:pt x="622" y="300"/>
                      </a:lnTo>
                      <a:lnTo>
                        <a:pt x="630" y="300"/>
                      </a:lnTo>
                      <a:lnTo>
                        <a:pt x="633" y="300"/>
                      </a:lnTo>
                      <a:lnTo>
                        <a:pt x="635" y="304"/>
                      </a:lnTo>
                      <a:lnTo>
                        <a:pt x="635" y="305"/>
                      </a:lnTo>
                      <a:lnTo>
                        <a:pt x="635" y="307"/>
                      </a:lnTo>
                      <a:lnTo>
                        <a:pt x="637" y="307"/>
                      </a:lnTo>
                      <a:lnTo>
                        <a:pt x="637" y="309"/>
                      </a:lnTo>
                      <a:lnTo>
                        <a:pt x="637" y="311"/>
                      </a:lnTo>
                      <a:lnTo>
                        <a:pt x="637" y="313"/>
                      </a:lnTo>
                      <a:lnTo>
                        <a:pt x="637" y="314"/>
                      </a:lnTo>
                      <a:lnTo>
                        <a:pt x="637" y="316"/>
                      </a:lnTo>
                      <a:lnTo>
                        <a:pt x="635" y="316"/>
                      </a:lnTo>
                      <a:lnTo>
                        <a:pt x="635" y="318"/>
                      </a:lnTo>
                      <a:lnTo>
                        <a:pt x="637" y="320"/>
                      </a:lnTo>
                      <a:lnTo>
                        <a:pt x="635" y="320"/>
                      </a:lnTo>
                      <a:lnTo>
                        <a:pt x="635" y="322"/>
                      </a:lnTo>
                      <a:lnTo>
                        <a:pt x="633" y="322"/>
                      </a:lnTo>
                      <a:lnTo>
                        <a:pt x="633" y="324"/>
                      </a:lnTo>
                      <a:lnTo>
                        <a:pt x="619" y="336"/>
                      </a:lnTo>
                      <a:lnTo>
                        <a:pt x="602" y="355"/>
                      </a:lnTo>
                      <a:lnTo>
                        <a:pt x="610" y="362"/>
                      </a:lnTo>
                      <a:lnTo>
                        <a:pt x="613" y="366"/>
                      </a:lnTo>
                      <a:lnTo>
                        <a:pt x="615" y="367"/>
                      </a:lnTo>
                      <a:lnTo>
                        <a:pt x="619" y="371"/>
                      </a:lnTo>
                      <a:lnTo>
                        <a:pt x="621" y="371"/>
                      </a:lnTo>
                      <a:lnTo>
                        <a:pt x="621" y="373"/>
                      </a:lnTo>
                      <a:lnTo>
                        <a:pt x="621" y="375"/>
                      </a:lnTo>
                      <a:lnTo>
                        <a:pt x="621" y="377"/>
                      </a:lnTo>
                      <a:lnTo>
                        <a:pt x="622" y="377"/>
                      </a:lnTo>
                      <a:lnTo>
                        <a:pt x="622" y="378"/>
                      </a:lnTo>
                      <a:lnTo>
                        <a:pt x="622" y="380"/>
                      </a:lnTo>
                      <a:lnTo>
                        <a:pt x="624" y="380"/>
                      </a:lnTo>
                      <a:lnTo>
                        <a:pt x="624" y="382"/>
                      </a:lnTo>
                      <a:lnTo>
                        <a:pt x="626" y="382"/>
                      </a:lnTo>
                      <a:lnTo>
                        <a:pt x="626" y="384"/>
                      </a:lnTo>
                      <a:lnTo>
                        <a:pt x="624" y="384"/>
                      </a:lnTo>
                      <a:lnTo>
                        <a:pt x="626" y="384"/>
                      </a:lnTo>
                      <a:lnTo>
                        <a:pt x="626" y="386"/>
                      </a:lnTo>
                      <a:lnTo>
                        <a:pt x="628" y="386"/>
                      </a:lnTo>
                      <a:lnTo>
                        <a:pt x="628" y="388"/>
                      </a:lnTo>
                      <a:lnTo>
                        <a:pt x="628" y="389"/>
                      </a:lnTo>
                      <a:lnTo>
                        <a:pt x="630" y="389"/>
                      </a:lnTo>
                      <a:lnTo>
                        <a:pt x="630" y="391"/>
                      </a:lnTo>
                      <a:lnTo>
                        <a:pt x="632" y="391"/>
                      </a:lnTo>
                      <a:lnTo>
                        <a:pt x="632" y="393"/>
                      </a:lnTo>
                      <a:lnTo>
                        <a:pt x="633" y="393"/>
                      </a:lnTo>
                      <a:lnTo>
                        <a:pt x="633" y="395"/>
                      </a:lnTo>
                      <a:lnTo>
                        <a:pt x="635" y="395"/>
                      </a:lnTo>
                      <a:lnTo>
                        <a:pt x="635" y="397"/>
                      </a:lnTo>
                      <a:lnTo>
                        <a:pt x="637" y="397"/>
                      </a:lnTo>
                      <a:lnTo>
                        <a:pt x="637" y="399"/>
                      </a:lnTo>
                      <a:lnTo>
                        <a:pt x="639" y="399"/>
                      </a:lnTo>
                      <a:lnTo>
                        <a:pt x="639" y="400"/>
                      </a:lnTo>
                      <a:lnTo>
                        <a:pt x="641" y="400"/>
                      </a:lnTo>
                      <a:lnTo>
                        <a:pt x="641" y="402"/>
                      </a:lnTo>
                      <a:lnTo>
                        <a:pt x="643" y="402"/>
                      </a:lnTo>
                      <a:lnTo>
                        <a:pt x="644" y="402"/>
                      </a:lnTo>
                      <a:lnTo>
                        <a:pt x="646" y="402"/>
                      </a:lnTo>
                      <a:lnTo>
                        <a:pt x="648" y="404"/>
                      </a:lnTo>
                      <a:lnTo>
                        <a:pt x="650" y="404"/>
                      </a:lnTo>
                      <a:lnTo>
                        <a:pt x="652" y="404"/>
                      </a:lnTo>
                      <a:lnTo>
                        <a:pt x="653" y="406"/>
                      </a:lnTo>
                      <a:lnTo>
                        <a:pt x="655" y="404"/>
                      </a:lnTo>
                      <a:lnTo>
                        <a:pt x="655" y="406"/>
                      </a:lnTo>
                      <a:lnTo>
                        <a:pt x="657" y="406"/>
                      </a:lnTo>
                      <a:lnTo>
                        <a:pt x="659" y="406"/>
                      </a:lnTo>
                      <a:lnTo>
                        <a:pt x="659" y="408"/>
                      </a:lnTo>
                      <a:lnTo>
                        <a:pt x="661" y="408"/>
                      </a:lnTo>
                      <a:lnTo>
                        <a:pt x="661" y="410"/>
                      </a:lnTo>
                      <a:lnTo>
                        <a:pt x="663" y="410"/>
                      </a:lnTo>
                      <a:lnTo>
                        <a:pt x="663" y="411"/>
                      </a:lnTo>
                      <a:lnTo>
                        <a:pt x="664" y="411"/>
                      </a:lnTo>
                      <a:lnTo>
                        <a:pt x="664" y="413"/>
                      </a:lnTo>
                      <a:lnTo>
                        <a:pt x="672" y="411"/>
                      </a:lnTo>
                      <a:lnTo>
                        <a:pt x="672" y="415"/>
                      </a:lnTo>
                      <a:lnTo>
                        <a:pt x="672" y="417"/>
                      </a:lnTo>
                      <a:lnTo>
                        <a:pt x="672" y="420"/>
                      </a:lnTo>
                      <a:lnTo>
                        <a:pt x="672" y="422"/>
                      </a:lnTo>
                      <a:lnTo>
                        <a:pt x="672" y="428"/>
                      </a:lnTo>
                      <a:lnTo>
                        <a:pt x="674" y="430"/>
                      </a:lnTo>
                      <a:lnTo>
                        <a:pt x="674" y="431"/>
                      </a:lnTo>
                      <a:lnTo>
                        <a:pt x="674" y="435"/>
                      </a:lnTo>
                      <a:lnTo>
                        <a:pt x="674" y="441"/>
                      </a:lnTo>
                      <a:lnTo>
                        <a:pt x="672" y="444"/>
                      </a:lnTo>
                      <a:lnTo>
                        <a:pt x="672" y="446"/>
                      </a:lnTo>
                      <a:lnTo>
                        <a:pt x="674" y="446"/>
                      </a:lnTo>
                      <a:lnTo>
                        <a:pt x="672" y="448"/>
                      </a:lnTo>
                      <a:lnTo>
                        <a:pt x="674" y="450"/>
                      </a:lnTo>
                      <a:lnTo>
                        <a:pt x="675" y="448"/>
                      </a:lnTo>
                      <a:lnTo>
                        <a:pt x="675" y="450"/>
                      </a:lnTo>
                      <a:lnTo>
                        <a:pt x="677" y="450"/>
                      </a:lnTo>
                      <a:lnTo>
                        <a:pt x="679" y="450"/>
                      </a:lnTo>
                      <a:lnTo>
                        <a:pt x="681" y="448"/>
                      </a:lnTo>
                      <a:lnTo>
                        <a:pt x="683" y="448"/>
                      </a:lnTo>
                      <a:lnTo>
                        <a:pt x="685" y="448"/>
                      </a:lnTo>
                      <a:lnTo>
                        <a:pt x="686" y="448"/>
                      </a:lnTo>
                      <a:lnTo>
                        <a:pt x="686" y="450"/>
                      </a:lnTo>
                      <a:lnTo>
                        <a:pt x="688" y="450"/>
                      </a:lnTo>
                      <a:lnTo>
                        <a:pt x="690" y="450"/>
                      </a:lnTo>
                      <a:lnTo>
                        <a:pt x="690" y="452"/>
                      </a:lnTo>
                      <a:lnTo>
                        <a:pt x="692" y="453"/>
                      </a:lnTo>
                      <a:lnTo>
                        <a:pt x="690" y="453"/>
                      </a:lnTo>
                      <a:lnTo>
                        <a:pt x="690" y="452"/>
                      </a:lnTo>
                      <a:lnTo>
                        <a:pt x="690" y="453"/>
                      </a:lnTo>
                      <a:lnTo>
                        <a:pt x="688" y="453"/>
                      </a:lnTo>
                      <a:lnTo>
                        <a:pt x="688" y="455"/>
                      </a:lnTo>
                      <a:lnTo>
                        <a:pt x="688" y="459"/>
                      </a:lnTo>
                      <a:lnTo>
                        <a:pt x="688" y="461"/>
                      </a:lnTo>
                      <a:lnTo>
                        <a:pt x="688" y="463"/>
                      </a:lnTo>
                      <a:lnTo>
                        <a:pt x="686" y="463"/>
                      </a:lnTo>
                      <a:lnTo>
                        <a:pt x="686" y="464"/>
                      </a:lnTo>
                      <a:lnTo>
                        <a:pt x="686" y="466"/>
                      </a:lnTo>
                      <a:lnTo>
                        <a:pt x="686" y="468"/>
                      </a:lnTo>
                      <a:lnTo>
                        <a:pt x="686" y="470"/>
                      </a:lnTo>
                      <a:lnTo>
                        <a:pt x="685" y="470"/>
                      </a:lnTo>
                      <a:lnTo>
                        <a:pt x="683" y="470"/>
                      </a:lnTo>
                      <a:lnTo>
                        <a:pt x="681" y="470"/>
                      </a:lnTo>
                      <a:lnTo>
                        <a:pt x="679" y="470"/>
                      </a:lnTo>
                      <a:lnTo>
                        <a:pt x="677" y="470"/>
                      </a:lnTo>
                      <a:lnTo>
                        <a:pt x="675" y="470"/>
                      </a:lnTo>
                      <a:lnTo>
                        <a:pt x="674" y="470"/>
                      </a:lnTo>
                      <a:lnTo>
                        <a:pt x="672" y="470"/>
                      </a:lnTo>
                      <a:lnTo>
                        <a:pt x="670" y="470"/>
                      </a:lnTo>
                      <a:lnTo>
                        <a:pt x="670" y="472"/>
                      </a:lnTo>
                      <a:lnTo>
                        <a:pt x="670" y="470"/>
                      </a:lnTo>
                      <a:lnTo>
                        <a:pt x="670" y="472"/>
                      </a:lnTo>
                      <a:lnTo>
                        <a:pt x="668" y="472"/>
                      </a:lnTo>
                      <a:lnTo>
                        <a:pt x="666" y="472"/>
                      </a:lnTo>
                      <a:lnTo>
                        <a:pt x="664" y="472"/>
                      </a:lnTo>
                      <a:lnTo>
                        <a:pt x="663" y="472"/>
                      </a:lnTo>
                      <a:lnTo>
                        <a:pt x="661" y="472"/>
                      </a:lnTo>
                      <a:lnTo>
                        <a:pt x="661" y="473"/>
                      </a:lnTo>
                      <a:lnTo>
                        <a:pt x="659" y="472"/>
                      </a:lnTo>
                      <a:lnTo>
                        <a:pt x="659" y="473"/>
                      </a:lnTo>
                      <a:lnTo>
                        <a:pt x="657" y="473"/>
                      </a:lnTo>
                      <a:lnTo>
                        <a:pt x="655" y="473"/>
                      </a:lnTo>
                      <a:lnTo>
                        <a:pt x="655" y="475"/>
                      </a:lnTo>
                      <a:lnTo>
                        <a:pt x="653" y="475"/>
                      </a:lnTo>
                      <a:lnTo>
                        <a:pt x="655" y="475"/>
                      </a:lnTo>
                      <a:lnTo>
                        <a:pt x="655" y="477"/>
                      </a:lnTo>
                      <a:lnTo>
                        <a:pt x="653" y="477"/>
                      </a:lnTo>
                      <a:lnTo>
                        <a:pt x="653" y="479"/>
                      </a:lnTo>
                      <a:lnTo>
                        <a:pt x="653" y="481"/>
                      </a:lnTo>
                      <a:lnTo>
                        <a:pt x="652" y="481"/>
                      </a:lnTo>
                      <a:lnTo>
                        <a:pt x="653" y="481"/>
                      </a:lnTo>
                      <a:lnTo>
                        <a:pt x="652" y="481"/>
                      </a:lnTo>
                      <a:lnTo>
                        <a:pt x="652" y="483"/>
                      </a:lnTo>
                      <a:lnTo>
                        <a:pt x="650" y="483"/>
                      </a:lnTo>
                      <a:lnTo>
                        <a:pt x="648" y="483"/>
                      </a:lnTo>
                      <a:lnTo>
                        <a:pt x="646" y="483"/>
                      </a:lnTo>
                      <a:lnTo>
                        <a:pt x="646" y="481"/>
                      </a:lnTo>
                      <a:lnTo>
                        <a:pt x="644" y="481"/>
                      </a:lnTo>
                      <a:lnTo>
                        <a:pt x="644" y="483"/>
                      </a:lnTo>
                      <a:lnTo>
                        <a:pt x="643" y="483"/>
                      </a:lnTo>
                      <a:lnTo>
                        <a:pt x="641" y="483"/>
                      </a:lnTo>
                      <a:lnTo>
                        <a:pt x="641" y="484"/>
                      </a:lnTo>
                      <a:lnTo>
                        <a:pt x="641" y="483"/>
                      </a:lnTo>
                      <a:lnTo>
                        <a:pt x="641" y="484"/>
                      </a:lnTo>
                      <a:lnTo>
                        <a:pt x="639" y="484"/>
                      </a:lnTo>
                      <a:lnTo>
                        <a:pt x="639" y="486"/>
                      </a:lnTo>
                      <a:lnTo>
                        <a:pt x="639" y="488"/>
                      </a:lnTo>
                      <a:lnTo>
                        <a:pt x="637" y="488"/>
                      </a:lnTo>
                      <a:lnTo>
                        <a:pt x="637" y="490"/>
                      </a:lnTo>
                      <a:lnTo>
                        <a:pt x="639" y="490"/>
                      </a:lnTo>
                      <a:lnTo>
                        <a:pt x="637" y="490"/>
                      </a:lnTo>
                      <a:lnTo>
                        <a:pt x="637" y="492"/>
                      </a:lnTo>
                      <a:lnTo>
                        <a:pt x="639" y="492"/>
                      </a:lnTo>
                      <a:lnTo>
                        <a:pt x="639" y="494"/>
                      </a:lnTo>
                      <a:lnTo>
                        <a:pt x="637" y="494"/>
                      </a:lnTo>
                      <a:lnTo>
                        <a:pt x="639" y="494"/>
                      </a:lnTo>
                      <a:lnTo>
                        <a:pt x="637" y="494"/>
                      </a:lnTo>
                      <a:lnTo>
                        <a:pt x="637" y="495"/>
                      </a:lnTo>
                      <a:lnTo>
                        <a:pt x="639" y="495"/>
                      </a:lnTo>
                      <a:lnTo>
                        <a:pt x="639" y="497"/>
                      </a:lnTo>
                      <a:lnTo>
                        <a:pt x="637" y="497"/>
                      </a:lnTo>
                      <a:lnTo>
                        <a:pt x="639" y="497"/>
                      </a:lnTo>
                      <a:lnTo>
                        <a:pt x="637" y="497"/>
                      </a:lnTo>
                      <a:lnTo>
                        <a:pt x="637" y="499"/>
                      </a:lnTo>
                      <a:lnTo>
                        <a:pt x="639" y="499"/>
                      </a:lnTo>
                      <a:lnTo>
                        <a:pt x="637" y="501"/>
                      </a:lnTo>
                      <a:lnTo>
                        <a:pt x="637" y="503"/>
                      </a:lnTo>
                      <a:lnTo>
                        <a:pt x="635" y="503"/>
                      </a:lnTo>
                      <a:lnTo>
                        <a:pt x="633" y="503"/>
                      </a:lnTo>
                      <a:lnTo>
                        <a:pt x="633" y="505"/>
                      </a:lnTo>
                      <a:lnTo>
                        <a:pt x="632" y="505"/>
                      </a:lnTo>
                      <a:lnTo>
                        <a:pt x="632" y="508"/>
                      </a:lnTo>
                      <a:lnTo>
                        <a:pt x="632" y="510"/>
                      </a:lnTo>
                      <a:lnTo>
                        <a:pt x="632" y="514"/>
                      </a:lnTo>
                      <a:lnTo>
                        <a:pt x="632" y="516"/>
                      </a:lnTo>
                      <a:lnTo>
                        <a:pt x="632" y="517"/>
                      </a:lnTo>
                      <a:lnTo>
                        <a:pt x="630" y="523"/>
                      </a:lnTo>
                      <a:lnTo>
                        <a:pt x="628" y="523"/>
                      </a:lnTo>
                      <a:lnTo>
                        <a:pt x="628" y="521"/>
                      </a:lnTo>
                      <a:lnTo>
                        <a:pt x="628" y="523"/>
                      </a:lnTo>
                      <a:lnTo>
                        <a:pt x="626" y="523"/>
                      </a:lnTo>
                      <a:lnTo>
                        <a:pt x="626" y="521"/>
                      </a:lnTo>
                      <a:lnTo>
                        <a:pt x="626" y="523"/>
                      </a:lnTo>
                      <a:lnTo>
                        <a:pt x="624" y="523"/>
                      </a:lnTo>
                      <a:lnTo>
                        <a:pt x="626" y="523"/>
                      </a:lnTo>
                      <a:lnTo>
                        <a:pt x="624" y="523"/>
                      </a:lnTo>
                      <a:lnTo>
                        <a:pt x="624" y="525"/>
                      </a:lnTo>
                      <a:lnTo>
                        <a:pt x="622" y="525"/>
                      </a:lnTo>
                      <a:lnTo>
                        <a:pt x="622" y="526"/>
                      </a:lnTo>
                      <a:lnTo>
                        <a:pt x="619" y="526"/>
                      </a:lnTo>
                      <a:lnTo>
                        <a:pt x="617" y="525"/>
                      </a:lnTo>
                      <a:lnTo>
                        <a:pt x="615" y="525"/>
                      </a:lnTo>
                      <a:lnTo>
                        <a:pt x="613" y="525"/>
                      </a:lnTo>
                      <a:lnTo>
                        <a:pt x="615" y="525"/>
                      </a:lnTo>
                      <a:lnTo>
                        <a:pt x="613" y="523"/>
                      </a:lnTo>
                      <a:lnTo>
                        <a:pt x="611" y="521"/>
                      </a:lnTo>
                      <a:lnTo>
                        <a:pt x="610" y="521"/>
                      </a:lnTo>
                      <a:lnTo>
                        <a:pt x="608" y="521"/>
                      </a:lnTo>
                      <a:lnTo>
                        <a:pt x="606" y="521"/>
                      </a:lnTo>
                      <a:lnTo>
                        <a:pt x="604" y="521"/>
                      </a:lnTo>
                      <a:lnTo>
                        <a:pt x="602" y="519"/>
                      </a:lnTo>
                      <a:lnTo>
                        <a:pt x="601" y="519"/>
                      </a:lnTo>
                      <a:lnTo>
                        <a:pt x="599" y="519"/>
                      </a:lnTo>
                      <a:lnTo>
                        <a:pt x="597" y="519"/>
                      </a:lnTo>
                      <a:lnTo>
                        <a:pt x="595" y="519"/>
                      </a:lnTo>
                      <a:lnTo>
                        <a:pt x="593" y="519"/>
                      </a:lnTo>
                      <a:lnTo>
                        <a:pt x="593" y="517"/>
                      </a:lnTo>
                      <a:lnTo>
                        <a:pt x="595" y="517"/>
                      </a:lnTo>
                      <a:lnTo>
                        <a:pt x="593" y="517"/>
                      </a:lnTo>
                      <a:lnTo>
                        <a:pt x="595" y="517"/>
                      </a:lnTo>
                      <a:lnTo>
                        <a:pt x="593" y="517"/>
                      </a:lnTo>
                      <a:lnTo>
                        <a:pt x="593" y="516"/>
                      </a:lnTo>
                      <a:lnTo>
                        <a:pt x="593" y="514"/>
                      </a:lnTo>
                      <a:lnTo>
                        <a:pt x="591" y="514"/>
                      </a:lnTo>
                      <a:lnTo>
                        <a:pt x="591" y="512"/>
                      </a:lnTo>
                      <a:lnTo>
                        <a:pt x="590" y="514"/>
                      </a:lnTo>
                      <a:lnTo>
                        <a:pt x="588" y="514"/>
                      </a:lnTo>
                      <a:lnTo>
                        <a:pt x="586" y="516"/>
                      </a:lnTo>
                      <a:lnTo>
                        <a:pt x="588" y="516"/>
                      </a:lnTo>
                      <a:lnTo>
                        <a:pt x="586" y="516"/>
                      </a:lnTo>
                      <a:lnTo>
                        <a:pt x="586" y="517"/>
                      </a:lnTo>
                      <a:lnTo>
                        <a:pt x="588" y="517"/>
                      </a:lnTo>
                      <a:lnTo>
                        <a:pt x="590" y="517"/>
                      </a:lnTo>
                      <a:lnTo>
                        <a:pt x="590" y="519"/>
                      </a:lnTo>
                      <a:lnTo>
                        <a:pt x="588" y="519"/>
                      </a:lnTo>
                      <a:lnTo>
                        <a:pt x="588" y="517"/>
                      </a:lnTo>
                      <a:lnTo>
                        <a:pt x="586" y="517"/>
                      </a:lnTo>
                      <a:lnTo>
                        <a:pt x="584" y="517"/>
                      </a:lnTo>
                      <a:lnTo>
                        <a:pt x="582" y="517"/>
                      </a:lnTo>
                      <a:lnTo>
                        <a:pt x="582" y="516"/>
                      </a:lnTo>
                      <a:lnTo>
                        <a:pt x="580" y="516"/>
                      </a:lnTo>
                      <a:lnTo>
                        <a:pt x="579" y="516"/>
                      </a:lnTo>
                      <a:lnTo>
                        <a:pt x="579" y="517"/>
                      </a:lnTo>
                      <a:lnTo>
                        <a:pt x="577" y="517"/>
                      </a:lnTo>
                      <a:lnTo>
                        <a:pt x="577" y="516"/>
                      </a:lnTo>
                      <a:lnTo>
                        <a:pt x="575" y="516"/>
                      </a:lnTo>
                      <a:lnTo>
                        <a:pt x="577" y="516"/>
                      </a:lnTo>
                      <a:lnTo>
                        <a:pt x="575" y="516"/>
                      </a:lnTo>
                      <a:lnTo>
                        <a:pt x="573" y="516"/>
                      </a:lnTo>
                      <a:lnTo>
                        <a:pt x="571" y="516"/>
                      </a:lnTo>
                      <a:lnTo>
                        <a:pt x="570" y="516"/>
                      </a:lnTo>
                      <a:lnTo>
                        <a:pt x="568" y="516"/>
                      </a:lnTo>
                      <a:lnTo>
                        <a:pt x="566" y="516"/>
                      </a:lnTo>
                      <a:lnTo>
                        <a:pt x="566" y="514"/>
                      </a:lnTo>
                      <a:lnTo>
                        <a:pt x="564" y="514"/>
                      </a:lnTo>
                      <a:lnTo>
                        <a:pt x="562" y="514"/>
                      </a:lnTo>
                      <a:lnTo>
                        <a:pt x="559" y="516"/>
                      </a:lnTo>
                      <a:lnTo>
                        <a:pt x="557" y="514"/>
                      </a:lnTo>
                      <a:lnTo>
                        <a:pt x="555" y="514"/>
                      </a:lnTo>
                      <a:lnTo>
                        <a:pt x="555" y="512"/>
                      </a:lnTo>
                      <a:lnTo>
                        <a:pt x="553" y="512"/>
                      </a:lnTo>
                      <a:lnTo>
                        <a:pt x="551" y="512"/>
                      </a:lnTo>
                      <a:lnTo>
                        <a:pt x="549" y="512"/>
                      </a:lnTo>
                      <a:lnTo>
                        <a:pt x="548" y="512"/>
                      </a:lnTo>
                      <a:lnTo>
                        <a:pt x="546" y="512"/>
                      </a:lnTo>
                      <a:lnTo>
                        <a:pt x="546" y="514"/>
                      </a:lnTo>
                      <a:lnTo>
                        <a:pt x="546" y="512"/>
                      </a:lnTo>
                      <a:lnTo>
                        <a:pt x="544" y="512"/>
                      </a:lnTo>
                      <a:lnTo>
                        <a:pt x="542" y="512"/>
                      </a:lnTo>
                      <a:lnTo>
                        <a:pt x="542" y="514"/>
                      </a:lnTo>
                      <a:lnTo>
                        <a:pt x="542" y="512"/>
                      </a:lnTo>
                      <a:close/>
                      <a:moveTo>
                        <a:pt x="170" y="342"/>
                      </a:moveTo>
                      <a:lnTo>
                        <a:pt x="170" y="340"/>
                      </a:lnTo>
                      <a:lnTo>
                        <a:pt x="170" y="342"/>
                      </a:lnTo>
                      <a:close/>
                      <a:moveTo>
                        <a:pt x="170" y="342"/>
                      </a:moveTo>
                      <a:lnTo>
                        <a:pt x="170" y="344"/>
                      </a:lnTo>
                      <a:lnTo>
                        <a:pt x="170" y="342"/>
                      </a:lnTo>
                      <a:close/>
                      <a:moveTo>
                        <a:pt x="542" y="512"/>
                      </a:moveTo>
                      <a:lnTo>
                        <a:pt x="540" y="512"/>
                      </a:lnTo>
                      <a:lnTo>
                        <a:pt x="542" y="512"/>
                      </a:lnTo>
                      <a:lnTo>
                        <a:pt x="540" y="512"/>
                      </a:lnTo>
                      <a:lnTo>
                        <a:pt x="542" y="51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1" name="Freeform 46">
                  <a:extLst>
                    <a:ext uri="{FF2B5EF4-FFF2-40B4-BE49-F238E27FC236}">
                      <a16:creationId xmlns:a16="http://schemas.microsoft.com/office/drawing/2014/main" id="{D484F57B-BF19-62C1-0AE6-5DBFECBF6DB4}"/>
                    </a:ext>
                  </a:extLst>
                </p:cNvPr>
                <p:cNvSpPr>
                  <a:spLocks noEditPoints="1"/>
                </p:cNvSpPr>
                <p:nvPr/>
              </p:nvSpPr>
              <p:spPr bwMode="auto">
                <a:xfrm>
                  <a:off x="2298238" y="2634534"/>
                  <a:ext cx="534936" cy="742766"/>
                </a:xfrm>
                <a:custGeom>
                  <a:avLst/>
                  <a:gdLst>
                    <a:gd name="T0" fmla="*/ 208 w 296"/>
                    <a:gd name="T1" fmla="*/ 411 h 411"/>
                    <a:gd name="T2" fmla="*/ 237 w 296"/>
                    <a:gd name="T3" fmla="*/ 398 h 411"/>
                    <a:gd name="T4" fmla="*/ 210 w 296"/>
                    <a:gd name="T5" fmla="*/ 397 h 411"/>
                    <a:gd name="T6" fmla="*/ 192 w 296"/>
                    <a:gd name="T7" fmla="*/ 387 h 411"/>
                    <a:gd name="T8" fmla="*/ 192 w 296"/>
                    <a:gd name="T9" fmla="*/ 389 h 411"/>
                    <a:gd name="T10" fmla="*/ 190 w 296"/>
                    <a:gd name="T11" fmla="*/ 386 h 411"/>
                    <a:gd name="T12" fmla="*/ 258 w 296"/>
                    <a:gd name="T13" fmla="*/ 384 h 411"/>
                    <a:gd name="T14" fmla="*/ 179 w 296"/>
                    <a:gd name="T15" fmla="*/ 384 h 411"/>
                    <a:gd name="T16" fmla="*/ 248 w 296"/>
                    <a:gd name="T17" fmla="*/ 380 h 411"/>
                    <a:gd name="T18" fmla="*/ 252 w 296"/>
                    <a:gd name="T19" fmla="*/ 378 h 411"/>
                    <a:gd name="T20" fmla="*/ 254 w 296"/>
                    <a:gd name="T21" fmla="*/ 377 h 411"/>
                    <a:gd name="T22" fmla="*/ 252 w 296"/>
                    <a:gd name="T23" fmla="*/ 377 h 411"/>
                    <a:gd name="T24" fmla="*/ 252 w 296"/>
                    <a:gd name="T25" fmla="*/ 378 h 411"/>
                    <a:gd name="T26" fmla="*/ 250 w 296"/>
                    <a:gd name="T27" fmla="*/ 378 h 411"/>
                    <a:gd name="T28" fmla="*/ 166 w 296"/>
                    <a:gd name="T29" fmla="*/ 377 h 411"/>
                    <a:gd name="T30" fmla="*/ 166 w 296"/>
                    <a:gd name="T31" fmla="*/ 378 h 411"/>
                    <a:gd name="T32" fmla="*/ 163 w 296"/>
                    <a:gd name="T33" fmla="*/ 377 h 411"/>
                    <a:gd name="T34" fmla="*/ 254 w 296"/>
                    <a:gd name="T35" fmla="*/ 377 h 411"/>
                    <a:gd name="T36" fmla="*/ 250 w 296"/>
                    <a:gd name="T37" fmla="*/ 377 h 411"/>
                    <a:gd name="T38" fmla="*/ 276 w 296"/>
                    <a:gd name="T39" fmla="*/ 377 h 411"/>
                    <a:gd name="T40" fmla="*/ 250 w 296"/>
                    <a:gd name="T41" fmla="*/ 377 h 411"/>
                    <a:gd name="T42" fmla="*/ 252 w 296"/>
                    <a:gd name="T43" fmla="*/ 373 h 411"/>
                    <a:gd name="T44" fmla="*/ 252 w 296"/>
                    <a:gd name="T45" fmla="*/ 377 h 411"/>
                    <a:gd name="T46" fmla="*/ 252 w 296"/>
                    <a:gd name="T47" fmla="*/ 371 h 411"/>
                    <a:gd name="T48" fmla="*/ 296 w 296"/>
                    <a:gd name="T49" fmla="*/ 371 h 411"/>
                    <a:gd name="T50" fmla="*/ 279 w 296"/>
                    <a:gd name="T51" fmla="*/ 369 h 411"/>
                    <a:gd name="T52" fmla="*/ 99 w 296"/>
                    <a:gd name="T53" fmla="*/ 340 h 411"/>
                    <a:gd name="T54" fmla="*/ 80 w 296"/>
                    <a:gd name="T55" fmla="*/ 300 h 411"/>
                    <a:gd name="T56" fmla="*/ 80 w 296"/>
                    <a:gd name="T57" fmla="*/ 296 h 411"/>
                    <a:gd name="T58" fmla="*/ 75 w 296"/>
                    <a:gd name="T59" fmla="*/ 296 h 411"/>
                    <a:gd name="T60" fmla="*/ 59 w 296"/>
                    <a:gd name="T61" fmla="*/ 291 h 411"/>
                    <a:gd name="T62" fmla="*/ 20 w 296"/>
                    <a:gd name="T63" fmla="*/ 258 h 411"/>
                    <a:gd name="T64" fmla="*/ 2 w 296"/>
                    <a:gd name="T65" fmla="*/ 256 h 411"/>
                    <a:gd name="T66" fmla="*/ 7 w 296"/>
                    <a:gd name="T67" fmla="*/ 263 h 411"/>
                    <a:gd name="T68" fmla="*/ 2 w 296"/>
                    <a:gd name="T69" fmla="*/ 263 h 411"/>
                    <a:gd name="T70" fmla="*/ 2 w 296"/>
                    <a:gd name="T71" fmla="*/ 258 h 411"/>
                    <a:gd name="T72" fmla="*/ 13 w 296"/>
                    <a:gd name="T73" fmla="*/ 256 h 411"/>
                    <a:gd name="T74" fmla="*/ 11 w 296"/>
                    <a:gd name="T75" fmla="*/ 252 h 411"/>
                    <a:gd name="T76" fmla="*/ 9 w 296"/>
                    <a:gd name="T77" fmla="*/ 252 h 411"/>
                    <a:gd name="T78" fmla="*/ 20 w 296"/>
                    <a:gd name="T79" fmla="*/ 250 h 411"/>
                    <a:gd name="T80" fmla="*/ 17 w 296"/>
                    <a:gd name="T81" fmla="*/ 250 h 411"/>
                    <a:gd name="T82" fmla="*/ 15 w 296"/>
                    <a:gd name="T83" fmla="*/ 250 h 411"/>
                    <a:gd name="T84" fmla="*/ 15 w 296"/>
                    <a:gd name="T85" fmla="*/ 249 h 411"/>
                    <a:gd name="T86" fmla="*/ 22 w 296"/>
                    <a:gd name="T87" fmla="*/ 249 h 411"/>
                    <a:gd name="T88" fmla="*/ 18 w 296"/>
                    <a:gd name="T89" fmla="*/ 249 h 411"/>
                    <a:gd name="T90" fmla="*/ 18 w 296"/>
                    <a:gd name="T91" fmla="*/ 247 h 411"/>
                    <a:gd name="T92" fmla="*/ 17 w 296"/>
                    <a:gd name="T93" fmla="*/ 247 h 411"/>
                    <a:gd name="T94" fmla="*/ 11 w 296"/>
                    <a:gd name="T95" fmla="*/ 247 h 411"/>
                    <a:gd name="T96" fmla="*/ 15 w 296"/>
                    <a:gd name="T97" fmla="*/ 245 h 411"/>
                    <a:gd name="T98" fmla="*/ 13 w 296"/>
                    <a:gd name="T99" fmla="*/ 245 h 411"/>
                    <a:gd name="T100" fmla="*/ 179 w 296"/>
                    <a:gd name="T101" fmla="*/ 18 h 411"/>
                    <a:gd name="T102" fmla="*/ 190 w 296"/>
                    <a:gd name="T103" fmla="*/ 16 h 411"/>
                    <a:gd name="T104" fmla="*/ 190 w 296"/>
                    <a:gd name="T105" fmla="*/ 4 h 411"/>
                    <a:gd name="T106" fmla="*/ 192 w 296"/>
                    <a:gd name="T107" fmla="*/ 11 h 411"/>
                    <a:gd name="T108" fmla="*/ 190 w 296"/>
                    <a:gd name="T109" fmla="*/ 7 h 411"/>
                    <a:gd name="T110" fmla="*/ 188 w 296"/>
                    <a:gd name="T111"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6" h="411">
                      <a:moveTo>
                        <a:pt x="210" y="409"/>
                      </a:moveTo>
                      <a:lnTo>
                        <a:pt x="212" y="409"/>
                      </a:lnTo>
                      <a:lnTo>
                        <a:pt x="212" y="411"/>
                      </a:lnTo>
                      <a:lnTo>
                        <a:pt x="210" y="411"/>
                      </a:lnTo>
                      <a:lnTo>
                        <a:pt x="208" y="411"/>
                      </a:lnTo>
                      <a:lnTo>
                        <a:pt x="208" y="409"/>
                      </a:lnTo>
                      <a:lnTo>
                        <a:pt x="210" y="409"/>
                      </a:lnTo>
                      <a:close/>
                      <a:moveTo>
                        <a:pt x="239" y="397"/>
                      </a:moveTo>
                      <a:lnTo>
                        <a:pt x="239" y="398"/>
                      </a:lnTo>
                      <a:lnTo>
                        <a:pt x="237" y="398"/>
                      </a:lnTo>
                      <a:lnTo>
                        <a:pt x="237" y="397"/>
                      </a:lnTo>
                      <a:lnTo>
                        <a:pt x="239" y="397"/>
                      </a:lnTo>
                      <a:close/>
                      <a:moveTo>
                        <a:pt x="210" y="397"/>
                      </a:moveTo>
                      <a:lnTo>
                        <a:pt x="210" y="398"/>
                      </a:lnTo>
                      <a:lnTo>
                        <a:pt x="210" y="397"/>
                      </a:lnTo>
                      <a:lnTo>
                        <a:pt x="208" y="397"/>
                      </a:lnTo>
                      <a:lnTo>
                        <a:pt x="208" y="395"/>
                      </a:lnTo>
                      <a:lnTo>
                        <a:pt x="210" y="395"/>
                      </a:lnTo>
                      <a:lnTo>
                        <a:pt x="210" y="397"/>
                      </a:lnTo>
                      <a:close/>
                      <a:moveTo>
                        <a:pt x="192" y="387"/>
                      </a:moveTo>
                      <a:lnTo>
                        <a:pt x="192" y="386"/>
                      </a:lnTo>
                      <a:lnTo>
                        <a:pt x="192" y="387"/>
                      </a:lnTo>
                      <a:lnTo>
                        <a:pt x="194" y="387"/>
                      </a:lnTo>
                      <a:lnTo>
                        <a:pt x="194" y="389"/>
                      </a:lnTo>
                      <a:lnTo>
                        <a:pt x="192" y="389"/>
                      </a:lnTo>
                      <a:lnTo>
                        <a:pt x="190" y="389"/>
                      </a:lnTo>
                      <a:lnTo>
                        <a:pt x="188" y="389"/>
                      </a:lnTo>
                      <a:lnTo>
                        <a:pt x="188" y="387"/>
                      </a:lnTo>
                      <a:lnTo>
                        <a:pt x="188" y="386"/>
                      </a:lnTo>
                      <a:lnTo>
                        <a:pt x="190" y="386"/>
                      </a:lnTo>
                      <a:lnTo>
                        <a:pt x="192" y="387"/>
                      </a:lnTo>
                      <a:close/>
                      <a:moveTo>
                        <a:pt x="259" y="384"/>
                      </a:moveTo>
                      <a:lnTo>
                        <a:pt x="259" y="386"/>
                      </a:lnTo>
                      <a:lnTo>
                        <a:pt x="258" y="386"/>
                      </a:lnTo>
                      <a:lnTo>
                        <a:pt x="258" y="384"/>
                      </a:lnTo>
                      <a:lnTo>
                        <a:pt x="259" y="382"/>
                      </a:lnTo>
                      <a:lnTo>
                        <a:pt x="259" y="384"/>
                      </a:lnTo>
                      <a:close/>
                      <a:moveTo>
                        <a:pt x="177" y="382"/>
                      </a:moveTo>
                      <a:lnTo>
                        <a:pt x="179" y="382"/>
                      </a:lnTo>
                      <a:lnTo>
                        <a:pt x="179" y="384"/>
                      </a:lnTo>
                      <a:lnTo>
                        <a:pt x="177" y="384"/>
                      </a:lnTo>
                      <a:lnTo>
                        <a:pt x="177" y="382"/>
                      </a:lnTo>
                      <a:close/>
                      <a:moveTo>
                        <a:pt x="248" y="380"/>
                      </a:moveTo>
                      <a:lnTo>
                        <a:pt x="250" y="380"/>
                      </a:lnTo>
                      <a:lnTo>
                        <a:pt x="248" y="380"/>
                      </a:lnTo>
                      <a:close/>
                      <a:moveTo>
                        <a:pt x="254" y="378"/>
                      </a:moveTo>
                      <a:lnTo>
                        <a:pt x="254" y="377"/>
                      </a:lnTo>
                      <a:lnTo>
                        <a:pt x="254" y="378"/>
                      </a:lnTo>
                      <a:close/>
                      <a:moveTo>
                        <a:pt x="254" y="378"/>
                      </a:moveTo>
                      <a:lnTo>
                        <a:pt x="252" y="378"/>
                      </a:lnTo>
                      <a:lnTo>
                        <a:pt x="252" y="377"/>
                      </a:lnTo>
                      <a:lnTo>
                        <a:pt x="252" y="378"/>
                      </a:lnTo>
                      <a:lnTo>
                        <a:pt x="254" y="377"/>
                      </a:lnTo>
                      <a:lnTo>
                        <a:pt x="254" y="378"/>
                      </a:lnTo>
                      <a:close/>
                      <a:moveTo>
                        <a:pt x="254" y="377"/>
                      </a:moveTo>
                      <a:lnTo>
                        <a:pt x="254" y="378"/>
                      </a:lnTo>
                      <a:lnTo>
                        <a:pt x="254" y="377"/>
                      </a:lnTo>
                      <a:close/>
                      <a:moveTo>
                        <a:pt x="252" y="377"/>
                      </a:moveTo>
                      <a:lnTo>
                        <a:pt x="252" y="378"/>
                      </a:lnTo>
                      <a:lnTo>
                        <a:pt x="252" y="377"/>
                      </a:lnTo>
                      <a:lnTo>
                        <a:pt x="254" y="377"/>
                      </a:lnTo>
                      <a:lnTo>
                        <a:pt x="252" y="377"/>
                      </a:lnTo>
                      <a:lnTo>
                        <a:pt x="252" y="378"/>
                      </a:lnTo>
                      <a:lnTo>
                        <a:pt x="252" y="377"/>
                      </a:lnTo>
                      <a:lnTo>
                        <a:pt x="252" y="378"/>
                      </a:lnTo>
                      <a:lnTo>
                        <a:pt x="250" y="378"/>
                      </a:lnTo>
                      <a:lnTo>
                        <a:pt x="250" y="380"/>
                      </a:lnTo>
                      <a:lnTo>
                        <a:pt x="250" y="378"/>
                      </a:lnTo>
                      <a:lnTo>
                        <a:pt x="250" y="377"/>
                      </a:lnTo>
                      <a:lnTo>
                        <a:pt x="250" y="378"/>
                      </a:lnTo>
                      <a:lnTo>
                        <a:pt x="250" y="377"/>
                      </a:lnTo>
                      <a:lnTo>
                        <a:pt x="252" y="377"/>
                      </a:lnTo>
                      <a:close/>
                      <a:moveTo>
                        <a:pt x="163" y="377"/>
                      </a:moveTo>
                      <a:lnTo>
                        <a:pt x="164" y="377"/>
                      </a:lnTo>
                      <a:lnTo>
                        <a:pt x="166" y="377"/>
                      </a:lnTo>
                      <a:lnTo>
                        <a:pt x="168" y="377"/>
                      </a:lnTo>
                      <a:lnTo>
                        <a:pt x="168" y="378"/>
                      </a:lnTo>
                      <a:lnTo>
                        <a:pt x="170" y="378"/>
                      </a:lnTo>
                      <a:lnTo>
                        <a:pt x="168" y="378"/>
                      </a:lnTo>
                      <a:lnTo>
                        <a:pt x="166" y="378"/>
                      </a:lnTo>
                      <a:lnTo>
                        <a:pt x="164" y="378"/>
                      </a:lnTo>
                      <a:lnTo>
                        <a:pt x="163" y="378"/>
                      </a:lnTo>
                      <a:lnTo>
                        <a:pt x="163" y="377"/>
                      </a:lnTo>
                      <a:lnTo>
                        <a:pt x="161" y="377"/>
                      </a:lnTo>
                      <a:lnTo>
                        <a:pt x="163" y="377"/>
                      </a:lnTo>
                      <a:close/>
                      <a:moveTo>
                        <a:pt x="254" y="377"/>
                      </a:moveTo>
                      <a:lnTo>
                        <a:pt x="252" y="377"/>
                      </a:lnTo>
                      <a:lnTo>
                        <a:pt x="254" y="377"/>
                      </a:lnTo>
                      <a:close/>
                      <a:moveTo>
                        <a:pt x="256" y="377"/>
                      </a:moveTo>
                      <a:lnTo>
                        <a:pt x="254" y="377"/>
                      </a:lnTo>
                      <a:lnTo>
                        <a:pt x="256" y="377"/>
                      </a:lnTo>
                      <a:close/>
                      <a:moveTo>
                        <a:pt x="252" y="377"/>
                      </a:moveTo>
                      <a:lnTo>
                        <a:pt x="250" y="377"/>
                      </a:lnTo>
                      <a:lnTo>
                        <a:pt x="250" y="375"/>
                      </a:lnTo>
                      <a:lnTo>
                        <a:pt x="250" y="377"/>
                      </a:lnTo>
                      <a:lnTo>
                        <a:pt x="252" y="377"/>
                      </a:lnTo>
                      <a:close/>
                      <a:moveTo>
                        <a:pt x="276" y="375"/>
                      </a:moveTo>
                      <a:lnTo>
                        <a:pt x="278" y="375"/>
                      </a:lnTo>
                      <a:lnTo>
                        <a:pt x="278" y="377"/>
                      </a:lnTo>
                      <a:lnTo>
                        <a:pt x="276" y="377"/>
                      </a:lnTo>
                      <a:lnTo>
                        <a:pt x="274" y="377"/>
                      </a:lnTo>
                      <a:lnTo>
                        <a:pt x="274" y="378"/>
                      </a:lnTo>
                      <a:lnTo>
                        <a:pt x="274" y="377"/>
                      </a:lnTo>
                      <a:lnTo>
                        <a:pt x="276" y="375"/>
                      </a:lnTo>
                      <a:close/>
                      <a:moveTo>
                        <a:pt x="250" y="377"/>
                      </a:moveTo>
                      <a:lnTo>
                        <a:pt x="250" y="375"/>
                      </a:lnTo>
                      <a:lnTo>
                        <a:pt x="252" y="375"/>
                      </a:lnTo>
                      <a:lnTo>
                        <a:pt x="252" y="377"/>
                      </a:lnTo>
                      <a:lnTo>
                        <a:pt x="250" y="377"/>
                      </a:lnTo>
                      <a:close/>
                      <a:moveTo>
                        <a:pt x="252" y="373"/>
                      </a:moveTo>
                      <a:lnTo>
                        <a:pt x="252" y="375"/>
                      </a:lnTo>
                      <a:lnTo>
                        <a:pt x="254" y="375"/>
                      </a:lnTo>
                      <a:lnTo>
                        <a:pt x="252" y="377"/>
                      </a:lnTo>
                      <a:lnTo>
                        <a:pt x="250" y="377"/>
                      </a:lnTo>
                      <a:lnTo>
                        <a:pt x="252" y="377"/>
                      </a:lnTo>
                      <a:lnTo>
                        <a:pt x="250" y="377"/>
                      </a:lnTo>
                      <a:lnTo>
                        <a:pt x="252" y="377"/>
                      </a:lnTo>
                      <a:lnTo>
                        <a:pt x="252" y="375"/>
                      </a:lnTo>
                      <a:lnTo>
                        <a:pt x="252" y="373"/>
                      </a:lnTo>
                      <a:close/>
                      <a:moveTo>
                        <a:pt x="252" y="371"/>
                      </a:moveTo>
                      <a:lnTo>
                        <a:pt x="250" y="373"/>
                      </a:lnTo>
                      <a:lnTo>
                        <a:pt x="250" y="371"/>
                      </a:lnTo>
                      <a:lnTo>
                        <a:pt x="252" y="371"/>
                      </a:lnTo>
                      <a:close/>
                      <a:moveTo>
                        <a:pt x="294" y="371"/>
                      </a:moveTo>
                      <a:lnTo>
                        <a:pt x="296" y="371"/>
                      </a:lnTo>
                      <a:lnTo>
                        <a:pt x="294" y="371"/>
                      </a:lnTo>
                      <a:close/>
                      <a:moveTo>
                        <a:pt x="279" y="367"/>
                      </a:moveTo>
                      <a:lnTo>
                        <a:pt x="281" y="367"/>
                      </a:lnTo>
                      <a:lnTo>
                        <a:pt x="281" y="369"/>
                      </a:lnTo>
                      <a:lnTo>
                        <a:pt x="279" y="369"/>
                      </a:lnTo>
                      <a:lnTo>
                        <a:pt x="278" y="369"/>
                      </a:lnTo>
                      <a:lnTo>
                        <a:pt x="278" y="367"/>
                      </a:lnTo>
                      <a:lnTo>
                        <a:pt x="279" y="367"/>
                      </a:lnTo>
                      <a:close/>
                      <a:moveTo>
                        <a:pt x="101" y="340"/>
                      </a:moveTo>
                      <a:lnTo>
                        <a:pt x="99" y="340"/>
                      </a:lnTo>
                      <a:lnTo>
                        <a:pt x="99" y="338"/>
                      </a:lnTo>
                      <a:lnTo>
                        <a:pt x="101" y="340"/>
                      </a:lnTo>
                      <a:close/>
                      <a:moveTo>
                        <a:pt x="80" y="300"/>
                      </a:moveTo>
                      <a:lnTo>
                        <a:pt x="79" y="300"/>
                      </a:lnTo>
                      <a:lnTo>
                        <a:pt x="80" y="300"/>
                      </a:lnTo>
                      <a:close/>
                      <a:moveTo>
                        <a:pt x="80" y="300"/>
                      </a:moveTo>
                      <a:lnTo>
                        <a:pt x="79" y="300"/>
                      </a:lnTo>
                      <a:lnTo>
                        <a:pt x="79" y="298"/>
                      </a:lnTo>
                      <a:lnTo>
                        <a:pt x="79" y="296"/>
                      </a:lnTo>
                      <a:lnTo>
                        <a:pt x="80" y="296"/>
                      </a:lnTo>
                      <a:lnTo>
                        <a:pt x="80" y="298"/>
                      </a:lnTo>
                      <a:lnTo>
                        <a:pt x="80" y="300"/>
                      </a:lnTo>
                      <a:close/>
                      <a:moveTo>
                        <a:pt x="75" y="296"/>
                      </a:moveTo>
                      <a:lnTo>
                        <a:pt x="77" y="296"/>
                      </a:lnTo>
                      <a:lnTo>
                        <a:pt x="75" y="296"/>
                      </a:lnTo>
                      <a:close/>
                      <a:moveTo>
                        <a:pt x="59" y="289"/>
                      </a:moveTo>
                      <a:lnTo>
                        <a:pt x="60" y="291"/>
                      </a:lnTo>
                      <a:lnTo>
                        <a:pt x="60" y="292"/>
                      </a:lnTo>
                      <a:lnTo>
                        <a:pt x="59" y="292"/>
                      </a:lnTo>
                      <a:lnTo>
                        <a:pt x="59" y="291"/>
                      </a:lnTo>
                      <a:lnTo>
                        <a:pt x="59" y="289"/>
                      </a:lnTo>
                      <a:close/>
                      <a:moveTo>
                        <a:pt x="60" y="289"/>
                      </a:moveTo>
                      <a:lnTo>
                        <a:pt x="60" y="287"/>
                      </a:lnTo>
                      <a:lnTo>
                        <a:pt x="60" y="289"/>
                      </a:lnTo>
                      <a:close/>
                      <a:moveTo>
                        <a:pt x="20" y="258"/>
                      </a:moveTo>
                      <a:lnTo>
                        <a:pt x="18" y="258"/>
                      </a:lnTo>
                      <a:lnTo>
                        <a:pt x="18" y="260"/>
                      </a:lnTo>
                      <a:lnTo>
                        <a:pt x="18" y="258"/>
                      </a:lnTo>
                      <a:lnTo>
                        <a:pt x="20" y="258"/>
                      </a:lnTo>
                      <a:close/>
                      <a:moveTo>
                        <a:pt x="2" y="256"/>
                      </a:moveTo>
                      <a:lnTo>
                        <a:pt x="4" y="258"/>
                      </a:lnTo>
                      <a:lnTo>
                        <a:pt x="4" y="260"/>
                      </a:lnTo>
                      <a:lnTo>
                        <a:pt x="6" y="260"/>
                      </a:lnTo>
                      <a:lnTo>
                        <a:pt x="7" y="261"/>
                      </a:lnTo>
                      <a:lnTo>
                        <a:pt x="7" y="263"/>
                      </a:lnTo>
                      <a:lnTo>
                        <a:pt x="9" y="263"/>
                      </a:lnTo>
                      <a:lnTo>
                        <a:pt x="7" y="263"/>
                      </a:lnTo>
                      <a:lnTo>
                        <a:pt x="6" y="263"/>
                      </a:lnTo>
                      <a:lnTo>
                        <a:pt x="4" y="263"/>
                      </a:lnTo>
                      <a:lnTo>
                        <a:pt x="2" y="263"/>
                      </a:lnTo>
                      <a:lnTo>
                        <a:pt x="2" y="261"/>
                      </a:lnTo>
                      <a:lnTo>
                        <a:pt x="4" y="261"/>
                      </a:lnTo>
                      <a:lnTo>
                        <a:pt x="4" y="260"/>
                      </a:lnTo>
                      <a:lnTo>
                        <a:pt x="2" y="260"/>
                      </a:lnTo>
                      <a:lnTo>
                        <a:pt x="2" y="258"/>
                      </a:lnTo>
                      <a:lnTo>
                        <a:pt x="2" y="256"/>
                      </a:lnTo>
                      <a:lnTo>
                        <a:pt x="0" y="256"/>
                      </a:lnTo>
                      <a:lnTo>
                        <a:pt x="2" y="256"/>
                      </a:lnTo>
                      <a:close/>
                      <a:moveTo>
                        <a:pt x="15" y="256"/>
                      </a:moveTo>
                      <a:lnTo>
                        <a:pt x="13" y="256"/>
                      </a:lnTo>
                      <a:lnTo>
                        <a:pt x="13" y="254"/>
                      </a:lnTo>
                      <a:lnTo>
                        <a:pt x="15" y="254"/>
                      </a:lnTo>
                      <a:lnTo>
                        <a:pt x="15" y="256"/>
                      </a:lnTo>
                      <a:close/>
                      <a:moveTo>
                        <a:pt x="11" y="254"/>
                      </a:moveTo>
                      <a:lnTo>
                        <a:pt x="11" y="252"/>
                      </a:lnTo>
                      <a:lnTo>
                        <a:pt x="11" y="254"/>
                      </a:lnTo>
                      <a:close/>
                      <a:moveTo>
                        <a:pt x="9" y="252"/>
                      </a:moveTo>
                      <a:lnTo>
                        <a:pt x="9" y="250"/>
                      </a:lnTo>
                      <a:lnTo>
                        <a:pt x="11" y="250"/>
                      </a:lnTo>
                      <a:lnTo>
                        <a:pt x="9" y="252"/>
                      </a:lnTo>
                      <a:lnTo>
                        <a:pt x="11" y="252"/>
                      </a:lnTo>
                      <a:lnTo>
                        <a:pt x="9" y="252"/>
                      </a:lnTo>
                      <a:close/>
                      <a:moveTo>
                        <a:pt x="20" y="250"/>
                      </a:moveTo>
                      <a:lnTo>
                        <a:pt x="18" y="250"/>
                      </a:lnTo>
                      <a:lnTo>
                        <a:pt x="20" y="250"/>
                      </a:lnTo>
                      <a:close/>
                      <a:moveTo>
                        <a:pt x="18" y="250"/>
                      </a:moveTo>
                      <a:lnTo>
                        <a:pt x="17" y="250"/>
                      </a:lnTo>
                      <a:lnTo>
                        <a:pt x="18" y="250"/>
                      </a:lnTo>
                      <a:close/>
                      <a:moveTo>
                        <a:pt x="17" y="249"/>
                      </a:moveTo>
                      <a:lnTo>
                        <a:pt x="17" y="250"/>
                      </a:lnTo>
                      <a:lnTo>
                        <a:pt x="17" y="249"/>
                      </a:lnTo>
                      <a:lnTo>
                        <a:pt x="17" y="250"/>
                      </a:lnTo>
                      <a:lnTo>
                        <a:pt x="18" y="250"/>
                      </a:lnTo>
                      <a:lnTo>
                        <a:pt x="17" y="250"/>
                      </a:lnTo>
                      <a:lnTo>
                        <a:pt x="15" y="250"/>
                      </a:lnTo>
                      <a:lnTo>
                        <a:pt x="17" y="250"/>
                      </a:lnTo>
                      <a:lnTo>
                        <a:pt x="15" y="250"/>
                      </a:lnTo>
                      <a:lnTo>
                        <a:pt x="17" y="250"/>
                      </a:lnTo>
                      <a:lnTo>
                        <a:pt x="15" y="250"/>
                      </a:lnTo>
                      <a:lnTo>
                        <a:pt x="15" y="249"/>
                      </a:lnTo>
                      <a:lnTo>
                        <a:pt x="17" y="249"/>
                      </a:lnTo>
                      <a:close/>
                      <a:moveTo>
                        <a:pt x="17" y="249"/>
                      </a:moveTo>
                      <a:lnTo>
                        <a:pt x="15" y="249"/>
                      </a:lnTo>
                      <a:lnTo>
                        <a:pt x="17" y="249"/>
                      </a:lnTo>
                      <a:close/>
                      <a:moveTo>
                        <a:pt x="22" y="249"/>
                      </a:moveTo>
                      <a:lnTo>
                        <a:pt x="20" y="249"/>
                      </a:lnTo>
                      <a:lnTo>
                        <a:pt x="22" y="249"/>
                      </a:lnTo>
                      <a:close/>
                      <a:moveTo>
                        <a:pt x="20" y="247"/>
                      </a:moveTo>
                      <a:lnTo>
                        <a:pt x="20" y="249"/>
                      </a:lnTo>
                      <a:lnTo>
                        <a:pt x="18" y="249"/>
                      </a:lnTo>
                      <a:lnTo>
                        <a:pt x="20" y="249"/>
                      </a:lnTo>
                      <a:lnTo>
                        <a:pt x="18" y="249"/>
                      </a:lnTo>
                      <a:lnTo>
                        <a:pt x="18" y="247"/>
                      </a:lnTo>
                      <a:lnTo>
                        <a:pt x="20" y="247"/>
                      </a:lnTo>
                      <a:close/>
                      <a:moveTo>
                        <a:pt x="18" y="247"/>
                      </a:moveTo>
                      <a:lnTo>
                        <a:pt x="17" y="247"/>
                      </a:lnTo>
                      <a:lnTo>
                        <a:pt x="18" y="247"/>
                      </a:lnTo>
                      <a:lnTo>
                        <a:pt x="17" y="247"/>
                      </a:lnTo>
                      <a:lnTo>
                        <a:pt x="17" y="245"/>
                      </a:lnTo>
                      <a:lnTo>
                        <a:pt x="17" y="247"/>
                      </a:lnTo>
                      <a:lnTo>
                        <a:pt x="18" y="247"/>
                      </a:lnTo>
                      <a:close/>
                      <a:moveTo>
                        <a:pt x="13" y="247"/>
                      </a:moveTo>
                      <a:lnTo>
                        <a:pt x="11" y="247"/>
                      </a:lnTo>
                      <a:lnTo>
                        <a:pt x="13" y="247"/>
                      </a:lnTo>
                      <a:lnTo>
                        <a:pt x="11" y="247"/>
                      </a:lnTo>
                      <a:lnTo>
                        <a:pt x="13" y="245"/>
                      </a:lnTo>
                      <a:lnTo>
                        <a:pt x="13" y="247"/>
                      </a:lnTo>
                      <a:close/>
                      <a:moveTo>
                        <a:pt x="17" y="247"/>
                      </a:moveTo>
                      <a:lnTo>
                        <a:pt x="15" y="247"/>
                      </a:lnTo>
                      <a:lnTo>
                        <a:pt x="15" y="245"/>
                      </a:lnTo>
                      <a:lnTo>
                        <a:pt x="17" y="245"/>
                      </a:lnTo>
                      <a:lnTo>
                        <a:pt x="17" y="247"/>
                      </a:lnTo>
                      <a:close/>
                      <a:moveTo>
                        <a:pt x="15" y="247"/>
                      </a:moveTo>
                      <a:lnTo>
                        <a:pt x="13" y="247"/>
                      </a:lnTo>
                      <a:lnTo>
                        <a:pt x="13" y="245"/>
                      </a:lnTo>
                      <a:lnTo>
                        <a:pt x="15" y="245"/>
                      </a:lnTo>
                      <a:lnTo>
                        <a:pt x="15" y="247"/>
                      </a:lnTo>
                      <a:close/>
                      <a:moveTo>
                        <a:pt x="179" y="18"/>
                      </a:moveTo>
                      <a:lnTo>
                        <a:pt x="177" y="18"/>
                      </a:lnTo>
                      <a:lnTo>
                        <a:pt x="179" y="18"/>
                      </a:lnTo>
                      <a:close/>
                      <a:moveTo>
                        <a:pt x="194" y="16"/>
                      </a:moveTo>
                      <a:lnTo>
                        <a:pt x="194" y="18"/>
                      </a:lnTo>
                      <a:lnTo>
                        <a:pt x="194" y="16"/>
                      </a:lnTo>
                      <a:close/>
                      <a:moveTo>
                        <a:pt x="192" y="16"/>
                      </a:moveTo>
                      <a:lnTo>
                        <a:pt x="190" y="16"/>
                      </a:lnTo>
                      <a:lnTo>
                        <a:pt x="192" y="16"/>
                      </a:lnTo>
                      <a:close/>
                      <a:moveTo>
                        <a:pt x="188" y="0"/>
                      </a:moveTo>
                      <a:lnTo>
                        <a:pt x="188" y="2"/>
                      </a:lnTo>
                      <a:lnTo>
                        <a:pt x="188" y="4"/>
                      </a:lnTo>
                      <a:lnTo>
                        <a:pt x="190" y="4"/>
                      </a:lnTo>
                      <a:lnTo>
                        <a:pt x="190" y="6"/>
                      </a:lnTo>
                      <a:lnTo>
                        <a:pt x="190" y="7"/>
                      </a:lnTo>
                      <a:lnTo>
                        <a:pt x="190" y="9"/>
                      </a:lnTo>
                      <a:lnTo>
                        <a:pt x="192" y="9"/>
                      </a:lnTo>
                      <a:lnTo>
                        <a:pt x="192" y="11"/>
                      </a:lnTo>
                      <a:lnTo>
                        <a:pt x="192" y="13"/>
                      </a:lnTo>
                      <a:lnTo>
                        <a:pt x="192" y="11"/>
                      </a:lnTo>
                      <a:lnTo>
                        <a:pt x="192" y="9"/>
                      </a:lnTo>
                      <a:lnTo>
                        <a:pt x="190" y="9"/>
                      </a:lnTo>
                      <a:lnTo>
                        <a:pt x="190" y="7"/>
                      </a:lnTo>
                      <a:lnTo>
                        <a:pt x="190" y="6"/>
                      </a:lnTo>
                      <a:lnTo>
                        <a:pt x="190" y="4"/>
                      </a:lnTo>
                      <a:lnTo>
                        <a:pt x="188" y="4"/>
                      </a:lnTo>
                      <a:lnTo>
                        <a:pt x="188" y="2"/>
                      </a:lnTo>
                      <a:lnTo>
                        <a:pt x="188"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2" name="Freeform 47">
                  <a:extLst>
                    <a:ext uri="{FF2B5EF4-FFF2-40B4-BE49-F238E27FC236}">
                      <a16:creationId xmlns:a16="http://schemas.microsoft.com/office/drawing/2014/main" id="{10193255-F6B1-3396-5584-B769FB3D3222}"/>
                    </a:ext>
                  </a:extLst>
                </p:cNvPr>
                <p:cNvSpPr>
                  <a:spLocks noEditPoints="1"/>
                </p:cNvSpPr>
                <p:nvPr/>
              </p:nvSpPr>
              <p:spPr bwMode="auto">
                <a:xfrm>
                  <a:off x="2330768" y="2654412"/>
                  <a:ext cx="506021" cy="657827"/>
                </a:xfrm>
                <a:custGeom>
                  <a:avLst/>
                  <a:gdLst>
                    <a:gd name="T0" fmla="*/ 236 w 280"/>
                    <a:gd name="T1" fmla="*/ 362 h 364"/>
                    <a:gd name="T2" fmla="*/ 236 w 280"/>
                    <a:gd name="T3" fmla="*/ 364 h 364"/>
                    <a:gd name="T4" fmla="*/ 236 w 280"/>
                    <a:gd name="T5" fmla="*/ 362 h 364"/>
                    <a:gd name="T6" fmla="*/ 280 w 280"/>
                    <a:gd name="T7" fmla="*/ 360 h 364"/>
                    <a:gd name="T8" fmla="*/ 278 w 280"/>
                    <a:gd name="T9" fmla="*/ 360 h 364"/>
                    <a:gd name="T10" fmla="*/ 280 w 280"/>
                    <a:gd name="T11" fmla="*/ 360 h 364"/>
                    <a:gd name="T12" fmla="*/ 247 w 280"/>
                    <a:gd name="T13" fmla="*/ 356 h 364"/>
                    <a:gd name="T14" fmla="*/ 249 w 280"/>
                    <a:gd name="T15" fmla="*/ 356 h 364"/>
                    <a:gd name="T16" fmla="*/ 247 w 280"/>
                    <a:gd name="T17" fmla="*/ 356 h 364"/>
                    <a:gd name="T18" fmla="*/ 249 w 280"/>
                    <a:gd name="T19" fmla="*/ 356 h 364"/>
                    <a:gd name="T20" fmla="*/ 247 w 280"/>
                    <a:gd name="T21" fmla="*/ 356 h 364"/>
                    <a:gd name="T22" fmla="*/ 249 w 280"/>
                    <a:gd name="T23" fmla="*/ 356 h 364"/>
                    <a:gd name="T24" fmla="*/ 265 w 280"/>
                    <a:gd name="T25" fmla="*/ 355 h 364"/>
                    <a:gd name="T26" fmla="*/ 267 w 280"/>
                    <a:gd name="T27" fmla="*/ 355 h 364"/>
                    <a:gd name="T28" fmla="*/ 265 w 280"/>
                    <a:gd name="T29" fmla="*/ 355 h 364"/>
                    <a:gd name="T30" fmla="*/ 37 w 280"/>
                    <a:gd name="T31" fmla="*/ 325 h 364"/>
                    <a:gd name="T32" fmla="*/ 37 w 280"/>
                    <a:gd name="T33" fmla="*/ 323 h 364"/>
                    <a:gd name="T34" fmla="*/ 37 w 280"/>
                    <a:gd name="T35" fmla="*/ 325 h 364"/>
                    <a:gd name="T36" fmla="*/ 61 w 280"/>
                    <a:gd name="T37" fmla="*/ 289 h 364"/>
                    <a:gd name="T38" fmla="*/ 62 w 280"/>
                    <a:gd name="T39" fmla="*/ 289 h 364"/>
                    <a:gd name="T40" fmla="*/ 61 w 280"/>
                    <a:gd name="T41" fmla="*/ 289 h 364"/>
                    <a:gd name="T42" fmla="*/ 62 w 280"/>
                    <a:gd name="T43" fmla="*/ 289 h 364"/>
                    <a:gd name="T44" fmla="*/ 61 w 280"/>
                    <a:gd name="T45" fmla="*/ 289 h 364"/>
                    <a:gd name="T46" fmla="*/ 62 w 280"/>
                    <a:gd name="T47" fmla="*/ 289 h 364"/>
                    <a:gd name="T48" fmla="*/ 57 w 280"/>
                    <a:gd name="T49" fmla="*/ 285 h 364"/>
                    <a:gd name="T50" fmla="*/ 57 w 280"/>
                    <a:gd name="T51" fmla="*/ 287 h 364"/>
                    <a:gd name="T52" fmla="*/ 57 w 280"/>
                    <a:gd name="T53" fmla="*/ 285 h 364"/>
                    <a:gd name="T54" fmla="*/ 57 w 280"/>
                    <a:gd name="T55" fmla="*/ 285 h 364"/>
                    <a:gd name="T56" fmla="*/ 55 w 280"/>
                    <a:gd name="T57" fmla="*/ 285 h 364"/>
                    <a:gd name="T58" fmla="*/ 57 w 280"/>
                    <a:gd name="T59" fmla="*/ 285 h 364"/>
                    <a:gd name="T60" fmla="*/ 57 w 280"/>
                    <a:gd name="T61" fmla="*/ 285 h 364"/>
                    <a:gd name="T62" fmla="*/ 55 w 280"/>
                    <a:gd name="T63" fmla="*/ 285 h 364"/>
                    <a:gd name="T64" fmla="*/ 57 w 280"/>
                    <a:gd name="T65" fmla="*/ 285 h 364"/>
                    <a:gd name="T66" fmla="*/ 59 w 280"/>
                    <a:gd name="T67" fmla="*/ 285 h 364"/>
                    <a:gd name="T68" fmla="*/ 57 w 280"/>
                    <a:gd name="T69" fmla="*/ 285 h 364"/>
                    <a:gd name="T70" fmla="*/ 59 w 280"/>
                    <a:gd name="T71" fmla="*/ 285 h 364"/>
                    <a:gd name="T72" fmla="*/ 57 w 280"/>
                    <a:gd name="T73" fmla="*/ 285 h 364"/>
                    <a:gd name="T74" fmla="*/ 57 w 280"/>
                    <a:gd name="T75" fmla="*/ 283 h 364"/>
                    <a:gd name="T76" fmla="*/ 57 w 280"/>
                    <a:gd name="T77" fmla="*/ 285 h 364"/>
                    <a:gd name="T78" fmla="*/ 4 w 280"/>
                    <a:gd name="T79" fmla="*/ 238 h 364"/>
                    <a:gd name="T80" fmla="*/ 2 w 280"/>
                    <a:gd name="T81" fmla="*/ 238 h 364"/>
                    <a:gd name="T82" fmla="*/ 4 w 280"/>
                    <a:gd name="T83" fmla="*/ 238 h 364"/>
                    <a:gd name="T84" fmla="*/ 0 w 280"/>
                    <a:gd name="T85" fmla="*/ 236 h 364"/>
                    <a:gd name="T86" fmla="*/ 0 w 280"/>
                    <a:gd name="T87" fmla="*/ 234 h 364"/>
                    <a:gd name="T88" fmla="*/ 0 w 280"/>
                    <a:gd name="T89" fmla="*/ 236 h 364"/>
                    <a:gd name="T90" fmla="*/ 176 w 280"/>
                    <a:gd name="T91" fmla="*/ 0 h 364"/>
                    <a:gd name="T92" fmla="*/ 174 w 280"/>
                    <a:gd name="T93" fmla="*/ 0 h 364"/>
                    <a:gd name="T94" fmla="*/ 176 w 280"/>
                    <a:gd name="T95" fmla="*/ 0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0" h="364">
                      <a:moveTo>
                        <a:pt x="236" y="362"/>
                      </a:moveTo>
                      <a:lnTo>
                        <a:pt x="236" y="364"/>
                      </a:lnTo>
                      <a:lnTo>
                        <a:pt x="236" y="362"/>
                      </a:lnTo>
                      <a:close/>
                      <a:moveTo>
                        <a:pt x="280" y="360"/>
                      </a:moveTo>
                      <a:lnTo>
                        <a:pt x="278" y="360"/>
                      </a:lnTo>
                      <a:lnTo>
                        <a:pt x="280" y="360"/>
                      </a:lnTo>
                      <a:close/>
                      <a:moveTo>
                        <a:pt x="247" y="356"/>
                      </a:moveTo>
                      <a:lnTo>
                        <a:pt x="249" y="356"/>
                      </a:lnTo>
                      <a:lnTo>
                        <a:pt x="247" y="356"/>
                      </a:lnTo>
                      <a:close/>
                      <a:moveTo>
                        <a:pt x="249" y="356"/>
                      </a:moveTo>
                      <a:lnTo>
                        <a:pt x="247" y="356"/>
                      </a:lnTo>
                      <a:lnTo>
                        <a:pt x="249" y="356"/>
                      </a:lnTo>
                      <a:close/>
                      <a:moveTo>
                        <a:pt x="265" y="355"/>
                      </a:moveTo>
                      <a:lnTo>
                        <a:pt x="267" y="355"/>
                      </a:lnTo>
                      <a:lnTo>
                        <a:pt x="265" y="355"/>
                      </a:lnTo>
                      <a:close/>
                      <a:moveTo>
                        <a:pt x="37" y="325"/>
                      </a:moveTo>
                      <a:lnTo>
                        <a:pt x="37" y="323"/>
                      </a:lnTo>
                      <a:lnTo>
                        <a:pt x="37" y="325"/>
                      </a:lnTo>
                      <a:close/>
                      <a:moveTo>
                        <a:pt x="61" y="289"/>
                      </a:moveTo>
                      <a:lnTo>
                        <a:pt x="62" y="289"/>
                      </a:lnTo>
                      <a:lnTo>
                        <a:pt x="61" y="289"/>
                      </a:lnTo>
                      <a:close/>
                      <a:moveTo>
                        <a:pt x="62" y="289"/>
                      </a:moveTo>
                      <a:lnTo>
                        <a:pt x="61" y="289"/>
                      </a:lnTo>
                      <a:lnTo>
                        <a:pt x="62" y="289"/>
                      </a:lnTo>
                      <a:close/>
                      <a:moveTo>
                        <a:pt x="57" y="285"/>
                      </a:moveTo>
                      <a:lnTo>
                        <a:pt x="57" y="287"/>
                      </a:lnTo>
                      <a:lnTo>
                        <a:pt x="57" y="285"/>
                      </a:lnTo>
                      <a:close/>
                      <a:moveTo>
                        <a:pt x="57" y="285"/>
                      </a:moveTo>
                      <a:lnTo>
                        <a:pt x="55" y="285"/>
                      </a:lnTo>
                      <a:lnTo>
                        <a:pt x="57" y="285"/>
                      </a:lnTo>
                      <a:close/>
                      <a:moveTo>
                        <a:pt x="57" y="285"/>
                      </a:moveTo>
                      <a:lnTo>
                        <a:pt x="55" y="285"/>
                      </a:lnTo>
                      <a:lnTo>
                        <a:pt x="57" y="285"/>
                      </a:lnTo>
                      <a:close/>
                      <a:moveTo>
                        <a:pt x="59" y="285"/>
                      </a:moveTo>
                      <a:lnTo>
                        <a:pt x="57" y="285"/>
                      </a:lnTo>
                      <a:lnTo>
                        <a:pt x="59" y="285"/>
                      </a:lnTo>
                      <a:close/>
                      <a:moveTo>
                        <a:pt x="57" y="285"/>
                      </a:moveTo>
                      <a:lnTo>
                        <a:pt x="57" y="283"/>
                      </a:lnTo>
                      <a:lnTo>
                        <a:pt x="57" y="285"/>
                      </a:lnTo>
                      <a:close/>
                      <a:moveTo>
                        <a:pt x="4" y="238"/>
                      </a:moveTo>
                      <a:lnTo>
                        <a:pt x="2" y="238"/>
                      </a:lnTo>
                      <a:lnTo>
                        <a:pt x="4" y="238"/>
                      </a:lnTo>
                      <a:close/>
                      <a:moveTo>
                        <a:pt x="0" y="236"/>
                      </a:moveTo>
                      <a:lnTo>
                        <a:pt x="0" y="234"/>
                      </a:lnTo>
                      <a:lnTo>
                        <a:pt x="0" y="236"/>
                      </a:lnTo>
                      <a:close/>
                      <a:moveTo>
                        <a:pt x="176" y="0"/>
                      </a:moveTo>
                      <a:lnTo>
                        <a:pt x="174" y="0"/>
                      </a:lnTo>
                      <a:lnTo>
                        <a:pt x="17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3" name="Freeform 48">
                  <a:extLst>
                    <a:ext uri="{FF2B5EF4-FFF2-40B4-BE49-F238E27FC236}">
                      <a16:creationId xmlns:a16="http://schemas.microsoft.com/office/drawing/2014/main" id="{E785504F-4FBD-BA81-414C-EE26B3669BF8}"/>
                    </a:ext>
                  </a:extLst>
                </p:cNvPr>
                <p:cNvSpPr>
                  <a:spLocks/>
                </p:cNvSpPr>
                <p:nvPr/>
              </p:nvSpPr>
              <p:spPr bwMode="auto">
                <a:xfrm>
                  <a:off x="1662097" y="2634534"/>
                  <a:ext cx="632526" cy="538550"/>
                </a:xfrm>
                <a:custGeom>
                  <a:avLst/>
                  <a:gdLst>
                    <a:gd name="T0" fmla="*/ 159 w 350"/>
                    <a:gd name="T1" fmla="*/ 0 h 298"/>
                    <a:gd name="T2" fmla="*/ 173 w 350"/>
                    <a:gd name="T3" fmla="*/ 6 h 298"/>
                    <a:gd name="T4" fmla="*/ 186 w 350"/>
                    <a:gd name="T5" fmla="*/ 2 h 298"/>
                    <a:gd name="T6" fmla="*/ 193 w 350"/>
                    <a:gd name="T7" fmla="*/ 9 h 298"/>
                    <a:gd name="T8" fmla="*/ 202 w 350"/>
                    <a:gd name="T9" fmla="*/ 11 h 298"/>
                    <a:gd name="T10" fmla="*/ 213 w 350"/>
                    <a:gd name="T11" fmla="*/ 7 h 298"/>
                    <a:gd name="T12" fmla="*/ 219 w 350"/>
                    <a:gd name="T13" fmla="*/ 16 h 298"/>
                    <a:gd name="T14" fmla="*/ 224 w 350"/>
                    <a:gd name="T15" fmla="*/ 26 h 298"/>
                    <a:gd name="T16" fmla="*/ 228 w 350"/>
                    <a:gd name="T17" fmla="*/ 33 h 298"/>
                    <a:gd name="T18" fmla="*/ 235 w 350"/>
                    <a:gd name="T19" fmla="*/ 46 h 298"/>
                    <a:gd name="T20" fmla="*/ 246 w 350"/>
                    <a:gd name="T21" fmla="*/ 51 h 298"/>
                    <a:gd name="T22" fmla="*/ 259 w 350"/>
                    <a:gd name="T23" fmla="*/ 55 h 298"/>
                    <a:gd name="T24" fmla="*/ 268 w 350"/>
                    <a:gd name="T25" fmla="*/ 55 h 298"/>
                    <a:gd name="T26" fmla="*/ 259 w 350"/>
                    <a:gd name="T27" fmla="*/ 60 h 298"/>
                    <a:gd name="T28" fmla="*/ 257 w 350"/>
                    <a:gd name="T29" fmla="*/ 66 h 298"/>
                    <a:gd name="T30" fmla="*/ 265 w 350"/>
                    <a:gd name="T31" fmla="*/ 77 h 298"/>
                    <a:gd name="T32" fmla="*/ 261 w 350"/>
                    <a:gd name="T33" fmla="*/ 82 h 298"/>
                    <a:gd name="T34" fmla="*/ 254 w 350"/>
                    <a:gd name="T35" fmla="*/ 82 h 298"/>
                    <a:gd name="T36" fmla="*/ 246 w 350"/>
                    <a:gd name="T37" fmla="*/ 91 h 298"/>
                    <a:gd name="T38" fmla="*/ 244 w 350"/>
                    <a:gd name="T39" fmla="*/ 101 h 298"/>
                    <a:gd name="T40" fmla="*/ 237 w 350"/>
                    <a:gd name="T41" fmla="*/ 104 h 298"/>
                    <a:gd name="T42" fmla="*/ 241 w 350"/>
                    <a:gd name="T43" fmla="*/ 115 h 298"/>
                    <a:gd name="T44" fmla="*/ 241 w 350"/>
                    <a:gd name="T45" fmla="*/ 124 h 298"/>
                    <a:gd name="T46" fmla="*/ 250 w 350"/>
                    <a:gd name="T47" fmla="*/ 133 h 298"/>
                    <a:gd name="T48" fmla="*/ 255 w 350"/>
                    <a:gd name="T49" fmla="*/ 137 h 298"/>
                    <a:gd name="T50" fmla="*/ 265 w 350"/>
                    <a:gd name="T51" fmla="*/ 148 h 298"/>
                    <a:gd name="T52" fmla="*/ 261 w 350"/>
                    <a:gd name="T53" fmla="*/ 155 h 298"/>
                    <a:gd name="T54" fmla="*/ 276 w 350"/>
                    <a:gd name="T55" fmla="*/ 161 h 298"/>
                    <a:gd name="T56" fmla="*/ 288 w 350"/>
                    <a:gd name="T57" fmla="*/ 168 h 298"/>
                    <a:gd name="T58" fmla="*/ 303 w 350"/>
                    <a:gd name="T59" fmla="*/ 175 h 298"/>
                    <a:gd name="T60" fmla="*/ 310 w 350"/>
                    <a:gd name="T61" fmla="*/ 183 h 298"/>
                    <a:gd name="T62" fmla="*/ 317 w 350"/>
                    <a:gd name="T63" fmla="*/ 190 h 298"/>
                    <a:gd name="T64" fmla="*/ 321 w 350"/>
                    <a:gd name="T65" fmla="*/ 197 h 298"/>
                    <a:gd name="T66" fmla="*/ 317 w 350"/>
                    <a:gd name="T67" fmla="*/ 228 h 298"/>
                    <a:gd name="T68" fmla="*/ 336 w 350"/>
                    <a:gd name="T69" fmla="*/ 250 h 298"/>
                    <a:gd name="T70" fmla="*/ 345 w 350"/>
                    <a:gd name="T71" fmla="*/ 261 h 298"/>
                    <a:gd name="T72" fmla="*/ 343 w 350"/>
                    <a:gd name="T73" fmla="*/ 265 h 298"/>
                    <a:gd name="T74" fmla="*/ 327 w 350"/>
                    <a:gd name="T75" fmla="*/ 261 h 298"/>
                    <a:gd name="T76" fmla="*/ 325 w 350"/>
                    <a:gd name="T77" fmla="*/ 256 h 298"/>
                    <a:gd name="T78" fmla="*/ 312 w 350"/>
                    <a:gd name="T79" fmla="*/ 260 h 298"/>
                    <a:gd name="T80" fmla="*/ 294 w 350"/>
                    <a:gd name="T81" fmla="*/ 274 h 298"/>
                    <a:gd name="T82" fmla="*/ 283 w 350"/>
                    <a:gd name="T83" fmla="*/ 291 h 298"/>
                    <a:gd name="T84" fmla="*/ 255 w 350"/>
                    <a:gd name="T85" fmla="*/ 296 h 298"/>
                    <a:gd name="T86" fmla="*/ 219 w 350"/>
                    <a:gd name="T87" fmla="*/ 292 h 298"/>
                    <a:gd name="T88" fmla="*/ 190 w 350"/>
                    <a:gd name="T89" fmla="*/ 276 h 298"/>
                    <a:gd name="T90" fmla="*/ 168 w 350"/>
                    <a:gd name="T91" fmla="*/ 260 h 298"/>
                    <a:gd name="T92" fmla="*/ 146 w 350"/>
                    <a:gd name="T93" fmla="*/ 245 h 298"/>
                    <a:gd name="T94" fmla="*/ 120 w 350"/>
                    <a:gd name="T95" fmla="*/ 227 h 298"/>
                    <a:gd name="T96" fmla="*/ 100 w 350"/>
                    <a:gd name="T97" fmla="*/ 218 h 298"/>
                    <a:gd name="T98" fmla="*/ 75 w 350"/>
                    <a:gd name="T99" fmla="*/ 205 h 298"/>
                    <a:gd name="T100" fmla="*/ 46 w 350"/>
                    <a:gd name="T101" fmla="*/ 192 h 298"/>
                    <a:gd name="T102" fmla="*/ 9 w 350"/>
                    <a:gd name="T103" fmla="*/ 181 h 298"/>
                    <a:gd name="T104" fmla="*/ 33 w 350"/>
                    <a:gd name="T105" fmla="*/ 124 h 298"/>
                    <a:gd name="T106" fmla="*/ 86 w 350"/>
                    <a:gd name="T107" fmla="*/ 82 h 298"/>
                    <a:gd name="T108" fmla="*/ 91 w 350"/>
                    <a:gd name="T109" fmla="*/ 55 h 298"/>
                    <a:gd name="T110" fmla="*/ 109 w 350"/>
                    <a:gd name="T111" fmla="*/ 26 h 298"/>
                    <a:gd name="T112" fmla="*/ 131 w 350"/>
                    <a:gd name="T113" fmla="*/ 7 h 298"/>
                    <a:gd name="T114" fmla="*/ 140 w 350"/>
                    <a:gd name="T115" fmla="*/ 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0" h="298">
                      <a:moveTo>
                        <a:pt x="144" y="0"/>
                      </a:moveTo>
                      <a:lnTo>
                        <a:pt x="146" y="0"/>
                      </a:lnTo>
                      <a:lnTo>
                        <a:pt x="146" y="2"/>
                      </a:lnTo>
                      <a:lnTo>
                        <a:pt x="148" y="2"/>
                      </a:lnTo>
                      <a:lnTo>
                        <a:pt x="150" y="2"/>
                      </a:lnTo>
                      <a:lnTo>
                        <a:pt x="151" y="0"/>
                      </a:lnTo>
                      <a:lnTo>
                        <a:pt x="153" y="0"/>
                      </a:lnTo>
                      <a:lnTo>
                        <a:pt x="155" y="0"/>
                      </a:lnTo>
                      <a:lnTo>
                        <a:pt x="157" y="0"/>
                      </a:lnTo>
                      <a:lnTo>
                        <a:pt x="159" y="0"/>
                      </a:lnTo>
                      <a:lnTo>
                        <a:pt x="159" y="2"/>
                      </a:lnTo>
                      <a:lnTo>
                        <a:pt x="161" y="2"/>
                      </a:lnTo>
                      <a:lnTo>
                        <a:pt x="162" y="2"/>
                      </a:lnTo>
                      <a:lnTo>
                        <a:pt x="164" y="2"/>
                      </a:lnTo>
                      <a:lnTo>
                        <a:pt x="166" y="4"/>
                      </a:lnTo>
                      <a:lnTo>
                        <a:pt x="168" y="4"/>
                      </a:lnTo>
                      <a:lnTo>
                        <a:pt x="170" y="4"/>
                      </a:lnTo>
                      <a:lnTo>
                        <a:pt x="171" y="4"/>
                      </a:lnTo>
                      <a:lnTo>
                        <a:pt x="171" y="6"/>
                      </a:lnTo>
                      <a:lnTo>
                        <a:pt x="173" y="6"/>
                      </a:lnTo>
                      <a:lnTo>
                        <a:pt x="175" y="6"/>
                      </a:lnTo>
                      <a:lnTo>
                        <a:pt x="175" y="4"/>
                      </a:lnTo>
                      <a:lnTo>
                        <a:pt x="177" y="4"/>
                      </a:lnTo>
                      <a:lnTo>
                        <a:pt x="177" y="6"/>
                      </a:lnTo>
                      <a:lnTo>
                        <a:pt x="179" y="6"/>
                      </a:lnTo>
                      <a:lnTo>
                        <a:pt x="181" y="6"/>
                      </a:lnTo>
                      <a:lnTo>
                        <a:pt x="182" y="6"/>
                      </a:lnTo>
                      <a:lnTo>
                        <a:pt x="184" y="4"/>
                      </a:lnTo>
                      <a:lnTo>
                        <a:pt x="184" y="2"/>
                      </a:lnTo>
                      <a:lnTo>
                        <a:pt x="186" y="2"/>
                      </a:lnTo>
                      <a:lnTo>
                        <a:pt x="188" y="2"/>
                      </a:lnTo>
                      <a:lnTo>
                        <a:pt x="190" y="2"/>
                      </a:lnTo>
                      <a:lnTo>
                        <a:pt x="192" y="2"/>
                      </a:lnTo>
                      <a:lnTo>
                        <a:pt x="193" y="2"/>
                      </a:lnTo>
                      <a:lnTo>
                        <a:pt x="193" y="4"/>
                      </a:lnTo>
                      <a:lnTo>
                        <a:pt x="195" y="4"/>
                      </a:lnTo>
                      <a:lnTo>
                        <a:pt x="195" y="6"/>
                      </a:lnTo>
                      <a:lnTo>
                        <a:pt x="195" y="7"/>
                      </a:lnTo>
                      <a:lnTo>
                        <a:pt x="193" y="7"/>
                      </a:lnTo>
                      <a:lnTo>
                        <a:pt x="193" y="9"/>
                      </a:lnTo>
                      <a:lnTo>
                        <a:pt x="192" y="9"/>
                      </a:lnTo>
                      <a:lnTo>
                        <a:pt x="193" y="9"/>
                      </a:lnTo>
                      <a:lnTo>
                        <a:pt x="193" y="11"/>
                      </a:lnTo>
                      <a:lnTo>
                        <a:pt x="195" y="13"/>
                      </a:lnTo>
                      <a:lnTo>
                        <a:pt x="197" y="15"/>
                      </a:lnTo>
                      <a:lnTo>
                        <a:pt x="197" y="13"/>
                      </a:lnTo>
                      <a:lnTo>
                        <a:pt x="199" y="13"/>
                      </a:lnTo>
                      <a:lnTo>
                        <a:pt x="199" y="11"/>
                      </a:lnTo>
                      <a:lnTo>
                        <a:pt x="201" y="11"/>
                      </a:lnTo>
                      <a:lnTo>
                        <a:pt x="202" y="11"/>
                      </a:lnTo>
                      <a:lnTo>
                        <a:pt x="202" y="9"/>
                      </a:lnTo>
                      <a:lnTo>
                        <a:pt x="204" y="9"/>
                      </a:lnTo>
                      <a:lnTo>
                        <a:pt x="206" y="9"/>
                      </a:lnTo>
                      <a:lnTo>
                        <a:pt x="206" y="7"/>
                      </a:lnTo>
                      <a:lnTo>
                        <a:pt x="208" y="7"/>
                      </a:lnTo>
                      <a:lnTo>
                        <a:pt x="208" y="6"/>
                      </a:lnTo>
                      <a:lnTo>
                        <a:pt x="210" y="6"/>
                      </a:lnTo>
                      <a:lnTo>
                        <a:pt x="210" y="7"/>
                      </a:lnTo>
                      <a:lnTo>
                        <a:pt x="212" y="7"/>
                      </a:lnTo>
                      <a:lnTo>
                        <a:pt x="213" y="7"/>
                      </a:lnTo>
                      <a:lnTo>
                        <a:pt x="213" y="9"/>
                      </a:lnTo>
                      <a:lnTo>
                        <a:pt x="213" y="11"/>
                      </a:lnTo>
                      <a:lnTo>
                        <a:pt x="215" y="11"/>
                      </a:lnTo>
                      <a:lnTo>
                        <a:pt x="217" y="11"/>
                      </a:lnTo>
                      <a:lnTo>
                        <a:pt x="217" y="13"/>
                      </a:lnTo>
                      <a:lnTo>
                        <a:pt x="219" y="13"/>
                      </a:lnTo>
                      <a:lnTo>
                        <a:pt x="217" y="13"/>
                      </a:lnTo>
                      <a:lnTo>
                        <a:pt x="217" y="15"/>
                      </a:lnTo>
                      <a:lnTo>
                        <a:pt x="219" y="15"/>
                      </a:lnTo>
                      <a:lnTo>
                        <a:pt x="219" y="16"/>
                      </a:lnTo>
                      <a:lnTo>
                        <a:pt x="217" y="18"/>
                      </a:lnTo>
                      <a:lnTo>
                        <a:pt x="215" y="20"/>
                      </a:lnTo>
                      <a:lnTo>
                        <a:pt x="217" y="20"/>
                      </a:lnTo>
                      <a:lnTo>
                        <a:pt x="219" y="20"/>
                      </a:lnTo>
                      <a:lnTo>
                        <a:pt x="221" y="20"/>
                      </a:lnTo>
                      <a:lnTo>
                        <a:pt x="221" y="22"/>
                      </a:lnTo>
                      <a:lnTo>
                        <a:pt x="223" y="22"/>
                      </a:lnTo>
                      <a:lnTo>
                        <a:pt x="223" y="24"/>
                      </a:lnTo>
                      <a:lnTo>
                        <a:pt x="224" y="24"/>
                      </a:lnTo>
                      <a:lnTo>
                        <a:pt x="224" y="26"/>
                      </a:lnTo>
                      <a:lnTo>
                        <a:pt x="224" y="27"/>
                      </a:lnTo>
                      <a:lnTo>
                        <a:pt x="223" y="27"/>
                      </a:lnTo>
                      <a:lnTo>
                        <a:pt x="223" y="29"/>
                      </a:lnTo>
                      <a:lnTo>
                        <a:pt x="221" y="29"/>
                      </a:lnTo>
                      <a:lnTo>
                        <a:pt x="223" y="29"/>
                      </a:lnTo>
                      <a:lnTo>
                        <a:pt x="223" y="31"/>
                      </a:lnTo>
                      <a:lnTo>
                        <a:pt x="224" y="33"/>
                      </a:lnTo>
                      <a:lnTo>
                        <a:pt x="226" y="35"/>
                      </a:lnTo>
                      <a:lnTo>
                        <a:pt x="226" y="33"/>
                      </a:lnTo>
                      <a:lnTo>
                        <a:pt x="228" y="33"/>
                      </a:lnTo>
                      <a:lnTo>
                        <a:pt x="230" y="33"/>
                      </a:lnTo>
                      <a:lnTo>
                        <a:pt x="230" y="35"/>
                      </a:lnTo>
                      <a:lnTo>
                        <a:pt x="232" y="35"/>
                      </a:lnTo>
                      <a:lnTo>
                        <a:pt x="232" y="37"/>
                      </a:lnTo>
                      <a:lnTo>
                        <a:pt x="232" y="38"/>
                      </a:lnTo>
                      <a:lnTo>
                        <a:pt x="232" y="40"/>
                      </a:lnTo>
                      <a:lnTo>
                        <a:pt x="234" y="40"/>
                      </a:lnTo>
                      <a:lnTo>
                        <a:pt x="234" y="42"/>
                      </a:lnTo>
                      <a:lnTo>
                        <a:pt x="234" y="44"/>
                      </a:lnTo>
                      <a:lnTo>
                        <a:pt x="235" y="46"/>
                      </a:lnTo>
                      <a:lnTo>
                        <a:pt x="235" y="48"/>
                      </a:lnTo>
                      <a:lnTo>
                        <a:pt x="234" y="48"/>
                      </a:lnTo>
                      <a:lnTo>
                        <a:pt x="234" y="49"/>
                      </a:lnTo>
                      <a:lnTo>
                        <a:pt x="235" y="49"/>
                      </a:lnTo>
                      <a:lnTo>
                        <a:pt x="237" y="49"/>
                      </a:lnTo>
                      <a:lnTo>
                        <a:pt x="239" y="49"/>
                      </a:lnTo>
                      <a:lnTo>
                        <a:pt x="241" y="49"/>
                      </a:lnTo>
                      <a:lnTo>
                        <a:pt x="243" y="49"/>
                      </a:lnTo>
                      <a:lnTo>
                        <a:pt x="244" y="51"/>
                      </a:lnTo>
                      <a:lnTo>
                        <a:pt x="246" y="51"/>
                      </a:lnTo>
                      <a:lnTo>
                        <a:pt x="246" y="53"/>
                      </a:lnTo>
                      <a:lnTo>
                        <a:pt x="248" y="53"/>
                      </a:lnTo>
                      <a:lnTo>
                        <a:pt x="248" y="55"/>
                      </a:lnTo>
                      <a:lnTo>
                        <a:pt x="248" y="57"/>
                      </a:lnTo>
                      <a:lnTo>
                        <a:pt x="250" y="55"/>
                      </a:lnTo>
                      <a:lnTo>
                        <a:pt x="252" y="55"/>
                      </a:lnTo>
                      <a:lnTo>
                        <a:pt x="254" y="55"/>
                      </a:lnTo>
                      <a:lnTo>
                        <a:pt x="255" y="55"/>
                      </a:lnTo>
                      <a:lnTo>
                        <a:pt x="257" y="55"/>
                      </a:lnTo>
                      <a:lnTo>
                        <a:pt x="259" y="55"/>
                      </a:lnTo>
                      <a:lnTo>
                        <a:pt x="259" y="53"/>
                      </a:lnTo>
                      <a:lnTo>
                        <a:pt x="261" y="53"/>
                      </a:lnTo>
                      <a:lnTo>
                        <a:pt x="261" y="55"/>
                      </a:lnTo>
                      <a:lnTo>
                        <a:pt x="263" y="55"/>
                      </a:lnTo>
                      <a:lnTo>
                        <a:pt x="263" y="57"/>
                      </a:lnTo>
                      <a:lnTo>
                        <a:pt x="263" y="55"/>
                      </a:lnTo>
                      <a:lnTo>
                        <a:pt x="265" y="55"/>
                      </a:lnTo>
                      <a:lnTo>
                        <a:pt x="265" y="57"/>
                      </a:lnTo>
                      <a:lnTo>
                        <a:pt x="266" y="55"/>
                      </a:lnTo>
                      <a:lnTo>
                        <a:pt x="268" y="55"/>
                      </a:lnTo>
                      <a:lnTo>
                        <a:pt x="270" y="55"/>
                      </a:lnTo>
                      <a:lnTo>
                        <a:pt x="270" y="57"/>
                      </a:lnTo>
                      <a:lnTo>
                        <a:pt x="268" y="57"/>
                      </a:lnTo>
                      <a:lnTo>
                        <a:pt x="268" y="59"/>
                      </a:lnTo>
                      <a:lnTo>
                        <a:pt x="266" y="59"/>
                      </a:lnTo>
                      <a:lnTo>
                        <a:pt x="265" y="59"/>
                      </a:lnTo>
                      <a:lnTo>
                        <a:pt x="263" y="59"/>
                      </a:lnTo>
                      <a:lnTo>
                        <a:pt x="263" y="60"/>
                      </a:lnTo>
                      <a:lnTo>
                        <a:pt x="261" y="60"/>
                      </a:lnTo>
                      <a:lnTo>
                        <a:pt x="259" y="60"/>
                      </a:lnTo>
                      <a:lnTo>
                        <a:pt x="259" y="59"/>
                      </a:lnTo>
                      <a:lnTo>
                        <a:pt x="259" y="60"/>
                      </a:lnTo>
                      <a:lnTo>
                        <a:pt x="257" y="60"/>
                      </a:lnTo>
                      <a:lnTo>
                        <a:pt x="257" y="62"/>
                      </a:lnTo>
                      <a:lnTo>
                        <a:pt x="257" y="64"/>
                      </a:lnTo>
                      <a:lnTo>
                        <a:pt x="259" y="64"/>
                      </a:lnTo>
                      <a:lnTo>
                        <a:pt x="257" y="64"/>
                      </a:lnTo>
                      <a:lnTo>
                        <a:pt x="255" y="64"/>
                      </a:lnTo>
                      <a:lnTo>
                        <a:pt x="257" y="64"/>
                      </a:lnTo>
                      <a:lnTo>
                        <a:pt x="257" y="66"/>
                      </a:lnTo>
                      <a:lnTo>
                        <a:pt x="257" y="68"/>
                      </a:lnTo>
                      <a:lnTo>
                        <a:pt x="257" y="69"/>
                      </a:lnTo>
                      <a:lnTo>
                        <a:pt x="259" y="69"/>
                      </a:lnTo>
                      <a:lnTo>
                        <a:pt x="259" y="71"/>
                      </a:lnTo>
                      <a:lnTo>
                        <a:pt x="261" y="71"/>
                      </a:lnTo>
                      <a:lnTo>
                        <a:pt x="263" y="73"/>
                      </a:lnTo>
                      <a:lnTo>
                        <a:pt x="263" y="75"/>
                      </a:lnTo>
                      <a:lnTo>
                        <a:pt x="261" y="77"/>
                      </a:lnTo>
                      <a:lnTo>
                        <a:pt x="263" y="77"/>
                      </a:lnTo>
                      <a:lnTo>
                        <a:pt x="265" y="77"/>
                      </a:lnTo>
                      <a:lnTo>
                        <a:pt x="265" y="79"/>
                      </a:lnTo>
                      <a:lnTo>
                        <a:pt x="263" y="79"/>
                      </a:lnTo>
                      <a:lnTo>
                        <a:pt x="263" y="80"/>
                      </a:lnTo>
                      <a:lnTo>
                        <a:pt x="265" y="80"/>
                      </a:lnTo>
                      <a:lnTo>
                        <a:pt x="263" y="80"/>
                      </a:lnTo>
                      <a:lnTo>
                        <a:pt x="263" y="82"/>
                      </a:lnTo>
                      <a:lnTo>
                        <a:pt x="261" y="82"/>
                      </a:lnTo>
                      <a:lnTo>
                        <a:pt x="261" y="80"/>
                      </a:lnTo>
                      <a:lnTo>
                        <a:pt x="259" y="82"/>
                      </a:lnTo>
                      <a:lnTo>
                        <a:pt x="261" y="82"/>
                      </a:lnTo>
                      <a:lnTo>
                        <a:pt x="259" y="82"/>
                      </a:lnTo>
                      <a:lnTo>
                        <a:pt x="257" y="82"/>
                      </a:lnTo>
                      <a:lnTo>
                        <a:pt x="255" y="82"/>
                      </a:lnTo>
                      <a:lnTo>
                        <a:pt x="255" y="80"/>
                      </a:lnTo>
                      <a:lnTo>
                        <a:pt x="255" y="82"/>
                      </a:lnTo>
                      <a:lnTo>
                        <a:pt x="255" y="80"/>
                      </a:lnTo>
                      <a:lnTo>
                        <a:pt x="254" y="80"/>
                      </a:lnTo>
                      <a:lnTo>
                        <a:pt x="254" y="82"/>
                      </a:lnTo>
                      <a:lnTo>
                        <a:pt x="255" y="82"/>
                      </a:lnTo>
                      <a:lnTo>
                        <a:pt x="254" y="82"/>
                      </a:lnTo>
                      <a:lnTo>
                        <a:pt x="254" y="84"/>
                      </a:lnTo>
                      <a:lnTo>
                        <a:pt x="254" y="86"/>
                      </a:lnTo>
                      <a:lnTo>
                        <a:pt x="252" y="88"/>
                      </a:lnTo>
                      <a:lnTo>
                        <a:pt x="254" y="88"/>
                      </a:lnTo>
                      <a:lnTo>
                        <a:pt x="252" y="88"/>
                      </a:lnTo>
                      <a:lnTo>
                        <a:pt x="250" y="88"/>
                      </a:lnTo>
                      <a:lnTo>
                        <a:pt x="250" y="90"/>
                      </a:lnTo>
                      <a:lnTo>
                        <a:pt x="248" y="91"/>
                      </a:lnTo>
                      <a:lnTo>
                        <a:pt x="248" y="90"/>
                      </a:lnTo>
                      <a:lnTo>
                        <a:pt x="246" y="91"/>
                      </a:lnTo>
                      <a:lnTo>
                        <a:pt x="246" y="93"/>
                      </a:lnTo>
                      <a:lnTo>
                        <a:pt x="244" y="93"/>
                      </a:lnTo>
                      <a:lnTo>
                        <a:pt x="244" y="95"/>
                      </a:lnTo>
                      <a:lnTo>
                        <a:pt x="246" y="95"/>
                      </a:lnTo>
                      <a:lnTo>
                        <a:pt x="246" y="97"/>
                      </a:lnTo>
                      <a:lnTo>
                        <a:pt x="248" y="97"/>
                      </a:lnTo>
                      <a:lnTo>
                        <a:pt x="248" y="99"/>
                      </a:lnTo>
                      <a:lnTo>
                        <a:pt x="248" y="101"/>
                      </a:lnTo>
                      <a:lnTo>
                        <a:pt x="246" y="101"/>
                      </a:lnTo>
                      <a:lnTo>
                        <a:pt x="244" y="101"/>
                      </a:lnTo>
                      <a:lnTo>
                        <a:pt x="243" y="101"/>
                      </a:lnTo>
                      <a:lnTo>
                        <a:pt x="241" y="101"/>
                      </a:lnTo>
                      <a:lnTo>
                        <a:pt x="243" y="101"/>
                      </a:lnTo>
                      <a:lnTo>
                        <a:pt x="241" y="101"/>
                      </a:lnTo>
                      <a:lnTo>
                        <a:pt x="241" y="99"/>
                      </a:lnTo>
                      <a:lnTo>
                        <a:pt x="241" y="101"/>
                      </a:lnTo>
                      <a:lnTo>
                        <a:pt x="241" y="102"/>
                      </a:lnTo>
                      <a:lnTo>
                        <a:pt x="239" y="104"/>
                      </a:lnTo>
                      <a:lnTo>
                        <a:pt x="239" y="102"/>
                      </a:lnTo>
                      <a:lnTo>
                        <a:pt x="237" y="104"/>
                      </a:lnTo>
                      <a:lnTo>
                        <a:pt x="239" y="106"/>
                      </a:lnTo>
                      <a:lnTo>
                        <a:pt x="239" y="108"/>
                      </a:lnTo>
                      <a:lnTo>
                        <a:pt x="241" y="108"/>
                      </a:lnTo>
                      <a:lnTo>
                        <a:pt x="243" y="110"/>
                      </a:lnTo>
                      <a:lnTo>
                        <a:pt x="243" y="112"/>
                      </a:lnTo>
                      <a:lnTo>
                        <a:pt x="243" y="113"/>
                      </a:lnTo>
                      <a:lnTo>
                        <a:pt x="241" y="113"/>
                      </a:lnTo>
                      <a:lnTo>
                        <a:pt x="243" y="113"/>
                      </a:lnTo>
                      <a:lnTo>
                        <a:pt x="243" y="115"/>
                      </a:lnTo>
                      <a:lnTo>
                        <a:pt x="241" y="115"/>
                      </a:lnTo>
                      <a:lnTo>
                        <a:pt x="241" y="117"/>
                      </a:lnTo>
                      <a:lnTo>
                        <a:pt x="239" y="117"/>
                      </a:lnTo>
                      <a:lnTo>
                        <a:pt x="239" y="119"/>
                      </a:lnTo>
                      <a:lnTo>
                        <a:pt x="239" y="121"/>
                      </a:lnTo>
                      <a:lnTo>
                        <a:pt x="237" y="121"/>
                      </a:lnTo>
                      <a:lnTo>
                        <a:pt x="235" y="121"/>
                      </a:lnTo>
                      <a:lnTo>
                        <a:pt x="237" y="121"/>
                      </a:lnTo>
                      <a:lnTo>
                        <a:pt x="237" y="122"/>
                      </a:lnTo>
                      <a:lnTo>
                        <a:pt x="239" y="122"/>
                      </a:lnTo>
                      <a:lnTo>
                        <a:pt x="241" y="124"/>
                      </a:lnTo>
                      <a:lnTo>
                        <a:pt x="243" y="126"/>
                      </a:lnTo>
                      <a:lnTo>
                        <a:pt x="243" y="128"/>
                      </a:lnTo>
                      <a:lnTo>
                        <a:pt x="244" y="128"/>
                      </a:lnTo>
                      <a:lnTo>
                        <a:pt x="244" y="130"/>
                      </a:lnTo>
                      <a:lnTo>
                        <a:pt x="244" y="132"/>
                      </a:lnTo>
                      <a:lnTo>
                        <a:pt x="246" y="132"/>
                      </a:lnTo>
                      <a:lnTo>
                        <a:pt x="248" y="133"/>
                      </a:lnTo>
                      <a:lnTo>
                        <a:pt x="248" y="135"/>
                      </a:lnTo>
                      <a:lnTo>
                        <a:pt x="250" y="135"/>
                      </a:lnTo>
                      <a:lnTo>
                        <a:pt x="250" y="133"/>
                      </a:lnTo>
                      <a:lnTo>
                        <a:pt x="252" y="133"/>
                      </a:lnTo>
                      <a:lnTo>
                        <a:pt x="254" y="133"/>
                      </a:lnTo>
                      <a:lnTo>
                        <a:pt x="254" y="135"/>
                      </a:lnTo>
                      <a:lnTo>
                        <a:pt x="255" y="135"/>
                      </a:lnTo>
                      <a:lnTo>
                        <a:pt x="255" y="137"/>
                      </a:lnTo>
                      <a:lnTo>
                        <a:pt x="254" y="137"/>
                      </a:lnTo>
                      <a:lnTo>
                        <a:pt x="252" y="139"/>
                      </a:lnTo>
                      <a:lnTo>
                        <a:pt x="254" y="139"/>
                      </a:lnTo>
                      <a:lnTo>
                        <a:pt x="255" y="139"/>
                      </a:lnTo>
                      <a:lnTo>
                        <a:pt x="255" y="137"/>
                      </a:lnTo>
                      <a:lnTo>
                        <a:pt x="257" y="137"/>
                      </a:lnTo>
                      <a:lnTo>
                        <a:pt x="257" y="139"/>
                      </a:lnTo>
                      <a:lnTo>
                        <a:pt x="259" y="139"/>
                      </a:lnTo>
                      <a:lnTo>
                        <a:pt x="259" y="141"/>
                      </a:lnTo>
                      <a:lnTo>
                        <a:pt x="259" y="143"/>
                      </a:lnTo>
                      <a:lnTo>
                        <a:pt x="261" y="143"/>
                      </a:lnTo>
                      <a:lnTo>
                        <a:pt x="261" y="144"/>
                      </a:lnTo>
                      <a:lnTo>
                        <a:pt x="263" y="146"/>
                      </a:lnTo>
                      <a:lnTo>
                        <a:pt x="265" y="146"/>
                      </a:lnTo>
                      <a:lnTo>
                        <a:pt x="265" y="148"/>
                      </a:lnTo>
                      <a:lnTo>
                        <a:pt x="265" y="150"/>
                      </a:lnTo>
                      <a:lnTo>
                        <a:pt x="263" y="150"/>
                      </a:lnTo>
                      <a:lnTo>
                        <a:pt x="263" y="152"/>
                      </a:lnTo>
                      <a:lnTo>
                        <a:pt x="261" y="152"/>
                      </a:lnTo>
                      <a:lnTo>
                        <a:pt x="259" y="152"/>
                      </a:lnTo>
                      <a:lnTo>
                        <a:pt x="259" y="154"/>
                      </a:lnTo>
                      <a:lnTo>
                        <a:pt x="261" y="154"/>
                      </a:lnTo>
                      <a:lnTo>
                        <a:pt x="263" y="154"/>
                      </a:lnTo>
                      <a:lnTo>
                        <a:pt x="263" y="155"/>
                      </a:lnTo>
                      <a:lnTo>
                        <a:pt x="261" y="155"/>
                      </a:lnTo>
                      <a:lnTo>
                        <a:pt x="261" y="157"/>
                      </a:lnTo>
                      <a:lnTo>
                        <a:pt x="263" y="157"/>
                      </a:lnTo>
                      <a:lnTo>
                        <a:pt x="265" y="157"/>
                      </a:lnTo>
                      <a:lnTo>
                        <a:pt x="266" y="157"/>
                      </a:lnTo>
                      <a:lnTo>
                        <a:pt x="268" y="157"/>
                      </a:lnTo>
                      <a:lnTo>
                        <a:pt x="272" y="157"/>
                      </a:lnTo>
                      <a:lnTo>
                        <a:pt x="272" y="159"/>
                      </a:lnTo>
                      <a:lnTo>
                        <a:pt x="274" y="159"/>
                      </a:lnTo>
                      <a:lnTo>
                        <a:pt x="276" y="159"/>
                      </a:lnTo>
                      <a:lnTo>
                        <a:pt x="276" y="161"/>
                      </a:lnTo>
                      <a:lnTo>
                        <a:pt x="277" y="161"/>
                      </a:lnTo>
                      <a:lnTo>
                        <a:pt x="279" y="161"/>
                      </a:lnTo>
                      <a:lnTo>
                        <a:pt x="279" y="163"/>
                      </a:lnTo>
                      <a:lnTo>
                        <a:pt x="281" y="163"/>
                      </a:lnTo>
                      <a:lnTo>
                        <a:pt x="281" y="165"/>
                      </a:lnTo>
                      <a:lnTo>
                        <a:pt x="283" y="165"/>
                      </a:lnTo>
                      <a:lnTo>
                        <a:pt x="285" y="165"/>
                      </a:lnTo>
                      <a:lnTo>
                        <a:pt x="285" y="166"/>
                      </a:lnTo>
                      <a:lnTo>
                        <a:pt x="286" y="166"/>
                      </a:lnTo>
                      <a:lnTo>
                        <a:pt x="288" y="168"/>
                      </a:lnTo>
                      <a:lnTo>
                        <a:pt x="290" y="170"/>
                      </a:lnTo>
                      <a:lnTo>
                        <a:pt x="292" y="170"/>
                      </a:lnTo>
                      <a:lnTo>
                        <a:pt x="294" y="172"/>
                      </a:lnTo>
                      <a:lnTo>
                        <a:pt x="294" y="174"/>
                      </a:lnTo>
                      <a:lnTo>
                        <a:pt x="296" y="174"/>
                      </a:lnTo>
                      <a:lnTo>
                        <a:pt x="296" y="175"/>
                      </a:lnTo>
                      <a:lnTo>
                        <a:pt x="297" y="175"/>
                      </a:lnTo>
                      <a:lnTo>
                        <a:pt x="299" y="175"/>
                      </a:lnTo>
                      <a:lnTo>
                        <a:pt x="301" y="175"/>
                      </a:lnTo>
                      <a:lnTo>
                        <a:pt x="303" y="175"/>
                      </a:lnTo>
                      <a:lnTo>
                        <a:pt x="303" y="174"/>
                      </a:lnTo>
                      <a:lnTo>
                        <a:pt x="305" y="175"/>
                      </a:lnTo>
                      <a:lnTo>
                        <a:pt x="307" y="175"/>
                      </a:lnTo>
                      <a:lnTo>
                        <a:pt x="308" y="177"/>
                      </a:lnTo>
                      <a:lnTo>
                        <a:pt x="310" y="177"/>
                      </a:lnTo>
                      <a:lnTo>
                        <a:pt x="310" y="179"/>
                      </a:lnTo>
                      <a:lnTo>
                        <a:pt x="308" y="179"/>
                      </a:lnTo>
                      <a:lnTo>
                        <a:pt x="308" y="181"/>
                      </a:lnTo>
                      <a:lnTo>
                        <a:pt x="310" y="181"/>
                      </a:lnTo>
                      <a:lnTo>
                        <a:pt x="310" y="183"/>
                      </a:lnTo>
                      <a:lnTo>
                        <a:pt x="312" y="183"/>
                      </a:lnTo>
                      <a:lnTo>
                        <a:pt x="312" y="185"/>
                      </a:lnTo>
                      <a:lnTo>
                        <a:pt x="314" y="185"/>
                      </a:lnTo>
                      <a:lnTo>
                        <a:pt x="312" y="185"/>
                      </a:lnTo>
                      <a:lnTo>
                        <a:pt x="312" y="186"/>
                      </a:lnTo>
                      <a:lnTo>
                        <a:pt x="312" y="188"/>
                      </a:lnTo>
                      <a:lnTo>
                        <a:pt x="314" y="188"/>
                      </a:lnTo>
                      <a:lnTo>
                        <a:pt x="316" y="188"/>
                      </a:lnTo>
                      <a:lnTo>
                        <a:pt x="316" y="190"/>
                      </a:lnTo>
                      <a:lnTo>
                        <a:pt x="317" y="190"/>
                      </a:lnTo>
                      <a:lnTo>
                        <a:pt x="317" y="192"/>
                      </a:lnTo>
                      <a:lnTo>
                        <a:pt x="319" y="192"/>
                      </a:lnTo>
                      <a:lnTo>
                        <a:pt x="317" y="192"/>
                      </a:lnTo>
                      <a:lnTo>
                        <a:pt x="319" y="192"/>
                      </a:lnTo>
                      <a:lnTo>
                        <a:pt x="317" y="192"/>
                      </a:lnTo>
                      <a:lnTo>
                        <a:pt x="319" y="192"/>
                      </a:lnTo>
                      <a:lnTo>
                        <a:pt x="319" y="194"/>
                      </a:lnTo>
                      <a:lnTo>
                        <a:pt x="319" y="196"/>
                      </a:lnTo>
                      <a:lnTo>
                        <a:pt x="321" y="196"/>
                      </a:lnTo>
                      <a:lnTo>
                        <a:pt x="321" y="197"/>
                      </a:lnTo>
                      <a:lnTo>
                        <a:pt x="323" y="197"/>
                      </a:lnTo>
                      <a:lnTo>
                        <a:pt x="323" y="199"/>
                      </a:lnTo>
                      <a:lnTo>
                        <a:pt x="325" y="199"/>
                      </a:lnTo>
                      <a:lnTo>
                        <a:pt x="321" y="207"/>
                      </a:lnTo>
                      <a:lnTo>
                        <a:pt x="319" y="210"/>
                      </a:lnTo>
                      <a:lnTo>
                        <a:pt x="317" y="214"/>
                      </a:lnTo>
                      <a:lnTo>
                        <a:pt x="317" y="218"/>
                      </a:lnTo>
                      <a:lnTo>
                        <a:pt x="317" y="219"/>
                      </a:lnTo>
                      <a:lnTo>
                        <a:pt x="317" y="223"/>
                      </a:lnTo>
                      <a:lnTo>
                        <a:pt x="317" y="228"/>
                      </a:lnTo>
                      <a:lnTo>
                        <a:pt x="325" y="228"/>
                      </a:lnTo>
                      <a:lnTo>
                        <a:pt x="330" y="228"/>
                      </a:lnTo>
                      <a:lnTo>
                        <a:pt x="330" y="230"/>
                      </a:lnTo>
                      <a:lnTo>
                        <a:pt x="330" y="239"/>
                      </a:lnTo>
                      <a:lnTo>
                        <a:pt x="330" y="247"/>
                      </a:lnTo>
                      <a:lnTo>
                        <a:pt x="332" y="247"/>
                      </a:lnTo>
                      <a:lnTo>
                        <a:pt x="332" y="249"/>
                      </a:lnTo>
                      <a:lnTo>
                        <a:pt x="334" y="249"/>
                      </a:lnTo>
                      <a:lnTo>
                        <a:pt x="336" y="249"/>
                      </a:lnTo>
                      <a:lnTo>
                        <a:pt x="336" y="250"/>
                      </a:lnTo>
                      <a:lnTo>
                        <a:pt x="336" y="252"/>
                      </a:lnTo>
                      <a:lnTo>
                        <a:pt x="338" y="252"/>
                      </a:lnTo>
                      <a:lnTo>
                        <a:pt x="339" y="252"/>
                      </a:lnTo>
                      <a:lnTo>
                        <a:pt x="339" y="254"/>
                      </a:lnTo>
                      <a:lnTo>
                        <a:pt x="341" y="254"/>
                      </a:lnTo>
                      <a:lnTo>
                        <a:pt x="341" y="256"/>
                      </a:lnTo>
                      <a:lnTo>
                        <a:pt x="343" y="256"/>
                      </a:lnTo>
                      <a:lnTo>
                        <a:pt x="343" y="258"/>
                      </a:lnTo>
                      <a:lnTo>
                        <a:pt x="343" y="260"/>
                      </a:lnTo>
                      <a:lnTo>
                        <a:pt x="345" y="261"/>
                      </a:lnTo>
                      <a:lnTo>
                        <a:pt x="345" y="263"/>
                      </a:lnTo>
                      <a:lnTo>
                        <a:pt x="347" y="265"/>
                      </a:lnTo>
                      <a:lnTo>
                        <a:pt x="349" y="265"/>
                      </a:lnTo>
                      <a:lnTo>
                        <a:pt x="350" y="265"/>
                      </a:lnTo>
                      <a:lnTo>
                        <a:pt x="350" y="267"/>
                      </a:lnTo>
                      <a:lnTo>
                        <a:pt x="349" y="267"/>
                      </a:lnTo>
                      <a:lnTo>
                        <a:pt x="347" y="267"/>
                      </a:lnTo>
                      <a:lnTo>
                        <a:pt x="345" y="267"/>
                      </a:lnTo>
                      <a:lnTo>
                        <a:pt x="343" y="267"/>
                      </a:lnTo>
                      <a:lnTo>
                        <a:pt x="343" y="265"/>
                      </a:lnTo>
                      <a:lnTo>
                        <a:pt x="341" y="265"/>
                      </a:lnTo>
                      <a:lnTo>
                        <a:pt x="339" y="265"/>
                      </a:lnTo>
                      <a:lnTo>
                        <a:pt x="338" y="263"/>
                      </a:lnTo>
                      <a:lnTo>
                        <a:pt x="336" y="263"/>
                      </a:lnTo>
                      <a:lnTo>
                        <a:pt x="334" y="263"/>
                      </a:lnTo>
                      <a:lnTo>
                        <a:pt x="332" y="261"/>
                      </a:lnTo>
                      <a:lnTo>
                        <a:pt x="330" y="263"/>
                      </a:lnTo>
                      <a:lnTo>
                        <a:pt x="328" y="263"/>
                      </a:lnTo>
                      <a:lnTo>
                        <a:pt x="328" y="261"/>
                      </a:lnTo>
                      <a:lnTo>
                        <a:pt x="327" y="261"/>
                      </a:lnTo>
                      <a:lnTo>
                        <a:pt x="327" y="260"/>
                      </a:lnTo>
                      <a:lnTo>
                        <a:pt x="325" y="260"/>
                      </a:lnTo>
                      <a:lnTo>
                        <a:pt x="325" y="258"/>
                      </a:lnTo>
                      <a:lnTo>
                        <a:pt x="325" y="256"/>
                      </a:lnTo>
                      <a:lnTo>
                        <a:pt x="325" y="254"/>
                      </a:lnTo>
                      <a:lnTo>
                        <a:pt x="323" y="254"/>
                      </a:lnTo>
                      <a:lnTo>
                        <a:pt x="325" y="254"/>
                      </a:lnTo>
                      <a:lnTo>
                        <a:pt x="325" y="256"/>
                      </a:lnTo>
                      <a:lnTo>
                        <a:pt x="323" y="256"/>
                      </a:lnTo>
                      <a:lnTo>
                        <a:pt x="325" y="256"/>
                      </a:lnTo>
                      <a:lnTo>
                        <a:pt x="325" y="258"/>
                      </a:lnTo>
                      <a:lnTo>
                        <a:pt x="325" y="260"/>
                      </a:lnTo>
                      <a:lnTo>
                        <a:pt x="327" y="260"/>
                      </a:lnTo>
                      <a:lnTo>
                        <a:pt x="327" y="261"/>
                      </a:lnTo>
                      <a:lnTo>
                        <a:pt x="327" y="263"/>
                      </a:lnTo>
                      <a:lnTo>
                        <a:pt x="325" y="263"/>
                      </a:lnTo>
                      <a:lnTo>
                        <a:pt x="321" y="261"/>
                      </a:lnTo>
                      <a:lnTo>
                        <a:pt x="317" y="260"/>
                      </a:lnTo>
                      <a:lnTo>
                        <a:pt x="314" y="260"/>
                      </a:lnTo>
                      <a:lnTo>
                        <a:pt x="312" y="260"/>
                      </a:lnTo>
                      <a:lnTo>
                        <a:pt x="307" y="260"/>
                      </a:lnTo>
                      <a:lnTo>
                        <a:pt x="305" y="261"/>
                      </a:lnTo>
                      <a:lnTo>
                        <a:pt x="303" y="261"/>
                      </a:lnTo>
                      <a:lnTo>
                        <a:pt x="301" y="261"/>
                      </a:lnTo>
                      <a:lnTo>
                        <a:pt x="299" y="263"/>
                      </a:lnTo>
                      <a:lnTo>
                        <a:pt x="297" y="265"/>
                      </a:lnTo>
                      <a:lnTo>
                        <a:pt x="297" y="267"/>
                      </a:lnTo>
                      <a:lnTo>
                        <a:pt x="296" y="269"/>
                      </a:lnTo>
                      <a:lnTo>
                        <a:pt x="296" y="271"/>
                      </a:lnTo>
                      <a:lnTo>
                        <a:pt x="294" y="274"/>
                      </a:lnTo>
                      <a:lnTo>
                        <a:pt x="292" y="278"/>
                      </a:lnTo>
                      <a:lnTo>
                        <a:pt x="290" y="280"/>
                      </a:lnTo>
                      <a:lnTo>
                        <a:pt x="290" y="281"/>
                      </a:lnTo>
                      <a:lnTo>
                        <a:pt x="288" y="281"/>
                      </a:lnTo>
                      <a:lnTo>
                        <a:pt x="288" y="283"/>
                      </a:lnTo>
                      <a:lnTo>
                        <a:pt x="288" y="285"/>
                      </a:lnTo>
                      <a:lnTo>
                        <a:pt x="286" y="285"/>
                      </a:lnTo>
                      <a:lnTo>
                        <a:pt x="286" y="287"/>
                      </a:lnTo>
                      <a:lnTo>
                        <a:pt x="285" y="287"/>
                      </a:lnTo>
                      <a:lnTo>
                        <a:pt x="283" y="291"/>
                      </a:lnTo>
                      <a:lnTo>
                        <a:pt x="281" y="292"/>
                      </a:lnTo>
                      <a:lnTo>
                        <a:pt x="279" y="292"/>
                      </a:lnTo>
                      <a:lnTo>
                        <a:pt x="277" y="294"/>
                      </a:lnTo>
                      <a:lnTo>
                        <a:pt x="277" y="296"/>
                      </a:lnTo>
                      <a:lnTo>
                        <a:pt x="274" y="296"/>
                      </a:lnTo>
                      <a:lnTo>
                        <a:pt x="274" y="298"/>
                      </a:lnTo>
                      <a:lnTo>
                        <a:pt x="272" y="298"/>
                      </a:lnTo>
                      <a:lnTo>
                        <a:pt x="261" y="296"/>
                      </a:lnTo>
                      <a:lnTo>
                        <a:pt x="259" y="296"/>
                      </a:lnTo>
                      <a:lnTo>
                        <a:pt x="255" y="296"/>
                      </a:lnTo>
                      <a:lnTo>
                        <a:pt x="252" y="296"/>
                      </a:lnTo>
                      <a:lnTo>
                        <a:pt x="250" y="296"/>
                      </a:lnTo>
                      <a:lnTo>
                        <a:pt x="244" y="294"/>
                      </a:lnTo>
                      <a:lnTo>
                        <a:pt x="239" y="294"/>
                      </a:lnTo>
                      <a:lnTo>
                        <a:pt x="234" y="294"/>
                      </a:lnTo>
                      <a:lnTo>
                        <a:pt x="232" y="294"/>
                      </a:lnTo>
                      <a:lnTo>
                        <a:pt x="228" y="294"/>
                      </a:lnTo>
                      <a:lnTo>
                        <a:pt x="224" y="294"/>
                      </a:lnTo>
                      <a:lnTo>
                        <a:pt x="223" y="294"/>
                      </a:lnTo>
                      <a:lnTo>
                        <a:pt x="219" y="292"/>
                      </a:lnTo>
                      <a:lnTo>
                        <a:pt x="212" y="292"/>
                      </a:lnTo>
                      <a:lnTo>
                        <a:pt x="210" y="292"/>
                      </a:lnTo>
                      <a:lnTo>
                        <a:pt x="208" y="291"/>
                      </a:lnTo>
                      <a:lnTo>
                        <a:pt x="199" y="283"/>
                      </a:lnTo>
                      <a:lnTo>
                        <a:pt x="197" y="281"/>
                      </a:lnTo>
                      <a:lnTo>
                        <a:pt x="195" y="281"/>
                      </a:lnTo>
                      <a:lnTo>
                        <a:pt x="195" y="280"/>
                      </a:lnTo>
                      <a:lnTo>
                        <a:pt x="193" y="280"/>
                      </a:lnTo>
                      <a:lnTo>
                        <a:pt x="193" y="278"/>
                      </a:lnTo>
                      <a:lnTo>
                        <a:pt x="190" y="276"/>
                      </a:lnTo>
                      <a:lnTo>
                        <a:pt x="188" y="274"/>
                      </a:lnTo>
                      <a:lnTo>
                        <a:pt x="186" y="274"/>
                      </a:lnTo>
                      <a:lnTo>
                        <a:pt x="186" y="272"/>
                      </a:lnTo>
                      <a:lnTo>
                        <a:pt x="184" y="272"/>
                      </a:lnTo>
                      <a:lnTo>
                        <a:pt x="182" y="271"/>
                      </a:lnTo>
                      <a:lnTo>
                        <a:pt x="179" y="269"/>
                      </a:lnTo>
                      <a:lnTo>
                        <a:pt x="179" y="267"/>
                      </a:lnTo>
                      <a:lnTo>
                        <a:pt x="177" y="267"/>
                      </a:lnTo>
                      <a:lnTo>
                        <a:pt x="173" y="263"/>
                      </a:lnTo>
                      <a:lnTo>
                        <a:pt x="168" y="260"/>
                      </a:lnTo>
                      <a:lnTo>
                        <a:pt x="166" y="260"/>
                      </a:lnTo>
                      <a:lnTo>
                        <a:pt x="162" y="256"/>
                      </a:lnTo>
                      <a:lnTo>
                        <a:pt x="161" y="256"/>
                      </a:lnTo>
                      <a:lnTo>
                        <a:pt x="159" y="252"/>
                      </a:lnTo>
                      <a:lnTo>
                        <a:pt x="157" y="252"/>
                      </a:lnTo>
                      <a:lnTo>
                        <a:pt x="155" y="250"/>
                      </a:lnTo>
                      <a:lnTo>
                        <a:pt x="151" y="249"/>
                      </a:lnTo>
                      <a:lnTo>
                        <a:pt x="150" y="247"/>
                      </a:lnTo>
                      <a:lnTo>
                        <a:pt x="148" y="245"/>
                      </a:lnTo>
                      <a:lnTo>
                        <a:pt x="146" y="245"/>
                      </a:lnTo>
                      <a:lnTo>
                        <a:pt x="144" y="243"/>
                      </a:lnTo>
                      <a:lnTo>
                        <a:pt x="142" y="241"/>
                      </a:lnTo>
                      <a:lnTo>
                        <a:pt x="139" y="239"/>
                      </a:lnTo>
                      <a:lnTo>
                        <a:pt x="135" y="236"/>
                      </a:lnTo>
                      <a:lnTo>
                        <a:pt x="131" y="234"/>
                      </a:lnTo>
                      <a:lnTo>
                        <a:pt x="129" y="232"/>
                      </a:lnTo>
                      <a:lnTo>
                        <a:pt x="128" y="232"/>
                      </a:lnTo>
                      <a:lnTo>
                        <a:pt x="124" y="228"/>
                      </a:lnTo>
                      <a:lnTo>
                        <a:pt x="122" y="227"/>
                      </a:lnTo>
                      <a:lnTo>
                        <a:pt x="120" y="227"/>
                      </a:lnTo>
                      <a:lnTo>
                        <a:pt x="119" y="225"/>
                      </a:lnTo>
                      <a:lnTo>
                        <a:pt x="117" y="225"/>
                      </a:lnTo>
                      <a:lnTo>
                        <a:pt x="113" y="223"/>
                      </a:lnTo>
                      <a:lnTo>
                        <a:pt x="111" y="221"/>
                      </a:lnTo>
                      <a:lnTo>
                        <a:pt x="109" y="221"/>
                      </a:lnTo>
                      <a:lnTo>
                        <a:pt x="108" y="219"/>
                      </a:lnTo>
                      <a:lnTo>
                        <a:pt x="106" y="219"/>
                      </a:lnTo>
                      <a:lnTo>
                        <a:pt x="104" y="219"/>
                      </a:lnTo>
                      <a:lnTo>
                        <a:pt x="102" y="218"/>
                      </a:lnTo>
                      <a:lnTo>
                        <a:pt x="100" y="218"/>
                      </a:lnTo>
                      <a:lnTo>
                        <a:pt x="97" y="216"/>
                      </a:lnTo>
                      <a:lnTo>
                        <a:pt x="95" y="216"/>
                      </a:lnTo>
                      <a:lnTo>
                        <a:pt x="91" y="214"/>
                      </a:lnTo>
                      <a:lnTo>
                        <a:pt x="89" y="214"/>
                      </a:lnTo>
                      <a:lnTo>
                        <a:pt x="86" y="210"/>
                      </a:lnTo>
                      <a:lnTo>
                        <a:pt x="84" y="210"/>
                      </a:lnTo>
                      <a:lnTo>
                        <a:pt x="84" y="208"/>
                      </a:lnTo>
                      <a:lnTo>
                        <a:pt x="82" y="208"/>
                      </a:lnTo>
                      <a:lnTo>
                        <a:pt x="78" y="205"/>
                      </a:lnTo>
                      <a:lnTo>
                        <a:pt x="75" y="205"/>
                      </a:lnTo>
                      <a:lnTo>
                        <a:pt x="73" y="205"/>
                      </a:lnTo>
                      <a:lnTo>
                        <a:pt x="71" y="203"/>
                      </a:lnTo>
                      <a:lnTo>
                        <a:pt x="67" y="201"/>
                      </a:lnTo>
                      <a:lnTo>
                        <a:pt x="66" y="199"/>
                      </a:lnTo>
                      <a:lnTo>
                        <a:pt x="62" y="197"/>
                      </a:lnTo>
                      <a:lnTo>
                        <a:pt x="60" y="197"/>
                      </a:lnTo>
                      <a:lnTo>
                        <a:pt x="56" y="196"/>
                      </a:lnTo>
                      <a:lnTo>
                        <a:pt x="56" y="194"/>
                      </a:lnTo>
                      <a:lnTo>
                        <a:pt x="55" y="194"/>
                      </a:lnTo>
                      <a:lnTo>
                        <a:pt x="46" y="192"/>
                      </a:lnTo>
                      <a:lnTo>
                        <a:pt x="42" y="192"/>
                      </a:lnTo>
                      <a:lnTo>
                        <a:pt x="35" y="190"/>
                      </a:lnTo>
                      <a:lnTo>
                        <a:pt x="20" y="188"/>
                      </a:lnTo>
                      <a:lnTo>
                        <a:pt x="16" y="186"/>
                      </a:lnTo>
                      <a:lnTo>
                        <a:pt x="15" y="186"/>
                      </a:lnTo>
                      <a:lnTo>
                        <a:pt x="15" y="185"/>
                      </a:lnTo>
                      <a:lnTo>
                        <a:pt x="18" y="183"/>
                      </a:lnTo>
                      <a:lnTo>
                        <a:pt x="16" y="179"/>
                      </a:lnTo>
                      <a:lnTo>
                        <a:pt x="11" y="181"/>
                      </a:lnTo>
                      <a:lnTo>
                        <a:pt x="9" y="181"/>
                      </a:lnTo>
                      <a:lnTo>
                        <a:pt x="7" y="175"/>
                      </a:lnTo>
                      <a:lnTo>
                        <a:pt x="9" y="174"/>
                      </a:lnTo>
                      <a:lnTo>
                        <a:pt x="4" y="155"/>
                      </a:lnTo>
                      <a:lnTo>
                        <a:pt x="0" y="143"/>
                      </a:lnTo>
                      <a:lnTo>
                        <a:pt x="7" y="139"/>
                      </a:lnTo>
                      <a:lnTo>
                        <a:pt x="22" y="132"/>
                      </a:lnTo>
                      <a:lnTo>
                        <a:pt x="24" y="130"/>
                      </a:lnTo>
                      <a:lnTo>
                        <a:pt x="25" y="130"/>
                      </a:lnTo>
                      <a:lnTo>
                        <a:pt x="27" y="128"/>
                      </a:lnTo>
                      <a:lnTo>
                        <a:pt x="33" y="124"/>
                      </a:lnTo>
                      <a:lnTo>
                        <a:pt x="44" y="121"/>
                      </a:lnTo>
                      <a:lnTo>
                        <a:pt x="53" y="115"/>
                      </a:lnTo>
                      <a:lnTo>
                        <a:pt x="66" y="110"/>
                      </a:lnTo>
                      <a:lnTo>
                        <a:pt x="78" y="106"/>
                      </a:lnTo>
                      <a:lnTo>
                        <a:pt x="78" y="104"/>
                      </a:lnTo>
                      <a:lnTo>
                        <a:pt x="82" y="97"/>
                      </a:lnTo>
                      <a:lnTo>
                        <a:pt x="86" y="93"/>
                      </a:lnTo>
                      <a:lnTo>
                        <a:pt x="88" y="93"/>
                      </a:lnTo>
                      <a:lnTo>
                        <a:pt x="86" y="91"/>
                      </a:lnTo>
                      <a:lnTo>
                        <a:pt x="86" y="82"/>
                      </a:lnTo>
                      <a:lnTo>
                        <a:pt x="86" y="79"/>
                      </a:lnTo>
                      <a:lnTo>
                        <a:pt x="86" y="77"/>
                      </a:lnTo>
                      <a:lnTo>
                        <a:pt x="86" y="75"/>
                      </a:lnTo>
                      <a:lnTo>
                        <a:pt x="88" y="71"/>
                      </a:lnTo>
                      <a:lnTo>
                        <a:pt x="88" y="69"/>
                      </a:lnTo>
                      <a:lnTo>
                        <a:pt x="88" y="68"/>
                      </a:lnTo>
                      <a:lnTo>
                        <a:pt x="89" y="64"/>
                      </a:lnTo>
                      <a:lnTo>
                        <a:pt x="93" y="62"/>
                      </a:lnTo>
                      <a:lnTo>
                        <a:pt x="91" y="60"/>
                      </a:lnTo>
                      <a:lnTo>
                        <a:pt x="91" y="55"/>
                      </a:lnTo>
                      <a:lnTo>
                        <a:pt x="91" y="53"/>
                      </a:lnTo>
                      <a:lnTo>
                        <a:pt x="88" y="48"/>
                      </a:lnTo>
                      <a:lnTo>
                        <a:pt x="89" y="40"/>
                      </a:lnTo>
                      <a:lnTo>
                        <a:pt x="89" y="38"/>
                      </a:lnTo>
                      <a:lnTo>
                        <a:pt x="89" y="37"/>
                      </a:lnTo>
                      <a:lnTo>
                        <a:pt x="89" y="35"/>
                      </a:lnTo>
                      <a:lnTo>
                        <a:pt x="93" y="31"/>
                      </a:lnTo>
                      <a:lnTo>
                        <a:pt x="93" y="29"/>
                      </a:lnTo>
                      <a:lnTo>
                        <a:pt x="108" y="27"/>
                      </a:lnTo>
                      <a:lnTo>
                        <a:pt x="109" y="26"/>
                      </a:lnTo>
                      <a:lnTo>
                        <a:pt x="111" y="26"/>
                      </a:lnTo>
                      <a:lnTo>
                        <a:pt x="126" y="13"/>
                      </a:lnTo>
                      <a:lnTo>
                        <a:pt x="126" y="11"/>
                      </a:lnTo>
                      <a:lnTo>
                        <a:pt x="128" y="11"/>
                      </a:lnTo>
                      <a:lnTo>
                        <a:pt x="128" y="9"/>
                      </a:lnTo>
                      <a:lnTo>
                        <a:pt x="126" y="9"/>
                      </a:lnTo>
                      <a:lnTo>
                        <a:pt x="128" y="9"/>
                      </a:lnTo>
                      <a:lnTo>
                        <a:pt x="129" y="9"/>
                      </a:lnTo>
                      <a:lnTo>
                        <a:pt x="129" y="7"/>
                      </a:lnTo>
                      <a:lnTo>
                        <a:pt x="131" y="7"/>
                      </a:lnTo>
                      <a:lnTo>
                        <a:pt x="133" y="7"/>
                      </a:lnTo>
                      <a:lnTo>
                        <a:pt x="135" y="7"/>
                      </a:lnTo>
                      <a:lnTo>
                        <a:pt x="135" y="6"/>
                      </a:lnTo>
                      <a:lnTo>
                        <a:pt x="137" y="6"/>
                      </a:lnTo>
                      <a:lnTo>
                        <a:pt x="137" y="4"/>
                      </a:lnTo>
                      <a:lnTo>
                        <a:pt x="139" y="4"/>
                      </a:lnTo>
                      <a:lnTo>
                        <a:pt x="137" y="4"/>
                      </a:lnTo>
                      <a:lnTo>
                        <a:pt x="139" y="4"/>
                      </a:lnTo>
                      <a:lnTo>
                        <a:pt x="139" y="2"/>
                      </a:lnTo>
                      <a:lnTo>
                        <a:pt x="140" y="2"/>
                      </a:lnTo>
                      <a:lnTo>
                        <a:pt x="140" y="0"/>
                      </a:lnTo>
                      <a:lnTo>
                        <a:pt x="142" y="0"/>
                      </a:lnTo>
                      <a:lnTo>
                        <a:pt x="144"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4" name="Freeform 49">
                  <a:extLst>
                    <a:ext uri="{FF2B5EF4-FFF2-40B4-BE49-F238E27FC236}">
                      <a16:creationId xmlns:a16="http://schemas.microsoft.com/office/drawing/2014/main" id="{70370BD7-2E43-3E3B-8674-8144531AC2C5}"/>
                    </a:ext>
                  </a:extLst>
                </p:cNvPr>
                <p:cNvSpPr>
                  <a:spLocks noEditPoints="1"/>
                </p:cNvSpPr>
                <p:nvPr/>
              </p:nvSpPr>
              <p:spPr bwMode="auto">
                <a:xfrm>
                  <a:off x="2253057" y="3080915"/>
                  <a:ext cx="12651" cy="28915"/>
                </a:xfrm>
                <a:custGeom>
                  <a:avLst/>
                  <a:gdLst>
                    <a:gd name="T0" fmla="*/ 1 w 7"/>
                    <a:gd name="T1" fmla="*/ 16 h 16"/>
                    <a:gd name="T2" fmla="*/ 1 w 7"/>
                    <a:gd name="T3" fmla="*/ 16 h 16"/>
                    <a:gd name="T4" fmla="*/ 1 w 7"/>
                    <a:gd name="T5" fmla="*/ 16 h 16"/>
                    <a:gd name="T6" fmla="*/ 1 w 7"/>
                    <a:gd name="T7" fmla="*/ 16 h 16"/>
                    <a:gd name="T8" fmla="*/ 0 w 7"/>
                    <a:gd name="T9" fmla="*/ 16 h 16"/>
                    <a:gd name="T10" fmla="*/ 0 w 7"/>
                    <a:gd name="T11" fmla="*/ 16 h 16"/>
                    <a:gd name="T12" fmla="*/ 0 w 7"/>
                    <a:gd name="T13" fmla="*/ 14 h 16"/>
                    <a:gd name="T14" fmla="*/ 0 w 7"/>
                    <a:gd name="T15" fmla="*/ 14 h 16"/>
                    <a:gd name="T16" fmla="*/ 1 w 7"/>
                    <a:gd name="T17" fmla="*/ 14 h 16"/>
                    <a:gd name="T18" fmla="*/ 1 w 7"/>
                    <a:gd name="T19" fmla="*/ 16 h 16"/>
                    <a:gd name="T20" fmla="*/ 1 w 7"/>
                    <a:gd name="T21" fmla="*/ 16 h 16"/>
                    <a:gd name="T22" fmla="*/ 1 w 7"/>
                    <a:gd name="T23" fmla="*/ 16 h 16"/>
                    <a:gd name="T24" fmla="*/ 1 w 7"/>
                    <a:gd name="T25" fmla="*/ 16 h 16"/>
                    <a:gd name="T26" fmla="*/ 7 w 7"/>
                    <a:gd name="T27" fmla="*/ 2 h 16"/>
                    <a:gd name="T28" fmla="*/ 7 w 7"/>
                    <a:gd name="T29" fmla="*/ 2 h 16"/>
                    <a:gd name="T30" fmla="*/ 7 w 7"/>
                    <a:gd name="T31" fmla="*/ 2 h 16"/>
                    <a:gd name="T32" fmla="*/ 7 w 7"/>
                    <a:gd name="T33" fmla="*/ 2 h 16"/>
                    <a:gd name="T34" fmla="*/ 5 w 7"/>
                    <a:gd name="T35" fmla="*/ 2 h 16"/>
                    <a:gd name="T36" fmla="*/ 5 w 7"/>
                    <a:gd name="T37" fmla="*/ 2 h 16"/>
                    <a:gd name="T38" fmla="*/ 5 w 7"/>
                    <a:gd name="T39" fmla="*/ 2 h 16"/>
                    <a:gd name="T40" fmla="*/ 7 w 7"/>
                    <a:gd name="T41" fmla="*/ 2 h 16"/>
                    <a:gd name="T42" fmla="*/ 7 w 7"/>
                    <a:gd name="T43" fmla="*/ 2 h 16"/>
                    <a:gd name="T44" fmla="*/ 7 w 7"/>
                    <a:gd name="T45" fmla="*/ 2 h 16"/>
                    <a:gd name="T46" fmla="*/ 7 w 7"/>
                    <a:gd name="T47" fmla="*/ 2 h 16"/>
                    <a:gd name="T48" fmla="*/ 7 w 7"/>
                    <a:gd name="T49" fmla="*/ 2 h 16"/>
                    <a:gd name="T50" fmla="*/ 7 w 7"/>
                    <a:gd name="T51" fmla="*/ 2 h 16"/>
                    <a:gd name="T52" fmla="*/ 7 w 7"/>
                    <a:gd name="T53" fmla="*/ 2 h 16"/>
                    <a:gd name="T54" fmla="*/ 7 w 7"/>
                    <a:gd name="T55" fmla="*/ 2 h 16"/>
                    <a:gd name="T56" fmla="*/ 7 w 7"/>
                    <a:gd name="T57" fmla="*/ 2 h 16"/>
                    <a:gd name="T58" fmla="*/ 5 w 7"/>
                    <a:gd name="T59" fmla="*/ 2 h 16"/>
                    <a:gd name="T60" fmla="*/ 5 w 7"/>
                    <a:gd name="T61" fmla="*/ 0 h 16"/>
                    <a:gd name="T62" fmla="*/ 5 w 7"/>
                    <a:gd name="T63" fmla="*/ 0 h 16"/>
                    <a:gd name="T64" fmla="*/ 5 w 7"/>
                    <a:gd name="T65" fmla="*/ 0 h 16"/>
                    <a:gd name="T66" fmla="*/ 5 w 7"/>
                    <a:gd name="T67" fmla="*/ 0 h 16"/>
                    <a:gd name="T68" fmla="*/ 5 w 7"/>
                    <a:gd name="T69" fmla="*/ 0 h 16"/>
                    <a:gd name="T70" fmla="*/ 5 w 7"/>
                    <a:gd name="T71" fmla="*/ 0 h 16"/>
                    <a:gd name="T72" fmla="*/ 5 w 7"/>
                    <a:gd name="T73" fmla="*/ 0 h 16"/>
                    <a:gd name="T74" fmla="*/ 7 w 7"/>
                    <a:gd name="T75" fmla="*/ 0 h 16"/>
                    <a:gd name="T76" fmla="*/ 7 w 7"/>
                    <a:gd name="T77" fmla="*/ 2 h 16"/>
                    <a:gd name="T78" fmla="*/ 7 w 7"/>
                    <a:gd name="T79" fmla="*/ 2 h 16"/>
                    <a:gd name="T80" fmla="*/ 7 w 7"/>
                    <a:gd name="T81" fmla="*/ 2 h 16"/>
                    <a:gd name="T82" fmla="*/ 7 w 7"/>
                    <a:gd name="T83" fmla="*/ 2 h 16"/>
                    <a:gd name="T84" fmla="*/ 7 w 7"/>
                    <a:gd name="T85" fmla="*/ 2 h 16"/>
                    <a:gd name="T86" fmla="*/ 7 w 7"/>
                    <a:gd name="T8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 h="16">
                      <a:moveTo>
                        <a:pt x="1" y="16"/>
                      </a:moveTo>
                      <a:lnTo>
                        <a:pt x="1" y="16"/>
                      </a:lnTo>
                      <a:lnTo>
                        <a:pt x="1" y="16"/>
                      </a:lnTo>
                      <a:lnTo>
                        <a:pt x="1" y="16"/>
                      </a:lnTo>
                      <a:lnTo>
                        <a:pt x="0" y="16"/>
                      </a:lnTo>
                      <a:lnTo>
                        <a:pt x="0" y="16"/>
                      </a:lnTo>
                      <a:lnTo>
                        <a:pt x="0" y="14"/>
                      </a:lnTo>
                      <a:lnTo>
                        <a:pt x="0" y="14"/>
                      </a:lnTo>
                      <a:lnTo>
                        <a:pt x="1" y="14"/>
                      </a:lnTo>
                      <a:lnTo>
                        <a:pt x="1" y="16"/>
                      </a:lnTo>
                      <a:lnTo>
                        <a:pt x="1" y="16"/>
                      </a:lnTo>
                      <a:lnTo>
                        <a:pt x="1" y="16"/>
                      </a:lnTo>
                      <a:lnTo>
                        <a:pt x="1" y="16"/>
                      </a:lnTo>
                      <a:close/>
                      <a:moveTo>
                        <a:pt x="7" y="2"/>
                      </a:moveTo>
                      <a:lnTo>
                        <a:pt x="7" y="2"/>
                      </a:lnTo>
                      <a:lnTo>
                        <a:pt x="7" y="2"/>
                      </a:lnTo>
                      <a:lnTo>
                        <a:pt x="7" y="2"/>
                      </a:lnTo>
                      <a:lnTo>
                        <a:pt x="5" y="2"/>
                      </a:lnTo>
                      <a:lnTo>
                        <a:pt x="5" y="2"/>
                      </a:lnTo>
                      <a:lnTo>
                        <a:pt x="5" y="2"/>
                      </a:lnTo>
                      <a:lnTo>
                        <a:pt x="7" y="2"/>
                      </a:lnTo>
                      <a:lnTo>
                        <a:pt x="7" y="2"/>
                      </a:lnTo>
                      <a:close/>
                      <a:moveTo>
                        <a:pt x="7" y="2"/>
                      </a:moveTo>
                      <a:lnTo>
                        <a:pt x="7" y="2"/>
                      </a:lnTo>
                      <a:lnTo>
                        <a:pt x="7" y="2"/>
                      </a:lnTo>
                      <a:lnTo>
                        <a:pt x="7" y="2"/>
                      </a:lnTo>
                      <a:lnTo>
                        <a:pt x="7" y="2"/>
                      </a:lnTo>
                      <a:lnTo>
                        <a:pt x="7" y="2"/>
                      </a:lnTo>
                      <a:lnTo>
                        <a:pt x="7" y="2"/>
                      </a:lnTo>
                      <a:lnTo>
                        <a:pt x="5" y="2"/>
                      </a:lnTo>
                      <a:lnTo>
                        <a:pt x="5" y="0"/>
                      </a:lnTo>
                      <a:lnTo>
                        <a:pt x="5" y="0"/>
                      </a:lnTo>
                      <a:lnTo>
                        <a:pt x="5" y="0"/>
                      </a:lnTo>
                      <a:lnTo>
                        <a:pt x="5" y="0"/>
                      </a:lnTo>
                      <a:lnTo>
                        <a:pt x="5" y="0"/>
                      </a:lnTo>
                      <a:lnTo>
                        <a:pt x="5" y="0"/>
                      </a:lnTo>
                      <a:lnTo>
                        <a:pt x="5" y="0"/>
                      </a:lnTo>
                      <a:lnTo>
                        <a:pt x="7" y="0"/>
                      </a:lnTo>
                      <a:lnTo>
                        <a:pt x="7" y="2"/>
                      </a:lnTo>
                      <a:lnTo>
                        <a:pt x="7" y="2"/>
                      </a:lnTo>
                      <a:lnTo>
                        <a:pt x="7" y="2"/>
                      </a:lnTo>
                      <a:lnTo>
                        <a:pt x="7" y="2"/>
                      </a:lnTo>
                      <a:lnTo>
                        <a:pt x="7" y="2"/>
                      </a:lnTo>
                      <a:lnTo>
                        <a:pt x="7"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5" name="Freeform 50">
                  <a:extLst>
                    <a:ext uri="{FF2B5EF4-FFF2-40B4-BE49-F238E27FC236}">
                      <a16:creationId xmlns:a16="http://schemas.microsoft.com/office/drawing/2014/main" id="{44BE3107-F969-020B-634F-7185BB3AC2F7}"/>
                    </a:ext>
                  </a:extLst>
                </p:cNvPr>
                <p:cNvSpPr>
                  <a:spLocks/>
                </p:cNvSpPr>
                <p:nvPr/>
              </p:nvSpPr>
              <p:spPr bwMode="auto">
                <a:xfrm>
                  <a:off x="1367520" y="2898387"/>
                  <a:ext cx="93975" cy="243975"/>
                </a:xfrm>
                <a:custGeom>
                  <a:avLst/>
                  <a:gdLst>
                    <a:gd name="T0" fmla="*/ 50 w 52"/>
                    <a:gd name="T1" fmla="*/ 4 h 135"/>
                    <a:gd name="T2" fmla="*/ 50 w 52"/>
                    <a:gd name="T3" fmla="*/ 9 h 135"/>
                    <a:gd name="T4" fmla="*/ 50 w 52"/>
                    <a:gd name="T5" fmla="*/ 13 h 135"/>
                    <a:gd name="T6" fmla="*/ 50 w 52"/>
                    <a:gd name="T7" fmla="*/ 17 h 135"/>
                    <a:gd name="T8" fmla="*/ 50 w 52"/>
                    <a:gd name="T9" fmla="*/ 22 h 135"/>
                    <a:gd name="T10" fmla="*/ 46 w 52"/>
                    <a:gd name="T11" fmla="*/ 22 h 135"/>
                    <a:gd name="T12" fmla="*/ 48 w 52"/>
                    <a:gd name="T13" fmla="*/ 24 h 135"/>
                    <a:gd name="T14" fmla="*/ 48 w 52"/>
                    <a:gd name="T15" fmla="*/ 28 h 135"/>
                    <a:gd name="T16" fmla="*/ 46 w 52"/>
                    <a:gd name="T17" fmla="*/ 29 h 135"/>
                    <a:gd name="T18" fmla="*/ 46 w 52"/>
                    <a:gd name="T19" fmla="*/ 31 h 135"/>
                    <a:gd name="T20" fmla="*/ 41 w 52"/>
                    <a:gd name="T21" fmla="*/ 28 h 135"/>
                    <a:gd name="T22" fmla="*/ 35 w 52"/>
                    <a:gd name="T23" fmla="*/ 26 h 135"/>
                    <a:gd name="T24" fmla="*/ 30 w 52"/>
                    <a:gd name="T25" fmla="*/ 29 h 135"/>
                    <a:gd name="T26" fmla="*/ 28 w 52"/>
                    <a:gd name="T27" fmla="*/ 35 h 135"/>
                    <a:gd name="T28" fmla="*/ 26 w 52"/>
                    <a:gd name="T29" fmla="*/ 40 h 135"/>
                    <a:gd name="T30" fmla="*/ 26 w 52"/>
                    <a:gd name="T31" fmla="*/ 46 h 135"/>
                    <a:gd name="T32" fmla="*/ 26 w 52"/>
                    <a:gd name="T33" fmla="*/ 51 h 135"/>
                    <a:gd name="T34" fmla="*/ 30 w 52"/>
                    <a:gd name="T35" fmla="*/ 51 h 135"/>
                    <a:gd name="T36" fmla="*/ 33 w 52"/>
                    <a:gd name="T37" fmla="*/ 55 h 135"/>
                    <a:gd name="T38" fmla="*/ 28 w 52"/>
                    <a:gd name="T39" fmla="*/ 57 h 135"/>
                    <a:gd name="T40" fmla="*/ 24 w 52"/>
                    <a:gd name="T41" fmla="*/ 62 h 135"/>
                    <a:gd name="T42" fmla="*/ 22 w 52"/>
                    <a:gd name="T43" fmla="*/ 68 h 135"/>
                    <a:gd name="T44" fmla="*/ 30 w 52"/>
                    <a:gd name="T45" fmla="*/ 70 h 135"/>
                    <a:gd name="T46" fmla="*/ 37 w 52"/>
                    <a:gd name="T47" fmla="*/ 66 h 135"/>
                    <a:gd name="T48" fmla="*/ 44 w 52"/>
                    <a:gd name="T49" fmla="*/ 64 h 135"/>
                    <a:gd name="T50" fmla="*/ 42 w 52"/>
                    <a:gd name="T51" fmla="*/ 72 h 135"/>
                    <a:gd name="T52" fmla="*/ 42 w 52"/>
                    <a:gd name="T53" fmla="*/ 77 h 135"/>
                    <a:gd name="T54" fmla="*/ 41 w 52"/>
                    <a:gd name="T55" fmla="*/ 82 h 135"/>
                    <a:gd name="T56" fmla="*/ 39 w 52"/>
                    <a:gd name="T57" fmla="*/ 84 h 135"/>
                    <a:gd name="T58" fmla="*/ 37 w 52"/>
                    <a:gd name="T59" fmla="*/ 92 h 135"/>
                    <a:gd name="T60" fmla="*/ 35 w 52"/>
                    <a:gd name="T61" fmla="*/ 97 h 135"/>
                    <a:gd name="T62" fmla="*/ 33 w 52"/>
                    <a:gd name="T63" fmla="*/ 103 h 135"/>
                    <a:gd name="T64" fmla="*/ 33 w 52"/>
                    <a:gd name="T65" fmla="*/ 106 h 135"/>
                    <a:gd name="T66" fmla="*/ 33 w 52"/>
                    <a:gd name="T67" fmla="*/ 112 h 135"/>
                    <a:gd name="T68" fmla="*/ 30 w 52"/>
                    <a:gd name="T69" fmla="*/ 115 h 135"/>
                    <a:gd name="T70" fmla="*/ 30 w 52"/>
                    <a:gd name="T71" fmla="*/ 123 h 135"/>
                    <a:gd name="T72" fmla="*/ 28 w 52"/>
                    <a:gd name="T73" fmla="*/ 130 h 135"/>
                    <a:gd name="T74" fmla="*/ 24 w 52"/>
                    <a:gd name="T75" fmla="*/ 135 h 135"/>
                    <a:gd name="T76" fmla="*/ 22 w 52"/>
                    <a:gd name="T77" fmla="*/ 128 h 135"/>
                    <a:gd name="T78" fmla="*/ 15 w 52"/>
                    <a:gd name="T79" fmla="*/ 110 h 135"/>
                    <a:gd name="T80" fmla="*/ 11 w 52"/>
                    <a:gd name="T81" fmla="*/ 101 h 135"/>
                    <a:gd name="T82" fmla="*/ 8 w 52"/>
                    <a:gd name="T83" fmla="*/ 92 h 135"/>
                    <a:gd name="T84" fmla="*/ 0 w 52"/>
                    <a:gd name="T85" fmla="*/ 73 h 135"/>
                    <a:gd name="T86" fmla="*/ 4 w 52"/>
                    <a:gd name="T87" fmla="*/ 70 h 135"/>
                    <a:gd name="T88" fmla="*/ 8 w 52"/>
                    <a:gd name="T89" fmla="*/ 66 h 135"/>
                    <a:gd name="T90" fmla="*/ 8 w 52"/>
                    <a:gd name="T91" fmla="*/ 61 h 135"/>
                    <a:gd name="T92" fmla="*/ 13 w 52"/>
                    <a:gd name="T93" fmla="*/ 53 h 135"/>
                    <a:gd name="T94" fmla="*/ 15 w 52"/>
                    <a:gd name="T95" fmla="*/ 51 h 135"/>
                    <a:gd name="T96" fmla="*/ 17 w 52"/>
                    <a:gd name="T97" fmla="*/ 44 h 135"/>
                    <a:gd name="T98" fmla="*/ 19 w 52"/>
                    <a:gd name="T99" fmla="*/ 42 h 135"/>
                    <a:gd name="T100" fmla="*/ 21 w 52"/>
                    <a:gd name="T101" fmla="*/ 35 h 135"/>
                    <a:gd name="T102" fmla="*/ 22 w 52"/>
                    <a:gd name="T103" fmla="*/ 29 h 135"/>
                    <a:gd name="T104" fmla="*/ 22 w 52"/>
                    <a:gd name="T105" fmla="*/ 26 h 135"/>
                    <a:gd name="T106" fmla="*/ 24 w 52"/>
                    <a:gd name="T107" fmla="*/ 20 h 135"/>
                    <a:gd name="T108" fmla="*/ 26 w 52"/>
                    <a:gd name="T109" fmla="*/ 17 h 135"/>
                    <a:gd name="T110" fmla="*/ 30 w 52"/>
                    <a:gd name="T111" fmla="*/ 13 h 135"/>
                    <a:gd name="T112" fmla="*/ 31 w 52"/>
                    <a:gd name="T113" fmla="*/ 8 h 135"/>
                    <a:gd name="T114" fmla="*/ 33 w 52"/>
                    <a:gd name="T115" fmla="*/ 6 h 135"/>
                    <a:gd name="T116" fmla="*/ 39 w 52"/>
                    <a:gd name="T117" fmla="*/ 6 h 135"/>
                    <a:gd name="T118" fmla="*/ 44 w 52"/>
                    <a:gd name="T119" fmla="*/ 8 h 135"/>
                    <a:gd name="T120" fmla="*/ 46 w 52"/>
                    <a:gd name="T121" fmla="*/ 2 h 135"/>
                    <a:gd name="T122" fmla="*/ 48 w 52"/>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 h="135">
                      <a:moveTo>
                        <a:pt x="50" y="2"/>
                      </a:moveTo>
                      <a:lnTo>
                        <a:pt x="52" y="2"/>
                      </a:lnTo>
                      <a:lnTo>
                        <a:pt x="52" y="4"/>
                      </a:lnTo>
                      <a:lnTo>
                        <a:pt x="50" y="4"/>
                      </a:lnTo>
                      <a:lnTo>
                        <a:pt x="52" y="4"/>
                      </a:lnTo>
                      <a:lnTo>
                        <a:pt x="50" y="6"/>
                      </a:lnTo>
                      <a:lnTo>
                        <a:pt x="50" y="8"/>
                      </a:lnTo>
                      <a:lnTo>
                        <a:pt x="50" y="9"/>
                      </a:lnTo>
                      <a:lnTo>
                        <a:pt x="48" y="9"/>
                      </a:lnTo>
                      <a:lnTo>
                        <a:pt x="50" y="9"/>
                      </a:lnTo>
                      <a:lnTo>
                        <a:pt x="50" y="11"/>
                      </a:lnTo>
                      <a:lnTo>
                        <a:pt x="50" y="13"/>
                      </a:lnTo>
                      <a:lnTo>
                        <a:pt x="48" y="13"/>
                      </a:lnTo>
                      <a:lnTo>
                        <a:pt x="48" y="15"/>
                      </a:lnTo>
                      <a:lnTo>
                        <a:pt x="50" y="15"/>
                      </a:lnTo>
                      <a:lnTo>
                        <a:pt x="50" y="17"/>
                      </a:lnTo>
                      <a:lnTo>
                        <a:pt x="50" y="19"/>
                      </a:lnTo>
                      <a:lnTo>
                        <a:pt x="50" y="20"/>
                      </a:lnTo>
                      <a:lnTo>
                        <a:pt x="48" y="20"/>
                      </a:lnTo>
                      <a:lnTo>
                        <a:pt x="50" y="22"/>
                      </a:lnTo>
                      <a:lnTo>
                        <a:pt x="48" y="22"/>
                      </a:lnTo>
                      <a:lnTo>
                        <a:pt x="46" y="22"/>
                      </a:lnTo>
                      <a:lnTo>
                        <a:pt x="48" y="22"/>
                      </a:lnTo>
                      <a:lnTo>
                        <a:pt x="46" y="22"/>
                      </a:lnTo>
                      <a:lnTo>
                        <a:pt x="46" y="24"/>
                      </a:lnTo>
                      <a:lnTo>
                        <a:pt x="48" y="24"/>
                      </a:lnTo>
                      <a:lnTo>
                        <a:pt x="46" y="24"/>
                      </a:lnTo>
                      <a:lnTo>
                        <a:pt x="48" y="24"/>
                      </a:lnTo>
                      <a:lnTo>
                        <a:pt x="48" y="26"/>
                      </a:lnTo>
                      <a:lnTo>
                        <a:pt x="46" y="26"/>
                      </a:lnTo>
                      <a:lnTo>
                        <a:pt x="46" y="28"/>
                      </a:lnTo>
                      <a:lnTo>
                        <a:pt x="48" y="28"/>
                      </a:lnTo>
                      <a:lnTo>
                        <a:pt x="46" y="28"/>
                      </a:lnTo>
                      <a:lnTo>
                        <a:pt x="48" y="28"/>
                      </a:lnTo>
                      <a:lnTo>
                        <a:pt x="48" y="29"/>
                      </a:lnTo>
                      <a:lnTo>
                        <a:pt x="46" y="29"/>
                      </a:lnTo>
                      <a:lnTo>
                        <a:pt x="48" y="29"/>
                      </a:lnTo>
                      <a:lnTo>
                        <a:pt x="46" y="31"/>
                      </a:lnTo>
                      <a:lnTo>
                        <a:pt x="46" y="29"/>
                      </a:lnTo>
                      <a:lnTo>
                        <a:pt x="46" y="31"/>
                      </a:lnTo>
                      <a:lnTo>
                        <a:pt x="44" y="31"/>
                      </a:lnTo>
                      <a:lnTo>
                        <a:pt x="42" y="31"/>
                      </a:lnTo>
                      <a:lnTo>
                        <a:pt x="42" y="29"/>
                      </a:lnTo>
                      <a:lnTo>
                        <a:pt x="41" y="28"/>
                      </a:lnTo>
                      <a:lnTo>
                        <a:pt x="39" y="28"/>
                      </a:lnTo>
                      <a:lnTo>
                        <a:pt x="37" y="28"/>
                      </a:lnTo>
                      <a:lnTo>
                        <a:pt x="35" y="28"/>
                      </a:lnTo>
                      <a:lnTo>
                        <a:pt x="35" y="26"/>
                      </a:lnTo>
                      <a:lnTo>
                        <a:pt x="33" y="28"/>
                      </a:lnTo>
                      <a:lnTo>
                        <a:pt x="31" y="28"/>
                      </a:lnTo>
                      <a:lnTo>
                        <a:pt x="31" y="29"/>
                      </a:lnTo>
                      <a:lnTo>
                        <a:pt x="30" y="29"/>
                      </a:lnTo>
                      <a:lnTo>
                        <a:pt x="30" y="31"/>
                      </a:lnTo>
                      <a:lnTo>
                        <a:pt x="28" y="31"/>
                      </a:lnTo>
                      <a:lnTo>
                        <a:pt x="28" y="33"/>
                      </a:lnTo>
                      <a:lnTo>
                        <a:pt x="28" y="35"/>
                      </a:lnTo>
                      <a:lnTo>
                        <a:pt x="28" y="37"/>
                      </a:lnTo>
                      <a:lnTo>
                        <a:pt x="28" y="39"/>
                      </a:lnTo>
                      <a:lnTo>
                        <a:pt x="26" y="39"/>
                      </a:lnTo>
                      <a:lnTo>
                        <a:pt x="26" y="40"/>
                      </a:lnTo>
                      <a:lnTo>
                        <a:pt x="26" y="42"/>
                      </a:lnTo>
                      <a:lnTo>
                        <a:pt x="26" y="44"/>
                      </a:lnTo>
                      <a:lnTo>
                        <a:pt x="28" y="44"/>
                      </a:lnTo>
                      <a:lnTo>
                        <a:pt x="26" y="46"/>
                      </a:lnTo>
                      <a:lnTo>
                        <a:pt x="26" y="48"/>
                      </a:lnTo>
                      <a:lnTo>
                        <a:pt x="28" y="50"/>
                      </a:lnTo>
                      <a:lnTo>
                        <a:pt x="28" y="51"/>
                      </a:lnTo>
                      <a:lnTo>
                        <a:pt x="26" y="51"/>
                      </a:lnTo>
                      <a:lnTo>
                        <a:pt x="26" y="53"/>
                      </a:lnTo>
                      <a:lnTo>
                        <a:pt x="28" y="53"/>
                      </a:lnTo>
                      <a:lnTo>
                        <a:pt x="28" y="51"/>
                      </a:lnTo>
                      <a:lnTo>
                        <a:pt x="30" y="51"/>
                      </a:lnTo>
                      <a:lnTo>
                        <a:pt x="33" y="53"/>
                      </a:lnTo>
                      <a:lnTo>
                        <a:pt x="35" y="53"/>
                      </a:lnTo>
                      <a:lnTo>
                        <a:pt x="35" y="55"/>
                      </a:lnTo>
                      <a:lnTo>
                        <a:pt x="33" y="55"/>
                      </a:lnTo>
                      <a:lnTo>
                        <a:pt x="31" y="55"/>
                      </a:lnTo>
                      <a:lnTo>
                        <a:pt x="30" y="55"/>
                      </a:lnTo>
                      <a:lnTo>
                        <a:pt x="30" y="57"/>
                      </a:lnTo>
                      <a:lnTo>
                        <a:pt x="28" y="57"/>
                      </a:lnTo>
                      <a:lnTo>
                        <a:pt x="26" y="59"/>
                      </a:lnTo>
                      <a:lnTo>
                        <a:pt x="26" y="61"/>
                      </a:lnTo>
                      <a:lnTo>
                        <a:pt x="24" y="61"/>
                      </a:lnTo>
                      <a:lnTo>
                        <a:pt x="24" y="62"/>
                      </a:lnTo>
                      <a:lnTo>
                        <a:pt x="24" y="64"/>
                      </a:lnTo>
                      <a:lnTo>
                        <a:pt x="24" y="66"/>
                      </a:lnTo>
                      <a:lnTo>
                        <a:pt x="22" y="66"/>
                      </a:lnTo>
                      <a:lnTo>
                        <a:pt x="22" y="68"/>
                      </a:lnTo>
                      <a:lnTo>
                        <a:pt x="22" y="70"/>
                      </a:lnTo>
                      <a:lnTo>
                        <a:pt x="24" y="70"/>
                      </a:lnTo>
                      <a:lnTo>
                        <a:pt x="26" y="70"/>
                      </a:lnTo>
                      <a:lnTo>
                        <a:pt x="30" y="70"/>
                      </a:lnTo>
                      <a:lnTo>
                        <a:pt x="31" y="70"/>
                      </a:lnTo>
                      <a:lnTo>
                        <a:pt x="33" y="70"/>
                      </a:lnTo>
                      <a:lnTo>
                        <a:pt x="35" y="68"/>
                      </a:lnTo>
                      <a:lnTo>
                        <a:pt x="37" y="66"/>
                      </a:lnTo>
                      <a:lnTo>
                        <a:pt x="39" y="66"/>
                      </a:lnTo>
                      <a:lnTo>
                        <a:pt x="41" y="64"/>
                      </a:lnTo>
                      <a:lnTo>
                        <a:pt x="42" y="64"/>
                      </a:lnTo>
                      <a:lnTo>
                        <a:pt x="44" y="64"/>
                      </a:lnTo>
                      <a:lnTo>
                        <a:pt x="44" y="66"/>
                      </a:lnTo>
                      <a:lnTo>
                        <a:pt x="44" y="68"/>
                      </a:lnTo>
                      <a:lnTo>
                        <a:pt x="42" y="70"/>
                      </a:lnTo>
                      <a:lnTo>
                        <a:pt x="42" y="72"/>
                      </a:lnTo>
                      <a:lnTo>
                        <a:pt x="41" y="72"/>
                      </a:lnTo>
                      <a:lnTo>
                        <a:pt x="41" y="73"/>
                      </a:lnTo>
                      <a:lnTo>
                        <a:pt x="42" y="75"/>
                      </a:lnTo>
                      <a:lnTo>
                        <a:pt x="42" y="77"/>
                      </a:lnTo>
                      <a:lnTo>
                        <a:pt x="42" y="79"/>
                      </a:lnTo>
                      <a:lnTo>
                        <a:pt x="42" y="81"/>
                      </a:lnTo>
                      <a:lnTo>
                        <a:pt x="41" y="81"/>
                      </a:lnTo>
                      <a:lnTo>
                        <a:pt x="41" y="82"/>
                      </a:lnTo>
                      <a:lnTo>
                        <a:pt x="42" y="82"/>
                      </a:lnTo>
                      <a:lnTo>
                        <a:pt x="42" y="84"/>
                      </a:lnTo>
                      <a:lnTo>
                        <a:pt x="41" y="84"/>
                      </a:lnTo>
                      <a:lnTo>
                        <a:pt x="39" y="84"/>
                      </a:lnTo>
                      <a:lnTo>
                        <a:pt x="39" y="86"/>
                      </a:lnTo>
                      <a:lnTo>
                        <a:pt x="39" y="88"/>
                      </a:lnTo>
                      <a:lnTo>
                        <a:pt x="37" y="90"/>
                      </a:lnTo>
                      <a:lnTo>
                        <a:pt x="37" y="92"/>
                      </a:lnTo>
                      <a:lnTo>
                        <a:pt x="37" y="93"/>
                      </a:lnTo>
                      <a:lnTo>
                        <a:pt x="35" y="93"/>
                      </a:lnTo>
                      <a:lnTo>
                        <a:pt x="35" y="95"/>
                      </a:lnTo>
                      <a:lnTo>
                        <a:pt x="35" y="97"/>
                      </a:lnTo>
                      <a:lnTo>
                        <a:pt x="33" y="97"/>
                      </a:lnTo>
                      <a:lnTo>
                        <a:pt x="33" y="99"/>
                      </a:lnTo>
                      <a:lnTo>
                        <a:pt x="33" y="101"/>
                      </a:lnTo>
                      <a:lnTo>
                        <a:pt x="33" y="103"/>
                      </a:lnTo>
                      <a:lnTo>
                        <a:pt x="31" y="103"/>
                      </a:lnTo>
                      <a:lnTo>
                        <a:pt x="33" y="103"/>
                      </a:lnTo>
                      <a:lnTo>
                        <a:pt x="33" y="104"/>
                      </a:lnTo>
                      <a:lnTo>
                        <a:pt x="33" y="106"/>
                      </a:lnTo>
                      <a:lnTo>
                        <a:pt x="33" y="108"/>
                      </a:lnTo>
                      <a:lnTo>
                        <a:pt x="31" y="108"/>
                      </a:lnTo>
                      <a:lnTo>
                        <a:pt x="31" y="110"/>
                      </a:lnTo>
                      <a:lnTo>
                        <a:pt x="33" y="112"/>
                      </a:lnTo>
                      <a:lnTo>
                        <a:pt x="33" y="114"/>
                      </a:lnTo>
                      <a:lnTo>
                        <a:pt x="31" y="114"/>
                      </a:lnTo>
                      <a:lnTo>
                        <a:pt x="31" y="115"/>
                      </a:lnTo>
                      <a:lnTo>
                        <a:pt x="30" y="115"/>
                      </a:lnTo>
                      <a:lnTo>
                        <a:pt x="30" y="117"/>
                      </a:lnTo>
                      <a:lnTo>
                        <a:pt x="30" y="119"/>
                      </a:lnTo>
                      <a:lnTo>
                        <a:pt x="30" y="121"/>
                      </a:lnTo>
                      <a:lnTo>
                        <a:pt x="30" y="123"/>
                      </a:lnTo>
                      <a:lnTo>
                        <a:pt x="30" y="125"/>
                      </a:lnTo>
                      <a:lnTo>
                        <a:pt x="28" y="126"/>
                      </a:lnTo>
                      <a:lnTo>
                        <a:pt x="28" y="128"/>
                      </a:lnTo>
                      <a:lnTo>
                        <a:pt x="28" y="130"/>
                      </a:lnTo>
                      <a:lnTo>
                        <a:pt x="26" y="132"/>
                      </a:lnTo>
                      <a:lnTo>
                        <a:pt x="26" y="134"/>
                      </a:lnTo>
                      <a:lnTo>
                        <a:pt x="24" y="134"/>
                      </a:lnTo>
                      <a:lnTo>
                        <a:pt x="24" y="135"/>
                      </a:lnTo>
                      <a:lnTo>
                        <a:pt x="22" y="134"/>
                      </a:lnTo>
                      <a:lnTo>
                        <a:pt x="22" y="132"/>
                      </a:lnTo>
                      <a:lnTo>
                        <a:pt x="22" y="130"/>
                      </a:lnTo>
                      <a:lnTo>
                        <a:pt x="22" y="128"/>
                      </a:lnTo>
                      <a:lnTo>
                        <a:pt x="21" y="126"/>
                      </a:lnTo>
                      <a:lnTo>
                        <a:pt x="19" y="121"/>
                      </a:lnTo>
                      <a:lnTo>
                        <a:pt x="17" y="114"/>
                      </a:lnTo>
                      <a:lnTo>
                        <a:pt x="15" y="110"/>
                      </a:lnTo>
                      <a:lnTo>
                        <a:pt x="13" y="106"/>
                      </a:lnTo>
                      <a:lnTo>
                        <a:pt x="13" y="104"/>
                      </a:lnTo>
                      <a:lnTo>
                        <a:pt x="11" y="103"/>
                      </a:lnTo>
                      <a:lnTo>
                        <a:pt x="11" y="101"/>
                      </a:lnTo>
                      <a:lnTo>
                        <a:pt x="10" y="99"/>
                      </a:lnTo>
                      <a:lnTo>
                        <a:pt x="10" y="97"/>
                      </a:lnTo>
                      <a:lnTo>
                        <a:pt x="8" y="93"/>
                      </a:lnTo>
                      <a:lnTo>
                        <a:pt x="8" y="92"/>
                      </a:lnTo>
                      <a:lnTo>
                        <a:pt x="8" y="90"/>
                      </a:lnTo>
                      <a:lnTo>
                        <a:pt x="6" y="88"/>
                      </a:lnTo>
                      <a:lnTo>
                        <a:pt x="6" y="86"/>
                      </a:lnTo>
                      <a:lnTo>
                        <a:pt x="0" y="73"/>
                      </a:lnTo>
                      <a:lnTo>
                        <a:pt x="2" y="73"/>
                      </a:lnTo>
                      <a:lnTo>
                        <a:pt x="2" y="72"/>
                      </a:lnTo>
                      <a:lnTo>
                        <a:pt x="4" y="72"/>
                      </a:lnTo>
                      <a:lnTo>
                        <a:pt x="4" y="70"/>
                      </a:lnTo>
                      <a:lnTo>
                        <a:pt x="4" y="68"/>
                      </a:lnTo>
                      <a:lnTo>
                        <a:pt x="6" y="68"/>
                      </a:lnTo>
                      <a:lnTo>
                        <a:pt x="6" y="66"/>
                      </a:lnTo>
                      <a:lnTo>
                        <a:pt x="8" y="66"/>
                      </a:lnTo>
                      <a:lnTo>
                        <a:pt x="10" y="64"/>
                      </a:lnTo>
                      <a:lnTo>
                        <a:pt x="11" y="64"/>
                      </a:lnTo>
                      <a:lnTo>
                        <a:pt x="11" y="62"/>
                      </a:lnTo>
                      <a:lnTo>
                        <a:pt x="8" y="61"/>
                      </a:lnTo>
                      <a:lnTo>
                        <a:pt x="10" y="59"/>
                      </a:lnTo>
                      <a:lnTo>
                        <a:pt x="11" y="57"/>
                      </a:lnTo>
                      <a:lnTo>
                        <a:pt x="11" y="55"/>
                      </a:lnTo>
                      <a:lnTo>
                        <a:pt x="13" y="53"/>
                      </a:lnTo>
                      <a:lnTo>
                        <a:pt x="13" y="51"/>
                      </a:lnTo>
                      <a:lnTo>
                        <a:pt x="13" y="53"/>
                      </a:lnTo>
                      <a:lnTo>
                        <a:pt x="13" y="51"/>
                      </a:lnTo>
                      <a:lnTo>
                        <a:pt x="15" y="51"/>
                      </a:lnTo>
                      <a:lnTo>
                        <a:pt x="15" y="50"/>
                      </a:lnTo>
                      <a:lnTo>
                        <a:pt x="17" y="48"/>
                      </a:lnTo>
                      <a:lnTo>
                        <a:pt x="17" y="46"/>
                      </a:lnTo>
                      <a:lnTo>
                        <a:pt x="17" y="44"/>
                      </a:lnTo>
                      <a:lnTo>
                        <a:pt x="19" y="44"/>
                      </a:lnTo>
                      <a:lnTo>
                        <a:pt x="17" y="44"/>
                      </a:lnTo>
                      <a:lnTo>
                        <a:pt x="19" y="44"/>
                      </a:lnTo>
                      <a:lnTo>
                        <a:pt x="19" y="42"/>
                      </a:lnTo>
                      <a:lnTo>
                        <a:pt x="19" y="40"/>
                      </a:lnTo>
                      <a:lnTo>
                        <a:pt x="21" y="39"/>
                      </a:lnTo>
                      <a:lnTo>
                        <a:pt x="21" y="37"/>
                      </a:lnTo>
                      <a:lnTo>
                        <a:pt x="21" y="35"/>
                      </a:lnTo>
                      <a:lnTo>
                        <a:pt x="21" y="33"/>
                      </a:lnTo>
                      <a:lnTo>
                        <a:pt x="22" y="33"/>
                      </a:lnTo>
                      <a:lnTo>
                        <a:pt x="22" y="31"/>
                      </a:lnTo>
                      <a:lnTo>
                        <a:pt x="22" y="29"/>
                      </a:lnTo>
                      <a:lnTo>
                        <a:pt x="22" y="28"/>
                      </a:lnTo>
                      <a:lnTo>
                        <a:pt x="22" y="26"/>
                      </a:lnTo>
                      <a:lnTo>
                        <a:pt x="24" y="26"/>
                      </a:lnTo>
                      <a:lnTo>
                        <a:pt x="22" y="26"/>
                      </a:lnTo>
                      <a:lnTo>
                        <a:pt x="24" y="26"/>
                      </a:lnTo>
                      <a:lnTo>
                        <a:pt x="24" y="24"/>
                      </a:lnTo>
                      <a:lnTo>
                        <a:pt x="24" y="22"/>
                      </a:lnTo>
                      <a:lnTo>
                        <a:pt x="24" y="20"/>
                      </a:lnTo>
                      <a:lnTo>
                        <a:pt x="26" y="19"/>
                      </a:lnTo>
                      <a:lnTo>
                        <a:pt x="26" y="17"/>
                      </a:lnTo>
                      <a:lnTo>
                        <a:pt x="28" y="17"/>
                      </a:lnTo>
                      <a:lnTo>
                        <a:pt x="26" y="17"/>
                      </a:lnTo>
                      <a:lnTo>
                        <a:pt x="28" y="17"/>
                      </a:lnTo>
                      <a:lnTo>
                        <a:pt x="30" y="17"/>
                      </a:lnTo>
                      <a:lnTo>
                        <a:pt x="30" y="15"/>
                      </a:lnTo>
                      <a:lnTo>
                        <a:pt x="30" y="13"/>
                      </a:lnTo>
                      <a:lnTo>
                        <a:pt x="30" y="11"/>
                      </a:lnTo>
                      <a:lnTo>
                        <a:pt x="30" y="9"/>
                      </a:lnTo>
                      <a:lnTo>
                        <a:pt x="30" y="8"/>
                      </a:lnTo>
                      <a:lnTo>
                        <a:pt x="31" y="8"/>
                      </a:lnTo>
                      <a:lnTo>
                        <a:pt x="30" y="8"/>
                      </a:lnTo>
                      <a:lnTo>
                        <a:pt x="31" y="8"/>
                      </a:lnTo>
                      <a:lnTo>
                        <a:pt x="33" y="8"/>
                      </a:lnTo>
                      <a:lnTo>
                        <a:pt x="33" y="6"/>
                      </a:lnTo>
                      <a:lnTo>
                        <a:pt x="35" y="6"/>
                      </a:lnTo>
                      <a:lnTo>
                        <a:pt x="35" y="8"/>
                      </a:lnTo>
                      <a:lnTo>
                        <a:pt x="37" y="6"/>
                      </a:lnTo>
                      <a:lnTo>
                        <a:pt x="39" y="6"/>
                      </a:lnTo>
                      <a:lnTo>
                        <a:pt x="39" y="8"/>
                      </a:lnTo>
                      <a:lnTo>
                        <a:pt x="41" y="8"/>
                      </a:lnTo>
                      <a:lnTo>
                        <a:pt x="42" y="8"/>
                      </a:lnTo>
                      <a:lnTo>
                        <a:pt x="44" y="8"/>
                      </a:lnTo>
                      <a:lnTo>
                        <a:pt x="44" y="6"/>
                      </a:lnTo>
                      <a:lnTo>
                        <a:pt x="46" y="6"/>
                      </a:lnTo>
                      <a:lnTo>
                        <a:pt x="46" y="4"/>
                      </a:lnTo>
                      <a:lnTo>
                        <a:pt x="46" y="2"/>
                      </a:lnTo>
                      <a:lnTo>
                        <a:pt x="46" y="0"/>
                      </a:lnTo>
                      <a:lnTo>
                        <a:pt x="48" y="0"/>
                      </a:lnTo>
                      <a:lnTo>
                        <a:pt x="46" y="0"/>
                      </a:lnTo>
                      <a:lnTo>
                        <a:pt x="48" y="0"/>
                      </a:lnTo>
                      <a:lnTo>
                        <a:pt x="50"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6" name="Freeform 51">
                  <a:extLst>
                    <a:ext uri="{FF2B5EF4-FFF2-40B4-BE49-F238E27FC236}">
                      <a16:creationId xmlns:a16="http://schemas.microsoft.com/office/drawing/2014/main" id="{2772D729-376D-DF6E-450F-AB9544CD9DF8}"/>
                    </a:ext>
                  </a:extLst>
                </p:cNvPr>
                <p:cNvSpPr>
                  <a:spLocks noEditPoints="1"/>
                </p:cNvSpPr>
                <p:nvPr/>
              </p:nvSpPr>
              <p:spPr bwMode="auto">
                <a:xfrm>
                  <a:off x="7403625" y="2571280"/>
                  <a:ext cx="706622" cy="793369"/>
                </a:xfrm>
                <a:custGeom>
                  <a:avLst/>
                  <a:gdLst>
                    <a:gd name="T0" fmla="*/ 21 w 391"/>
                    <a:gd name="T1" fmla="*/ 419 h 439"/>
                    <a:gd name="T2" fmla="*/ 13 w 391"/>
                    <a:gd name="T3" fmla="*/ 422 h 439"/>
                    <a:gd name="T4" fmla="*/ 8 w 391"/>
                    <a:gd name="T5" fmla="*/ 428 h 439"/>
                    <a:gd name="T6" fmla="*/ 10 w 391"/>
                    <a:gd name="T7" fmla="*/ 430 h 439"/>
                    <a:gd name="T8" fmla="*/ 4 w 391"/>
                    <a:gd name="T9" fmla="*/ 433 h 439"/>
                    <a:gd name="T10" fmla="*/ 2 w 391"/>
                    <a:gd name="T11" fmla="*/ 439 h 439"/>
                    <a:gd name="T12" fmla="*/ 0 w 391"/>
                    <a:gd name="T13" fmla="*/ 433 h 439"/>
                    <a:gd name="T14" fmla="*/ 4 w 391"/>
                    <a:gd name="T15" fmla="*/ 430 h 439"/>
                    <a:gd name="T16" fmla="*/ 6 w 391"/>
                    <a:gd name="T17" fmla="*/ 424 h 439"/>
                    <a:gd name="T18" fmla="*/ 10 w 391"/>
                    <a:gd name="T19" fmla="*/ 421 h 439"/>
                    <a:gd name="T20" fmla="*/ 13 w 391"/>
                    <a:gd name="T21" fmla="*/ 417 h 439"/>
                    <a:gd name="T22" fmla="*/ 17 w 391"/>
                    <a:gd name="T23" fmla="*/ 417 h 439"/>
                    <a:gd name="T24" fmla="*/ 22 w 391"/>
                    <a:gd name="T25" fmla="*/ 412 h 439"/>
                    <a:gd name="T26" fmla="*/ 73 w 391"/>
                    <a:gd name="T27" fmla="*/ 355 h 439"/>
                    <a:gd name="T28" fmla="*/ 64 w 391"/>
                    <a:gd name="T29" fmla="*/ 360 h 439"/>
                    <a:gd name="T30" fmla="*/ 64 w 391"/>
                    <a:gd name="T31" fmla="*/ 362 h 439"/>
                    <a:gd name="T32" fmla="*/ 63 w 391"/>
                    <a:gd name="T33" fmla="*/ 364 h 439"/>
                    <a:gd name="T34" fmla="*/ 59 w 391"/>
                    <a:gd name="T35" fmla="*/ 364 h 439"/>
                    <a:gd name="T36" fmla="*/ 59 w 391"/>
                    <a:gd name="T37" fmla="*/ 360 h 439"/>
                    <a:gd name="T38" fmla="*/ 64 w 391"/>
                    <a:gd name="T39" fmla="*/ 355 h 439"/>
                    <a:gd name="T40" fmla="*/ 68 w 391"/>
                    <a:gd name="T41" fmla="*/ 355 h 439"/>
                    <a:gd name="T42" fmla="*/ 70 w 391"/>
                    <a:gd name="T43" fmla="*/ 353 h 439"/>
                    <a:gd name="T44" fmla="*/ 72 w 391"/>
                    <a:gd name="T45" fmla="*/ 355 h 439"/>
                    <a:gd name="T46" fmla="*/ 73 w 391"/>
                    <a:gd name="T47" fmla="*/ 353 h 439"/>
                    <a:gd name="T48" fmla="*/ 95 w 391"/>
                    <a:gd name="T49" fmla="*/ 209 h 439"/>
                    <a:gd name="T50" fmla="*/ 101 w 391"/>
                    <a:gd name="T51" fmla="*/ 210 h 439"/>
                    <a:gd name="T52" fmla="*/ 94 w 391"/>
                    <a:gd name="T53" fmla="*/ 212 h 439"/>
                    <a:gd name="T54" fmla="*/ 90 w 391"/>
                    <a:gd name="T55" fmla="*/ 214 h 439"/>
                    <a:gd name="T56" fmla="*/ 86 w 391"/>
                    <a:gd name="T57" fmla="*/ 220 h 439"/>
                    <a:gd name="T58" fmla="*/ 84 w 391"/>
                    <a:gd name="T59" fmla="*/ 221 h 439"/>
                    <a:gd name="T60" fmla="*/ 84 w 391"/>
                    <a:gd name="T61" fmla="*/ 218 h 439"/>
                    <a:gd name="T62" fmla="*/ 86 w 391"/>
                    <a:gd name="T63" fmla="*/ 216 h 439"/>
                    <a:gd name="T64" fmla="*/ 86 w 391"/>
                    <a:gd name="T65" fmla="*/ 207 h 439"/>
                    <a:gd name="T66" fmla="*/ 260 w 391"/>
                    <a:gd name="T67" fmla="*/ 139 h 439"/>
                    <a:gd name="T68" fmla="*/ 261 w 391"/>
                    <a:gd name="T69" fmla="*/ 145 h 439"/>
                    <a:gd name="T70" fmla="*/ 254 w 391"/>
                    <a:gd name="T71" fmla="*/ 147 h 439"/>
                    <a:gd name="T72" fmla="*/ 252 w 391"/>
                    <a:gd name="T73" fmla="*/ 145 h 439"/>
                    <a:gd name="T74" fmla="*/ 260 w 391"/>
                    <a:gd name="T75" fmla="*/ 137 h 439"/>
                    <a:gd name="T76" fmla="*/ 263 w 391"/>
                    <a:gd name="T77" fmla="*/ 136 h 439"/>
                    <a:gd name="T78" fmla="*/ 66 w 391"/>
                    <a:gd name="T79" fmla="*/ 134 h 439"/>
                    <a:gd name="T80" fmla="*/ 64 w 391"/>
                    <a:gd name="T81" fmla="*/ 136 h 439"/>
                    <a:gd name="T82" fmla="*/ 63 w 391"/>
                    <a:gd name="T83" fmla="*/ 141 h 439"/>
                    <a:gd name="T84" fmla="*/ 63 w 391"/>
                    <a:gd name="T85" fmla="*/ 145 h 439"/>
                    <a:gd name="T86" fmla="*/ 59 w 391"/>
                    <a:gd name="T87" fmla="*/ 147 h 439"/>
                    <a:gd name="T88" fmla="*/ 55 w 391"/>
                    <a:gd name="T89" fmla="*/ 150 h 439"/>
                    <a:gd name="T90" fmla="*/ 57 w 391"/>
                    <a:gd name="T91" fmla="*/ 145 h 439"/>
                    <a:gd name="T92" fmla="*/ 61 w 391"/>
                    <a:gd name="T93" fmla="*/ 145 h 439"/>
                    <a:gd name="T94" fmla="*/ 59 w 391"/>
                    <a:gd name="T95" fmla="*/ 143 h 439"/>
                    <a:gd name="T96" fmla="*/ 61 w 391"/>
                    <a:gd name="T97" fmla="*/ 141 h 439"/>
                    <a:gd name="T98" fmla="*/ 61 w 391"/>
                    <a:gd name="T99" fmla="*/ 141 h 439"/>
                    <a:gd name="T100" fmla="*/ 59 w 391"/>
                    <a:gd name="T101" fmla="*/ 139 h 439"/>
                    <a:gd name="T102" fmla="*/ 61 w 391"/>
                    <a:gd name="T103" fmla="*/ 134 h 439"/>
                    <a:gd name="T104" fmla="*/ 389 w 391"/>
                    <a:gd name="T105" fmla="*/ 2 h 439"/>
                    <a:gd name="T106" fmla="*/ 389 w 391"/>
                    <a:gd name="T107" fmla="*/ 9 h 439"/>
                    <a:gd name="T108" fmla="*/ 386 w 391"/>
                    <a:gd name="T109" fmla="*/ 17 h 439"/>
                    <a:gd name="T110" fmla="*/ 380 w 391"/>
                    <a:gd name="T111" fmla="*/ 15 h 439"/>
                    <a:gd name="T112" fmla="*/ 380 w 391"/>
                    <a:gd name="T113" fmla="*/ 11 h 439"/>
                    <a:gd name="T114" fmla="*/ 380 w 391"/>
                    <a:gd name="T115" fmla="*/ 8 h 439"/>
                    <a:gd name="T116" fmla="*/ 386 w 391"/>
                    <a:gd name="T117" fmla="*/ 2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1" h="439">
                      <a:moveTo>
                        <a:pt x="22" y="412"/>
                      </a:moveTo>
                      <a:lnTo>
                        <a:pt x="24" y="412"/>
                      </a:lnTo>
                      <a:lnTo>
                        <a:pt x="24" y="413"/>
                      </a:lnTo>
                      <a:lnTo>
                        <a:pt x="24" y="415"/>
                      </a:lnTo>
                      <a:lnTo>
                        <a:pt x="24" y="417"/>
                      </a:lnTo>
                      <a:lnTo>
                        <a:pt x="22" y="417"/>
                      </a:lnTo>
                      <a:lnTo>
                        <a:pt x="22" y="419"/>
                      </a:lnTo>
                      <a:lnTo>
                        <a:pt x="21" y="419"/>
                      </a:lnTo>
                      <a:lnTo>
                        <a:pt x="19" y="419"/>
                      </a:lnTo>
                      <a:lnTo>
                        <a:pt x="19" y="421"/>
                      </a:lnTo>
                      <a:lnTo>
                        <a:pt x="17" y="421"/>
                      </a:lnTo>
                      <a:lnTo>
                        <a:pt x="19" y="421"/>
                      </a:lnTo>
                      <a:lnTo>
                        <a:pt x="19" y="422"/>
                      </a:lnTo>
                      <a:lnTo>
                        <a:pt x="17" y="422"/>
                      </a:lnTo>
                      <a:lnTo>
                        <a:pt x="15" y="422"/>
                      </a:lnTo>
                      <a:lnTo>
                        <a:pt x="13" y="422"/>
                      </a:lnTo>
                      <a:lnTo>
                        <a:pt x="13" y="424"/>
                      </a:lnTo>
                      <a:lnTo>
                        <a:pt x="11" y="424"/>
                      </a:lnTo>
                      <a:lnTo>
                        <a:pt x="11" y="426"/>
                      </a:lnTo>
                      <a:lnTo>
                        <a:pt x="10" y="426"/>
                      </a:lnTo>
                      <a:lnTo>
                        <a:pt x="8" y="426"/>
                      </a:lnTo>
                      <a:lnTo>
                        <a:pt x="6" y="426"/>
                      </a:lnTo>
                      <a:lnTo>
                        <a:pt x="8" y="426"/>
                      </a:lnTo>
                      <a:lnTo>
                        <a:pt x="8" y="428"/>
                      </a:lnTo>
                      <a:lnTo>
                        <a:pt x="8" y="430"/>
                      </a:lnTo>
                      <a:lnTo>
                        <a:pt x="10" y="430"/>
                      </a:lnTo>
                      <a:lnTo>
                        <a:pt x="11" y="430"/>
                      </a:lnTo>
                      <a:lnTo>
                        <a:pt x="11" y="428"/>
                      </a:lnTo>
                      <a:lnTo>
                        <a:pt x="13" y="428"/>
                      </a:lnTo>
                      <a:lnTo>
                        <a:pt x="13" y="430"/>
                      </a:lnTo>
                      <a:lnTo>
                        <a:pt x="11" y="430"/>
                      </a:lnTo>
                      <a:lnTo>
                        <a:pt x="10" y="430"/>
                      </a:lnTo>
                      <a:lnTo>
                        <a:pt x="10" y="432"/>
                      </a:lnTo>
                      <a:lnTo>
                        <a:pt x="10" y="430"/>
                      </a:lnTo>
                      <a:lnTo>
                        <a:pt x="8" y="430"/>
                      </a:lnTo>
                      <a:lnTo>
                        <a:pt x="6" y="432"/>
                      </a:lnTo>
                      <a:lnTo>
                        <a:pt x="8" y="432"/>
                      </a:lnTo>
                      <a:lnTo>
                        <a:pt x="6" y="432"/>
                      </a:lnTo>
                      <a:lnTo>
                        <a:pt x="6" y="433"/>
                      </a:lnTo>
                      <a:lnTo>
                        <a:pt x="4" y="433"/>
                      </a:lnTo>
                      <a:lnTo>
                        <a:pt x="4" y="435"/>
                      </a:lnTo>
                      <a:lnTo>
                        <a:pt x="6" y="435"/>
                      </a:lnTo>
                      <a:lnTo>
                        <a:pt x="8" y="435"/>
                      </a:lnTo>
                      <a:lnTo>
                        <a:pt x="6" y="435"/>
                      </a:lnTo>
                      <a:lnTo>
                        <a:pt x="6" y="437"/>
                      </a:lnTo>
                      <a:lnTo>
                        <a:pt x="4" y="437"/>
                      </a:lnTo>
                      <a:lnTo>
                        <a:pt x="4" y="439"/>
                      </a:lnTo>
                      <a:lnTo>
                        <a:pt x="2" y="439"/>
                      </a:lnTo>
                      <a:lnTo>
                        <a:pt x="0" y="439"/>
                      </a:lnTo>
                      <a:lnTo>
                        <a:pt x="0" y="437"/>
                      </a:lnTo>
                      <a:lnTo>
                        <a:pt x="0" y="435"/>
                      </a:lnTo>
                      <a:lnTo>
                        <a:pt x="0" y="433"/>
                      </a:lnTo>
                      <a:lnTo>
                        <a:pt x="0" y="435"/>
                      </a:lnTo>
                      <a:lnTo>
                        <a:pt x="0" y="433"/>
                      </a:lnTo>
                      <a:lnTo>
                        <a:pt x="2" y="433"/>
                      </a:lnTo>
                      <a:lnTo>
                        <a:pt x="0" y="433"/>
                      </a:lnTo>
                      <a:lnTo>
                        <a:pt x="2" y="433"/>
                      </a:lnTo>
                      <a:lnTo>
                        <a:pt x="0" y="433"/>
                      </a:lnTo>
                      <a:lnTo>
                        <a:pt x="2" y="433"/>
                      </a:lnTo>
                      <a:lnTo>
                        <a:pt x="0" y="433"/>
                      </a:lnTo>
                      <a:lnTo>
                        <a:pt x="2" y="433"/>
                      </a:lnTo>
                      <a:lnTo>
                        <a:pt x="2" y="432"/>
                      </a:lnTo>
                      <a:lnTo>
                        <a:pt x="4" y="432"/>
                      </a:lnTo>
                      <a:lnTo>
                        <a:pt x="4" y="430"/>
                      </a:lnTo>
                      <a:lnTo>
                        <a:pt x="4" y="428"/>
                      </a:lnTo>
                      <a:lnTo>
                        <a:pt x="4" y="430"/>
                      </a:lnTo>
                      <a:lnTo>
                        <a:pt x="4" y="428"/>
                      </a:lnTo>
                      <a:lnTo>
                        <a:pt x="2" y="428"/>
                      </a:lnTo>
                      <a:lnTo>
                        <a:pt x="2" y="426"/>
                      </a:lnTo>
                      <a:lnTo>
                        <a:pt x="4" y="426"/>
                      </a:lnTo>
                      <a:lnTo>
                        <a:pt x="6" y="426"/>
                      </a:lnTo>
                      <a:lnTo>
                        <a:pt x="6" y="424"/>
                      </a:lnTo>
                      <a:lnTo>
                        <a:pt x="8" y="424"/>
                      </a:lnTo>
                      <a:lnTo>
                        <a:pt x="10" y="424"/>
                      </a:lnTo>
                      <a:lnTo>
                        <a:pt x="10" y="422"/>
                      </a:lnTo>
                      <a:lnTo>
                        <a:pt x="11" y="422"/>
                      </a:lnTo>
                      <a:lnTo>
                        <a:pt x="11" y="421"/>
                      </a:lnTo>
                      <a:lnTo>
                        <a:pt x="13" y="421"/>
                      </a:lnTo>
                      <a:lnTo>
                        <a:pt x="11" y="421"/>
                      </a:lnTo>
                      <a:lnTo>
                        <a:pt x="10" y="421"/>
                      </a:lnTo>
                      <a:lnTo>
                        <a:pt x="10" y="419"/>
                      </a:lnTo>
                      <a:lnTo>
                        <a:pt x="8" y="419"/>
                      </a:lnTo>
                      <a:lnTo>
                        <a:pt x="10" y="419"/>
                      </a:lnTo>
                      <a:lnTo>
                        <a:pt x="10" y="417"/>
                      </a:lnTo>
                      <a:lnTo>
                        <a:pt x="8" y="417"/>
                      </a:lnTo>
                      <a:lnTo>
                        <a:pt x="10" y="417"/>
                      </a:lnTo>
                      <a:lnTo>
                        <a:pt x="11" y="417"/>
                      </a:lnTo>
                      <a:lnTo>
                        <a:pt x="13" y="417"/>
                      </a:lnTo>
                      <a:lnTo>
                        <a:pt x="13" y="419"/>
                      </a:lnTo>
                      <a:lnTo>
                        <a:pt x="15" y="419"/>
                      </a:lnTo>
                      <a:lnTo>
                        <a:pt x="17" y="419"/>
                      </a:lnTo>
                      <a:lnTo>
                        <a:pt x="17" y="417"/>
                      </a:lnTo>
                      <a:lnTo>
                        <a:pt x="17" y="419"/>
                      </a:lnTo>
                      <a:lnTo>
                        <a:pt x="17" y="417"/>
                      </a:lnTo>
                      <a:lnTo>
                        <a:pt x="17" y="419"/>
                      </a:lnTo>
                      <a:lnTo>
                        <a:pt x="17" y="417"/>
                      </a:lnTo>
                      <a:lnTo>
                        <a:pt x="19" y="417"/>
                      </a:lnTo>
                      <a:lnTo>
                        <a:pt x="19" y="415"/>
                      </a:lnTo>
                      <a:lnTo>
                        <a:pt x="21" y="415"/>
                      </a:lnTo>
                      <a:lnTo>
                        <a:pt x="21" y="413"/>
                      </a:lnTo>
                      <a:lnTo>
                        <a:pt x="22" y="413"/>
                      </a:lnTo>
                      <a:lnTo>
                        <a:pt x="22" y="412"/>
                      </a:lnTo>
                      <a:lnTo>
                        <a:pt x="22" y="410"/>
                      </a:lnTo>
                      <a:lnTo>
                        <a:pt x="22" y="412"/>
                      </a:lnTo>
                      <a:close/>
                      <a:moveTo>
                        <a:pt x="73" y="353"/>
                      </a:moveTo>
                      <a:lnTo>
                        <a:pt x="75" y="353"/>
                      </a:lnTo>
                      <a:lnTo>
                        <a:pt x="73" y="353"/>
                      </a:lnTo>
                      <a:lnTo>
                        <a:pt x="75" y="353"/>
                      </a:lnTo>
                      <a:lnTo>
                        <a:pt x="75" y="355"/>
                      </a:lnTo>
                      <a:lnTo>
                        <a:pt x="73" y="355"/>
                      </a:lnTo>
                      <a:lnTo>
                        <a:pt x="75" y="355"/>
                      </a:lnTo>
                      <a:lnTo>
                        <a:pt x="73" y="355"/>
                      </a:lnTo>
                      <a:lnTo>
                        <a:pt x="72" y="357"/>
                      </a:lnTo>
                      <a:lnTo>
                        <a:pt x="72" y="355"/>
                      </a:lnTo>
                      <a:lnTo>
                        <a:pt x="72" y="357"/>
                      </a:lnTo>
                      <a:lnTo>
                        <a:pt x="70" y="357"/>
                      </a:lnTo>
                      <a:lnTo>
                        <a:pt x="70" y="359"/>
                      </a:lnTo>
                      <a:lnTo>
                        <a:pt x="68" y="359"/>
                      </a:lnTo>
                      <a:lnTo>
                        <a:pt x="66" y="360"/>
                      </a:lnTo>
                      <a:lnTo>
                        <a:pt x="64" y="360"/>
                      </a:lnTo>
                      <a:lnTo>
                        <a:pt x="64" y="362"/>
                      </a:lnTo>
                      <a:lnTo>
                        <a:pt x="64" y="360"/>
                      </a:lnTo>
                      <a:lnTo>
                        <a:pt x="64" y="362"/>
                      </a:lnTo>
                      <a:lnTo>
                        <a:pt x="63" y="360"/>
                      </a:lnTo>
                      <a:lnTo>
                        <a:pt x="63" y="362"/>
                      </a:lnTo>
                      <a:lnTo>
                        <a:pt x="64" y="362"/>
                      </a:lnTo>
                      <a:lnTo>
                        <a:pt x="66" y="362"/>
                      </a:lnTo>
                      <a:lnTo>
                        <a:pt x="64" y="362"/>
                      </a:lnTo>
                      <a:lnTo>
                        <a:pt x="64" y="364"/>
                      </a:lnTo>
                      <a:lnTo>
                        <a:pt x="64" y="362"/>
                      </a:lnTo>
                      <a:lnTo>
                        <a:pt x="64" y="364"/>
                      </a:lnTo>
                      <a:lnTo>
                        <a:pt x="64" y="362"/>
                      </a:lnTo>
                      <a:lnTo>
                        <a:pt x="64" y="364"/>
                      </a:lnTo>
                      <a:lnTo>
                        <a:pt x="63" y="364"/>
                      </a:lnTo>
                      <a:lnTo>
                        <a:pt x="61" y="364"/>
                      </a:lnTo>
                      <a:lnTo>
                        <a:pt x="63" y="364"/>
                      </a:lnTo>
                      <a:lnTo>
                        <a:pt x="63" y="366"/>
                      </a:lnTo>
                      <a:lnTo>
                        <a:pt x="61" y="366"/>
                      </a:lnTo>
                      <a:lnTo>
                        <a:pt x="63" y="366"/>
                      </a:lnTo>
                      <a:lnTo>
                        <a:pt x="61" y="366"/>
                      </a:lnTo>
                      <a:lnTo>
                        <a:pt x="63" y="366"/>
                      </a:lnTo>
                      <a:lnTo>
                        <a:pt x="61" y="366"/>
                      </a:lnTo>
                      <a:lnTo>
                        <a:pt x="59" y="366"/>
                      </a:lnTo>
                      <a:lnTo>
                        <a:pt x="59" y="364"/>
                      </a:lnTo>
                      <a:lnTo>
                        <a:pt x="59" y="362"/>
                      </a:lnTo>
                      <a:lnTo>
                        <a:pt x="57" y="362"/>
                      </a:lnTo>
                      <a:lnTo>
                        <a:pt x="55" y="362"/>
                      </a:lnTo>
                      <a:lnTo>
                        <a:pt x="53" y="362"/>
                      </a:lnTo>
                      <a:lnTo>
                        <a:pt x="53" y="360"/>
                      </a:lnTo>
                      <a:lnTo>
                        <a:pt x="55" y="360"/>
                      </a:lnTo>
                      <a:lnTo>
                        <a:pt x="57" y="360"/>
                      </a:lnTo>
                      <a:lnTo>
                        <a:pt x="59" y="360"/>
                      </a:lnTo>
                      <a:lnTo>
                        <a:pt x="57" y="360"/>
                      </a:lnTo>
                      <a:lnTo>
                        <a:pt x="57" y="359"/>
                      </a:lnTo>
                      <a:lnTo>
                        <a:pt x="59" y="359"/>
                      </a:lnTo>
                      <a:lnTo>
                        <a:pt x="61" y="359"/>
                      </a:lnTo>
                      <a:lnTo>
                        <a:pt x="61" y="357"/>
                      </a:lnTo>
                      <a:lnTo>
                        <a:pt x="63" y="357"/>
                      </a:lnTo>
                      <a:lnTo>
                        <a:pt x="64" y="357"/>
                      </a:lnTo>
                      <a:lnTo>
                        <a:pt x="64" y="355"/>
                      </a:lnTo>
                      <a:lnTo>
                        <a:pt x="66" y="355"/>
                      </a:lnTo>
                      <a:lnTo>
                        <a:pt x="66" y="357"/>
                      </a:lnTo>
                      <a:lnTo>
                        <a:pt x="66" y="355"/>
                      </a:lnTo>
                      <a:lnTo>
                        <a:pt x="66" y="357"/>
                      </a:lnTo>
                      <a:lnTo>
                        <a:pt x="68" y="357"/>
                      </a:lnTo>
                      <a:lnTo>
                        <a:pt x="68" y="355"/>
                      </a:lnTo>
                      <a:lnTo>
                        <a:pt x="66" y="355"/>
                      </a:lnTo>
                      <a:lnTo>
                        <a:pt x="68" y="355"/>
                      </a:lnTo>
                      <a:lnTo>
                        <a:pt x="66" y="355"/>
                      </a:lnTo>
                      <a:lnTo>
                        <a:pt x="68" y="355"/>
                      </a:lnTo>
                      <a:lnTo>
                        <a:pt x="68" y="353"/>
                      </a:lnTo>
                      <a:lnTo>
                        <a:pt x="68" y="355"/>
                      </a:lnTo>
                      <a:lnTo>
                        <a:pt x="68" y="353"/>
                      </a:lnTo>
                      <a:lnTo>
                        <a:pt x="70" y="353"/>
                      </a:lnTo>
                      <a:lnTo>
                        <a:pt x="72" y="353"/>
                      </a:lnTo>
                      <a:lnTo>
                        <a:pt x="70" y="353"/>
                      </a:lnTo>
                      <a:lnTo>
                        <a:pt x="72" y="353"/>
                      </a:lnTo>
                      <a:lnTo>
                        <a:pt x="70" y="353"/>
                      </a:lnTo>
                      <a:lnTo>
                        <a:pt x="70" y="355"/>
                      </a:lnTo>
                      <a:lnTo>
                        <a:pt x="72" y="355"/>
                      </a:lnTo>
                      <a:lnTo>
                        <a:pt x="70" y="355"/>
                      </a:lnTo>
                      <a:lnTo>
                        <a:pt x="72" y="355"/>
                      </a:lnTo>
                      <a:lnTo>
                        <a:pt x="72" y="353"/>
                      </a:lnTo>
                      <a:lnTo>
                        <a:pt x="72" y="355"/>
                      </a:lnTo>
                      <a:lnTo>
                        <a:pt x="73" y="355"/>
                      </a:lnTo>
                      <a:lnTo>
                        <a:pt x="72" y="355"/>
                      </a:lnTo>
                      <a:lnTo>
                        <a:pt x="73" y="355"/>
                      </a:lnTo>
                      <a:lnTo>
                        <a:pt x="73" y="353"/>
                      </a:lnTo>
                      <a:lnTo>
                        <a:pt x="72" y="353"/>
                      </a:lnTo>
                      <a:lnTo>
                        <a:pt x="72" y="351"/>
                      </a:lnTo>
                      <a:lnTo>
                        <a:pt x="73" y="351"/>
                      </a:lnTo>
                      <a:lnTo>
                        <a:pt x="73" y="353"/>
                      </a:lnTo>
                      <a:close/>
                      <a:moveTo>
                        <a:pt x="88" y="207"/>
                      </a:moveTo>
                      <a:lnTo>
                        <a:pt x="90" y="207"/>
                      </a:lnTo>
                      <a:lnTo>
                        <a:pt x="92" y="207"/>
                      </a:lnTo>
                      <a:lnTo>
                        <a:pt x="92" y="209"/>
                      </a:lnTo>
                      <a:lnTo>
                        <a:pt x="92" y="210"/>
                      </a:lnTo>
                      <a:lnTo>
                        <a:pt x="94" y="210"/>
                      </a:lnTo>
                      <a:lnTo>
                        <a:pt x="95" y="210"/>
                      </a:lnTo>
                      <a:lnTo>
                        <a:pt x="95" y="209"/>
                      </a:lnTo>
                      <a:lnTo>
                        <a:pt x="97" y="209"/>
                      </a:lnTo>
                      <a:lnTo>
                        <a:pt x="99" y="209"/>
                      </a:lnTo>
                      <a:lnTo>
                        <a:pt x="97" y="209"/>
                      </a:lnTo>
                      <a:lnTo>
                        <a:pt x="99" y="209"/>
                      </a:lnTo>
                      <a:lnTo>
                        <a:pt x="97" y="209"/>
                      </a:lnTo>
                      <a:lnTo>
                        <a:pt x="99" y="209"/>
                      </a:lnTo>
                      <a:lnTo>
                        <a:pt x="101" y="209"/>
                      </a:lnTo>
                      <a:lnTo>
                        <a:pt x="101" y="210"/>
                      </a:lnTo>
                      <a:lnTo>
                        <a:pt x="99" y="210"/>
                      </a:lnTo>
                      <a:lnTo>
                        <a:pt x="99" y="212"/>
                      </a:lnTo>
                      <a:lnTo>
                        <a:pt x="97" y="214"/>
                      </a:lnTo>
                      <a:lnTo>
                        <a:pt x="97" y="212"/>
                      </a:lnTo>
                      <a:lnTo>
                        <a:pt x="97" y="214"/>
                      </a:lnTo>
                      <a:lnTo>
                        <a:pt x="97" y="212"/>
                      </a:lnTo>
                      <a:lnTo>
                        <a:pt x="95" y="212"/>
                      </a:lnTo>
                      <a:lnTo>
                        <a:pt x="94" y="212"/>
                      </a:lnTo>
                      <a:lnTo>
                        <a:pt x="92" y="212"/>
                      </a:lnTo>
                      <a:lnTo>
                        <a:pt x="92" y="214"/>
                      </a:lnTo>
                      <a:lnTo>
                        <a:pt x="92" y="216"/>
                      </a:lnTo>
                      <a:lnTo>
                        <a:pt x="90" y="216"/>
                      </a:lnTo>
                      <a:lnTo>
                        <a:pt x="92" y="214"/>
                      </a:lnTo>
                      <a:lnTo>
                        <a:pt x="90" y="214"/>
                      </a:lnTo>
                      <a:lnTo>
                        <a:pt x="90" y="216"/>
                      </a:lnTo>
                      <a:lnTo>
                        <a:pt x="90" y="214"/>
                      </a:lnTo>
                      <a:lnTo>
                        <a:pt x="90" y="216"/>
                      </a:lnTo>
                      <a:lnTo>
                        <a:pt x="88" y="218"/>
                      </a:lnTo>
                      <a:lnTo>
                        <a:pt x="88" y="220"/>
                      </a:lnTo>
                      <a:lnTo>
                        <a:pt x="88" y="218"/>
                      </a:lnTo>
                      <a:lnTo>
                        <a:pt x="88" y="220"/>
                      </a:lnTo>
                      <a:lnTo>
                        <a:pt x="88" y="218"/>
                      </a:lnTo>
                      <a:lnTo>
                        <a:pt x="88" y="220"/>
                      </a:lnTo>
                      <a:lnTo>
                        <a:pt x="86" y="220"/>
                      </a:lnTo>
                      <a:lnTo>
                        <a:pt x="84" y="220"/>
                      </a:lnTo>
                      <a:lnTo>
                        <a:pt x="86" y="220"/>
                      </a:lnTo>
                      <a:lnTo>
                        <a:pt x="86" y="221"/>
                      </a:lnTo>
                      <a:lnTo>
                        <a:pt x="86" y="220"/>
                      </a:lnTo>
                      <a:lnTo>
                        <a:pt x="86" y="221"/>
                      </a:lnTo>
                      <a:lnTo>
                        <a:pt x="84" y="221"/>
                      </a:lnTo>
                      <a:lnTo>
                        <a:pt x="86" y="221"/>
                      </a:lnTo>
                      <a:lnTo>
                        <a:pt x="84" y="221"/>
                      </a:lnTo>
                      <a:lnTo>
                        <a:pt x="86" y="221"/>
                      </a:lnTo>
                      <a:lnTo>
                        <a:pt x="84" y="221"/>
                      </a:lnTo>
                      <a:lnTo>
                        <a:pt x="84" y="220"/>
                      </a:lnTo>
                      <a:lnTo>
                        <a:pt x="86" y="220"/>
                      </a:lnTo>
                      <a:lnTo>
                        <a:pt x="84" y="220"/>
                      </a:lnTo>
                      <a:lnTo>
                        <a:pt x="84" y="218"/>
                      </a:lnTo>
                      <a:lnTo>
                        <a:pt x="83" y="218"/>
                      </a:lnTo>
                      <a:lnTo>
                        <a:pt x="84" y="218"/>
                      </a:lnTo>
                      <a:lnTo>
                        <a:pt x="84" y="216"/>
                      </a:lnTo>
                      <a:lnTo>
                        <a:pt x="86" y="216"/>
                      </a:lnTo>
                      <a:lnTo>
                        <a:pt x="86" y="218"/>
                      </a:lnTo>
                      <a:lnTo>
                        <a:pt x="86" y="216"/>
                      </a:lnTo>
                      <a:lnTo>
                        <a:pt x="86" y="218"/>
                      </a:lnTo>
                      <a:lnTo>
                        <a:pt x="86" y="216"/>
                      </a:lnTo>
                      <a:lnTo>
                        <a:pt x="88" y="216"/>
                      </a:lnTo>
                      <a:lnTo>
                        <a:pt x="86" y="216"/>
                      </a:lnTo>
                      <a:lnTo>
                        <a:pt x="84" y="216"/>
                      </a:lnTo>
                      <a:lnTo>
                        <a:pt x="84" y="214"/>
                      </a:lnTo>
                      <a:lnTo>
                        <a:pt x="84" y="212"/>
                      </a:lnTo>
                      <a:lnTo>
                        <a:pt x="84" y="210"/>
                      </a:lnTo>
                      <a:lnTo>
                        <a:pt x="86" y="210"/>
                      </a:lnTo>
                      <a:lnTo>
                        <a:pt x="86" y="209"/>
                      </a:lnTo>
                      <a:lnTo>
                        <a:pt x="84" y="209"/>
                      </a:lnTo>
                      <a:lnTo>
                        <a:pt x="86" y="207"/>
                      </a:lnTo>
                      <a:lnTo>
                        <a:pt x="86" y="209"/>
                      </a:lnTo>
                      <a:lnTo>
                        <a:pt x="88" y="209"/>
                      </a:lnTo>
                      <a:lnTo>
                        <a:pt x="88" y="207"/>
                      </a:lnTo>
                      <a:close/>
                      <a:moveTo>
                        <a:pt x="263" y="136"/>
                      </a:moveTo>
                      <a:lnTo>
                        <a:pt x="263" y="137"/>
                      </a:lnTo>
                      <a:lnTo>
                        <a:pt x="261" y="137"/>
                      </a:lnTo>
                      <a:lnTo>
                        <a:pt x="261" y="139"/>
                      </a:lnTo>
                      <a:lnTo>
                        <a:pt x="260" y="139"/>
                      </a:lnTo>
                      <a:lnTo>
                        <a:pt x="261" y="139"/>
                      </a:lnTo>
                      <a:lnTo>
                        <a:pt x="260" y="139"/>
                      </a:lnTo>
                      <a:lnTo>
                        <a:pt x="260" y="141"/>
                      </a:lnTo>
                      <a:lnTo>
                        <a:pt x="260" y="139"/>
                      </a:lnTo>
                      <a:lnTo>
                        <a:pt x="260" y="141"/>
                      </a:lnTo>
                      <a:lnTo>
                        <a:pt x="260" y="143"/>
                      </a:lnTo>
                      <a:lnTo>
                        <a:pt x="260" y="145"/>
                      </a:lnTo>
                      <a:lnTo>
                        <a:pt x="261" y="145"/>
                      </a:lnTo>
                      <a:lnTo>
                        <a:pt x="261" y="147"/>
                      </a:lnTo>
                      <a:lnTo>
                        <a:pt x="260" y="147"/>
                      </a:lnTo>
                      <a:lnTo>
                        <a:pt x="258" y="147"/>
                      </a:lnTo>
                      <a:lnTo>
                        <a:pt x="256" y="148"/>
                      </a:lnTo>
                      <a:lnTo>
                        <a:pt x="254" y="148"/>
                      </a:lnTo>
                      <a:lnTo>
                        <a:pt x="252" y="148"/>
                      </a:lnTo>
                      <a:lnTo>
                        <a:pt x="252" y="147"/>
                      </a:lnTo>
                      <a:lnTo>
                        <a:pt x="254" y="147"/>
                      </a:lnTo>
                      <a:lnTo>
                        <a:pt x="252" y="147"/>
                      </a:lnTo>
                      <a:lnTo>
                        <a:pt x="251" y="147"/>
                      </a:lnTo>
                      <a:lnTo>
                        <a:pt x="252" y="147"/>
                      </a:lnTo>
                      <a:lnTo>
                        <a:pt x="251" y="147"/>
                      </a:lnTo>
                      <a:lnTo>
                        <a:pt x="251" y="145"/>
                      </a:lnTo>
                      <a:lnTo>
                        <a:pt x="252" y="145"/>
                      </a:lnTo>
                      <a:lnTo>
                        <a:pt x="252" y="143"/>
                      </a:lnTo>
                      <a:lnTo>
                        <a:pt x="252" y="145"/>
                      </a:lnTo>
                      <a:lnTo>
                        <a:pt x="252" y="143"/>
                      </a:lnTo>
                      <a:lnTo>
                        <a:pt x="254" y="143"/>
                      </a:lnTo>
                      <a:lnTo>
                        <a:pt x="254" y="141"/>
                      </a:lnTo>
                      <a:lnTo>
                        <a:pt x="256" y="141"/>
                      </a:lnTo>
                      <a:lnTo>
                        <a:pt x="256" y="139"/>
                      </a:lnTo>
                      <a:lnTo>
                        <a:pt x="258" y="139"/>
                      </a:lnTo>
                      <a:lnTo>
                        <a:pt x="258" y="137"/>
                      </a:lnTo>
                      <a:lnTo>
                        <a:pt x="260" y="137"/>
                      </a:lnTo>
                      <a:lnTo>
                        <a:pt x="260" y="136"/>
                      </a:lnTo>
                      <a:lnTo>
                        <a:pt x="261" y="136"/>
                      </a:lnTo>
                      <a:lnTo>
                        <a:pt x="261" y="134"/>
                      </a:lnTo>
                      <a:lnTo>
                        <a:pt x="263" y="134"/>
                      </a:lnTo>
                      <a:lnTo>
                        <a:pt x="265" y="134"/>
                      </a:lnTo>
                      <a:lnTo>
                        <a:pt x="263" y="134"/>
                      </a:lnTo>
                      <a:lnTo>
                        <a:pt x="265" y="136"/>
                      </a:lnTo>
                      <a:lnTo>
                        <a:pt x="263" y="136"/>
                      </a:lnTo>
                      <a:close/>
                      <a:moveTo>
                        <a:pt x="64" y="130"/>
                      </a:moveTo>
                      <a:lnTo>
                        <a:pt x="66" y="130"/>
                      </a:lnTo>
                      <a:lnTo>
                        <a:pt x="66" y="132"/>
                      </a:lnTo>
                      <a:lnTo>
                        <a:pt x="66" y="130"/>
                      </a:lnTo>
                      <a:lnTo>
                        <a:pt x="66" y="132"/>
                      </a:lnTo>
                      <a:lnTo>
                        <a:pt x="66" y="134"/>
                      </a:lnTo>
                      <a:lnTo>
                        <a:pt x="66" y="132"/>
                      </a:lnTo>
                      <a:lnTo>
                        <a:pt x="66" y="134"/>
                      </a:lnTo>
                      <a:lnTo>
                        <a:pt x="64" y="134"/>
                      </a:lnTo>
                      <a:lnTo>
                        <a:pt x="64" y="132"/>
                      </a:lnTo>
                      <a:lnTo>
                        <a:pt x="64" y="134"/>
                      </a:lnTo>
                      <a:lnTo>
                        <a:pt x="66" y="134"/>
                      </a:lnTo>
                      <a:lnTo>
                        <a:pt x="66" y="136"/>
                      </a:lnTo>
                      <a:lnTo>
                        <a:pt x="64" y="136"/>
                      </a:lnTo>
                      <a:lnTo>
                        <a:pt x="66" y="136"/>
                      </a:lnTo>
                      <a:lnTo>
                        <a:pt x="64" y="136"/>
                      </a:lnTo>
                      <a:lnTo>
                        <a:pt x="64" y="137"/>
                      </a:lnTo>
                      <a:lnTo>
                        <a:pt x="63" y="137"/>
                      </a:lnTo>
                      <a:lnTo>
                        <a:pt x="63" y="139"/>
                      </a:lnTo>
                      <a:lnTo>
                        <a:pt x="63" y="141"/>
                      </a:lnTo>
                      <a:lnTo>
                        <a:pt x="63" y="139"/>
                      </a:lnTo>
                      <a:lnTo>
                        <a:pt x="63" y="141"/>
                      </a:lnTo>
                      <a:lnTo>
                        <a:pt x="63" y="139"/>
                      </a:lnTo>
                      <a:lnTo>
                        <a:pt x="63" y="141"/>
                      </a:lnTo>
                      <a:lnTo>
                        <a:pt x="61" y="141"/>
                      </a:lnTo>
                      <a:lnTo>
                        <a:pt x="63" y="141"/>
                      </a:lnTo>
                      <a:lnTo>
                        <a:pt x="63" y="143"/>
                      </a:lnTo>
                      <a:lnTo>
                        <a:pt x="64" y="143"/>
                      </a:lnTo>
                      <a:lnTo>
                        <a:pt x="63" y="143"/>
                      </a:lnTo>
                      <a:lnTo>
                        <a:pt x="64" y="143"/>
                      </a:lnTo>
                      <a:lnTo>
                        <a:pt x="63" y="143"/>
                      </a:lnTo>
                      <a:lnTo>
                        <a:pt x="63" y="145"/>
                      </a:lnTo>
                      <a:lnTo>
                        <a:pt x="61" y="145"/>
                      </a:lnTo>
                      <a:lnTo>
                        <a:pt x="63" y="145"/>
                      </a:lnTo>
                      <a:lnTo>
                        <a:pt x="61" y="147"/>
                      </a:lnTo>
                      <a:lnTo>
                        <a:pt x="61" y="145"/>
                      </a:lnTo>
                      <a:lnTo>
                        <a:pt x="61" y="147"/>
                      </a:lnTo>
                      <a:lnTo>
                        <a:pt x="61" y="148"/>
                      </a:lnTo>
                      <a:lnTo>
                        <a:pt x="59" y="148"/>
                      </a:lnTo>
                      <a:lnTo>
                        <a:pt x="59" y="147"/>
                      </a:lnTo>
                      <a:lnTo>
                        <a:pt x="59" y="148"/>
                      </a:lnTo>
                      <a:lnTo>
                        <a:pt x="59" y="150"/>
                      </a:lnTo>
                      <a:lnTo>
                        <a:pt x="57" y="150"/>
                      </a:lnTo>
                      <a:lnTo>
                        <a:pt x="59" y="150"/>
                      </a:lnTo>
                      <a:lnTo>
                        <a:pt x="59" y="152"/>
                      </a:lnTo>
                      <a:lnTo>
                        <a:pt x="57" y="152"/>
                      </a:lnTo>
                      <a:lnTo>
                        <a:pt x="55" y="152"/>
                      </a:lnTo>
                      <a:lnTo>
                        <a:pt x="55" y="150"/>
                      </a:lnTo>
                      <a:lnTo>
                        <a:pt x="55" y="148"/>
                      </a:lnTo>
                      <a:lnTo>
                        <a:pt x="55" y="147"/>
                      </a:lnTo>
                      <a:lnTo>
                        <a:pt x="55" y="145"/>
                      </a:lnTo>
                      <a:lnTo>
                        <a:pt x="55" y="143"/>
                      </a:lnTo>
                      <a:lnTo>
                        <a:pt x="57" y="143"/>
                      </a:lnTo>
                      <a:lnTo>
                        <a:pt x="57" y="145"/>
                      </a:lnTo>
                      <a:lnTo>
                        <a:pt x="59" y="145"/>
                      </a:lnTo>
                      <a:lnTo>
                        <a:pt x="57" y="145"/>
                      </a:lnTo>
                      <a:lnTo>
                        <a:pt x="59" y="145"/>
                      </a:lnTo>
                      <a:lnTo>
                        <a:pt x="59" y="143"/>
                      </a:lnTo>
                      <a:lnTo>
                        <a:pt x="59" y="145"/>
                      </a:lnTo>
                      <a:lnTo>
                        <a:pt x="59" y="143"/>
                      </a:lnTo>
                      <a:lnTo>
                        <a:pt x="59" y="145"/>
                      </a:lnTo>
                      <a:lnTo>
                        <a:pt x="59" y="143"/>
                      </a:lnTo>
                      <a:lnTo>
                        <a:pt x="59" y="145"/>
                      </a:lnTo>
                      <a:lnTo>
                        <a:pt x="61" y="145"/>
                      </a:lnTo>
                      <a:lnTo>
                        <a:pt x="59" y="145"/>
                      </a:lnTo>
                      <a:lnTo>
                        <a:pt x="61" y="145"/>
                      </a:lnTo>
                      <a:lnTo>
                        <a:pt x="61" y="143"/>
                      </a:lnTo>
                      <a:lnTo>
                        <a:pt x="61" y="145"/>
                      </a:lnTo>
                      <a:lnTo>
                        <a:pt x="59" y="145"/>
                      </a:lnTo>
                      <a:lnTo>
                        <a:pt x="59" y="143"/>
                      </a:lnTo>
                      <a:lnTo>
                        <a:pt x="59" y="145"/>
                      </a:lnTo>
                      <a:lnTo>
                        <a:pt x="59" y="143"/>
                      </a:lnTo>
                      <a:lnTo>
                        <a:pt x="61" y="143"/>
                      </a:lnTo>
                      <a:lnTo>
                        <a:pt x="61" y="145"/>
                      </a:lnTo>
                      <a:lnTo>
                        <a:pt x="61" y="143"/>
                      </a:lnTo>
                      <a:lnTo>
                        <a:pt x="61" y="145"/>
                      </a:lnTo>
                      <a:lnTo>
                        <a:pt x="61" y="143"/>
                      </a:lnTo>
                      <a:lnTo>
                        <a:pt x="61" y="141"/>
                      </a:lnTo>
                      <a:lnTo>
                        <a:pt x="61" y="143"/>
                      </a:lnTo>
                      <a:lnTo>
                        <a:pt x="61" y="141"/>
                      </a:lnTo>
                      <a:lnTo>
                        <a:pt x="61" y="143"/>
                      </a:lnTo>
                      <a:lnTo>
                        <a:pt x="59" y="143"/>
                      </a:lnTo>
                      <a:lnTo>
                        <a:pt x="61" y="143"/>
                      </a:lnTo>
                      <a:lnTo>
                        <a:pt x="59" y="143"/>
                      </a:lnTo>
                      <a:lnTo>
                        <a:pt x="61" y="143"/>
                      </a:lnTo>
                      <a:lnTo>
                        <a:pt x="59" y="143"/>
                      </a:lnTo>
                      <a:lnTo>
                        <a:pt x="59" y="141"/>
                      </a:lnTo>
                      <a:lnTo>
                        <a:pt x="61" y="141"/>
                      </a:lnTo>
                      <a:lnTo>
                        <a:pt x="59" y="141"/>
                      </a:lnTo>
                      <a:lnTo>
                        <a:pt x="59" y="143"/>
                      </a:lnTo>
                      <a:lnTo>
                        <a:pt x="57" y="143"/>
                      </a:lnTo>
                      <a:lnTo>
                        <a:pt x="59" y="143"/>
                      </a:lnTo>
                      <a:lnTo>
                        <a:pt x="59" y="141"/>
                      </a:lnTo>
                      <a:lnTo>
                        <a:pt x="59" y="139"/>
                      </a:lnTo>
                      <a:lnTo>
                        <a:pt x="61" y="139"/>
                      </a:lnTo>
                      <a:lnTo>
                        <a:pt x="59" y="139"/>
                      </a:lnTo>
                      <a:lnTo>
                        <a:pt x="59" y="137"/>
                      </a:lnTo>
                      <a:lnTo>
                        <a:pt x="61" y="137"/>
                      </a:lnTo>
                      <a:lnTo>
                        <a:pt x="61" y="136"/>
                      </a:lnTo>
                      <a:lnTo>
                        <a:pt x="59" y="136"/>
                      </a:lnTo>
                      <a:lnTo>
                        <a:pt x="61" y="136"/>
                      </a:lnTo>
                      <a:lnTo>
                        <a:pt x="59" y="136"/>
                      </a:lnTo>
                      <a:lnTo>
                        <a:pt x="59" y="134"/>
                      </a:lnTo>
                      <a:lnTo>
                        <a:pt x="61" y="134"/>
                      </a:lnTo>
                      <a:lnTo>
                        <a:pt x="61" y="132"/>
                      </a:lnTo>
                      <a:lnTo>
                        <a:pt x="63" y="132"/>
                      </a:lnTo>
                      <a:lnTo>
                        <a:pt x="64" y="132"/>
                      </a:lnTo>
                      <a:lnTo>
                        <a:pt x="64" y="130"/>
                      </a:lnTo>
                      <a:lnTo>
                        <a:pt x="64" y="132"/>
                      </a:lnTo>
                      <a:lnTo>
                        <a:pt x="64" y="130"/>
                      </a:lnTo>
                      <a:close/>
                      <a:moveTo>
                        <a:pt x="389" y="0"/>
                      </a:moveTo>
                      <a:lnTo>
                        <a:pt x="389" y="2"/>
                      </a:lnTo>
                      <a:lnTo>
                        <a:pt x="389" y="4"/>
                      </a:lnTo>
                      <a:lnTo>
                        <a:pt x="387" y="4"/>
                      </a:lnTo>
                      <a:lnTo>
                        <a:pt x="387" y="6"/>
                      </a:lnTo>
                      <a:lnTo>
                        <a:pt x="387" y="8"/>
                      </a:lnTo>
                      <a:lnTo>
                        <a:pt x="386" y="8"/>
                      </a:lnTo>
                      <a:lnTo>
                        <a:pt x="386" y="9"/>
                      </a:lnTo>
                      <a:lnTo>
                        <a:pt x="387" y="9"/>
                      </a:lnTo>
                      <a:lnTo>
                        <a:pt x="389" y="9"/>
                      </a:lnTo>
                      <a:lnTo>
                        <a:pt x="391" y="9"/>
                      </a:lnTo>
                      <a:lnTo>
                        <a:pt x="391" y="11"/>
                      </a:lnTo>
                      <a:lnTo>
                        <a:pt x="389" y="11"/>
                      </a:lnTo>
                      <a:lnTo>
                        <a:pt x="389" y="13"/>
                      </a:lnTo>
                      <a:lnTo>
                        <a:pt x="389" y="15"/>
                      </a:lnTo>
                      <a:lnTo>
                        <a:pt x="387" y="15"/>
                      </a:lnTo>
                      <a:lnTo>
                        <a:pt x="387" y="17"/>
                      </a:lnTo>
                      <a:lnTo>
                        <a:pt x="386" y="17"/>
                      </a:lnTo>
                      <a:lnTo>
                        <a:pt x="384" y="17"/>
                      </a:lnTo>
                      <a:lnTo>
                        <a:pt x="384" y="19"/>
                      </a:lnTo>
                      <a:lnTo>
                        <a:pt x="382" y="19"/>
                      </a:lnTo>
                      <a:lnTo>
                        <a:pt x="380" y="19"/>
                      </a:lnTo>
                      <a:lnTo>
                        <a:pt x="378" y="19"/>
                      </a:lnTo>
                      <a:lnTo>
                        <a:pt x="380" y="19"/>
                      </a:lnTo>
                      <a:lnTo>
                        <a:pt x="380" y="17"/>
                      </a:lnTo>
                      <a:lnTo>
                        <a:pt x="380" y="15"/>
                      </a:lnTo>
                      <a:lnTo>
                        <a:pt x="382" y="15"/>
                      </a:lnTo>
                      <a:lnTo>
                        <a:pt x="382" y="13"/>
                      </a:lnTo>
                      <a:lnTo>
                        <a:pt x="384" y="13"/>
                      </a:lnTo>
                      <a:lnTo>
                        <a:pt x="382" y="13"/>
                      </a:lnTo>
                      <a:lnTo>
                        <a:pt x="384" y="13"/>
                      </a:lnTo>
                      <a:lnTo>
                        <a:pt x="382" y="13"/>
                      </a:lnTo>
                      <a:lnTo>
                        <a:pt x="382" y="11"/>
                      </a:lnTo>
                      <a:lnTo>
                        <a:pt x="380" y="11"/>
                      </a:lnTo>
                      <a:lnTo>
                        <a:pt x="380" y="13"/>
                      </a:lnTo>
                      <a:lnTo>
                        <a:pt x="378" y="13"/>
                      </a:lnTo>
                      <a:lnTo>
                        <a:pt x="378" y="11"/>
                      </a:lnTo>
                      <a:lnTo>
                        <a:pt x="380" y="11"/>
                      </a:lnTo>
                      <a:lnTo>
                        <a:pt x="378" y="11"/>
                      </a:lnTo>
                      <a:lnTo>
                        <a:pt x="378" y="9"/>
                      </a:lnTo>
                      <a:lnTo>
                        <a:pt x="380" y="9"/>
                      </a:lnTo>
                      <a:lnTo>
                        <a:pt x="380" y="8"/>
                      </a:lnTo>
                      <a:lnTo>
                        <a:pt x="382" y="8"/>
                      </a:lnTo>
                      <a:lnTo>
                        <a:pt x="382" y="6"/>
                      </a:lnTo>
                      <a:lnTo>
                        <a:pt x="384" y="6"/>
                      </a:lnTo>
                      <a:lnTo>
                        <a:pt x="384" y="4"/>
                      </a:lnTo>
                      <a:lnTo>
                        <a:pt x="386" y="4"/>
                      </a:lnTo>
                      <a:lnTo>
                        <a:pt x="386" y="2"/>
                      </a:lnTo>
                      <a:lnTo>
                        <a:pt x="386" y="4"/>
                      </a:lnTo>
                      <a:lnTo>
                        <a:pt x="386" y="2"/>
                      </a:lnTo>
                      <a:lnTo>
                        <a:pt x="386" y="4"/>
                      </a:lnTo>
                      <a:lnTo>
                        <a:pt x="386" y="2"/>
                      </a:lnTo>
                      <a:lnTo>
                        <a:pt x="387" y="2"/>
                      </a:lnTo>
                      <a:lnTo>
                        <a:pt x="386" y="2"/>
                      </a:lnTo>
                      <a:lnTo>
                        <a:pt x="387" y="2"/>
                      </a:lnTo>
                      <a:lnTo>
                        <a:pt x="387" y="0"/>
                      </a:lnTo>
                      <a:lnTo>
                        <a:pt x="389"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7" name="Freeform 52">
                  <a:extLst>
                    <a:ext uri="{FF2B5EF4-FFF2-40B4-BE49-F238E27FC236}">
                      <a16:creationId xmlns:a16="http://schemas.microsoft.com/office/drawing/2014/main" id="{7F5C3140-1FBB-7DDD-4787-38279CB21E9F}"/>
                    </a:ext>
                  </a:extLst>
                </p:cNvPr>
                <p:cNvSpPr>
                  <a:spLocks noEditPoints="1"/>
                </p:cNvSpPr>
                <p:nvPr/>
              </p:nvSpPr>
              <p:spPr bwMode="auto">
                <a:xfrm>
                  <a:off x="7526516" y="2106826"/>
                  <a:ext cx="1051800" cy="939752"/>
                </a:xfrm>
                <a:custGeom>
                  <a:avLst/>
                  <a:gdLst>
                    <a:gd name="T0" fmla="*/ 22 w 582"/>
                    <a:gd name="T1" fmla="*/ 453 h 520"/>
                    <a:gd name="T2" fmla="*/ 4 w 582"/>
                    <a:gd name="T3" fmla="*/ 447 h 520"/>
                    <a:gd name="T4" fmla="*/ 5 w 582"/>
                    <a:gd name="T5" fmla="*/ 442 h 520"/>
                    <a:gd name="T6" fmla="*/ 20 w 582"/>
                    <a:gd name="T7" fmla="*/ 429 h 520"/>
                    <a:gd name="T8" fmla="*/ 53 w 582"/>
                    <a:gd name="T9" fmla="*/ 413 h 520"/>
                    <a:gd name="T10" fmla="*/ 75 w 582"/>
                    <a:gd name="T11" fmla="*/ 438 h 520"/>
                    <a:gd name="T12" fmla="*/ 88 w 582"/>
                    <a:gd name="T13" fmla="*/ 453 h 520"/>
                    <a:gd name="T14" fmla="*/ 69 w 582"/>
                    <a:gd name="T15" fmla="*/ 495 h 520"/>
                    <a:gd name="T16" fmla="*/ 44 w 582"/>
                    <a:gd name="T17" fmla="*/ 504 h 520"/>
                    <a:gd name="T18" fmla="*/ 20 w 582"/>
                    <a:gd name="T19" fmla="*/ 506 h 520"/>
                    <a:gd name="T20" fmla="*/ 35 w 582"/>
                    <a:gd name="T21" fmla="*/ 473 h 520"/>
                    <a:gd name="T22" fmla="*/ 184 w 582"/>
                    <a:gd name="T23" fmla="*/ 420 h 520"/>
                    <a:gd name="T24" fmla="*/ 139 w 582"/>
                    <a:gd name="T25" fmla="*/ 435 h 520"/>
                    <a:gd name="T26" fmla="*/ 108 w 582"/>
                    <a:gd name="T27" fmla="*/ 449 h 520"/>
                    <a:gd name="T28" fmla="*/ 97 w 582"/>
                    <a:gd name="T29" fmla="*/ 433 h 520"/>
                    <a:gd name="T30" fmla="*/ 128 w 582"/>
                    <a:gd name="T31" fmla="*/ 414 h 520"/>
                    <a:gd name="T32" fmla="*/ 175 w 582"/>
                    <a:gd name="T33" fmla="*/ 405 h 520"/>
                    <a:gd name="T34" fmla="*/ 261 w 582"/>
                    <a:gd name="T35" fmla="*/ 404 h 520"/>
                    <a:gd name="T36" fmla="*/ 248 w 582"/>
                    <a:gd name="T37" fmla="*/ 404 h 520"/>
                    <a:gd name="T38" fmla="*/ 228 w 582"/>
                    <a:gd name="T39" fmla="*/ 429 h 520"/>
                    <a:gd name="T40" fmla="*/ 201 w 582"/>
                    <a:gd name="T41" fmla="*/ 407 h 520"/>
                    <a:gd name="T42" fmla="*/ 217 w 582"/>
                    <a:gd name="T43" fmla="*/ 383 h 520"/>
                    <a:gd name="T44" fmla="*/ 177 w 582"/>
                    <a:gd name="T45" fmla="*/ 385 h 520"/>
                    <a:gd name="T46" fmla="*/ 152 w 582"/>
                    <a:gd name="T47" fmla="*/ 394 h 520"/>
                    <a:gd name="T48" fmla="*/ 110 w 582"/>
                    <a:gd name="T49" fmla="*/ 405 h 520"/>
                    <a:gd name="T50" fmla="*/ 91 w 582"/>
                    <a:gd name="T51" fmla="*/ 418 h 520"/>
                    <a:gd name="T52" fmla="*/ 57 w 582"/>
                    <a:gd name="T53" fmla="*/ 411 h 520"/>
                    <a:gd name="T54" fmla="*/ 71 w 582"/>
                    <a:gd name="T55" fmla="*/ 391 h 520"/>
                    <a:gd name="T56" fmla="*/ 115 w 582"/>
                    <a:gd name="T57" fmla="*/ 360 h 520"/>
                    <a:gd name="T58" fmla="*/ 131 w 582"/>
                    <a:gd name="T59" fmla="*/ 360 h 520"/>
                    <a:gd name="T60" fmla="*/ 201 w 582"/>
                    <a:gd name="T61" fmla="*/ 349 h 520"/>
                    <a:gd name="T62" fmla="*/ 221 w 582"/>
                    <a:gd name="T63" fmla="*/ 358 h 520"/>
                    <a:gd name="T64" fmla="*/ 254 w 582"/>
                    <a:gd name="T65" fmla="*/ 318 h 520"/>
                    <a:gd name="T66" fmla="*/ 265 w 582"/>
                    <a:gd name="T67" fmla="*/ 301 h 520"/>
                    <a:gd name="T68" fmla="*/ 323 w 582"/>
                    <a:gd name="T69" fmla="*/ 292 h 520"/>
                    <a:gd name="T70" fmla="*/ 347 w 582"/>
                    <a:gd name="T71" fmla="*/ 270 h 520"/>
                    <a:gd name="T72" fmla="*/ 374 w 582"/>
                    <a:gd name="T73" fmla="*/ 219 h 520"/>
                    <a:gd name="T74" fmla="*/ 378 w 582"/>
                    <a:gd name="T75" fmla="*/ 190 h 520"/>
                    <a:gd name="T76" fmla="*/ 398 w 582"/>
                    <a:gd name="T77" fmla="*/ 162 h 520"/>
                    <a:gd name="T78" fmla="*/ 427 w 582"/>
                    <a:gd name="T79" fmla="*/ 148 h 520"/>
                    <a:gd name="T80" fmla="*/ 444 w 582"/>
                    <a:gd name="T81" fmla="*/ 197 h 520"/>
                    <a:gd name="T82" fmla="*/ 444 w 582"/>
                    <a:gd name="T83" fmla="*/ 230 h 520"/>
                    <a:gd name="T84" fmla="*/ 420 w 582"/>
                    <a:gd name="T85" fmla="*/ 241 h 520"/>
                    <a:gd name="T86" fmla="*/ 416 w 582"/>
                    <a:gd name="T87" fmla="*/ 255 h 520"/>
                    <a:gd name="T88" fmla="*/ 409 w 582"/>
                    <a:gd name="T89" fmla="*/ 301 h 520"/>
                    <a:gd name="T90" fmla="*/ 385 w 582"/>
                    <a:gd name="T91" fmla="*/ 345 h 520"/>
                    <a:gd name="T92" fmla="*/ 367 w 582"/>
                    <a:gd name="T93" fmla="*/ 371 h 520"/>
                    <a:gd name="T94" fmla="*/ 363 w 582"/>
                    <a:gd name="T95" fmla="*/ 358 h 520"/>
                    <a:gd name="T96" fmla="*/ 360 w 582"/>
                    <a:gd name="T97" fmla="*/ 365 h 520"/>
                    <a:gd name="T98" fmla="*/ 321 w 582"/>
                    <a:gd name="T99" fmla="*/ 376 h 520"/>
                    <a:gd name="T100" fmla="*/ 274 w 582"/>
                    <a:gd name="T101" fmla="*/ 389 h 520"/>
                    <a:gd name="T102" fmla="*/ 261 w 582"/>
                    <a:gd name="T103" fmla="*/ 380 h 520"/>
                    <a:gd name="T104" fmla="*/ 509 w 582"/>
                    <a:gd name="T105" fmla="*/ 51 h 520"/>
                    <a:gd name="T106" fmla="*/ 562 w 582"/>
                    <a:gd name="T107" fmla="*/ 49 h 520"/>
                    <a:gd name="T108" fmla="*/ 562 w 582"/>
                    <a:gd name="T109" fmla="*/ 85 h 520"/>
                    <a:gd name="T110" fmla="*/ 526 w 582"/>
                    <a:gd name="T111" fmla="*/ 91 h 520"/>
                    <a:gd name="T112" fmla="*/ 475 w 582"/>
                    <a:gd name="T113" fmla="*/ 120 h 520"/>
                    <a:gd name="T114" fmla="*/ 398 w 582"/>
                    <a:gd name="T115" fmla="*/ 106 h 520"/>
                    <a:gd name="T116" fmla="*/ 389 w 582"/>
                    <a:gd name="T117" fmla="*/ 144 h 520"/>
                    <a:gd name="T118" fmla="*/ 387 w 582"/>
                    <a:gd name="T119" fmla="*/ 95 h 520"/>
                    <a:gd name="T120" fmla="*/ 434 w 582"/>
                    <a:gd name="T121" fmla="*/ 82 h 520"/>
                    <a:gd name="T122" fmla="*/ 442 w 582"/>
                    <a:gd name="T123" fmla="*/ 20 h 520"/>
                    <a:gd name="T124" fmla="*/ 453 w 582"/>
                    <a:gd name="T125" fmla="*/ 7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2" h="520">
                      <a:moveTo>
                        <a:pt x="31" y="447"/>
                      </a:moveTo>
                      <a:lnTo>
                        <a:pt x="31" y="446"/>
                      </a:lnTo>
                      <a:lnTo>
                        <a:pt x="31" y="444"/>
                      </a:lnTo>
                      <a:lnTo>
                        <a:pt x="33" y="444"/>
                      </a:lnTo>
                      <a:lnTo>
                        <a:pt x="31" y="444"/>
                      </a:lnTo>
                      <a:lnTo>
                        <a:pt x="31" y="446"/>
                      </a:lnTo>
                      <a:lnTo>
                        <a:pt x="31" y="444"/>
                      </a:lnTo>
                      <a:lnTo>
                        <a:pt x="29" y="444"/>
                      </a:lnTo>
                      <a:lnTo>
                        <a:pt x="31" y="444"/>
                      </a:lnTo>
                      <a:lnTo>
                        <a:pt x="29" y="444"/>
                      </a:lnTo>
                      <a:lnTo>
                        <a:pt x="29" y="442"/>
                      </a:lnTo>
                      <a:lnTo>
                        <a:pt x="29" y="440"/>
                      </a:lnTo>
                      <a:lnTo>
                        <a:pt x="31" y="440"/>
                      </a:lnTo>
                      <a:lnTo>
                        <a:pt x="31" y="438"/>
                      </a:lnTo>
                      <a:lnTo>
                        <a:pt x="33" y="438"/>
                      </a:lnTo>
                      <a:lnTo>
                        <a:pt x="33" y="436"/>
                      </a:lnTo>
                      <a:lnTo>
                        <a:pt x="35" y="436"/>
                      </a:lnTo>
                      <a:lnTo>
                        <a:pt x="37" y="436"/>
                      </a:lnTo>
                      <a:lnTo>
                        <a:pt x="38" y="436"/>
                      </a:lnTo>
                      <a:lnTo>
                        <a:pt x="38" y="435"/>
                      </a:lnTo>
                      <a:lnTo>
                        <a:pt x="40" y="435"/>
                      </a:lnTo>
                      <a:lnTo>
                        <a:pt x="42" y="435"/>
                      </a:lnTo>
                      <a:lnTo>
                        <a:pt x="44" y="435"/>
                      </a:lnTo>
                      <a:lnTo>
                        <a:pt x="44" y="436"/>
                      </a:lnTo>
                      <a:lnTo>
                        <a:pt x="46" y="435"/>
                      </a:lnTo>
                      <a:lnTo>
                        <a:pt x="46" y="436"/>
                      </a:lnTo>
                      <a:lnTo>
                        <a:pt x="46" y="435"/>
                      </a:lnTo>
                      <a:lnTo>
                        <a:pt x="44" y="436"/>
                      </a:lnTo>
                      <a:lnTo>
                        <a:pt x="44" y="435"/>
                      </a:lnTo>
                      <a:lnTo>
                        <a:pt x="42" y="435"/>
                      </a:lnTo>
                      <a:lnTo>
                        <a:pt x="40" y="435"/>
                      </a:lnTo>
                      <a:lnTo>
                        <a:pt x="38" y="436"/>
                      </a:lnTo>
                      <a:lnTo>
                        <a:pt x="37" y="436"/>
                      </a:lnTo>
                      <a:lnTo>
                        <a:pt x="35" y="436"/>
                      </a:lnTo>
                      <a:lnTo>
                        <a:pt x="33" y="436"/>
                      </a:lnTo>
                      <a:lnTo>
                        <a:pt x="33" y="438"/>
                      </a:lnTo>
                      <a:lnTo>
                        <a:pt x="31" y="438"/>
                      </a:lnTo>
                      <a:lnTo>
                        <a:pt x="31" y="440"/>
                      </a:lnTo>
                      <a:lnTo>
                        <a:pt x="29" y="440"/>
                      </a:lnTo>
                      <a:lnTo>
                        <a:pt x="29" y="442"/>
                      </a:lnTo>
                      <a:lnTo>
                        <a:pt x="27" y="442"/>
                      </a:lnTo>
                      <a:lnTo>
                        <a:pt x="29" y="442"/>
                      </a:lnTo>
                      <a:lnTo>
                        <a:pt x="27" y="444"/>
                      </a:lnTo>
                      <a:lnTo>
                        <a:pt x="27" y="442"/>
                      </a:lnTo>
                      <a:lnTo>
                        <a:pt x="26" y="442"/>
                      </a:lnTo>
                      <a:lnTo>
                        <a:pt x="27" y="442"/>
                      </a:lnTo>
                      <a:lnTo>
                        <a:pt x="26" y="442"/>
                      </a:lnTo>
                      <a:lnTo>
                        <a:pt x="26" y="440"/>
                      </a:lnTo>
                      <a:lnTo>
                        <a:pt x="26" y="442"/>
                      </a:lnTo>
                      <a:lnTo>
                        <a:pt x="24" y="442"/>
                      </a:lnTo>
                      <a:lnTo>
                        <a:pt x="24" y="440"/>
                      </a:lnTo>
                      <a:lnTo>
                        <a:pt x="24" y="442"/>
                      </a:lnTo>
                      <a:lnTo>
                        <a:pt x="26" y="442"/>
                      </a:lnTo>
                      <a:lnTo>
                        <a:pt x="24" y="442"/>
                      </a:lnTo>
                      <a:lnTo>
                        <a:pt x="24" y="444"/>
                      </a:lnTo>
                      <a:lnTo>
                        <a:pt x="22" y="444"/>
                      </a:lnTo>
                      <a:lnTo>
                        <a:pt x="20" y="444"/>
                      </a:lnTo>
                      <a:lnTo>
                        <a:pt x="22" y="444"/>
                      </a:lnTo>
                      <a:lnTo>
                        <a:pt x="20" y="444"/>
                      </a:lnTo>
                      <a:lnTo>
                        <a:pt x="22" y="444"/>
                      </a:lnTo>
                      <a:lnTo>
                        <a:pt x="22" y="446"/>
                      </a:lnTo>
                      <a:lnTo>
                        <a:pt x="22" y="447"/>
                      </a:lnTo>
                      <a:lnTo>
                        <a:pt x="24" y="447"/>
                      </a:lnTo>
                      <a:lnTo>
                        <a:pt x="24" y="449"/>
                      </a:lnTo>
                      <a:lnTo>
                        <a:pt x="24" y="451"/>
                      </a:lnTo>
                      <a:lnTo>
                        <a:pt x="22" y="451"/>
                      </a:lnTo>
                      <a:lnTo>
                        <a:pt x="22" y="453"/>
                      </a:lnTo>
                      <a:lnTo>
                        <a:pt x="24" y="453"/>
                      </a:lnTo>
                      <a:lnTo>
                        <a:pt x="22" y="453"/>
                      </a:lnTo>
                      <a:lnTo>
                        <a:pt x="22" y="451"/>
                      </a:lnTo>
                      <a:lnTo>
                        <a:pt x="22" y="453"/>
                      </a:lnTo>
                      <a:lnTo>
                        <a:pt x="20" y="453"/>
                      </a:lnTo>
                      <a:lnTo>
                        <a:pt x="22" y="453"/>
                      </a:lnTo>
                      <a:lnTo>
                        <a:pt x="20" y="453"/>
                      </a:lnTo>
                      <a:lnTo>
                        <a:pt x="22" y="453"/>
                      </a:lnTo>
                      <a:lnTo>
                        <a:pt x="24" y="453"/>
                      </a:lnTo>
                      <a:lnTo>
                        <a:pt x="26" y="453"/>
                      </a:lnTo>
                      <a:lnTo>
                        <a:pt x="27" y="453"/>
                      </a:lnTo>
                      <a:lnTo>
                        <a:pt x="29" y="453"/>
                      </a:lnTo>
                      <a:lnTo>
                        <a:pt x="29" y="455"/>
                      </a:lnTo>
                      <a:lnTo>
                        <a:pt x="29" y="457"/>
                      </a:lnTo>
                      <a:lnTo>
                        <a:pt x="31" y="457"/>
                      </a:lnTo>
                      <a:lnTo>
                        <a:pt x="29" y="457"/>
                      </a:lnTo>
                      <a:lnTo>
                        <a:pt x="29" y="458"/>
                      </a:lnTo>
                      <a:lnTo>
                        <a:pt x="29" y="460"/>
                      </a:lnTo>
                      <a:lnTo>
                        <a:pt x="27" y="460"/>
                      </a:lnTo>
                      <a:lnTo>
                        <a:pt x="26" y="460"/>
                      </a:lnTo>
                      <a:lnTo>
                        <a:pt x="26" y="462"/>
                      </a:lnTo>
                      <a:lnTo>
                        <a:pt x="24" y="462"/>
                      </a:lnTo>
                      <a:lnTo>
                        <a:pt x="22" y="462"/>
                      </a:lnTo>
                      <a:lnTo>
                        <a:pt x="22" y="460"/>
                      </a:lnTo>
                      <a:lnTo>
                        <a:pt x="22" y="458"/>
                      </a:lnTo>
                      <a:lnTo>
                        <a:pt x="22" y="460"/>
                      </a:lnTo>
                      <a:lnTo>
                        <a:pt x="22" y="458"/>
                      </a:lnTo>
                      <a:lnTo>
                        <a:pt x="24" y="458"/>
                      </a:lnTo>
                      <a:lnTo>
                        <a:pt x="24" y="457"/>
                      </a:lnTo>
                      <a:lnTo>
                        <a:pt x="24" y="455"/>
                      </a:lnTo>
                      <a:lnTo>
                        <a:pt x="22" y="455"/>
                      </a:lnTo>
                      <a:lnTo>
                        <a:pt x="22" y="457"/>
                      </a:lnTo>
                      <a:lnTo>
                        <a:pt x="20" y="457"/>
                      </a:lnTo>
                      <a:lnTo>
                        <a:pt x="20" y="455"/>
                      </a:lnTo>
                      <a:lnTo>
                        <a:pt x="20" y="457"/>
                      </a:lnTo>
                      <a:lnTo>
                        <a:pt x="18" y="457"/>
                      </a:lnTo>
                      <a:lnTo>
                        <a:pt x="16" y="457"/>
                      </a:lnTo>
                      <a:lnTo>
                        <a:pt x="15" y="457"/>
                      </a:lnTo>
                      <a:lnTo>
                        <a:pt x="15" y="458"/>
                      </a:lnTo>
                      <a:lnTo>
                        <a:pt x="13" y="458"/>
                      </a:lnTo>
                      <a:lnTo>
                        <a:pt x="13" y="460"/>
                      </a:lnTo>
                      <a:lnTo>
                        <a:pt x="11" y="460"/>
                      </a:lnTo>
                      <a:lnTo>
                        <a:pt x="11" y="462"/>
                      </a:lnTo>
                      <a:lnTo>
                        <a:pt x="11" y="460"/>
                      </a:lnTo>
                      <a:lnTo>
                        <a:pt x="11" y="462"/>
                      </a:lnTo>
                      <a:lnTo>
                        <a:pt x="9" y="462"/>
                      </a:lnTo>
                      <a:lnTo>
                        <a:pt x="9" y="464"/>
                      </a:lnTo>
                      <a:lnTo>
                        <a:pt x="7" y="464"/>
                      </a:lnTo>
                      <a:lnTo>
                        <a:pt x="7" y="462"/>
                      </a:lnTo>
                      <a:lnTo>
                        <a:pt x="7" y="464"/>
                      </a:lnTo>
                      <a:lnTo>
                        <a:pt x="7" y="462"/>
                      </a:lnTo>
                      <a:lnTo>
                        <a:pt x="9" y="462"/>
                      </a:lnTo>
                      <a:lnTo>
                        <a:pt x="9" y="460"/>
                      </a:lnTo>
                      <a:lnTo>
                        <a:pt x="9" y="458"/>
                      </a:lnTo>
                      <a:lnTo>
                        <a:pt x="11" y="458"/>
                      </a:lnTo>
                      <a:lnTo>
                        <a:pt x="11" y="460"/>
                      </a:lnTo>
                      <a:lnTo>
                        <a:pt x="11" y="458"/>
                      </a:lnTo>
                      <a:lnTo>
                        <a:pt x="11" y="457"/>
                      </a:lnTo>
                      <a:lnTo>
                        <a:pt x="11" y="458"/>
                      </a:lnTo>
                      <a:lnTo>
                        <a:pt x="9" y="458"/>
                      </a:lnTo>
                      <a:lnTo>
                        <a:pt x="11" y="458"/>
                      </a:lnTo>
                      <a:lnTo>
                        <a:pt x="11" y="457"/>
                      </a:lnTo>
                      <a:lnTo>
                        <a:pt x="9" y="457"/>
                      </a:lnTo>
                      <a:lnTo>
                        <a:pt x="9" y="458"/>
                      </a:lnTo>
                      <a:lnTo>
                        <a:pt x="9" y="457"/>
                      </a:lnTo>
                      <a:lnTo>
                        <a:pt x="9" y="455"/>
                      </a:lnTo>
                      <a:lnTo>
                        <a:pt x="7" y="455"/>
                      </a:lnTo>
                      <a:lnTo>
                        <a:pt x="9" y="455"/>
                      </a:lnTo>
                      <a:lnTo>
                        <a:pt x="7" y="455"/>
                      </a:lnTo>
                      <a:lnTo>
                        <a:pt x="5" y="455"/>
                      </a:lnTo>
                      <a:lnTo>
                        <a:pt x="5" y="453"/>
                      </a:lnTo>
                      <a:lnTo>
                        <a:pt x="5" y="451"/>
                      </a:lnTo>
                      <a:lnTo>
                        <a:pt x="4" y="451"/>
                      </a:lnTo>
                      <a:lnTo>
                        <a:pt x="5" y="451"/>
                      </a:lnTo>
                      <a:lnTo>
                        <a:pt x="4" y="451"/>
                      </a:lnTo>
                      <a:lnTo>
                        <a:pt x="4" y="449"/>
                      </a:lnTo>
                      <a:lnTo>
                        <a:pt x="4" y="447"/>
                      </a:lnTo>
                      <a:lnTo>
                        <a:pt x="4" y="449"/>
                      </a:lnTo>
                      <a:lnTo>
                        <a:pt x="4" y="447"/>
                      </a:lnTo>
                      <a:lnTo>
                        <a:pt x="4" y="446"/>
                      </a:lnTo>
                      <a:lnTo>
                        <a:pt x="5" y="446"/>
                      </a:lnTo>
                      <a:lnTo>
                        <a:pt x="4" y="446"/>
                      </a:lnTo>
                      <a:lnTo>
                        <a:pt x="5" y="446"/>
                      </a:lnTo>
                      <a:lnTo>
                        <a:pt x="4" y="446"/>
                      </a:lnTo>
                      <a:lnTo>
                        <a:pt x="5" y="446"/>
                      </a:lnTo>
                      <a:lnTo>
                        <a:pt x="5" y="444"/>
                      </a:lnTo>
                      <a:lnTo>
                        <a:pt x="5" y="446"/>
                      </a:lnTo>
                      <a:lnTo>
                        <a:pt x="7" y="446"/>
                      </a:lnTo>
                      <a:lnTo>
                        <a:pt x="7" y="447"/>
                      </a:lnTo>
                      <a:lnTo>
                        <a:pt x="7" y="449"/>
                      </a:lnTo>
                      <a:lnTo>
                        <a:pt x="7" y="447"/>
                      </a:lnTo>
                      <a:lnTo>
                        <a:pt x="7" y="449"/>
                      </a:lnTo>
                      <a:lnTo>
                        <a:pt x="7" y="447"/>
                      </a:lnTo>
                      <a:lnTo>
                        <a:pt x="7" y="449"/>
                      </a:lnTo>
                      <a:lnTo>
                        <a:pt x="7" y="447"/>
                      </a:lnTo>
                      <a:lnTo>
                        <a:pt x="9" y="447"/>
                      </a:lnTo>
                      <a:lnTo>
                        <a:pt x="9" y="449"/>
                      </a:lnTo>
                      <a:lnTo>
                        <a:pt x="11" y="449"/>
                      </a:lnTo>
                      <a:lnTo>
                        <a:pt x="9" y="449"/>
                      </a:lnTo>
                      <a:lnTo>
                        <a:pt x="9" y="451"/>
                      </a:lnTo>
                      <a:lnTo>
                        <a:pt x="9" y="449"/>
                      </a:lnTo>
                      <a:lnTo>
                        <a:pt x="9" y="451"/>
                      </a:lnTo>
                      <a:lnTo>
                        <a:pt x="9" y="453"/>
                      </a:lnTo>
                      <a:lnTo>
                        <a:pt x="9" y="451"/>
                      </a:lnTo>
                      <a:lnTo>
                        <a:pt x="9" y="453"/>
                      </a:lnTo>
                      <a:lnTo>
                        <a:pt x="11" y="453"/>
                      </a:lnTo>
                      <a:lnTo>
                        <a:pt x="11" y="455"/>
                      </a:lnTo>
                      <a:lnTo>
                        <a:pt x="11" y="453"/>
                      </a:lnTo>
                      <a:lnTo>
                        <a:pt x="13" y="453"/>
                      </a:lnTo>
                      <a:lnTo>
                        <a:pt x="11" y="453"/>
                      </a:lnTo>
                      <a:lnTo>
                        <a:pt x="13" y="453"/>
                      </a:lnTo>
                      <a:lnTo>
                        <a:pt x="15" y="453"/>
                      </a:lnTo>
                      <a:lnTo>
                        <a:pt x="16" y="453"/>
                      </a:lnTo>
                      <a:lnTo>
                        <a:pt x="16" y="455"/>
                      </a:lnTo>
                      <a:lnTo>
                        <a:pt x="16" y="453"/>
                      </a:lnTo>
                      <a:lnTo>
                        <a:pt x="15" y="453"/>
                      </a:lnTo>
                      <a:lnTo>
                        <a:pt x="16" y="453"/>
                      </a:lnTo>
                      <a:lnTo>
                        <a:pt x="15" y="453"/>
                      </a:lnTo>
                      <a:lnTo>
                        <a:pt x="15" y="451"/>
                      </a:lnTo>
                      <a:lnTo>
                        <a:pt x="15" y="449"/>
                      </a:lnTo>
                      <a:lnTo>
                        <a:pt x="15" y="447"/>
                      </a:lnTo>
                      <a:lnTo>
                        <a:pt x="13" y="447"/>
                      </a:lnTo>
                      <a:lnTo>
                        <a:pt x="13" y="446"/>
                      </a:lnTo>
                      <a:lnTo>
                        <a:pt x="11" y="446"/>
                      </a:lnTo>
                      <a:lnTo>
                        <a:pt x="11" y="447"/>
                      </a:lnTo>
                      <a:lnTo>
                        <a:pt x="11" y="446"/>
                      </a:lnTo>
                      <a:lnTo>
                        <a:pt x="9" y="446"/>
                      </a:lnTo>
                      <a:lnTo>
                        <a:pt x="11" y="446"/>
                      </a:lnTo>
                      <a:lnTo>
                        <a:pt x="9" y="446"/>
                      </a:lnTo>
                      <a:lnTo>
                        <a:pt x="7" y="446"/>
                      </a:lnTo>
                      <a:lnTo>
                        <a:pt x="9" y="446"/>
                      </a:lnTo>
                      <a:lnTo>
                        <a:pt x="7" y="446"/>
                      </a:lnTo>
                      <a:lnTo>
                        <a:pt x="9" y="444"/>
                      </a:lnTo>
                      <a:lnTo>
                        <a:pt x="7" y="444"/>
                      </a:lnTo>
                      <a:lnTo>
                        <a:pt x="7" y="446"/>
                      </a:lnTo>
                      <a:lnTo>
                        <a:pt x="9" y="446"/>
                      </a:lnTo>
                      <a:lnTo>
                        <a:pt x="7" y="446"/>
                      </a:lnTo>
                      <a:lnTo>
                        <a:pt x="7" y="444"/>
                      </a:lnTo>
                      <a:lnTo>
                        <a:pt x="9" y="444"/>
                      </a:lnTo>
                      <a:lnTo>
                        <a:pt x="7" y="444"/>
                      </a:lnTo>
                      <a:lnTo>
                        <a:pt x="9" y="444"/>
                      </a:lnTo>
                      <a:lnTo>
                        <a:pt x="7" y="444"/>
                      </a:lnTo>
                      <a:lnTo>
                        <a:pt x="7" y="442"/>
                      </a:lnTo>
                      <a:lnTo>
                        <a:pt x="7" y="444"/>
                      </a:lnTo>
                      <a:lnTo>
                        <a:pt x="7" y="442"/>
                      </a:lnTo>
                      <a:lnTo>
                        <a:pt x="5" y="442"/>
                      </a:lnTo>
                      <a:lnTo>
                        <a:pt x="5" y="444"/>
                      </a:lnTo>
                      <a:lnTo>
                        <a:pt x="4" y="444"/>
                      </a:lnTo>
                      <a:lnTo>
                        <a:pt x="5" y="444"/>
                      </a:lnTo>
                      <a:lnTo>
                        <a:pt x="5" y="442"/>
                      </a:lnTo>
                      <a:lnTo>
                        <a:pt x="4" y="442"/>
                      </a:lnTo>
                      <a:lnTo>
                        <a:pt x="5" y="442"/>
                      </a:lnTo>
                      <a:lnTo>
                        <a:pt x="4" y="442"/>
                      </a:lnTo>
                      <a:lnTo>
                        <a:pt x="4" y="440"/>
                      </a:lnTo>
                      <a:lnTo>
                        <a:pt x="4" y="442"/>
                      </a:lnTo>
                      <a:lnTo>
                        <a:pt x="4" y="440"/>
                      </a:lnTo>
                      <a:lnTo>
                        <a:pt x="4" y="442"/>
                      </a:lnTo>
                      <a:lnTo>
                        <a:pt x="4" y="440"/>
                      </a:lnTo>
                      <a:lnTo>
                        <a:pt x="2" y="440"/>
                      </a:lnTo>
                      <a:lnTo>
                        <a:pt x="0" y="440"/>
                      </a:lnTo>
                      <a:lnTo>
                        <a:pt x="2" y="440"/>
                      </a:lnTo>
                      <a:lnTo>
                        <a:pt x="0" y="440"/>
                      </a:lnTo>
                      <a:lnTo>
                        <a:pt x="2" y="438"/>
                      </a:lnTo>
                      <a:lnTo>
                        <a:pt x="0" y="440"/>
                      </a:lnTo>
                      <a:lnTo>
                        <a:pt x="0" y="438"/>
                      </a:lnTo>
                      <a:lnTo>
                        <a:pt x="2" y="438"/>
                      </a:lnTo>
                      <a:lnTo>
                        <a:pt x="2" y="436"/>
                      </a:lnTo>
                      <a:lnTo>
                        <a:pt x="4" y="436"/>
                      </a:lnTo>
                      <a:lnTo>
                        <a:pt x="2" y="436"/>
                      </a:lnTo>
                      <a:lnTo>
                        <a:pt x="2" y="438"/>
                      </a:lnTo>
                      <a:lnTo>
                        <a:pt x="2" y="436"/>
                      </a:lnTo>
                      <a:lnTo>
                        <a:pt x="0" y="436"/>
                      </a:lnTo>
                      <a:lnTo>
                        <a:pt x="2" y="436"/>
                      </a:lnTo>
                      <a:lnTo>
                        <a:pt x="2" y="435"/>
                      </a:lnTo>
                      <a:lnTo>
                        <a:pt x="4" y="435"/>
                      </a:lnTo>
                      <a:lnTo>
                        <a:pt x="5" y="435"/>
                      </a:lnTo>
                      <a:lnTo>
                        <a:pt x="4" y="435"/>
                      </a:lnTo>
                      <a:lnTo>
                        <a:pt x="5" y="435"/>
                      </a:lnTo>
                      <a:lnTo>
                        <a:pt x="5" y="436"/>
                      </a:lnTo>
                      <a:lnTo>
                        <a:pt x="7" y="436"/>
                      </a:lnTo>
                      <a:lnTo>
                        <a:pt x="7" y="435"/>
                      </a:lnTo>
                      <a:lnTo>
                        <a:pt x="9" y="435"/>
                      </a:lnTo>
                      <a:lnTo>
                        <a:pt x="9" y="436"/>
                      </a:lnTo>
                      <a:lnTo>
                        <a:pt x="11" y="436"/>
                      </a:lnTo>
                      <a:lnTo>
                        <a:pt x="9" y="436"/>
                      </a:lnTo>
                      <a:lnTo>
                        <a:pt x="11" y="436"/>
                      </a:lnTo>
                      <a:lnTo>
                        <a:pt x="11" y="438"/>
                      </a:lnTo>
                      <a:lnTo>
                        <a:pt x="11" y="436"/>
                      </a:lnTo>
                      <a:lnTo>
                        <a:pt x="11" y="435"/>
                      </a:lnTo>
                      <a:lnTo>
                        <a:pt x="13" y="435"/>
                      </a:lnTo>
                      <a:lnTo>
                        <a:pt x="11" y="435"/>
                      </a:lnTo>
                      <a:lnTo>
                        <a:pt x="11" y="433"/>
                      </a:lnTo>
                      <a:lnTo>
                        <a:pt x="11" y="435"/>
                      </a:lnTo>
                      <a:lnTo>
                        <a:pt x="11" y="433"/>
                      </a:lnTo>
                      <a:lnTo>
                        <a:pt x="9" y="433"/>
                      </a:lnTo>
                      <a:lnTo>
                        <a:pt x="9" y="431"/>
                      </a:lnTo>
                      <a:lnTo>
                        <a:pt x="9" y="433"/>
                      </a:lnTo>
                      <a:lnTo>
                        <a:pt x="9" y="431"/>
                      </a:lnTo>
                      <a:lnTo>
                        <a:pt x="11" y="431"/>
                      </a:lnTo>
                      <a:lnTo>
                        <a:pt x="11" y="433"/>
                      </a:lnTo>
                      <a:lnTo>
                        <a:pt x="11" y="431"/>
                      </a:lnTo>
                      <a:lnTo>
                        <a:pt x="11" y="433"/>
                      </a:lnTo>
                      <a:lnTo>
                        <a:pt x="11" y="431"/>
                      </a:lnTo>
                      <a:lnTo>
                        <a:pt x="11" y="429"/>
                      </a:lnTo>
                      <a:lnTo>
                        <a:pt x="11" y="431"/>
                      </a:lnTo>
                      <a:lnTo>
                        <a:pt x="11" y="429"/>
                      </a:lnTo>
                      <a:lnTo>
                        <a:pt x="13" y="429"/>
                      </a:lnTo>
                      <a:lnTo>
                        <a:pt x="15" y="429"/>
                      </a:lnTo>
                      <a:lnTo>
                        <a:pt x="15" y="431"/>
                      </a:lnTo>
                      <a:lnTo>
                        <a:pt x="15" y="433"/>
                      </a:lnTo>
                      <a:lnTo>
                        <a:pt x="16" y="433"/>
                      </a:lnTo>
                      <a:lnTo>
                        <a:pt x="16" y="431"/>
                      </a:lnTo>
                      <a:lnTo>
                        <a:pt x="16" y="433"/>
                      </a:lnTo>
                      <a:lnTo>
                        <a:pt x="18" y="433"/>
                      </a:lnTo>
                      <a:lnTo>
                        <a:pt x="18" y="431"/>
                      </a:lnTo>
                      <a:lnTo>
                        <a:pt x="20" y="431"/>
                      </a:lnTo>
                      <a:lnTo>
                        <a:pt x="20" y="429"/>
                      </a:lnTo>
                      <a:lnTo>
                        <a:pt x="20" y="431"/>
                      </a:lnTo>
                      <a:lnTo>
                        <a:pt x="20" y="429"/>
                      </a:lnTo>
                      <a:lnTo>
                        <a:pt x="22" y="429"/>
                      </a:lnTo>
                      <a:lnTo>
                        <a:pt x="20" y="429"/>
                      </a:lnTo>
                      <a:lnTo>
                        <a:pt x="22" y="429"/>
                      </a:lnTo>
                      <a:lnTo>
                        <a:pt x="22" y="427"/>
                      </a:lnTo>
                      <a:lnTo>
                        <a:pt x="22" y="429"/>
                      </a:lnTo>
                      <a:lnTo>
                        <a:pt x="20" y="429"/>
                      </a:lnTo>
                      <a:lnTo>
                        <a:pt x="20" y="427"/>
                      </a:lnTo>
                      <a:lnTo>
                        <a:pt x="22" y="427"/>
                      </a:lnTo>
                      <a:lnTo>
                        <a:pt x="20" y="427"/>
                      </a:lnTo>
                      <a:lnTo>
                        <a:pt x="22" y="427"/>
                      </a:lnTo>
                      <a:lnTo>
                        <a:pt x="22" y="425"/>
                      </a:lnTo>
                      <a:lnTo>
                        <a:pt x="24" y="425"/>
                      </a:lnTo>
                      <a:lnTo>
                        <a:pt x="24" y="424"/>
                      </a:lnTo>
                      <a:lnTo>
                        <a:pt x="24" y="425"/>
                      </a:lnTo>
                      <a:lnTo>
                        <a:pt x="26" y="425"/>
                      </a:lnTo>
                      <a:lnTo>
                        <a:pt x="24" y="425"/>
                      </a:lnTo>
                      <a:lnTo>
                        <a:pt x="26" y="425"/>
                      </a:lnTo>
                      <a:lnTo>
                        <a:pt x="26" y="427"/>
                      </a:lnTo>
                      <a:lnTo>
                        <a:pt x="27" y="427"/>
                      </a:lnTo>
                      <a:lnTo>
                        <a:pt x="29" y="427"/>
                      </a:lnTo>
                      <a:lnTo>
                        <a:pt x="31" y="427"/>
                      </a:lnTo>
                      <a:lnTo>
                        <a:pt x="31" y="425"/>
                      </a:lnTo>
                      <a:lnTo>
                        <a:pt x="31" y="427"/>
                      </a:lnTo>
                      <a:lnTo>
                        <a:pt x="31" y="425"/>
                      </a:lnTo>
                      <a:lnTo>
                        <a:pt x="33" y="425"/>
                      </a:lnTo>
                      <a:lnTo>
                        <a:pt x="31" y="425"/>
                      </a:lnTo>
                      <a:lnTo>
                        <a:pt x="31" y="424"/>
                      </a:lnTo>
                      <a:lnTo>
                        <a:pt x="33" y="425"/>
                      </a:lnTo>
                      <a:lnTo>
                        <a:pt x="33" y="424"/>
                      </a:lnTo>
                      <a:lnTo>
                        <a:pt x="31" y="424"/>
                      </a:lnTo>
                      <a:lnTo>
                        <a:pt x="33" y="424"/>
                      </a:lnTo>
                      <a:lnTo>
                        <a:pt x="31" y="424"/>
                      </a:lnTo>
                      <a:lnTo>
                        <a:pt x="29" y="424"/>
                      </a:lnTo>
                      <a:lnTo>
                        <a:pt x="29" y="425"/>
                      </a:lnTo>
                      <a:lnTo>
                        <a:pt x="27" y="424"/>
                      </a:lnTo>
                      <a:lnTo>
                        <a:pt x="27" y="425"/>
                      </a:lnTo>
                      <a:lnTo>
                        <a:pt x="27" y="424"/>
                      </a:lnTo>
                      <a:lnTo>
                        <a:pt x="29" y="424"/>
                      </a:lnTo>
                      <a:lnTo>
                        <a:pt x="31" y="424"/>
                      </a:lnTo>
                      <a:lnTo>
                        <a:pt x="31" y="422"/>
                      </a:lnTo>
                      <a:lnTo>
                        <a:pt x="33" y="422"/>
                      </a:lnTo>
                      <a:lnTo>
                        <a:pt x="33" y="420"/>
                      </a:lnTo>
                      <a:lnTo>
                        <a:pt x="33" y="418"/>
                      </a:lnTo>
                      <a:lnTo>
                        <a:pt x="33" y="420"/>
                      </a:lnTo>
                      <a:lnTo>
                        <a:pt x="33" y="418"/>
                      </a:lnTo>
                      <a:lnTo>
                        <a:pt x="35" y="418"/>
                      </a:lnTo>
                      <a:lnTo>
                        <a:pt x="35" y="416"/>
                      </a:lnTo>
                      <a:lnTo>
                        <a:pt x="37" y="416"/>
                      </a:lnTo>
                      <a:lnTo>
                        <a:pt x="38" y="416"/>
                      </a:lnTo>
                      <a:lnTo>
                        <a:pt x="40" y="416"/>
                      </a:lnTo>
                      <a:lnTo>
                        <a:pt x="40" y="418"/>
                      </a:lnTo>
                      <a:lnTo>
                        <a:pt x="42" y="418"/>
                      </a:lnTo>
                      <a:lnTo>
                        <a:pt x="40" y="418"/>
                      </a:lnTo>
                      <a:lnTo>
                        <a:pt x="40" y="416"/>
                      </a:lnTo>
                      <a:lnTo>
                        <a:pt x="40" y="414"/>
                      </a:lnTo>
                      <a:lnTo>
                        <a:pt x="42" y="414"/>
                      </a:lnTo>
                      <a:lnTo>
                        <a:pt x="44" y="414"/>
                      </a:lnTo>
                      <a:lnTo>
                        <a:pt x="46" y="414"/>
                      </a:lnTo>
                      <a:lnTo>
                        <a:pt x="46" y="416"/>
                      </a:lnTo>
                      <a:lnTo>
                        <a:pt x="46" y="414"/>
                      </a:lnTo>
                      <a:lnTo>
                        <a:pt x="46" y="416"/>
                      </a:lnTo>
                      <a:lnTo>
                        <a:pt x="44" y="416"/>
                      </a:lnTo>
                      <a:lnTo>
                        <a:pt x="46" y="416"/>
                      </a:lnTo>
                      <a:lnTo>
                        <a:pt x="46" y="414"/>
                      </a:lnTo>
                      <a:lnTo>
                        <a:pt x="47" y="414"/>
                      </a:lnTo>
                      <a:lnTo>
                        <a:pt x="47" y="416"/>
                      </a:lnTo>
                      <a:lnTo>
                        <a:pt x="47" y="414"/>
                      </a:lnTo>
                      <a:lnTo>
                        <a:pt x="47" y="416"/>
                      </a:lnTo>
                      <a:lnTo>
                        <a:pt x="49" y="416"/>
                      </a:lnTo>
                      <a:lnTo>
                        <a:pt x="47" y="416"/>
                      </a:lnTo>
                      <a:lnTo>
                        <a:pt x="49" y="416"/>
                      </a:lnTo>
                      <a:lnTo>
                        <a:pt x="47" y="416"/>
                      </a:lnTo>
                      <a:lnTo>
                        <a:pt x="49" y="416"/>
                      </a:lnTo>
                      <a:lnTo>
                        <a:pt x="49" y="414"/>
                      </a:lnTo>
                      <a:lnTo>
                        <a:pt x="51" y="414"/>
                      </a:lnTo>
                      <a:lnTo>
                        <a:pt x="53" y="414"/>
                      </a:lnTo>
                      <a:lnTo>
                        <a:pt x="53" y="413"/>
                      </a:lnTo>
                      <a:lnTo>
                        <a:pt x="53" y="414"/>
                      </a:lnTo>
                      <a:lnTo>
                        <a:pt x="53" y="413"/>
                      </a:lnTo>
                      <a:lnTo>
                        <a:pt x="53" y="414"/>
                      </a:lnTo>
                      <a:lnTo>
                        <a:pt x="53" y="416"/>
                      </a:lnTo>
                      <a:lnTo>
                        <a:pt x="51" y="416"/>
                      </a:lnTo>
                      <a:lnTo>
                        <a:pt x="53" y="416"/>
                      </a:lnTo>
                      <a:lnTo>
                        <a:pt x="51" y="416"/>
                      </a:lnTo>
                      <a:lnTo>
                        <a:pt x="53" y="416"/>
                      </a:lnTo>
                      <a:lnTo>
                        <a:pt x="51" y="416"/>
                      </a:lnTo>
                      <a:lnTo>
                        <a:pt x="53" y="416"/>
                      </a:lnTo>
                      <a:lnTo>
                        <a:pt x="53" y="418"/>
                      </a:lnTo>
                      <a:lnTo>
                        <a:pt x="51" y="418"/>
                      </a:lnTo>
                      <a:lnTo>
                        <a:pt x="51" y="420"/>
                      </a:lnTo>
                      <a:lnTo>
                        <a:pt x="53" y="418"/>
                      </a:lnTo>
                      <a:lnTo>
                        <a:pt x="53" y="420"/>
                      </a:lnTo>
                      <a:lnTo>
                        <a:pt x="51" y="420"/>
                      </a:lnTo>
                      <a:lnTo>
                        <a:pt x="53" y="420"/>
                      </a:lnTo>
                      <a:lnTo>
                        <a:pt x="51" y="420"/>
                      </a:lnTo>
                      <a:lnTo>
                        <a:pt x="53" y="420"/>
                      </a:lnTo>
                      <a:lnTo>
                        <a:pt x="53" y="422"/>
                      </a:lnTo>
                      <a:lnTo>
                        <a:pt x="51" y="422"/>
                      </a:lnTo>
                      <a:lnTo>
                        <a:pt x="53" y="422"/>
                      </a:lnTo>
                      <a:lnTo>
                        <a:pt x="51" y="422"/>
                      </a:lnTo>
                      <a:lnTo>
                        <a:pt x="53" y="422"/>
                      </a:lnTo>
                      <a:lnTo>
                        <a:pt x="53" y="424"/>
                      </a:lnTo>
                      <a:lnTo>
                        <a:pt x="55" y="424"/>
                      </a:lnTo>
                      <a:lnTo>
                        <a:pt x="55" y="425"/>
                      </a:lnTo>
                      <a:lnTo>
                        <a:pt x="57" y="425"/>
                      </a:lnTo>
                      <a:lnTo>
                        <a:pt x="58" y="425"/>
                      </a:lnTo>
                      <a:lnTo>
                        <a:pt x="58" y="427"/>
                      </a:lnTo>
                      <a:lnTo>
                        <a:pt x="58" y="425"/>
                      </a:lnTo>
                      <a:lnTo>
                        <a:pt x="60" y="425"/>
                      </a:lnTo>
                      <a:lnTo>
                        <a:pt x="60" y="427"/>
                      </a:lnTo>
                      <a:lnTo>
                        <a:pt x="60" y="425"/>
                      </a:lnTo>
                      <a:lnTo>
                        <a:pt x="62" y="427"/>
                      </a:lnTo>
                      <a:lnTo>
                        <a:pt x="64" y="427"/>
                      </a:lnTo>
                      <a:lnTo>
                        <a:pt x="66" y="427"/>
                      </a:lnTo>
                      <a:lnTo>
                        <a:pt x="66" y="429"/>
                      </a:lnTo>
                      <a:lnTo>
                        <a:pt x="66" y="427"/>
                      </a:lnTo>
                      <a:lnTo>
                        <a:pt x="68" y="427"/>
                      </a:lnTo>
                      <a:lnTo>
                        <a:pt x="68" y="429"/>
                      </a:lnTo>
                      <a:lnTo>
                        <a:pt x="68" y="427"/>
                      </a:lnTo>
                      <a:lnTo>
                        <a:pt x="69" y="425"/>
                      </a:lnTo>
                      <a:lnTo>
                        <a:pt x="71" y="425"/>
                      </a:lnTo>
                      <a:lnTo>
                        <a:pt x="69" y="424"/>
                      </a:lnTo>
                      <a:lnTo>
                        <a:pt x="71" y="424"/>
                      </a:lnTo>
                      <a:lnTo>
                        <a:pt x="73" y="424"/>
                      </a:lnTo>
                      <a:lnTo>
                        <a:pt x="75" y="424"/>
                      </a:lnTo>
                      <a:lnTo>
                        <a:pt x="77" y="424"/>
                      </a:lnTo>
                      <a:lnTo>
                        <a:pt x="77" y="425"/>
                      </a:lnTo>
                      <a:lnTo>
                        <a:pt x="79" y="427"/>
                      </a:lnTo>
                      <a:lnTo>
                        <a:pt x="79" y="429"/>
                      </a:lnTo>
                      <a:lnTo>
                        <a:pt x="79" y="431"/>
                      </a:lnTo>
                      <a:lnTo>
                        <a:pt x="79" y="433"/>
                      </a:lnTo>
                      <a:lnTo>
                        <a:pt x="77" y="433"/>
                      </a:lnTo>
                      <a:lnTo>
                        <a:pt x="75" y="433"/>
                      </a:lnTo>
                      <a:lnTo>
                        <a:pt x="73" y="433"/>
                      </a:lnTo>
                      <a:lnTo>
                        <a:pt x="75" y="433"/>
                      </a:lnTo>
                      <a:lnTo>
                        <a:pt x="75" y="435"/>
                      </a:lnTo>
                      <a:lnTo>
                        <a:pt x="73" y="435"/>
                      </a:lnTo>
                      <a:lnTo>
                        <a:pt x="73" y="436"/>
                      </a:lnTo>
                      <a:lnTo>
                        <a:pt x="73" y="435"/>
                      </a:lnTo>
                      <a:lnTo>
                        <a:pt x="73" y="436"/>
                      </a:lnTo>
                      <a:lnTo>
                        <a:pt x="71" y="436"/>
                      </a:lnTo>
                      <a:lnTo>
                        <a:pt x="71" y="435"/>
                      </a:lnTo>
                      <a:lnTo>
                        <a:pt x="69" y="435"/>
                      </a:lnTo>
                      <a:lnTo>
                        <a:pt x="69" y="436"/>
                      </a:lnTo>
                      <a:lnTo>
                        <a:pt x="71" y="436"/>
                      </a:lnTo>
                      <a:lnTo>
                        <a:pt x="71" y="438"/>
                      </a:lnTo>
                      <a:lnTo>
                        <a:pt x="73" y="438"/>
                      </a:lnTo>
                      <a:lnTo>
                        <a:pt x="73" y="440"/>
                      </a:lnTo>
                      <a:lnTo>
                        <a:pt x="73" y="438"/>
                      </a:lnTo>
                      <a:lnTo>
                        <a:pt x="73" y="440"/>
                      </a:lnTo>
                      <a:lnTo>
                        <a:pt x="73" y="438"/>
                      </a:lnTo>
                      <a:lnTo>
                        <a:pt x="75" y="438"/>
                      </a:lnTo>
                      <a:lnTo>
                        <a:pt x="73" y="438"/>
                      </a:lnTo>
                      <a:lnTo>
                        <a:pt x="75" y="438"/>
                      </a:lnTo>
                      <a:lnTo>
                        <a:pt x="75" y="440"/>
                      </a:lnTo>
                      <a:lnTo>
                        <a:pt x="75" y="438"/>
                      </a:lnTo>
                      <a:lnTo>
                        <a:pt x="77" y="438"/>
                      </a:lnTo>
                      <a:lnTo>
                        <a:pt x="77" y="440"/>
                      </a:lnTo>
                      <a:lnTo>
                        <a:pt x="77" y="438"/>
                      </a:lnTo>
                      <a:lnTo>
                        <a:pt x="77" y="440"/>
                      </a:lnTo>
                      <a:lnTo>
                        <a:pt x="77" y="442"/>
                      </a:lnTo>
                      <a:lnTo>
                        <a:pt x="77" y="440"/>
                      </a:lnTo>
                      <a:lnTo>
                        <a:pt x="77" y="438"/>
                      </a:lnTo>
                      <a:lnTo>
                        <a:pt x="79" y="438"/>
                      </a:lnTo>
                      <a:lnTo>
                        <a:pt x="79" y="440"/>
                      </a:lnTo>
                      <a:lnTo>
                        <a:pt x="79" y="438"/>
                      </a:lnTo>
                      <a:lnTo>
                        <a:pt x="79" y="440"/>
                      </a:lnTo>
                      <a:lnTo>
                        <a:pt x="80" y="440"/>
                      </a:lnTo>
                      <a:lnTo>
                        <a:pt x="82" y="440"/>
                      </a:lnTo>
                      <a:lnTo>
                        <a:pt x="82" y="438"/>
                      </a:lnTo>
                      <a:lnTo>
                        <a:pt x="84" y="438"/>
                      </a:lnTo>
                      <a:lnTo>
                        <a:pt x="84" y="440"/>
                      </a:lnTo>
                      <a:lnTo>
                        <a:pt x="84" y="438"/>
                      </a:lnTo>
                      <a:lnTo>
                        <a:pt x="84" y="440"/>
                      </a:lnTo>
                      <a:lnTo>
                        <a:pt x="84" y="442"/>
                      </a:lnTo>
                      <a:lnTo>
                        <a:pt x="82" y="442"/>
                      </a:lnTo>
                      <a:lnTo>
                        <a:pt x="82" y="444"/>
                      </a:lnTo>
                      <a:lnTo>
                        <a:pt x="80" y="444"/>
                      </a:lnTo>
                      <a:lnTo>
                        <a:pt x="82" y="444"/>
                      </a:lnTo>
                      <a:lnTo>
                        <a:pt x="84" y="444"/>
                      </a:lnTo>
                      <a:lnTo>
                        <a:pt x="86" y="444"/>
                      </a:lnTo>
                      <a:lnTo>
                        <a:pt x="84" y="444"/>
                      </a:lnTo>
                      <a:lnTo>
                        <a:pt x="84" y="446"/>
                      </a:lnTo>
                      <a:lnTo>
                        <a:pt x="82" y="446"/>
                      </a:lnTo>
                      <a:lnTo>
                        <a:pt x="84" y="446"/>
                      </a:lnTo>
                      <a:lnTo>
                        <a:pt x="82" y="446"/>
                      </a:lnTo>
                      <a:lnTo>
                        <a:pt x="84" y="446"/>
                      </a:lnTo>
                      <a:lnTo>
                        <a:pt x="86" y="446"/>
                      </a:lnTo>
                      <a:lnTo>
                        <a:pt x="84" y="446"/>
                      </a:lnTo>
                      <a:lnTo>
                        <a:pt x="86" y="446"/>
                      </a:lnTo>
                      <a:lnTo>
                        <a:pt x="88" y="446"/>
                      </a:lnTo>
                      <a:lnTo>
                        <a:pt x="89" y="446"/>
                      </a:lnTo>
                      <a:lnTo>
                        <a:pt x="88" y="446"/>
                      </a:lnTo>
                      <a:lnTo>
                        <a:pt x="88" y="447"/>
                      </a:lnTo>
                      <a:lnTo>
                        <a:pt x="88" y="446"/>
                      </a:lnTo>
                      <a:lnTo>
                        <a:pt x="86" y="446"/>
                      </a:lnTo>
                      <a:lnTo>
                        <a:pt x="86" y="447"/>
                      </a:lnTo>
                      <a:lnTo>
                        <a:pt x="84" y="447"/>
                      </a:lnTo>
                      <a:lnTo>
                        <a:pt x="84" y="449"/>
                      </a:lnTo>
                      <a:lnTo>
                        <a:pt x="84" y="447"/>
                      </a:lnTo>
                      <a:lnTo>
                        <a:pt x="84" y="449"/>
                      </a:lnTo>
                      <a:lnTo>
                        <a:pt x="86" y="449"/>
                      </a:lnTo>
                      <a:lnTo>
                        <a:pt x="84" y="449"/>
                      </a:lnTo>
                      <a:lnTo>
                        <a:pt x="84" y="451"/>
                      </a:lnTo>
                      <a:lnTo>
                        <a:pt x="86" y="451"/>
                      </a:lnTo>
                      <a:lnTo>
                        <a:pt x="84" y="451"/>
                      </a:lnTo>
                      <a:lnTo>
                        <a:pt x="84" y="449"/>
                      </a:lnTo>
                      <a:lnTo>
                        <a:pt x="86" y="449"/>
                      </a:lnTo>
                      <a:lnTo>
                        <a:pt x="88" y="449"/>
                      </a:lnTo>
                      <a:lnTo>
                        <a:pt x="86" y="449"/>
                      </a:lnTo>
                      <a:lnTo>
                        <a:pt x="88" y="449"/>
                      </a:lnTo>
                      <a:lnTo>
                        <a:pt x="88" y="451"/>
                      </a:lnTo>
                      <a:lnTo>
                        <a:pt x="88" y="449"/>
                      </a:lnTo>
                      <a:lnTo>
                        <a:pt x="88" y="451"/>
                      </a:lnTo>
                      <a:lnTo>
                        <a:pt x="89" y="451"/>
                      </a:lnTo>
                      <a:lnTo>
                        <a:pt x="89" y="449"/>
                      </a:lnTo>
                      <a:lnTo>
                        <a:pt x="91" y="449"/>
                      </a:lnTo>
                      <a:lnTo>
                        <a:pt x="91" y="451"/>
                      </a:lnTo>
                      <a:lnTo>
                        <a:pt x="91" y="449"/>
                      </a:lnTo>
                      <a:lnTo>
                        <a:pt x="91" y="451"/>
                      </a:lnTo>
                      <a:lnTo>
                        <a:pt x="89" y="451"/>
                      </a:lnTo>
                      <a:lnTo>
                        <a:pt x="88" y="451"/>
                      </a:lnTo>
                      <a:lnTo>
                        <a:pt x="88" y="453"/>
                      </a:lnTo>
                      <a:lnTo>
                        <a:pt x="88" y="451"/>
                      </a:lnTo>
                      <a:lnTo>
                        <a:pt x="88" y="453"/>
                      </a:lnTo>
                      <a:lnTo>
                        <a:pt x="89" y="453"/>
                      </a:lnTo>
                      <a:lnTo>
                        <a:pt x="88" y="453"/>
                      </a:lnTo>
                      <a:lnTo>
                        <a:pt x="86" y="453"/>
                      </a:lnTo>
                      <a:lnTo>
                        <a:pt x="86" y="455"/>
                      </a:lnTo>
                      <a:lnTo>
                        <a:pt x="88" y="455"/>
                      </a:lnTo>
                      <a:lnTo>
                        <a:pt x="88" y="453"/>
                      </a:lnTo>
                      <a:lnTo>
                        <a:pt x="88" y="455"/>
                      </a:lnTo>
                      <a:lnTo>
                        <a:pt x="86" y="455"/>
                      </a:lnTo>
                      <a:lnTo>
                        <a:pt x="86" y="457"/>
                      </a:lnTo>
                      <a:lnTo>
                        <a:pt x="86" y="455"/>
                      </a:lnTo>
                      <a:lnTo>
                        <a:pt x="86" y="457"/>
                      </a:lnTo>
                      <a:lnTo>
                        <a:pt x="84" y="455"/>
                      </a:lnTo>
                      <a:lnTo>
                        <a:pt x="84" y="457"/>
                      </a:lnTo>
                      <a:lnTo>
                        <a:pt x="84" y="455"/>
                      </a:lnTo>
                      <a:lnTo>
                        <a:pt x="84" y="457"/>
                      </a:lnTo>
                      <a:lnTo>
                        <a:pt x="84" y="458"/>
                      </a:lnTo>
                      <a:lnTo>
                        <a:pt x="82" y="458"/>
                      </a:lnTo>
                      <a:lnTo>
                        <a:pt x="84" y="458"/>
                      </a:lnTo>
                      <a:lnTo>
                        <a:pt x="82" y="458"/>
                      </a:lnTo>
                      <a:lnTo>
                        <a:pt x="82" y="460"/>
                      </a:lnTo>
                      <a:lnTo>
                        <a:pt x="80" y="460"/>
                      </a:lnTo>
                      <a:lnTo>
                        <a:pt x="80" y="462"/>
                      </a:lnTo>
                      <a:lnTo>
                        <a:pt x="79" y="462"/>
                      </a:lnTo>
                      <a:lnTo>
                        <a:pt x="77" y="462"/>
                      </a:lnTo>
                      <a:lnTo>
                        <a:pt x="79" y="462"/>
                      </a:lnTo>
                      <a:lnTo>
                        <a:pt x="77" y="462"/>
                      </a:lnTo>
                      <a:lnTo>
                        <a:pt x="77" y="464"/>
                      </a:lnTo>
                      <a:lnTo>
                        <a:pt x="75" y="464"/>
                      </a:lnTo>
                      <a:lnTo>
                        <a:pt x="77" y="464"/>
                      </a:lnTo>
                      <a:lnTo>
                        <a:pt x="77" y="466"/>
                      </a:lnTo>
                      <a:lnTo>
                        <a:pt x="79" y="466"/>
                      </a:lnTo>
                      <a:lnTo>
                        <a:pt x="79" y="467"/>
                      </a:lnTo>
                      <a:lnTo>
                        <a:pt x="77" y="467"/>
                      </a:lnTo>
                      <a:lnTo>
                        <a:pt x="75" y="467"/>
                      </a:lnTo>
                      <a:lnTo>
                        <a:pt x="77" y="467"/>
                      </a:lnTo>
                      <a:lnTo>
                        <a:pt x="75" y="467"/>
                      </a:lnTo>
                      <a:lnTo>
                        <a:pt x="77" y="467"/>
                      </a:lnTo>
                      <a:lnTo>
                        <a:pt x="77" y="469"/>
                      </a:lnTo>
                      <a:lnTo>
                        <a:pt x="75" y="469"/>
                      </a:lnTo>
                      <a:lnTo>
                        <a:pt x="77" y="469"/>
                      </a:lnTo>
                      <a:lnTo>
                        <a:pt x="75" y="469"/>
                      </a:lnTo>
                      <a:lnTo>
                        <a:pt x="75" y="471"/>
                      </a:lnTo>
                      <a:lnTo>
                        <a:pt x="75" y="473"/>
                      </a:lnTo>
                      <a:lnTo>
                        <a:pt x="73" y="473"/>
                      </a:lnTo>
                      <a:lnTo>
                        <a:pt x="73" y="475"/>
                      </a:lnTo>
                      <a:lnTo>
                        <a:pt x="73" y="477"/>
                      </a:lnTo>
                      <a:lnTo>
                        <a:pt x="71" y="477"/>
                      </a:lnTo>
                      <a:lnTo>
                        <a:pt x="71" y="478"/>
                      </a:lnTo>
                      <a:lnTo>
                        <a:pt x="71" y="480"/>
                      </a:lnTo>
                      <a:lnTo>
                        <a:pt x="71" y="482"/>
                      </a:lnTo>
                      <a:lnTo>
                        <a:pt x="69" y="482"/>
                      </a:lnTo>
                      <a:lnTo>
                        <a:pt x="68" y="482"/>
                      </a:lnTo>
                      <a:lnTo>
                        <a:pt x="69" y="482"/>
                      </a:lnTo>
                      <a:lnTo>
                        <a:pt x="71" y="482"/>
                      </a:lnTo>
                      <a:lnTo>
                        <a:pt x="69" y="484"/>
                      </a:lnTo>
                      <a:lnTo>
                        <a:pt x="69" y="486"/>
                      </a:lnTo>
                      <a:lnTo>
                        <a:pt x="69" y="488"/>
                      </a:lnTo>
                      <a:lnTo>
                        <a:pt x="68" y="488"/>
                      </a:lnTo>
                      <a:lnTo>
                        <a:pt x="68" y="486"/>
                      </a:lnTo>
                      <a:lnTo>
                        <a:pt x="66" y="486"/>
                      </a:lnTo>
                      <a:lnTo>
                        <a:pt x="68" y="486"/>
                      </a:lnTo>
                      <a:lnTo>
                        <a:pt x="68" y="488"/>
                      </a:lnTo>
                      <a:lnTo>
                        <a:pt x="69" y="488"/>
                      </a:lnTo>
                      <a:lnTo>
                        <a:pt x="69" y="489"/>
                      </a:lnTo>
                      <a:lnTo>
                        <a:pt x="68" y="489"/>
                      </a:lnTo>
                      <a:lnTo>
                        <a:pt x="69" y="489"/>
                      </a:lnTo>
                      <a:lnTo>
                        <a:pt x="69" y="491"/>
                      </a:lnTo>
                      <a:lnTo>
                        <a:pt x="68" y="491"/>
                      </a:lnTo>
                      <a:lnTo>
                        <a:pt x="69" y="491"/>
                      </a:lnTo>
                      <a:lnTo>
                        <a:pt x="69" y="493"/>
                      </a:lnTo>
                      <a:lnTo>
                        <a:pt x="69" y="495"/>
                      </a:lnTo>
                      <a:lnTo>
                        <a:pt x="68" y="495"/>
                      </a:lnTo>
                      <a:lnTo>
                        <a:pt x="69" y="495"/>
                      </a:lnTo>
                      <a:lnTo>
                        <a:pt x="68" y="495"/>
                      </a:lnTo>
                      <a:lnTo>
                        <a:pt x="69" y="497"/>
                      </a:lnTo>
                      <a:lnTo>
                        <a:pt x="68" y="497"/>
                      </a:lnTo>
                      <a:lnTo>
                        <a:pt x="68" y="499"/>
                      </a:lnTo>
                      <a:lnTo>
                        <a:pt x="66" y="499"/>
                      </a:lnTo>
                      <a:lnTo>
                        <a:pt x="68" y="499"/>
                      </a:lnTo>
                      <a:lnTo>
                        <a:pt x="66" y="499"/>
                      </a:lnTo>
                      <a:lnTo>
                        <a:pt x="66" y="500"/>
                      </a:lnTo>
                      <a:lnTo>
                        <a:pt x="66" y="502"/>
                      </a:lnTo>
                      <a:lnTo>
                        <a:pt x="66" y="500"/>
                      </a:lnTo>
                      <a:lnTo>
                        <a:pt x="66" y="502"/>
                      </a:lnTo>
                      <a:lnTo>
                        <a:pt x="66" y="504"/>
                      </a:lnTo>
                      <a:lnTo>
                        <a:pt x="64" y="506"/>
                      </a:lnTo>
                      <a:lnTo>
                        <a:pt x="66" y="506"/>
                      </a:lnTo>
                      <a:lnTo>
                        <a:pt x="64" y="506"/>
                      </a:lnTo>
                      <a:lnTo>
                        <a:pt x="64" y="508"/>
                      </a:lnTo>
                      <a:lnTo>
                        <a:pt x="64" y="506"/>
                      </a:lnTo>
                      <a:lnTo>
                        <a:pt x="62" y="506"/>
                      </a:lnTo>
                      <a:lnTo>
                        <a:pt x="60" y="506"/>
                      </a:lnTo>
                      <a:lnTo>
                        <a:pt x="60" y="504"/>
                      </a:lnTo>
                      <a:lnTo>
                        <a:pt x="58" y="504"/>
                      </a:lnTo>
                      <a:lnTo>
                        <a:pt x="58" y="502"/>
                      </a:lnTo>
                      <a:lnTo>
                        <a:pt x="57" y="502"/>
                      </a:lnTo>
                      <a:lnTo>
                        <a:pt x="57" y="504"/>
                      </a:lnTo>
                      <a:lnTo>
                        <a:pt x="57" y="502"/>
                      </a:lnTo>
                      <a:lnTo>
                        <a:pt x="57" y="504"/>
                      </a:lnTo>
                      <a:lnTo>
                        <a:pt x="55" y="504"/>
                      </a:lnTo>
                      <a:lnTo>
                        <a:pt x="53" y="504"/>
                      </a:lnTo>
                      <a:lnTo>
                        <a:pt x="53" y="506"/>
                      </a:lnTo>
                      <a:lnTo>
                        <a:pt x="53" y="508"/>
                      </a:lnTo>
                      <a:lnTo>
                        <a:pt x="51" y="508"/>
                      </a:lnTo>
                      <a:lnTo>
                        <a:pt x="53" y="508"/>
                      </a:lnTo>
                      <a:lnTo>
                        <a:pt x="55" y="508"/>
                      </a:lnTo>
                      <a:lnTo>
                        <a:pt x="57" y="508"/>
                      </a:lnTo>
                      <a:lnTo>
                        <a:pt x="57" y="510"/>
                      </a:lnTo>
                      <a:lnTo>
                        <a:pt x="55" y="510"/>
                      </a:lnTo>
                      <a:lnTo>
                        <a:pt x="57" y="510"/>
                      </a:lnTo>
                      <a:lnTo>
                        <a:pt x="57" y="511"/>
                      </a:lnTo>
                      <a:lnTo>
                        <a:pt x="55" y="511"/>
                      </a:lnTo>
                      <a:lnTo>
                        <a:pt x="53" y="511"/>
                      </a:lnTo>
                      <a:lnTo>
                        <a:pt x="53" y="513"/>
                      </a:lnTo>
                      <a:lnTo>
                        <a:pt x="51" y="513"/>
                      </a:lnTo>
                      <a:lnTo>
                        <a:pt x="53" y="513"/>
                      </a:lnTo>
                      <a:lnTo>
                        <a:pt x="51" y="513"/>
                      </a:lnTo>
                      <a:lnTo>
                        <a:pt x="51" y="515"/>
                      </a:lnTo>
                      <a:lnTo>
                        <a:pt x="49" y="515"/>
                      </a:lnTo>
                      <a:lnTo>
                        <a:pt x="47" y="517"/>
                      </a:lnTo>
                      <a:lnTo>
                        <a:pt x="46" y="517"/>
                      </a:lnTo>
                      <a:lnTo>
                        <a:pt x="44" y="517"/>
                      </a:lnTo>
                      <a:lnTo>
                        <a:pt x="44" y="519"/>
                      </a:lnTo>
                      <a:lnTo>
                        <a:pt x="44" y="517"/>
                      </a:lnTo>
                      <a:lnTo>
                        <a:pt x="44" y="519"/>
                      </a:lnTo>
                      <a:lnTo>
                        <a:pt x="42" y="519"/>
                      </a:lnTo>
                      <a:lnTo>
                        <a:pt x="40" y="519"/>
                      </a:lnTo>
                      <a:lnTo>
                        <a:pt x="42" y="519"/>
                      </a:lnTo>
                      <a:lnTo>
                        <a:pt x="40" y="519"/>
                      </a:lnTo>
                      <a:lnTo>
                        <a:pt x="40" y="520"/>
                      </a:lnTo>
                      <a:lnTo>
                        <a:pt x="40" y="519"/>
                      </a:lnTo>
                      <a:lnTo>
                        <a:pt x="40" y="520"/>
                      </a:lnTo>
                      <a:lnTo>
                        <a:pt x="40" y="519"/>
                      </a:lnTo>
                      <a:lnTo>
                        <a:pt x="40" y="517"/>
                      </a:lnTo>
                      <a:lnTo>
                        <a:pt x="42" y="517"/>
                      </a:lnTo>
                      <a:lnTo>
                        <a:pt x="42" y="515"/>
                      </a:lnTo>
                      <a:lnTo>
                        <a:pt x="44" y="515"/>
                      </a:lnTo>
                      <a:lnTo>
                        <a:pt x="44" y="513"/>
                      </a:lnTo>
                      <a:lnTo>
                        <a:pt x="44" y="511"/>
                      </a:lnTo>
                      <a:lnTo>
                        <a:pt x="46" y="511"/>
                      </a:lnTo>
                      <a:lnTo>
                        <a:pt x="44" y="511"/>
                      </a:lnTo>
                      <a:lnTo>
                        <a:pt x="46" y="510"/>
                      </a:lnTo>
                      <a:lnTo>
                        <a:pt x="46" y="508"/>
                      </a:lnTo>
                      <a:lnTo>
                        <a:pt x="44" y="508"/>
                      </a:lnTo>
                      <a:lnTo>
                        <a:pt x="44" y="506"/>
                      </a:lnTo>
                      <a:lnTo>
                        <a:pt x="44" y="504"/>
                      </a:lnTo>
                      <a:lnTo>
                        <a:pt x="42" y="504"/>
                      </a:lnTo>
                      <a:lnTo>
                        <a:pt x="42" y="502"/>
                      </a:lnTo>
                      <a:lnTo>
                        <a:pt x="42" y="500"/>
                      </a:lnTo>
                      <a:lnTo>
                        <a:pt x="40" y="500"/>
                      </a:lnTo>
                      <a:lnTo>
                        <a:pt x="38" y="500"/>
                      </a:lnTo>
                      <a:lnTo>
                        <a:pt x="38" y="499"/>
                      </a:lnTo>
                      <a:lnTo>
                        <a:pt x="38" y="497"/>
                      </a:lnTo>
                      <a:lnTo>
                        <a:pt x="40" y="497"/>
                      </a:lnTo>
                      <a:lnTo>
                        <a:pt x="42" y="497"/>
                      </a:lnTo>
                      <a:lnTo>
                        <a:pt x="42" y="499"/>
                      </a:lnTo>
                      <a:lnTo>
                        <a:pt x="42" y="500"/>
                      </a:lnTo>
                      <a:lnTo>
                        <a:pt x="42" y="499"/>
                      </a:lnTo>
                      <a:lnTo>
                        <a:pt x="42" y="500"/>
                      </a:lnTo>
                      <a:lnTo>
                        <a:pt x="44" y="500"/>
                      </a:lnTo>
                      <a:lnTo>
                        <a:pt x="44" y="499"/>
                      </a:lnTo>
                      <a:lnTo>
                        <a:pt x="46" y="499"/>
                      </a:lnTo>
                      <a:lnTo>
                        <a:pt x="46" y="497"/>
                      </a:lnTo>
                      <a:lnTo>
                        <a:pt x="46" y="495"/>
                      </a:lnTo>
                      <a:lnTo>
                        <a:pt x="44" y="495"/>
                      </a:lnTo>
                      <a:lnTo>
                        <a:pt x="44" y="493"/>
                      </a:lnTo>
                      <a:lnTo>
                        <a:pt x="44" y="495"/>
                      </a:lnTo>
                      <a:lnTo>
                        <a:pt x="42" y="495"/>
                      </a:lnTo>
                      <a:lnTo>
                        <a:pt x="42" y="493"/>
                      </a:lnTo>
                      <a:lnTo>
                        <a:pt x="40" y="493"/>
                      </a:lnTo>
                      <a:lnTo>
                        <a:pt x="40" y="495"/>
                      </a:lnTo>
                      <a:lnTo>
                        <a:pt x="38" y="495"/>
                      </a:lnTo>
                      <a:lnTo>
                        <a:pt x="38" y="497"/>
                      </a:lnTo>
                      <a:lnTo>
                        <a:pt x="37" y="497"/>
                      </a:lnTo>
                      <a:lnTo>
                        <a:pt x="37" y="499"/>
                      </a:lnTo>
                      <a:lnTo>
                        <a:pt x="37" y="500"/>
                      </a:lnTo>
                      <a:lnTo>
                        <a:pt x="35" y="500"/>
                      </a:lnTo>
                      <a:lnTo>
                        <a:pt x="37" y="500"/>
                      </a:lnTo>
                      <a:lnTo>
                        <a:pt x="37" y="502"/>
                      </a:lnTo>
                      <a:lnTo>
                        <a:pt x="35" y="502"/>
                      </a:lnTo>
                      <a:lnTo>
                        <a:pt x="35" y="504"/>
                      </a:lnTo>
                      <a:lnTo>
                        <a:pt x="35" y="502"/>
                      </a:lnTo>
                      <a:lnTo>
                        <a:pt x="35" y="504"/>
                      </a:lnTo>
                      <a:lnTo>
                        <a:pt x="35" y="506"/>
                      </a:lnTo>
                      <a:lnTo>
                        <a:pt x="37" y="506"/>
                      </a:lnTo>
                      <a:lnTo>
                        <a:pt x="37" y="508"/>
                      </a:lnTo>
                      <a:lnTo>
                        <a:pt x="37" y="510"/>
                      </a:lnTo>
                      <a:lnTo>
                        <a:pt x="38" y="510"/>
                      </a:lnTo>
                      <a:lnTo>
                        <a:pt x="40" y="510"/>
                      </a:lnTo>
                      <a:lnTo>
                        <a:pt x="40" y="511"/>
                      </a:lnTo>
                      <a:lnTo>
                        <a:pt x="38" y="511"/>
                      </a:lnTo>
                      <a:lnTo>
                        <a:pt x="38" y="513"/>
                      </a:lnTo>
                      <a:lnTo>
                        <a:pt x="40" y="511"/>
                      </a:lnTo>
                      <a:lnTo>
                        <a:pt x="40" y="513"/>
                      </a:lnTo>
                      <a:lnTo>
                        <a:pt x="38" y="513"/>
                      </a:lnTo>
                      <a:lnTo>
                        <a:pt x="38" y="515"/>
                      </a:lnTo>
                      <a:lnTo>
                        <a:pt x="37" y="513"/>
                      </a:lnTo>
                      <a:lnTo>
                        <a:pt x="35" y="513"/>
                      </a:lnTo>
                      <a:lnTo>
                        <a:pt x="35" y="511"/>
                      </a:lnTo>
                      <a:lnTo>
                        <a:pt x="33" y="511"/>
                      </a:lnTo>
                      <a:lnTo>
                        <a:pt x="31" y="511"/>
                      </a:lnTo>
                      <a:lnTo>
                        <a:pt x="29" y="511"/>
                      </a:lnTo>
                      <a:lnTo>
                        <a:pt x="27" y="511"/>
                      </a:lnTo>
                      <a:lnTo>
                        <a:pt x="27" y="510"/>
                      </a:lnTo>
                      <a:lnTo>
                        <a:pt x="27" y="511"/>
                      </a:lnTo>
                      <a:lnTo>
                        <a:pt x="26" y="511"/>
                      </a:lnTo>
                      <a:lnTo>
                        <a:pt x="24" y="511"/>
                      </a:lnTo>
                      <a:lnTo>
                        <a:pt x="24" y="510"/>
                      </a:lnTo>
                      <a:lnTo>
                        <a:pt x="26" y="510"/>
                      </a:lnTo>
                      <a:lnTo>
                        <a:pt x="24" y="510"/>
                      </a:lnTo>
                      <a:lnTo>
                        <a:pt x="26" y="510"/>
                      </a:lnTo>
                      <a:lnTo>
                        <a:pt x="24" y="510"/>
                      </a:lnTo>
                      <a:lnTo>
                        <a:pt x="24" y="508"/>
                      </a:lnTo>
                      <a:lnTo>
                        <a:pt x="22" y="508"/>
                      </a:lnTo>
                      <a:lnTo>
                        <a:pt x="24" y="508"/>
                      </a:lnTo>
                      <a:lnTo>
                        <a:pt x="24" y="506"/>
                      </a:lnTo>
                      <a:lnTo>
                        <a:pt x="22" y="506"/>
                      </a:lnTo>
                      <a:lnTo>
                        <a:pt x="20" y="504"/>
                      </a:lnTo>
                      <a:lnTo>
                        <a:pt x="20" y="506"/>
                      </a:lnTo>
                      <a:lnTo>
                        <a:pt x="20" y="504"/>
                      </a:lnTo>
                      <a:lnTo>
                        <a:pt x="22" y="504"/>
                      </a:lnTo>
                      <a:lnTo>
                        <a:pt x="22" y="506"/>
                      </a:lnTo>
                      <a:lnTo>
                        <a:pt x="22" y="504"/>
                      </a:lnTo>
                      <a:lnTo>
                        <a:pt x="24" y="504"/>
                      </a:lnTo>
                      <a:lnTo>
                        <a:pt x="24" y="506"/>
                      </a:lnTo>
                      <a:lnTo>
                        <a:pt x="24" y="504"/>
                      </a:lnTo>
                      <a:lnTo>
                        <a:pt x="24" y="506"/>
                      </a:lnTo>
                      <a:lnTo>
                        <a:pt x="26" y="506"/>
                      </a:lnTo>
                      <a:lnTo>
                        <a:pt x="26" y="504"/>
                      </a:lnTo>
                      <a:lnTo>
                        <a:pt x="27" y="504"/>
                      </a:lnTo>
                      <a:lnTo>
                        <a:pt x="27" y="502"/>
                      </a:lnTo>
                      <a:lnTo>
                        <a:pt x="27" y="500"/>
                      </a:lnTo>
                      <a:lnTo>
                        <a:pt x="29" y="500"/>
                      </a:lnTo>
                      <a:lnTo>
                        <a:pt x="29" y="499"/>
                      </a:lnTo>
                      <a:lnTo>
                        <a:pt x="29" y="497"/>
                      </a:lnTo>
                      <a:lnTo>
                        <a:pt x="27" y="497"/>
                      </a:lnTo>
                      <a:lnTo>
                        <a:pt x="27" y="495"/>
                      </a:lnTo>
                      <a:lnTo>
                        <a:pt x="26" y="495"/>
                      </a:lnTo>
                      <a:lnTo>
                        <a:pt x="26" y="493"/>
                      </a:lnTo>
                      <a:lnTo>
                        <a:pt x="24" y="493"/>
                      </a:lnTo>
                      <a:lnTo>
                        <a:pt x="24" y="491"/>
                      </a:lnTo>
                      <a:lnTo>
                        <a:pt x="22" y="491"/>
                      </a:lnTo>
                      <a:lnTo>
                        <a:pt x="24" y="491"/>
                      </a:lnTo>
                      <a:lnTo>
                        <a:pt x="24" y="489"/>
                      </a:lnTo>
                      <a:lnTo>
                        <a:pt x="26" y="489"/>
                      </a:lnTo>
                      <a:lnTo>
                        <a:pt x="27" y="491"/>
                      </a:lnTo>
                      <a:lnTo>
                        <a:pt x="27" y="489"/>
                      </a:lnTo>
                      <a:lnTo>
                        <a:pt x="27" y="491"/>
                      </a:lnTo>
                      <a:lnTo>
                        <a:pt x="27" y="489"/>
                      </a:lnTo>
                      <a:lnTo>
                        <a:pt x="26" y="489"/>
                      </a:lnTo>
                      <a:lnTo>
                        <a:pt x="24" y="489"/>
                      </a:lnTo>
                      <a:lnTo>
                        <a:pt x="24" y="488"/>
                      </a:lnTo>
                      <a:lnTo>
                        <a:pt x="24" y="486"/>
                      </a:lnTo>
                      <a:lnTo>
                        <a:pt x="24" y="484"/>
                      </a:lnTo>
                      <a:lnTo>
                        <a:pt x="22" y="484"/>
                      </a:lnTo>
                      <a:lnTo>
                        <a:pt x="24" y="484"/>
                      </a:lnTo>
                      <a:lnTo>
                        <a:pt x="24" y="482"/>
                      </a:lnTo>
                      <a:lnTo>
                        <a:pt x="24" y="480"/>
                      </a:lnTo>
                      <a:lnTo>
                        <a:pt x="24" y="482"/>
                      </a:lnTo>
                      <a:lnTo>
                        <a:pt x="24" y="480"/>
                      </a:lnTo>
                      <a:lnTo>
                        <a:pt x="24" y="482"/>
                      </a:lnTo>
                      <a:lnTo>
                        <a:pt x="22" y="482"/>
                      </a:lnTo>
                      <a:lnTo>
                        <a:pt x="22" y="480"/>
                      </a:lnTo>
                      <a:lnTo>
                        <a:pt x="24" y="480"/>
                      </a:lnTo>
                      <a:lnTo>
                        <a:pt x="24" y="478"/>
                      </a:lnTo>
                      <a:lnTo>
                        <a:pt x="26" y="478"/>
                      </a:lnTo>
                      <a:lnTo>
                        <a:pt x="26" y="480"/>
                      </a:lnTo>
                      <a:lnTo>
                        <a:pt x="26" y="478"/>
                      </a:lnTo>
                      <a:lnTo>
                        <a:pt x="26" y="480"/>
                      </a:lnTo>
                      <a:lnTo>
                        <a:pt x="26" y="478"/>
                      </a:lnTo>
                      <a:lnTo>
                        <a:pt x="26" y="480"/>
                      </a:lnTo>
                      <a:lnTo>
                        <a:pt x="27" y="480"/>
                      </a:lnTo>
                      <a:lnTo>
                        <a:pt x="29" y="480"/>
                      </a:lnTo>
                      <a:lnTo>
                        <a:pt x="29" y="478"/>
                      </a:lnTo>
                      <a:lnTo>
                        <a:pt x="29" y="477"/>
                      </a:lnTo>
                      <a:lnTo>
                        <a:pt x="29" y="478"/>
                      </a:lnTo>
                      <a:lnTo>
                        <a:pt x="29" y="477"/>
                      </a:lnTo>
                      <a:lnTo>
                        <a:pt x="31" y="477"/>
                      </a:lnTo>
                      <a:lnTo>
                        <a:pt x="29" y="477"/>
                      </a:lnTo>
                      <a:lnTo>
                        <a:pt x="31" y="477"/>
                      </a:lnTo>
                      <a:lnTo>
                        <a:pt x="31" y="475"/>
                      </a:lnTo>
                      <a:lnTo>
                        <a:pt x="31" y="477"/>
                      </a:lnTo>
                      <a:lnTo>
                        <a:pt x="33" y="477"/>
                      </a:lnTo>
                      <a:lnTo>
                        <a:pt x="33" y="475"/>
                      </a:lnTo>
                      <a:lnTo>
                        <a:pt x="31" y="475"/>
                      </a:lnTo>
                      <a:lnTo>
                        <a:pt x="33" y="475"/>
                      </a:lnTo>
                      <a:lnTo>
                        <a:pt x="31" y="475"/>
                      </a:lnTo>
                      <a:lnTo>
                        <a:pt x="33" y="475"/>
                      </a:lnTo>
                      <a:lnTo>
                        <a:pt x="33" y="473"/>
                      </a:lnTo>
                      <a:lnTo>
                        <a:pt x="33" y="475"/>
                      </a:lnTo>
                      <a:lnTo>
                        <a:pt x="33" y="473"/>
                      </a:lnTo>
                      <a:lnTo>
                        <a:pt x="35" y="473"/>
                      </a:lnTo>
                      <a:lnTo>
                        <a:pt x="33" y="473"/>
                      </a:lnTo>
                      <a:lnTo>
                        <a:pt x="35" y="473"/>
                      </a:lnTo>
                      <a:lnTo>
                        <a:pt x="35" y="471"/>
                      </a:lnTo>
                      <a:lnTo>
                        <a:pt x="33" y="471"/>
                      </a:lnTo>
                      <a:lnTo>
                        <a:pt x="35" y="471"/>
                      </a:lnTo>
                      <a:lnTo>
                        <a:pt x="35" y="469"/>
                      </a:lnTo>
                      <a:lnTo>
                        <a:pt x="37" y="469"/>
                      </a:lnTo>
                      <a:lnTo>
                        <a:pt x="37" y="467"/>
                      </a:lnTo>
                      <a:lnTo>
                        <a:pt x="38" y="466"/>
                      </a:lnTo>
                      <a:lnTo>
                        <a:pt x="38" y="467"/>
                      </a:lnTo>
                      <a:lnTo>
                        <a:pt x="38" y="466"/>
                      </a:lnTo>
                      <a:lnTo>
                        <a:pt x="37" y="466"/>
                      </a:lnTo>
                      <a:lnTo>
                        <a:pt x="37" y="464"/>
                      </a:lnTo>
                      <a:lnTo>
                        <a:pt x="38" y="464"/>
                      </a:lnTo>
                      <a:lnTo>
                        <a:pt x="38" y="462"/>
                      </a:lnTo>
                      <a:lnTo>
                        <a:pt x="38" y="464"/>
                      </a:lnTo>
                      <a:lnTo>
                        <a:pt x="38" y="462"/>
                      </a:lnTo>
                      <a:lnTo>
                        <a:pt x="40" y="462"/>
                      </a:lnTo>
                      <a:lnTo>
                        <a:pt x="40" y="464"/>
                      </a:lnTo>
                      <a:lnTo>
                        <a:pt x="40" y="462"/>
                      </a:lnTo>
                      <a:lnTo>
                        <a:pt x="38" y="462"/>
                      </a:lnTo>
                      <a:lnTo>
                        <a:pt x="40" y="462"/>
                      </a:lnTo>
                      <a:lnTo>
                        <a:pt x="40" y="460"/>
                      </a:lnTo>
                      <a:lnTo>
                        <a:pt x="40" y="462"/>
                      </a:lnTo>
                      <a:lnTo>
                        <a:pt x="38" y="462"/>
                      </a:lnTo>
                      <a:lnTo>
                        <a:pt x="37" y="462"/>
                      </a:lnTo>
                      <a:lnTo>
                        <a:pt x="35" y="462"/>
                      </a:lnTo>
                      <a:lnTo>
                        <a:pt x="33" y="462"/>
                      </a:lnTo>
                      <a:lnTo>
                        <a:pt x="35" y="460"/>
                      </a:lnTo>
                      <a:lnTo>
                        <a:pt x="37" y="460"/>
                      </a:lnTo>
                      <a:lnTo>
                        <a:pt x="37" y="458"/>
                      </a:lnTo>
                      <a:lnTo>
                        <a:pt x="38" y="458"/>
                      </a:lnTo>
                      <a:lnTo>
                        <a:pt x="40" y="458"/>
                      </a:lnTo>
                      <a:lnTo>
                        <a:pt x="38" y="458"/>
                      </a:lnTo>
                      <a:lnTo>
                        <a:pt x="38" y="457"/>
                      </a:lnTo>
                      <a:lnTo>
                        <a:pt x="38" y="455"/>
                      </a:lnTo>
                      <a:lnTo>
                        <a:pt x="38" y="457"/>
                      </a:lnTo>
                      <a:lnTo>
                        <a:pt x="38" y="455"/>
                      </a:lnTo>
                      <a:lnTo>
                        <a:pt x="37" y="455"/>
                      </a:lnTo>
                      <a:lnTo>
                        <a:pt x="37" y="453"/>
                      </a:lnTo>
                      <a:lnTo>
                        <a:pt x="37" y="455"/>
                      </a:lnTo>
                      <a:lnTo>
                        <a:pt x="37" y="453"/>
                      </a:lnTo>
                      <a:lnTo>
                        <a:pt x="35" y="453"/>
                      </a:lnTo>
                      <a:lnTo>
                        <a:pt x="37" y="453"/>
                      </a:lnTo>
                      <a:lnTo>
                        <a:pt x="37" y="451"/>
                      </a:lnTo>
                      <a:lnTo>
                        <a:pt x="35" y="453"/>
                      </a:lnTo>
                      <a:lnTo>
                        <a:pt x="33" y="451"/>
                      </a:lnTo>
                      <a:lnTo>
                        <a:pt x="33" y="449"/>
                      </a:lnTo>
                      <a:lnTo>
                        <a:pt x="31" y="449"/>
                      </a:lnTo>
                      <a:lnTo>
                        <a:pt x="31" y="447"/>
                      </a:lnTo>
                      <a:close/>
                      <a:moveTo>
                        <a:pt x="181" y="411"/>
                      </a:moveTo>
                      <a:lnTo>
                        <a:pt x="179" y="411"/>
                      </a:lnTo>
                      <a:lnTo>
                        <a:pt x="181" y="411"/>
                      </a:lnTo>
                      <a:lnTo>
                        <a:pt x="179" y="411"/>
                      </a:lnTo>
                      <a:lnTo>
                        <a:pt x="181" y="411"/>
                      </a:lnTo>
                      <a:lnTo>
                        <a:pt x="181" y="413"/>
                      </a:lnTo>
                      <a:lnTo>
                        <a:pt x="183" y="413"/>
                      </a:lnTo>
                      <a:lnTo>
                        <a:pt x="184" y="414"/>
                      </a:lnTo>
                      <a:lnTo>
                        <a:pt x="183" y="414"/>
                      </a:lnTo>
                      <a:lnTo>
                        <a:pt x="184" y="414"/>
                      </a:lnTo>
                      <a:lnTo>
                        <a:pt x="184" y="416"/>
                      </a:lnTo>
                      <a:lnTo>
                        <a:pt x="183" y="416"/>
                      </a:lnTo>
                      <a:lnTo>
                        <a:pt x="183" y="418"/>
                      </a:lnTo>
                      <a:lnTo>
                        <a:pt x="183" y="416"/>
                      </a:lnTo>
                      <a:lnTo>
                        <a:pt x="183" y="418"/>
                      </a:lnTo>
                      <a:lnTo>
                        <a:pt x="184" y="418"/>
                      </a:lnTo>
                      <a:lnTo>
                        <a:pt x="186" y="418"/>
                      </a:lnTo>
                      <a:lnTo>
                        <a:pt x="184" y="418"/>
                      </a:lnTo>
                      <a:lnTo>
                        <a:pt x="186" y="418"/>
                      </a:lnTo>
                      <a:lnTo>
                        <a:pt x="184" y="418"/>
                      </a:lnTo>
                      <a:lnTo>
                        <a:pt x="184" y="420"/>
                      </a:lnTo>
                      <a:lnTo>
                        <a:pt x="184" y="418"/>
                      </a:lnTo>
                      <a:lnTo>
                        <a:pt x="184" y="420"/>
                      </a:lnTo>
                      <a:lnTo>
                        <a:pt x="183" y="420"/>
                      </a:lnTo>
                      <a:lnTo>
                        <a:pt x="181" y="420"/>
                      </a:lnTo>
                      <a:lnTo>
                        <a:pt x="181" y="422"/>
                      </a:lnTo>
                      <a:lnTo>
                        <a:pt x="179" y="422"/>
                      </a:lnTo>
                      <a:lnTo>
                        <a:pt x="179" y="424"/>
                      </a:lnTo>
                      <a:lnTo>
                        <a:pt x="177" y="424"/>
                      </a:lnTo>
                      <a:lnTo>
                        <a:pt x="175" y="424"/>
                      </a:lnTo>
                      <a:lnTo>
                        <a:pt x="175" y="425"/>
                      </a:lnTo>
                      <a:lnTo>
                        <a:pt x="173" y="425"/>
                      </a:lnTo>
                      <a:lnTo>
                        <a:pt x="173" y="424"/>
                      </a:lnTo>
                      <a:lnTo>
                        <a:pt x="173" y="425"/>
                      </a:lnTo>
                      <a:lnTo>
                        <a:pt x="173" y="427"/>
                      </a:lnTo>
                      <a:lnTo>
                        <a:pt x="172" y="427"/>
                      </a:lnTo>
                      <a:lnTo>
                        <a:pt x="173" y="427"/>
                      </a:lnTo>
                      <a:lnTo>
                        <a:pt x="172" y="427"/>
                      </a:lnTo>
                      <a:lnTo>
                        <a:pt x="170" y="427"/>
                      </a:lnTo>
                      <a:lnTo>
                        <a:pt x="172" y="427"/>
                      </a:lnTo>
                      <a:lnTo>
                        <a:pt x="170" y="427"/>
                      </a:lnTo>
                      <a:lnTo>
                        <a:pt x="172" y="427"/>
                      </a:lnTo>
                      <a:lnTo>
                        <a:pt x="172" y="429"/>
                      </a:lnTo>
                      <a:lnTo>
                        <a:pt x="170" y="429"/>
                      </a:lnTo>
                      <a:lnTo>
                        <a:pt x="170" y="431"/>
                      </a:lnTo>
                      <a:lnTo>
                        <a:pt x="168" y="431"/>
                      </a:lnTo>
                      <a:lnTo>
                        <a:pt x="168" y="433"/>
                      </a:lnTo>
                      <a:lnTo>
                        <a:pt x="168" y="435"/>
                      </a:lnTo>
                      <a:lnTo>
                        <a:pt x="166" y="435"/>
                      </a:lnTo>
                      <a:lnTo>
                        <a:pt x="166" y="436"/>
                      </a:lnTo>
                      <a:lnTo>
                        <a:pt x="166" y="438"/>
                      </a:lnTo>
                      <a:lnTo>
                        <a:pt x="166" y="440"/>
                      </a:lnTo>
                      <a:lnTo>
                        <a:pt x="166" y="438"/>
                      </a:lnTo>
                      <a:lnTo>
                        <a:pt x="164" y="438"/>
                      </a:lnTo>
                      <a:lnTo>
                        <a:pt x="164" y="436"/>
                      </a:lnTo>
                      <a:lnTo>
                        <a:pt x="162" y="436"/>
                      </a:lnTo>
                      <a:lnTo>
                        <a:pt x="162" y="435"/>
                      </a:lnTo>
                      <a:lnTo>
                        <a:pt x="161" y="435"/>
                      </a:lnTo>
                      <a:lnTo>
                        <a:pt x="161" y="433"/>
                      </a:lnTo>
                      <a:lnTo>
                        <a:pt x="159" y="433"/>
                      </a:lnTo>
                      <a:lnTo>
                        <a:pt x="157" y="433"/>
                      </a:lnTo>
                      <a:lnTo>
                        <a:pt x="157" y="431"/>
                      </a:lnTo>
                      <a:lnTo>
                        <a:pt x="155" y="431"/>
                      </a:lnTo>
                      <a:lnTo>
                        <a:pt x="153" y="431"/>
                      </a:lnTo>
                      <a:lnTo>
                        <a:pt x="153" y="429"/>
                      </a:lnTo>
                      <a:lnTo>
                        <a:pt x="152" y="429"/>
                      </a:lnTo>
                      <a:lnTo>
                        <a:pt x="150" y="429"/>
                      </a:lnTo>
                      <a:lnTo>
                        <a:pt x="148" y="429"/>
                      </a:lnTo>
                      <a:lnTo>
                        <a:pt x="146" y="429"/>
                      </a:lnTo>
                      <a:lnTo>
                        <a:pt x="144" y="429"/>
                      </a:lnTo>
                      <a:lnTo>
                        <a:pt x="144" y="431"/>
                      </a:lnTo>
                      <a:lnTo>
                        <a:pt x="144" y="429"/>
                      </a:lnTo>
                      <a:lnTo>
                        <a:pt x="144" y="427"/>
                      </a:lnTo>
                      <a:lnTo>
                        <a:pt x="142" y="427"/>
                      </a:lnTo>
                      <a:lnTo>
                        <a:pt x="144" y="427"/>
                      </a:lnTo>
                      <a:lnTo>
                        <a:pt x="142" y="427"/>
                      </a:lnTo>
                      <a:lnTo>
                        <a:pt x="144" y="427"/>
                      </a:lnTo>
                      <a:lnTo>
                        <a:pt x="144" y="429"/>
                      </a:lnTo>
                      <a:lnTo>
                        <a:pt x="142" y="429"/>
                      </a:lnTo>
                      <a:lnTo>
                        <a:pt x="141" y="429"/>
                      </a:lnTo>
                      <a:lnTo>
                        <a:pt x="141" y="427"/>
                      </a:lnTo>
                      <a:lnTo>
                        <a:pt x="141" y="429"/>
                      </a:lnTo>
                      <a:lnTo>
                        <a:pt x="142" y="429"/>
                      </a:lnTo>
                      <a:lnTo>
                        <a:pt x="144" y="429"/>
                      </a:lnTo>
                      <a:lnTo>
                        <a:pt x="144" y="431"/>
                      </a:lnTo>
                      <a:lnTo>
                        <a:pt x="142" y="431"/>
                      </a:lnTo>
                      <a:lnTo>
                        <a:pt x="141" y="431"/>
                      </a:lnTo>
                      <a:lnTo>
                        <a:pt x="141" y="433"/>
                      </a:lnTo>
                      <a:lnTo>
                        <a:pt x="139" y="433"/>
                      </a:lnTo>
                      <a:lnTo>
                        <a:pt x="137" y="433"/>
                      </a:lnTo>
                      <a:lnTo>
                        <a:pt x="139" y="433"/>
                      </a:lnTo>
                      <a:lnTo>
                        <a:pt x="141" y="433"/>
                      </a:lnTo>
                      <a:lnTo>
                        <a:pt x="139" y="433"/>
                      </a:lnTo>
                      <a:lnTo>
                        <a:pt x="139" y="435"/>
                      </a:lnTo>
                      <a:lnTo>
                        <a:pt x="139" y="433"/>
                      </a:lnTo>
                      <a:lnTo>
                        <a:pt x="139" y="435"/>
                      </a:lnTo>
                      <a:lnTo>
                        <a:pt x="137" y="433"/>
                      </a:lnTo>
                      <a:lnTo>
                        <a:pt x="137" y="435"/>
                      </a:lnTo>
                      <a:lnTo>
                        <a:pt x="135" y="435"/>
                      </a:lnTo>
                      <a:lnTo>
                        <a:pt x="135" y="433"/>
                      </a:lnTo>
                      <a:lnTo>
                        <a:pt x="135" y="435"/>
                      </a:lnTo>
                      <a:lnTo>
                        <a:pt x="133" y="435"/>
                      </a:lnTo>
                      <a:lnTo>
                        <a:pt x="133" y="436"/>
                      </a:lnTo>
                      <a:lnTo>
                        <a:pt x="131" y="436"/>
                      </a:lnTo>
                      <a:lnTo>
                        <a:pt x="133" y="436"/>
                      </a:lnTo>
                      <a:lnTo>
                        <a:pt x="133" y="438"/>
                      </a:lnTo>
                      <a:lnTo>
                        <a:pt x="133" y="440"/>
                      </a:lnTo>
                      <a:lnTo>
                        <a:pt x="131" y="440"/>
                      </a:lnTo>
                      <a:lnTo>
                        <a:pt x="133" y="440"/>
                      </a:lnTo>
                      <a:lnTo>
                        <a:pt x="131" y="440"/>
                      </a:lnTo>
                      <a:lnTo>
                        <a:pt x="133" y="440"/>
                      </a:lnTo>
                      <a:lnTo>
                        <a:pt x="133" y="442"/>
                      </a:lnTo>
                      <a:lnTo>
                        <a:pt x="131" y="442"/>
                      </a:lnTo>
                      <a:lnTo>
                        <a:pt x="131" y="444"/>
                      </a:lnTo>
                      <a:lnTo>
                        <a:pt x="131" y="442"/>
                      </a:lnTo>
                      <a:lnTo>
                        <a:pt x="130" y="442"/>
                      </a:lnTo>
                      <a:lnTo>
                        <a:pt x="130" y="444"/>
                      </a:lnTo>
                      <a:lnTo>
                        <a:pt x="130" y="446"/>
                      </a:lnTo>
                      <a:lnTo>
                        <a:pt x="128" y="446"/>
                      </a:lnTo>
                      <a:lnTo>
                        <a:pt x="128" y="447"/>
                      </a:lnTo>
                      <a:lnTo>
                        <a:pt x="126" y="447"/>
                      </a:lnTo>
                      <a:lnTo>
                        <a:pt x="124" y="447"/>
                      </a:lnTo>
                      <a:lnTo>
                        <a:pt x="124" y="449"/>
                      </a:lnTo>
                      <a:lnTo>
                        <a:pt x="124" y="451"/>
                      </a:lnTo>
                      <a:lnTo>
                        <a:pt x="124" y="449"/>
                      </a:lnTo>
                      <a:lnTo>
                        <a:pt x="122" y="449"/>
                      </a:lnTo>
                      <a:lnTo>
                        <a:pt x="124" y="451"/>
                      </a:lnTo>
                      <a:lnTo>
                        <a:pt x="122" y="449"/>
                      </a:lnTo>
                      <a:lnTo>
                        <a:pt x="120" y="449"/>
                      </a:lnTo>
                      <a:lnTo>
                        <a:pt x="120" y="447"/>
                      </a:lnTo>
                      <a:lnTo>
                        <a:pt x="120" y="449"/>
                      </a:lnTo>
                      <a:lnTo>
                        <a:pt x="122" y="449"/>
                      </a:lnTo>
                      <a:lnTo>
                        <a:pt x="122" y="451"/>
                      </a:lnTo>
                      <a:lnTo>
                        <a:pt x="124" y="451"/>
                      </a:lnTo>
                      <a:lnTo>
                        <a:pt x="124" y="453"/>
                      </a:lnTo>
                      <a:lnTo>
                        <a:pt x="122" y="453"/>
                      </a:lnTo>
                      <a:lnTo>
                        <a:pt x="122" y="455"/>
                      </a:lnTo>
                      <a:lnTo>
                        <a:pt x="124" y="457"/>
                      </a:lnTo>
                      <a:lnTo>
                        <a:pt x="124" y="458"/>
                      </a:lnTo>
                      <a:lnTo>
                        <a:pt x="122" y="458"/>
                      </a:lnTo>
                      <a:lnTo>
                        <a:pt x="122" y="457"/>
                      </a:lnTo>
                      <a:lnTo>
                        <a:pt x="120" y="457"/>
                      </a:lnTo>
                      <a:lnTo>
                        <a:pt x="119" y="457"/>
                      </a:lnTo>
                      <a:lnTo>
                        <a:pt x="117" y="457"/>
                      </a:lnTo>
                      <a:lnTo>
                        <a:pt x="115" y="457"/>
                      </a:lnTo>
                      <a:lnTo>
                        <a:pt x="113" y="457"/>
                      </a:lnTo>
                      <a:lnTo>
                        <a:pt x="113" y="455"/>
                      </a:lnTo>
                      <a:lnTo>
                        <a:pt x="113" y="457"/>
                      </a:lnTo>
                      <a:lnTo>
                        <a:pt x="111" y="457"/>
                      </a:lnTo>
                      <a:lnTo>
                        <a:pt x="111" y="455"/>
                      </a:lnTo>
                      <a:lnTo>
                        <a:pt x="110" y="455"/>
                      </a:lnTo>
                      <a:lnTo>
                        <a:pt x="111" y="455"/>
                      </a:lnTo>
                      <a:lnTo>
                        <a:pt x="111" y="453"/>
                      </a:lnTo>
                      <a:lnTo>
                        <a:pt x="113" y="453"/>
                      </a:lnTo>
                      <a:lnTo>
                        <a:pt x="113" y="451"/>
                      </a:lnTo>
                      <a:lnTo>
                        <a:pt x="113" y="453"/>
                      </a:lnTo>
                      <a:lnTo>
                        <a:pt x="113" y="451"/>
                      </a:lnTo>
                      <a:lnTo>
                        <a:pt x="111" y="451"/>
                      </a:lnTo>
                      <a:lnTo>
                        <a:pt x="110" y="451"/>
                      </a:lnTo>
                      <a:lnTo>
                        <a:pt x="110" y="449"/>
                      </a:lnTo>
                      <a:lnTo>
                        <a:pt x="110" y="451"/>
                      </a:lnTo>
                      <a:lnTo>
                        <a:pt x="108" y="451"/>
                      </a:lnTo>
                      <a:lnTo>
                        <a:pt x="108" y="449"/>
                      </a:lnTo>
                      <a:lnTo>
                        <a:pt x="108" y="451"/>
                      </a:lnTo>
                      <a:lnTo>
                        <a:pt x="108" y="449"/>
                      </a:lnTo>
                      <a:lnTo>
                        <a:pt x="108" y="451"/>
                      </a:lnTo>
                      <a:lnTo>
                        <a:pt x="108" y="449"/>
                      </a:lnTo>
                      <a:lnTo>
                        <a:pt x="108" y="451"/>
                      </a:lnTo>
                      <a:lnTo>
                        <a:pt x="108" y="449"/>
                      </a:lnTo>
                      <a:lnTo>
                        <a:pt x="106" y="449"/>
                      </a:lnTo>
                      <a:lnTo>
                        <a:pt x="106" y="451"/>
                      </a:lnTo>
                      <a:lnTo>
                        <a:pt x="108" y="451"/>
                      </a:lnTo>
                      <a:lnTo>
                        <a:pt x="106" y="451"/>
                      </a:lnTo>
                      <a:lnTo>
                        <a:pt x="108" y="451"/>
                      </a:lnTo>
                      <a:lnTo>
                        <a:pt x="106" y="451"/>
                      </a:lnTo>
                      <a:lnTo>
                        <a:pt x="104" y="451"/>
                      </a:lnTo>
                      <a:lnTo>
                        <a:pt x="106" y="451"/>
                      </a:lnTo>
                      <a:lnTo>
                        <a:pt x="106" y="449"/>
                      </a:lnTo>
                      <a:lnTo>
                        <a:pt x="104" y="449"/>
                      </a:lnTo>
                      <a:lnTo>
                        <a:pt x="106" y="449"/>
                      </a:lnTo>
                      <a:lnTo>
                        <a:pt x="108" y="449"/>
                      </a:lnTo>
                      <a:lnTo>
                        <a:pt x="106" y="449"/>
                      </a:lnTo>
                      <a:lnTo>
                        <a:pt x="108" y="449"/>
                      </a:lnTo>
                      <a:lnTo>
                        <a:pt x="106" y="449"/>
                      </a:lnTo>
                      <a:lnTo>
                        <a:pt x="108" y="449"/>
                      </a:lnTo>
                      <a:lnTo>
                        <a:pt x="106" y="449"/>
                      </a:lnTo>
                      <a:lnTo>
                        <a:pt x="106" y="447"/>
                      </a:lnTo>
                      <a:lnTo>
                        <a:pt x="106" y="446"/>
                      </a:lnTo>
                      <a:lnTo>
                        <a:pt x="106" y="447"/>
                      </a:lnTo>
                      <a:lnTo>
                        <a:pt x="106" y="446"/>
                      </a:lnTo>
                      <a:lnTo>
                        <a:pt x="106" y="447"/>
                      </a:lnTo>
                      <a:lnTo>
                        <a:pt x="104" y="447"/>
                      </a:lnTo>
                      <a:lnTo>
                        <a:pt x="104" y="446"/>
                      </a:lnTo>
                      <a:lnTo>
                        <a:pt x="104" y="447"/>
                      </a:lnTo>
                      <a:lnTo>
                        <a:pt x="104" y="446"/>
                      </a:lnTo>
                      <a:lnTo>
                        <a:pt x="104" y="447"/>
                      </a:lnTo>
                      <a:lnTo>
                        <a:pt x="104" y="446"/>
                      </a:lnTo>
                      <a:lnTo>
                        <a:pt x="104" y="447"/>
                      </a:lnTo>
                      <a:lnTo>
                        <a:pt x="104" y="446"/>
                      </a:lnTo>
                      <a:lnTo>
                        <a:pt x="102" y="446"/>
                      </a:lnTo>
                      <a:lnTo>
                        <a:pt x="102" y="447"/>
                      </a:lnTo>
                      <a:lnTo>
                        <a:pt x="102" y="446"/>
                      </a:lnTo>
                      <a:lnTo>
                        <a:pt x="104" y="446"/>
                      </a:lnTo>
                      <a:lnTo>
                        <a:pt x="106" y="446"/>
                      </a:lnTo>
                      <a:lnTo>
                        <a:pt x="104" y="446"/>
                      </a:lnTo>
                      <a:lnTo>
                        <a:pt x="106" y="446"/>
                      </a:lnTo>
                      <a:lnTo>
                        <a:pt x="104" y="446"/>
                      </a:lnTo>
                      <a:lnTo>
                        <a:pt x="106" y="446"/>
                      </a:lnTo>
                      <a:lnTo>
                        <a:pt x="104" y="444"/>
                      </a:lnTo>
                      <a:lnTo>
                        <a:pt x="106" y="444"/>
                      </a:lnTo>
                      <a:lnTo>
                        <a:pt x="104" y="444"/>
                      </a:lnTo>
                      <a:lnTo>
                        <a:pt x="106" y="444"/>
                      </a:lnTo>
                      <a:lnTo>
                        <a:pt x="104" y="444"/>
                      </a:lnTo>
                      <a:lnTo>
                        <a:pt x="104" y="442"/>
                      </a:lnTo>
                      <a:lnTo>
                        <a:pt x="104" y="440"/>
                      </a:lnTo>
                      <a:lnTo>
                        <a:pt x="102" y="440"/>
                      </a:lnTo>
                      <a:lnTo>
                        <a:pt x="104" y="440"/>
                      </a:lnTo>
                      <a:lnTo>
                        <a:pt x="104" y="442"/>
                      </a:lnTo>
                      <a:lnTo>
                        <a:pt x="106" y="442"/>
                      </a:lnTo>
                      <a:lnTo>
                        <a:pt x="106" y="440"/>
                      </a:lnTo>
                      <a:lnTo>
                        <a:pt x="108" y="440"/>
                      </a:lnTo>
                      <a:lnTo>
                        <a:pt x="106" y="440"/>
                      </a:lnTo>
                      <a:lnTo>
                        <a:pt x="108" y="438"/>
                      </a:lnTo>
                      <a:lnTo>
                        <a:pt x="106" y="438"/>
                      </a:lnTo>
                      <a:lnTo>
                        <a:pt x="104" y="438"/>
                      </a:lnTo>
                      <a:lnTo>
                        <a:pt x="106" y="438"/>
                      </a:lnTo>
                      <a:lnTo>
                        <a:pt x="106" y="436"/>
                      </a:lnTo>
                      <a:lnTo>
                        <a:pt x="108" y="436"/>
                      </a:lnTo>
                      <a:lnTo>
                        <a:pt x="106" y="436"/>
                      </a:lnTo>
                      <a:lnTo>
                        <a:pt x="104" y="436"/>
                      </a:lnTo>
                      <a:lnTo>
                        <a:pt x="102" y="436"/>
                      </a:lnTo>
                      <a:lnTo>
                        <a:pt x="100" y="436"/>
                      </a:lnTo>
                      <a:lnTo>
                        <a:pt x="102" y="436"/>
                      </a:lnTo>
                      <a:lnTo>
                        <a:pt x="102" y="435"/>
                      </a:lnTo>
                      <a:lnTo>
                        <a:pt x="102" y="433"/>
                      </a:lnTo>
                      <a:lnTo>
                        <a:pt x="102" y="431"/>
                      </a:lnTo>
                      <a:lnTo>
                        <a:pt x="100" y="431"/>
                      </a:lnTo>
                      <a:lnTo>
                        <a:pt x="99" y="431"/>
                      </a:lnTo>
                      <a:lnTo>
                        <a:pt x="99" y="433"/>
                      </a:lnTo>
                      <a:lnTo>
                        <a:pt x="99" y="431"/>
                      </a:lnTo>
                      <a:lnTo>
                        <a:pt x="99" y="433"/>
                      </a:lnTo>
                      <a:lnTo>
                        <a:pt x="97" y="433"/>
                      </a:lnTo>
                      <a:lnTo>
                        <a:pt x="95" y="433"/>
                      </a:lnTo>
                      <a:lnTo>
                        <a:pt x="95" y="435"/>
                      </a:lnTo>
                      <a:lnTo>
                        <a:pt x="93" y="435"/>
                      </a:lnTo>
                      <a:lnTo>
                        <a:pt x="91" y="435"/>
                      </a:lnTo>
                      <a:lnTo>
                        <a:pt x="93" y="435"/>
                      </a:lnTo>
                      <a:lnTo>
                        <a:pt x="91" y="435"/>
                      </a:lnTo>
                      <a:lnTo>
                        <a:pt x="93" y="435"/>
                      </a:lnTo>
                      <a:lnTo>
                        <a:pt x="91" y="435"/>
                      </a:lnTo>
                      <a:lnTo>
                        <a:pt x="89" y="435"/>
                      </a:lnTo>
                      <a:lnTo>
                        <a:pt x="89" y="436"/>
                      </a:lnTo>
                      <a:lnTo>
                        <a:pt x="88" y="436"/>
                      </a:lnTo>
                      <a:lnTo>
                        <a:pt x="89" y="436"/>
                      </a:lnTo>
                      <a:lnTo>
                        <a:pt x="89" y="435"/>
                      </a:lnTo>
                      <a:lnTo>
                        <a:pt x="91" y="435"/>
                      </a:lnTo>
                      <a:lnTo>
                        <a:pt x="91" y="433"/>
                      </a:lnTo>
                      <a:lnTo>
                        <a:pt x="93" y="433"/>
                      </a:lnTo>
                      <a:lnTo>
                        <a:pt x="93" y="435"/>
                      </a:lnTo>
                      <a:lnTo>
                        <a:pt x="93" y="433"/>
                      </a:lnTo>
                      <a:lnTo>
                        <a:pt x="95" y="433"/>
                      </a:lnTo>
                      <a:lnTo>
                        <a:pt x="93" y="433"/>
                      </a:lnTo>
                      <a:lnTo>
                        <a:pt x="95" y="433"/>
                      </a:lnTo>
                      <a:lnTo>
                        <a:pt x="95" y="431"/>
                      </a:lnTo>
                      <a:lnTo>
                        <a:pt x="95" y="433"/>
                      </a:lnTo>
                      <a:lnTo>
                        <a:pt x="97" y="433"/>
                      </a:lnTo>
                      <a:lnTo>
                        <a:pt x="97" y="431"/>
                      </a:lnTo>
                      <a:lnTo>
                        <a:pt x="97" y="433"/>
                      </a:lnTo>
                      <a:lnTo>
                        <a:pt x="97" y="431"/>
                      </a:lnTo>
                      <a:lnTo>
                        <a:pt x="99" y="431"/>
                      </a:lnTo>
                      <a:lnTo>
                        <a:pt x="100" y="431"/>
                      </a:lnTo>
                      <a:lnTo>
                        <a:pt x="100" y="429"/>
                      </a:lnTo>
                      <a:lnTo>
                        <a:pt x="102" y="429"/>
                      </a:lnTo>
                      <a:lnTo>
                        <a:pt x="104" y="429"/>
                      </a:lnTo>
                      <a:lnTo>
                        <a:pt x="104" y="427"/>
                      </a:lnTo>
                      <a:lnTo>
                        <a:pt x="106" y="427"/>
                      </a:lnTo>
                      <a:lnTo>
                        <a:pt x="106" y="425"/>
                      </a:lnTo>
                      <a:lnTo>
                        <a:pt x="106" y="427"/>
                      </a:lnTo>
                      <a:lnTo>
                        <a:pt x="106" y="425"/>
                      </a:lnTo>
                      <a:lnTo>
                        <a:pt x="108" y="425"/>
                      </a:lnTo>
                      <a:lnTo>
                        <a:pt x="110" y="425"/>
                      </a:lnTo>
                      <a:lnTo>
                        <a:pt x="110" y="424"/>
                      </a:lnTo>
                      <a:lnTo>
                        <a:pt x="111" y="424"/>
                      </a:lnTo>
                      <a:lnTo>
                        <a:pt x="111" y="422"/>
                      </a:lnTo>
                      <a:lnTo>
                        <a:pt x="113" y="422"/>
                      </a:lnTo>
                      <a:lnTo>
                        <a:pt x="113" y="420"/>
                      </a:lnTo>
                      <a:lnTo>
                        <a:pt x="113" y="418"/>
                      </a:lnTo>
                      <a:lnTo>
                        <a:pt x="113" y="420"/>
                      </a:lnTo>
                      <a:lnTo>
                        <a:pt x="113" y="418"/>
                      </a:lnTo>
                      <a:lnTo>
                        <a:pt x="113" y="416"/>
                      </a:lnTo>
                      <a:lnTo>
                        <a:pt x="115" y="416"/>
                      </a:lnTo>
                      <a:lnTo>
                        <a:pt x="115" y="414"/>
                      </a:lnTo>
                      <a:lnTo>
                        <a:pt x="115" y="413"/>
                      </a:lnTo>
                      <a:lnTo>
                        <a:pt x="117" y="413"/>
                      </a:lnTo>
                      <a:lnTo>
                        <a:pt x="117" y="411"/>
                      </a:lnTo>
                      <a:lnTo>
                        <a:pt x="119" y="411"/>
                      </a:lnTo>
                      <a:lnTo>
                        <a:pt x="120" y="411"/>
                      </a:lnTo>
                      <a:lnTo>
                        <a:pt x="120" y="409"/>
                      </a:lnTo>
                      <a:lnTo>
                        <a:pt x="120" y="407"/>
                      </a:lnTo>
                      <a:lnTo>
                        <a:pt x="120" y="409"/>
                      </a:lnTo>
                      <a:lnTo>
                        <a:pt x="120" y="407"/>
                      </a:lnTo>
                      <a:lnTo>
                        <a:pt x="122" y="407"/>
                      </a:lnTo>
                      <a:lnTo>
                        <a:pt x="122" y="409"/>
                      </a:lnTo>
                      <a:lnTo>
                        <a:pt x="124" y="409"/>
                      </a:lnTo>
                      <a:lnTo>
                        <a:pt x="124" y="411"/>
                      </a:lnTo>
                      <a:lnTo>
                        <a:pt x="124" y="409"/>
                      </a:lnTo>
                      <a:lnTo>
                        <a:pt x="124" y="411"/>
                      </a:lnTo>
                      <a:lnTo>
                        <a:pt x="126" y="411"/>
                      </a:lnTo>
                      <a:lnTo>
                        <a:pt x="124" y="411"/>
                      </a:lnTo>
                      <a:lnTo>
                        <a:pt x="126" y="411"/>
                      </a:lnTo>
                      <a:lnTo>
                        <a:pt x="126" y="413"/>
                      </a:lnTo>
                      <a:lnTo>
                        <a:pt x="126" y="414"/>
                      </a:lnTo>
                      <a:lnTo>
                        <a:pt x="128" y="414"/>
                      </a:lnTo>
                      <a:lnTo>
                        <a:pt x="128" y="416"/>
                      </a:lnTo>
                      <a:lnTo>
                        <a:pt x="128" y="414"/>
                      </a:lnTo>
                      <a:lnTo>
                        <a:pt x="130" y="414"/>
                      </a:lnTo>
                      <a:lnTo>
                        <a:pt x="130" y="416"/>
                      </a:lnTo>
                      <a:lnTo>
                        <a:pt x="130" y="414"/>
                      </a:lnTo>
                      <a:lnTo>
                        <a:pt x="131" y="414"/>
                      </a:lnTo>
                      <a:lnTo>
                        <a:pt x="133" y="414"/>
                      </a:lnTo>
                      <a:lnTo>
                        <a:pt x="133" y="413"/>
                      </a:lnTo>
                      <a:lnTo>
                        <a:pt x="133" y="414"/>
                      </a:lnTo>
                      <a:lnTo>
                        <a:pt x="133" y="413"/>
                      </a:lnTo>
                      <a:lnTo>
                        <a:pt x="135" y="413"/>
                      </a:lnTo>
                      <a:lnTo>
                        <a:pt x="133" y="413"/>
                      </a:lnTo>
                      <a:lnTo>
                        <a:pt x="135" y="413"/>
                      </a:lnTo>
                      <a:lnTo>
                        <a:pt x="137" y="413"/>
                      </a:lnTo>
                      <a:lnTo>
                        <a:pt x="139" y="413"/>
                      </a:lnTo>
                      <a:lnTo>
                        <a:pt x="141" y="413"/>
                      </a:lnTo>
                      <a:lnTo>
                        <a:pt x="142" y="413"/>
                      </a:lnTo>
                      <a:lnTo>
                        <a:pt x="144" y="413"/>
                      </a:lnTo>
                      <a:lnTo>
                        <a:pt x="142" y="413"/>
                      </a:lnTo>
                      <a:lnTo>
                        <a:pt x="144" y="413"/>
                      </a:lnTo>
                      <a:lnTo>
                        <a:pt x="144" y="411"/>
                      </a:lnTo>
                      <a:lnTo>
                        <a:pt x="146" y="411"/>
                      </a:lnTo>
                      <a:lnTo>
                        <a:pt x="146" y="409"/>
                      </a:lnTo>
                      <a:lnTo>
                        <a:pt x="146" y="407"/>
                      </a:lnTo>
                      <a:lnTo>
                        <a:pt x="148" y="407"/>
                      </a:lnTo>
                      <a:lnTo>
                        <a:pt x="146" y="407"/>
                      </a:lnTo>
                      <a:lnTo>
                        <a:pt x="148" y="405"/>
                      </a:lnTo>
                      <a:lnTo>
                        <a:pt x="146" y="405"/>
                      </a:lnTo>
                      <a:lnTo>
                        <a:pt x="148" y="405"/>
                      </a:lnTo>
                      <a:lnTo>
                        <a:pt x="146" y="405"/>
                      </a:lnTo>
                      <a:lnTo>
                        <a:pt x="146" y="404"/>
                      </a:lnTo>
                      <a:lnTo>
                        <a:pt x="144" y="404"/>
                      </a:lnTo>
                      <a:lnTo>
                        <a:pt x="146" y="404"/>
                      </a:lnTo>
                      <a:lnTo>
                        <a:pt x="148" y="404"/>
                      </a:lnTo>
                      <a:lnTo>
                        <a:pt x="148" y="405"/>
                      </a:lnTo>
                      <a:lnTo>
                        <a:pt x="148" y="404"/>
                      </a:lnTo>
                      <a:lnTo>
                        <a:pt x="150" y="404"/>
                      </a:lnTo>
                      <a:lnTo>
                        <a:pt x="150" y="402"/>
                      </a:lnTo>
                      <a:lnTo>
                        <a:pt x="152" y="402"/>
                      </a:lnTo>
                      <a:lnTo>
                        <a:pt x="153" y="402"/>
                      </a:lnTo>
                      <a:lnTo>
                        <a:pt x="153" y="400"/>
                      </a:lnTo>
                      <a:lnTo>
                        <a:pt x="153" y="402"/>
                      </a:lnTo>
                      <a:lnTo>
                        <a:pt x="153" y="400"/>
                      </a:lnTo>
                      <a:lnTo>
                        <a:pt x="155" y="400"/>
                      </a:lnTo>
                      <a:lnTo>
                        <a:pt x="153" y="400"/>
                      </a:lnTo>
                      <a:lnTo>
                        <a:pt x="155" y="400"/>
                      </a:lnTo>
                      <a:lnTo>
                        <a:pt x="153" y="400"/>
                      </a:lnTo>
                      <a:lnTo>
                        <a:pt x="155" y="400"/>
                      </a:lnTo>
                      <a:lnTo>
                        <a:pt x="155" y="398"/>
                      </a:lnTo>
                      <a:lnTo>
                        <a:pt x="157" y="398"/>
                      </a:lnTo>
                      <a:lnTo>
                        <a:pt x="159" y="398"/>
                      </a:lnTo>
                      <a:lnTo>
                        <a:pt x="159" y="400"/>
                      </a:lnTo>
                      <a:lnTo>
                        <a:pt x="161" y="400"/>
                      </a:lnTo>
                      <a:lnTo>
                        <a:pt x="162" y="400"/>
                      </a:lnTo>
                      <a:lnTo>
                        <a:pt x="162" y="398"/>
                      </a:lnTo>
                      <a:lnTo>
                        <a:pt x="164" y="400"/>
                      </a:lnTo>
                      <a:lnTo>
                        <a:pt x="164" y="398"/>
                      </a:lnTo>
                      <a:lnTo>
                        <a:pt x="166" y="398"/>
                      </a:lnTo>
                      <a:lnTo>
                        <a:pt x="166" y="400"/>
                      </a:lnTo>
                      <a:lnTo>
                        <a:pt x="164" y="400"/>
                      </a:lnTo>
                      <a:lnTo>
                        <a:pt x="166" y="400"/>
                      </a:lnTo>
                      <a:lnTo>
                        <a:pt x="168" y="400"/>
                      </a:lnTo>
                      <a:lnTo>
                        <a:pt x="166" y="400"/>
                      </a:lnTo>
                      <a:lnTo>
                        <a:pt x="168" y="400"/>
                      </a:lnTo>
                      <a:lnTo>
                        <a:pt x="170" y="400"/>
                      </a:lnTo>
                      <a:lnTo>
                        <a:pt x="170" y="402"/>
                      </a:lnTo>
                      <a:lnTo>
                        <a:pt x="168" y="402"/>
                      </a:lnTo>
                      <a:lnTo>
                        <a:pt x="170" y="402"/>
                      </a:lnTo>
                      <a:lnTo>
                        <a:pt x="172" y="402"/>
                      </a:lnTo>
                      <a:lnTo>
                        <a:pt x="172" y="404"/>
                      </a:lnTo>
                      <a:lnTo>
                        <a:pt x="173" y="404"/>
                      </a:lnTo>
                      <a:lnTo>
                        <a:pt x="175" y="404"/>
                      </a:lnTo>
                      <a:lnTo>
                        <a:pt x="173" y="404"/>
                      </a:lnTo>
                      <a:lnTo>
                        <a:pt x="175" y="404"/>
                      </a:lnTo>
                      <a:lnTo>
                        <a:pt x="175" y="405"/>
                      </a:lnTo>
                      <a:lnTo>
                        <a:pt x="177" y="405"/>
                      </a:lnTo>
                      <a:lnTo>
                        <a:pt x="177" y="404"/>
                      </a:lnTo>
                      <a:lnTo>
                        <a:pt x="179" y="404"/>
                      </a:lnTo>
                      <a:lnTo>
                        <a:pt x="181" y="404"/>
                      </a:lnTo>
                      <a:lnTo>
                        <a:pt x="181" y="405"/>
                      </a:lnTo>
                      <a:lnTo>
                        <a:pt x="183" y="405"/>
                      </a:lnTo>
                      <a:lnTo>
                        <a:pt x="183" y="407"/>
                      </a:lnTo>
                      <a:lnTo>
                        <a:pt x="181" y="407"/>
                      </a:lnTo>
                      <a:lnTo>
                        <a:pt x="183" y="407"/>
                      </a:lnTo>
                      <a:lnTo>
                        <a:pt x="181" y="407"/>
                      </a:lnTo>
                      <a:lnTo>
                        <a:pt x="183" y="407"/>
                      </a:lnTo>
                      <a:lnTo>
                        <a:pt x="181" y="407"/>
                      </a:lnTo>
                      <a:lnTo>
                        <a:pt x="181" y="409"/>
                      </a:lnTo>
                      <a:lnTo>
                        <a:pt x="181" y="407"/>
                      </a:lnTo>
                      <a:lnTo>
                        <a:pt x="181" y="409"/>
                      </a:lnTo>
                      <a:lnTo>
                        <a:pt x="179" y="409"/>
                      </a:lnTo>
                      <a:lnTo>
                        <a:pt x="177" y="409"/>
                      </a:lnTo>
                      <a:lnTo>
                        <a:pt x="175" y="409"/>
                      </a:lnTo>
                      <a:lnTo>
                        <a:pt x="177" y="409"/>
                      </a:lnTo>
                      <a:lnTo>
                        <a:pt x="179" y="409"/>
                      </a:lnTo>
                      <a:lnTo>
                        <a:pt x="181" y="409"/>
                      </a:lnTo>
                      <a:lnTo>
                        <a:pt x="181" y="411"/>
                      </a:lnTo>
                      <a:lnTo>
                        <a:pt x="179" y="411"/>
                      </a:lnTo>
                      <a:lnTo>
                        <a:pt x="181" y="411"/>
                      </a:lnTo>
                      <a:close/>
                      <a:moveTo>
                        <a:pt x="250" y="385"/>
                      </a:moveTo>
                      <a:lnTo>
                        <a:pt x="250" y="387"/>
                      </a:lnTo>
                      <a:lnTo>
                        <a:pt x="250" y="385"/>
                      </a:lnTo>
                      <a:lnTo>
                        <a:pt x="250" y="387"/>
                      </a:lnTo>
                      <a:lnTo>
                        <a:pt x="250" y="389"/>
                      </a:lnTo>
                      <a:lnTo>
                        <a:pt x="250" y="387"/>
                      </a:lnTo>
                      <a:lnTo>
                        <a:pt x="250" y="389"/>
                      </a:lnTo>
                      <a:lnTo>
                        <a:pt x="252" y="389"/>
                      </a:lnTo>
                      <a:lnTo>
                        <a:pt x="250" y="389"/>
                      </a:lnTo>
                      <a:lnTo>
                        <a:pt x="250" y="391"/>
                      </a:lnTo>
                      <a:lnTo>
                        <a:pt x="252" y="391"/>
                      </a:lnTo>
                      <a:lnTo>
                        <a:pt x="250" y="391"/>
                      </a:lnTo>
                      <a:lnTo>
                        <a:pt x="252" y="391"/>
                      </a:lnTo>
                      <a:lnTo>
                        <a:pt x="254" y="391"/>
                      </a:lnTo>
                      <a:lnTo>
                        <a:pt x="256" y="393"/>
                      </a:lnTo>
                      <a:lnTo>
                        <a:pt x="257" y="393"/>
                      </a:lnTo>
                      <a:lnTo>
                        <a:pt x="256" y="393"/>
                      </a:lnTo>
                      <a:lnTo>
                        <a:pt x="257" y="393"/>
                      </a:lnTo>
                      <a:lnTo>
                        <a:pt x="256" y="394"/>
                      </a:lnTo>
                      <a:lnTo>
                        <a:pt x="257" y="394"/>
                      </a:lnTo>
                      <a:lnTo>
                        <a:pt x="257" y="393"/>
                      </a:lnTo>
                      <a:lnTo>
                        <a:pt x="257" y="394"/>
                      </a:lnTo>
                      <a:lnTo>
                        <a:pt x="259" y="394"/>
                      </a:lnTo>
                      <a:lnTo>
                        <a:pt x="261" y="394"/>
                      </a:lnTo>
                      <a:lnTo>
                        <a:pt x="261" y="396"/>
                      </a:lnTo>
                      <a:lnTo>
                        <a:pt x="261" y="394"/>
                      </a:lnTo>
                      <a:lnTo>
                        <a:pt x="263" y="394"/>
                      </a:lnTo>
                      <a:lnTo>
                        <a:pt x="263" y="396"/>
                      </a:lnTo>
                      <a:lnTo>
                        <a:pt x="265" y="396"/>
                      </a:lnTo>
                      <a:lnTo>
                        <a:pt x="265" y="398"/>
                      </a:lnTo>
                      <a:lnTo>
                        <a:pt x="263" y="398"/>
                      </a:lnTo>
                      <a:lnTo>
                        <a:pt x="265" y="398"/>
                      </a:lnTo>
                      <a:lnTo>
                        <a:pt x="263" y="398"/>
                      </a:lnTo>
                      <a:lnTo>
                        <a:pt x="265" y="398"/>
                      </a:lnTo>
                      <a:lnTo>
                        <a:pt x="263" y="398"/>
                      </a:lnTo>
                      <a:lnTo>
                        <a:pt x="263" y="400"/>
                      </a:lnTo>
                      <a:lnTo>
                        <a:pt x="263" y="398"/>
                      </a:lnTo>
                      <a:lnTo>
                        <a:pt x="263" y="400"/>
                      </a:lnTo>
                      <a:lnTo>
                        <a:pt x="261" y="400"/>
                      </a:lnTo>
                      <a:lnTo>
                        <a:pt x="263" y="400"/>
                      </a:lnTo>
                      <a:lnTo>
                        <a:pt x="263" y="402"/>
                      </a:lnTo>
                      <a:lnTo>
                        <a:pt x="263" y="404"/>
                      </a:lnTo>
                      <a:lnTo>
                        <a:pt x="261" y="404"/>
                      </a:lnTo>
                      <a:lnTo>
                        <a:pt x="259" y="404"/>
                      </a:lnTo>
                      <a:lnTo>
                        <a:pt x="257" y="404"/>
                      </a:lnTo>
                      <a:lnTo>
                        <a:pt x="257" y="402"/>
                      </a:lnTo>
                      <a:lnTo>
                        <a:pt x="259" y="402"/>
                      </a:lnTo>
                      <a:lnTo>
                        <a:pt x="261" y="402"/>
                      </a:lnTo>
                      <a:lnTo>
                        <a:pt x="261" y="404"/>
                      </a:lnTo>
                      <a:lnTo>
                        <a:pt x="261" y="402"/>
                      </a:lnTo>
                      <a:lnTo>
                        <a:pt x="261" y="404"/>
                      </a:lnTo>
                      <a:lnTo>
                        <a:pt x="261" y="402"/>
                      </a:lnTo>
                      <a:lnTo>
                        <a:pt x="261" y="404"/>
                      </a:lnTo>
                      <a:lnTo>
                        <a:pt x="261" y="402"/>
                      </a:lnTo>
                      <a:lnTo>
                        <a:pt x="261" y="404"/>
                      </a:lnTo>
                      <a:lnTo>
                        <a:pt x="261" y="402"/>
                      </a:lnTo>
                      <a:lnTo>
                        <a:pt x="261" y="404"/>
                      </a:lnTo>
                      <a:lnTo>
                        <a:pt x="261" y="402"/>
                      </a:lnTo>
                      <a:lnTo>
                        <a:pt x="261" y="404"/>
                      </a:lnTo>
                      <a:lnTo>
                        <a:pt x="261" y="402"/>
                      </a:lnTo>
                      <a:lnTo>
                        <a:pt x="261" y="404"/>
                      </a:lnTo>
                      <a:lnTo>
                        <a:pt x="261" y="402"/>
                      </a:lnTo>
                      <a:lnTo>
                        <a:pt x="263" y="402"/>
                      </a:lnTo>
                      <a:lnTo>
                        <a:pt x="261" y="402"/>
                      </a:lnTo>
                      <a:lnTo>
                        <a:pt x="259" y="402"/>
                      </a:lnTo>
                      <a:lnTo>
                        <a:pt x="259" y="400"/>
                      </a:lnTo>
                      <a:lnTo>
                        <a:pt x="259" y="402"/>
                      </a:lnTo>
                      <a:lnTo>
                        <a:pt x="261" y="402"/>
                      </a:lnTo>
                      <a:lnTo>
                        <a:pt x="259" y="402"/>
                      </a:lnTo>
                      <a:lnTo>
                        <a:pt x="257" y="402"/>
                      </a:lnTo>
                      <a:lnTo>
                        <a:pt x="259" y="402"/>
                      </a:lnTo>
                      <a:lnTo>
                        <a:pt x="257" y="402"/>
                      </a:lnTo>
                      <a:lnTo>
                        <a:pt x="259" y="402"/>
                      </a:lnTo>
                      <a:lnTo>
                        <a:pt x="257" y="402"/>
                      </a:lnTo>
                      <a:lnTo>
                        <a:pt x="256" y="402"/>
                      </a:lnTo>
                      <a:lnTo>
                        <a:pt x="256" y="400"/>
                      </a:lnTo>
                      <a:lnTo>
                        <a:pt x="256" y="402"/>
                      </a:lnTo>
                      <a:lnTo>
                        <a:pt x="257" y="402"/>
                      </a:lnTo>
                      <a:lnTo>
                        <a:pt x="256" y="400"/>
                      </a:lnTo>
                      <a:lnTo>
                        <a:pt x="257" y="400"/>
                      </a:lnTo>
                      <a:lnTo>
                        <a:pt x="256" y="400"/>
                      </a:lnTo>
                      <a:lnTo>
                        <a:pt x="254" y="400"/>
                      </a:lnTo>
                      <a:lnTo>
                        <a:pt x="256" y="400"/>
                      </a:lnTo>
                      <a:lnTo>
                        <a:pt x="256" y="402"/>
                      </a:lnTo>
                      <a:lnTo>
                        <a:pt x="254" y="402"/>
                      </a:lnTo>
                      <a:lnTo>
                        <a:pt x="254" y="400"/>
                      </a:lnTo>
                      <a:lnTo>
                        <a:pt x="254" y="402"/>
                      </a:lnTo>
                      <a:lnTo>
                        <a:pt x="256" y="402"/>
                      </a:lnTo>
                      <a:lnTo>
                        <a:pt x="254" y="402"/>
                      </a:lnTo>
                      <a:lnTo>
                        <a:pt x="256" y="402"/>
                      </a:lnTo>
                      <a:lnTo>
                        <a:pt x="254" y="402"/>
                      </a:lnTo>
                      <a:lnTo>
                        <a:pt x="256" y="402"/>
                      </a:lnTo>
                      <a:lnTo>
                        <a:pt x="254" y="402"/>
                      </a:lnTo>
                      <a:lnTo>
                        <a:pt x="254" y="404"/>
                      </a:lnTo>
                      <a:lnTo>
                        <a:pt x="252" y="404"/>
                      </a:lnTo>
                      <a:lnTo>
                        <a:pt x="252" y="402"/>
                      </a:lnTo>
                      <a:lnTo>
                        <a:pt x="250" y="402"/>
                      </a:lnTo>
                      <a:lnTo>
                        <a:pt x="252" y="404"/>
                      </a:lnTo>
                      <a:lnTo>
                        <a:pt x="250" y="404"/>
                      </a:lnTo>
                      <a:lnTo>
                        <a:pt x="250" y="402"/>
                      </a:lnTo>
                      <a:lnTo>
                        <a:pt x="250" y="404"/>
                      </a:lnTo>
                      <a:lnTo>
                        <a:pt x="250" y="402"/>
                      </a:lnTo>
                      <a:lnTo>
                        <a:pt x="250" y="404"/>
                      </a:lnTo>
                      <a:lnTo>
                        <a:pt x="250" y="402"/>
                      </a:lnTo>
                      <a:lnTo>
                        <a:pt x="250" y="404"/>
                      </a:lnTo>
                      <a:lnTo>
                        <a:pt x="250" y="402"/>
                      </a:lnTo>
                      <a:lnTo>
                        <a:pt x="248" y="402"/>
                      </a:lnTo>
                      <a:lnTo>
                        <a:pt x="250" y="402"/>
                      </a:lnTo>
                      <a:lnTo>
                        <a:pt x="250" y="404"/>
                      </a:lnTo>
                      <a:lnTo>
                        <a:pt x="248" y="404"/>
                      </a:lnTo>
                      <a:lnTo>
                        <a:pt x="250" y="404"/>
                      </a:lnTo>
                      <a:lnTo>
                        <a:pt x="248" y="404"/>
                      </a:lnTo>
                      <a:lnTo>
                        <a:pt x="250" y="404"/>
                      </a:lnTo>
                      <a:lnTo>
                        <a:pt x="248" y="404"/>
                      </a:lnTo>
                      <a:lnTo>
                        <a:pt x="248" y="405"/>
                      </a:lnTo>
                      <a:lnTo>
                        <a:pt x="248" y="404"/>
                      </a:lnTo>
                      <a:lnTo>
                        <a:pt x="248" y="405"/>
                      </a:lnTo>
                      <a:lnTo>
                        <a:pt x="248" y="404"/>
                      </a:lnTo>
                      <a:lnTo>
                        <a:pt x="246" y="404"/>
                      </a:lnTo>
                      <a:lnTo>
                        <a:pt x="248" y="404"/>
                      </a:lnTo>
                      <a:lnTo>
                        <a:pt x="246" y="404"/>
                      </a:lnTo>
                      <a:lnTo>
                        <a:pt x="248" y="404"/>
                      </a:lnTo>
                      <a:lnTo>
                        <a:pt x="246" y="405"/>
                      </a:lnTo>
                      <a:lnTo>
                        <a:pt x="246" y="404"/>
                      </a:lnTo>
                      <a:lnTo>
                        <a:pt x="246" y="405"/>
                      </a:lnTo>
                      <a:lnTo>
                        <a:pt x="245" y="405"/>
                      </a:lnTo>
                      <a:lnTo>
                        <a:pt x="243" y="405"/>
                      </a:lnTo>
                      <a:lnTo>
                        <a:pt x="245" y="405"/>
                      </a:lnTo>
                      <a:lnTo>
                        <a:pt x="243" y="405"/>
                      </a:lnTo>
                      <a:lnTo>
                        <a:pt x="245" y="405"/>
                      </a:lnTo>
                      <a:lnTo>
                        <a:pt x="243" y="405"/>
                      </a:lnTo>
                      <a:lnTo>
                        <a:pt x="241" y="405"/>
                      </a:lnTo>
                      <a:lnTo>
                        <a:pt x="241" y="407"/>
                      </a:lnTo>
                      <a:lnTo>
                        <a:pt x="241" y="409"/>
                      </a:lnTo>
                      <a:lnTo>
                        <a:pt x="241" y="407"/>
                      </a:lnTo>
                      <a:lnTo>
                        <a:pt x="243" y="409"/>
                      </a:lnTo>
                      <a:lnTo>
                        <a:pt x="243" y="407"/>
                      </a:lnTo>
                      <a:lnTo>
                        <a:pt x="243" y="409"/>
                      </a:lnTo>
                      <a:lnTo>
                        <a:pt x="241" y="409"/>
                      </a:lnTo>
                      <a:lnTo>
                        <a:pt x="239" y="409"/>
                      </a:lnTo>
                      <a:lnTo>
                        <a:pt x="241" y="409"/>
                      </a:lnTo>
                      <a:lnTo>
                        <a:pt x="241" y="407"/>
                      </a:lnTo>
                      <a:lnTo>
                        <a:pt x="241" y="409"/>
                      </a:lnTo>
                      <a:lnTo>
                        <a:pt x="239" y="409"/>
                      </a:lnTo>
                      <a:lnTo>
                        <a:pt x="239" y="411"/>
                      </a:lnTo>
                      <a:lnTo>
                        <a:pt x="241" y="411"/>
                      </a:lnTo>
                      <a:lnTo>
                        <a:pt x="239" y="411"/>
                      </a:lnTo>
                      <a:lnTo>
                        <a:pt x="241" y="411"/>
                      </a:lnTo>
                      <a:lnTo>
                        <a:pt x="241" y="413"/>
                      </a:lnTo>
                      <a:lnTo>
                        <a:pt x="241" y="411"/>
                      </a:lnTo>
                      <a:lnTo>
                        <a:pt x="239" y="413"/>
                      </a:lnTo>
                      <a:lnTo>
                        <a:pt x="241" y="413"/>
                      </a:lnTo>
                      <a:lnTo>
                        <a:pt x="241" y="414"/>
                      </a:lnTo>
                      <a:lnTo>
                        <a:pt x="241" y="413"/>
                      </a:lnTo>
                      <a:lnTo>
                        <a:pt x="239" y="413"/>
                      </a:lnTo>
                      <a:lnTo>
                        <a:pt x="241" y="413"/>
                      </a:lnTo>
                      <a:lnTo>
                        <a:pt x="239" y="413"/>
                      </a:lnTo>
                      <a:lnTo>
                        <a:pt x="237" y="413"/>
                      </a:lnTo>
                      <a:lnTo>
                        <a:pt x="239" y="414"/>
                      </a:lnTo>
                      <a:lnTo>
                        <a:pt x="239" y="413"/>
                      </a:lnTo>
                      <a:lnTo>
                        <a:pt x="239" y="414"/>
                      </a:lnTo>
                      <a:lnTo>
                        <a:pt x="239" y="413"/>
                      </a:lnTo>
                      <a:lnTo>
                        <a:pt x="239" y="414"/>
                      </a:lnTo>
                      <a:lnTo>
                        <a:pt x="237" y="414"/>
                      </a:lnTo>
                      <a:lnTo>
                        <a:pt x="239" y="414"/>
                      </a:lnTo>
                      <a:lnTo>
                        <a:pt x="237" y="414"/>
                      </a:lnTo>
                      <a:lnTo>
                        <a:pt x="239" y="414"/>
                      </a:lnTo>
                      <a:lnTo>
                        <a:pt x="237" y="414"/>
                      </a:lnTo>
                      <a:lnTo>
                        <a:pt x="237" y="416"/>
                      </a:lnTo>
                      <a:lnTo>
                        <a:pt x="237" y="414"/>
                      </a:lnTo>
                      <a:lnTo>
                        <a:pt x="237" y="416"/>
                      </a:lnTo>
                      <a:lnTo>
                        <a:pt x="235" y="416"/>
                      </a:lnTo>
                      <a:lnTo>
                        <a:pt x="237" y="416"/>
                      </a:lnTo>
                      <a:lnTo>
                        <a:pt x="235" y="416"/>
                      </a:lnTo>
                      <a:lnTo>
                        <a:pt x="234" y="416"/>
                      </a:lnTo>
                      <a:lnTo>
                        <a:pt x="234" y="418"/>
                      </a:lnTo>
                      <a:lnTo>
                        <a:pt x="234" y="420"/>
                      </a:lnTo>
                      <a:lnTo>
                        <a:pt x="232" y="420"/>
                      </a:lnTo>
                      <a:lnTo>
                        <a:pt x="232" y="422"/>
                      </a:lnTo>
                      <a:lnTo>
                        <a:pt x="230" y="422"/>
                      </a:lnTo>
                      <a:lnTo>
                        <a:pt x="232" y="422"/>
                      </a:lnTo>
                      <a:lnTo>
                        <a:pt x="230" y="424"/>
                      </a:lnTo>
                      <a:lnTo>
                        <a:pt x="230" y="425"/>
                      </a:lnTo>
                      <a:lnTo>
                        <a:pt x="230" y="424"/>
                      </a:lnTo>
                      <a:lnTo>
                        <a:pt x="230" y="425"/>
                      </a:lnTo>
                      <a:lnTo>
                        <a:pt x="228" y="425"/>
                      </a:lnTo>
                      <a:lnTo>
                        <a:pt x="230" y="425"/>
                      </a:lnTo>
                      <a:lnTo>
                        <a:pt x="228" y="425"/>
                      </a:lnTo>
                      <a:lnTo>
                        <a:pt x="230" y="425"/>
                      </a:lnTo>
                      <a:lnTo>
                        <a:pt x="228" y="425"/>
                      </a:lnTo>
                      <a:lnTo>
                        <a:pt x="228" y="427"/>
                      </a:lnTo>
                      <a:lnTo>
                        <a:pt x="230" y="427"/>
                      </a:lnTo>
                      <a:lnTo>
                        <a:pt x="228" y="427"/>
                      </a:lnTo>
                      <a:lnTo>
                        <a:pt x="226" y="429"/>
                      </a:lnTo>
                      <a:lnTo>
                        <a:pt x="228" y="429"/>
                      </a:lnTo>
                      <a:lnTo>
                        <a:pt x="228" y="427"/>
                      </a:lnTo>
                      <a:lnTo>
                        <a:pt x="228" y="429"/>
                      </a:lnTo>
                      <a:lnTo>
                        <a:pt x="226" y="429"/>
                      </a:lnTo>
                      <a:lnTo>
                        <a:pt x="225" y="429"/>
                      </a:lnTo>
                      <a:lnTo>
                        <a:pt x="225" y="431"/>
                      </a:lnTo>
                      <a:lnTo>
                        <a:pt x="223" y="431"/>
                      </a:lnTo>
                      <a:lnTo>
                        <a:pt x="225" y="433"/>
                      </a:lnTo>
                      <a:lnTo>
                        <a:pt x="223" y="433"/>
                      </a:lnTo>
                      <a:lnTo>
                        <a:pt x="223" y="431"/>
                      </a:lnTo>
                      <a:lnTo>
                        <a:pt x="221" y="431"/>
                      </a:lnTo>
                      <a:lnTo>
                        <a:pt x="223" y="431"/>
                      </a:lnTo>
                      <a:lnTo>
                        <a:pt x="221" y="431"/>
                      </a:lnTo>
                      <a:lnTo>
                        <a:pt x="219" y="431"/>
                      </a:lnTo>
                      <a:lnTo>
                        <a:pt x="217" y="429"/>
                      </a:lnTo>
                      <a:lnTo>
                        <a:pt x="217" y="431"/>
                      </a:lnTo>
                      <a:lnTo>
                        <a:pt x="217" y="429"/>
                      </a:lnTo>
                      <a:lnTo>
                        <a:pt x="217" y="431"/>
                      </a:lnTo>
                      <a:lnTo>
                        <a:pt x="217" y="429"/>
                      </a:lnTo>
                      <a:lnTo>
                        <a:pt x="217" y="431"/>
                      </a:lnTo>
                      <a:lnTo>
                        <a:pt x="217" y="429"/>
                      </a:lnTo>
                      <a:lnTo>
                        <a:pt x="215" y="429"/>
                      </a:lnTo>
                      <a:lnTo>
                        <a:pt x="214" y="429"/>
                      </a:lnTo>
                      <a:lnTo>
                        <a:pt x="212" y="429"/>
                      </a:lnTo>
                      <a:lnTo>
                        <a:pt x="212" y="427"/>
                      </a:lnTo>
                      <a:lnTo>
                        <a:pt x="210" y="427"/>
                      </a:lnTo>
                      <a:lnTo>
                        <a:pt x="210" y="425"/>
                      </a:lnTo>
                      <a:lnTo>
                        <a:pt x="208" y="425"/>
                      </a:lnTo>
                      <a:lnTo>
                        <a:pt x="208" y="424"/>
                      </a:lnTo>
                      <a:lnTo>
                        <a:pt x="210" y="424"/>
                      </a:lnTo>
                      <a:lnTo>
                        <a:pt x="208" y="424"/>
                      </a:lnTo>
                      <a:lnTo>
                        <a:pt x="210" y="424"/>
                      </a:lnTo>
                      <a:lnTo>
                        <a:pt x="210" y="422"/>
                      </a:lnTo>
                      <a:lnTo>
                        <a:pt x="208" y="422"/>
                      </a:lnTo>
                      <a:lnTo>
                        <a:pt x="206" y="422"/>
                      </a:lnTo>
                      <a:lnTo>
                        <a:pt x="206" y="420"/>
                      </a:lnTo>
                      <a:lnTo>
                        <a:pt x="204" y="420"/>
                      </a:lnTo>
                      <a:lnTo>
                        <a:pt x="203" y="420"/>
                      </a:lnTo>
                      <a:lnTo>
                        <a:pt x="203" y="418"/>
                      </a:lnTo>
                      <a:lnTo>
                        <a:pt x="203" y="420"/>
                      </a:lnTo>
                      <a:lnTo>
                        <a:pt x="203" y="418"/>
                      </a:lnTo>
                      <a:lnTo>
                        <a:pt x="203" y="420"/>
                      </a:lnTo>
                      <a:lnTo>
                        <a:pt x="203" y="418"/>
                      </a:lnTo>
                      <a:lnTo>
                        <a:pt x="201" y="418"/>
                      </a:lnTo>
                      <a:lnTo>
                        <a:pt x="201" y="416"/>
                      </a:lnTo>
                      <a:lnTo>
                        <a:pt x="199" y="416"/>
                      </a:lnTo>
                      <a:lnTo>
                        <a:pt x="197" y="416"/>
                      </a:lnTo>
                      <a:lnTo>
                        <a:pt x="199" y="416"/>
                      </a:lnTo>
                      <a:lnTo>
                        <a:pt x="199" y="414"/>
                      </a:lnTo>
                      <a:lnTo>
                        <a:pt x="197" y="414"/>
                      </a:lnTo>
                      <a:lnTo>
                        <a:pt x="199" y="414"/>
                      </a:lnTo>
                      <a:lnTo>
                        <a:pt x="199" y="413"/>
                      </a:lnTo>
                      <a:lnTo>
                        <a:pt x="199" y="414"/>
                      </a:lnTo>
                      <a:lnTo>
                        <a:pt x="197" y="414"/>
                      </a:lnTo>
                      <a:lnTo>
                        <a:pt x="199" y="414"/>
                      </a:lnTo>
                      <a:lnTo>
                        <a:pt x="199" y="413"/>
                      </a:lnTo>
                      <a:lnTo>
                        <a:pt x="197" y="413"/>
                      </a:lnTo>
                      <a:lnTo>
                        <a:pt x="199" y="413"/>
                      </a:lnTo>
                      <a:lnTo>
                        <a:pt x="201" y="413"/>
                      </a:lnTo>
                      <a:lnTo>
                        <a:pt x="201" y="411"/>
                      </a:lnTo>
                      <a:lnTo>
                        <a:pt x="199" y="411"/>
                      </a:lnTo>
                      <a:lnTo>
                        <a:pt x="199" y="409"/>
                      </a:lnTo>
                      <a:lnTo>
                        <a:pt x="199" y="411"/>
                      </a:lnTo>
                      <a:lnTo>
                        <a:pt x="199" y="409"/>
                      </a:lnTo>
                      <a:lnTo>
                        <a:pt x="201" y="409"/>
                      </a:lnTo>
                      <a:lnTo>
                        <a:pt x="199" y="409"/>
                      </a:lnTo>
                      <a:lnTo>
                        <a:pt x="199" y="407"/>
                      </a:lnTo>
                      <a:lnTo>
                        <a:pt x="199" y="409"/>
                      </a:lnTo>
                      <a:lnTo>
                        <a:pt x="201" y="409"/>
                      </a:lnTo>
                      <a:lnTo>
                        <a:pt x="201" y="407"/>
                      </a:lnTo>
                      <a:lnTo>
                        <a:pt x="201" y="409"/>
                      </a:lnTo>
                      <a:lnTo>
                        <a:pt x="201" y="407"/>
                      </a:lnTo>
                      <a:lnTo>
                        <a:pt x="199" y="407"/>
                      </a:lnTo>
                      <a:lnTo>
                        <a:pt x="201" y="407"/>
                      </a:lnTo>
                      <a:lnTo>
                        <a:pt x="203" y="407"/>
                      </a:lnTo>
                      <a:lnTo>
                        <a:pt x="203" y="405"/>
                      </a:lnTo>
                      <a:lnTo>
                        <a:pt x="201" y="405"/>
                      </a:lnTo>
                      <a:lnTo>
                        <a:pt x="201" y="404"/>
                      </a:lnTo>
                      <a:lnTo>
                        <a:pt x="201" y="405"/>
                      </a:lnTo>
                      <a:lnTo>
                        <a:pt x="201" y="404"/>
                      </a:lnTo>
                      <a:lnTo>
                        <a:pt x="203" y="404"/>
                      </a:lnTo>
                      <a:lnTo>
                        <a:pt x="201" y="404"/>
                      </a:lnTo>
                      <a:lnTo>
                        <a:pt x="199" y="404"/>
                      </a:lnTo>
                      <a:lnTo>
                        <a:pt x="201" y="404"/>
                      </a:lnTo>
                      <a:lnTo>
                        <a:pt x="199" y="404"/>
                      </a:lnTo>
                      <a:lnTo>
                        <a:pt x="197" y="404"/>
                      </a:lnTo>
                      <a:lnTo>
                        <a:pt x="197" y="402"/>
                      </a:lnTo>
                      <a:lnTo>
                        <a:pt x="199" y="402"/>
                      </a:lnTo>
                      <a:lnTo>
                        <a:pt x="199" y="400"/>
                      </a:lnTo>
                      <a:lnTo>
                        <a:pt x="199" y="402"/>
                      </a:lnTo>
                      <a:lnTo>
                        <a:pt x="199" y="400"/>
                      </a:lnTo>
                      <a:lnTo>
                        <a:pt x="201" y="400"/>
                      </a:lnTo>
                      <a:lnTo>
                        <a:pt x="201" y="402"/>
                      </a:lnTo>
                      <a:lnTo>
                        <a:pt x="201" y="400"/>
                      </a:lnTo>
                      <a:lnTo>
                        <a:pt x="203" y="400"/>
                      </a:lnTo>
                      <a:lnTo>
                        <a:pt x="204" y="400"/>
                      </a:lnTo>
                      <a:lnTo>
                        <a:pt x="204" y="398"/>
                      </a:lnTo>
                      <a:lnTo>
                        <a:pt x="206" y="398"/>
                      </a:lnTo>
                      <a:lnTo>
                        <a:pt x="206" y="396"/>
                      </a:lnTo>
                      <a:lnTo>
                        <a:pt x="208" y="396"/>
                      </a:lnTo>
                      <a:lnTo>
                        <a:pt x="208" y="394"/>
                      </a:lnTo>
                      <a:lnTo>
                        <a:pt x="208" y="396"/>
                      </a:lnTo>
                      <a:lnTo>
                        <a:pt x="208" y="394"/>
                      </a:lnTo>
                      <a:lnTo>
                        <a:pt x="210" y="394"/>
                      </a:lnTo>
                      <a:lnTo>
                        <a:pt x="208" y="394"/>
                      </a:lnTo>
                      <a:lnTo>
                        <a:pt x="210" y="394"/>
                      </a:lnTo>
                      <a:lnTo>
                        <a:pt x="210" y="393"/>
                      </a:lnTo>
                      <a:lnTo>
                        <a:pt x="210" y="394"/>
                      </a:lnTo>
                      <a:lnTo>
                        <a:pt x="212" y="393"/>
                      </a:lnTo>
                      <a:lnTo>
                        <a:pt x="210" y="393"/>
                      </a:lnTo>
                      <a:lnTo>
                        <a:pt x="210" y="391"/>
                      </a:lnTo>
                      <a:lnTo>
                        <a:pt x="210" y="393"/>
                      </a:lnTo>
                      <a:lnTo>
                        <a:pt x="210" y="391"/>
                      </a:lnTo>
                      <a:lnTo>
                        <a:pt x="212" y="391"/>
                      </a:lnTo>
                      <a:lnTo>
                        <a:pt x="212" y="393"/>
                      </a:lnTo>
                      <a:lnTo>
                        <a:pt x="212" y="391"/>
                      </a:lnTo>
                      <a:lnTo>
                        <a:pt x="210" y="391"/>
                      </a:lnTo>
                      <a:lnTo>
                        <a:pt x="212" y="391"/>
                      </a:lnTo>
                      <a:lnTo>
                        <a:pt x="214" y="391"/>
                      </a:lnTo>
                      <a:lnTo>
                        <a:pt x="215" y="391"/>
                      </a:lnTo>
                      <a:lnTo>
                        <a:pt x="217" y="391"/>
                      </a:lnTo>
                      <a:lnTo>
                        <a:pt x="217" y="393"/>
                      </a:lnTo>
                      <a:lnTo>
                        <a:pt x="217" y="394"/>
                      </a:lnTo>
                      <a:lnTo>
                        <a:pt x="217" y="393"/>
                      </a:lnTo>
                      <a:lnTo>
                        <a:pt x="217" y="391"/>
                      </a:lnTo>
                      <a:lnTo>
                        <a:pt x="215" y="391"/>
                      </a:lnTo>
                      <a:lnTo>
                        <a:pt x="214" y="391"/>
                      </a:lnTo>
                      <a:lnTo>
                        <a:pt x="212" y="391"/>
                      </a:lnTo>
                      <a:lnTo>
                        <a:pt x="210" y="391"/>
                      </a:lnTo>
                      <a:lnTo>
                        <a:pt x="212" y="391"/>
                      </a:lnTo>
                      <a:lnTo>
                        <a:pt x="210" y="391"/>
                      </a:lnTo>
                      <a:lnTo>
                        <a:pt x="212" y="391"/>
                      </a:lnTo>
                      <a:lnTo>
                        <a:pt x="212" y="389"/>
                      </a:lnTo>
                      <a:lnTo>
                        <a:pt x="212" y="391"/>
                      </a:lnTo>
                      <a:lnTo>
                        <a:pt x="212" y="389"/>
                      </a:lnTo>
                      <a:lnTo>
                        <a:pt x="210" y="389"/>
                      </a:lnTo>
                      <a:lnTo>
                        <a:pt x="212" y="389"/>
                      </a:lnTo>
                      <a:lnTo>
                        <a:pt x="210" y="389"/>
                      </a:lnTo>
                      <a:lnTo>
                        <a:pt x="212" y="389"/>
                      </a:lnTo>
                      <a:lnTo>
                        <a:pt x="210" y="389"/>
                      </a:lnTo>
                      <a:lnTo>
                        <a:pt x="212" y="387"/>
                      </a:lnTo>
                      <a:lnTo>
                        <a:pt x="214" y="387"/>
                      </a:lnTo>
                      <a:lnTo>
                        <a:pt x="214" y="385"/>
                      </a:lnTo>
                      <a:lnTo>
                        <a:pt x="215" y="387"/>
                      </a:lnTo>
                      <a:lnTo>
                        <a:pt x="215" y="385"/>
                      </a:lnTo>
                      <a:lnTo>
                        <a:pt x="217" y="385"/>
                      </a:lnTo>
                      <a:lnTo>
                        <a:pt x="217" y="383"/>
                      </a:lnTo>
                      <a:lnTo>
                        <a:pt x="219" y="383"/>
                      </a:lnTo>
                      <a:lnTo>
                        <a:pt x="219" y="382"/>
                      </a:lnTo>
                      <a:lnTo>
                        <a:pt x="219" y="383"/>
                      </a:lnTo>
                      <a:lnTo>
                        <a:pt x="217" y="383"/>
                      </a:lnTo>
                      <a:lnTo>
                        <a:pt x="217" y="385"/>
                      </a:lnTo>
                      <a:lnTo>
                        <a:pt x="215" y="385"/>
                      </a:lnTo>
                      <a:lnTo>
                        <a:pt x="214" y="385"/>
                      </a:lnTo>
                      <a:lnTo>
                        <a:pt x="214" y="387"/>
                      </a:lnTo>
                      <a:lnTo>
                        <a:pt x="212" y="387"/>
                      </a:lnTo>
                      <a:lnTo>
                        <a:pt x="210" y="387"/>
                      </a:lnTo>
                      <a:lnTo>
                        <a:pt x="212" y="387"/>
                      </a:lnTo>
                      <a:lnTo>
                        <a:pt x="210" y="387"/>
                      </a:lnTo>
                      <a:lnTo>
                        <a:pt x="208" y="389"/>
                      </a:lnTo>
                      <a:lnTo>
                        <a:pt x="210" y="387"/>
                      </a:lnTo>
                      <a:lnTo>
                        <a:pt x="208" y="387"/>
                      </a:lnTo>
                      <a:lnTo>
                        <a:pt x="210" y="387"/>
                      </a:lnTo>
                      <a:lnTo>
                        <a:pt x="208" y="387"/>
                      </a:lnTo>
                      <a:lnTo>
                        <a:pt x="210" y="385"/>
                      </a:lnTo>
                      <a:lnTo>
                        <a:pt x="208" y="385"/>
                      </a:lnTo>
                      <a:lnTo>
                        <a:pt x="208" y="387"/>
                      </a:lnTo>
                      <a:lnTo>
                        <a:pt x="210" y="387"/>
                      </a:lnTo>
                      <a:lnTo>
                        <a:pt x="208" y="387"/>
                      </a:lnTo>
                      <a:lnTo>
                        <a:pt x="206" y="387"/>
                      </a:lnTo>
                      <a:lnTo>
                        <a:pt x="204" y="387"/>
                      </a:lnTo>
                      <a:lnTo>
                        <a:pt x="203" y="387"/>
                      </a:lnTo>
                      <a:lnTo>
                        <a:pt x="203" y="389"/>
                      </a:lnTo>
                      <a:lnTo>
                        <a:pt x="203" y="387"/>
                      </a:lnTo>
                      <a:lnTo>
                        <a:pt x="203" y="389"/>
                      </a:lnTo>
                      <a:lnTo>
                        <a:pt x="203" y="387"/>
                      </a:lnTo>
                      <a:lnTo>
                        <a:pt x="203" y="389"/>
                      </a:lnTo>
                      <a:lnTo>
                        <a:pt x="203" y="387"/>
                      </a:lnTo>
                      <a:lnTo>
                        <a:pt x="203" y="389"/>
                      </a:lnTo>
                      <a:lnTo>
                        <a:pt x="203" y="387"/>
                      </a:lnTo>
                      <a:lnTo>
                        <a:pt x="203" y="389"/>
                      </a:lnTo>
                      <a:lnTo>
                        <a:pt x="201" y="389"/>
                      </a:lnTo>
                      <a:lnTo>
                        <a:pt x="199" y="389"/>
                      </a:lnTo>
                      <a:lnTo>
                        <a:pt x="197" y="389"/>
                      </a:lnTo>
                      <a:lnTo>
                        <a:pt x="197" y="391"/>
                      </a:lnTo>
                      <a:lnTo>
                        <a:pt x="197" y="389"/>
                      </a:lnTo>
                      <a:lnTo>
                        <a:pt x="197" y="391"/>
                      </a:lnTo>
                      <a:lnTo>
                        <a:pt x="197" y="389"/>
                      </a:lnTo>
                      <a:lnTo>
                        <a:pt x="195" y="389"/>
                      </a:lnTo>
                      <a:lnTo>
                        <a:pt x="193" y="389"/>
                      </a:lnTo>
                      <a:lnTo>
                        <a:pt x="192" y="389"/>
                      </a:lnTo>
                      <a:lnTo>
                        <a:pt x="192" y="387"/>
                      </a:lnTo>
                      <a:lnTo>
                        <a:pt x="190" y="387"/>
                      </a:lnTo>
                      <a:lnTo>
                        <a:pt x="188" y="387"/>
                      </a:lnTo>
                      <a:lnTo>
                        <a:pt x="188" y="385"/>
                      </a:lnTo>
                      <a:lnTo>
                        <a:pt x="186" y="385"/>
                      </a:lnTo>
                      <a:lnTo>
                        <a:pt x="188" y="385"/>
                      </a:lnTo>
                      <a:lnTo>
                        <a:pt x="186" y="385"/>
                      </a:lnTo>
                      <a:lnTo>
                        <a:pt x="184" y="385"/>
                      </a:lnTo>
                      <a:lnTo>
                        <a:pt x="184" y="383"/>
                      </a:lnTo>
                      <a:lnTo>
                        <a:pt x="184" y="385"/>
                      </a:lnTo>
                      <a:lnTo>
                        <a:pt x="183" y="385"/>
                      </a:lnTo>
                      <a:lnTo>
                        <a:pt x="184" y="385"/>
                      </a:lnTo>
                      <a:lnTo>
                        <a:pt x="183" y="383"/>
                      </a:lnTo>
                      <a:lnTo>
                        <a:pt x="183" y="385"/>
                      </a:lnTo>
                      <a:lnTo>
                        <a:pt x="183" y="383"/>
                      </a:lnTo>
                      <a:lnTo>
                        <a:pt x="183" y="385"/>
                      </a:lnTo>
                      <a:lnTo>
                        <a:pt x="183" y="383"/>
                      </a:lnTo>
                      <a:lnTo>
                        <a:pt x="183" y="385"/>
                      </a:lnTo>
                      <a:lnTo>
                        <a:pt x="183" y="383"/>
                      </a:lnTo>
                      <a:lnTo>
                        <a:pt x="183" y="385"/>
                      </a:lnTo>
                      <a:lnTo>
                        <a:pt x="181" y="385"/>
                      </a:lnTo>
                      <a:lnTo>
                        <a:pt x="179" y="385"/>
                      </a:lnTo>
                      <a:lnTo>
                        <a:pt x="179" y="383"/>
                      </a:lnTo>
                      <a:lnTo>
                        <a:pt x="179" y="385"/>
                      </a:lnTo>
                      <a:lnTo>
                        <a:pt x="177" y="385"/>
                      </a:lnTo>
                      <a:lnTo>
                        <a:pt x="177" y="383"/>
                      </a:lnTo>
                      <a:lnTo>
                        <a:pt x="175" y="383"/>
                      </a:lnTo>
                      <a:lnTo>
                        <a:pt x="175" y="385"/>
                      </a:lnTo>
                      <a:lnTo>
                        <a:pt x="177" y="385"/>
                      </a:lnTo>
                      <a:lnTo>
                        <a:pt x="175" y="385"/>
                      </a:lnTo>
                      <a:lnTo>
                        <a:pt x="175" y="387"/>
                      </a:lnTo>
                      <a:lnTo>
                        <a:pt x="173" y="387"/>
                      </a:lnTo>
                      <a:lnTo>
                        <a:pt x="173" y="385"/>
                      </a:lnTo>
                      <a:lnTo>
                        <a:pt x="173" y="387"/>
                      </a:lnTo>
                      <a:lnTo>
                        <a:pt x="173" y="385"/>
                      </a:lnTo>
                      <a:lnTo>
                        <a:pt x="172" y="385"/>
                      </a:lnTo>
                      <a:lnTo>
                        <a:pt x="173" y="385"/>
                      </a:lnTo>
                      <a:lnTo>
                        <a:pt x="172" y="385"/>
                      </a:lnTo>
                      <a:lnTo>
                        <a:pt x="172" y="387"/>
                      </a:lnTo>
                      <a:lnTo>
                        <a:pt x="172" y="385"/>
                      </a:lnTo>
                      <a:lnTo>
                        <a:pt x="170" y="385"/>
                      </a:lnTo>
                      <a:lnTo>
                        <a:pt x="170" y="387"/>
                      </a:lnTo>
                      <a:lnTo>
                        <a:pt x="170" y="385"/>
                      </a:lnTo>
                      <a:lnTo>
                        <a:pt x="170" y="387"/>
                      </a:lnTo>
                      <a:lnTo>
                        <a:pt x="168" y="387"/>
                      </a:lnTo>
                      <a:lnTo>
                        <a:pt x="168" y="385"/>
                      </a:lnTo>
                      <a:lnTo>
                        <a:pt x="168" y="387"/>
                      </a:lnTo>
                      <a:lnTo>
                        <a:pt x="166" y="387"/>
                      </a:lnTo>
                      <a:lnTo>
                        <a:pt x="166" y="385"/>
                      </a:lnTo>
                      <a:lnTo>
                        <a:pt x="166" y="387"/>
                      </a:lnTo>
                      <a:lnTo>
                        <a:pt x="168" y="387"/>
                      </a:lnTo>
                      <a:lnTo>
                        <a:pt x="166" y="387"/>
                      </a:lnTo>
                      <a:lnTo>
                        <a:pt x="168" y="387"/>
                      </a:lnTo>
                      <a:lnTo>
                        <a:pt x="168" y="389"/>
                      </a:lnTo>
                      <a:lnTo>
                        <a:pt x="166" y="389"/>
                      </a:lnTo>
                      <a:lnTo>
                        <a:pt x="168" y="389"/>
                      </a:lnTo>
                      <a:lnTo>
                        <a:pt x="166" y="389"/>
                      </a:lnTo>
                      <a:lnTo>
                        <a:pt x="166" y="391"/>
                      </a:lnTo>
                      <a:lnTo>
                        <a:pt x="164" y="391"/>
                      </a:lnTo>
                      <a:lnTo>
                        <a:pt x="162" y="391"/>
                      </a:lnTo>
                      <a:lnTo>
                        <a:pt x="161" y="391"/>
                      </a:lnTo>
                      <a:lnTo>
                        <a:pt x="162" y="391"/>
                      </a:lnTo>
                      <a:lnTo>
                        <a:pt x="161" y="391"/>
                      </a:lnTo>
                      <a:lnTo>
                        <a:pt x="161" y="389"/>
                      </a:lnTo>
                      <a:lnTo>
                        <a:pt x="162" y="389"/>
                      </a:lnTo>
                      <a:lnTo>
                        <a:pt x="162" y="387"/>
                      </a:lnTo>
                      <a:lnTo>
                        <a:pt x="164" y="385"/>
                      </a:lnTo>
                      <a:lnTo>
                        <a:pt x="162" y="385"/>
                      </a:lnTo>
                      <a:lnTo>
                        <a:pt x="164" y="383"/>
                      </a:lnTo>
                      <a:lnTo>
                        <a:pt x="164" y="382"/>
                      </a:lnTo>
                      <a:lnTo>
                        <a:pt x="164" y="383"/>
                      </a:lnTo>
                      <a:lnTo>
                        <a:pt x="162" y="385"/>
                      </a:lnTo>
                      <a:lnTo>
                        <a:pt x="162" y="387"/>
                      </a:lnTo>
                      <a:lnTo>
                        <a:pt x="162" y="389"/>
                      </a:lnTo>
                      <a:lnTo>
                        <a:pt x="161" y="389"/>
                      </a:lnTo>
                      <a:lnTo>
                        <a:pt x="161" y="391"/>
                      </a:lnTo>
                      <a:lnTo>
                        <a:pt x="159" y="391"/>
                      </a:lnTo>
                      <a:lnTo>
                        <a:pt x="159" y="389"/>
                      </a:lnTo>
                      <a:lnTo>
                        <a:pt x="159" y="391"/>
                      </a:lnTo>
                      <a:lnTo>
                        <a:pt x="157" y="389"/>
                      </a:lnTo>
                      <a:lnTo>
                        <a:pt x="159" y="391"/>
                      </a:lnTo>
                      <a:lnTo>
                        <a:pt x="157" y="391"/>
                      </a:lnTo>
                      <a:lnTo>
                        <a:pt x="157" y="393"/>
                      </a:lnTo>
                      <a:lnTo>
                        <a:pt x="155" y="393"/>
                      </a:lnTo>
                      <a:lnTo>
                        <a:pt x="157" y="393"/>
                      </a:lnTo>
                      <a:lnTo>
                        <a:pt x="155" y="393"/>
                      </a:lnTo>
                      <a:lnTo>
                        <a:pt x="157" y="393"/>
                      </a:lnTo>
                      <a:lnTo>
                        <a:pt x="159" y="391"/>
                      </a:lnTo>
                      <a:lnTo>
                        <a:pt x="161" y="391"/>
                      </a:lnTo>
                      <a:lnTo>
                        <a:pt x="161" y="393"/>
                      </a:lnTo>
                      <a:lnTo>
                        <a:pt x="159" y="393"/>
                      </a:lnTo>
                      <a:lnTo>
                        <a:pt x="159" y="394"/>
                      </a:lnTo>
                      <a:lnTo>
                        <a:pt x="161" y="394"/>
                      </a:lnTo>
                      <a:lnTo>
                        <a:pt x="159" y="394"/>
                      </a:lnTo>
                      <a:lnTo>
                        <a:pt x="159" y="393"/>
                      </a:lnTo>
                      <a:lnTo>
                        <a:pt x="159" y="394"/>
                      </a:lnTo>
                      <a:lnTo>
                        <a:pt x="157" y="394"/>
                      </a:lnTo>
                      <a:lnTo>
                        <a:pt x="157" y="396"/>
                      </a:lnTo>
                      <a:lnTo>
                        <a:pt x="155" y="396"/>
                      </a:lnTo>
                      <a:lnTo>
                        <a:pt x="153" y="396"/>
                      </a:lnTo>
                      <a:lnTo>
                        <a:pt x="152" y="396"/>
                      </a:lnTo>
                      <a:lnTo>
                        <a:pt x="152" y="394"/>
                      </a:lnTo>
                      <a:lnTo>
                        <a:pt x="152" y="396"/>
                      </a:lnTo>
                      <a:lnTo>
                        <a:pt x="152" y="394"/>
                      </a:lnTo>
                      <a:lnTo>
                        <a:pt x="150" y="394"/>
                      </a:lnTo>
                      <a:lnTo>
                        <a:pt x="150" y="396"/>
                      </a:lnTo>
                      <a:lnTo>
                        <a:pt x="150" y="394"/>
                      </a:lnTo>
                      <a:lnTo>
                        <a:pt x="150" y="396"/>
                      </a:lnTo>
                      <a:lnTo>
                        <a:pt x="150" y="394"/>
                      </a:lnTo>
                      <a:lnTo>
                        <a:pt x="150" y="393"/>
                      </a:lnTo>
                      <a:lnTo>
                        <a:pt x="150" y="391"/>
                      </a:lnTo>
                      <a:lnTo>
                        <a:pt x="150" y="393"/>
                      </a:lnTo>
                      <a:lnTo>
                        <a:pt x="148" y="393"/>
                      </a:lnTo>
                      <a:lnTo>
                        <a:pt x="148" y="394"/>
                      </a:lnTo>
                      <a:lnTo>
                        <a:pt x="148" y="393"/>
                      </a:lnTo>
                      <a:lnTo>
                        <a:pt x="148" y="394"/>
                      </a:lnTo>
                      <a:lnTo>
                        <a:pt x="146" y="394"/>
                      </a:lnTo>
                      <a:lnTo>
                        <a:pt x="144" y="394"/>
                      </a:lnTo>
                      <a:lnTo>
                        <a:pt x="146" y="396"/>
                      </a:lnTo>
                      <a:lnTo>
                        <a:pt x="144" y="396"/>
                      </a:lnTo>
                      <a:lnTo>
                        <a:pt x="142" y="396"/>
                      </a:lnTo>
                      <a:lnTo>
                        <a:pt x="142" y="394"/>
                      </a:lnTo>
                      <a:lnTo>
                        <a:pt x="142" y="396"/>
                      </a:lnTo>
                      <a:lnTo>
                        <a:pt x="142" y="394"/>
                      </a:lnTo>
                      <a:lnTo>
                        <a:pt x="141" y="394"/>
                      </a:lnTo>
                      <a:lnTo>
                        <a:pt x="142" y="394"/>
                      </a:lnTo>
                      <a:lnTo>
                        <a:pt x="142" y="396"/>
                      </a:lnTo>
                      <a:lnTo>
                        <a:pt x="141" y="396"/>
                      </a:lnTo>
                      <a:lnTo>
                        <a:pt x="141" y="394"/>
                      </a:lnTo>
                      <a:lnTo>
                        <a:pt x="141" y="396"/>
                      </a:lnTo>
                      <a:lnTo>
                        <a:pt x="139" y="396"/>
                      </a:lnTo>
                      <a:lnTo>
                        <a:pt x="139" y="394"/>
                      </a:lnTo>
                      <a:lnTo>
                        <a:pt x="139" y="396"/>
                      </a:lnTo>
                      <a:lnTo>
                        <a:pt x="139" y="398"/>
                      </a:lnTo>
                      <a:lnTo>
                        <a:pt x="139" y="396"/>
                      </a:lnTo>
                      <a:lnTo>
                        <a:pt x="137" y="396"/>
                      </a:lnTo>
                      <a:lnTo>
                        <a:pt x="137" y="394"/>
                      </a:lnTo>
                      <a:lnTo>
                        <a:pt x="137" y="396"/>
                      </a:lnTo>
                      <a:lnTo>
                        <a:pt x="139" y="396"/>
                      </a:lnTo>
                      <a:lnTo>
                        <a:pt x="139" y="398"/>
                      </a:lnTo>
                      <a:lnTo>
                        <a:pt x="137" y="398"/>
                      </a:lnTo>
                      <a:lnTo>
                        <a:pt x="137" y="400"/>
                      </a:lnTo>
                      <a:lnTo>
                        <a:pt x="137" y="398"/>
                      </a:lnTo>
                      <a:lnTo>
                        <a:pt x="135" y="398"/>
                      </a:lnTo>
                      <a:lnTo>
                        <a:pt x="133" y="398"/>
                      </a:lnTo>
                      <a:lnTo>
                        <a:pt x="133" y="396"/>
                      </a:lnTo>
                      <a:lnTo>
                        <a:pt x="133" y="398"/>
                      </a:lnTo>
                      <a:lnTo>
                        <a:pt x="133" y="396"/>
                      </a:lnTo>
                      <a:lnTo>
                        <a:pt x="133" y="398"/>
                      </a:lnTo>
                      <a:lnTo>
                        <a:pt x="131" y="398"/>
                      </a:lnTo>
                      <a:lnTo>
                        <a:pt x="130" y="398"/>
                      </a:lnTo>
                      <a:lnTo>
                        <a:pt x="128" y="398"/>
                      </a:lnTo>
                      <a:lnTo>
                        <a:pt x="126" y="398"/>
                      </a:lnTo>
                      <a:lnTo>
                        <a:pt x="128" y="398"/>
                      </a:lnTo>
                      <a:lnTo>
                        <a:pt x="126" y="398"/>
                      </a:lnTo>
                      <a:lnTo>
                        <a:pt x="124" y="398"/>
                      </a:lnTo>
                      <a:lnTo>
                        <a:pt x="126" y="398"/>
                      </a:lnTo>
                      <a:lnTo>
                        <a:pt x="128" y="398"/>
                      </a:lnTo>
                      <a:lnTo>
                        <a:pt x="126" y="400"/>
                      </a:lnTo>
                      <a:lnTo>
                        <a:pt x="124" y="400"/>
                      </a:lnTo>
                      <a:lnTo>
                        <a:pt x="122" y="400"/>
                      </a:lnTo>
                      <a:lnTo>
                        <a:pt x="120" y="400"/>
                      </a:lnTo>
                      <a:lnTo>
                        <a:pt x="120" y="402"/>
                      </a:lnTo>
                      <a:lnTo>
                        <a:pt x="120" y="400"/>
                      </a:lnTo>
                      <a:lnTo>
                        <a:pt x="120" y="402"/>
                      </a:lnTo>
                      <a:lnTo>
                        <a:pt x="119" y="402"/>
                      </a:lnTo>
                      <a:lnTo>
                        <a:pt x="117" y="402"/>
                      </a:lnTo>
                      <a:lnTo>
                        <a:pt x="115" y="402"/>
                      </a:lnTo>
                      <a:lnTo>
                        <a:pt x="115" y="404"/>
                      </a:lnTo>
                      <a:lnTo>
                        <a:pt x="113" y="404"/>
                      </a:lnTo>
                      <a:lnTo>
                        <a:pt x="113" y="405"/>
                      </a:lnTo>
                      <a:lnTo>
                        <a:pt x="111" y="405"/>
                      </a:lnTo>
                      <a:lnTo>
                        <a:pt x="110" y="405"/>
                      </a:lnTo>
                      <a:lnTo>
                        <a:pt x="110" y="404"/>
                      </a:lnTo>
                      <a:lnTo>
                        <a:pt x="110" y="405"/>
                      </a:lnTo>
                      <a:lnTo>
                        <a:pt x="110" y="404"/>
                      </a:lnTo>
                      <a:lnTo>
                        <a:pt x="111" y="404"/>
                      </a:lnTo>
                      <a:lnTo>
                        <a:pt x="110" y="404"/>
                      </a:lnTo>
                      <a:lnTo>
                        <a:pt x="110" y="405"/>
                      </a:lnTo>
                      <a:lnTo>
                        <a:pt x="108" y="405"/>
                      </a:lnTo>
                      <a:lnTo>
                        <a:pt x="108" y="407"/>
                      </a:lnTo>
                      <a:lnTo>
                        <a:pt x="106" y="407"/>
                      </a:lnTo>
                      <a:lnTo>
                        <a:pt x="108" y="407"/>
                      </a:lnTo>
                      <a:lnTo>
                        <a:pt x="108" y="409"/>
                      </a:lnTo>
                      <a:lnTo>
                        <a:pt x="108" y="407"/>
                      </a:lnTo>
                      <a:lnTo>
                        <a:pt x="110" y="407"/>
                      </a:lnTo>
                      <a:lnTo>
                        <a:pt x="110" y="409"/>
                      </a:lnTo>
                      <a:lnTo>
                        <a:pt x="108" y="409"/>
                      </a:lnTo>
                      <a:lnTo>
                        <a:pt x="106" y="409"/>
                      </a:lnTo>
                      <a:lnTo>
                        <a:pt x="104" y="409"/>
                      </a:lnTo>
                      <a:lnTo>
                        <a:pt x="104" y="407"/>
                      </a:lnTo>
                      <a:lnTo>
                        <a:pt x="106" y="407"/>
                      </a:lnTo>
                      <a:lnTo>
                        <a:pt x="104" y="407"/>
                      </a:lnTo>
                      <a:lnTo>
                        <a:pt x="106" y="407"/>
                      </a:lnTo>
                      <a:lnTo>
                        <a:pt x="106" y="405"/>
                      </a:lnTo>
                      <a:lnTo>
                        <a:pt x="108" y="405"/>
                      </a:lnTo>
                      <a:lnTo>
                        <a:pt x="108" y="404"/>
                      </a:lnTo>
                      <a:lnTo>
                        <a:pt x="106" y="404"/>
                      </a:lnTo>
                      <a:lnTo>
                        <a:pt x="106" y="402"/>
                      </a:lnTo>
                      <a:lnTo>
                        <a:pt x="106" y="400"/>
                      </a:lnTo>
                      <a:lnTo>
                        <a:pt x="108" y="400"/>
                      </a:lnTo>
                      <a:lnTo>
                        <a:pt x="106" y="400"/>
                      </a:lnTo>
                      <a:lnTo>
                        <a:pt x="108" y="400"/>
                      </a:lnTo>
                      <a:lnTo>
                        <a:pt x="106" y="400"/>
                      </a:lnTo>
                      <a:lnTo>
                        <a:pt x="108" y="400"/>
                      </a:lnTo>
                      <a:lnTo>
                        <a:pt x="106" y="400"/>
                      </a:lnTo>
                      <a:lnTo>
                        <a:pt x="106" y="398"/>
                      </a:lnTo>
                      <a:lnTo>
                        <a:pt x="106" y="400"/>
                      </a:lnTo>
                      <a:lnTo>
                        <a:pt x="104" y="400"/>
                      </a:lnTo>
                      <a:lnTo>
                        <a:pt x="104" y="398"/>
                      </a:lnTo>
                      <a:lnTo>
                        <a:pt x="104" y="400"/>
                      </a:lnTo>
                      <a:lnTo>
                        <a:pt x="104" y="398"/>
                      </a:lnTo>
                      <a:lnTo>
                        <a:pt x="104" y="396"/>
                      </a:lnTo>
                      <a:lnTo>
                        <a:pt x="106" y="396"/>
                      </a:lnTo>
                      <a:lnTo>
                        <a:pt x="104" y="396"/>
                      </a:lnTo>
                      <a:lnTo>
                        <a:pt x="104" y="398"/>
                      </a:lnTo>
                      <a:lnTo>
                        <a:pt x="102" y="400"/>
                      </a:lnTo>
                      <a:lnTo>
                        <a:pt x="100" y="400"/>
                      </a:lnTo>
                      <a:lnTo>
                        <a:pt x="102" y="400"/>
                      </a:lnTo>
                      <a:lnTo>
                        <a:pt x="100" y="400"/>
                      </a:lnTo>
                      <a:lnTo>
                        <a:pt x="99" y="400"/>
                      </a:lnTo>
                      <a:lnTo>
                        <a:pt x="99" y="402"/>
                      </a:lnTo>
                      <a:lnTo>
                        <a:pt x="97" y="402"/>
                      </a:lnTo>
                      <a:lnTo>
                        <a:pt x="97" y="404"/>
                      </a:lnTo>
                      <a:lnTo>
                        <a:pt x="97" y="405"/>
                      </a:lnTo>
                      <a:lnTo>
                        <a:pt x="95" y="405"/>
                      </a:lnTo>
                      <a:lnTo>
                        <a:pt x="97" y="405"/>
                      </a:lnTo>
                      <a:lnTo>
                        <a:pt x="97" y="407"/>
                      </a:lnTo>
                      <a:lnTo>
                        <a:pt x="97" y="405"/>
                      </a:lnTo>
                      <a:lnTo>
                        <a:pt x="97" y="407"/>
                      </a:lnTo>
                      <a:lnTo>
                        <a:pt x="95" y="407"/>
                      </a:lnTo>
                      <a:lnTo>
                        <a:pt x="97" y="407"/>
                      </a:lnTo>
                      <a:lnTo>
                        <a:pt x="95" y="407"/>
                      </a:lnTo>
                      <a:lnTo>
                        <a:pt x="95" y="409"/>
                      </a:lnTo>
                      <a:lnTo>
                        <a:pt x="95" y="411"/>
                      </a:lnTo>
                      <a:lnTo>
                        <a:pt x="97" y="411"/>
                      </a:lnTo>
                      <a:lnTo>
                        <a:pt x="95" y="411"/>
                      </a:lnTo>
                      <a:lnTo>
                        <a:pt x="97" y="411"/>
                      </a:lnTo>
                      <a:lnTo>
                        <a:pt x="95" y="411"/>
                      </a:lnTo>
                      <a:lnTo>
                        <a:pt x="97" y="411"/>
                      </a:lnTo>
                      <a:lnTo>
                        <a:pt x="95" y="413"/>
                      </a:lnTo>
                      <a:lnTo>
                        <a:pt x="95" y="414"/>
                      </a:lnTo>
                      <a:lnTo>
                        <a:pt x="93" y="414"/>
                      </a:lnTo>
                      <a:lnTo>
                        <a:pt x="91" y="414"/>
                      </a:lnTo>
                      <a:lnTo>
                        <a:pt x="93" y="414"/>
                      </a:lnTo>
                      <a:lnTo>
                        <a:pt x="93" y="416"/>
                      </a:lnTo>
                      <a:lnTo>
                        <a:pt x="93" y="418"/>
                      </a:lnTo>
                      <a:lnTo>
                        <a:pt x="91" y="418"/>
                      </a:lnTo>
                      <a:lnTo>
                        <a:pt x="93" y="416"/>
                      </a:lnTo>
                      <a:lnTo>
                        <a:pt x="91" y="416"/>
                      </a:lnTo>
                      <a:lnTo>
                        <a:pt x="89" y="416"/>
                      </a:lnTo>
                      <a:lnTo>
                        <a:pt x="89" y="414"/>
                      </a:lnTo>
                      <a:lnTo>
                        <a:pt x="89" y="416"/>
                      </a:lnTo>
                      <a:lnTo>
                        <a:pt x="89" y="414"/>
                      </a:lnTo>
                      <a:lnTo>
                        <a:pt x="91" y="414"/>
                      </a:lnTo>
                      <a:lnTo>
                        <a:pt x="89" y="414"/>
                      </a:lnTo>
                      <a:lnTo>
                        <a:pt x="89" y="416"/>
                      </a:lnTo>
                      <a:lnTo>
                        <a:pt x="88" y="416"/>
                      </a:lnTo>
                      <a:lnTo>
                        <a:pt x="88" y="414"/>
                      </a:lnTo>
                      <a:lnTo>
                        <a:pt x="86" y="414"/>
                      </a:lnTo>
                      <a:lnTo>
                        <a:pt x="86" y="413"/>
                      </a:lnTo>
                      <a:lnTo>
                        <a:pt x="86" y="414"/>
                      </a:lnTo>
                      <a:lnTo>
                        <a:pt x="86" y="413"/>
                      </a:lnTo>
                      <a:lnTo>
                        <a:pt x="84" y="413"/>
                      </a:lnTo>
                      <a:lnTo>
                        <a:pt x="82" y="413"/>
                      </a:lnTo>
                      <a:lnTo>
                        <a:pt x="80" y="413"/>
                      </a:lnTo>
                      <a:lnTo>
                        <a:pt x="82" y="413"/>
                      </a:lnTo>
                      <a:lnTo>
                        <a:pt x="80" y="413"/>
                      </a:lnTo>
                      <a:lnTo>
                        <a:pt x="80" y="411"/>
                      </a:lnTo>
                      <a:lnTo>
                        <a:pt x="82" y="413"/>
                      </a:lnTo>
                      <a:lnTo>
                        <a:pt x="82" y="411"/>
                      </a:lnTo>
                      <a:lnTo>
                        <a:pt x="80" y="411"/>
                      </a:lnTo>
                      <a:lnTo>
                        <a:pt x="80" y="409"/>
                      </a:lnTo>
                      <a:lnTo>
                        <a:pt x="80" y="411"/>
                      </a:lnTo>
                      <a:lnTo>
                        <a:pt x="79" y="411"/>
                      </a:lnTo>
                      <a:lnTo>
                        <a:pt x="79" y="409"/>
                      </a:lnTo>
                      <a:lnTo>
                        <a:pt x="79" y="411"/>
                      </a:lnTo>
                      <a:lnTo>
                        <a:pt x="79" y="409"/>
                      </a:lnTo>
                      <a:lnTo>
                        <a:pt x="79" y="411"/>
                      </a:lnTo>
                      <a:lnTo>
                        <a:pt x="77" y="411"/>
                      </a:lnTo>
                      <a:lnTo>
                        <a:pt x="75" y="411"/>
                      </a:lnTo>
                      <a:lnTo>
                        <a:pt x="73" y="411"/>
                      </a:lnTo>
                      <a:lnTo>
                        <a:pt x="73" y="413"/>
                      </a:lnTo>
                      <a:lnTo>
                        <a:pt x="71" y="413"/>
                      </a:lnTo>
                      <a:lnTo>
                        <a:pt x="71" y="411"/>
                      </a:lnTo>
                      <a:lnTo>
                        <a:pt x="69" y="411"/>
                      </a:lnTo>
                      <a:lnTo>
                        <a:pt x="71" y="411"/>
                      </a:lnTo>
                      <a:lnTo>
                        <a:pt x="69" y="411"/>
                      </a:lnTo>
                      <a:lnTo>
                        <a:pt x="69" y="413"/>
                      </a:lnTo>
                      <a:lnTo>
                        <a:pt x="68" y="413"/>
                      </a:lnTo>
                      <a:lnTo>
                        <a:pt x="69" y="413"/>
                      </a:lnTo>
                      <a:lnTo>
                        <a:pt x="68" y="413"/>
                      </a:lnTo>
                      <a:lnTo>
                        <a:pt x="66" y="413"/>
                      </a:lnTo>
                      <a:lnTo>
                        <a:pt x="68" y="413"/>
                      </a:lnTo>
                      <a:lnTo>
                        <a:pt x="68" y="411"/>
                      </a:lnTo>
                      <a:lnTo>
                        <a:pt x="66" y="411"/>
                      </a:lnTo>
                      <a:lnTo>
                        <a:pt x="68" y="411"/>
                      </a:lnTo>
                      <a:lnTo>
                        <a:pt x="66" y="411"/>
                      </a:lnTo>
                      <a:lnTo>
                        <a:pt x="68" y="409"/>
                      </a:lnTo>
                      <a:lnTo>
                        <a:pt x="66" y="409"/>
                      </a:lnTo>
                      <a:lnTo>
                        <a:pt x="66" y="411"/>
                      </a:lnTo>
                      <a:lnTo>
                        <a:pt x="66" y="413"/>
                      </a:lnTo>
                      <a:lnTo>
                        <a:pt x="64" y="413"/>
                      </a:lnTo>
                      <a:lnTo>
                        <a:pt x="66" y="413"/>
                      </a:lnTo>
                      <a:lnTo>
                        <a:pt x="66" y="414"/>
                      </a:lnTo>
                      <a:lnTo>
                        <a:pt x="64" y="413"/>
                      </a:lnTo>
                      <a:lnTo>
                        <a:pt x="64" y="414"/>
                      </a:lnTo>
                      <a:lnTo>
                        <a:pt x="62" y="414"/>
                      </a:lnTo>
                      <a:lnTo>
                        <a:pt x="60" y="414"/>
                      </a:lnTo>
                      <a:lnTo>
                        <a:pt x="62" y="414"/>
                      </a:lnTo>
                      <a:lnTo>
                        <a:pt x="60" y="414"/>
                      </a:lnTo>
                      <a:lnTo>
                        <a:pt x="60" y="413"/>
                      </a:lnTo>
                      <a:lnTo>
                        <a:pt x="60" y="414"/>
                      </a:lnTo>
                      <a:lnTo>
                        <a:pt x="58" y="414"/>
                      </a:lnTo>
                      <a:lnTo>
                        <a:pt x="58" y="413"/>
                      </a:lnTo>
                      <a:lnTo>
                        <a:pt x="58" y="414"/>
                      </a:lnTo>
                      <a:lnTo>
                        <a:pt x="58" y="413"/>
                      </a:lnTo>
                      <a:lnTo>
                        <a:pt x="58" y="411"/>
                      </a:lnTo>
                      <a:lnTo>
                        <a:pt x="57" y="411"/>
                      </a:lnTo>
                      <a:lnTo>
                        <a:pt x="57" y="413"/>
                      </a:lnTo>
                      <a:lnTo>
                        <a:pt x="57" y="411"/>
                      </a:lnTo>
                      <a:lnTo>
                        <a:pt x="55" y="411"/>
                      </a:lnTo>
                      <a:lnTo>
                        <a:pt x="53" y="411"/>
                      </a:lnTo>
                      <a:lnTo>
                        <a:pt x="55" y="411"/>
                      </a:lnTo>
                      <a:lnTo>
                        <a:pt x="53" y="411"/>
                      </a:lnTo>
                      <a:lnTo>
                        <a:pt x="53" y="413"/>
                      </a:lnTo>
                      <a:lnTo>
                        <a:pt x="53" y="411"/>
                      </a:lnTo>
                      <a:lnTo>
                        <a:pt x="53" y="413"/>
                      </a:lnTo>
                      <a:lnTo>
                        <a:pt x="51" y="413"/>
                      </a:lnTo>
                      <a:lnTo>
                        <a:pt x="51" y="414"/>
                      </a:lnTo>
                      <a:lnTo>
                        <a:pt x="49" y="414"/>
                      </a:lnTo>
                      <a:lnTo>
                        <a:pt x="49" y="416"/>
                      </a:lnTo>
                      <a:lnTo>
                        <a:pt x="49" y="414"/>
                      </a:lnTo>
                      <a:lnTo>
                        <a:pt x="47" y="414"/>
                      </a:lnTo>
                      <a:lnTo>
                        <a:pt x="49" y="414"/>
                      </a:lnTo>
                      <a:lnTo>
                        <a:pt x="49" y="413"/>
                      </a:lnTo>
                      <a:lnTo>
                        <a:pt x="49" y="411"/>
                      </a:lnTo>
                      <a:lnTo>
                        <a:pt x="49" y="409"/>
                      </a:lnTo>
                      <a:lnTo>
                        <a:pt x="49" y="411"/>
                      </a:lnTo>
                      <a:lnTo>
                        <a:pt x="47" y="411"/>
                      </a:lnTo>
                      <a:lnTo>
                        <a:pt x="47" y="409"/>
                      </a:lnTo>
                      <a:lnTo>
                        <a:pt x="47" y="407"/>
                      </a:lnTo>
                      <a:lnTo>
                        <a:pt x="49" y="407"/>
                      </a:lnTo>
                      <a:lnTo>
                        <a:pt x="49" y="405"/>
                      </a:lnTo>
                      <a:lnTo>
                        <a:pt x="49" y="404"/>
                      </a:lnTo>
                      <a:lnTo>
                        <a:pt x="47" y="402"/>
                      </a:lnTo>
                      <a:lnTo>
                        <a:pt x="49" y="402"/>
                      </a:lnTo>
                      <a:lnTo>
                        <a:pt x="47" y="402"/>
                      </a:lnTo>
                      <a:lnTo>
                        <a:pt x="49" y="402"/>
                      </a:lnTo>
                      <a:lnTo>
                        <a:pt x="49" y="400"/>
                      </a:lnTo>
                      <a:lnTo>
                        <a:pt x="47" y="400"/>
                      </a:lnTo>
                      <a:lnTo>
                        <a:pt x="49" y="400"/>
                      </a:lnTo>
                      <a:lnTo>
                        <a:pt x="47" y="400"/>
                      </a:lnTo>
                      <a:lnTo>
                        <a:pt x="49" y="400"/>
                      </a:lnTo>
                      <a:lnTo>
                        <a:pt x="51" y="400"/>
                      </a:lnTo>
                      <a:lnTo>
                        <a:pt x="53" y="400"/>
                      </a:lnTo>
                      <a:lnTo>
                        <a:pt x="53" y="398"/>
                      </a:lnTo>
                      <a:lnTo>
                        <a:pt x="53" y="400"/>
                      </a:lnTo>
                      <a:lnTo>
                        <a:pt x="53" y="398"/>
                      </a:lnTo>
                      <a:lnTo>
                        <a:pt x="53" y="400"/>
                      </a:lnTo>
                      <a:lnTo>
                        <a:pt x="53" y="398"/>
                      </a:lnTo>
                      <a:lnTo>
                        <a:pt x="51" y="398"/>
                      </a:lnTo>
                      <a:lnTo>
                        <a:pt x="49" y="398"/>
                      </a:lnTo>
                      <a:lnTo>
                        <a:pt x="51" y="398"/>
                      </a:lnTo>
                      <a:lnTo>
                        <a:pt x="51" y="396"/>
                      </a:lnTo>
                      <a:lnTo>
                        <a:pt x="53" y="396"/>
                      </a:lnTo>
                      <a:lnTo>
                        <a:pt x="53" y="398"/>
                      </a:lnTo>
                      <a:lnTo>
                        <a:pt x="55" y="398"/>
                      </a:lnTo>
                      <a:lnTo>
                        <a:pt x="55" y="396"/>
                      </a:lnTo>
                      <a:lnTo>
                        <a:pt x="55" y="398"/>
                      </a:lnTo>
                      <a:lnTo>
                        <a:pt x="57" y="398"/>
                      </a:lnTo>
                      <a:lnTo>
                        <a:pt x="58" y="398"/>
                      </a:lnTo>
                      <a:lnTo>
                        <a:pt x="58" y="400"/>
                      </a:lnTo>
                      <a:lnTo>
                        <a:pt x="58" y="398"/>
                      </a:lnTo>
                      <a:lnTo>
                        <a:pt x="60" y="398"/>
                      </a:lnTo>
                      <a:lnTo>
                        <a:pt x="60" y="400"/>
                      </a:lnTo>
                      <a:lnTo>
                        <a:pt x="60" y="398"/>
                      </a:lnTo>
                      <a:lnTo>
                        <a:pt x="62" y="398"/>
                      </a:lnTo>
                      <a:lnTo>
                        <a:pt x="64" y="398"/>
                      </a:lnTo>
                      <a:lnTo>
                        <a:pt x="66" y="398"/>
                      </a:lnTo>
                      <a:lnTo>
                        <a:pt x="66" y="396"/>
                      </a:lnTo>
                      <a:lnTo>
                        <a:pt x="68" y="396"/>
                      </a:lnTo>
                      <a:lnTo>
                        <a:pt x="66" y="396"/>
                      </a:lnTo>
                      <a:lnTo>
                        <a:pt x="68" y="396"/>
                      </a:lnTo>
                      <a:lnTo>
                        <a:pt x="68" y="394"/>
                      </a:lnTo>
                      <a:lnTo>
                        <a:pt x="69" y="394"/>
                      </a:lnTo>
                      <a:lnTo>
                        <a:pt x="68" y="394"/>
                      </a:lnTo>
                      <a:lnTo>
                        <a:pt x="69" y="394"/>
                      </a:lnTo>
                      <a:lnTo>
                        <a:pt x="68" y="394"/>
                      </a:lnTo>
                      <a:lnTo>
                        <a:pt x="69" y="394"/>
                      </a:lnTo>
                      <a:lnTo>
                        <a:pt x="69" y="393"/>
                      </a:lnTo>
                      <a:lnTo>
                        <a:pt x="71" y="393"/>
                      </a:lnTo>
                      <a:lnTo>
                        <a:pt x="73" y="391"/>
                      </a:lnTo>
                      <a:lnTo>
                        <a:pt x="71" y="391"/>
                      </a:lnTo>
                      <a:lnTo>
                        <a:pt x="73" y="391"/>
                      </a:lnTo>
                      <a:lnTo>
                        <a:pt x="71" y="391"/>
                      </a:lnTo>
                      <a:lnTo>
                        <a:pt x="73" y="391"/>
                      </a:lnTo>
                      <a:lnTo>
                        <a:pt x="71" y="391"/>
                      </a:lnTo>
                      <a:lnTo>
                        <a:pt x="73" y="391"/>
                      </a:lnTo>
                      <a:lnTo>
                        <a:pt x="75" y="391"/>
                      </a:lnTo>
                      <a:lnTo>
                        <a:pt x="75" y="389"/>
                      </a:lnTo>
                      <a:lnTo>
                        <a:pt x="73" y="389"/>
                      </a:lnTo>
                      <a:lnTo>
                        <a:pt x="73" y="391"/>
                      </a:lnTo>
                      <a:lnTo>
                        <a:pt x="73" y="389"/>
                      </a:lnTo>
                      <a:lnTo>
                        <a:pt x="73" y="391"/>
                      </a:lnTo>
                      <a:lnTo>
                        <a:pt x="73" y="389"/>
                      </a:lnTo>
                      <a:lnTo>
                        <a:pt x="75" y="389"/>
                      </a:lnTo>
                      <a:lnTo>
                        <a:pt x="77" y="389"/>
                      </a:lnTo>
                      <a:lnTo>
                        <a:pt x="77" y="387"/>
                      </a:lnTo>
                      <a:lnTo>
                        <a:pt x="77" y="389"/>
                      </a:lnTo>
                      <a:lnTo>
                        <a:pt x="79" y="389"/>
                      </a:lnTo>
                      <a:lnTo>
                        <a:pt x="80" y="389"/>
                      </a:lnTo>
                      <a:lnTo>
                        <a:pt x="80" y="387"/>
                      </a:lnTo>
                      <a:lnTo>
                        <a:pt x="82" y="387"/>
                      </a:lnTo>
                      <a:lnTo>
                        <a:pt x="82" y="389"/>
                      </a:lnTo>
                      <a:lnTo>
                        <a:pt x="82" y="387"/>
                      </a:lnTo>
                      <a:lnTo>
                        <a:pt x="84" y="387"/>
                      </a:lnTo>
                      <a:lnTo>
                        <a:pt x="84" y="385"/>
                      </a:lnTo>
                      <a:lnTo>
                        <a:pt x="86" y="385"/>
                      </a:lnTo>
                      <a:lnTo>
                        <a:pt x="86" y="383"/>
                      </a:lnTo>
                      <a:lnTo>
                        <a:pt x="86" y="385"/>
                      </a:lnTo>
                      <a:lnTo>
                        <a:pt x="86" y="383"/>
                      </a:lnTo>
                      <a:lnTo>
                        <a:pt x="88" y="383"/>
                      </a:lnTo>
                      <a:lnTo>
                        <a:pt x="88" y="382"/>
                      </a:lnTo>
                      <a:lnTo>
                        <a:pt x="89" y="382"/>
                      </a:lnTo>
                      <a:lnTo>
                        <a:pt x="88" y="382"/>
                      </a:lnTo>
                      <a:lnTo>
                        <a:pt x="89" y="382"/>
                      </a:lnTo>
                      <a:lnTo>
                        <a:pt x="89" y="380"/>
                      </a:lnTo>
                      <a:lnTo>
                        <a:pt x="91" y="380"/>
                      </a:lnTo>
                      <a:lnTo>
                        <a:pt x="89" y="380"/>
                      </a:lnTo>
                      <a:lnTo>
                        <a:pt x="91" y="380"/>
                      </a:lnTo>
                      <a:lnTo>
                        <a:pt x="89" y="380"/>
                      </a:lnTo>
                      <a:lnTo>
                        <a:pt x="91" y="380"/>
                      </a:lnTo>
                      <a:lnTo>
                        <a:pt x="91" y="378"/>
                      </a:lnTo>
                      <a:lnTo>
                        <a:pt x="93" y="378"/>
                      </a:lnTo>
                      <a:lnTo>
                        <a:pt x="95" y="378"/>
                      </a:lnTo>
                      <a:lnTo>
                        <a:pt x="95" y="376"/>
                      </a:lnTo>
                      <a:lnTo>
                        <a:pt x="97" y="376"/>
                      </a:lnTo>
                      <a:lnTo>
                        <a:pt x="97" y="374"/>
                      </a:lnTo>
                      <a:lnTo>
                        <a:pt x="99" y="374"/>
                      </a:lnTo>
                      <a:lnTo>
                        <a:pt x="100" y="374"/>
                      </a:lnTo>
                      <a:lnTo>
                        <a:pt x="100" y="372"/>
                      </a:lnTo>
                      <a:lnTo>
                        <a:pt x="102" y="372"/>
                      </a:lnTo>
                      <a:lnTo>
                        <a:pt x="102" y="371"/>
                      </a:lnTo>
                      <a:lnTo>
                        <a:pt x="104" y="371"/>
                      </a:lnTo>
                      <a:lnTo>
                        <a:pt x="102" y="371"/>
                      </a:lnTo>
                      <a:lnTo>
                        <a:pt x="102" y="369"/>
                      </a:lnTo>
                      <a:lnTo>
                        <a:pt x="104" y="371"/>
                      </a:lnTo>
                      <a:lnTo>
                        <a:pt x="104" y="369"/>
                      </a:lnTo>
                      <a:lnTo>
                        <a:pt x="106" y="369"/>
                      </a:lnTo>
                      <a:lnTo>
                        <a:pt x="108" y="367"/>
                      </a:lnTo>
                      <a:lnTo>
                        <a:pt x="110" y="367"/>
                      </a:lnTo>
                      <a:lnTo>
                        <a:pt x="111" y="367"/>
                      </a:lnTo>
                      <a:lnTo>
                        <a:pt x="111" y="365"/>
                      </a:lnTo>
                      <a:lnTo>
                        <a:pt x="111" y="363"/>
                      </a:lnTo>
                      <a:lnTo>
                        <a:pt x="113" y="363"/>
                      </a:lnTo>
                      <a:lnTo>
                        <a:pt x="111" y="363"/>
                      </a:lnTo>
                      <a:lnTo>
                        <a:pt x="111" y="361"/>
                      </a:lnTo>
                      <a:lnTo>
                        <a:pt x="110" y="361"/>
                      </a:lnTo>
                      <a:lnTo>
                        <a:pt x="111" y="361"/>
                      </a:lnTo>
                      <a:lnTo>
                        <a:pt x="111" y="360"/>
                      </a:lnTo>
                      <a:lnTo>
                        <a:pt x="113" y="360"/>
                      </a:lnTo>
                      <a:lnTo>
                        <a:pt x="113" y="361"/>
                      </a:lnTo>
                      <a:lnTo>
                        <a:pt x="113" y="360"/>
                      </a:lnTo>
                      <a:lnTo>
                        <a:pt x="113" y="361"/>
                      </a:lnTo>
                      <a:lnTo>
                        <a:pt x="113" y="360"/>
                      </a:lnTo>
                      <a:lnTo>
                        <a:pt x="115" y="360"/>
                      </a:lnTo>
                      <a:lnTo>
                        <a:pt x="113" y="360"/>
                      </a:lnTo>
                      <a:lnTo>
                        <a:pt x="115" y="360"/>
                      </a:lnTo>
                      <a:lnTo>
                        <a:pt x="117" y="360"/>
                      </a:lnTo>
                      <a:lnTo>
                        <a:pt x="117" y="358"/>
                      </a:lnTo>
                      <a:lnTo>
                        <a:pt x="119" y="358"/>
                      </a:lnTo>
                      <a:lnTo>
                        <a:pt x="120" y="358"/>
                      </a:lnTo>
                      <a:lnTo>
                        <a:pt x="122" y="358"/>
                      </a:lnTo>
                      <a:lnTo>
                        <a:pt x="124" y="358"/>
                      </a:lnTo>
                      <a:lnTo>
                        <a:pt x="124" y="356"/>
                      </a:lnTo>
                      <a:lnTo>
                        <a:pt x="126" y="356"/>
                      </a:lnTo>
                      <a:lnTo>
                        <a:pt x="128" y="356"/>
                      </a:lnTo>
                      <a:lnTo>
                        <a:pt x="126" y="354"/>
                      </a:lnTo>
                      <a:lnTo>
                        <a:pt x="128" y="354"/>
                      </a:lnTo>
                      <a:lnTo>
                        <a:pt x="128" y="356"/>
                      </a:lnTo>
                      <a:lnTo>
                        <a:pt x="130" y="356"/>
                      </a:lnTo>
                      <a:lnTo>
                        <a:pt x="128" y="356"/>
                      </a:lnTo>
                      <a:lnTo>
                        <a:pt x="130" y="356"/>
                      </a:lnTo>
                      <a:lnTo>
                        <a:pt x="131" y="356"/>
                      </a:lnTo>
                      <a:lnTo>
                        <a:pt x="130" y="356"/>
                      </a:lnTo>
                      <a:lnTo>
                        <a:pt x="131" y="356"/>
                      </a:lnTo>
                      <a:lnTo>
                        <a:pt x="130" y="356"/>
                      </a:lnTo>
                      <a:lnTo>
                        <a:pt x="131" y="356"/>
                      </a:lnTo>
                      <a:lnTo>
                        <a:pt x="133" y="356"/>
                      </a:lnTo>
                      <a:lnTo>
                        <a:pt x="135" y="356"/>
                      </a:lnTo>
                      <a:lnTo>
                        <a:pt x="133" y="356"/>
                      </a:lnTo>
                      <a:lnTo>
                        <a:pt x="131" y="356"/>
                      </a:lnTo>
                      <a:lnTo>
                        <a:pt x="131" y="358"/>
                      </a:lnTo>
                      <a:lnTo>
                        <a:pt x="130" y="358"/>
                      </a:lnTo>
                      <a:lnTo>
                        <a:pt x="128" y="358"/>
                      </a:lnTo>
                      <a:lnTo>
                        <a:pt x="130" y="360"/>
                      </a:lnTo>
                      <a:lnTo>
                        <a:pt x="128" y="360"/>
                      </a:lnTo>
                      <a:lnTo>
                        <a:pt x="130" y="360"/>
                      </a:lnTo>
                      <a:lnTo>
                        <a:pt x="128" y="360"/>
                      </a:lnTo>
                      <a:lnTo>
                        <a:pt x="126" y="360"/>
                      </a:lnTo>
                      <a:lnTo>
                        <a:pt x="128" y="360"/>
                      </a:lnTo>
                      <a:lnTo>
                        <a:pt x="126" y="360"/>
                      </a:lnTo>
                      <a:lnTo>
                        <a:pt x="124" y="360"/>
                      </a:lnTo>
                      <a:lnTo>
                        <a:pt x="122" y="360"/>
                      </a:lnTo>
                      <a:lnTo>
                        <a:pt x="120" y="360"/>
                      </a:lnTo>
                      <a:lnTo>
                        <a:pt x="119" y="360"/>
                      </a:lnTo>
                      <a:lnTo>
                        <a:pt x="119" y="361"/>
                      </a:lnTo>
                      <a:lnTo>
                        <a:pt x="117" y="361"/>
                      </a:lnTo>
                      <a:lnTo>
                        <a:pt x="117" y="363"/>
                      </a:lnTo>
                      <a:lnTo>
                        <a:pt x="117" y="365"/>
                      </a:lnTo>
                      <a:lnTo>
                        <a:pt x="117" y="363"/>
                      </a:lnTo>
                      <a:lnTo>
                        <a:pt x="117" y="361"/>
                      </a:lnTo>
                      <a:lnTo>
                        <a:pt x="119" y="361"/>
                      </a:lnTo>
                      <a:lnTo>
                        <a:pt x="120" y="361"/>
                      </a:lnTo>
                      <a:lnTo>
                        <a:pt x="119" y="361"/>
                      </a:lnTo>
                      <a:lnTo>
                        <a:pt x="120" y="361"/>
                      </a:lnTo>
                      <a:lnTo>
                        <a:pt x="122" y="361"/>
                      </a:lnTo>
                      <a:lnTo>
                        <a:pt x="124" y="361"/>
                      </a:lnTo>
                      <a:lnTo>
                        <a:pt x="126" y="361"/>
                      </a:lnTo>
                      <a:lnTo>
                        <a:pt x="126" y="360"/>
                      </a:lnTo>
                      <a:lnTo>
                        <a:pt x="128" y="360"/>
                      </a:lnTo>
                      <a:lnTo>
                        <a:pt x="130" y="360"/>
                      </a:lnTo>
                      <a:lnTo>
                        <a:pt x="128" y="361"/>
                      </a:lnTo>
                      <a:lnTo>
                        <a:pt x="130" y="360"/>
                      </a:lnTo>
                      <a:lnTo>
                        <a:pt x="130" y="361"/>
                      </a:lnTo>
                      <a:lnTo>
                        <a:pt x="130" y="360"/>
                      </a:lnTo>
                      <a:lnTo>
                        <a:pt x="130" y="361"/>
                      </a:lnTo>
                      <a:lnTo>
                        <a:pt x="131" y="361"/>
                      </a:lnTo>
                      <a:lnTo>
                        <a:pt x="131" y="360"/>
                      </a:lnTo>
                      <a:lnTo>
                        <a:pt x="131" y="361"/>
                      </a:lnTo>
                      <a:lnTo>
                        <a:pt x="131" y="360"/>
                      </a:lnTo>
                      <a:lnTo>
                        <a:pt x="133" y="361"/>
                      </a:lnTo>
                      <a:lnTo>
                        <a:pt x="135" y="361"/>
                      </a:lnTo>
                      <a:lnTo>
                        <a:pt x="133" y="360"/>
                      </a:lnTo>
                      <a:lnTo>
                        <a:pt x="133" y="361"/>
                      </a:lnTo>
                      <a:lnTo>
                        <a:pt x="133" y="360"/>
                      </a:lnTo>
                      <a:lnTo>
                        <a:pt x="131" y="360"/>
                      </a:lnTo>
                      <a:lnTo>
                        <a:pt x="131" y="358"/>
                      </a:lnTo>
                      <a:lnTo>
                        <a:pt x="131" y="360"/>
                      </a:lnTo>
                      <a:lnTo>
                        <a:pt x="131" y="358"/>
                      </a:lnTo>
                      <a:lnTo>
                        <a:pt x="131" y="356"/>
                      </a:lnTo>
                      <a:lnTo>
                        <a:pt x="133" y="356"/>
                      </a:lnTo>
                      <a:lnTo>
                        <a:pt x="133" y="358"/>
                      </a:lnTo>
                      <a:lnTo>
                        <a:pt x="133" y="356"/>
                      </a:lnTo>
                      <a:lnTo>
                        <a:pt x="133" y="358"/>
                      </a:lnTo>
                      <a:lnTo>
                        <a:pt x="133" y="360"/>
                      </a:lnTo>
                      <a:lnTo>
                        <a:pt x="135" y="360"/>
                      </a:lnTo>
                      <a:lnTo>
                        <a:pt x="137" y="360"/>
                      </a:lnTo>
                      <a:lnTo>
                        <a:pt x="137" y="361"/>
                      </a:lnTo>
                      <a:lnTo>
                        <a:pt x="137" y="360"/>
                      </a:lnTo>
                      <a:lnTo>
                        <a:pt x="139" y="360"/>
                      </a:lnTo>
                      <a:lnTo>
                        <a:pt x="141" y="360"/>
                      </a:lnTo>
                      <a:lnTo>
                        <a:pt x="141" y="358"/>
                      </a:lnTo>
                      <a:lnTo>
                        <a:pt x="142" y="358"/>
                      </a:lnTo>
                      <a:lnTo>
                        <a:pt x="144" y="358"/>
                      </a:lnTo>
                      <a:lnTo>
                        <a:pt x="146" y="358"/>
                      </a:lnTo>
                      <a:lnTo>
                        <a:pt x="148" y="358"/>
                      </a:lnTo>
                      <a:lnTo>
                        <a:pt x="150" y="358"/>
                      </a:lnTo>
                      <a:lnTo>
                        <a:pt x="152" y="358"/>
                      </a:lnTo>
                      <a:lnTo>
                        <a:pt x="152" y="360"/>
                      </a:lnTo>
                      <a:lnTo>
                        <a:pt x="152" y="358"/>
                      </a:lnTo>
                      <a:lnTo>
                        <a:pt x="153" y="358"/>
                      </a:lnTo>
                      <a:lnTo>
                        <a:pt x="155" y="358"/>
                      </a:lnTo>
                      <a:lnTo>
                        <a:pt x="155" y="360"/>
                      </a:lnTo>
                      <a:lnTo>
                        <a:pt x="153" y="360"/>
                      </a:lnTo>
                      <a:lnTo>
                        <a:pt x="155" y="360"/>
                      </a:lnTo>
                      <a:lnTo>
                        <a:pt x="155" y="358"/>
                      </a:lnTo>
                      <a:lnTo>
                        <a:pt x="157" y="358"/>
                      </a:lnTo>
                      <a:lnTo>
                        <a:pt x="159" y="358"/>
                      </a:lnTo>
                      <a:lnTo>
                        <a:pt x="161" y="358"/>
                      </a:lnTo>
                      <a:lnTo>
                        <a:pt x="162" y="358"/>
                      </a:lnTo>
                      <a:lnTo>
                        <a:pt x="164" y="358"/>
                      </a:lnTo>
                      <a:lnTo>
                        <a:pt x="166" y="358"/>
                      </a:lnTo>
                      <a:lnTo>
                        <a:pt x="168" y="358"/>
                      </a:lnTo>
                      <a:lnTo>
                        <a:pt x="166" y="358"/>
                      </a:lnTo>
                      <a:lnTo>
                        <a:pt x="168" y="358"/>
                      </a:lnTo>
                      <a:lnTo>
                        <a:pt x="170" y="356"/>
                      </a:lnTo>
                      <a:lnTo>
                        <a:pt x="172" y="356"/>
                      </a:lnTo>
                      <a:lnTo>
                        <a:pt x="172" y="354"/>
                      </a:lnTo>
                      <a:lnTo>
                        <a:pt x="173" y="354"/>
                      </a:lnTo>
                      <a:lnTo>
                        <a:pt x="175" y="354"/>
                      </a:lnTo>
                      <a:lnTo>
                        <a:pt x="177" y="354"/>
                      </a:lnTo>
                      <a:lnTo>
                        <a:pt x="177" y="352"/>
                      </a:lnTo>
                      <a:lnTo>
                        <a:pt x="179" y="352"/>
                      </a:lnTo>
                      <a:lnTo>
                        <a:pt x="181" y="352"/>
                      </a:lnTo>
                      <a:lnTo>
                        <a:pt x="181" y="354"/>
                      </a:lnTo>
                      <a:lnTo>
                        <a:pt x="183" y="354"/>
                      </a:lnTo>
                      <a:lnTo>
                        <a:pt x="183" y="352"/>
                      </a:lnTo>
                      <a:lnTo>
                        <a:pt x="183" y="354"/>
                      </a:lnTo>
                      <a:lnTo>
                        <a:pt x="183" y="352"/>
                      </a:lnTo>
                      <a:lnTo>
                        <a:pt x="183" y="354"/>
                      </a:lnTo>
                      <a:lnTo>
                        <a:pt x="183" y="352"/>
                      </a:lnTo>
                      <a:lnTo>
                        <a:pt x="184" y="352"/>
                      </a:lnTo>
                      <a:lnTo>
                        <a:pt x="186" y="352"/>
                      </a:lnTo>
                      <a:lnTo>
                        <a:pt x="188" y="352"/>
                      </a:lnTo>
                      <a:lnTo>
                        <a:pt x="190" y="352"/>
                      </a:lnTo>
                      <a:lnTo>
                        <a:pt x="190" y="354"/>
                      </a:lnTo>
                      <a:lnTo>
                        <a:pt x="188" y="354"/>
                      </a:lnTo>
                      <a:lnTo>
                        <a:pt x="190" y="354"/>
                      </a:lnTo>
                      <a:lnTo>
                        <a:pt x="190" y="352"/>
                      </a:lnTo>
                      <a:lnTo>
                        <a:pt x="192" y="352"/>
                      </a:lnTo>
                      <a:lnTo>
                        <a:pt x="192" y="354"/>
                      </a:lnTo>
                      <a:lnTo>
                        <a:pt x="193" y="354"/>
                      </a:lnTo>
                      <a:lnTo>
                        <a:pt x="193" y="352"/>
                      </a:lnTo>
                      <a:lnTo>
                        <a:pt x="195" y="352"/>
                      </a:lnTo>
                      <a:lnTo>
                        <a:pt x="197" y="352"/>
                      </a:lnTo>
                      <a:lnTo>
                        <a:pt x="197" y="351"/>
                      </a:lnTo>
                      <a:lnTo>
                        <a:pt x="197" y="352"/>
                      </a:lnTo>
                      <a:lnTo>
                        <a:pt x="197" y="351"/>
                      </a:lnTo>
                      <a:lnTo>
                        <a:pt x="199" y="351"/>
                      </a:lnTo>
                      <a:lnTo>
                        <a:pt x="201" y="351"/>
                      </a:lnTo>
                      <a:lnTo>
                        <a:pt x="201" y="349"/>
                      </a:lnTo>
                      <a:lnTo>
                        <a:pt x="201" y="351"/>
                      </a:lnTo>
                      <a:lnTo>
                        <a:pt x="201" y="349"/>
                      </a:lnTo>
                      <a:lnTo>
                        <a:pt x="203" y="349"/>
                      </a:lnTo>
                      <a:lnTo>
                        <a:pt x="204" y="349"/>
                      </a:lnTo>
                      <a:lnTo>
                        <a:pt x="204" y="351"/>
                      </a:lnTo>
                      <a:lnTo>
                        <a:pt x="206" y="351"/>
                      </a:lnTo>
                      <a:lnTo>
                        <a:pt x="206" y="352"/>
                      </a:lnTo>
                      <a:lnTo>
                        <a:pt x="204" y="352"/>
                      </a:lnTo>
                      <a:lnTo>
                        <a:pt x="206" y="352"/>
                      </a:lnTo>
                      <a:lnTo>
                        <a:pt x="204" y="352"/>
                      </a:lnTo>
                      <a:lnTo>
                        <a:pt x="204" y="354"/>
                      </a:lnTo>
                      <a:lnTo>
                        <a:pt x="203" y="354"/>
                      </a:lnTo>
                      <a:lnTo>
                        <a:pt x="203" y="356"/>
                      </a:lnTo>
                      <a:lnTo>
                        <a:pt x="203" y="358"/>
                      </a:lnTo>
                      <a:lnTo>
                        <a:pt x="203" y="356"/>
                      </a:lnTo>
                      <a:lnTo>
                        <a:pt x="204" y="356"/>
                      </a:lnTo>
                      <a:lnTo>
                        <a:pt x="203" y="356"/>
                      </a:lnTo>
                      <a:lnTo>
                        <a:pt x="204" y="356"/>
                      </a:lnTo>
                      <a:lnTo>
                        <a:pt x="204" y="354"/>
                      </a:lnTo>
                      <a:lnTo>
                        <a:pt x="204" y="356"/>
                      </a:lnTo>
                      <a:lnTo>
                        <a:pt x="204" y="358"/>
                      </a:lnTo>
                      <a:lnTo>
                        <a:pt x="206" y="358"/>
                      </a:lnTo>
                      <a:lnTo>
                        <a:pt x="206" y="360"/>
                      </a:lnTo>
                      <a:lnTo>
                        <a:pt x="204" y="360"/>
                      </a:lnTo>
                      <a:lnTo>
                        <a:pt x="206" y="360"/>
                      </a:lnTo>
                      <a:lnTo>
                        <a:pt x="204" y="360"/>
                      </a:lnTo>
                      <a:lnTo>
                        <a:pt x="204" y="361"/>
                      </a:lnTo>
                      <a:lnTo>
                        <a:pt x="203" y="361"/>
                      </a:lnTo>
                      <a:lnTo>
                        <a:pt x="204" y="361"/>
                      </a:lnTo>
                      <a:lnTo>
                        <a:pt x="204" y="360"/>
                      </a:lnTo>
                      <a:lnTo>
                        <a:pt x="206" y="360"/>
                      </a:lnTo>
                      <a:lnTo>
                        <a:pt x="204" y="360"/>
                      </a:lnTo>
                      <a:lnTo>
                        <a:pt x="206" y="360"/>
                      </a:lnTo>
                      <a:lnTo>
                        <a:pt x="206" y="358"/>
                      </a:lnTo>
                      <a:lnTo>
                        <a:pt x="208" y="358"/>
                      </a:lnTo>
                      <a:lnTo>
                        <a:pt x="208" y="360"/>
                      </a:lnTo>
                      <a:lnTo>
                        <a:pt x="206" y="360"/>
                      </a:lnTo>
                      <a:lnTo>
                        <a:pt x="208" y="360"/>
                      </a:lnTo>
                      <a:lnTo>
                        <a:pt x="210" y="360"/>
                      </a:lnTo>
                      <a:lnTo>
                        <a:pt x="208" y="360"/>
                      </a:lnTo>
                      <a:lnTo>
                        <a:pt x="210" y="360"/>
                      </a:lnTo>
                      <a:lnTo>
                        <a:pt x="210" y="358"/>
                      </a:lnTo>
                      <a:lnTo>
                        <a:pt x="208" y="358"/>
                      </a:lnTo>
                      <a:lnTo>
                        <a:pt x="208" y="356"/>
                      </a:lnTo>
                      <a:lnTo>
                        <a:pt x="208" y="358"/>
                      </a:lnTo>
                      <a:lnTo>
                        <a:pt x="208" y="356"/>
                      </a:lnTo>
                      <a:lnTo>
                        <a:pt x="210" y="356"/>
                      </a:lnTo>
                      <a:lnTo>
                        <a:pt x="212" y="356"/>
                      </a:lnTo>
                      <a:lnTo>
                        <a:pt x="212" y="354"/>
                      </a:lnTo>
                      <a:lnTo>
                        <a:pt x="212" y="356"/>
                      </a:lnTo>
                      <a:lnTo>
                        <a:pt x="214" y="356"/>
                      </a:lnTo>
                      <a:lnTo>
                        <a:pt x="212" y="356"/>
                      </a:lnTo>
                      <a:lnTo>
                        <a:pt x="212" y="358"/>
                      </a:lnTo>
                      <a:lnTo>
                        <a:pt x="214" y="358"/>
                      </a:lnTo>
                      <a:lnTo>
                        <a:pt x="214" y="356"/>
                      </a:lnTo>
                      <a:lnTo>
                        <a:pt x="214" y="358"/>
                      </a:lnTo>
                      <a:lnTo>
                        <a:pt x="214" y="360"/>
                      </a:lnTo>
                      <a:lnTo>
                        <a:pt x="215" y="360"/>
                      </a:lnTo>
                      <a:lnTo>
                        <a:pt x="215" y="358"/>
                      </a:lnTo>
                      <a:lnTo>
                        <a:pt x="215" y="360"/>
                      </a:lnTo>
                      <a:lnTo>
                        <a:pt x="215" y="358"/>
                      </a:lnTo>
                      <a:lnTo>
                        <a:pt x="217" y="358"/>
                      </a:lnTo>
                      <a:lnTo>
                        <a:pt x="219" y="358"/>
                      </a:lnTo>
                      <a:lnTo>
                        <a:pt x="217" y="358"/>
                      </a:lnTo>
                      <a:lnTo>
                        <a:pt x="219" y="358"/>
                      </a:lnTo>
                      <a:lnTo>
                        <a:pt x="217" y="358"/>
                      </a:lnTo>
                      <a:lnTo>
                        <a:pt x="217" y="360"/>
                      </a:lnTo>
                      <a:lnTo>
                        <a:pt x="215" y="360"/>
                      </a:lnTo>
                      <a:lnTo>
                        <a:pt x="217" y="360"/>
                      </a:lnTo>
                      <a:lnTo>
                        <a:pt x="219" y="360"/>
                      </a:lnTo>
                      <a:lnTo>
                        <a:pt x="221" y="360"/>
                      </a:lnTo>
                      <a:lnTo>
                        <a:pt x="223" y="358"/>
                      </a:lnTo>
                      <a:lnTo>
                        <a:pt x="221" y="358"/>
                      </a:lnTo>
                      <a:lnTo>
                        <a:pt x="223" y="358"/>
                      </a:lnTo>
                      <a:lnTo>
                        <a:pt x="221" y="358"/>
                      </a:lnTo>
                      <a:lnTo>
                        <a:pt x="221" y="356"/>
                      </a:lnTo>
                      <a:lnTo>
                        <a:pt x="223" y="356"/>
                      </a:lnTo>
                      <a:lnTo>
                        <a:pt x="223" y="358"/>
                      </a:lnTo>
                      <a:lnTo>
                        <a:pt x="223" y="356"/>
                      </a:lnTo>
                      <a:lnTo>
                        <a:pt x="223" y="358"/>
                      </a:lnTo>
                      <a:lnTo>
                        <a:pt x="225" y="358"/>
                      </a:lnTo>
                      <a:lnTo>
                        <a:pt x="223" y="358"/>
                      </a:lnTo>
                      <a:lnTo>
                        <a:pt x="225" y="358"/>
                      </a:lnTo>
                      <a:lnTo>
                        <a:pt x="225" y="356"/>
                      </a:lnTo>
                      <a:lnTo>
                        <a:pt x="226" y="356"/>
                      </a:lnTo>
                      <a:lnTo>
                        <a:pt x="226" y="354"/>
                      </a:lnTo>
                      <a:lnTo>
                        <a:pt x="225" y="354"/>
                      </a:lnTo>
                      <a:lnTo>
                        <a:pt x="226" y="354"/>
                      </a:lnTo>
                      <a:lnTo>
                        <a:pt x="228" y="354"/>
                      </a:lnTo>
                      <a:lnTo>
                        <a:pt x="230" y="354"/>
                      </a:lnTo>
                      <a:lnTo>
                        <a:pt x="230" y="352"/>
                      </a:lnTo>
                      <a:lnTo>
                        <a:pt x="230" y="351"/>
                      </a:lnTo>
                      <a:lnTo>
                        <a:pt x="230" y="352"/>
                      </a:lnTo>
                      <a:lnTo>
                        <a:pt x="230" y="351"/>
                      </a:lnTo>
                      <a:lnTo>
                        <a:pt x="232" y="349"/>
                      </a:lnTo>
                      <a:lnTo>
                        <a:pt x="232" y="351"/>
                      </a:lnTo>
                      <a:lnTo>
                        <a:pt x="232" y="352"/>
                      </a:lnTo>
                      <a:lnTo>
                        <a:pt x="234" y="352"/>
                      </a:lnTo>
                      <a:lnTo>
                        <a:pt x="232" y="352"/>
                      </a:lnTo>
                      <a:lnTo>
                        <a:pt x="234" y="352"/>
                      </a:lnTo>
                      <a:lnTo>
                        <a:pt x="234" y="351"/>
                      </a:lnTo>
                      <a:lnTo>
                        <a:pt x="235" y="351"/>
                      </a:lnTo>
                      <a:lnTo>
                        <a:pt x="234" y="351"/>
                      </a:lnTo>
                      <a:lnTo>
                        <a:pt x="235" y="351"/>
                      </a:lnTo>
                      <a:lnTo>
                        <a:pt x="235" y="349"/>
                      </a:lnTo>
                      <a:lnTo>
                        <a:pt x="234" y="349"/>
                      </a:lnTo>
                      <a:lnTo>
                        <a:pt x="234" y="347"/>
                      </a:lnTo>
                      <a:lnTo>
                        <a:pt x="232" y="347"/>
                      </a:lnTo>
                      <a:lnTo>
                        <a:pt x="232" y="345"/>
                      </a:lnTo>
                      <a:lnTo>
                        <a:pt x="232" y="343"/>
                      </a:lnTo>
                      <a:lnTo>
                        <a:pt x="230" y="343"/>
                      </a:lnTo>
                      <a:lnTo>
                        <a:pt x="230" y="341"/>
                      </a:lnTo>
                      <a:lnTo>
                        <a:pt x="230" y="340"/>
                      </a:lnTo>
                      <a:lnTo>
                        <a:pt x="232" y="340"/>
                      </a:lnTo>
                      <a:lnTo>
                        <a:pt x="232" y="338"/>
                      </a:lnTo>
                      <a:lnTo>
                        <a:pt x="234" y="336"/>
                      </a:lnTo>
                      <a:lnTo>
                        <a:pt x="234" y="334"/>
                      </a:lnTo>
                      <a:lnTo>
                        <a:pt x="235" y="334"/>
                      </a:lnTo>
                      <a:lnTo>
                        <a:pt x="235" y="332"/>
                      </a:lnTo>
                      <a:lnTo>
                        <a:pt x="235" y="334"/>
                      </a:lnTo>
                      <a:lnTo>
                        <a:pt x="237" y="334"/>
                      </a:lnTo>
                      <a:lnTo>
                        <a:pt x="235" y="334"/>
                      </a:lnTo>
                      <a:lnTo>
                        <a:pt x="237" y="334"/>
                      </a:lnTo>
                      <a:lnTo>
                        <a:pt x="237" y="336"/>
                      </a:lnTo>
                      <a:lnTo>
                        <a:pt x="237" y="338"/>
                      </a:lnTo>
                      <a:lnTo>
                        <a:pt x="237" y="336"/>
                      </a:lnTo>
                      <a:lnTo>
                        <a:pt x="237" y="334"/>
                      </a:lnTo>
                      <a:lnTo>
                        <a:pt x="237" y="332"/>
                      </a:lnTo>
                      <a:lnTo>
                        <a:pt x="235" y="332"/>
                      </a:lnTo>
                      <a:lnTo>
                        <a:pt x="237" y="332"/>
                      </a:lnTo>
                      <a:lnTo>
                        <a:pt x="239" y="330"/>
                      </a:lnTo>
                      <a:lnTo>
                        <a:pt x="241" y="330"/>
                      </a:lnTo>
                      <a:lnTo>
                        <a:pt x="241" y="329"/>
                      </a:lnTo>
                      <a:lnTo>
                        <a:pt x="243" y="329"/>
                      </a:lnTo>
                      <a:lnTo>
                        <a:pt x="243" y="327"/>
                      </a:lnTo>
                      <a:lnTo>
                        <a:pt x="245" y="327"/>
                      </a:lnTo>
                      <a:lnTo>
                        <a:pt x="246" y="327"/>
                      </a:lnTo>
                      <a:lnTo>
                        <a:pt x="246" y="325"/>
                      </a:lnTo>
                      <a:lnTo>
                        <a:pt x="248" y="325"/>
                      </a:lnTo>
                      <a:lnTo>
                        <a:pt x="248" y="323"/>
                      </a:lnTo>
                      <a:lnTo>
                        <a:pt x="250" y="323"/>
                      </a:lnTo>
                      <a:lnTo>
                        <a:pt x="250" y="321"/>
                      </a:lnTo>
                      <a:lnTo>
                        <a:pt x="252" y="319"/>
                      </a:lnTo>
                      <a:lnTo>
                        <a:pt x="252" y="318"/>
                      </a:lnTo>
                      <a:lnTo>
                        <a:pt x="254" y="319"/>
                      </a:lnTo>
                      <a:lnTo>
                        <a:pt x="254" y="318"/>
                      </a:lnTo>
                      <a:lnTo>
                        <a:pt x="252" y="318"/>
                      </a:lnTo>
                      <a:lnTo>
                        <a:pt x="254" y="318"/>
                      </a:lnTo>
                      <a:lnTo>
                        <a:pt x="256" y="316"/>
                      </a:lnTo>
                      <a:lnTo>
                        <a:pt x="256" y="314"/>
                      </a:lnTo>
                      <a:lnTo>
                        <a:pt x="257" y="312"/>
                      </a:lnTo>
                      <a:lnTo>
                        <a:pt x="257" y="310"/>
                      </a:lnTo>
                      <a:lnTo>
                        <a:pt x="259" y="308"/>
                      </a:lnTo>
                      <a:lnTo>
                        <a:pt x="257" y="308"/>
                      </a:lnTo>
                      <a:lnTo>
                        <a:pt x="257" y="307"/>
                      </a:lnTo>
                      <a:lnTo>
                        <a:pt x="259" y="307"/>
                      </a:lnTo>
                      <a:lnTo>
                        <a:pt x="257" y="307"/>
                      </a:lnTo>
                      <a:lnTo>
                        <a:pt x="259" y="307"/>
                      </a:lnTo>
                      <a:lnTo>
                        <a:pt x="259" y="305"/>
                      </a:lnTo>
                      <a:lnTo>
                        <a:pt x="257" y="305"/>
                      </a:lnTo>
                      <a:lnTo>
                        <a:pt x="257" y="303"/>
                      </a:lnTo>
                      <a:lnTo>
                        <a:pt x="257" y="301"/>
                      </a:lnTo>
                      <a:lnTo>
                        <a:pt x="257" y="299"/>
                      </a:lnTo>
                      <a:lnTo>
                        <a:pt x="256" y="299"/>
                      </a:lnTo>
                      <a:lnTo>
                        <a:pt x="256" y="298"/>
                      </a:lnTo>
                      <a:lnTo>
                        <a:pt x="256" y="296"/>
                      </a:lnTo>
                      <a:lnTo>
                        <a:pt x="257" y="296"/>
                      </a:lnTo>
                      <a:lnTo>
                        <a:pt x="257" y="294"/>
                      </a:lnTo>
                      <a:lnTo>
                        <a:pt x="257" y="292"/>
                      </a:lnTo>
                      <a:lnTo>
                        <a:pt x="259" y="292"/>
                      </a:lnTo>
                      <a:lnTo>
                        <a:pt x="261" y="290"/>
                      </a:lnTo>
                      <a:lnTo>
                        <a:pt x="263" y="290"/>
                      </a:lnTo>
                      <a:lnTo>
                        <a:pt x="265" y="290"/>
                      </a:lnTo>
                      <a:lnTo>
                        <a:pt x="266" y="290"/>
                      </a:lnTo>
                      <a:lnTo>
                        <a:pt x="268" y="290"/>
                      </a:lnTo>
                      <a:lnTo>
                        <a:pt x="268" y="288"/>
                      </a:lnTo>
                      <a:lnTo>
                        <a:pt x="270" y="288"/>
                      </a:lnTo>
                      <a:lnTo>
                        <a:pt x="270" y="287"/>
                      </a:lnTo>
                      <a:lnTo>
                        <a:pt x="272" y="287"/>
                      </a:lnTo>
                      <a:lnTo>
                        <a:pt x="274" y="287"/>
                      </a:lnTo>
                      <a:lnTo>
                        <a:pt x="276" y="287"/>
                      </a:lnTo>
                      <a:lnTo>
                        <a:pt x="274" y="287"/>
                      </a:lnTo>
                      <a:lnTo>
                        <a:pt x="276" y="287"/>
                      </a:lnTo>
                      <a:lnTo>
                        <a:pt x="277" y="287"/>
                      </a:lnTo>
                      <a:lnTo>
                        <a:pt x="279" y="287"/>
                      </a:lnTo>
                      <a:lnTo>
                        <a:pt x="279" y="288"/>
                      </a:lnTo>
                      <a:lnTo>
                        <a:pt x="277" y="288"/>
                      </a:lnTo>
                      <a:lnTo>
                        <a:pt x="276" y="288"/>
                      </a:lnTo>
                      <a:lnTo>
                        <a:pt x="276" y="290"/>
                      </a:lnTo>
                      <a:lnTo>
                        <a:pt x="276" y="292"/>
                      </a:lnTo>
                      <a:lnTo>
                        <a:pt x="276" y="294"/>
                      </a:lnTo>
                      <a:lnTo>
                        <a:pt x="274" y="294"/>
                      </a:lnTo>
                      <a:lnTo>
                        <a:pt x="272" y="294"/>
                      </a:lnTo>
                      <a:lnTo>
                        <a:pt x="270" y="296"/>
                      </a:lnTo>
                      <a:lnTo>
                        <a:pt x="270" y="298"/>
                      </a:lnTo>
                      <a:lnTo>
                        <a:pt x="268" y="298"/>
                      </a:lnTo>
                      <a:lnTo>
                        <a:pt x="266" y="298"/>
                      </a:lnTo>
                      <a:lnTo>
                        <a:pt x="265" y="298"/>
                      </a:lnTo>
                      <a:lnTo>
                        <a:pt x="266" y="296"/>
                      </a:lnTo>
                      <a:lnTo>
                        <a:pt x="265" y="296"/>
                      </a:lnTo>
                      <a:lnTo>
                        <a:pt x="265" y="298"/>
                      </a:lnTo>
                      <a:lnTo>
                        <a:pt x="265" y="296"/>
                      </a:lnTo>
                      <a:lnTo>
                        <a:pt x="265" y="298"/>
                      </a:lnTo>
                      <a:lnTo>
                        <a:pt x="265" y="296"/>
                      </a:lnTo>
                      <a:lnTo>
                        <a:pt x="265" y="298"/>
                      </a:lnTo>
                      <a:lnTo>
                        <a:pt x="263" y="298"/>
                      </a:lnTo>
                      <a:lnTo>
                        <a:pt x="265" y="298"/>
                      </a:lnTo>
                      <a:lnTo>
                        <a:pt x="263" y="298"/>
                      </a:lnTo>
                      <a:lnTo>
                        <a:pt x="265" y="298"/>
                      </a:lnTo>
                      <a:lnTo>
                        <a:pt x="263" y="298"/>
                      </a:lnTo>
                      <a:lnTo>
                        <a:pt x="263" y="299"/>
                      </a:lnTo>
                      <a:lnTo>
                        <a:pt x="263" y="301"/>
                      </a:lnTo>
                      <a:lnTo>
                        <a:pt x="261" y="301"/>
                      </a:lnTo>
                      <a:lnTo>
                        <a:pt x="263" y="301"/>
                      </a:lnTo>
                      <a:lnTo>
                        <a:pt x="261" y="301"/>
                      </a:lnTo>
                      <a:lnTo>
                        <a:pt x="261" y="303"/>
                      </a:lnTo>
                      <a:lnTo>
                        <a:pt x="263" y="303"/>
                      </a:lnTo>
                      <a:lnTo>
                        <a:pt x="263" y="301"/>
                      </a:lnTo>
                      <a:lnTo>
                        <a:pt x="265" y="301"/>
                      </a:lnTo>
                      <a:lnTo>
                        <a:pt x="265" y="303"/>
                      </a:lnTo>
                      <a:lnTo>
                        <a:pt x="266" y="303"/>
                      </a:lnTo>
                      <a:lnTo>
                        <a:pt x="266" y="301"/>
                      </a:lnTo>
                      <a:lnTo>
                        <a:pt x="268" y="301"/>
                      </a:lnTo>
                      <a:lnTo>
                        <a:pt x="268" y="303"/>
                      </a:lnTo>
                      <a:lnTo>
                        <a:pt x="268" y="305"/>
                      </a:lnTo>
                      <a:lnTo>
                        <a:pt x="268" y="307"/>
                      </a:lnTo>
                      <a:lnTo>
                        <a:pt x="268" y="308"/>
                      </a:lnTo>
                      <a:lnTo>
                        <a:pt x="266" y="308"/>
                      </a:lnTo>
                      <a:lnTo>
                        <a:pt x="266" y="310"/>
                      </a:lnTo>
                      <a:lnTo>
                        <a:pt x="268" y="312"/>
                      </a:lnTo>
                      <a:lnTo>
                        <a:pt x="270" y="312"/>
                      </a:lnTo>
                      <a:lnTo>
                        <a:pt x="268" y="312"/>
                      </a:lnTo>
                      <a:lnTo>
                        <a:pt x="270" y="312"/>
                      </a:lnTo>
                      <a:lnTo>
                        <a:pt x="268" y="312"/>
                      </a:lnTo>
                      <a:lnTo>
                        <a:pt x="270" y="312"/>
                      </a:lnTo>
                      <a:lnTo>
                        <a:pt x="268" y="312"/>
                      </a:lnTo>
                      <a:lnTo>
                        <a:pt x="270" y="312"/>
                      </a:lnTo>
                      <a:lnTo>
                        <a:pt x="270" y="314"/>
                      </a:lnTo>
                      <a:lnTo>
                        <a:pt x="272" y="314"/>
                      </a:lnTo>
                      <a:lnTo>
                        <a:pt x="270" y="312"/>
                      </a:lnTo>
                      <a:lnTo>
                        <a:pt x="272" y="312"/>
                      </a:lnTo>
                      <a:lnTo>
                        <a:pt x="272" y="314"/>
                      </a:lnTo>
                      <a:lnTo>
                        <a:pt x="274" y="314"/>
                      </a:lnTo>
                      <a:lnTo>
                        <a:pt x="276" y="314"/>
                      </a:lnTo>
                      <a:lnTo>
                        <a:pt x="274" y="314"/>
                      </a:lnTo>
                      <a:lnTo>
                        <a:pt x="276" y="314"/>
                      </a:lnTo>
                      <a:lnTo>
                        <a:pt x="274" y="314"/>
                      </a:lnTo>
                      <a:lnTo>
                        <a:pt x="274" y="316"/>
                      </a:lnTo>
                      <a:lnTo>
                        <a:pt x="274" y="314"/>
                      </a:lnTo>
                      <a:lnTo>
                        <a:pt x="276" y="314"/>
                      </a:lnTo>
                      <a:lnTo>
                        <a:pt x="277" y="314"/>
                      </a:lnTo>
                      <a:lnTo>
                        <a:pt x="279" y="314"/>
                      </a:lnTo>
                      <a:lnTo>
                        <a:pt x="279" y="312"/>
                      </a:lnTo>
                      <a:lnTo>
                        <a:pt x="281" y="312"/>
                      </a:lnTo>
                      <a:lnTo>
                        <a:pt x="281" y="310"/>
                      </a:lnTo>
                      <a:lnTo>
                        <a:pt x="281" y="308"/>
                      </a:lnTo>
                      <a:lnTo>
                        <a:pt x="283" y="308"/>
                      </a:lnTo>
                      <a:lnTo>
                        <a:pt x="283" y="307"/>
                      </a:lnTo>
                      <a:lnTo>
                        <a:pt x="285" y="307"/>
                      </a:lnTo>
                      <a:lnTo>
                        <a:pt x="287" y="307"/>
                      </a:lnTo>
                      <a:lnTo>
                        <a:pt x="288" y="307"/>
                      </a:lnTo>
                      <a:lnTo>
                        <a:pt x="288" y="305"/>
                      </a:lnTo>
                      <a:lnTo>
                        <a:pt x="290" y="305"/>
                      </a:lnTo>
                      <a:lnTo>
                        <a:pt x="292" y="305"/>
                      </a:lnTo>
                      <a:lnTo>
                        <a:pt x="294" y="305"/>
                      </a:lnTo>
                      <a:lnTo>
                        <a:pt x="296" y="305"/>
                      </a:lnTo>
                      <a:lnTo>
                        <a:pt x="296" y="303"/>
                      </a:lnTo>
                      <a:lnTo>
                        <a:pt x="298" y="303"/>
                      </a:lnTo>
                      <a:lnTo>
                        <a:pt x="299" y="303"/>
                      </a:lnTo>
                      <a:lnTo>
                        <a:pt x="301" y="303"/>
                      </a:lnTo>
                      <a:lnTo>
                        <a:pt x="301" y="301"/>
                      </a:lnTo>
                      <a:lnTo>
                        <a:pt x="303" y="301"/>
                      </a:lnTo>
                      <a:lnTo>
                        <a:pt x="305" y="301"/>
                      </a:lnTo>
                      <a:lnTo>
                        <a:pt x="305" y="299"/>
                      </a:lnTo>
                      <a:lnTo>
                        <a:pt x="307" y="299"/>
                      </a:lnTo>
                      <a:lnTo>
                        <a:pt x="308" y="299"/>
                      </a:lnTo>
                      <a:lnTo>
                        <a:pt x="310" y="299"/>
                      </a:lnTo>
                      <a:lnTo>
                        <a:pt x="312" y="299"/>
                      </a:lnTo>
                      <a:lnTo>
                        <a:pt x="312" y="298"/>
                      </a:lnTo>
                      <a:lnTo>
                        <a:pt x="312" y="299"/>
                      </a:lnTo>
                      <a:lnTo>
                        <a:pt x="312" y="301"/>
                      </a:lnTo>
                      <a:lnTo>
                        <a:pt x="312" y="299"/>
                      </a:lnTo>
                      <a:lnTo>
                        <a:pt x="312" y="298"/>
                      </a:lnTo>
                      <a:lnTo>
                        <a:pt x="314" y="298"/>
                      </a:lnTo>
                      <a:lnTo>
                        <a:pt x="314" y="296"/>
                      </a:lnTo>
                      <a:lnTo>
                        <a:pt x="316" y="296"/>
                      </a:lnTo>
                      <a:lnTo>
                        <a:pt x="316" y="294"/>
                      </a:lnTo>
                      <a:lnTo>
                        <a:pt x="318" y="294"/>
                      </a:lnTo>
                      <a:lnTo>
                        <a:pt x="319" y="294"/>
                      </a:lnTo>
                      <a:lnTo>
                        <a:pt x="319" y="292"/>
                      </a:lnTo>
                      <a:lnTo>
                        <a:pt x="321" y="292"/>
                      </a:lnTo>
                      <a:lnTo>
                        <a:pt x="323" y="292"/>
                      </a:lnTo>
                      <a:lnTo>
                        <a:pt x="323" y="290"/>
                      </a:lnTo>
                      <a:lnTo>
                        <a:pt x="325" y="288"/>
                      </a:lnTo>
                      <a:lnTo>
                        <a:pt x="325" y="287"/>
                      </a:lnTo>
                      <a:lnTo>
                        <a:pt x="327" y="287"/>
                      </a:lnTo>
                      <a:lnTo>
                        <a:pt x="327" y="285"/>
                      </a:lnTo>
                      <a:lnTo>
                        <a:pt x="329" y="285"/>
                      </a:lnTo>
                      <a:lnTo>
                        <a:pt x="329" y="283"/>
                      </a:lnTo>
                      <a:lnTo>
                        <a:pt x="330" y="283"/>
                      </a:lnTo>
                      <a:lnTo>
                        <a:pt x="330" y="281"/>
                      </a:lnTo>
                      <a:lnTo>
                        <a:pt x="332" y="281"/>
                      </a:lnTo>
                      <a:lnTo>
                        <a:pt x="332" y="283"/>
                      </a:lnTo>
                      <a:lnTo>
                        <a:pt x="332" y="285"/>
                      </a:lnTo>
                      <a:lnTo>
                        <a:pt x="332" y="287"/>
                      </a:lnTo>
                      <a:lnTo>
                        <a:pt x="332" y="288"/>
                      </a:lnTo>
                      <a:lnTo>
                        <a:pt x="332" y="290"/>
                      </a:lnTo>
                      <a:lnTo>
                        <a:pt x="332" y="292"/>
                      </a:lnTo>
                      <a:lnTo>
                        <a:pt x="332" y="294"/>
                      </a:lnTo>
                      <a:lnTo>
                        <a:pt x="330" y="294"/>
                      </a:lnTo>
                      <a:lnTo>
                        <a:pt x="332" y="294"/>
                      </a:lnTo>
                      <a:lnTo>
                        <a:pt x="332" y="292"/>
                      </a:lnTo>
                      <a:lnTo>
                        <a:pt x="332" y="290"/>
                      </a:lnTo>
                      <a:lnTo>
                        <a:pt x="332" y="288"/>
                      </a:lnTo>
                      <a:lnTo>
                        <a:pt x="332" y="287"/>
                      </a:lnTo>
                      <a:lnTo>
                        <a:pt x="332" y="285"/>
                      </a:lnTo>
                      <a:lnTo>
                        <a:pt x="332" y="283"/>
                      </a:lnTo>
                      <a:lnTo>
                        <a:pt x="332" y="281"/>
                      </a:lnTo>
                      <a:lnTo>
                        <a:pt x="330" y="281"/>
                      </a:lnTo>
                      <a:lnTo>
                        <a:pt x="330" y="279"/>
                      </a:lnTo>
                      <a:lnTo>
                        <a:pt x="330" y="277"/>
                      </a:lnTo>
                      <a:lnTo>
                        <a:pt x="332" y="277"/>
                      </a:lnTo>
                      <a:lnTo>
                        <a:pt x="332" y="276"/>
                      </a:lnTo>
                      <a:lnTo>
                        <a:pt x="334" y="276"/>
                      </a:lnTo>
                      <a:lnTo>
                        <a:pt x="334" y="274"/>
                      </a:lnTo>
                      <a:lnTo>
                        <a:pt x="336" y="274"/>
                      </a:lnTo>
                      <a:lnTo>
                        <a:pt x="338" y="274"/>
                      </a:lnTo>
                      <a:lnTo>
                        <a:pt x="338" y="272"/>
                      </a:lnTo>
                      <a:lnTo>
                        <a:pt x="340" y="274"/>
                      </a:lnTo>
                      <a:lnTo>
                        <a:pt x="340" y="276"/>
                      </a:lnTo>
                      <a:lnTo>
                        <a:pt x="341" y="276"/>
                      </a:lnTo>
                      <a:lnTo>
                        <a:pt x="340" y="276"/>
                      </a:lnTo>
                      <a:lnTo>
                        <a:pt x="340" y="274"/>
                      </a:lnTo>
                      <a:lnTo>
                        <a:pt x="340" y="272"/>
                      </a:lnTo>
                      <a:lnTo>
                        <a:pt x="341" y="272"/>
                      </a:lnTo>
                      <a:lnTo>
                        <a:pt x="341" y="270"/>
                      </a:lnTo>
                      <a:lnTo>
                        <a:pt x="343" y="270"/>
                      </a:lnTo>
                      <a:lnTo>
                        <a:pt x="343" y="272"/>
                      </a:lnTo>
                      <a:lnTo>
                        <a:pt x="343" y="274"/>
                      </a:lnTo>
                      <a:lnTo>
                        <a:pt x="345" y="274"/>
                      </a:lnTo>
                      <a:lnTo>
                        <a:pt x="343" y="274"/>
                      </a:lnTo>
                      <a:lnTo>
                        <a:pt x="345" y="276"/>
                      </a:lnTo>
                      <a:lnTo>
                        <a:pt x="343" y="276"/>
                      </a:lnTo>
                      <a:lnTo>
                        <a:pt x="345" y="276"/>
                      </a:lnTo>
                      <a:lnTo>
                        <a:pt x="345" y="277"/>
                      </a:lnTo>
                      <a:lnTo>
                        <a:pt x="347" y="277"/>
                      </a:lnTo>
                      <a:lnTo>
                        <a:pt x="349" y="279"/>
                      </a:lnTo>
                      <a:lnTo>
                        <a:pt x="350" y="279"/>
                      </a:lnTo>
                      <a:lnTo>
                        <a:pt x="350" y="277"/>
                      </a:lnTo>
                      <a:lnTo>
                        <a:pt x="350" y="279"/>
                      </a:lnTo>
                      <a:lnTo>
                        <a:pt x="352" y="279"/>
                      </a:lnTo>
                      <a:lnTo>
                        <a:pt x="350" y="279"/>
                      </a:lnTo>
                      <a:lnTo>
                        <a:pt x="350" y="277"/>
                      </a:lnTo>
                      <a:lnTo>
                        <a:pt x="349" y="279"/>
                      </a:lnTo>
                      <a:lnTo>
                        <a:pt x="347" y="277"/>
                      </a:lnTo>
                      <a:lnTo>
                        <a:pt x="345" y="277"/>
                      </a:lnTo>
                      <a:lnTo>
                        <a:pt x="345" y="276"/>
                      </a:lnTo>
                      <a:lnTo>
                        <a:pt x="343" y="276"/>
                      </a:lnTo>
                      <a:lnTo>
                        <a:pt x="345" y="276"/>
                      </a:lnTo>
                      <a:lnTo>
                        <a:pt x="343" y="274"/>
                      </a:lnTo>
                      <a:lnTo>
                        <a:pt x="345" y="274"/>
                      </a:lnTo>
                      <a:lnTo>
                        <a:pt x="343" y="272"/>
                      </a:lnTo>
                      <a:lnTo>
                        <a:pt x="343" y="270"/>
                      </a:lnTo>
                      <a:lnTo>
                        <a:pt x="345" y="270"/>
                      </a:lnTo>
                      <a:lnTo>
                        <a:pt x="347" y="270"/>
                      </a:lnTo>
                      <a:lnTo>
                        <a:pt x="347" y="268"/>
                      </a:lnTo>
                      <a:lnTo>
                        <a:pt x="349" y="268"/>
                      </a:lnTo>
                      <a:lnTo>
                        <a:pt x="350" y="266"/>
                      </a:lnTo>
                      <a:lnTo>
                        <a:pt x="352" y="266"/>
                      </a:lnTo>
                      <a:lnTo>
                        <a:pt x="352" y="265"/>
                      </a:lnTo>
                      <a:lnTo>
                        <a:pt x="352" y="263"/>
                      </a:lnTo>
                      <a:lnTo>
                        <a:pt x="354" y="265"/>
                      </a:lnTo>
                      <a:lnTo>
                        <a:pt x="354" y="263"/>
                      </a:lnTo>
                      <a:lnTo>
                        <a:pt x="352" y="263"/>
                      </a:lnTo>
                      <a:lnTo>
                        <a:pt x="354" y="263"/>
                      </a:lnTo>
                      <a:lnTo>
                        <a:pt x="354" y="261"/>
                      </a:lnTo>
                      <a:lnTo>
                        <a:pt x="354" y="259"/>
                      </a:lnTo>
                      <a:lnTo>
                        <a:pt x="354" y="257"/>
                      </a:lnTo>
                      <a:lnTo>
                        <a:pt x="354" y="255"/>
                      </a:lnTo>
                      <a:lnTo>
                        <a:pt x="354" y="254"/>
                      </a:lnTo>
                      <a:lnTo>
                        <a:pt x="356" y="254"/>
                      </a:lnTo>
                      <a:lnTo>
                        <a:pt x="356" y="252"/>
                      </a:lnTo>
                      <a:lnTo>
                        <a:pt x="358" y="252"/>
                      </a:lnTo>
                      <a:lnTo>
                        <a:pt x="358" y="250"/>
                      </a:lnTo>
                      <a:lnTo>
                        <a:pt x="358" y="248"/>
                      </a:lnTo>
                      <a:lnTo>
                        <a:pt x="360" y="248"/>
                      </a:lnTo>
                      <a:lnTo>
                        <a:pt x="360" y="246"/>
                      </a:lnTo>
                      <a:lnTo>
                        <a:pt x="360" y="244"/>
                      </a:lnTo>
                      <a:lnTo>
                        <a:pt x="361" y="244"/>
                      </a:lnTo>
                      <a:lnTo>
                        <a:pt x="361" y="243"/>
                      </a:lnTo>
                      <a:lnTo>
                        <a:pt x="363" y="243"/>
                      </a:lnTo>
                      <a:lnTo>
                        <a:pt x="365" y="243"/>
                      </a:lnTo>
                      <a:lnTo>
                        <a:pt x="365" y="241"/>
                      </a:lnTo>
                      <a:lnTo>
                        <a:pt x="367" y="239"/>
                      </a:lnTo>
                      <a:lnTo>
                        <a:pt x="367" y="237"/>
                      </a:lnTo>
                      <a:lnTo>
                        <a:pt x="367" y="235"/>
                      </a:lnTo>
                      <a:lnTo>
                        <a:pt x="367" y="237"/>
                      </a:lnTo>
                      <a:lnTo>
                        <a:pt x="369" y="237"/>
                      </a:lnTo>
                      <a:lnTo>
                        <a:pt x="371" y="237"/>
                      </a:lnTo>
                      <a:lnTo>
                        <a:pt x="372" y="237"/>
                      </a:lnTo>
                      <a:lnTo>
                        <a:pt x="372" y="239"/>
                      </a:lnTo>
                      <a:lnTo>
                        <a:pt x="374" y="239"/>
                      </a:lnTo>
                      <a:lnTo>
                        <a:pt x="374" y="241"/>
                      </a:lnTo>
                      <a:lnTo>
                        <a:pt x="376" y="241"/>
                      </a:lnTo>
                      <a:lnTo>
                        <a:pt x="374" y="241"/>
                      </a:lnTo>
                      <a:lnTo>
                        <a:pt x="374" y="239"/>
                      </a:lnTo>
                      <a:lnTo>
                        <a:pt x="372" y="239"/>
                      </a:lnTo>
                      <a:lnTo>
                        <a:pt x="372" y="237"/>
                      </a:lnTo>
                      <a:lnTo>
                        <a:pt x="371" y="237"/>
                      </a:lnTo>
                      <a:lnTo>
                        <a:pt x="369" y="237"/>
                      </a:lnTo>
                      <a:lnTo>
                        <a:pt x="367" y="235"/>
                      </a:lnTo>
                      <a:lnTo>
                        <a:pt x="369" y="237"/>
                      </a:lnTo>
                      <a:lnTo>
                        <a:pt x="369" y="235"/>
                      </a:lnTo>
                      <a:lnTo>
                        <a:pt x="367" y="235"/>
                      </a:lnTo>
                      <a:lnTo>
                        <a:pt x="369" y="235"/>
                      </a:lnTo>
                      <a:lnTo>
                        <a:pt x="367" y="235"/>
                      </a:lnTo>
                      <a:lnTo>
                        <a:pt x="369" y="235"/>
                      </a:lnTo>
                      <a:lnTo>
                        <a:pt x="367" y="235"/>
                      </a:lnTo>
                      <a:lnTo>
                        <a:pt x="369" y="234"/>
                      </a:lnTo>
                      <a:lnTo>
                        <a:pt x="369" y="232"/>
                      </a:lnTo>
                      <a:lnTo>
                        <a:pt x="369" y="230"/>
                      </a:lnTo>
                      <a:lnTo>
                        <a:pt x="371" y="230"/>
                      </a:lnTo>
                      <a:lnTo>
                        <a:pt x="371" y="232"/>
                      </a:lnTo>
                      <a:lnTo>
                        <a:pt x="371" y="230"/>
                      </a:lnTo>
                      <a:lnTo>
                        <a:pt x="369" y="230"/>
                      </a:lnTo>
                      <a:lnTo>
                        <a:pt x="371" y="230"/>
                      </a:lnTo>
                      <a:lnTo>
                        <a:pt x="369" y="230"/>
                      </a:lnTo>
                      <a:lnTo>
                        <a:pt x="369" y="228"/>
                      </a:lnTo>
                      <a:lnTo>
                        <a:pt x="371" y="228"/>
                      </a:lnTo>
                      <a:lnTo>
                        <a:pt x="371" y="226"/>
                      </a:lnTo>
                      <a:lnTo>
                        <a:pt x="371" y="224"/>
                      </a:lnTo>
                      <a:lnTo>
                        <a:pt x="371" y="223"/>
                      </a:lnTo>
                      <a:lnTo>
                        <a:pt x="372" y="223"/>
                      </a:lnTo>
                      <a:lnTo>
                        <a:pt x="374" y="223"/>
                      </a:lnTo>
                      <a:lnTo>
                        <a:pt x="374" y="221"/>
                      </a:lnTo>
                      <a:lnTo>
                        <a:pt x="374" y="219"/>
                      </a:lnTo>
                      <a:lnTo>
                        <a:pt x="376" y="219"/>
                      </a:lnTo>
                      <a:lnTo>
                        <a:pt x="374" y="219"/>
                      </a:lnTo>
                      <a:lnTo>
                        <a:pt x="376" y="217"/>
                      </a:lnTo>
                      <a:lnTo>
                        <a:pt x="376" y="215"/>
                      </a:lnTo>
                      <a:lnTo>
                        <a:pt x="376" y="213"/>
                      </a:lnTo>
                      <a:lnTo>
                        <a:pt x="376" y="212"/>
                      </a:lnTo>
                      <a:lnTo>
                        <a:pt x="376" y="210"/>
                      </a:lnTo>
                      <a:lnTo>
                        <a:pt x="376" y="208"/>
                      </a:lnTo>
                      <a:lnTo>
                        <a:pt x="378" y="208"/>
                      </a:lnTo>
                      <a:lnTo>
                        <a:pt x="378" y="210"/>
                      </a:lnTo>
                      <a:lnTo>
                        <a:pt x="380" y="210"/>
                      </a:lnTo>
                      <a:lnTo>
                        <a:pt x="380" y="212"/>
                      </a:lnTo>
                      <a:lnTo>
                        <a:pt x="381" y="212"/>
                      </a:lnTo>
                      <a:lnTo>
                        <a:pt x="380" y="212"/>
                      </a:lnTo>
                      <a:lnTo>
                        <a:pt x="380" y="210"/>
                      </a:lnTo>
                      <a:lnTo>
                        <a:pt x="378" y="210"/>
                      </a:lnTo>
                      <a:lnTo>
                        <a:pt x="378" y="208"/>
                      </a:lnTo>
                      <a:lnTo>
                        <a:pt x="376" y="208"/>
                      </a:lnTo>
                      <a:lnTo>
                        <a:pt x="376" y="206"/>
                      </a:lnTo>
                      <a:lnTo>
                        <a:pt x="376" y="208"/>
                      </a:lnTo>
                      <a:lnTo>
                        <a:pt x="378" y="208"/>
                      </a:lnTo>
                      <a:lnTo>
                        <a:pt x="376" y="206"/>
                      </a:lnTo>
                      <a:lnTo>
                        <a:pt x="376" y="204"/>
                      </a:lnTo>
                      <a:lnTo>
                        <a:pt x="374" y="204"/>
                      </a:lnTo>
                      <a:lnTo>
                        <a:pt x="374" y="202"/>
                      </a:lnTo>
                      <a:lnTo>
                        <a:pt x="372" y="202"/>
                      </a:lnTo>
                      <a:lnTo>
                        <a:pt x="372" y="201"/>
                      </a:lnTo>
                      <a:lnTo>
                        <a:pt x="372" y="202"/>
                      </a:lnTo>
                      <a:lnTo>
                        <a:pt x="372" y="201"/>
                      </a:lnTo>
                      <a:lnTo>
                        <a:pt x="374" y="201"/>
                      </a:lnTo>
                      <a:lnTo>
                        <a:pt x="376" y="201"/>
                      </a:lnTo>
                      <a:lnTo>
                        <a:pt x="376" y="202"/>
                      </a:lnTo>
                      <a:lnTo>
                        <a:pt x="376" y="201"/>
                      </a:lnTo>
                      <a:lnTo>
                        <a:pt x="376" y="199"/>
                      </a:lnTo>
                      <a:lnTo>
                        <a:pt x="376" y="197"/>
                      </a:lnTo>
                      <a:lnTo>
                        <a:pt x="376" y="195"/>
                      </a:lnTo>
                      <a:lnTo>
                        <a:pt x="374" y="195"/>
                      </a:lnTo>
                      <a:lnTo>
                        <a:pt x="374" y="193"/>
                      </a:lnTo>
                      <a:lnTo>
                        <a:pt x="374" y="195"/>
                      </a:lnTo>
                      <a:lnTo>
                        <a:pt x="372" y="195"/>
                      </a:lnTo>
                      <a:lnTo>
                        <a:pt x="374" y="195"/>
                      </a:lnTo>
                      <a:lnTo>
                        <a:pt x="372" y="195"/>
                      </a:lnTo>
                      <a:lnTo>
                        <a:pt x="372" y="197"/>
                      </a:lnTo>
                      <a:lnTo>
                        <a:pt x="372" y="199"/>
                      </a:lnTo>
                      <a:lnTo>
                        <a:pt x="371" y="199"/>
                      </a:lnTo>
                      <a:lnTo>
                        <a:pt x="372" y="199"/>
                      </a:lnTo>
                      <a:lnTo>
                        <a:pt x="372" y="201"/>
                      </a:lnTo>
                      <a:lnTo>
                        <a:pt x="371" y="201"/>
                      </a:lnTo>
                      <a:lnTo>
                        <a:pt x="369" y="201"/>
                      </a:lnTo>
                      <a:lnTo>
                        <a:pt x="369" y="202"/>
                      </a:lnTo>
                      <a:lnTo>
                        <a:pt x="367" y="202"/>
                      </a:lnTo>
                      <a:lnTo>
                        <a:pt x="365" y="202"/>
                      </a:lnTo>
                      <a:lnTo>
                        <a:pt x="365" y="201"/>
                      </a:lnTo>
                      <a:lnTo>
                        <a:pt x="363" y="201"/>
                      </a:lnTo>
                      <a:lnTo>
                        <a:pt x="363" y="199"/>
                      </a:lnTo>
                      <a:lnTo>
                        <a:pt x="365" y="199"/>
                      </a:lnTo>
                      <a:lnTo>
                        <a:pt x="363" y="199"/>
                      </a:lnTo>
                      <a:lnTo>
                        <a:pt x="363" y="197"/>
                      </a:lnTo>
                      <a:lnTo>
                        <a:pt x="365" y="199"/>
                      </a:lnTo>
                      <a:lnTo>
                        <a:pt x="367" y="199"/>
                      </a:lnTo>
                      <a:lnTo>
                        <a:pt x="369" y="199"/>
                      </a:lnTo>
                      <a:lnTo>
                        <a:pt x="371" y="197"/>
                      </a:lnTo>
                      <a:lnTo>
                        <a:pt x="371" y="195"/>
                      </a:lnTo>
                      <a:lnTo>
                        <a:pt x="372" y="195"/>
                      </a:lnTo>
                      <a:lnTo>
                        <a:pt x="372" y="193"/>
                      </a:lnTo>
                      <a:lnTo>
                        <a:pt x="374" y="191"/>
                      </a:lnTo>
                      <a:lnTo>
                        <a:pt x="374" y="190"/>
                      </a:lnTo>
                      <a:lnTo>
                        <a:pt x="376" y="190"/>
                      </a:lnTo>
                      <a:lnTo>
                        <a:pt x="378" y="190"/>
                      </a:lnTo>
                      <a:lnTo>
                        <a:pt x="380" y="190"/>
                      </a:lnTo>
                      <a:lnTo>
                        <a:pt x="381" y="190"/>
                      </a:lnTo>
                      <a:lnTo>
                        <a:pt x="383" y="190"/>
                      </a:lnTo>
                      <a:lnTo>
                        <a:pt x="381" y="190"/>
                      </a:lnTo>
                      <a:lnTo>
                        <a:pt x="380" y="190"/>
                      </a:lnTo>
                      <a:lnTo>
                        <a:pt x="378" y="190"/>
                      </a:lnTo>
                      <a:lnTo>
                        <a:pt x="376" y="190"/>
                      </a:lnTo>
                      <a:lnTo>
                        <a:pt x="374" y="190"/>
                      </a:lnTo>
                      <a:lnTo>
                        <a:pt x="374" y="188"/>
                      </a:lnTo>
                      <a:lnTo>
                        <a:pt x="374" y="186"/>
                      </a:lnTo>
                      <a:lnTo>
                        <a:pt x="374" y="184"/>
                      </a:lnTo>
                      <a:lnTo>
                        <a:pt x="374" y="182"/>
                      </a:lnTo>
                      <a:lnTo>
                        <a:pt x="372" y="182"/>
                      </a:lnTo>
                      <a:lnTo>
                        <a:pt x="372" y="181"/>
                      </a:lnTo>
                      <a:lnTo>
                        <a:pt x="372" y="179"/>
                      </a:lnTo>
                      <a:lnTo>
                        <a:pt x="372" y="177"/>
                      </a:lnTo>
                      <a:lnTo>
                        <a:pt x="371" y="177"/>
                      </a:lnTo>
                      <a:lnTo>
                        <a:pt x="369" y="177"/>
                      </a:lnTo>
                      <a:lnTo>
                        <a:pt x="369" y="175"/>
                      </a:lnTo>
                      <a:lnTo>
                        <a:pt x="371" y="175"/>
                      </a:lnTo>
                      <a:lnTo>
                        <a:pt x="372" y="175"/>
                      </a:lnTo>
                      <a:lnTo>
                        <a:pt x="372" y="173"/>
                      </a:lnTo>
                      <a:lnTo>
                        <a:pt x="374" y="171"/>
                      </a:lnTo>
                      <a:lnTo>
                        <a:pt x="376" y="171"/>
                      </a:lnTo>
                      <a:lnTo>
                        <a:pt x="376" y="170"/>
                      </a:lnTo>
                      <a:lnTo>
                        <a:pt x="378" y="170"/>
                      </a:lnTo>
                      <a:lnTo>
                        <a:pt x="378" y="171"/>
                      </a:lnTo>
                      <a:lnTo>
                        <a:pt x="380" y="171"/>
                      </a:lnTo>
                      <a:lnTo>
                        <a:pt x="380" y="170"/>
                      </a:lnTo>
                      <a:lnTo>
                        <a:pt x="381" y="170"/>
                      </a:lnTo>
                      <a:lnTo>
                        <a:pt x="383" y="170"/>
                      </a:lnTo>
                      <a:lnTo>
                        <a:pt x="383" y="168"/>
                      </a:lnTo>
                      <a:lnTo>
                        <a:pt x="385" y="166"/>
                      </a:lnTo>
                      <a:lnTo>
                        <a:pt x="385" y="164"/>
                      </a:lnTo>
                      <a:lnTo>
                        <a:pt x="385" y="162"/>
                      </a:lnTo>
                      <a:lnTo>
                        <a:pt x="385" y="160"/>
                      </a:lnTo>
                      <a:lnTo>
                        <a:pt x="387" y="160"/>
                      </a:lnTo>
                      <a:lnTo>
                        <a:pt x="387" y="162"/>
                      </a:lnTo>
                      <a:lnTo>
                        <a:pt x="387" y="160"/>
                      </a:lnTo>
                      <a:lnTo>
                        <a:pt x="387" y="162"/>
                      </a:lnTo>
                      <a:lnTo>
                        <a:pt x="389" y="162"/>
                      </a:lnTo>
                      <a:lnTo>
                        <a:pt x="387" y="162"/>
                      </a:lnTo>
                      <a:lnTo>
                        <a:pt x="387" y="164"/>
                      </a:lnTo>
                      <a:lnTo>
                        <a:pt x="389" y="164"/>
                      </a:lnTo>
                      <a:lnTo>
                        <a:pt x="389" y="166"/>
                      </a:lnTo>
                      <a:lnTo>
                        <a:pt x="389" y="164"/>
                      </a:lnTo>
                      <a:lnTo>
                        <a:pt x="387" y="164"/>
                      </a:lnTo>
                      <a:lnTo>
                        <a:pt x="387" y="162"/>
                      </a:lnTo>
                      <a:lnTo>
                        <a:pt x="389" y="162"/>
                      </a:lnTo>
                      <a:lnTo>
                        <a:pt x="387" y="162"/>
                      </a:lnTo>
                      <a:lnTo>
                        <a:pt x="387" y="160"/>
                      </a:lnTo>
                      <a:lnTo>
                        <a:pt x="389" y="160"/>
                      </a:lnTo>
                      <a:lnTo>
                        <a:pt x="387" y="160"/>
                      </a:lnTo>
                      <a:lnTo>
                        <a:pt x="385" y="160"/>
                      </a:lnTo>
                      <a:lnTo>
                        <a:pt x="385" y="159"/>
                      </a:lnTo>
                      <a:lnTo>
                        <a:pt x="385" y="157"/>
                      </a:lnTo>
                      <a:lnTo>
                        <a:pt x="383" y="157"/>
                      </a:lnTo>
                      <a:lnTo>
                        <a:pt x="385" y="157"/>
                      </a:lnTo>
                      <a:lnTo>
                        <a:pt x="385" y="155"/>
                      </a:lnTo>
                      <a:lnTo>
                        <a:pt x="387" y="155"/>
                      </a:lnTo>
                      <a:lnTo>
                        <a:pt x="385" y="155"/>
                      </a:lnTo>
                      <a:lnTo>
                        <a:pt x="387" y="155"/>
                      </a:lnTo>
                      <a:lnTo>
                        <a:pt x="385" y="153"/>
                      </a:lnTo>
                      <a:lnTo>
                        <a:pt x="387" y="153"/>
                      </a:lnTo>
                      <a:lnTo>
                        <a:pt x="389" y="153"/>
                      </a:lnTo>
                      <a:lnTo>
                        <a:pt x="389" y="155"/>
                      </a:lnTo>
                      <a:lnTo>
                        <a:pt x="391" y="155"/>
                      </a:lnTo>
                      <a:lnTo>
                        <a:pt x="392" y="155"/>
                      </a:lnTo>
                      <a:lnTo>
                        <a:pt x="392" y="153"/>
                      </a:lnTo>
                      <a:lnTo>
                        <a:pt x="394" y="153"/>
                      </a:lnTo>
                      <a:lnTo>
                        <a:pt x="396" y="153"/>
                      </a:lnTo>
                      <a:lnTo>
                        <a:pt x="396" y="155"/>
                      </a:lnTo>
                      <a:lnTo>
                        <a:pt x="398" y="155"/>
                      </a:lnTo>
                      <a:lnTo>
                        <a:pt x="398" y="157"/>
                      </a:lnTo>
                      <a:lnTo>
                        <a:pt x="396" y="157"/>
                      </a:lnTo>
                      <a:lnTo>
                        <a:pt x="396" y="159"/>
                      </a:lnTo>
                      <a:lnTo>
                        <a:pt x="398" y="159"/>
                      </a:lnTo>
                      <a:lnTo>
                        <a:pt x="398" y="160"/>
                      </a:lnTo>
                      <a:lnTo>
                        <a:pt x="398" y="162"/>
                      </a:lnTo>
                      <a:lnTo>
                        <a:pt x="398" y="164"/>
                      </a:lnTo>
                      <a:lnTo>
                        <a:pt x="398" y="166"/>
                      </a:lnTo>
                      <a:lnTo>
                        <a:pt x="400" y="166"/>
                      </a:lnTo>
                      <a:lnTo>
                        <a:pt x="400" y="168"/>
                      </a:lnTo>
                      <a:lnTo>
                        <a:pt x="402" y="168"/>
                      </a:lnTo>
                      <a:lnTo>
                        <a:pt x="403" y="168"/>
                      </a:lnTo>
                      <a:lnTo>
                        <a:pt x="403" y="166"/>
                      </a:lnTo>
                      <a:lnTo>
                        <a:pt x="405" y="166"/>
                      </a:lnTo>
                      <a:lnTo>
                        <a:pt x="405" y="164"/>
                      </a:lnTo>
                      <a:lnTo>
                        <a:pt x="403" y="164"/>
                      </a:lnTo>
                      <a:lnTo>
                        <a:pt x="405" y="164"/>
                      </a:lnTo>
                      <a:lnTo>
                        <a:pt x="405" y="162"/>
                      </a:lnTo>
                      <a:lnTo>
                        <a:pt x="405" y="160"/>
                      </a:lnTo>
                      <a:lnTo>
                        <a:pt x="407" y="160"/>
                      </a:lnTo>
                      <a:lnTo>
                        <a:pt x="407" y="162"/>
                      </a:lnTo>
                      <a:lnTo>
                        <a:pt x="409" y="162"/>
                      </a:lnTo>
                      <a:lnTo>
                        <a:pt x="409" y="164"/>
                      </a:lnTo>
                      <a:lnTo>
                        <a:pt x="411" y="164"/>
                      </a:lnTo>
                      <a:lnTo>
                        <a:pt x="413" y="164"/>
                      </a:lnTo>
                      <a:lnTo>
                        <a:pt x="413" y="166"/>
                      </a:lnTo>
                      <a:lnTo>
                        <a:pt x="414" y="166"/>
                      </a:lnTo>
                      <a:lnTo>
                        <a:pt x="416" y="166"/>
                      </a:lnTo>
                      <a:lnTo>
                        <a:pt x="416" y="164"/>
                      </a:lnTo>
                      <a:lnTo>
                        <a:pt x="418" y="164"/>
                      </a:lnTo>
                      <a:lnTo>
                        <a:pt x="418" y="162"/>
                      </a:lnTo>
                      <a:lnTo>
                        <a:pt x="418" y="160"/>
                      </a:lnTo>
                      <a:lnTo>
                        <a:pt x="418" y="159"/>
                      </a:lnTo>
                      <a:lnTo>
                        <a:pt x="420" y="157"/>
                      </a:lnTo>
                      <a:lnTo>
                        <a:pt x="420" y="155"/>
                      </a:lnTo>
                      <a:lnTo>
                        <a:pt x="418" y="153"/>
                      </a:lnTo>
                      <a:lnTo>
                        <a:pt x="416" y="151"/>
                      </a:lnTo>
                      <a:lnTo>
                        <a:pt x="414" y="153"/>
                      </a:lnTo>
                      <a:lnTo>
                        <a:pt x="416" y="153"/>
                      </a:lnTo>
                      <a:lnTo>
                        <a:pt x="414" y="153"/>
                      </a:lnTo>
                      <a:lnTo>
                        <a:pt x="413" y="155"/>
                      </a:lnTo>
                      <a:lnTo>
                        <a:pt x="411" y="155"/>
                      </a:lnTo>
                      <a:lnTo>
                        <a:pt x="409" y="155"/>
                      </a:lnTo>
                      <a:lnTo>
                        <a:pt x="407" y="155"/>
                      </a:lnTo>
                      <a:lnTo>
                        <a:pt x="405" y="155"/>
                      </a:lnTo>
                      <a:lnTo>
                        <a:pt x="405" y="157"/>
                      </a:lnTo>
                      <a:lnTo>
                        <a:pt x="403" y="157"/>
                      </a:lnTo>
                      <a:lnTo>
                        <a:pt x="402" y="157"/>
                      </a:lnTo>
                      <a:lnTo>
                        <a:pt x="402" y="155"/>
                      </a:lnTo>
                      <a:lnTo>
                        <a:pt x="402" y="153"/>
                      </a:lnTo>
                      <a:lnTo>
                        <a:pt x="402" y="151"/>
                      </a:lnTo>
                      <a:lnTo>
                        <a:pt x="403" y="151"/>
                      </a:lnTo>
                      <a:lnTo>
                        <a:pt x="402" y="151"/>
                      </a:lnTo>
                      <a:lnTo>
                        <a:pt x="403" y="151"/>
                      </a:lnTo>
                      <a:lnTo>
                        <a:pt x="403" y="149"/>
                      </a:lnTo>
                      <a:lnTo>
                        <a:pt x="403" y="148"/>
                      </a:lnTo>
                      <a:lnTo>
                        <a:pt x="403" y="146"/>
                      </a:lnTo>
                      <a:lnTo>
                        <a:pt x="405" y="146"/>
                      </a:lnTo>
                      <a:lnTo>
                        <a:pt x="405" y="144"/>
                      </a:lnTo>
                      <a:lnTo>
                        <a:pt x="407" y="144"/>
                      </a:lnTo>
                      <a:lnTo>
                        <a:pt x="407" y="142"/>
                      </a:lnTo>
                      <a:lnTo>
                        <a:pt x="409" y="142"/>
                      </a:lnTo>
                      <a:lnTo>
                        <a:pt x="409" y="144"/>
                      </a:lnTo>
                      <a:lnTo>
                        <a:pt x="411" y="144"/>
                      </a:lnTo>
                      <a:lnTo>
                        <a:pt x="413" y="144"/>
                      </a:lnTo>
                      <a:lnTo>
                        <a:pt x="414" y="146"/>
                      </a:lnTo>
                      <a:lnTo>
                        <a:pt x="416" y="146"/>
                      </a:lnTo>
                      <a:lnTo>
                        <a:pt x="416" y="148"/>
                      </a:lnTo>
                      <a:lnTo>
                        <a:pt x="418" y="148"/>
                      </a:lnTo>
                      <a:lnTo>
                        <a:pt x="418" y="149"/>
                      </a:lnTo>
                      <a:lnTo>
                        <a:pt x="418" y="148"/>
                      </a:lnTo>
                      <a:lnTo>
                        <a:pt x="418" y="149"/>
                      </a:lnTo>
                      <a:lnTo>
                        <a:pt x="420" y="149"/>
                      </a:lnTo>
                      <a:lnTo>
                        <a:pt x="422" y="149"/>
                      </a:lnTo>
                      <a:lnTo>
                        <a:pt x="423" y="148"/>
                      </a:lnTo>
                      <a:lnTo>
                        <a:pt x="425" y="148"/>
                      </a:lnTo>
                      <a:lnTo>
                        <a:pt x="425" y="146"/>
                      </a:lnTo>
                      <a:lnTo>
                        <a:pt x="427" y="146"/>
                      </a:lnTo>
                      <a:lnTo>
                        <a:pt x="427" y="148"/>
                      </a:lnTo>
                      <a:lnTo>
                        <a:pt x="425" y="148"/>
                      </a:lnTo>
                      <a:lnTo>
                        <a:pt x="427" y="148"/>
                      </a:lnTo>
                      <a:lnTo>
                        <a:pt x="425" y="148"/>
                      </a:lnTo>
                      <a:lnTo>
                        <a:pt x="425" y="149"/>
                      </a:lnTo>
                      <a:lnTo>
                        <a:pt x="425" y="151"/>
                      </a:lnTo>
                      <a:lnTo>
                        <a:pt x="425" y="153"/>
                      </a:lnTo>
                      <a:lnTo>
                        <a:pt x="423" y="153"/>
                      </a:lnTo>
                      <a:lnTo>
                        <a:pt x="425" y="153"/>
                      </a:lnTo>
                      <a:lnTo>
                        <a:pt x="423" y="153"/>
                      </a:lnTo>
                      <a:lnTo>
                        <a:pt x="423" y="155"/>
                      </a:lnTo>
                      <a:lnTo>
                        <a:pt x="423" y="157"/>
                      </a:lnTo>
                      <a:lnTo>
                        <a:pt x="423" y="159"/>
                      </a:lnTo>
                      <a:lnTo>
                        <a:pt x="423" y="160"/>
                      </a:lnTo>
                      <a:lnTo>
                        <a:pt x="423" y="162"/>
                      </a:lnTo>
                      <a:lnTo>
                        <a:pt x="423" y="164"/>
                      </a:lnTo>
                      <a:lnTo>
                        <a:pt x="423" y="166"/>
                      </a:lnTo>
                      <a:lnTo>
                        <a:pt x="423" y="168"/>
                      </a:lnTo>
                      <a:lnTo>
                        <a:pt x="422" y="168"/>
                      </a:lnTo>
                      <a:lnTo>
                        <a:pt x="422" y="166"/>
                      </a:lnTo>
                      <a:lnTo>
                        <a:pt x="422" y="168"/>
                      </a:lnTo>
                      <a:lnTo>
                        <a:pt x="420" y="168"/>
                      </a:lnTo>
                      <a:lnTo>
                        <a:pt x="422" y="170"/>
                      </a:lnTo>
                      <a:lnTo>
                        <a:pt x="422" y="171"/>
                      </a:lnTo>
                      <a:lnTo>
                        <a:pt x="420" y="171"/>
                      </a:lnTo>
                      <a:lnTo>
                        <a:pt x="420" y="170"/>
                      </a:lnTo>
                      <a:lnTo>
                        <a:pt x="420" y="171"/>
                      </a:lnTo>
                      <a:lnTo>
                        <a:pt x="422" y="171"/>
                      </a:lnTo>
                      <a:lnTo>
                        <a:pt x="423" y="171"/>
                      </a:lnTo>
                      <a:lnTo>
                        <a:pt x="423" y="170"/>
                      </a:lnTo>
                      <a:lnTo>
                        <a:pt x="422" y="170"/>
                      </a:lnTo>
                      <a:lnTo>
                        <a:pt x="422" y="168"/>
                      </a:lnTo>
                      <a:lnTo>
                        <a:pt x="423" y="168"/>
                      </a:lnTo>
                      <a:lnTo>
                        <a:pt x="423" y="166"/>
                      </a:lnTo>
                      <a:lnTo>
                        <a:pt x="423" y="168"/>
                      </a:lnTo>
                      <a:lnTo>
                        <a:pt x="425" y="170"/>
                      </a:lnTo>
                      <a:lnTo>
                        <a:pt x="425" y="171"/>
                      </a:lnTo>
                      <a:lnTo>
                        <a:pt x="425" y="173"/>
                      </a:lnTo>
                      <a:lnTo>
                        <a:pt x="425" y="175"/>
                      </a:lnTo>
                      <a:lnTo>
                        <a:pt x="427" y="175"/>
                      </a:lnTo>
                      <a:lnTo>
                        <a:pt x="427" y="177"/>
                      </a:lnTo>
                      <a:lnTo>
                        <a:pt x="427" y="179"/>
                      </a:lnTo>
                      <a:lnTo>
                        <a:pt x="429" y="177"/>
                      </a:lnTo>
                      <a:lnTo>
                        <a:pt x="429" y="179"/>
                      </a:lnTo>
                      <a:lnTo>
                        <a:pt x="427" y="179"/>
                      </a:lnTo>
                      <a:lnTo>
                        <a:pt x="429" y="179"/>
                      </a:lnTo>
                      <a:lnTo>
                        <a:pt x="427" y="179"/>
                      </a:lnTo>
                      <a:lnTo>
                        <a:pt x="429" y="179"/>
                      </a:lnTo>
                      <a:lnTo>
                        <a:pt x="431" y="179"/>
                      </a:lnTo>
                      <a:lnTo>
                        <a:pt x="429" y="179"/>
                      </a:lnTo>
                      <a:lnTo>
                        <a:pt x="431" y="179"/>
                      </a:lnTo>
                      <a:lnTo>
                        <a:pt x="433" y="179"/>
                      </a:lnTo>
                      <a:lnTo>
                        <a:pt x="433" y="181"/>
                      </a:lnTo>
                      <a:lnTo>
                        <a:pt x="434" y="181"/>
                      </a:lnTo>
                      <a:lnTo>
                        <a:pt x="434" y="182"/>
                      </a:lnTo>
                      <a:lnTo>
                        <a:pt x="436" y="182"/>
                      </a:lnTo>
                      <a:lnTo>
                        <a:pt x="436" y="184"/>
                      </a:lnTo>
                      <a:lnTo>
                        <a:pt x="438" y="184"/>
                      </a:lnTo>
                      <a:lnTo>
                        <a:pt x="438" y="186"/>
                      </a:lnTo>
                      <a:lnTo>
                        <a:pt x="438" y="188"/>
                      </a:lnTo>
                      <a:lnTo>
                        <a:pt x="440" y="188"/>
                      </a:lnTo>
                      <a:lnTo>
                        <a:pt x="440" y="190"/>
                      </a:lnTo>
                      <a:lnTo>
                        <a:pt x="438" y="190"/>
                      </a:lnTo>
                      <a:lnTo>
                        <a:pt x="438" y="191"/>
                      </a:lnTo>
                      <a:lnTo>
                        <a:pt x="438" y="190"/>
                      </a:lnTo>
                      <a:lnTo>
                        <a:pt x="438" y="191"/>
                      </a:lnTo>
                      <a:lnTo>
                        <a:pt x="440" y="191"/>
                      </a:lnTo>
                      <a:lnTo>
                        <a:pt x="442" y="191"/>
                      </a:lnTo>
                      <a:lnTo>
                        <a:pt x="442" y="193"/>
                      </a:lnTo>
                      <a:lnTo>
                        <a:pt x="440" y="193"/>
                      </a:lnTo>
                      <a:lnTo>
                        <a:pt x="440" y="195"/>
                      </a:lnTo>
                      <a:lnTo>
                        <a:pt x="442" y="195"/>
                      </a:lnTo>
                      <a:lnTo>
                        <a:pt x="442" y="197"/>
                      </a:lnTo>
                      <a:lnTo>
                        <a:pt x="444" y="197"/>
                      </a:lnTo>
                      <a:lnTo>
                        <a:pt x="444" y="199"/>
                      </a:lnTo>
                      <a:lnTo>
                        <a:pt x="444" y="201"/>
                      </a:lnTo>
                      <a:lnTo>
                        <a:pt x="445" y="202"/>
                      </a:lnTo>
                      <a:lnTo>
                        <a:pt x="445" y="204"/>
                      </a:lnTo>
                      <a:lnTo>
                        <a:pt x="445" y="206"/>
                      </a:lnTo>
                      <a:lnTo>
                        <a:pt x="445" y="208"/>
                      </a:lnTo>
                      <a:lnTo>
                        <a:pt x="445" y="210"/>
                      </a:lnTo>
                      <a:lnTo>
                        <a:pt x="444" y="210"/>
                      </a:lnTo>
                      <a:lnTo>
                        <a:pt x="445" y="210"/>
                      </a:lnTo>
                      <a:lnTo>
                        <a:pt x="445" y="212"/>
                      </a:lnTo>
                      <a:lnTo>
                        <a:pt x="444" y="212"/>
                      </a:lnTo>
                      <a:lnTo>
                        <a:pt x="445" y="212"/>
                      </a:lnTo>
                      <a:lnTo>
                        <a:pt x="445" y="210"/>
                      </a:lnTo>
                      <a:lnTo>
                        <a:pt x="447" y="210"/>
                      </a:lnTo>
                      <a:lnTo>
                        <a:pt x="447" y="212"/>
                      </a:lnTo>
                      <a:lnTo>
                        <a:pt x="447" y="213"/>
                      </a:lnTo>
                      <a:lnTo>
                        <a:pt x="449" y="213"/>
                      </a:lnTo>
                      <a:lnTo>
                        <a:pt x="447" y="213"/>
                      </a:lnTo>
                      <a:lnTo>
                        <a:pt x="447" y="215"/>
                      </a:lnTo>
                      <a:lnTo>
                        <a:pt x="447" y="213"/>
                      </a:lnTo>
                      <a:lnTo>
                        <a:pt x="447" y="215"/>
                      </a:lnTo>
                      <a:lnTo>
                        <a:pt x="445" y="215"/>
                      </a:lnTo>
                      <a:lnTo>
                        <a:pt x="445" y="217"/>
                      </a:lnTo>
                      <a:lnTo>
                        <a:pt x="445" y="215"/>
                      </a:lnTo>
                      <a:lnTo>
                        <a:pt x="444" y="217"/>
                      </a:lnTo>
                      <a:lnTo>
                        <a:pt x="445" y="217"/>
                      </a:lnTo>
                      <a:lnTo>
                        <a:pt x="447" y="217"/>
                      </a:lnTo>
                      <a:lnTo>
                        <a:pt x="447" y="215"/>
                      </a:lnTo>
                      <a:lnTo>
                        <a:pt x="447" y="217"/>
                      </a:lnTo>
                      <a:lnTo>
                        <a:pt x="447" y="219"/>
                      </a:lnTo>
                      <a:lnTo>
                        <a:pt x="445" y="217"/>
                      </a:lnTo>
                      <a:lnTo>
                        <a:pt x="445" y="219"/>
                      </a:lnTo>
                      <a:lnTo>
                        <a:pt x="445" y="217"/>
                      </a:lnTo>
                      <a:lnTo>
                        <a:pt x="445" y="219"/>
                      </a:lnTo>
                      <a:lnTo>
                        <a:pt x="444" y="219"/>
                      </a:lnTo>
                      <a:lnTo>
                        <a:pt x="444" y="221"/>
                      </a:lnTo>
                      <a:lnTo>
                        <a:pt x="444" y="219"/>
                      </a:lnTo>
                      <a:lnTo>
                        <a:pt x="445" y="219"/>
                      </a:lnTo>
                      <a:lnTo>
                        <a:pt x="445" y="221"/>
                      </a:lnTo>
                      <a:lnTo>
                        <a:pt x="444" y="221"/>
                      </a:lnTo>
                      <a:lnTo>
                        <a:pt x="442" y="221"/>
                      </a:lnTo>
                      <a:lnTo>
                        <a:pt x="444" y="221"/>
                      </a:lnTo>
                      <a:lnTo>
                        <a:pt x="442" y="221"/>
                      </a:lnTo>
                      <a:lnTo>
                        <a:pt x="444" y="221"/>
                      </a:lnTo>
                      <a:lnTo>
                        <a:pt x="445" y="221"/>
                      </a:lnTo>
                      <a:lnTo>
                        <a:pt x="445" y="223"/>
                      </a:lnTo>
                      <a:lnTo>
                        <a:pt x="444" y="223"/>
                      </a:lnTo>
                      <a:lnTo>
                        <a:pt x="442" y="223"/>
                      </a:lnTo>
                      <a:lnTo>
                        <a:pt x="444" y="223"/>
                      </a:lnTo>
                      <a:lnTo>
                        <a:pt x="444" y="224"/>
                      </a:lnTo>
                      <a:lnTo>
                        <a:pt x="442" y="224"/>
                      </a:lnTo>
                      <a:lnTo>
                        <a:pt x="442" y="223"/>
                      </a:lnTo>
                      <a:lnTo>
                        <a:pt x="442" y="224"/>
                      </a:lnTo>
                      <a:lnTo>
                        <a:pt x="444" y="224"/>
                      </a:lnTo>
                      <a:lnTo>
                        <a:pt x="442" y="224"/>
                      </a:lnTo>
                      <a:lnTo>
                        <a:pt x="444" y="224"/>
                      </a:lnTo>
                      <a:lnTo>
                        <a:pt x="445" y="224"/>
                      </a:lnTo>
                      <a:lnTo>
                        <a:pt x="444" y="224"/>
                      </a:lnTo>
                      <a:lnTo>
                        <a:pt x="444" y="226"/>
                      </a:lnTo>
                      <a:lnTo>
                        <a:pt x="444" y="224"/>
                      </a:lnTo>
                      <a:lnTo>
                        <a:pt x="444" y="226"/>
                      </a:lnTo>
                      <a:lnTo>
                        <a:pt x="444" y="224"/>
                      </a:lnTo>
                      <a:lnTo>
                        <a:pt x="444" y="226"/>
                      </a:lnTo>
                      <a:lnTo>
                        <a:pt x="442" y="226"/>
                      </a:lnTo>
                      <a:lnTo>
                        <a:pt x="444" y="226"/>
                      </a:lnTo>
                      <a:lnTo>
                        <a:pt x="442" y="226"/>
                      </a:lnTo>
                      <a:lnTo>
                        <a:pt x="442" y="228"/>
                      </a:lnTo>
                      <a:lnTo>
                        <a:pt x="440" y="228"/>
                      </a:lnTo>
                      <a:lnTo>
                        <a:pt x="442" y="228"/>
                      </a:lnTo>
                      <a:lnTo>
                        <a:pt x="442" y="230"/>
                      </a:lnTo>
                      <a:lnTo>
                        <a:pt x="442" y="228"/>
                      </a:lnTo>
                      <a:lnTo>
                        <a:pt x="442" y="230"/>
                      </a:lnTo>
                      <a:lnTo>
                        <a:pt x="444" y="230"/>
                      </a:lnTo>
                      <a:lnTo>
                        <a:pt x="442" y="230"/>
                      </a:lnTo>
                      <a:lnTo>
                        <a:pt x="440" y="230"/>
                      </a:lnTo>
                      <a:lnTo>
                        <a:pt x="438" y="230"/>
                      </a:lnTo>
                      <a:lnTo>
                        <a:pt x="440" y="230"/>
                      </a:lnTo>
                      <a:lnTo>
                        <a:pt x="438" y="230"/>
                      </a:lnTo>
                      <a:lnTo>
                        <a:pt x="440" y="230"/>
                      </a:lnTo>
                      <a:lnTo>
                        <a:pt x="438" y="230"/>
                      </a:lnTo>
                      <a:lnTo>
                        <a:pt x="440" y="230"/>
                      </a:lnTo>
                      <a:lnTo>
                        <a:pt x="442" y="230"/>
                      </a:lnTo>
                      <a:lnTo>
                        <a:pt x="442" y="232"/>
                      </a:lnTo>
                      <a:lnTo>
                        <a:pt x="440" y="232"/>
                      </a:lnTo>
                      <a:lnTo>
                        <a:pt x="438" y="232"/>
                      </a:lnTo>
                      <a:lnTo>
                        <a:pt x="436" y="232"/>
                      </a:lnTo>
                      <a:lnTo>
                        <a:pt x="436" y="230"/>
                      </a:lnTo>
                      <a:lnTo>
                        <a:pt x="436" y="232"/>
                      </a:lnTo>
                      <a:lnTo>
                        <a:pt x="436" y="234"/>
                      </a:lnTo>
                      <a:lnTo>
                        <a:pt x="436" y="232"/>
                      </a:lnTo>
                      <a:lnTo>
                        <a:pt x="436" y="234"/>
                      </a:lnTo>
                      <a:lnTo>
                        <a:pt x="436" y="232"/>
                      </a:lnTo>
                      <a:lnTo>
                        <a:pt x="436" y="234"/>
                      </a:lnTo>
                      <a:lnTo>
                        <a:pt x="434" y="234"/>
                      </a:lnTo>
                      <a:lnTo>
                        <a:pt x="436" y="234"/>
                      </a:lnTo>
                      <a:lnTo>
                        <a:pt x="434" y="234"/>
                      </a:lnTo>
                      <a:lnTo>
                        <a:pt x="434" y="235"/>
                      </a:lnTo>
                      <a:lnTo>
                        <a:pt x="434" y="234"/>
                      </a:lnTo>
                      <a:lnTo>
                        <a:pt x="436" y="234"/>
                      </a:lnTo>
                      <a:lnTo>
                        <a:pt x="436" y="235"/>
                      </a:lnTo>
                      <a:lnTo>
                        <a:pt x="434" y="235"/>
                      </a:lnTo>
                      <a:lnTo>
                        <a:pt x="434" y="234"/>
                      </a:lnTo>
                      <a:lnTo>
                        <a:pt x="433" y="234"/>
                      </a:lnTo>
                      <a:lnTo>
                        <a:pt x="433" y="235"/>
                      </a:lnTo>
                      <a:lnTo>
                        <a:pt x="433" y="237"/>
                      </a:lnTo>
                      <a:lnTo>
                        <a:pt x="434" y="237"/>
                      </a:lnTo>
                      <a:lnTo>
                        <a:pt x="434" y="239"/>
                      </a:lnTo>
                      <a:lnTo>
                        <a:pt x="433" y="239"/>
                      </a:lnTo>
                      <a:lnTo>
                        <a:pt x="433" y="237"/>
                      </a:lnTo>
                      <a:lnTo>
                        <a:pt x="431" y="237"/>
                      </a:lnTo>
                      <a:lnTo>
                        <a:pt x="431" y="239"/>
                      </a:lnTo>
                      <a:lnTo>
                        <a:pt x="431" y="241"/>
                      </a:lnTo>
                      <a:lnTo>
                        <a:pt x="429" y="241"/>
                      </a:lnTo>
                      <a:lnTo>
                        <a:pt x="431" y="241"/>
                      </a:lnTo>
                      <a:lnTo>
                        <a:pt x="429" y="241"/>
                      </a:lnTo>
                      <a:lnTo>
                        <a:pt x="429" y="243"/>
                      </a:lnTo>
                      <a:lnTo>
                        <a:pt x="431" y="243"/>
                      </a:lnTo>
                      <a:lnTo>
                        <a:pt x="431" y="244"/>
                      </a:lnTo>
                      <a:lnTo>
                        <a:pt x="429" y="244"/>
                      </a:lnTo>
                      <a:lnTo>
                        <a:pt x="431" y="244"/>
                      </a:lnTo>
                      <a:lnTo>
                        <a:pt x="429" y="244"/>
                      </a:lnTo>
                      <a:lnTo>
                        <a:pt x="429" y="243"/>
                      </a:lnTo>
                      <a:lnTo>
                        <a:pt x="429" y="244"/>
                      </a:lnTo>
                      <a:lnTo>
                        <a:pt x="429" y="243"/>
                      </a:lnTo>
                      <a:lnTo>
                        <a:pt x="429" y="244"/>
                      </a:lnTo>
                      <a:lnTo>
                        <a:pt x="427" y="244"/>
                      </a:lnTo>
                      <a:lnTo>
                        <a:pt x="425" y="244"/>
                      </a:lnTo>
                      <a:lnTo>
                        <a:pt x="425" y="246"/>
                      </a:lnTo>
                      <a:lnTo>
                        <a:pt x="427" y="246"/>
                      </a:lnTo>
                      <a:lnTo>
                        <a:pt x="429" y="246"/>
                      </a:lnTo>
                      <a:lnTo>
                        <a:pt x="429" y="248"/>
                      </a:lnTo>
                      <a:lnTo>
                        <a:pt x="427" y="248"/>
                      </a:lnTo>
                      <a:lnTo>
                        <a:pt x="425" y="248"/>
                      </a:lnTo>
                      <a:lnTo>
                        <a:pt x="425" y="250"/>
                      </a:lnTo>
                      <a:lnTo>
                        <a:pt x="423" y="250"/>
                      </a:lnTo>
                      <a:lnTo>
                        <a:pt x="422" y="250"/>
                      </a:lnTo>
                      <a:lnTo>
                        <a:pt x="422" y="248"/>
                      </a:lnTo>
                      <a:lnTo>
                        <a:pt x="420" y="248"/>
                      </a:lnTo>
                      <a:lnTo>
                        <a:pt x="422" y="248"/>
                      </a:lnTo>
                      <a:lnTo>
                        <a:pt x="420" y="248"/>
                      </a:lnTo>
                      <a:lnTo>
                        <a:pt x="420" y="246"/>
                      </a:lnTo>
                      <a:lnTo>
                        <a:pt x="420" y="244"/>
                      </a:lnTo>
                      <a:lnTo>
                        <a:pt x="420" y="243"/>
                      </a:lnTo>
                      <a:lnTo>
                        <a:pt x="420" y="244"/>
                      </a:lnTo>
                      <a:lnTo>
                        <a:pt x="420" y="243"/>
                      </a:lnTo>
                      <a:lnTo>
                        <a:pt x="420" y="241"/>
                      </a:lnTo>
                      <a:lnTo>
                        <a:pt x="420" y="243"/>
                      </a:lnTo>
                      <a:lnTo>
                        <a:pt x="420" y="244"/>
                      </a:lnTo>
                      <a:lnTo>
                        <a:pt x="420" y="243"/>
                      </a:lnTo>
                      <a:lnTo>
                        <a:pt x="420" y="244"/>
                      </a:lnTo>
                      <a:lnTo>
                        <a:pt x="420" y="246"/>
                      </a:lnTo>
                      <a:lnTo>
                        <a:pt x="420" y="248"/>
                      </a:lnTo>
                      <a:lnTo>
                        <a:pt x="422" y="248"/>
                      </a:lnTo>
                      <a:lnTo>
                        <a:pt x="420" y="248"/>
                      </a:lnTo>
                      <a:lnTo>
                        <a:pt x="420" y="250"/>
                      </a:lnTo>
                      <a:lnTo>
                        <a:pt x="422" y="250"/>
                      </a:lnTo>
                      <a:lnTo>
                        <a:pt x="420" y="250"/>
                      </a:lnTo>
                      <a:lnTo>
                        <a:pt x="422" y="250"/>
                      </a:lnTo>
                      <a:lnTo>
                        <a:pt x="423" y="250"/>
                      </a:lnTo>
                      <a:lnTo>
                        <a:pt x="425" y="250"/>
                      </a:lnTo>
                      <a:lnTo>
                        <a:pt x="425" y="248"/>
                      </a:lnTo>
                      <a:lnTo>
                        <a:pt x="427" y="248"/>
                      </a:lnTo>
                      <a:lnTo>
                        <a:pt x="427" y="250"/>
                      </a:lnTo>
                      <a:lnTo>
                        <a:pt x="425" y="250"/>
                      </a:lnTo>
                      <a:lnTo>
                        <a:pt x="427" y="250"/>
                      </a:lnTo>
                      <a:lnTo>
                        <a:pt x="427" y="248"/>
                      </a:lnTo>
                      <a:lnTo>
                        <a:pt x="427" y="250"/>
                      </a:lnTo>
                      <a:lnTo>
                        <a:pt x="427" y="248"/>
                      </a:lnTo>
                      <a:lnTo>
                        <a:pt x="427" y="250"/>
                      </a:lnTo>
                      <a:lnTo>
                        <a:pt x="429" y="250"/>
                      </a:lnTo>
                      <a:lnTo>
                        <a:pt x="429" y="252"/>
                      </a:lnTo>
                      <a:lnTo>
                        <a:pt x="429" y="250"/>
                      </a:lnTo>
                      <a:lnTo>
                        <a:pt x="427" y="250"/>
                      </a:lnTo>
                      <a:lnTo>
                        <a:pt x="427" y="252"/>
                      </a:lnTo>
                      <a:lnTo>
                        <a:pt x="427" y="254"/>
                      </a:lnTo>
                      <a:lnTo>
                        <a:pt x="429" y="254"/>
                      </a:lnTo>
                      <a:lnTo>
                        <a:pt x="427" y="254"/>
                      </a:lnTo>
                      <a:lnTo>
                        <a:pt x="425" y="254"/>
                      </a:lnTo>
                      <a:lnTo>
                        <a:pt x="427" y="254"/>
                      </a:lnTo>
                      <a:lnTo>
                        <a:pt x="427" y="255"/>
                      </a:lnTo>
                      <a:lnTo>
                        <a:pt x="427" y="254"/>
                      </a:lnTo>
                      <a:lnTo>
                        <a:pt x="427" y="255"/>
                      </a:lnTo>
                      <a:lnTo>
                        <a:pt x="429" y="255"/>
                      </a:lnTo>
                      <a:lnTo>
                        <a:pt x="427" y="255"/>
                      </a:lnTo>
                      <a:lnTo>
                        <a:pt x="429" y="255"/>
                      </a:lnTo>
                      <a:lnTo>
                        <a:pt x="429" y="257"/>
                      </a:lnTo>
                      <a:lnTo>
                        <a:pt x="429" y="259"/>
                      </a:lnTo>
                      <a:lnTo>
                        <a:pt x="427" y="259"/>
                      </a:lnTo>
                      <a:lnTo>
                        <a:pt x="427" y="257"/>
                      </a:lnTo>
                      <a:lnTo>
                        <a:pt x="425" y="257"/>
                      </a:lnTo>
                      <a:lnTo>
                        <a:pt x="427" y="257"/>
                      </a:lnTo>
                      <a:lnTo>
                        <a:pt x="425" y="257"/>
                      </a:lnTo>
                      <a:lnTo>
                        <a:pt x="427" y="257"/>
                      </a:lnTo>
                      <a:lnTo>
                        <a:pt x="425" y="257"/>
                      </a:lnTo>
                      <a:lnTo>
                        <a:pt x="425" y="255"/>
                      </a:lnTo>
                      <a:lnTo>
                        <a:pt x="427" y="255"/>
                      </a:lnTo>
                      <a:lnTo>
                        <a:pt x="425" y="255"/>
                      </a:lnTo>
                      <a:lnTo>
                        <a:pt x="423" y="255"/>
                      </a:lnTo>
                      <a:lnTo>
                        <a:pt x="423" y="254"/>
                      </a:lnTo>
                      <a:lnTo>
                        <a:pt x="425" y="254"/>
                      </a:lnTo>
                      <a:lnTo>
                        <a:pt x="423" y="254"/>
                      </a:lnTo>
                      <a:lnTo>
                        <a:pt x="425" y="254"/>
                      </a:lnTo>
                      <a:lnTo>
                        <a:pt x="423" y="254"/>
                      </a:lnTo>
                      <a:lnTo>
                        <a:pt x="422" y="254"/>
                      </a:lnTo>
                      <a:lnTo>
                        <a:pt x="420" y="254"/>
                      </a:lnTo>
                      <a:lnTo>
                        <a:pt x="420" y="252"/>
                      </a:lnTo>
                      <a:lnTo>
                        <a:pt x="422" y="252"/>
                      </a:lnTo>
                      <a:lnTo>
                        <a:pt x="420" y="252"/>
                      </a:lnTo>
                      <a:lnTo>
                        <a:pt x="418" y="252"/>
                      </a:lnTo>
                      <a:lnTo>
                        <a:pt x="418" y="250"/>
                      </a:lnTo>
                      <a:lnTo>
                        <a:pt x="418" y="252"/>
                      </a:lnTo>
                      <a:lnTo>
                        <a:pt x="420" y="252"/>
                      </a:lnTo>
                      <a:lnTo>
                        <a:pt x="420" y="254"/>
                      </a:lnTo>
                      <a:lnTo>
                        <a:pt x="422" y="254"/>
                      </a:lnTo>
                      <a:lnTo>
                        <a:pt x="420" y="254"/>
                      </a:lnTo>
                      <a:lnTo>
                        <a:pt x="418" y="254"/>
                      </a:lnTo>
                      <a:lnTo>
                        <a:pt x="420" y="254"/>
                      </a:lnTo>
                      <a:lnTo>
                        <a:pt x="418" y="255"/>
                      </a:lnTo>
                      <a:lnTo>
                        <a:pt x="416" y="255"/>
                      </a:lnTo>
                      <a:lnTo>
                        <a:pt x="416" y="257"/>
                      </a:lnTo>
                      <a:lnTo>
                        <a:pt x="416" y="255"/>
                      </a:lnTo>
                      <a:lnTo>
                        <a:pt x="416" y="257"/>
                      </a:lnTo>
                      <a:lnTo>
                        <a:pt x="414" y="257"/>
                      </a:lnTo>
                      <a:lnTo>
                        <a:pt x="416" y="257"/>
                      </a:lnTo>
                      <a:lnTo>
                        <a:pt x="414" y="257"/>
                      </a:lnTo>
                      <a:lnTo>
                        <a:pt x="416" y="257"/>
                      </a:lnTo>
                      <a:lnTo>
                        <a:pt x="414" y="257"/>
                      </a:lnTo>
                      <a:lnTo>
                        <a:pt x="414" y="255"/>
                      </a:lnTo>
                      <a:lnTo>
                        <a:pt x="416" y="255"/>
                      </a:lnTo>
                      <a:lnTo>
                        <a:pt x="414" y="255"/>
                      </a:lnTo>
                      <a:lnTo>
                        <a:pt x="413" y="255"/>
                      </a:lnTo>
                      <a:lnTo>
                        <a:pt x="414" y="255"/>
                      </a:lnTo>
                      <a:lnTo>
                        <a:pt x="413" y="255"/>
                      </a:lnTo>
                      <a:lnTo>
                        <a:pt x="413" y="257"/>
                      </a:lnTo>
                      <a:lnTo>
                        <a:pt x="411" y="257"/>
                      </a:lnTo>
                      <a:lnTo>
                        <a:pt x="413" y="257"/>
                      </a:lnTo>
                      <a:lnTo>
                        <a:pt x="411" y="257"/>
                      </a:lnTo>
                      <a:lnTo>
                        <a:pt x="413" y="257"/>
                      </a:lnTo>
                      <a:lnTo>
                        <a:pt x="413" y="259"/>
                      </a:lnTo>
                      <a:lnTo>
                        <a:pt x="411" y="259"/>
                      </a:lnTo>
                      <a:lnTo>
                        <a:pt x="411" y="261"/>
                      </a:lnTo>
                      <a:lnTo>
                        <a:pt x="409" y="261"/>
                      </a:lnTo>
                      <a:lnTo>
                        <a:pt x="409" y="263"/>
                      </a:lnTo>
                      <a:lnTo>
                        <a:pt x="407" y="263"/>
                      </a:lnTo>
                      <a:lnTo>
                        <a:pt x="409" y="263"/>
                      </a:lnTo>
                      <a:lnTo>
                        <a:pt x="407" y="263"/>
                      </a:lnTo>
                      <a:lnTo>
                        <a:pt x="409" y="263"/>
                      </a:lnTo>
                      <a:lnTo>
                        <a:pt x="407" y="263"/>
                      </a:lnTo>
                      <a:lnTo>
                        <a:pt x="409" y="263"/>
                      </a:lnTo>
                      <a:lnTo>
                        <a:pt x="409" y="265"/>
                      </a:lnTo>
                      <a:lnTo>
                        <a:pt x="407" y="265"/>
                      </a:lnTo>
                      <a:lnTo>
                        <a:pt x="407" y="266"/>
                      </a:lnTo>
                      <a:lnTo>
                        <a:pt x="405" y="266"/>
                      </a:lnTo>
                      <a:lnTo>
                        <a:pt x="403" y="266"/>
                      </a:lnTo>
                      <a:lnTo>
                        <a:pt x="403" y="268"/>
                      </a:lnTo>
                      <a:lnTo>
                        <a:pt x="403" y="270"/>
                      </a:lnTo>
                      <a:lnTo>
                        <a:pt x="402" y="270"/>
                      </a:lnTo>
                      <a:lnTo>
                        <a:pt x="403" y="272"/>
                      </a:lnTo>
                      <a:lnTo>
                        <a:pt x="402" y="270"/>
                      </a:lnTo>
                      <a:lnTo>
                        <a:pt x="403" y="270"/>
                      </a:lnTo>
                      <a:lnTo>
                        <a:pt x="403" y="268"/>
                      </a:lnTo>
                      <a:lnTo>
                        <a:pt x="403" y="266"/>
                      </a:lnTo>
                      <a:lnTo>
                        <a:pt x="405" y="266"/>
                      </a:lnTo>
                      <a:lnTo>
                        <a:pt x="407" y="266"/>
                      </a:lnTo>
                      <a:lnTo>
                        <a:pt x="407" y="268"/>
                      </a:lnTo>
                      <a:lnTo>
                        <a:pt x="407" y="270"/>
                      </a:lnTo>
                      <a:lnTo>
                        <a:pt x="407" y="272"/>
                      </a:lnTo>
                      <a:lnTo>
                        <a:pt x="407" y="274"/>
                      </a:lnTo>
                      <a:lnTo>
                        <a:pt x="409" y="274"/>
                      </a:lnTo>
                      <a:lnTo>
                        <a:pt x="409" y="276"/>
                      </a:lnTo>
                      <a:lnTo>
                        <a:pt x="409" y="277"/>
                      </a:lnTo>
                      <a:lnTo>
                        <a:pt x="409" y="276"/>
                      </a:lnTo>
                      <a:lnTo>
                        <a:pt x="409" y="277"/>
                      </a:lnTo>
                      <a:lnTo>
                        <a:pt x="411" y="277"/>
                      </a:lnTo>
                      <a:lnTo>
                        <a:pt x="411" y="279"/>
                      </a:lnTo>
                      <a:lnTo>
                        <a:pt x="411" y="281"/>
                      </a:lnTo>
                      <a:lnTo>
                        <a:pt x="411" y="283"/>
                      </a:lnTo>
                      <a:lnTo>
                        <a:pt x="411" y="281"/>
                      </a:lnTo>
                      <a:lnTo>
                        <a:pt x="411" y="283"/>
                      </a:lnTo>
                      <a:lnTo>
                        <a:pt x="411" y="285"/>
                      </a:lnTo>
                      <a:lnTo>
                        <a:pt x="411" y="287"/>
                      </a:lnTo>
                      <a:lnTo>
                        <a:pt x="411" y="288"/>
                      </a:lnTo>
                      <a:lnTo>
                        <a:pt x="411" y="290"/>
                      </a:lnTo>
                      <a:lnTo>
                        <a:pt x="411" y="292"/>
                      </a:lnTo>
                      <a:lnTo>
                        <a:pt x="411" y="294"/>
                      </a:lnTo>
                      <a:lnTo>
                        <a:pt x="411" y="296"/>
                      </a:lnTo>
                      <a:lnTo>
                        <a:pt x="411" y="298"/>
                      </a:lnTo>
                      <a:lnTo>
                        <a:pt x="411" y="296"/>
                      </a:lnTo>
                      <a:lnTo>
                        <a:pt x="411" y="298"/>
                      </a:lnTo>
                      <a:lnTo>
                        <a:pt x="411" y="299"/>
                      </a:lnTo>
                      <a:lnTo>
                        <a:pt x="411" y="301"/>
                      </a:lnTo>
                      <a:lnTo>
                        <a:pt x="409" y="301"/>
                      </a:lnTo>
                      <a:lnTo>
                        <a:pt x="409" y="303"/>
                      </a:lnTo>
                      <a:lnTo>
                        <a:pt x="409" y="305"/>
                      </a:lnTo>
                      <a:lnTo>
                        <a:pt x="409" y="307"/>
                      </a:lnTo>
                      <a:lnTo>
                        <a:pt x="407" y="307"/>
                      </a:lnTo>
                      <a:lnTo>
                        <a:pt x="405" y="307"/>
                      </a:lnTo>
                      <a:lnTo>
                        <a:pt x="405" y="308"/>
                      </a:lnTo>
                      <a:lnTo>
                        <a:pt x="403" y="308"/>
                      </a:lnTo>
                      <a:lnTo>
                        <a:pt x="402" y="310"/>
                      </a:lnTo>
                      <a:lnTo>
                        <a:pt x="403" y="310"/>
                      </a:lnTo>
                      <a:lnTo>
                        <a:pt x="402" y="310"/>
                      </a:lnTo>
                      <a:lnTo>
                        <a:pt x="402" y="312"/>
                      </a:lnTo>
                      <a:lnTo>
                        <a:pt x="400" y="314"/>
                      </a:lnTo>
                      <a:lnTo>
                        <a:pt x="400" y="316"/>
                      </a:lnTo>
                      <a:lnTo>
                        <a:pt x="400" y="318"/>
                      </a:lnTo>
                      <a:lnTo>
                        <a:pt x="398" y="318"/>
                      </a:lnTo>
                      <a:lnTo>
                        <a:pt x="398" y="319"/>
                      </a:lnTo>
                      <a:lnTo>
                        <a:pt x="398" y="321"/>
                      </a:lnTo>
                      <a:lnTo>
                        <a:pt x="396" y="321"/>
                      </a:lnTo>
                      <a:lnTo>
                        <a:pt x="396" y="323"/>
                      </a:lnTo>
                      <a:lnTo>
                        <a:pt x="396" y="325"/>
                      </a:lnTo>
                      <a:lnTo>
                        <a:pt x="396" y="327"/>
                      </a:lnTo>
                      <a:lnTo>
                        <a:pt x="396" y="329"/>
                      </a:lnTo>
                      <a:lnTo>
                        <a:pt x="394" y="329"/>
                      </a:lnTo>
                      <a:lnTo>
                        <a:pt x="394" y="327"/>
                      </a:lnTo>
                      <a:lnTo>
                        <a:pt x="392" y="327"/>
                      </a:lnTo>
                      <a:lnTo>
                        <a:pt x="394" y="329"/>
                      </a:lnTo>
                      <a:lnTo>
                        <a:pt x="396" y="329"/>
                      </a:lnTo>
                      <a:lnTo>
                        <a:pt x="394" y="330"/>
                      </a:lnTo>
                      <a:lnTo>
                        <a:pt x="394" y="332"/>
                      </a:lnTo>
                      <a:lnTo>
                        <a:pt x="394" y="334"/>
                      </a:lnTo>
                      <a:lnTo>
                        <a:pt x="394" y="336"/>
                      </a:lnTo>
                      <a:lnTo>
                        <a:pt x="396" y="336"/>
                      </a:lnTo>
                      <a:lnTo>
                        <a:pt x="396" y="338"/>
                      </a:lnTo>
                      <a:lnTo>
                        <a:pt x="396" y="340"/>
                      </a:lnTo>
                      <a:lnTo>
                        <a:pt x="398" y="341"/>
                      </a:lnTo>
                      <a:lnTo>
                        <a:pt x="400" y="343"/>
                      </a:lnTo>
                      <a:lnTo>
                        <a:pt x="398" y="343"/>
                      </a:lnTo>
                      <a:lnTo>
                        <a:pt x="398" y="345"/>
                      </a:lnTo>
                      <a:lnTo>
                        <a:pt x="400" y="345"/>
                      </a:lnTo>
                      <a:lnTo>
                        <a:pt x="398" y="345"/>
                      </a:lnTo>
                      <a:lnTo>
                        <a:pt x="398" y="343"/>
                      </a:lnTo>
                      <a:lnTo>
                        <a:pt x="400" y="343"/>
                      </a:lnTo>
                      <a:lnTo>
                        <a:pt x="400" y="345"/>
                      </a:lnTo>
                      <a:lnTo>
                        <a:pt x="402" y="345"/>
                      </a:lnTo>
                      <a:lnTo>
                        <a:pt x="400" y="345"/>
                      </a:lnTo>
                      <a:lnTo>
                        <a:pt x="402" y="345"/>
                      </a:lnTo>
                      <a:lnTo>
                        <a:pt x="402" y="347"/>
                      </a:lnTo>
                      <a:lnTo>
                        <a:pt x="402" y="349"/>
                      </a:lnTo>
                      <a:lnTo>
                        <a:pt x="403" y="349"/>
                      </a:lnTo>
                      <a:lnTo>
                        <a:pt x="403" y="351"/>
                      </a:lnTo>
                      <a:lnTo>
                        <a:pt x="405" y="351"/>
                      </a:lnTo>
                      <a:lnTo>
                        <a:pt x="403" y="351"/>
                      </a:lnTo>
                      <a:lnTo>
                        <a:pt x="403" y="349"/>
                      </a:lnTo>
                      <a:lnTo>
                        <a:pt x="402" y="349"/>
                      </a:lnTo>
                      <a:lnTo>
                        <a:pt x="400" y="349"/>
                      </a:lnTo>
                      <a:lnTo>
                        <a:pt x="400" y="347"/>
                      </a:lnTo>
                      <a:lnTo>
                        <a:pt x="400" y="345"/>
                      </a:lnTo>
                      <a:lnTo>
                        <a:pt x="398" y="345"/>
                      </a:lnTo>
                      <a:lnTo>
                        <a:pt x="400" y="345"/>
                      </a:lnTo>
                      <a:lnTo>
                        <a:pt x="400" y="347"/>
                      </a:lnTo>
                      <a:lnTo>
                        <a:pt x="398" y="347"/>
                      </a:lnTo>
                      <a:lnTo>
                        <a:pt x="396" y="345"/>
                      </a:lnTo>
                      <a:lnTo>
                        <a:pt x="394" y="345"/>
                      </a:lnTo>
                      <a:lnTo>
                        <a:pt x="394" y="343"/>
                      </a:lnTo>
                      <a:lnTo>
                        <a:pt x="392" y="343"/>
                      </a:lnTo>
                      <a:lnTo>
                        <a:pt x="392" y="345"/>
                      </a:lnTo>
                      <a:lnTo>
                        <a:pt x="392" y="343"/>
                      </a:lnTo>
                      <a:lnTo>
                        <a:pt x="392" y="345"/>
                      </a:lnTo>
                      <a:lnTo>
                        <a:pt x="392" y="343"/>
                      </a:lnTo>
                      <a:lnTo>
                        <a:pt x="391" y="343"/>
                      </a:lnTo>
                      <a:lnTo>
                        <a:pt x="389" y="343"/>
                      </a:lnTo>
                      <a:lnTo>
                        <a:pt x="387" y="345"/>
                      </a:lnTo>
                      <a:lnTo>
                        <a:pt x="385" y="345"/>
                      </a:lnTo>
                      <a:lnTo>
                        <a:pt x="383" y="345"/>
                      </a:lnTo>
                      <a:lnTo>
                        <a:pt x="385" y="345"/>
                      </a:lnTo>
                      <a:lnTo>
                        <a:pt x="387" y="345"/>
                      </a:lnTo>
                      <a:lnTo>
                        <a:pt x="389" y="345"/>
                      </a:lnTo>
                      <a:lnTo>
                        <a:pt x="389" y="343"/>
                      </a:lnTo>
                      <a:lnTo>
                        <a:pt x="391" y="343"/>
                      </a:lnTo>
                      <a:lnTo>
                        <a:pt x="392" y="343"/>
                      </a:lnTo>
                      <a:lnTo>
                        <a:pt x="392" y="345"/>
                      </a:lnTo>
                      <a:lnTo>
                        <a:pt x="394" y="345"/>
                      </a:lnTo>
                      <a:lnTo>
                        <a:pt x="396" y="345"/>
                      </a:lnTo>
                      <a:lnTo>
                        <a:pt x="398" y="347"/>
                      </a:lnTo>
                      <a:lnTo>
                        <a:pt x="400" y="347"/>
                      </a:lnTo>
                      <a:lnTo>
                        <a:pt x="400" y="349"/>
                      </a:lnTo>
                      <a:lnTo>
                        <a:pt x="402" y="349"/>
                      </a:lnTo>
                      <a:lnTo>
                        <a:pt x="403" y="351"/>
                      </a:lnTo>
                      <a:lnTo>
                        <a:pt x="405" y="351"/>
                      </a:lnTo>
                      <a:lnTo>
                        <a:pt x="405" y="349"/>
                      </a:lnTo>
                      <a:lnTo>
                        <a:pt x="405" y="351"/>
                      </a:lnTo>
                      <a:lnTo>
                        <a:pt x="405" y="352"/>
                      </a:lnTo>
                      <a:lnTo>
                        <a:pt x="405" y="351"/>
                      </a:lnTo>
                      <a:lnTo>
                        <a:pt x="403" y="351"/>
                      </a:lnTo>
                      <a:lnTo>
                        <a:pt x="402" y="352"/>
                      </a:lnTo>
                      <a:lnTo>
                        <a:pt x="400" y="352"/>
                      </a:lnTo>
                      <a:lnTo>
                        <a:pt x="400" y="351"/>
                      </a:lnTo>
                      <a:lnTo>
                        <a:pt x="398" y="352"/>
                      </a:lnTo>
                      <a:lnTo>
                        <a:pt x="396" y="352"/>
                      </a:lnTo>
                      <a:lnTo>
                        <a:pt x="396" y="354"/>
                      </a:lnTo>
                      <a:lnTo>
                        <a:pt x="394" y="354"/>
                      </a:lnTo>
                      <a:lnTo>
                        <a:pt x="392" y="354"/>
                      </a:lnTo>
                      <a:lnTo>
                        <a:pt x="392" y="356"/>
                      </a:lnTo>
                      <a:lnTo>
                        <a:pt x="391" y="356"/>
                      </a:lnTo>
                      <a:lnTo>
                        <a:pt x="391" y="358"/>
                      </a:lnTo>
                      <a:lnTo>
                        <a:pt x="389" y="360"/>
                      </a:lnTo>
                      <a:lnTo>
                        <a:pt x="389" y="361"/>
                      </a:lnTo>
                      <a:lnTo>
                        <a:pt x="389" y="363"/>
                      </a:lnTo>
                      <a:lnTo>
                        <a:pt x="389" y="365"/>
                      </a:lnTo>
                      <a:lnTo>
                        <a:pt x="389" y="367"/>
                      </a:lnTo>
                      <a:lnTo>
                        <a:pt x="389" y="369"/>
                      </a:lnTo>
                      <a:lnTo>
                        <a:pt x="389" y="371"/>
                      </a:lnTo>
                      <a:lnTo>
                        <a:pt x="387" y="371"/>
                      </a:lnTo>
                      <a:lnTo>
                        <a:pt x="385" y="371"/>
                      </a:lnTo>
                      <a:lnTo>
                        <a:pt x="385" y="372"/>
                      </a:lnTo>
                      <a:lnTo>
                        <a:pt x="385" y="371"/>
                      </a:lnTo>
                      <a:lnTo>
                        <a:pt x="385" y="372"/>
                      </a:lnTo>
                      <a:lnTo>
                        <a:pt x="383" y="372"/>
                      </a:lnTo>
                      <a:lnTo>
                        <a:pt x="381" y="372"/>
                      </a:lnTo>
                      <a:lnTo>
                        <a:pt x="380" y="372"/>
                      </a:lnTo>
                      <a:lnTo>
                        <a:pt x="378" y="372"/>
                      </a:lnTo>
                      <a:lnTo>
                        <a:pt x="378" y="374"/>
                      </a:lnTo>
                      <a:lnTo>
                        <a:pt x="376" y="374"/>
                      </a:lnTo>
                      <a:lnTo>
                        <a:pt x="374" y="374"/>
                      </a:lnTo>
                      <a:lnTo>
                        <a:pt x="374" y="376"/>
                      </a:lnTo>
                      <a:lnTo>
                        <a:pt x="372" y="376"/>
                      </a:lnTo>
                      <a:lnTo>
                        <a:pt x="372" y="378"/>
                      </a:lnTo>
                      <a:lnTo>
                        <a:pt x="372" y="380"/>
                      </a:lnTo>
                      <a:lnTo>
                        <a:pt x="371" y="380"/>
                      </a:lnTo>
                      <a:lnTo>
                        <a:pt x="369" y="380"/>
                      </a:lnTo>
                      <a:lnTo>
                        <a:pt x="367" y="378"/>
                      </a:lnTo>
                      <a:lnTo>
                        <a:pt x="365" y="378"/>
                      </a:lnTo>
                      <a:lnTo>
                        <a:pt x="367" y="378"/>
                      </a:lnTo>
                      <a:lnTo>
                        <a:pt x="369" y="378"/>
                      </a:lnTo>
                      <a:lnTo>
                        <a:pt x="369" y="376"/>
                      </a:lnTo>
                      <a:lnTo>
                        <a:pt x="369" y="378"/>
                      </a:lnTo>
                      <a:lnTo>
                        <a:pt x="369" y="376"/>
                      </a:lnTo>
                      <a:lnTo>
                        <a:pt x="367" y="374"/>
                      </a:lnTo>
                      <a:lnTo>
                        <a:pt x="369" y="374"/>
                      </a:lnTo>
                      <a:lnTo>
                        <a:pt x="367" y="374"/>
                      </a:lnTo>
                      <a:lnTo>
                        <a:pt x="369" y="374"/>
                      </a:lnTo>
                      <a:lnTo>
                        <a:pt x="369" y="372"/>
                      </a:lnTo>
                      <a:lnTo>
                        <a:pt x="369" y="371"/>
                      </a:lnTo>
                      <a:lnTo>
                        <a:pt x="367" y="371"/>
                      </a:lnTo>
                      <a:lnTo>
                        <a:pt x="369" y="371"/>
                      </a:lnTo>
                      <a:lnTo>
                        <a:pt x="367" y="371"/>
                      </a:lnTo>
                      <a:lnTo>
                        <a:pt x="369" y="369"/>
                      </a:lnTo>
                      <a:lnTo>
                        <a:pt x="369" y="367"/>
                      </a:lnTo>
                      <a:lnTo>
                        <a:pt x="369" y="365"/>
                      </a:lnTo>
                      <a:lnTo>
                        <a:pt x="367" y="365"/>
                      </a:lnTo>
                      <a:lnTo>
                        <a:pt x="369" y="365"/>
                      </a:lnTo>
                      <a:lnTo>
                        <a:pt x="367" y="365"/>
                      </a:lnTo>
                      <a:lnTo>
                        <a:pt x="369" y="365"/>
                      </a:lnTo>
                      <a:lnTo>
                        <a:pt x="369" y="363"/>
                      </a:lnTo>
                      <a:lnTo>
                        <a:pt x="371" y="363"/>
                      </a:lnTo>
                      <a:lnTo>
                        <a:pt x="371" y="361"/>
                      </a:lnTo>
                      <a:lnTo>
                        <a:pt x="372" y="361"/>
                      </a:lnTo>
                      <a:lnTo>
                        <a:pt x="372" y="360"/>
                      </a:lnTo>
                      <a:lnTo>
                        <a:pt x="372" y="361"/>
                      </a:lnTo>
                      <a:lnTo>
                        <a:pt x="372" y="360"/>
                      </a:lnTo>
                      <a:lnTo>
                        <a:pt x="374" y="360"/>
                      </a:lnTo>
                      <a:lnTo>
                        <a:pt x="374" y="358"/>
                      </a:lnTo>
                      <a:lnTo>
                        <a:pt x="376" y="360"/>
                      </a:lnTo>
                      <a:lnTo>
                        <a:pt x="376" y="358"/>
                      </a:lnTo>
                      <a:lnTo>
                        <a:pt x="376" y="360"/>
                      </a:lnTo>
                      <a:lnTo>
                        <a:pt x="374" y="358"/>
                      </a:lnTo>
                      <a:lnTo>
                        <a:pt x="376" y="358"/>
                      </a:lnTo>
                      <a:lnTo>
                        <a:pt x="378" y="358"/>
                      </a:lnTo>
                      <a:lnTo>
                        <a:pt x="376" y="358"/>
                      </a:lnTo>
                      <a:lnTo>
                        <a:pt x="376" y="356"/>
                      </a:lnTo>
                      <a:lnTo>
                        <a:pt x="378" y="358"/>
                      </a:lnTo>
                      <a:lnTo>
                        <a:pt x="378" y="356"/>
                      </a:lnTo>
                      <a:lnTo>
                        <a:pt x="378" y="358"/>
                      </a:lnTo>
                      <a:lnTo>
                        <a:pt x="378" y="356"/>
                      </a:lnTo>
                      <a:lnTo>
                        <a:pt x="378" y="354"/>
                      </a:lnTo>
                      <a:lnTo>
                        <a:pt x="378" y="356"/>
                      </a:lnTo>
                      <a:lnTo>
                        <a:pt x="378" y="354"/>
                      </a:lnTo>
                      <a:lnTo>
                        <a:pt x="378" y="356"/>
                      </a:lnTo>
                      <a:lnTo>
                        <a:pt x="376" y="354"/>
                      </a:lnTo>
                      <a:lnTo>
                        <a:pt x="374" y="352"/>
                      </a:lnTo>
                      <a:lnTo>
                        <a:pt x="372" y="352"/>
                      </a:lnTo>
                      <a:lnTo>
                        <a:pt x="372" y="351"/>
                      </a:lnTo>
                      <a:lnTo>
                        <a:pt x="372" y="352"/>
                      </a:lnTo>
                      <a:lnTo>
                        <a:pt x="371" y="352"/>
                      </a:lnTo>
                      <a:lnTo>
                        <a:pt x="372" y="354"/>
                      </a:lnTo>
                      <a:lnTo>
                        <a:pt x="371" y="354"/>
                      </a:lnTo>
                      <a:lnTo>
                        <a:pt x="372" y="354"/>
                      </a:lnTo>
                      <a:lnTo>
                        <a:pt x="371" y="354"/>
                      </a:lnTo>
                      <a:lnTo>
                        <a:pt x="369" y="354"/>
                      </a:lnTo>
                      <a:lnTo>
                        <a:pt x="371" y="354"/>
                      </a:lnTo>
                      <a:lnTo>
                        <a:pt x="371" y="352"/>
                      </a:lnTo>
                      <a:lnTo>
                        <a:pt x="371" y="354"/>
                      </a:lnTo>
                      <a:lnTo>
                        <a:pt x="369" y="354"/>
                      </a:lnTo>
                      <a:lnTo>
                        <a:pt x="369" y="352"/>
                      </a:lnTo>
                      <a:lnTo>
                        <a:pt x="369" y="351"/>
                      </a:lnTo>
                      <a:lnTo>
                        <a:pt x="369" y="352"/>
                      </a:lnTo>
                      <a:lnTo>
                        <a:pt x="369" y="351"/>
                      </a:lnTo>
                      <a:lnTo>
                        <a:pt x="369" y="352"/>
                      </a:lnTo>
                      <a:lnTo>
                        <a:pt x="369" y="354"/>
                      </a:lnTo>
                      <a:lnTo>
                        <a:pt x="367" y="354"/>
                      </a:lnTo>
                      <a:lnTo>
                        <a:pt x="369" y="354"/>
                      </a:lnTo>
                      <a:lnTo>
                        <a:pt x="367" y="352"/>
                      </a:lnTo>
                      <a:lnTo>
                        <a:pt x="369" y="352"/>
                      </a:lnTo>
                      <a:lnTo>
                        <a:pt x="369" y="354"/>
                      </a:lnTo>
                      <a:lnTo>
                        <a:pt x="369" y="352"/>
                      </a:lnTo>
                      <a:lnTo>
                        <a:pt x="367" y="352"/>
                      </a:lnTo>
                      <a:lnTo>
                        <a:pt x="367" y="354"/>
                      </a:lnTo>
                      <a:lnTo>
                        <a:pt x="367" y="352"/>
                      </a:lnTo>
                      <a:lnTo>
                        <a:pt x="367" y="354"/>
                      </a:lnTo>
                      <a:lnTo>
                        <a:pt x="367" y="352"/>
                      </a:lnTo>
                      <a:lnTo>
                        <a:pt x="367" y="351"/>
                      </a:lnTo>
                      <a:lnTo>
                        <a:pt x="367" y="352"/>
                      </a:lnTo>
                      <a:lnTo>
                        <a:pt x="365" y="352"/>
                      </a:lnTo>
                      <a:lnTo>
                        <a:pt x="365" y="354"/>
                      </a:lnTo>
                      <a:lnTo>
                        <a:pt x="365" y="356"/>
                      </a:lnTo>
                      <a:lnTo>
                        <a:pt x="367" y="356"/>
                      </a:lnTo>
                      <a:lnTo>
                        <a:pt x="367" y="358"/>
                      </a:lnTo>
                      <a:lnTo>
                        <a:pt x="365" y="358"/>
                      </a:lnTo>
                      <a:lnTo>
                        <a:pt x="363" y="358"/>
                      </a:lnTo>
                      <a:lnTo>
                        <a:pt x="365" y="358"/>
                      </a:lnTo>
                      <a:lnTo>
                        <a:pt x="363" y="360"/>
                      </a:lnTo>
                      <a:lnTo>
                        <a:pt x="363" y="358"/>
                      </a:lnTo>
                      <a:lnTo>
                        <a:pt x="365" y="358"/>
                      </a:lnTo>
                      <a:lnTo>
                        <a:pt x="363" y="358"/>
                      </a:lnTo>
                      <a:lnTo>
                        <a:pt x="363" y="360"/>
                      </a:lnTo>
                      <a:lnTo>
                        <a:pt x="363" y="358"/>
                      </a:lnTo>
                      <a:lnTo>
                        <a:pt x="363" y="360"/>
                      </a:lnTo>
                      <a:lnTo>
                        <a:pt x="361" y="360"/>
                      </a:lnTo>
                      <a:lnTo>
                        <a:pt x="363" y="360"/>
                      </a:lnTo>
                      <a:lnTo>
                        <a:pt x="361" y="360"/>
                      </a:lnTo>
                      <a:lnTo>
                        <a:pt x="363" y="360"/>
                      </a:lnTo>
                      <a:lnTo>
                        <a:pt x="361" y="360"/>
                      </a:lnTo>
                      <a:lnTo>
                        <a:pt x="363" y="360"/>
                      </a:lnTo>
                      <a:lnTo>
                        <a:pt x="361" y="360"/>
                      </a:lnTo>
                      <a:lnTo>
                        <a:pt x="361" y="361"/>
                      </a:lnTo>
                      <a:lnTo>
                        <a:pt x="363" y="360"/>
                      </a:lnTo>
                      <a:lnTo>
                        <a:pt x="361" y="361"/>
                      </a:lnTo>
                      <a:lnTo>
                        <a:pt x="363" y="361"/>
                      </a:lnTo>
                      <a:lnTo>
                        <a:pt x="363" y="360"/>
                      </a:lnTo>
                      <a:lnTo>
                        <a:pt x="363" y="361"/>
                      </a:lnTo>
                      <a:lnTo>
                        <a:pt x="361" y="361"/>
                      </a:lnTo>
                      <a:lnTo>
                        <a:pt x="363" y="361"/>
                      </a:lnTo>
                      <a:lnTo>
                        <a:pt x="361" y="361"/>
                      </a:lnTo>
                      <a:lnTo>
                        <a:pt x="361" y="363"/>
                      </a:lnTo>
                      <a:lnTo>
                        <a:pt x="361" y="361"/>
                      </a:lnTo>
                      <a:lnTo>
                        <a:pt x="361" y="363"/>
                      </a:lnTo>
                      <a:lnTo>
                        <a:pt x="361" y="361"/>
                      </a:lnTo>
                      <a:lnTo>
                        <a:pt x="361" y="363"/>
                      </a:lnTo>
                      <a:lnTo>
                        <a:pt x="361" y="365"/>
                      </a:lnTo>
                      <a:lnTo>
                        <a:pt x="361" y="363"/>
                      </a:lnTo>
                      <a:lnTo>
                        <a:pt x="361" y="365"/>
                      </a:lnTo>
                      <a:lnTo>
                        <a:pt x="361" y="367"/>
                      </a:lnTo>
                      <a:lnTo>
                        <a:pt x="361" y="365"/>
                      </a:lnTo>
                      <a:lnTo>
                        <a:pt x="363" y="365"/>
                      </a:lnTo>
                      <a:lnTo>
                        <a:pt x="363" y="367"/>
                      </a:lnTo>
                      <a:lnTo>
                        <a:pt x="365" y="367"/>
                      </a:lnTo>
                      <a:lnTo>
                        <a:pt x="365" y="369"/>
                      </a:lnTo>
                      <a:lnTo>
                        <a:pt x="363" y="367"/>
                      </a:lnTo>
                      <a:lnTo>
                        <a:pt x="365" y="369"/>
                      </a:lnTo>
                      <a:lnTo>
                        <a:pt x="363" y="369"/>
                      </a:lnTo>
                      <a:lnTo>
                        <a:pt x="365" y="369"/>
                      </a:lnTo>
                      <a:lnTo>
                        <a:pt x="363" y="369"/>
                      </a:lnTo>
                      <a:lnTo>
                        <a:pt x="365" y="369"/>
                      </a:lnTo>
                      <a:lnTo>
                        <a:pt x="363" y="369"/>
                      </a:lnTo>
                      <a:lnTo>
                        <a:pt x="361" y="371"/>
                      </a:lnTo>
                      <a:lnTo>
                        <a:pt x="363" y="371"/>
                      </a:lnTo>
                      <a:lnTo>
                        <a:pt x="361" y="371"/>
                      </a:lnTo>
                      <a:lnTo>
                        <a:pt x="363" y="371"/>
                      </a:lnTo>
                      <a:lnTo>
                        <a:pt x="361" y="371"/>
                      </a:lnTo>
                      <a:lnTo>
                        <a:pt x="361" y="372"/>
                      </a:lnTo>
                      <a:lnTo>
                        <a:pt x="361" y="371"/>
                      </a:lnTo>
                      <a:lnTo>
                        <a:pt x="361" y="372"/>
                      </a:lnTo>
                      <a:lnTo>
                        <a:pt x="361" y="371"/>
                      </a:lnTo>
                      <a:lnTo>
                        <a:pt x="361" y="372"/>
                      </a:lnTo>
                      <a:lnTo>
                        <a:pt x="361" y="371"/>
                      </a:lnTo>
                      <a:lnTo>
                        <a:pt x="361" y="372"/>
                      </a:lnTo>
                      <a:lnTo>
                        <a:pt x="361" y="371"/>
                      </a:lnTo>
                      <a:lnTo>
                        <a:pt x="361" y="372"/>
                      </a:lnTo>
                      <a:lnTo>
                        <a:pt x="360" y="371"/>
                      </a:lnTo>
                      <a:lnTo>
                        <a:pt x="361" y="371"/>
                      </a:lnTo>
                      <a:lnTo>
                        <a:pt x="360" y="371"/>
                      </a:lnTo>
                      <a:lnTo>
                        <a:pt x="361" y="371"/>
                      </a:lnTo>
                      <a:lnTo>
                        <a:pt x="360" y="371"/>
                      </a:lnTo>
                      <a:lnTo>
                        <a:pt x="361" y="371"/>
                      </a:lnTo>
                      <a:lnTo>
                        <a:pt x="360" y="371"/>
                      </a:lnTo>
                      <a:lnTo>
                        <a:pt x="361" y="371"/>
                      </a:lnTo>
                      <a:lnTo>
                        <a:pt x="360" y="371"/>
                      </a:lnTo>
                      <a:lnTo>
                        <a:pt x="360" y="369"/>
                      </a:lnTo>
                      <a:lnTo>
                        <a:pt x="361" y="369"/>
                      </a:lnTo>
                      <a:lnTo>
                        <a:pt x="360" y="369"/>
                      </a:lnTo>
                      <a:lnTo>
                        <a:pt x="360" y="367"/>
                      </a:lnTo>
                      <a:lnTo>
                        <a:pt x="360" y="365"/>
                      </a:lnTo>
                      <a:lnTo>
                        <a:pt x="358" y="367"/>
                      </a:lnTo>
                      <a:lnTo>
                        <a:pt x="358" y="365"/>
                      </a:lnTo>
                      <a:lnTo>
                        <a:pt x="356" y="365"/>
                      </a:lnTo>
                      <a:lnTo>
                        <a:pt x="354" y="365"/>
                      </a:lnTo>
                      <a:lnTo>
                        <a:pt x="352" y="365"/>
                      </a:lnTo>
                      <a:lnTo>
                        <a:pt x="352" y="363"/>
                      </a:lnTo>
                      <a:lnTo>
                        <a:pt x="352" y="365"/>
                      </a:lnTo>
                      <a:lnTo>
                        <a:pt x="350" y="365"/>
                      </a:lnTo>
                      <a:lnTo>
                        <a:pt x="349" y="365"/>
                      </a:lnTo>
                      <a:lnTo>
                        <a:pt x="347" y="365"/>
                      </a:lnTo>
                      <a:lnTo>
                        <a:pt x="347" y="367"/>
                      </a:lnTo>
                      <a:lnTo>
                        <a:pt x="345" y="367"/>
                      </a:lnTo>
                      <a:lnTo>
                        <a:pt x="343" y="369"/>
                      </a:lnTo>
                      <a:lnTo>
                        <a:pt x="343" y="371"/>
                      </a:lnTo>
                      <a:lnTo>
                        <a:pt x="345" y="371"/>
                      </a:lnTo>
                      <a:lnTo>
                        <a:pt x="343" y="371"/>
                      </a:lnTo>
                      <a:lnTo>
                        <a:pt x="343" y="372"/>
                      </a:lnTo>
                      <a:lnTo>
                        <a:pt x="341" y="372"/>
                      </a:lnTo>
                      <a:lnTo>
                        <a:pt x="341" y="374"/>
                      </a:lnTo>
                      <a:lnTo>
                        <a:pt x="341" y="376"/>
                      </a:lnTo>
                      <a:lnTo>
                        <a:pt x="341" y="378"/>
                      </a:lnTo>
                      <a:lnTo>
                        <a:pt x="343" y="378"/>
                      </a:lnTo>
                      <a:lnTo>
                        <a:pt x="343" y="380"/>
                      </a:lnTo>
                      <a:lnTo>
                        <a:pt x="343" y="382"/>
                      </a:lnTo>
                      <a:lnTo>
                        <a:pt x="341" y="382"/>
                      </a:lnTo>
                      <a:lnTo>
                        <a:pt x="341" y="383"/>
                      </a:lnTo>
                      <a:lnTo>
                        <a:pt x="340" y="385"/>
                      </a:lnTo>
                      <a:lnTo>
                        <a:pt x="338" y="385"/>
                      </a:lnTo>
                      <a:lnTo>
                        <a:pt x="338" y="387"/>
                      </a:lnTo>
                      <a:lnTo>
                        <a:pt x="338" y="389"/>
                      </a:lnTo>
                      <a:lnTo>
                        <a:pt x="336" y="389"/>
                      </a:lnTo>
                      <a:lnTo>
                        <a:pt x="334" y="389"/>
                      </a:lnTo>
                      <a:lnTo>
                        <a:pt x="334" y="391"/>
                      </a:lnTo>
                      <a:lnTo>
                        <a:pt x="332" y="391"/>
                      </a:lnTo>
                      <a:lnTo>
                        <a:pt x="330" y="391"/>
                      </a:lnTo>
                      <a:lnTo>
                        <a:pt x="330" y="389"/>
                      </a:lnTo>
                      <a:lnTo>
                        <a:pt x="330" y="387"/>
                      </a:lnTo>
                      <a:lnTo>
                        <a:pt x="329" y="387"/>
                      </a:lnTo>
                      <a:lnTo>
                        <a:pt x="329" y="385"/>
                      </a:lnTo>
                      <a:lnTo>
                        <a:pt x="330" y="385"/>
                      </a:lnTo>
                      <a:lnTo>
                        <a:pt x="330" y="383"/>
                      </a:lnTo>
                      <a:lnTo>
                        <a:pt x="330" y="382"/>
                      </a:lnTo>
                      <a:lnTo>
                        <a:pt x="330" y="380"/>
                      </a:lnTo>
                      <a:lnTo>
                        <a:pt x="330" y="378"/>
                      </a:lnTo>
                      <a:lnTo>
                        <a:pt x="330" y="376"/>
                      </a:lnTo>
                      <a:lnTo>
                        <a:pt x="332" y="376"/>
                      </a:lnTo>
                      <a:lnTo>
                        <a:pt x="334" y="376"/>
                      </a:lnTo>
                      <a:lnTo>
                        <a:pt x="334" y="374"/>
                      </a:lnTo>
                      <a:lnTo>
                        <a:pt x="336" y="374"/>
                      </a:lnTo>
                      <a:lnTo>
                        <a:pt x="334" y="374"/>
                      </a:lnTo>
                      <a:lnTo>
                        <a:pt x="334" y="372"/>
                      </a:lnTo>
                      <a:lnTo>
                        <a:pt x="334" y="374"/>
                      </a:lnTo>
                      <a:lnTo>
                        <a:pt x="332" y="374"/>
                      </a:lnTo>
                      <a:lnTo>
                        <a:pt x="332" y="372"/>
                      </a:lnTo>
                      <a:lnTo>
                        <a:pt x="330" y="372"/>
                      </a:lnTo>
                      <a:lnTo>
                        <a:pt x="329" y="372"/>
                      </a:lnTo>
                      <a:lnTo>
                        <a:pt x="327" y="371"/>
                      </a:lnTo>
                      <a:lnTo>
                        <a:pt x="329" y="371"/>
                      </a:lnTo>
                      <a:lnTo>
                        <a:pt x="327" y="371"/>
                      </a:lnTo>
                      <a:lnTo>
                        <a:pt x="327" y="372"/>
                      </a:lnTo>
                      <a:lnTo>
                        <a:pt x="325" y="372"/>
                      </a:lnTo>
                      <a:lnTo>
                        <a:pt x="323" y="372"/>
                      </a:lnTo>
                      <a:lnTo>
                        <a:pt x="323" y="374"/>
                      </a:lnTo>
                      <a:lnTo>
                        <a:pt x="321" y="374"/>
                      </a:lnTo>
                      <a:lnTo>
                        <a:pt x="321" y="376"/>
                      </a:lnTo>
                      <a:lnTo>
                        <a:pt x="321" y="374"/>
                      </a:lnTo>
                      <a:lnTo>
                        <a:pt x="321" y="376"/>
                      </a:lnTo>
                      <a:lnTo>
                        <a:pt x="319" y="376"/>
                      </a:lnTo>
                      <a:lnTo>
                        <a:pt x="321" y="376"/>
                      </a:lnTo>
                      <a:lnTo>
                        <a:pt x="319" y="376"/>
                      </a:lnTo>
                      <a:lnTo>
                        <a:pt x="321" y="376"/>
                      </a:lnTo>
                      <a:lnTo>
                        <a:pt x="319" y="376"/>
                      </a:lnTo>
                      <a:lnTo>
                        <a:pt x="321" y="376"/>
                      </a:lnTo>
                      <a:lnTo>
                        <a:pt x="321" y="378"/>
                      </a:lnTo>
                      <a:lnTo>
                        <a:pt x="321" y="376"/>
                      </a:lnTo>
                      <a:lnTo>
                        <a:pt x="321" y="378"/>
                      </a:lnTo>
                      <a:lnTo>
                        <a:pt x="319" y="378"/>
                      </a:lnTo>
                      <a:lnTo>
                        <a:pt x="318" y="378"/>
                      </a:lnTo>
                      <a:lnTo>
                        <a:pt x="318" y="380"/>
                      </a:lnTo>
                      <a:lnTo>
                        <a:pt x="316" y="380"/>
                      </a:lnTo>
                      <a:lnTo>
                        <a:pt x="314" y="380"/>
                      </a:lnTo>
                      <a:lnTo>
                        <a:pt x="314" y="382"/>
                      </a:lnTo>
                      <a:lnTo>
                        <a:pt x="314" y="383"/>
                      </a:lnTo>
                      <a:lnTo>
                        <a:pt x="314" y="385"/>
                      </a:lnTo>
                      <a:lnTo>
                        <a:pt x="314" y="383"/>
                      </a:lnTo>
                      <a:lnTo>
                        <a:pt x="312" y="383"/>
                      </a:lnTo>
                      <a:lnTo>
                        <a:pt x="314" y="385"/>
                      </a:lnTo>
                      <a:lnTo>
                        <a:pt x="312" y="385"/>
                      </a:lnTo>
                      <a:lnTo>
                        <a:pt x="310" y="385"/>
                      </a:lnTo>
                      <a:lnTo>
                        <a:pt x="310" y="387"/>
                      </a:lnTo>
                      <a:lnTo>
                        <a:pt x="310" y="389"/>
                      </a:lnTo>
                      <a:lnTo>
                        <a:pt x="310" y="391"/>
                      </a:lnTo>
                      <a:lnTo>
                        <a:pt x="308" y="391"/>
                      </a:lnTo>
                      <a:lnTo>
                        <a:pt x="307" y="391"/>
                      </a:lnTo>
                      <a:lnTo>
                        <a:pt x="307" y="389"/>
                      </a:lnTo>
                      <a:lnTo>
                        <a:pt x="305" y="389"/>
                      </a:lnTo>
                      <a:lnTo>
                        <a:pt x="303" y="389"/>
                      </a:lnTo>
                      <a:lnTo>
                        <a:pt x="301" y="389"/>
                      </a:lnTo>
                      <a:lnTo>
                        <a:pt x="299" y="389"/>
                      </a:lnTo>
                      <a:lnTo>
                        <a:pt x="299" y="387"/>
                      </a:lnTo>
                      <a:lnTo>
                        <a:pt x="299" y="389"/>
                      </a:lnTo>
                      <a:lnTo>
                        <a:pt x="298" y="389"/>
                      </a:lnTo>
                      <a:lnTo>
                        <a:pt x="296" y="389"/>
                      </a:lnTo>
                      <a:lnTo>
                        <a:pt x="294" y="389"/>
                      </a:lnTo>
                      <a:lnTo>
                        <a:pt x="292" y="389"/>
                      </a:lnTo>
                      <a:lnTo>
                        <a:pt x="290" y="389"/>
                      </a:lnTo>
                      <a:lnTo>
                        <a:pt x="288" y="389"/>
                      </a:lnTo>
                      <a:lnTo>
                        <a:pt x="288" y="387"/>
                      </a:lnTo>
                      <a:lnTo>
                        <a:pt x="290" y="387"/>
                      </a:lnTo>
                      <a:lnTo>
                        <a:pt x="288" y="387"/>
                      </a:lnTo>
                      <a:lnTo>
                        <a:pt x="290" y="387"/>
                      </a:lnTo>
                      <a:lnTo>
                        <a:pt x="290" y="385"/>
                      </a:lnTo>
                      <a:lnTo>
                        <a:pt x="288" y="385"/>
                      </a:lnTo>
                      <a:lnTo>
                        <a:pt x="288" y="387"/>
                      </a:lnTo>
                      <a:lnTo>
                        <a:pt x="288" y="385"/>
                      </a:lnTo>
                      <a:lnTo>
                        <a:pt x="290" y="385"/>
                      </a:lnTo>
                      <a:lnTo>
                        <a:pt x="288" y="385"/>
                      </a:lnTo>
                      <a:lnTo>
                        <a:pt x="290" y="385"/>
                      </a:lnTo>
                      <a:lnTo>
                        <a:pt x="290" y="383"/>
                      </a:lnTo>
                      <a:lnTo>
                        <a:pt x="288" y="383"/>
                      </a:lnTo>
                      <a:lnTo>
                        <a:pt x="288" y="385"/>
                      </a:lnTo>
                      <a:lnTo>
                        <a:pt x="288" y="383"/>
                      </a:lnTo>
                      <a:lnTo>
                        <a:pt x="287" y="385"/>
                      </a:lnTo>
                      <a:lnTo>
                        <a:pt x="287" y="383"/>
                      </a:lnTo>
                      <a:lnTo>
                        <a:pt x="287" y="385"/>
                      </a:lnTo>
                      <a:lnTo>
                        <a:pt x="285" y="385"/>
                      </a:lnTo>
                      <a:lnTo>
                        <a:pt x="287" y="385"/>
                      </a:lnTo>
                      <a:lnTo>
                        <a:pt x="287" y="387"/>
                      </a:lnTo>
                      <a:lnTo>
                        <a:pt x="288" y="387"/>
                      </a:lnTo>
                      <a:lnTo>
                        <a:pt x="288" y="389"/>
                      </a:lnTo>
                      <a:lnTo>
                        <a:pt x="288" y="387"/>
                      </a:lnTo>
                      <a:lnTo>
                        <a:pt x="287" y="389"/>
                      </a:lnTo>
                      <a:lnTo>
                        <a:pt x="285" y="389"/>
                      </a:lnTo>
                      <a:lnTo>
                        <a:pt x="283" y="389"/>
                      </a:lnTo>
                      <a:lnTo>
                        <a:pt x="281" y="389"/>
                      </a:lnTo>
                      <a:lnTo>
                        <a:pt x="279" y="389"/>
                      </a:lnTo>
                      <a:lnTo>
                        <a:pt x="277" y="389"/>
                      </a:lnTo>
                      <a:lnTo>
                        <a:pt x="276" y="391"/>
                      </a:lnTo>
                      <a:lnTo>
                        <a:pt x="274" y="391"/>
                      </a:lnTo>
                      <a:lnTo>
                        <a:pt x="272" y="391"/>
                      </a:lnTo>
                      <a:lnTo>
                        <a:pt x="270" y="391"/>
                      </a:lnTo>
                      <a:lnTo>
                        <a:pt x="268" y="391"/>
                      </a:lnTo>
                      <a:lnTo>
                        <a:pt x="268" y="389"/>
                      </a:lnTo>
                      <a:lnTo>
                        <a:pt x="270" y="389"/>
                      </a:lnTo>
                      <a:lnTo>
                        <a:pt x="272" y="389"/>
                      </a:lnTo>
                      <a:lnTo>
                        <a:pt x="274" y="389"/>
                      </a:lnTo>
                      <a:lnTo>
                        <a:pt x="276" y="389"/>
                      </a:lnTo>
                      <a:lnTo>
                        <a:pt x="276" y="387"/>
                      </a:lnTo>
                      <a:lnTo>
                        <a:pt x="277" y="387"/>
                      </a:lnTo>
                      <a:lnTo>
                        <a:pt x="277" y="389"/>
                      </a:lnTo>
                      <a:lnTo>
                        <a:pt x="277" y="387"/>
                      </a:lnTo>
                      <a:lnTo>
                        <a:pt x="279" y="387"/>
                      </a:lnTo>
                      <a:lnTo>
                        <a:pt x="277" y="387"/>
                      </a:lnTo>
                      <a:lnTo>
                        <a:pt x="279" y="387"/>
                      </a:lnTo>
                      <a:lnTo>
                        <a:pt x="279" y="385"/>
                      </a:lnTo>
                      <a:lnTo>
                        <a:pt x="279" y="387"/>
                      </a:lnTo>
                      <a:lnTo>
                        <a:pt x="277" y="385"/>
                      </a:lnTo>
                      <a:lnTo>
                        <a:pt x="279" y="385"/>
                      </a:lnTo>
                      <a:lnTo>
                        <a:pt x="277" y="385"/>
                      </a:lnTo>
                      <a:lnTo>
                        <a:pt x="279" y="385"/>
                      </a:lnTo>
                      <a:lnTo>
                        <a:pt x="277" y="385"/>
                      </a:lnTo>
                      <a:lnTo>
                        <a:pt x="279" y="385"/>
                      </a:lnTo>
                      <a:lnTo>
                        <a:pt x="281" y="385"/>
                      </a:lnTo>
                      <a:lnTo>
                        <a:pt x="279" y="385"/>
                      </a:lnTo>
                      <a:lnTo>
                        <a:pt x="279" y="383"/>
                      </a:lnTo>
                      <a:lnTo>
                        <a:pt x="279" y="385"/>
                      </a:lnTo>
                      <a:lnTo>
                        <a:pt x="279" y="383"/>
                      </a:lnTo>
                      <a:lnTo>
                        <a:pt x="277" y="383"/>
                      </a:lnTo>
                      <a:lnTo>
                        <a:pt x="276" y="383"/>
                      </a:lnTo>
                      <a:lnTo>
                        <a:pt x="274" y="383"/>
                      </a:lnTo>
                      <a:lnTo>
                        <a:pt x="276" y="383"/>
                      </a:lnTo>
                      <a:lnTo>
                        <a:pt x="274" y="383"/>
                      </a:lnTo>
                      <a:lnTo>
                        <a:pt x="276" y="383"/>
                      </a:lnTo>
                      <a:lnTo>
                        <a:pt x="274" y="383"/>
                      </a:lnTo>
                      <a:lnTo>
                        <a:pt x="274" y="385"/>
                      </a:lnTo>
                      <a:lnTo>
                        <a:pt x="274" y="383"/>
                      </a:lnTo>
                      <a:lnTo>
                        <a:pt x="272" y="383"/>
                      </a:lnTo>
                      <a:lnTo>
                        <a:pt x="272" y="385"/>
                      </a:lnTo>
                      <a:lnTo>
                        <a:pt x="272" y="383"/>
                      </a:lnTo>
                      <a:lnTo>
                        <a:pt x="270" y="383"/>
                      </a:lnTo>
                      <a:lnTo>
                        <a:pt x="270" y="385"/>
                      </a:lnTo>
                      <a:lnTo>
                        <a:pt x="270" y="383"/>
                      </a:lnTo>
                      <a:lnTo>
                        <a:pt x="268" y="383"/>
                      </a:lnTo>
                      <a:lnTo>
                        <a:pt x="268" y="385"/>
                      </a:lnTo>
                      <a:lnTo>
                        <a:pt x="268" y="383"/>
                      </a:lnTo>
                      <a:lnTo>
                        <a:pt x="268" y="385"/>
                      </a:lnTo>
                      <a:lnTo>
                        <a:pt x="268" y="383"/>
                      </a:lnTo>
                      <a:lnTo>
                        <a:pt x="266" y="383"/>
                      </a:lnTo>
                      <a:lnTo>
                        <a:pt x="266" y="382"/>
                      </a:lnTo>
                      <a:lnTo>
                        <a:pt x="266" y="383"/>
                      </a:lnTo>
                      <a:lnTo>
                        <a:pt x="266" y="382"/>
                      </a:lnTo>
                      <a:lnTo>
                        <a:pt x="268" y="382"/>
                      </a:lnTo>
                      <a:lnTo>
                        <a:pt x="266" y="382"/>
                      </a:lnTo>
                      <a:lnTo>
                        <a:pt x="266" y="383"/>
                      </a:lnTo>
                      <a:lnTo>
                        <a:pt x="265" y="383"/>
                      </a:lnTo>
                      <a:lnTo>
                        <a:pt x="265" y="382"/>
                      </a:lnTo>
                      <a:lnTo>
                        <a:pt x="266" y="382"/>
                      </a:lnTo>
                      <a:lnTo>
                        <a:pt x="265" y="382"/>
                      </a:lnTo>
                      <a:lnTo>
                        <a:pt x="266" y="382"/>
                      </a:lnTo>
                      <a:lnTo>
                        <a:pt x="266" y="380"/>
                      </a:lnTo>
                      <a:lnTo>
                        <a:pt x="266" y="378"/>
                      </a:lnTo>
                      <a:lnTo>
                        <a:pt x="266" y="380"/>
                      </a:lnTo>
                      <a:lnTo>
                        <a:pt x="265" y="380"/>
                      </a:lnTo>
                      <a:lnTo>
                        <a:pt x="265" y="382"/>
                      </a:lnTo>
                      <a:lnTo>
                        <a:pt x="265" y="383"/>
                      </a:lnTo>
                      <a:lnTo>
                        <a:pt x="265" y="385"/>
                      </a:lnTo>
                      <a:lnTo>
                        <a:pt x="266" y="385"/>
                      </a:lnTo>
                      <a:lnTo>
                        <a:pt x="266" y="387"/>
                      </a:lnTo>
                      <a:lnTo>
                        <a:pt x="265" y="387"/>
                      </a:lnTo>
                      <a:lnTo>
                        <a:pt x="266" y="387"/>
                      </a:lnTo>
                      <a:lnTo>
                        <a:pt x="265" y="387"/>
                      </a:lnTo>
                      <a:lnTo>
                        <a:pt x="263" y="387"/>
                      </a:lnTo>
                      <a:lnTo>
                        <a:pt x="263" y="385"/>
                      </a:lnTo>
                      <a:lnTo>
                        <a:pt x="261" y="385"/>
                      </a:lnTo>
                      <a:lnTo>
                        <a:pt x="261" y="383"/>
                      </a:lnTo>
                      <a:lnTo>
                        <a:pt x="263" y="383"/>
                      </a:lnTo>
                      <a:lnTo>
                        <a:pt x="263" y="382"/>
                      </a:lnTo>
                      <a:lnTo>
                        <a:pt x="261" y="382"/>
                      </a:lnTo>
                      <a:lnTo>
                        <a:pt x="261" y="380"/>
                      </a:lnTo>
                      <a:lnTo>
                        <a:pt x="261" y="382"/>
                      </a:lnTo>
                      <a:lnTo>
                        <a:pt x="261" y="380"/>
                      </a:lnTo>
                      <a:lnTo>
                        <a:pt x="261" y="378"/>
                      </a:lnTo>
                      <a:lnTo>
                        <a:pt x="261" y="376"/>
                      </a:lnTo>
                      <a:lnTo>
                        <a:pt x="263" y="376"/>
                      </a:lnTo>
                      <a:lnTo>
                        <a:pt x="261" y="376"/>
                      </a:lnTo>
                      <a:lnTo>
                        <a:pt x="263" y="374"/>
                      </a:lnTo>
                      <a:lnTo>
                        <a:pt x="265" y="374"/>
                      </a:lnTo>
                      <a:lnTo>
                        <a:pt x="263" y="374"/>
                      </a:lnTo>
                      <a:lnTo>
                        <a:pt x="263" y="372"/>
                      </a:lnTo>
                      <a:lnTo>
                        <a:pt x="265" y="372"/>
                      </a:lnTo>
                      <a:lnTo>
                        <a:pt x="263" y="372"/>
                      </a:lnTo>
                      <a:lnTo>
                        <a:pt x="263" y="371"/>
                      </a:lnTo>
                      <a:lnTo>
                        <a:pt x="263" y="372"/>
                      </a:lnTo>
                      <a:lnTo>
                        <a:pt x="263" y="374"/>
                      </a:lnTo>
                      <a:lnTo>
                        <a:pt x="263" y="372"/>
                      </a:lnTo>
                      <a:lnTo>
                        <a:pt x="263" y="374"/>
                      </a:lnTo>
                      <a:lnTo>
                        <a:pt x="261" y="374"/>
                      </a:lnTo>
                      <a:lnTo>
                        <a:pt x="263" y="374"/>
                      </a:lnTo>
                      <a:lnTo>
                        <a:pt x="261" y="374"/>
                      </a:lnTo>
                      <a:lnTo>
                        <a:pt x="261" y="376"/>
                      </a:lnTo>
                      <a:lnTo>
                        <a:pt x="261" y="374"/>
                      </a:lnTo>
                      <a:lnTo>
                        <a:pt x="261" y="372"/>
                      </a:lnTo>
                      <a:lnTo>
                        <a:pt x="261" y="374"/>
                      </a:lnTo>
                      <a:lnTo>
                        <a:pt x="261" y="372"/>
                      </a:lnTo>
                      <a:lnTo>
                        <a:pt x="259" y="372"/>
                      </a:lnTo>
                      <a:lnTo>
                        <a:pt x="261" y="374"/>
                      </a:lnTo>
                      <a:lnTo>
                        <a:pt x="259" y="374"/>
                      </a:lnTo>
                      <a:lnTo>
                        <a:pt x="259" y="376"/>
                      </a:lnTo>
                      <a:lnTo>
                        <a:pt x="257" y="376"/>
                      </a:lnTo>
                      <a:lnTo>
                        <a:pt x="257" y="374"/>
                      </a:lnTo>
                      <a:lnTo>
                        <a:pt x="257" y="372"/>
                      </a:lnTo>
                      <a:lnTo>
                        <a:pt x="256" y="372"/>
                      </a:lnTo>
                      <a:lnTo>
                        <a:pt x="257" y="372"/>
                      </a:lnTo>
                      <a:lnTo>
                        <a:pt x="257" y="374"/>
                      </a:lnTo>
                      <a:lnTo>
                        <a:pt x="257" y="376"/>
                      </a:lnTo>
                      <a:lnTo>
                        <a:pt x="257" y="374"/>
                      </a:lnTo>
                      <a:lnTo>
                        <a:pt x="256" y="374"/>
                      </a:lnTo>
                      <a:lnTo>
                        <a:pt x="256" y="372"/>
                      </a:lnTo>
                      <a:lnTo>
                        <a:pt x="256" y="374"/>
                      </a:lnTo>
                      <a:lnTo>
                        <a:pt x="256" y="372"/>
                      </a:lnTo>
                      <a:lnTo>
                        <a:pt x="256" y="371"/>
                      </a:lnTo>
                      <a:lnTo>
                        <a:pt x="254" y="371"/>
                      </a:lnTo>
                      <a:lnTo>
                        <a:pt x="256" y="371"/>
                      </a:lnTo>
                      <a:lnTo>
                        <a:pt x="256" y="372"/>
                      </a:lnTo>
                      <a:lnTo>
                        <a:pt x="256" y="371"/>
                      </a:lnTo>
                      <a:lnTo>
                        <a:pt x="256" y="372"/>
                      </a:lnTo>
                      <a:lnTo>
                        <a:pt x="256" y="374"/>
                      </a:lnTo>
                      <a:lnTo>
                        <a:pt x="257" y="376"/>
                      </a:lnTo>
                      <a:lnTo>
                        <a:pt x="256" y="376"/>
                      </a:lnTo>
                      <a:lnTo>
                        <a:pt x="254" y="376"/>
                      </a:lnTo>
                      <a:lnTo>
                        <a:pt x="254" y="378"/>
                      </a:lnTo>
                      <a:lnTo>
                        <a:pt x="256" y="378"/>
                      </a:lnTo>
                      <a:lnTo>
                        <a:pt x="254" y="378"/>
                      </a:lnTo>
                      <a:lnTo>
                        <a:pt x="254" y="380"/>
                      </a:lnTo>
                      <a:lnTo>
                        <a:pt x="254" y="382"/>
                      </a:lnTo>
                      <a:lnTo>
                        <a:pt x="252" y="383"/>
                      </a:lnTo>
                      <a:lnTo>
                        <a:pt x="250" y="385"/>
                      </a:lnTo>
                      <a:close/>
                      <a:moveTo>
                        <a:pt x="504" y="45"/>
                      </a:moveTo>
                      <a:lnTo>
                        <a:pt x="502" y="47"/>
                      </a:lnTo>
                      <a:lnTo>
                        <a:pt x="504" y="47"/>
                      </a:lnTo>
                      <a:lnTo>
                        <a:pt x="502" y="47"/>
                      </a:lnTo>
                      <a:lnTo>
                        <a:pt x="504" y="45"/>
                      </a:lnTo>
                      <a:lnTo>
                        <a:pt x="507" y="47"/>
                      </a:lnTo>
                      <a:lnTo>
                        <a:pt x="509" y="47"/>
                      </a:lnTo>
                      <a:lnTo>
                        <a:pt x="507" y="47"/>
                      </a:lnTo>
                      <a:lnTo>
                        <a:pt x="506" y="47"/>
                      </a:lnTo>
                      <a:lnTo>
                        <a:pt x="506" y="49"/>
                      </a:lnTo>
                      <a:lnTo>
                        <a:pt x="507" y="49"/>
                      </a:lnTo>
                      <a:lnTo>
                        <a:pt x="507" y="51"/>
                      </a:lnTo>
                      <a:lnTo>
                        <a:pt x="507" y="49"/>
                      </a:lnTo>
                      <a:lnTo>
                        <a:pt x="507" y="51"/>
                      </a:lnTo>
                      <a:lnTo>
                        <a:pt x="509" y="51"/>
                      </a:lnTo>
                      <a:lnTo>
                        <a:pt x="511" y="51"/>
                      </a:lnTo>
                      <a:lnTo>
                        <a:pt x="513" y="51"/>
                      </a:lnTo>
                      <a:lnTo>
                        <a:pt x="515" y="51"/>
                      </a:lnTo>
                      <a:lnTo>
                        <a:pt x="517" y="51"/>
                      </a:lnTo>
                      <a:lnTo>
                        <a:pt x="517" y="49"/>
                      </a:lnTo>
                      <a:lnTo>
                        <a:pt x="518" y="49"/>
                      </a:lnTo>
                      <a:lnTo>
                        <a:pt x="517" y="49"/>
                      </a:lnTo>
                      <a:lnTo>
                        <a:pt x="515" y="49"/>
                      </a:lnTo>
                      <a:lnTo>
                        <a:pt x="513" y="49"/>
                      </a:lnTo>
                      <a:lnTo>
                        <a:pt x="511" y="49"/>
                      </a:lnTo>
                      <a:lnTo>
                        <a:pt x="509" y="47"/>
                      </a:lnTo>
                      <a:lnTo>
                        <a:pt x="513" y="49"/>
                      </a:lnTo>
                      <a:lnTo>
                        <a:pt x="515" y="49"/>
                      </a:lnTo>
                      <a:lnTo>
                        <a:pt x="517" y="49"/>
                      </a:lnTo>
                      <a:lnTo>
                        <a:pt x="518" y="49"/>
                      </a:lnTo>
                      <a:lnTo>
                        <a:pt x="520" y="49"/>
                      </a:lnTo>
                      <a:lnTo>
                        <a:pt x="522" y="51"/>
                      </a:lnTo>
                      <a:lnTo>
                        <a:pt x="524" y="51"/>
                      </a:lnTo>
                      <a:lnTo>
                        <a:pt x="522" y="51"/>
                      </a:lnTo>
                      <a:lnTo>
                        <a:pt x="520" y="53"/>
                      </a:lnTo>
                      <a:lnTo>
                        <a:pt x="522" y="54"/>
                      </a:lnTo>
                      <a:lnTo>
                        <a:pt x="524" y="53"/>
                      </a:lnTo>
                      <a:lnTo>
                        <a:pt x="524" y="51"/>
                      </a:lnTo>
                      <a:lnTo>
                        <a:pt x="526" y="51"/>
                      </a:lnTo>
                      <a:lnTo>
                        <a:pt x="526" y="53"/>
                      </a:lnTo>
                      <a:lnTo>
                        <a:pt x="527" y="53"/>
                      </a:lnTo>
                      <a:lnTo>
                        <a:pt x="526" y="53"/>
                      </a:lnTo>
                      <a:lnTo>
                        <a:pt x="527" y="53"/>
                      </a:lnTo>
                      <a:lnTo>
                        <a:pt x="527" y="54"/>
                      </a:lnTo>
                      <a:lnTo>
                        <a:pt x="529" y="54"/>
                      </a:lnTo>
                      <a:lnTo>
                        <a:pt x="529" y="56"/>
                      </a:lnTo>
                      <a:lnTo>
                        <a:pt x="531" y="56"/>
                      </a:lnTo>
                      <a:lnTo>
                        <a:pt x="533" y="56"/>
                      </a:lnTo>
                      <a:lnTo>
                        <a:pt x="533" y="58"/>
                      </a:lnTo>
                      <a:lnTo>
                        <a:pt x="533" y="56"/>
                      </a:lnTo>
                      <a:lnTo>
                        <a:pt x="531" y="56"/>
                      </a:lnTo>
                      <a:lnTo>
                        <a:pt x="529" y="56"/>
                      </a:lnTo>
                      <a:lnTo>
                        <a:pt x="531" y="56"/>
                      </a:lnTo>
                      <a:lnTo>
                        <a:pt x="533" y="56"/>
                      </a:lnTo>
                      <a:lnTo>
                        <a:pt x="535" y="56"/>
                      </a:lnTo>
                      <a:lnTo>
                        <a:pt x="537" y="56"/>
                      </a:lnTo>
                      <a:lnTo>
                        <a:pt x="538" y="56"/>
                      </a:lnTo>
                      <a:lnTo>
                        <a:pt x="540" y="56"/>
                      </a:lnTo>
                      <a:lnTo>
                        <a:pt x="540" y="58"/>
                      </a:lnTo>
                      <a:lnTo>
                        <a:pt x="540" y="56"/>
                      </a:lnTo>
                      <a:lnTo>
                        <a:pt x="542" y="56"/>
                      </a:lnTo>
                      <a:lnTo>
                        <a:pt x="544" y="56"/>
                      </a:lnTo>
                      <a:lnTo>
                        <a:pt x="546" y="56"/>
                      </a:lnTo>
                      <a:lnTo>
                        <a:pt x="548" y="56"/>
                      </a:lnTo>
                      <a:lnTo>
                        <a:pt x="548" y="54"/>
                      </a:lnTo>
                      <a:lnTo>
                        <a:pt x="549" y="54"/>
                      </a:lnTo>
                      <a:lnTo>
                        <a:pt x="549" y="53"/>
                      </a:lnTo>
                      <a:lnTo>
                        <a:pt x="551" y="53"/>
                      </a:lnTo>
                      <a:lnTo>
                        <a:pt x="553" y="53"/>
                      </a:lnTo>
                      <a:lnTo>
                        <a:pt x="553" y="51"/>
                      </a:lnTo>
                      <a:lnTo>
                        <a:pt x="555" y="51"/>
                      </a:lnTo>
                      <a:lnTo>
                        <a:pt x="555" y="49"/>
                      </a:lnTo>
                      <a:lnTo>
                        <a:pt x="557" y="49"/>
                      </a:lnTo>
                      <a:lnTo>
                        <a:pt x="559" y="49"/>
                      </a:lnTo>
                      <a:lnTo>
                        <a:pt x="559" y="47"/>
                      </a:lnTo>
                      <a:lnTo>
                        <a:pt x="560" y="47"/>
                      </a:lnTo>
                      <a:lnTo>
                        <a:pt x="560" y="45"/>
                      </a:lnTo>
                      <a:lnTo>
                        <a:pt x="562" y="45"/>
                      </a:lnTo>
                      <a:lnTo>
                        <a:pt x="562" y="43"/>
                      </a:lnTo>
                      <a:lnTo>
                        <a:pt x="564" y="43"/>
                      </a:lnTo>
                      <a:lnTo>
                        <a:pt x="564" y="42"/>
                      </a:lnTo>
                      <a:lnTo>
                        <a:pt x="566" y="42"/>
                      </a:lnTo>
                      <a:lnTo>
                        <a:pt x="566" y="43"/>
                      </a:lnTo>
                      <a:lnTo>
                        <a:pt x="566" y="45"/>
                      </a:lnTo>
                      <a:lnTo>
                        <a:pt x="566" y="47"/>
                      </a:lnTo>
                      <a:lnTo>
                        <a:pt x="564" y="47"/>
                      </a:lnTo>
                      <a:lnTo>
                        <a:pt x="564" y="49"/>
                      </a:lnTo>
                      <a:lnTo>
                        <a:pt x="562" y="49"/>
                      </a:lnTo>
                      <a:lnTo>
                        <a:pt x="562" y="51"/>
                      </a:lnTo>
                      <a:lnTo>
                        <a:pt x="562" y="53"/>
                      </a:lnTo>
                      <a:lnTo>
                        <a:pt x="560" y="53"/>
                      </a:lnTo>
                      <a:lnTo>
                        <a:pt x="560" y="54"/>
                      </a:lnTo>
                      <a:lnTo>
                        <a:pt x="559" y="54"/>
                      </a:lnTo>
                      <a:lnTo>
                        <a:pt x="559" y="56"/>
                      </a:lnTo>
                      <a:lnTo>
                        <a:pt x="557" y="56"/>
                      </a:lnTo>
                      <a:lnTo>
                        <a:pt x="557" y="58"/>
                      </a:lnTo>
                      <a:lnTo>
                        <a:pt x="557" y="60"/>
                      </a:lnTo>
                      <a:lnTo>
                        <a:pt x="555" y="62"/>
                      </a:lnTo>
                      <a:lnTo>
                        <a:pt x="555" y="64"/>
                      </a:lnTo>
                      <a:lnTo>
                        <a:pt x="557" y="64"/>
                      </a:lnTo>
                      <a:lnTo>
                        <a:pt x="557" y="65"/>
                      </a:lnTo>
                      <a:lnTo>
                        <a:pt x="559" y="65"/>
                      </a:lnTo>
                      <a:lnTo>
                        <a:pt x="557" y="65"/>
                      </a:lnTo>
                      <a:lnTo>
                        <a:pt x="559" y="65"/>
                      </a:lnTo>
                      <a:lnTo>
                        <a:pt x="559" y="67"/>
                      </a:lnTo>
                      <a:lnTo>
                        <a:pt x="560" y="67"/>
                      </a:lnTo>
                      <a:lnTo>
                        <a:pt x="562" y="67"/>
                      </a:lnTo>
                      <a:lnTo>
                        <a:pt x="560" y="67"/>
                      </a:lnTo>
                      <a:lnTo>
                        <a:pt x="560" y="69"/>
                      </a:lnTo>
                      <a:lnTo>
                        <a:pt x="560" y="71"/>
                      </a:lnTo>
                      <a:lnTo>
                        <a:pt x="562" y="71"/>
                      </a:lnTo>
                      <a:lnTo>
                        <a:pt x="562" y="73"/>
                      </a:lnTo>
                      <a:lnTo>
                        <a:pt x="562" y="75"/>
                      </a:lnTo>
                      <a:lnTo>
                        <a:pt x="562" y="76"/>
                      </a:lnTo>
                      <a:lnTo>
                        <a:pt x="564" y="76"/>
                      </a:lnTo>
                      <a:lnTo>
                        <a:pt x="564" y="78"/>
                      </a:lnTo>
                      <a:lnTo>
                        <a:pt x="566" y="78"/>
                      </a:lnTo>
                      <a:lnTo>
                        <a:pt x="564" y="78"/>
                      </a:lnTo>
                      <a:lnTo>
                        <a:pt x="566" y="78"/>
                      </a:lnTo>
                      <a:lnTo>
                        <a:pt x="564" y="78"/>
                      </a:lnTo>
                      <a:lnTo>
                        <a:pt x="564" y="76"/>
                      </a:lnTo>
                      <a:lnTo>
                        <a:pt x="562" y="76"/>
                      </a:lnTo>
                      <a:lnTo>
                        <a:pt x="562" y="78"/>
                      </a:lnTo>
                      <a:lnTo>
                        <a:pt x="560" y="78"/>
                      </a:lnTo>
                      <a:lnTo>
                        <a:pt x="562" y="78"/>
                      </a:lnTo>
                      <a:lnTo>
                        <a:pt x="562" y="80"/>
                      </a:lnTo>
                      <a:lnTo>
                        <a:pt x="562" y="78"/>
                      </a:lnTo>
                      <a:lnTo>
                        <a:pt x="564" y="78"/>
                      </a:lnTo>
                      <a:lnTo>
                        <a:pt x="564" y="80"/>
                      </a:lnTo>
                      <a:lnTo>
                        <a:pt x="564" y="78"/>
                      </a:lnTo>
                      <a:lnTo>
                        <a:pt x="564" y="80"/>
                      </a:lnTo>
                      <a:lnTo>
                        <a:pt x="566" y="80"/>
                      </a:lnTo>
                      <a:lnTo>
                        <a:pt x="568" y="80"/>
                      </a:lnTo>
                      <a:lnTo>
                        <a:pt x="569" y="80"/>
                      </a:lnTo>
                      <a:lnTo>
                        <a:pt x="571" y="80"/>
                      </a:lnTo>
                      <a:lnTo>
                        <a:pt x="571" y="82"/>
                      </a:lnTo>
                      <a:lnTo>
                        <a:pt x="571" y="80"/>
                      </a:lnTo>
                      <a:lnTo>
                        <a:pt x="571" y="78"/>
                      </a:lnTo>
                      <a:lnTo>
                        <a:pt x="573" y="78"/>
                      </a:lnTo>
                      <a:lnTo>
                        <a:pt x="575" y="78"/>
                      </a:lnTo>
                      <a:lnTo>
                        <a:pt x="575" y="76"/>
                      </a:lnTo>
                      <a:lnTo>
                        <a:pt x="577" y="76"/>
                      </a:lnTo>
                      <a:lnTo>
                        <a:pt x="579" y="76"/>
                      </a:lnTo>
                      <a:lnTo>
                        <a:pt x="580" y="76"/>
                      </a:lnTo>
                      <a:lnTo>
                        <a:pt x="582" y="76"/>
                      </a:lnTo>
                      <a:lnTo>
                        <a:pt x="580" y="76"/>
                      </a:lnTo>
                      <a:lnTo>
                        <a:pt x="580" y="78"/>
                      </a:lnTo>
                      <a:lnTo>
                        <a:pt x="579" y="78"/>
                      </a:lnTo>
                      <a:lnTo>
                        <a:pt x="577" y="78"/>
                      </a:lnTo>
                      <a:lnTo>
                        <a:pt x="575" y="78"/>
                      </a:lnTo>
                      <a:lnTo>
                        <a:pt x="575" y="80"/>
                      </a:lnTo>
                      <a:lnTo>
                        <a:pt x="573" y="80"/>
                      </a:lnTo>
                      <a:lnTo>
                        <a:pt x="573" y="82"/>
                      </a:lnTo>
                      <a:lnTo>
                        <a:pt x="571" y="82"/>
                      </a:lnTo>
                      <a:lnTo>
                        <a:pt x="571" y="84"/>
                      </a:lnTo>
                      <a:lnTo>
                        <a:pt x="569" y="84"/>
                      </a:lnTo>
                      <a:lnTo>
                        <a:pt x="568" y="84"/>
                      </a:lnTo>
                      <a:lnTo>
                        <a:pt x="566" y="84"/>
                      </a:lnTo>
                      <a:lnTo>
                        <a:pt x="564" y="84"/>
                      </a:lnTo>
                      <a:lnTo>
                        <a:pt x="562" y="84"/>
                      </a:lnTo>
                      <a:lnTo>
                        <a:pt x="562" y="85"/>
                      </a:lnTo>
                      <a:lnTo>
                        <a:pt x="560" y="85"/>
                      </a:lnTo>
                      <a:lnTo>
                        <a:pt x="559" y="85"/>
                      </a:lnTo>
                      <a:lnTo>
                        <a:pt x="557" y="85"/>
                      </a:lnTo>
                      <a:lnTo>
                        <a:pt x="557" y="87"/>
                      </a:lnTo>
                      <a:lnTo>
                        <a:pt x="559" y="87"/>
                      </a:lnTo>
                      <a:lnTo>
                        <a:pt x="557" y="87"/>
                      </a:lnTo>
                      <a:lnTo>
                        <a:pt x="559" y="87"/>
                      </a:lnTo>
                      <a:lnTo>
                        <a:pt x="557" y="87"/>
                      </a:lnTo>
                      <a:lnTo>
                        <a:pt x="555" y="87"/>
                      </a:lnTo>
                      <a:lnTo>
                        <a:pt x="555" y="89"/>
                      </a:lnTo>
                      <a:lnTo>
                        <a:pt x="555" y="87"/>
                      </a:lnTo>
                      <a:lnTo>
                        <a:pt x="557" y="87"/>
                      </a:lnTo>
                      <a:lnTo>
                        <a:pt x="557" y="89"/>
                      </a:lnTo>
                      <a:lnTo>
                        <a:pt x="555" y="89"/>
                      </a:lnTo>
                      <a:lnTo>
                        <a:pt x="553" y="89"/>
                      </a:lnTo>
                      <a:lnTo>
                        <a:pt x="555" y="89"/>
                      </a:lnTo>
                      <a:lnTo>
                        <a:pt x="553" y="89"/>
                      </a:lnTo>
                      <a:lnTo>
                        <a:pt x="553" y="87"/>
                      </a:lnTo>
                      <a:lnTo>
                        <a:pt x="553" y="89"/>
                      </a:lnTo>
                      <a:lnTo>
                        <a:pt x="555" y="89"/>
                      </a:lnTo>
                      <a:lnTo>
                        <a:pt x="553" y="89"/>
                      </a:lnTo>
                      <a:lnTo>
                        <a:pt x="555" y="89"/>
                      </a:lnTo>
                      <a:lnTo>
                        <a:pt x="553" y="89"/>
                      </a:lnTo>
                      <a:lnTo>
                        <a:pt x="553" y="91"/>
                      </a:lnTo>
                      <a:lnTo>
                        <a:pt x="551" y="91"/>
                      </a:lnTo>
                      <a:lnTo>
                        <a:pt x="549" y="91"/>
                      </a:lnTo>
                      <a:lnTo>
                        <a:pt x="548" y="89"/>
                      </a:lnTo>
                      <a:lnTo>
                        <a:pt x="549" y="89"/>
                      </a:lnTo>
                      <a:lnTo>
                        <a:pt x="551" y="89"/>
                      </a:lnTo>
                      <a:lnTo>
                        <a:pt x="551" y="87"/>
                      </a:lnTo>
                      <a:lnTo>
                        <a:pt x="549" y="87"/>
                      </a:lnTo>
                      <a:lnTo>
                        <a:pt x="548" y="87"/>
                      </a:lnTo>
                      <a:lnTo>
                        <a:pt x="549" y="87"/>
                      </a:lnTo>
                      <a:lnTo>
                        <a:pt x="548" y="87"/>
                      </a:lnTo>
                      <a:lnTo>
                        <a:pt x="548" y="85"/>
                      </a:lnTo>
                      <a:lnTo>
                        <a:pt x="548" y="87"/>
                      </a:lnTo>
                      <a:lnTo>
                        <a:pt x="548" y="89"/>
                      </a:lnTo>
                      <a:lnTo>
                        <a:pt x="548" y="87"/>
                      </a:lnTo>
                      <a:lnTo>
                        <a:pt x="546" y="87"/>
                      </a:lnTo>
                      <a:lnTo>
                        <a:pt x="546" y="89"/>
                      </a:lnTo>
                      <a:lnTo>
                        <a:pt x="544" y="89"/>
                      </a:lnTo>
                      <a:lnTo>
                        <a:pt x="544" y="91"/>
                      </a:lnTo>
                      <a:lnTo>
                        <a:pt x="546" y="93"/>
                      </a:lnTo>
                      <a:lnTo>
                        <a:pt x="544" y="93"/>
                      </a:lnTo>
                      <a:lnTo>
                        <a:pt x="542" y="93"/>
                      </a:lnTo>
                      <a:lnTo>
                        <a:pt x="540" y="93"/>
                      </a:lnTo>
                      <a:lnTo>
                        <a:pt x="540" y="91"/>
                      </a:lnTo>
                      <a:lnTo>
                        <a:pt x="538" y="91"/>
                      </a:lnTo>
                      <a:lnTo>
                        <a:pt x="537" y="91"/>
                      </a:lnTo>
                      <a:lnTo>
                        <a:pt x="537" y="93"/>
                      </a:lnTo>
                      <a:lnTo>
                        <a:pt x="537" y="91"/>
                      </a:lnTo>
                      <a:lnTo>
                        <a:pt x="535" y="91"/>
                      </a:lnTo>
                      <a:lnTo>
                        <a:pt x="535" y="93"/>
                      </a:lnTo>
                      <a:lnTo>
                        <a:pt x="533" y="93"/>
                      </a:lnTo>
                      <a:lnTo>
                        <a:pt x="533" y="91"/>
                      </a:lnTo>
                      <a:lnTo>
                        <a:pt x="531" y="91"/>
                      </a:lnTo>
                      <a:lnTo>
                        <a:pt x="529" y="91"/>
                      </a:lnTo>
                      <a:lnTo>
                        <a:pt x="531" y="91"/>
                      </a:lnTo>
                      <a:lnTo>
                        <a:pt x="531" y="89"/>
                      </a:lnTo>
                      <a:lnTo>
                        <a:pt x="531" y="91"/>
                      </a:lnTo>
                      <a:lnTo>
                        <a:pt x="529" y="91"/>
                      </a:lnTo>
                      <a:lnTo>
                        <a:pt x="529" y="89"/>
                      </a:lnTo>
                      <a:lnTo>
                        <a:pt x="531" y="89"/>
                      </a:lnTo>
                      <a:lnTo>
                        <a:pt x="529" y="89"/>
                      </a:lnTo>
                      <a:lnTo>
                        <a:pt x="529" y="91"/>
                      </a:lnTo>
                      <a:lnTo>
                        <a:pt x="529" y="89"/>
                      </a:lnTo>
                      <a:lnTo>
                        <a:pt x="529" y="91"/>
                      </a:lnTo>
                      <a:lnTo>
                        <a:pt x="529" y="89"/>
                      </a:lnTo>
                      <a:lnTo>
                        <a:pt x="529" y="91"/>
                      </a:lnTo>
                      <a:lnTo>
                        <a:pt x="529" y="89"/>
                      </a:lnTo>
                      <a:lnTo>
                        <a:pt x="527" y="89"/>
                      </a:lnTo>
                      <a:lnTo>
                        <a:pt x="526" y="89"/>
                      </a:lnTo>
                      <a:lnTo>
                        <a:pt x="526" y="91"/>
                      </a:lnTo>
                      <a:lnTo>
                        <a:pt x="524" y="91"/>
                      </a:lnTo>
                      <a:lnTo>
                        <a:pt x="522" y="91"/>
                      </a:lnTo>
                      <a:lnTo>
                        <a:pt x="520" y="91"/>
                      </a:lnTo>
                      <a:lnTo>
                        <a:pt x="520" y="93"/>
                      </a:lnTo>
                      <a:lnTo>
                        <a:pt x="518" y="93"/>
                      </a:lnTo>
                      <a:lnTo>
                        <a:pt x="517" y="93"/>
                      </a:lnTo>
                      <a:lnTo>
                        <a:pt x="515" y="95"/>
                      </a:lnTo>
                      <a:lnTo>
                        <a:pt x="513" y="95"/>
                      </a:lnTo>
                      <a:lnTo>
                        <a:pt x="513" y="96"/>
                      </a:lnTo>
                      <a:lnTo>
                        <a:pt x="511" y="96"/>
                      </a:lnTo>
                      <a:lnTo>
                        <a:pt x="511" y="98"/>
                      </a:lnTo>
                      <a:lnTo>
                        <a:pt x="509" y="98"/>
                      </a:lnTo>
                      <a:lnTo>
                        <a:pt x="507" y="98"/>
                      </a:lnTo>
                      <a:lnTo>
                        <a:pt x="507" y="100"/>
                      </a:lnTo>
                      <a:lnTo>
                        <a:pt x="506" y="100"/>
                      </a:lnTo>
                      <a:lnTo>
                        <a:pt x="504" y="100"/>
                      </a:lnTo>
                      <a:lnTo>
                        <a:pt x="502" y="100"/>
                      </a:lnTo>
                      <a:lnTo>
                        <a:pt x="502" y="98"/>
                      </a:lnTo>
                      <a:lnTo>
                        <a:pt x="500" y="98"/>
                      </a:lnTo>
                      <a:lnTo>
                        <a:pt x="500" y="96"/>
                      </a:lnTo>
                      <a:lnTo>
                        <a:pt x="498" y="95"/>
                      </a:lnTo>
                      <a:lnTo>
                        <a:pt x="496" y="95"/>
                      </a:lnTo>
                      <a:lnTo>
                        <a:pt x="496" y="93"/>
                      </a:lnTo>
                      <a:lnTo>
                        <a:pt x="496" y="95"/>
                      </a:lnTo>
                      <a:lnTo>
                        <a:pt x="498" y="95"/>
                      </a:lnTo>
                      <a:lnTo>
                        <a:pt x="500" y="96"/>
                      </a:lnTo>
                      <a:lnTo>
                        <a:pt x="500" y="98"/>
                      </a:lnTo>
                      <a:lnTo>
                        <a:pt x="502" y="98"/>
                      </a:lnTo>
                      <a:lnTo>
                        <a:pt x="502" y="100"/>
                      </a:lnTo>
                      <a:lnTo>
                        <a:pt x="504" y="100"/>
                      </a:lnTo>
                      <a:lnTo>
                        <a:pt x="506" y="102"/>
                      </a:lnTo>
                      <a:lnTo>
                        <a:pt x="506" y="100"/>
                      </a:lnTo>
                      <a:lnTo>
                        <a:pt x="506" y="102"/>
                      </a:lnTo>
                      <a:lnTo>
                        <a:pt x="504" y="102"/>
                      </a:lnTo>
                      <a:lnTo>
                        <a:pt x="502" y="104"/>
                      </a:lnTo>
                      <a:lnTo>
                        <a:pt x="500" y="106"/>
                      </a:lnTo>
                      <a:lnTo>
                        <a:pt x="500" y="104"/>
                      </a:lnTo>
                      <a:lnTo>
                        <a:pt x="502" y="104"/>
                      </a:lnTo>
                      <a:lnTo>
                        <a:pt x="500" y="104"/>
                      </a:lnTo>
                      <a:lnTo>
                        <a:pt x="500" y="106"/>
                      </a:lnTo>
                      <a:lnTo>
                        <a:pt x="500" y="104"/>
                      </a:lnTo>
                      <a:lnTo>
                        <a:pt x="500" y="106"/>
                      </a:lnTo>
                      <a:lnTo>
                        <a:pt x="498" y="106"/>
                      </a:lnTo>
                      <a:lnTo>
                        <a:pt x="498" y="107"/>
                      </a:lnTo>
                      <a:lnTo>
                        <a:pt x="496" y="109"/>
                      </a:lnTo>
                      <a:lnTo>
                        <a:pt x="496" y="111"/>
                      </a:lnTo>
                      <a:lnTo>
                        <a:pt x="495" y="111"/>
                      </a:lnTo>
                      <a:lnTo>
                        <a:pt x="495" y="113"/>
                      </a:lnTo>
                      <a:lnTo>
                        <a:pt x="493" y="115"/>
                      </a:lnTo>
                      <a:lnTo>
                        <a:pt x="493" y="117"/>
                      </a:lnTo>
                      <a:lnTo>
                        <a:pt x="493" y="118"/>
                      </a:lnTo>
                      <a:lnTo>
                        <a:pt x="493" y="120"/>
                      </a:lnTo>
                      <a:lnTo>
                        <a:pt x="493" y="122"/>
                      </a:lnTo>
                      <a:lnTo>
                        <a:pt x="493" y="124"/>
                      </a:lnTo>
                      <a:lnTo>
                        <a:pt x="491" y="124"/>
                      </a:lnTo>
                      <a:lnTo>
                        <a:pt x="491" y="126"/>
                      </a:lnTo>
                      <a:lnTo>
                        <a:pt x="491" y="128"/>
                      </a:lnTo>
                      <a:lnTo>
                        <a:pt x="489" y="128"/>
                      </a:lnTo>
                      <a:lnTo>
                        <a:pt x="491" y="128"/>
                      </a:lnTo>
                      <a:lnTo>
                        <a:pt x="491" y="129"/>
                      </a:lnTo>
                      <a:lnTo>
                        <a:pt x="489" y="128"/>
                      </a:lnTo>
                      <a:lnTo>
                        <a:pt x="487" y="128"/>
                      </a:lnTo>
                      <a:lnTo>
                        <a:pt x="487" y="126"/>
                      </a:lnTo>
                      <a:lnTo>
                        <a:pt x="486" y="126"/>
                      </a:lnTo>
                      <a:lnTo>
                        <a:pt x="486" y="124"/>
                      </a:lnTo>
                      <a:lnTo>
                        <a:pt x="484" y="124"/>
                      </a:lnTo>
                      <a:lnTo>
                        <a:pt x="482" y="124"/>
                      </a:lnTo>
                      <a:lnTo>
                        <a:pt x="482" y="122"/>
                      </a:lnTo>
                      <a:lnTo>
                        <a:pt x="480" y="122"/>
                      </a:lnTo>
                      <a:lnTo>
                        <a:pt x="478" y="122"/>
                      </a:lnTo>
                      <a:lnTo>
                        <a:pt x="478" y="120"/>
                      </a:lnTo>
                      <a:lnTo>
                        <a:pt x="476" y="120"/>
                      </a:lnTo>
                      <a:lnTo>
                        <a:pt x="475" y="120"/>
                      </a:lnTo>
                      <a:lnTo>
                        <a:pt x="473" y="120"/>
                      </a:lnTo>
                      <a:lnTo>
                        <a:pt x="471" y="118"/>
                      </a:lnTo>
                      <a:lnTo>
                        <a:pt x="469" y="118"/>
                      </a:lnTo>
                      <a:lnTo>
                        <a:pt x="467" y="118"/>
                      </a:lnTo>
                      <a:lnTo>
                        <a:pt x="467" y="117"/>
                      </a:lnTo>
                      <a:lnTo>
                        <a:pt x="465" y="117"/>
                      </a:lnTo>
                      <a:lnTo>
                        <a:pt x="464" y="117"/>
                      </a:lnTo>
                      <a:lnTo>
                        <a:pt x="462" y="117"/>
                      </a:lnTo>
                      <a:lnTo>
                        <a:pt x="462" y="115"/>
                      </a:lnTo>
                      <a:lnTo>
                        <a:pt x="460" y="115"/>
                      </a:lnTo>
                      <a:lnTo>
                        <a:pt x="458" y="115"/>
                      </a:lnTo>
                      <a:lnTo>
                        <a:pt x="460" y="113"/>
                      </a:lnTo>
                      <a:lnTo>
                        <a:pt x="458" y="115"/>
                      </a:lnTo>
                      <a:lnTo>
                        <a:pt x="458" y="113"/>
                      </a:lnTo>
                      <a:lnTo>
                        <a:pt x="456" y="113"/>
                      </a:lnTo>
                      <a:lnTo>
                        <a:pt x="454" y="111"/>
                      </a:lnTo>
                      <a:lnTo>
                        <a:pt x="453" y="111"/>
                      </a:lnTo>
                      <a:lnTo>
                        <a:pt x="453" y="109"/>
                      </a:lnTo>
                      <a:lnTo>
                        <a:pt x="451" y="109"/>
                      </a:lnTo>
                      <a:lnTo>
                        <a:pt x="449" y="109"/>
                      </a:lnTo>
                      <a:lnTo>
                        <a:pt x="447" y="109"/>
                      </a:lnTo>
                      <a:lnTo>
                        <a:pt x="447" y="107"/>
                      </a:lnTo>
                      <a:lnTo>
                        <a:pt x="445" y="107"/>
                      </a:lnTo>
                      <a:lnTo>
                        <a:pt x="447" y="107"/>
                      </a:lnTo>
                      <a:lnTo>
                        <a:pt x="445" y="107"/>
                      </a:lnTo>
                      <a:lnTo>
                        <a:pt x="444" y="106"/>
                      </a:lnTo>
                      <a:lnTo>
                        <a:pt x="442" y="106"/>
                      </a:lnTo>
                      <a:lnTo>
                        <a:pt x="440" y="104"/>
                      </a:lnTo>
                      <a:lnTo>
                        <a:pt x="438" y="104"/>
                      </a:lnTo>
                      <a:lnTo>
                        <a:pt x="436" y="104"/>
                      </a:lnTo>
                      <a:lnTo>
                        <a:pt x="436" y="102"/>
                      </a:lnTo>
                      <a:lnTo>
                        <a:pt x="436" y="104"/>
                      </a:lnTo>
                      <a:lnTo>
                        <a:pt x="434" y="104"/>
                      </a:lnTo>
                      <a:lnTo>
                        <a:pt x="433" y="104"/>
                      </a:lnTo>
                      <a:lnTo>
                        <a:pt x="433" y="102"/>
                      </a:lnTo>
                      <a:lnTo>
                        <a:pt x="434" y="102"/>
                      </a:lnTo>
                      <a:lnTo>
                        <a:pt x="433" y="104"/>
                      </a:lnTo>
                      <a:lnTo>
                        <a:pt x="433" y="102"/>
                      </a:lnTo>
                      <a:lnTo>
                        <a:pt x="433" y="104"/>
                      </a:lnTo>
                      <a:lnTo>
                        <a:pt x="431" y="104"/>
                      </a:lnTo>
                      <a:lnTo>
                        <a:pt x="429" y="104"/>
                      </a:lnTo>
                      <a:lnTo>
                        <a:pt x="427" y="104"/>
                      </a:lnTo>
                      <a:lnTo>
                        <a:pt x="427" y="106"/>
                      </a:lnTo>
                      <a:lnTo>
                        <a:pt x="425" y="106"/>
                      </a:lnTo>
                      <a:lnTo>
                        <a:pt x="423" y="106"/>
                      </a:lnTo>
                      <a:lnTo>
                        <a:pt x="422" y="106"/>
                      </a:lnTo>
                      <a:lnTo>
                        <a:pt x="422" y="107"/>
                      </a:lnTo>
                      <a:lnTo>
                        <a:pt x="420" y="107"/>
                      </a:lnTo>
                      <a:lnTo>
                        <a:pt x="418" y="109"/>
                      </a:lnTo>
                      <a:lnTo>
                        <a:pt x="416" y="109"/>
                      </a:lnTo>
                      <a:lnTo>
                        <a:pt x="414" y="111"/>
                      </a:lnTo>
                      <a:lnTo>
                        <a:pt x="413" y="111"/>
                      </a:lnTo>
                      <a:lnTo>
                        <a:pt x="413" y="113"/>
                      </a:lnTo>
                      <a:lnTo>
                        <a:pt x="411" y="113"/>
                      </a:lnTo>
                      <a:lnTo>
                        <a:pt x="411" y="115"/>
                      </a:lnTo>
                      <a:lnTo>
                        <a:pt x="409" y="115"/>
                      </a:lnTo>
                      <a:lnTo>
                        <a:pt x="407" y="115"/>
                      </a:lnTo>
                      <a:lnTo>
                        <a:pt x="407" y="113"/>
                      </a:lnTo>
                      <a:lnTo>
                        <a:pt x="409" y="113"/>
                      </a:lnTo>
                      <a:lnTo>
                        <a:pt x="409" y="115"/>
                      </a:lnTo>
                      <a:lnTo>
                        <a:pt x="409" y="113"/>
                      </a:lnTo>
                      <a:lnTo>
                        <a:pt x="411" y="113"/>
                      </a:lnTo>
                      <a:lnTo>
                        <a:pt x="409" y="113"/>
                      </a:lnTo>
                      <a:lnTo>
                        <a:pt x="407" y="113"/>
                      </a:lnTo>
                      <a:lnTo>
                        <a:pt x="407" y="111"/>
                      </a:lnTo>
                      <a:lnTo>
                        <a:pt x="405" y="111"/>
                      </a:lnTo>
                      <a:lnTo>
                        <a:pt x="405" y="109"/>
                      </a:lnTo>
                      <a:lnTo>
                        <a:pt x="403" y="109"/>
                      </a:lnTo>
                      <a:lnTo>
                        <a:pt x="403" y="107"/>
                      </a:lnTo>
                      <a:lnTo>
                        <a:pt x="402" y="107"/>
                      </a:lnTo>
                      <a:lnTo>
                        <a:pt x="402" y="106"/>
                      </a:lnTo>
                      <a:lnTo>
                        <a:pt x="400" y="106"/>
                      </a:lnTo>
                      <a:lnTo>
                        <a:pt x="398" y="106"/>
                      </a:lnTo>
                      <a:lnTo>
                        <a:pt x="396" y="106"/>
                      </a:lnTo>
                      <a:lnTo>
                        <a:pt x="394" y="106"/>
                      </a:lnTo>
                      <a:lnTo>
                        <a:pt x="392" y="106"/>
                      </a:lnTo>
                      <a:lnTo>
                        <a:pt x="391" y="106"/>
                      </a:lnTo>
                      <a:lnTo>
                        <a:pt x="389" y="106"/>
                      </a:lnTo>
                      <a:lnTo>
                        <a:pt x="389" y="107"/>
                      </a:lnTo>
                      <a:lnTo>
                        <a:pt x="387" y="109"/>
                      </a:lnTo>
                      <a:lnTo>
                        <a:pt x="385" y="111"/>
                      </a:lnTo>
                      <a:lnTo>
                        <a:pt x="385" y="113"/>
                      </a:lnTo>
                      <a:lnTo>
                        <a:pt x="383" y="115"/>
                      </a:lnTo>
                      <a:lnTo>
                        <a:pt x="383" y="117"/>
                      </a:lnTo>
                      <a:lnTo>
                        <a:pt x="385" y="117"/>
                      </a:lnTo>
                      <a:lnTo>
                        <a:pt x="387" y="118"/>
                      </a:lnTo>
                      <a:lnTo>
                        <a:pt x="389" y="118"/>
                      </a:lnTo>
                      <a:lnTo>
                        <a:pt x="391" y="118"/>
                      </a:lnTo>
                      <a:lnTo>
                        <a:pt x="391" y="120"/>
                      </a:lnTo>
                      <a:lnTo>
                        <a:pt x="392" y="120"/>
                      </a:lnTo>
                      <a:lnTo>
                        <a:pt x="392" y="122"/>
                      </a:lnTo>
                      <a:lnTo>
                        <a:pt x="394" y="122"/>
                      </a:lnTo>
                      <a:lnTo>
                        <a:pt x="396" y="122"/>
                      </a:lnTo>
                      <a:lnTo>
                        <a:pt x="398" y="122"/>
                      </a:lnTo>
                      <a:lnTo>
                        <a:pt x="400" y="122"/>
                      </a:lnTo>
                      <a:lnTo>
                        <a:pt x="400" y="120"/>
                      </a:lnTo>
                      <a:lnTo>
                        <a:pt x="400" y="122"/>
                      </a:lnTo>
                      <a:lnTo>
                        <a:pt x="402" y="122"/>
                      </a:lnTo>
                      <a:lnTo>
                        <a:pt x="402" y="124"/>
                      </a:lnTo>
                      <a:lnTo>
                        <a:pt x="403" y="124"/>
                      </a:lnTo>
                      <a:lnTo>
                        <a:pt x="405" y="126"/>
                      </a:lnTo>
                      <a:lnTo>
                        <a:pt x="407" y="126"/>
                      </a:lnTo>
                      <a:lnTo>
                        <a:pt x="407" y="128"/>
                      </a:lnTo>
                      <a:lnTo>
                        <a:pt x="409" y="128"/>
                      </a:lnTo>
                      <a:lnTo>
                        <a:pt x="409" y="129"/>
                      </a:lnTo>
                      <a:lnTo>
                        <a:pt x="411" y="129"/>
                      </a:lnTo>
                      <a:lnTo>
                        <a:pt x="413" y="129"/>
                      </a:lnTo>
                      <a:lnTo>
                        <a:pt x="414" y="129"/>
                      </a:lnTo>
                      <a:lnTo>
                        <a:pt x="414" y="131"/>
                      </a:lnTo>
                      <a:lnTo>
                        <a:pt x="416" y="131"/>
                      </a:lnTo>
                      <a:lnTo>
                        <a:pt x="414" y="131"/>
                      </a:lnTo>
                      <a:lnTo>
                        <a:pt x="416" y="131"/>
                      </a:lnTo>
                      <a:lnTo>
                        <a:pt x="416" y="133"/>
                      </a:lnTo>
                      <a:lnTo>
                        <a:pt x="414" y="133"/>
                      </a:lnTo>
                      <a:lnTo>
                        <a:pt x="413" y="133"/>
                      </a:lnTo>
                      <a:lnTo>
                        <a:pt x="413" y="135"/>
                      </a:lnTo>
                      <a:lnTo>
                        <a:pt x="411" y="135"/>
                      </a:lnTo>
                      <a:lnTo>
                        <a:pt x="411" y="137"/>
                      </a:lnTo>
                      <a:lnTo>
                        <a:pt x="411" y="135"/>
                      </a:lnTo>
                      <a:lnTo>
                        <a:pt x="411" y="137"/>
                      </a:lnTo>
                      <a:lnTo>
                        <a:pt x="409" y="137"/>
                      </a:lnTo>
                      <a:lnTo>
                        <a:pt x="409" y="135"/>
                      </a:lnTo>
                      <a:lnTo>
                        <a:pt x="407" y="135"/>
                      </a:lnTo>
                      <a:lnTo>
                        <a:pt x="405" y="135"/>
                      </a:lnTo>
                      <a:lnTo>
                        <a:pt x="403" y="135"/>
                      </a:lnTo>
                      <a:lnTo>
                        <a:pt x="402" y="133"/>
                      </a:lnTo>
                      <a:lnTo>
                        <a:pt x="400" y="135"/>
                      </a:lnTo>
                      <a:lnTo>
                        <a:pt x="400" y="133"/>
                      </a:lnTo>
                      <a:lnTo>
                        <a:pt x="400" y="135"/>
                      </a:lnTo>
                      <a:lnTo>
                        <a:pt x="400" y="133"/>
                      </a:lnTo>
                      <a:lnTo>
                        <a:pt x="398" y="133"/>
                      </a:lnTo>
                      <a:lnTo>
                        <a:pt x="396" y="133"/>
                      </a:lnTo>
                      <a:lnTo>
                        <a:pt x="396" y="135"/>
                      </a:lnTo>
                      <a:lnTo>
                        <a:pt x="394" y="135"/>
                      </a:lnTo>
                      <a:lnTo>
                        <a:pt x="394" y="137"/>
                      </a:lnTo>
                      <a:lnTo>
                        <a:pt x="392" y="137"/>
                      </a:lnTo>
                      <a:lnTo>
                        <a:pt x="391" y="137"/>
                      </a:lnTo>
                      <a:lnTo>
                        <a:pt x="391" y="138"/>
                      </a:lnTo>
                      <a:lnTo>
                        <a:pt x="389" y="138"/>
                      </a:lnTo>
                      <a:lnTo>
                        <a:pt x="389" y="140"/>
                      </a:lnTo>
                      <a:lnTo>
                        <a:pt x="389" y="142"/>
                      </a:lnTo>
                      <a:lnTo>
                        <a:pt x="391" y="142"/>
                      </a:lnTo>
                      <a:lnTo>
                        <a:pt x="389" y="142"/>
                      </a:lnTo>
                      <a:lnTo>
                        <a:pt x="389" y="144"/>
                      </a:lnTo>
                      <a:lnTo>
                        <a:pt x="389" y="142"/>
                      </a:lnTo>
                      <a:lnTo>
                        <a:pt x="389" y="144"/>
                      </a:lnTo>
                      <a:lnTo>
                        <a:pt x="387" y="144"/>
                      </a:lnTo>
                      <a:lnTo>
                        <a:pt x="385" y="144"/>
                      </a:lnTo>
                      <a:lnTo>
                        <a:pt x="383" y="144"/>
                      </a:lnTo>
                      <a:lnTo>
                        <a:pt x="383" y="146"/>
                      </a:lnTo>
                      <a:lnTo>
                        <a:pt x="381" y="146"/>
                      </a:lnTo>
                      <a:lnTo>
                        <a:pt x="381" y="148"/>
                      </a:lnTo>
                      <a:lnTo>
                        <a:pt x="380" y="148"/>
                      </a:lnTo>
                      <a:lnTo>
                        <a:pt x="380" y="146"/>
                      </a:lnTo>
                      <a:lnTo>
                        <a:pt x="378" y="146"/>
                      </a:lnTo>
                      <a:lnTo>
                        <a:pt x="376" y="146"/>
                      </a:lnTo>
                      <a:lnTo>
                        <a:pt x="376" y="144"/>
                      </a:lnTo>
                      <a:lnTo>
                        <a:pt x="374" y="144"/>
                      </a:lnTo>
                      <a:lnTo>
                        <a:pt x="374" y="142"/>
                      </a:lnTo>
                      <a:lnTo>
                        <a:pt x="374" y="140"/>
                      </a:lnTo>
                      <a:lnTo>
                        <a:pt x="374" y="138"/>
                      </a:lnTo>
                      <a:lnTo>
                        <a:pt x="374" y="137"/>
                      </a:lnTo>
                      <a:lnTo>
                        <a:pt x="376" y="137"/>
                      </a:lnTo>
                      <a:lnTo>
                        <a:pt x="376" y="135"/>
                      </a:lnTo>
                      <a:lnTo>
                        <a:pt x="376" y="133"/>
                      </a:lnTo>
                      <a:lnTo>
                        <a:pt x="378" y="133"/>
                      </a:lnTo>
                      <a:lnTo>
                        <a:pt x="378" y="131"/>
                      </a:lnTo>
                      <a:lnTo>
                        <a:pt x="380" y="131"/>
                      </a:lnTo>
                      <a:lnTo>
                        <a:pt x="380" y="129"/>
                      </a:lnTo>
                      <a:lnTo>
                        <a:pt x="380" y="128"/>
                      </a:lnTo>
                      <a:lnTo>
                        <a:pt x="378" y="128"/>
                      </a:lnTo>
                      <a:lnTo>
                        <a:pt x="380" y="128"/>
                      </a:lnTo>
                      <a:lnTo>
                        <a:pt x="380" y="126"/>
                      </a:lnTo>
                      <a:lnTo>
                        <a:pt x="378" y="126"/>
                      </a:lnTo>
                      <a:lnTo>
                        <a:pt x="378" y="124"/>
                      </a:lnTo>
                      <a:lnTo>
                        <a:pt x="376" y="124"/>
                      </a:lnTo>
                      <a:lnTo>
                        <a:pt x="376" y="122"/>
                      </a:lnTo>
                      <a:lnTo>
                        <a:pt x="374" y="122"/>
                      </a:lnTo>
                      <a:lnTo>
                        <a:pt x="372" y="120"/>
                      </a:lnTo>
                      <a:lnTo>
                        <a:pt x="372" y="122"/>
                      </a:lnTo>
                      <a:lnTo>
                        <a:pt x="372" y="120"/>
                      </a:lnTo>
                      <a:lnTo>
                        <a:pt x="371" y="120"/>
                      </a:lnTo>
                      <a:lnTo>
                        <a:pt x="371" y="118"/>
                      </a:lnTo>
                      <a:lnTo>
                        <a:pt x="369" y="118"/>
                      </a:lnTo>
                      <a:lnTo>
                        <a:pt x="367" y="118"/>
                      </a:lnTo>
                      <a:lnTo>
                        <a:pt x="367" y="117"/>
                      </a:lnTo>
                      <a:lnTo>
                        <a:pt x="367" y="115"/>
                      </a:lnTo>
                      <a:lnTo>
                        <a:pt x="365" y="115"/>
                      </a:lnTo>
                      <a:lnTo>
                        <a:pt x="367" y="115"/>
                      </a:lnTo>
                      <a:lnTo>
                        <a:pt x="365" y="115"/>
                      </a:lnTo>
                      <a:lnTo>
                        <a:pt x="367" y="113"/>
                      </a:lnTo>
                      <a:lnTo>
                        <a:pt x="367" y="111"/>
                      </a:lnTo>
                      <a:lnTo>
                        <a:pt x="369" y="111"/>
                      </a:lnTo>
                      <a:lnTo>
                        <a:pt x="369" y="109"/>
                      </a:lnTo>
                      <a:lnTo>
                        <a:pt x="369" y="107"/>
                      </a:lnTo>
                      <a:lnTo>
                        <a:pt x="369" y="106"/>
                      </a:lnTo>
                      <a:lnTo>
                        <a:pt x="369" y="104"/>
                      </a:lnTo>
                      <a:lnTo>
                        <a:pt x="367" y="104"/>
                      </a:lnTo>
                      <a:lnTo>
                        <a:pt x="369" y="104"/>
                      </a:lnTo>
                      <a:lnTo>
                        <a:pt x="369" y="102"/>
                      </a:lnTo>
                      <a:lnTo>
                        <a:pt x="371" y="102"/>
                      </a:lnTo>
                      <a:lnTo>
                        <a:pt x="372" y="102"/>
                      </a:lnTo>
                      <a:lnTo>
                        <a:pt x="372" y="100"/>
                      </a:lnTo>
                      <a:lnTo>
                        <a:pt x="374" y="102"/>
                      </a:lnTo>
                      <a:lnTo>
                        <a:pt x="374" y="100"/>
                      </a:lnTo>
                      <a:lnTo>
                        <a:pt x="374" y="102"/>
                      </a:lnTo>
                      <a:lnTo>
                        <a:pt x="376" y="102"/>
                      </a:lnTo>
                      <a:lnTo>
                        <a:pt x="376" y="100"/>
                      </a:lnTo>
                      <a:lnTo>
                        <a:pt x="378" y="100"/>
                      </a:lnTo>
                      <a:lnTo>
                        <a:pt x="378" y="98"/>
                      </a:lnTo>
                      <a:lnTo>
                        <a:pt x="380" y="98"/>
                      </a:lnTo>
                      <a:lnTo>
                        <a:pt x="380" y="96"/>
                      </a:lnTo>
                      <a:lnTo>
                        <a:pt x="381" y="96"/>
                      </a:lnTo>
                      <a:lnTo>
                        <a:pt x="383" y="96"/>
                      </a:lnTo>
                      <a:lnTo>
                        <a:pt x="383" y="98"/>
                      </a:lnTo>
                      <a:lnTo>
                        <a:pt x="385" y="98"/>
                      </a:lnTo>
                      <a:lnTo>
                        <a:pt x="385" y="96"/>
                      </a:lnTo>
                      <a:lnTo>
                        <a:pt x="385" y="95"/>
                      </a:lnTo>
                      <a:lnTo>
                        <a:pt x="387" y="95"/>
                      </a:lnTo>
                      <a:lnTo>
                        <a:pt x="389" y="95"/>
                      </a:lnTo>
                      <a:lnTo>
                        <a:pt x="389" y="96"/>
                      </a:lnTo>
                      <a:lnTo>
                        <a:pt x="389" y="95"/>
                      </a:lnTo>
                      <a:lnTo>
                        <a:pt x="389" y="96"/>
                      </a:lnTo>
                      <a:lnTo>
                        <a:pt x="389" y="95"/>
                      </a:lnTo>
                      <a:lnTo>
                        <a:pt x="387" y="95"/>
                      </a:lnTo>
                      <a:lnTo>
                        <a:pt x="387" y="93"/>
                      </a:lnTo>
                      <a:lnTo>
                        <a:pt x="389" y="93"/>
                      </a:lnTo>
                      <a:lnTo>
                        <a:pt x="389" y="91"/>
                      </a:lnTo>
                      <a:lnTo>
                        <a:pt x="391" y="91"/>
                      </a:lnTo>
                      <a:lnTo>
                        <a:pt x="392" y="91"/>
                      </a:lnTo>
                      <a:lnTo>
                        <a:pt x="392" y="89"/>
                      </a:lnTo>
                      <a:lnTo>
                        <a:pt x="392" y="91"/>
                      </a:lnTo>
                      <a:lnTo>
                        <a:pt x="392" y="89"/>
                      </a:lnTo>
                      <a:lnTo>
                        <a:pt x="392" y="87"/>
                      </a:lnTo>
                      <a:lnTo>
                        <a:pt x="391" y="87"/>
                      </a:lnTo>
                      <a:lnTo>
                        <a:pt x="391" y="85"/>
                      </a:lnTo>
                      <a:lnTo>
                        <a:pt x="389" y="85"/>
                      </a:lnTo>
                      <a:lnTo>
                        <a:pt x="389" y="84"/>
                      </a:lnTo>
                      <a:lnTo>
                        <a:pt x="387" y="84"/>
                      </a:lnTo>
                      <a:lnTo>
                        <a:pt x="387" y="82"/>
                      </a:lnTo>
                      <a:lnTo>
                        <a:pt x="385" y="82"/>
                      </a:lnTo>
                      <a:lnTo>
                        <a:pt x="387" y="82"/>
                      </a:lnTo>
                      <a:lnTo>
                        <a:pt x="387" y="80"/>
                      </a:lnTo>
                      <a:lnTo>
                        <a:pt x="385" y="80"/>
                      </a:lnTo>
                      <a:lnTo>
                        <a:pt x="387" y="80"/>
                      </a:lnTo>
                      <a:lnTo>
                        <a:pt x="387" y="78"/>
                      </a:lnTo>
                      <a:lnTo>
                        <a:pt x="389" y="78"/>
                      </a:lnTo>
                      <a:lnTo>
                        <a:pt x="391" y="78"/>
                      </a:lnTo>
                      <a:lnTo>
                        <a:pt x="391" y="76"/>
                      </a:lnTo>
                      <a:lnTo>
                        <a:pt x="392" y="76"/>
                      </a:lnTo>
                      <a:lnTo>
                        <a:pt x="392" y="78"/>
                      </a:lnTo>
                      <a:lnTo>
                        <a:pt x="394" y="78"/>
                      </a:lnTo>
                      <a:lnTo>
                        <a:pt x="396" y="78"/>
                      </a:lnTo>
                      <a:lnTo>
                        <a:pt x="396" y="80"/>
                      </a:lnTo>
                      <a:lnTo>
                        <a:pt x="398" y="80"/>
                      </a:lnTo>
                      <a:lnTo>
                        <a:pt x="396" y="80"/>
                      </a:lnTo>
                      <a:lnTo>
                        <a:pt x="398" y="80"/>
                      </a:lnTo>
                      <a:lnTo>
                        <a:pt x="400" y="80"/>
                      </a:lnTo>
                      <a:lnTo>
                        <a:pt x="400" y="82"/>
                      </a:lnTo>
                      <a:lnTo>
                        <a:pt x="402" y="82"/>
                      </a:lnTo>
                      <a:lnTo>
                        <a:pt x="402" y="84"/>
                      </a:lnTo>
                      <a:lnTo>
                        <a:pt x="403" y="84"/>
                      </a:lnTo>
                      <a:lnTo>
                        <a:pt x="405" y="84"/>
                      </a:lnTo>
                      <a:lnTo>
                        <a:pt x="405" y="82"/>
                      </a:lnTo>
                      <a:lnTo>
                        <a:pt x="407" y="82"/>
                      </a:lnTo>
                      <a:lnTo>
                        <a:pt x="409" y="82"/>
                      </a:lnTo>
                      <a:lnTo>
                        <a:pt x="411" y="82"/>
                      </a:lnTo>
                      <a:lnTo>
                        <a:pt x="411" y="84"/>
                      </a:lnTo>
                      <a:lnTo>
                        <a:pt x="413" y="84"/>
                      </a:lnTo>
                      <a:lnTo>
                        <a:pt x="414" y="84"/>
                      </a:lnTo>
                      <a:lnTo>
                        <a:pt x="416" y="85"/>
                      </a:lnTo>
                      <a:lnTo>
                        <a:pt x="416" y="84"/>
                      </a:lnTo>
                      <a:lnTo>
                        <a:pt x="418" y="84"/>
                      </a:lnTo>
                      <a:lnTo>
                        <a:pt x="420" y="84"/>
                      </a:lnTo>
                      <a:lnTo>
                        <a:pt x="420" y="82"/>
                      </a:lnTo>
                      <a:lnTo>
                        <a:pt x="422" y="82"/>
                      </a:lnTo>
                      <a:lnTo>
                        <a:pt x="420" y="82"/>
                      </a:lnTo>
                      <a:lnTo>
                        <a:pt x="422" y="82"/>
                      </a:lnTo>
                      <a:lnTo>
                        <a:pt x="423" y="80"/>
                      </a:lnTo>
                      <a:lnTo>
                        <a:pt x="423" y="82"/>
                      </a:lnTo>
                      <a:lnTo>
                        <a:pt x="422" y="82"/>
                      </a:lnTo>
                      <a:lnTo>
                        <a:pt x="423" y="82"/>
                      </a:lnTo>
                      <a:lnTo>
                        <a:pt x="423" y="84"/>
                      </a:lnTo>
                      <a:lnTo>
                        <a:pt x="425" y="84"/>
                      </a:lnTo>
                      <a:lnTo>
                        <a:pt x="425" y="85"/>
                      </a:lnTo>
                      <a:lnTo>
                        <a:pt x="427" y="85"/>
                      </a:lnTo>
                      <a:lnTo>
                        <a:pt x="429" y="85"/>
                      </a:lnTo>
                      <a:lnTo>
                        <a:pt x="431" y="85"/>
                      </a:lnTo>
                      <a:lnTo>
                        <a:pt x="433" y="85"/>
                      </a:lnTo>
                      <a:lnTo>
                        <a:pt x="433" y="84"/>
                      </a:lnTo>
                      <a:lnTo>
                        <a:pt x="433" y="82"/>
                      </a:lnTo>
                      <a:lnTo>
                        <a:pt x="434" y="82"/>
                      </a:lnTo>
                      <a:lnTo>
                        <a:pt x="433" y="80"/>
                      </a:lnTo>
                      <a:lnTo>
                        <a:pt x="434" y="78"/>
                      </a:lnTo>
                      <a:lnTo>
                        <a:pt x="433" y="80"/>
                      </a:lnTo>
                      <a:lnTo>
                        <a:pt x="434" y="82"/>
                      </a:lnTo>
                      <a:lnTo>
                        <a:pt x="433" y="82"/>
                      </a:lnTo>
                      <a:lnTo>
                        <a:pt x="433" y="84"/>
                      </a:lnTo>
                      <a:lnTo>
                        <a:pt x="433" y="85"/>
                      </a:lnTo>
                      <a:lnTo>
                        <a:pt x="431" y="85"/>
                      </a:lnTo>
                      <a:lnTo>
                        <a:pt x="429" y="85"/>
                      </a:lnTo>
                      <a:lnTo>
                        <a:pt x="427" y="84"/>
                      </a:lnTo>
                      <a:lnTo>
                        <a:pt x="425" y="84"/>
                      </a:lnTo>
                      <a:lnTo>
                        <a:pt x="423" y="82"/>
                      </a:lnTo>
                      <a:lnTo>
                        <a:pt x="422" y="82"/>
                      </a:lnTo>
                      <a:lnTo>
                        <a:pt x="423" y="82"/>
                      </a:lnTo>
                      <a:lnTo>
                        <a:pt x="423" y="80"/>
                      </a:lnTo>
                      <a:lnTo>
                        <a:pt x="425" y="78"/>
                      </a:lnTo>
                      <a:lnTo>
                        <a:pt x="425" y="76"/>
                      </a:lnTo>
                      <a:lnTo>
                        <a:pt x="425" y="75"/>
                      </a:lnTo>
                      <a:lnTo>
                        <a:pt x="423" y="73"/>
                      </a:lnTo>
                      <a:lnTo>
                        <a:pt x="423" y="71"/>
                      </a:lnTo>
                      <a:lnTo>
                        <a:pt x="423" y="69"/>
                      </a:lnTo>
                      <a:lnTo>
                        <a:pt x="423" y="67"/>
                      </a:lnTo>
                      <a:lnTo>
                        <a:pt x="422" y="67"/>
                      </a:lnTo>
                      <a:lnTo>
                        <a:pt x="422" y="65"/>
                      </a:lnTo>
                      <a:lnTo>
                        <a:pt x="422" y="64"/>
                      </a:lnTo>
                      <a:lnTo>
                        <a:pt x="423" y="64"/>
                      </a:lnTo>
                      <a:lnTo>
                        <a:pt x="423" y="62"/>
                      </a:lnTo>
                      <a:lnTo>
                        <a:pt x="425" y="62"/>
                      </a:lnTo>
                      <a:lnTo>
                        <a:pt x="425" y="60"/>
                      </a:lnTo>
                      <a:lnTo>
                        <a:pt x="427" y="60"/>
                      </a:lnTo>
                      <a:lnTo>
                        <a:pt x="429" y="60"/>
                      </a:lnTo>
                      <a:lnTo>
                        <a:pt x="431" y="60"/>
                      </a:lnTo>
                      <a:lnTo>
                        <a:pt x="431" y="58"/>
                      </a:lnTo>
                      <a:lnTo>
                        <a:pt x="433" y="58"/>
                      </a:lnTo>
                      <a:lnTo>
                        <a:pt x="433" y="56"/>
                      </a:lnTo>
                      <a:lnTo>
                        <a:pt x="433" y="54"/>
                      </a:lnTo>
                      <a:lnTo>
                        <a:pt x="434" y="54"/>
                      </a:lnTo>
                      <a:lnTo>
                        <a:pt x="434" y="53"/>
                      </a:lnTo>
                      <a:lnTo>
                        <a:pt x="434" y="51"/>
                      </a:lnTo>
                      <a:lnTo>
                        <a:pt x="433" y="49"/>
                      </a:lnTo>
                      <a:lnTo>
                        <a:pt x="434" y="49"/>
                      </a:lnTo>
                      <a:lnTo>
                        <a:pt x="433" y="47"/>
                      </a:lnTo>
                      <a:lnTo>
                        <a:pt x="434" y="47"/>
                      </a:lnTo>
                      <a:lnTo>
                        <a:pt x="433" y="47"/>
                      </a:lnTo>
                      <a:lnTo>
                        <a:pt x="433" y="45"/>
                      </a:lnTo>
                      <a:lnTo>
                        <a:pt x="433" y="43"/>
                      </a:lnTo>
                      <a:lnTo>
                        <a:pt x="434" y="43"/>
                      </a:lnTo>
                      <a:lnTo>
                        <a:pt x="433" y="43"/>
                      </a:lnTo>
                      <a:lnTo>
                        <a:pt x="434" y="43"/>
                      </a:lnTo>
                      <a:lnTo>
                        <a:pt x="434" y="42"/>
                      </a:lnTo>
                      <a:lnTo>
                        <a:pt x="434" y="40"/>
                      </a:lnTo>
                      <a:lnTo>
                        <a:pt x="436" y="42"/>
                      </a:lnTo>
                      <a:lnTo>
                        <a:pt x="434" y="40"/>
                      </a:lnTo>
                      <a:lnTo>
                        <a:pt x="436" y="40"/>
                      </a:lnTo>
                      <a:lnTo>
                        <a:pt x="436" y="38"/>
                      </a:lnTo>
                      <a:lnTo>
                        <a:pt x="438" y="38"/>
                      </a:lnTo>
                      <a:lnTo>
                        <a:pt x="436" y="38"/>
                      </a:lnTo>
                      <a:lnTo>
                        <a:pt x="438" y="36"/>
                      </a:lnTo>
                      <a:lnTo>
                        <a:pt x="438" y="34"/>
                      </a:lnTo>
                      <a:lnTo>
                        <a:pt x="438" y="32"/>
                      </a:lnTo>
                      <a:lnTo>
                        <a:pt x="438" y="31"/>
                      </a:lnTo>
                      <a:lnTo>
                        <a:pt x="438" y="29"/>
                      </a:lnTo>
                      <a:lnTo>
                        <a:pt x="438" y="27"/>
                      </a:lnTo>
                      <a:lnTo>
                        <a:pt x="438" y="25"/>
                      </a:lnTo>
                      <a:lnTo>
                        <a:pt x="436" y="25"/>
                      </a:lnTo>
                      <a:lnTo>
                        <a:pt x="436" y="23"/>
                      </a:lnTo>
                      <a:lnTo>
                        <a:pt x="436" y="22"/>
                      </a:lnTo>
                      <a:lnTo>
                        <a:pt x="436" y="20"/>
                      </a:lnTo>
                      <a:lnTo>
                        <a:pt x="438" y="20"/>
                      </a:lnTo>
                      <a:lnTo>
                        <a:pt x="438" y="18"/>
                      </a:lnTo>
                      <a:lnTo>
                        <a:pt x="440" y="18"/>
                      </a:lnTo>
                      <a:lnTo>
                        <a:pt x="440" y="20"/>
                      </a:lnTo>
                      <a:lnTo>
                        <a:pt x="442" y="20"/>
                      </a:lnTo>
                      <a:lnTo>
                        <a:pt x="442" y="22"/>
                      </a:lnTo>
                      <a:lnTo>
                        <a:pt x="444" y="22"/>
                      </a:lnTo>
                      <a:lnTo>
                        <a:pt x="442" y="22"/>
                      </a:lnTo>
                      <a:lnTo>
                        <a:pt x="444" y="22"/>
                      </a:lnTo>
                      <a:lnTo>
                        <a:pt x="445" y="22"/>
                      </a:lnTo>
                      <a:lnTo>
                        <a:pt x="447" y="22"/>
                      </a:lnTo>
                      <a:lnTo>
                        <a:pt x="447" y="23"/>
                      </a:lnTo>
                      <a:lnTo>
                        <a:pt x="449" y="23"/>
                      </a:lnTo>
                      <a:lnTo>
                        <a:pt x="449" y="25"/>
                      </a:lnTo>
                      <a:lnTo>
                        <a:pt x="447" y="27"/>
                      </a:lnTo>
                      <a:lnTo>
                        <a:pt x="447" y="29"/>
                      </a:lnTo>
                      <a:lnTo>
                        <a:pt x="449" y="29"/>
                      </a:lnTo>
                      <a:lnTo>
                        <a:pt x="449" y="27"/>
                      </a:lnTo>
                      <a:lnTo>
                        <a:pt x="451" y="27"/>
                      </a:lnTo>
                      <a:lnTo>
                        <a:pt x="451" y="29"/>
                      </a:lnTo>
                      <a:lnTo>
                        <a:pt x="453" y="29"/>
                      </a:lnTo>
                      <a:lnTo>
                        <a:pt x="453" y="27"/>
                      </a:lnTo>
                      <a:lnTo>
                        <a:pt x="453" y="29"/>
                      </a:lnTo>
                      <a:lnTo>
                        <a:pt x="454" y="29"/>
                      </a:lnTo>
                      <a:lnTo>
                        <a:pt x="453" y="29"/>
                      </a:lnTo>
                      <a:lnTo>
                        <a:pt x="453" y="27"/>
                      </a:lnTo>
                      <a:lnTo>
                        <a:pt x="453" y="29"/>
                      </a:lnTo>
                      <a:lnTo>
                        <a:pt x="451" y="29"/>
                      </a:lnTo>
                      <a:lnTo>
                        <a:pt x="451" y="27"/>
                      </a:lnTo>
                      <a:lnTo>
                        <a:pt x="449" y="27"/>
                      </a:lnTo>
                      <a:lnTo>
                        <a:pt x="449" y="29"/>
                      </a:lnTo>
                      <a:lnTo>
                        <a:pt x="449" y="27"/>
                      </a:lnTo>
                      <a:lnTo>
                        <a:pt x="449" y="29"/>
                      </a:lnTo>
                      <a:lnTo>
                        <a:pt x="447" y="29"/>
                      </a:lnTo>
                      <a:lnTo>
                        <a:pt x="447" y="27"/>
                      </a:lnTo>
                      <a:lnTo>
                        <a:pt x="449" y="27"/>
                      </a:lnTo>
                      <a:lnTo>
                        <a:pt x="447" y="27"/>
                      </a:lnTo>
                      <a:lnTo>
                        <a:pt x="449" y="25"/>
                      </a:lnTo>
                      <a:lnTo>
                        <a:pt x="449" y="23"/>
                      </a:lnTo>
                      <a:lnTo>
                        <a:pt x="447" y="23"/>
                      </a:lnTo>
                      <a:lnTo>
                        <a:pt x="447" y="22"/>
                      </a:lnTo>
                      <a:lnTo>
                        <a:pt x="445" y="22"/>
                      </a:lnTo>
                      <a:lnTo>
                        <a:pt x="444" y="22"/>
                      </a:lnTo>
                      <a:lnTo>
                        <a:pt x="442" y="22"/>
                      </a:lnTo>
                      <a:lnTo>
                        <a:pt x="444" y="22"/>
                      </a:lnTo>
                      <a:lnTo>
                        <a:pt x="442" y="22"/>
                      </a:lnTo>
                      <a:lnTo>
                        <a:pt x="442" y="20"/>
                      </a:lnTo>
                      <a:lnTo>
                        <a:pt x="440" y="18"/>
                      </a:lnTo>
                      <a:lnTo>
                        <a:pt x="438" y="18"/>
                      </a:lnTo>
                      <a:lnTo>
                        <a:pt x="438" y="20"/>
                      </a:lnTo>
                      <a:lnTo>
                        <a:pt x="436" y="20"/>
                      </a:lnTo>
                      <a:lnTo>
                        <a:pt x="436" y="22"/>
                      </a:lnTo>
                      <a:lnTo>
                        <a:pt x="434" y="20"/>
                      </a:lnTo>
                      <a:lnTo>
                        <a:pt x="434" y="18"/>
                      </a:lnTo>
                      <a:lnTo>
                        <a:pt x="433" y="16"/>
                      </a:lnTo>
                      <a:lnTo>
                        <a:pt x="431" y="12"/>
                      </a:lnTo>
                      <a:lnTo>
                        <a:pt x="431" y="11"/>
                      </a:lnTo>
                      <a:lnTo>
                        <a:pt x="431" y="9"/>
                      </a:lnTo>
                      <a:lnTo>
                        <a:pt x="433" y="9"/>
                      </a:lnTo>
                      <a:lnTo>
                        <a:pt x="433" y="7"/>
                      </a:lnTo>
                      <a:lnTo>
                        <a:pt x="433" y="5"/>
                      </a:lnTo>
                      <a:lnTo>
                        <a:pt x="433" y="3"/>
                      </a:lnTo>
                      <a:lnTo>
                        <a:pt x="433" y="1"/>
                      </a:lnTo>
                      <a:lnTo>
                        <a:pt x="433" y="3"/>
                      </a:lnTo>
                      <a:lnTo>
                        <a:pt x="434" y="3"/>
                      </a:lnTo>
                      <a:lnTo>
                        <a:pt x="436" y="3"/>
                      </a:lnTo>
                      <a:lnTo>
                        <a:pt x="438" y="3"/>
                      </a:lnTo>
                      <a:lnTo>
                        <a:pt x="440" y="3"/>
                      </a:lnTo>
                      <a:lnTo>
                        <a:pt x="442" y="3"/>
                      </a:lnTo>
                      <a:lnTo>
                        <a:pt x="442" y="1"/>
                      </a:lnTo>
                      <a:lnTo>
                        <a:pt x="442" y="0"/>
                      </a:lnTo>
                      <a:lnTo>
                        <a:pt x="444" y="0"/>
                      </a:lnTo>
                      <a:lnTo>
                        <a:pt x="445" y="1"/>
                      </a:lnTo>
                      <a:lnTo>
                        <a:pt x="447" y="1"/>
                      </a:lnTo>
                      <a:lnTo>
                        <a:pt x="447" y="3"/>
                      </a:lnTo>
                      <a:lnTo>
                        <a:pt x="449" y="5"/>
                      </a:lnTo>
                      <a:lnTo>
                        <a:pt x="451" y="5"/>
                      </a:lnTo>
                      <a:lnTo>
                        <a:pt x="453" y="7"/>
                      </a:lnTo>
                      <a:lnTo>
                        <a:pt x="454" y="9"/>
                      </a:lnTo>
                      <a:lnTo>
                        <a:pt x="456" y="11"/>
                      </a:lnTo>
                      <a:lnTo>
                        <a:pt x="458" y="12"/>
                      </a:lnTo>
                      <a:lnTo>
                        <a:pt x="460" y="12"/>
                      </a:lnTo>
                      <a:lnTo>
                        <a:pt x="460" y="14"/>
                      </a:lnTo>
                      <a:lnTo>
                        <a:pt x="462" y="14"/>
                      </a:lnTo>
                      <a:lnTo>
                        <a:pt x="464" y="16"/>
                      </a:lnTo>
                      <a:lnTo>
                        <a:pt x="464" y="18"/>
                      </a:lnTo>
                      <a:lnTo>
                        <a:pt x="465" y="18"/>
                      </a:lnTo>
                      <a:lnTo>
                        <a:pt x="465" y="20"/>
                      </a:lnTo>
                      <a:lnTo>
                        <a:pt x="467" y="20"/>
                      </a:lnTo>
                      <a:lnTo>
                        <a:pt x="467" y="22"/>
                      </a:lnTo>
                      <a:lnTo>
                        <a:pt x="469" y="22"/>
                      </a:lnTo>
                      <a:lnTo>
                        <a:pt x="469" y="23"/>
                      </a:lnTo>
                      <a:lnTo>
                        <a:pt x="469" y="25"/>
                      </a:lnTo>
                      <a:lnTo>
                        <a:pt x="471" y="25"/>
                      </a:lnTo>
                      <a:lnTo>
                        <a:pt x="471" y="27"/>
                      </a:lnTo>
                      <a:lnTo>
                        <a:pt x="473" y="27"/>
                      </a:lnTo>
                      <a:lnTo>
                        <a:pt x="473" y="29"/>
                      </a:lnTo>
                      <a:lnTo>
                        <a:pt x="475" y="29"/>
                      </a:lnTo>
                      <a:lnTo>
                        <a:pt x="476" y="29"/>
                      </a:lnTo>
                      <a:lnTo>
                        <a:pt x="476" y="31"/>
                      </a:lnTo>
                      <a:lnTo>
                        <a:pt x="478" y="31"/>
                      </a:lnTo>
                      <a:lnTo>
                        <a:pt x="478" y="32"/>
                      </a:lnTo>
                      <a:lnTo>
                        <a:pt x="480" y="32"/>
                      </a:lnTo>
                      <a:lnTo>
                        <a:pt x="480" y="34"/>
                      </a:lnTo>
                      <a:lnTo>
                        <a:pt x="482" y="34"/>
                      </a:lnTo>
                      <a:lnTo>
                        <a:pt x="484" y="34"/>
                      </a:lnTo>
                      <a:lnTo>
                        <a:pt x="484" y="36"/>
                      </a:lnTo>
                      <a:lnTo>
                        <a:pt x="484" y="34"/>
                      </a:lnTo>
                      <a:lnTo>
                        <a:pt x="484" y="36"/>
                      </a:lnTo>
                      <a:lnTo>
                        <a:pt x="487" y="38"/>
                      </a:lnTo>
                      <a:lnTo>
                        <a:pt x="489" y="38"/>
                      </a:lnTo>
                      <a:lnTo>
                        <a:pt x="489" y="40"/>
                      </a:lnTo>
                      <a:lnTo>
                        <a:pt x="491" y="40"/>
                      </a:lnTo>
                      <a:lnTo>
                        <a:pt x="493" y="40"/>
                      </a:lnTo>
                      <a:lnTo>
                        <a:pt x="493" y="42"/>
                      </a:lnTo>
                      <a:lnTo>
                        <a:pt x="495" y="42"/>
                      </a:lnTo>
                      <a:lnTo>
                        <a:pt x="495" y="43"/>
                      </a:lnTo>
                      <a:lnTo>
                        <a:pt x="496" y="43"/>
                      </a:lnTo>
                      <a:lnTo>
                        <a:pt x="498" y="43"/>
                      </a:lnTo>
                      <a:lnTo>
                        <a:pt x="500" y="45"/>
                      </a:lnTo>
                      <a:lnTo>
                        <a:pt x="498" y="45"/>
                      </a:lnTo>
                      <a:lnTo>
                        <a:pt x="500" y="45"/>
                      </a:lnTo>
                      <a:lnTo>
                        <a:pt x="502" y="45"/>
                      </a:lnTo>
                      <a:lnTo>
                        <a:pt x="500" y="45"/>
                      </a:lnTo>
                      <a:lnTo>
                        <a:pt x="502" y="45"/>
                      </a:lnTo>
                      <a:lnTo>
                        <a:pt x="504" y="45"/>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8" name="Freeform 53">
                  <a:extLst>
                    <a:ext uri="{FF2B5EF4-FFF2-40B4-BE49-F238E27FC236}">
                      <a16:creationId xmlns:a16="http://schemas.microsoft.com/office/drawing/2014/main" id="{679F48EB-14E1-A8AD-4AB8-A8742CE39BC4}"/>
                    </a:ext>
                  </a:extLst>
                </p:cNvPr>
                <p:cNvSpPr>
                  <a:spLocks/>
                </p:cNvSpPr>
                <p:nvPr/>
              </p:nvSpPr>
              <p:spPr bwMode="auto">
                <a:xfrm>
                  <a:off x="1414508" y="2892965"/>
                  <a:ext cx="280119" cy="269276"/>
                </a:xfrm>
                <a:custGeom>
                  <a:avLst/>
                  <a:gdLst>
                    <a:gd name="T0" fmla="*/ 153 w 155"/>
                    <a:gd name="T1" fmla="*/ 36 h 149"/>
                    <a:gd name="T2" fmla="*/ 148 w 155"/>
                    <a:gd name="T3" fmla="*/ 45 h 149"/>
                    <a:gd name="T4" fmla="*/ 110 w 155"/>
                    <a:gd name="T5" fmla="*/ 58 h 149"/>
                    <a:gd name="T6" fmla="*/ 93 w 155"/>
                    <a:gd name="T7" fmla="*/ 62 h 149"/>
                    <a:gd name="T8" fmla="*/ 79 w 155"/>
                    <a:gd name="T9" fmla="*/ 73 h 149"/>
                    <a:gd name="T10" fmla="*/ 86 w 155"/>
                    <a:gd name="T11" fmla="*/ 80 h 149"/>
                    <a:gd name="T12" fmla="*/ 104 w 155"/>
                    <a:gd name="T13" fmla="*/ 98 h 149"/>
                    <a:gd name="T14" fmla="*/ 93 w 155"/>
                    <a:gd name="T15" fmla="*/ 117 h 149"/>
                    <a:gd name="T16" fmla="*/ 88 w 155"/>
                    <a:gd name="T17" fmla="*/ 122 h 149"/>
                    <a:gd name="T18" fmla="*/ 73 w 155"/>
                    <a:gd name="T19" fmla="*/ 124 h 149"/>
                    <a:gd name="T20" fmla="*/ 62 w 155"/>
                    <a:gd name="T21" fmla="*/ 128 h 149"/>
                    <a:gd name="T22" fmla="*/ 58 w 155"/>
                    <a:gd name="T23" fmla="*/ 133 h 149"/>
                    <a:gd name="T24" fmla="*/ 53 w 155"/>
                    <a:gd name="T25" fmla="*/ 142 h 149"/>
                    <a:gd name="T26" fmla="*/ 47 w 155"/>
                    <a:gd name="T27" fmla="*/ 144 h 149"/>
                    <a:gd name="T28" fmla="*/ 42 w 155"/>
                    <a:gd name="T29" fmla="*/ 148 h 149"/>
                    <a:gd name="T30" fmla="*/ 31 w 155"/>
                    <a:gd name="T31" fmla="*/ 148 h 149"/>
                    <a:gd name="T32" fmla="*/ 0 w 155"/>
                    <a:gd name="T33" fmla="*/ 142 h 149"/>
                    <a:gd name="T34" fmla="*/ 0 w 155"/>
                    <a:gd name="T35" fmla="*/ 135 h 149"/>
                    <a:gd name="T36" fmla="*/ 4 w 155"/>
                    <a:gd name="T37" fmla="*/ 128 h 149"/>
                    <a:gd name="T38" fmla="*/ 4 w 155"/>
                    <a:gd name="T39" fmla="*/ 120 h 149"/>
                    <a:gd name="T40" fmla="*/ 7 w 155"/>
                    <a:gd name="T41" fmla="*/ 117 h 149"/>
                    <a:gd name="T42" fmla="*/ 7 w 155"/>
                    <a:gd name="T43" fmla="*/ 111 h 149"/>
                    <a:gd name="T44" fmla="*/ 5 w 155"/>
                    <a:gd name="T45" fmla="*/ 106 h 149"/>
                    <a:gd name="T46" fmla="*/ 7 w 155"/>
                    <a:gd name="T47" fmla="*/ 100 h 149"/>
                    <a:gd name="T48" fmla="*/ 11 w 155"/>
                    <a:gd name="T49" fmla="*/ 96 h 149"/>
                    <a:gd name="T50" fmla="*/ 13 w 155"/>
                    <a:gd name="T51" fmla="*/ 89 h 149"/>
                    <a:gd name="T52" fmla="*/ 16 w 155"/>
                    <a:gd name="T53" fmla="*/ 85 h 149"/>
                    <a:gd name="T54" fmla="*/ 16 w 155"/>
                    <a:gd name="T55" fmla="*/ 82 h 149"/>
                    <a:gd name="T56" fmla="*/ 15 w 155"/>
                    <a:gd name="T57" fmla="*/ 75 h 149"/>
                    <a:gd name="T58" fmla="*/ 18 w 155"/>
                    <a:gd name="T59" fmla="*/ 69 h 149"/>
                    <a:gd name="T60" fmla="*/ 18 w 155"/>
                    <a:gd name="T61" fmla="*/ 62 h 149"/>
                    <a:gd name="T62" fmla="*/ 20 w 155"/>
                    <a:gd name="T63" fmla="*/ 54 h 149"/>
                    <a:gd name="T64" fmla="*/ 20 w 155"/>
                    <a:gd name="T65" fmla="*/ 47 h 149"/>
                    <a:gd name="T66" fmla="*/ 22 w 155"/>
                    <a:gd name="T67" fmla="*/ 42 h 149"/>
                    <a:gd name="T68" fmla="*/ 20 w 155"/>
                    <a:gd name="T69" fmla="*/ 40 h 149"/>
                    <a:gd name="T70" fmla="*/ 20 w 155"/>
                    <a:gd name="T71" fmla="*/ 40 h 149"/>
                    <a:gd name="T72" fmla="*/ 20 w 155"/>
                    <a:gd name="T73" fmla="*/ 34 h 149"/>
                    <a:gd name="T74" fmla="*/ 20 w 155"/>
                    <a:gd name="T75" fmla="*/ 32 h 149"/>
                    <a:gd name="T76" fmla="*/ 22 w 155"/>
                    <a:gd name="T77" fmla="*/ 31 h 149"/>
                    <a:gd name="T78" fmla="*/ 22 w 155"/>
                    <a:gd name="T79" fmla="*/ 27 h 149"/>
                    <a:gd name="T80" fmla="*/ 20 w 155"/>
                    <a:gd name="T81" fmla="*/ 25 h 149"/>
                    <a:gd name="T82" fmla="*/ 24 w 155"/>
                    <a:gd name="T83" fmla="*/ 25 h 149"/>
                    <a:gd name="T84" fmla="*/ 26 w 155"/>
                    <a:gd name="T85" fmla="*/ 23 h 149"/>
                    <a:gd name="T86" fmla="*/ 29 w 155"/>
                    <a:gd name="T87" fmla="*/ 23 h 149"/>
                    <a:gd name="T88" fmla="*/ 33 w 155"/>
                    <a:gd name="T89" fmla="*/ 23 h 149"/>
                    <a:gd name="T90" fmla="*/ 38 w 155"/>
                    <a:gd name="T91" fmla="*/ 25 h 149"/>
                    <a:gd name="T92" fmla="*/ 40 w 155"/>
                    <a:gd name="T93" fmla="*/ 29 h 149"/>
                    <a:gd name="T94" fmla="*/ 46 w 155"/>
                    <a:gd name="T95" fmla="*/ 31 h 149"/>
                    <a:gd name="T96" fmla="*/ 51 w 155"/>
                    <a:gd name="T97" fmla="*/ 36 h 149"/>
                    <a:gd name="T98" fmla="*/ 58 w 155"/>
                    <a:gd name="T99" fmla="*/ 36 h 149"/>
                    <a:gd name="T100" fmla="*/ 66 w 155"/>
                    <a:gd name="T101" fmla="*/ 38 h 149"/>
                    <a:gd name="T102" fmla="*/ 79 w 155"/>
                    <a:gd name="T103" fmla="*/ 31 h 149"/>
                    <a:gd name="T104" fmla="*/ 99 w 155"/>
                    <a:gd name="T105" fmla="*/ 20 h 149"/>
                    <a:gd name="T106" fmla="*/ 119 w 155"/>
                    <a:gd name="T107" fmla="*/ 9 h 149"/>
                    <a:gd name="T108" fmla="*/ 146 w 155"/>
                    <a:gd name="T109" fmla="*/ 3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 h="149">
                      <a:moveTo>
                        <a:pt x="144" y="32"/>
                      </a:moveTo>
                      <a:lnTo>
                        <a:pt x="146" y="38"/>
                      </a:lnTo>
                      <a:lnTo>
                        <a:pt x="148" y="38"/>
                      </a:lnTo>
                      <a:lnTo>
                        <a:pt x="153" y="36"/>
                      </a:lnTo>
                      <a:lnTo>
                        <a:pt x="155" y="40"/>
                      </a:lnTo>
                      <a:lnTo>
                        <a:pt x="152" y="42"/>
                      </a:lnTo>
                      <a:lnTo>
                        <a:pt x="152" y="43"/>
                      </a:lnTo>
                      <a:lnTo>
                        <a:pt x="148" y="45"/>
                      </a:lnTo>
                      <a:lnTo>
                        <a:pt x="148" y="47"/>
                      </a:lnTo>
                      <a:lnTo>
                        <a:pt x="144" y="49"/>
                      </a:lnTo>
                      <a:lnTo>
                        <a:pt x="120" y="54"/>
                      </a:lnTo>
                      <a:lnTo>
                        <a:pt x="110" y="58"/>
                      </a:lnTo>
                      <a:lnTo>
                        <a:pt x="108" y="58"/>
                      </a:lnTo>
                      <a:lnTo>
                        <a:pt x="99" y="60"/>
                      </a:lnTo>
                      <a:lnTo>
                        <a:pt x="97" y="60"/>
                      </a:lnTo>
                      <a:lnTo>
                        <a:pt x="93" y="62"/>
                      </a:lnTo>
                      <a:lnTo>
                        <a:pt x="89" y="62"/>
                      </a:lnTo>
                      <a:lnTo>
                        <a:pt x="84" y="64"/>
                      </a:lnTo>
                      <a:lnTo>
                        <a:pt x="73" y="67"/>
                      </a:lnTo>
                      <a:lnTo>
                        <a:pt x="79" y="73"/>
                      </a:lnTo>
                      <a:lnTo>
                        <a:pt x="80" y="75"/>
                      </a:lnTo>
                      <a:lnTo>
                        <a:pt x="82" y="76"/>
                      </a:lnTo>
                      <a:lnTo>
                        <a:pt x="84" y="78"/>
                      </a:lnTo>
                      <a:lnTo>
                        <a:pt x="86" y="80"/>
                      </a:lnTo>
                      <a:lnTo>
                        <a:pt x="88" y="82"/>
                      </a:lnTo>
                      <a:lnTo>
                        <a:pt x="89" y="84"/>
                      </a:lnTo>
                      <a:lnTo>
                        <a:pt x="97" y="91"/>
                      </a:lnTo>
                      <a:lnTo>
                        <a:pt x="104" y="98"/>
                      </a:lnTo>
                      <a:lnTo>
                        <a:pt x="108" y="102"/>
                      </a:lnTo>
                      <a:lnTo>
                        <a:pt x="97" y="109"/>
                      </a:lnTo>
                      <a:lnTo>
                        <a:pt x="93" y="115"/>
                      </a:lnTo>
                      <a:lnTo>
                        <a:pt x="93" y="117"/>
                      </a:lnTo>
                      <a:lnTo>
                        <a:pt x="91" y="118"/>
                      </a:lnTo>
                      <a:lnTo>
                        <a:pt x="91" y="120"/>
                      </a:lnTo>
                      <a:lnTo>
                        <a:pt x="89" y="120"/>
                      </a:lnTo>
                      <a:lnTo>
                        <a:pt x="88" y="122"/>
                      </a:lnTo>
                      <a:lnTo>
                        <a:pt x="84" y="122"/>
                      </a:lnTo>
                      <a:lnTo>
                        <a:pt x="80" y="122"/>
                      </a:lnTo>
                      <a:lnTo>
                        <a:pt x="75" y="124"/>
                      </a:lnTo>
                      <a:lnTo>
                        <a:pt x="73" y="124"/>
                      </a:lnTo>
                      <a:lnTo>
                        <a:pt x="68" y="126"/>
                      </a:lnTo>
                      <a:lnTo>
                        <a:pt x="64" y="126"/>
                      </a:lnTo>
                      <a:lnTo>
                        <a:pt x="64" y="128"/>
                      </a:lnTo>
                      <a:lnTo>
                        <a:pt x="62" y="128"/>
                      </a:lnTo>
                      <a:lnTo>
                        <a:pt x="60" y="129"/>
                      </a:lnTo>
                      <a:lnTo>
                        <a:pt x="60" y="131"/>
                      </a:lnTo>
                      <a:lnTo>
                        <a:pt x="60" y="133"/>
                      </a:lnTo>
                      <a:lnTo>
                        <a:pt x="58" y="133"/>
                      </a:lnTo>
                      <a:lnTo>
                        <a:pt x="57" y="137"/>
                      </a:lnTo>
                      <a:lnTo>
                        <a:pt x="55" y="138"/>
                      </a:lnTo>
                      <a:lnTo>
                        <a:pt x="53" y="140"/>
                      </a:lnTo>
                      <a:lnTo>
                        <a:pt x="53" y="142"/>
                      </a:lnTo>
                      <a:lnTo>
                        <a:pt x="51" y="142"/>
                      </a:lnTo>
                      <a:lnTo>
                        <a:pt x="49" y="142"/>
                      </a:lnTo>
                      <a:lnTo>
                        <a:pt x="49" y="144"/>
                      </a:lnTo>
                      <a:lnTo>
                        <a:pt x="47" y="144"/>
                      </a:lnTo>
                      <a:lnTo>
                        <a:pt x="46" y="146"/>
                      </a:lnTo>
                      <a:lnTo>
                        <a:pt x="44" y="146"/>
                      </a:lnTo>
                      <a:lnTo>
                        <a:pt x="44" y="148"/>
                      </a:lnTo>
                      <a:lnTo>
                        <a:pt x="42" y="148"/>
                      </a:lnTo>
                      <a:lnTo>
                        <a:pt x="40" y="149"/>
                      </a:lnTo>
                      <a:lnTo>
                        <a:pt x="38" y="149"/>
                      </a:lnTo>
                      <a:lnTo>
                        <a:pt x="33" y="149"/>
                      </a:lnTo>
                      <a:lnTo>
                        <a:pt x="31" y="148"/>
                      </a:lnTo>
                      <a:lnTo>
                        <a:pt x="27" y="148"/>
                      </a:lnTo>
                      <a:lnTo>
                        <a:pt x="11" y="146"/>
                      </a:lnTo>
                      <a:lnTo>
                        <a:pt x="0" y="144"/>
                      </a:lnTo>
                      <a:lnTo>
                        <a:pt x="0" y="142"/>
                      </a:lnTo>
                      <a:lnTo>
                        <a:pt x="0" y="140"/>
                      </a:lnTo>
                      <a:lnTo>
                        <a:pt x="0" y="138"/>
                      </a:lnTo>
                      <a:lnTo>
                        <a:pt x="0" y="137"/>
                      </a:lnTo>
                      <a:lnTo>
                        <a:pt x="0" y="135"/>
                      </a:lnTo>
                      <a:lnTo>
                        <a:pt x="2" y="133"/>
                      </a:lnTo>
                      <a:lnTo>
                        <a:pt x="2" y="131"/>
                      </a:lnTo>
                      <a:lnTo>
                        <a:pt x="2" y="129"/>
                      </a:lnTo>
                      <a:lnTo>
                        <a:pt x="4" y="128"/>
                      </a:lnTo>
                      <a:lnTo>
                        <a:pt x="4" y="126"/>
                      </a:lnTo>
                      <a:lnTo>
                        <a:pt x="4" y="124"/>
                      </a:lnTo>
                      <a:lnTo>
                        <a:pt x="4" y="122"/>
                      </a:lnTo>
                      <a:lnTo>
                        <a:pt x="4" y="120"/>
                      </a:lnTo>
                      <a:lnTo>
                        <a:pt x="4" y="118"/>
                      </a:lnTo>
                      <a:lnTo>
                        <a:pt x="5" y="118"/>
                      </a:lnTo>
                      <a:lnTo>
                        <a:pt x="5" y="117"/>
                      </a:lnTo>
                      <a:lnTo>
                        <a:pt x="7" y="117"/>
                      </a:lnTo>
                      <a:lnTo>
                        <a:pt x="7" y="115"/>
                      </a:lnTo>
                      <a:lnTo>
                        <a:pt x="5" y="113"/>
                      </a:lnTo>
                      <a:lnTo>
                        <a:pt x="5" y="111"/>
                      </a:lnTo>
                      <a:lnTo>
                        <a:pt x="7" y="111"/>
                      </a:lnTo>
                      <a:lnTo>
                        <a:pt x="7" y="109"/>
                      </a:lnTo>
                      <a:lnTo>
                        <a:pt x="7" y="107"/>
                      </a:lnTo>
                      <a:lnTo>
                        <a:pt x="7" y="106"/>
                      </a:lnTo>
                      <a:lnTo>
                        <a:pt x="5" y="106"/>
                      </a:lnTo>
                      <a:lnTo>
                        <a:pt x="7" y="106"/>
                      </a:lnTo>
                      <a:lnTo>
                        <a:pt x="7" y="104"/>
                      </a:lnTo>
                      <a:lnTo>
                        <a:pt x="7" y="102"/>
                      </a:lnTo>
                      <a:lnTo>
                        <a:pt x="7" y="100"/>
                      </a:lnTo>
                      <a:lnTo>
                        <a:pt x="9" y="100"/>
                      </a:lnTo>
                      <a:lnTo>
                        <a:pt x="9" y="98"/>
                      </a:lnTo>
                      <a:lnTo>
                        <a:pt x="9" y="96"/>
                      </a:lnTo>
                      <a:lnTo>
                        <a:pt x="11" y="96"/>
                      </a:lnTo>
                      <a:lnTo>
                        <a:pt x="11" y="95"/>
                      </a:lnTo>
                      <a:lnTo>
                        <a:pt x="11" y="93"/>
                      </a:lnTo>
                      <a:lnTo>
                        <a:pt x="13" y="91"/>
                      </a:lnTo>
                      <a:lnTo>
                        <a:pt x="13" y="89"/>
                      </a:lnTo>
                      <a:lnTo>
                        <a:pt x="13" y="87"/>
                      </a:lnTo>
                      <a:lnTo>
                        <a:pt x="15" y="87"/>
                      </a:lnTo>
                      <a:lnTo>
                        <a:pt x="16" y="87"/>
                      </a:lnTo>
                      <a:lnTo>
                        <a:pt x="16" y="85"/>
                      </a:lnTo>
                      <a:lnTo>
                        <a:pt x="15" y="85"/>
                      </a:lnTo>
                      <a:lnTo>
                        <a:pt x="15" y="84"/>
                      </a:lnTo>
                      <a:lnTo>
                        <a:pt x="16" y="84"/>
                      </a:lnTo>
                      <a:lnTo>
                        <a:pt x="16" y="82"/>
                      </a:lnTo>
                      <a:lnTo>
                        <a:pt x="16" y="80"/>
                      </a:lnTo>
                      <a:lnTo>
                        <a:pt x="16" y="78"/>
                      </a:lnTo>
                      <a:lnTo>
                        <a:pt x="15" y="76"/>
                      </a:lnTo>
                      <a:lnTo>
                        <a:pt x="15" y="75"/>
                      </a:lnTo>
                      <a:lnTo>
                        <a:pt x="16" y="75"/>
                      </a:lnTo>
                      <a:lnTo>
                        <a:pt x="16" y="73"/>
                      </a:lnTo>
                      <a:lnTo>
                        <a:pt x="18" y="71"/>
                      </a:lnTo>
                      <a:lnTo>
                        <a:pt x="18" y="69"/>
                      </a:lnTo>
                      <a:lnTo>
                        <a:pt x="18" y="67"/>
                      </a:lnTo>
                      <a:lnTo>
                        <a:pt x="18" y="65"/>
                      </a:lnTo>
                      <a:lnTo>
                        <a:pt x="18" y="64"/>
                      </a:lnTo>
                      <a:lnTo>
                        <a:pt x="18" y="62"/>
                      </a:lnTo>
                      <a:lnTo>
                        <a:pt x="20" y="60"/>
                      </a:lnTo>
                      <a:lnTo>
                        <a:pt x="20" y="58"/>
                      </a:lnTo>
                      <a:lnTo>
                        <a:pt x="20" y="56"/>
                      </a:lnTo>
                      <a:lnTo>
                        <a:pt x="20" y="54"/>
                      </a:lnTo>
                      <a:lnTo>
                        <a:pt x="20" y="53"/>
                      </a:lnTo>
                      <a:lnTo>
                        <a:pt x="20" y="51"/>
                      </a:lnTo>
                      <a:lnTo>
                        <a:pt x="20" y="49"/>
                      </a:lnTo>
                      <a:lnTo>
                        <a:pt x="20" y="47"/>
                      </a:lnTo>
                      <a:lnTo>
                        <a:pt x="20" y="45"/>
                      </a:lnTo>
                      <a:lnTo>
                        <a:pt x="20" y="43"/>
                      </a:lnTo>
                      <a:lnTo>
                        <a:pt x="20" y="42"/>
                      </a:lnTo>
                      <a:lnTo>
                        <a:pt x="22" y="42"/>
                      </a:lnTo>
                      <a:lnTo>
                        <a:pt x="20" y="42"/>
                      </a:lnTo>
                      <a:lnTo>
                        <a:pt x="22" y="42"/>
                      </a:lnTo>
                      <a:lnTo>
                        <a:pt x="20" y="42"/>
                      </a:lnTo>
                      <a:lnTo>
                        <a:pt x="20" y="40"/>
                      </a:lnTo>
                      <a:lnTo>
                        <a:pt x="22" y="40"/>
                      </a:lnTo>
                      <a:lnTo>
                        <a:pt x="20" y="40"/>
                      </a:lnTo>
                      <a:lnTo>
                        <a:pt x="22" y="40"/>
                      </a:lnTo>
                      <a:lnTo>
                        <a:pt x="20" y="40"/>
                      </a:lnTo>
                      <a:lnTo>
                        <a:pt x="22" y="38"/>
                      </a:lnTo>
                      <a:lnTo>
                        <a:pt x="20" y="38"/>
                      </a:lnTo>
                      <a:lnTo>
                        <a:pt x="20" y="36"/>
                      </a:lnTo>
                      <a:lnTo>
                        <a:pt x="20" y="34"/>
                      </a:lnTo>
                      <a:lnTo>
                        <a:pt x="20" y="32"/>
                      </a:lnTo>
                      <a:lnTo>
                        <a:pt x="20" y="34"/>
                      </a:lnTo>
                      <a:lnTo>
                        <a:pt x="22" y="32"/>
                      </a:lnTo>
                      <a:lnTo>
                        <a:pt x="20" y="32"/>
                      </a:lnTo>
                      <a:lnTo>
                        <a:pt x="22" y="32"/>
                      </a:lnTo>
                      <a:lnTo>
                        <a:pt x="22" y="31"/>
                      </a:lnTo>
                      <a:lnTo>
                        <a:pt x="20" y="31"/>
                      </a:lnTo>
                      <a:lnTo>
                        <a:pt x="22" y="31"/>
                      </a:lnTo>
                      <a:lnTo>
                        <a:pt x="20" y="31"/>
                      </a:lnTo>
                      <a:lnTo>
                        <a:pt x="20" y="29"/>
                      </a:lnTo>
                      <a:lnTo>
                        <a:pt x="22" y="29"/>
                      </a:lnTo>
                      <a:lnTo>
                        <a:pt x="22" y="27"/>
                      </a:lnTo>
                      <a:lnTo>
                        <a:pt x="20" y="27"/>
                      </a:lnTo>
                      <a:lnTo>
                        <a:pt x="22" y="27"/>
                      </a:lnTo>
                      <a:lnTo>
                        <a:pt x="20" y="27"/>
                      </a:lnTo>
                      <a:lnTo>
                        <a:pt x="20" y="25"/>
                      </a:lnTo>
                      <a:lnTo>
                        <a:pt x="22" y="25"/>
                      </a:lnTo>
                      <a:lnTo>
                        <a:pt x="20" y="25"/>
                      </a:lnTo>
                      <a:lnTo>
                        <a:pt x="22" y="25"/>
                      </a:lnTo>
                      <a:lnTo>
                        <a:pt x="24" y="25"/>
                      </a:lnTo>
                      <a:lnTo>
                        <a:pt x="26" y="25"/>
                      </a:lnTo>
                      <a:lnTo>
                        <a:pt x="26" y="23"/>
                      </a:lnTo>
                      <a:lnTo>
                        <a:pt x="27" y="23"/>
                      </a:lnTo>
                      <a:lnTo>
                        <a:pt x="26" y="23"/>
                      </a:lnTo>
                      <a:lnTo>
                        <a:pt x="27" y="23"/>
                      </a:lnTo>
                      <a:lnTo>
                        <a:pt x="27" y="22"/>
                      </a:lnTo>
                      <a:lnTo>
                        <a:pt x="29" y="22"/>
                      </a:lnTo>
                      <a:lnTo>
                        <a:pt x="29" y="23"/>
                      </a:lnTo>
                      <a:lnTo>
                        <a:pt x="29" y="22"/>
                      </a:lnTo>
                      <a:lnTo>
                        <a:pt x="29" y="23"/>
                      </a:lnTo>
                      <a:lnTo>
                        <a:pt x="31" y="23"/>
                      </a:lnTo>
                      <a:lnTo>
                        <a:pt x="33" y="23"/>
                      </a:lnTo>
                      <a:lnTo>
                        <a:pt x="35" y="23"/>
                      </a:lnTo>
                      <a:lnTo>
                        <a:pt x="35" y="25"/>
                      </a:lnTo>
                      <a:lnTo>
                        <a:pt x="37" y="25"/>
                      </a:lnTo>
                      <a:lnTo>
                        <a:pt x="38" y="25"/>
                      </a:lnTo>
                      <a:lnTo>
                        <a:pt x="37" y="27"/>
                      </a:lnTo>
                      <a:lnTo>
                        <a:pt x="38" y="27"/>
                      </a:lnTo>
                      <a:lnTo>
                        <a:pt x="38" y="29"/>
                      </a:lnTo>
                      <a:lnTo>
                        <a:pt x="40" y="29"/>
                      </a:lnTo>
                      <a:lnTo>
                        <a:pt x="40" y="31"/>
                      </a:lnTo>
                      <a:lnTo>
                        <a:pt x="42" y="31"/>
                      </a:lnTo>
                      <a:lnTo>
                        <a:pt x="44" y="31"/>
                      </a:lnTo>
                      <a:lnTo>
                        <a:pt x="46" y="31"/>
                      </a:lnTo>
                      <a:lnTo>
                        <a:pt x="46" y="32"/>
                      </a:lnTo>
                      <a:lnTo>
                        <a:pt x="47" y="32"/>
                      </a:lnTo>
                      <a:lnTo>
                        <a:pt x="49" y="34"/>
                      </a:lnTo>
                      <a:lnTo>
                        <a:pt x="51" y="36"/>
                      </a:lnTo>
                      <a:lnTo>
                        <a:pt x="53" y="36"/>
                      </a:lnTo>
                      <a:lnTo>
                        <a:pt x="55" y="36"/>
                      </a:lnTo>
                      <a:lnTo>
                        <a:pt x="57" y="36"/>
                      </a:lnTo>
                      <a:lnTo>
                        <a:pt x="58" y="36"/>
                      </a:lnTo>
                      <a:lnTo>
                        <a:pt x="60" y="36"/>
                      </a:lnTo>
                      <a:lnTo>
                        <a:pt x="62" y="36"/>
                      </a:lnTo>
                      <a:lnTo>
                        <a:pt x="62" y="38"/>
                      </a:lnTo>
                      <a:lnTo>
                        <a:pt x="66" y="38"/>
                      </a:lnTo>
                      <a:lnTo>
                        <a:pt x="68" y="36"/>
                      </a:lnTo>
                      <a:lnTo>
                        <a:pt x="71" y="34"/>
                      </a:lnTo>
                      <a:lnTo>
                        <a:pt x="75" y="32"/>
                      </a:lnTo>
                      <a:lnTo>
                        <a:pt x="79" y="31"/>
                      </a:lnTo>
                      <a:lnTo>
                        <a:pt x="82" y="29"/>
                      </a:lnTo>
                      <a:lnTo>
                        <a:pt x="88" y="25"/>
                      </a:lnTo>
                      <a:lnTo>
                        <a:pt x="89" y="25"/>
                      </a:lnTo>
                      <a:lnTo>
                        <a:pt x="99" y="20"/>
                      </a:lnTo>
                      <a:lnTo>
                        <a:pt x="102" y="18"/>
                      </a:lnTo>
                      <a:lnTo>
                        <a:pt x="115" y="11"/>
                      </a:lnTo>
                      <a:lnTo>
                        <a:pt x="117" y="11"/>
                      </a:lnTo>
                      <a:lnTo>
                        <a:pt x="119" y="9"/>
                      </a:lnTo>
                      <a:lnTo>
                        <a:pt x="124" y="7"/>
                      </a:lnTo>
                      <a:lnTo>
                        <a:pt x="137" y="0"/>
                      </a:lnTo>
                      <a:lnTo>
                        <a:pt x="141" y="12"/>
                      </a:lnTo>
                      <a:lnTo>
                        <a:pt x="146" y="31"/>
                      </a:lnTo>
                      <a:lnTo>
                        <a:pt x="144" y="3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59" name="Freeform 54">
                  <a:extLst>
                    <a:ext uri="{FF2B5EF4-FFF2-40B4-BE49-F238E27FC236}">
                      <a16:creationId xmlns:a16="http://schemas.microsoft.com/office/drawing/2014/main" id="{2F1E7249-0B42-7901-9A8C-CEBCA444D4BA}"/>
                    </a:ext>
                  </a:extLst>
                </p:cNvPr>
                <p:cNvSpPr>
                  <a:spLocks noEditPoints="1"/>
                </p:cNvSpPr>
                <p:nvPr/>
              </p:nvSpPr>
              <p:spPr bwMode="auto">
                <a:xfrm>
                  <a:off x="2160889" y="1465264"/>
                  <a:ext cx="2638537" cy="961439"/>
                </a:xfrm>
                <a:custGeom>
                  <a:avLst/>
                  <a:gdLst>
                    <a:gd name="T0" fmla="*/ 262 w 1460"/>
                    <a:gd name="T1" fmla="*/ 364 h 532"/>
                    <a:gd name="T2" fmla="*/ 231 w 1460"/>
                    <a:gd name="T3" fmla="*/ 349 h 532"/>
                    <a:gd name="T4" fmla="*/ 240 w 1460"/>
                    <a:gd name="T5" fmla="*/ 325 h 532"/>
                    <a:gd name="T6" fmla="*/ 231 w 1460"/>
                    <a:gd name="T7" fmla="*/ 303 h 532"/>
                    <a:gd name="T8" fmla="*/ 206 w 1460"/>
                    <a:gd name="T9" fmla="*/ 309 h 532"/>
                    <a:gd name="T10" fmla="*/ 193 w 1460"/>
                    <a:gd name="T11" fmla="*/ 307 h 532"/>
                    <a:gd name="T12" fmla="*/ 160 w 1460"/>
                    <a:gd name="T13" fmla="*/ 303 h 532"/>
                    <a:gd name="T14" fmla="*/ 177 w 1460"/>
                    <a:gd name="T15" fmla="*/ 300 h 532"/>
                    <a:gd name="T16" fmla="*/ 136 w 1460"/>
                    <a:gd name="T17" fmla="*/ 307 h 532"/>
                    <a:gd name="T18" fmla="*/ 118 w 1460"/>
                    <a:gd name="T19" fmla="*/ 322 h 532"/>
                    <a:gd name="T20" fmla="*/ 102 w 1460"/>
                    <a:gd name="T21" fmla="*/ 327 h 532"/>
                    <a:gd name="T22" fmla="*/ 74 w 1460"/>
                    <a:gd name="T23" fmla="*/ 318 h 532"/>
                    <a:gd name="T24" fmla="*/ 18 w 1460"/>
                    <a:gd name="T25" fmla="*/ 256 h 532"/>
                    <a:gd name="T26" fmla="*/ 41 w 1460"/>
                    <a:gd name="T27" fmla="*/ 179 h 532"/>
                    <a:gd name="T28" fmla="*/ 82 w 1460"/>
                    <a:gd name="T29" fmla="*/ 172 h 532"/>
                    <a:gd name="T30" fmla="*/ 155 w 1460"/>
                    <a:gd name="T31" fmla="*/ 132 h 532"/>
                    <a:gd name="T32" fmla="*/ 193 w 1460"/>
                    <a:gd name="T33" fmla="*/ 133 h 532"/>
                    <a:gd name="T34" fmla="*/ 237 w 1460"/>
                    <a:gd name="T35" fmla="*/ 139 h 532"/>
                    <a:gd name="T36" fmla="*/ 271 w 1460"/>
                    <a:gd name="T37" fmla="*/ 154 h 532"/>
                    <a:gd name="T38" fmla="*/ 290 w 1460"/>
                    <a:gd name="T39" fmla="*/ 157 h 532"/>
                    <a:gd name="T40" fmla="*/ 343 w 1460"/>
                    <a:gd name="T41" fmla="*/ 166 h 532"/>
                    <a:gd name="T42" fmla="*/ 405 w 1460"/>
                    <a:gd name="T43" fmla="*/ 155 h 532"/>
                    <a:gd name="T44" fmla="*/ 458 w 1460"/>
                    <a:gd name="T45" fmla="*/ 170 h 532"/>
                    <a:gd name="T46" fmla="*/ 523 w 1460"/>
                    <a:gd name="T47" fmla="*/ 143 h 532"/>
                    <a:gd name="T48" fmla="*/ 520 w 1460"/>
                    <a:gd name="T49" fmla="*/ 110 h 532"/>
                    <a:gd name="T50" fmla="*/ 531 w 1460"/>
                    <a:gd name="T51" fmla="*/ 77 h 532"/>
                    <a:gd name="T52" fmla="*/ 518 w 1460"/>
                    <a:gd name="T53" fmla="*/ 55 h 532"/>
                    <a:gd name="T54" fmla="*/ 569 w 1460"/>
                    <a:gd name="T55" fmla="*/ 51 h 532"/>
                    <a:gd name="T56" fmla="*/ 626 w 1460"/>
                    <a:gd name="T57" fmla="*/ 40 h 532"/>
                    <a:gd name="T58" fmla="*/ 695 w 1460"/>
                    <a:gd name="T59" fmla="*/ 26 h 532"/>
                    <a:gd name="T60" fmla="*/ 793 w 1460"/>
                    <a:gd name="T61" fmla="*/ 5 h 532"/>
                    <a:gd name="T62" fmla="*/ 876 w 1460"/>
                    <a:gd name="T63" fmla="*/ 11 h 532"/>
                    <a:gd name="T64" fmla="*/ 914 w 1460"/>
                    <a:gd name="T65" fmla="*/ 44 h 532"/>
                    <a:gd name="T66" fmla="*/ 958 w 1460"/>
                    <a:gd name="T67" fmla="*/ 53 h 532"/>
                    <a:gd name="T68" fmla="*/ 998 w 1460"/>
                    <a:gd name="T69" fmla="*/ 66 h 532"/>
                    <a:gd name="T70" fmla="*/ 1076 w 1460"/>
                    <a:gd name="T71" fmla="*/ 46 h 532"/>
                    <a:gd name="T72" fmla="*/ 1230 w 1460"/>
                    <a:gd name="T73" fmla="*/ 150 h 532"/>
                    <a:gd name="T74" fmla="*/ 1295 w 1460"/>
                    <a:gd name="T75" fmla="*/ 164 h 532"/>
                    <a:gd name="T76" fmla="*/ 1354 w 1460"/>
                    <a:gd name="T77" fmla="*/ 186 h 532"/>
                    <a:gd name="T78" fmla="*/ 1412 w 1460"/>
                    <a:gd name="T79" fmla="*/ 212 h 532"/>
                    <a:gd name="T80" fmla="*/ 1454 w 1460"/>
                    <a:gd name="T81" fmla="*/ 221 h 532"/>
                    <a:gd name="T82" fmla="*/ 1409 w 1460"/>
                    <a:gd name="T83" fmla="*/ 250 h 532"/>
                    <a:gd name="T84" fmla="*/ 1376 w 1460"/>
                    <a:gd name="T85" fmla="*/ 305 h 532"/>
                    <a:gd name="T86" fmla="*/ 1312 w 1460"/>
                    <a:gd name="T87" fmla="*/ 296 h 532"/>
                    <a:gd name="T88" fmla="*/ 1264 w 1460"/>
                    <a:gd name="T89" fmla="*/ 366 h 532"/>
                    <a:gd name="T90" fmla="*/ 1193 w 1460"/>
                    <a:gd name="T91" fmla="*/ 377 h 532"/>
                    <a:gd name="T92" fmla="*/ 1224 w 1460"/>
                    <a:gd name="T93" fmla="*/ 428 h 532"/>
                    <a:gd name="T94" fmla="*/ 1204 w 1460"/>
                    <a:gd name="T95" fmla="*/ 464 h 532"/>
                    <a:gd name="T96" fmla="*/ 1153 w 1460"/>
                    <a:gd name="T97" fmla="*/ 451 h 532"/>
                    <a:gd name="T98" fmla="*/ 1073 w 1460"/>
                    <a:gd name="T99" fmla="*/ 448 h 532"/>
                    <a:gd name="T100" fmla="*/ 1009 w 1460"/>
                    <a:gd name="T101" fmla="*/ 444 h 532"/>
                    <a:gd name="T102" fmla="*/ 963 w 1460"/>
                    <a:gd name="T103" fmla="*/ 453 h 532"/>
                    <a:gd name="T104" fmla="*/ 901 w 1460"/>
                    <a:gd name="T105" fmla="*/ 451 h 532"/>
                    <a:gd name="T106" fmla="*/ 857 w 1460"/>
                    <a:gd name="T107" fmla="*/ 477 h 532"/>
                    <a:gd name="T108" fmla="*/ 804 w 1460"/>
                    <a:gd name="T109" fmla="*/ 504 h 532"/>
                    <a:gd name="T110" fmla="*/ 781 w 1460"/>
                    <a:gd name="T111" fmla="*/ 530 h 532"/>
                    <a:gd name="T112" fmla="*/ 700 w 1460"/>
                    <a:gd name="T113" fmla="*/ 457 h 532"/>
                    <a:gd name="T114" fmla="*/ 323 w 1460"/>
                    <a:gd name="T115" fmla="*/ 506 h 532"/>
                    <a:gd name="T116" fmla="*/ 211 w 1460"/>
                    <a:gd name="T117" fmla="*/ 479 h 532"/>
                    <a:gd name="T118" fmla="*/ 191 w 1460"/>
                    <a:gd name="T119" fmla="*/ 448 h 532"/>
                    <a:gd name="T120" fmla="*/ 153 w 1460"/>
                    <a:gd name="T121" fmla="*/ 400 h 532"/>
                    <a:gd name="T122" fmla="*/ 175 w 1460"/>
                    <a:gd name="T123" fmla="*/ 391 h 532"/>
                    <a:gd name="T124" fmla="*/ 171 w 1460"/>
                    <a:gd name="T125" fmla="*/ 36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0" h="532">
                      <a:moveTo>
                        <a:pt x="240" y="318"/>
                      </a:moveTo>
                      <a:lnTo>
                        <a:pt x="239" y="318"/>
                      </a:lnTo>
                      <a:lnTo>
                        <a:pt x="240" y="318"/>
                      </a:lnTo>
                      <a:close/>
                      <a:moveTo>
                        <a:pt x="228" y="362"/>
                      </a:moveTo>
                      <a:lnTo>
                        <a:pt x="229" y="362"/>
                      </a:lnTo>
                      <a:lnTo>
                        <a:pt x="231" y="362"/>
                      </a:lnTo>
                      <a:lnTo>
                        <a:pt x="229" y="362"/>
                      </a:lnTo>
                      <a:lnTo>
                        <a:pt x="231" y="362"/>
                      </a:lnTo>
                      <a:lnTo>
                        <a:pt x="233" y="364"/>
                      </a:lnTo>
                      <a:lnTo>
                        <a:pt x="235" y="364"/>
                      </a:lnTo>
                      <a:lnTo>
                        <a:pt x="237" y="364"/>
                      </a:lnTo>
                      <a:lnTo>
                        <a:pt x="239" y="364"/>
                      </a:lnTo>
                      <a:lnTo>
                        <a:pt x="237" y="364"/>
                      </a:lnTo>
                      <a:lnTo>
                        <a:pt x="239" y="364"/>
                      </a:lnTo>
                      <a:lnTo>
                        <a:pt x="237" y="364"/>
                      </a:lnTo>
                      <a:lnTo>
                        <a:pt x="239" y="364"/>
                      </a:lnTo>
                      <a:lnTo>
                        <a:pt x="239" y="362"/>
                      </a:lnTo>
                      <a:lnTo>
                        <a:pt x="240" y="362"/>
                      </a:lnTo>
                      <a:lnTo>
                        <a:pt x="242" y="362"/>
                      </a:lnTo>
                      <a:lnTo>
                        <a:pt x="242" y="364"/>
                      </a:lnTo>
                      <a:lnTo>
                        <a:pt x="240" y="364"/>
                      </a:lnTo>
                      <a:lnTo>
                        <a:pt x="239" y="364"/>
                      </a:lnTo>
                      <a:lnTo>
                        <a:pt x="240" y="364"/>
                      </a:lnTo>
                      <a:lnTo>
                        <a:pt x="242" y="364"/>
                      </a:lnTo>
                      <a:lnTo>
                        <a:pt x="244" y="364"/>
                      </a:lnTo>
                      <a:lnTo>
                        <a:pt x="244" y="362"/>
                      </a:lnTo>
                      <a:lnTo>
                        <a:pt x="246" y="362"/>
                      </a:lnTo>
                      <a:lnTo>
                        <a:pt x="246" y="364"/>
                      </a:lnTo>
                      <a:lnTo>
                        <a:pt x="246" y="362"/>
                      </a:lnTo>
                      <a:lnTo>
                        <a:pt x="246" y="364"/>
                      </a:lnTo>
                      <a:lnTo>
                        <a:pt x="248" y="362"/>
                      </a:lnTo>
                      <a:lnTo>
                        <a:pt x="248" y="364"/>
                      </a:lnTo>
                      <a:lnTo>
                        <a:pt x="246" y="364"/>
                      </a:lnTo>
                      <a:lnTo>
                        <a:pt x="244" y="364"/>
                      </a:lnTo>
                      <a:lnTo>
                        <a:pt x="246" y="364"/>
                      </a:lnTo>
                      <a:lnTo>
                        <a:pt x="248" y="364"/>
                      </a:lnTo>
                      <a:lnTo>
                        <a:pt x="248" y="362"/>
                      </a:lnTo>
                      <a:lnTo>
                        <a:pt x="248" y="364"/>
                      </a:lnTo>
                      <a:lnTo>
                        <a:pt x="250" y="364"/>
                      </a:lnTo>
                      <a:lnTo>
                        <a:pt x="250" y="362"/>
                      </a:lnTo>
                      <a:lnTo>
                        <a:pt x="251" y="362"/>
                      </a:lnTo>
                      <a:lnTo>
                        <a:pt x="253" y="362"/>
                      </a:lnTo>
                      <a:lnTo>
                        <a:pt x="253" y="364"/>
                      </a:lnTo>
                      <a:lnTo>
                        <a:pt x="255" y="364"/>
                      </a:lnTo>
                      <a:lnTo>
                        <a:pt x="257" y="364"/>
                      </a:lnTo>
                      <a:lnTo>
                        <a:pt x="259" y="364"/>
                      </a:lnTo>
                      <a:lnTo>
                        <a:pt x="257" y="364"/>
                      </a:lnTo>
                      <a:lnTo>
                        <a:pt x="259" y="364"/>
                      </a:lnTo>
                      <a:lnTo>
                        <a:pt x="261" y="364"/>
                      </a:lnTo>
                      <a:lnTo>
                        <a:pt x="262" y="364"/>
                      </a:lnTo>
                      <a:lnTo>
                        <a:pt x="261" y="364"/>
                      </a:lnTo>
                      <a:lnTo>
                        <a:pt x="262" y="364"/>
                      </a:lnTo>
                      <a:lnTo>
                        <a:pt x="261" y="364"/>
                      </a:lnTo>
                      <a:lnTo>
                        <a:pt x="259" y="364"/>
                      </a:lnTo>
                      <a:lnTo>
                        <a:pt x="259" y="362"/>
                      </a:lnTo>
                      <a:lnTo>
                        <a:pt x="261" y="362"/>
                      </a:lnTo>
                      <a:lnTo>
                        <a:pt x="259" y="362"/>
                      </a:lnTo>
                      <a:lnTo>
                        <a:pt x="257" y="362"/>
                      </a:lnTo>
                      <a:lnTo>
                        <a:pt x="257" y="360"/>
                      </a:lnTo>
                      <a:lnTo>
                        <a:pt x="257" y="362"/>
                      </a:lnTo>
                      <a:lnTo>
                        <a:pt x="255" y="360"/>
                      </a:lnTo>
                      <a:lnTo>
                        <a:pt x="253" y="360"/>
                      </a:lnTo>
                      <a:lnTo>
                        <a:pt x="251" y="360"/>
                      </a:lnTo>
                      <a:lnTo>
                        <a:pt x="250" y="360"/>
                      </a:lnTo>
                      <a:lnTo>
                        <a:pt x="248" y="360"/>
                      </a:lnTo>
                      <a:lnTo>
                        <a:pt x="248" y="362"/>
                      </a:lnTo>
                      <a:lnTo>
                        <a:pt x="248" y="360"/>
                      </a:lnTo>
                      <a:lnTo>
                        <a:pt x="246" y="360"/>
                      </a:lnTo>
                      <a:lnTo>
                        <a:pt x="244" y="362"/>
                      </a:lnTo>
                      <a:lnTo>
                        <a:pt x="244" y="360"/>
                      </a:lnTo>
                      <a:lnTo>
                        <a:pt x="242" y="360"/>
                      </a:lnTo>
                      <a:lnTo>
                        <a:pt x="240" y="360"/>
                      </a:lnTo>
                      <a:lnTo>
                        <a:pt x="240" y="358"/>
                      </a:lnTo>
                      <a:lnTo>
                        <a:pt x="239" y="358"/>
                      </a:lnTo>
                      <a:lnTo>
                        <a:pt x="237" y="358"/>
                      </a:lnTo>
                      <a:lnTo>
                        <a:pt x="235" y="358"/>
                      </a:lnTo>
                      <a:lnTo>
                        <a:pt x="235" y="356"/>
                      </a:lnTo>
                      <a:lnTo>
                        <a:pt x="235" y="355"/>
                      </a:lnTo>
                      <a:lnTo>
                        <a:pt x="233" y="355"/>
                      </a:lnTo>
                      <a:lnTo>
                        <a:pt x="233" y="353"/>
                      </a:lnTo>
                      <a:lnTo>
                        <a:pt x="233" y="351"/>
                      </a:lnTo>
                      <a:lnTo>
                        <a:pt x="233" y="353"/>
                      </a:lnTo>
                      <a:lnTo>
                        <a:pt x="233" y="351"/>
                      </a:lnTo>
                      <a:lnTo>
                        <a:pt x="235" y="351"/>
                      </a:lnTo>
                      <a:lnTo>
                        <a:pt x="235" y="349"/>
                      </a:lnTo>
                      <a:lnTo>
                        <a:pt x="237" y="349"/>
                      </a:lnTo>
                      <a:lnTo>
                        <a:pt x="239" y="349"/>
                      </a:lnTo>
                      <a:lnTo>
                        <a:pt x="239" y="351"/>
                      </a:lnTo>
                      <a:lnTo>
                        <a:pt x="239" y="349"/>
                      </a:lnTo>
                      <a:lnTo>
                        <a:pt x="240" y="349"/>
                      </a:lnTo>
                      <a:lnTo>
                        <a:pt x="239" y="349"/>
                      </a:lnTo>
                      <a:lnTo>
                        <a:pt x="237" y="349"/>
                      </a:lnTo>
                      <a:lnTo>
                        <a:pt x="235" y="349"/>
                      </a:lnTo>
                      <a:lnTo>
                        <a:pt x="233" y="349"/>
                      </a:lnTo>
                      <a:lnTo>
                        <a:pt x="233" y="351"/>
                      </a:lnTo>
                      <a:lnTo>
                        <a:pt x="233" y="349"/>
                      </a:lnTo>
                      <a:lnTo>
                        <a:pt x="231" y="351"/>
                      </a:lnTo>
                      <a:lnTo>
                        <a:pt x="231" y="349"/>
                      </a:lnTo>
                      <a:lnTo>
                        <a:pt x="231" y="351"/>
                      </a:lnTo>
                      <a:lnTo>
                        <a:pt x="231" y="349"/>
                      </a:lnTo>
                      <a:lnTo>
                        <a:pt x="233" y="349"/>
                      </a:lnTo>
                      <a:lnTo>
                        <a:pt x="231" y="349"/>
                      </a:lnTo>
                      <a:lnTo>
                        <a:pt x="231" y="347"/>
                      </a:lnTo>
                      <a:lnTo>
                        <a:pt x="231" y="349"/>
                      </a:lnTo>
                      <a:lnTo>
                        <a:pt x="231" y="347"/>
                      </a:lnTo>
                      <a:lnTo>
                        <a:pt x="233" y="347"/>
                      </a:lnTo>
                      <a:lnTo>
                        <a:pt x="233" y="349"/>
                      </a:lnTo>
                      <a:lnTo>
                        <a:pt x="233" y="347"/>
                      </a:lnTo>
                      <a:lnTo>
                        <a:pt x="235" y="347"/>
                      </a:lnTo>
                      <a:lnTo>
                        <a:pt x="233" y="347"/>
                      </a:lnTo>
                      <a:lnTo>
                        <a:pt x="235" y="347"/>
                      </a:lnTo>
                      <a:lnTo>
                        <a:pt x="237" y="347"/>
                      </a:lnTo>
                      <a:lnTo>
                        <a:pt x="237" y="349"/>
                      </a:lnTo>
                      <a:lnTo>
                        <a:pt x="237" y="347"/>
                      </a:lnTo>
                      <a:lnTo>
                        <a:pt x="235" y="347"/>
                      </a:lnTo>
                      <a:lnTo>
                        <a:pt x="233" y="345"/>
                      </a:lnTo>
                      <a:lnTo>
                        <a:pt x="233" y="347"/>
                      </a:lnTo>
                      <a:lnTo>
                        <a:pt x="233" y="345"/>
                      </a:lnTo>
                      <a:lnTo>
                        <a:pt x="235" y="345"/>
                      </a:lnTo>
                      <a:lnTo>
                        <a:pt x="233" y="345"/>
                      </a:lnTo>
                      <a:lnTo>
                        <a:pt x="235" y="345"/>
                      </a:lnTo>
                      <a:lnTo>
                        <a:pt x="233" y="344"/>
                      </a:lnTo>
                      <a:lnTo>
                        <a:pt x="233" y="342"/>
                      </a:lnTo>
                      <a:lnTo>
                        <a:pt x="235" y="342"/>
                      </a:lnTo>
                      <a:lnTo>
                        <a:pt x="235" y="340"/>
                      </a:lnTo>
                      <a:lnTo>
                        <a:pt x="237" y="340"/>
                      </a:lnTo>
                      <a:lnTo>
                        <a:pt x="237" y="338"/>
                      </a:lnTo>
                      <a:lnTo>
                        <a:pt x="237" y="340"/>
                      </a:lnTo>
                      <a:lnTo>
                        <a:pt x="239" y="340"/>
                      </a:lnTo>
                      <a:lnTo>
                        <a:pt x="239" y="342"/>
                      </a:lnTo>
                      <a:lnTo>
                        <a:pt x="240" y="342"/>
                      </a:lnTo>
                      <a:lnTo>
                        <a:pt x="239" y="342"/>
                      </a:lnTo>
                      <a:lnTo>
                        <a:pt x="239" y="340"/>
                      </a:lnTo>
                      <a:lnTo>
                        <a:pt x="237" y="340"/>
                      </a:lnTo>
                      <a:lnTo>
                        <a:pt x="237" y="338"/>
                      </a:lnTo>
                      <a:lnTo>
                        <a:pt x="237" y="340"/>
                      </a:lnTo>
                      <a:lnTo>
                        <a:pt x="237" y="338"/>
                      </a:lnTo>
                      <a:lnTo>
                        <a:pt x="239" y="338"/>
                      </a:lnTo>
                      <a:lnTo>
                        <a:pt x="239" y="336"/>
                      </a:lnTo>
                      <a:lnTo>
                        <a:pt x="240" y="336"/>
                      </a:lnTo>
                      <a:lnTo>
                        <a:pt x="240" y="338"/>
                      </a:lnTo>
                      <a:lnTo>
                        <a:pt x="242" y="338"/>
                      </a:lnTo>
                      <a:lnTo>
                        <a:pt x="242" y="340"/>
                      </a:lnTo>
                      <a:lnTo>
                        <a:pt x="242" y="338"/>
                      </a:lnTo>
                      <a:lnTo>
                        <a:pt x="240" y="338"/>
                      </a:lnTo>
                      <a:lnTo>
                        <a:pt x="240" y="336"/>
                      </a:lnTo>
                      <a:lnTo>
                        <a:pt x="239" y="336"/>
                      </a:lnTo>
                      <a:lnTo>
                        <a:pt x="239" y="334"/>
                      </a:lnTo>
                      <a:lnTo>
                        <a:pt x="240" y="334"/>
                      </a:lnTo>
                      <a:lnTo>
                        <a:pt x="240" y="333"/>
                      </a:lnTo>
                      <a:lnTo>
                        <a:pt x="240" y="331"/>
                      </a:lnTo>
                      <a:lnTo>
                        <a:pt x="240" y="329"/>
                      </a:lnTo>
                      <a:lnTo>
                        <a:pt x="242" y="329"/>
                      </a:lnTo>
                      <a:lnTo>
                        <a:pt x="240" y="327"/>
                      </a:lnTo>
                      <a:lnTo>
                        <a:pt x="242" y="327"/>
                      </a:lnTo>
                      <a:lnTo>
                        <a:pt x="240" y="325"/>
                      </a:lnTo>
                      <a:lnTo>
                        <a:pt x="242" y="325"/>
                      </a:lnTo>
                      <a:lnTo>
                        <a:pt x="240" y="325"/>
                      </a:lnTo>
                      <a:lnTo>
                        <a:pt x="240" y="324"/>
                      </a:lnTo>
                      <a:lnTo>
                        <a:pt x="242" y="324"/>
                      </a:lnTo>
                      <a:lnTo>
                        <a:pt x="240" y="324"/>
                      </a:lnTo>
                      <a:lnTo>
                        <a:pt x="242" y="324"/>
                      </a:lnTo>
                      <a:lnTo>
                        <a:pt x="240" y="324"/>
                      </a:lnTo>
                      <a:lnTo>
                        <a:pt x="240" y="322"/>
                      </a:lnTo>
                      <a:lnTo>
                        <a:pt x="240" y="324"/>
                      </a:lnTo>
                      <a:lnTo>
                        <a:pt x="240" y="322"/>
                      </a:lnTo>
                      <a:lnTo>
                        <a:pt x="240" y="320"/>
                      </a:lnTo>
                      <a:lnTo>
                        <a:pt x="239" y="318"/>
                      </a:lnTo>
                      <a:lnTo>
                        <a:pt x="239" y="320"/>
                      </a:lnTo>
                      <a:lnTo>
                        <a:pt x="239" y="318"/>
                      </a:lnTo>
                      <a:lnTo>
                        <a:pt x="240" y="318"/>
                      </a:lnTo>
                      <a:lnTo>
                        <a:pt x="239" y="318"/>
                      </a:lnTo>
                      <a:lnTo>
                        <a:pt x="240" y="318"/>
                      </a:lnTo>
                      <a:lnTo>
                        <a:pt x="242" y="318"/>
                      </a:lnTo>
                      <a:lnTo>
                        <a:pt x="240" y="318"/>
                      </a:lnTo>
                      <a:lnTo>
                        <a:pt x="242" y="318"/>
                      </a:lnTo>
                      <a:lnTo>
                        <a:pt x="240" y="318"/>
                      </a:lnTo>
                      <a:lnTo>
                        <a:pt x="240" y="316"/>
                      </a:lnTo>
                      <a:lnTo>
                        <a:pt x="239" y="316"/>
                      </a:lnTo>
                      <a:lnTo>
                        <a:pt x="240" y="316"/>
                      </a:lnTo>
                      <a:lnTo>
                        <a:pt x="240" y="314"/>
                      </a:lnTo>
                      <a:lnTo>
                        <a:pt x="239" y="314"/>
                      </a:lnTo>
                      <a:lnTo>
                        <a:pt x="240" y="314"/>
                      </a:lnTo>
                      <a:lnTo>
                        <a:pt x="239" y="314"/>
                      </a:lnTo>
                      <a:lnTo>
                        <a:pt x="239" y="313"/>
                      </a:lnTo>
                      <a:lnTo>
                        <a:pt x="237" y="313"/>
                      </a:lnTo>
                      <a:lnTo>
                        <a:pt x="237" y="311"/>
                      </a:lnTo>
                      <a:lnTo>
                        <a:pt x="239" y="311"/>
                      </a:lnTo>
                      <a:lnTo>
                        <a:pt x="237" y="311"/>
                      </a:lnTo>
                      <a:lnTo>
                        <a:pt x="239" y="311"/>
                      </a:lnTo>
                      <a:lnTo>
                        <a:pt x="237" y="311"/>
                      </a:lnTo>
                      <a:lnTo>
                        <a:pt x="235" y="311"/>
                      </a:lnTo>
                      <a:lnTo>
                        <a:pt x="237" y="311"/>
                      </a:lnTo>
                      <a:lnTo>
                        <a:pt x="235" y="311"/>
                      </a:lnTo>
                      <a:lnTo>
                        <a:pt x="237" y="311"/>
                      </a:lnTo>
                      <a:lnTo>
                        <a:pt x="237" y="309"/>
                      </a:lnTo>
                      <a:lnTo>
                        <a:pt x="237" y="307"/>
                      </a:lnTo>
                      <a:lnTo>
                        <a:pt x="235" y="307"/>
                      </a:lnTo>
                      <a:lnTo>
                        <a:pt x="235" y="305"/>
                      </a:lnTo>
                      <a:lnTo>
                        <a:pt x="233" y="305"/>
                      </a:lnTo>
                      <a:lnTo>
                        <a:pt x="233" y="303"/>
                      </a:lnTo>
                      <a:lnTo>
                        <a:pt x="233" y="305"/>
                      </a:lnTo>
                      <a:lnTo>
                        <a:pt x="231" y="305"/>
                      </a:lnTo>
                      <a:lnTo>
                        <a:pt x="231" y="303"/>
                      </a:lnTo>
                      <a:lnTo>
                        <a:pt x="229" y="303"/>
                      </a:lnTo>
                      <a:lnTo>
                        <a:pt x="231" y="303"/>
                      </a:lnTo>
                      <a:lnTo>
                        <a:pt x="229" y="303"/>
                      </a:lnTo>
                      <a:lnTo>
                        <a:pt x="231" y="303"/>
                      </a:lnTo>
                      <a:lnTo>
                        <a:pt x="229" y="303"/>
                      </a:lnTo>
                      <a:lnTo>
                        <a:pt x="231" y="303"/>
                      </a:lnTo>
                      <a:lnTo>
                        <a:pt x="229" y="303"/>
                      </a:lnTo>
                      <a:lnTo>
                        <a:pt x="228" y="302"/>
                      </a:lnTo>
                      <a:lnTo>
                        <a:pt x="226" y="302"/>
                      </a:lnTo>
                      <a:lnTo>
                        <a:pt x="226" y="303"/>
                      </a:lnTo>
                      <a:lnTo>
                        <a:pt x="224" y="303"/>
                      </a:lnTo>
                      <a:lnTo>
                        <a:pt x="226" y="303"/>
                      </a:lnTo>
                      <a:lnTo>
                        <a:pt x="224" y="303"/>
                      </a:lnTo>
                      <a:lnTo>
                        <a:pt x="222" y="303"/>
                      </a:lnTo>
                      <a:lnTo>
                        <a:pt x="220" y="303"/>
                      </a:lnTo>
                      <a:lnTo>
                        <a:pt x="219" y="303"/>
                      </a:lnTo>
                      <a:lnTo>
                        <a:pt x="220" y="303"/>
                      </a:lnTo>
                      <a:lnTo>
                        <a:pt x="222" y="303"/>
                      </a:lnTo>
                      <a:lnTo>
                        <a:pt x="224" y="303"/>
                      </a:lnTo>
                      <a:lnTo>
                        <a:pt x="226" y="303"/>
                      </a:lnTo>
                      <a:lnTo>
                        <a:pt x="228" y="303"/>
                      </a:lnTo>
                      <a:lnTo>
                        <a:pt x="229" y="303"/>
                      </a:lnTo>
                      <a:lnTo>
                        <a:pt x="228" y="303"/>
                      </a:lnTo>
                      <a:lnTo>
                        <a:pt x="226" y="303"/>
                      </a:lnTo>
                      <a:lnTo>
                        <a:pt x="224" y="303"/>
                      </a:lnTo>
                      <a:lnTo>
                        <a:pt x="222" y="303"/>
                      </a:lnTo>
                      <a:lnTo>
                        <a:pt x="224" y="303"/>
                      </a:lnTo>
                      <a:lnTo>
                        <a:pt x="222" y="303"/>
                      </a:lnTo>
                      <a:lnTo>
                        <a:pt x="220" y="303"/>
                      </a:lnTo>
                      <a:lnTo>
                        <a:pt x="219" y="303"/>
                      </a:lnTo>
                      <a:lnTo>
                        <a:pt x="219" y="302"/>
                      </a:lnTo>
                      <a:lnTo>
                        <a:pt x="217" y="302"/>
                      </a:lnTo>
                      <a:lnTo>
                        <a:pt x="215" y="302"/>
                      </a:lnTo>
                      <a:lnTo>
                        <a:pt x="213" y="302"/>
                      </a:lnTo>
                      <a:lnTo>
                        <a:pt x="211" y="302"/>
                      </a:lnTo>
                      <a:lnTo>
                        <a:pt x="209" y="302"/>
                      </a:lnTo>
                      <a:lnTo>
                        <a:pt x="211" y="302"/>
                      </a:lnTo>
                      <a:lnTo>
                        <a:pt x="211" y="303"/>
                      </a:lnTo>
                      <a:lnTo>
                        <a:pt x="211" y="302"/>
                      </a:lnTo>
                      <a:lnTo>
                        <a:pt x="211" y="303"/>
                      </a:lnTo>
                      <a:lnTo>
                        <a:pt x="211" y="302"/>
                      </a:lnTo>
                      <a:lnTo>
                        <a:pt x="211" y="303"/>
                      </a:lnTo>
                      <a:lnTo>
                        <a:pt x="213" y="303"/>
                      </a:lnTo>
                      <a:lnTo>
                        <a:pt x="213" y="305"/>
                      </a:lnTo>
                      <a:lnTo>
                        <a:pt x="213" y="303"/>
                      </a:lnTo>
                      <a:lnTo>
                        <a:pt x="213" y="305"/>
                      </a:lnTo>
                      <a:lnTo>
                        <a:pt x="211" y="305"/>
                      </a:lnTo>
                      <a:lnTo>
                        <a:pt x="213" y="305"/>
                      </a:lnTo>
                      <a:lnTo>
                        <a:pt x="211" y="303"/>
                      </a:lnTo>
                      <a:lnTo>
                        <a:pt x="209" y="303"/>
                      </a:lnTo>
                      <a:lnTo>
                        <a:pt x="209" y="305"/>
                      </a:lnTo>
                      <a:lnTo>
                        <a:pt x="209" y="303"/>
                      </a:lnTo>
                      <a:lnTo>
                        <a:pt x="209" y="305"/>
                      </a:lnTo>
                      <a:lnTo>
                        <a:pt x="208" y="307"/>
                      </a:lnTo>
                      <a:lnTo>
                        <a:pt x="208" y="309"/>
                      </a:lnTo>
                      <a:lnTo>
                        <a:pt x="206" y="309"/>
                      </a:lnTo>
                      <a:lnTo>
                        <a:pt x="206" y="311"/>
                      </a:lnTo>
                      <a:lnTo>
                        <a:pt x="206" y="309"/>
                      </a:lnTo>
                      <a:lnTo>
                        <a:pt x="206" y="311"/>
                      </a:lnTo>
                      <a:lnTo>
                        <a:pt x="206" y="309"/>
                      </a:lnTo>
                      <a:lnTo>
                        <a:pt x="204" y="309"/>
                      </a:lnTo>
                      <a:lnTo>
                        <a:pt x="204" y="307"/>
                      </a:lnTo>
                      <a:lnTo>
                        <a:pt x="202" y="307"/>
                      </a:lnTo>
                      <a:lnTo>
                        <a:pt x="204" y="307"/>
                      </a:lnTo>
                      <a:lnTo>
                        <a:pt x="202" y="307"/>
                      </a:lnTo>
                      <a:lnTo>
                        <a:pt x="204" y="307"/>
                      </a:lnTo>
                      <a:lnTo>
                        <a:pt x="204" y="309"/>
                      </a:lnTo>
                      <a:lnTo>
                        <a:pt x="202" y="307"/>
                      </a:lnTo>
                      <a:lnTo>
                        <a:pt x="200" y="307"/>
                      </a:lnTo>
                      <a:lnTo>
                        <a:pt x="198" y="307"/>
                      </a:lnTo>
                      <a:lnTo>
                        <a:pt x="197" y="307"/>
                      </a:lnTo>
                      <a:lnTo>
                        <a:pt x="198" y="307"/>
                      </a:lnTo>
                      <a:lnTo>
                        <a:pt x="197" y="307"/>
                      </a:lnTo>
                      <a:lnTo>
                        <a:pt x="197" y="305"/>
                      </a:lnTo>
                      <a:lnTo>
                        <a:pt x="197" y="307"/>
                      </a:lnTo>
                      <a:lnTo>
                        <a:pt x="195" y="307"/>
                      </a:lnTo>
                      <a:lnTo>
                        <a:pt x="193" y="305"/>
                      </a:lnTo>
                      <a:lnTo>
                        <a:pt x="191" y="305"/>
                      </a:lnTo>
                      <a:lnTo>
                        <a:pt x="193" y="305"/>
                      </a:lnTo>
                      <a:lnTo>
                        <a:pt x="191" y="305"/>
                      </a:lnTo>
                      <a:lnTo>
                        <a:pt x="189" y="305"/>
                      </a:lnTo>
                      <a:lnTo>
                        <a:pt x="187" y="305"/>
                      </a:lnTo>
                      <a:lnTo>
                        <a:pt x="189" y="305"/>
                      </a:lnTo>
                      <a:lnTo>
                        <a:pt x="189" y="303"/>
                      </a:lnTo>
                      <a:lnTo>
                        <a:pt x="187" y="303"/>
                      </a:lnTo>
                      <a:lnTo>
                        <a:pt x="189" y="303"/>
                      </a:lnTo>
                      <a:lnTo>
                        <a:pt x="187" y="303"/>
                      </a:lnTo>
                      <a:lnTo>
                        <a:pt x="187" y="305"/>
                      </a:lnTo>
                      <a:lnTo>
                        <a:pt x="189" y="305"/>
                      </a:lnTo>
                      <a:lnTo>
                        <a:pt x="191" y="305"/>
                      </a:lnTo>
                      <a:lnTo>
                        <a:pt x="193" y="305"/>
                      </a:lnTo>
                      <a:lnTo>
                        <a:pt x="193" y="307"/>
                      </a:lnTo>
                      <a:lnTo>
                        <a:pt x="195" y="307"/>
                      </a:lnTo>
                      <a:lnTo>
                        <a:pt x="197" y="307"/>
                      </a:lnTo>
                      <a:lnTo>
                        <a:pt x="197" y="309"/>
                      </a:lnTo>
                      <a:lnTo>
                        <a:pt x="197" y="307"/>
                      </a:lnTo>
                      <a:lnTo>
                        <a:pt x="197" y="309"/>
                      </a:lnTo>
                      <a:lnTo>
                        <a:pt x="198" y="309"/>
                      </a:lnTo>
                      <a:lnTo>
                        <a:pt x="200" y="309"/>
                      </a:lnTo>
                      <a:lnTo>
                        <a:pt x="202" y="309"/>
                      </a:lnTo>
                      <a:lnTo>
                        <a:pt x="200" y="309"/>
                      </a:lnTo>
                      <a:lnTo>
                        <a:pt x="200" y="311"/>
                      </a:lnTo>
                      <a:lnTo>
                        <a:pt x="200" y="309"/>
                      </a:lnTo>
                      <a:lnTo>
                        <a:pt x="198" y="309"/>
                      </a:lnTo>
                      <a:lnTo>
                        <a:pt x="197" y="309"/>
                      </a:lnTo>
                      <a:lnTo>
                        <a:pt x="195" y="309"/>
                      </a:lnTo>
                      <a:lnTo>
                        <a:pt x="193" y="309"/>
                      </a:lnTo>
                      <a:lnTo>
                        <a:pt x="193" y="307"/>
                      </a:lnTo>
                      <a:lnTo>
                        <a:pt x="193" y="309"/>
                      </a:lnTo>
                      <a:lnTo>
                        <a:pt x="193" y="307"/>
                      </a:lnTo>
                      <a:lnTo>
                        <a:pt x="191" y="307"/>
                      </a:lnTo>
                      <a:lnTo>
                        <a:pt x="189" y="307"/>
                      </a:lnTo>
                      <a:lnTo>
                        <a:pt x="187" y="307"/>
                      </a:lnTo>
                      <a:lnTo>
                        <a:pt x="187" y="309"/>
                      </a:lnTo>
                      <a:lnTo>
                        <a:pt x="187" y="311"/>
                      </a:lnTo>
                      <a:lnTo>
                        <a:pt x="187" y="309"/>
                      </a:lnTo>
                      <a:lnTo>
                        <a:pt x="186" y="309"/>
                      </a:lnTo>
                      <a:lnTo>
                        <a:pt x="186" y="307"/>
                      </a:lnTo>
                      <a:lnTo>
                        <a:pt x="184" y="307"/>
                      </a:lnTo>
                      <a:lnTo>
                        <a:pt x="186" y="307"/>
                      </a:lnTo>
                      <a:lnTo>
                        <a:pt x="184" y="307"/>
                      </a:lnTo>
                      <a:lnTo>
                        <a:pt x="184" y="305"/>
                      </a:lnTo>
                      <a:lnTo>
                        <a:pt x="184" y="307"/>
                      </a:lnTo>
                      <a:lnTo>
                        <a:pt x="184" y="305"/>
                      </a:lnTo>
                      <a:lnTo>
                        <a:pt x="182" y="305"/>
                      </a:lnTo>
                      <a:lnTo>
                        <a:pt x="182" y="307"/>
                      </a:lnTo>
                      <a:lnTo>
                        <a:pt x="180" y="307"/>
                      </a:lnTo>
                      <a:lnTo>
                        <a:pt x="182" y="307"/>
                      </a:lnTo>
                      <a:lnTo>
                        <a:pt x="180" y="307"/>
                      </a:lnTo>
                      <a:lnTo>
                        <a:pt x="178" y="307"/>
                      </a:lnTo>
                      <a:lnTo>
                        <a:pt x="180" y="307"/>
                      </a:lnTo>
                      <a:lnTo>
                        <a:pt x="180" y="305"/>
                      </a:lnTo>
                      <a:lnTo>
                        <a:pt x="180" y="307"/>
                      </a:lnTo>
                      <a:lnTo>
                        <a:pt x="182" y="307"/>
                      </a:lnTo>
                      <a:lnTo>
                        <a:pt x="182" y="305"/>
                      </a:lnTo>
                      <a:lnTo>
                        <a:pt x="182" y="307"/>
                      </a:lnTo>
                      <a:lnTo>
                        <a:pt x="182" y="305"/>
                      </a:lnTo>
                      <a:lnTo>
                        <a:pt x="180" y="305"/>
                      </a:lnTo>
                      <a:lnTo>
                        <a:pt x="182" y="305"/>
                      </a:lnTo>
                      <a:lnTo>
                        <a:pt x="184" y="305"/>
                      </a:lnTo>
                      <a:lnTo>
                        <a:pt x="184" y="303"/>
                      </a:lnTo>
                      <a:lnTo>
                        <a:pt x="182" y="305"/>
                      </a:lnTo>
                      <a:lnTo>
                        <a:pt x="182" y="303"/>
                      </a:lnTo>
                      <a:lnTo>
                        <a:pt x="180" y="303"/>
                      </a:lnTo>
                      <a:lnTo>
                        <a:pt x="180" y="305"/>
                      </a:lnTo>
                      <a:lnTo>
                        <a:pt x="180" y="303"/>
                      </a:lnTo>
                      <a:lnTo>
                        <a:pt x="178" y="303"/>
                      </a:lnTo>
                      <a:lnTo>
                        <a:pt x="177" y="303"/>
                      </a:lnTo>
                      <a:lnTo>
                        <a:pt x="175" y="303"/>
                      </a:lnTo>
                      <a:lnTo>
                        <a:pt x="175" y="302"/>
                      </a:lnTo>
                      <a:lnTo>
                        <a:pt x="173" y="302"/>
                      </a:lnTo>
                      <a:lnTo>
                        <a:pt x="173" y="303"/>
                      </a:lnTo>
                      <a:lnTo>
                        <a:pt x="171" y="303"/>
                      </a:lnTo>
                      <a:lnTo>
                        <a:pt x="169" y="303"/>
                      </a:lnTo>
                      <a:lnTo>
                        <a:pt x="167" y="303"/>
                      </a:lnTo>
                      <a:lnTo>
                        <a:pt x="166" y="302"/>
                      </a:lnTo>
                      <a:lnTo>
                        <a:pt x="166" y="303"/>
                      </a:lnTo>
                      <a:lnTo>
                        <a:pt x="164" y="303"/>
                      </a:lnTo>
                      <a:lnTo>
                        <a:pt x="162" y="303"/>
                      </a:lnTo>
                      <a:lnTo>
                        <a:pt x="160" y="303"/>
                      </a:lnTo>
                      <a:lnTo>
                        <a:pt x="158" y="303"/>
                      </a:lnTo>
                      <a:lnTo>
                        <a:pt x="156" y="303"/>
                      </a:lnTo>
                      <a:lnTo>
                        <a:pt x="158" y="303"/>
                      </a:lnTo>
                      <a:lnTo>
                        <a:pt x="156" y="303"/>
                      </a:lnTo>
                      <a:lnTo>
                        <a:pt x="155" y="303"/>
                      </a:lnTo>
                      <a:lnTo>
                        <a:pt x="155" y="305"/>
                      </a:lnTo>
                      <a:lnTo>
                        <a:pt x="153" y="305"/>
                      </a:lnTo>
                      <a:lnTo>
                        <a:pt x="153" y="303"/>
                      </a:lnTo>
                      <a:lnTo>
                        <a:pt x="153" y="305"/>
                      </a:lnTo>
                      <a:lnTo>
                        <a:pt x="155" y="305"/>
                      </a:lnTo>
                      <a:lnTo>
                        <a:pt x="155" y="303"/>
                      </a:lnTo>
                      <a:lnTo>
                        <a:pt x="156" y="303"/>
                      </a:lnTo>
                      <a:lnTo>
                        <a:pt x="158" y="303"/>
                      </a:lnTo>
                      <a:lnTo>
                        <a:pt x="156" y="303"/>
                      </a:lnTo>
                      <a:lnTo>
                        <a:pt x="158" y="303"/>
                      </a:lnTo>
                      <a:lnTo>
                        <a:pt x="160" y="303"/>
                      </a:lnTo>
                      <a:lnTo>
                        <a:pt x="158" y="303"/>
                      </a:lnTo>
                      <a:lnTo>
                        <a:pt x="160" y="303"/>
                      </a:lnTo>
                      <a:lnTo>
                        <a:pt x="158" y="303"/>
                      </a:lnTo>
                      <a:lnTo>
                        <a:pt x="158" y="302"/>
                      </a:lnTo>
                      <a:lnTo>
                        <a:pt x="160" y="302"/>
                      </a:lnTo>
                      <a:lnTo>
                        <a:pt x="162" y="302"/>
                      </a:lnTo>
                      <a:lnTo>
                        <a:pt x="160" y="302"/>
                      </a:lnTo>
                      <a:lnTo>
                        <a:pt x="160" y="303"/>
                      </a:lnTo>
                      <a:lnTo>
                        <a:pt x="162" y="303"/>
                      </a:lnTo>
                      <a:lnTo>
                        <a:pt x="164" y="302"/>
                      </a:lnTo>
                      <a:lnTo>
                        <a:pt x="166" y="302"/>
                      </a:lnTo>
                      <a:lnTo>
                        <a:pt x="167" y="302"/>
                      </a:lnTo>
                      <a:lnTo>
                        <a:pt x="169" y="302"/>
                      </a:lnTo>
                      <a:lnTo>
                        <a:pt x="169" y="300"/>
                      </a:lnTo>
                      <a:lnTo>
                        <a:pt x="169" y="302"/>
                      </a:lnTo>
                      <a:lnTo>
                        <a:pt x="171" y="302"/>
                      </a:lnTo>
                      <a:lnTo>
                        <a:pt x="171" y="300"/>
                      </a:lnTo>
                      <a:lnTo>
                        <a:pt x="171" y="302"/>
                      </a:lnTo>
                      <a:lnTo>
                        <a:pt x="173" y="302"/>
                      </a:lnTo>
                      <a:lnTo>
                        <a:pt x="175" y="302"/>
                      </a:lnTo>
                      <a:lnTo>
                        <a:pt x="177" y="302"/>
                      </a:lnTo>
                      <a:lnTo>
                        <a:pt x="175" y="302"/>
                      </a:lnTo>
                      <a:lnTo>
                        <a:pt x="177" y="302"/>
                      </a:lnTo>
                      <a:lnTo>
                        <a:pt x="178" y="302"/>
                      </a:lnTo>
                      <a:lnTo>
                        <a:pt x="177" y="302"/>
                      </a:lnTo>
                      <a:lnTo>
                        <a:pt x="178" y="302"/>
                      </a:lnTo>
                      <a:lnTo>
                        <a:pt x="180" y="302"/>
                      </a:lnTo>
                      <a:lnTo>
                        <a:pt x="180" y="303"/>
                      </a:lnTo>
                      <a:lnTo>
                        <a:pt x="180" y="302"/>
                      </a:lnTo>
                      <a:lnTo>
                        <a:pt x="182" y="302"/>
                      </a:lnTo>
                      <a:lnTo>
                        <a:pt x="180" y="302"/>
                      </a:lnTo>
                      <a:lnTo>
                        <a:pt x="182" y="302"/>
                      </a:lnTo>
                      <a:lnTo>
                        <a:pt x="180" y="302"/>
                      </a:lnTo>
                      <a:lnTo>
                        <a:pt x="180" y="300"/>
                      </a:lnTo>
                      <a:lnTo>
                        <a:pt x="178" y="300"/>
                      </a:lnTo>
                      <a:lnTo>
                        <a:pt x="177" y="300"/>
                      </a:lnTo>
                      <a:lnTo>
                        <a:pt x="177" y="298"/>
                      </a:lnTo>
                      <a:lnTo>
                        <a:pt x="175" y="298"/>
                      </a:lnTo>
                      <a:lnTo>
                        <a:pt x="173" y="298"/>
                      </a:lnTo>
                      <a:lnTo>
                        <a:pt x="171" y="298"/>
                      </a:lnTo>
                      <a:lnTo>
                        <a:pt x="173" y="298"/>
                      </a:lnTo>
                      <a:lnTo>
                        <a:pt x="171" y="298"/>
                      </a:lnTo>
                      <a:lnTo>
                        <a:pt x="169" y="298"/>
                      </a:lnTo>
                      <a:lnTo>
                        <a:pt x="167" y="298"/>
                      </a:lnTo>
                      <a:lnTo>
                        <a:pt x="166" y="298"/>
                      </a:lnTo>
                      <a:lnTo>
                        <a:pt x="164" y="298"/>
                      </a:lnTo>
                      <a:lnTo>
                        <a:pt x="164" y="300"/>
                      </a:lnTo>
                      <a:lnTo>
                        <a:pt x="162" y="300"/>
                      </a:lnTo>
                      <a:lnTo>
                        <a:pt x="162" y="298"/>
                      </a:lnTo>
                      <a:lnTo>
                        <a:pt x="160" y="300"/>
                      </a:lnTo>
                      <a:lnTo>
                        <a:pt x="158" y="300"/>
                      </a:lnTo>
                      <a:lnTo>
                        <a:pt x="156" y="300"/>
                      </a:lnTo>
                      <a:lnTo>
                        <a:pt x="155" y="300"/>
                      </a:lnTo>
                      <a:lnTo>
                        <a:pt x="153" y="300"/>
                      </a:lnTo>
                      <a:lnTo>
                        <a:pt x="153" y="302"/>
                      </a:lnTo>
                      <a:lnTo>
                        <a:pt x="153" y="303"/>
                      </a:lnTo>
                      <a:lnTo>
                        <a:pt x="151" y="303"/>
                      </a:lnTo>
                      <a:lnTo>
                        <a:pt x="153" y="303"/>
                      </a:lnTo>
                      <a:lnTo>
                        <a:pt x="151" y="302"/>
                      </a:lnTo>
                      <a:lnTo>
                        <a:pt x="153" y="302"/>
                      </a:lnTo>
                      <a:lnTo>
                        <a:pt x="151" y="302"/>
                      </a:lnTo>
                      <a:lnTo>
                        <a:pt x="151" y="303"/>
                      </a:lnTo>
                      <a:lnTo>
                        <a:pt x="149" y="303"/>
                      </a:lnTo>
                      <a:lnTo>
                        <a:pt x="151" y="303"/>
                      </a:lnTo>
                      <a:lnTo>
                        <a:pt x="149" y="303"/>
                      </a:lnTo>
                      <a:lnTo>
                        <a:pt x="149" y="302"/>
                      </a:lnTo>
                      <a:lnTo>
                        <a:pt x="149" y="303"/>
                      </a:lnTo>
                      <a:lnTo>
                        <a:pt x="147" y="303"/>
                      </a:lnTo>
                      <a:lnTo>
                        <a:pt x="146" y="303"/>
                      </a:lnTo>
                      <a:lnTo>
                        <a:pt x="146" y="305"/>
                      </a:lnTo>
                      <a:lnTo>
                        <a:pt x="144" y="305"/>
                      </a:lnTo>
                      <a:lnTo>
                        <a:pt x="142" y="305"/>
                      </a:lnTo>
                      <a:lnTo>
                        <a:pt x="142" y="307"/>
                      </a:lnTo>
                      <a:lnTo>
                        <a:pt x="142" y="305"/>
                      </a:lnTo>
                      <a:lnTo>
                        <a:pt x="142" y="307"/>
                      </a:lnTo>
                      <a:lnTo>
                        <a:pt x="142" y="305"/>
                      </a:lnTo>
                      <a:lnTo>
                        <a:pt x="140" y="305"/>
                      </a:lnTo>
                      <a:lnTo>
                        <a:pt x="138" y="305"/>
                      </a:lnTo>
                      <a:lnTo>
                        <a:pt x="138" y="307"/>
                      </a:lnTo>
                      <a:lnTo>
                        <a:pt x="140" y="307"/>
                      </a:lnTo>
                      <a:lnTo>
                        <a:pt x="138" y="307"/>
                      </a:lnTo>
                      <a:lnTo>
                        <a:pt x="140" y="307"/>
                      </a:lnTo>
                      <a:lnTo>
                        <a:pt x="138" y="307"/>
                      </a:lnTo>
                      <a:lnTo>
                        <a:pt x="138" y="309"/>
                      </a:lnTo>
                      <a:lnTo>
                        <a:pt x="138" y="307"/>
                      </a:lnTo>
                      <a:lnTo>
                        <a:pt x="136" y="307"/>
                      </a:lnTo>
                      <a:lnTo>
                        <a:pt x="138" y="307"/>
                      </a:lnTo>
                      <a:lnTo>
                        <a:pt x="136" y="307"/>
                      </a:lnTo>
                      <a:lnTo>
                        <a:pt x="138" y="307"/>
                      </a:lnTo>
                      <a:lnTo>
                        <a:pt x="136" y="307"/>
                      </a:lnTo>
                      <a:lnTo>
                        <a:pt x="138" y="307"/>
                      </a:lnTo>
                      <a:lnTo>
                        <a:pt x="136" y="307"/>
                      </a:lnTo>
                      <a:lnTo>
                        <a:pt x="136" y="309"/>
                      </a:lnTo>
                      <a:lnTo>
                        <a:pt x="135" y="309"/>
                      </a:lnTo>
                      <a:lnTo>
                        <a:pt x="135" y="311"/>
                      </a:lnTo>
                      <a:lnTo>
                        <a:pt x="133" y="311"/>
                      </a:lnTo>
                      <a:lnTo>
                        <a:pt x="133" y="313"/>
                      </a:lnTo>
                      <a:lnTo>
                        <a:pt x="133" y="311"/>
                      </a:lnTo>
                      <a:lnTo>
                        <a:pt x="131" y="311"/>
                      </a:lnTo>
                      <a:lnTo>
                        <a:pt x="131" y="313"/>
                      </a:lnTo>
                      <a:lnTo>
                        <a:pt x="129" y="313"/>
                      </a:lnTo>
                      <a:lnTo>
                        <a:pt x="127" y="313"/>
                      </a:lnTo>
                      <a:lnTo>
                        <a:pt x="127" y="314"/>
                      </a:lnTo>
                      <a:lnTo>
                        <a:pt x="125" y="314"/>
                      </a:lnTo>
                      <a:lnTo>
                        <a:pt x="125" y="316"/>
                      </a:lnTo>
                      <a:lnTo>
                        <a:pt x="124" y="316"/>
                      </a:lnTo>
                      <a:lnTo>
                        <a:pt x="124" y="314"/>
                      </a:lnTo>
                      <a:lnTo>
                        <a:pt x="125" y="314"/>
                      </a:lnTo>
                      <a:lnTo>
                        <a:pt x="124" y="314"/>
                      </a:lnTo>
                      <a:lnTo>
                        <a:pt x="124" y="316"/>
                      </a:lnTo>
                      <a:lnTo>
                        <a:pt x="122" y="316"/>
                      </a:lnTo>
                      <a:lnTo>
                        <a:pt x="124" y="316"/>
                      </a:lnTo>
                      <a:lnTo>
                        <a:pt x="124" y="314"/>
                      </a:lnTo>
                      <a:lnTo>
                        <a:pt x="124" y="316"/>
                      </a:lnTo>
                      <a:lnTo>
                        <a:pt x="122" y="316"/>
                      </a:lnTo>
                      <a:lnTo>
                        <a:pt x="122" y="318"/>
                      </a:lnTo>
                      <a:lnTo>
                        <a:pt x="122" y="316"/>
                      </a:lnTo>
                      <a:lnTo>
                        <a:pt x="122" y="318"/>
                      </a:lnTo>
                      <a:lnTo>
                        <a:pt x="120" y="316"/>
                      </a:lnTo>
                      <a:lnTo>
                        <a:pt x="120" y="318"/>
                      </a:lnTo>
                      <a:lnTo>
                        <a:pt x="122" y="318"/>
                      </a:lnTo>
                      <a:lnTo>
                        <a:pt x="122" y="316"/>
                      </a:lnTo>
                      <a:lnTo>
                        <a:pt x="124" y="316"/>
                      </a:lnTo>
                      <a:lnTo>
                        <a:pt x="125" y="316"/>
                      </a:lnTo>
                      <a:lnTo>
                        <a:pt x="125" y="314"/>
                      </a:lnTo>
                      <a:lnTo>
                        <a:pt x="127" y="314"/>
                      </a:lnTo>
                      <a:lnTo>
                        <a:pt x="127" y="316"/>
                      </a:lnTo>
                      <a:lnTo>
                        <a:pt x="125" y="316"/>
                      </a:lnTo>
                      <a:lnTo>
                        <a:pt x="124" y="316"/>
                      </a:lnTo>
                      <a:lnTo>
                        <a:pt x="122" y="316"/>
                      </a:lnTo>
                      <a:lnTo>
                        <a:pt x="122" y="318"/>
                      </a:lnTo>
                      <a:lnTo>
                        <a:pt x="120" y="318"/>
                      </a:lnTo>
                      <a:lnTo>
                        <a:pt x="122" y="318"/>
                      </a:lnTo>
                      <a:lnTo>
                        <a:pt x="122" y="320"/>
                      </a:lnTo>
                      <a:lnTo>
                        <a:pt x="120" y="320"/>
                      </a:lnTo>
                      <a:lnTo>
                        <a:pt x="122" y="322"/>
                      </a:lnTo>
                      <a:lnTo>
                        <a:pt x="120" y="322"/>
                      </a:lnTo>
                      <a:lnTo>
                        <a:pt x="122" y="322"/>
                      </a:lnTo>
                      <a:lnTo>
                        <a:pt x="120" y="322"/>
                      </a:lnTo>
                      <a:lnTo>
                        <a:pt x="118" y="322"/>
                      </a:lnTo>
                      <a:lnTo>
                        <a:pt x="116" y="322"/>
                      </a:lnTo>
                      <a:lnTo>
                        <a:pt x="118" y="322"/>
                      </a:lnTo>
                      <a:lnTo>
                        <a:pt x="118" y="324"/>
                      </a:lnTo>
                      <a:lnTo>
                        <a:pt x="118" y="325"/>
                      </a:lnTo>
                      <a:lnTo>
                        <a:pt x="118" y="324"/>
                      </a:lnTo>
                      <a:lnTo>
                        <a:pt x="118" y="325"/>
                      </a:lnTo>
                      <a:lnTo>
                        <a:pt x="118" y="324"/>
                      </a:lnTo>
                      <a:lnTo>
                        <a:pt x="118" y="325"/>
                      </a:lnTo>
                      <a:lnTo>
                        <a:pt x="118" y="324"/>
                      </a:lnTo>
                      <a:lnTo>
                        <a:pt x="116" y="324"/>
                      </a:lnTo>
                      <a:lnTo>
                        <a:pt x="114" y="324"/>
                      </a:lnTo>
                      <a:lnTo>
                        <a:pt x="113" y="324"/>
                      </a:lnTo>
                      <a:lnTo>
                        <a:pt x="111" y="324"/>
                      </a:lnTo>
                      <a:lnTo>
                        <a:pt x="111" y="325"/>
                      </a:lnTo>
                      <a:lnTo>
                        <a:pt x="113" y="325"/>
                      </a:lnTo>
                      <a:lnTo>
                        <a:pt x="111" y="325"/>
                      </a:lnTo>
                      <a:lnTo>
                        <a:pt x="111" y="327"/>
                      </a:lnTo>
                      <a:lnTo>
                        <a:pt x="113" y="327"/>
                      </a:lnTo>
                      <a:lnTo>
                        <a:pt x="114" y="329"/>
                      </a:lnTo>
                      <a:lnTo>
                        <a:pt x="113" y="329"/>
                      </a:lnTo>
                      <a:lnTo>
                        <a:pt x="111" y="329"/>
                      </a:lnTo>
                      <a:lnTo>
                        <a:pt x="109" y="329"/>
                      </a:lnTo>
                      <a:lnTo>
                        <a:pt x="111" y="329"/>
                      </a:lnTo>
                      <a:lnTo>
                        <a:pt x="111" y="327"/>
                      </a:lnTo>
                      <a:lnTo>
                        <a:pt x="109" y="327"/>
                      </a:lnTo>
                      <a:lnTo>
                        <a:pt x="111" y="327"/>
                      </a:lnTo>
                      <a:lnTo>
                        <a:pt x="109" y="327"/>
                      </a:lnTo>
                      <a:lnTo>
                        <a:pt x="109" y="325"/>
                      </a:lnTo>
                      <a:lnTo>
                        <a:pt x="109" y="327"/>
                      </a:lnTo>
                      <a:lnTo>
                        <a:pt x="107" y="327"/>
                      </a:lnTo>
                      <a:lnTo>
                        <a:pt x="107" y="325"/>
                      </a:lnTo>
                      <a:lnTo>
                        <a:pt x="105" y="325"/>
                      </a:lnTo>
                      <a:lnTo>
                        <a:pt x="104" y="325"/>
                      </a:lnTo>
                      <a:lnTo>
                        <a:pt x="105" y="327"/>
                      </a:lnTo>
                      <a:lnTo>
                        <a:pt x="107" y="327"/>
                      </a:lnTo>
                      <a:lnTo>
                        <a:pt x="107" y="329"/>
                      </a:lnTo>
                      <a:lnTo>
                        <a:pt x="109" y="329"/>
                      </a:lnTo>
                      <a:lnTo>
                        <a:pt x="109" y="331"/>
                      </a:lnTo>
                      <a:lnTo>
                        <a:pt x="109" y="329"/>
                      </a:lnTo>
                      <a:lnTo>
                        <a:pt x="109" y="331"/>
                      </a:lnTo>
                      <a:lnTo>
                        <a:pt x="109" y="329"/>
                      </a:lnTo>
                      <a:lnTo>
                        <a:pt x="107" y="331"/>
                      </a:lnTo>
                      <a:lnTo>
                        <a:pt x="107" y="329"/>
                      </a:lnTo>
                      <a:lnTo>
                        <a:pt x="105" y="329"/>
                      </a:lnTo>
                      <a:lnTo>
                        <a:pt x="104" y="329"/>
                      </a:lnTo>
                      <a:lnTo>
                        <a:pt x="105" y="329"/>
                      </a:lnTo>
                      <a:lnTo>
                        <a:pt x="104" y="329"/>
                      </a:lnTo>
                      <a:lnTo>
                        <a:pt x="105" y="329"/>
                      </a:lnTo>
                      <a:lnTo>
                        <a:pt x="104" y="327"/>
                      </a:lnTo>
                      <a:lnTo>
                        <a:pt x="104" y="329"/>
                      </a:lnTo>
                      <a:lnTo>
                        <a:pt x="104" y="327"/>
                      </a:lnTo>
                      <a:lnTo>
                        <a:pt x="102" y="327"/>
                      </a:lnTo>
                      <a:lnTo>
                        <a:pt x="102" y="325"/>
                      </a:lnTo>
                      <a:lnTo>
                        <a:pt x="100" y="325"/>
                      </a:lnTo>
                      <a:lnTo>
                        <a:pt x="100" y="324"/>
                      </a:lnTo>
                      <a:lnTo>
                        <a:pt x="100" y="325"/>
                      </a:lnTo>
                      <a:lnTo>
                        <a:pt x="98" y="325"/>
                      </a:lnTo>
                      <a:lnTo>
                        <a:pt x="100" y="325"/>
                      </a:lnTo>
                      <a:lnTo>
                        <a:pt x="98" y="325"/>
                      </a:lnTo>
                      <a:lnTo>
                        <a:pt x="98" y="324"/>
                      </a:lnTo>
                      <a:lnTo>
                        <a:pt x="98" y="325"/>
                      </a:lnTo>
                      <a:lnTo>
                        <a:pt x="98" y="324"/>
                      </a:lnTo>
                      <a:lnTo>
                        <a:pt x="98" y="325"/>
                      </a:lnTo>
                      <a:lnTo>
                        <a:pt x="98" y="324"/>
                      </a:lnTo>
                      <a:lnTo>
                        <a:pt x="98" y="325"/>
                      </a:lnTo>
                      <a:lnTo>
                        <a:pt x="98" y="324"/>
                      </a:lnTo>
                      <a:lnTo>
                        <a:pt x="96" y="324"/>
                      </a:lnTo>
                      <a:lnTo>
                        <a:pt x="96" y="322"/>
                      </a:lnTo>
                      <a:lnTo>
                        <a:pt x="96" y="324"/>
                      </a:lnTo>
                      <a:lnTo>
                        <a:pt x="96" y="325"/>
                      </a:lnTo>
                      <a:lnTo>
                        <a:pt x="98" y="327"/>
                      </a:lnTo>
                      <a:lnTo>
                        <a:pt x="98" y="325"/>
                      </a:lnTo>
                      <a:lnTo>
                        <a:pt x="96" y="325"/>
                      </a:lnTo>
                      <a:lnTo>
                        <a:pt x="98" y="325"/>
                      </a:lnTo>
                      <a:lnTo>
                        <a:pt x="100" y="325"/>
                      </a:lnTo>
                      <a:lnTo>
                        <a:pt x="100" y="327"/>
                      </a:lnTo>
                      <a:lnTo>
                        <a:pt x="100" y="325"/>
                      </a:lnTo>
                      <a:lnTo>
                        <a:pt x="100" y="327"/>
                      </a:lnTo>
                      <a:lnTo>
                        <a:pt x="100" y="325"/>
                      </a:lnTo>
                      <a:lnTo>
                        <a:pt x="100" y="327"/>
                      </a:lnTo>
                      <a:lnTo>
                        <a:pt x="100" y="329"/>
                      </a:lnTo>
                      <a:lnTo>
                        <a:pt x="102" y="329"/>
                      </a:lnTo>
                      <a:lnTo>
                        <a:pt x="100" y="327"/>
                      </a:lnTo>
                      <a:lnTo>
                        <a:pt x="98" y="327"/>
                      </a:lnTo>
                      <a:lnTo>
                        <a:pt x="100" y="327"/>
                      </a:lnTo>
                      <a:lnTo>
                        <a:pt x="98" y="327"/>
                      </a:lnTo>
                      <a:lnTo>
                        <a:pt x="100" y="327"/>
                      </a:lnTo>
                      <a:lnTo>
                        <a:pt x="98" y="327"/>
                      </a:lnTo>
                      <a:lnTo>
                        <a:pt x="96" y="325"/>
                      </a:lnTo>
                      <a:lnTo>
                        <a:pt x="94" y="325"/>
                      </a:lnTo>
                      <a:lnTo>
                        <a:pt x="94" y="324"/>
                      </a:lnTo>
                      <a:lnTo>
                        <a:pt x="93" y="324"/>
                      </a:lnTo>
                      <a:lnTo>
                        <a:pt x="91" y="324"/>
                      </a:lnTo>
                      <a:lnTo>
                        <a:pt x="89" y="324"/>
                      </a:lnTo>
                      <a:lnTo>
                        <a:pt x="89" y="322"/>
                      </a:lnTo>
                      <a:lnTo>
                        <a:pt x="87" y="322"/>
                      </a:lnTo>
                      <a:lnTo>
                        <a:pt x="85" y="322"/>
                      </a:lnTo>
                      <a:lnTo>
                        <a:pt x="83" y="320"/>
                      </a:lnTo>
                      <a:lnTo>
                        <a:pt x="82" y="320"/>
                      </a:lnTo>
                      <a:lnTo>
                        <a:pt x="82" y="318"/>
                      </a:lnTo>
                      <a:lnTo>
                        <a:pt x="80" y="318"/>
                      </a:lnTo>
                      <a:lnTo>
                        <a:pt x="78" y="318"/>
                      </a:lnTo>
                      <a:lnTo>
                        <a:pt x="76" y="318"/>
                      </a:lnTo>
                      <a:lnTo>
                        <a:pt x="74" y="318"/>
                      </a:lnTo>
                      <a:lnTo>
                        <a:pt x="73" y="318"/>
                      </a:lnTo>
                      <a:lnTo>
                        <a:pt x="73" y="316"/>
                      </a:lnTo>
                      <a:lnTo>
                        <a:pt x="74" y="316"/>
                      </a:lnTo>
                      <a:lnTo>
                        <a:pt x="73" y="316"/>
                      </a:lnTo>
                      <a:lnTo>
                        <a:pt x="73" y="314"/>
                      </a:lnTo>
                      <a:lnTo>
                        <a:pt x="71" y="314"/>
                      </a:lnTo>
                      <a:lnTo>
                        <a:pt x="71" y="313"/>
                      </a:lnTo>
                      <a:lnTo>
                        <a:pt x="71" y="311"/>
                      </a:lnTo>
                      <a:lnTo>
                        <a:pt x="73" y="311"/>
                      </a:lnTo>
                      <a:lnTo>
                        <a:pt x="74" y="311"/>
                      </a:lnTo>
                      <a:lnTo>
                        <a:pt x="76" y="311"/>
                      </a:lnTo>
                      <a:lnTo>
                        <a:pt x="78" y="311"/>
                      </a:lnTo>
                      <a:lnTo>
                        <a:pt x="80" y="313"/>
                      </a:lnTo>
                      <a:lnTo>
                        <a:pt x="85" y="313"/>
                      </a:lnTo>
                      <a:lnTo>
                        <a:pt x="89" y="311"/>
                      </a:lnTo>
                      <a:lnTo>
                        <a:pt x="89" y="309"/>
                      </a:lnTo>
                      <a:lnTo>
                        <a:pt x="87" y="309"/>
                      </a:lnTo>
                      <a:lnTo>
                        <a:pt x="87" y="307"/>
                      </a:lnTo>
                      <a:lnTo>
                        <a:pt x="85" y="305"/>
                      </a:lnTo>
                      <a:lnTo>
                        <a:pt x="78" y="298"/>
                      </a:lnTo>
                      <a:lnTo>
                        <a:pt x="76" y="296"/>
                      </a:lnTo>
                      <a:lnTo>
                        <a:pt x="74" y="291"/>
                      </a:lnTo>
                      <a:lnTo>
                        <a:pt x="71" y="287"/>
                      </a:lnTo>
                      <a:lnTo>
                        <a:pt x="69" y="287"/>
                      </a:lnTo>
                      <a:lnTo>
                        <a:pt x="60" y="278"/>
                      </a:lnTo>
                      <a:lnTo>
                        <a:pt x="58" y="276"/>
                      </a:lnTo>
                      <a:lnTo>
                        <a:pt x="54" y="274"/>
                      </a:lnTo>
                      <a:lnTo>
                        <a:pt x="52" y="274"/>
                      </a:lnTo>
                      <a:lnTo>
                        <a:pt x="51" y="274"/>
                      </a:lnTo>
                      <a:lnTo>
                        <a:pt x="43" y="274"/>
                      </a:lnTo>
                      <a:lnTo>
                        <a:pt x="41" y="274"/>
                      </a:lnTo>
                      <a:lnTo>
                        <a:pt x="40" y="274"/>
                      </a:lnTo>
                      <a:lnTo>
                        <a:pt x="32" y="272"/>
                      </a:lnTo>
                      <a:lnTo>
                        <a:pt x="32" y="274"/>
                      </a:lnTo>
                      <a:lnTo>
                        <a:pt x="32" y="276"/>
                      </a:lnTo>
                      <a:lnTo>
                        <a:pt x="31" y="278"/>
                      </a:lnTo>
                      <a:lnTo>
                        <a:pt x="29" y="276"/>
                      </a:lnTo>
                      <a:lnTo>
                        <a:pt x="25" y="274"/>
                      </a:lnTo>
                      <a:lnTo>
                        <a:pt x="23" y="274"/>
                      </a:lnTo>
                      <a:lnTo>
                        <a:pt x="21" y="272"/>
                      </a:lnTo>
                      <a:lnTo>
                        <a:pt x="23" y="271"/>
                      </a:lnTo>
                      <a:lnTo>
                        <a:pt x="21" y="269"/>
                      </a:lnTo>
                      <a:lnTo>
                        <a:pt x="20" y="267"/>
                      </a:lnTo>
                      <a:lnTo>
                        <a:pt x="21" y="265"/>
                      </a:lnTo>
                      <a:lnTo>
                        <a:pt x="23" y="265"/>
                      </a:lnTo>
                      <a:lnTo>
                        <a:pt x="23" y="263"/>
                      </a:lnTo>
                      <a:lnTo>
                        <a:pt x="25" y="263"/>
                      </a:lnTo>
                      <a:lnTo>
                        <a:pt x="20" y="261"/>
                      </a:lnTo>
                      <a:lnTo>
                        <a:pt x="21" y="260"/>
                      </a:lnTo>
                      <a:lnTo>
                        <a:pt x="21" y="258"/>
                      </a:lnTo>
                      <a:lnTo>
                        <a:pt x="21" y="256"/>
                      </a:lnTo>
                      <a:lnTo>
                        <a:pt x="18" y="256"/>
                      </a:lnTo>
                      <a:lnTo>
                        <a:pt x="14" y="254"/>
                      </a:lnTo>
                      <a:lnTo>
                        <a:pt x="12" y="254"/>
                      </a:lnTo>
                      <a:lnTo>
                        <a:pt x="10" y="254"/>
                      </a:lnTo>
                      <a:lnTo>
                        <a:pt x="9" y="254"/>
                      </a:lnTo>
                      <a:lnTo>
                        <a:pt x="7" y="254"/>
                      </a:lnTo>
                      <a:lnTo>
                        <a:pt x="5" y="252"/>
                      </a:lnTo>
                      <a:lnTo>
                        <a:pt x="1" y="250"/>
                      </a:lnTo>
                      <a:lnTo>
                        <a:pt x="0" y="250"/>
                      </a:lnTo>
                      <a:lnTo>
                        <a:pt x="3" y="243"/>
                      </a:lnTo>
                      <a:lnTo>
                        <a:pt x="3" y="241"/>
                      </a:lnTo>
                      <a:lnTo>
                        <a:pt x="5" y="239"/>
                      </a:lnTo>
                      <a:lnTo>
                        <a:pt x="9" y="232"/>
                      </a:lnTo>
                      <a:lnTo>
                        <a:pt x="12" y="230"/>
                      </a:lnTo>
                      <a:lnTo>
                        <a:pt x="14" y="230"/>
                      </a:lnTo>
                      <a:lnTo>
                        <a:pt x="16" y="230"/>
                      </a:lnTo>
                      <a:lnTo>
                        <a:pt x="16" y="228"/>
                      </a:lnTo>
                      <a:lnTo>
                        <a:pt x="18" y="227"/>
                      </a:lnTo>
                      <a:lnTo>
                        <a:pt x="18" y="225"/>
                      </a:lnTo>
                      <a:lnTo>
                        <a:pt x="20" y="225"/>
                      </a:lnTo>
                      <a:lnTo>
                        <a:pt x="18" y="223"/>
                      </a:lnTo>
                      <a:lnTo>
                        <a:pt x="16" y="221"/>
                      </a:lnTo>
                      <a:lnTo>
                        <a:pt x="14" y="219"/>
                      </a:lnTo>
                      <a:lnTo>
                        <a:pt x="10" y="219"/>
                      </a:lnTo>
                      <a:lnTo>
                        <a:pt x="9" y="218"/>
                      </a:lnTo>
                      <a:lnTo>
                        <a:pt x="10" y="214"/>
                      </a:lnTo>
                      <a:lnTo>
                        <a:pt x="10" y="210"/>
                      </a:lnTo>
                      <a:lnTo>
                        <a:pt x="12" y="207"/>
                      </a:lnTo>
                      <a:lnTo>
                        <a:pt x="12" y="205"/>
                      </a:lnTo>
                      <a:lnTo>
                        <a:pt x="12" y="203"/>
                      </a:lnTo>
                      <a:lnTo>
                        <a:pt x="12" y="201"/>
                      </a:lnTo>
                      <a:lnTo>
                        <a:pt x="14" y="199"/>
                      </a:lnTo>
                      <a:lnTo>
                        <a:pt x="16" y="199"/>
                      </a:lnTo>
                      <a:lnTo>
                        <a:pt x="20" y="197"/>
                      </a:lnTo>
                      <a:lnTo>
                        <a:pt x="23" y="197"/>
                      </a:lnTo>
                      <a:lnTo>
                        <a:pt x="31" y="190"/>
                      </a:lnTo>
                      <a:lnTo>
                        <a:pt x="29" y="190"/>
                      </a:lnTo>
                      <a:lnTo>
                        <a:pt x="29" y="188"/>
                      </a:lnTo>
                      <a:lnTo>
                        <a:pt x="27" y="188"/>
                      </a:lnTo>
                      <a:lnTo>
                        <a:pt x="29" y="186"/>
                      </a:lnTo>
                      <a:lnTo>
                        <a:pt x="29" y="185"/>
                      </a:lnTo>
                      <a:lnTo>
                        <a:pt x="27" y="185"/>
                      </a:lnTo>
                      <a:lnTo>
                        <a:pt x="27" y="183"/>
                      </a:lnTo>
                      <a:lnTo>
                        <a:pt x="29" y="183"/>
                      </a:lnTo>
                      <a:lnTo>
                        <a:pt x="31" y="183"/>
                      </a:lnTo>
                      <a:lnTo>
                        <a:pt x="32" y="183"/>
                      </a:lnTo>
                      <a:lnTo>
                        <a:pt x="32" y="181"/>
                      </a:lnTo>
                      <a:lnTo>
                        <a:pt x="34" y="179"/>
                      </a:lnTo>
                      <a:lnTo>
                        <a:pt x="36" y="179"/>
                      </a:lnTo>
                      <a:lnTo>
                        <a:pt x="36" y="177"/>
                      </a:lnTo>
                      <a:lnTo>
                        <a:pt x="40" y="177"/>
                      </a:lnTo>
                      <a:lnTo>
                        <a:pt x="40" y="179"/>
                      </a:lnTo>
                      <a:lnTo>
                        <a:pt x="41" y="179"/>
                      </a:lnTo>
                      <a:lnTo>
                        <a:pt x="41" y="181"/>
                      </a:lnTo>
                      <a:lnTo>
                        <a:pt x="43" y="181"/>
                      </a:lnTo>
                      <a:lnTo>
                        <a:pt x="45" y="183"/>
                      </a:lnTo>
                      <a:lnTo>
                        <a:pt x="47" y="183"/>
                      </a:lnTo>
                      <a:lnTo>
                        <a:pt x="47" y="185"/>
                      </a:lnTo>
                      <a:lnTo>
                        <a:pt x="49" y="185"/>
                      </a:lnTo>
                      <a:lnTo>
                        <a:pt x="51" y="185"/>
                      </a:lnTo>
                      <a:lnTo>
                        <a:pt x="51" y="186"/>
                      </a:lnTo>
                      <a:lnTo>
                        <a:pt x="52" y="186"/>
                      </a:lnTo>
                      <a:lnTo>
                        <a:pt x="52" y="188"/>
                      </a:lnTo>
                      <a:lnTo>
                        <a:pt x="52" y="190"/>
                      </a:lnTo>
                      <a:lnTo>
                        <a:pt x="54" y="190"/>
                      </a:lnTo>
                      <a:lnTo>
                        <a:pt x="56" y="190"/>
                      </a:lnTo>
                      <a:lnTo>
                        <a:pt x="56" y="192"/>
                      </a:lnTo>
                      <a:lnTo>
                        <a:pt x="58" y="192"/>
                      </a:lnTo>
                      <a:lnTo>
                        <a:pt x="58" y="194"/>
                      </a:lnTo>
                      <a:lnTo>
                        <a:pt x="58" y="196"/>
                      </a:lnTo>
                      <a:lnTo>
                        <a:pt x="60" y="196"/>
                      </a:lnTo>
                      <a:lnTo>
                        <a:pt x="60" y="197"/>
                      </a:lnTo>
                      <a:lnTo>
                        <a:pt x="62" y="197"/>
                      </a:lnTo>
                      <a:lnTo>
                        <a:pt x="62" y="199"/>
                      </a:lnTo>
                      <a:lnTo>
                        <a:pt x="63" y="199"/>
                      </a:lnTo>
                      <a:lnTo>
                        <a:pt x="65" y="199"/>
                      </a:lnTo>
                      <a:lnTo>
                        <a:pt x="65" y="201"/>
                      </a:lnTo>
                      <a:lnTo>
                        <a:pt x="67" y="201"/>
                      </a:lnTo>
                      <a:lnTo>
                        <a:pt x="67" y="199"/>
                      </a:lnTo>
                      <a:lnTo>
                        <a:pt x="67" y="201"/>
                      </a:lnTo>
                      <a:lnTo>
                        <a:pt x="69" y="201"/>
                      </a:lnTo>
                      <a:lnTo>
                        <a:pt x="76" y="197"/>
                      </a:lnTo>
                      <a:lnTo>
                        <a:pt x="80" y="197"/>
                      </a:lnTo>
                      <a:lnTo>
                        <a:pt x="85" y="194"/>
                      </a:lnTo>
                      <a:lnTo>
                        <a:pt x="83" y="194"/>
                      </a:lnTo>
                      <a:lnTo>
                        <a:pt x="83" y="192"/>
                      </a:lnTo>
                      <a:lnTo>
                        <a:pt x="82" y="190"/>
                      </a:lnTo>
                      <a:lnTo>
                        <a:pt x="80" y="190"/>
                      </a:lnTo>
                      <a:lnTo>
                        <a:pt x="82" y="188"/>
                      </a:lnTo>
                      <a:lnTo>
                        <a:pt x="82" y="186"/>
                      </a:lnTo>
                      <a:lnTo>
                        <a:pt x="80" y="185"/>
                      </a:lnTo>
                      <a:lnTo>
                        <a:pt x="78" y="181"/>
                      </a:lnTo>
                      <a:lnTo>
                        <a:pt x="78" y="177"/>
                      </a:lnTo>
                      <a:lnTo>
                        <a:pt x="76" y="175"/>
                      </a:lnTo>
                      <a:lnTo>
                        <a:pt x="76" y="174"/>
                      </a:lnTo>
                      <a:lnTo>
                        <a:pt x="76" y="172"/>
                      </a:lnTo>
                      <a:lnTo>
                        <a:pt x="74" y="172"/>
                      </a:lnTo>
                      <a:lnTo>
                        <a:pt x="73" y="172"/>
                      </a:lnTo>
                      <a:lnTo>
                        <a:pt x="74" y="172"/>
                      </a:lnTo>
                      <a:lnTo>
                        <a:pt x="74" y="170"/>
                      </a:lnTo>
                      <a:lnTo>
                        <a:pt x="74" y="172"/>
                      </a:lnTo>
                      <a:lnTo>
                        <a:pt x="76" y="172"/>
                      </a:lnTo>
                      <a:lnTo>
                        <a:pt x="78" y="172"/>
                      </a:lnTo>
                      <a:lnTo>
                        <a:pt x="80" y="172"/>
                      </a:lnTo>
                      <a:lnTo>
                        <a:pt x="82" y="172"/>
                      </a:lnTo>
                      <a:lnTo>
                        <a:pt x="82" y="174"/>
                      </a:lnTo>
                      <a:lnTo>
                        <a:pt x="83" y="172"/>
                      </a:lnTo>
                      <a:lnTo>
                        <a:pt x="87" y="170"/>
                      </a:lnTo>
                      <a:lnTo>
                        <a:pt x="89" y="170"/>
                      </a:lnTo>
                      <a:lnTo>
                        <a:pt x="91" y="168"/>
                      </a:lnTo>
                      <a:lnTo>
                        <a:pt x="93" y="166"/>
                      </a:lnTo>
                      <a:lnTo>
                        <a:pt x="96" y="166"/>
                      </a:lnTo>
                      <a:lnTo>
                        <a:pt x="96" y="164"/>
                      </a:lnTo>
                      <a:lnTo>
                        <a:pt x="98" y="164"/>
                      </a:lnTo>
                      <a:lnTo>
                        <a:pt x="104" y="164"/>
                      </a:lnTo>
                      <a:lnTo>
                        <a:pt x="104" y="163"/>
                      </a:lnTo>
                      <a:lnTo>
                        <a:pt x="104" y="161"/>
                      </a:lnTo>
                      <a:lnTo>
                        <a:pt x="104" y="159"/>
                      </a:lnTo>
                      <a:lnTo>
                        <a:pt x="102" y="159"/>
                      </a:lnTo>
                      <a:lnTo>
                        <a:pt x="102" y="157"/>
                      </a:lnTo>
                      <a:lnTo>
                        <a:pt x="104" y="157"/>
                      </a:lnTo>
                      <a:lnTo>
                        <a:pt x="102" y="155"/>
                      </a:lnTo>
                      <a:lnTo>
                        <a:pt x="104" y="155"/>
                      </a:lnTo>
                      <a:lnTo>
                        <a:pt x="104" y="154"/>
                      </a:lnTo>
                      <a:lnTo>
                        <a:pt x="105" y="154"/>
                      </a:lnTo>
                      <a:lnTo>
                        <a:pt x="105" y="155"/>
                      </a:lnTo>
                      <a:lnTo>
                        <a:pt x="109" y="155"/>
                      </a:lnTo>
                      <a:lnTo>
                        <a:pt x="116" y="155"/>
                      </a:lnTo>
                      <a:lnTo>
                        <a:pt x="120" y="152"/>
                      </a:lnTo>
                      <a:lnTo>
                        <a:pt x="122" y="152"/>
                      </a:lnTo>
                      <a:lnTo>
                        <a:pt x="124" y="150"/>
                      </a:lnTo>
                      <a:lnTo>
                        <a:pt x="125" y="150"/>
                      </a:lnTo>
                      <a:lnTo>
                        <a:pt x="133" y="148"/>
                      </a:lnTo>
                      <a:lnTo>
                        <a:pt x="136" y="148"/>
                      </a:lnTo>
                      <a:lnTo>
                        <a:pt x="138" y="146"/>
                      </a:lnTo>
                      <a:lnTo>
                        <a:pt x="136" y="144"/>
                      </a:lnTo>
                      <a:lnTo>
                        <a:pt x="138" y="144"/>
                      </a:lnTo>
                      <a:lnTo>
                        <a:pt x="138" y="143"/>
                      </a:lnTo>
                      <a:lnTo>
                        <a:pt x="142" y="143"/>
                      </a:lnTo>
                      <a:lnTo>
                        <a:pt x="144" y="143"/>
                      </a:lnTo>
                      <a:lnTo>
                        <a:pt x="144" y="141"/>
                      </a:lnTo>
                      <a:lnTo>
                        <a:pt x="144" y="137"/>
                      </a:lnTo>
                      <a:lnTo>
                        <a:pt x="146" y="137"/>
                      </a:lnTo>
                      <a:lnTo>
                        <a:pt x="146" y="135"/>
                      </a:lnTo>
                      <a:lnTo>
                        <a:pt x="147" y="135"/>
                      </a:lnTo>
                      <a:lnTo>
                        <a:pt x="151" y="135"/>
                      </a:lnTo>
                      <a:lnTo>
                        <a:pt x="151" y="137"/>
                      </a:lnTo>
                      <a:lnTo>
                        <a:pt x="149" y="137"/>
                      </a:lnTo>
                      <a:lnTo>
                        <a:pt x="151" y="137"/>
                      </a:lnTo>
                      <a:lnTo>
                        <a:pt x="153" y="137"/>
                      </a:lnTo>
                      <a:lnTo>
                        <a:pt x="153" y="135"/>
                      </a:lnTo>
                      <a:lnTo>
                        <a:pt x="155" y="135"/>
                      </a:lnTo>
                      <a:lnTo>
                        <a:pt x="153" y="135"/>
                      </a:lnTo>
                      <a:lnTo>
                        <a:pt x="153" y="133"/>
                      </a:lnTo>
                      <a:lnTo>
                        <a:pt x="151" y="133"/>
                      </a:lnTo>
                      <a:lnTo>
                        <a:pt x="151" y="132"/>
                      </a:lnTo>
                      <a:lnTo>
                        <a:pt x="155" y="132"/>
                      </a:lnTo>
                      <a:lnTo>
                        <a:pt x="156" y="133"/>
                      </a:lnTo>
                      <a:lnTo>
                        <a:pt x="158" y="133"/>
                      </a:lnTo>
                      <a:lnTo>
                        <a:pt x="160" y="133"/>
                      </a:lnTo>
                      <a:lnTo>
                        <a:pt x="160" y="135"/>
                      </a:lnTo>
                      <a:lnTo>
                        <a:pt x="160" y="133"/>
                      </a:lnTo>
                      <a:lnTo>
                        <a:pt x="160" y="135"/>
                      </a:lnTo>
                      <a:lnTo>
                        <a:pt x="160" y="133"/>
                      </a:lnTo>
                      <a:lnTo>
                        <a:pt x="162" y="133"/>
                      </a:lnTo>
                      <a:lnTo>
                        <a:pt x="162" y="135"/>
                      </a:lnTo>
                      <a:lnTo>
                        <a:pt x="164" y="135"/>
                      </a:lnTo>
                      <a:lnTo>
                        <a:pt x="164" y="133"/>
                      </a:lnTo>
                      <a:lnTo>
                        <a:pt x="164" y="135"/>
                      </a:lnTo>
                      <a:lnTo>
                        <a:pt x="164" y="133"/>
                      </a:lnTo>
                      <a:lnTo>
                        <a:pt x="166" y="135"/>
                      </a:lnTo>
                      <a:lnTo>
                        <a:pt x="166" y="133"/>
                      </a:lnTo>
                      <a:lnTo>
                        <a:pt x="166" y="135"/>
                      </a:lnTo>
                      <a:lnTo>
                        <a:pt x="166" y="133"/>
                      </a:lnTo>
                      <a:lnTo>
                        <a:pt x="166" y="135"/>
                      </a:lnTo>
                      <a:lnTo>
                        <a:pt x="166" y="133"/>
                      </a:lnTo>
                      <a:lnTo>
                        <a:pt x="166" y="135"/>
                      </a:lnTo>
                      <a:lnTo>
                        <a:pt x="167" y="135"/>
                      </a:lnTo>
                      <a:lnTo>
                        <a:pt x="167" y="133"/>
                      </a:lnTo>
                      <a:lnTo>
                        <a:pt x="169" y="133"/>
                      </a:lnTo>
                      <a:lnTo>
                        <a:pt x="171" y="135"/>
                      </a:lnTo>
                      <a:lnTo>
                        <a:pt x="173" y="135"/>
                      </a:lnTo>
                      <a:lnTo>
                        <a:pt x="173" y="139"/>
                      </a:lnTo>
                      <a:lnTo>
                        <a:pt x="169" y="139"/>
                      </a:lnTo>
                      <a:lnTo>
                        <a:pt x="171" y="139"/>
                      </a:lnTo>
                      <a:lnTo>
                        <a:pt x="171" y="141"/>
                      </a:lnTo>
                      <a:lnTo>
                        <a:pt x="173" y="141"/>
                      </a:lnTo>
                      <a:lnTo>
                        <a:pt x="175" y="141"/>
                      </a:lnTo>
                      <a:lnTo>
                        <a:pt x="177" y="141"/>
                      </a:lnTo>
                      <a:lnTo>
                        <a:pt x="180" y="141"/>
                      </a:lnTo>
                      <a:lnTo>
                        <a:pt x="180" y="139"/>
                      </a:lnTo>
                      <a:lnTo>
                        <a:pt x="182" y="139"/>
                      </a:lnTo>
                      <a:lnTo>
                        <a:pt x="184" y="139"/>
                      </a:lnTo>
                      <a:lnTo>
                        <a:pt x="184" y="141"/>
                      </a:lnTo>
                      <a:lnTo>
                        <a:pt x="182" y="141"/>
                      </a:lnTo>
                      <a:lnTo>
                        <a:pt x="184" y="141"/>
                      </a:lnTo>
                      <a:lnTo>
                        <a:pt x="184" y="143"/>
                      </a:lnTo>
                      <a:lnTo>
                        <a:pt x="186" y="143"/>
                      </a:lnTo>
                      <a:lnTo>
                        <a:pt x="186" y="141"/>
                      </a:lnTo>
                      <a:lnTo>
                        <a:pt x="189" y="141"/>
                      </a:lnTo>
                      <a:lnTo>
                        <a:pt x="187" y="137"/>
                      </a:lnTo>
                      <a:lnTo>
                        <a:pt x="189" y="137"/>
                      </a:lnTo>
                      <a:lnTo>
                        <a:pt x="187" y="137"/>
                      </a:lnTo>
                      <a:lnTo>
                        <a:pt x="189" y="137"/>
                      </a:lnTo>
                      <a:lnTo>
                        <a:pt x="187" y="137"/>
                      </a:lnTo>
                      <a:lnTo>
                        <a:pt x="189" y="137"/>
                      </a:lnTo>
                      <a:lnTo>
                        <a:pt x="189" y="135"/>
                      </a:lnTo>
                      <a:lnTo>
                        <a:pt x="191" y="135"/>
                      </a:lnTo>
                      <a:lnTo>
                        <a:pt x="193" y="133"/>
                      </a:lnTo>
                      <a:lnTo>
                        <a:pt x="191" y="133"/>
                      </a:lnTo>
                      <a:lnTo>
                        <a:pt x="197" y="133"/>
                      </a:lnTo>
                      <a:lnTo>
                        <a:pt x="197" y="135"/>
                      </a:lnTo>
                      <a:lnTo>
                        <a:pt x="198" y="135"/>
                      </a:lnTo>
                      <a:lnTo>
                        <a:pt x="198" y="133"/>
                      </a:lnTo>
                      <a:lnTo>
                        <a:pt x="198" y="135"/>
                      </a:lnTo>
                      <a:lnTo>
                        <a:pt x="202" y="133"/>
                      </a:lnTo>
                      <a:lnTo>
                        <a:pt x="202" y="132"/>
                      </a:lnTo>
                      <a:lnTo>
                        <a:pt x="204" y="132"/>
                      </a:lnTo>
                      <a:lnTo>
                        <a:pt x="208" y="132"/>
                      </a:lnTo>
                      <a:lnTo>
                        <a:pt x="209" y="130"/>
                      </a:lnTo>
                      <a:lnTo>
                        <a:pt x="209" y="132"/>
                      </a:lnTo>
                      <a:lnTo>
                        <a:pt x="209" y="133"/>
                      </a:lnTo>
                      <a:lnTo>
                        <a:pt x="211" y="135"/>
                      </a:lnTo>
                      <a:lnTo>
                        <a:pt x="211" y="137"/>
                      </a:lnTo>
                      <a:lnTo>
                        <a:pt x="213" y="137"/>
                      </a:lnTo>
                      <a:lnTo>
                        <a:pt x="213" y="139"/>
                      </a:lnTo>
                      <a:lnTo>
                        <a:pt x="215" y="139"/>
                      </a:lnTo>
                      <a:lnTo>
                        <a:pt x="213" y="139"/>
                      </a:lnTo>
                      <a:lnTo>
                        <a:pt x="215" y="139"/>
                      </a:lnTo>
                      <a:lnTo>
                        <a:pt x="213" y="139"/>
                      </a:lnTo>
                      <a:lnTo>
                        <a:pt x="213" y="141"/>
                      </a:lnTo>
                      <a:lnTo>
                        <a:pt x="215" y="141"/>
                      </a:lnTo>
                      <a:lnTo>
                        <a:pt x="213" y="141"/>
                      </a:lnTo>
                      <a:lnTo>
                        <a:pt x="215" y="141"/>
                      </a:lnTo>
                      <a:lnTo>
                        <a:pt x="213" y="141"/>
                      </a:lnTo>
                      <a:lnTo>
                        <a:pt x="215" y="141"/>
                      </a:lnTo>
                      <a:lnTo>
                        <a:pt x="215" y="143"/>
                      </a:lnTo>
                      <a:lnTo>
                        <a:pt x="217" y="143"/>
                      </a:lnTo>
                      <a:lnTo>
                        <a:pt x="217" y="141"/>
                      </a:lnTo>
                      <a:lnTo>
                        <a:pt x="217" y="143"/>
                      </a:lnTo>
                      <a:lnTo>
                        <a:pt x="219" y="143"/>
                      </a:lnTo>
                      <a:lnTo>
                        <a:pt x="219" y="141"/>
                      </a:lnTo>
                      <a:lnTo>
                        <a:pt x="219" y="143"/>
                      </a:lnTo>
                      <a:lnTo>
                        <a:pt x="219" y="141"/>
                      </a:lnTo>
                      <a:lnTo>
                        <a:pt x="220" y="141"/>
                      </a:lnTo>
                      <a:lnTo>
                        <a:pt x="220" y="143"/>
                      </a:lnTo>
                      <a:lnTo>
                        <a:pt x="220" y="141"/>
                      </a:lnTo>
                      <a:lnTo>
                        <a:pt x="222" y="141"/>
                      </a:lnTo>
                      <a:lnTo>
                        <a:pt x="224" y="141"/>
                      </a:lnTo>
                      <a:lnTo>
                        <a:pt x="224" y="139"/>
                      </a:lnTo>
                      <a:lnTo>
                        <a:pt x="224" y="141"/>
                      </a:lnTo>
                      <a:lnTo>
                        <a:pt x="226" y="141"/>
                      </a:lnTo>
                      <a:lnTo>
                        <a:pt x="228" y="141"/>
                      </a:lnTo>
                      <a:lnTo>
                        <a:pt x="229" y="141"/>
                      </a:lnTo>
                      <a:lnTo>
                        <a:pt x="229" y="143"/>
                      </a:lnTo>
                      <a:lnTo>
                        <a:pt x="229" y="141"/>
                      </a:lnTo>
                      <a:lnTo>
                        <a:pt x="231" y="141"/>
                      </a:lnTo>
                      <a:lnTo>
                        <a:pt x="233" y="141"/>
                      </a:lnTo>
                      <a:lnTo>
                        <a:pt x="235" y="141"/>
                      </a:lnTo>
                      <a:lnTo>
                        <a:pt x="237" y="141"/>
                      </a:lnTo>
                      <a:lnTo>
                        <a:pt x="237" y="139"/>
                      </a:lnTo>
                      <a:lnTo>
                        <a:pt x="237" y="141"/>
                      </a:lnTo>
                      <a:lnTo>
                        <a:pt x="239" y="141"/>
                      </a:lnTo>
                      <a:lnTo>
                        <a:pt x="239" y="139"/>
                      </a:lnTo>
                      <a:lnTo>
                        <a:pt x="239" y="141"/>
                      </a:lnTo>
                      <a:lnTo>
                        <a:pt x="240" y="141"/>
                      </a:lnTo>
                      <a:lnTo>
                        <a:pt x="242" y="141"/>
                      </a:lnTo>
                      <a:lnTo>
                        <a:pt x="244" y="141"/>
                      </a:lnTo>
                      <a:lnTo>
                        <a:pt x="246" y="141"/>
                      </a:lnTo>
                      <a:lnTo>
                        <a:pt x="248" y="143"/>
                      </a:lnTo>
                      <a:lnTo>
                        <a:pt x="250" y="143"/>
                      </a:lnTo>
                      <a:lnTo>
                        <a:pt x="251" y="143"/>
                      </a:lnTo>
                      <a:lnTo>
                        <a:pt x="251" y="144"/>
                      </a:lnTo>
                      <a:lnTo>
                        <a:pt x="253" y="144"/>
                      </a:lnTo>
                      <a:lnTo>
                        <a:pt x="255" y="144"/>
                      </a:lnTo>
                      <a:lnTo>
                        <a:pt x="253" y="144"/>
                      </a:lnTo>
                      <a:lnTo>
                        <a:pt x="255" y="144"/>
                      </a:lnTo>
                      <a:lnTo>
                        <a:pt x="253" y="144"/>
                      </a:lnTo>
                      <a:lnTo>
                        <a:pt x="255" y="144"/>
                      </a:lnTo>
                      <a:lnTo>
                        <a:pt x="253" y="144"/>
                      </a:lnTo>
                      <a:lnTo>
                        <a:pt x="253" y="146"/>
                      </a:lnTo>
                      <a:lnTo>
                        <a:pt x="253" y="144"/>
                      </a:lnTo>
                      <a:lnTo>
                        <a:pt x="253" y="146"/>
                      </a:lnTo>
                      <a:lnTo>
                        <a:pt x="253" y="148"/>
                      </a:lnTo>
                      <a:lnTo>
                        <a:pt x="253" y="146"/>
                      </a:lnTo>
                      <a:lnTo>
                        <a:pt x="253" y="148"/>
                      </a:lnTo>
                      <a:lnTo>
                        <a:pt x="255" y="148"/>
                      </a:lnTo>
                      <a:lnTo>
                        <a:pt x="255" y="150"/>
                      </a:lnTo>
                      <a:lnTo>
                        <a:pt x="255" y="148"/>
                      </a:lnTo>
                      <a:lnTo>
                        <a:pt x="255" y="150"/>
                      </a:lnTo>
                      <a:lnTo>
                        <a:pt x="257" y="150"/>
                      </a:lnTo>
                      <a:lnTo>
                        <a:pt x="257" y="152"/>
                      </a:lnTo>
                      <a:lnTo>
                        <a:pt x="259" y="152"/>
                      </a:lnTo>
                      <a:lnTo>
                        <a:pt x="259" y="150"/>
                      </a:lnTo>
                      <a:lnTo>
                        <a:pt x="259" y="152"/>
                      </a:lnTo>
                      <a:lnTo>
                        <a:pt x="259" y="150"/>
                      </a:lnTo>
                      <a:lnTo>
                        <a:pt x="259" y="152"/>
                      </a:lnTo>
                      <a:lnTo>
                        <a:pt x="261" y="152"/>
                      </a:lnTo>
                      <a:lnTo>
                        <a:pt x="261" y="150"/>
                      </a:lnTo>
                      <a:lnTo>
                        <a:pt x="261" y="152"/>
                      </a:lnTo>
                      <a:lnTo>
                        <a:pt x="261" y="150"/>
                      </a:lnTo>
                      <a:lnTo>
                        <a:pt x="261" y="152"/>
                      </a:lnTo>
                      <a:lnTo>
                        <a:pt x="261" y="150"/>
                      </a:lnTo>
                      <a:lnTo>
                        <a:pt x="261" y="152"/>
                      </a:lnTo>
                      <a:lnTo>
                        <a:pt x="262" y="152"/>
                      </a:lnTo>
                      <a:lnTo>
                        <a:pt x="264" y="152"/>
                      </a:lnTo>
                      <a:lnTo>
                        <a:pt x="266" y="152"/>
                      </a:lnTo>
                      <a:lnTo>
                        <a:pt x="268" y="152"/>
                      </a:lnTo>
                      <a:lnTo>
                        <a:pt x="268" y="154"/>
                      </a:lnTo>
                      <a:lnTo>
                        <a:pt x="270" y="154"/>
                      </a:lnTo>
                      <a:lnTo>
                        <a:pt x="268" y="154"/>
                      </a:lnTo>
                      <a:lnTo>
                        <a:pt x="270" y="154"/>
                      </a:lnTo>
                      <a:lnTo>
                        <a:pt x="271" y="154"/>
                      </a:lnTo>
                      <a:lnTo>
                        <a:pt x="271" y="155"/>
                      </a:lnTo>
                      <a:lnTo>
                        <a:pt x="273" y="155"/>
                      </a:lnTo>
                      <a:lnTo>
                        <a:pt x="271" y="155"/>
                      </a:lnTo>
                      <a:lnTo>
                        <a:pt x="271" y="157"/>
                      </a:lnTo>
                      <a:lnTo>
                        <a:pt x="273" y="157"/>
                      </a:lnTo>
                      <a:lnTo>
                        <a:pt x="273" y="155"/>
                      </a:lnTo>
                      <a:lnTo>
                        <a:pt x="273" y="157"/>
                      </a:lnTo>
                      <a:lnTo>
                        <a:pt x="275" y="157"/>
                      </a:lnTo>
                      <a:lnTo>
                        <a:pt x="273" y="157"/>
                      </a:lnTo>
                      <a:lnTo>
                        <a:pt x="273" y="159"/>
                      </a:lnTo>
                      <a:lnTo>
                        <a:pt x="273" y="157"/>
                      </a:lnTo>
                      <a:lnTo>
                        <a:pt x="273" y="159"/>
                      </a:lnTo>
                      <a:lnTo>
                        <a:pt x="275" y="159"/>
                      </a:lnTo>
                      <a:lnTo>
                        <a:pt x="273" y="159"/>
                      </a:lnTo>
                      <a:lnTo>
                        <a:pt x="275" y="159"/>
                      </a:lnTo>
                      <a:lnTo>
                        <a:pt x="275" y="161"/>
                      </a:lnTo>
                      <a:lnTo>
                        <a:pt x="277" y="161"/>
                      </a:lnTo>
                      <a:lnTo>
                        <a:pt x="277" y="163"/>
                      </a:lnTo>
                      <a:lnTo>
                        <a:pt x="279" y="163"/>
                      </a:lnTo>
                      <a:lnTo>
                        <a:pt x="279" y="161"/>
                      </a:lnTo>
                      <a:lnTo>
                        <a:pt x="279" y="163"/>
                      </a:lnTo>
                      <a:lnTo>
                        <a:pt x="281" y="163"/>
                      </a:lnTo>
                      <a:lnTo>
                        <a:pt x="282" y="163"/>
                      </a:lnTo>
                      <a:lnTo>
                        <a:pt x="284" y="164"/>
                      </a:lnTo>
                      <a:lnTo>
                        <a:pt x="286" y="164"/>
                      </a:lnTo>
                      <a:lnTo>
                        <a:pt x="286" y="166"/>
                      </a:lnTo>
                      <a:lnTo>
                        <a:pt x="284" y="166"/>
                      </a:lnTo>
                      <a:lnTo>
                        <a:pt x="284" y="168"/>
                      </a:lnTo>
                      <a:lnTo>
                        <a:pt x="282" y="170"/>
                      </a:lnTo>
                      <a:lnTo>
                        <a:pt x="282" y="172"/>
                      </a:lnTo>
                      <a:lnTo>
                        <a:pt x="284" y="174"/>
                      </a:lnTo>
                      <a:lnTo>
                        <a:pt x="286" y="175"/>
                      </a:lnTo>
                      <a:lnTo>
                        <a:pt x="288" y="175"/>
                      </a:lnTo>
                      <a:lnTo>
                        <a:pt x="288" y="174"/>
                      </a:lnTo>
                      <a:lnTo>
                        <a:pt x="290" y="175"/>
                      </a:lnTo>
                      <a:lnTo>
                        <a:pt x="292" y="174"/>
                      </a:lnTo>
                      <a:lnTo>
                        <a:pt x="293" y="174"/>
                      </a:lnTo>
                      <a:lnTo>
                        <a:pt x="293" y="172"/>
                      </a:lnTo>
                      <a:lnTo>
                        <a:pt x="293" y="170"/>
                      </a:lnTo>
                      <a:lnTo>
                        <a:pt x="292" y="170"/>
                      </a:lnTo>
                      <a:lnTo>
                        <a:pt x="292" y="168"/>
                      </a:lnTo>
                      <a:lnTo>
                        <a:pt x="292" y="166"/>
                      </a:lnTo>
                      <a:lnTo>
                        <a:pt x="292" y="164"/>
                      </a:lnTo>
                      <a:lnTo>
                        <a:pt x="292" y="163"/>
                      </a:lnTo>
                      <a:lnTo>
                        <a:pt x="292" y="161"/>
                      </a:lnTo>
                      <a:lnTo>
                        <a:pt x="290" y="161"/>
                      </a:lnTo>
                      <a:lnTo>
                        <a:pt x="288" y="161"/>
                      </a:lnTo>
                      <a:lnTo>
                        <a:pt x="286" y="161"/>
                      </a:lnTo>
                      <a:lnTo>
                        <a:pt x="288" y="161"/>
                      </a:lnTo>
                      <a:lnTo>
                        <a:pt x="288" y="159"/>
                      </a:lnTo>
                      <a:lnTo>
                        <a:pt x="288" y="157"/>
                      </a:lnTo>
                      <a:lnTo>
                        <a:pt x="290" y="157"/>
                      </a:lnTo>
                      <a:lnTo>
                        <a:pt x="292" y="157"/>
                      </a:lnTo>
                      <a:lnTo>
                        <a:pt x="293" y="157"/>
                      </a:lnTo>
                      <a:lnTo>
                        <a:pt x="292" y="157"/>
                      </a:lnTo>
                      <a:lnTo>
                        <a:pt x="293" y="157"/>
                      </a:lnTo>
                      <a:lnTo>
                        <a:pt x="292" y="157"/>
                      </a:lnTo>
                      <a:lnTo>
                        <a:pt x="293" y="157"/>
                      </a:lnTo>
                      <a:lnTo>
                        <a:pt x="295" y="157"/>
                      </a:lnTo>
                      <a:lnTo>
                        <a:pt x="295" y="159"/>
                      </a:lnTo>
                      <a:lnTo>
                        <a:pt x="297" y="159"/>
                      </a:lnTo>
                      <a:lnTo>
                        <a:pt x="299" y="159"/>
                      </a:lnTo>
                      <a:lnTo>
                        <a:pt x="299" y="161"/>
                      </a:lnTo>
                      <a:lnTo>
                        <a:pt x="301" y="161"/>
                      </a:lnTo>
                      <a:lnTo>
                        <a:pt x="299" y="161"/>
                      </a:lnTo>
                      <a:lnTo>
                        <a:pt x="301" y="161"/>
                      </a:lnTo>
                      <a:lnTo>
                        <a:pt x="302" y="163"/>
                      </a:lnTo>
                      <a:lnTo>
                        <a:pt x="304" y="163"/>
                      </a:lnTo>
                      <a:lnTo>
                        <a:pt x="304" y="161"/>
                      </a:lnTo>
                      <a:lnTo>
                        <a:pt x="304" y="163"/>
                      </a:lnTo>
                      <a:lnTo>
                        <a:pt x="304" y="161"/>
                      </a:lnTo>
                      <a:lnTo>
                        <a:pt x="304" y="163"/>
                      </a:lnTo>
                      <a:lnTo>
                        <a:pt x="304" y="161"/>
                      </a:lnTo>
                      <a:lnTo>
                        <a:pt x="306" y="161"/>
                      </a:lnTo>
                      <a:lnTo>
                        <a:pt x="306" y="163"/>
                      </a:lnTo>
                      <a:lnTo>
                        <a:pt x="308" y="163"/>
                      </a:lnTo>
                      <a:lnTo>
                        <a:pt x="306" y="164"/>
                      </a:lnTo>
                      <a:lnTo>
                        <a:pt x="304" y="164"/>
                      </a:lnTo>
                      <a:lnTo>
                        <a:pt x="308" y="166"/>
                      </a:lnTo>
                      <a:lnTo>
                        <a:pt x="313" y="168"/>
                      </a:lnTo>
                      <a:lnTo>
                        <a:pt x="317" y="172"/>
                      </a:lnTo>
                      <a:lnTo>
                        <a:pt x="317" y="170"/>
                      </a:lnTo>
                      <a:lnTo>
                        <a:pt x="319" y="170"/>
                      </a:lnTo>
                      <a:lnTo>
                        <a:pt x="321" y="170"/>
                      </a:lnTo>
                      <a:lnTo>
                        <a:pt x="323" y="170"/>
                      </a:lnTo>
                      <a:lnTo>
                        <a:pt x="323" y="172"/>
                      </a:lnTo>
                      <a:lnTo>
                        <a:pt x="324" y="172"/>
                      </a:lnTo>
                      <a:lnTo>
                        <a:pt x="324" y="174"/>
                      </a:lnTo>
                      <a:lnTo>
                        <a:pt x="326" y="174"/>
                      </a:lnTo>
                      <a:lnTo>
                        <a:pt x="328" y="174"/>
                      </a:lnTo>
                      <a:lnTo>
                        <a:pt x="328" y="175"/>
                      </a:lnTo>
                      <a:lnTo>
                        <a:pt x="330" y="175"/>
                      </a:lnTo>
                      <a:lnTo>
                        <a:pt x="330" y="174"/>
                      </a:lnTo>
                      <a:lnTo>
                        <a:pt x="332" y="174"/>
                      </a:lnTo>
                      <a:lnTo>
                        <a:pt x="332" y="172"/>
                      </a:lnTo>
                      <a:lnTo>
                        <a:pt x="334" y="172"/>
                      </a:lnTo>
                      <a:lnTo>
                        <a:pt x="335" y="172"/>
                      </a:lnTo>
                      <a:lnTo>
                        <a:pt x="337" y="170"/>
                      </a:lnTo>
                      <a:lnTo>
                        <a:pt x="339" y="170"/>
                      </a:lnTo>
                      <a:lnTo>
                        <a:pt x="341" y="170"/>
                      </a:lnTo>
                      <a:lnTo>
                        <a:pt x="343" y="168"/>
                      </a:lnTo>
                      <a:lnTo>
                        <a:pt x="344" y="168"/>
                      </a:lnTo>
                      <a:lnTo>
                        <a:pt x="344" y="166"/>
                      </a:lnTo>
                      <a:lnTo>
                        <a:pt x="343" y="166"/>
                      </a:lnTo>
                      <a:lnTo>
                        <a:pt x="344" y="164"/>
                      </a:lnTo>
                      <a:lnTo>
                        <a:pt x="344" y="163"/>
                      </a:lnTo>
                      <a:lnTo>
                        <a:pt x="346" y="161"/>
                      </a:lnTo>
                      <a:lnTo>
                        <a:pt x="348" y="161"/>
                      </a:lnTo>
                      <a:lnTo>
                        <a:pt x="350" y="163"/>
                      </a:lnTo>
                      <a:lnTo>
                        <a:pt x="352" y="163"/>
                      </a:lnTo>
                      <a:lnTo>
                        <a:pt x="352" y="161"/>
                      </a:lnTo>
                      <a:lnTo>
                        <a:pt x="354" y="161"/>
                      </a:lnTo>
                      <a:lnTo>
                        <a:pt x="352" y="161"/>
                      </a:lnTo>
                      <a:lnTo>
                        <a:pt x="352" y="159"/>
                      </a:lnTo>
                      <a:lnTo>
                        <a:pt x="354" y="159"/>
                      </a:lnTo>
                      <a:lnTo>
                        <a:pt x="355" y="159"/>
                      </a:lnTo>
                      <a:lnTo>
                        <a:pt x="355" y="157"/>
                      </a:lnTo>
                      <a:lnTo>
                        <a:pt x="357" y="155"/>
                      </a:lnTo>
                      <a:lnTo>
                        <a:pt x="357" y="157"/>
                      </a:lnTo>
                      <a:lnTo>
                        <a:pt x="359" y="157"/>
                      </a:lnTo>
                      <a:lnTo>
                        <a:pt x="361" y="157"/>
                      </a:lnTo>
                      <a:lnTo>
                        <a:pt x="361" y="159"/>
                      </a:lnTo>
                      <a:lnTo>
                        <a:pt x="363" y="159"/>
                      </a:lnTo>
                      <a:lnTo>
                        <a:pt x="365" y="159"/>
                      </a:lnTo>
                      <a:lnTo>
                        <a:pt x="366" y="159"/>
                      </a:lnTo>
                      <a:lnTo>
                        <a:pt x="365" y="155"/>
                      </a:lnTo>
                      <a:lnTo>
                        <a:pt x="366" y="155"/>
                      </a:lnTo>
                      <a:lnTo>
                        <a:pt x="368" y="155"/>
                      </a:lnTo>
                      <a:lnTo>
                        <a:pt x="370" y="155"/>
                      </a:lnTo>
                      <a:lnTo>
                        <a:pt x="372" y="155"/>
                      </a:lnTo>
                      <a:lnTo>
                        <a:pt x="374" y="155"/>
                      </a:lnTo>
                      <a:lnTo>
                        <a:pt x="375" y="155"/>
                      </a:lnTo>
                      <a:lnTo>
                        <a:pt x="379" y="155"/>
                      </a:lnTo>
                      <a:lnTo>
                        <a:pt x="381" y="155"/>
                      </a:lnTo>
                      <a:lnTo>
                        <a:pt x="381" y="154"/>
                      </a:lnTo>
                      <a:lnTo>
                        <a:pt x="381" y="155"/>
                      </a:lnTo>
                      <a:lnTo>
                        <a:pt x="383" y="155"/>
                      </a:lnTo>
                      <a:lnTo>
                        <a:pt x="383" y="157"/>
                      </a:lnTo>
                      <a:lnTo>
                        <a:pt x="385" y="157"/>
                      </a:lnTo>
                      <a:lnTo>
                        <a:pt x="385" y="159"/>
                      </a:lnTo>
                      <a:lnTo>
                        <a:pt x="386" y="159"/>
                      </a:lnTo>
                      <a:lnTo>
                        <a:pt x="386" y="161"/>
                      </a:lnTo>
                      <a:lnTo>
                        <a:pt x="388" y="161"/>
                      </a:lnTo>
                      <a:lnTo>
                        <a:pt x="390" y="163"/>
                      </a:lnTo>
                      <a:lnTo>
                        <a:pt x="392" y="163"/>
                      </a:lnTo>
                      <a:lnTo>
                        <a:pt x="394" y="163"/>
                      </a:lnTo>
                      <a:lnTo>
                        <a:pt x="394" y="161"/>
                      </a:lnTo>
                      <a:lnTo>
                        <a:pt x="396" y="161"/>
                      </a:lnTo>
                      <a:lnTo>
                        <a:pt x="397" y="161"/>
                      </a:lnTo>
                      <a:lnTo>
                        <a:pt x="399" y="161"/>
                      </a:lnTo>
                      <a:lnTo>
                        <a:pt x="401" y="161"/>
                      </a:lnTo>
                      <a:lnTo>
                        <a:pt x="401" y="157"/>
                      </a:lnTo>
                      <a:lnTo>
                        <a:pt x="401" y="155"/>
                      </a:lnTo>
                      <a:lnTo>
                        <a:pt x="403" y="154"/>
                      </a:lnTo>
                      <a:lnTo>
                        <a:pt x="405" y="154"/>
                      </a:lnTo>
                      <a:lnTo>
                        <a:pt x="405" y="155"/>
                      </a:lnTo>
                      <a:lnTo>
                        <a:pt x="405" y="154"/>
                      </a:lnTo>
                      <a:lnTo>
                        <a:pt x="405" y="155"/>
                      </a:lnTo>
                      <a:lnTo>
                        <a:pt x="407" y="155"/>
                      </a:lnTo>
                      <a:lnTo>
                        <a:pt x="407" y="154"/>
                      </a:lnTo>
                      <a:lnTo>
                        <a:pt x="408" y="154"/>
                      </a:lnTo>
                      <a:lnTo>
                        <a:pt x="408" y="155"/>
                      </a:lnTo>
                      <a:lnTo>
                        <a:pt x="410" y="155"/>
                      </a:lnTo>
                      <a:lnTo>
                        <a:pt x="412" y="155"/>
                      </a:lnTo>
                      <a:lnTo>
                        <a:pt x="412" y="154"/>
                      </a:lnTo>
                      <a:lnTo>
                        <a:pt x="414" y="154"/>
                      </a:lnTo>
                      <a:lnTo>
                        <a:pt x="414" y="155"/>
                      </a:lnTo>
                      <a:lnTo>
                        <a:pt x="416" y="155"/>
                      </a:lnTo>
                      <a:lnTo>
                        <a:pt x="417" y="155"/>
                      </a:lnTo>
                      <a:lnTo>
                        <a:pt x="416" y="155"/>
                      </a:lnTo>
                      <a:lnTo>
                        <a:pt x="417" y="155"/>
                      </a:lnTo>
                      <a:lnTo>
                        <a:pt x="417" y="154"/>
                      </a:lnTo>
                      <a:lnTo>
                        <a:pt x="419" y="154"/>
                      </a:lnTo>
                      <a:lnTo>
                        <a:pt x="421" y="154"/>
                      </a:lnTo>
                      <a:lnTo>
                        <a:pt x="421" y="152"/>
                      </a:lnTo>
                      <a:lnTo>
                        <a:pt x="423" y="152"/>
                      </a:lnTo>
                      <a:lnTo>
                        <a:pt x="423" y="154"/>
                      </a:lnTo>
                      <a:lnTo>
                        <a:pt x="423" y="155"/>
                      </a:lnTo>
                      <a:lnTo>
                        <a:pt x="425" y="155"/>
                      </a:lnTo>
                      <a:lnTo>
                        <a:pt x="427" y="155"/>
                      </a:lnTo>
                      <a:lnTo>
                        <a:pt x="428" y="155"/>
                      </a:lnTo>
                      <a:lnTo>
                        <a:pt x="430" y="155"/>
                      </a:lnTo>
                      <a:lnTo>
                        <a:pt x="432" y="157"/>
                      </a:lnTo>
                      <a:lnTo>
                        <a:pt x="434" y="159"/>
                      </a:lnTo>
                      <a:lnTo>
                        <a:pt x="432" y="159"/>
                      </a:lnTo>
                      <a:lnTo>
                        <a:pt x="432" y="161"/>
                      </a:lnTo>
                      <a:lnTo>
                        <a:pt x="432" y="163"/>
                      </a:lnTo>
                      <a:lnTo>
                        <a:pt x="434" y="163"/>
                      </a:lnTo>
                      <a:lnTo>
                        <a:pt x="436" y="163"/>
                      </a:lnTo>
                      <a:lnTo>
                        <a:pt x="436" y="164"/>
                      </a:lnTo>
                      <a:lnTo>
                        <a:pt x="434" y="164"/>
                      </a:lnTo>
                      <a:lnTo>
                        <a:pt x="436" y="164"/>
                      </a:lnTo>
                      <a:lnTo>
                        <a:pt x="438" y="164"/>
                      </a:lnTo>
                      <a:lnTo>
                        <a:pt x="439" y="166"/>
                      </a:lnTo>
                      <a:lnTo>
                        <a:pt x="438" y="166"/>
                      </a:lnTo>
                      <a:lnTo>
                        <a:pt x="439" y="166"/>
                      </a:lnTo>
                      <a:lnTo>
                        <a:pt x="439" y="168"/>
                      </a:lnTo>
                      <a:lnTo>
                        <a:pt x="441" y="168"/>
                      </a:lnTo>
                      <a:lnTo>
                        <a:pt x="441" y="170"/>
                      </a:lnTo>
                      <a:lnTo>
                        <a:pt x="443" y="170"/>
                      </a:lnTo>
                      <a:lnTo>
                        <a:pt x="445" y="170"/>
                      </a:lnTo>
                      <a:lnTo>
                        <a:pt x="447" y="170"/>
                      </a:lnTo>
                      <a:lnTo>
                        <a:pt x="448" y="170"/>
                      </a:lnTo>
                      <a:lnTo>
                        <a:pt x="450" y="170"/>
                      </a:lnTo>
                      <a:lnTo>
                        <a:pt x="452" y="170"/>
                      </a:lnTo>
                      <a:lnTo>
                        <a:pt x="454" y="170"/>
                      </a:lnTo>
                      <a:lnTo>
                        <a:pt x="456" y="172"/>
                      </a:lnTo>
                      <a:lnTo>
                        <a:pt x="458" y="170"/>
                      </a:lnTo>
                      <a:lnTo>
                        <a:pt x="459" y="172"/>
                      </a:lnTo>
                      <a:lnTo>
                        <a:pt x="461" y="172"/>
                      </a:lnTo>
                      <a:lnTo>
                        <a:pt x="463" y="172"/>
                      </a:lnTo>
                      <a:lnTo>
                        <a:pt x="465" y="172"/>
                      </a:lnTo>
                      <a:lnTo>
                        <a:pt x="467" y="174"/>
                      </a:lnTo>
                      <a:lnTo>
                        <a:pt x="465" y="174"/>
                      </a:lnTo>
                      <a:lnTo>
                        <a:pt x="463" y="174"/>
                      </a:lnTo>
                      <a:lnTo>
                        <a:pt x="463" y="175"/>
                      </a:lnTo>
                      <a:lnTo>
                        <a:pt x="465" y="175"/>
                      </a:lnTo>
                      <a:lnTo>
                        <a:pt x="465" y="177"/>
                      </a:lnTo>
                      <a:lnTo>
                        <a:pt x="465" y="175"/>
                      </a:lnTo>
                      <a:lnTo>
                        <a:pt x="469" y="175"/>
                      </a:lnTo>
                      <a:lnTo>
                        <a:pt x="474" y="175"/>
                      </a:lnTo>
                      <a:lnTo>
                        <a:pt x="476" y="175"/>
                      </a:lnTo>
                      <a:lnTo>
                        <a:pt x="478" y="174"/>
                      </a:lnTo>
                      <a:lnTo>
                        <a:pt x="478" y="172"/>
                      </a:lnTo>
                      <a:lnTo>
                        <a:pt x="480" y="172"/>
                      </a:lnTo>
                      <a:lnTo>
                        <a:pt x="481" y="170"/>
                      </a:lnTo>
                      <a:lnTo>
                        <a:pt x="481" y="168"/>
                      </a:lnTo>
                      <a:lnTo>
                        <a:pt x="481" y="166"/>
                      </a:lnTo>
                      <a:lnTo>
                        <a:pt x="483" y="164"/>
                      </a:lnTo>
                      <a:lnTo>
                        <a:pt x="489" y="164"/>
                      </a:lnTo>
                      <a:lnTo>
                        <a:pt x="487" y="166"/>
                      </a:lnTo>
                      <a:lnTo>
                        <a:pt x="490" y="168"/>
                      </a:lnTo>
                      <a:lnTo>
                        <a:pt x="494" y="170"/>
                      </a:lnTo>
                      <a:lnTo>
                        <a:pt x="498" y="170"/>
                      </a:lnTo>
                      <a:lnTo>
                        <a:pt x="500" y="170"/>
                      </a:lnTo>
                      <a:lnTo>
                        <a:pt x="501" y="170"/>
                      </a:lnTo>
                      <a:lnTo>
                        <a:pt x="503" y="170"/>
                      </a:lnTo>
                      <a:lnTo>
                        <a:pt x="507" y="170"/>
                      </a:lnTo>
                      <a:lnTo>
                        <a:pt x="509" y="170"/>
                      </a:lnTo>
                      <a:lnTo>
                        <a:pt x="511" y="170"/>
                      </a:lnTo>
                      <a:lnTo>
                        <a:pt x="516" y="170"/>
                      </a:lnTo>
                      <a:lnTo>
                        <a:pt x="534" y="164"/>
                      </a:lnTo>
                      <a:lnTo>
                        <a:pt x="534" y="161"/>
                      </a:lnTo>
                      <a:lnTo>
                        <a:pt x="536" y="157"/>
                      </a:lnTo>
                      <a:lnTo>
                        <a:pt x="538" y="150"/>
                      </a:lnTo>
                      <a:lnTo>
                        <a:pt x="543" y="150"/>
                      </a:lnTo>
                      <a:lnTo>
                        <a:pt x="542" y="150"/>
                      </a:lnTo>
                      <a:lnTo>
                        <a:pt x="538" y="146"/>
                      </a:lnTo>
                      <a:lnTo>
                        <a:pt x="536" y="146"/>
                      </a:lnTo>
                      <a:lnTo>
                        <a:pt x="536" y="144"/>
                      </a:lnTo>
                      <a:lnTo>
                        <a:pt x="534" y="144"/>
                      </a:lnTo>
                      <a:lnTo>
                        <a:pt x="532" y="144"/>
                      </a:lnTo>
                      <a:lnTo>
                        <a:pt x="532" y="143"/>
                      </a:lnTo>
                      <a:lnTo>
                        <a:pt x="532" y="144"/>
                      </a:lnTo>
                      <a:lnTo>
                        <a:pt x="532" y="143"/>
                      </a:lnTo>
                      <a:lnTo>
                        <a:pt x="531" y="143"/>
                      </a:lnTo>
                      <a:lnTo>
                        <a:pt x="529" y="143"/>
                      </a:lnTo>
                      <a:lnTo>
                        <a:pt x="527" y="143"/>
                      </a:lnTo>
                      <a:lnTo>
                        <a:pt x="525" y="143"/>
                      </a:lnTo>
                      <a:lnTo>
                        <a:pt x="523" y="143"/>
                      </a:lnTo>
                      <a:lnTo>
                        <a:pt x="521" y="143"/>
                      </a:lnTo>
                      <a:lnTo>
                        <a:pt x="520" y="143"/>
                      </a:lnTo>
                      <a:lnTo>
                        <a:pt x="518" y="143"/>
                      </a:lnTo>
                      <a:lnTo>
                        <a:pt x="518" y="141"/>
                      </a:lnTo>
                      <a:lnTo>
                        <a:pt x="516" y="141"/>
                      </a:lnTo>
                      <a:lnTo>
                        <a:pt x="516" y="139"/>
                      </a:lnTo>
                      <a:lnTo>
                        <a:pt x="514" y="139"/>
                      </a:lnTo>
                      <a:lnTo>
                        <a:pt x="514" y="137"/>
                      </a:lnTo>
                      <a:lnTo>
                        <a:pt x="516" y="137"/>
                      </a:lnTo>
                      <a:lnTo>
                        <a:pt x="501" y="137"/>
                      </a:lnTo>
                      <a:lnTo>
                        <a:pt x="501" y="135"/>
                      </a:lnTo>
                      <a:lnTo>
                        <a:pt x="496" y="135"/>
                      </a:lnTo>
                      <a:lnTo>
                        <a:pt x="496" y="133"/>
                      </a:lnTo>
                      <a:lnTo>
                        <a:pt x="494" y="133"/>
                      </a:lnTo>
                      <a:lnTo>
                        <a:pt x="496" y="133"/>
                      </a:lnTo>
                      <a:lnTo>
                        <a:pt x="498" y="133"/>
                      </a:lnTo>
                      <a:lnTo>
                        <a:pt x="498" y="132"/>
                      </a:lnTo>
                      <a:lnTo>
                        <a:pt x="500" y="132"/>
                      </a:lnTo>
                      <a:lnTo>
                        <a:pt x="501" y="130"/>
                      </a:lnTo>
                      <a:lnTo>
                        <a:pt x="500" y="130"/>
                      </a:lnTo>
                      <a:lnTo>
                        <a:pt x="498" y="130"/>
                      </a:lnTo>
                      <a:lnTo>
                        <a:pt x="496" y="130"/>
                      </a:lnTo>
                      <a:lnTo>
                        <a:pt x="494" y="128"/>
                      </a:lnTo>
                      <a:lnTo>
                        <a:pt x="489" y="126"/>
                      </a:lnTo>
                      <a:lnTo>
                        <a:pt x="487" y="126"/>
                      </a:lnTo>
                      <a:lnTo>
                        <a:pt x="489" y="126"/>
                      </a:lnTo>
                      <a:lnTo>
                        <a:pt x="487" y="126"/>
                      </a:lnTo>
                      <a:lnTo>
                        <a:pt x="487" y="128"/>
                      </a:lnTo>
                      <a:lnTo>
                        <a:pt x="489" y="128"/>
                      </a:lnTo>
                      <a:lnTo>
                        <a:pt x="487" y="128"/>
                      </a:lnTo>
                      <a:lnTo>
                        <a:pt x="485" y="128"/>
                      </a:lnTo>
                      <a:lnTo>
                        <a:pt x="485" y="126"/>
                      </a:lnTo>
                      <a:lnTo>
                        <a:pt x="483" y="126"/>
                      </a:lnTo>
                      <a:lnTo>
                        <a:pt x="483" y="124"/>
                      </a:lnTo>
                      <a:lnTo>
                        <a:pt x="481" y="124"/>
                      </a:lnTo>
                      <a:lnTo>
                        <a:pt x="481" y="122"/>
                      </a:lnTo>
                      <a:lnTo>
                        <a:pt x="489" y="122"/>
                      </a:lnTo>
                      <a:lnTo>
                        <a:pt x="490" y="122"/>
                      </a:lnTo>
                      <a:lnTo>
                        <a:pt x="494" y="121"/>
                      </a:lnTo>
                      <a:lnTo>
                        <a:pt x="498" y="119"/>
                      </a:lnTo>
                      <a:lnTo>
                        <a:pt x="500" y="117"/>
                      </a:lnTo>
                      <a:lnTo>
                        <a:pt x="507" y="117"/>
                      </a:lnTo>
                      <a:lnTo>
                        <a:pt x="509" y="117"/>
                      </a:lnTo>
                      <a:lnTo>
                        <a:pt x="509" y="115"/>
                      </a:lnTo>
                      <a:lnTo>
                        <a:pt x="511" y="115"/>
                      </a:lnTo>
                      <a:lnTo>
                        <a:pt x="512" y="115"/>
                      </a:lnTo>
                      <a:lnTo>
                        <a:pt x="512" y="113"/>
                      </a:lnTo>
                      <a:lnTo>
                        <a:pt x="514" y="113"/>
                      </a:lnTo>
                      <a:lnTo>
                        <a:pt x="516" y="113"/>
                      </a:lnTo>
                      <a:lnTo>
                        <a:pt x="518" y="111"/>
                      </a:lnTo>
                      <a:lnTo>
                        <a:pt x="520" y="111"/>
                      </a:lnTo>
                      <a:lnTo>
                        <a:pt x="520" y="110"/>
                      </a:lnTo>
                      <a:lnTo>
                        <a:pt x="518" y="108"/>
                      </a:lnTo>
                      <a:lnTo>
                        <a:pt x="518" y="104"/>
                      </a:lnTo>
                      <a:lnTo>
                        <a:pt x="512" y="104"/>
                      </a:lnTo>
                      <a:lnTo>
                        <a:pt x="512" y="101"/>
                      </a:lnTo>
                      <a:lnTo>
                        <a:pt x="511" y="101"/>
                      </a:lnTo>
                      <a:lnTo>
                        <a:pt x="509" y="101"/>
                      </a:lnTo>
                      <a:lnTo>
                        <a:pt x="509" y="99"/>
                      </a:lnTo>
                      <a:lnTo>
                        <a:pt x="507" y="99"/>
                      </a:lnTo>
                      <a:lnTo>
                        <a:pt x="507" y="95"/>
                      </a:lnTo>
                      <a:lnTo>
                        <a:pt x="509" y="95"/>
                      </a:lnTo>
                      <a:lnTo>
                        <a:pt x="512" y="95"/>
                      </a:lnTo>
                      <a:lnTo>
                        <a:pt x="514" y="93"/>
                      </a:lnTo>
                      <a:lnTo>
                        <a:pt x="516" y="93"/>
                      </a:lnTo>
                      <a:lnTo>
                        <a:pt x="516" y="91"/>
                      </a:lnTo>
                      <a:lnTo>
                        <a:pt x="518" y="91"/>
                      </a:lnTo>
                      <a:lnTo>
                        <a:pt x="520" y="90"/>
                      </a:lnTo>
                      <a:lnTo>
                        <a:pt x="520" y="88"/>
                      </a:lnTo>
                      <a:lnTo>
                        <a:pt x="518" y="88"/>
                      </a:lnTo>
                      <a:lnTo>
                        <a:pt x="520" y="88"/>
                      </a:lnTo>
                      <a:lnTo>
                        <a:pt x="521" y="88"/>
                      </a:lnTo>
                      <a:lnTo>
                        <a:pt x="523" y="88"/>
                      </a:lnTo>
                      <a:lnTo>
                        <a:pt x="523" y="86"/>
                      </a:lnTo>
                      <a:lnTo>
                        <a:pt x="525" y="86"/>
                      </a:lnTo>
                      <a:lnTo>
                        <a:pt x="527" y="86"/>
                      </a:lnTo>
                      <a:lnTo>
                        <a:pt x="529" y="88"/>
                      </a:lnTo>
                      <a:lnTo>
                        <a:pt x="532" y="88"/>
                      </a:lnTo>
                      <a:lnTo>
                        <a:pt x="534" y="86"/>
                      </a:lnTo>
                      <a:lnTo>
                        <a:pt x="536" y="86"/>
                      </a:lnTo>
                      <a:lnTo>
                        <a:pt x="538" y="86"/>
                      </a:lnTo>
                      <a:lnTo>
                        <a:pt x="540" y="88"/>
                      </a:lnTo>
                      <a:lnTo>
                        <a:pt x="542" y="88"/>
                      </a:lnTo>
                      <a:lnTo>
                        <a:pt x="543" y="88"/>
                      </a:lnTo>
                      <a:lnTo>
                        <a:pt x="545" y="88"/>
                      </a:lnTo>
                      <a:lnTo>
                        <a:pt x="547" y="88"/>
                      </a:lnTo>
                      <a:lnTo>
                        <a:pt x="549" y="86"/>
                      </a:lnTo>
                      <a:lnTo>
                        <a:pt x="553" y="88"/>
                      </a:lnTo>
                      <a:lnTo>
                        <a:pt x="554" y="88"/>
                      </a:lnTo>
                      <a:lnTo>
                        <a:pt x="558" y="88"/>
                      </a:lnTo>
                      <a:lnTo>
                        <a:pt x="558" y="84"/>
                      </a:lnTo>
                      <a:lnTo>
                        <a:pt x="558" y="82"/>
                      </a:lnTo>
                      <a:lnTo>
                        <a:pt x="554" y="82"/>
                      </a:lnTo>
                      <a:lnTo>
                        <a:pt x="551" y="82"/>
                      </a:lnTo>
                      <a:lnTo>
                        <a:pt x="547" y="80"/>
                      </a:lnTo>
                      <a:lnTo>
                        <a:pt x="545" y="80"/>
                      </a:lnTo>
                      <a:lnTo>
                        <a:pt x="545" y="79"/>
                      </a:lnTo>
                      <a:lnTo>
                        <a:pt x="543" y="79"/>
                      </a:lnTo>
                      <a:lnTo>
                        <a:pt x="542" y="77"/>
                      </a:lnTo>
                      <a:lnTo>
                        <a:pt x="540" y="79"/>
                      </a:lnTo>
                      <a:lnTo>
                        <a:pt x="536" y="79"/>
                      </a:lnTo>
                      <a:lnTo>
                        <a:pt x="534" y="79"/>
                      </a:lnTo>
                      <a:lnTo>
                        <a:pt x="532" y="77"/>
                      </a:lnTo>
                      <a:lnTo>
                        <a:pt x="531" y="77"/>
                      </a:lnTo>
                      <a:lnTo>
                        <a:pt x="529" y="77"/>
                      </a:lnTo>
                      <a:lnTo>
                        <a:pt x="527" y="77"/>
                      </a:lnTo>
                      <a:lnTo>
                        <a:pt x="525" y="77"/>
                      </a:lnTo>
                      <a:lnTo>
                        <a:pt x="523" y="75"/>
                      </a:lnTo>
                      <a:lnTo>
                        <a:pt x="523" y="73"/>
                      </a:lnTo>
                      <a:lnTo>
                        <a:pt x="525" y="71"/>
                      </a:lnTo>
                      <a:lnTo>
                        <a:pt x="525" y="69"/>
                      </a:lnTo>
                      <a:lnTo>
                        <a:pt x="527" y="69"/>
                      </a:lnTo>
                      <a:lnTo>
                        <a:pt x="527" y="68"/>
                      </a:lnTo>
                      <a:lnTo>
                        <a:pt x="529" y="68"/>
                      </a:lnTo>
                      <a:lnTo>
                        <a:pt x="529" y="69"/>
                      </a:lnTo>
                      <a:lnTo>
                        <a:pt x="531" y="69"/>
                      </a:lnTo>
                      <a:lnTo>
                        <a:pt x="532" y="69"/>
                      </a:lnTo>
                      <a:lnTo>
                        <a:pt x="532" y="71"/>
                      </a:lnTo>
                      <a:lnTo>
                        <a:pt x="534" y="69"/>
                      </a:lnTo>
                      <a:lnTo>
                        <a:pt x="536" y="69"/>
                      </a:lnTo>
                      <a:lnTo>
                        <a:pt x="538" y="69"/>
                      </a:lnTo>
                      <a:lnTo>
                        <a:pt x="540" y="68"/>
                      </a:lnTo>
                      <a:lnTo>
                        <a:pt x="538" y="68"/>
                      </a:lnTo>
                      <a:lnTo>
                        <a:pt x="538" y="66"/>
                      </a:lnTo>
                      <a:lnTo>
                        <a:pt x="536" y="66"/>
                      </a:lnTo>
                      <a:lnTo>
                        <a:pt x="534" y="66"/>
                      </a:lnTo>
                      <a:lnTo>
                        <a:pt x="532" y="66"/>
                      </a:lnTo>
                      <a:lnTo>
                        <a:pt x="531" y="66"/>
                      </a:lnTo>
                      <a:lnTo>
                        <a:pt x="531" y="68"/>
                      </a:lnTo>
                      <a:lnTo>
                        <a:pt x="529" y="68"/>
                      </a:lnTo>
                      <a:lnTo>
                        <a:pt x="529" y="66"/>
                      </a:lnTo>
                      <a:lnTo>
                        <a:pt x="529" y="68"/>
                      </a:lnTo>
                      <a:lnTo>
                        <a:pt x="529" y="66"/>
                      </a:lnTo>
                      <a:lnTo>
                        <a:pt x="527" y="66"/>
                      </a:lnTo>
                      <a:lnTo>
                        <a:pt x="525" y="66"/>
                      </a:lnTo>
                      <a:lnTo>
                        <a:pt x="523" y="66"/>
                      </a:lnTo>
                      <a:lnTo>
                        <a:pt x="521" y="66"/>
                      </a:lnTo>
                      <a:lnTo>
                        <a:pt x="521" y="64"/>
                      </a:lnTo>
                      <a:lnTo>
                        <a:pt x="516" y="64"/>
                      </a:lnTo>
                      <a:lnTo>
                        <a:pt x="514" y="64"/>
                      </a:lnTo>
                      <a:lnTo>
                        <a:pt x="514" y="62"/>
                      </a:lnTo>
                      <a:lnTo>
                        <a:pt x="518" y="62"/>
                      </a:lnTo>
                      <a:lnTo>
                        <a:pt x="518" y="64"/>
                      </a:lnTo>
                      <a:lnTo>
                        <a:pt x="520" y="64"/>
                      </a:lnTo>
                      <a:lnTo>
                        <a:pt x="520" y="60"/>
                      </a:lnTo>
                      <a:lnTo>
                        <a:pt x="521" y="60"/>
                      </a:lnTo>
                      <a:lnTo>
                        <a:pt x="523" y="60"/>
                      </a:lnTo>
                      <a:lnTo>
                        <a:pt x="523" y="58"/>
                      </a:lnTo>
                      <a:lnTo>
                        <a:pt x="525" y="58"/>
                      </a:lnTo>
                      <a:lnTo>
                        <a:pt x="527" y="57"/>
                      </a:lnTo>
                      <a:lnTo>
                        <a:pt x="525" y="57"/>
                      </a:lnTo>
                      <a:lnTo>
                        <a:pt x="523" y="57"/>
                      </a:lnTo>
                      <a:lnTo>
                        <a:pt x="523" y="55"/>
                      </a:lnTo>
                      <a:lnTo>
                        <a:pt x="521" y="55"/>
                      </a:lnTo>
                      <a:lnTo>
                        <a:pt x="520" y="55"/>
                      </a:lnTo>
                      <a:lnTo>
                        <a:pt x="518" y="55"/>
                      </a:lnTo>
                      <a:lnTo>
                        <a:pt x="518" y="53"/>
                      </a:lnTo>
                      <a:lnTo>
                        <a:pt x="520" y="53"/>
                      </a:lnTo>
                      <a:lnTo>
                        <a:pt x="520" y="51"/>
                      </a:lnTo>
                      <a:lnTo>
                        <a:pt x="521" y="51"/>
                      </a:lnTo>
                      <a:lnTo>
                        <a:pt x="523" y="51"/>
                      </a:lnTo>
                      <a:lnTo>
                        <a:pt x="523" y="53"/>
                      </a:lnTo>
                      <a:lnTo>
                        <a:pt x="525" y="53"/>
                      </a:lnTo>
                      <a:lnTo>
                        <a:pt x="527" y="53"/>
                      </a:lnTo>
                      <a:lnTo>
                        <a:pt x="527" y="51"/>
                      </a:lnTo>
                      <a:lnTo>
                        <a:pt x="527" y="49"/>
                      </a:lnTo>
                      <a:lnTo>
                        <a:pt x="529" y="49"/>
                      </a:lnTo>
                      <a:lnTo>
                        <a:pt x="529" y="48"/>
                      </a:lnTo>
                      <a:lnTo>
                        <a:pt x="529" y="49"/>
                      </a:lnTo>
                      <a:lnTo>
                        <a:pt x="529" y="48"/>
                      </a:lnTo>
                      <a:lnTo>
                        <a:pt x="531" y="48"/>
                      </a:lnTo>
                      <a:lnTo>
                        <a:pt x="532" y="48"/>
                      </a:lnTo>
                      <a:lnTo>
                        <a:pt x="534" y="48"/>
                      </a:lnTo>
                      <a:lnTo>
                        <a:pt x="534" y="49"/>
                      </a:lnTo>
                      <a:lnTo>
                        <a:pt x="536" y="49"/>
                      </a:lnTo>
                      <a:lnTo>
                        <a:pt x="538" y="51"/>
                      </a:lnTo>
                      <a:lnTo>
                        <a:pt x="538" y="53"/>
                      </a:lnTo>
                      <a:lnTo>
                        <a:pt x="540" y="53"/>
                      </a:lnTo>
                      <a:lnTo>
                        <a:pt x="540" y="51"/>
                      </a:lnTo>
                      <a:lnTo>
                        <a:pt x="542" y="51"/>
                      </a:lnTo>
                      <a:lnTo>
                        <a:pt x="542" y="49"/>
                      </a:lnTo>
                      <a:lnTo>
                        <a:pt x="542" y="51"/>
                      </a:lnTo>
                      <a:lnTo>
                        <a:pt x="543" y="51"/>
                      </a:lnTo>
                      <a:lnTo>
                        <a:pt x="543" y="49"/>
                      </a:lnTo>
                      <a:lnTo>
                        <a:pt x="545" y="51"/>
                      </a:lnTo>
                      <a:lnTo>
                        <a:pt x="543" y="51"/>
                      </a:lnTo>
                      <a:lnTo>
                        <a:pt x="545" y="51"/>
                      </a:lnTo>
                      <a:lnTo>
                        <a:pt x="547" y="51"/>
                      </a:lnTo>
                      <a:lnTo>
                        <a:pt x="547" y="49"/>
                      </a:lnTo>
                      <a:lnTo>
                        <a:pt x="549" y="49"/>
                      </a:lnTo>
                      <a:lnTo>
                        <a:pt x="549" y="51"/>
                      </a:lnTo>
                      <a:lnTo>
                        <a:pt x="547" y="51"/>
                      </a:lnTo>
                      <a:lnTo>
                        <a:pt x="549" y="51"/>
                      </a:lnTo>
                      <a:lnTo>
                        <a:pt x="549" y="53"/>
                      </a:lnTo>
                      <a:lnTo>
                        <a:pt x="551" y="53"/>
                      </a:lnTo>
                      <a:lnTo>
                        <a:pt x="554" y="53"/>
                      </a:lnTo>
                      <a:lnTo>
                        <a:pt x="554" y="49"/>
                      </a:lnTo>
                      <a:lnTo>
                        <a:pt x="556" y="49"/>
                      </a:lnTo>
                      <a:lnTo>
                        <a:pt x="558" y="49"/>
                      </a:lnTo>
                      <a:lnTo>
                        <a:pt x="560" y="49"/>
                      </a:lnTo>
                      <a:lnTo>
                        <a:pt x="562" y="49"/>
                      </a:lnTo>
                      <a:lnTo>
                        <a:pt x="563" y="49"/>
                      </a:lnTo>
                      <a:lnTo>
                        <a:pt x="565" y="49"/>
                      </a:lnTo>
                      <a:lnTo>
                        <a:pt x="567" y="49"/>
                      </a:lnTo>
                      <a:lnTo>
                        <a:pt x="569" y="49"/>
                      </a:lnTo>
                      <a:lnTo>
                        <a:pt x="571" y="49"/>
                      </a:lnTo>
                      <a:lnTo>
                        <a:pt x="571" y="51"/>
                      </a:lnTo>
                      <a:lnTo>
                        <a:pt x="569" y="51"/>
                      </a:lnTo>
                      <a:lnTo>
                        <a:pt x="567" y="51"/>
                      </a:lnTo>
                      <a:lnTo>
                        <a:pt x="569" y="53"/>
                      </a:lnTo>
                      <a:lnTo>
                        <a:pt x="571" y="53"/>
                      </a:lnTo>
                      <a:lnTo>
                        <a:pt x="571" y="55"/>
                      </a:lnTo>
                      <a:lnTo>
                        <a:pt x="573" y="55"/>
                      </a:lnTo>
                      <a:lnTo>
                        <a:pt x="573" y="53"/>
                      </a:lnTo>
                      <a:lnTo>
                        <a:pt x="574" y="53"/>
                      </a:lnTo>
                      <a:lnTo>
                        <a:pt x="574" y="51"/>
                      </a:lnTo>
                      <a:lnTo>
                        <a:pt x="574" y="49"/>
                      </a:lnTo>
                      <a:lnTo>
                        <a:pt x="574" y="48"/>
                      </a:lnTo>
                      <a:lnTo>
                        <a:pt x="574" y="49"/>
                      </a:lnTo>
                      <a:lnTo>
                        <a:pt x="576" y="48"/>
                      </a:lnTo>
                      <a:lnTo>
                        <a:pt x="578" y="48"/>
                      </a:lnTo>
                      <a:lnTo>
                        <a:pt x="580" y="48"/>
                      </a:lnTo>
                      <a:lnTo>
                        <a:pt x="582" y="48"/>
                      </a:lnTo>
                      <a:lnTo>
                        <a:pt x="584" y="48"/>
                      </a:lnTo>
                      <a:lnTo>
                        <a:pt x="585" y="48"/>
                      </a:lnTo>
                      <a:lnTo>
                        <a:pt x="587" y="48"/>
                      </a:lnTo>
                      <a:lnTo>
                        <a:pt x="589" y="48"/>
                      </a:lnTo>
                      <a:lnTo>
                        <a:pt x="591" y="48"/>
                      </a:lnTo>
                      <a:lnTo>
                        <a:pt x="593" y="48"/>
                      </a:lnTo>
                      <a:lnTo>
                        <a:pt x="595" y="48"/>
                      </a:lnTo>
                      <a:lnTo>
                        <a:pt x="595" y="46"/>
                      </a:lnTo>
                      <a:lnTo>
                        <a:pt x="595" y="48"/>
                      </a:lnTo>
                      <a:lnTo>
                        <a:pt x="595" y="46"/>
                      </a:lnTo>
                      <a:lnTo>
                        <a:pt x="595" y="44"/>
                      </a:lnTo>
                      <a:lnTo>
                        <a:pt x="596" y="44"/>
                      </a:lnTo>
                      <a:lnTo>
                        <a:pt x="598" y="44"/>
                      </a:lnTo>
                      <a:lnTo>
                        <a:pt x="596" y="44"/>
                      </a:lnTo>
                      <a:lnTo>
                        <a:pt x="598" y="44"/>
                      </a:lnTo>
                      <a:lnTo>
                        <a:pt x="596" y="44"/>
                      </a:lnTo>
                      <a:lnTo>
                        <a:pt x="598" y="44"/>
                      </a:lnTo>
                      <a:lnTo>
                        <a:pt x="600" y="44"/>
                      </a:lnTo>
                      <a:lnTo>
                        <a:pt x="602" y="44"/>
                      </a:lnTo>
                      <a:lnTo>
                        <a:pt x="604" y="44"/>
                      </a:lnTo>
                      <a:lnTo>
                        <a:pt x="605" y="44"/>
                      </a:lnTo>
                      <a:lnTo>
                        <a:pt x="607" y="44"/>
                      </a:lnTo>
                      <a:lnTo>
                        <a:pt x="609" y="44"/>
                      </a:lnTo>
                      <a:lnTo>
                        <a:pt x="611" y="44"/>
                      </a:lnTo>
                      <a:lnTo>
                        <a:pt x="611" y="42"/>
                      </a:lnTo>
                      <a:lnTo>
                        <a:pt x="613" y="42"/>
                      </a:lnTo>
                      <a:lnTo>
                        <a:pt x="615" y="42"/>
                      </a:lnTo>
                      <a:lnTo>
                        <a:pt x="616" y="42"/>
                      </a:lnTo>
                      <a:lnTo>
                        <a:pt x="618" y="42"/>
                      </a:lnTo>
                      <a:lnTo>
                        <a:pt x="620" y="42"/>
                      </a:lnTo>
                      <a:lnTo>
                        <a:pt x="622" y="44"/>
                      </a:lnTo>
                      <a:lnTo>
                        <a:pt x="624" y="44"/>
                      </a:lnTo>
                      <a:lnTo>
                        <a:pt x="626" y="44"/>
                      </a:lnTo>
                      <a:lnTo>
                        <a:pt x="626" y="42"/>
                      </a:lnTo>
                      <a:lnTo>
                        <a:pt x="624" y="42"/>
                      </a:lnTo>
                      <a:lnTo>
                        <a:pt x="624" y="40"/>
                      </a:lnTo>
                      <a:lnTo>
                        <a:pt x="626" y="40"/>
                      </a:lnTo>
                      <a:lnTo>
                        <a:pt x="627" y="40"/>
                      </a:lnTo>
                      <a:lnTo>
                        <a:pt x="629" y="40"/>
                      </a:lnTo>
                      <a:lnTo>
                        <a:pt x="631" y="40"/>
                      </a:lnTo>
                      <a:lnTo>
                        <a:pt x="633" y="40"/>
                      </a:lnTo>
                      <a:lnTo>
                        <a:pt x="635" y="40"/>
                      </a:lnTo>
                      <a:lnTo>
                        <a:pt x="635" y="38"/>
                      </a:lnTo>
                      <a:lnTo>
                        <a:pt x="636" y="38"/>
                      </a:lnTo>
                      <a:lnTo>
                        <a:pt x="638" y="38"/>
                      </a:lnTo>
                      <a:lnTo>
                        <a:pt x="640" y="38"/>
                      </a:lnTo>
                      <a:lnTo>
                        <a:pt x="642" y="38"/>
                      </a:lnTo>
                      <a:lnTo>
                        <a:pt x="644" y="38"/>
                      </a:lnTo>
                      <a:lnTo>
                        <a:pt x="646" y="38"/>
                      </a:lnTo>
                      <a:lnTo>
                        <a:pt x="644" y="38"/>
                      </a:lnTo>
                      <a:lnTo>
                        <a:pt x="646" y="38"/>
                      </a:lnTo>
                      <a:lnTo>
                        <a:pt x="646" y="37"/>
                      </a:lnTo>
                      <a:lnTo>
                        <a:pt x="647" y="37"/>
                      </a:lnTo>
                      <a:lnTo>
                        <a:pt x="647" y="38"/>
                      </a:lnTo>
                      <a:lnTo>
                        <a:pt x="649" y="38"/>
                      </a:lnTo>
                      <a:lnTo>
                        <a:pt x="651" y="38"/>
                      </a:lnTo>
                      <a:lnTo>
                        <a:pt x="653" y="38"/>
                      </a:lnTo>
                      <a:lnTo>
                        <a:pt x="655" y="37"/>
                      </a:lnTo>
                      <a:lnTo>
                        <a:pt x="658" y="37"/>
                      </a:lnTo>
                      <a:lnTo>
                        <a:pt x="660" y="37"/>
                      </a:lnTo>
                      <a:lnTo>
                        <a:pt x="664" y="38"/>
                      </a:lnTo>
                      <a:lnTo>
                        <a:pt x="666" y="38"/>
                      </a:lnTo>
                      <a:lnTo>
                        <a:pt x="668" y="38"/>
                      </a:lnTo>
                      <a:lnTo>
                        <a:pt x="669" y="38"/>
                      </a:lnTo>
                      <a:lnTo>
                        <a:pt x="669" y="37"/>
                      </a:lnTo>
                      <a:lnTo>
                        <a:pt x="669" y="35"/>
                      </a:lnTo>
                      <a:lnTo>
                        <a:pt x="668" y="35"/>
                      </a:lnTo>
                      <a:lnTo>
                        <a:pt x="669" y="35"/>
                      </a:lnTo>
                      <a:lnTo>
                        <a:pt x="669" y="33"/>
                      </a:lnTo>
                      <a:lnTo>
                        <a:pt x="668" y="31"/>
                      </a:lnTo>
                      <a:lnTo>
                        <a:pt x="669" y="31"/>
                      </a:lnTo>
                      <a:lnTo>
                        <a:pt x="671" y="31"/>
                      </a:lnTo>
                      <a:lnTo>
                        <a:pt x="673" y="31"/>
                      </a:lnTo>
                      <a:lnTo>
                        <a:pt x="675" y="31"/>
                      </a:lnTo>
                      <a:lnTo>
                        <a:pt x="677" y="31"/>
                      </a:lnTo>
                      <a:lnTo>
                        <a:pt x="678" y="31"/>
                      </a:lnTo>
                      <a:lnTo>
                        <a:pt x="678" y="29"/>
                      </a:lnTo>
                      <a:lnTo>
                        <a:pt x="677" y="29"/>
                      </a:lnTo>
                      <a:lnTo>
                        <a:pt x="677" y="27"/>
                      </a:lnTo>
                      <a:lnTo>
                        <a:pt x="678" y="27"/>
                      </a:lnTo>
                      <a:lnTo>
                        <a:pt x="680" y="27"/>
                      </a:lnTo>
                      <a:lnTo>
                        <a:pt x="682" y="27"/>
                      </a:lnTo>
                      <a:lnTo>
                        <a:pt x="684" y="27"/>
                      </a:lnTo>
                      <a:lnTo>
                        <a:pt x="688" y="29"/>
                      </a:lnTo>
                      <a:lnTo>
                        <a:pt x="689" y="29"/>
                      </a:lnTo>
                      <a:lnTo>
                        <a:pt x="691" y="27"/>
                      </a:lnTo>
                      <a:lnTo>
                        <a:pt x="691" y="26"/>
                      </a:lnTo>
                      <a:lnTo>
                        <a:pt x="697" y="26"/>
                      </a:lnTo>
                      <a:lnTo>
                        <a:pt x="695" y="26"/>
                      </a:lnTo>
                      <a:lnTo>
                        <a:pt x="695" y="27"/>
                      </a:lnTo>
                      <a:lnTo>
                        <a:pt x="697" y="29"/>
                      </a:lnTo>
                      <a:lnTo>
                        <a:pt x="699" y="27"/>
                      </a:lnTo>
                      <a:lnTo>
                        <a:pt x="709" y="26"/>
                      </a:lnTo>
                      <a:lnTo>
                        <a:pt x="720" y="24"/>
                      </a:lnTo>
                      <a:lnTo>
                        <a:pt x="722" y="24"/>
                      </a:lnTo>
                      <a:lnTo>
                        <a:pt x="724" y="24"/>
                      </a:lnTo>
                      <a:lnTo>
                        <a:pt x="730" y="24"/>
                      </a:lnTo>
                      <a:lnTo>
                        <a:pt x="731" y="22"/>
                      </a:lnTo>
                      <a:lnTo>
                        <a:pt x="733" y="24"/>
                      </a:lnTo>
                      <a:lnTo>
                        <a:pt x="735" y="24"/>
                      </a:lnTo>
                      <a:lnTo>
                        <a:pt x="735" y="22"/>
                      </a:lnTo>
                      <a:lnTo>
                        <a:pt x="737" y="22"/>
                      </a:lnTo>
                      <a:lnTo>
                        <a:pt x="739" y="22"/>
                      </a:lnTo>
                      <a:lnTo>
                        <a:pt x="741" y="22"/>
                      </a:lnTo>
                      <a:lnTo>
                        <a:pt x="742" y="22"/>
                      </a:lnTo>
                      <a:lnTo>
                        <a:pt x="742" y="20"/>
                      </a:lnTo>
                      <a:lnTo>
                        <a:pt x="744" y="20"/>
                      </a:lnTo>
                      <a:lnTo>
                        <a:pt x="746" y="20"/>
                      </a:lnTo>
                      <a:lnTo>
                        <a:pt x="748" y="20"/>
                      </a:lnTo>
                      <a:lnTo>
                        <a:pt x="750" y="20"/>
                      </a:lnTo>
                      <a:lnTo>
                        <a:pt x="751" y="20"/>
                      </a:lnTo>
                      <a:lnTo>
                        <a:pt x="753" y="20"/>
                      </a:lnTo>
                      <a:lnTo>
                        <a:pt x="755" y="20"/>
                      </a:lnTo>
                      <a:lnTo>
                        <a:pt x="757" y="20"/>
                      </a:lnTo>
                      <a:lnTo>
                        <a:pt x="761" y="20"/>
                      </a:lnTo>
                      <a:lnTo>
                        <a:pt x="761" y="18"/>
                      </a:lnTo>
                      <a:lnTo>
                        <a:pt x="762" y="16"/>
                      </a:lnTo>
                      <a:lnTo>
                        <a:pt x="764" y="16"/>
                      </a:lnTo>
                      <a:lnTo>
                        <a:pt x="770" y="16"/>
                      </a:lnTo>
                      <a:lnTo>
                        <a:pt x="777" y="16"/>
                      </a:lnTo>
                      <a:lnTo>
                        <a:pt x="775" y="16"/>
                      </a:lnTo>
                      <a:lnTo>
                        <a:pt x="775" y="15"/>
                      </a:lnTo>
                      <a:lnTo>
                        <a:pt x="777" y="15"/>
                      </a:lnTo>
                      <a:lnTo>
                        <a:pt x="777" y="13"/>
                      </a:lnTo>
                      <a:lnTo>
                        <a:pt x="779" y="13"/>
                      </a:lnTo>
                      <a:lnTo>
                        <a:pt x="777" y="13"/>
                      </a:lnTo>
                      <a:lnTo>
                        <a:pt x="777" y="11"/>
                      </a:lnTo>
                      <a:lnTo>
                        <a:pt x="775" y="9"/>
                      </a:lnTo>
                      <a:lnTo>
                        <a:pt x="775" y="7"/>
                      </a:lnTo>
                      <a:lnTo>
                        <a:pt x="777" y="9"/>
                      </a:lnTo>
                      <a:lnTo>
                        <a:pt x="779" y="7"/>
                      </a:lnTo>
                      <a:lnTo>
                        <a:pt x="779" y="9"/>
                      </a:lnTo>
                      <a:lnTo>
                        <a:pt x="781" y="9"/>
                      </a:lnTo>
                      <a:lnTo>
                        <a:pt x="781" y="7"/>
                      </a:lnTo>
                      <a:lnTo>
                        <a:pt x="784" y="7"/>
                      </a:lnTo>
                      <a:lnTo>
                        <a:pt x="786" y="7"/>
                      </a:lnTo>
                      <a:lnTo>
                        <a:pt x="788" y="7"/>
                      </a:lnTo>
                      <a:lnTo>
                        <a:pt x="790" y="7"/>
                      </a:lnTo>
                      <a:lnTo>
                        <a:pt x="792" y="7"/>
                      </a:lnTo>
                      <a:lnTo>
                        <a:pt x="792" y="5"/>
                      </a:lnTo>
                      <a:lnTo>
                        <a:pt x="793" y="5"/>
                      </a:lnTo>
                      <a:lnTo>
                        <a:pt x="793" y="4"/>
                      </a:lnTo>
                      <a:lnTo>
                        <a:pt x="793" y="2"/>
                      </a:lnTo>
                      <a:lnTo>
                        <a:pt x="795" y="2"/>
                      </a:lnTo>
                      <a:lnTo>
                        <a:pt x="797" y="2"/>
                      </a:lnTo>
                      <a:lnTo>
                        <a:pt x="799" y="4"/>
                      </a:lnTo>
                      <a:lnTo>
                        <a:pt x="801" y="4"/>
                      </a:lnTo>
                      <a:lnTo>
                        <a:pt x="803" y="4"/>
                      </a:lnTo>
                      <a:lnTo>
                        <a:pt x="803" y="5"/>
                      </a:lnTo>
                      <a:lnTo>
                        <a:pt x="804" y="5"/>
                      </a:lnTo>
                      <a:lnTo>
                        <a:pt x="804" y="4"/>
                      </a:lnTo>
                      <a:lnTo>
                        <a:pt x="803" y="4"/>
                      </a:lnTo>
                      <a:lnTo>
                        <a:pt x="803" y="2"/>
                      </a:lnTo>
                      <a:lnTo>
                        <a:pt x="801" y="2"/>
                      </a:lnTo>
                      <a:lnTo>
                        <a:pt x="801" y="0"/>
                      </a:lnTo>
                      <a:lnTo>
                        <a:pt x="803" y="0"/>
                      </a:lnTo>
                      <a:lnTo>
                        <a:pt x="804" y="0"/>
                      </a:lnTo>
                      <a:lnTo>
                        <a:pt x="806" y="0"/>
                      </a:lnTo>
                      <a:lnTo>
                        <a:pt x="808" y="0"/>
                      </a:lnTo>
                      <a:lnTo>
                        <a:pt x="810" y="2"/>
                      </a:lnTo>
                      <a:lnTo>
                        <a:pt x="812" y="4"/>
                      </a:lnTo>
                      <a:lnTo>
                        <a:pt x="815" y="4"/>
                      </a:lnTo>
                      <a:lnTo>
                        <a:pt x="815" y="2"/>
                      </a:lnTo>
                      <a:lnTo>
                        <a:pt x="817" y="2"/>
                      </a:lnTo>
                      <a:lnTo>
                        <a:pt x="819" y="2"/>
                      </a:lnTo>
                      <a:lnTo>
                        <a:pt x="821" y="2"/>
                      </a:lnTo>
                      <a:lnTo>
                        <a:pt x="821" y="4"/>
                      </a:lnTo>
                      <a:lnTo>
                        <a:pt x="823" y="4"/>
                      </a:lnTo>
                      <a:lnTo>
                        <a:pt x="824" y="2"/>
                      </a:lnTo>
                      <a:lnTo>
                        <a:pt x="828" y="2"/>
                      </a:lnTo>
                      <a:lnTo>
                        <a:pt x="830" y="2"/>
                      </a:lnTo>
                      <a:lnTo>
                        <a:pt x="830" y="4"/>
                      </a:lnTo>
                      <a:lnTo>
                        <a:pt x="832" y="4"/>
                      </a:lnTo>
                      <a:lnTo>
                        <a:pt x="835" y="4"/>
                      </a:lnTo>
                      <a:lnTo>
                        <a:pt x="835" y="5"/>
                      </a:lnTo>
                      <a:lnTo>
                        <a:pt x="837" y="7"/>
                      </a:lnTo>
                      <a:lnTo>
                        <a:pt x="839" y="7"/>
                      </a:lnTo>
                      <a:lnTo>
                        <a:pt x="843" y="7"/>
                      </a:lnTo>
                      <a:lnTo>
                        <a:pt x="843" y="9"/>
                      </a:lnTo>
                      <a:lnTo>
                        <a:pt x="846" y="9"/>
                      </a:lnTo>
                      <a:lnTo>
                        <a:pt x="848" y="9"/>
                      </a:lnTo>
                      <a:lnTo>
                        <a:pt x="850" y="9"/>
                      </a:lnTo>
                      <a:lnTo>
                        <a:pt x="854" y="7"/>
                      </a:lnTo>
                      <a:lnTo>
                        <a:pt x="854" y="5"/>
                      </a:lnTo>
                      <a:lnTo>
                        <a:pt x="855" y="5"/>
                      </a:lnTo>
                      <a:lnTo>
                        <a:pt x="857" y="5"/>
                      </a:lnTo>
                      <a:lnTo>
                        <a:pt x="859" y="5"/>
                      </a:lnTo>
                      <a:lnTo>
                        <a:pt x="863" y="5"/>
                      </a:lnTo>
                      <a:lnTo>
                        <a:pt x="865" y="5"/>
                      </a:lnTo>
                      <a:lnTo>
                        <a:pt x="868" y="5"/>
                      </a:lnTo>
                      <a:lnTo>
                        <a:pt x="872" y="9"/>
                      </a:lnTo>
                      <a:lnTo>
                        <a:pt x="872" y="11"/>
                      </a:lnTo>
                      <a:lnTo>
                        <a:pt x="876" y="11"/>
                      </a:lnTo>
                      <a:lnTo>
                        <a:pt x="876" y="13"/>
                      </a:lnTo>
                      <a:lnTo>
                        <a:pt x="876" y="15"/>
                      </a:lnTo>
                      <a:lnTo>
                        <a:pt x="876" y="16"/>
                      </a:lnTo>
                      <a:lnTo>
                        <a:pt x="876" y="18"/>
                      </a:lnTo>
                      <a:lnTo>
                        <a:pt x="874" y="18"/>
                      </a:lnTo>
                      <a:lnTo>
                        <a:pt x="876" y="20"/>
                      </a:lnTo>
                      <a:lnTo>
                        <a:pt x="874" y="20"/>
                      </a:lnTo>
                      <a:lnTo>
                        <a:pt x="876" y="20"/>
                      </a:lnTo>
                      <a:lnTo>
                        <a:pt x="876" y="22"/>
                      </a:lnTo>
                      <a:lnTo>
                        <a:pt x="877" y="24"/>
                      </a:lnTo>
                      <a:lnTo>
                        <a:pt x="877" y="26"/>
                      </a:lnTo>
                      <a:lnTo>
                        <a:pt x="879" y="26"/>
                      </a:lnTo>
                      <a:lnTo>
                        <a:pt x="883" y="26"/>
                      </a:lnTo>
                      <a:lnTo>
                        <a:pt x="885" y="26"/>
                      </a:lnTo>
                      <a:lnTo>
                        <a:pt x="885" y="27"/>
                      </a:lnTo>
                      <a:lnTo>
                        <a:pt x="887" y="27"/>
                      </a:lnTo>
                      <a:lnTo>
                        <a:pt x="887" y="29"/>
                      </a:lnTo>
                      <a:lnTo>
                        <a:pt x="883" y="29"/>
                      </a:lnTo>
                      <a:lnTo>
                        <a:pt x="881" y="31"/>
                      </a:lnTo>
                      <a:lnTo>
                        <a:pt x="881" y="33"/>
                      </a:lnTo>
                      <a:lnTo>
                        <a:pt x="881" y="35"/>
                      </a:lnTo>
                      <a:lnTo>
                        <a:pt x="883" y="35"/>
                      </a:lnTo>
                      <a:lnTo>
                        <a:pt x="883" y="37"/>
                      </a:lnTo>
                      <a:lnTo>
                        <a:pt x="883" y="38"/>
                      </a:lnTo>
                      <a:lnTo>
                        <a:pt x="883" y="40"/>
                      </a:lnTo>
                      <a:lnTo>
                        <a:pt x="879" y="40"/>
                      </a:lnTo>
                      <a:lnTo>
                        <a:pt x="879" y="38"/>
                      </a:lnTo>
                      <a:lnTo>
                        <a:pt x="876" y="38"/>
                      </a:lnTo>
                      <a:lnTo>
                        <a:pt x="876" y="42"/>
                      </a:lnTo>
                      <a:lnTo>
                        <a:pt x="877" y="42"/>
                      </a:lnTo>
                      <a:lnTo>
                        <a:pt x="877" y="44"/>
                      </a:lnTo>
                      <a:lnTo>
                        <a:pt x="879" y="44"/>
                      </a:lnTo>
                      <a:lnTo>
                        <a:pt x="879" y="46"/>
                      </a:lnTo>
                      <a:lnTo>
                        <a:pt x="881" y="46"/>
                      </a:lnTo>
                      <a:lnTo>
                        <a:pt x="879" y="46"/>
                      </a:lnTo>
                      <a:lnTo>
                        <a:pt x="881" y="48"/>
                      </a:lnTo>
                      <a:lnTo>
                        <a:pt x="885" y="46"/>
                      </a:lnTo>
                      <a:lnTo>
                        <a:pt x="887" y="44"/>
                      </a:lnTo>
                      <a:lnTo>
                        <a:pt x="888" y="44"/>
                      </a:lnTo>
                      <a:lnTo>
                        <a:pt x="888" y="46"/>
                      </a:lnTo>
                      <a:lnTo>
                        <a:pt x="894" y="46"/>
                      </a:lnTo>
                      <a:lnTo>
                        <a:pt x="892" y="48"/>
                      </a:lnTo>
                      <a:lnTo>
                        <a:pt x="897" y="48"/>
                      </a:lnTo>
                      <a:lnTo>
                        <a:pt x="899" y="48"/>
                      </a:lnTo>
                      <a:lnTo>
                        <a:pt x="901" y="48"/>
                      </a:lnTo>
                      <a:lnTo>
                        <a:pt x="903" y="46"/>
                      </a:lnTo>
                      <a:lnTo>
                        <a:pt x="901" y="46"/>
                      </a:lnTo>
                      <a:lnTo>
                        <a:pt x="901" y="44"/>
                      </a:lnTo>
                      <a:lnTo>
                        <a:pt x="903" y="42"/>
                      </a:lnTo>
                      <a:lnTo>
                        <a:pt x="907" y="42"/>
                      </a:lnTo>
                      <a:lnTo>
                        <a:pt x="908" y="42"/>
                      </a:lnTo>
                      <a:lnTo>
                        <a:pt x="914" y="44"/>
                      </a:lnTo>
                      <a:lnTo>
                        <a:pt x="916" y="46"/>
                      </a:lnTo>
                      <a:lnTo>
                        <a:pt x="918" y="48"/>
                      </a:lnTo>
                      <a:lnTo>
                        <a:pt x="919" y="44"/>
                      </a:lnTo>
                      <a:lnTo>
                        <a:pt x="916" y="44"/>
                      </a:lnTo>
                      <a:lnTo>
                        <a:pt x="914" y="44"/>
                      </a:lnTo>
                      <a:lnTo>
                        <a:pt x="916" y="40"/>
                      </a:lnTo>
                      <a:lnTo>
                        <a:pt x="916" y="42"/>
                      </a:lnTo>
                      <a:lnTo>
                        <a:pt x="916" y="40"/>
                      </a:lnTo>
                      <a:lnTo>
                        <a:pt x="914" y="40"/>
                      </a:lnTo>
                      <a:lnTo>
                        <a:pt x="914" y="38"/>
                      </a:lnTo>
                      <a:lnTo>
                        <a:pt x="912" y="38"/>
                      </a:lnTo>
                      <a:lnTo>
                        <a:pt x="918" y="38"/>
                      </a:lnTo>
                      <a:lnTo>
                        <a:pt x="919" y="38"/>
                      </a:lnTo>
                      <a:lnTo>
                        <a:pt x="919" y="40"/>
                      </a:lnTo>
                      <a:lnTo>
                        <a:pt x="921" y="40"/>
                      </a:lnTo>
                      <a:lnTo>
                        <a:pt x="921" y="42"/>
                      </a:lnTo>
                      <a:lnTo>
                        <a:pt x="923" y="42"/>
                      </a:lnTo>
                      <a:lnTo>
                        <a:pt x="921" y="44"/>
                      </a:lnTo>
                      <a:lnTo>
                        <a:pt x="923" y="44"/>
                      </a:lnTo>
                      <a:lnTo>
                        <a:pt x="927" y="46"/>
                      </a:lnTo>
                      <a:lnTo>
                        <a:pt x="929" y="46"/>
                      </a:lnTo>
                      <a:lnTo>
                        <a:pt x="930" y="48"/>
                      </a:lnTo>
                      <a:lnTo>
                        <a:pt x="929" y="48"/>
                      </a:lnTo>
                      <a:lnTo>
                        <a:pt x="927" y="48"/>
                      </a:lnTo>
                      <a:lnTo>
                        <a:pt x="925" y="48"/>
                      </a:lnTo>
                      <a:lnTo>
                        <a:pt x="925" y="49"/>
                      </a:lnTo>
                      <a:lnTo>
                        <a:pt x="927" y="49"/>
                      </a:lnTo>
                      <a:lnTo>
                        <a:pt x="927" y="51"/>
                      </a:lnTo>
                      <a:lnTo>
                        <a:pt x="925" y="53"/>
                      </a:lnTo>
                      <a:lnTo>
                        <a:pt x="927" y="55"/>
                      </a:lnTo>
                      <a:lnTo>
                        <a:pt x="929" y="55"/>
                      </a:lnTo>
                      <a:lnTo>
                        <a:pt x="930" y="51"/>
                      </a:lnTo>
                      <a:lnTo>
                        <a:pt x="932" y="51"/>
                      </a:lnTo>
                      <a:lnTo>
                        <a:pt x="936" y="53"/>
                      </a:lnTo>
                      <a:lnTo>
                        <a:pt x="938" y="51"/>
                      </a:lnTo>
                      <a:lnTo>
                        <a:pt x="936" y="49"/>
                      </a:lnTo>
                      <a:lnTo>
                        <a:pt x="934" y="49"/>
                      </a:lnTo>
                      <a:lnTo>
                        <a:pt x="932" y="49"/>
                      </a:lnTo>
                      <a:lnTo>
                        <a:pt x="930" y="49"/>
                      </a:lnTo>
                      <a:lnTo>
                        <a:pt x="930" y="48"/>
                      </a:lnTo>
                      <a:lnTo>
                        <a:pt x="934" y="48"/>
                      </a:lnTo>
                      <a:lnTo>
                        <a:pt x="932" y="46"/>
                      </a:lnTo>
                      <a:lnTo>
                        <a:pt x="938" y="46"/>
                      </a:lnTo>
                      <a:lnTo>
                        <a:pt x="941" y="48"/>
                      </a:lnTo>
                      <a:lnTo>
                        <a:pt x="947" y="48"/>
                      </a:lnTo>
                      <a:lnTo>
                        <a:pt x="947" y="49"/>
                      </a:lnTo>
                      <a:lnTo>
                        <a:pt x="949" y="49"/>
                      </a:lnTo>
                      <a:lnTo>
                        <a:pt x="950" y="49"/>
                      </a:lnTo>
                      <a:lnTo>
                        <a:pt x="949" y="51"/>
                      </a:lnTo>
                      <a:lnTo>
                        <a:pt x="954" y="53"/>
                      </a:lnTo>
                      <a:lnTo>
                        <a:pt x="956" y="53"/>
                      </a:lnTo>
                      <a:lnTo>
                        <a:pt x="958" y="53"/>
                      </a:lnTo>
                      <a:lnTo>
                        <a:pt x="961" y="53"/>
                      </a:lnTo>
                      <a:lnTo>
                        <a:pt x="961" y="51"/>
                      </a:lnTo>
                      <a:lnTo>
                        <a:pt x="963" y="53"/>
                      </a:lnTo>
                      <a:lnTo>
                        <a:pt x="965" y="53"/>
                      </a:lnTo>
                      <a:lnTo>
                        <a:pt x="967" y="53"/>
                      </a:lnTo>
                      <a:lnTo>
                        <a:pt x="965" y="53"/>
                      </a:lnTo>
                      <a:lnTo>
                        <a:pt x="965" y="51"/>
                      </a:lnTo>
                      <a:lnTo>
                        <a:pt x="969" y="51"/>
                      </a:lnTo>
                      <a:lnTo>
                        <a:pt x="970" y="49"/>
                      </a:lnTo>
                      <a:lnTo>
                        <a:pt x="969" y="49"/>
                      </a:lnTo>
                      <a:lnTo>
                        <a:pt x="972" y="49"/>
                      </a:lnTo>
                      <a:lnTo>
                        <a:pt x="974" y="49"/>
                      </a:lnTo>
                      <a:lnTo>
                        <a:pt x="972" y="57"/>
                      </a:lnTo>
                      <a:lnTo>
                        <a:pt x="970" y="57"/>
                      </a:lnTo>
                      <a:lnTo>
                        <a:pt x="969" y="57"/>
                      </a:lnTo>
                      <a:lnTo>
                        <a:pt x="963" y="55"/>
                      </a:lnTo>
                      <a:lnTo>
                        <a:pt x="963" y="57"/>
                      </a:lnTo>
                      <a:lnTo>
                        <a:pt x="963" y="58"/>
                      </a:lnTo>
                      <a:lnTo>
                        <a:pt x="961" y="58"/>
                      </a:lnTo>
                      <a:lnTo>
                        <a:pt x="960" y="58"/>
                      </a:lnTo>
                      <a:lnTo>
                        <a:pt x="960" y="60"/>
                      </a:lnTo>
                      <a:lnTo>
                        <a:pt x="958" y="62"/>
                      </a:lnTo>
                      <a:lnTo>
                        <a:pt x="956" y="62"/>
                      </a:lnTo>
                      <a:lnTo>
                        <a:pt x="956" y="64"/>
                      </a:lnTo>
                      <a:lnTo>
                        <a:pt x="958" y="64"/>
                      </a:lnTo>
                      <a:lnTo>
                        <a:pt x="956" y="66"/>
                      </a:lnTo>
                      <a:lnTo>
                        <a:pt x="960" y="68"/>
                      </a:lnTo>
                      <a:lnTo>
                        <a:pt x="961" y="68"/>
                      </a:lnTo>
                      <a:lnTo>
                        <a:pt x="961" y="69"/>
                      </a:lnTo>
                      <a:lnTo>
                        <a:pt x="960" y="69"/>
                      </a:lnTo>
                      <a:lnTo>
                        <a:pt x="963" y="71"/>
                      </a:lnTo>
                      <a:lnTo>
                        <a:pt x="967" y="68"/>
                      </a:lnTo>
                      <a:lnTo>
                        <a:pt x="969" y="68"/>
                      </a:lnTo>
                      <a:lnTo>
                        <a:pt x="970" y="68"/>
                      </a:lnTo>
                      <a:lnTo>
                        <a:pt x="970" y="64"/>
                      </a:lnTo>
                      <a:lnTo>
                        <a:pt x="974" y="66"/>
                      </a:lnTo>
                      <a:lnTo>
                        <a:pt x="976" y="66"/>
                      </a:lnTo>
                      <a:lnTo>
                        <a:pt x="980" y="64"/>
                      </a:lnTo>
                      <a:lnTo>
                        <a:pt x="985" y="64"/>
                      </a:lnTo>
                      <a:lnTo>
                        <a:pt x="985" y="66"/>
                      </a:lnTo>
                      <a:lnTo>
                        <a:pt x="989" y="68"/>
                      </a:lnTo>
                      <a:lnTo>
                        <a:pt x="989" y="66"/>
                      </a:lnTo>
                      <a:lnTo>
                        <a:pt x="991" y="66"/>
                      </a:lnTo>
                      <a:lnTo>
                        <a:pt x="992" y="68"/>
                      </a:lnTo>
                      <a:lnTo>
                        <a:pt x="994" y="68"/>
                      </a:lnTo>
                      <a:lnTo>
                        <a:pt x="992" y="69"/>
                      </a:lnTo>
                      <a:lnTo>
                        <a:pt x="996" y="71"/>
                      </a:lnTo>
                      <a:lnTo>
                        <a:pt x="1000" y="68"/>
                      </a:lnTo>
                      <a:lnTo>
                        <a:pt x="1000" y="66"/>
                      </a:lnTo>
                      <a:lnTo>
                        <a:pt x="998" y="66"/>
                      </a:lnTo>
                      <a:lnTo>
                        <a:pt x="1000" y="66"/>
                      </a:lnTo>
                      <a:lnTo>
                        <a:pt x="998" y="66"/>
                      </a:lnTo>
                      <a:lnTo>
                        <a:pt x="998" y="64"/>
                      </a:lnTo>
                      <a:lnTo>
                        <a:pt x="1000" y="62"/>
                      </a:lnTo>
                      <a:lnTo>
                        <a:pt x="1005" y="62"/>
                      </a:lnTo>
                      <a:lnTo>
                        <a:pt x="1007" y="60"/>
                      </a:lnTo>
                      <a:lnTo>
                        <a:pt x="1011" y="60"/>
                      </a:lnTo>
                      <a:lnTo>
                        <a:pt x="1011" y="57"/>
                      </a:lnTo>
                      <a:lnTo>
                        <a:pt x="1014" y="57"/>
                      </a:lnTo>
                      <a:lnTo>
                        <a:pt x="1016" y="57"/>
                      </a:lnTo>
                      <a:lnTo>
                        <a:pt x="1018" y="57"/>
                      </a:lnTo>
                      <a:lnTo>
                        <a:pt x="1018" y="58"/>
                      </a:lnTo>
                      <a:lnTo>
                        <a:pt x="1020" y="58"/>
                      </a:lnTo>
                      <a:lnTo>
                        <a:pt x="1023" y="57"/>
                      </a:lnTo>
                      <a:lnTo>
                        <a:pt x="1025" y="57"/>
                      </a:lnTo>
                      <a:lnTo>
                        <a:pt x="1027" y="55"/>
                      </a:lnTo>
                      <a:lnTo>
                        <a:pt x="1029" y="53"/>
                      </a:lnTo>
                      <a:lnTo>
                        <a:pt x="1031" y="53"/>
                      </a:lnTo>
                      <a:lnTo>
                        <a:pt x="1033" y="53"/>
                      </a:lnTo>
                      <a:lnTo>
                        <a:pt x="1033" y="51"/>
                      </a:lnTo>
                      <a:lnTo>
                        <a:pt x="1034" y="51"/>
                      </a:lnTo>
                      <a:lnTo>
                        <a:pt x="1033" y="49"/>
                      </a:lnTo>
                      <a:lnTo>
                        <a:pt x="1038" y="48"/>
                      </a:lnTo>
                      <a:lnTo>
                        <a:pt x="1040" y="48"/>
                      </a:lnTo>
                      <a:lnTo>
                        <a:pt x="1043" y="48"/>
                      </a:lnTo>
                      <a:lnTo>
                        <a:pt x="1062" y="42"/>
                      </a:lnTo>
                      <a:lnTo>
                        <a:pt x="1062" y="40"/>
                      </a:lnTo>
                      <a:lnTo>
                        <a:pt x="1064" y="38"/>
                      </a:lnTo>
                      <a:lnTo>
                        <a:pt x="1065" y="38"/>
                      </a:lnTo>
                      <a:lnTo>
                        <a:pt x="1069" y="38"/>
                      </a:lnTo>
                      <a:lnTo>
                        <a:pt x="1071" y="40"/>
                      </a:lnTo>
                      <a:lnTo>
                        <a:pt x="1075" y="40"/>
                      </a:lnTo>
                      <a:lnTo>
                        <a:pt x="1075" y="38"/>
                      </a:lnTo>
                      <a:lnTo>
                        <a:pt x="1076" y="38"/>
                      </a:lnTo>
                      <a:lnTo>
                        <a:pt x="1078" y="38"/>
                      </a:lnTo>
                      <a:lnTo>
                        <a:pt x="1080" y="37"/>
                      </a:lnTo>
                      <a:lnTo>
                        <a:pt x="1082" y="37"/>
                      </a:lnTo>
                      <a:lnTo>
                        <a:pt x="1084" y="37"/>
                      </a:lnTo>
                      <a:lnTo>
                        <a:pt x="1084" y="35"/>
                      </a:lnTo>
                      <a:lnTo>
                        <a:pt x="1085" y="35"/>
                      </a:lnTo>
                      <a:lnTo>
                        <a:pt x="1087" y="35"/>
                      </a:lnTo>
                      <a:lnTo>
                        <a:pt x="1087" y="37"/>
                      </a:lnTo>
                      <a:lnTo>
                        <a:pt x="1085" y="37"/>
                      </a:lnTo>
                      <a:lnTo>
                        <a:pt x="1082" y="38"/>
                      </a:lnTo>
                      <a:lnTo>
                        <a:pt x="1084" y="38"/>
                      </a:lnTo>
                      <a:lnTo>
                        <a:pt x="1085" y="38"/>
                      </a:lnTo>
                      <a:lnTo>
                        <a:pt x="1085" y="40"/>
                      </a:lnTo>
                      <a:lnTo>
                        <a:pt x="1084" y="42"/>
                      </a:lnTo>
                      <a:lnTo>
                        <a:pt x="1084" y="44"/>
                      </a:lnTo>
                      <a:lnTo>
                        <a:pt x="1082" y="44"/>
                      </a:lnTo>
                      <a:lnTo>
                        <a:pt x="1082" y="46"/>
                      </a:lnTo>
                      <a:lnTo>
                        <a:pt x="1080" y="46"/>
                      </a:lnTo>
                      <a:lnTo>
                        <a:pt x="1078" y="46"/>
                      </a:lnTo>
                      <a:lnTo>
                        <a:pt x="1076" y="46"/>
                      </a:lnTo>
                      <a:lnTo>
                        <a:pt x="1075" y="46"/>
                      </a:lnTo>
                      <a:lnTo>
                        <a:pt x="1071" y="46"/>
                      </a:lnTo>
                      <a:lnTo>
                        <a:pt x="1069" y="48"/>
                      </a:lnTo>
                      <a:lnTo>
                        <a:pt x="1073" y="49"/>
                      </a:lnTo>
                      <a:lnTo>
                        <a:pt x="1073" y="51"/>
                      </a:lnTo>
                      <a:lnTo>
                        <a:pt x="1080" y="55"/>
                      </a:lnTo>
                      <a:lnTo>
                        <a:pt x="1087" y="58"/>
                      </a:lnTo>
                      <a:lnTo>
                        <a:pt x="1095" y="62"/>
                      </a:lnTo>
                      <a:lnTo>
                        <a:pt x="1102" y="66"/>
                      </a:lnTo>
                      <a:lnTo>
                        <a:pt x="1111" y="69"/>
                      </a:lnTo>
                      <a:lnTo>
                        <a:pt x="1122" y="77"/>
                      </a:lnTo>
                      <a:lnTo>
                        <a:pt x="1124" y="77"/>
                      </a:lnTo>
                      <a:lnTo>
                        <a:pt x="1126" y="80"/>
                      </a:lnTo>
                      <a:lnTo>
                        <a:pt x="1129" y="84"/>
                      </a:lnTo>
                      <a:lnTo>
                        <a:pt x="1133" y="88"/>
                      </a:lnTo>
                      <a:lnTo>
                        <a:pt x="1137" y="91"/>
                      </a:lnTo>
                      <a:lnTo>
                        <a:pt x="1144" y="99"/>
                      </a:lnTo>
                      <a:lnTo>
                        <a:pt x="1151" y="106"/>
                      </a:lnTo>
                      <a:lnTo>
                        <a:pt x="1155" y="111"/>
                      </a:lnTo>
                      <a:lnTo>
                        <a:pt x="1166" y="124"/>
                      </a:lnTo>
                      <a:lnTo>
                        <a:pt x="1169" y="126"/>
                      </a:lnTo>
                      <a:lnTo>
                        <a:pt x="1171" y="130"/>
                      </a:lnTo>
                      <a:lnTo>
                        <a:pt x="1173" y="133"/>
                      </a:lnTo>
                      <a:lnTo>
                        <a:pt x="1180" y="141"/>
                      </a:lnTo>
                      <a:lnTo>
                        <a:pt x="1190" y="154"/>
                      </a:lnTo>
                      <a:lnTo>
                        <a:pt x="1200" y="168"/>
                      </a:lnTo>
                      <a:lnTo>
                        <a:pt x="1200" y="166"/>
                      </a:lnTo>
                      <a:lnTo>
                        <a:pt x="1199" y="164"/>
                      </a:lnTo>
                      <a:lnTo>
                        <a:pt x="1200" y="164"/>
                      </a:lnTo>
                      <a:lnTo>
                        <a:pt x="1204" y="164"/>
                      </a:lnTo>
                      <a:lnTo>
                        <a:pt x="1204" y="163"/>
                      </a:lnTo>
                      <a:lnTo>
                        <a:pt x="1206" y="163"/>
                      </a:lnTo>
                      <a:lnTo>
                        <a:pt x="1206" y="161"/>
                      </a:lnTo>
                      <a:lnTo>
                        <a:pt x="1210" y="161"/>
                      </a:lnTo>
                      <a:lnTo>
                        <a:pt x="1211" y="161"/>
                      </a:lnTo>
                      <a:lnTo>
                        <a:pt x="1211" y="159"/>
                      </a:lnTo>
                      <a:lnTo>
                        <a:pt x="1213" y="159"/>
                      </a:lnTo>
                      <a:lnTo>
                        <a:pt x="1215" y="159"/>
                      </a:lnTo>
                      <a:lnTo>
                        <a:pt x="1215" y="155"/>
                      </a:lnTo>
                      <a:lnTo>
                        <a:pt x="1213" y="155"/>
                      </a:lnTo>
                      <a:lnTo>
                        <a:pt x="1213" y="154"/>
                      </a:lnTo>
                      <a:lnTo>
                        <a:pt x="1213" y="152"/>
                      </a:lnTo>
                      <a:lnTo>
                        <a:pt x="1215" y="152"/>
                      </a:lnTo>
                      <a:lnTo>
                        <a:pt x="1217" y="152"/>
                      </a:lnTo>
                      <a:lnTo>
                        <a:pt x="1221" y="152"/>
                      </a:lnTo>
                      <a:lnTo>
                        <a:pt x="1221" y="150"/>
                      </a:lnTo>
                      <a:lnTo>
                        <a:pt x="1222" y="146"/>
                      </a:lnTo>
                      <a:lnTo>
                        <a:pt x="1226" y="148"/>
                      </a:lnTo>
                      <a:lnTo>
                        <a:pt x="1228" y="148"/>
                      </a:lnTo>
                      <a:lnTo>
                        <a:pt x="1230" y="150"/>
                      </a:lnTo>
                      <a:lnTo>
                        <a:pt x="1231" y="150"/>
                      </a:lnTo>
                      <a:lnTo>
                        <a:pt x="1230" y="150"/>
                      </a:lnTo>
                      <a:lnTo>
                        <a:pt x="1235" y="152"/>
                      </a:lnTo>
                      <a:lnTo>
                        <a:pt x="1237" y="152"/>
                      </a:lnTo>
                      <a:lnTo>
                        <a:pt x="1239" y="150"/>
                      </a:lnTo>
                      <a:lnTo>
                        <a:pt x="1239" y="152"/>
                      </a:lnTo>
                      <a:lnTo>
                        <a:pt x="1239" y="154"/>
                      </a:lnTo>
                      <a:lnTo>
                        <a:pt x="1239" y="155"/>
                      </a:lnTo>
                      <a:lnTo>
                        <a:pt x="1237" y="155"/>
                      </a:lnTo>
                      <a:lnTo>
                        <a:pt x="1237" y="157"/>
                      </a:lnTo>
                      <a:lnTo>
                        <a:pt x="1237" y="159"/>
                      </a:lnTo>
                      <a:lnTo>
                        <a:pt x="1235" y="159"/>
                      </a:lnTo>
                      <a:lnTo>
                        <a:pt x="1235" y="161"/>
                      </a:lnTo>
                      <a:lnTo>
                        <a:pt x="1239" y="161"/>
                      </a:lnTo>
                      <a:lnTo>
                        <a:pt x="1241" y="161"/>
                      </a:lnTo>
                      <a:lnTo>
                        <a:pt x="1241" y="159"/>
                      </a:lnTo>
                      <a:lnTo>
                        <a:pt x="1242" y="159"/>
                      </a:lnTo>
                      <a:lnTo>
                        <a:pt x="1244" y="159"/>
                      </a:lnTo>
                      <a:lnTo>
                        <a:pt x="1246" y="159"/>
                      </a:lnTo>
                      <a:lnTo>
                        <a:pt x="1248" y="159"/>
                      </a:lnTo>
                      <a:lnTo>
                        <a:pt x="1248" y="161"/>
                      </a:lnTo>
                      <a:lnTo>
                        <a:pt x="1250" y="163"/>
                      </a:lnTo>
                      <a:lnTo>
                        <a:pt x="1248" y="163"/>
                      </a:lnTo>
                      <a:lnTo>
                        <a:pt x="1250" y="163"/>
                      </a:lnTo>
                      <a:lnTo>
                        <a:pt x="1250" y="164"/>
                      </a:lnTo>
                      <a:lnTo>
                        <a:pt x="1250" y="166"/>
                      </a:lnTo>
                      <a:lnTo>
                        <a:pt x="1252" y="168"/>
                      </a:lnTo>
                      <a:lnTo>
                        <a:pt x="1253" y="168"/>
                      </a:lnTo>
                      <a:lnTo>
                        <a:pt x="1259" y="166"/>
                      </a:lnTo>
                      <a:lnTo>
                        <a:pt x="1261" y="166"/>
                      </a:lnTo>
                      <a:lnTo>
                        <a:pt x="1261" y="164"/>
                      </a:lnTo>
                      <a:lnTo>
                        <a:pt x="1261" y="166"/>
                      </a:lnTo>
                      <a:lnTo>
                        <a:pt x="1263" y="166"/>
                      </a:lnTo>
                      <a:lnTo>
                        <a:pt x="1264" y="166"/>
                      </a:lnTo>
                      <a:lnTo>
                        <a:pt x="1266" y="166"/>
                      </a:lnTo>
                      <a:lnTo>
                        <a:pt x="1268" y="166"/>
                      </a:lnTo>
                      <a:lnTo>
                        <a:pt x="1270" y="166"/>
                      </a:lnTo>
                      <a:lnTo>
                        <a:pt x="1272" y="166"/>
                      </a:lnTo>
                      <a:lnTo>
                        <a:pt x="1272" y="168"/>
                      </a:lnTo>
                      <a:lnTo>
                        <a:pt x="1273" y="168"/>
                      </a:lnTo>
                      <a:lnTo>
                        <a:pt x="1275" y="168"/>
                      </a:lnTo>
                      <a:lnTo>
                        <a:pt x="1277" y="168"/>
                      </a:lnTo>
                      <a:lnTo>
                        <a:pt x="1279" y="166"/>
                      </a:lnTo>
                      <a:lnTo>
                        <a:pt x="1281" y="166"/>
                      </a:lnTo>
                      <a:lnTo>
                        <a:pt x="1283" y="166"/>
                      </a:lnTo>
                      <a:lnTo>
                        <a:pt x="1284" y="166"/>
                      </a:lnTo>
                      <a:lnTo>
                        <a:pt x="1286" y="166"/>
                      </a:lnTo>
                      <a:lnTo>
                        <a:pt x="1286" y="168"/>
                      </a:lnTo>
                      <a:lnTo>
                        <a:pt x="1288" y="168"/>
                      </a:lnTo>
                      <a:lnTo>
                        <a:pt x="1290" y="168"/>
                      </a:lnTo>
                      <a:lnTo>
                        <a:pt x="1292" y="166"/>
                      </a:lnTo>
                      <a:lnTo>
                        <a:pt x="1294" y="166"/>
                      </a:lnTo>
                      <a:lnTo>
                        <a:pt x="1294" y="164"/>
                      </a:lnTo>
                      <a:lnTo>
                        <a:pt x="1295" y="164"/>
                      </a:lnTo>
                      <a:lnTo>
                        <a:pt x="1295" y="163"/>
                      </a:lnTo>
                      <a:lnTo>
                        <a:pt x="1295" y="161"/>
                      </a:lnTo>
                      <a:lnTo>
                        <a:pt x="1297" y="161"/>
                      </a:lnTo>
                      <a:lnTo>
                        <a:pt x="1299" y="161"/>
                      </a:lnTo>
                      <a:lnTo>
                        <a:pt x="1301" y="163"/>
                      </a:lnTo>
                      <a:lnTo>
                        <a:pt x="1303" y="163"/>
                      </a:lnTo>
                      <a:lnTo>
                        <a:pt x="1304" y="163"/>
                      </a:lnTo>
                      <a:lnTo>
                        <a:pt x="1304" y="161"/>
                      </a:lnTo>
                      <a:lnTo>
                        <a:pt x="1306" y="161"/>
                      </a:lnTo>
                      <a:lnTo>
                        <a:pt x="1308" y="161"/>
                      </a:lnTo>
                      <a:lnTo>
                        <a:pt x="1308" y="159"/>
                      </a:lnTo>
                      <a:lnTo>
                        <a:pt x="1308" y="157"/>
                      </a:lnTo>
                      <a:lnTo>
                        <a:pt x="1310" y="157"/>
                      </a:lnTo>
                      <a:lnTo>
                        <a:pt x="1312" y="159"/>
                      </a:lnTo>
                      <a:lnTo>
                        <a:pt x="1314" y="159"/>
                      </a:lnTo>
                      <a:lnTo>
                        <a:pt x="1315" y="157"/>
                      </a:lnTo>
                      <a:lnTo>
                        <a:pt x="1315" y="159"/>
                      </a:lnTo>
                      <a:lnTo>
                        <a:pt x="1317" y="157"/>
                      </a:lnTo>
                      <a:lnTo>
                        <a:pt x="1317" y="159"/>
                      </a:lnTo>
                      <a:lnTo>
                        <a:pt x="1319" y="159"/>
                      </a:lnTo>
                      <a:lnTo>
                        <a:pt x="1319" y="157"/>
                      </a:lnTo>
                      <a:lnTo>
                        <a:pt x="1321" y="157"/>
                      </a:lnTo>
                      <a:lnTo>
                        <a:pt x="1321" y="159"/>
                      </a:lnTo>
                      <a:lnTo>
                        <a:pt x="1323" y="159"/>
                      </a:lnTo>
                      <a:lnTo>
                        <a:pt x="1323" y="161"/>
                      </a:lnTo>
                      <a:lnTo>
                        <a:pt x="1325" y="159"/>
                      </a:lnTo>
                      <a:lnTo>
                        <a:pt x="1325" y="161"/>
                      </a:lnTo>
                      <a:lnTo>
                        <a:pt x="1326" y="161"/>
                      </a:lnTo>
                      <a:lnTo>
                        <a:pt x="1328" y="161"/>
                      </a:lnTo>
                      <a:lnTo>
                        <a:pt x="1330" y="163"/>
                      </a:lnTo>
                      <a:lnTo>
                        <a:pt x="1332" y="163"/>
                      </a:lnTo>
                      <a:lnTo>
                        <a:pt x="1334" y="163"/>
                      </a:lnTo>
                      <a:lnTo>
                        <a:pt x="1336" y="164"/>
                      </a:lnTo>
                      <a:lnTo>
                        <a:pt x="1337" y="164"/>
                      </a:lnTo>
                      <a:lnTo>
                        <a:pt x="1339" y="166"/>
                      </a:lnTo>
                      <a:lnTo>
                        <a:pt x="1339" y="168"/>
                      </a:lnTo>
                      <a:lnTo>
                        <a:pt x="1341" y="170"/>
                      </a:lnTo>
                      <a:lnTo>
                        <a:pt x="1343" y="170"/>
                      </a:lnTo>
                      <a:lnTo>
                        <a:pt x="1343" y="172"/>
                      </a:lnTo>
                      <a:lnTo>
                        <a:pt x="1345" y="172"/>
                      </a:lnTo>
                      <a:lnTo>
                        <a:pt x="1346" y="174"/>
                      </a:lnTo>
                      <a:lnTo>
                        <a:pt x="1346" y="175"/>
                      </a:lnTo>
                      <a:lnTo>
                        <a:pt x="1348" y="175"/>
                      </a:lnTo>
                      <a:lnTo>
                        <a:pt x="1348" y="177"/>
                      </a:lnTo>
                      <a:lnTo>
                        <a:pt x="1348" y="179"/>
                      </a:lnTo>
                      <a:lnTo>
                        <a:pt x="1348" y="181"/>
                      </a:lnTo>
                      <a:lnTo>
                        <a:pt x="1350" y="181"/>
                      </a:lnTo>
                      <a:lnTo>
                        <a:pt x="1350" y="183"/>
                      </a:lnTo>
                      <a:lnTo>
                        <a:pt x="1350" y="185"/>
                      </a:lnTo>
                      <a:lnTo>
                        <a:pt x="1352" y="185"/>
                      </a:lnTo>
                      <a:lnTo>
                        <a:pt x="1352" y="186"/>
                      </a:lnTo>
                      <a:lnTo>
                        <a:pt x="1354" y="186"/>
                      </a:lnTo>
                      <a:lnTo>
                        <a:pt x="1356" y="186"/>
                      </a:lnTo>
                      <a:lnTo>
                        <a:pt x="1356" y="185"/>
                      </a:lnTo>
                      <a:lnTo>
                        <a:pt x="1357" y="185"/>
                      </a:lnTo>
                      <a:lnTo>
                        <a:pt x="1357" y="186"/>
                      </a:lnTo>
                      <a:lnTo>
                        <a:pt x="1359" y="186"/>
                      </a:lnTo>
                      <a:lnTo>
                        <a:pt x="1361" y="186"/>
                      </a:lnTo>
                      <a:lnTo>
                        <a:pt x="1363" y="186"/>
                      </a:lnTo>
                      <a:lnTo>
                        <a:pt x="1365" y="186"/>
                      </a:lnTo>
                      <a:lnTo>
                        <a:pt x="1365" y="188"/>
                      </a:lnTo>
                      <a:lnTo>
                        <a:pt x="1367" y="188"/>
                      </a:lnTo>
                      <a:lnTo>
                        <a:pt x="1367" y="190"/>
                      </a:lnTo>
                      <a:lnTo>
                        <a:pt x="1368" y="190"/>
                      </a:lnTo>
                      <a:lnTo>
                        <a:pt x="1368" y="188"/>
                      </a:lnTo>
                      <a:lnTo>
                        <a:pt x="1370" y="188"/>
                      </a:lnTo>
                      <a:lnTo>
                        <a:pt x="1370" y="190"/>
                      </a:lnTo>
                      <a:lnTo>
                        <a:pt x="1372" y="190"/>
                      </a:lnTo>
                      <a:lnTo>
                        <a:pt x="1374" y="192"/>
                      </a:lnTo>
                      <a:lnTo>
                        <a:pt x="1374" y="190"/>
                      </a:lnTo>
                      <a:lnTo>
                        <a:pt x="1376" y="192"/>
                      </a:lnTo>
                      <a:lnTo>
                        <a:pt x="1377" y="192"/>
                      </a:lnTo>
                      <a:lnTo>
                        <a:pt x="1377" y="194"/>
                      </a:lnTo>
                      <a:lnTo>
                        <a:pt x="1376" y="194"/>
                      </a:lnTo>
                      <a:lnTo>
                        <a:pt x="1376" y="196"/>
                      </a:lnTo>
                      <a:lnTo>
                        <a:pt x="1376" y="197"/>
                      </a:lnTo>
                      <a:lnTo>
                        <a:pt x="1377" y="197"/>
                      </a:lnTo>
                      <a:lnTo>
                        <a:pt x="1377" y="199"/>
                      </a:lnTo>
                      <a:lnTo>
                        <a:pt x="1379" y="199"/>
                      </a:lnTo>
                      <a:lnTo>
                        <a:pt x="1379" y="201"/>
                      </a:lnTo>
                      <a:lnTo>
                        <a:pt x="1381" y="201"/>
                      </a:lnTo>
                      <a:lnTo>
                        <a:pt x="1381" y="203"/>
                      </a:lnTo>
                      <a:lnTo>
                        <a:pt x="1383" y="203"/>
                      </a:lnTo>
                      <a:lnTo>
                        <a:pt x="1383" y="205"/>
                      </a:lnTo>
                      <a:lnTo>
                        <a:pt x="1383" y="207"/>
                      </a:lnTo>
                      <a:lnTo>
                        <a:pt x="1383" y="208"/>
                      </a:lnTo>
                      <a:lnTo>
                        <a:pt x="1385" y="208"/>
                      </a:lnTo>
                      <a:lnTo>
                        <a:pt x="1387" y="208"/>
                      </a:lnTo>
                      <a:lnTo>
                        <a:pt x="1388" y="208"/>
                      </a:lnTo>
                      <a:lnTo>
                        <a:pt x="1390" y="208"/>
                      </a:lnTo>
                      <a:lnTo>
                        <a:pt x="1390" y="207"/>
                      </a:lnTo>
                      <a:lnTo>
                        <a:pt x="1394" y="208"/>
                      </a:lnTo>
                      <a:lnTo>
                        <a:pt x="1396" y="208"/>
                      </a:lnTo>
                      <a:lnTo>
                        <a:pt x="1398" y="208"/>
                      </a:lnTo>
                      <a:lnTo>
                        <a:pt x="1399" y="210"/>
                      </a:lnTo>
                      <a:lnTo>
                        <a:pt x="1401" y="210"/>
                      </a:lnTo>
                      <a:lnTo>
                        <a:pt x="1403" y="210"/>
                      </a:lnTo>
                      <a:lnTo>
                        <a:pt x="1405" y="210"/>
                      </a:lnTo>
                      <a:lnTo>
                        <a:pt x="1407" y="210"/>
                      </a:lnTo>
                      <a:lnTo>
                        <a:pt x="1409" y="210"/>
                      </a:lnTo>
                      <a:lnTo>
                        <a:pt x="1410" y="210"/>
                      </a:lnTo>
                      <a:lnTo>
                        <a:pt x="1409" y="210"/>
                      </a:lnTo>
                      <a:lnTo>
                        <a:pt x="1410" y="212"/>
                      </a:lnTo>
                      <a:lnTo>
                        <a:pt x="1412" y="212"/>
                      </a:lnTo>
                      <a:lnTo>
                        <a:pt x="1414" y="212"/>
                      </a:lnTo>
                      <a:lnTo>
                        <a:pt x="1416" y="212"/>
                      </a:lnTo>
                      <a:lnTo>
                        <a:pt x="1418" y="212"/>
                      </a:lnTo>
                      <a:lnTo>
                        <a:pt x="1418" y="214"/>
                      </a:lnTo>
                      <a:lnTo>
                        <a:pt x="1419" y="214"/>
                      </a:lnTo>
                      <a:lnTo>
                        <a:pt x="1419" y="212"/>
                      </a:lnTo>
                      <a:lnTo>
                        <a:pt x="1421" y="210"/>
                      </a:lnTo>
                      <a:lnTo>
                        <a:pt x="1421" y="208"/>
                      </a:lnTo>
                      <a:lnTo>
                        <a:pt x="1423" y="208"/>
                      </a:lnTo>
                      <a:lnTo>
                        <a:pt x="1425" y="208"/>
                      </a:lnTo>
                      <a:lnTo>
                        <a:pt x="1427" y="208"/>
                      </a:lnTo>
                      <a:lnTo>
                        <a:pt x="1429" y="207"/>
                      </a:lnTo>
                      <a:lnTo>
                        <a:pt x="1430" y="207"/>
                      </a:lnTo>
                      <a:lnTo>
                        <a:pt x="1430" y="205"/>
                      </a:lnTo>
                      <a:lnTo>
                        <a:pt x="1432" y="205"/>
                      </a:lnTo>
                      <a:lnTo>
                        <a:pt x="1432" y="203"/>
                      </a:lnTo>
                      <a:lnTo>
                        <a:pt x="1434" y="203"/>
                      </a:lnTo>
                      <a:lnTo>
                        <a:pt x="1434" y="201"/>
                      </a:lnTo>
                      <a:lnTo>
                        <a:pt x="1432" y="201"/>
                      </a:lnTo>
                      <a:lnTo>
                        <a:pt x="1434" y="201"/>
                      </a:lnTo>
                      <a:lnTo>
                        <a:pt x="1436" y="201"/>
                      </a:lnTo>
                      <a:lnTo>
                        <a:pt x="1438" y="201"/>
                      </a:lnTo>
                      <a:lnTo>
                        <a:pt x="1440" y="201"/>
                      </a:lnTo>
                      <a:lnTo>
                        <a:pt x="1440" y="203"/>
                      </a:lnTo>
                      <a:lnTo>
                        <a:pt x="1440" y="205"/>
                      </a:lnTo>
                      <a:lnTo>
                        <a:pt x="1438" y="205"/>
                      </a:lnTo>
                      <a:lnTo>
                        <a:pt x="1438" y="207"/>
                      </a:lnTo>
                      <a:lnTo>
                        <a:pt x="1438" y="205"/>
                      </a:lnTo>
                      <a:lnTo>
                        <a:pt x="1438" y="207"/>
                      </a:lnTo>
                      <a:lnTo>
                        <a:pt x="1436" y="207"/>
                      </a:lnTo>
                      <a:lnTo>
                        <a:pt x="1434" y="207"/>
                      </a:lnTo>
                      <a:lnTo>
                        <a:pt x="1434" y="208"/>
                      </a:lnTo>
                      <a:lnTo>
                        <a:pt x="1434" y="210"/>
                      </a:lnTo>
                      <a:lnTo>
                        <a:pt x="1436" y="210"/>
                      </a:lnTo>
                      <a:lnTo>
                        <a:pt x="1438" y="210"/>
                      </a:lnTo>
                      <a:lnTo>
                        <a:pt x="1440" y="210"/>
                      </a:lnTo>
                      <a:lnTo>
                        <a:pt x="1441" y="210"/>
                      </a:lnTo>
                      <a:lnTo>
                        <a:pt x="1441" y="212"/>
                      </a:lnTo>
                      <a:lnTo>
                        <a:pt x="1443" y="212"/>
                      </a:lnTo>
                      <a:lnTo>
                        <a:pt x="1441" y="212"/>
                      </a:lnTo>
                      <a:lnTo>
                        <a:pt x="1441" y="214"/>
                      </a:lnTo>
                      <a:lnTo>
                        <a:pt x="1443" y="214"/>
                      </a:lnTo>
                      <a:lnTo>
                        <a:pt x="1445" y="214"/>
                      </a:lnTo>
                      <a:lnTo>
                        <a:pt x="1445" y="216"/>
                      </a:lnTo>
                      <a:lnTo>
                        <a:pt x="1445" y="218"/>
                      </a:lnTo>
                      <a:lnTo>
                        <a:pt x="1447" y="218"/>
                      </a:lnTo>
                      <a:lnTo>
                        <a:pt x="1447" y="219"/>
                      </a:lnTo>
                      <a:lnTo>
                        <a:pt x="1449" y="219"/>
                      </a:lnTo>
                      <a:lnTo>
                        <a:pt x="1449" y="221"/>
                      </a:lnTo>
                      <a:lnTo>
                        <a:pt x="1450" y="221"/>
                      </a:lnTo>
                      <a:lnTo>
                        <a:pt x="1452" y="221"/>
                      </a:lnTo>
                      <a:lnTo>
                        <a:pt x="1454" y="221"/>
                      </a:lnTo>
                      <a:lnTo>
                        <a:pt x="1456" y="221"/>
                      </a:lnTo>
                      <a:lnTo>
                        <a:pt x="1458" y="221"/>
                      </a:lnTo>
                      <a:lnTo>
                        <a:pt x="1460" y="221"/>
                      </a:lnTo>
                      <a:lnTo>
                        <a:pt x="1460" y="223"/>
                      </a:lnTo>
                      <a:lnTo>
                        <a:pt x="1458" y="223"/>
                      </a:lnTo>
                      <a:lnTo>
                        <a:pt x="1458" y="225"/>
                      </a:lnTo>
                      <a:lnTo>
                        <a:pt x="1458" y="227"/>
                      </a:lnTo>
                      <a:lnTo>
                        <a:pt x="1456" y="227"/>
                      </a:lnTo>
                      <a:lnTo>
                        <a:pt x="1456" y="225"/>
                      </a:lnTo>
                      <a:lnTo>
                        <a:pt x="1454" y="225"/>
                      </a:lnTo>
                      <a:lnTo>
                        <a:pt x="1452" y="225"/>
                      </a:lnTo>
                      <a:lnTo>
                        <a:pt x="1450" y="225"/>
                      </a:lnTo>
                      <a:lnTo>
                        <a:pt x="1450" y="227"/>
                      </a:lnTo>
                      <a:lnTo>
                        <a:pt x="1449" y="227"/>
                      </a:lnTo>
                      <a:lnTo>
                        <a:pt x="1447" y="227"/>
                      </a:lnTo>
                      <a:lnTo>
                        <a:pt x="1445" y="227"/>
                      </a:lnTo>
                      <a:lnTo>
                        <a:pt x="1443" y="227"/>
                      </a:lnTo>
                      <a:lnTo>
                        <a:pt x="1443" y="225"/>
                      </a:lnTo>
                      <a:lnTo>
                        <a:pt x="1443" y="227"/>
                      </a:lnTo>
                      <a:lnTo>
                        <a:pt x="1441" y="227"/>
                      </a:lnTo>
                      <a:lnTo>
                        <a:pt x="1441" y="228"/>
                      </a:lnTo>
                      <a:lnTo>
                        <a:pt x="1440" y="228"/>
                      </a:lnTo>
                      <a:lnTo>
                        <a:pt x="1440" y="230"/>
                      </a:lnTo>
                      <a:lnTo>
                        <a:pt x="1438" y="230"/>
                      </a:lnTo>
                      <a:lnTo>
                        <a:pt x="1438" y="232"/>
                      </a:lnTo>
                      <a:lnTo>
                        <a:pt x="1438" y="234"/>
                      </a:lnTo>
                      <a:lnTo>
                        <a:pt x="1440" y="234"/>
                      </a:lnTo>
                      <a:lnTo>
                        <a:pt x="1441" y="234"/>
                      </a:lnTo>
                      <a:lnTo>
                        <a:pt x="1441" y="236"/>
                      </a:lnTo>
                      <a:lnTo>
                        <a:pt x="1440" y="236"/>
                      </a:lnTo>
                      <a:lnTo>
                        <a:pt x="1440" y="238"/>
                      </a:lnTo>
                      <a:lnTo>
                        <a:pt x="1440" y="239"/>
                      </a:lnTo>
                      <a:lnTo>
                        <a:pt x="1440" y="241"/>
                      </a:lnTo>
                      <a:lnTo>
                        <a:pt x="1438" y="241"/>
                      </a:lnTo>
                      <a:lnTo>
                        <a:pt x="1438" y="243"/>
                      </a:lnTo>
                      <a:lnTo>
                        <a:pt x="1436" y="243"/>
                      </a:lnTo>
                      <a:lnTo>
                        <a:pt x="1434" y="243"/>
                      </a:lnTo>
                      <a:lnTo>
                        <a:pt x="1434" y="245"/>
                      </a:lnTo>
                      <a:lnTo>
                        <a:pt x="1432" y="245"/>
                      </a:lnTo>
                      <a:lnTo>
                        <a:pt x="1434" y="245"/>
                      </a:lnTo>
                      <a:lnTo>
                        <a:pt x="1432" y="245"/>
                      </a:lnTo>
                      <a:lnTo>
                        <a:pt x="1434" y="247"/>
                      </a:lnTo>
                      <a:lnTo>
                        <a:pt x="1432" y="247"/>
                      </a:lnTo>
                      <a:lnTo>
                        <a:pt x="1427" y="249"/>
                      </a:lnTo>
                      <a:lnTo>
                        <a:pt x="1425" y="249"/>
                      </a:lnTo>
                      <a:lnTo>
                        <a:pt x="1423" y="249"/>
                      </a:lnTo>
                      <a:lnTo>
                        <a:pt x="1421" y="249"/>
                      </a:lnTo>
                      <a:lnTo>
                        <a:pt x="1421" y="250"/>
                      </a:lnTo>
                      <a:lnTo>
                        <a:pt x="1419" y="250"/>
                      </a:lnTo>
                      <a:lnTo>
                        <a:pt x="1418" y="250"/>
                      </a:lnTo>
                      <a:lnTo>
                        <a:pt x="1414" y="250"/>
                      </a:lnTo>
                      <a:lnTo>
                        <a:pt x="1409" y="250"/>
                      </a:lnTo>
                      <a:lnTo>
                        <a:pt x="1407" y="250"/>
                      </a:lnTo>
                      <a:lnTo>
                        <a:pt x="1405" y="250"/>
                      </a:lnTo>
                      <a:lnTo>
                        <a:pt x="1403" y="250"/>
                      </a:lnTo>
                      <a:lnTo>
                        <a:pt x="1403" y="252"/>
                      </a:lnTo>
                      <a:lnTo>
                        <a:pt x="1401" y="252"/>
                      </a:lnTo>
                      <a:lnTo>
                        <a:pt x="1401" y="254"/>
                      </a:lnTo>
                      <a:lnTo>
                        <a:pt x="1401" y="256"/>
                      </a:lnTo>
                      <a:lnTo>
                        <a:pt x="1399" y="256"/>
                      </a:lnTo>
                      <a:lnTo>
                        <a:pt x="1399" y="258"/>
                      </a:lnTo>
                      <a:lnTo>
                        <a:pt x="1398" y="258"/>
                      </a:lnTo>
                      <a:lnTo>
                        <a:pt x="1398" y="260"/>
                      </a:lnTo>
                      <a:lnTo>
                        <a:pt x="1398" y="261"/>
                      </a:lnTo>
                      <a:lnTo>
                        <a:pt x="1398" y="263"/>
                      </a:lnTo>
                      <a:lnTo>
                        <a:pt x="1396" y="263"/>
                      </a:lnTo>
                      <a:lnTo>
                        <a:pt x="1396" y="265"/>
                      </a:lnTo>
                      <a:lnTo>
                        <a:pt x="1396" y="267"/>
                      </a:lnTo>
                      <a:lnTo>
                        <a:pt x="1396" y="269"/>
                      </a:lnTo>
                      <a:lnTo>
                        <a:pt x="1399" y="280"/>
                      </a:lnTo>
                      <a:lnTo>
                        <a:pt x="1399" y="281"/>
                      </a:lnTo>
                      <a:lnTo>
                        <a:pt x="1398" y="283"/>
                      </a:lnTo>
                      <a:lnTo>
                        <a:pt x="1398" y="285"/>
                      </a:lnTo>
                      <a:lnTo>
                        <a:pt x="1399" y="285"/>
                      </a:lnTo>
                      <a:lnTo>
                        <a:pt x="1401" y="285"/>
                      </a:lnTo>
                      <a:lnTo>
                        <a:pt x="1401" y="287"/>
                      </a:lnTo>
                      <a:lnTo>
                        <a:pt x="1401" y="289"/>
                      </a:lnTo>
                      <a:lnTo>
                        <a:pt x="1401" y="291"/>
                      </a:lnTo>
                      <a:lnTo>
                        <a:pt x="1399" y="291"/>
                      </a:lnTo>
                      <a:lnTo>
                        <a:pt x="1401" y="291"/>
                      </a:lnTo>
                      <a:lnTo>
                        <a:pt x="1401" y="292"/>
                      </a:lnTo>
                      <a:lnTo>
                        <a:pt x="1401" y="294"/>
                      </a:lnTo>
                      <a:lnTo>
                        <a:pt x="1399" y="294"/>
                      </a:lnTo>
                      <a:lnTo>
                        <a:pt x="1399" y="296"/>
                      </a:lnTo>
                      <a:lnTo>
                        <a:pt x="1398" y="296"/>
                      </a:lnTo>
                      <a:lnTo>
                        <a:pt x="1398" y="298"/>
                      </a:lnTo>
                      <a:lnTo>
                        <a:pt x="1396" y="298"/>
                      </a:lnTo>
                      <a:lnTo>
                        <a:pt x="1398" y="298"/>
                      </a:lnTo>
                      <a:lnTo>
                        <a:pt x="1396" y="298"/>
                      </a:lnTo>
                      <a:lnTo>
                        <a:pt x="1396" y="300"/>
                      </a:lnTo>
                      <a:lnTo>
                        <a:pt x="1394" y="300"/>
                      </a:lnTo>
                      <a:lnTo>
                        <a:pt x="1392" y="300"/>
                      </a:lnTo>
                      <a:lnTo>
                        <a:pt x="1390" y="300"/>
                      </a:lnTo>
                      <a:lnTo>
                        <a:pt x="1388" y="300"/>
                      </a:lnTo>
                      <a:lnTo>
                        <a:pt x="1387" y="300"/>
                      </a:lnTo>
                      <a:lnTo>
                        <a:pt x="1385" y="300"/>
                      </a:lnTo>
                      <a:lnTo>
                        <a:pt x="1383" y="300"/>
                      </a:lnTo>
                      <a:lnTo>
                        <a:pt x="1383" y="302"/>
                      </a:lnTo>
                      <a:lnTo>
                        <a:pt x="1381" y="302"/>
                      </a:lnTo>
                      <a:lnTo>
                        <a:pt x="1381" y="303"/>
                      </a:lnTo>
                      <a:lnTo>
                        <a:pt x="1379" y="303"/>
                      </a:lnTo>
                      <a:lnTo>
                        <a:pt x="1377" y="303"/>
                      </a:lnTo>
                      <a:lnTo>
                        <a:pt x="1377" y="305"/>
                      </a:lnTo>
                      <a:lnTo>
                        <a:pt x="1376" y="305"/>
                      </a:lnTo>
                      <a:lnTo>
                        <a:pt x="1376" y="303"/>
                      </a:lnTo>
                      <a:lnTo>
                        <a:pt x="1376" y="305"/>
                      </a:lnTo>
                      <a:lnTo>
                        <a:pt x="1376" y="307"/>
                      </a:lnTo>
                      <a:lnTo>
                        <a:pt x="1374" y="307"/>
                      </a:lnTo>
                      <a:lnTo>
                        <a:pt x="1372" y="307"/>
                      </a:lnTo>
                      <a:lnTo>
                        <a:pt x="1370" y="307"/>
                      </a:lnTo>
                      <a:lnTo>
                        <a:pt x="1368" y="307"/>
                      </a:lnTo>
                      <a:lnTo>
                        <a:pt x="1367" y="307"/>
                      </a:lnTo>
                      <a:lnTo>
                        <a:pt x="1365" y="307"/>
                      </a:lnTo>
                      <a:lnTo>
                        <a:pt x="1367" y="307"/>
                      </a:lnTo>
                      <a:lnTo>
                        <a:pt x="1367" y="305"/>
                      </a:lnTo>
                      <a:lnTo>
                        <a:pt x="1367" y="303"/>
                      </a:lnTo>
                      <a:lnTo>
                        <a:pt x="1365" y="302"/>
                      </a:lnTo>
                      <a:lnTo>
                        <a:pt x="1363" y="302"/>
                      </a:lnTo>
                      <a:lnTo>
                        <a:pt x="1361" y="302"/>
                      </a:lnTo>
                      <a:lnTo>
                        <a:pt x="1359" y="302"/>
                      </a:lnTo>
                      <a:lnTo>
                        <a:pt x="1359" y="303"/>
                      </a:lnTo>
                      <a:lnTo>
                        <a:pt x="1357" y="302"/>
                      </a:lnTo>
                      <a:lnTo>
                        <a:pt x="1356" y="302"/>
                      </a:lnTo>
                      <a:lnTo>
                        <a:pt x="1354" y="302"/>
                      </a:lnTo>
                      <a:lnTo>
                        <a:pt x="1352" y="302"/>
                      </a:lnTo>
                      <a:lnTo>
                        <a:pt x="1350" y="302"/>
                      </a:lnTo>
                      <a:lnTo>
                        <a:pt x="1348" y="302"/>
                      </a:lnTo>
                      <a:lnTo>
                        <a:pt x="1346" y="302"/>
                      </a:lnTo>
                      <a:lnTo>
                        <a:pt x="1346" y="303"/>
                      </a:lnTo>
                      <a:lnTo>
                        <a:pt x="1345" y="303"/>
                      </a:lnTo>
                      <a:lnTo>
                        <a:pt x="1343" y="303"/>
                      </a:lnTo>
                      <a:lnTo>
                        <a:pt x="1341" y="302"/>
                      </a:lnTo>
                      <a:lnTo>
                        <a:pt x="1339" y="302"/>
                      </a:lnTo>
                      <a:lnTo>
                        <a:pt x="1337" y="302"/>
                      </a:lnTo>
                      <a:lnTo>
                        <a:pt x="1337" y="303"/>
                      </a:lnTo>
                      <a:lnTo>
                        <a:pt x="1337" y="302"/>
                      </a:lnTo>
                      <a:lnTo>
                        <a:pt x="1336" y="302"/>
                      </a:lnTo>
                      <a:lnTo>
                        <a:pt x="1334" y="302"/>
                      </a:lnTo>
                      <a:lnTo>
                        <a:pt x="1332" y="302"/>
                      </a:lnTo>
                      <a:lnTo>
                        <a:pt x="1332" y="300"/>
                      </a:lnTo>
                      <a:lnTo>
                        <a:pt x="1330" y="302"/>
                      </a:lnTo>
                      <a:lnTo>
                        <a:pt x="1330" y="300"/>
                      </a:lnTo>
                      <a:lnTo>
                        <a:pt x="1328" y="300"/>
                      </a:lnTo>
                      <a:lnTo>
                        <a:pt x="1326" y="300"/>
                      </a:lnTo>
                      <a:lnTo>
                        <a:pt x="1325" y="300"/>
                      </a:lnTo>
                      <a:lnTo>
                        <a:pt x="1325" y="298"/>
                      </a:lnTo>
                      <a:lnTo>
                        <a:pt x="1323" y="298"/>
                      </a:lnTo>
                      <a:lnTo>
                        <a:pt x="1321" y="298"/>
                      </a:lnTo>
                      <a:lnTo>
                        <a:pt x="1321" y="296"/>
                      </a:lnTo>
                      <a:lnTo>
                        <a:pt x="1321" y="298"/>
                      </a:lnTo>
                      <a:lnTo>
                        <a:pt x="1319" y="298"/>
                      </a:lnTo>
                      <a:lnTo>
                        <a:pt x="1319" y="296"/>
                      </a:lnTo>
                      <a:lnTo>
                        <a:pt x="1317" y="296"/>
                      </a:lnTo>
                      <a:lnTo>
                        <a:pt x="1315" y="296"/>
                      </a:lnTo>
                      <a:lnTo>
                        <a:pt x="1314" y="296"/>
                      </a:lnTo>
                      <a:lnTo>
                        <a:pt x="1312" y="296"/>
                      </a:lnTo>
                      <a:lnTo>
                        <a:pt x="1312" y="294"/>
                      </a:lnTo>
                      <a:lnTo>
                        <a:pt x="1310" y="294"/>
                      </a:lnTo>
                      <a:lnTo>
                        <a:pt x="1310" y="292"/>
                      </a:lnTo>
                      <a:lnTo>
                        <a:pt x="1308" y="294"/>
                      </a:lnTo>
                      <a:lnTo>
                        <a:pt x="1306" y="294"/>
                      </a:lnTo>
                      <a:lnTo>
                        <a:pt x="1306" y="296"/>
                      </a:lnTo>
                      <a:lnTo>
                        <a:pt x="1304" y="296"/>
                      </a:lnTo>
                      <a:lnTo>
                        <a:pt x="1304" y="298"/>
                      </a:lnTo>
                      <a:lnTo>
                        <a:pt x="1304" y="300"/>
                      </a:lnTo>
                      <a:lnTo>
                        <a:pt x="1303" y="300"/>
                      </a:lnTo>
                      <a:lnTo>
                        <a:pt x="1303" y="302"/>
                      </a:lnTo>
                      <a:lnTo>
                        <a:pt x="1303" y="303"/>
                      </a:lnTo>
                      <a:lnTo>
                        <a:pt x="1301" y="305"/>
                      </a:lnTo>
                      <a:lnTo>
                        <a:pt x="1301" y="307"/>
                      </a:lnTo>
                      <a:lnTo>
                        <a:pt x="1301" y="309"/>
                      </a:lnTo>
                      <a:lnTo>
                        <a:pt x="1299" y="309"/>
                      </a:lnTo>
                      <a:lnTo>
                        <a:pt x="1297" y="313"/>
                      </a:lnTo>
                      <a:lnTo>
                        <a:pt x="1297" y="314"/>
                      </a:lnTo>
                      <a:lnTo>
                        <a:pt x="1297" y="316"/>
                      </a:lnTo>
                      <a:lnTo>
                        <a:pt x="1295" y="320"/>
                      </a:lnTo>
                      <a:lnTo>
                        <a:pt x="1294" y="324"/>
                      </a:lnTo>
                      <a:lnTo>
                        <a:pt x="1292" y="325"/>
                      </a:lnTo>
                      <a:lnTo>
                        <a:pt x="1290" y="329"/>
                      </a:lnTo>
                      <a:lnTo>
                        <a:pt x="1286" y="333"/>
                      </a:lnTo>
                      <a:lnTo>
                        <a:pt x="1286" y="334"/>
                      </a:lnTo>
                      <a:lnTo>
                        <a:pt x="1286" y="338"/>
                      </a:lnTo>
                      <a:lnTo>
                        <a:pt x="1286" y="342"/>
                      </a:lnTo>
                      <a:lnTo>
                        <a:pt x="1283" y="344"/>
                      </a:lnTo>
                      <a:lnTo>
                        <a:pt x="1279" y="353"/>
                      </a:lnTo>
                      <a:lnTo>
                        <a:pt x="1279" y="355"/>
                      </a:lnTo>
                      <a:lnTo>
                        <a:pt x="1284" y="356"/>
                      </a:lnTo>
                      <a:lnTo>
                        <a:pt x="1288" y="356"/>
                      </a:lnTo>
                      <a:lnTo>
                        <a:pt x="1290" y="358"/>
                      </a:lnTo>
                      <a:lnTo>
                        <a:pt x="1292" y="360"/>
                      </a:lnTo>
                      <a:lnTo>
                        <a:pt x="1290" y="366"/>
                      </a:lnTo>
                      <a:lnTo>
                        <a:pt x="1286" y="369"/>
                      </a:lnTo>
                      <a:lnTo>
                        <a:pt x="1284" y="367"/>
                      </a:lnTo>
                      <a:lnTo>
                        <a:pt x="1281" y="367"/>
                      </a:lnTo>
                      <a:lnTo>
                        <a:pt x="1281" y="366"/>
                      </a:lnTo>
                      <a:lnTo>
                        <a:pt x="1279" y="366"/>
                      </a:lnTo>
                      <a:lnTo>
                        <a:pt x="1277" y="366"/>
                      </a:lnTo>
                      <a:lnTo>
                        <a:pt x="1275" y="366"/>
                      </a:lnTo>
                      <a:lnTo>
                        <a:pt x="1273" y="366"/>
                      </a:lnTo>
                      <a:lnTo>
                        <a:pt x="1272" y="366"/>
                      </a:lnTo>
                      <a:lnTo>
                        <a:pt x="1272" y="367"/>
                      </a:lnTo>
                      <a:lnTo>
                        <a:pt x="1272" y="366"/>
                      </a:lnTo>
                      <a:lnTo>
                        <a:pt x="1272" y="367"/>
                      </a:lnTo>
                      <a:lnTo>
                        <a:pt x="1270" y="367"/>
                      </a:lnTo>
                      <a:lnTo>
                        <a:pt x="1268" y="367"/>
                      </a:lnTo>
                      <a:lnTo>
                        <a:pt x="1266" y="367"/>
                      </a:lnTo>
                      <a:lnTo>
                        <a:pt x="1266" y="366"/>
                      </a:lnTo>
                      <a:lnTo>
                        <a:pt x="1264" y="366"/>
                      </a:lnTo>
                      <a:lnTo>
                        <a:pt x="1263" y="366"/>
                      </a:lnTo>
                      <a:lnTo>
                        <a:pt x="1263" y="364"/>
                      </a:lnTo>
                      <a:lnTo>
                        <a:pt x="1261" y="362"/>
                      </a:lnTo>
                      <a:lnTo>
                        <a:pt x="1259" y="360"/>
                      </a:lnTo>
                      <a:lnTo>
                        <a:pt x="1257" y="360"/>
                      </a:lnTo>
                      <a:lnTo>
                        <a:pt x="1255" y="360"/>
                      </a:lnTo>
                      <a:lnTo>
                        <a:pt x="1255" y="362"/>
                      </a:lnTo>
                      <a:lnTo>
                        <a:pt x="1253" y="362"/>
                      </a:lnTo>
                      <a:lnTo>
                        <a:pt x="1252" y="362"/>
                      </a:lnTo>
                      <a:lnTo>
                        <a:pt x="1252" y="364"/>
                      </a:lnTo>
                      <a:lnTo>
                        <a:pt x="1250" y="364"/>
                      </a:lnTo>
                      <a:lnTo>
                        <a:pt x="1248" y="364"/>
                      </a:lnTo>
                      <a:lnTo>
                        <a:pt x="1246" y="364"/>
                      </a:lnTo>
                      <a:lnTo>
                        <a:pt x="1244" y="364"/>
                      </a:lnTo>
                      <a:lnTo>
                        <a:pt x="1242" y="366"/>
                      </a:lnTo>
                      <a:lnTo>
                        <a:pt x="1241" y="364"/>
                      </a:lnTo>
                      <a:lnTo>
                        <a:pt x="1241" y="366"/>
                      </a:lnTo>
                      <a:lnTo>
                        <a:pt x="1239" y="366"/>
                      </a:lnTo>
                      <a:lnTo>
                        <a:pt x="1237" y="366"/>
                      </a:lnTo>
                      <a:lnTo>
                        <a:pt x="1235" y="366"/>
                      </a:lnTo>
                      <a:lnTo>
                        <a:pt x="1235" y="367"/>
                      </a:lnTo>
                      <a:lnTo>
                        <a:pt x="1233" y="367"/>
                      </a:lnTo>
                      <a:lnTo>
                        <a:pt x="1231" y="367"/>
                      </a:lnTo>
                      <a:lnTo>
                        <a:pt x="1230" y="367"/>
                      </a:lnTo>
                      <a:lnTo>
                        <a:pt x="1230" y="369"/>
                      </a:lnTo>
                      <a:lnTo>
                        <a:pt x="1228" y="369"/>
                      </a:lnTo>
                      <a:lnTo>
                        <a:pt x="1226" y="367"/>
                      </a:lnTo>
                      <a:lnTo>
                        <a:pt x="1224" y="367"/>
                      </a:lnTo>
                      <a:lnTo>
                        <a:pt x="1222" y="367"/>
                      </a:lnTo>
                      <a:lnTo>
                        <a:pt x="1222" y="369"/>
                      </a:lnTo>
                      <a:lnTo>
                        <a:pt x="1221" y="369"/>
                      </a:lnTo>
                      <a:lnTo>
                        <a:pt x="1219" y="369"/>
                      </a:lnTo>
                      <a:lnTo>
                        <a:pt x="1217" y="369"/>
                      </a:lnTo>
                      <a:lnTo>
                        <a:pt x="1215" y="369"/>
                      </a:lnTo>
                      <a:lnTo>
                        <a:pt x="1213" y="369"/>
                      </a:lnTo>
                      <a:lnTo>
                        <a:pt x="1213" y="371"/>
                      </a:lnTo>
                      <a:lnTo>
                        <a:pt x="1211" y="371"/>
                      </a:lnTo>
                      <a:lnTo>
                        <a:pt x="1210" y="371"/>
                      </a:lnTo>
                      <a:lnTo>
                        <a:pt x="1208" y="371"/>
                      </a:lnTo>
                      <a:lnTo>
                        <a:pt x="1206" y="371"/>
                      </a:lnTo>
                      <a:lnTo>
                        <a:pt x="1206" y="373"/>
                      </a:lnTo>
                      <a:lnTo>
                        <a:pt x="1204" y="373"/>
                      </a:lnTo>
                      <a:lnTo>
                        <a:pt x="1204" y="371"/>
                      </a:lnTo>
                      <a:lnTo>
                        <a:pt x="1202" y="371"/>
                      </a:lnTo>
                      <a:lnTo>
                        <a:pt x="1200" y="371"/>
                      </a:lnTo>
                      <a:lnTo>
                        <a:pt x="1200" y="373"/>
                      </a:lnTo>
                      <a:lnTo>
                        <a:pt x="1199" y="373"/>
                      </a:lnTo>
                      <a:lnTo>
                        <a:pt x="1199" y="375"/>
                      </a:lnTo>
                      <a:lnTo>
                        <a:pt x="1197" y="375"/>
                      </a:lnTo>
                      <a:lnTo>
                        <a:pt x="1195" y="375"/>
                      </a:lnTo>
                      <a:lnTo>
                        <a:pt x="1195" y="377"/>
                      </a:lnTo>
                      <a:lnTo>
                        <a:pt x="1193" y="377"/>
                      </a:lnTo>
                      <a:lnTo>
                        <a:pt x="1195" y="377"/>
                      </a:lnTo>
                      <a:lnTo>
                        <a:pt x="1195" y="378"/>
                      </a:lnTo>
                      <a:lnTo>
                        <a:pt x="1197" y="378"/>
                      </a:lnTo>
                      <a:lnTo>
                        <a:pt x="1195" y="378"/>
                      </a:lnTo>
                      <a:lnTo>
                        <a:pt x="1197" y="378"/>
                      </a:lnTo>
                      <a:lnTo>
                        <a:pt x="1197" y="380"/>
                      </a:lnTo>
                      <a:lnTo>
                        <a:pt x="1199" y="380"/>
                      </a:lnTo>
                      <a:lnTo>
                        <a:pt x="1200" y="380"/>
                      </a:lnTo>
                      <a:lnTo>
                        <a:pt x="1202" y="380"/>
                      </a:lnTo>
                      <a:lnTo>
                        <a:pt x="1202" y="378"/>
                      </a:lnTo>
                      <a:lnTo>
                        <a:pt x="1204" y="378"/>
                      </a:lnTo>
                      <a:lnTo>
                        <a:pt x="1204" y="380"/>
                      </a:lnTo>
                      <a:lnTo>
                        <a:pt x="1206" y="380"/>
                      </a:lnTo>
                      <a:lnTo>
                        <a:pt x="1206" y="378"/>
                      </a:lnTo>
                      <a:lnTo>
                        <a:pt x="1208" y="378"/>
                      </a:lnTo>
                      <a:lnTo>
                        <a:pt x="1208" y="380"/>
                      </a:lnTo>
                      <a:lnTo>
                        <a:pt x="1210" y="380"/>
                      </a:lnTo>
                      <a:lnTo>
                        <a:pt x="1211" y="382"/>
                      </a:lnTo>
                      <a:lnTo>
                        <a:pt x="1213" y="382"/>
                      </a:lnTo>
                      <a:lnTo>
                        <a:pt x="1215" y="382"/>
                      </a:lnTo>
                      <a:lnTo>
                        <a:pt x="1217" y="384"/>
                      </a:lnTo>
                      <a:lnTo>
                        <a:pt x="1215" y="384"/>
                      </a:lnTo>
                      <a:lnTo>
                        <a:pt x="1211" y="384"/>
                      </a:lnTo>
                      <a:lnTo>
                        <a:pt x="1211" y="386"/>
                      </a:lnTo>
                      <a:lnTo>
                        <a:pt x="1210" y="386"/>
                      </a:lnTo>
                      <a:lnTo>
                        <a:pt x="1211" y="386"/>
                      </a:lnTo>
                      <a:lnTo>
                        <a:pt x="1211" y="387"/>
                      </a:lnTo>
                      <a:lnTo>
                        <a:pt x="1211" y="389"/>
                      </a:lnTo>
                      <a:lnTo>
                        <a:pt x="1210" y="391"/>
                      </a:lnTo>
                      <a:lnTo>
                        <a:pt x="1210" y="393"/>
                      </a:lnTo>
                      <a:lnTo>
                        <a:pt x="1211" y="393"/>
                      </a:lnTo>
                      <a:lnTo>
                        <a:pt x="1211" y="395"/>
                      </a:lnTo>
                      <a:lnTo>
                        <a:pt x="1211" y="397"/>
                      </a:lnTo>
                      <a:lnTo>
                        <a:pt x="1211" y="398"/>
                      </a:lnTo>
                      <a:lnTo>
                        <a:pt x="1211" y="400"/>
                      </a:lnTo>
                      <a:lnTo>
                        <a:pt x="1211" y="402"/>
                      </a:lnTo>
                      <a:lnTo>
                        <a:pt x="1211" y="404"/>
                      </a:lnTo>
                      <a:lnTo>
                        <a:pt x="1211" y="406"/>
                      </a:lnTo>
                      <a:lnTo>
                        <a:pt x="1213" y="406"/>
                      </a:lnTo>
                      <a:lnTo>
                        <a:pt x="1213" y="408"/>
                      </a:lnTo>
                      <a:lnTo>
                        <a:pt x="1213" y="409"/>
                      </a:lnTo>
                      <a:lnTo>
                        <a:pt x="1215" y="409"/>
                      </a:lnTo>
                      <a:lnTo>
                        <a:pt x="1215" y="411"/>
                      </a:lnTo>
                      <a:lnTo>
                        <a:pt x="1215" y="413"/>
                      </a:lnTo>
                      <a:lnTo>
                        <a:pt x="1215" y="415"/>
                      </a:lnTo>
                      <a:lnTo>
                        <a:pt x="1217" y="415"/>
                      </a:lnTo>
                      <a:lnTo>
                        <a:pt x="1215" y="415"/>
                      </a:lnTo>
                      <a:lnTo>
                        <a:pt x="1217" y="415"/>
                      </a:lnTo>
                      <a:lnTo>
                        <a:pt x="1217" y="417"/>
                      </a:lnTo>
                      <a:lnTo>
                        <a:pt x="1221" y="422"/>
                      </a:lnTo>
                      <a:lnTo>
                        <a:pt x="1222" y="426"/>
                      </a:lnTo>
                      <a:lnTo>
                        <a:pt x="1224" y="428"/>
                      </a:lnTo>
                      <a:lnTo>
                        <a:pt x="1224" y="430"/>
                      </a:lnTo>
                      <a:lnTo>
                        <a:pt x="1224" y="431"/>
                      </a:lnTo>
                      <a:lnTo>
                        <a:pt x="1222" y="431"/>
                      </a:lnTo>
                      <a:lnTo>
                        <a:pt x="1222" y="433"/>
                      </a:lnTo>
                      <a:lnTo>
                        <a:pt x="1224" y="433"/>
                      </a:lnTo>
                      <a:lnTo>
                        <a:pt x="1226" y="433"/>
                      </a:lnTo>
                      <a:lnTo>
                        <a:pt x="1224" y="435"/>
                      </a:lnTo>
                      <a:lnTo>
                        <a:pt x="1226" y="437"/>
                      </a:lnTo>
                      <a:lnTo>
                        <a:pt x="1226" y="439"/>
                      </a:lnTo>
                      <a:lnTo>
                        <a:pt x="1224" y="440"/>
                      </a:lnTo>
                      <a:lnTo>
                        <a:pt x="1222" y="440"/>
                      </a:lnTo>
                      <a:lnTo>
                        <a:pt x="1221" y="440"/>
                      </a:lnTo>
                      <a:lnTo>
                        <a:pt x="1219" y="440"/>
                      </a:lnTo>
                      <a:lnTo>
                        <a:pt x="1217" y="440"/>
                      </a:lnTo>
                      <a:lnTo>
                        <a:pt x="1217" y="442"/>
                      </a:lnTo>
                      <a:lnTo>
                        <a:pt x="1215" y="442"/>
                      </a:lnTo>
                      <a:lnTo>
                        <a:pt x="1213" y="442"/>
                      </a:lnTo>
                      <a:lnTo>
                        <a:pt x="1211" y="442"/>
                      </a:lnTo>
                      <a:lnTo>
                        <a:pt x="1211" y="444"/>
                      </a:lnTo>
                      <a:lnTo>
                        <a:pt x="1211" y="446"/>
                      </a:lnTo>
                      <a:lnTo>
                        <a:pt x="1213" y="446"/>
                      </a:lnTo>
                      <a:lnTo>
                        <a:pt x="1215" y="446"/>
                      </a:lnTo>
                      <a:lnTo>
                        <a:pt x="1215" y="448"/>
                      </a:lnTo>
                      <a:lnTo>
                        <a:pt x="1217" y="448"/>
                      </a:lnTo>
                      <a:lnTo>
                        <a:pt x="1219" y="448"/>
                      </a:lnTo>
                      <a:lnTo>
                        <a:pt x="1219" y="450"/>
                      </a:lnTo>
                      <a:lnTo>
                        <a:pt x="1219" y="448"/>
                      </a:lnTo>
                      <a:lnTo>
                        <a:pt x="1219" y="450"/>
                      </a:lnTo>
                      <a:lnTo>
                        <a:pt x="1217" y="450"/>
                      </a:lnTo>
                      <a:lnTo>
                        <a:pt x="1219" y="450"/>
                      </a:lnTo>
                      <a:lnTo>
                        <a:pt x="1217" y="450"/>
                      </a:lnTo>
                      <a:lnTo>
                        <a:pt x="1215" y="450"/>
                      </a:lnTo>
                      <a:lnTo>
                        <a:pt x="1213" y="450"/>
                      </a:lnTo>
                      <a:lnTo>
                        <a:pt x="1213" y="451"/>
                      </a:lnTo>
                      <a:lnTo>
                        <a:pt x="1211" y="451"/>
                      </a:lnTo>
                      <a:lnTo>
                        <a:pt x="1213" y="451"/>
                      </a:lnTo>
                      <a:lnTo>
                        <a:pt x="1211" y="451"/>
                      </a:lnTo>
                      <a:lnTo>
                        <a:pt x="1210" y="451"/>
                      </a:lnTo>
                      <a:lnTo>
                        <a:pt x="1208" y="451"/>
                      </a:lnTo>
                      <a:lnTo>
                        <a:pt x="1206" y="451"/>
                      </a:lnTo>
                      <a:lnTo>
                        <a:pt x="1206" y="453"/>
                      </a:lnTo>
                      <a:lnTo>
                        <a:pt x="1206" y="455"/>
                      </a:lnTo>
                      <a:lnTo>
                        <a:pt x="1204" y="457"/>
                      </a:lnTo>
                      <a:lnTo>
                        <a:pt x="1204" y="459"/>
                      </a:lnTo>
                      <a:lnTo>
                        <a:pt x="1202" y="459"/>
                      </a:lnTo>
                      <a:lnTo>
                        <a:pt x="1204" y="459"/>
                      </a:lnTo>
                      <a:lnTo>
                        <a:pt x="1204" y="461"/>
                      </a:lnTo>
                      <a:lnTo>
                        <a:pt x="1206" y="462"/>
                      </a:lnTo>
                      <a:lnTo>
                        <a:pt x="1208" y="462"/>
                      </a:lnTo>
                      <a:lnTo>
                        <a:pt x="1206" y="462"/>
                      </a:lnTo>
                      <a:lnTo>
                        <a:pt x="1206" y="464"/>
                      </a:lnTo>
                      <a:lnTo>
                        <a:pt x="1204" y="464"/>
                      </a:lnTo>
                      <a:lnTo>
                        <a:pt x="1204" y="466"/>
                      </a:lnTo>
                      <a:lnTo>
                        <a:pt x="1206" y="466"/>
                      </a:lnTo>
                      <a:lnTo>
                        <a:pt x="1206" y="468"/>
                      </a:lnTo>
                      <a:lnTo>
                        <a:pt x="1206" y="470"/>
                      </a:lnTo>
                      <a:lnTo>
                        <a:pt x="1208" y="470"/>
                      </a:lnTo>
                      <a:lnTo>
                        <a:pt x="1206" y="470"/>
                      </a:lnTo>
                      <a:lnTo>
                        <a:pt x="1206" y="472"/>
                      </a:lnTo>
                      <a:lnTo>
                        <a:pt x="1208" y="472"/>
                      </a:lnTo>
                      <a:lnTo>
                        <a:pt x="1208" y="473"/>
                      </a:lnTo>
                      <a:lnTo>
                        <a:pt x="1206" y="473"/>
                      </a:lnTo>
                      <a:lnTo>
                        <a:pt x="1204" y="473"/>
                      </a:lnTo>
                      <a:lnTo>
                        <a:pt x="1202" y="473"/>
                      </a:lnTo>
                      <a:lnTo>
                        <a:pt x="1202" y="472"/>
                      </a:lnTo>
                      <a:lnTo>
                        <a:pt x="1202" y="470"/>
                      </a:lnTo>
                      <a:lnTo>
                        <a:pt x="1200" y="470"/>
                      </a:lnTo>
                      <a:lnTo>
                        <a:pt x="1200" y="468"/>
                      </a:lnTo>
                      <a:lnTo>
                        <a:pt x="1199" y="468"/>
                      </a:lnTo>
                      <a:lnTo>
                        <a:pt x="1197" y="468"/>
                      </a:lnTo>
                      <a:lnTo>
                        <a:pt x="1197" y="466"/>
                      </a:lnTo>
                      <a:lnTo>
                        <a:pt x="1195" y="466"/>
                      </a:lnTo>
                      <a:lnTo>
                        <a:pt x="1195" y="464"/>
                      </a:lnTo>
                      <a:lnTo>
                        <a:pt x="1195" y="466"/>
                      </a:lnTo>
                      <a:lnTo>
                        <a:pt x="1195" y="464"/>
                      </a:lnTo>
                      <a:lnTo>
                        <a:pt x="1193" y="464"/>
                      </a:lnTo>
                      <a:lnTo>
                        <a:pt x="1191" y="464"/>
                      </a:lnTo>
                      <a:lnTo>
                        <a:pt x="1190" y="464"/>
                      </a:lnTo>
                      <a:lnTo>
                        <a:pt x="1188" y="464"/>
                      </a:lnTo>
                      <a:lnTo>
                        <a:pt x="1186" y="464"/>
                      </a:lnTo>
                      <a:lnTo>
                        <a:pt x="1184" y="464"/>
                      </a:lnTo>
                      <a:lnTo>
                        <a:pt x="1182" y="464"/>
                      </a:lnTo>
                      <a:lnTo>
                        <a:pt x="1180" y="464"/>
                      </a:lnTo>
                      <a:lnTo>
                        <a:pt x="1179" y="464"/>
                      </a:lnTo>
                      <a:lnTo>
                        <a:pt x="1179" y="462"/>
                      </a:lnTo>
                      <a:lnTo>
                        <a:pt x="1177" y="462"/>
                      </a:lnTo>
                      <a:lnTo>
                        <a:pt x="1177" y="461"/>
                      </a:lnTo>
                      <a:lnTo>
                        <a:pt x="1175" y="461"/>
                      </a:lnTo>
                      <a:lnTo>
                        <a:pt x="1175" y="459"/>
                      </a:lnTo>
                      <a:lnTo>
                        <a:pt x="1173" y="459"/>
                      </a:lnTo>
                      <a:lnTo>
                        <a:pt x="1171" y="459"/>
                      </a:lnTo>
                      <a:lnTo>
                        <a:pt x="1169" y="459"/>
                      </a:lnTo>
                      <a:lnTo>
                        <a:pt x="1169" y="457"/>
                      </a:lnTo>
                      <a:lnTo>
                        <a:pt x="1168" y="457"/>
                      </a:lnTo>
                      <a:lnTo>
                        <a:pt x="1168" y="455"/>
                      </a:lnTo>
                      <a:lnTo>
                        <a:pt x="1168" y="453"/>
                      </a:lnTo>
                      <a:lnTo>
                        <a:pt x="1169" y="451"/>
                      </a:lnTo>
                      <a:lnTo>
                        <a:pt x="1168" y="451"/>
                      </a:lnTo>
                      <a:lnTo>
                        <a:pt x="1162" y="453"/>
                      </a:lnTo>
                      <a:lnTo>
                        <a:pt x="1160" y="453"/>
                      </a:lnTo>
                      <a:lnTo>
                        <a:pt x="1158" y="453"/>
                      </a:lnTo>
                      <a:lnTo>
                        <a:pt x="1157" y="451"/>
                      </a:lnTo>
                      <a:lnTo>
                        <a:pt x="1155" y="451"/>
                      </a:lnTo>
                      <a:lnTo>
                        <a:pt x="1153" y="451"/>
                      </a:lnTo>
                      <a:lnTo>
                        <a:pt x="1151" y="451"/>
                      </a:lnTo>
                      <a:lnTo>
                        <a:pt x="1149" y="451"/>
                      </a:lnTo>
                      <a:lnTo>
                        <a:pt x="1148" y="450"/>
                      </a:lnTo>
                      <a:lnTo>
                        <a:pt x="1146" y="450"/>
                      </a:lnTo>
                      <a:lnTo>
                        <a:pt x="1144" y="450"/>
                      </a:lnTo>
                      <a:lnTo>
                        <a:pt x="1144" y="448"/>
                      </a:lnTo>
                      <a:lnTo>
                        <a:pt x="1144" y="450"/>
                      </a:lnTo>
                      <a:lnTo>
                        <a:pt x="1142" y="450"/>
                      </a:lnTo>
                      <a:lnTo>
                        <a:pt x="1140" y="450"/>
                      </a:lnTo>
                      <a:lnTo>
                        <a:pt x="1138" y="450"/>
                      </a:lnTo>
                      <a:lnTo>
                        <a:pt x="1137" y="450"/>
                      </a:lnTo>
                      <a:lnTo>
                        <a:pt x="1135" y="450"/>
                      </a:lnTo>
                      <a:lnTo>
                        <a:pt x="1133" y="450"/>
                      </a:lnTo>
                      <a:lnTo>
                        <a:pt x="1131" y="450"/>
                      </a:lnTo>
                      <a:lnTo>
                        <a:pt x="1129" y="450"/>
                      </a:lnTo>
                      <a:lnTo>
                        <a:pt x="1127" y="450"/>
                      </a:lnTo>
                      <a:lnTo>
                        <a:pt x="1126" y="450"/>
                      </a:lnTo>
                      <a:lnTo>
                        <a:pt x="1124" y="450"/>
                      </a:lnTo>
                      <a:lnTo>
                        <a:pt x="1122" y="450"/>
                      </a:lnTo>
                      <a:lnTo>
                        <a:pt x="1120" y="450"/>
                      </a:lnTo>
                      <a:lnTo>
                        <a:pt x="1118" y="450"/>
                      </a:lnTo>
                      <a:lnTo>
                        <a:pt x="1118" y="448"/>
                      </a:lnTo>
                      <a:lnTo>
                        <a:pt x="1116" y="448"/>
                      </a:lnTo>
                      <a:lnTo>
                        <a:pt x="1115" y="448"/>
                      </a:lnTo>
                      <a:lnTo>
                        <a:pt x="1113" y="448"/>
                      </a:lnTo>
                      <a:lnTo>
                        <a:pt x="1111" y="448"/>
                      </a:lnTo>
                      <a:lnTo>
                        <a:pt x="1109" y="448"/>
                      </a:lnTo>
                      <a:lnTo>
                        <a:pt x="1111" y="448"/>
                      </a:lnTo>
                      <a:lnTo>
                        <a:pt x="1109" y="448"/>
                      </a:lnTo>
                      <a:lnTo>
                        <a:pt x="1107" y="448"/>
                      </a:lnTo>
                      <a:lnTo>
                        <a:pt x="1106" y="448"/>
                      </a:lnTo>
                      <a:lnTo>
                        <a:pt x="1104" y="448"/>
                      </a:lnTo>
                      <a:lnTo>
                        <a:pt x="1102" y="448"/>
                      </a:lnTo>
                      <a:lnTo>
                        <a:pt x="1100" y="448"/>
                      </a:lnTo>
                      <a:lnTo>
                        <a:pt x="1098" y="448"/>
                      </a:lnTo>
                      <a:lnTo>
                        <a:pt x="1096" y="448"/>
                      </a:lnTo>
                      <a:lnTo>
                        <a:pt x="1095" y="446"/>
                      </a:lnTo>
                      <a:lnTo>
                        <a:pt x="1096" y="446"/>
                      </a:lnTo>
                      <a:lnTo>
                        <a:pt x="1095" y="446"/>
                      </a:lnTo>
                      <a:lnTo>
                        <a:pt x="1093" y="446"/>
                      </a:lnTo>
                      <a:lnTo>
                        <a:pt x="1091" y="446"/>
                      </a:lnTo>
                      <a:lnTo>
                        <a:pt x="1089" y="446"/>
                      </a:lnTo>
                      <a:lnTo>
                        <a:pt x="1087" y="446"/>
                      </a:lnTo>
                      <a:lnTo>
                        <a:pt x="1085" y="446"/>
                      </a:lnTo>
                      <a:lnTo>
                        <a:pt x="1084" y="446"/>
                      </a:lnTo>
                      <a:lnTo>
                        <a:pt x="1082" y="446"/>
                      </a:lnTo>
                      <a:lnTo>
                        <a:pt x="1082" y="448"/>
                      </a:lnTo>
                      <a:lnTo>
                        <a:pt x="1080" y="448"/>
                      </a:lnTo>
                      <a:lnTo>
                        <a:pt x="1078" y="448"/>
                      </a:lnTo>
                      <a:lnTo>
                        <a:pt x="1076" y="448"/>
                      </a:lnTo>
                      <a:lnTo>
                        <a:pt x="1075" y="448"/>
                      </a:lnTo>
                      <a:lnTo>
                        <a:pt x="1073" y="448"/>
                      </a:lnTo>
                      <a:lnTo>
                        <a:pt x="1071" y="448"/>
                      </a:lnTo>
                      <a:lnTo>
                        <a:pt x="1071" y="450"/>
                      </a:lnTo>
                      <a:lnTo>
                        <a:pt x="1069" y="450"/>
                      </a:lnTo>
                      <a:lnTo>
                        <a:pt x="1067" y="450"/>
                      </a:lnTo>
                      <a:lnTo>
                        <a:pt x="1065" y="450"/>
                      </a:lnTo>
                      <a:lnTo>
                        <a:pt x="1065" y="448"/>
                      </a:lnTo>
                      <a:lnTo>
                        <a:pt x="1064" y="448"/>
                      </a:lnTo>
                      <a:lnTo>
                        <a:pt x="1062" y="448"/>
                      </a:lnTo>
                      <a:lnTo>
                        <a:pt x="1060" y="448"/>
                      </a:lnTo>
                      <a:lnTo>
                        <a:pt x="1058" y="448"/>
                      </a:lnTo>
                      <a:lnTo>
                        <a:pt x="1056" y="448"/>
                      </a:lnTo>
                      <a:lnTo>
                        <a:pt x="1054" y="448"/>
                      </a:lnTo>
                      <a:lnTo>
                        <a:pt x="1053" y="448"/>
                      </a:lnTo>
                      <a:lnTo>
                        <a:pt x="1053" y="446"/>
                      </a:lnTo>
                      <a:lnTo>
                        <a:pt x="1051" y="446"/>
                      </a:lnTo>
                      <a:lnTo>
                        <a:pt x="1051" y="448"/>
                      </a:lnTo>
                      <a:lnTo>
                        <a:pt x="1049" y="448"/>
                      </a:lnTo>
                      <a:lnTo>
                        <a:pt x="1047" y="448"/>
                      </a:lnTo>
                      <a:lnTo>
                        <a:pt x="1047" y="450"/>
                      </a:lnTo>
                      <a:lnTo>
                        <a:pt x="1047" y="451"/>
                      </a:lnTo>
                      <a:lnTo>
                        <a:pt x="1045" y="451"/>
                      </a:lnTo>
                      <a:lnTo>
                        <a:pt x="1043" y="451"/>
                      </a:lnTo>
                      <a:lnTo>
                        <a:pt x="1042" y="451"/>
                      </a:lnTo>
                      <a:lnTo>
                        <a:pt x="1040" y="451"/>
                      </a:lnTo>
                      <a:lnTo>
                        <a:pt x="1038" y="451"/>
                      </a:lnTo>
                      <a:lnTo>
                        <a:pt x="1036" y="451"/>
                      </a:lnTo>
                      <a:lnTo>
                        <a:pt x="1034" y="451"/>
                      </a:lnTo>
                      <a:lnTo>
                        <a:pt x="1033" y="451"/>
                      </a:lnTo>
                      <a:lnTo>
                        <a:pt x="1033" y="450"/>
                      </a:lnTo>
                      <a:lnTo>
                        <a:pt x="1031" y="450"/>
                      </a:lnTo>
                      <a:lnTo>
                        <a:pt x="1029" y="450"/>
                      </a:lnTo>
                      <a:lnTo>
                        <a:pt x="1027" y="450"/>
                      </a:lnTo>
                      <a:lnTo>
                        <a:pt x="1025" y="450"/>
                      </a:lnTo>
                      <a:lnTo>
                        <a:pt x="1023" y="450"/>
                      </a:lnTo>
                      <a:lnTo>
                        <a:pt x="1023" y="448"/>
                      </a:lnTo>
                      <a:lnTo>
                        <a:pt x="1022" y="448"/>
                      </a:lnTo>
                      <a:lnTo>
                        <a:pt x="1020" y="448"/>
                      </a:lnTo>
                      <a:lnTo>
                        <a:pt x="1018" y="448"/>
                      </a:lnTo>
                      <a:lnTo>
                        <a:pt x="1018" y="446"/>
                      </a:lnTo>
                      <a:lnTo>
                        <a:pt x="1016" y="446"/>
                      </a:lnTo>
                      <a:lnTo>
                        <a:pt x="1014" y="446"/>
                      </a:lnTo>
                      <a:lnTo>
                        <a:pt x="1012" y="444"/>
                      </a:lnTo>
                      <a:lnTo>
                        <a:pt x="1012" y="446"/>
                      </a:lnTo>
                      <a:lnTo>
                        <a:pt x="1012" y="444"/>
                      </a:lnTo>
                      <a:lnTo>
                        <a:pt x="1012" y="446"/>
                      </a:lnTo>
                      <a:lnTo>
                        <a:pt x="1011" y="446"/>
                      </a:lnTo>
                      <a:lnTo>
                        <a:pt x="1011" y="444"/>
                      </a:lnTo>
                      <a:lnTo>
                        <a:pt x="1011" y="446"/>
                      </a:lnTo>
                      <a:lnTo>
                        <a:pt x="1011" y="444"/>
                      </a:lnTo>
                      <a:lnTo>
                        <a:pt x="1011" y="446"/>
                      </a:lnTo>
                      <a:lnTo>
                        <a:pt x="1009" y="446"/>
                      </a:lnTo>
                      <a:lnTo>
                        <a:pt x="1009" y="444"/>
                      </a:lnTo>
                      <a:lnTo>
                        <a:pt x="1007" y="444"/>
                      </a:lnTo>
                      <a:lnTo>
                        <a:pt x="1007" y="442"/>
                      </a:lnTo>
                      <a:lnTo>
                        <a:pt x="1005" y="442"/>
                      </a:lnTo>
                      <a:lnTo>
                        <a:pt x="1003" y="440"/>
                      </a:lnTo>
                      <a:lnTo>
                        <a:pt x="1002" y="440"/>
                      </a:lnTo>
                      <a:lnTo>
                        <a:pt x="1000" y="440"/>
                      </a:lnTo>
                      <a:lnTo>
                        <a:pt x="1000" y="439"/>
                      </a:lnTo>
                      <a:lnTo>
                        <a:pt x="1000" y="440"/>
                      </a:lnTo>
                      <a:lnTo>
                        <a:pt x="1000" y="439"/>
                      </a:lnTo>
                      <a:lnTo>
                        <a:pt x="998" y="439"/>
                      </a:lnTo>
                      <a:lnTo>
                        <a:pt x="996" y="439"/>
                      </a:lnTo>
                      <a:lnTo>
                        <a:pt x="998" y="439"/>
                      </a:lnTo>
                      <a:lnTo>
                        <a:pt x="996" y="439"/>
                      </a:lnTo>
                      <a:lnTo>
                        <a:pt x="996" y="437"/>
                      </a:lnTo>
                      <a:lnTo>
                        <a:pt x="994" y="439"/>
                      </a:lnTo>
                      <a:lnTo>
                        <a:pt x="994" y="437"/>
                      </a:lnTo>
                      <a:lnTo>
                        <a:pt x="992" y="437"/>
                      </a:lnTo>
                      <a:lnTo>
                        <a:pt x="994" y="437"/>
                      </a:lnTo>
                      <a:lnTo>
                        <a:pt x="992" y="437"/>
                      </a:lnTo>
                      <a:lnTo>
                        <a:pt x="994" y="437"/>
                      </a:lnTo>
                      <a:lnTo>
                        <a:pt x="992" y="437"/>
                      </a:lnTo>
                      <a:lnTo>
                        <a:pt x="991" y="437"/>
                      </a:lnTo>
                      <a:lnTo>
                        <a:pt x="992" y="437"/>
                      </a:lnTo>
                      <a:lnTo>
                        <a:pt x="991" y="435"/>
                      </a:lnTo>
                      <a:lnTo>
                        <a:pt x="991" y="437"/>
                      </a:lnTo>
                      <a:lnTo>
                        <a:pt x="991" y="435"/>
                      </a:lnTo>
                      <a:lnTo>
                        <a:pt x="991" y="437"/>
                      </a:lnTo>
                      <a:lnTo>
                        <a:pt x="991" y="435"/>
                      </a:lnTo>
                      <a:lnTo>
                        <a:pt x="991" y="437"/>
                      </a:lnTo>
                      <a:lnTo>
                        <a:pt x="991" y="439"/>
                      </a:lnTo>
                      <a:lnTo>
                        <a:pt x="989" y="439"/>
                      </a:lnTo>
                      <a:lnTo>
                        <a:pt x="987" y="439"/>
                      </a:lnTo>
                      <a:lnTo>
                        <a:pt x="985" y="439"/>
                      </a:lnTo>
                      <a:lnTo>
                        <a:pt x="983" y="437"/>
                      </a:lnTo>
                      <a:lnTo>
                        <a:pt x="981" y="437"/>
                      </a:lnTo>
                      <a:lnTo>
                        <a:pt x="981" y="439"/>
                      </a:lnTo>
                      <a:lnTo>
                        <a:pt x="980" y="440"/>
                      </a:lnTo>
                      <a:lnTo>
                        <a:pt x="978" y="440"/>
                      </a:lnTo>
                      <a:lnTo>
                        <a:pt x="976" y="440"/>
                      </a:lnTo>
                      <a:lnTo>
                        <a:pt x="974" y="440"/>
                      </a:lnTo>
                      <a:lnTo>
                        <a:pt x="974" y="442"/>
                      </a:lnTo>
                      <a:lnTo>
                        <a:pt x="972" y="442"/>
                      </a:lnTo>
                      <a:lnTo>
                        <a:pt x="970" y="442"/>
                      </a:lnTo>
                      <a:lnTo>
                        <a:pt x="969" y="442"/>
                      </a:lnTo>
                      <a:lnTo>
                        <a:pt x="967" y="444"/>
                      </a:lnTo>
                      <a:lnTo>
                        <a:pt x="967" y="446"/>
                      </a:lnTo>
                      <a:lnTo>
                        <a:pt x="967" y="448"/>
                      </a:lnTo>
                      <a:lnTo>
                        <a:pt x="965" y="448"/>
                      </a:lnTo>
                      <a:lnTo>
                        <a:pt x="965" y="450"/>
                      </a:lnTo>
                      <a:lnTo>
                        <a:pt x="965" y="451"/>
                      </a:lnTo>
                      <a:lnTo>
                        <a:pt x="965" y="453"/>
                      </a:lnTo>
                      <a:lnTo>
                        <a:pt x="963" y="453"/>
                      </a:lnTo>
                      <a:lnTo>
                        <a:pt x="963" y="455"/>
                      </a:lnTo>
                      <a:lnTo>
                        <a:pt x="963" y="457"/>
                      </a:lnTo>
                      <a:lnTo>
                        <a:pt x="961" y="457"/>
                      </a:lnTo>
                      <a:lnTo>
                        <a:pt x="961" y="459"/>
                      </a:lnTo>
                      <a:lnTo>
                        <a:pt x="961" y="461"/>
                      </a:lnTo>
                      <a:lnTo>
                        <a:pt x="963" y="462"/>
                      </a:lnTo>
                      <a:lnTo>
                        <a:pt x="963" y="464"/>
                      </a:lnTo>
                      <a:lnTo>
                        <a:pt x="965" y="464"/>
                      </a:lnTo>
                      <a:lnTo>
                        <a:pt x="965" y="466"/>
                      </a:lnTo>
                      <a:lnTo>
                        <a:pt x="963" y="466"/>
                      </a:lnTo>
                      <a:lnTo>
                        <a:pt x="961" y="466"/>
                      </a:lnTo>
                      <a:lnTo>
                        <a:pt x="960" y="466"/>
                      </a:lnTo>
                      <a:lnTo>
                        <a:pt x="958" y="464"/>
                      </a:lnTo>
                      <a:lnTo>
                        <a:pt x="958" y="462"/>
                      </a:lnTo>
                      <a:lnTo>
                        <a:pt x="956" y="462"/>
                      </a:lnTo>
                      <a:lnTo>
                        <a:pt x="954" y="462"/>
                      </a:lnTo>
                      <a:lnTo>
                        <a:pt x="952" y="462"/>
                      </a:lnTo>
                      <a:lnTo>
                        <a:pt x="950" y="461"/>
                      </a:lnTo>
                      <a:lnTo>
                        <a:pt x="949" y="462"/>
                      </a:lnTo>
                      <a:lnTo>
                        <a:pt x="947" y="461"/>
                      </a:lnTo>
                      <a:lnTo>
                        <a:pt x="947" y="462"/>
                      </a:lnTo>
                      <a:lnTo>
                        <a:pt x="945" y="462"/>
                      </a:lnTo>
                      <a:lnTo>
                        <a:pt x="943" y="462"/>
                      </a:lnTo>
                      <a:lnTo>
                        <a:pt x="943" y="461"/>
                      </a:lnTo>
                      <a:lnTo>
                        <a:pt x="941" y="461"/>
                      </a:lnTo>
                      <a:lnTo>
                        <a:pt x="939" y="461"/>
                      </a:lnTo>
                      <a:lnTo>
                        <a:pt x="939" y="459"/>
                      </a:lnTo>
                      <a:lnTo>
                        <a:pt x="938" y="459"/>
                      </a:lnTo>
                      <a:lnTo>
                        <a:pt x="938" y="457"/>
                      </a:lnTo>
                      <a:lnTo>
                        <a:pt x="936" y="457"/>
                      </a:lnTo>
                      <a:lnTo>
                        <a:pt x="934" y="457"/>
                      </a:lnTo>
                      <a:lnTo>
                        <a:pt x="932" y="457"/>
                      </a:lnTo>
                      <a:lnTo>
                        <a:pt x="930" y="457"/>
                      </a:lnTo>
                      <a:lnTo>
                        <a:pt x="929" y="457"/>
                      </a:lnTo>
                      <a:lnTo>
                        <a:pt x="929" y="455"/>
                      </a:lnTo>
                      <a:lnTo>
                        <a:pt x="927" y="455"/>
                      </a:lnTo>
                      <a:lnTo>
                        <a:pt x="925" y="455"/>
                      </a:lnTo>
                      <a:lnTo>
                        <a:pt x="923" y="453"/>
                      </a:lnTo>
                      <a:lnTo>
                        <a:pt x="921" y="453"/>
                      </a:lnTo>
                      <a:lnTo>
                        <a:pt x="919" y="453"/>
                      </a:lnTo>
                      <a:lnTo>
                        <a:pt x="918" y="453"/>
                      </a:lnTo>
                      <a:lnTo>
                        <a:pt x="916" y="455"/>
                      </a:lnTo>
                      <a:lnTo>
                        <a:pt x="916" y="453"/>
                      </a:lnTo>
                      <a:lnTo>
                        <a:pt x="914" y="453"/>
                      </a:lnTo>
                      <a:lnTo>
                        <a:pt x="912" y="453"/>
                      </a:lnTo>
                      <a:lnTo>
                        <a:pt x="910" y="453"/>
                      </a:lnTo>
                      <a:lnTo>
                        <a:pt x="910" y="451"/>
                      </a:lnTo>
                      <a:lnTo>
                        <a:pt x="908" y="451"/>
                      </a:lnTo>
                      <a:lnTo>
                        <a:pt x="907" y="451"/>
                      </a:lnTo>
                      <a:lnTo>
                        <a:pt x="905" y="451"/>
                      </a:lnTo>
                      <a:lnTo>
                        <a:pt x="903" y="451"/>
                      </a:lnTo>
                      <a:lnTo>
                        <a:pt x="901" y="451"/>
                      </a:lnTo>
                      <a:lnTo>
                        <a:pt x="899" y="451"/>
                      </a:lnTo>
                      <a:lnTo>
                        <a:pt x="897" y="453"/>
                      </a:lnTo>
                      <a:lnTo>
                        <a:pt x="896" y="453"/>
                      </a:lnTo>
                      <a:lnTo>
                        <a:pt x="896" y="451"/>
                      </a:lnTo>
                      <a:lnTo>
                        <a:pt x="894" y="451"/>
                      </a:lnTo>
                      <a:lnTo>
                        <a:pt x="894" y="453"/>
                      </a:lnTo>
                      <a:lnTo>
                        <a:pt x="892" y="453"/>
                      </a:lnTo>
                      <a:lnTo>
                        <a:pt x="890" y="453"/>
                      </a:lnTo>
                      <a:lnTo>
                        <a:pt x="890" y="451"/>
                      </a:lnTo>
                      <a:lnTo>
                        <a:pt x="888" y="453"/>
                      </a:lnTo>
                      <a:lnTo>
                        <a:pt x="887" y="453"/>
                      </a:lnTo>
                      <a:lnTo>
                        <a:pt x="885" y="453"/>
                      </a:lnTo>
                      <a:lnTo>
                        <a:pt x="885" y="455"/>
                      </a:lnTo>
                      <a:lnTo>
                        <a:pt x="883" y="455"/>
                      </a:lnTo>
                      <a:lnTo>
                        <a:pt x="883" y="457"/>
                      </a:lnTo>
                      <a:lnTo>
                        <a:pt x="881" y="457"/>
                      </a:lnTo>
                      <a:lnTo>
                        <a:pt x="881" y="459"/>
                      </a:lnTo>
                      <a:lnTo>
                        <a:pt x="881" y="461"/>
                      </a:lnTo>
                      <a:lnTo>
                        <a:pt x="881" y="459"/>
                      </a:lnTo>
                      <a:lnTo>
                        <a:pt x="877" y="459"/>
                      </a:lnTo>
                      <a:lnTo>
                        <a:pt x="876" y="459"/>
                      </a:lnTo>
                      <a:lnTo>
                        <a:pt x="876" y="461"/>
                      </a:lnTo>
                      <a:lnTo>
                        <a:pt x="877" y="462"/>
                      </a:lnTo>
                      <a:lnTo>
                        <a:pt x="879" y="462"/>
                      </a:lnTo>
                      <a:lnTo>
                        <a:pt x="879" y="464"/>
                      </a:lnTo>
                      <a:lnTo>
                        <a:pt x="877" y="464"/>
                      </a:lnTo>
                      <a:lnTo>
                        <a:pt x="876" y="462"/>
                      </a:lnTo>
                      <a:lnTo>
                        <a:pt x="874" y="464"/>
                      </a:lnTo>
                      <a:lnTo>
                        <a:pt x="874" y="466"/>
                      </a:lnTo>
                      <a:lnTo>
                        <a:pt x="872" y="466"/>
                      </a:lnTo>
                      <a:lnTo>
                        <a:pt x="874" y="466"/>
                      </a:lnTo>
                      <a:lnTo>
                        <a:pt x="874" y="468"/>
                      </a:lnTo>
                      <a:lnTo>
                        <a:pt x="872" y="468"/>
                      </a:lnTo>
                      <a:lnTo>
                        <a:pt x="872" y="470"/>
                      </a:lnTo>
                      <a:lnTo>
                        <a:pt x="870" y="470"/>
                      </a:lnTo>
                      <a:lnTo>
                        <a:pt x="872" y="472"/>
                      </a:lnTo>
                      <a:lnTo>
                        <a:pt x="874" y="472"/>
                      </a:lnTo>
                      <a:lnTo>
                        <a:pt x="872" y="472"/>
                      </a:lnTo>
                      <a:lnTo>
                        <a:pt x="872" y="473"/>
                      </a:lnTo>
                      <a:lnTo>
                        <a:pt x="870" y="473"/>
                      </a:lnTo>
                      <a:lnTo>
                        <a:pt x="868" y="473"/>
                      </a:lnTo>
                      <a:lnTo>
                        <a:pt x="866" y="473"/>
                      </a:lnTo>
                      <a:lnTo>
                        <a:pt x="866" y="475"/>
                      </a:lnTo>
                      <a:lnTo>
                        <a:pt x="865" y="475"/>
                      </a:lnTo>
                      <a:lnTo>
                        <a:pt x="865" y="477"/>
                      </a:lnTo>
                      <a:lnTo>
                        <a:pt x="863" y="479"/>
                      </a:lnTo>
                      <a:lnTo>
                        <a:pt x="863" y="481"/>
                      </a:lnTo>
                      <a:lnTo>
                        <a:pt x="861" y="481"/>
                      </a:lnTo>
                      <a:lnTo>
                        <a:pt x="859" y="481"/>
                      </a:lnTo>
                      <a:lnTo>
                        <a:pt x="859" y="479"/>
                      </a:lnTo>
                      <a:lnTo>
                        <a:pt x="859" y="477"/>
                      </a:lnTo>
                      <a:lnTo>
                        <a:pt x="857" y="477"/>
                      </a:lnTo>
                      <a:lnTo>
                        <a:pt x="855" y="477"/>
                      </a:lnTo>
                      <a:lnTo>
                        <a:pt x="854" y="479"/>
                      </a:lnTo>
                      <a:lnTo>
                        <a:pt x="852" y="479"/>
                      </a:lnTo>
                      <a:lnTo>
                        <a:pt x="852" y="481"/>
                      </a:lnTo>
                      <a:lnTo>
                        <a:pt x="852" y="483"/>
                      </a:lnTo>
                      <a:lnTo>
                        <a:pt x="850" y="483"/>
                      </a:lnTo>
                      <a:lnTo>
                        <a:pt x="848" y="483"/>
                      </a:lnTo>
                      <a:lnTo>
                        <a:pt x="848" y="484"/>
                      </a:lnTo>
                      <a:lnTo>
                        <a:pt x="846" y="484"/>
                      </a:lnTo>
                      <a:lnTo>
                        <a:pt x="846" y="486"/>
                      </a:lnTo>
                      <a:lnTo>
                        <a:pt x="845" y="486"/>
                      </a:lnTo>
                      <a:lnTo>
                        <a:pt x="843" y="488"/>
                      </a:lnTo>
                      <a:lnTo>
                        <a:pt x="841" y="488"/>
                      </a:lnTo>
                      <a:lnTo>
                        <a:pt x="839" y="488"/>
                      </a:lnTo>
                      <a:lnTo>
                        <a:pt x="839" y="490"/>
                      </a:lnTo>
                      <a:lnTo>
                        <a:pt x="837" y="490"/>
                      </a:lnTo>
                      <a:lnTo>
                        <a:pt x="837" y="492"/>
                      </a:lnTo>
                      <a:lnTo>
                        <a:pt x="835" y="492"/>
                      </a:lnTo>
                      <a:lnTo>
                        <a:pt x="834" y="492"/>
                      </a:lnTo>
                      <a:lnTo>
                        <a:pt x="832" y="492"/>
                      </a:lnTo>
                      <a:lnTo>
                        <a:pt x="830" y="492"/>
                      </a:lnTo>
                      <a:lnTo>
                        <a:pt x="826" y="493"/>
                      </a:lnTo>
                      <a:lnTo>
                        <a:pt x="824" y="493"/>
                      </a:lnTo>
                      <a:lnTo>
                        <a:pt x="824" y="495"/>
                      </a:lnTo>
                      <a:lnTo>
                        <a:pt x="823" y="495"/>
                      </a:lnTo>
                      <a:lnTo>
                        <a:pt x="823" y="497"/>
                      </a:lnTo>
                      <a:lnTo>
                        <a:pt x="821" y="497"/>
                      </a:lnTo>
                      <a:lnTo>
                        <a:pt x="821" y="495"/>
                      </a:lnTo>
                      <a:lnTo>
                        <a:pt x="819" y="497"/>
                      </a:lnTo>
                      <a:lnTo>
                        <a:pt x="817" y="499"/>
                      </a:lnTo>
                      <a:lnTo>
                        <a:pt x="819" y="499"/>
                      </a:lnTo>
                      <a:lnTo>
                        <a:pt x="821" y="499"/>
                      </a:lnTo>
                      <a:lnTo>
                        <a:pt x="821" y="501"/>
                      </a:lnTo>
                      <a:lnTo>
                        <a:pt x="819" y="501"/>
                      </a:lnTo>
                      <a:lnTo>
                        <a:pt x="819" y="499"/>
                      </a:lnTo>
                      <a:lnTo>
                        <a:pt x="817" y="499"/>
                      </a:lnTo>
                      <a:lnTo>
                        <a:pt x="817" y="501"/>
                      </a:lnTo>
                      <a:lnTo>
                        <a:pt x="817" y="499"/>
                      </a:lnTo>
                      <a:lnTo>
                        <a:pt x="817" y="501"/>
                      </a:lnTo>
                      <a:lnTo>
                        <a:pt x="815" y="501"/>
                      </a:lnTo>
                      <a:lnTo>
                        <a:pt x="814" y="501"/>
                      </a:lnTo>
                      <a:lnTo>
                        <a:pt x="812" y="501"/>
                      </a:lnTo>
                      <a:lnTo>
                        <a:pt x="810" y="501"/>
                      </a:lnTo>
                      <a:lnTo>
                        <a:pt x="810" y="503"/>
                      </a:lnTo>
                      <a:lnTo>
                        <a:pt x="808" y="503"/>
                      </a:lnTo>
                      <a:lnTo>
                        <a:pt x="808" y="504"/>
                      </a:lnTo>
                      <a:lnTo>
                        <a:pt x="806" y="504"/>
                      </a:lnTo>
                      <a:lnTo>
                        <a:pt x="806" y="503"/>
                      </a:lnTo>
                      <a:lnTo>
                        <a:pt x="806" y="504"/>
                      </a:lnTo>
                      <a:lnTo>
                        <a:pt x="804" y="504"/>
                      </a:lnTo>
                      <a:lnTo>
                        <a:pt x="806" y="504"/>
                      </a:lnTo>
                      <a:lnTo>
                        <a:pt x="804" y="504"/>
                      </a:lnTo>
                      <a:lnTo>
                        <a:pt x="806" y="504"/>
                      </a:lnTo>
                      <a:lnTo>
                        <a:pt x="806" y="506"/>
                      </a:lnTo>
                      <a:lnTo>
                        <a:pt x="804" y="506"/>
                      </a:lnTo>
                      <a:lnTo>
                        <a:pt x="806" y="508"/>
                      </a:lnTo>
                      <a:lnTo>
                        <a:pt x="804" y="508"/>
                      </a:lnTo>
                      <a:lnTo>
                        <a:pt x="804" y="510"/>
                      </a:lnTo>
                      <a:lnTo>
                        <a:pt x="803" y="510"/>
                      </a:lnTo>
                      <a:lnTo>
                        <a:pt x="801" y="510"/>
                      </a:lnTo>
                      <a:lnTo>
                        <a:pt x="801" y="512"/>
                      </a:lnTo>
                      <a:lnTo>
                        <a:pt x="799" y="512"/>
                      </a:lnTo>
                      <a:lnTo>
                        <a:pt x="797" y="514"/>
                      </a:lnTo>
                      <a:lnTo>
                        <a:pt x="795" y="514"/>
                      </a:lnTo>
                      <a:lnTo>
                        <a:pt x="793" y="515"/>
                      </a:lnTo>
                      <a:lnTo>
                        <a:pt x="795" y="517"/>
                      </a:lnTo>
                      <a:lnTo>
                        <a:pt x="793" y="517"/>
                      </a:lnTo>
                      <a:lnTo>
                        <a:pt x="792" y="517"/>
                      </a:lnTo>
                      <a:lnTo>
                        <a:pt x="792" y="519"/>
                      </a:lnTo>
                      <a:lnTo>
                        <a:pt x="790" y="517"/>
                      </a:lnTo>
                      <a:lnTo>
                        <a:pt x="792" y="517"/>
                      </a:lnTo>
                      <a:lnTo>
                        <a:pt x="790" y="517"/>
                      </a:lnTo>
                      <a:lnTo>
                        <a:pt x="790" y="515"/>
                      </a:lnTo>
                      <a:lnTo>
                        <a:pt x="788" y="515"/>
                      </a:lnTo>
                      <a:lnTo>
                        <a:pt x="786" y="515"/>
                      </a:lnTo>
                      <a:lnTo>
                        <a:pt x="786" y="517"/>
                      </a:lnTo>
                      <a:lnTo>
                        <a:pt x="784" y="517"/>
                      </a:lnTo>
                      <a:lnTo>
                        <a:pt x="784" y="519"/>
                      </a:lnTo>
                      <a:lnTo>
                        <a:pt x="786" y="517"/>
                      </a:lnTo>
                      <a:lnTo>
                        <a:pt x="786" y="519"/>
                      </a:lnTo>
                      <a:lnTo>
                        <a:pt x="788" y="519"/>
                      </a:lnTo>
                      <a:lnTo>
                        <a:pt x="790" y="519"/>
                      </a:lnTo>
                      <a:lnTo>
                        <a:pt x="788" y="519"/>
                      </a:lnTo>
                      <a:lnTo>
                        <a:pt x="790" y="519"/>
                      </a:lnTo>
                      <a:lnTo>
                        <a:pt x="788" y="519"/>
                      </a:lnTo>
                      <a:lnTo>
                        <a:pt x="788" y="521"/>
                      </a:lnTo>
                      <a:lnTo>
                        <a:pt x="790" y="521"/>
                      </a:lnTo>
                      <a:lnTo>
                        <a:pt x="788" y="523"/>
                      </a:lnTo>
                      <a:lnTo>
                        <a:pt x="788" y="525"/>
                      </a:lnTo>
                      <a:lnTo>
                        <a:pt x="790" y="525"/>
                      </a:lnTo>
                      <a:lnTo>
                        <a:pt x="790" y="526"/>
                      </a:lnTo>
                      <a:lnTo>
                        <a:pt x="790" y="528"/>
                      </a:lnTo>
                      <a:lnTo>
                        <a:pt x="792" y="528"/>
                      </a:lnTo>
                      <a:lnTo>
                        <a:pt x="792" y="530"/>
                      </a:lnTo>
                      <a:lnTo>
                        <a:pt x="790" y="530"/>
                      </a:lnTo>
                      <a:lnTo>
                        <a:pt x="792" y="530"/>
                      </a:lnTo>
                      <a:lnTo>
                        <a:pt x="792" y="532"/>
                      </a:lnTo>
                      <a:lnTo>
                        <a:pt x="792" y="530"/>
                      </a:lnTo>
                      <a:lnTo>
                        <a:pt x="790" y="532"/>
                      </a:lnTo>
                      <a:lnTo>
                        <a:pt x="788" y="532"/>
                      </a:lnTo>
                      <a:lnTo>
                        <a:pt x="786" y="532"/>
                      </a:lnTo>
                      <a:lnTo>
                        <a:pt x="784" y="532"/>
                      </a:lnTo>
                      <a:lnTo>
                        <a:pt x="782" y="530"/>
                      </a:lnTo>
                      <a:lnTo>
                        <a:pt x="781" y="530"/>
                      </a:lnTo>
                      <a:lnTo>
                        <a:pt x="779" y="528"/>
                      </a:lnTo>
                      <a:lnTo>
                        <a:pt x="777" y="528"/>
                      </a:lnTo>
                      <a:lnTo>
                        <a:pt x="775" y="528"/>
                      </a:lnTo>
                      <a:lnTo>
                        <a:pt x="773" y="526"/>
                      </a:lnTo>
                      <a:lnTo>
                        <a:pt x="772" y="525"/>
                      </a:lnTo>
                      <a:lnTo>
                        <a:pt x="770" y="525"/>
                      </a:lnTo>
                      <a:lnTo>
                        <a:pt x="768" y="523"/>
                      </a:lnTo>
                      <a:lnTo>
                        <a:pt x="766" y="523"/>
                      </a:lnTo>
                      <a:lnTo>
                        <a:pt x="768" y="521"/>
                      </a:lnTo>
                      <a:lnTo>
                        <a:pt x="770" y="523"/>
                      </a:lnTo>
                      <a:lnTo>
                        <a:pt x="770" y="521"/>
                      </a:lnTo>
                      <a:lnTo>
                        <a:pt x="772" y="519"/>
                      </a:lnTo>
                      <a:lnTo>
                        <a:pt x="772" y="517"/>
                      </a:lnTo>
                      <a:lnTo>
                        <a:pt x="770" y="515"/>
                      </a:lnTo>
                      <a:lnTo>
                        <a:pt x="770" y="517"/>
                      </a:lnTo>
                      <a:lnTo>
                        <a:pt x="770" y="515"/>
                      </a:lnTo>
                      <a:lnTo>
                        <a:pt x="772" y="515"/>
                      </a:lnTo>
                      <a:lnTo>
                        <a:pt x="773" y="515"/>
                      </a:lnTo>
                      <a:lnTo>
                        <a:pt x="772" y="515"/>
                      </a:lnTo>
                      <a:lnTo>
                        <a:pt x="772" y="514"/>
                      </a:lnTo>
                      <a:lnTo>
                        <a:pt x="770" y="514"/>
                      </a:lnTo>
                      <a:lnTo>
                        <a:pt x="770" y="515"/>
                      </a:lnTo>
                      <a:lnTo>
                        <a:pt x="768" y="515"/>
                      </a:lnTo>
                      <a:lnTo>
                        <a:pt x="768" y="514"/>
                      </a:lnTo>
                      <a:lnTo>
                        <a:pt x="766" y="512"/>
                      </a:lnTo>
                      <a:lnTo>
                        <a:pt x="764" y="512"/>
                      </a:lnTo>
                      <a:lnTo>
                        <a:pt x="759" y="510"/>
                      </a:lnTo>
                      <a:lnTo>
                        <a:pt x="757" y="510"/>
                      </a:lnTo>
                      <a:lnTo>
                        <a:pt x="755" y="510"/>
                      </a:lnTo>
                      <a:lnTo>
                        <a:pt x="753" y="510"/>
                      </a:lnTo>
                      <a:lnTo>
                        <a:pt x="750" y="512"/>
                      </a:lnTo>
                      <a:lnTo>
                        <a:pt x="746" y="512"/>
                      </a:lnTo>
                      <a:lnTo>
                        <a:pt x="744" y="512"/>
                      </a:lnTo>
                      <a:lnTo>
                        <a:pt x="742" y="512"/>
                      </a:lnTo>
                      <a:lnTo>
                        <a:pt x="737" y="512"/>
                      </a:lnTo>
                      <a:lnTo>
                        <a:pt x="735" y="512"/>
                      </a:lnTo>
                      <a:lnTo>
                        <a:pt x="730" y="512"/>
                      </a:lnTo>
                      <a:lnTo>
                        <a:pt x="722" y="512"/>
                      </a:lnTo>
                      <a:lnTo>
                        <a:pt x="722" y="510"/>
                      </a:lnTo>
                      <a:lnTo>
                        <a:pt x="720" y="506"/>
                      </a:lnTo>
                      <a:lnTo>
                        <a:pt x="719" y="499"/>
                      </a:lnTo>
                      <a:lnTo>
                        <a:pt x="717" y="492"/>
                      </a:lnTo>
                      <a:lnTo>
                        <a:pt x="715" y="484"/>
                      </a:lnTo>
                      <a:lnTo>
                        <a:pt x="711" y="484"/>
                      </a:lnTo>
                      <a:lnTo>
                        <a:pt x="702" y="484"/>
                      </a:lnTo>
                      <a:lnTo>
                        <a:pt x="699" y="483"/>
                      </a:lnTo>
                      <a:lnTo>
                        <a:pt x="697" y="483"/>
                      </a:lnTo>
                      <a:lnTo>
                        <a:pt x="697" y="477"/>
                      </a:lnTo>
                      <a:lnTo>
                        <a:pt x="697" y="468"/>
                      </a:lnTo>
                      <a:lnTo>
                        <a:pt x="700" y="468"/>
                      </a:lnTo>
                      <a:lnTo>
                        <a:pt x="700" y="461"/>
                      </a:lnTo>
                      <a:lnTo>
                        <a:pt x="700" y="457"/>
                      </a:lnTo>
                      <a:lnTo>
                        <a:pt x="700" y="448"/>
                      </a:lnTo>
                      <a:lnTo>
                        <a:pt x="693" y="450"/>
                      </a:lnTo>
                      <a:lnTo>
                        <a:pt x="691" y="450"/>
                      </a:lnTo>
                      <a:lnTo>
                        <a:pt x="688" y="444"/>
                      </a:lnTo>
                      <a:lnTo>
                        <a:pt x="680" y="435"/>
                      </a:lnTo>
                      <a:lnTo>
                        <a:pt x="680" y="433"/>
                      </a:lnTo>
                      <a:lnTo>
                        <a:pt x="671" y="430"/>
                      </a:lnTo>
                      <a:lnTo>
                        <a:pt x="668" y="428"/>
                      </a:lnTo>
                      <a:lnTo>
                        <a:pt x="662" y="422"/>
                      </a:lnTo>
                      <a:lnTo>
                        <a:pt x="660" y="419"/>
                      </a:lnTo>
                      <a:lnTo>
                        <a:pt x="658" y="419"/>
                      </a:lnTo>
                      <a:lnTo>
                        <a:pt x="644" y="424"/>
                      </a:lnTo>
                      <a:lnTo>
                        <a:pt x="642" y="424"/>
                      </a:lnTo>
                      <a:lnTo>
                        <a:pt x="633" y="424"/>
                      </a:lnTo>
                      <a:lnTo>
                        <a:pt x="620" y="424"/>
                      </a:lnTo>
                      <a:lnTo>
                        <a:pt x="616" y="422"/>
                      </a:lnTo>
                      <a:lnTo>
                        <a:pt x="607" y="422"/>
                      </a:lnTo>
                      <a:lnTo>
                        <a:pt x="600" y="422"/>
                      </a:lnTo>
                      <a:lnTo>
                        <a:pt x="589" y="422"/>
                      </a:lnTo>
                      <a:lnTo>
                        <a:pt x="585" y="424"/>
                      </a:lnTo>
                      <a:lnTo>
                        <a:pt x="576" y="426"/>
                      </a:lnTo>
                      <a:lnTo>
                        <a:pt x="569" y="426"/>
                      </a:lnTo>
                      <a:lnTo>
                        <a:pt x="562" y="426"/>
                      </a:lnTo>
                      <a:lnTo>
                        <a:pt x="554" y="428"/>
                      </a:lnTo>
                      <a:lnTo>
                        <a:pt x="551" y="424"/>
                      </a:lnTo>
                      <a:lnTo>
                        <a:pt x="543" y="419"/>
                      </a:lnTo>
                      <a:lnTo>
                        <a:pt x="532" y="409"/>
                      </a:lnTo>
                      <a:lnTo>
                        <a:pt x="523" y="400"/>
                      </a:lnTo>
                      <a:lnTo>
                        <a:pt x="521" y="397"/>
                      </a:lnTo>
                      <a:lnTo>
                        <a:pt x="520" y="397"/>
                      </a:lnTo>
                      <a:lnTo>
                        <a:pt x="520" y="395"/>
                      </a:lnTo>
                      <a:lnTo>
                        <a:pt x="514" y="393"/>
                      </a:lnTo>
                      <a:lnTo>
                        <a:pt x="485" y="378"/>
                      </a:lnTo>
                      <a:lnTo>
                        <a:pt x="432" y="353"/>
                      </a:lnTo>
                      <a:lnTo>
                        <a:pt x="430" y="353"/>
                      </a:lnTo>
                      <a:lnTo>
                        <a:pt x="366" y="367"/>
                      </a:lnTo>
                      <a:lnTo>
                        <a:pt x="343" y="373"/>
                      </a:lnTo>
                      <a:lnTo>
                        <a:pt x="341" y="373"/>
                      </a:lnTo>
                      <a:lnTo>
                        <a:pt x="339" y="373"/>
                      </a:lnTo>
                      <a:lnTo>
                        <a:pt x="339" y="504"/>
                      </a:lnTo>
                      <a:lnTo>
                        <a:pt x="335" y="504"/>
                      </a:lnTo>
                      <a:lnTo>
                        <a:pt x="334" y="504"/>
                      </a:lnTo>
                      <a:lnTo>
                        <a:pt x="332" y="506"/>
                      </a:lnTo>
                      <a:lnTo>
                        <a:pt x="330" y="506"/>
                      </a:lnTo>
                      <a:lnTo>
                        <a:pt x="328" y="506"/>
                      </a:lnTo>
                      <a:lnTo>
                        <a:pt x="330" y="506"/>
                      </a:lnTo>
                      <a:lnTo>
                        <a:pt x="328" y="506"/>
                      </a:lnTo>
                      <a:lnTo>
                        <a:pt x="326" y="506"/>
                      </a:lnTo>
                      <a:lnTo>
                        <a:pt x="324" y="506"/>
                      </a:lnTo>
                      <a:lnTo>
                        <a:pt x="324" y="508"/>
                      </a:lnTo>
                      <a:lnTo>
                        <a:pt x="324" y="506"/>
                      </a:lnTo>
                      <a:lnTo>
                        <a:pt x="323" y="506"/>
                      </a:lnTo>
                      <a:lnTo>
                        <a:pt x="323" y="508"/>
                      </a:lnTo>
                      <a:lnTo>
                        <a:pt x="321" y="508"/>
                      </a:lnTo>
                      <a:lnTo>
                        <a:pt x="321" y="506"/>
                      </a:lnTo>
                      <a:lnTo>
                        <a:pt x="319" y="506"/>
                      </a:lnTo>
                      <a:lnTo>
                        <a:pt x="317" y="506"/>
                      </a:lnTo>
                      <a:lnTo>
                        <a:pt x="317" y="504"/>
                      </a:lnTo>
                      <a:lnTo>
                        <a:pt x="315" y="504"/>
                      </a:lnTo>
                      <a:lnTo>
                        <a:pt x="315" y="503"/>
                      </a:lnTo>
                      <a:lnTo>
                        <a:pt x="313" y="503"/>
                      </a:lnTo>
                      <a:lnTo>
                        <a:pt x="313" y="501"/>
                      </a:lnTo>
                      <a:lnTo>
                        <a:pt x="312" y="501"/>
                      </a:lnTo>
                      <a:lnTo>
                        <a:pt x="312" y="499"/>
                      </a:lnTo>
                      <a:lnTo>
                        <a:pt x="310" y="497"/>
                      </a:lnTo>
                      <a:lnTo>
                        <a:pt x="308" y="495"/>
                      </a:lnTo>
                      <a:lnTo>
                        <a:pt x="306" y="493"/>
                      </a:lnTo>
                      <a:lnTo>
                        <a:pt x="306" y="492"/>
                      </a:lnTo>
                      <a:lnTo>
                        <a:pt x="304" y="492"/>
                      </a:lnTo>
                      <a:lnTo>
                        <a:pt x="304" y="490"/>
                      </a:lnTo>
                      <a:lnTo>
                        <a:pt x="302" y="488"/>
                      </a:lnTo>
                      <a:lnTo>
                        <a:pt x="301" y="486"/>
                      </a:lnTo>
                      <a:lnTo>
                        <a:pt x="301" y="484"/>
                      </a:lnTo>
                      <a:lnTo>
                        <a:pt x="301" y="483"/>
                      </a:lnTo>
                      <a:lnTo>
                        <a:pt x="299" y="483"/>
                      </a:lnTo>
                      <a:lnTo>
                        <a:pt x="299" y="481"/>
                      </a:lnTo>
                      <a:lnTo>
                        <a:pt x="297" y="481"/>
                      </a:lnTo>
                      <a:lnTo>
                        <a:pt x="295" y="479"/>
                      </a:lnTo>
                      <a:lnTo>
                        <a:pt x="293" y="477"/>
                      </a:lnTo>
                      <a:lnTo>
                        <a:pt x="292" y="477"/>
                      </a:lnTo>
                      <a:lnTo>
                        <a:pt x="288" y="475"/>
                      </a:lnTo>
                      <a:lnTo>
                        <a:pt x="281" y="470"/>
                      </a:lnTo>
                      <a:lnTo>
                        <a:pt x="279" y="468"/>
                      </a:lnTo>
                      <a:lnTo>
                        <a:pt x="275" y="468"/>
                      </a:lnTo>
                      <a:lnTo>
                        <a:pt x="271" y="468"/>
                      </a:lnTo>
                      <a:lnTo>
                        <a:pt x="268" y="468"/>
                      </a:lnTo>
                      <a:lnTo>
                        <a:pt x="266" y="468"/>
                      </a:lnTo>
                      <a:lnTo>
                        <a:pt x="261" y="470"/>
                      </a:lnTo>
                      <a:lnTo>
                        <a:pt x="251" y="470"/>
                      </a:lnTo>
                      <a:lnTo>
                        <a:pt x="250" y="472"/>
                      </a:lnTo>
                      <a:lnTo>
                        <a:pt x="246" y="472"/>
                      </a:lnTo>
                      <a:lnTo>
                        <a:pt x="242" y="473"/>
                      </a:lnTo>
                      <a:lnTo>
                        <a:pt x="239" y="473"/>
                      </a:lnTo>
                      <a:lnTo>
                        <a:pt x="231" y="477"/>
                      </a:lnTo>
                      <a:lnTo>
                        <a:pt x="229" y="477"/>
                      </a:lnTo>
                      <a:lnTo>
                        <a:pt x="220" y="483"/>
                      </a:lnTo>
                      <a:lnTo>
                        <a:pt x="211" y="490"/>
                      </a:lnTo>
                      <a:lnTo>
                        <a:pt x="211" y="488"/>
                      </a:lnTo>
                      <a:lnTo>
                        <a:pt x="213" y="486"/>
                      </a:lnTo>
                      <a:lnTo>
                        <a:pt x="213" y="484"/>
                      </a:lnTo>
                      <a:lnTo>
                        <a:pt x="213" y="483"/>
                      </a:lnTo>
                      <a:lnTo>
                        <a:pt x="213" y="481"/>
                      </a:lnTo>
                      <a:lnTo>
                        <a:pt x="211" y="481"/>
                      </a:lnTo>
                      <a:lnTo>
                        <a:pt x="211" y="479"/>
                      </a:lnTo>
                      <a:lnTo>
                        <a:pt x="211" y="477"/>
                      </a:lnTo>
                      <a:lnTo>
                        <a:pt x="211" y="475"/>
                      </a:lnTo>
                      <a:lnTo>
                        <a:pt x="211" y="473"/>
                      </a:lnTo>
                      <a:lnTo>
                        <a:pt x="213" y="473"/>
                      </a:lnTo>
                      <a:lnTo>
                        <a:pt x="215" y="472"/>
                      </a:lnTo>
                      <a:lnTo>
                        <a:pt x="217" y="470"/>
                      </a:lnTo>
                      <a:lnTo>
                        <a:pt x="217" y="468"/>
                      </a:lnTo>
                      <a:lnTo>
                        <a:pt x="219" y="466"/>
                      </a:lnTo>
                      <a:lnTo>
                        <a:pt x="219" y="464"/>
                      </a:lnTo>
                      <a:lnTo>
                        <a:pt x="220" y="464"/>
                      </a:lnTo>
                      <a:lnTo>
                        <a:pt x="220" y="462"/>
                      </a:lnTo>
                      <a:lnTo>
                        <a:pt x="220" y="461"/>
                      </a:lnTo>
                      <a:lnTo>
                        <a:pt x="220" y="459"/>
                      </a:lnTo>
                      <a:lnTo>
                        <a:pt x="219" y="459"/>
                      </a:lnTo>
                      <a:lnTo>
                        <a:pt x="219" y="457"/>
                      </a:lnTo>
                      <a:lnTo>
                        <a:pt x="217" y="457"/>
                      </a:lnTo>
                      <a:lnTo>
                        <a:pt x="217" y="455"/>
                      </a:lnTo>
                      <a:lnTo>
                        <a:pt x="215" y="455"/>
                      </a:lnTo>
                      <a:lnTo>
                        <a:pt x="217" y="455"/>
                      </a:lnTo>
                      <a:lnTo>
                        <a:pt x="217" y="453"/>
                      </a:lnTo>
                      <a:lnTo>
                        <a:pt x="217" y="455"/>
                      </a:lnTo>
                      <a:lnTo>
                        <a:pt x="219" y="457"/>
                      </a:lnTo>
                      <a:lnTo>
                        <a:pt x="220" y="457"/>
                      </a:lnTo>
                      <a:lnTo>
                        <a:pt x="220" y="459"/>
                      </a:lnTo>
                      <a:lnTo>
                        <a:pt x="220" y="461"/>
                      </a:lnTo>
                      <a:lnTo>
                        <a:pt x="222" y="461"/>
                      </a:lnTo>
                      <a:lnTo>
                        <a:pt x="222" y="459"/>
                      </a:lnTo>
                      <a:lnTo>
                        <a:pt x="222" y="457"/>
                      </a:lnTo>
                      <a:lnTo>
                        <a:pt x="222" y="455"/>
                      </a:lnTo>
                      <a:lnTo>
                        <a:pt x="220" y="455"/>
                      </a:lnTo>
                      <a:lnTo>
                        <a:pt x="220" y="453"/>
                      </a:lnTo>
                      <a:lnTo>
                        <a:pt x="219" y="453"/>
                      </a:lnTo>
                      <a:lnTo>
                        <a:pt x="219" y="455"/>
                      </a:lnTo>
                      <a:lnTo>
                        <a:pt x="219" y="453"/>
                      </a:lnTo>
                      <a:lnTo>
                        <a:pt x="219" y="451"/>
                      </a:lnTo>
                      <a:lnTo>
                        <a:pt x="217" y="451"/>
                      </a:lnTo>
                      <a:lnTo>
                        <a:pt x="215" y="451"/>
                      </a:lnTo>
                      <a:lnTo>
                        <a:pt x="213" y="451"/>
                      </a:lnTo>
                      <a:lnTo>
                        <a:pt x="211" y="451"/>
                      </a:lnTo>
                      <a:lnTo>
                        <a:pt x="209" y="451"/>
                      </a:lnTo>
                      <a:lnTo>
                        <a:pt x="208" y="451"/>
                      </a:lnTo>
                      <a:lnTo>
                        <a:pt x="206" y="453"/>
                      </a:lnTo>
                      <a:lnTo>
                        <a:pt x="206" y="451"/>
                      </a:lnTo>
                      <a:lnTo>
                        <a:pt x="204" y="450"/>
                      </a:lnTo>
                      <a:lnTo>
                        <a:pt x="202" y="450"/>
                      </a:lnTo>
                      <a:lnTo>
                        <a:pt x="200" y="450"/>
                      </a:lnTo>
                      <a:lnTo>
                        <a:pt x="198" y="450"/>
                      </a:lnTo>
                      <a:lnTo>
                        <a:pt x="197" y="450"/>
                      </a:lnTo>
                      <a:lnTo>
                        <a:pt x="195" y="450"/>
                      </a:lnTo>
                      <a:lnTo>
                        <a:pt x="193" y="451"/>
                      </a:lnTo>
                      <a:lnTo>
                        <a:pt x="191" y="450"/>
                      </a:lnTo>
                      <a:lnTo>
                        <a:pt x="191" y="448"/>
                      </a:lnTo>
                      <a:lnTo>
                        <a:pt x="189" y="448"/>
                      </a:lnTo>
                      <a:lnTo>
                        <a:pt x="189" y="446"/>
                      </a:lnTo>
                      <a:lnTo>
                        <a:pt x="187" y="446"/>
                      </a:lnTo>
                      <a:lnTo>
                        <a:pt x="187" y="444"/>
                      </a:lnTo>
                      <a:lnTo>
                        <a:pt x="187" y="442"/>
                      </a:lnTo>
                      <a:lnTo>
                        <a:pt x="186" y="442"/>
                      </a:lnTo>
                      <a:lnTo>
                        <a:pt x="184" y="442"/>
                      </a:lnTo>
                      <a:lnTo>
                        <a:pt x="184" y="440"/>
                      </a:lnTo>
                      <a:lnTo>
                        <a:pt x="184" y="439"/>
                      </a:lnTo>
                      <a:lnTo>
                        <a:pt x="182" y="439"/>
                      </a:lnTo>
                      <a:lnTo>
                        <a:pt x="180" y="439"/>
                      </a:lnTo>
                      <a:lnTo>
                        <a:pt x="178" y="439"/>
                      </a:lnTo>
                      <a:lnTo>
                        <a:pt x="177" y="439"/>
                      </a:lnTo>
                      <a:lnTo>
                        <a:pt x="173" y="439"/>
                      </a:lnTo>
                      <a:lnTo>
                        <a:pt x="171" y="439"/>
                      </a:lnTo>
                      <a:lnTo>
                        <a:pt x="171" y="440"/>
                      </a:lnTo>
                      <a:lnTo>
                        <a:pt x="169" y="440"/>
                      </a:lnTo>
                      <a:lnTo>
                        <a:pt x="169" y="439"/>
                      </a:lnTo>
                      <a:lnTo>
                        <a:pt x="169" y="437"/>
                      </a:lnTo>
                      <a:lnTo>
                        <a:pt x="171" y="437"/>
                      </a:lnTo>
                      <a:lnTo>
                        <a:pt x="171" y="435"/>
                      </a:lnTo>
                      <a:lnTo>
                        <a:pt x="171" y="433"/>
                      </a:lnTo>
                      <a:lnTo>
                        <a:pt x="171" y="431"/>
                      </a:lnTo>
                      <a:lnTo>
                        <a:pt x="171" y="430"/>
                      </a:lnTo>
                      <a:lnTo>
                        <a:pt x="171" y="428"/>
                      </a:lnTo>
                      <a:lnTo>
                        <a:pt x="171" y="426"/>
                      </a:lnTo>
                      <a:lnTo>
                        <a:pt x="169" y="426"/>
                      </a:lnTo>
                      <a:lnTo>
                        <a:pt x="169" y="424"/>
                      </a:lnTo>
                      <a:lnTo>
                        <a:pt x="167" y="424"/>
                      </a:lnTo>
                      <a:lnTo>
                        <a:pt x="167" y="422"/>
                      </a:lnTo>
                      <a:lnTo>
                        <a:pt x="166" y="422"/>
                      </a:lnTo>
                      <a:lnTo>
                        <a:pt x="166" y="420"/>
                      </a:lnTo>
                      <a:lnTo>
                        <a:pt x="164" y="420"/>
                      </a:lnTo>
                      <a:lnTo>
                        <a:pt x="164" y="419"/>
                      </a:lnTo>
                      <a:lnTo>
                        <a:pt x="162" y="419"/>
                      </a:lnTo>
                      <a:lnTo>
                        <a:pt x="162" y="417"/>
                      </a:lnTo>
                      <a:lnTo>
                        <a:pt x="160" y="417"/>
                      </a:lnTo>
                      <a:lnTo>
                        <a:pt x="160" y="415"/>
                      </a:lnTo>
                      <a:lnTo>
                        <a:pt x="160" y="413"/>
                      </a:lnTo>
                      <a:lnTo>
                        <a:pt x="160" y="411"/>
                      </a:lnTo>
                      <a:lnTo>
                        <a:pt x="158" y="411"/>
                      </a:lnTo>
                      <a:lnTo>
                        <a:pt x="158" y="409"/>
                      </a:lnTo>
                      <a:lnTo>
                        <a:pt x="156" y="409"/>
                      </a:lnTo>
                      <a:lnTo>
                        <a:pt x="155" y="408"/>
                      </a:lnTo>
                      <a:lnTo>
                        <a:pt x="156" y="408"/>
                      </a:lnTo>
                      <a:lnTo>
                        <a:pt x="155" y="408"/>
                      </a:lnTo>
                      <a:lnTo>
                        <a:pt x="156" y="406"/>
                      </a:lnTo>
                      <a:lnTo>
                        <a:pt x="155" y="406"/>
                      </a:lnTo>
                      <a:lnTo>
                        <a:pt x="155" y="404"/>
                      </a:lnTo>
                      <a:lnTo>
                        <a:pt x="155" y="402"/>
                      </a:lnTo>
                      <a:lnTo>
                        <a:pt x="153" y="402"/>
                      </a:lnTo>
                      <a:lnTo>
                        <a:pt x="153" y="400"/>
                      </a:lnTo>
                      <a:lnTo>
                        <a:pt x="151" y="400"/>
                      </a:lnTo>
                      <a:lnTo>
                        <a:pt x="149" y="400"/>
                      </a:lnTo>
                      <a:lnTo>
                        <a:pt x="149" y="398"/>
                      </a:lnTo>
                      <a:lnTo>
                        <a:pt x="147" y="398"/>
                      </a:lnTo>
                      <a:lnTo>
                        <a:pt x="146" y="398"/>
                      </a:lnTo>
                      <a:lnTo>
                        <a:pt x="144" y="398"/>
                      </a:lnTo>
                      <a:lnTo>
                        <a:pt x="142" y="398"/>
                      </a:lnTo>
                      <a:lnTo>
                        <a:pt x="140" y="398"/>
                      </a:lnTo>
                      <a:lnTo>
                        <a:pt x="138" y="398"/>
                      </a:lnTo>
                      <a:lnTo>
                        <a:pt x="136" y="398"/>
                      </a:lnTo>
                      <a:lnTo>
                        <a:pt x="136" y="397"/>
                      </a:lnTo>
                      <a:lnTo>
                        <a:pt x="135" y="397"/>
                      </a:lnTo>
                      <a:lnTo>
                        <a:pt x="133" y="395"/>
                      </a:lnTo>
                      <a:lnTo>
                        <a:pt x="133" y="393"/>
                      </a:lnTo>
                      <a:lnTo>
                        <a:pt x="133" y="391"/>
                      </a:lnTo>
                      <a:lnTo>
                        <a:pt x="133" y="389"/>
                      </a:lnTo>
                      <a:lnTo>
                        <a:pt x="133" y="387"/>
                      </a:lnTo>
                      <a:lnTo>
                        <a:pt x="133" y="389"/>
                      </a:lnTo>
                      <a:lnTo>
                        <a:pt x="135" y="389"/>
                      </a:lnTo>
                      <a:lnTo>
                        <a:pt x="135" y="387"/>
                      </a:lnTo>
                      <a:lnTo>
                        <a:pt x="135" y="386"/>
                      </a:lnTo>
                      <a:lnTo>
                        <a:pt x="136" y="386"/>
                      </a:lnTo>
                      <a:lnTo>
                        <a:pt x="138" y="386"/>
                      </a:lnTo>
                      <a:lnTo>
                        <a:pt x="140" y="386"/>
                      </a:lnTo>
                      <a:lnTo>
                        <a:pt x="140" y="387"/>
                      </a:lnTo>
                      <a:lnTo>
                        <a:pt x="142" y="387"/>
                      </a:lnTo>
                      <a:lnTo>
                        <a:pt x="144" y="387"/>
                      </a:lnTo>
                      <a:lnTo>
                        <a:pt x="146" y="387"/>
                      </a:lnTo>
                      <a:lnTo>
                        <a:pt x="146" y="386"/>
                      </a:lnTo>
                      <a:lnTo>
                        <a:pt x="146" y="387"/>
                      </a:lnTo>
                      <a:lnTo>
                        <a:pt x="147" y="387"/>
                      </a:lnTo>
                      <a:lnTo>
                        <a:pt x="149" y="387"/>
                      </a:lnTo>
                      <a:lnTo>
                        <a:pt x="151" y="387"/>
                      </a:lnTo>
                      <a:lnTo>
                        <a:pt x="153" y="387"/>
                      </a:lnTo>
                      <a:lnTo>
                        <a:pt x="153" y="386"/>
                      </a:lnTo>
                      <a:lnTo>
                        <a:pt x="155" y="387"/>
                      </a:lnTo>
                      <a:lnTo>
                        <a:pt x="156" y="387"/>
                      </a:lnTo>
                      <a:lnTo>
                        <a:pt x="158" y="387"/>
                      </a:lnTo>
                      <a:lnTo>
                        <a:pt x="158" y="389"/>
                      </a:lnTo>
                      <a:lnTo>
                        <a:pt x="160" y="389"/>
                      </a:lnTo>
                      <a:lnTo>
                        <a:pt x="160" y="391"/>
                      </a:lnTo>
                      <a:lnTo>
                        <a:pt x="162" y="391"/>
                      </a:lnTo>
                      <a:lnTo>
                        <a:pt x="164" y="391"/>
                      </a:lnTo>
                      <a:lnTo>
                        <a:pt x="164" y="393"/>
                      </a:lnTo>
                      <a:lnTo>
                        <a:pt x="166" y="393"/>
                      </a:lnTo>
                      <a:lnTo>
                        <a:pt x="167" y="393"/>
                      </a:lnTo>
                      <a:lnTo>
                        <a:pt x="167" y="391"/>
                      </a:lnTo>
                      <a:lnTo>
                        <a:pt x="169" y="391"/>
                      </a:lnTo>
                      <a:lnTo>
                        <a:pt x="171" y="389"/>
                      </a:lnTo>
                      <a:lnTo>
                        <a:pt x="173" y="389"/>
                      </a:lnTo>
                      <a:lnTo>
                        <a:pt x="173" y="391"/>
                      </a:lnTo>
                      <a:lnTo>
                        <a:pt x="175" y="391"/>
                      </a:lnTo>
                      <a:lnTo>
                        <a:pt x="173" y="391"/>
                      </a:lnTo>
                      <a:lnTo>
                        <a:pt x="175" y="391"/>
                      </a:lnTo>
                      <a:lnTo>
                        <a:pt x="177" y="391"/>
                      </a:lnTo>
                      <a:lnTo>
                        <a:pt x="177" y="389"/>
                      </a:lnTo>
                      <a:lnTo>
                        <a:pt x="177" y="391"/>
                      </a:lnTo>
                      <a:lnTo>
                        <a:pt x="178" y="391"/>
                      </a:lnTo>
                      <a:lnTo>
                        <a:pt x="180" y="391"/>
                      </a:lnTo>
                      <a:lnTo>
                        <a:pt x="182" y="391"/>
                      </a:lnTo>
                      <a:lnTo>
                        <a:pt x="180" y="389"/>
                      </a:lnTo>
                      <a:lnTo>
                        <a:pt x="178" y="389"/>
                      </a:lnTo>
                      <a:lnTo>
                        <a:pt x="178" y="387"/>
                      </a:lnTo>
                      <a:lnTo>
                        <a:pt x="177" y="387"/>
                      </a:lnTo>
                      <a:lnTo>
                        <a:pt x="175" y="387"/>
                      </a:lnTo>
                      <a:lnTo>
                        <a:pt x="173" y="387"/>
                      </a:lnTo>
                      <a:lnTo>
                        <a:pt x="171" y="387"/>
                      </a:lnTo>
                      <a:lnTo>
                        <a:pt x="171" y="386"/>
                      </a:lnTo>
                      <a:lnTo>
                        <a:pt x="171" y="384"/>
                      </a:lnTo>
                      <a:lnTo>
                        <a:pt x="169" y="384"/>
                      </a:lnTo>
                      <a:lnTo>
                        <a:pt x="169" y="382"/>
                      </a:lnTo>
                      <a:lnTo>
                        <a:pt x="167" y="382"/>
                      </a:lnTo>
                      <a:lnTo>
                        <a:pt x="167" y="380"/>
                      </a:lnTo>
                      <a:lnTo>
                        <a:pt x="166" y="380"/>
                      </a:lnTo>
                      <a:lnTo>
                        <a:pt x="164" y="380"/>
                      </a:lnTo>
                      <a:lnTo>
                        <a:pt x="164" y="378"/>
                      </a:lnTo>
                      <a:lnTo>
                        <a:pt x="166" y="380"/>
                      </a:lnTo>
                      <a:lnTo>
                        <a:pt x="164" y="378"/>
                      </a:lnTo>
                      <a:lnTo>
                        <a:pt x="166" y="378"/>
                      </a:lnTo>
                      <a:lnTo>
                        <a:pt x="167" y="378"/>
                      </a:lnTo>
                      <a:lnTo>
                        <a:pt x="166" y="378"/>
                      </a:lnTo>
                      <a:lnTo>
                        <a:pt x="167" y="378"/>
                      </a:lnTo>
                      <a:lnTo>
                        <a:pt x="167" y="377"/>
                      </a:lnTo>
                      <a:lnTo>
                        <a:pt x="169" y="377"/>
                      </a:lnTo>
                      <a:lnTo>
                        <a:pt x="167" y="377"/>
                      </a:lnTo>
                      <a:lnTo>
                        <a:pt x="167" y="375"/>
                      </a:lnTo>
                      <a:lnTo>
                        <a:pt x="167" y="377"/>
                      </a:lnTo>
                      <a:lnTo>
                        <a:pt x="167" y="375"/>
                      </a:lnTo>
                      <a:lnTo>
                        <a:pt x="169" y="375"/>
                      </a:lnTo>
                      <a:lnTo>
                        <a:pt x="169" y="373"/>
                      </a:lnTo>
                      <a:lnTo>
                        <a:pt x="171" y="373"/>
                      </a:lnTo>
                      <a:lnTo>
                        <a:pt x="169" y="373"/>
                      </a:lnTo>
                      <a:lnTo>
                        <a:pt x="169" y="371"/>
                      </a:lnTo>
                      <a:lnTo>
                        <a:pt x="169" y="369"/>
                      </a:lnTo>
                      <a:lnTo>
                        <a:pt x="169" y="367"/>
                      </a:lnTo>
                      <a:lnTo>
                        <a:pt x="169" y="366"/>
                      </a:lnTo>
                      <a:lnTo>
                        <a:pt x="169" y="367"/>
                      </a:lnTo>
                      <a:lnTo>
                        <a:pt x="169" y="369"/>
                      </a:lnTo>
                      <a:lnTo>
                        <a:pt x="169" y="371"/>
                      </a:lnTo>
                      <a:lnTo>
                        <a:pt x="169" y="369"/>
                      </a:lnTo>
                      <a:lnTo>
                        <a:pt x="169" y="367"/>
                      </a:lnTo>
                      <a:lnTo>
                        <a:pt x="169" y="366"/>
                      </a:lnTo>
                      <a:lnTo>
                        <a:pt x="171" y="366"/>
                      </a:lnTo>
                      <a:lnTo>
                        <a:pt x="171" y="364"/>
                      </a:lnTo>
                      <a:lnTo>
                        <a:pt x="173" y="364"/>
                      </a:lnTo>
                      <a:lnTo>
                        <a:pt x="173" y="362"/>
                      </a:lnTo>
                      <a:lnTo>
                        <a:pt x="175" y="362"/>
                      </a:lnTo>
                      <a:lnTo>
                        <a:pt x="177" y="362"/>
                      </a:lnTo>
                      <a:lnTo>
                        <a:pt x="178" y="362"/>
                      </a:lnTo>
                      <a:lnTo>
                        <a:pt x="180" y="362"/>
                      </a:lnTo>
                      <a:lnTo>
                        <a:pt x="182" y="360"/>
                      </a:lnTo>
                      <a:lnTo>
                        <a:pt x="184" y="360"/>
                      </a:lnTo>
                      <a:lnTo>
                        <a:pt x="186" y="360"/>
                      </a:lnTo>
                      <a:lnTo>
                        <a:pt x="186" y="358"/>
                      </a:lnTo>
                      <a:lnTo>
                        <a:pt x="187" y="358"/>
                      </a:lnTo>
                      <a:lnTo>
                        <a:pt x="189" y="358"/>
                      </a:lnTo>
                      <a:lnTo>
                        <a:pt x="191" y="358"/>
                      </a:lnTo>
                      <a:lnTo>
                        <a:pt x="193" y="358"/>
                      </a:lnTo>
                      <a:lnTo>
                        <a:pt x="197" y="358"/>
                      </a:lnTo>
                      <a:lnTo>
                        <a:pt x="198" y="358"/>
                      </a:lnTo>
                      <a:lnTo>
                        <a:pt x="200" y="360"/>
                      </a:lnTo>
                      <a:lnTo>
                        <a:pt x="202" y="360"/>
                      </a:lnTo>
                      <a:lnTo>
                        <a:pt x="204" y="360"/>
                      </a:lnTo>
                      <a:lnTo>
                        <a:pt x="206" y="360"/>
                      </a:lnTo>
                      <a:lnTo>
                        <a:pt x="208" y="360"/>
                      </a:lnTo>
                      <a:lnTo>
                        <a:pt x="209" y="358"/>
                      </a:lnTo>
                      <a:lnTo>
                        <a:pt x="211" y="358"/>
                      </a:lnTo>
                      <a:lnTo>
                        <a:pt x="211" y="360"/>
                      </a:lnTo>
                      <a:lnTo>
                        <a:pt x="211" y="358"/>
                      </a:lnTo>
                      <a:lnTo>
                        <a:pt x="213" y="358"/>
                      </a:lnTo>
                      <a:lnTo>
                        <a:pt x="213" y="360"/>
                      </a:lnTo>
                      <a:lnTo>
                        <a:pt x="213" y="358"/>
                      </a:lnTo>
                      <a:lnTo>
                        <a:pt x="215" y="360"/>
                      </a:lnTo>
                      <a:lnTo>
                        <a:pt x="217" y="360"/>
                      </a:lnTo>
                      <a:lnTo>
                        <a:pt x="219" y="360"/>
                      </a:lnTo>
                      <a:lnTo>
                        <a:pt x="220" y="360"/>
                      </a:lnTo>
                      <a:lnTo>
                        <a:pt x="220" y="362"/>
                      </a:lnTo>
                      <a:lnTo>
                        <a:pt x="222" y="362"/>
                      </a:lnTo>
                      <a:lnTo>
                        <a:pt x="224" y="362"/>
                      </a:lnTo>
                      <a:lnTo>
                        <a:pt x="226" y="362"/>
                      </a:lnTo>
                      <a:lnTo>
                        <a:pt x="224" y="362"/>
                      </a:lnTo>
                      <a:lnTo>
                        <a:pt x="226" y="362"/>
                      </a:lnTo>
                      <a:lnTo>
                        <a:pt x="228" y="362"/>
                      </a:lnTo>
                      <a:lnTo>
                        <a:pt x="228" y="364"/>
                      </a:lnTo>
                      <a:lnTo>
                        <a:pt x="229" y="362"/>
                      </a:lnTo>
                      <a:lnTo>
                        <a:pt x="229" y="364"/>
                      </a:lnTo>
                      <a:lnTo>
                        <a:pt x="229" y="362"/>
                      </a:lnTo>
                      <a:lnTo>
                        <a:pt x="228" y="362"/>
                      </a:lnTo>
                      <a:lnTo>
                        <a:pt x="226" y="362"/>
                      </a:lnTo>
                      <a:lnTo>
                        <a:pt x="228" y="36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0" name="Freeform 55">
                  <a:extLst>
                    <a:ext uri="{FF2B5EF4-FFF2-40B4-BE49-F238E27FC236}">
                      <a16:creationId xmlns:a16="http://schemas.microsoft.com/office/drawing/2014/main" id="{AD67572E-300F-6685-5A25-DB40E462B0E7}"/>
                    </a:ext>
                  </a:extLst>
                </p:cNvPr>
                <p:cNvSpPr>
                  <a:spLocks noEditPoints="1"/>
                </p:cNvSpPr>
                <p:nvPr/>
              </p:nvSpPr>
              <p:spPr bwMode="auto">
                <a:xfrm>
                  <a:off x="2341611" y="2007429"/>
                  <a:ext cx="283734" cy="148192"/>
                </a:xfrm>
                <a:custGeom>
                  <a:avLst/>
                  <a:gdLst>
                    <a:gd name="T0" fmla="*/ 38 w 157"/>
                    <a:gd name="T1" fmla="*/ 80 h 82"/>
                    <a:gd name="T2" fmla="*/ 44 w 157"/>
                    <a:gd name="T3" fmla="*/ 82 h 82"/>
                    <a:gd name="T4" fmla="*/ 64 w 157"/>
                    <a:gd name="T5" fmla="*/ 78 h 82"/>
                    <a:gd name="T6" fmla="*/ 67 w 157"/>
                    <a:gd name="T7" fmla="*/ 73 h 82"/>
                    <a:gd name="T8" fmla="*/ 66 w 157"/>
                    <a:gd name="T9" fmla="*/ 73 h 82"/>
                    <a:gd name="T10" fmla="*/ 29 w 157"/>
                    <a:gd name="T11" fmla="*/ 78 h 82"/>
                    <a:gd name="T12" fmla="*/ 24 w 157"/>
                    <a:gd name="T13" fmla="*/ 75 h 82"/>
                    <a:gd name="T14" fmla="*/ 33 w 157"/>
                    <a:gd name="T15" fmla="*/ 78 h 82"/>
                    <a:gd name="T16" fmla="*/ 33 w 157"/>
                    <a:gd name="T17" fmla="*/ 73 h 82"/>
                    <a:gd name="T18" fmla="*/ 157 w 157"/>
                    <a:gd name="T19" fmla="*/ 64 h 82"/>
                    <a:gd name="T20" fmla="*/ 133 w 157"/>
                    <a:gd name="T21" fmla="*/ 64 h 82"/>
                    <a:gd name="T22" fmla="*/ 75 w 157"/>
                    <a:gd name="T23" fmla="*/ 62 h 82"/>
                    <a:gd name="T24" fmla="*/ 119 w 157"/>
                    <a:gd name="T25" fmla="*/ 56 h 82"/>
                    <a:gd name="T26" fmla="*/ 120 w 157"/>
                    <a:gd name="T27" fmla="*/ 56 h 82"/>
                    <a:gd name="T28" fmla="*/ 119 w 157"/>
                    <a:gd name="T29" fmla="*/ 56 h 82"/>
                    <a:gd name="T30" fmla="*/ 126 w 157"/>
                    <a:gd name="T31" fmla="*/ 55 h 82"/>
                    <a:gd name="T32" fmla="*/ 124 w 157"/>
                    <a:gd name="T33" fmla="*/ 53 h 82"/>
                    <a:gd name="T34" fmla="*/ 126 w 157"/>
                    <a:gd name="T35" fmla="*/ 53 h 82"/>
                    <a:gd name="T36" fmla="*/ 122 w 157"/>
                    <a:gd name="T37" fmla="*/ 51 h 82"/>
                    <a:gd name="T38" fmla="*/ 128 w 157"/>
                    <a:gd name="T39" fmla="*/ 34 h 82"/>
                    <a:gd name="T40" fmla="*/ 128 w 157"/>
                    <a:gd name="T41" fmla="*/ 34 h 82"/>
                    <a:gd name="T42" fmla="*/ 126 w 157"/>
                    <a:gd name="T43" fmla="*/ 33 h 82"/>
                    <a:gd name="T44" fmla="*/ 129 w 157"/>
                    <a:gd name="T45" fmla="*/ 31 h 82"/>
                    <a:gd name="T46" fmla="*/ 128 w 157"/>
                    <a:gd name="T47" fmla="*/ 31 h 82"/>
                    <a:gd name="T48" fmla="*/ 131 w 157"/>
                    <a:gd name="T49" fmla="*/ 29 h 82"/>
                    <a:gd name="T50" fmla="*/ 5 w 157"/>
                    <a:gd name="T51" fmla="*/ 31 h 82"/>
                    <a:gd name="T52" fmla="*/ 131 w 157"/>
                    <a:gd name="T53" fmla="*/ 27 h 82"/>
                    <a:gd name="T54" fmla="*/ 13 w 157"/>
                    <a:gd name="T55" fmla="*/ 25 h 82"/>
                    <a:gd name="T56" fmla="*/ 133 w 157"/>
                    <a:gd name="T57" fmla="*/ 24 h 82"/>
                    <a:gd name="T58" fmla="*/ 16 w 157"/>
                    <a:gd name="T59" fmla="*/ 24 h 82"/>
                    <a:gd name="T60" fmla="*/ 20 w 157"/>
                    <a:gd name="T61" fmla="*/ 29 h 82"/>
                    <a:gd name="T62" fmla="*/ 13 w 157"/>
                    <a:gd name="T63" fmla="*/ 25 h 82"/>
                    <a:gd name="T64" fmla="*/ 131 w 157"/>
                    <a:gd name="T65" fmla="*/ 24 h 82"/>
                    <a:gd name="T66" fmla="*/ 139 w 157"/>
                    <a:gd name="T67" fmla="*/ 22 h 82"/>
                    <a:gd name="T68" fmla="*/ 135 w 157"/>
                    <a:gd name="T69" fmla="*/ 22 h 82"/>
                    <a:gd name="T70" fmla="*/ 133 w 157"/>
                    <a:gd name="T71" fmla="*/ 20 h 82"/>
                    <a:gd name="T72" fmla="*/ 137 w 157"/>
                    <a:gd name="T73" fmla="*/ 20 h 82"/>
                    <a:gd name="T74" fmla="*/ 135 w 157"/>
                    <a:gd name="T75" fmla="*/ 16 h 82"/>
                    <a:gd name="T76" fmla="*/ 135 w 157"/>
                    <a:gd name="T77" fmla="*/ 13 h 82"/>
                    <a:gd name="T78" fmla="*/ 35 w 157"/>
                    <a:gd name="T79" fmla="*/ 13 h 82"/>
                    <a:gd name="T80" fmla="*/ 128 w 157"/>
                    <a:gd name="T81" fmla="*/ 13 h 82"/>
                    <a:gd name="T82" fmla="*/ 108 w 157"/>
                    <a:gd name="T83" fmla="*/ 11 h 82"/>
                    <a:gd name="T84" fmla="*/ 104 w 157"/>
                    <a:gd name="T85" fmla="*/ 9 h 82"/>
                    <a:gd name="T86" fmla="*/ 129 w 157"/>
                    <a:gd name="T87" fmla="*/ 9 h 82"/>
                    <a:gd name="T88" fmla="*/ 35 w 157"/>
                    <a:gd name="T89" fmla="*/ 11 h 82"/>
                    <a:gd name="T90" fmla="*/ 46 w 157"/>
                    <a:gd name="T91" fmla="*/ 9 h 82"/>
                    <a:gd name="T92" fmla="*/ 38 w 157"/>
                    <a:gd name="T93" fmla="*/ 9 h 82"/>
                    <a:gd name="T94" fmla="*/ 117 w 157"/>
                    <a:gd name="T95" fmla="*/ 9 h 82"/>
                    <a:gd name="T96" fmla="*/ 119 w 157"/>
                    <a:gd name="T97" fmla="*/ 9 h 82"/>
                    <a:gd name="T98" fmla="*/ 122 w 157"/>
                    <a:gd name="T99" fmla="*/ 11 h 82"/>
                    <a:gd name="T100" fmla="*/ 124 w 157"/>
                    <a:gd name="T101" fmla="*/ 13 h 82"/>
                    <a:gd name="T102" fmla="*/ 120 w 157"/>
                    <a:gd name="T103" fmla="*/ 7 h 82"/>
                    <a:gd name="T104" fmla="*/ 109 w 157"/>
                    <a:gd name="T105" fmla="*/ 9 h 82"/>
                    <a:gd name="T106" fmla="*/ 115 w 157"/>
                    <a:gd name="T107" fmla="*/ 5 h 82"/>
                    <a:gd name="T108" fmla="*/ 120 w 157"/>
                    <a:gd name="T109" fmla="*/ 7 h 82"/>
                    <a:gd name="T110" fmla="*/ 109 w 157"/>
                    <a:gd name="T111" fmla="*/ 5 h 82"/>
                    <a:gd name="T112" fmla="*/ 122 w 157"/>
                    <a:gd name="T113" fmla="*/ 3 h 82"/>
                    <a:gd name="T114" fmla="*/ 122 w 157"/>
                    <a:gd name="T115" fmla="*/ 5 h 82"/>
                    <a:gd name="T116" fmla="*/ 120 w 157"/>
                    <a:gd name="T117" fmla="*/ 5 h 82"/>
                    <a:gd name="T118" fmla="*/ 117 w 157"/>
                    <a:gd name="T119" fmla="*/ 3 h 82"/>
                    <a:gd name="T120" fmla="*/ 128 w 157"/>
                    <a:gd name="T121" fmla="*/ 2 h 82"/>
                    <a:gd name="T122" fmla="*/ 75 w 157"/>
                    <a:gd name="T12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7" h="82">
                      <a:moveTo>
                        <a:pt x="69" y="82"/>
                      </a:moveTo>
                      <a:lnTo>
                        <a:pt x="67" y="82"/>
                      </a:lnTo>
                      <a:lnTo>
                        <a:pt x="69" y="82"/>
                      </a:lnTo>
                      <a:close/>
                      <a:moveTo>
                        <a:pt x="67" y="80"/>
                      </a:moveTo>
                      <a:lnTo>
                        <a:pt x="67" y="82"/>
                      </a:lnTo>
                      <a:lnTo>
                        <a:pt x="67" y="80"/>
                      </a:lnTo>
                      <a:close/>
                      <a:moveTo>
                        <a:pt x="38" y="82"/>
                      </a:moveTo>
                      <a:lnTo>
                        <a:pt x="36" y="82"/>
                      </a:lnTo>
                      <a:lnTo>
                        <a:pt x="38" y="80"/>
                      </a:lnTo>
                      <a:lnTo>
                        <a:pt x="36" y="80"/>
                      </a:lnTo>
                      <a:lnTo>
                        <a:pt x="38" y="80"/>
                      </a:lnTo>
                      <a:lnTo>
                        <a:pt x="38" y="82"/>
                      </a:lnTo>
                      <a:close/>
                      <a:moveTo>
                        <a:pt x="56" y="78"/>
                      </a:moveTo>
                      <a:lnTo>
                        <a:pt x="56" y="80"/>
                      </a:lnTo>
                      <a:lnTo>
                        <a:pt x="58" y="80"/>
                      </a:lnTo>
                      <a:lnTo>
                        <a:pt x="56" y="80"/>
                      </a:lnTo>
                      <a:lnTo>
                        <a:pt x="56" y="78"/>
                      </a:lnTo>
                      <a:close/>
                      <a:moveTo>
                        <a:pt x="46" y="80"/>
                      </a:moveTo>
                      <a:lnTo>
                        <a:pt x="47" y="80"/>
                      </a:lnTo>
                      <a:lnTo>
                        <a:pt x="46" y="80"/>
                      </a:lnTo>
                      <a:lnTo>
                        <a:pt x="46" y="82"/>
                      </a:lnTo>
                      <a:lnTo>
                        <a:pt x="44" y="82"/>
                      </a:lnTo>
                      <a:lnTo>
                        <a:pt x="46" y="80"/>
                      </a:lnTo>
                      <a:lnTo>
                        <a:pt x="46" y="78"/>
                      </a:lnTo>
                      <a:lnTo>
                        <a:pt x="46" y="80"/>
                      </a:lnTo>
                      <a:close/>
                      <a:moveTo>
                        <a:pt x="60" y="78"/>
                      </a:moveTo>
                      <a:lnTo>
                        <a:pt x="58" y="80"/>
                      </a:lnTo>
                      <a:lnTo>
                        <a:pt x="58" y="78"/>
                      </a:lnTo>
                      <a:lnTo>
                        <a:pt x="60" y="78"/>
                      </a:lnTo>
                      <a:close/>
                      <a:moveTo>
                        <a:pt x="64" y="78"/>
                      </a:moveTo>
                      <a:lnTo>
                        <a:pt x="62" y="78"/>
                      </a:lnTo>
                      <a:lnTo>
                        <a:pt x="64" y="77"/>
                      </a:lnTo>
                      <a:lnTo>
                        <a:pt x="64" y="78"/>
                      </a:lnTo>
                      <a:close/>
                      <a:moveTo>
                        <a:pt x="60" y="78"/>
                      </a:moveTo>
                      <a:lnTo>
                        <a:pt x="60" y="77"/>
                      </a:lnTo>
                      <a:lnTo>
                        <a:pt x="60" y="78"/>
                      </a:lnTo>
                      <a:close/>
                      <a:moveTo>
                        <a:pt x="51" y="77"/>
                      </a:moveTo>
                      <a:lnTo>
                        <a:pt x="49" y="77"/>
                      </a:lnTo>
                      <a:lnTo>
                        <a:pt x="51" y="77"/>
                      </a:lnTo>
                      <a:close/>
                      <a:moveTo>
                        <a:pt x="40" y="77"/>
                      </a:moveTo>
                      <a:lnTo>
                        <a:pt x="42" y="77"/>
                      </a:lnTo>
                      <a:lnTo>
                        <a:pt x="40" y="77"/>
                      </a:lnTo>
                      <a:close/>
                      <a:moveTo>
                        <a:pt x="69" y="73"/>
                      </a:moveTo>
                      <a:lnTo>
                        <a:pt x="67" y="73"/>
                      </a:lnTo>
                      <a:lnTo>
                        <a:pt x="66" y="73"/>
                      </a:lnTo>
                      <a:lnTo>
                        <a:pt x="66" y="75"/>
                      </a:lnTo>
                      <a:lnTo>
                        <a:pt x="66" y="77"/>
                      </a:lnTo>
                      <a:lnTo>
                        <a:pt x="66" y="78"/>
                      </a:lnTo>
                      <a:lnTo>
                        <a:pt x="64" y="78"/>
                      </a:lnTo>
                      <a:lnTo>
                        <a:pt x="64" y="77"/>
                      </a:lnTo>
                      <a:lnTo>
                        <a:pt x="62" y="77"/>
                      </a:lnTo>
                      <a:lnTo>
                        <a:pt x="62" y="75"/>
                      </a:lnTo>
                      <a:lnTo>
                        <a:pt x="64" y="75"/>
                      </a:lnTo>
                      <a:lnTo>
                        <a:pt x="64" y="73"/>
                      </a:lnTo>
                      <a:lnTo>
                        <a:pt x="66" y="73"/>
                      </a:lnTo>
                      <a:lnTo>
                        <a:pt x="67" y="73"/>
                      </a:lnTo>
                      <a:lnTo>
                        <a:pt x="67" y="71"/>
                      </a:lnTo>
                      <a:lnTo>
                        <a:pt x="69" y="73"/>
                      </a:lnTo>
                      <a:close/>
                      <a:moveTo>
                        <a:pt x="27" y="71"/>
                      </a:moveTo>
                      <a:lnTo>
                        <a:pt x="27" y="73"/>
                      </a:lnTo>
                      <a:lnTo>
                        <a:pt x="25" y="73"/>
                      </a:lnTo>
                      <a:lnTo>
                        <a:pt x="25" y="75"/>
                      </a:lnTo>
                      <a:lnTo>
                        <a:pt x="25" y="77"/>
                      </a:lnTo>
                      <a:lnTo>
                        <a:pt x="27" y="77"/>
                      </a:lnTo>
                      <a:lnTo>
                        <a:pt x="27" y="78"/>
                      </a:lnTo>
                      <a:lnTo>
                        <a:pt x="29" y="78"/>
                      </a:lnTo>
                      <a:lnTo>
                        <a:pt x="31" y="78"/>
                      </a:lnTo>
                      <a:lnTo>
                        <a:pt x="33" y="78"/>
                      </a:lnTo>
                      <a:lnTo>
                        <a:pt x="31" y="78"/>
                      </a:lnTo>
                      <a:lnTo>
                        <a:pt x="31" y="80"/>
                      </a:lnTo>
                      <a:lnTo>
                        <a:pt x="29" y="80"/>
                      </a:lnTo>
                      <a:lnTo>
                        <a:pt x="29" y="78"/>
                      </a:lnTo>
                      <a:lnTo>
                        <a:pt x="27" y="78"/>
                      </a:lnTo>
                      <a:lnTo>
                        <a:pt x="25" y="78"/>
                      </a:lnTo>
                      <a:lnTo>
                        <a:pt x="25" y="77"/>
                      </a:lnTo>
                      <a:lnTo>
                        <a:pt x="25" y="75"/>
                      </a:lnTo>
                      <a:lnTo>
                        <a:pt x="24" y="75"/>
                      </a:lnTo>
                      <a:lnTo>
                        <a:pt x="25" y="75"/>
                      </a:lnTo>
                      <a:lnTo>
                        <a:pt x="25" y="73"/>
                      </a:lnTo>
                      <a:lnTo>
                        <a:pt x="25" y="71"/>
                      </a:lnTo>
                      <a:lnTo>
                        <a:pt x="27" y="71"/>
                      </a:lnTo>
                      <a:close/>
                      <a:moveTo>
                        <a:pt x="36" y="71"/>
                      </a:moveTo>
                      <a:lnTo>
                        <a:pt x="36" y="73"/>
                      </a:lnTo>
                      <a:lnTo>
                        <a:pt x="36" y="75"/>
                      </a:lnTo>
                      <a:lnTo>
                        <a:pt x="36" y="77"/>
                      </a:lnTo>
                      <a:lnTo>
                        <a:pt x="35" y="77"/>
                      </a:lnTo>
                      <a:lnTo>
                        <a:pt x="35" y="78"/>
                      </a:lnTo>
                      <a:lnTo>
                        <a:pt x="33" y="78"/>
                      </a:lnTo>
                      <a:lnTo>
                        <a:pt x="33" y="77"/>
                      </a:lnTo>
                      <a:lnTo>
                        <a:pt x="35" y="77"/>
                      </a:lnTo>
                      <a:lnTo>
                        <a:pt x="35" y="75"/>
                      </a:lnTo>
                      <a:lnTo>
                        <a:pt x="36" y="75"/>
                      </a:lnTo>
                      <a:lnTo>
                        <a:pt x="35" y="75"/>
                      </a:lnTo>
                      <a:lnTo>
                        <a:pt x="33" y="75"/>
                      </a:lnTo>
                      <a:lnTo>
                        <a:pt x="33" y="73"/>
                      </a:lnTo>
                      <a:lnTo>
                        <a:pt x="35" y="73"/>
                      </a:lnTo>
                      <a:lnTo>
                        <a:pt x="35" y="71"/>
                      </a:lnTo>
                      <a:lnTo>
                        <a:pt x="35" y="73"/>
                      </a:lnTo>
                      <a:lnTo>
                        <a:pt x="33" y="73"/>
                      </a:lnTo>
                      <a:lnTo>
                        <a:pt x="33" y="71"/>
                      </a:lnTo>
                      <a:lnTo>
                        <a:pt x="35" y="71"/>
                      </a:lnTo>
                      <a:lnTo>
                        <a:pt x="35" y="73"/>
                      </a:lnTo>
                      <a:lnTo>
                        <a:pt x="35" y="71"/>
                      </a:lnTo>
                      <a:lnTo>
                        <a:pt x="36" y="71"/>
                      </a:lnTo>
                      <a:close/>
                      <a:moveTo>
                        <a:pt x="155" y="64"/>
                      </a:moveTo>
                      <a:lnTo>
                        <a:pt x="157" y="64"/>
                      </a:lnTo>
                      <a:lnTo>
                        <a:pt x="155" y="64"/>
                      </a:lnTo>
                      <a:close/>
                      <a:moveTo>
                        <a:pt x="157" y="64"/>
                      </a:moveTo>
                      <a:lnTo>
                        <a:pt x="157" y="62"/>
                      </a:lnTo>
                      <a:lnTo>
                        <a:pt x="157" y="64"/>
                      </a:lnTo>
                      <a:close/>
                      <a:moveTo>
                        <a:pt x="131" y="62"/>
                      </a:moveTo>
                      <a:lnTo>
                        <a:pt x="133" y="62"/>
                      </a:lnTo>
                      <a:lnTo>
                        <a:pt x="135" y="62"/>
                      </a:lnTo>
                      <a:lnTo>
                        <a:pt x="135" y="64"/>
                      </a:lnTo>
                      <a:lnTo>
                        <a:pt x="137" y="64"/>
                      </a:lnTo>
                      <a:lnTo>
                        <a:pt x="137" y="62"/>
                      </a:lnTo>
                      <a:lnTo>
                        <a:pt x="137" y="64"/>
                      </a:lnTo>
                      <a:lnTo>
                        <a:pt x="137" y="62"/>
                      </a:lnTo>
                      <a:lnTo>
                        <a:pt x="137" y="64"/>
                      </a:lnTo>
                      <a:lnTo>
                        <a:pt x="135" y="64"/>
                      </a:lnTo>
                      <a:lnTo>
                        <a:pt x="133" y="64"/>
                      </a:lnTo>
                      <a:lnTo>
                        <a:pt x="133" y="62"/>
                      </a:lnTo>
                      <a:lnTo>
                        <a:pt x="133" y="64"/>
                      </a:lnTo>
                      <a:lnTo>
                        <a:pt x="133" y="62"/>
                      </a:lnTo>
                      <a:lnTo>
                        <a:pt x="131" y="62"/>
                      </a:lnTo>
                      <a:close/>
                      <a:moveTo>
                        <a:pt x="77" y="60"/>
                      </a:moveTo>
                      <a:lnTo>
                        <a:pt x="77" y="62"/>
                      </a:lnTo>
                      <a:lnTo>
                        <a:pt x="77" y="60"/>
                      </a:lnTo>
                      <a:lnTo>
                        <a:pt x="77" y="62"/>
                      </a:lnTo>
                      <a:lnTo>
                        <a:pt x="75" y="62"/>
                      </a:lnTo>
                      <a:lnTo>
                        <a:pt x="77" y="62"/>
                      </a:lnTo>
                      <a:lnTo>
                        <a:pt x="75" y="62"/>
                      </a:lnTo>
                      <a:lnTo>
                        <a:pt x="75" y="60"/>
                      </a:lnTo>
                      <a:lnTo>
                        <a:pt x="77" y="60"/>
                      </a:lnTo>
                      <a:close/>
                      <a:moveTo>
                        <a:pt x="119" y="58"/>
                      </a:moveTo>
                      <a:lnTo>
                        <a:pt x="120" y="58"/>
                      </a:lnTo>
                      <a:lnTo>
                        <a:pt x="119" y="58"/>
                      </a:lnTo>
                      <a:close/>
                      <a:moveTo>
                        <a:pt x="124" y="58"/>
                      </a:moveTo>
                      <a:lnTo>
                        <a:pt x="122" y="58"/>
                      </a:lnTo>
                      <a:lnTo>
                        <a:pt x="124" y="58"/>
                      </a:lnTo>
                      <a:close/>
                      <a:moveTo>
                        <a:pt x="119" y="56"/>
                      </a:moveTo>
                      <a:lnTo>
                        <a:pt x="117" y="56"/>
                      </a:lnTo>
                      <a:lnTo>
                        <a:pt x="119" y="56"/>
                      </a:lnTo>
                      <a:lnTo>
                        <a:pt x="117" y="56"/>
                      </a:lnTo>
                      <a:lnTo>
                        <a:pt x="119" y="56"/>
                      </a:lnTo>
                      <a:close/>
                      <a:moveTo>
                        <a:pt x="133" y="55"/>
                      </a:moveTo>
                      <a:lnTo>
                        <a:pt x="133" y="56"/>
                      </a:lnTo>
                      <a:lnTo>
                        <a:pt x="131" y="56"/>
                      </a:lnTo>
                      <a:lnTo>
                        <a:pt x="131" y="55"/>
                      </a:lnTo>
                      <a:lnTo>
                        <a:pt x="131" y="56"/>
                      </a:lnTo>
                      <a:lnTo>
                        <a:pt x="131" y="55"/>
                      </a:lnTo>
                      <a:lnTo>
                        <a:pt x="133" y="55"/>
                      </a:lnTo>
                      <a:close/>
                      <a:moveTo>
                        <a:pt x="119" y="55"/>
                      </a:moveTo>
                      <a:lnTo>
                        <a:pt x="120" y="56"/>
                      </a:lnTo>
                      <a:lnTo>
                        <a:pt x="120" y="55"/>
                      </a:lnTo>
                      <a:lnTo>
                        <a:pt x="120" y="56"/>
                      </a:lnTo>
                      <a:lnTo>
                        <a:pt x="120" y="55"/>
                      </a:lnTo>
                      <a:lnTo>
                        <a:pt x="120" y="56"/>
                      </a:lnTo>
                      <a:lnTo>
                        <a:pt x="120" y="58"/>
                      </a:lnTo>
                      <a:lnTo>
                        <a:pt x="119" y="58"/>
                      </a:lnTo>
                      <a:lnTo>
                        <a:pt x="119" y="56"/>
                      </a:lnTo>
                      <a:lnTo>
                        <a:pt x="117" y="56"/>
                      </a:lnTo>
                      <a:lnTo>
                        <a:pt x="119" y="56"/>
                      </a:lnTo>
                      <a:lnTo>
                        <a:pt x="119" y="58"/>
                      </a:lnTo>
                      <a:lnTo>
                        <a:pt x="119" y="56"/>
                      </a:lnTo>
                      <a:lnTo>
                        <a:pt x="117" y="56"/>
                      </a:lnTo>
                      <a:lnTo>
                        <a:pt x="119" y="56"/>
                      </a:lnTo>
                      <a:lnTo>
                        <a:pt x="119" y="55"/>
                      </a:lnTo>
                      <a:close/>
                      <a:moveTo>
                        <a:pt x="124" y="55"/>
                      </a:moveTo>
                      <a:lnTo>
                        <a:pt x="126" y="55"/>
                      </a:lnTo>
                      <a:lnTo>
                        <a:pt x="124" y="55"/>
                      </a:lnTo>
                      <a:close/>
                      <a:moveTo>
                        <a:pt x="124" y="55"/>
                      </a:moveTo>
                      <a:lnTo>
                        <a:pt x="122" y="55"/>
                      </a:lnTo>
                      <a:lnTo>
                        <a:pt x="124" y="55"/>
                      </a:lnTo>
                      <a:close/>
                      <a:moveTo>
                        <a:pt x="126" y="53"/>
                      </a:moveTo>
                      <a:lnTo>
                        <a:pt x="126" y="55"/>
                      </a:lnTo>
                      <a:lnTo>
                        <a:pt x="126" y="56"/>
                      </a:lnTo>
                      <a:lnTo>
                        <a:pt x="126" y="55"/>
                      </a:lnTo>
                      <a:lnTo>
                        <a:pt x="126" y="56"/>
                      </a:lnTo>
                      <a:lnTo>
                        <a:pt x="126" y="55"/>
                      </a:lnTo>
                      <a:lnTo>
                        <a:pt x="124" y="55"/>
                      </a:lnTo>
                      <a:lnTo>
                        <a:pt x="126" y="55"/>
                      </a:lnTo>
                      <a:lnTo>
                        <a:pt x="126" y="53"/>
                      </a:lnTo>
                      <a:close/>
                      <a:moveTo>
                        <a:pt x="129" y="53"/>
                      </a:moveTo>
                      <a:lnTo>
                        <a:pt x="129" y="55"/>
                      </a:lnTo>
                      <a:lnTo>
                        <a:pt x="129" y="53"/>
                      </a:lnTo>
                      <a:close/>
                      <a:moveTo>
                        <a:pt x="124" y="53"/>
                      </a:moveTo>
                      <a:lnTo>
                        <a:pt x="126" y="53"/>
                      </a:lnTo>
                      <a:lnTo>
                        <a:pt x="124" y="53"/>
                      </a:lnTo>
                      <a:close/>
                      <a:moveTo>
                        <a:pt x="126" y="51"/>
                      </a:moveTo>
                      <a:lnTo>
                        <a:pt x="126" y="53"/>
                      </a:lnTo>
                      <a:lnTo>
                        <a:pt x="124" y="53"/>
                      </a:lnTo>
                      <a:lnTo>
                        <a:pt x="124" y="51"/>
                      </a:lnTo>
                      <a:lnTo>
                        <a:pt x="126" y="51"/>
                      </a:lnTo>
                      <a:close/>
                      <a:moveTo>
                        <a:pt x="126" y="51"/>
                      </a:moveTo>
                      <a:lnTo>
                        <a:pt x="126" y="53"/>
                      </a:lnTo>
                      <a:lnTo>
                        <a:pt x="126" y="51"/>
                      </a:lnTo>
                      <a:lnTo>
                        <a:pt x="126" y="53"/>
                      </a:lnTo>
                      <a:lnTo>
                        <a:pt x="126" y="51"/>
                      </a:lnTo>
                      <a:close/>
                      <a:moveTo>
                        <a:pt x="124" y="51"/>
                      </a:moveTo>
                      <a:lnTo>
                        <a:pt x="122" y="51"/>
                      </a:lnTo>
                      <a:lnTo>
                        <a:pt x="124" y="51"/>
                      </a:lnTo>
                      <a:close/>
                      <a:moveTo>
                        <a:pt x="124" y="51"/>
                      </a:moveTo>
                      <a:lnTo>
                        <a:pt x="122" y="51"/>
                      </a:lnTo>
                      <a:lnTo>
                        <a:pt x="124" y="51"/>
                      </a:lnTo>
                      <a:lnTo>
                        <a:pt x="124" y="49"/>
                      </a:lnTo>
                      <a:lnTo>
                        <a:pt x="124" y="51"/>
                      </a:lnTo>
                      <a:close/>
                      <a:moveTo>
                        <a:pt x="122" y="49"/>
                      </a:moveTo>
                      <a:lnTo>
                        <a:pt x="122" y="51"/>
                      </a:lnTo>
                      <a:lnTo>
                        <a:pt x="122" y="49"/>
                      </a:lnTo>
                      <a:close/>
                      <a:moveTo>
                        <a:pt x="128" y="49"/>
                      </a:moveTo>
                      <a:lnTo>
                        <a:pt x="126" y="49"/>
                      </a:lnTo>
                      <a:lnTo>
                        <a:pt x="128" y="49"/>
                      </a:lnTo>
                      <a:lnTo>
                        <a:pt x="126" y="49"/>
                      </a:lnTo>
                      <a:lnTo>
                        <a:pt x="128" y="49"/>
                      </a:lnTo>
                      <a:close/>
                      <a:moveTo>
                        <a:pt x="128" y="47"/>
                      </a:moveTo>
                      <a:lnTo>
                        <a:pt x="126" y="47"/>
                      </a:lnTo>
                      <a:lnTo>
                        <a:pt x="128" y="47"/>
                      </a:lnTo>
                      <a:close/>
                      <a:moveTo>
                        <a:pt x="128" y="36"/>
                      </a:moveTo>
                      <a:lnTo>
                        <a:pt x="128" y="34"/>
                      </a:lnTo>
                      <a:lnTo>
                        <a:pt x="128" y="36"/>
                      </a:lnTo>
                      <a:close/>
                      <a:moveTo>
                        <a:pt x="124" y="34"/>
                      </a:moveTo>
                      <a:lnTo>
                        <a:pt x="124" y="36"/>
                      </a:lnTo>
                      <a:lnTo>
                        <a:pt x="124" y="34"/>
                      </a:lnTo>
                      <a:close/>
                      <a:moveTo>
                        <a:pt x="128" y="34"/>
                      </a:moveTo>
                      <a:lnTo>
                        <a:pt x="126" y="34"/>
                      </a:lnTo>
                      <a:lnTo>
                        <a:pt x="128" y="34"/>
                      </a:lnTo>
                      <a:lnTo>
                        <a:pt x="128" y="36"/>
                      </a:lnTo>
                      <a:lnTo>
                        <a:pt x="126" y="36"/>
                      </a:lnTo>
                      <a:lnTo>
                        <a:pt x="126" y="34"/>
                      </a:lnTo>
                      <a:lnTo>
                        <a:pt x="128" y="34"/>
                      </a:lnTo>
                      <a:close/>
                      <a:moveTo>
                        <a:pt x="9" y="34"/>
                      </a:moveTo>
                      <a:lnTo>
                        <a:pt x="11" y="34"/>
                      </a:lnTo>
                      <a:lnTo>
                        <a:pt x="9" y="34"/>
                      </a:lnTo>
                      <a:lnTo>
                        <a:pt x="9" y="33"/>
                      </a:lnTo>
                      <a:lnTo>
                        <a:pt x="9" y="34"/>
                      </a:lnTo>
                      <a:close/>
                      <a:moveTo>
                        <a:pt x="128" y="33"/>
                      </a:moveTo>
                      <a:lnTo>
                        <a:pt x="126" y="33"/>
                      </a:lnTo>
                      <a:lnTo>
                        <a:pt x="128" y="33"/>
                      </a:lnTo>
                      <a:lnTo>
                        <a:pt x="126" y="33"/>
                      </a:lnTo>
                      <a:lnTo>
                        <a:pt x="128" y="33"/>
                      </a:lnTo>
                      <a:lnTo>
                        <a:pt x="126" y="33"/>
                      </a:lnTo>
                      <a:lnTo>
                        <a:pt x="126" y="34"/>
                      </a:lnTo>
                      <a:lnTo>
                        <a:pt x="128" y="34"/>
                      </a:lnTo>
                      <a:lnTo>
                        <a:pt x="128" y="33"/>
                      </a:lnTo>
                      <a:lnTo>
                        <a:pt x="128" y="34"/>
                      </a:lnTo>
                      <a:lnTo>
                        <a:pt x="126" y="34"/>
                      </a:lnTo>
                      <a:lnTo>
                        <a:pt x="126" y="33"/>
                      </a:lnTo>
                      <a:lnTo>
                        <a:pt x="128" y="33"/>
                      </a:lnTo>
                      <a:lnTo>
                        <a:pt x="126" y="33"/>
                      </a:lnTo>
                      <a:lnTo>
                        <a:pt x="128" y="33"/>
                      </a:lnTo>
                      <a:close/>
                      <a:moveTo>
                        <a:pt x="129" y="33"/>
                      </a:moveTo>
                      <a:lnTo>
                        <a:pt x="129" y="31"/>
                      </a:lnTo>
                      <a:lnTo>
                        <a:pt x="129" y="33"/>
                      </a:lnTo>
                      <a:close/>
                      <a:moveTo>
                        <a:pt x="129" y="31"/>
                      </a:moveTo>
                      <a:lnTo>
                        <a:pt x="131" y="31"/>
                      </a:lnTo>
                      <a:lnTo>
                        <a:pt x="129" y="31"/>
                      </a:lnTo>
                      <a:lnTo>
                        <a:pt x="129" y="33"/>
                      </a:lnTo>
                      <a:lnTo>
                        <a:pt x="129" y="31"/>
                      </a:lnTo>
                      <a:close/>
                      <a:moveTo>
                        <a:pt x="128" y="31"/>
                      </a:moveTo>
                      <a:lnTo>
                        <a:pt x="129" y="31"/>
                      </a:lnTo>
                      <a:lnTo>
                        <a:pt x="128" y="31"/>
                      </a:lnTo>
                      <a:lnTo>
                        <a:pt x="128" y="33"/>
                      </a:lnTo>
                      <a:lnTo>
                        <a:pt x="128" y="31"/>
                      </a:lnTo>
                      <a:lnTo>
                        <a:pt x="129" y="33"/>
                      </a:lnTo>
                      <a:lnTo>
                        <a:pt x="129" y="31"/>
                      </a:lnTo>
                      <a:lnTo>
                        <a:pt x="129" y="33"/>
                      </a:lnTo>
                      <a:lnTo>
                        <a:pt x="128" y="33"/>
                      </a:lnTo>
                      <a:lnTo>
                        <a:pt x="128" y="31"/>
                      </a:lnTo>
                      <a:lnTo>
                        <a:pt x="129" y="31"/>
                      </a:lnTo>
                      <a:lnTo>
                        <a:pt x="128" y="31"/>
                      </a:lnTo>
                      <a:close/>
                      <a:moveTo>
                        <a:pt x="131" y="29"/>
                      </a:moveTo>
                      <a:lnTo>
                        <a:pt x="133" y="29"/>
                      </a:lnTo>
                      <a:lnTo>
                        <a:pt x="131" y="31"/>
                      </a:lnTo>
                      <a:lnTo>
                        <a:pt x="131" y="29"/>
                      </a:lnTo>
                      <a:close/>
                      <a:moveTo>
                        <a:pt x="131" y="29"/>
                      </a:moveTo>
                      <a:lnTo>
                        <a:pt x="131" y="31"/>
                      </a:lnTo>
                      <a:lnTo>
                        <a:pt x="133" y="31"/>
                      </a:lnTo>
                      <a:lnTo>
                        <a:pt x="131" y="31"/>
                      </a:lnTo>
                      <a:lnTo>
                        <a:pt x="131" y="29"/>
                      </a:lnTo>
                      <a:close/>
                      <a:moveTo>
                        <a:pt x="131" y="29"/>
                      </a:moveTo>
                      <a:lnTo>
                        <a:pt x="133" y="29"/>
                      </a:lnTo>
                      <a:lnTo>
                        <a:pt x="131" y="29"/>
                      </a:lnTo>
                      <a:close/>
                      <a:moveTo>
                        <a:pt x="4" y="29"/>
                      </a:moveTo>
                      <a:lnTo>
                        <a:pt x="5" y="29"/>
                      </a:lnTo>
                      <a:lnTo>
                        <a:pt x="5" y="31"/>
                      </a:lnTo>
                      <a:lnTo>
                        <a:pt x="5" y="29"/>
                      </a:lnTo>
                      <a:lnTo>
                        <a:pt x="4" y="29"/>
                      </a:lnTo>
                      <a:lnTo>
                        <a:pt x="2" y="29"/>
                      </a:lnTo>
                      <a:lnTo>
                        <a:pt x="4" y="29"/>
                      </a:lnTo>
                      <a:close/>
                      <a:moveTo>
                        <a:pt x="0" y="27"/>
                      </a:moveTo>
                      <a:lnTo>
                        <a:pt x="0" y="29"/>
                      </a:lnTo>
                      <a:lnTo>
                        <a:pt x="0" y="27"/>
                      </a:lnTo>
                      <a:close/>
                      <a:moveTo>
                        <a:pt x="131" y="29"/>
                      </a:moveTo>
                      <a:lnTo>
                        <a:pt x="133" y="29"/>
                      </a:lnTo>
                      <a:lnTo>
                        <a:pt x="131" y="29"/>
                      </a:lnTo>
                      <a:lnTo>
                        <a:pt x="131" y="27"/>
                      </a:lnTo>
                      <a:lnTo>
                        <a:pt x="131" y="29"/>
                      </a:lnTo>
                      <a:close/>
                      <a:moveTo>
                        <a:pt x="13" y="25"/>
                      </a:moveTo>
                      <a:lnTo>
                        <a:pt x="13" y="27"/>
                      </a:lnTo>
                      <a:lnTo>
                        <a:pt x="13" y="25"/>
                      </a:lnTo>
                      <a:lnTo>
                        <a:pt x="13" y="27"/>
                      </a:lnTo>
                      <a:lnTo>
                        <a:pt x="13" y="25"/>
                      </a:lnTo>
                      <a:close/>
                      <a:moveTo>
                        <a:pt x="13" y="25"/>
                      </a:moveTo>
                      <a:lnTo>
                        <a:pt x="13" y="27"/>
                      </a:lnTo>
                      <a:lnTo>
                        <a:pt x="14" y="27"/>
                      </a:lnTo>
                      <a:lnTo>
                        <a:pt x="13" y="27"/>
                      </a:lnTo>
                      <a:lnTo>
                        <a:pt x="13" y="25"/>
                      </a:lnTo>
                      <a:lnTo>
                        <a:pt x="13" y="27"/>
                      </a:lnTo>
                      <a:lnTo>
                        <a:pt x="13" y="25"/>
                      </a:lnTo>
                      <a:close/>
                      <a:moveTo>
                        <a:pt x="133" y="25"/>
                      </a:moveTo>
                      <a:lnTo>
                        <a:pt x="133" y="27"/>
                      </a:lnTo>
                      <a:lnTo>
                        <a:pt x="131" y="27"/>
                      </a:lnTo>
                      <a:lnTo>
                        <a:pt x="131" y="25"/>
                      </a:lnTo>
                      <a:lnTo>
                        <a:pt x="133" y="25"/>
                      </a:lnTo>
                      <a:close/>
                      <a:moveTo>
                        <a:pt x="18" y="25"/>
                      </a:moveTo>
                      <a:lnTo>
                        <a:pt x="20" y="25"/>
                      </a:lnTo>
                      <a:lnTo>
                        <a:pt x="18" y="25"/>
                      </a:lnTo>
                      <a:close/>
                      <a:moveTo>
                        <a:pt x="133" y="24"/>
                      </a:moveTo>
                      <a:lnTo>
                        <a:pt x="133" y="25"/>
                      </a:lnTo>
                      <a:lnTo>
                        <a:pt x="135" y="25"/>
                      </a:lnTo>
                      <a:lnTo>
                        <a:pt x="133" y="25"/>
                      </a:lnTo>
                      <a:lnTo>
                        <a:pt x="133" y="24"/>
                      </a:lnTo>
                      <a:close/>
                      <a:moveTo>
                        <a:pt x="135" y="24"/>
                      </a:moveTo>
                      <a:lnTo>
                        <a:pt x="135" y="25"/>
                      </a:lnTo>
                      <a:lnTo>
                        <a:pt x="135" y="24"/>
                      </a:lnTo>
                      <a:close/>
                      <a:moveTo>
                        <a:pt x="14" y="24"/>
                      </a:moveTo>
                      <a:lnTo>
                        <a:pt x="14" y="25"/>
                      </a:lnTo>
                      <a:lnTo>
                        <a:pt x="14" y="24"/>
                      </a:lnTo>
                      <a:lnTo>
                        <a:pt x="16" y="24"/>
                      </a:lnTo>
                      <a:lnTo>
                        <a:pt x="16" y="25"/>
                      </a:lnTo>
                      <a:lnTo>
                        <a:pt x="16" y="24"/>
                      </a:lnTo>
                      <a:lnTo>
                        <a:pt x="16" y="25"/>
                      </a:lnTo>
                      <a:lnTo>
                        <a:pt x="18" y="25"/>
                      </a:lnTo>
                      <a:lnTo>
                        <a:pt x="18" y="27"/>
                      </a:lnTo>
                      <a:lnTo>
                        <a:pt x="20" y="27"/>
                      </a:lnTo>
                      <a:lnTo>
                        <a:pt x="18" y="27"/>
                      </a:lnTo>
                      <a:lnTo>
                        <a:pt x="20" y="27"/>
                      </a:lnTo>
                      <a:lnTo>
                        <a:pt x="18" y="27"/>
                      </a:lnTo>
                      <a:lnTo>
                        <a:pt x="20" y="27"/>
                      </a:lnTo>
                      <a:lnTo>
                        <a:pt x="20" y="29"/>
                      </a:lnTo>
                      <a:lnTo>
                        <a:pt x="18" y="29"/>
                      </a:lnTo>
                      <a:lnTo>
                        <a:pt x="18" y="31"/>
                      </a:lnTo>
                      <a:lnTo>
                        <a:pt x="16" y="31"/>
                      </a:lnTo>
                      <a:lnTo>
                        <a:pt x="18" y="31"/>
                      </a:lnTo>
                      <a:lnTo>
                        <a:pt x="16" y="31"/>
                      </a:lnTo>
                      <a:lnTo>
                        <a:pt x="18" y="31"/>
                      </a:lnTo>
                      <a:lnTo>
                        <a:pt x="16" y="29"/>
                      </a:lnTo>
                      <a:lnTo>
                        <a:pt x="16" y="27"/>
                      </a:lnTo>
                      <a:lnTo>
                        <a:pt x="14" y="27"/>
                      </a:lnTo>
                      <a:lnTo>
                        <a:pt x="14" y="25"/>
                      </a:lnTo>
                      <a:lnTo>
                        <a:pt x="13" y="25"/>
                      </a:lnTo>
                      <a:lnTo>
                        <a:pt x="14" y="25"/>
                      </a:lnTo>
                      <a:lnTo>
                        <a:pt x="13" y="25"/>
                      </a:lnTo>
                      <a:lnTo>
                        <a:pt x="14" y="25"/>
                      </a:lnTo>
                      <a:lnTo>
                        <a:pt x="14" y="24"/>
                      </a:lnTo>
                      <a:lnTo>
                        <a:pt x="13" y="24"/>
                      </a:lnTo>
                      <a:lnTo>
                        <a:pt x="14" y="24"/>
                      </a:lnTo>
                      <a:close/>
                      <a:moveTo>
                        <a:pt x="133" y="22"/>
                      </a:moveTo>
                      <a:lnTo>
                        <a:pt x="131" y="22"/>
                      </a:lnTo>
                      <a:lnTo>
                        <a:pt x="131" y="24"/>
                      </a:lnTo>
                      <a:lnTo>
                        <a:pt x="129" y="24"/>
                      </a:lnTo>
                      <a:lnTo>
                        <a:pt x="131" y="24"/>
                      </a:lnTo>
                      <a:lnTo>
                        <a:pt x="129" y="24"/>
                      </a:lnTo>
                      <a:lnTo>
                        <a:pt x="131" y="24"/>
                      </a:lnTo>
                      <a:lnTo>
                        <a:pt x="131" y="22"/>
                      </a:lnTo>
                      <a:lnTo>
                        <a:pt x="133" y="22"/>
                      </a:lnTo>
                      <a:close/>
                      <a:moveTo>
                        <a:pt x="139" y="22"/>
                      </a:moveTo>
                      <a:lnTo>
                        <a:pt x="140" y="22"/>
                      </a:lnTo>
                      <a:lnTo>
                        <a:pt x="139" y="22"/>
                      </a:lnTo>
                      <a:lnTo>
                        <a:pt x="137" y="22"/>
                      </a:lnTo>
                      <a:lnTo>
                        <a:pt x="139" y="22"/>
                      </a:lnTo>
                      <a:lnTo>
                        <a:pt x="139" y="20"/>
                      </a:lnTo>
                      <a:lnTo>
                        <a:pt x="139" y="22"/>
                      </a:lnTo>
                      <a:close/>
                      <a:moveTo>
                        <a:pt x="140" y="20"/>
                      </a:moveTo>
                      <a:lnTo>
                        <a:pt x="140" y="22"/>
                      </a:lnTo>
                      <a:lnTo>
                        <a:pt x="139" y="22"/>
                      </a:lnTo>
                      <a:lnTo>
                        <a:pt x="139" y="20"/>
                      </a:lnTo>
                      <a:lnTo>
                        <a:pt x="140" y="20"/>
                      </a:lnTo>
                      <a:close/>
                      <a:moveTo>
                        <a:pt x="139" y="20"/>
                      </a:moveTo>
                      <a:lnTo>
                        <a:pt x="140" y="20"/>
                      </a:lnTo>
                      <a:lnTo>
                        <a:pt x="139" y="20"/>
                      </a:lnTo>
                      <a:close/>
                      <a:moveTo>
                        <a:pt x="133" y="20"/>
                      </a:moveTo>
                      <a:lnTo>
                        <a:pt x="133" y="22"/>
                      </a:lnTo>
                      <a:lnTo>
                        <a:pt x="135" y="22"/>
                      </a:lnTo>
                      <a:lnTo>
                        <a:pt x="133" y="22"/>
                      </a:lnTo>
                      <a:lnTo>
                        <a:pt x="133" y="20"/>
                      </a:lnTo>
                      <a:close/>
                      <a:moveTo>
                        <a:pt x="139" y="18"/>
                      </a:moveTo>
                      <a:lnTo>
                        <a:pt x="139" y="20"/>
                      </a:lnTo>
                      <a:lnTo>
                        <a:pt x="139" y="18"/>
                      </a:lnTo>
                      <a:lnTo>
                        <a:pt x="139" y="20"/>
                      </a:lnTo>
                      <a:lnTo>
                        <a:pt x="139" y="18"/>
                      </a:lnTo>
                      <a:close/>
                      <a:moveTo>
                        <a:pt x="133" y="18"/>
                      </a:moveTo>
                      <a:lnTo>
                        <a:pt x="133" y="20"/>
                      </a:lnTo>
                      <a:lnTo>
                        <a:pt x="131" y="20"/>
                      </a:lnTo>
                      <a:lnTo>
                        <a:pt x="133" y="20"/>
                      </a:lnTo>
                      <a:lnTo>
                        <a:pt x="131" y="20"/>
                      </a:lnTo>
                      <a:lnTo>
                        <a:pt x="133" y="20"/>
                      </a:lnTo>
                      <a:lnTo>
                        <a:pt x="133" y="18"/>
                      </a:lnTo>
                      <a:lnTo>
                        <a:pt x="133" y="20"/>
                      </a:lnTo>
                      <a:lnTo>
                        <a:pt x="131" y="20"/>
                      </a:lnTo>
                      <a:lnTo>
                        <a:pt x="131" y="18"/>
                      </a:lnTo>
                      <a:lnTo>
                        <a:pt x="133" y="18"/>
                      </a:lnTo>
                      <a:close/>
                      <a:moveTo>
                        <a:pt x="137" y="18"/>
                      </a:moveTo>
                      <a:lnTo>
                        <a:pt x="139" y="18"/>
                      </a:lnTo>
                      <a:lnTo>
                        <a:pt x="137" y="18"/>
                      </a:lnTo>
                      <a:lnTo>
                        <a:pt x="137" y="20"/>
                      </a:lnTo>
                      <a:lnTo>
                        <a:pt x="137" y="18"/>
                      </a:lnTo>
                      <a:lnTo>
                        <a:pt x="137" y="20"/>
                      </a:lnTo>
                      <a:lnTo>
                        <a:pt x="137" y="18"/>
                      </a:lnTo>
                      <a:close/>
                      <a:moveTo>
                        <a:pt x="139" y="18"/>
                      </a:moveTo>
                      <a:lnTo>
                        <a:pt x="137" y="18"/>
                      </a:lnTo>
                      <a:lnTo>
                        <a:pt x="139" y="18"/>
                      </a:lnTo>
                      <a:close/>
                      <a:moveTo>
                        <a:pt x="139" y="16"/>
                      </a:moveTo>
                      <a:lnTo>
                        <a:pt x="139" y="18"/>
                      </a:lnTo>
                      <a:lnTo>
                        <a:pt x="137" y="16"/>
                      </a:lnTo>
                      <a:lnTo>
                        <a:pt x="139" y="16"/>
                      </a:lnTo>
                      <a:close/>
                      <a:moveTo>
                        <a:pt x="135" y="16"/>
                      </a:moveTo>
                      <a:lnTo>
                        <a:pt x="133" y="16"/>
                      </a:lnTo>
                      <a:lnTo>
                        <a:pt x="133" y="14"/>
                      </a:lnTo>
                      <a:lnTo>
                        <a:pt x="135" y="16"/>
                      </a:lnTo>
                      <a:close/>
                      <a:moveTo>
                        <a:pt x="139" y="14"/>
                      </a:moveTo>
                      <a:lnTo>
                        <a:pt x="139" y="16"/>
                      </a:lnTo>
                      <a:lnTo>
                        <a:pt x="139" y="14"/>
                      </a:lnTo>
                      <a:close/>
                      <a:moveTo>
                        <a:pt x="133" y="14"/>
                      </a:moveTo>
                      <a:lnTo>
                        <a:pt x="133" y="16"/>
                      </a:lnTo>
                      <a:lnTo>
                        <a:pt x="133" y="14"/>
                      </a:lnTo>
                      <a:close/>
                      <a:moveTo>
                        <a:pt x="137" y="13"/>
                      </a:moveTo>
                      <a:lnTo>
                        <a:pt x="135" y="13"/>
                      </a:lnTo>
                      <a:lnTo>
                        <a:pt x="137" y="13"/>
                      </a:lnTo>
                      <a:close/>
                      <a:moveTo>
                        <a:pt x="131" y="13"/>
                      </a:moveTo>
                      <a:lnTo>
                        <a:pt x="129" y="13"/>
                      </a:lnTo>
                      <a:lnTo>
                        <a:pt x="131" y="13"/>
                      </a:lnTo>
                      <a:lnTo>
                        <a:pt x="129" y="13"/>
                      </a:lnTo>
                      <a:lnTo>
                        <a:pt x="131" y="13"/>
                      </a:lnTo>
                      <a:close/>
                      <a:moveTo>
                        <a:pt x="35" y="13"/>
                      </a:moveTo>
                      <a:lnTo>
                        <a:pt x="33" y="13"/>
                      </a:lnTo>
                      <a:lnTo>
                        <a:pt x="35" y="13"/>
                      </a:lnTo>
                      <a:lnTo>
                        <a:pt x="35" y="11"/>
                      </a:lnTo>
                      <a:lnTo>
                        <a:pt x="35" y="13"/>
                      </a:lnTo>
                      <a:close/>
                      <a:moveTo>
                        <a:pt x="109" y="11"/>
                      </a:moveTo>
                      <a:lnTo>
                        <a:pt x="109" y="13"/>
                      </a:lnTo>
                      <a:lnTo>
                        <a:pt x="108" y="13"/>
                      </a:lnTo>
                      <a:lnTo>
                        <a:pt x="109" y="11"/>
                      </a:lnTo>
                      <a:close/>
                      <a:moveTo>
                        <a:pt x="109" y="11"/>
                      </a:moveTo>
                      <a:lnTo>
                        <a:pt x="108" y="11"/>
                      </a:lnTo>
                      <a:lnTo>
                        <a:pt x="109" y="11"/>
                      </a:lnTo>
                      <a:close/>
                      <a:moveTo>
                        <a:pt x="128" y="11"/>
                      </a:moveTo>
                      <a:lnTo>
                        <a:pt x="128" y="13"/>
                      </a:lnTo>
                      <a:lnTo>
                        <a:pt x="128" y="11"/>
                      </a:lnTo>
                      <a:lnTo>
                        <a:pt x="128" y="13"/>
                      </a:lnTo>
                      <a:lnTo>
                        <a:pt x="128" y="11"/>
                      </a:lnTo>
                      <a:lnTo>
                        <a:pt x="128" y="13"/>
                      </a:lnTo>
                      <a:lnTo>
                        <a:pt x="128" y="11"/>
                      </a:lnTo>
                      <a:lnTo>
                        <a:pt x="128" y="13"/>
                      </a:lnTo>
                      <a:lnTo>
                        <a:pt x="128" y="11"/>
                      </a:lnTo>
                      <a:close/>
                      <a:moveTo>
                        <a:pt x="135" y="11"/>
                      </a:moveTo>
                      <a:lnTo>
                        <a:pt x="133" y="11"/>
                      </a:lnTo>
                      <a:lnTo>
                        <a:pt x="135" y="11"/>
                      </a:lnTo>
                      <a:close/>
                      <a:moveTo>
                        <a:pt x="108" y="11"/>
                      </a:moveTo>
                      <a:lnTo>
                        <a:pt x="106" y="11"/>
                      </a:lnTo>
                      <a:lnTo>
                        <a:pt x="108" y="11"/>
                      </a:lnTo>
                      <a:close/>
                      <a:moveTo>
                        <a:pt x="117" y="9"/>
                      </a:moveTo>
                      <a:lnTo>
                        <a:pt x="117" y="11"/>
                      </a:lnTo>
                      <a:lnTo>
                        <a:pt x="117" y="9"/>
                      </a:lnTo>
                      <a:lnTo>
                        <a:pt x="117" y="11"/>
                      </a:lnTo>
                      <a:lnTo>
                        <a:pt x="117" y="9"/>
                      </a:lnTo>
                      <a:lnTo>
                        <a:pt x="117" y="11"/>
                      </a:lnTo>
                      <a:lnTo>
                        <a:pt x="117" y="9"/>
                      </a:lnTo>
                      <a:close/>
                      <a:moveTo>
                        <a:pt x="102" y="9"/>
                      </a:moveTo>
                      <a:lnTo>
                        <a:pt x="104" y="9"/>
                      </a:lnTo>
                      <a:lnTo>
                        <a:pt x="104" y="11"/>
                      </a:lnTo>
                      <a:lnTo>
                        <a:pt x="104" y="9"/>
                      </a:lnTo>
                      <a:lnTo>
                        <a:pt x="104" y="11"/>
                      </a:lnTo>
                      <a:lnTo>
                        <a:pt x="102" y="9"/>
                      </a:lnTo>
                      <a:close/>
                      <a:moveTo>
                        <a:pt x="131" y="9"/>
                      </a:moveTo>
                      <a:lnTo>
                        <a:pt x="129" y="9"/>
                      </a:lnTo>
                      <a:lnTo>
                        <a:pt x="131" y="9"/>
                      </a:lnTo>
                      <a:close/>
                      <a:moveTo>
                        <a:pt x="131" y="9"/>
                      </a:moveTo>
                      <a:lnTo>
                        <a:pt x="131" y="11"/>
                      </a:lnTo>
                      <a:lnTo>
                        <a:pt x="131" y="9"/>
                      </a:lnTo>
                      <a:lnTo>
                        <a:pt x="131" y="11"/>
                      </a:lnTo>
                      <a:lnTo>
                        <a:pt x="129" y="11"/>
                      </a:lnTo>
                      <a:lnTo>
                        <a:pt x="129" y="9"/>
                      </a:lnTo>
                      <a:lnTo>
                        <a:pt x="129" y="11"/>
                      </a:lnTo>
                      <a:lnTo>
                        <a:pt x="131" y="11"/>
                      </a:lnTo>
                      <a:lnTo>
                        <a:pt x="131" y="9"/>
                      </a:lnTo>
                      <a:close/>
                      <a:moveTo>
                        <a:pt x="111" y="9"/>
                      </a:moveTo>
                      <a:lnTo>
                        <a:pt x="109" y="9"/>
                      </a:lnTo>
                      <a:lnTo>
                        <a:pt x="111" y="9"/>
                      </a:lnTo>
                      <a:lnTo>
                        <a:pt x="109" y="9"/>
                      </a:lnTo>
                      <a:lnTo>
                        <a:pt x="111" y="9"/>
                      </a:lnTo>
                      <a:close/>
                      <a:moveTo>
                        <a:pt x="36" y="9"/>
                      </a:moveTo>
                      <a:lnTo>
                        <a:pt x="35" y="9"/>
                      </a:lnTo>
                      <a:lnTo>
                        <a:pt x="35" y="11"/>
                      </a:lnTo>
                      <a:lnTo>
                        <a:pt x="35" y="9"/>
                      </a:lnTo>
                      <a:lnTo>
                        <a:pt x="36" y="9"/>
                      </a:lnTo>
                      <a:close/>
                      <a:moveTo>
                        <a:pt x="111" y="9"/>
                      </a:moveTo>
                      <a:lnTo>
                        <a:pt x="109" y="9"/>
                      </a:lnTo>
                      <a:lnTo>
                        <a:pt x="111" y="9"/>
                      </a:lnTo>
                      <a:close/>
                      <a:moveTo>
                        <a:pt x="115" y="9"/>
                      </a:moveTo>
                      <a:lnTo>
                        <a:pt x="113" y="9"/>
                      </a:lnTo>
                      <a:lnTo>
                        <a:pt x="115" y="9"/>
                      </a:lnTo>
                      <a:close/>
                      <a:moveTo>
                        <a:pt x="42" y="9"/>
                      </a:moveTo>
                      <a:lnTo>
                        <a:pt x="44" y="9"/>
                      </a:lnTo>
                      <a:lnTo>
                        <a:pt x="46" y="9"/>
                      </a:lnTo>
                      <a:lnTo>
                        <a:pt x="44" y="9"/>
                      </a:lnTo>
                      <a:lnTo>
                        <a:pt x="46" y="9"/>
                      </a:lnTo>
                      <a:lnTo>
                        <a:pt x="46" y="11"/>
                      </a:lnTo>
                      <a:lnTo>
                        <a:pt x="44" y="11"/>
                      </a:lnTo>
                      <a:lnTo>
                        <a:pt x="44" y="9"/>
                      </a:lnTo>
                      <a:lnTo>
                        <a:pt x="42" y="9"/>
                      </a:lnTo>
                      <a:close/>
                      <a:moveTo>
                        <a:pt x="40" y="7"/>
                      </a:moveTo>
                      <a:lnTo>
                        <a:pt x="40" y="9"/>
                      </a:lnTo>
                      <a:lnTo>
                        <a:pt x="38" y="9"/>
                      </a:lnTo>
                      <a:lnTo>
                        <a:pt x="38" y="11"/>
                      </a:lnTo>
                      <a:lnTo>
                        <a:pt x="38" y="9"/>
                      </a:lnTo>
                      <a:lnTo>
                        <a:pt x="38" y="11"/>
                      </a:lnTo>
                      <a:lnTo>
                        <a:pt x="38" y="9"/>
                      </a:lnTo>
                      <a:lnTo>
                        <a:pt x="40" y="9"/>
                      </a:lnTo>
                      <a:lnTo>
                        <a:pt x="40" y="7"/>
                      </a:lnTo>
                      <a:close/>
                      <a:moveTo>
                        <a:pt x="113" y="9"/>
                      </a:moveTo>
                      <a:lnTo>
                        <a:pt x="113" y="7"/>
                      </a:lnTo>
                      <a:lnTo>
                        <a:pt x="113" y="9"/>
                      </a:lnTo>
                      <a:close/>
                      <a:moveTo>
                        <a:pt x="117" y="7"/>
                      </a:moveTo>
                      <a:lnTo>
                        <a:pt x="117" y="9"/>
                      </a:lnTo>
                      <a:lnTo>
                        <a:pt x="115" y="9"/>
                      </a:lnTo>
                      <a:lnTo>
                        <a:pt x="117" y="9"/>
                      </a:lnTo>
                      <a:lnTo>
                        <a:pt x="115" y="9"/>
                      </a:lnTo>
                      <a:lnTo>
                        <a:pt x="115" y="7"/>
                      </a:lnTo>
                      <a:lnTo>
                        <a:pt x="117" y="7"/>
                      </a:lnTo>
                      <a:close/>
                      <a:moveTo>
                        <a:pt x="40" y="7"/>
                      </a:moveTo>
                      <a:lnTo>
                        <a:pt x="38" y="7"/>
                      </a:lnTo>
                      <a:lnTo>
                        <a:pt x="38" y="9"/>
                      </a:lnTo>
                      <a:lnTo>
                        <a:pt x="38" y="7"/>
                      </a:lnTo>
                      <a:lnTo>
                        <a:pt x="40" y="7"/>
                      </a:lnTo>
                      <a:close/>
                      <a:moveTo>
                        <a:pt x="120" y="7"/>
                      </a:moveTo>
                      <a:lnTo>
                        <a:pt x="120" y="9"/>
                      </a:lnTo>
                      <a:lnTo>
                        <a:pt x="119" y="9"/>
                      </a:lnTo>
                      <a:lnTo>
                        <a:pt x="120" y="9"/>
                      </a:lnTo>
                      <a:lnTo>
                        <a:pt x="119" y="9"/>
                      </a:lnTo>
                      <a:lnTo>
                        <a:pt x="120" y="9"/>
                      </a:lnTo>
                      <a:lnTo>
                        <a:pt x="122" y="9"/>
                      </a:lnTo>
                      <a:lnTo>
                        <a:pt x="120" y="9"/>
                      </a:lnTo>
                      <a:lnTo>
                        <a:pt x="120" y="11"/>
                      </a:lnTo>
                      <a:lnTo>
                        <a:pt x="122" y="11"/>
                      </a:lnTo>
                      <a:lnTo>
                        <a:pt x="122" y="9"/>
                      </a:lnTo>
                      <a:lnTo>
                        <a:pt x="122" y="11"/>
                      </a:lnTo>
                      <a:lnTo>
                        <a:pt x="122" y="9"/>
                      </a:lnTo>
                      <a:lnTo>
                        <a:pt x="122" y="11"/>
                      </a:lnTo>
                      <a:lnTo>
                        <a:pt x="122" y="9"/>
                      </a:lnTo>
                      <a:lnTo>
                        <a:pt x="122" y="11"/>
                      </a:lnTo>
                      <a:lnTo>
                        <a:pt x="124" y="9"/>
                      </a:lnTo>
                      <a:lnTo>
                        <a:pt x="122" y="9"/>
                      </a:lnTo>
                      <a:lnTo>
                        <a:pt x="124" y="9"/>
                      </a:lnTo>
                      <a:lnTo>
                        <a:pt x="124" y="11"/>
                      </a:lnTo>
                      <a:lnTo>
                        <a:pt x="124" y="13"/>
                      </a:lnTo>
                      <a:lnTo>
                        <a:pt x="124" y="14"/>
                      </a:lnTo>
                      <a:lnTo>
                        <a:pt x="122" y="14"/>
                      </a:lnTo>
                      <a:lnTo>
                        <a:pt x="124" y="14"/>
                      </a:lnTo>
                      <a:lnTo>
                        <a:pt x="124" y="13"/>
                      </a:lnTo>
                      <a:lnTo>
                        <a:pt x="122" y="13"/>
                      </a:lnTo>
                      <a:lnTo>
                        <a:pt x="122" y="11"/>
                      </a:lnTo>
                      <a:lnTo>
                        <a:pt x="124" y="11"/>
                      </a:lnTo>
                      <a:lnTo>
                        <a:pt x="122" y="11"/>
                      </a:lnTo>
                      <a:lnTo>
                        <a:pt x="120" y="11"/>
                      </a:lnTo>
                      <a:lnTo>
                        <a:pt x="120" y="9"/>
                      </a:lnTo>
                      <a:lnTo>
                        <a:pt x="120" y="11"/>
                      </a:lnTo>
                      <a:lnTo>
                        <a:pt x="120" y="9"/>
                      </a:lnTo>
                      <a:lnTo>
                        <a:pt x="119" y="9"/>
                      </a:lnTo>
                      <a:lnTo>
                        <a:pt x="119" y="7"/>
                      </a:lnTo>
                      <a:lnTo>
                        <a:pt x="120" y="7"/>
                      </a:lnTo>
                      <a:lnTo>
                        <a:pt x="119" y="7"/>
                      </a:lnTo>
                      <a:lnTo>
                        <a:pt x="120" y="7"/>
                      </a:lnTo>
                      <a:close/>
                      <a:moveTo>
                        <a:pt x="109" y="5"/>
                      </a:moveTo>
                      <a:lnTo>
                        <a:pt x="109" y="7"/>
                      </a:lnTo>
                      <a:lnTo>
                        <a:pt x="111" y="7"/>
                      </a:lnTo>
                      <a:lnTo>
                        <a:pt x="113" y="7"/>
                      </a:lnTo>
                      <a:lnTo>
                        <a:pt x="111" y="7"/>
                      </a:lnTo>
                      <a:lnTo>
                        <a:pt x="113" y="7"/>
                      </a:lnTo>
                      <a:lnTo>
                        <a:pt x="113" y="9"/>
                      </a:lnTo>
                      <a:lnTo>
                        <a:pt x="111" y="9"/>
                      </a:lnTo>
                      <a:lnTo>
                        <a:pt x="109" y="9"/>
                      </a:lnTo>
                      <a:lnTo>
                        <a:pt x="109" y="7"/>
                      </a:lnTo>
                      <a:lnTo>
                        <a:pt x="111" y="7"/>
                      </a:lnTo>
                      <a:lnTo>
                        <a:pt x="109" y="7"/>
                      </a:lnTo>
                      <a:lnTo>
                        <a:pt x="109" y="9"/>
                      </a:lnTo>
                      <a:lnTo>
                        <a:pt x="108" y="9"/>
                      </a:lnTo>
                      <a:lnTo>
                        <a:pt x="109" y="7"/>
                      </a:lnTo>
                      <a:lnTo>
                        <a:pt x="109" y="5"/>
                      </a:lnTo>
                      <a:lnTo>
                        <a:pt x="109" y="7"/>
                      </a:lnTo>
                      <a:lnTo>
                        <a:pt x="109" y="5"/>
                      </a:lnTo>
                      <a:close/>
                      <a:moveTo>
                        <a:pt x="113" y="5"/>
                      </a:moveTo>
                      <a:lnTo>
                        <a:pt x="115" y="5"/>
                      </a:lnTo>
                      <a:lnTo>
                        <a:pt x="113" y="5"/>
                      </a:lnTo>
                      <a:close/>
                      <a:moveTo>
                        <a:pt x="49" y="5"/>
                      </a:moveTo>
                      <a:lnTo>
                        <a:pt x="49" y="7"/>
                      </a:lnTo>
                      <a:lnTo>
                        <a:pt x="49" y="5"/>
                      </a:lnTo>
                      <a:lnTo>
                        <a:pt x="47" y="5"/>
                      </a:lnTo>
                      <a:lnTo>
                        <a:pt x="47" y="7"/>
                      </a:lnTo>
                      <a:lnTo>
                        <a:pt x="47" y="5"/>
                      </a:lnTo>
                      <a:lnTo>
                        <a:pt x="49" y="5"/>
                      </a:lnTo>
                      <a:close/>
                      <a:moveTo>
                        <a:pt x="119" y="5"/>
                      </a:moveTo>
                      <a:lnTo>
                        <a:pt x="120" y="5"/>
                      </a:lnTo>
                      <a:lnTo>
                        <a:pt x="120" y="7"/>
                      </a:lnTo>
                      <a:lnTo>
                        <a:pt x="120" y="5"/>
                      </a:lnTo>
                      <a:lnTo>
                        <a:pt x="120" y="7"/>
                      </a:lnTo>
                      <a:lnTo>
                        <a:pt x="120" y="5"/>
                      </a:lnTo>
                      <a:lnTo>
                        <a:pt x="120" y="7"/>
                      </a:lnTo>
                      <a:lnTo>
                        <a:pt x="120" y="5"/>
                      </a:lnTo>
                      <a:lnTo>
                        <a:pt x="120" y="7"/>
                      </a:lnTo>
                      <a:lnTo>
                        <a:pt x="122" y="7"/>
                      </a:lnTo>
                      <a:lnTo>
                        <a:pt x="120" y="7"/>
                      </a:lnTo>
                      <a:lnTo>
                        <a:pt x="119" y="5"/>
                      </a:lnTo>
                      <a:close/>
                      <a:moveTo>
                        <a:pt x="111" y="5"/>
                      </a:moveTo>
                      <a:lnTo>
                        <a:pt x="109" y="5"/>
                      </a:lnTo>
                      <a:lnTo>
                        <a:pt x="111" y="5"/>
                      </a:lnTo>
                      <a:close/>
                      <a:moveTo>
                        <a:pt x="119" y="3"/>
                      </a:moveTo>
                      <a:lnTo>
                        <a:pt x="119" y="5"/>
                      </a:lnTo>
                      <a:lnTo>
                        <a:pt x="117" y="5"/>
                      </a:lnTo>
                      <a:lnTo>
                        <a:pt x="119" y="3"/>
                      </a:lnTo>
                      <a:close/>
                      <a:moveTo>
                        <a:pt x="55" y="3"/>
                      </a:moveTo>
                      <a:lnTo>
                        <a:pt x="55" y="5"/>
                      </a:lnTo>
                      <a:lnTo>
                        <a:pt x="55" y="3"/>
                      </a:lnTo>
                      <a:close/>
                      <a:moveTo>
                        <a:pt x="122" y="3"/>
                      </a:moveTo>
                      <a:lnTo>
                        <a:pt x="122" y="5"/>
                      </a:lnTo>
                      <a:lnTo>
                        <a:pt x="122" y="3"/>
                      </a:lnTo>
                      <a:lnTo>
                        <a:pt x="122" y="5"/>
                      </a:lnTo>
                      <a:lnTo>
                        <a:pt x="124" y="5"/>
                      </a:lnTo>
                      <a:lnTo>
                        <a:pt x="122" y="5"/>
                      </a:lnTo>
                      <a:lnTo>
                        <a:pt x="124" y="5"/>
                      </a:lnTo>
                      <a:lnTo>
                        <a:pt x="122" y="5"/>
                      </a:lnTo>
                      <a:lnTo>
                        <a:pt x="124" y="5"/>
                      </a:lnTo>
                      <a:lnTo>
                        <a:pt x="124" y="7"/>
                      </a:lnTo>
                      <a:lnTo>
                        <a:pt x="122" y="7"/>
                      </a:lnTo>
                      <a:lnTo>
                        <a:pt x="122" y="5"/>
                      </a:lnTo>
                      <a:lnTo>
                        <a:pt x="120" y="5"/>
                      </a:lnTo>
                      <a:lnTo>
                        <a:pt x="122" y="5"/>
                      </a:lnTo>
                      <a:lnTo>
                        <a:pt x="120" y="5"/>
                      </a:lnTo>
                      <a:lnTo>
                        <a:pt x="122" y="5"/>
                      </a:lnTo>
                      <a:lnTo>
                        <a:pt x="120" y="5"/>
                      </a:lnTo>
                      <a:lnTo>
                        <a:pt x="122" y="5"/>
                      </a:lnTo>
                      <a:lnTo>
                        <a:pt x="120" y="5"/>
                      </a:lnTo>
                      <a:lnTo>
                        <a:pt x="122" y="5"/>
                      </a:lnTo>
                      <a:lnTo>
                        <a:pt x="122" y="3"/>
                      </a:lnTo>
                      <a:lnTo>
                        <a:pt x="120" y="3"/>
                      </a:lnTo>
                      <a:lnTo>
                        <a:pt x="120" y="5"/>
                      </a:lnTo>
                      <a:lnTo>
                        <a:pt x="120" y="3"/>
                      </a:lnTo>
                      <a:lnTo>
                        <a:pt x="120" y="5"/>
                      </a:lnTo>
                      <a:lnTo>
                        <a:pt x="120" y="3"/>
                      </a:lnTo>
                      <a:lnTo>
                        <a:pt x="120" y="5"/>
                      </a:lnTo>
                      <a:lnTo>
                        <a:pt x="120" y="3"/>
                      </a:lnTo>
                      <a:lnTo>
                        <a:pt x="120" y="5"/>
                      </a:lnTo>
                      <a:lnTo>
                        <a:pt x="120" y="3"/>
                      </a:lnTo>
                      <a:lnTo>
                        <a:pt x="122" y="3"/>
                      </a:lnTo>
                      <a:lnTo>
                        <a:pt x="120" y="3"/>
                      </a:lnTo>
                      <a:lnTo>
                        <a:pt x="122" y="3"/>
                      </a:lnTo>
                      <a:close/>
                      <a:moveTo>
                        <a:pt x="117" y="3"/>
                      </a:moveTo>
                      <a:lnTo>
                        <a:pt x="115" y="3"/>
                      </a:lnTo>
                      <a:lnTo>
                        <a:pt x="117" y="3"/>
                      </a:lnTo>
                      <a:close/>
                      <a:moveTo>
                        <a:pt x="119" y="3"/>
                      </a:moveTo>
                      <a:lnTo>
                        <a:pt x="119" y="2"/>
                      </a:lnTo>
                      <a:lnTo>
                        <a:pt x="119" y="3"/>
                      </a:lnTo>
                      <a:close/>
                      <a:moveTo>
                        <a:pt x="128" y="2"/>
                      </a:moveTo>
                      <a:lnTo>
                        <a:pt x="128" y="3"/>
                      </a:lnTo>
                      <a:lnTo>
                        <a:pt x="128" y="2"/>
                      </a:lnTo>
                      <a:lnTo>
                        <a:pt x="128" y="3"/>
                      </a:lnTo>
                      <a:lnTo>
                        <a:pt x="128" y="2"/>
                      </a:lnTo>
                      <a:close/>
                      <a:moveTo>
                        <a:pt x="128" y="2"/>
                      </a:moveTo>
                      <a:lnTo>
                        <a:pt x="126" y="2"/>
                      </a:lnTo>
                      <a:lnTo>
                        <a:pt x="128" y="2"/>
                      </a:lnTo>
                      <a:close/>
                      <a:moveTo>
                        <a:pt x="75" y="0"/>
                      </a:moveTo>
                      <a:lnTo>
                        <a:pt x="77" y="0"/>
                      </a:lnTo>
                      <a:lnTo>
                        <a:pt x="77" y="2"/>
                      </a:lnTo>
                      <a:lnTo>
                        <a:pt x="75" y="2"/>
                      </a:lnTo>
                      <a:lnTo>
                        <a:pt x="73" y="2"/>
                      </a:lnTo>
                      <a:lnTo>
                        <a:pt x="71" y="2"/>
                      </a:lnTo>
                      <a:lnTo>
                        <a:pt x="71" y="0"/>
                      </a:lnTo>
                      <a:lnTo>
                        <a:pt x="71" y="2"/>
                      </a:lnTo>
                      <a:lnTo>
                        <a:pt x="73" y="2"/>
                      </a:lnTo>
                      <a:lnTo>
                        <a:pt x="73" y="0"/>
                      </a:lnTo>
                      <a:lnTo>
                        <a:pt x="75" y="0"/>
                      </a:lnTo>
                      <a:lnTo>
                        <a:pt x="73" y="0"/>
                      </a:lnTo>
                      <a:lnTo>
                        <a:pt x="75" y="0"/>
                      </a:lnTo>
                      <a:close/>
                      <a:moveTo>
                        <a:pt x="56" y="0"/>
                      </a:moveTo>
                      <a:lnTo>
                        <a:pt x="58" y="0"/>
                      </a:lnTo>
                      <a:lnTo>
                        <a:pt x="5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1" name="Freeform 56">
                  <a:extLst>
                    <a:ext uri="{FF2B5EF4-FFF2-40B4-BE49-F238E27FC236}">
                      <a16:creationId xmlns:a16="http://schemas.microsoft.com/office/drawing/2014/main" id="{B84410F7-76D6-8E24-A62E-C3AB5B3396FC}"/>
                    </a:ext>
                  </a:extLst>
                </p:cNvPr>
                <p:cNvSpPr>
                  <a:spLocks noEditPoints="1"/>
                </p:cNvSpPr>
                <p:nvPr/>
              </p:nvSpPr>
              <p:spPr bwMode="auto">
                <a:xfrm>
                  <a:off x="2337996" y="2007429"/>
                  <a:ext cx="256625" cy="157228"/>
                </a:xfrm>
                <a:custGeom>
                  <a:avLst/>
                  <a:gdLst>
                    <a:gd name="T0" fmla="*/ 71 w 142"/>
                    <a:gd name="T1" fmla="*/ 82 h 87"/>
                    <a:gd name="T2" fmla="*/ 37 w 142"/>
                    <a:gd name="T3" fmla="*/ 77 h 87"/>
                    <a:gd name="T4" fmla="*/ 71 w 142"/>
                    <a:gd name="T5" fmla="*/ 66 h 87"/>
                    <a:gd name="T6" fmla="*/ 77 w 142"/>
                    <a:gd name="T7" fmla="*/ 60 h 87"/>
                    <a:gd name="T8" fmla="*/ 121 w 142"/>
                    <a:gd name="T9" fmla="*/ 60 h 87"/>
                    <a:gd name="T10" fmla="*/ 133 w 142"/>
                    <a:gd name="T11" fmla="*/ 58 h 87"/>
                    <a:gd name="T12" fmla="*/ 124 w 142"/>
                    <a:gd name="T13" fmla="*/ 58 h 87"/>
                    <a:gd name="T14" fmla="*/ 126 w 142"/>
                    <a:gd name="T15" fmla="*/ 58 h 87"/>
                    <a:gd name="T16" fmla="*/ 121 w 142"/>
                    <a:gd name="T17" fmla="*/ 56 h 87"/>
                    <a:gd name="T18" fmla="*/ 137 w 142"/>
                    <a:gd name="T19" fmla="*/ 56 h 87"/>
                    <a:gd name="T20" fmla="*/ 126 w 142"/>
                    <a:gd name="T21" fmla="*/ 53 h 87"/>
                    <a:gd name="T22" fmla="*/ 135 w 142"/>
                    <a:gd name="T23" fmla="*/ 51 h 87"/>
                    <a:gd name="T24" fmla="*/ 128 w 142"/>
                    <a:gd name="T25" fmla="*/ 49 h 87"/>
                    <a:gd name="T26" fmla="*/ 128 w 142"/>
                    <a:gd name="T27" fmla="*/ 47 h 87"/>
                    <a:gd name="T28" fmla="*/ 126 w 142"/>
                    <a:gd name="T29" fmla="*/ 47 h 87"/>
                    <a:gd name="T30" fmla="*/ 131 w 142"/>
                    <a:gd name="T31" fmla="*/ 44 h 87"/>
                    <a:gd name="T32" fmla="*/ 135 w 142"/>
                    <a:gd name="T33" fmla="*/ 36 h 87"/>
                    <a:gd name="T34" fmla="*/ 130 w 142"/>
                    <a:gd name="T35" fmla="*/ 34 h 87"/>
                    <a:gd name="T36" fmla="*/ 7 w 142"/>
                    <a:gd name="T37" fmla="*/ 31 h 87"/>
                    <a:gd name="T38" fmla="*/ 133 w 142"/>
                    <a:gd name="T39" fmla="*/ 29 h 87"/>
                    <a:gd name="T40" fmla="*/ 135 w 142"/>
                    <a:gd name="T41" fmla="*/ 29 h 87"/>
                    <a:gd name="T42" fmla="*/ 4 w 142"/>
                    <a:gd name="T43" fmla="*/ 29 h 87"/>
                    <a:gd name="T44" fmla="*/ 16 w 142"/>
                    <a:gd name="T45" fmla="*/ 27 h 87"/>
                    <a:gd name="T46" fmla="*/ 133 w 142"/>
                    <a:gd name="T47" fmla="*/ 29 h 87"/>
                    <a:gd name="T48" fmla="*/ 11 w 142"/>
                    <a:gd name="T49" fmla="*/ 27 h 87"/>
                    <a:gd name="T50" fmla="*/ 18 w 142"/>
                    <a:gd name="T51" fmla="*/ 27 h 87"/>
                    <a:gd name="T52" fmla="*/ 135 w 142"/>
                    <a:gd name="T53" fmla="*/ 27 h 87"/>
                    <a:gd name="T54" fmla="*/ 16 w 142"/>
                    <a:gd name="T55" fmla="*/ 27 h 87"/>
                    <a:gd name="T56" fmla="*/ 2 w 142"/>
                    <a:gd name="T57" fmla="*/ 27 h 87"/>
                    <a:gd name="T58" fmla="*/ 137 w 142"/>
                    <a:gd name="T59" fmla="*/ 27 h 87"/>
                    <a:gd name="T60" fmla="*/ 16 w 142"/>
                    <a:gd name="T61" fmla="*/ 25 h 87"/>
                    <a:gd name="T62" fmla="*/ 0 w 142"/>
                    <a:gd name="T63" fmla="*/ 27 h 87"/>
                    <a:gd name="T64" fmla="*/ 2 w 142"/>
                    <a:gd name="T65" fmla="*/ 25 h 87"/>
                    <a:gd name="T66" fmla="*/ 142 w 142"/>
                    <a:gd name="T67" fmla="*/ 25 h 87"/>
                    <a:gd name="T68" fmla="*/ 16 w 142"/>
                    <a:gd name="T69" fmla="*/ 25 h 87"/>
                    <a:gd name="T70" fmla="*/ 15 w 142"/>
                    <a:gd name="T71" fmla="*/ 24 h 87"/>
                    <a:gd name="T72" fmla="*/ 141 w 142"/>
                    <a:gd name="T73" fmla="*/ 24 h 87"/>
                    <a:gd name="T74" fmla="*/ 130 w 142"/>
                    <a:gd name="T75" fmla="*/ 18 h 87"/>
                    <a:gd name="T76" fmla="*/ 142 w 142"/>
                    <a:gd name="T77" fmla="*/ 16 h 87"/>
                    <a:gd name="T78" fmla="*/ 131 w 142"/>
                    <a:gd name="T79" fmla="*/ 13 h 87"/>
                    <a:gd name="T80" fmla="*/ 106 w 142"/>
                    <a:gd name="T81" fmla="*/ 11 h 87"/>
                    <a:gd name="T82" fmla="*/ 104 w 142"/>
                    <a:gd name="T83" fmla="*/ 9 h 87"/>
                    <a:gd name="T84" fmla="*/ 119 w 142"/>
                    <a:gd name="T85" fmla="*/ 11 h 87"/>
                    <a:gd name="T86" fmla="*/ 122 w 142"/>
                    <a:gd name="T87" fmla="*/ 9 h 87"/>
                    <a:gd name="T88" fmla="*/ 122 w 142"/>
                    <a:gd name="T89" fmla="*/ 9 h 87"/>
                    <a:gd name="T90" fmla="*/ 117 w 142"/>
                    <a:gd name="T91" fmla="*/ 5 h 87"/>
                    <a:gd name="T92" fmla="*/ 122 w 142"/>
                    <a:gd name="T93" fmla="*/ 5 h 87"/>
                    <a:gd name="T94" fmla="*/ 115 w 142"/>
                    <a:gd name="T95" fmla="*/ 3 h 87"/>
                    <a:gd name="T96" fmla="*/ 121 w 142"/>
                    <a:gd name="T97" fmla="*/ 3 h 87"/>
                    <a:gd name="T98" fmla="*/ 131 w 142"/>
                    <a:gd name="T99" fmla="*/ 3 h 87"/>
                    <a:gd name="T100" fmla="*/ 117 w 142"/>
                    <a:gd name="T101" fmla="*/ 3 h 87"/>
                    <a:gd name="T102" fmla="*/ 115 w 142"/>
                    <a:gd name="T103" fmla="*/ 3 h 87"/>
                    <a:gd name="T104" fmla="*/ 131 w 142"/>
                    <a:gd name="T105" fmla="*/ 3 h 87"/>
                    <a:gd name="T106" fmla="*/ 128 w 142"/>
                    <a:gd name="T107" fmla="*/ 3 h 87"/>
                    <a:gd name="T108" fmla="*/ 113 w 142"/>
                    <a:gd name="T109" fmla="*/ 2 h 87"/>
                    <a:gd name="T110" fmla="*/ 57 w 142"/>
                    <a:gd name="T111" fmla="*/ 2 h 87"/>
                    <a:gd name="T112" fmla="*/ 57 w 142"/>
                    <a:gd name="T11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2" h="87">
                      <a:moveTo>
                        <a:pt x="73" y="87"/>
                      </a:moveTo>
                      <a:lnTo>
                        <a:pt x="71" y="87"/>
                      </a:lnTo>
                      <a:lnTo>
                        <a:pt x="73" y="87"/>
                      </a:lnTo>
                      <a:close/>
                      <a:moveTo>
                        <a:pt x="71" y="82"/>
                      </a:moveTo>
                      <a:lnTo>
                        <a:pt x="71" y="84"/>
                      </a:lnTo>
                      <a:lnTo>
                        <a:pt x="71" y="82"/>
                      </a:lnTo>
                      <a:close/>
                      <a:moveTo>
                        <a:pt x="58" y="80"/>
                      </a:moveTo>
                      <a:lnTo>
                        <a:pt x="58" y="78"/>
                      </a:lnTo>
                      <a:lnTo>
                        <a:pt x="58" y="80"/>
                      </a:lnTo>
                      <a:close/>
                      <a:moveTo>
                        <a:pt x="37" y="77"/>
                      </a:moveTo>
                      <a:lnTo>
                        <a:pt x="37" y="75"/>
                      </a:lnTo>
                      <a:lnTo>
                        <a:pt x="37" y="77"/>
                      </a:lnTo>
                      <a:close/>
                      <a:moveTo>
                        <a:pt x="71" y="73"/>
                      </a:moveTo>
                      <a:lnTo>
                        <a:pt x="71" y="71"/>
                      </a:lnTo>
                      <a:lnTo>
                        <a:pt x="71" y="73"/>
                      </a:lnTo>
                      <a:close/>
                      <a:moveTo>
                        <a:pt x="71" y="66"/>
                      </a:moveTo>
                      <a:lnTo>
                        <a:pt x="73" y="66"/>
                      </a:lnTo>
                      <a:lnTo>
                        <a:pt x="71" y="66"/>
                      </a:lnTo>
                      <a:close/>
                      <a:moveTo>
                        <a:pt x="80" y="62"/>
                      </a:moveTo>
                      <a:lnTo>
                        <a:pt x="79" y="62"/>
                      </a:lnTo>
                      <a:lnTo>
                        <a:pt x="80" y="62"/>
                      </a:lnTo>
                      <a:close/>
                      <a:moveTo>
                        <a:pt x="77" y="60"/>
                      </a:moveTo>
                      <a:lnTo>
                        <a:pt x="77" y="62"/>
                      </a:lnTo>
                      <a:lnTo>
                        <a:pt x="77" y="60"/>
                      </a:lnTo>
                      <a:close/>
                      <a:moveTo>
                        <a:pt x="128" y="60"/>
                      </a:moveTo>
                      <a:lnTo>
                        <a:pt x="126" y="60"/>
                      </a:lnTo>
                      <a:lnTo>
                        <a:pt x="128" y="60"/>
                      </a:lnTo>
                      <a:close/>
                      <a:moveTo>
                        <a:pt x="121" y="60"/>
                      </a:moveTo>
                      <a:lnTo>
                        <a:pt x="121" y="58"/>
                      </a:lnTo>
                      <a:lnTo>
                        <a:pt x="121" y="60"/>
                      </a:lnTo>
                      <a:close/>
                      <a:moveTo>
                        <a:pt x="89" y="58"/>
                      </a:moveTo>
                      <a:lnTo>
                        <a:pt x="88" y="58"/>
                      </a:lnTo>
                      <a:lnTo>
                        <a:pt x="89" y="58"/>
                      </a:lnTo>
                      <a:close/>
                      <a:moveTo>
                        <a:pt x="133" y="58"/>
                      </a:moveTo>
                      <a:lnTo>
                        <a:pt x="131" y="58"/>
                      </a:lnTo>
                      <a:lnTo>
                        <a:pt x="133" y="58"/>
                      </a:lnTo>
                      <a:lnTo>
                        <a:pt x="131" y="58"/>
                      </a:lnTo>
                      <a:lnTo>
                        <a:pt x="133" y="58"/>
                      </a:lnTo>
                      <a:close/>
                      <a:moveTo>
                        <a:pt x="124" y="58"/>
                      </a:moveTo>
                      <a:lnTo>
                        <a:pt x="126" y="58"/>
                      </a:lnTo>
                      <a:lnTo>
                        <a:pt x="124" y="58"/>
                      </a:lnTo>
                      <a:close/>
                      <a:moveTo>
                        <a:pt x="124" y="58"/>
                      </a:moveTo>
                      <a:lnTo>
                        <a:pt x="126" y="58"/>
                      </a:lnTo>
                      <a:lnTo>
                        <a:pt x="124" y="58"/>
                      </a:lnTo>
                      <a:close/>
                      <a:moveTo>
                        <a:pt x="126" y="58"/>
                      </a:moveTo>
                      <a:lnTo>
                        <a:pt x="124" y="58"/>
                      </a:lnTo>
                      <a:lnTo>
                        <a:pt x="126" y="58"/>
                      </a:lnTo>
                      <a:close/>
                      <a:moveTo>
                        <a:pt x="126" y="58"/>
                      </a:moveTo>
                      <a:lnTo>
                        <a:pt x="126" y="56"/>
                      </a:lnTo>
                      <a:lnTo>
                        <a:pt x="126" y="58"/>
                      </a:lnTo>
                      <a:close/>
                      <a:moveTo>
                        <a:pt x="126" y="56"/>
                      </a:moveTo>
                      <a:lnTo>
                        <a:pt x="126" y="58"/>
                      </a:lnTo>
                      <a:lnTo>
                        <a:pt x="126" y="56"/>
                      </a:lnTo>
                      <a:close/>
                      <a:moveTo>
                        <a:pt x="121" y="56"/>
                      </a:moveTo>
                      <a:lnTo>
                        <a:pt x="119" y="56"/>
                      </a:lnTo>
                      <a:lnTo>
                        <a:pt x="121" y="56"/>
                      </a:lnTo>
                      <a:close/>
                      <a:moveTo>
                        <a:pt x="137" y="56"/>
                      </a:moveTo>
                      <a:lnTo>
                        <a:pt x="135" y="56"/>
                      </a:lnTo>
                      <a:lnTo>
                        <a:pt x="137" y="55"/>
                      </a:lnTo>
                      <a:lnTo>
                        <a:pt x="137" y="56"/>
                      </a:lnTo>
                      <a:close/>
                      <a:moveTo>
                        <a:pt x="126" y="55"/>
                      </a:moveTo>
                      <a:lnTo>
                        <a:pt x="124" y="55"/>
                      </a:lnTo>
                      <a:lnTo>
                        <a:pt x="126" y="55"/>
                      </a:lnTo>
                      <a:close/>
                      <a:moveTo>
                        <a:pt x="126" y="53"/>
                      </a:moveTo>
                      <a:lnTo>
                        <a:pt x="124" y="53"/>
                      </a:lnTo>
                      <a:lnTo>
                        <a:pt x="126" y="53"/>
                      </a:lnTo>
                      <a:close/>
                      <a:moveTo>
                        <a:pt x="126" y="51"/>
                      </a:moveTo>
                      <a:lnTo>
                        <a:pt x="124" y="51"/>
                      </a:lnTo>
                      <a:lnTo>
                        <a:pt x="126" y="51"/>
                      </a:lnTo>
                      <a:close/>
                      <a:moveTo>
                        <a:pt x="135" y="51"/>
                      </a:moveTo>
                      <a:lnTo>
                        <a:pt x="133" y="51"/>
                      </a:lnTo>
                      <a:lnTo>
                        <a:pt x="135" y="51"/>
                      </a:lnTo>
                      <a:close/>
                      <a:moveTo>
                        <a:pt x="124" y="51"/>
                      </a:moveTo>
                      <a:lnTo>
                        <a:pt x="124" y="49"/>
                      </a:lnTo>
                      <a:lnTo>
                        <a:pt x="124" y="51"/>
                      </a:lnTo>
                      <a:close/>
                      <a:moveTo>
                        <a:pt x="128" y="49"/>
                      </a:moveTo>
                      <a:lnTo>
                        <a:pt x="128" y="47"/>
                      </a:lnTo>
                      <a:lnTo>
                        <a:pt x="128" y="49"/>
                      </a:lnTo>
                      <a:close/>
                      <a:moveTo>
                        <a:pt x="128" y="47"/>
                      </a:moveTo>
                      <a:lnTo>
                        <a:pt x="128" y="49"/>
                      </a:lnTo>
                      <a:lnTo>
                        <a:pt x="128" y="47"/>
                      </a:lnTo>
                      <a:lnTo>
                        <a:pt x="128" y="49"/>
                      </a:lnTo>
                      <a:lnTo>
                        <a:pt x="128" y="47"/>
                      </a:lnTo>
                      <a:close/>
                      <a:moveTo>
                        <a:pt x="128" y="47"/>
                      </a:moveTo>
                      <a:lnTo>
                        <a:pt x="126" y="47"/>
                      </a:lnTo>
                      <a:lnTo>
                        <a:pt x="126" y="49"/>
                      </a:lnTo>
                      <a:lnTo>
                        <a:pt x="126" y="47"/>
                      </a:lnTo>
                      <a:lnTo>
                        <a:pt x="128" y="47"/>
                      </a:lnTo>
                      <a:close/>
                      <a:moveTo>
                        <a:pt x="128" y="47"/>
                      </a:moveTo>
                      <a:lnTo>
                        <a:pt x="126" y="47"/>
                      </a:lnTo>
                      <a:lnTo>
                        <a:pt x="128" y="47"/>
                      </a:lnTo>
                      <a:close/>
                      <a:moveTo>
                        <a:pt x="128" y="47"/>
                      </a:moveTo>
                      <a:lnTo>
                        <a:pt x="128" y="49"/>
                      </a:lnTo>
                      <a:lnTo>
                        <a:pt x="128" y="47"/>
                      </a:lnTo>
                      <a:close/>
                      <a:moveTo>
                        <a:pt x="133" y="44"/>
                      </a:moveTo>
                      <a:lnTo>
                        <a:pt x="131" y="44"/>
                      </a:lnTo>
                      <a:lnTo>
                        <a:pt x="133" y="44"/>
                      </a:lnTo>
                      <a:close/>
                      <a:moveTo>
                        <a:pt x="135" y="36"/>
                      </a:moveTo>
                      <a:lnTo>
                        <a:pt x="137" y="34"/>
                      </a:lnTo>
                      <a:lnTo>
                        <a:pt x="135" y="34"/>
                      </a:lnTo>
                      <a:lnTo>
                        <a:pt x="137" y="34"/>
                      </a:lnTo>
                      <a:lnTo>
                        <a:pt x="135" y="36"/>
                      </a:lnTo>
                      <a:close/>
                      <a:moveTo>
                        <a:pt x="137" y="34"/>
                      </a:moveTo>
                      <a:lnTo>
                        <a:pt x="135" y="34"/>
                      </a:lnTo>
                      <a:lnTo>
                        <a:pt x="137" y="34"/>
                      </a:lnTo>
                      <a:close/>
                      <a:moveTo>
                        <a:pt x="130" y="34"/>
                      </a:moveTo>
                      <a:lnTo>
                        <a:pt x="130" y="33"/>
                      </a:lnTo>
                      <a:lnTo>
                        <a:pt x="130" y="34"/>
                      </a:lnTo>
                      <a:close/>
                      <a:moveTo>
                        <a:pt x="131" y="33"/>
                      </a:moveTo>
                      <a:lnTo>
                        <a:pt x="130" y="33"/>
                      </a:lnTo>
                      <a:lnTo>
                        <a:pt x="131" y="33"/>
                      </a:lnTo>
                      <a:close/>
                      <a:moveTo>
                        <a:pt x="7" y="31"/>
                      </a:moveTo>
                      <a:lnTo>
                        <a:pt x="9" y="31"/>
                      </a:lnTo>
                      <a:lnTo>
                        <a:pt x="7" y="31"/>
                      </a:lnTo>
                      <a:close/>
                      <a:moveTo>
                        <a:pt x="131" y="31"/>
                      </a:moveTo>
                      <a:lnTo>
                        <a:pt x="130" y="31"/>
                      </a:lnTo>
                      <a:lnTo>
                        <a:pt x="131" y="31"/>
                      </a:lnTo>
                      <a:close/>
                      <a:moveTo>
                        <a:pt x="133" y="29"/>
                      </a:moveTo>
                      <a:lnTo>
                        <a:pt x="133" y="31"/>
                      </a:lnTo>
                      <a:lnTo>
                        <a:pt x="133" y="29"/>
                      </a:lnTo>
                      <a:close/>
                      <a:moveTo>
                        <a:pt x="131" y="29"/>
                      </a:moveTo>
                      <a:lnTo>
                        <a:pt x="131" y="31"/>
                      </a:lnTo>
                      <a:lnTo>
                        <a:pt x="131" y="29"/>
                      </a:lnTo>
                      <a:lnTo>
                        <a:pt x="131" y="31"/>
                      </a:lnTo>
                      <a:lnTo>
                        <a:pt x="131" y="29"/>
                      </a:lnTo>
                      <a:close/>
                      <a:moveTo>
                        <a:pt x="135" y="29"/>
                      </a:moveTo>
                      <a:lnTo>
                        <a:pt x="133" y="29"/>
                      </a:lnTo>
                      <a:lnTo>
                        <a:pt x="135" y="29"/>
                      </a:lnTo>
                      <a:close/>
                      <a:moveTo>
                        <a:pt x="16" y="29"/>
                      </a:moveTo>
                      <a:lnTo>
                        <a:pt x="18" y="29"/>
                      </a:lnTo>
                      <a:lnTo>
                        <a:pt x="16" y="29"/>
                      </a:lnTo>
                      <a:close/>
                      <a:moveTo>
                        <a:pt x="4" y="29"/>
                      </a:moveTo>
                      <a:lnTo>
                        <a:pt x="4" y="27"/>
                      </a:lnTo>
                      <a:lnTo>
                        <a:pt x="4" y="29"/>
                      </a:lnTo>
                      <a:close/>
                      <a:moveTo>
                        <a:pt x="16" y="29"/>
                      </a:moveTo>
                      <a:lnTo>
                        <a:pt x="18" y="29"/>
                      </a:lnTo>
                      <a:lnTo>
                        <a:pt x="16" y="29"/>
                      </a:lnTo>
                      <a:lnTo>
                        <a:pt x="16" y="27"/>
                      </a:lnTo>
                      <a:lnTo>
                        <a:pt x="16" y="29"/>
                      </a:lnTo>
                      <a:close/>
                      <a:moveTo>
                        <a:pt x="11" y="29"/>
                      </a:moveTo>
                      <a:lnTo>
                        <a:pt x="11" y="27"/>
                      </a:lnTo>
                      <a:lnTo>
                        <a:pt x="11" y="29"/>
                      </a:lnTo>
                      <a:close/>
                      <a:moveTo>
                        <a:pt x="133" y="27"/>
                      </a:moveTo>
                      <a:lnTo>
                        <a:pt x="133" y="29"/>
                      </a:lnTo>
                      <a:lnTo>
                        <a:pt x="133" y="27"/>
                      </a:lnTo>
                      <a:close/>
                      <a:moveTo>
                        <a:pt x="6" y="29"/>
                      </a:moveTo>
                      <a:lnTo>
                        <a:pt x="6" y="27"/>
                      </a:lnTo>
                      <a:lnTo>
                        <a:pt x="6" y="29"/>
                      </a:lnTo>
                      <a:close/>
                      <a:moveTo>
                        <a:pt x="11" y="29"/>
                      </a:moveTo>
                      <a:lnTo>
                        <a:pt x="11" y="27"/>
                      </a:lnTo>
                      <a:lnTo>
                        <a:pt x="11" y="29"/>
                      </a:lnTo>
                      <a:close/>
                      <a:moveTo>
                        <a:pt x="18" y="27"/>
                      </a:moveTo>
                      <a:lnTo>
                        <a:pt x="18" y="29"/>
                      </a:lnTo>
                      <a:lnTo>
                        <a:pt x="18" y="27"/>
                      </a:lnTo>
                      <a:lnTo>
                        <a:pt x="18" y="29"/>
                      </a:lnTo>
                      <a:lnTo>
                        <a:pt x="18" y="27"/>
                      </a:lnTo>
                      <a:close/>
                      <a:moveTo>
                        <a:pt x="11" y="27"/>
                      </a:moveTo>
                      <a:lnTo>
                        <a:pt x="9" y="27"/>
                      </a:lnTo>
                      <a:lnTo>
                        <a:pt x="11" y="27"/>
                      </a:lnTo>
                      <a:close/>
                      <a:moveTo>
                        <a:pt x="135" y="27"/>
                      </a:moveTo>
                      <a:lnTo>
                        <a:pt x="133" y="27"/>
                      </a:lnTo>
                      <a:lnTo>
                        <a:pt x="135" y="27"/>
                      </a:lnTo>
                      <a:close/>
                      <a:moveTo>
                        <a:pt x="4" y="27"/>
                      </a:moveTo>
                      <a:lnTo>
                        <a:pt x="2" y="27"/>
                      </a:lnTo>
                      <a:lnTo>
                        <a:pt x="4" y="27"/>
                      </a:lnTo>
                      <a:close/>
                      <a:moveTo>
                        <a:pt x="16" y="27"/>
                      </a:moveTo>
                      <a:lnTo>
                        <a:pt x="15" y="27"/>
                      </a:lnTo>
                      <a:lnTo>
                        <a:pt x="16" y="27"/>
                      </a:lnTo>
                      <a:close/>
                      <a:moveTo>
                        <a:pt x="4" y="27"/>
                      </a:moveTo>
                      <a:lnTo>
                        <a:pt x="2" y="27"/>
                      </a:lnTo>
                      <a:lnTo>
                        <a:pt x="4" y="27"/>
                      </a:lnTo>
                      <a:close/>
                      <a:moveTo>
                        <a:pt x="2" y="27"/>
                      </a:moveTo>
                      <a:lnTo>
                        <a:pt x="4" y="27"/>
                      </a:lnTo>
                      <a:lnTo>
                        <a:pt x="2" y="27"/>
                      </a:lnTo>
                      <a:lnTo>
                        <a:pt x="4" y="27"/>
                      </a:lnTo>
                      <a:lnTo>
                        <a:pt x="2" y="27"/>
                      </a:lnTo>
                      <a:close/>
                      <a:moveTo>
                        <a:pt x="137" y="25"/>
                      </a:moveTo>
                      <a:lnTo>
                        <a:pt x="137" y="27"/>
                      </a:lnTo>
                      <a:lnTo>
                        <a:pt x="135" y="27"/>
                      </a:lnTo>
                      <a:lnTo>
                        <a:pt x="137" y="27"/>
                      </a:lnTo>
                      <a:lnTo>
                        <a:pt x="135" y="27"/>
                      </a:lnTo>
                      <a:lnTo>
                        <a:pt x="137" y="27"/>
                      </a:lnTo>
                      <a:lnTo>
                        <a:pt x="137" y="25"/>
                      </a:lnTo>
                      <a:close/>
                      <a:moveTo>
                        <a:pt x="16" y="25"/>
                      </a:moveTo>
                      <a:lnTo>
                        <a:pt x="16" y="27"/>
                      </a:lnTo>
                      <a:lnTo>
                        <a:pt x="16" y="25"/>
                      </a:lnTo>
                      <a:close/>
                      <a:moveTo>
                        <a:pt x="2" y="27"/>
                      </a:moveTo>
                      <a:lnTo>
                        <a:pt x="2" y="25"/>
                      </a:lnTo>
                      <a:lnTo>
                        <a:pt x="4" y="25"/>
                      </a:lnTo>
                      <a:lnTo>
                        <a:pt x="2" y="27"/>
                      </a:lnTo>
                      <a:close/>
                      <a:moveTo>
                        <a:pt x="0" y="25"/>
                      </a:moveTo>
                      <a:lnTo>
                        <a:pt x="0" y="27"/>
                      </a:lnTo>
                      <a:lnTo>
                        <a:pt x="0" y="25"/>
                      </a:lnTo>
                      <a:close/>
                      <a:moveTo>
                        <a:pt x="2" y="27"/>
                      </a:moveTo>
                      <a:lnTo>
                        <a:pt x="2" y="25"/>
                      </a:lnTo>
                      <a:lnTo>
                        <a:pt x="2" y="27"/>
                      </a:lnTo>
                      <a:close/>
                      <a:moveTo>
                        <a:pt x="0" y="25"/>
                      </a:moveTo>
                      <a:lnTo>
                        <a:pt x="2" y="25"/>
                      </a:lnTo>
                      <a:lnTo>
                        <a:pt x="0" y="25"/>
                      </a:lnTo>
                      <a:close/>
                      <a:moveTo>
                        <a:pt x="142" y="25"/>
                      </a:moveTo>
                      <a:lnTo>
                        <a:pt x="141" y="25"/>
                      </a:lnTo>
                      <a:lnTo>
                        <a:pt x="142" y="25"/>
                      </a:lnTo>
                      <a:close/>
                      <a:moveTo>
                        <a:pt x="141" y="25"/>
                      </a:moveTo>
                      <a:lnTo>
                        <a:pt x="142" y="25"/>
                      </a:lnTo>
                      <a:lnTo>
                        <a:pt x="141" y="25"/>
                      </a:lnTo>
                      <a:close/>
                      <a:moveTo>
                        <a:pt x="16" y="25"/>
                      </a:moveTo>
                      <a:lnTo>
                        <a:pt x="16" y="24"/>
                      </a:lnTo>
                      <a:lnTo>
                        <a:pt x="16" y="25"/>
                      </a:lnTo>
                      <a:close/>
                      <a:moveTo>
                        <a:pt x="16" y="24"/>
                      </a:moveTo>
                      <a:lnTo>
                        <a:pt x="16" y="25"/>
                      </a:lnTo>
                      <a:lnTo>
                        <a:pt x="16" y="24"/>
                      </a:lnTo>
                      <a:close/>
                      <a:moveTo>
                        <a:pt x="137" y="24"/>
                      </a:moveTo>
                      <a:lnTo>
                        <a:pt x="137" y="25"/>
                      </a:lnTo>
                      <a:lnTo>
                        <a:pt x="137" y="24"/>
                      </a:lnTo>
                      <a:close/>
                      <a:moveTo>
                        <a:pt x="16" y="24"/>
                      </a:moveTo>
                      <a:lnTo>
                        <a:pt x="15" y="24"/>
                      </a:lnTo>
                      <a:lnTo>
                        <a:pt x="16" y="24"/>
                      </a:lnTo>
                      <a:lnTo>
                        <a:pt x="15" y="24"/>
                      </a:lnTo>
                      <a:lnTo>
                        <a:pt x="16" y="24"/>
                      </a:lnTo>
                      <a:close/>
                      <a:moveTo>
                        <a:pt x="141" y="24"/>
                      </a:moveTo>
                      <a:lnTo>
                        <a:pt x="141" y="22"/>
                      </a:lnTo>
                      <a:lnTo>
                        <a:pt x="141" y="24"/>
                      </a:lnTo>
                      <a:close/>
                      <a:moveTo>
                        <a:pt x="135" y="20"/>
                      </a:moveTo>
                      <a:lnTo>
                        <a:pt x="135" y="22"/>
                      </a:lnTo>
                      <a:lnTo>
                        <a:pt x="135" y="20"/>
                      </a:lnTo>
                      <a:close/>
                      <a:moveTo>
                        <a:pt x="130" y="18"/>
                      </a:moveTo>
                      <a:lnTo>
                        <a:pt x="128" y="18"/>
                      </a:lnTo>
                      <a:lnTo>
                        <a:pt x="130" y="18"/>
                      </a:lnTo>
                      <a:close/>
                      <a:moveTo>
                        <a:pt x="135" y="16"/>
                      </a:moveTo>
                      <a:lnTo>
                        <a:pt x="133" y="16"/>
                      </a:lnTo>
                      <a:lnTo>
                        <a:pt x="135" y="16"/>
                      </a:lnTo>
                      <a:close/>
                      <a:moveTo>
                        <a:pt x="142" y="16"/>
                      </a:moveTo>
                      <a:lnTo>
                        <a:pt x="142" y="14"/>
                      </a:lnTo>
                      <a:lnTo>
                        <a:pt x="142" y="16"/>
                      </a:lnTo>
                      <a:close/>
                      <a:moveTo>
                        <a:pt x="139" y="13"/>
                      </a:moveTo>
                      <a:lnTo>
                        <a:pt x="137" y="13"/>
                      </a:lnTo>
                      <a:lnTo>
                        <a:pt x="139" y="13"/>
                      </a:lnTo>
                      <a:close/>
                      <a:moveTo>
                        <a:pt x="131" y="13"/>
                      </a:moveTo>
                      <a:lnTo>
                        <a:pt x="131" y="11"/>
                      </a:lnTo>
                      <a:lnTo>
                        <a:pt x="131" y="13"/>
                      </a:lnTo>
                      <a:close/>
                      <a:moveTo>
                        <a:pt x="108" y="11"/>
                      </a:moveTo>
                      <a:lnTo>
                        <a:pt x="106" y="11"/>
                      </a:lnTo>
                      <a:lnTo>
                        <a:pt x="108" y="11"/>
                      </a:lnTo>
                      <a:close/>
                      <a:moveTo>
                        <a:pt x="106" y="11"/>
                      </a:moveTo>
                      <a:lnTo>
                        <a:pt x="108" y="11"/>
                      </a:lnTo>
                      <a:lnTo>
                        <a:pt x="106" y="11"/>
                      </a:lnTo>
                      <a:close/>
                      <a:moveTo>
                        <a:pt x="106" y="11"/>
                      </a:moveTo>
                      <a:lnTo>
                        <a:pt x="104" y="11"/>
                      </a:lnTo>
                      <a:lnTo>
                        <a:pt x="106" y="11"/>
                      </a:lnTo>
                      <a:close/>
                      <a:moveTo>
                        <a:pt x="104" y="9"/>
                      </a:moveTo>
                      <a:lnTo>
                        <a:pt x="104" y="11"/>
                      </a:lnTo>
                      <a:lnTo>
                        <a:pt x="104" y="9"/>
                      </a:lnTo>
                      <a:close/>
                      <a:moveTo>
                        <a:pt x="102" y="9"/>
                      </a:moveTo>
                      <a:lnTo>
                        <a:pt x="102" y="11"/>
                      </a:lnTo>
                      <a:lnTo>
                        <a:pt x="102" y="9"/>
                      </a:lnTo>
                      <a:close/>
                      <a:moveTo>
                        <a:pt x="121" y="9"/>
                      </a:moveTo>
                      <a:lnTo>
                        <a:pt x="121" y="11"/>
                      </a:lnTo>
                      <a:lnTo>
                        <a:pt x="119" y="11"/>
                      </a:lnTo>
                      <a:lnTo>
                        <a:pt x="119" y="9"/>
                      </a:lnTo>
                      <a:lnTo>
                        <a:pt x="121" y="9"/>
                      </a:lnTo>
                      <a:close/>
                      <a:moveTo>
                        <a:pt x="110" y="9"/>
                      </a:moveTo>
                      <a:lnTo>
                        <a:pt x="108" y="9"/>
                      </a:lnTo>
                      <a:lnTo>
                        <a:pt x="110" y="9"/>
                      </a:lnTo>
                      <a:close/>
                      <a:moveTo>
                        <a:pt x="122" y="9"/>
                      </a:moveTo>
                      <a:lnTo>
                        <a:pt x="121" y="9"/>
                      </a:lnTo>
                      <a:lnTo>
                        <a:pt x="122" y="9"/>
                      </a:lnTo>
                      <a:close/>
                      <a:moveTo>
                        <a:pt x="115" y="9"/>
                      </a:moveTo>
                      <a:lnTo>
                        <a:pt x="117" y="9"/>
                      </a:lnTo>
                      <a:lnTo>
                        <a:pt x="115" y="9"/>
                      </a:lnTo>
                      <a:close/>
                      <a:moveTo>
                        <a:pt x="122" y="9"/>
                      </a:moveTo>
                      <a:lnTo>
                        <a:pt x="122" y="7"/>
                      </a:lnTo>
                      <a:lnTo>
                        <a:pt x="122" y="9"/>
                      </a:lnTo>
                      <a:close/>
                      <a:moveTo>
                        <a:pt x="117" y="7"/>
                      </a:moveTo>
                      <a:lnTo>
                        <a:pt x="115" y="7"/>
                      </a:lnTo>
                      <a:lnTo>
                        <a:pt x="117" y="7"/>
                      </a:lnTo>
                      <a:close/>
                      <a:moveTo>
                        <a:pt x="117" y="5"/>
                      </a:moveTo>
                      <a:lnTo>
                        <a:pt x="115" y="5"/>
                      </a:lnTo>
                      <a:lnTo>
                        <a:pt x="117" y="5"/>
                      </a:lnTo>
                      <a:close/>
                      <a:moveTo>
                        <a:pt x="122" y="5"/>
                      </a:moveTo>
                      <a:lnTo>
                        <a:pt x="121" y="5"/>
                      </a:lnTo>
                      <a:lnTo>
                        <a:pt x="122" y="3"/>
                      </a:lnTo>
                      <a:lnTo>
                        <a:pt x="122" y="5"/>
                      </a:lnTo>
                      <a:close/>
                      <a:moveTo>
                        <a:pt x="126" y="3"/>
                      </a:moveTo>
                      <a:lnTo>
                        <a:pt x="126" y="5"/>
                      </a:lnTo>
                      <a:lnTo>
                        <a:pt x="126" y="3"/>
                      </a:lnTo>
                      <a:close/>
                      <a:moveTo>
                        <a:pt x="117" y="3"/>
                      </a:moveTo>
                      <a:lnTo>
                        <a:pt x="117" y="5"/>
                      </a:lnTo>
                      <a:lnTo>
                        <a:pt x="115" y="3"/>
                      </a:lnTo>
                      <a:lnTo>
                        <a:pt x="117" y="3"/>
                      </a:lnTo>
                      <a:close/>
                      <a:moveTo>
                        <a:pt x="126" y="3"/>
                      </a:moveTo>
                      <a:lnTo>
                        <a:pt x="124" y="3"/>
                      </a:lnTo>
                      <a:lnTo>
                        <a:pt x="126" y="3"/>
                      </a:lnTo>
                      <a:close/>
                      <a:moveTo>
                        <a:pt x="119" y="3"/>
                      </a:moveTo>
                      <a:lnTo>
                        <a:pt x="121" y="3"/>
                      </a:lnTo>
                      <a:lnTo>
                        <a:pt x="119" y="3"/>
                      </a:lnTo>
                      <a:lnTo>
                        <a:pt x="119" y="5"/>
                      </a:lnTo>
                      <a:lnTo>
                        <a:pt x="119" y="3"/>
                      </a:lnTo>
                      <a:close/>
                      <a:moveTo>
                        <a:pt x="131" y="3"/>
                      </a:moveTo>
                      <a:lnTo>
                        <a:pt x="130" y="3"/>
                      </a:lnTo>
                      <a:lnTo>
                        <a:pt x="131" y="3"/>
                      </a:lnTo>
                      <a:close/>
                      <a:moveTo>
                        <a:pt x="128" y="3"/>
                      </a:moveTo>
                      <a:lnTo>
                        <a:pt x="126" y="3"/>
                      </a:lnTo>
                      <a:lnTo>
                        <a:pt x="128" y="3"/>
                      </a:lnTo>
                      <a:close/>
                      <a:moveTo>
                        <a:pt x="117" y="3"/>
                      </a:moveTo>
                      <a:lnTo>
                        <a:pt x="115" y="3"/>
                      </a:lnTo>
                      <a:lnTo>
                        <a:pt x="117" y="3"/>
                      </a:lnTo>
                      <a:close/>
                      <a:moveTo>
                        <a:pt x="117" y="3"/>
                      </a:moveTo>
                      <a:lnTo>
                        <a:pt x="115" y="3"/>
                      </a:lnTo>
                      <a:lnTo>
                        <a:pt x="117" y="3"/>
                      </a:lnTo>
                      <a:close/>
                      <a:moveTo>
                        <a:pt x="115" y="3"/>
                      </a:moveTo>
                      <a:lnTo>
                        <a:pt x="113" y="3"/>
                      </a:lnTo>
                      <a:lnTo>
                        <a:pt x="115" y="3"/>
                      </a:lnTo>
                      <a:lnTo>
                        <a:pt x="113" y="3"/>
                      </a:lnTo>
                      <a:lnTo>
                        <a:pt x="115" y="3"/>
                      </a:lnTo>
                      <a:close/>
                      <a:moveTo>
                        <a:pt x="119" y="3"/>
                      </a:moveTo>
                      <a:lnTo>
                        <a:pt x="117" y="3"/>
                      </a:lnTo>
                      <a:lnTo>
                        <a:pt x="119" y="3"/>
                      </a:lnTo>
                      <a:close/>
                      <a:moveTo>
                        <a:pt x="131" y="3"/>
                      </a:moveTo>
                      <a:lnTo>
                        <a:pt x="130" y="3"/>
                      </a:lnTo>
                      <a:lnTo>
                        <a:pt x="131" y="3"/>
                      </a:lnTo>
                      <a:close/>
                      <a:moveTo>
                        <a:pt x="115" y="2"/>
                      </a:moveTo>
                      <a:lnTo>
                        <a:pt x="115" y="3"/>
                      </a:lnTo>
                      <a:lnTo>
                        <a:pt x="115" y="2"/>
                      </a:lnTo>
                      <a:close/>
                      <a:moveTo>
                        <a:pt x="128" y="3"/>
                      </a:moveTo>
                      <a:lnTo>
                        <a:pt x="128" y="2"/>
                      </a:lnTo>
                      <a:lnTo>
                        <a:pt x="128" y="3"/>
                      </a:lnTo>
                      <a:close/>
                      <a:moveTo>
                        <a:pt x="128" y="3"/>
                      </a:moveTo>
                      <a:lnTo>
                        <a:pt x="128" y="2"/>
                      </a:lnTo>
                      <a:lnTo>
                        <a:pt x="128" y="3"/>
                      </a:lnTo>
                      <a:close/>
                      <a:moveTo>
                        <a:pt x="113" y="2"/>
                      </a:moveTo>
                      <a:lnTo>
                        <a:pt x="111" y="2"/>
                      </a:lnTo>
                      <a:lnTo>
                        <a:pt x="113" y="2"/>
                      </a:lnTo>
                      <a:close/>
                      <a:moveTo>
                        <a:pt x="113" y="2"/>
                      </a:moveTo>
                      <a:lnTo>
                        <a:pt x="111" y="2"/>
                      </a:lnTo>
                      <a:lnTo>
                        <a:pt x="113" y="2"/>
                      </a:lnTo>
                      <a:close/>
                      <a:moveTo>
                        <a:pt x="57" y="2"/>
                      </a:moveTo>
                      <a:lnTo>
                        <a:pt x="58" y="2"/>
                      </a:lnTo>
                      <a:lnTo>
                        <a:pt x="57" y="2"/>
                      </a:lnTo>
                      <a:close/>
                      <a:moveTo>
                        <a:pt x="57" y="2"/>
                      </a:moveTo>
                      <a:lnTo>
                        <a:pt x="57" y="0"/>
                      </a:lnTo>
                      <a:lnTo>
                        <a:pt x="57" y="2"/>
                      </a:lnTo>
                      <a:close/>
                      <a:moveTo>
                        <a:pt x="57" y="0"/>
                      </a:moveTo>
                      <a:lnTo>
                        <a:pt x="58" y="0"/>
                      </a:lnTo>
                      <a:lnTo>
                        <a:pt x="5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2" name="Freeform 57">
                  <a:extLst>
                    <a:ext uri="{FF2B5EF4-FFF2-40B4-BE49-F238E27FC236}">
                      <a16:creationId xmlns:a16="http://schemas.microsoft.com/office/drawing/2014/main" id="{34A2AD4D-FCE6-3053-A7D3-93D2CE987865}"/>
                    </a:ext>
                  </a:extLst>
                </p:cNvPr>
                <p:cNvSpPr>
                  <a:spLocks/>
                </p:cNvSpPr>
                <p:nvPr/>
              </p:nvSpPr>
              <p:spPr bwMode="auto">
                <a:xfrm>
                  <a:off x="2258479" y="3113445"/>
                  <a:ext cx="23494" cy="23494"/>
                </a:xfrm>
                <a:custGeom>
                  <a:avLst/>
                  <a:gdLst>
                    <a:gd name="T0" fmla="*/ 4 w 13"/>
                    <a:gd name="T1" fmla="*/ 4 h 13"/>
                    <a:gd name="T2" fmla="*/ 4 w 13"/>
                    <a:gd name="T3" fmla="*/ 4 h 13"/>
                    <a:gd name="T4" fmla="*/ 2 w 13"/>
                    <a:gd name="T5" fmla="*/ 4 h 13"/>
                    <a:gd name="T6" fmla="*/ 2 w 13"/>
                    <a:gd name="T7" fmla="*/ 4 h 13"/>
                    <a:gd name="T8" fmla="*/ 4 w 13"/>
                    <a:gd name="T9" fmla="*/ 4 h 13"/>
                    <a:gd name="T10" fmla="*/ 4 w 13"/>
                    <a:gd name="T11" fmla="*/ 2 h 13"/>
                    <a:gd name="T12" fmla="*/ 4 w 13"/>
                    <a:gd name="T13" fmla="*/ 2 h 13"/>
                    <a:gd name="T14" fmla="*/ 6 w 13"/>
                    <a:gd name="T15" fmla="*/ 4 h 13"/>
                    <a:gd name="T16" fmla="*/ 6 w 13"/>
                    <a:gd name="T17" fmla="*/ 4 h 13"/>
                    <a:gd name="T18" fmla="*/ 6 w 13"/>
                    <a:gd name="T19" fmla="*/ 4 h 13"/>
                    <a:gd name="T20" fmla="*/ 6 w 13"/>
                    <a:gd name="T21" fmla="*/ 2 h 13"/>
                    <a:gd name="T22" fmla="*/ 6 w 13"/>
                    <a:gd name="T23" fmla="*/ 2 h 13"/>
                    <a:gd name="T24" fmla="*/ 6 w 13"/>
                    <a:gd name="T25" fmla="*/ 2 h 13"/>
                    <a:gd name="T26" fmla="*/ 6 w 13"/>
                    <a:gd name="T27" fmla="*/ 2 h 13"/>
                    <a:gd name="T28" fmla="*/ 6 w 13"/>
                    <a:gd name="T29" fmla="*/ 2 h 13"/>
                    <a:gd name="T30" fmla="*/ 6 w 13"/>
                    <a:gd name="T31" fmla="*/ 2 h 13"/>
                    <a:gd name="T32" fmla="*/ 6 w 13"/>
                    <a:gd name="T33" fmla="*/ 2 h 13"/>
                    <a:gd name="T34" fmla="*/ 4 w 13"/>
                    <a:gd name="T35" fmla="*/ 2 h 13"/>
                    <a:gd name="T36" fmla="*/ 4 w 13"/>
                    <a:gd name="T37" fmla="*/ 2 h 13"/>
                    <a:gd name="T38" fmla="*/ 4 w 13"/>
                    <a:gd name="T39" fmla="*/ 0 h 13"/>
                    <a:gd name="T40" fmla="*/ 2 w 13"/>
                    <a:gd name="T41" fmla="*/ 0 h 13"/>
                    <a:gd name="T42" fmla="*/ 2 w 13"/>
                    <a:gd name="T43" fmla="*/ 0 h 13"/>
                    <a:gd name="T44" fmla="*/ 6 w 13"/>
                    <a:gd name="T45" fmla="*/ 0 h 13"/>
                    <a:gd name="T46" fmla="*/ 9 w 13"/>
                    <a:gd name="T47" fmla="*/ 2 h 13"/>
                    <a:gd name="T48" fmla="*/ 6 w 13"/>
                    <a:gd name="T49" fmla="*/ 0 h 13"/>
                    <a:gd name="T50" fmla="*/ 11 w 13"/>
                    <a:gd name="T51" fmla="*/ 4 h 13"/>
                    <a:gd name="T52" fmla="*/ 11 w 13"/>
                    <a:gd name="T53" fmla="*/ 6 h 13"/>
                    <a:gd name="T54" fmla="*/ 13 w 13"/>
                    <a:gd name="T55" fmla="*/ 6 h 13"/>
                    <a:gd name="T56" fmla="*/ 11 w 13"/>
                    <a:gd name="T57" fmla="*/ 9 h 13"/>
                    <a:gd name="T58" fmla="*/ 8 w 13"/>
                    <a:gd name="T59" fmla="*/ 13 h 13"/>
                    <a:gd name="T60" fmla="*/ 6 w 13"/>
                    <a:gd name="T61" fmla="*/ 13 h 13"/>
                    <a:gd name="T62" fmla="*/ 4 w 13"/>
                    <a:gd name="T63" fmla="*/ 9 h 13"/>
                    <a:gd name="T64" fmla="*/ 2 w 13"/>
                    <a:gd name="T65" fmla="*/ 7 h 13"/>
                    <a:gd name="T66" fmla="*/ 2 w 13"/>
                    <a:gd name="T67" fmla="*/ 7 h 13"/>
                    <a:gd name="T68" fmla="*/ 2 w 13"/>
                    <a:gd name="T69" fmla="*/ 6 h 13"/>
                    <a:gd name="T70" fmla="*/ 2 w 13"/>
                    <a:gd name="T71" fmla="*/ 6 h 13"/>
                    <a:gd name="T72" fmla="*/ 2 w 13"/>
                    <a:gd name="T73" fmla="*/ 6 h 13"/>
                    <a:gd name="T74" fmla="*/ 0 w 13"/>
                    <a:gd name="T75" fmla="*/ 6 h 13"/>
                    <a:gd name="T76" fmla="*/ 0 w 13"/>
                    <a:gd name="T77" fmla="*/ 4 h 13"/>
                    <a:gd name="T78" fmla="*/ 0 w 13"/>
                    <a:gd name="T79" fmla="*/ 2 h 13"/>
                    <a:gd name="T80" fmla="*/ 0 w 13"/>
                    <a:gd name="T81" fmla="*/ 2 h 13"/>
                    <a:gd name="T82" fmla="*/ 2 w 13"/>
                    <a:gd name="T83" fmla="*/ 4 h 13"/>
                    <a:gd name="T84" fmla="*/ 2 w 13"/>
                    <a:gd name="T85" fmla="*/ 4 h 13"/>
                    <a:gd name="T86" fmla="*/ 4 w 13"/>
                    <a:gd name="T87" fmla="*/ 4 h 13"/>
                    <a:gd name="T88" fmla="*/ 4 w 13"/>
                    <a:gd name="T89" fmla="*/ 4 h 13"/>
                    <a:gd name="T90" fmla="*/ 2 w 13"/>
                    <a:gd name="T91" fmla="*/ 4 h 13"/>
                    <a:gd name="T92" fmla="*/ 2 w 13"/>
                    <a:gd name="T93" fmla="*/ 4 h 13"/>
                    <a:gd name="T94" fmla="*/ 2 w 13"/>
                    <a:gd name="T95" fmla="*/ 4 h 13"/>
                    <a:gd name="T96" fmla="*/ 4 w 13"/>
                    <a:gd name="T97" fmla="*/ 4 h 13"/>
                    <a:gd name="T98" fmla="*/ 4 w 13"/>
                    <a:gd name="T99" fmla="*/ 4 h 13"/>
                    <a:gd name="T100" fmla="*/ 6 w 13"/>
                    <a:gd name="T101" fmla="*/ 6 h 13"/>
                    <a:gd name="T102" fmla="*/ 6 w 13"/>
                    <a:gd name="T103" fmla="*/ 4 h 13"/>
                    <a:gd name="T104" fmla="*/ 4 w 13"/>
                    <a:gd name="T105" fmla="*/ 4 h 13"/>
                    <a:gd name="T106" fmla="*/ 4 w 13"/>
                    <a:gd name="T107" fmla="*/ 4 h 13"/>
                    <a:gd name="T108" fmla="*/ 4 w 13"/>
                    <a:gd name="T10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 h="13">
                      <a:moveTo>
                        <a:pt x="4" y="4"/>
                      </a:move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4" y="4"/>
                      </a:lnTo>
                      <a:lnTo>
                        <a:pt x="4" y="2"/>
                      </a:lnTo>
                      <a:lnTo>
                        <a:pt x="4" y="2"/>
                      </a:lnTo>
                      <a:lnTo>
                        <a:pt x="4" y="2"/>
                      </a:lnTo>
                      <a:lnTo>
                        <a:pt x="4" y="4"/>
                      </a:lnTo>
                      <a:lnTo>
                        <a:pt x="4" y="4"/>
                      </a:lnTo>
                      <a:lnTo>
                        <a:pt x="4" y="4"/>
                      </a:lnTo>
                      <a:lnTo>
                        <a:pt x="4" y="2"/>
                      </a:lnTo>
                      <a:lnTo>
                        <a:pt x="4" y="4"/>
                      </a:lnTo>
                      <a:lnTo>
                        <a:pt x="4" y="2"/>
                      </a:lnTo>
                      <a:lnTo>
                        <a:pt x="4" y="2"/>
                      </a:lnTo>
                      <a:lnTo>
                        <a:pt x="4" y="2"/>
                      </a:lnTo>
                      <a:lnTo>
                        <a:pt x="4" y="2"/>
                      </a:lnTo>
                      <a:lnTo>
                        <a:pt x="4" y="2"/>
                      </a:lnTo>
                      <a:lnTo>
                        <a:pt x="4" y="2"/>
                      </a:lnTo>
                      <a:lnTo>
                        <a:pt x="4" y="4"/>
                      </a:lnTo>
                      <a:lnTo>
                        <a:pt x="4" y="4"/>
                      </a:lnTo>
                      <a:lnTo>
                        <a:pt x="4" y="2"/>
                      </a:lnTo>
                      <a:lnTo>
                        <a:pt x="4" y="2"/>
                      </a:lnTo>
                      <a:lnTo>
                        <a:pt x="4" y="2"/>
                      </a:lnTo>
                      <a:lnTo>
                        <a:pt x="4" y="2"/>
                      </a:lnTo>
                      <a:lnTo>
                        <a:pt x="4" y="2"/>
                      </a:lnTo>
                      <a:lnTo>
                        <a:pt x="4" y="2"/>
                      </a:lnTo>
                      <a:lnTo>
                        <a:pt x="4" y="2"/>
                      </a:lnTo>
                      <a:lnTo>
                        <a:pt x="6" y="2"/>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0"/>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0"/>
                      </a:lnTo>
                      <a:lnTo>
                        <a:pt x="4" y="0"/>
                      </a:lnTo>
                      <a:lnTo>
                        <a:pt x="4" y="0"/>
                      </a:lnTo>
                      <a:lnTo>
                        <a:pt x="4" y="0"/>
                      </a:lnTo>
                      <a:lnTo>
                        <a:pt x="4" y="0"/>
                      </a:lnTo>
                      <a:lnTo>
                        <a:pt x="4" y="0"/>
                      </a:lnTo>
                      <a:lnTo>
                        <a:pt x="4" y="0"/>
                      </a:lnTo>
                      <a:lnTo>
                        <a:pt x="4"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6" y="0"/>
                      </a:lnTo>
                      <a:lnTo>
                        <a:pt x="6" y="0"/>
                      </a:lnTo>
                      <a:lnTo>
                        <a:pt x="6" y="0"/>
                      </a:lnTo>
                      <a:lnTo>
                        <a:pt x="8" y="0"/>
                      </a:lnTo>
                      <a:lnTo>
                        <a:pt x="9" y="2"/>
                      </a:lnTo>
                      <a:lnTo>
                        <a:pt x="9" y="2"/>
                      </a:lnTo>
                      <a:lnTo>
                        <a:pt x="9" y="2"/>
                      </a:lnTo>
                      <a:lnTo>
                        <a:pt x="9" y="2"/>
                      </a:lnTo>
                      <a:lnTo>
                        <a:pt x="9" y="2"/>
                      </a:lnTo>
                      <a:lnTo>
                        <a:pt x="9" y="2"/>
                      </a:lnTo>
                      <a:lnTo>
                        <a:pt x="8" y="2"/>
                      </a:lnTo>
                      <a:lnTo>
                        <a:pt x="8" y="2"/>
                      </a:lnTo>
                      <a:lnTo>
                        <a:pt x="8" y="0"/>
                      </a:lnTo>
                      <a:lnTo>
                        <a:pt x="8" y="0"/>
                      </a:lnTo>
                      <a:lnTo>
                        <a:pt x="6" y="0"/>
                      </a:lnTo>
                      <a:lnTo>
                        <a:pt x="6" y="0"/>
                      </a:lnTo>
                      <a:lnTo>
                        <a:pt x="8" y="0"/>
                      </a:lnTo>
                      <a:lnTo>
                        <a:pt x="8" y="0"/>
                      </a:lnTo>
                      <a:lnTo>
                        <a:pt x="9" y="2"/>
                      </a:lnTo>
                      <a:lnTo>
                        <a:pt x="9" y="2"/>
                      </a:lnTo>
                      <a:lnTo>
                        <a:pt x="9" y="2"/>
                      </a:lnTo>
                      <a:lnTo>
                        <a:pt x="9" y="4"/>
                      </a:lnTo>
                      <a:lnTo>
                        <a:pt x="11" y="4"/>
                      </a:lnTo>
                      <a:lnTo>
                        <a:pt x="11" y="6"/>
                      </a:lnTo>
                      <a:lnTo>
                        <a:pt x="11" y="6"/>
                      </a:lnTo>
                      <a:lnTo>
                        <a:pt x="11" y="6"/>
                      </a:lnTo>
                      <a:lnTo>
                        <a:pt x="11" y="6"/>
                      </a:lnTo>
                      <a:lnTo>
                        <a:pt x="11" y="6"/>
                      </a:lnTo>
                      <a:lnTo>
                        <a:pt x="11" y="6"/>
                      </a:lnTo>
                      <a:lnTo>
                        <a:pt x="11" y="6"/>
                      </a:lnTo>
                      <a:lnTo>
                        <a:pt x="11" y="6"/>
                      </a:lnTo>
                      <a:lnTo>
                        <a:pt x="11" y="6"/>
                      </a:lnTo>
                      <a:lnTo>
                        <a:pt x="11" y="6"/>
                      </a:lnTo>
                      <a:lnTo>
                        <a:pt x="11" y="6"/>
                      </a:lnTo>
                      <a:lnTo>
                        <a:pt x="13" y="6"/>
                      </a:lnTo>
                      <a:lnTo>
                        <a:pt x="11" y="6"/>
                      </a:lnTo>
                      <a:lnTo>
                        <a:pt x="13" y="6"/>
                      </a:lnTo>
                      <a:lnTo>
                        <a:pt x="13" y="7"/>
                      </a:lnTo>
                      <a:lnTo>
                        <a:pt x="13" y="7"/>
                      </a:lnTo>
                      <a:lnTo>
                        <a:pt x="13" y="7"/>
                      </a:lnTo>
                      <a:lnTo>
                        <a:pt x="11" y="9"/>
                      </a:lnTo>
                      <a:lnTo>
                        <a:pt x="11" y="9"/>
                      </a:lnTo>
                      <a:lnTo>
                        <a:pt x="11" y="9"/>
                      </a:lnTo>
                      <a:lnTo>
                        <a:pt x="11" y="9"/>
                      </a:lnTo>
                      <a:lnTo>
                        <a:pt x="11" y="11"/>
                      </a:lnTo>
                      <a:lnTo>
                        <a:pt x="11" y="11"/>
                      </a:lnTo>
                      <a:lnTo>
                        <a:pt x="9" y="11"/>
                      </a:lnTo>
                      <a:lnTo>
                        <a:pt x="9" y="11"/>
                      </a:lnTo>
                      <a:lnTo>
                        <a:pt x="8" y="13"/>
                      </a:lnTo>
                      <a:lnTo>
                        <a:pt x="8" y="13"/>
                      </a:lnTo>
                      <a:lnTo>
                        <a:pt x="8" y="13"/>
                      </a:lnTo>
                      <a:lnTo>
                        <a:pt x="8" y="13"/>
                      </a:lnTo>
                      <a:lnTo>
                        <a:pt x="6" y="13"/>
                      </a:lnTo>
                      <a:lnTo>
                        <a:pt x="6" y="13"/>
                      </a:lnTo>
                      <a:lnTo>
                        <a:pt x="6" y="13"/>
                      </a:lnTo>
                      <a:lnTo>
                        <a:pt x="6" y="13"/>
                      </a:lnTo>
                      <a:lnTo>
                        <a:pt x="6" y="13"/>
                      </a:lnTo>
                      <a:lnTo>
                        <a:pt x="6" y="13"/>
                      </a:lnTo>
                      <a:lnTo>
                        <a:pt x="4" y="13"/>
                      </a:lnTo>
                      <a:lnTo>
                        <a:pt x="4" y="13"/>
                      </a:lnTo>
                      <a:lnTo>
                        <a:pt x="4" y="11"/>
                      </a:lnTo>
                      <a:lnTo>
                        <a:pt x="4" y="11"/>
                      </a:lnTo>
                      <a:lnTo>
                        <a:pt x="4" y="9"/>
                      </a:lnTo>
                      <a:lnTo>
                        <a:pt x="4" y="9"/>
                      </a:lnTo>
                      <a:lnTo>
                        <a:pt x="4" y="9"/>
                      </a:lnTo>
                      <a:lnTo>
                        <a:pt x="4" y="9"/>
                      </a:lnTo>
                      <a:lnTo>
                        <a:pt x="4" y="9"/>
                      </a:lnTo>
                      <a:lnTo>
                        <a:pt x="2" y="9"/>
                      </a:lnTo>
                      <a:lnTo>
                        <a:pt x="2" y="9"/>
                      </a:lnTo>
                      <a:lnTo>
                        <a:pt x="2" y="7"/>
                      </a:lnTo>
                      <a:lnTo>
                        <a:pt x="2" y="7"/>
                      </a:lnTo>
                      <a:lnTo>
                        <a:pt x="2" y="7"/>
                      </a:lnTo>
                      <a:lnTo>
                        <a:pt x="2" y="7"/>
                      </a:lnTo>
                      <a:lnTo>
                        <a:pt x="2" y="7"/>
                      </a:lnTo>
                      <a:lnTo>
                        <a:pt x="2" y="7"/>
                      </a:lnTo>
                      <a:lnTo>
                        <a:pt x="2" y="7"/>
                      </a:lnTo>
                      <a:lnTo>
                        <a:pt x="2" y="7"/>
                      </a:lnTo>
                      <a:lnTo>
                        <a:pt x="2" y="7"/>
                      </a:lnTo>
                      <a:lnTo>
                        <a:pt x="2" y="7"/>
                      </a:lnTo>
                      <a:lnTo>
                        <a:pt x="2" y="7"/>
                      </a:lnTo>
                      <a:lnTo>
                        <a:pt x="2" y="7"/>
                      </a:lnTo>
                      <a:lnTo>
                        <a:pt x="2" y="7"/>
                      </a:lnTo>
                      <a:lnTo>
                        <a:pt x="0" y="7"/>
                      </a:lnTo>
                      <a:lnTo>
                        <a:pt x="0" y="6"/>
                      </a:lnTo>
                      <a:lnTo>
                        <a:pt x="2" y="6"/>
                      </a:lnTo>
                      <a:lnTo>
                        <a:pt x="2" y="6"/>
                      </a:lnTo>
                      <a:lnTo>
                        <a:pt x="0" y="6"/>
                      </a:lnTo>
                      <a:lnTo>
                        <a:pt x="0"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4"/>
                      </a:lnTo>
                      <a:lnTo>
                        <a:pt x="0" y="6"/>
                      </a:lnTo>
                      <a:lnTo>
                        <a:pt x="0" y="4"/>
                      </a:lnTo>
                      <a:lnTo>
                        <a:pt x="0" y="4"/>
                      </a:lnTo>
                      <a:lnTo>
                        <a:pt x="0" y="4"/>
                      </a:lnTo>
                      <a:lnTo>
                        <a:pt x="0" y="4"/>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2"/>
                      </a:lnTo>
                      <a:lnTo>
                        <a:pt x="0" y="2"/>
                      </a:lnTo>
                      <a:lnTo>
                        <a:pt x="0" y="4"/>
                      </a:lnTo>
                      <a:lnTo>
                        <a:pt x="0" y="4"/>
                      </a:lnTo>
                      <a:lnTo>
                        <a:pt x="0" y="4"/>
                      </a:lnTo>
                      <a:lnTo>
                        <a:pt x="0" y="4"/>
                      </a:lnTo>
                      <a:lnTo>
                        <a:pt x="0"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6" y="4"/>
                      </a:lnTo>
                      <a:lnTo>
                        <a:pt x="4" y="4"/>
                      </a:lnTo>
                      <a:lnTo>
                        <a:pt x="6" y="6"/>
                      </a:lnTo>
                      <a:lnTo>
                        <a:pt x="6" y="6"/>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6" y="4"/>
                      </a:lnTo>
                      <a:lnTo>
                        <a:pt x="4" y="4"/>
                      </a:lnTo>
                      <a:lnTo>
                        <a:pt x="6" y="4"/>
                      </a:lnTo>
                      <a:lnTo>
                        <a:pt x="4" y="4"/>
                      </a:lnTo>
                      <a:lnTo>
                        <a:pt x="4" y="4"/>
                      </a:lnTo>
                      <a:lnTo>
                        <a:pt x="4" y="4"/>
                      </a:lnTo>
                      <a:lnTo>
                        <a:pt x="4" y="4"/>
                      </a:lnTo>
                      <a:lnTo>
                        <a:pt x="4" y="4"/>
                      </a:lnTo>
                      <a:lnTo>
                        <a:pt x="4" y="4"/>
                      </a:lnTo>
                      <a:lnTo>
                        <a:pt x="4" y="4"/>
                      </a:lnTo>
                      <a:lnTo>
                        <a:pt x="4" y="4"/>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3" name="Freeform 58">
                  <a:extLst>
                    <a:ext uri="{FF2B5EF4-FFF2-40B4-BE49-F238E27FC236}">
                      <a16:creationId xmlns:a16="http://schemas.microsoft.com/office/drawing/2014/main" id="{76E42ADC-DC45-292F-2679-019045701A10}"/>
                    </a:ext>
                  </a:extLst>
                </p:cNvPr>
                <p:cNvSpPr>
                  <a:spLocks/>
                </p:cNvSpPr>
                <p:nvPr/>
              </p:nvSpPr>
              <p:spPr bwMode="auto">
                <a:xfrm>
                  <a:off x="2162696" y="3104410"/>
                  <a:ext cx="122891" cy="101204"/>
                </a:xfrm>
                <a:custGeom>
                  <a:avLst/>
                  <a:gdLst>
                    <a:gd name="T0" fmla="*/ 57 w 68"/>
                    <a:gd name="T1" fmla="*/ 38 h 56"/>
                    <a:gd name="T2" fmla="*/ 59 w 68"/>
                    <a:gd name="T3" fmla="*/ 42 h 56"/>
                    <a:gd name="T4" fmla="*/ 62 w 68"/>
                    <a:gd name="T5" fmla="*/ 45 h 56"/>
                    <a:gd name="T6" fmla="*/ 66 w 68"/>
                    <a:gd name="T7" fmla="*/ 49 h 56"/>
                    <a:gd name="T8" fmla="*/ 66 w 68"/>
                    <a:gd name="T9" fmla="*/ 54 h 56"/>
                    <a:gd name="T10" fmla="*/ 66 w 68"/>
                    <a:gd name="T11" fmla="*/ 56 h 56"/>
                    <a:gd name="T12" fmla="*/ 51 w 68"/>
                    <a:gd name="T13" fmla="*/ 56 h 56"/>
                    <a:gd name="T14" fmla="*/ 39 w 68"/>
                    <a:gd name="T15" fmla="*/ 54 h 56"/>
                    <a:gd name="T16" fmla="*/ 37 w 68"/>
                    <a:gd name="T17" fmla="*/ 51 h 56"/>
                    <a:gd name="T18" fmla="*/ 37 w 68"/>
                    <a:gd name="T19" fmla="*/ 45 h 56"/>
                    <a:gd name="T20" fmla="*/ 30 w 68"/>
                    <a:gd name="T21" fmla="*/ 40 h 56"/>
                    <a:gd name="T22" fmla="*/ 20 w 68"/>
                    <a:gd name="T23" fmla="*/ 38 h 56"/>
                    <a:gd name="T24" fmla="*/ 13 w 68"/>
                    <a:gd name="T25" fmla="*/ 38 h 56"/>
                    <a:gd name="T26" fmla="*/ 6 w 68"/>
                    <a:gd name="T27" fmla="*/ 36 h 56"/>
                    <a:gd name="T28" fmla="*/ 0 w 68"/>
                    <a:gd name="T29" fmla="*/ 36 h 56"/>
                    <a:gd name="T30" fmla="*/ 4 w 68"/>
                    <a:gd name="T31" fmla="*/ 32 h 56"/>
                    <a:gd name="T32" fmla="*/ 9 w 68"/>
                    <a:gd name="T33" fmla="*/ 27 h 56"/>
                    <a:gd name="T34" fmla="*/ 11 w 68"/>
                    <a:gd name="T35" fmla="*/ 23 h 56"/>
                    <a:gd name="T36" fmla="*/ 13 w 68"/>
                    <a:gd name="T37" fmla="*/ 20 h 56"/>
                    <a:gd name="T38" fmla="*/ 19 w 68"/>
                    <a:gd name="T39" fmla="*/ 11 h 56"/>
                    <a:gd name="T40" fmla="*/ 20 w 68"/>
                    <a:gd name="T41" fmla="*/ 5 h 56"/>
                    <a:gd name="T42" fmla="*/ 26 w 68"/>
                    <a:gd name="T43" fmla="*/ 1 h 56"/>
                    <a:gd name="T44" fmla="*/ 35 w 68"/>
                    <a:gd name="T45" fmla="*/ 0 h 56"/>
                    <a:gd name="T46" fmla="*/ 44 w 68"/>
                    <a:gd name="T47" fmla="*/ 1 h 56"/>
                    <a:gd name="T48" fmla="*/ 51 w 68"/>
                    <a:gd name="T49" fmla="*/ 3 h 56"/>
                    <a:gd name="T50" fmla="*/ 53 w 68"/>
                    <a:gd name="T51" fmla="*/ 7 h 56"/>
                    <a:gd name="T52" fmla="*/ 53 w 68"/>
                    <a:gd name="T53" fmla="*/ 9 h 56"/>
                    <a:gd name="T54" fmla="*/ 55 w 68"/>
                    <a:gd name="T55" fmla="*/ 12 h 56"/>
                    <a:gd name="T56" fmla="*/ 57 w 68"/>
                    <a:gd name="T57" fmla="*/ 18 h 56"/>
                    <a:gd name="T58" fmla="*/ 59 w 68"/>
                    <a:gd name="T59" fmla="*/ 21 h 56"/>
                    <a:gd name="T60" fmla="*/ 55 w 68"/>
                    <a:gd name="T61" fmla="*/ 20 h 56"/>
                    <a:gd name="T62" fmla="*/ 50 w 68"/>
                    <a:gd name="T63" fmla="*/ 20 h 56"/>
                    <a:gd name="T64" fmla="*/ 46 w 68"/>
                    <a:gd name="T65" fmla="*/ 21 h 56"/>
                    <a:gd name="T66" fmla="*/ 44 w 68"/>
                    <a:gd name="T67" fmla="*/ 25 h 56"/>
                    <a:gd name="T68" fmla="*/ 40 w 68"/>
                    <a:gd name="T69" fmla="*/ 27 h 56"/>
                    <a:gd name="T70" fmla="*/ 44 w 68"/>
                    <a:gd name="T71" fmla="*/ 25 h 56"/>
                    <a:gd name="T72" fmla="*/ 44 w 68"/>
                    <a:gd name="T73" fmla="*/ 27 h 56"/>
                    <a:gd name="T74" fmla="*/ 46 w 68"/>
                    <a:gd name="T75" fmla="*/ 25 h 56"/>
                    <a:gd name="T76" fmla="*/ 48 w 68"/>
                    <a:gd name="T77" fmla="*/ 27 h 56"/>
                    <a:gd name="T78" fmla="*/ 50 w 68"/>
                    <a:gd name="T79" fmla="*/ 27 h 56"/>
                    <a:gd name="T80" fmla="*/ 53 w 68"/>
                    <a:gd name="T81" fmla="*/ 27 h 56"/>
                    <a:gd name="T82" fmla="*/ 55 w 68"/>
                    <a:gd name="T83" fmla="*/ 31 h 56"/>
                    <a:gd name="T84" fmla="*/ 57 w 68"/>
                    <a:gd name="T85" fmla="*/ 34 h 56"/>
                    <a:gd name="T86" fmla="*/ 57 w 68"/>
                    <a:gd name="T87"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 h="56">
                      <a:moveTo>
                        <a:pt x="57" y="38"/>
                      </a:moveTo>
                      <a:lnTo>
                        <a:pt x="59" y="38"/>
                      </a:lnTo>
                      <a:lnTo>
                        <a:pt x="57" y="38"/>
                      </a:lnTo>
                      <a:lnTo>
                        <a:pt x="57" y="40"/>
                      </a:lnTo>
                      <a:lnTo>
                        <a:pt x="59" y="40"/>
                      </a:lnTo>
                      <a:lnTo>
                        <a:pt x="59" y="42"/>
                      </a:lnTo>
                      <a:lnTo>
                        <a:pt x="61" y="43"/>
                      </a:lnTo>
                      <a:lnTo>
                        <a:pt x="62" y="43"/>
                      </a:lnTo>
                      <a:lnTo>
                        <a:pt x="62" y="45"/>
                      </a:lnTo>
                      <a:lnTo>
                        <a:pt x="62" y="47"/>
                      </a:lnTo>
                      <a:lnTo>
                        <a:pt x="64" y="49"/>
                      </a:lnTo>
                      <a:lnTo>
                        <a:pt x="66" y="49"/>
                      </a:lnTo>
                      <a:lnTo>
                        <a:pt x="66" y="51"/>
                      </a:lnTo>
                      <a:lnTo>
                        <a:pt x="66" y="53"/>
                      </a:lnTo>
                      <a:lnTo>
                        <a:pt x="66" y="54"/>
                      </a:lnTo>
                      <a:lnTo>
                        <a:pt x="66" y="53"/>
                      </a:lnTo>
                      <a:lnTo>
                        <a:pt x="66" y="54"/>
                      </a:lnTo>
                      <a:lnTo>
                        <a:pt x="66" y="56"/>
                      </a:lnTo>
                      <a:lnTo>
                        <a:pt x="68" y="56"/>
                      </a:lnTo>
                      <a:lnTo>
                        <a:pt x="57" y="56"/>
                      </a:lnTo>
                      <a:lnTo>
                        <a:pt x="51" y="56"/>
                      </a:lnTo>
                      <a:lnTo>
                        <a:pt x="48" y="56"/>
                      </a:lnTo>
                      <a:lnTo>
                        <a:pt x="40" y="56"/>
                      </a:lnTo>
                      <a:lnTo>
                        <a:pt x="39" y="54"/>
                      </a:lnTo>
                      <a:lnTo>
                        <a:pt x="39" y="53"/>
                      </a:lnTo>
                      <a:lnTo>
                        <a:pt x="37" y="53"/>
                      </a:lnTo>
                      <a:lnTo>
                        <a:pt x="37" y="51"/>
                      </a:lnTo>
                      <a:lnTo>
                        <a:pt x="37" y="49"/>
                      </a:lnTo>
                      <a:lnTo>
                        <a:pt x="37" y="47"/>
                      </a:lnTo>
                      <a:lnTo>
                        <a:pt x="37" y="45"/>
                      </a:lnTo>
                      <a:lnTo>
                        <a:pt x="35" y="43"/>
                      </a:lnTo>
                      <a:lnTo>
                        <a:pt x="33" y="40"/>
                      </a:lnTo>
                      <a:lnTo>
                        <a:pt x="30" y="40"/>
                      </a:lnTo>
                      <a:lnTo>
                        <a:pt x="24" y="38"/>
                      </a:lnTo>
                      <a:lnTo>
                        <a:pt x="22" y="38"/>
                      </a:lnTo>
                      <a:lnTo>
                        <a:pt x="20" y="38"/>
                      </a:lnTo>
                      <a:lnTo>
                        <a:pt x="17" y="38"/>
                      </a:lnTo>
                      <a:lnTo>
                        <a:pt x="15" y="38"/>
                      </a:lnTo>
                      <a:lnTo>
                        <a:pt x="13" y="38"/>
                      </a:lnTo>
                      <a:lnTo>
                        <a:pt x="11" y="38"/>
                      </a:lnTo>
                      <a:lnTo>
                        <a:pt x="9" y="36"/>
                      </a:lnTo>
                      <a:lnTo>
                        <a:pt x="6" y="36"/>
                      </a:lnTo>
                      <a:lnTo>
                        <a:pt x="4" y="36"/>
                      </a:lnTo>
                      <a:lnTo>
                        <a:pt x="2" y="36"/>
                      </a:lnTo>
                      <a:lnTo>
                        <a:pt x="0" y="36"/>
                      </a:lnTo>
                      <a:lnTo>
                        <a:pt x="0" y="34"/>
                      </a:lnTo>
                      <a:lnTo>
                        <a:pt x="2" y="32"/>
                      </a:lnTo>
                      <a:lnTo>
                        <a:pt x="4" y="32"/>
                      </a:lnTo>
                      <a:lnTo>
                        <a:pt x="6" y="31"/>
                      </a:lnTo>
                      <a:lnTo>
                        <a:pt x="8" y="27"/>
                      </a:lnTo>
                      <a:lnTo>
                        <a:pt x="9" y="27"/>
                      </a:lnTo>
                      <a:lnTo>
                        <a:pt x="9" y="25"/>
                      </a:lnTo>
                      <a:lnTo>
                        <a:pt x="11" y="25"/>
                      </a:lnTo>
                      <a:lnTo>
                        <a:pt x="11" y="23"/>
                      </a:lnTo>
                      <a:lnTo>
                        <a:pt x="11" y="21"/>
                      </a:lnTo>
                      <a:lnTo>
                        <a:pt x="13" y="21"/>
                      </a:lnTo>
                      <a:lnTo>
                        <a:pt x="13" y="20"/>
                      </a:lnTo>
                      <a:lnTo>
                        <a:pt x="15" y="18"/>
                      </a:lnTo>
                      <a:lnTo>
                        <a:pt x="17" y="14"/>
                      </a:lnTo>
                      <a:lnTo>
                        <a:pt x="19" y="11"/>
                      </a:lnTo>
                      <a:lnTo>
                        <a:pt x="19" y="9"/>
                      </a:lnTo>
                      <a:lnTo>
                        <a:pt x="20" y="7"/>
                      </a:lnTo>
                      <a:lnTo>
                        <a:pt x="20" y="5"/>
                      </a:lnTo>
                      <a:lnTo>
                        <a:pt x="22" y="3"/>
                      </a:lnTo>
                      <a:lnTo>
                        <a:pt x="24" y="1"/>
                      </a:lnTo>
                      <a:lnTo>
                        <a:pt x="26" y="1"/>
                      </a:lnTo>
                      <a:lnTo>
                        <a:pt x="28" y="1"/>
                      </a:lnTo>
                      <a:lnTo>
                        <a:pt x="30" y="0"/>
                      </a:lnTo>
                      <a:lnTo>
                        <a:pt x="35" y="0"/>
                      </a:lnTo>
                      <a:lnTo>
                        <a:pt x="37" y="0"/>
                      </a:lnTo>
                      <a:lnTo>
                        <a:pt x="40" y="0"/>
                      </a:lnTo>
                      <a:lnTo>
                        <a:pt x="44" y="1"/>
                      </a:lnTo>
                      <a:lnTo>
                        <a:pt x="48" y="3"/>
                      </a:lnTo>
                      <a:lnTo>
                        <a:pt x="50" y="3"/>
                      </a:lnTo>
                      <a:lnTo>
                        <a:pt x="51" y="3"/>
                      </a:lnTo>
                      <a:lnTo>
                        <a:pt x="51" y="5"/>
                      </a:lnTo>
                      <a:lnTo>
                        <a:pt x="53" y="5"/>
                      </a:lnTo>
                      <a:lnTo>
                        <a:pt x="53" y="7"/>
                      </a:lnTo>
                      <a:lnTo>
                        <a:pt x="51" y="7"/>
                      </a:lnTo>
                      <a:lnTo>
                        <a:pt x="51" y="9"/>
                      </a:lnTo>
                      <a:lnTo>
                        <a:pt x="53" y="9"/>
                      </a:lnTo>
                      <a:lnTo>
                        <a:pt x="53" y="11"/>
                      </a:lnTo>
                      <a:lnTo>
                        <a:pt x="53" y="12"/>
                      </a:lnTo>
                      <a:lnTo>
                        <a:pt x="55" y="12"/>
                      </a:lnTo>
                      <a:lnTo>
                        <a:pt x="55" y="14"/>
                      </a:lnTo>
                      <a:lnTo>
                        <a:pt x="57" y="16"/>
                      </a:lnTo>
                      <a:lnTo>
                        <a:pt x="57" y="18"/>
                      </a:lnTo>
                      <a:lnTo>
                        <a:pt x="59" y="18"/>
                      </a:lnTo>
                      <a:lnTo>
                        <a:pt x="59" y="20"/>
                      </a:lnTo>
                      <a:lnTo>
                        <a:pt x="59" y="21"/>
                      </a:lnTo>
                      <a:lnTo>
                        <a:pt x="57" y="21"/>
                      </a:lnTo>
                      <a:lnTo>
                        <a:pt x="57" y="20"/>
                      </a:lnTo>
                      <a:lnTo>
                        <a:pt x="55" y="20"/>
                      </a:lnTo>
                      <a:lnTo>
                        <a:pt x="53" y="20"/>
                      </a:lnTo>
                      <a:lnTo>
                        <a:pt x="51" y="20"/>
                      </a:lnTo>
                      <a:lnTo>
                        <a:pt x="50" y="20"/>
                      </a:lnTo>
                      <a:lnTo>
                        <a:pt x="48" y="20"/>
                      </a:lnTo>
                      <a:lnTo>
                        <a:pt x="48" y="21"/>
                      </a:lnTo>
                      <a:lnTo>
                        <a:pt x="46" y="21"/>
                      </a:lnTo>
                      <a:lnTo>
                        <a:pt x="46" y="23"/>
                      </a:lnTo>
                      <a:lnTo>
                        <a:pt x="44" y="23"/>
                      </a:lnTo>
                      <a:lnTo>
                        <a:pt x="44" y="25"/>
                      </a:lnTo>
                      <a:lnTo>
                        <a:pt x="42" y="25"/>
                      </a:lnTo>
                      <a:lnTo>
                        <a:pt x="40" y="25"/>
                      </a:lnTo>
                      <a:lnTo>
                        <a:pt x="40" y="27"/>
                      </a:lnTo>
                      <a:lnTo>
                        <a:pt x="42" y="27"/>
                      </a:lnTo>
                      <a:lnTo>
                        <a:pt x="42" y="25"/>
                      </a:lnTo>
                      <a:lnTo>
                        <a:pt x="44" y="25"/>
                      </a:lnTo>
                      <a:lnTo>
                        <a:pt x="44" y="27"/>
                      </a:lnTo>
                      <a:lnTo>
                        <a:pt x="44" y="25"/>
                      </a:lnTo>
                      <a:lnTo>
                        <a:pt x="44" y="27"/>
                      </a:lnTo>
                      <a:lnTo>
                        <a:pt x="44" y="25"/>
                      </a:lnTo>
                      <a:lnTo>
                        <a:pt x="44" y="27"/>
                      </a:lnTo>
                      <a:lnTo>
                        <a:pt x="46" y="25"/>
                      </a:lnTo>
                      <a:lnTo>
                        <a:pt x="46" y="27"/>
                      </a:lnTo>
                      <a:lnTo>
                        <a:pt x="46" y="29"/>
                      </a:lnTo>
                      <a:lnTo>
                        <a:pt x="48" y="27"/>
                      </a:lnTo>
                      <a:lnTo>
                        <a:pt x="50" y="27"/>
                      </a:lnTo>
                      <a:lnTo>
                        <a:pt x="48" y="27"/>
                      </a:lnTo>
                      <a:lnTo>
                        <a:pt x="50" y="27"/>
                      </a:lnTo>
                      <a:lnTo>
                        <a:pt x="51" y="25"/>
                      </a:lnTo>
                      <a:lnTo>
                        <a:pt x="51" y="27"/>
                      </a:lnTo>
                      <a:lnTo>
                        <a:pt x="53" y="27"/>
                      </a:lnTo>
                      <a:lnTo>
                        <a:pt x="55" y="27"/>
                      </a:lnTo>
                      <a:lnTo>
                        <a:pt x="55" y="29"/>
                      </a:lnTo>
                      <a:lnTo>
                        <a:pt x="55" y="31"/>
                      </a:lnTo>
                      <a:lnTo>
                        <a:pt x="55" y="32"/>
                      </a:lnTo>
                      <a:lnTo>
                        <a:pt x="57" y="32"/>
                      </a:lnTo>
                      <a:lnTo>
                        <a:pt x="57" y="34"/>
                      </a:lnTo>
                      <a:lnTo>
                        <a:pt x="57" y="36"/>
                      </a:lnTo>
                      <a:lnTo>
                        <a:pt x="57" y="38"/>
                      </a:lnTo>
                      <a:lnTo>
                        <a:pt x="57" y="36"/>
                      </a:lnTo>
                      <a:lnTo>
                        <a:pt x="57" y="38"/>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4" name="Freeform 59">
                  <a:extLst>
                    <a:ext uri="{FF2B5EF4-FFF2-40B4-BE49-F238E27FC236}">
                      <a16:creationId xmlns:a16="http://schemas.microsoft.com/office/drawing/2014/main" id="{7FCB5BA9-A3C4-16C6-0A6C-4AB7CFBA489D}"/>
                    </a:ext>
                  </a:extLst>
                </p:cNvPr>
                <p:cNvSpPr>
                  <a:spLocks noEditPoints="1"/>
                </p:cNvSpPr>
                <p:nvPr/>
              </p:nvSpPr>
              <p:spPr bwMode="auto">
                <a:xfrm>
                  <a:off x="2245828" y="3109831"/>
                  <a:ext cx="36144" cy="39759"/>
                </a:xfrm>
                <a:custGeom>
                  <a:avLst/>
                  <a:gdLst>
                    <a:gd name="T0" fmla="*/ 2 w 20"/>
                    <a:gd name="T1" fmla="*/ 22 h 22"/>
                    <a:gd name="T2" fmla="*/ 0 w 20"/>
                    <a:gd name="T3" fmla="*/ 22 h 22"/>
                    <a:gd name="T4" fmla="*/ 2 w 20"/>
                    <a:gd name="T5" fmla="*/ 22 h 22"/>
                    <a:gd name="T6" fmla="*/ 2 w 20"/>
                    <a:gd name="T7" fmla="*/ 22 h 22"/>
                    <a:gd name="T8" fmla="*/ 16 w 20"/>
                    <a:gd name="T9" fmla="*/ 20 h 22"/>
                    <a:gd name="T10" fmla="*/ 16 w 20"/>
                    <a:gd name="T11" fmla="*/ 20 h 22"/>
                    <a:gd name="T12" fmla="*/ 18 w 20"/>
                    <a:gd name="T13" fmla="*/ 20 h 22"/>
                    <a:gd name="T14" fmla="*/ 18 w 20"/>
                    <a:gd name="T15" fmla="*/ 20 h 22"/>
                    <a:gd name="T16" fmla="*/ 18 w 20"/>
                    <a:gd name="T17" fmla="*/ 20 h 22"/>
                    <a:gd name="T18" fmla="*/ 20 w 20"/>
                    <a:gd name="T19" fmla="*/ 22 h 22"/>
                    <a:gd name="T20" fmla="*/ 20 w 20"/>
                    <a:gd name="T21" fmla="*/ 22 h 22"/>
                    <a:gd name="T22" fmla="*/ 20 w 20"/>
                    <a:gd name="T23" fmla="*/ 22 h 22"/>
                    <a:gd name="T24" fmla="*/ 20 w 20"/>
                    <a:gd name="T25" fmla="*/ 22 h 22"/>
                    <a:gd name="T26" fmla="*/ 18 w 20"/>
                    <a:gd name="T27" fmla="*/ 22 h 22"/>
                    <a:gd name="T28" fmla="*/ 18 w 20"/>
                    <a:gd name="T29" fmla="*/ 22 h 22"/>
                    <a:gd name="T30" fmla="*/ 18 w 20"/>
                    <a:gd name="T31" fmla="*/ 20 h 22"/>
                    <a:gd name="T32" fmla="*/ 16 w 20"/>
                    <a:gd name="T33" fmla="*/ 20 h 22"/>
                    <a:gd name="T34" fmla="*/ 15 w 20"/>
                    <a:gd name="T35" fmla="*/ 20 h 22"/>
                    <a:gd name="T36" fmla="*/ 16 w 20"/>
                    <a:gd name="T37" fmla="*/ 20 h 22"/>
                    <a:gd name="T38" fmla="*/ 16 w 20"/>
                    <a:gd name="T39" fmla="*/ 20 h 22"/>
                    <a:gd name="T40" fmla="*/ 16 w 20"/>
                    <a:gd name="T41" fmla="*/ 18 h 22"/>
                    <a:gd name="T42" fmla="*/ 9 w 20"/>
                    <a:gd name="T43" fmla="*/ 9 h 22"/>
                    <a:gd name="T44" fmla="*/ 9 w 20"/>
                    <a:gd name="T45" fmla="*/ 9 h 22"/>
                    <a:gd name="T46" fmla="*/ 9 w 20"/>
                    <a:gd name="T47" fmla="*/ 9 h 22"/>
                    <a:gd name="T48" fmla="*/ 7 w 20"/>
                    <a:gd name="T49" fmla="*/ 9 h 22"/>
                    <a:gd name="T50" fmla="*/ 7 w 20"/>
                    <a:gd name="T51" fmla="*/ 8 h 22"/>
                    <a:gd name="T52" fmla="*/ 7 w 20"/>
                    <a:gd name="T53" fmla="*/ 8 h 22"/>
                    <a:gd name="T54" fmla="*/ 7 w 20"/>
                    <a:gd name="T55" fmla="*/ 8 h 22"/>
                    <a:gd name="T56" fmla="*/ 7 w 20"/>
                    <a:gd name="T57" fmla="*/ 8 h 22"/>
                    <a:gd name="T58" fmla="*/ 7 w 20"/>
                    <a:gd name="T59" fmla="*/ 8 h 22"/>
                    <a:gd name="T60" fmla="*/ 7 w 20"/>
                    <a:gd name="T61" fmla="*/ 8 h 22"/>
                    <a:gd name="T62" fmla="*/ 9 w 20"/>
                    <a:gd name="T63" fmla="*/ 8 h 22"/>
                    <a:gd name="T64" fmla="*/ 7 w 20"/>
                    <a:gd name="T65" fmla="*/ 8 h 22"/>
                    <a:gd name="T66" fmla="*/ 7 w 20"/>
                    <a:gd name="T67" fmla="*/ 6 h 22"/>
                    <a:gd name="T68" fmla="*/ 9 w 20"/>
                    <a:gd name="T69" fmla="*/ 4 h 22"/>
                    <a:gd name="T70" fmla="*/ 9 w 20"/>
                    <a:gd name="T71" fmla="*/ 6 h 22"/>
                    <a:gd name="T72" fmla="*/ 9 w 20"/>
                    <a:gd name="T73" fmla="*/ 6 h 22"/>
                    <a:gd name="T74" fmla="*/ 9 w 20"/>
                    <a:gd name="T75" fmla="*/ 6 h 22"/>
                    <a:gd name="T76" fmla="*/ 9 w 20"/>
                    <a:gd name="T77" fmla="*/ 6 h 22"/>
                    <a:gd name="T78" fmla="*/ 7 w 20"/>
                    <a:gd name="T79" fmla="*/ 4 h 22"/>
                    <a:gd name="T80" fmla="*/ 7 w 20"/>
                    <a:gd name="T81" fmla="*/ 4 h 22"/>
                    <a:gd name="T82" fmla="*/ 7 w 20"/>
                    <a:gd name="T83" fmla="*/ 4 h 22"/>
                    <a:gd name="T84" fmla="*/ 7 w 20"/>
                    <a:gd name="T85" fmla="*/ 4 h 22"/>
                    <a:gd name="T86" fmla="*/ 11 w 20"/>
                    <a:gd name="T87" fmla="*/ 2 h 22"/>
                    <a:gd name="T88" fmla="*/ 11 w 20"/>
                    <a:gd name="T89" fmla="*/ 4 h 22"/>
                    <a:gd name="T90" fmla="*/ 11 w 20"/>
                    <a:gd name="T91" fmla="*/ 4 h 22"/>
                    <a:gd name="T92" fmla="*/ 9 w 20"/>
                    <a:gd name="T93" fmla="*/ 4 h 22"/>
                    <a:gd name="T94" fmla="*/ 9 w 20"/>
                    <a:gd name="T95" fmla="*/ 4 h 22"/>
                    <a:gd name="T96" fmla="*/ 7 w 20"/>
                    <a:gd name="T97" fmla="*/ 4 h 22"/>
                    <a:gd name="T98" fmla="*/ 7 w 20"/>
                    <a:gd name="T99" fmla="*/ 2 h 22"/>
                    <a:gd name="T100" fmla="*/ 7 w 20"/>
                    <a:gd name="T101" fmla="*/ 2 h 22"/>
                    <a:gd name="T102" fmla="*/ 9 w 20"/>
                    <a:gd name="T103" fmla="*/ 2 h 22"/>
                    <a:gd name="T104" fmla="*/ 9 w 20"/>
                    <a:gd name="T105" fmla="*/ 2 h 22"/>
                    <a:gd name="T106" fmla="*/ 7 w 20"/>
                    <a:gd name="T107" fmla="*/ 2 h 22"/>
                    <a:gd name="T108" fmla="*/ 5 w 20"/>
                    <a:gd name="T109" fmla="*/ 2 h 22"/>
                    <a:gd name="T110" fmla="*/ 7 w 20"/>
                    <a:gd name="T111" fmla="*/ 0 h 22"/>
                    <a:gd name="T112" fmla="*/ 9 w 20"/>
                    <a:gd name="T113" fmla="*/ 0 h 22"/>
                    <a:gd name="T114" fmla="*/ 11 w 20"/>
                    <a:gd name="T115" fmla="*/ 0 h 22"/>
                    <a:gd name="T116" fmla="*/ 7 w 20"/>
                    <a:gd name="T117"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22">
                      <a:moveTo>
                        <a:pt x="2" y="22"/>
                      </a:moveTo>
                      <a:lnTo>
                        <a:pt x="2" y="22"/>
                      </a:lnTo>
                      <a:lnTo>
                        <a:pt x="2" y="22"/>
                      </a:lnTo>
                      <a:lnTo>
                        <a:pt x="2" y="22"/>
                      </a:lnTo>
                      <a:lnTo>
                        <a:pt x="2" y="22"/>
                      </a:lnTo>
                      <a:lnTo>
                        <a:pt x="2" y="22"/>
                      </a:lnTo>
                      <a:lnTo>
                        <a:pt x="0" y="22"/>
                      </a:lnTo>
                      <a:lnTo>
                        <a:pt x="0" y="22"/>
                      </a:lnTo>
                      <a:lnTo>
                        <a:pt x="0" y="22"/>
                      </a:lnTo>
                      <a:lnTo>
                        <a:pt x="0" y="22"/>
                      </a:lnTo>
                      <a:lnTo>
                        <a:pt x="0" y="22"/>
                      </a:lnTo>
                      <a:lnTo>
                        <a:pt x="2" y="22"/>
                      </a:lnTo>
                      <a:lnTo>
                        <a:pt x="2" y="22"/>
                      </a:lnTo>
                      <a:lnTo>
                        <a:pt x="2" y="22"/>
                      </a:lnTo>
                      <a:lnTo>
                        <a:pt x="2" y="22"/>
                      </a:lnTo>
                      <a:lnTo>
                        <a:pt x="2" y="22"/>
                      </a:lnTo>
                      <a:lnTo>
                        <a:pt x="2" y="22"/>
                      </a:lnTo>
                      <a:lnTo>
                        <a:pt x="2" y="22"/>
                      </a:lnTo>
                      <a:close/>
                      <a:moveTo>
                        <a:pt x="16" y="20"/>
                      </a:moveTo>
                      <a:lnTo>
                        <a:pt x="16" y="20"/>
                      </a:lnTo>
                      <a:lnTo>
                        <a:pt x="16" y="20"/>
                      </a:lnTo>
                      <a:lnTo>
                        <a:pt x="16" y="20"/>
                      </a:lnTo>
                      <a:lnTo>
                        <a:pt x="18" y="20"/>
                      </a:lnTo>
                      <a:lnTo>
                        <a:pt x="16" y="20"/>
                      </a:lnTo>
                      <a:lnTo>
                        <a:pt x="18" y="20"/>
                      </a:lnTo>
                      <a:lnTo>
                        <a:pt x="18" y="20"/>
                      </a:lnTo>
                      <a:lnTo>
                        <a:pt x="18" y="20"/>
                      </a:lnTo>
                      <a:lnTo>
                        <a:pt x="18" y="20"/>
                      </a:lnTo>
                      <a:lnTo>
                        <a:pt x="18" y="20"/>
                      </a:lnTo>
                      <a:lnTo>
                        <a:pt x="18" y="20"/>
                      </a:lnTo>
                      <a:lnTo>
                        <a:pt x="18" y="20"/>
                      </a:lnTo>
                      <a:lnTo>
                        <a:pt x="18" y="20"/>
                      </a:lnTo>
                      <a:lnTo>
                        <a:pt x="18" y="20"/>
                      </a:lnTo>
                      <a:lnTo>
                        <a:pt x="18" y="20"/>
                      </a:lnTo>
                      <a:lnTo>
                        <a:pt x="18" y="20"/>
                      </a:lnTo>
                      <a:lnTo>
                        <a:pt x="18" y="20"/>
                      </a:lnTo>
                      <a:lnTo>
                        <a:pt x="18" y="20"/>
                      </a:lnTo>
                      <a:lnTo>
                        <a:pt x="20" y="20"/>
                      </a:lnTo>
                      <a:lnTo>
                        <a:pt x="20" y="20"/>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18" y="22"/>
                      </a:lnTo>
                      <a:lnTo>
                        <a:pt x="18" y="22"/>
                      </a:lnTo>
                      <a:lnTo>
                        <a:pt x="18" y="22"/>
                      </a:lnTo>
                      <a:lnTo>
                        <a:pt x="18" y="22"/>
                      </a:lnTo>
                      <a:lnTo>
                        <a:pt x="18" y="22"/>
                      </a:lnTo>
                      <a:lnTo>
                        <a:pt x="18" y="22"/>
                      </a:lnTo>
                      <a:lnTo>
                        <a:pt x="18" y="22"/>
                      </a:lnTo>
                      <a:lnTo>
                        <a:pt x="18" y="22"/>
                      </a:lnTo>
                      <a:lnTo>
                        <a:pt x="18" y="20"/>
                      </a:lnTo>
                      <a:lnTo>
                        <a:pt x="18" y="20"/>
                      </a:lnTo>
                      <a:lnTo>
                        <a:pt x="18" y="20"/>
                      </a:lnTo>
                      <a:lnTo>
                        <a:pt x="18" y="20"/>
                      </a:lnTo>
                      <a:lnTo>
                        <a:pt x="16" y="20"/>
                      </a:lnTo>
                      <a:lnTo>
                        <a:pt x="16" y="20"/>
                      </a:lnTo>
                      <a:lnTo>
                        <a:pt x="16" y="20"/>
                      </a:lnTo>
                      <a:lnTo>
                        <a:pt x="16" y="20"/>
                      </a:lnTo>
                      <a:lnTo>
                        <a:pt x="16" y="20"/>
                      </a:lnTo>
                      <a:lnTo>
                        <a:pt x="16" y="20"/>
                      </a:lnTo>
                      <a:lnTo>
                        <a:pt x="15" y="20"/>
                      </a:lnTo>
                      <a:lnTo>
                        <a:pt x="15" y="20"/>
                      </a:lnTo>
                      <a:lnTo>
                        <a:pt x="16" y="20"/>
                      </a:lnTo>
                      <a:lnTo>
                        <a:pt x="16" y="20"/>
                      </a:lnTo>
                      <a:lnTo>
                        <a:pt x="16" y="20"/>
                      </a:lnTo>
                      <a:lnTo>
                        <a:pt x="16" y="20"/>
                      </a:lnTo>
                      <a:lnTo>
                        <a:pt x="16" y="20"/>
                      </a:lnTo>
                      <a:lnTo>
                        <a:pt x="16" y="20"/>
                      </a:lnTo>
                      <a:lnTo>
                        <a:pt x="16" y="20"/>
                      </a:lnTo>
                      <a:lnTo>
                        <a:pt x="16" y="20"/>
                      </a:lnTo>
                      <a:lnTo>
                        <a:pt x="16" y="20"/>
                      </a:lnTo>
                      <a:lnTo>
                        <a:pt x="16" y="20"/>
                      </a:lnTo>
                      <a:lnTo>
                        <a:pt x="16" y="18"/>
                      </a:lnTo>
                      <a:lnTo>
                        <a:pt x="16" y="18"/>
                      </a:lnTo>
                      <a:lnTo>
                        <a:pt x="16" y="20"/>
                      </a:lnTo>
                      <a:close/>
                      <a:moveTo>
                        <a:pt x="9" y="9"/>
                      </a:moveTo>
                      <a:lnTo>
                        <a:pt x="9" y="9"/>
                      </a:lnTo>
                      <a:lnTo>
                        <a:pt x="9" y="9"/>
                      </a:lnTo>
                      <a:lnTo>
                        <a:pt x="9" y="9"/>
                      </a:lnTo>
                      <a:lnTo>
                        <a:pt x="9" y="9"/>
                      </a:lnTo>
                      <a:lnTo>
                        <a:pt x="9" y="9"/>
                      </a:lnTo>
                      <a:lnTo>
                        <a:pt x="9" y="9"/>
                      </a:lnTo>
                      <a:lnTo>
                        <a:pt x="9" y="9"/>
                      </a:lnTo>
                      <a:lnTo>
                        <a:pt x="9" y="9"/>
                      </a:lnTo>
                      <a:lnTo>
                        <a:pt x="9" y="9"/>
                      </a:lnTo>
                      <a:close/>
                      <a:moveTo>
                        <a:pt x="7" y="8"/>
                      </a:moveTo>
                      <a:lnTo>
                        <a:pt x="7" y="9"/>
                      </a:lnTo>
                      <a:lnTo>
                        <a:pt x="7" y="9"/>
                      </a:lnTo>
                      <a:lnTo>
                        <a:pt x="7" y="9"/>
                      </a:lnTo>
                      <a:lnTo>
                        <a:pt x="7" y="8"/>
                      </a:lnTo>
                      <a:lnTo>
                        <a:pt x="7" y="8"/>
                      </a:lnTo>
                      <a:lnTo>
                        <a:pt x="7" y="8"/>
                      </a:lnTo>
                      <a:lnTo>
                        <a:pt x="7" y="8"/>
                      </a:lnTo>
                      <a:lnTo>
                        <a:pt x="7" y="8"/>
                      </a:lnTo>
                      <a:lnTo>
                        <a:pt x="7" y="8"/>
                      </a:lnTo>
                      <a:lnTo>
                        <a:pt x="7" y="8"/>
                      </a:lnTo>
                      <a:close/>
                      <a:moveTo>
                        <a:pt x="7" y="8"/>
                      </a:moveTo>
                      <a:lnTo>
                        <a:pt x="7" y="8"/>
                      </a:lnTo>
                      <a:lnTo>
                        <a:pt x="7" y="8"/>
                      </a:lnTo>
                      <a:lnTo>
                        <a:pt x="7" y="8"/>
                      </a:lnTo>
                      <a:lnTo>
                        <a:pt x="7" y="8"/>
                      </a:lnTo>
                      <a:lnTo>
                        <a:pt x="7" y="8"/>
                      </a:lnTo>
                      <a:lnTo>
                        <a:pt x="7" y="8"/>
                      </a:lnTo>
                      <a:lnTo>
                        <a:pt x="7" y="8"/>
                      </a:lnTo>
                      <a:lnTo>
                        <a:pt x="7" y="8"/>
                      </a:lnTo>
                      <a:lnTo>
                        <a:pt x="7" y="8"/>
                      </a:lnTo>
                      <a:lnTo>
                        <a:pt x="7" y="8"/>
                      </a:lnTo>
                      <a:lnTo>
                        <a:pt x="7" y="8"/>
                      </a:lnTo>
                      <a:lnTo>
                        <a:pt x="7" y="8"/>
                      </a:lnTo>
                      <a:lnTo>
                        <a:pt x="7" y="8"/>
                      </a:lnTo>
                      <a:lnTo>
                        <a:pt x="7" y="8"/>
                      </a:lnTo>
                      <a:lnTo>
                        <a:pt x="7" y="8"/>
                      </a:lnTo>
                      <a:close/>
                      <a:moveTo>
                        <a:pt x="7" y="8"/>
                      </a:moveTo>
                      <a:lnTo>
                        <a:pt x="7" y="8"/>
                      </a:lnTo>
                      <a:lnTo>
                        <a:pt x="7" y="8"/>
                      </a:lnTo>
                      <a:lnTo>
                        <a:pt x="7" y="8"/>
                      </a:lnTo>
                      <a:lnTo>
                        <a:pt x="9" y="8"/>
                      </a:lnTo>
                      <a:lnTo>
                        <a:pt x="9" y="8"/>
                      </a:lnTo>
                      <a:lnTo>
                        <a:pt x="9" y="8"/>
                      </a:lnTo>
                      <a:lnTo>
                        <a:pt x="7" y="8"/>
                      </a:lnTo>
                      <a:lnTo>
                        <a:pt x="7" y="8"/>
                      </a:lnTo>
                      <a:lnTo>
                        <a:pt x="7" y="8"/>
                      </a:lnTo>
                      <a:lnTo>
                        <a:pt x="7" y="8"/>
                      </a:lnTo>
                      <a:lnTo>
                        <a:pt x="7" y="6"/>
                      </a:lnTo>
                      <a:lnTo>
                        <a:pt x="7" y="6"/>
                      </a:lnTo>
                      <a:lnTo>
                        <a:pt x="7" y="8"/>
                      </a:lnTo>
                      <a:lnTo>
                        <a:pt x="7" y="8"/>
                      </a:lnTo>
                      <a:close/>
                      <a:moveTo>
                        <a:pt x="9" y="4"/>
                      </a:moveTo>
                      <a:lnTo>
                        <a:pt x="9" y="4"/>
                      </a:lnTo>
                      <a:lnTo>
                        <a:pt x="9" y="4"/>
                      </a:lnTo>
                      <a:lnTo>
                        <a:pt x="9" y="6"/>
                      </a:lnTo>
                      <a:lnTo>
                        <a:pt x="9" y="6"/>
                      </a:lnTo>
                      <a:lnTo>
                        <a:pt x="9" y="6"/>
                      </a:lnTo>
                      <a:lnTo>
                        <a:pt x="9" y="6"/>
                      </a:lnTo>
                      <a:lnTo>
                        <a:pt x="9" y="6"/>
                      </a:lnTo>
                      <a:lnTo>
                        <a:pt x="9" y="6"/>
                      </a:lnTo>
                      <a:lnTo>
                        <a:pt x="9" y="6"/>
                      </a:lnTo>
                      <a:lnTo>
                        <a:pt x="9" y="6"/>
                      </a:lnTo>
                      <a:lnTo>
                        <a:pt x="9" y="6"/>
                      </a:lnTo>
                      <a:lnTo>
                        <a:pt x="9" y="6"/>
                      </a:lnTo>
                      <a:lnTo>
                        <a:pt x="9" y="6"/>
                      </a:lnTo>
                      <a:lnTo>
                        <a:pt x="9" y="6"/>
                      </a:lnTo>
                      <a:lnTo>
                        <a:pt x="9" y="6"/>
                      </a:lnTo>
                      <a:lnTo>
                        <a:pt x="9" y="6"/>
                      </a:lnTo>
                      <a:lnTo>
                        <a:pt x="9" y="6"/>
                      </a:lnTo>
                      <a:lnTo>
                        <a:pt x="9" y="6"/>
                      </a:lnTo>
                      <a:lnTo>
                        <a:pt x="9" y="4"/>
                      </a:lnTo>
                      <a:lnTo>
                        <a:pt x="9" y="4"/>
                      </a:lnTo>
                      <a:close/>
                      <a:moveTo>
                        <a:pt x="7" y="4"/>
                      </a:moveTo>
                      <a:lnTo>
                        <a:pt x="7" y="4"/>
                      </a:lnTo>
                      <a:lnTo>
                        <a:pt x="7" y="4"/>
                      </a:lnTo>
                      <a:lnTo>
                        <a:pt x="7" y="4"/>
                      </a:lnTo>
                      <a:lnTo>
                        <a:pt x="7" y="4"/>
                      </a:lnTo>
                      <a:lnTo>
                        <a:pt x="7" y="4"/>
                      </a:lnTo>
                      <a:lnTo>
                        <a:pt x="7" y="4"/>
                      </a:lnTo>
                      <a:lnTo>
                        <a:pt x="7" y="4"/>
                      </a:lnTo>
                      <a:lnTo>
                        <a:pt x="7" y="4"/>
                      </a:lnTo>
                      <a:lnTo>
                        <a:pt x="7" y="4"/>
                      </a:lnTo>
                      <a:lnTo>
                        <a:pt x="7" y="4"/>
                      </a:lnTo>
                      <a:lnTo>
                        <a:pt x="7" y="4"/>
                      </a:lnTo>
                      <a:lnTo>
                        <a:pt x="7" y="4"/>
                      </a:lnTo>
                      <a:lnTo>
                        <a:pt x="7" y="4"/>
                      </a:lnTo>
                      <a:close/>
                      <a:moveTo>
                        <a:pt x="9" y="2"/>
                      </a:moveTo>
                      <a:lnTo>
                        <a:pt x="11" y="2"/>
                      </a:lnTo>
                      <a:lnTo>
                        <a:pt x="11" y="2"/>
                      </a:lnTo>
                      <a:lnTo>
                        <a:pt x="11" y="4"/>
                      </a:lnTo>
                      <a:lnTo>
                        <a:pt x="11" y="4"/>
                      </a:lnTo>
                      <a:lnTo>
                        <a:pt x="11" y="4"/>
                      </a:lnTo>
                      <a:lnTo>
                        <a:pt x="11" y="4"/>
                      </a:lnTo>
                      <a:lnTo>
                        <a:pt x="11" y="4"/>
                      </a:lnTo>
                      <a:lnTo>
                        <a:pt x="11" y="4"/>
                      </a:lnTo>
                      <a:lnTo>
                        <a:pt x="11" y="4"/>
                      </a:lnTo>
                      <a:lnTo>
                        <a:pt x="11" y="4"/>
                      </a:lnTo>
                      <a:lnTo>
                        <a:pt x="11" y="4"/>
                      </a:lnTo>
                      <a:lnTo>
                        <a:pt x="11" y="4"/>
                      </a:lnTo>
                      <a:lnTo>
                        <a:pt x="11" y="4"/>
                      </a:lnTo>
                      <a:lnTo>
                        <a:pt x="9" y="4"/>
                      </a:lnTo>
                      <a:lnTo>
                        <a:pt x="9" y="4"/>
                      </a:lnTo>
                      <a:lnTo>
                        <a:pt x="9" y="4"/>
                      </a:lnTo>
                      <a:lnTo>
                        <a:pt x="9" y="4"/>
                      </a:lnTo>
                      <a:lnTo>
                        <a:pt x="9" y="4"/>
                      </a:lnTo>
                      <a:lnTo>
                        <a:pt x="9" y="4"/>
                      </a:lnTo>
                      <a:lnTo>
                        <a:pt x="9" y="4"/>
                      </a:lnTo>
                      <a:lnTo>
                        <a:pt x="9" y="4"/>
                      </a:lnTo>
                      <a:lnTo>
                        <a:pt x="7" y="4"/>
                      </a:lnTo>
                      <a:lnTo>
                        <a:pt x="7" y="4"/>
                      </a:lnTo>
                      <a:lnTo>
                        <a:pt x="7" y="4"/>
                      </a:lnTo>
                      <a:lnTo>
                        <a:pt x="7" y="4"/>
                      </a:lnTo>
                      <a:lnTo>
                        <a:pt x="7" y="2"/>
                      </a:lnTo>
                      <a:lnTo>
                        <a:pt x="7" y="2"/>
                      </a:lnTo>
                      <a:lnTo>
                        <a:pt x="7" y="2"/>
                      </a:lnTo>
                      <a:lnTo>
                        <a:pt x="7" y="2"/>
                      </a:lnTo>
                      <a:lnTo>
                        <a:pt x="7" y="2"/>
                      </a:lnTo>
                      <a:lnTo>
                        <a:pt x="7" y="2"/>
                      </a:lnTo>
                      <a:lnTo>
                        <a:pt x="9" y="2"/>
                      </a:lnTo>
                      <a:lnTo>
                        <a:pt x="9" y="2"/>
                      </a:lnTo>
                      <a:lnTo>
                        <a:pt x="9" y="2"/>
                      </a:lnTo>
                      <a:lnTo>
                        <a:pt x="9" y="2"/>
                      </a:lnTo>
                      <a:lnTo>
                        <a:pt x="9" y="2"/>
                      </a:lnTo>
                      <a:lnTo>
                        <a:pt x="9" y="2"/>
                      </a:lnTo>
                      <a:lnTo>
                        <a:pt x="9" y="2"/>
                      </a:lnTo>
                      <a:lnTo>
                        <a:pt x="9" y="2"/>
                      </a:lnTo>
                      <a:lnTo>
                        <a:pt x="9" y="2"/>
                      </a:lnTo>
                      <a:close/>
                      <a:moveTo>
                        <a:pt x="7" y="2"/>
                      </a:moveTo>
                      <a:lnTo>
                        <a:pt x="7" y="2"/>
                      </a:lnTo>
                      <a:lnTo>
                        <a:pt x="7" y="2"/>
                      </a:lnTo>
                      <a:lnTo>
                        <a:pt x="5" y="2"/>
                      </a:lnTo>
                      <a:lnTo>
                        <a:pt x="5" y="2"/>
                      </a:lnTo>
                      <a:lnTo>
                        <a:pt x="5" y="2"/>
                      </a:lnTo>
                      <a:lnTo>
                        <a:pt x="5" y="2"/>
                      </a:lnTo>
                      <a:lnTo>
                        <a:pt x="5" y="2"/>
                      </a:lnTo>
                      <a:lnTo>
                        <a:pt x="7" y="0"/>
                      </a:lnTo>
                      <a:lnTo>
                        <a:pt x="7" y="0"/>
                      </a:lnTo>
                      <a:lnTo>
                        <a:pt x="7" y="0"/>
                      </a:lnTo>
                      <a:lnTo>
                        <a:pt x="7" y="0"/>
                      </a:lnTo>
                      <a:lnTo>
                        <a:pt x="9" y="0"/>
                      </a:lnTo>
                      <a:lnTo>
                        <a:pt x="9" y="0"/>
                      </a:lnTo>
                      <a:lnTo>
                        <a:pt x="9" y="0"/>
                      </a:lnTo>
                      <a:lnTo>
                        <a:pt x="11" y="0"/>
                      </a:lnTo>
                      <a:lnTo>
                        <a:pt x="11" y="0"/>
                      </a:lnTo>
                      <a:lnTo>
                        <a:pt x="11" y="0"/>
                      </a:lnTo>
                      <a:lnTo>
                        <a:pt x="11" y="0"/>
                      </a:lnTo>
                      <a:lnTo>
                        <a:pt x="9" y="0"/>
                      </a:lnTo>
                      <a:lnTo>
                        <a:pt x="9" y="2"/>
                      </a:lnTo>
                      <a:lnTo>
                        <a:pt x="7" y="2"/>
                      </a:lnTo>
                      <a:lnTo>
                        <a:pt x="7" y="2"/>
                      </a:lnTo>
                      <a:lnTo>
                        <a:pt x="7" y="2"/>
                      </a:lnTo>
                      <a:lnTo>
                        <a:pt x="7"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5" name="Freeform 60">
                  <a:extLst>
                    <a:ext uri="{FF2B5EF4-FFF2-40B4-BE49-F238E27FC236}">
                      <a16:creationId xmlns:a16="http://schemas.microsoft.com/office/drawing/2014/main" id="{851713ED-7E73-C728-33A7-4E7EA53D9284}"/>
                    </a:ext>
                  </a:extLst>
                </p:cNvPr>
                <p:cNvSpPr>
                  <a:spLocks noEditPoints="1"/>
                </p:cNvSpPr>
                <p:nvPr/>
              </p:nvSpPr>
              <p:spPr bwMode="auto">
                <a:xfrm>
                  <a:off x="2242213" y="3117060"/>
                  <a:ext cx="56024" cy="79518"/>
                </a:xfrm>
                <a:custGeom>
                  <a:avLst/>
                  <a:gdLst>
                    <a:gd name="T0" fmla="*/ 31 w 31"/>
                    <a:gd name="T1" fmla="*/ 44 h 44"/>
                    <a:gd name="T2" fmla="*/ 26 w 31"/>
                    <a:gd name="T3" fmla="*/ 29 h 44"/>
                    <a:gd name="T4" fmla="*/ 26 w 31"/>
                    <a:gd name="T5" fmla="*/ 29 h 44"/>
                    <a:gd name="T6" fmla="*/ 13 w 31"/>
                    <a:gd name="T7" fmla="*/ 27 h 44"/>
                    <a:gd name="T8" fmla="*/ 13 w 31"/>
                    <a:gd name="T9" fmla="*/ 27 h 44"/>
                    <a:gd name="T10" fmla="*/ 24 w 31"/>
                    <a:gd name="T11" fmla="*/ 18 h 44"/>
                    <a:gd name="T12" fmla="*/ 24 w 31"/>
                    <a:gd name="T13" fmla="*/ 18 h 44"/>
                    <a:gd name="T14" fmla="*/ 0 w 31"/>
                    <a:gd name="T15" fmla="*/ 18 h 44"/>
                    <a:gd name="T16" fmla="*/ 0 w 31"/>
                    <a:gd name="T17" fmla="*/ 18 h 44"/>
                    <a:gd name="T18" fmla="*/ 0 w 31"/>
                    <a:gd name="T19" fmla="*/ 18 h 44"/>
                    <a:gd name="T20" fmla="*/ 0 w 31"/>
                    <a:gd name="T21" fmla="*/ 18 h 44"/>
                    <a:gd name="T22" fmla="*/ 0 w 31"/>
                    <a:gd name="T23" fmla="*/ 18 h 44"/>
                    <a:gd name="T24" fmla="*/ 17 w 31"/>
                    <a:gd name="T25" fmla="*/ 14 h 44"/>
                    <a:gd name="T26" fmla="*/ 17 w 31"/>
                    <a:gd name="T27" fmla="*/ 14 h 44"/>
                    <a:gd name="T28" fmla="*/ 9 w 31"/>
                    <a:gd name="T29" fmla="*/ 5 h 44"/>
                    <a:gd name="T30" fmla="*/ 9 w 31"/>
                    <a:gd name="T31" fmla="*/ 5 h 44"/>
                    <a:gd name="T32" fmla="*/ 11 w 31"/>
                    <a:gd name="T33" fmla="*/ 5 h 44"/>
                    <a:gd name="T34" fmla="*/ 13 w 31"/>
                    <a:gd name="T35" fmla="*/ 2 h 44"/>
                    <a:gd name="T36" fmla="*/ 13 w 31"/>
                    <a:gd name="T37" fmla="*/ 2 h 44"/>
                    <a:gd name="T38" fmla="*/ 13 w 31"/>
                    <a:gd name="T39" fmla="*/ 2 h 44"/>
                    <a:gd name="T40" fmla="*/ 11 w 31"/>
                    <a:gd name="T41" fmla="*/ 2 h 44"/>
                    <a:gd name="T42" fmla="*/ 11 w 31"/>
                    <a:gd name="T43" fmla="*/ 2 h 44"/>
                    <a:gd name="T44" fmla="*/ 11 w 31"/>
                    <a:gd name="T45" fmla="*/ 2 h 44"/>
                    <a:gd name="T46" fmla="*/ 11 w 31"/>
                    <a:gd name="T47" fmla="*/ 2 h 44"/>
                    <a:gd name="T48" fmla="*/ 11 w 31"/>
                    <a:gd name="T49" fmla="*/ 0 h 44"/>
                    <a:gd name="T50" fmla="*/ 11 w 31"/>
                    <a:gd name="T51" fmla="*/ 0 h 44"/>
                    <a:gd name="T52" fmla="*/ 9 w 31"/>
                    <a:gd name="T53" fmla="*/ 0 h 44"/>
                    <a:gd name="T54" fmla="*/ 9 w 31"/>
                    <a:gd name="T55" fmla="*/ 2 h 44"/>
                    <a:gd name="T56" fmla="*/ 9 w 31"/>
                    <a:gd name="T57" fmla="*/ 0 h 44"/>
                    <a:gd name="T58" fmla="*/ 9 w 31"/>
                    <a:gd name="T59" fmla="*/ 0 h 44"/>
                    <a:gd name="T60" fmla="*/ 13 w 31"/>
                    <a:gd name="T61" fmla="*/ 0 h 44"/>
                    <a:gd name="T62" fmla="*/ 13 w 31"/>
                    <a:gd name="T63" fmla="*/ 0 h 44"/>
                    <a:gd name="T64" fmla="*/ 9 w 31"/>
                    <a:gd name="T65" fmla="*/ 0 h 44"/>
                    <a:gd name="T66" fmla="*/ 9 w 31"/>
                    <a:gd name="T67" fmla="*/ 0 h 44"/>
                    <a:gd name="T68" fmla="*/ 13 w 31"/>
                    <a:gd name="T69" fmla="*/ 0 h 44"/>
                    <a:gd name="T70" fmla="*/ 13 w 31"/>
                    <a:gd name="T71" fmla="*/ 0 h 44"/>
                    <a:gd name="T72" fmla="*/ 13 w 31"/>
                    <a:gd name="T73" fmla="*/ 0 h 44"/>
                    <a:gd name="T74" fmla="*/ 13 w 31"/>
                    <a:gd name="T75" fmla="*/ 0 h 44"/>
                    <a:gd name="T76" fmla="*/ 15 w 31"/>
                    <a:gd name="T77" fmla="*/ 0 h 44"/>
                    <a:gd name="T78" fmla="*/ 15 w 31"/>
                    <a:gd name="T79" fmla="*/ 0 h 44"/>
                    <a:gd name="T80" fmla="*/ 15 w 31"/>
                    <a:gd name="T81" fmla="*/ 0 h 44"/>
                    <a:gd name="T82" fmla="*/ 15 w 31"/>
                    <a:gd name="T83" fmla="*/ 0 h 44"/>
                    <a:gd name="T84" fmla="*/ 15 w 31"/>
                    <a:gd name="T85" fmla="*/ 0 h 44"/>
                    <a:gd name="T86" fmla="*/ 9 w 31"/>
                    <a:gd name="T8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44">
                      <a:moveTo>
                        <a:pt x="31" y="44"/>
                      </a:moveTo>
                      <a:lnTo>
                        <a:pt x="31" y="44"/>
                      </a:lnTo>
                      <a:lnTo>
                        <a:pt x="31" y="44"/>
                      </a:lnTo>
                      <a:lnTo>
                        <a:pt x="31" y="44"/>
                      </a:lnTo>
                      <a:lnTo>
                        <a:pt x="31" y="44"/>
                      </a:lnTo>
                      <a:close/>
                      <a:moveTo>
                        <a:pt x="26" y="29"/>
                      </a:moveTo>
                      <a:lnTo>
                        <a:pt x="26" y="29"/>
                      </a:lnTo>
                      <a:lnTo>
                        <a:pt x="26" y="29"/>
                      </a:lnTo>
                      <a:lnTo>
                        <a:pt x="26" y="29"/>
                      </a:lnTo>
                      <a:lnTo>
                        <a:pt x="26" y="29"/>
                      </a:lnTo>
                      <a:lnTo>
                        <a:pt x="26" y="29"/>
                      </a:lnTo>
                      <a:close/>
                      <a:moveTo>
                        <a:pt x="13" y="27"/>
                      </a:moveTo>
                      <a:lnTo>
                        <a:pt x="13" y="27"/>
                      </a:lnTo>
                      <a:lnTo>
                        <a:pt x="13" y="27"/>
                      </a:lnTo>
                      <a:lnTo>
                        <a:pt x="13" y="27"/>
                      </a:lnTo>
                      <a:lnTo>
                        <a:pt x="13" y="27"/>
                      </a:lnTo>
                      <a:close/>
                      <a:moveTo>
                        <a:pt x="24" y="18"/>
                      </a:moveTo>
                      <a:lnTo>
                        <a:pt x="24" y="18"/>
                      </a:lnTo>
                      <a:lnTo>
                        <a:pt x="24" y="18"/>
                      </a:lnTo>
                      <a:lnTo>
                        <a:pt x="24" y="18"/>
                      </a:lnTo>
                      <a:lnTo>
                        <a:pt x="24" y="18"/>
                      </a:lnTo>
                      <a:lnTo>
                        <a:pt x="24" y="18"/>
                      </a:lnTo>
                      <a:lnTo>
                        <a:pt x="24" y="18"/>
                      </a:lnTo>
                      <a:close/>
                      <a:moveTo>
                        <a:pt x="0" y="18"/>
                      </a:moveTo>
                      <a:lnTo>
                        <a:pt x="0" y="18"/>
                      </a:lnTo>
                      <a:lnTo>
                        <a:pt x="0" y="18"/>
                      </a:lnTo>
                      <a:lnTo>
                        <a:pt x="0" y="18"/>
                      </a:lnTo>
                      <a:lnTo>
                        <a:pt x="0" y="18"/>
                      </a:lnTo>
                      <a:lnTo>
                        <a:pt x="0" y="18"/>
                      </a:lnTo>
                      <a:lnTo>
                        <a:pt x="0" y="18"/>
                      </a:lnTo>
                      <a:lnTo>
                        <a:pt x="0" y="18"/>
                      </a:lnTo>
                      <a:lnTo>
                        <a:pt x="0" y="18"/>
                      </a:lnTo>
                      <a:lnTo>
                        <a:pt x="0" y="18"/>
                      </a:lnTo>
                      <a:lnTo>
                        <a:pt x="0" y="18"/>
                      </a:lnTo>
                      <a:lnTo>
                        <a:pt x="0" y="18"/>
                      </a:lnTo>
                      <a:lnTo>
                        <a:pt x="0" y="18"/>
                      </a:lnTo>
                      <a:close/>
                      <a:moveTo>
                        <a:pt x="17" y="14"/>
                      </a:moveTo>
                      <a:lnTo>
                        <a:pt x="17" y="14"/>
                      </a:lnTo>
                      <a:lnTo>
                        <a:pt x="17" y="14"/>
                      </a:lnTo>
                      <a:lnTo>
                        <a:pt x="17" y="14"/>
                      </a:lnTo>
                      <a:lnTo>
                        <a:pt x="17" y="14"/>
                      </a:lnTo>
                      <a:lnTo>
                        <a:pt x="17" y="14"/>
                      </a:lnTo>
                      <a:lnTo>
                        <a:pt x="17" y="14"/>
                      </a:lnTo>
                      <a:close/>
                      <a:moveTo>
                        <a:pt x="11" y="5"/>
                      </a:moveTo>
                      <a:lnTo>
                        <a:pt x="9" y="5"/>
                      </a:lnTo>
                      <a:lnTo>
                        <a:pt x="9" y="5"/>
                      </a:lnTo>
                      <a:lnTo>
                        <a:pt x="9" y="5"/>
                      </a:lnTo>
                      <a:lnTo>
                        <a:pt x="9" y="5"/>
                      </a:lnTo>
                      <a:lnTo>
                        <a:pt x="9" y="5"/>
                      </a:lnTo>
                      <a:lnTo>
                        <a:pt x="9" y="5"/>
                      </a:lnTo>
                      <a:lnTo>
                        <a:pt x="11" y="5"/>
                      </a:lnTo>
                      <a:close/>
                      <a:moveTo>
                        <a:pt x="13" y="2"/>
                      </a:moveTo>
                      <a:lnTo>
                        <a:pt x="13" y="2"/>
                      </a:lnTo>
                      <a:lnTo>
                        <a:pt x="13" y="2"/>
                      </a:lnTo>
                      <a:lnTo>
                        <a:pt x="13" y="2"/>
                      </a:lnTo>
                      <a:lnTo>
                        <a:pt x="13" y="2"/>
                      </a:lnTo>
                      <a:lnTo>
                        <a:pt x="13" y="2"/>
                      </a:lnTo>
                      <a:lnTo>
                        <a:pt x="13" y="2"/>
                      </a:lnTo>
                      <a:lnTo>
                        <a:pt x="13" y="2"/>
                      </a:lnTo>
                      <a:lnTo>
                        <a:pt x="13" y="2"/>
                      </a:lnTo>
                      <a:lnTo>
                        <a:pt x="13" y="2"/>
                      </a:lnTo>
                      <a:lnTo>
                        <a:pt x="13" y="2"/>
                      </a:lnTo>
                      <a:close/>
                      <a:moveTo>
                        <a:pt x="11" y="2"/>
                      </a:moveTo>
                      <a:lnTo>
                        <a:pt x="13" y="2"/>
                      </a:lnTo>
                      <a:lnTo>
                        <a:pt x="11" y="2"/>
                      </a:lnTo>
                      <a:lnTo>
                        <a:pt x="11" y="2"/>
                      </a:lnTo>
                      <a:lnTo>
                        <a:pt x="11" y="2"/>
                      </a:lnTo>
                      <a:lnTo>
                        <a:pt x="11" y="2"/>
                      </a:lnTo>
                      <a:lnTo>
                        <a:pt x="11" y="2"/>
                      </a:lnTo>
                      <a:lnTo>
                        <a:pt x="11" y="2"/>
                      </a:lnTo>
                      <a:lnTo>
                        <a:pt x="11" y="2"/>
                      </a:lnTo>
                      <a:lnTo>
                        <a:pt x="11" y="2"/>
                      </a:lnTo>
                      <a:close/>
                      <a:moveTo>
                        <a:pt x="11" y="0"/>
                      </a:moveTo>
                      <a:lnTo>
                        <a:pt x="11" y="0"/>
                      </a:lnTo>
                      <a:lnTo>
                        <a:pt x="11" y="0"/>
                      </a:lnTo>
                      <a:lnTo>
                        <a:pt x="11" y="0"/>
                      </a:lnTo>
                      <a:lnTo>
                        <a:pt x="11" y="0"/>
                      </a:lnTo>
                      <a:lnTo>
                        <a:pt x="11" y="0"/>
                      </a:lnTo>
                      <a:lnTo>
                        <a:pt x="11" y="0"/>
                      </a:lnTo>
                      <a:close/>
                      <a:moveTo>
                        <a:pt x="9" y="0"/>
                      </a:moveTo>
                      <a:lnTo>
                        <a:pt x="9" y="0"/>
                      </a:lnTo>
                      <a:lnTo>
                        <a:pt x="9" y="2"/>
                      </a:lnTo>
                      <a:lnTo>
                        <a:pt x="9" y="2"/>
                      </a:lnTo>
                      <a:lnTo>
                        <a:pt x="9" y="2"/>
                      </a:lnTo>
                      <a:lnTo>
                        <a:pt x="9" y="0"/>
                      </a:lnTo>
                      <a:lnTo>
                        <a:pt x="9" y="0"/>
                      </a:lnTo>
                      <a:lnTo>
                        <a:pt x="9" y="0"/>
                      </a:lnTo>
                      <a:lnTo>
                        <a:pt x="9" y="0"/>
                      </a:lnTo>
                      <a:lnTo>
                        <a:pt x="9" y="0"/>
                      </a:lnTo>
                      <a:lnTo>
                        <a:pt x="9" y="0"/>
                      </a:lnTo>
                      <a:lnTo>
                        <a:pt x="9" y="0"/>
                      </a:lnTo>
                      <a:lnTo>
                        <a:pt x="9" y="0"/>
                      </a:lnTo>
                      <a:close/>
                      <a:moveTo>
                        <a:pt x="13" y="0"/>
                      </a:moveTo>
                      <a:lnTo>
                        <a:pt x="13" y="0"/>
                      </a:lnTo>
                      <a:lnTo>
                        <a:pt x="13" y="0"/>
                      </a:lnTo>
                      <a:lnTo>
                        <a:pt x="13" y="0"/>
                      </a:lnTo>
                      <a:close/>
                      <a:moveTo>
                        <a:pt x="9" y="0"/>
                      </a:moveTo>
                      <a:lnTo>
                        <a:pt x="9" y="0"/>
                      </a:lnTo>
                      <a:lnTo>
                        <a:pt x="9" y="0"/>
                      </a:lnTo>
                      <a:lnTo>
                        <a:pt x="9" y="0"/>
                      </a:lnTo>
                      <a:lnTo>
                        <a:pt x="9" y="0"/>
                      </a:lnTo>
                      <a:lnTo>
                        <a:pt x="9" y="0"/>
                      </a:lnTo>
                      <a:lnTo>
                        <a:pt x="9" y="0"/>
                      </a:lnTo>
                      <a:close/>
                      <a:moveTo>
                        <a:pt x="13" y="0"/>
                      </a:moveTo>
                      <a:lnTo>
                        <a:pt x="13" y="0"/>
                      </a:lnTo>
                      <a:lnTo>
                        <a:pt x="13" y="0"/>
                      </a:lnTo>
                      <a:lnTo>
                        <a:pt x="13" y="0"/>
                      </a:lnTo>
                      <a:lnTo>
                        <a:pt x="13" y="0"/>
                      </a:lnTo>
                      <a:close/>
                      <a:moveTo>
                        <a:pt x="13" y="0"/>
                      </a:moveTo>
                      <a:lnTo>
                        <a:pt x="13" y="0"/>
                      </a:lnTo>
                      <a:lnTo>
                        <a:pt x="13" y="0"/>
                      </a:lnTo>
                      <a:lnTo>
                        <a:pt x="13" y="0"/>
                      </a:lnTo>
                      <a:lnTo>
                        <a:pt x="13" y="0"/>
                      </a:lnTo>
                      <a:lnTo>
                        <a:pt x="13" y="0"/>
                      </a:lnTo>
                      <a:close/>
                      <a:moveTo>
                        <a:pt x="15" y="0"/>
                      </a:moveTo>
                      <a:lnTo>
                        <a:pt x="15" y="0"/>
                      </a:lnTo>
                      <a:lnTo>
                        <a:pt x="15" y="0"/>
                      </a:lnTo>
                      <a:lnTo>
                        <a:pt x="15" y="0"/>
                      </a:lnTo>
                      <a:lnTo>
                        <a:pt x="15" y="0"/>
                      </a:lnTo>
                      <a:close/>
                      <a:moveTo>
                        <a:pt x="15" y="0"/>
                      </a:moveTo>
                      <a:lnTo>
                        <a:pt x="15" y="0"/>
                      </a:lnTo>
                      <a:lnTo>
                        <a:pt x="15" y="0"/>
                      </a:lnTo>
                      <a:lnTo>
                        <a:pt x="15" y="0"/>
                      </a:lnTo>
                      <a:lnTo>
                        <a:pt x="15" y="0"/>
                      </a:lnTo>
                      <a:lnTo>
                        <a:pt x="15" y="0"/>
                      </a:lnTo>
                      <a:close/>
                      <a:moveTo>
                        <a:pt x="15" y="0"/>
                      </a:moveTo>
                      <a:lnTo>
                        <a:pt x="15" y="0"/>
                      </a:lnTo>
                      <a:lnTo>
                        <a:pt x="15" y="0"/>
                      </a:lnTo>
                      <a:lnTo>
                        <a:pt x="15" y="0"/>
                      </a:lnTo>
                      <a:close/>
                      <a:moveTo>
                        <a:pt x="9" y="0"/>
                      </a:moveTo>
                      <a:lnTo>
                        <a:pt x="9" y="0"/>
                      </a:lnTo>
                      <a:lnTo>
                        <a:pt x="9" y="0"/>
                      </a:lnTo>
                      <a:lnTo>
                        <a:pt x="9" y="0"/>
                      </a:lnTo>
                      <a:lnTo>
                        <a:pt x="9"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6" name="Freeform 61">
                  <a:extLst>
                    <a:ext uri="{FF2B5EF4-FFF2-40B4-BE49-F238E27FC236}">
                      <a16:creationId xmlns:a16="http://schemas.microsoft.com/office/drawing/2014/main" id="{5B6C86EF-934E-1B59-1DFE-CC0520B3329B}"/>
                    </a:ext>
                  </a:extLst>
                </p:cNvPr>
                <p:cNvSpPr>
                  <a:spLocks noEditPoints="1"/>
                </p:cNvSpPr>
                <p:nvPr/>
              </p:nvSpPr>
              <p:spPr bwMode="auto">
                <a:xfrm>
                  <a:off x="3631964" y="2251404"/>
                  <a:ext cx="712043" cy="263854"/>
                </a:xfrm>
                <a:custGeom>
                  <a:avLst/>
                  <a:gdLst>
                    <a:gd name="T0" fmla="*/ 184 w 394"/>
                    <a:gd name="T1" fmla="*/ 4 h 146"/>
                    <a:gd name="T2" fmla="*/ 197 w 394"/>
                    <a:gd name="T3" fmla="*/ 9 h 146"/>
                    <a:gd name="T4" fmla="*/ 217 w 394"/>
                    <a:gd name="T5" fmla="*/ 15 h 146"/>
                    <a:gd name="T6" fmla="*/ 239 w 394"/>
                    <a:gd name="T7" fmla="*/ 13 h 146"/>
                    <a:gd name="T8" fmla="*/ 266 w 394"/>
                    <a:gd name="T9" fmla="*/ 13 h 146"/>
                    <a:gd name="T10" fmla="*/ 292 w 394"/>
                    <a:gd name="T11" fmla="*/ 13 h 146"/>
                    <a:gd name="T12" fmla="*/ 317 w 394"/>
                    <a:gd name="T13" fmla="*/ 15 h 146"/>
                    <a:gd name="T14" fmla="*/ 344 w 394"/>
                    <a:gd name="T15" fmla="*/ 18 h 146"/>
                    <a:gd name="T16" fmla="*/ 365 w 394"/>
                    <a:gd name="T17" fmla="*/ 29 h 146"/>
                    <a:gd name="T18" fmla="*/ 386 w 394"/>
                    <a:gd name="T19" fmla="*/ 35 h 146"/>
                    <a:gd name="T20" fmla="*/ 381 w 394"/>
                    <a:gd name="T21" fmla="*/ 44 h 146"/>
                    <a:gd name="T22" fmla="*/ 361 w 394"/>
                    <a:gd name="T23" fmla="*/ 53 h 146"/>
                    <a:gd name="T24" fmla="*/ 339 w 394"/>
                    <a:gd name="T25" fmla="*/ 62 h 146"/>
                    <a:gd name="T26" fmla="*/ 323 w 394"/>
                    <a:gd name="T27" fmla="*/ 73 h 146"/>
                    <a:gd name="T28" fmla="*/ 302 w 394"/>
                    <a:gd name="T29" fmla="*/ 80 h 146"/>
                    <a:gd name="T30" fmla="*/ 282 w 394"/>
                    <a:gd name="T31" fmla="*/ 80 h 146"/>
                    <a:gd name="T32" fmla="*/ 268 w 394"/>
                    <a:gd name="T33" fmla="*/ 82 h 146"/>
                    <a:gd name="T34" fmla="*/ 259 w 394"/>
                    <a:gd name="T35" fmla="*/ 99 h 146"/>
                    <a:gd name="T36" fmla="*/ 240 w 394"/>
                    <a:gd name="T37" fmla="*/ 104 h 146"/>
                    <a:gd name="T38" fmla="*/ 229 w 394"/>
                    <a:gd name="T39" fmla="*/ 99 h 146"/>
                    <a:gd name="T40" fmla="*/ 217 w 394"/>
                    <a:gd name="T41" fmla="*/ 99 h 146"/>
                    <a:gd name="T42" fmla="*/ 198 w 394"/>
                    <a:gd name="T43" fmla="*/ 99 h 146"/>
                    <a:gd name="T44" fmla="*/ 189 w 394"/>
                    <a:gd name="T45" fmla="*/ 108 h 146"/>
                    <a:gd name="T46" fmla="*/ 167 w 394"/>
                    <a:gd name="T47" fmla="*/ 115 h 146"/>
                    <a:gd name="T48" fmla="*/ 166 w 394"/>
                    <a:gd name="T49" fmla="*/ 133 h 146"/>
                    <a:gd name="T50" fmla="*/ 142 w 394"/>
                    <a:gd name="T51" fmla="*/ 139 h 146"/>
                    <a:gd name="T52" fmla="*/ 118 w 394"/>
                    <a:gd name="T53" fmla="*/ 139 h 146"/>
                    <a:gd name="T54" fmla="*/ 102 w 394"/>
                    <a:gd name="T55" fmla="*/ 143 h 146"/>
                    <a:gd name="T56" fmla="*/ 83 w 394"/>
                    <a:gd name="T57" fmla="*/ 137 h 146"/>
                    <a:gd name="T58" fmla="*/ 67 w 394"/>
                    <a:gd name="T59" fmla="*/ 135 h 146"/>
                    <a:gd name="T60" fmla="*/ 51 w 394"/>
                    <a:gd name="T61" fmla="*/ 133 h 146"/>
                    <a:gd name="T62" fmla="*/ 31 w 394"/>
                    <a:gd name="T63" fmla="*/ 132 h 146"/>
                    <a:gd name="T64" fmla="*/ 7 w 394"/>
                    <a:gd name="T65" fmla="*/ 135 h 146"/>
                    <a:gd name="T66" fmla="*/ 1 w 394"/>
                    <a:gd name="T67" fmla="*/ 121 h 146"/>
                    <a:gd name="T68" fmla="*/ 14 w 394"/>
                    <a:gd name="T69" fmla="*/ 113 h 146"/>
                    <a:gd name="T70" fmla="*/ 47 w 394"/>
                    <a:gd name="T71" fmla="*/ 117 h 146"/>
                    <a:gd name="T72" fmla="*/ 60 w 394"/>
                    <a:gd name="T73" fmla="*/ 111 h 146"/>
                    <a:gd name="T74" fmla="*/ 80 w 394"/>
                    <a:gd name="T75" fmla="*/ 110 h 146"/>
                    <a:gd name="T76" fmla="*/ 91 w 394"/>
                    <a:gd name="T77" fmla="*/ 108 h 146"/>
                    <a:gd name="T78" fmla="*/ 104 w 394"/>
                    <a:gd name="T79" fmla="*/ 101 h 146"/>
                    <a:gd name="T80" fmla="*/ 113 w 394"/>
                    <a:gd name="T81" fmla="*/ 97 h 146"/>
                    <a:gd name="T82" fmla="*/ 129 w 394"/>
                    <a:gd name="T83" fmla="*/ 91 h 146"/>
                    <a:gd name="T84" fmla="*/ 125 w 394"/>
                    <a:gd name="T85" fmla="*/ 88 h 146"/>
                    <a:gd name="T86" fmla="*/ 109 w 394"/>
                    <a:gd name="T87" fmla="*/ 79 h 146"/>
                    <a:gd name="T88" fmla="*/ 96 w 394"/>
                    <a:gd name="T89" fmla="*/ 77 h 146"/>
                    <a:gd name="T90" fmla="*/ 87 w 394"/>
                    <a:gd name="T91" fmla="*/ 62 h 146"/>
                    <a:gd name="T92" fmla="*/ 78 w 394"/>
                    <a:gd name="T93" fmla="*/ 73 h 146"/>
                    <a:gd name="T94" fmla="*/ 63 w 394"/>
                    <a:gd name="T95" fmla="*/ 75 h 146"/>
                    <a:gd name="T96" fmla="*/ 51 w 394"/>
                    <a:gd name="T97" fmla="*/ 66 h 146"/>
                    <a:gd name="T98" fmla="*/ 32 w 394"/>
                    <a:gd name="T99" fmla="*/ 60 h 146"/>
                    <a:gd name="T100" fmla="*/ 51 w 394"/>
                    <a:gd name="T101" fmla="*/ 49 h 146"/>
                    <a:gd name="T102" fmla="*/ 67 w 394"/>
                    <a:gd name="T103" fmla="*/ 40 h 146"/>
                    <a:gd name="T104" fmla="*/ 60 w 394"/>
                    <a:gd name="T105" fmla="*/ 33 h 146"/>
                    <a:gd name="T106" fmla="*/ 69 w 394"/>
                    <a:gd name="T107" fmla="*/ 22 h 146"/>
                    <a:gd name="T108" fmla="*/ 91 w 394"/>
                    <a:gd name="T109" fmla="*/ 16 h 146"/>
                    <a:gd name="T110" fmla="*/ 116 w 394"/>
                    <a:gd name="T111" fmla="*/ 22 h 146"/>
                    <a:gd name="T112" fmla="*/ 140 w 394"/>
                    <a:gd name="T113" fmla="*/ 27 h 146"/>
                    <a:gd name="T114" fmla="*/ 151 w 394"/>
                    <a:gd name="T115" fmla="*/ 18 h 146"/>
                    <a:gd name="T116" fmla="*/ 169 w 394"/>
                    <a:gd name="T117" fmla="*/ 2 h 146"/>
                    <a:gd name="T118" fmla="*/ 65 w 394"/>
                    <a:gd name="T119" fmla="*/ 121 h 146"/>
                    <a:gd name="T120" fmla="*/ 89 w 394"/>
                    <a:gd name="T121" fmla="*/ 119 h 146"/>
                    <a:gd name="T122" fmla="*/ 49 w 394"/>
                    <a:gd name="T123" fmla="*/ 12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4" h="146">
                      <a:moveTo>
                        <a:pt x="177" y="0"/>
                      </a:moveTo>
                      <a:lnTo>
                        <a:pt x="177" y="2"/>
                      </a:lnTo>
                      <a:lnTo>
                        <a:pt x="177" y="0"/>
                      </a:lnTo>
                      <a:lnTo>
                        <a:pt x="177" y="2"/>
                      </a:lnTo>
                      <a:lnTo>
                        <a:pt x="177" y="0"/>
                      </a:lnTo>
                      <a:lnTo>
                        <a:pt x="178" y="2"/>
                      </a:lnTo>
                      <a:lnTo>
                        <a:pt x="177" y="2"/>
                      </a:lnTo>
                      <a:lnTo>
                        <a:pt x="178" y="2"/>
                      </a:lnTo>
                      <a:lnTo>
                        <a:pt x="180" y="2"/>
                      </a:lnTo>
                      <a:lnTo>
                        <a:pt x="178" y="2"/>
                      </a:lnTo>
                      <a:lnTo>
                        <a:pt x="180" y="2"/>
                      </a:lnTo>
                      <a:lnTo>
                        <a:pt x="178" y="2"/>
                      </a:lnTo>
                      <a:lnTo>
                        <a:pt x="180" y="2"/>
                      </a:lnTo>
                      <a:lnTo>
                        <a:pt x="180" y="4"/>
                      </a:lnTo>
                      <a:lnTo>
                        <a:pt x="182" y="2"/>
                      </a:lnTo>
                      <a:lnTo>
                        <a:pt x="182" y="4"/>
                      </a:lnTo>
                      <a:lnTo>
                        <a:pt x="184" y="4"/>
                      </a:lnTo>
                      <a:lnTo>
                        <a:pt x="182" y="4"/>
                      </a:lnTo>
                      <a:lnTo>
                        <a:pt x="184" y="4"/>
                      </a:lnTo>
                      <a:lnTo>
                        <a:pt x="186" y="4"/>
                      </a:lnTo>
                      <a:lnTo>
                        <a:pt x="186" y="5"/>
                      </a:lnTo>
                      <a:lnTo>
                        <a:pt x="186" y="4"/>
                      </a:lnTo>
                      <a:lnTo>
                        <a:pt x="186" y="5"/>
                      </a:lnTo>
                      <a:lnTo>
                        <a:pt x="188" y="5"/>
                      </a:lnTo>
                      <a:lnTo>
                        <a:pt x="189" y="5"/>
                      </a:lnTo>
                      <a:lnTo>
                        <a:pt x="191" y="7"/>
                      </a:lnTo>
                      <a:lnTo>
                        <a:pt x="193" y="7"/>
                      </a:lnTo>
                      <a:lnTo>
                        <a:pt x="193" y="9"/>
                      </a:lnTo>
                      <a:lnTo>
                        <a:pt x="195" y="9"/>
                      </a:lnTo>
                      <a:lnTo>
                        <a:pt x="195" y="11"/>
                      </a:lnTo>
                      <a:lnTo>
                        <a:pt x="197" y="11"/>
                      </a:lnTo>
                      <a:lnTo>
                        <a:pt x="197" y="9"/>
                      </a:lnTo>
                      <a:lnTo>
                        <a:pt x="197" y="11"/>
                      </a:lnTo>
                      <a:lnTo>
                        <a:pt x="197" y="9"/>
                      </a:lnTo>
                      <a:lnTo>
                        <a:pt x="197" y="11"/>
                      </a:lnTo>
                      <a:lnTo>
                        <a:pt x="198" y="11"/>
                      </a:lnTo>
                      <a:lnTo>
                        <a:pt x="198" y="9"/>
                      </a:lnTo>
                      <a:lnTo>
                        <a:pt x="198" y="11"/>
                      </a:lnTo>
                      <a:lnTo>
                        <a:pt x="198" y="9"/>
                      </a:lnTo>
                      <a:lnTo>
                        <a:pt x="200" y="11"/>
                      </a:lnTo>
                      <a:lnTo>
                        <a:pt x="202" y="11"/>
                      </a:lnTo>
                      <a:lnTo>
                        <a:pt x="204" y="11"/>
                      </a:lnTo>
                      <a:lnTo>
                        <a:pt x="204" y="13"/>
                      </a:lnTo>
                      <a:lnTo>
                        <a:pt x="206" y="13"/>
                      </a:lnTo>
                      <a:lnTo>
                        <a:pt x="208" y="13"/>
                      </a:lnTo>
                      <a:lnTo>
                        <a:pt x="209" y="13"/>
                      </a:lnTo>
                      <a:lnTo>
                        <a:pt x="209" y="15"/>
                      </a:lnTo>
                      <a:lnTo>
                        <a:pt x="211" y="15"/>
                      </a:lnTo>
                      <a:lnTo>
                        <a:pt x="213" y="15"/>
                      </a:lnTo>
                      <a:lnTo>
                        <a:pt x="215" y="15"/>
                      </a:lnTo>
                      <a:lnTo>
                        <a:pt x="217" y="15"/>
                      </a:lnTo>
                      <a:lnTo>
                        <a:pt x="219" y="15"/>
                      </a:lnTo>
                      <a:lnTo>
                        <a:pt x="219" y="16"/>
                      </a:lnTo>
                      <a:lnTo>
                        <a:pt x="220" y="16"/>
                      </a:lnTo>
                      <a:lnTo>
                        <a:pt x="222" y="16"/>
                      </a:lnTo>
                      <a:lnTo>
                        <a:pt x="224" y="16"/>
                      </a:lnTo>
                      <a:lnTo>
                        <a:pt x="226" y="16"/>
                      </a:lnTo>
                      <a:lnTo>
                        <a:pt x="228" y="16"/>
                      </a:lnTo>
                      <a:lnTo>
                        <a:pt x="229" y="16"/>
                      </a:lnTo>
                      <a:lnTo>
                        <a:pt x="231" y="16"/>
                      </a:lnTo>
                      <a:lnTo>
                        <a:pt x="233" y="16"/>
                      </a:lnTo>
                      <a:lnTo>
                        <a:pt x="233" y="15"/>
                      </a:lnTo>
                      <a:lnTo>
                        <a:pt x="233" y="13"/>
                      </a:lnTo>
                      <a:lnTo>
                        <a:pt x="235" y="13"/>
                      </a:lnTo>
                      <a:lnTo>
                        <a:pt x="237" y="13"/>
                      </a:lnTo>
                      <a:lnTo>
                        <a:pt x="237" y="11"/>
                      </a:lnTo>
                      <a:lnTo>
                        <a:pt x="239" y="11"/>
                      </a:lnTo>
                      <a:lnTo>
                        <a:pt x="239" y="13"/>
                      </a:lnTo>
                      <a:lnTo>
                        <a:pt x="240" y="13"/>
                      </a:lnTo>
                      <a:lnTo>
                        <a:pt x="242" y="13"/>
                      </a:lnTo>
                      <a:lnTo>
                        <a:pt x="244" y="13"/>
                      </a:lnTo>
                      <a:lnTo>
                        <a:pt x="246" y="13"/>
                      </a:lnTo>
                      <a:lnTo>
                        <a:pt x="248" y="13"/>
                      </a:lnTo>
                      <a:lnTo>
                        <a:pt x="250" y="13"/>
                      </a:lnTo>
                      <a:lnTo>
                        <a:pt x="251" y="13"/>
                      </a:lnTo>
                      <a:lnTo>
                        <a:pt x="251" y="15"/>
                      </a:lnTo>
                      <a:lnTo>
                        <a:pt x="253" y="15"/>
                      </a:lnTo>
                      <a:lnTo>
                        <a:pt x="255" y="15"/>
                      </a:lnTo>
                      <a:lnTo>
                        <a:pt x="257" y="15"/>
                      </a:lnTo>
                      <a:lnTo>
                        <a:pt x="257" y="13"/>
                      </a:lnTo>
                      <a:lnTo>
                        <a:pt x="259" y="13"/>
                      </a:lnTo>
                      <a:lnTo>
                        <a:pt x="261" y="13"/>
                      </a:lnTo>
                      <a:lnTo>
                        <a:pt x="262" y="13"/>
                      </a:lnTo>
                      <a:lnTo>
                        <a:pt x="264" y="13"/>
                      </a:lnTo>
                      <a:lnTo>
                        <a:pt x="266" y="13"/>
                      </a:lnTo>
                      <a:lnTo>
                        <a:pt x="268" y="13"/>
                      </a:lnTo>
                      <a:lnTo>
                        <a:pt x="268" y="11"/>
                      </a:lnTo>
                      <a:lnTo>
                        <a:pt x="270" y="11"/>
                      </a:lnTo>
                      <a:lnTo>
                        <a:pt x="271" y="11"/>
                      </a:lnTo>
                      <a:lnTo>
                        <a:pt x="273" y="11"/>
                      </a:lnTo>
                      <a:lnTo>
                        <a:pt x="275" y="11"/>
                      </a:lnTo>
                      <a:lnTo>
                        <a:pt x="277" y="11"/>
                      </a:lnTo>
                      <a:lnTo>
                        <a:pt x="279" y="11"/>
                      </a:lnTo>
                      <a:lnTo>
                        <a:pt x="281" y="11"/>
                      </a:lnTo>
                      <a:lnTo>
                        <a:pt x="282" y="11"/>
                      </a:lnTo>
                      <a:lnTo>
                        <a:pt x="281" y="11"/>
                      </a:lnTo>
                      <a:lnTo>
                        <a:pt x="282" y="13"/>
                      </a:lnTo>
                      <a:lnTo>
                        <a:pt x="284" y="13"/>
                      </a:lnTo>
                      <a:lnTo>
                        <a:pt x="286" y="13"/>
                      </a:lnTo>
                      <a:lnTo>
                        <a:pt x="288" y="13"/>
                      </a:lnTo>
                      <a:lnTo>
                        <a:pt x="290" y="13"/>
                      </a:lnTo>
                      <a:lnTo>
                        <a:pt x="292" y="13"/>
                      </a:lnTo>
                      <a:lnTo>
                        <a:pt x="293" y="13"/>
                      </a:lnTo>
                      <a:lnTo>
                        <a:pt x="295" y="13"/>
                      </a:lnTo>
                      <a:lnTo>
                        <a:pt x="297" y="13"/>
                      </a:lnTo>
                      <a:lnTo>
                        <a:pt x="295" y="13"/>
                      </a:lnTo>
                      <a:lnTo>
                        <a:pt x="297" y="13"/>
                      </a:lnTo>
                      <a:lnTo>
                        <a:pt x="299" y="13"/>
                      </a:lnTo>
                      <a:lnTo>
                        <a:pt x="301" y="13"/>
                      </a:lnTo>
                      <a:lnTo>
                        <a:pt x="302" y="13"/>
                      </a:lnTo>
                      <a:lnTo>
                        <a:pt x="304" y="13"/>
                      </a:lnTo>
                      <a:lnTo>
                        <a:pt x="304" y="15"/>
                      </a:lnTo>
                      <a:lnTo>
                        <a:pt x="306" y="15"/>
                      </a:lnTo>
                      <a:lnTo>
                        <a:pt x="308" y="15"/>
                      </a:lnTo>
                      <a:lnTo>
                        <a:pt x="310" y="15"/>
                      </a:lnTo>
                      <a:lnTo>
                        <a:pt x="312" y="15"/>
                      </a:lnTo>
                      <a:lnTo>
                        <a:pt x="313" y="15"/>
                      </a:lnTo>
                      <a:lnTo>
                        <a:pt x="315" y="15"/>
                      </a:lnTo>
                      <a:lnTo>
                        <a:pt x="317" y="15"/>
                      </a:lnTo>
                      <a:lnTo>
                        <a:pt x="319" y="15"/>
                      </a:lnTo>
                      <a:lnTo>
                        <a:pt x="321" y="15"/>
                      </a:lnTo>
                      <a:lnTo>
                        <a:pt x="323" y="15"/>
                      </a:lnTo>
                      <a:lnTo>
                        <a:pt x="324" y="15"/>
                      </a:lnTo>
                      <a:lnTo>
                        <a:pt x="326" y="15"/>
                      </a:lnTo>
                      <a:lnTo>
                        <a:pt x="328" y="15"/>
                      </a:lnTo>
                      <a:lnTo>
                        <a:pt x="330" y="15"/>
                      </a:lnTo>
                      <a:lnTo>
                        <a:pt x="330" y="13"/>
                      </a:lnTo>
                      <a:lnTo>
                        <a:pt x="330" y="15"/>
                      </a:lnTo>
                      <a:lnTo>
                        <a:pt x="332" y="15"/>
                      </a:lnTo>
                      <a:lnTo>
                        <a:pt x="334" y="15"/>
                      </a:lnTo>
                      <a:lnTo>
                        <a:pt x="335" y="16"/>
                      </a:lnTo>
                      <a:lnTo>
                        <a:pt x="337" y="16"/>
                      </a:lnTo>
                      <a:lnTo>
                        <a:pt x="339" y="16"/>
                      </a:lnTo>
                      <a:lnTo>
                        <a:pt x="341" y="16"/>
                      </a:lnTo>
                      <a:lnTo>
                        <a:pt x="343" y="16"/>
                      </a:lnTo>
                      <a:lnTo>
                        <a:pt x="344" y="18"/>
                      </a:lnTo>
                      <a:lnTo>
                        <a:pt x="346" y="18"/>
                      </a:lnTo>
                      <a:lnTo>
                        <a:pt x="348" y="18"/>
                      </a:lnTo>
                      <a:lnTo>
                        <a:pt x="354" y="16"/>
                      </a:lnTo>
                      <a:lnTo>
                        <a:pt x="355" y="16"/>
                      </a:lnTo>
                      <a:lnTo>
                        <a:pt x="354" y="18"/>
                      </a:lnTo>
                      <a:lnTo>
                        <a:pt x="354" y="20"/>
                      </a:lnTo>
                      <a:lnTo>
                        <a:pt x="354" y="22"/>
                      </a:lnTo>
                      <a:lnTo>
                        <a:pt x="355" y="22"/>
                      </a:lnTo>
                      <a:lnTo>
                        <a:pt x="355" y="24"/>
                      </a:lnTo>
                      <a:lnTo>
                        <a:pt x="357" y="24"/>
                      </a:lnTo>
                      <a:lnTo>
                        <a:pt x="359" y="24"/>
                      </a:lnTo>
                      <a:lnTo>
                        <a:pt x="361" y="24"/>
                      </a:lnTo>
                      <a:lnTo>
                        <a:pt x="361" y="26"/>
                      </a:lnTo>
                      <a:lnTo>
                        <a:pt x="363" y="26"/>
                      </a:lnTo>
                      <a:lnTo>
                        <a:pt x="363" y="27"/>
                      </a:lnTo>
                      <a:lnTo>
                        <a:pt x="365" y="27"/>
                      </a:lnTo>
                      <a:lnTo>
                        <a:pt x="365" y="29"/>
                      </a:lnTo>
                      <a:lnTo>
                        <a:pt x="366" y="29"/>
                      </a:lnTo>
                      <a:lnTo>
                        <a:pt x="368" y="29"/>
                      </a:lnTo>
                      <a:lnTo>
                        <a:pt x="370" y="29"/>
                      </a:lnTo>
                      <a:lnTo>
                        <a:pt x="372" y="29"/>
                      </a:lnTo>
                      <a:lnTo>
                        <a:pt x="374" y="29"/>
                      </a:lnTo>
                      <a:lnTo>
                        <a:pt x="376" y="29"/>
                      </a:lnTo>
                      <a:lnTo>
                        <a:pt x="377" y="29"/>
                      </a:lnTo>
                      <a:lnTo>
                        <a:pt x="379" y="29"/>
                      </a:lnTo>
                      <a:lnTo>
                        <a:pt x="381" y="29"/>
                      </a:lnTo>
                      <a:lnTo>
                        <a:pt x="381" y="31"/>
                      </a:lnTo>
                      <a:lnTo>
                        <a:pt x="381" y="29"/>
                      </a:lnTo>
                      <a:lnTo>
                        <a:pt x="381" y="31"/>
                      </a:lnTo>
                      <a:lnTo>
                        <a:pt x="383" y="31"/>
                      </a:lnTo>
                      <a:lnTo>
                        <a:pt x="383" y="33"/>
                      </a:lnTo>
                      <a:lnTo>
                        <a:pt x="385" y="33"/>
                      </a:lnTo>
                      <a:lnTo>
                        <a:pt x="386" y="33"/>
                      </a:lnTo>
                      <a:lnTo>
                        <a:pt x="386" y="35"/>
                      </a:lnTo>
                      <a:lnTo>
                        <a:pt x="388" y="35"/>
                      </a:lnTo>
                      <a:lnTo>
                        <a:pt x="388" y="37"/>
                      </a:lnTo>
                      <a:lnTo>
                        <a:pt x="388" y="38"/>
                      </a:lnTo>
                      <a:lnTo>
                        <a:pt x="390" y="38"/>
                      </a:lnTo>
                      <a:lnTo>
                        <a:pt x="392" y="38"/>
                      </a:lnTo>
                      <a:lnTo>
                        <a:pt x="392" y="40"/>
                      </a:lnTo>
                      <a:lnTo>
                        <a:pt x="394" y="40"/>
                      </a:lnTo>
                      <a:lnTo>
                        <a:pt x="394" y="42"/>
                      </a:lnTo>
                      <a:lnTo>
                        <a:pt x="392" y="42"/>
                      </a:lnTo>
                      <a:lnTo>
                        <a:pt x="394" y="44"/>
                      </a:lnTo>
                      <a:lnTo>
                        <a:pt x="392" y="44"/>
                      </a:lnTo>
                      <a:lnTo>
                        <a:pt x="390" y="44"/>
                      </a:lnTo>
                      <a:lnTo>
                        <a:pt x="388" y="44"/>
                      </a:lnTo>
                      <a:lnTo>
                        <a:pt x="386" y="44"/>
                      </a:lnTo>
                      <a:lnTo>
                        <a:pt x="385" y="44"/>
                      </a:lnTo>
                      <a:lnTo>
                        <a:pt x="383" y="44"/>
                      </a:lnTo>
                      <a:lnTo>
                        <a:pt x="381" y="44"/>
                      </a:lnTo>
                      <a:lnTo>
                        <a:pt x="379" y="46"/>
                      </a:lnTo>
                      <a:lnTo>
                        <a:pt x="377" y="46"/>
                      </a:lnTo>
                      <a:lnTo>
                        <a:pt x="377" y="48"/>
                      </a:lnTo>
                      <a:lnTo>
                        <a:pt x="376" y="48"/>
                      </a:lnTo>
                      <a:lnTo>
                        <a:pt x="376" y="49"/>
                      </a:lnTo>
                      <a:lnTo>
                        <a:pt x="376" y="51"/>
                      </a:lnTo>
                      <a:lnTo>
                        <a:pt x="374" y="51"/>
                      </a:lnTo>
                      <a:lnTo>
                        <a:pt x="374" y="53"/>
                      </a:lnTo>
                      <a:lnTo>
                        <a:pt x="372" y="53"/>
                      </a:lnTo>
                      <a:lnTo>
                        <a:pt x="370" y="53"/>
                      </a:lnTo>
                      <a:lnTo>
                        <a:pt x="368" y="53"/>
                      </a:lnTo>
                      <a:lnTo>
                        <a:pt x="366" y="53"/>
                      </a:lnTo>
                      <a:lnTo>
                        <a:pt x="365" y="53"/>
                      </a:lnTo>
                      <a:lnTo>
                        <a:pt x="365" y="51"/>
                      </a:lnTo>
                      <a:lnTo>
                        <a:pt x="363" y="51"/>
                      </a:lnTo>
                      <a:lnTo>
                        <a:pt x="361" y="51"/>
                      </a:lnTo>
                      <a:lnTo>
                        <a:pt x="361" y="53"/>
                      </a:lnTo>
                      <a:lnTo>
                        <a:pt x="359" y="53"/>
                      </a:lnTo>
                      <a:lnTo>
                        <a:pt x="357" y="53"/>
                      </a:lnTo>
                      <a:lnTo>
                        <a:pt x="357" y="55"/>
                      </a:lnTo>
                      <a:lnTo>
                        <a:pt x="355" y="55"/>
                      </a:lnTo>
                      <a:lnTo>
                        <a:pt x="354" y="55"/>
                      </a:lnTo>
                      <a:lnTo>
                        <a:pt x="352" y="55"/>
                      </a:lnTo>
                      <a:lnTo>
                        <a:pt x="352" y="57"/>
                      </a:lnTo>
                      <a:lnTo>
                        <a:pt x="350" y="57"/>
                      </a:lnTo>
                      <a:lnTo>
                        <a:pt x="348" y="57"/>
                      </a:lnTo>
                      <a:lnTo>
                        <a:pt x="348" y="58"/>
                      </a:lnTo>
                      <a:lnTo>
                        <a:pt x="346" y="58"/>
                      </a:lnTo>
                      <a:lnTo>
                        <a:pt x="344" y="58"/>
                      </a:lnTo>
                      <a:lnTo>
                        <a:pt x="344" y="60"/>
                      </a:lnTo>
                      <a:lnTo>
                        <a:pt x="343" y="60"/>
                      </a:lnTo>
                      <a:lnTo>
                        <a:pt x="341" y="60"/>
                      </a:lnTo>
                      <a:lnTo>
                        <a:pt x="341" y="62"/>
                      </a:lnTo>
                      <a:lnTo>
                        <a:pt x="339" y="62"/>
                      </a:lnTo>
                      <a:lnTo>
                        <a:pt x="337" y="62"/>
                      </a:lnTo>
                      <a:lnTo>
                        <a:pt x="337" y="64"/>
                      </a:lnTo>
                      <a:lnTo>
                        <a:pt x="335" y="64"/>
                      </a:lnTo>
                      <a:lnTo>
                        <a:pt x="334" y="64"/>
                      </a:lnTo>
                      <a:lnTo>
                        <a:pt x="332" y="64"/>
                      </a:lnTo>
                      <a:lnTo>
                        <a:pt x="332" y="66"/>
                      </a:lnTo>
                      <a:lnTo>
                        <a:pt x="330" y="66"/>
                      </a:lnTo>
                      <a:lnTo>
                        <a:pt x="328" y="66"/>
                      </a:lnTo>
                      <a:lnTo>
                        <a:pt x="328" y="68"/>
                      </a:lnTo>
                      <a:lnTo>
                        <a:pt x="328" y="66"/>
                      </a:lnTo>
                      <a:lnTo>
                        <a:pt x="326" y="68"/>
                      </a:lnTo>
                      <a:lnTo>
                        <a:pt x="326" y="69"/>
                      </a:lnTo>
                      <a:lnTo>
                        <a:pt x="326" y="71"/>
                      </a:lnTo>
                      <a:lnTo>
                        <a:pt x="324" y="73"/>
                      </a:lnTo>
                      <a:lnTo>
                        <a:pt x="324" y="71"/>
                      </a:lnTo>
                      <a:lnTo>
                        <a:pt x="324" y="73"/>
                      </a:lnTo>
                      <a:lnTo>
                        <a:pt x="323" y="73"/>
                      </a:lnTo>
                      <a:lnTo>
                        <a:pt x="321" y="73"/>
                      </a:lnTo>
                      <a:lnTo>
                        <a:pt x="321" y="75"/>
                      </a:lnTo>
                      <a:lnTo>
                        <a:pt x="321" y="77"/>
                      </a:lnTo>
                      <a:lnTo>
                        <a:pt x="321" y="79"/>
                      </a:lnTo>
                      <a:lnTo>
                        <a:pt x="319" y="79"/>
                      </a:lnTo>
                      <a:lnTo>
                        <a:pt x="317" y="79"/>
                      </a:lnTo>
                      <a:lnTo>
                        <a:pt x="315" y="79"/>
                      </a:lnTo>
                      <a:lnTo>
                        <a:pt x="315" y="80"/>
                      </a:lnTo>
                      <a:lnTo>
                        <a:pt x="313" y="80"/>
                      </a:lnTo>
                      <a:lnTo>
                        <a:pt x="313" y="79"/>
                      </a:lnTo>
                      <a:lnTo>
                        <a:pt x="312" y="79"/>
                      </a:lnTo>
                      <a:lnTo>
                        <a:pt x="310" y="79"/>
                      </a:lnTo>
                      <a:lnTo>
                        <a:pt x="308" y="79"/>
                      </a:lnTo>
                      <a:lnTo>
                        <a:pt x="306" y="79"/>
                      </a:lnTo>
                      <a:lnTo>
                        <a:pt x="306" y="80"/>
                      </a:lnTo>
                      <a:lnTo>
                        <a:pt x="304" y="80"/>
                      </a:lnTo>
                      <a:lnTo>
                        <a:pt x="302" y="80"/>
                      </a:lnTo>
                      <a:lnTo>
                        <a:pt x="301" y="80"/>
                      </a:lnTo>
                      <a:lnTo>
                        <a:pt x="301" y="82"/>
                      </a:lnTo>
                      <a:lnTo>
                        <a:pt x="299" y="82"/>
                      </a:lnTo>
                      <a:lnTo>
                        <a:pt x="299" y="80"/>
                      </a:lnTo>
                      <a:lnTo>
                        <a:pt x="299" y="82"/>
                      </a:lnTo>
                      <a:lnTo>
                        <a:pt x="297" y="80"/>
                      </a:lnTo>
                      <a:lnTo>
                        <a:pt x="297" y="82"/>
                      </a:lnTo>
                      <a:lnTo>
                        <a:pt x="295" y="82"/>
                      </a:lnTo>
                      <a:lnTo>
                        <a:pt x="293" y="82"/>
                      </a:lnTo>
                      <a:lnTo>
                        <a:pt x="293" y="80"/>
                      </a:lnTo>
                      <a:lnTo>
                        <a:pt x="292" y="80"/>
                      </a:lnTo>
                      <a:lnTo>
                        <a:pt x="290" y="80"/>
                      </a:lnTo>
                      <a:lnTo>
                        <a:pt x="288" y="80"/>
                      </a:lnTo>
                      <a:lnTo>
                        <a:pt x="286" y="82"/>
                      </a:lnTo>
                      <a:lnTo>
                        <a:pt x="286" y="80"/>
                      </a:lnTo>
                      <a:lnTo>
                        <a:pt x="284" y="80"/>
                      </a:lnTo>
                      <a:lnTo>
                        <a:pt x="282" y="80"/>
                      </a:lnTo>
                      <a:lnTo>
                        <a:pt x="281" y="80"/>
                      </a:lnTo>
                      <a:lnTo>
                        <a:pt x="279" y="80"/>
                      </a:lnTo>
                      <a:lnTo>
                        <a:pt x="281" y="80"/>
                      </a:lnTo>
                      <a:lnTo>
                        <a:pt x="279" y="80"/>
                      </a:lnTo>
                      <a:lnTo>
                        <a:pt x="279" y="79"/>
                      </a:lnTo>
                      <a:lnTo>
                        <a:pt x="277" y="79"/>
                      </a:lnTo>
                      <a:lnTo>
                        <a:pt x="277" y="80"/>
                      </a:lnTo>
                      <a:lnTo>
                        <a:pt x="277" y="79"/>
                      </a:lnTo>
                      <a:lnTo>
                        <a:pt x="275" y="79"/>
                      </a:lnTo>
                      <a:lnTo>
                        <a:pt x="275" y="80"/>
                      </a:lnTo>
                      <a:lnTo>
                        <a:pt x="273" y="80"/>
                      </a:lnTo>
                      <a:lnTo>
                        <a:pt x="271" y="80"/>
                      </a:lnTo>
                      <a:lnTo>
                        <a:pt x="271" y="82"/>
                      </a:lnTo>
                      <a:lnTo>
                        <a:pt x="270" y="82"/>
                      </a:lnTo>
                      <a:lnTo>
                        <a:pt x="271" y="82"/>
                      </a:lnTo>
                      <a:lnTo>
                        <a:pt x="270" y="82"/>
                      </a:lnTo>
                      <a:lnTo>
                        <a:pt x="268" y="82"/>
                      </a:lnTo>
                      <a:lnTo>
                        <a:pt x="268" y="84"/>
                      </a:lnTo>
                      <a:lnTo>
                        <a:pt x="266" y="86"/>
                      </a:lnTo>
                      <a:lnTo>
                        <a:pt x="268" y="86"/>
                      </a:lnTo>
                      <a:lnTo>
                        <a:pt x="268" y="88"/>
                      </a:lnTo>
                      <a:lnTo>
                        <a:pt x="266" y="88"/>
                      </a:lnTo>
                      <a:lnTo>
                        <a:pt x="266" y="90"/>
                      </a:lnTo>
                      <a:lnTo>
                        <a:pt x="264" y="90"/>
                      </a:lnTo>
                      <a:lnTo>
                        <a:pt x="262" y="90"/>
                      </a:lnTo>
                      <a:lnTo>
                        <a:pt x="262" y="91"/>
                      </a:lnTo>
                      <a:lnTo>
                        <a:pt x="264" y="91"/>
                      </a:lnTo>
                      <a:lnTo>
                        <a:pt x="264" y="93"/>
                      </a:lnTo>
                      <a:lnTo>
                        <a:pt x="264" y="95"/>
                      </a:lnTo>
                      <a:lnTo>
                        <a:pt x="262" y="95"/>
                      </a:lnTo>
                      <a:lnTo>
                        <a:pt x="262" y="97"/>
                      </a:lnTo>
                      <a:lnTo>
                        <a:pt x="261" y="97"/>
                      </a:lnTo>
                      <a:lnTo>
                        <a:pt x="261" y="99"/>
                      </a:lnTo>
                      <a:lnTo>
                        <a:pt x="259" y="99"/>
                      </a:lnTo>
                      <a:lnTo>
                        <a:pt x="259" y="101"/>
                      </a:lnTo>
                      <a:lnTo>
                        <a:pt x="259" y="102"/>
                      </a:lnTo>
                      <a:lnTo>
                        <a:pt x="257" y="102"/>
                      </a:lnTo>
                      <a:lnTo>
                        <a:pt x="257" y="104"/>
                      </a:lnTo>
                      <a:lnTo>
                        <a:pt x="255" y="104"/>
                      </a:lnTo>
                      <a:lnTo>
                        <a:pt x="253" y="104"/>
                      </a:lnTo>
                      <a:lnTo>
                        <a:pt x="253" y="106"/>
                      </a:lnTo>
                      <a:lnTo>
                        <a:pt x="251" y="106"/>
                      </a:lnTo>
                      <a:lnTo>
                        <a:pt x="251" y="104"/>
                      </a:lnTo>
                      <a:lnTo>
                        <a:pt x="251" y="102"/>
                      </a:lnTo>
                      <a:lnTo>
                        <a:pt x="250" y="102"/>
                      </a:lnTo>
                      <a:lnTo>
                        <a:pt x="248" y="102"/>
                      </a:lnTo>
                      <a:lnTo>
                        <a:pt x="248" y="104"/>
                      </a:lnTo>
                      <a:lnTo>
                        <a:pt x="246" y="104"/>
                      </a:lnTo>
                      <a:lnTo>
                        <a:pt x="244" y="104"/>
                      </a:lnTo>
                      <a:lnTo>
                        <a:pt x="242" y="104"/>
                      </a:lnTo>
                      <a:lnTo>
                        <a:pt x="240" y="104"/>
                      </a:lnTo>
                      <a:lnTo>
                        <a:pt x="239" y="104"/>
                      </a:lnTo>
                      <a:lnTo>
                        <a:pt x="239" y="106"/>
                      </a:lnTo>
                      <a:lnTo>
                        <a:pt x="237" y="106"/>
                      </a:lnTo>
                      <a:lnTo>
                        <a:pt x="239" y="106"/>
                      </a:lnTo>
                      <a:lnTo>
                        <a:pt x="237" y="106"/>
                      </a:lnTo>
                      <a:lnTo>
                        <a:pt x="237" y="108"/>
                      </a:lnTo>
                      <a:lnTo>
                        <a:pt x="237" y="106"/>
                      </a:lnTo>
                      <a:lnTo>
                        <a:pt x="235" y="106"/>
                      </a:lnTo>
                      <a:lnTo>
                        <a:pt x="233" y="106"/>
                      </a:lnTo>
                      <a:lnTo>
                        <a:pt x="231" y="106"/>
                      </a:lnTo>
                      <a:lnTo>
                        <a:pt x="229" y="108"/>
                      </a:lnTo>
                      <a:lnTo>
                        <a:pt x="229" y="106"/>
                      </a:lnTo>
                      <a:lnTo>
                        <a:pt x="229" y="104"/>
                      </a:lnTo>
                      <a:lnTo>
                        <a:pt x="228" y="104"/>
                      </a:lnTo>
                      <a:lnTo>
                        <a:pt x="229" y="102"/>
                      </a:lnTo>
                      <a:lnTo>
                        <a:pt x="229" y="101"/>
                      </a:lnTo>
                      <a:lnTo>
                        <a:pt x="229" y="99"/>
                      </a:lnTo>
                      <a:lnTo>
                        <a:pt x="228" y="101"/>
                      </a:lnTo>
                      <a:lnTo>
                        <a:pt x="228" y="99"/>
                      </a:lnTo>
                      <a:lnTo>
                        <a:pt x="226" y="99"/>
                      </a:lnTo>
                      <a:lnTo>
                        <a:pt x="226" y="97"/>
                      </a:lnTo>
                      <a:lnTo>
                        <a:pt x="228" y="97"/>
                      </a:lnTo>
                      <a:lnTo>
                        <a:pt x="226" y="97"/>
                      </a:lnTo>
                      <a:lnTo>
                        <a:pt x="228" y="95"/>
                      </a:lnTo>
                      <a:lnTo>
                        <a:pt x="226" y="95"/>
                      </a:lnTo>
                      <a:lnTo>
                        <a:pt x="226" y="93"/>
                      </a:lnTo>
                      <a:lnTo>
                        <a:pt x="224" y="93"/>
                      </a:lnTo>
                      <a:lnTo>
                        <a:pt x="224" y="95"/>
                      </a:lnTo>
                      <a:lnTo>
                        <a:pt x="222" y="95"/>
                      </a:lnTo>
                      <a:lnTo>
                        <a:pt x="220" y="95"/>
                      </a:lnTo>
                      <a:lnTo>
                        <a:pt x="220" y="97"/>
                      </a:lnTo>
                      <a:lnTo>
                        <a:pt x="219" y="97"/>
                      </a:lnTo>
                      <a:lnTo>
                        <a:pt x="219" y="99"/>
                      </a:lnTo>
                      <a:lnTo>
                        <a:pt x="217" y="99"/>
                      </a:lnTo>
                      <a:lnTo>
                        <a:pt x="215" y="99"/>
                      </a:lnTo>
                      <a:lnTo>
                        <a:pt x="215" y="101"/>
                      </a:lnTo>
                      <a:lnTo>
                        <a:pt x="213" y="101"/>
                      </a:lnTo>
                      <a:lnTo>
                        <a:pt x="213" y="102"/>
                      </a:lnTo>
                      <a:lnTo>
                        <a:pt x="211" y="101"/>
                      </a:lnTo>
                      <a:lnTo>
                        <a:pt x="211" y="102"/>
                      </a:lnTo>
                      <a:lnTo>
                        <a:pt x="211" y="101"/>
                      </a:lnTo>
                      <a:lnTo>
                        <a:pt x="209" y="101"/>
                      </a:lnTo>
                      <a:lnTo>
                        <a:pt x="208" y="101"/>
                      </a:lnTo>
                      <a:lnTo>
                        <a:pt x="208" y="102"/>
                      </a:lnTo>
                      <a:lnTo>
                        <a:pt x="206" y="101"/>
                      </a:lnTo>
                      <a:lnTo>
                        <a:pt x="206" y="102"/>
                      </a:lnTo>
                      <a:lnTo>
                        <a:pt x="206" y="101"/>
                      </a:lnTo>
                      <a:lnTo>
                        <a:pt x="204" y="101"/>
                      </a:lnTo>
                      <a:lnTo>
                        <a:pt x="202" y="101"/>
                      </a:lnTo>
                      <a:lnTo>
                        <a:pt x="200" y="99"/>
                      </a:lnTo>
                      <a:lnTo>
                        <a:pt x="198" y="99"/>
                      </a:lnTo>
                      <a:lnTo>
                        <a:pt x="198" y="101"/>
                      </a:lnTo>
                      <a:lnTo>
                        <a:pt x="197" y="101"/>
                      </a:lnTo>
                      <a:lnTo>
                        <a:pt x="197" y="102"/>
                      </a:lnTo>
                      <a:lnTo>
                        <a:pt x="198" y="102"/>
                      </a:lnTo>
                      <a:lnTo>
                        <a:pt x="198" y="104"/>
                      </a:lnTo>
                      <a:lnTo>
                        <a:pt x="200" y="104"/>
                      </a:lnTo>
                      <a:lnTo>
                        <a:pt x="202" y="104"/>
                      </a:lnTo>
                      <a:lnTo>
                        <a:pt x="200" y="106"/>
                      </a:lnTo>
                      <a:lnTo>
                        <a:pt x="198" y="106"/>
                      </a:lnTo>
                      <a:lnTo>
                        <a:pt x="198" y="104"/>
                      </a:lnTo>
                      <a:lnTo>
                        <a:pt x="197" y="104"/>
                      </a:lnTo>
                      <a:lnTo>
                        <a:pt x="195" y="104"/>
                      </a:lnTo>
                      <a:lnTo>
                        <a:pt x="193" y="104"/>
                      </a:lnTo>
                      <a:lnTo>
                        <a:pt x="193" y="106"/>
                      </a:lnTo>
                      <a:lnTo>
                        <a:pt x="193" y="108"/>
                      </a:lnTo>
                      <a:lnTo>
                        <a:pt x="191" y="108"/>
                      </a:lnTo>
                      <a:lnTo>
                        <a:pt x="189" y="108"/>
                      </a:lnTo>
                      <a:lnTo>
                        <a:pt x="188" y="110"/>
                      </a:lnTo>
                      <a:lnTo>
                        <a:pt x="186" y="110"/>
                      </a:lnTo>
                      <a:lnTo>
                        <a:pt x="186" y="111"/>
                      </a:lnTo>
                      <a:lnTo>
                        <a:pt x="184" y="111"/>
                      </a:lnTo>
                      <a:lnTo>
                        <a:pt x="184" y="113"/>
                      </a:lnTo>
                      <a:lnTo>
                        <a:pt x="182" y="113"/>
                      </a:lnTo>
                      <a:lnTo>
                        <a:pt x="180" y="113"/>
                      </a:lnTo>
                      <a:lnTo>
                        <a:pt x="178" y="113"/>
                      </a:lnTo>
                      <a:lnTo>
                        <a:pt x="177" y="113"/>
                      </a:lnTo>
                      <a:lnTo>
                        <a:pt x="175" y="113"/>
                      </a:lnTo>
                      <a:lnTo>
                        <a:pt x="173" y="113"/>
                      </a:lnTo>
                      <a:lnTo>
                        <a:pt x="173" y="115"/>
                      </a:lnTo>
                      <a:lnTo>
                        <a:pt x="171" y="115"/>
                      </a:lnTo>
                      <a:lnTo>
                        <a:pt x="171" y="113"/>
                      </a:lnTo>
                      <a:lnTo>
                        <a:pt x="169" y="113"/>
                      </a:lnTo>
                      <a:lnTo>
                        <a:pt x="169" y="115"/>
                      </a:lnTo>
                      <a:lnTo>
                        <a:pt x="167" y="115"/>
                      </a:lnTo>
                      <a:lnTo>
                        <a:pt x="167" y="117"/>
                      </a:lnTo>
                      <a:lnTo>
                        <a:pt x="167" y="119"/>
                      </a:lnTo>
                      <a:lnTo>
                        <a:pt x="166" y="119"/>
                      </a:lnTo>
                      <a:lnTo>
                        <a:pt x="166" y="121"/>
                      </a:lnTo>
                      <a:lnTo>
                        <a:pt x="166" y="122"/>
                      </a:lnTo>
                      <a:lnTo>
                        <a:pt x="164" y="122"/>
                      </a:lnTo>
                      <a:lnTo>
                        <a:pt x="164" y="124"/>
                      </a:lnTo>
                      <a:lnTo>
                        <a:pt x="162" y="124"/>
                      </a:lnTo>
                      <a:lnTo>
                        <a:pt x="162" y="126"/>
                      </a:lnTo>
                      <a:lnTo>
                        <a:pt x="164" y="126"/>
                      </a:lnTo>
                      <a:lnTo>
                        <a:pt x="166" y="126"/>
                      </a:lnTo>
                      <a:lnTo>
                        <a:pt x="166" y="128"/>
                      </a:lnTo>
                      <a:lnTo>
                        <a:pt x="166" y="130"/>
                      </a:lnTo>
                      <a:lnTo>
                        <a:pt x="167" y="130"/>
                      </a:lnTo>
                      <a:lnTo>
                        <a:pt x="167" y="132"/>
                      </a:lnTo>
                      <a:lnTo>
                        <a:pt x="166" y="132"/>
                      </a:lnTo>
                      <a:lnTo>
                        <a:pt x="166" y="133"/>
                      </a:lnTo>
                      <a:lnTo>
                        <a:pt x="164" y="133"/>
                      </a:lnTo>
                      <a:lnTo>
                        <a:pt x="166" y="133"/>
                      </a:lnTo>
                      <a:lnTo>
                        <a:pt x="164" y="135"/>
                      </a:lnTo>
                      <a:lnTo>
                        <a:pt x="164" y="137"/>
                      </a:lnTo>
                      <a:lnTo>
                        <a:pt x="162" y="137"/>
                      </a:lnTo>
                      <a:lnTo>
                        <a:pt x="160" y="137"/>
                      </a:lnTo>
                      <a:lnTo>
                        <a:pt x="158" y="137"/>
                      </a:lnTo>
                      <a:lnTo>
                        <a:pt x="156" y="137"/>
                      </a:lnTo>
                      <a:lnTo>
                        <a:pt x="155" y="137"/>
                      </a:lnTo>
                      <a:lnTo>
                        <a:pt x="153" y="137"/>
                      </a:lnTo>
                      <a:lnTo>
                        <a:pt x="151" y="137"/>
                      </a:lnTo>
                      <a:lnTo>
                        <a:pt x="149" y="137"/>
                      </a:lnTo>
                      <a:lnTo>
                        <a:pt x="147" y="137"/>
                      </a:lnTo>
                      <a:lnTo>
                        <a:pt x="146" y="137"/>
                      </a:lnTo>
                      <a:lnTo>
                        <a:pt x="146" y="139"/>
                      </a:lnTo>
                      <a:lnTo>
                        <a:pt x="144" y="139"/>
                      </a:lnTo>
                      <a:lnTo>
                        <a:pt x="142" y="139"/>
                      </a:lnTo>
                      <a:lnTo>
                        <a:pt x="142" y="141"/>
                      </a:lnTo>
                      <a:lnTo>
                        <a:pt x="140" y="141"/>
                      </a:lnTo>
                      <a:lnTo>
                        <a:pt x="138" y="141"/>
                      </a:lnTo>
                      <a:lnTo>
                        <a:pt x="136" y="141"/>
                      </a:lnTo>
                      <a:lnTo>
                        <a:pt x="136" y="139"/>
                      </a:lnTo>
                      <a:lnTo>
                        <a:pt x="136" y="141"/>
                      </a:lnTo>
                      <a:lnTo>
                        <a:pt x="135" y="141"/>
                      </a:lnTo>
                      <a:lnTo>
                        <a:pt x="133" y="141"/>
                      </a:lnTo>
                      <a:lnTo>
                        <a:pt x="131" y="141"/>
                      </a:lnTo>
                      <a:lnTo>
                        <a:pt x="129" y="141"/>
                      </a:lnTo>
                      <a:lnTo>
                        <a:pt x="127" y="141"/>
                      </a:lnTo>
                      <a:lnTo>
                        <a:pt x="125" y="141"/>
                      </a:lnTo>
                      <a:lnTo>
                        <a:pt x="124" y="141"/>
                      </a:lnTo>
                      <a:lnTo>
                        <a:pt x="124" y="139"/>
                      </a:lnTo>
                      <a:lnTo>
                        <a:pt x="122" y="139"/>
                      </a:lnTo>
                      <a:lnTo>
                        <a:pt x="120" y="139"/>
                      </a:lnTo>
                      <a:lnTo>
                        <a:pt x="118" y="139"/>
                      </a:lnTo>
                      <a:lnTo>
                        <a:pt x="118" y="141"/>
                      </a:lnTo>
                      <a:lnTo>
                        <a:pt x="116" y="141"/>
                      </a:lnTo>
                      <a:lnTo>
                        <a:pt x="116" y="139"/>
                      </a:lnTo>
                      <a:lnTo>
                        <a:pt x="115" y="139"/>
                      </a:lnTo>
                      <a:lnTo>
                        <a:pt x="115" y="141"/>
                      </a:lnTo>
                      <a:lnTo>
                        <a:pt x="113" y="141"/>
                      </a:lnTo>
                      <a:lnTo>
                        <a:pt x="111" y="141"/>
                      </a:lnTo>
                      <a:lnTo>
                        <a:pt x="109" y="141"/>
                      </a:lnTo>
                      <a:lnTo>
                        <a:pt x="109" y="143"/>
                      </a:lnTo>
                      <a:lnTo>
                        <a:pt x="107" y="143"/>
                      </a:lnTo>
                      <a:lnTo>
                        <a:pt x="107" y="144"/>
                      </a:lnTo>
                      <a:lnTo>
                        <a:pt x="107" y="146"/>
                      </a:lnTo>
                      <a:lnTo>
                        <a:pt x="105" y="146"/>
                      </a:lnTo>
                      <a:lnTo>
                        <a:pt x="105" y="144"/>
                      </a:lnTo>
                      <a:lnTo>
                        <a:pt x="104" y="144"/>
                      </a:lnTo>
                      <a:lnTo>
                        <a:pt x="102" y="144"/>
                      </a:lnTo>
                      <a:lnTo>
                        <a:pt x="102" y="143"/>
                      </a:lnTo>
                      <a:lnTo>
                        <a:pt x="102" y="144"/>
                      </a:lnTo>
                      <a:lnTo>
                        <a:pt x="100" y="144"/>
                      </a:lnTo>
                      <a:lnTo>
                        <a:pt x="100" y="143"/>
                      </a:lnTo>
                      <a:lnTo>
                        <a:pt x="100" y="141"/>
                      </a:lnTo>
                      <a:lnTo>
                        <a:pt x="98" y="141"/>
                      </a:lnTo>
                      <a:lnTo>
                        <a:pt x="96" y="141"/>
                      </a:lnTo>
                      <a:lnTo>
                        <a:pt x="94" y="143"/>
                      </a:lnTo>
                      <a:lnTo>
                        <a:pt x="93" y="143"/>
                      </a:lnTo>
                      <a:lnTo>
                        <a:pt x="91" y="143"/>
                      </a:lnTo>
                      <a:lnTo>
                        <a:pt x="89" y="143"/>
                      </a:lnTo>
                      <a:lnTo>
                        <a:pt x="89" y="141"/>
                      </a:lnTo>
                      <a:lnTo>
                        <a:pt x="91" y="139"/>
                      </a:lnTo>
                      <a:lnTo>
                        <a:pt x="91" y="137"/>
                      </a:lnTo>
                      <a:lnTo>
                        <a:pt x="89" y="137"/>
                      </a:lnTo>
                      <a:lnTo>
                        <a:pt x="87" y="137"/>
                      </a:lnTo>
                      <a:lnTo>
                        <a:pt x="85" y="137"/>
                      </a:lnTo>
                      <a:lnTo>
                        <a:pt x="83" y="137"/>
                      </a:lnTo>
                      <a:lnTo>
                        <a:pt x="82" y="137"/>
                      </a:lnTo>
                      <a:lnTo>
                        <a:pt x="82" y="135"/>
                      </a:lnTo>
                      <a:lnTo>
                        <a:pt x="80" y="135"/>
                      </a:lnTo>
                      <a:lnTo>
                        <a:pt x="82" y="133"/>
                      </a:lnTo>
                      <a:lnTo>
                        <a:pt x="82" y="132"/>
                      </a:lnTo>
                      <a:lnTo>
                        <a:pt x="80" y="132"/>
                      </a:lnTo>
                      <a:lnTo>
                        <a:pt x="78" y="132"/>
                      </a:lnTo>
                      <a:lnTo>
                        <a:pt x="76" y="132"/>
                      </a:lnTo>
                      <a:lnTo>
                        <a:pt x="76" y="133"/>
                      </a:lnTo>
                      <a:lnTo>
                        <a:pt x="74" y="133"/>
                      </a:lnTo>
                      <a:lnTo>
                        <a:pt x="73" y="133"/>
                      </a:lnTo>
                      <a:lnTo>
                        <a:pt x="73" y="135"/>
                      </a:lnTo>
                      <a:lnTo>
                        <a:pt x="71" y="135"/>
                      </a:lnTo>
                      <a:lnTo>
                        <a:pt x="71" y="133"/>
                      </a:lnTo>
                      <a:lnTo>
                        <a:pt x="71" y="135"/>
                      </a:lnTo>
                      <a:lnTo>
                        <a:pt x="69" y="135"/>
                      </a:lnTo>
                      <a:lnTo>
                        <a:pt x="67" y="135"/>
                      </a:lnTo>
                      <a:lnTo>
                        <a:pt x="65" y="135"/>
                      </a:lnTo>
                      <a:lnTo>
                        <a:pt x="63" y="137"/>
                      </a:lnTo>
                      <a:lnTo>
                        <a:pt x="65" y="137"/>
                      </a:lnTo>
                      <a:lnTo>
                        <a:pt x="63" y="137"/>
                      </a:lnTo>
                      <a:lnTo>
                        <a:pt x="63" y="139"/>
                      </a:lnTo>
                      <a:lnTo>
                        <a:pt x="62" y="139"/>
                      </a:lnTo>
                      <a:lnTo>
                        <a:pt x="60" y="139"/>
                      </a:lnTo>
                      <a:lnTo>
                        <a:pt x="60" y="137"/>
                      </a:lnTo>
                      <a:lnTo>
                        <a:pt x="60" y="139"/>
                      </a:lnTo>
                      <a:lnTo>
                        <a:pt x="58" y="139"/>
                      </a:lnTo>
                      <a:lnTo>
                        <a:pt x="56" y="139"/>
                      </a:lnTo>
                      <a:lnTo>
                        <a:pt x="54" y="139"/>
                      </a:lnTo>
                      <a:lnTo>
                        <a:pt x="52" y="139"/>
                      </a:lnTo>
                      <a:lnTo>
                        <a:pt x="52" y="137"/>
                      </a:lnTo>
                      <a:lnTo>
                        <a:pt x="52" y="135"/>
                      </a:lnTo>
                      <a:lnTo>
                        <a:pt x="51" y="135"/>
                      </a:lnTo>
                      <a:lnTo>
                        <a:pt x="51" y="133"/>
                      </a:lnTo>
                      <a:lnTo>
                        <a:pt x="49" y="133"/>
                      </a:lnTo>
                      <a:lnTo>
                        <a:pt x="49" y="132"/>
                      </a:lnTo>
                      <a:lnTo>
                        <a:pt x="47" y="132"/>
                      </a:lnTo>
                      <a:lnTo>
                        <a:pt x="45" y="132"/>
                      </a:lnTo>
                      <a:lnTo>
                        <a:pt x="43" y="132"/>
                      </a:lnTo>
                      <a:lnTo>
                        <a:pt x="41" y="132"/>
                      </a:lnTo>
                      <a:lnTo>
                        <a:pt x="41" y="133"/>
                      </a:lnTo>
                      <a:lnTo>
                        <a:pt x="40" y="133"/>
                      </a:lnTo>
                      <a:lnTo>
                        <a:pt x="40" y="132"/>
                      </a:lnTo>
                      <a:lnTo>
                        <a:pt x="38" y="132"/>
                      </a:lnTo>
                      <a:lnTo>
                        <a:pt x="38" y="133"/>
                      </a:lnTo>
                      <a:lnTo>
                        <a:pt x="36" y="133"/>
                      </a:lnTo>
                      <a:lnTo>
                        <a:pt x="36" y="135"/>
                      </a:lnTo>
                      <a:lnTo>
                        <a:pt x="34" y="133"/>
                      </a:lnTo>
                      <a:lnTo>
                        <a:pt x="32" y="133"/>
                      </a:lnTo>
                      <a:lnTo>
                        <a:pt x="31" y="133"/>
                      </a:lnTo>
                      <a:lnTo>
                        <a:pt x="31" y="132"/>
                      </a:lnTo>
                      <a:lnTo>
                        <a:pt x="29" y="132"/>
                      </a:lnTo>
                      <a:lnTo>
                        <a:pt x="29" y="133"/>
                      </a:lnTo>
                      <a:lnTo>
                        <a:pt x="27" y="133"/>
                      </a:lnTo>
                      <a:lnTo>
                        <a:pt x="25" y="133"/>
                      </a:lnTo>
                      <a:lnTo>
                        <a:pt x="23" y="133"/>
                      </a:lnTo>
                      <a:lnTo>
                        <a:pt x="21" y="133"/>
                      </a:lnTo>
                      <a:lnTo>
                        <a:pt x="20" y="133"/>
                      </a:lnTo>
                      <a:lnTo>
                        <a:pt x="18" y="133"/>
                      </a:lnTo>
                      <a:lnTo>
                        <a:pt x="16" y="132"/>
                      </a:lnTo>
                      <a:lnTo>
                        <a:pt x="14" y="132"/>
                      </a:lnTo>
                      <a:lnTo>
                        <a:pt x="14" y="133"/>
                      </a:lnTo>
                      <a:lnTo>
                        <a:pt x="12" y="132"/>
                      </a:lnTo>
                      <a:lnTo>
                        <a:pt x="10" y="132"/>
                      </a:lnTo>
                      <a:lnTo>
                        <a:pt x="10" y="133"/>
                      </a:lnTo>
                      <a:lnTo>
                        <a:pt x="9" y="133"/>
                      </a:lnTo>
                      <a:lnTo>
                        <a:pt x="7" y="133"/>
                      </a:lnTo>
                      <a:lnTo>
                        <a:pt x="7" y="135"/>
                      </a:lnTo>
                      <a:lnTo>
                        <a:pt x="7" y="133"/>
                      </a:lnTo>
                      <a:lnTo>
                        <a:pt x="5" y="133"/>
                      </a:lnTo>
                      <a:lnTo>
                        <a:pt x="3" y="133"/>
                      </a:lnTo>
                      <a:lnTo>
                        <a:pt x="3" y="135"/>
                      </a:lnTo>
                      <a:lnTo>
                        <a:pt x="3" y="133"/>
                      </a:lnTo>
                      <a:lnTo>
                        <a:pt x="1" y="133"/>
                      </a:lnTo>
                      <a:lnTo>
                        <a:pt x="3" y="133"/>
                      </a:lnTo>
                      <a:lnTo>
                        <a:pt x="3" y="132"/>
                      </a:lnTo>
                      <a:lnTo>
                        <a:pt x="1" y="132"/>
                      </a:lnTo>
                      <a:lnTo>
                        <a:pt x="1" y="130"/>
                      </a:lnTo>
                      <a:lnTo>
                        <a:pt x="1" y="128"/>
                      </a:lnTo>
                      <a:lnTo>
                        <a:pt x="1" y="126"/>
                      </a:lnTo>
                      <a:lnTo>
                        <a:pt x="0" y="126"/>
                      </a:lnTo>
                      <a:lnTo>
                        <a:pt x="0" y="124"/>
                      </a:lnTo>
                      <a:lnTo>
                        <a:pt x="0" y="122"/>
                      </a:lnTo>
                      <a:lnTo>
                        <a:pt x="1" y="122"/>
                      </a:lnTo>
                      <a:lnTo>
                        <a:pt x="1" y="121"/>
                      </a:lnTo>
                      <a:lnTo>
                        <a:pt x="1" y="119"/>
                      </a:lnTo>
                      <a:lnTo>
                        <a:pt x="3" y="119"/>
                      </a:lnTo>
                      <a:lnTo>
                        <a:pt x="3" y="117"/>
                      </a:lnTo>
                      <a:lnTo>
                        <a:pt x="1" y="117"/>
                      </a:lnTo>
                      <a:lnTo>
                        <a:pt x="3" y="117"/>
                      </a:lnTo>
                      <a:lnTo>
                        <a:pt x="5" y="119"/>
                      </a:lnTo>
                      <a:lnTo>
                        <a:pt x="5" y="121"/>
                      </a:lnTo>
                      <a:lnTo>
                        <a:pt x="7" y="121"/>
                      </a:lnTo>
                      <a:lnTo>
                        <a:pt x="9" y="119"/>
                      </a:lnTo>
                      <a:lnTo>
                        <a:pt x="9" y="121"/>
                      </a:lnTo>
                      <a:lnTo>
                        <a:pt x="9" y="119"/>
                      </a:lnTo>
                      <a:lnTo>
                        <a:pt x="9" y="117"/>
                      </a:lnTo>
                      <a:lnTo>
                        <a:pt x="9" y="115"/>
                      </a:lnTo>
                      <a:lnTo>
                        <a:pt x="9" y="113"/>
                      </a:lnTo>
                      <a:lnTo>
                        <a:pt x="10" y="113"/>
                      </a:lnTo>
                      <a:lnTo>
                        <a:pt x="12" y="113"/>
                      </a:lnTo>
                      <a:lnTo>
                        <a:pt x="14" y="113"/>
                      </a:lnTo>
                      <a:lnTo>
                        <a:pt x="16" y="113"/>
                      </a:lnTo>
                      <a:lnTo>
                        <a:pt x="16" y="111"/>
                      </a:lnTo>
                      <a:lnTo>
                        <a:pt x="18" y="111"/>
                      </a:lnTo>
                      <a:lnTo>
                        <a:pt x="25" y="110"/>
                      </a:lnTo>
                      <a:lnTo>
                        <a:pt x="27" y="110"/>
                      </a:lnTo>
                      <a:lnTo>
                        <a:pt x="32" y="111"/>
                      </a:lnTo>
                      <a:lnTo>
                        <a:pt x="32" y="113"/>
                      </a:lnTo>
                      <a:lnTo>
                        <a:pt x="34" y="113"/>
                      </a:lnTo>
                      <a:lnTo>
                        <a:pt x="36" y="113"/>
                      </a:lnTo>
                      <a:lnTo>
                        <a:pt x="38" y="113"/>
                      </a:lnTo>
                      <a:lnTo>
                        <a:pt x="38" y="115"/>
                      </a:lnTo>
                      <a:lnTo>
                        <a:pt x="40" y="115"/>
                      </a:lnTo>
                      <a:lnTo>
                        <a:pt x="41" y="115"/>
                      </a:lnTo>
                      <a:lnTo>
                        <a:pt x="43" y="115"/>
                      </a:lnTo>
                      <a:lnTo>
                        <a:pt x="45" y="115"/>
                      </a:lnTo>
                      <a:lnTo>
                        <a:pt x="45" y="117"/>
                      </a:lnTo>
                      <a:lnTo>
                        <a:pt x="47" y="117"/>
                      </a:lnTo>
                      <a:lnTo>
                        <a:pt x="45" y="117"/>
                      </a:lnTo>
                      <a:lnTo>
                        <a:pt x="45" y="119"/>
                      </a:lnTo>
                      <a:lnTo>
                        <a:pt x="43" y="119"/>
                      </a:lnTo>
                      <a:lnTo>
                        <a:pt x="43" y="121"/>
                      </a:lnTo>
                      <a:lnTo>
                        <a:pt x="43" y="119"/>
                      </a:lnTo>
                      <a:lnTo>
                        <a:pt x="45" y="119"/>
                      </a:lnTo>
                      <a:lnTo>
                        <a:pt x="47" y="119"/>
                      </a:lnTo>
                      <a:lnTo>
                        <a:pt x="49" y="119"/>
                      </a:lnTo>
                      <a:lnTo>
                        <a:pt x="49" y="117"/>
                      </a:lnTo>
                      <a:lnTo>
                        <a:pt x="49" y="115"/>
                      </a:lnTo>
                      <a:lnTo>
                        <a:pt x="49" y="113"/>
                      </a:lnTo>
                      <a:lnTo>
                        <a:pt x="52" y="113"/>
                      </a:lnTo>
                      <a:lnTo>
                        <a:pt x="54" y="113"/>
                      </a:lnTo>
                      <a:lnTo>
                        <a:pt x="54" y="111"/>
                      </a:lnTo>
                      <a:lnTo>
                        <a:pt x="56" y="111"/>
                      </a:lnTo>
                      <a:lnTo>
                        <a:pt x="58" y="111"/>
                      </a:lnTo>
                      <a:lnTo>
                        <a:pt x="60" y="111"/>
                      </a:lnTo>
                      <a:lnTo>
                        <a:pt x="62" y="110"/>
                      </a:lnTo>
                      <a:lnTo>
                        <a:pt x="60" y="108"/>
                      </a:lnTo>
                      <a:lnTo>
                        <a:pt x="62" y="108"/>
                      </a:lnTo>
                      <a:lnTo>
                        <a:pt x="63" y="108"/>
                      </a:lnTo>
                      <a:lnTo>
                        <a:pt x="63" y="106"/>
                      </a:lnTo>
                      <a:lnTo>
                        <a:pt x="65" y="106"/>
                      </a:lnTo>
                      <a:lnTo>
                        <a:pt x="67" y="106"/>
                      </a:lnTo>
                      <a:lnTo>
                        <a:pt x="69" y="104"/>
                      </a:lnTo>
                      <a:lnTo>
                        <a:pt x="69" y="106"/>
                      </a:lnTo>
                      <a:lnTo>
                        <a:pt x="71" y="106"/>
                      </a:lnTo>
                      <a:lnTo>
                        <a:pt x="73" y="106"/>
                      </a:lnTo>
                      <a:lnTo>
                        <a:pt x="74" y="106"/>
                      </a:lnTo>
                      <a:lnTo>
                        <a:pt x="76" y="106"/>
                      </a:lnTo>
                      <a:lnTo>
                        <a:pt x="76" y="108"/>
                      </a:lnTo>
                      <a:lnTo>
                        <a:pt x="78" y="108"/>
                      </a:lnTo>
                      <a:lnTo>
                        <a:pt x="80" y="108"/>
                      </a:lnTo>
                      <a:lnTo>
                        <a:pt x="80" y="110"/>
                      </a:lnTo>
                      <a:lnTo>
                        <a:pt x="82" y="110"/>
                      </a:lnTo>
                      <a:lnTo>
                        <a:pt x="83" y="110"/>
                      </a:lnTo>
                      <a:lnTo>
                        <a:pt x="83" y="108"/>
                      </a:lnTo>
                      <a:lnTo>
                        <a:pt x="85" y="108"/>
                      </a:lnTo>
                      <a:lnTo>
                        <a:pt x="87" y="108"/>
                      </a:lnTo>
                      <a:lnTo>
                        <a:pt x="87" y="110"/>
                      </a:lnTo>
                      <a:lnTo>
                        <a:pt x="85" y="110"/>
                      </a:lnTo>
                      <a:lnTo>
                        <a:pt x="87" y="110"/>
                      </a:lnTo>
                      <a:lnTo>
                        <a:pt x="85" y="110"/>
                      </a:lnTo>
                      <a:lnTo>
                        <a:pt x="85" y="111"/>
                      </a:lnTo>
                      <a:lnTo>
                        <a:pt x="87" y="111"/>
                      </a:lnTo>
                      <a:lnTo>
                        <a:pt x="89" y="111"/>
                      </a:lnTo>
                      <a:lnTo>
                        <a:pt x="91" y="111"/>
                      </a:lnTo>
                      <a:lnTo>
                        <a:pt x="91" y="110"/>
                      </a:lnTo>
                      <a:lnTo>
                        <a:pt x="93" y="110"/>
                      </a:lnTo>
                      <a:lnTo>
                        <a:pt x="91" y="110"/>
                      </a:lnTo>
                      <a:lnTo>
                        <a:pt x="91" y="108"/>
                      </a:lnTo>
                      <a:lnTo>
                        <a:pt x="93" y="108"/>
                      </a:lnTo>
                      <a:lnTo>
                        <a:pt x="94" y="108"/>
                      </a:lnTo>
                      <a:lnTo>
                        <a:pt x="96" y="108"/>
                      </a:lnTo>
                      <a:lnTo>
                        <a:pt x="98" y="108"/>
                      </a:lnTo>
                      <a:lnTo>
                        <a:pt x="100" y="108"/>
                      </a:lnTo>
                      <a:lnTo>
                        <a:pt x="98" y="108"/>
                      </a:lnTo>
                      <a:lnTo>
                        <a:pt x="98" y="106"/>
                      </a:lnTo>
                      <a:lnTo>
                        <a:pt x="96" y="106"/>
                      </a:lnTo>
                      <a:lnTo>
                        <a:pt x="98" y="106"/>
                      </a:lnTo>
                      <a:lnTo>
                        <a:pt x="98" y="104"/>
                      </a:lnTo>
                      <a:lnTo>
                        <a:pt x="100" y="104"/>
                      </a:lnTo>
                      <a:lnTo>
                        <a:pt x="100" y="102"/>
                      </a:lnTo>
                      <a:lnTo>
                        <a:pt x="100" y="101"/>
                      </a:lnTo>
                      <a:lnTo>
                        <a:pt x="102" y="101"/>
                      </a:lnTo>
                      <a:lnTo>
                        <a:pt x="104" y="101"/>
                      </a:lnTo>
                      <a:lnTo>
                        <a:pt x="104" y="99"/>
                      </a:lnTo>
                      <a:lnTo>
                        <a:pt x="104" y="101"/>
                      </a:lnTo>
                      <a:lnTo>
                        <a:pt x="105" y="101"/>
                      </a:lnTo>
                      <a:lnTo>
                        <a:pt x="107" y="102"/>
                      </a:lnTo>
                      <a:lnTo>
                        <a:pt x="109" y="102"/>
                      </a:lnTo>
                      <a:lnTo>
                        <a:pt x="111" y="102"/>
                      </a:lnTo>
                      <a:lnTo>
                        <a:pt x="113" y="102"/>
                      </a:lnTo>
                      <a:lnTo>
                        <a:pt x="111" y="102"/>
                      </a:lnTo>
                      <a:lnTo>
                        <a:pt x="113" y="102"/>
                      </a:lnTo>
                      <a:lnTo>
                        <a:pt x="113" y="101"/>
                      </a:lnTo>
                      <a:lnTo>
                        <a:pt x="113" y="99"/>
                      </a:lnTo>
                      <a:lnTo>
                        <a:pt x="111" y="99"/>
                      </a:lnTo>
                      <a:lnTo>
                        <a:pt x="113" y="99"/>
                      </a:lnTo>
                      <a:lnTo>
                        <a:pt x="113" y="97"/>
                      </a:lnTo>
                      <a:lnTo>
                        <a:pt x="111" y="97"/>
                      </a:lnTo>
                      <a:lnTo>
                        <a:pt x="109" y="95"/>
                      </a:lnTo>
                      <a:lnTo>
                        <a:pt x="111" y="95"/>
                      </a:lnTo>
                      <a:lnTo>
                        <a:pt x="113" y="95"/>
                      </a:lnTo>
                      <a:lnTo>
                        <a:pt x="113" y="97"/>
                      </a:lnTo>
                      <a:lnTo>
                        <a:pt x="115" y="97"/>
                      </a:lnTo>
                      <a:lnTo>
                        <a:pt x="116" y="99"/>
                      </a:lnTo>
                      <a:lnTo>
                        <a:pt x="118" y="99"/>
                      </a:lnTo>
                      <a:lnTo>
                        <a:pt x="120" y="99"/>
                      </a:lnTo>
                      <a:lnTo>
                        <a:pt x="122" y="99"/>
                      </a:lnTo>
                      <a:lnTo>
                        <a:pt x="122" y="97"/>
                      </a:lnTo>
                      <a:lnTo>
                        <a:pt x="120" y="97"/>
                      </a:lnTo>
                      <a:lnTo>
                        <a:pt x="122" y="97"/>
                      </a:lnTo>
                      <a:lnTo>
                        <a:pt x="124" y="97"/>
                      </a:lnTo>
                      <a:lnTo>
                        <a:pt x="124" y="95"/>
                      </a:lnTo>
                      <a:lnTo>
                        <a:pt x="125" y="95"/>
                      </a:lnTo>
                      <a:lnTo>
                        <a:pt x="125" y="93"/>
                      </a:lnTo>
                      <a:lnTo>
                        <a:pt x="124" y="93"/>
                      </a:lnTo>
                      <a:lnTo>
                        <a:pt x="125" y="93"/>
                      </a:lnTo>
                      <a:lnTo>
                        <a:pt x="127" y="93"/>
                      </a:lnTo>
                      <a:lnTo>
                        <a:pt x="127" y="91"/>
                      </a:lnTo>
                      <a:lnTo>
                        <a:pt x="129" y="91"/>
                      </a:lnTo>
                      <a:lnTo>
                        <a:pt x="131" y="91"/>
                      </a:lnTo>
                      <a:lnTo>
                        <a:pt x="133" y="90"/>
                      </a:lnTo>
                      <a:lnTo>
                        <a:pt x="135" y="90"/>
                      </a:lnTo>
                      <a:lnTo>
                        <a:pt x="136" y="90"/>
                      </a:lnTo>
                      <a:lnTo>
                        <a:pt x="138" y="90"/>
                      </a:lnTo>
                      <a:lnTo>
                        <a:pt x="138" y="88"/>
                      </a:lnTo>
                      <a:lnTo>
                        <a:pt x="136" y="88"/>
                      </a:lnTo>
                      <a:lnTo>
                        <a:pt x="135" y="88"/>
                      </a:lnTo>
                      <a:lnTo>
                        <a:pt x="133" y="88"/>
                      </a:lnTo>
                      <a:lnTo>
                        <a:pt x="133" y="86"/>
                      </a:lnTo>
                      <a:lnTo>
                        <a:pt x="133" y="88"/>
                      </a:lnTo>
                      <a:lnTo>
                        <a:pt x="131" y="88"/>
                      </a:lnTo>
                      <a:lnTo>
                        <a:pt x="129" y="88"/>
                      </a:lnTo>
                      <a:lnTo>
                        <a:pt x="127" y="88"/>
                      </a:lnTo>
                      <a:lnTo>
                        <a:pt x="127" y="86"/>
                      </a:lnTo>
                      <a:lnTo>
                        <a:pt x="127" y="88"/>
                      </a:lnTo>
                      <a:lnTo>
                        <a:pt x="125" y="88"/>
                      </a:lnTo>
                      <a:lnTo>
                        <a:pt x="125" y="86"/>
                      </a:lnTo>
                      <a:lnTo>
                        <a:pt x="125" y="88"/>
                      </a:lnTo>
                      <a:lnTo>
                        <a:pt x="124" y="88"/>
                      </a:lnTo>
                      <a:lnTo>
                        <a:pt x="122" y="88"/>
                      </a:lnTo>
                      <a:lnTo>
                        <a:pt x="120" y="86"/>
                      </a:lnTo>
                      <a:lnTo>
                        <a:pt x="118" y="86"/>
                      </a:lnTo>
                      <a:lnTo>
                        <a:pt x="118" y="84"/>
                      </a:lnTo>
                      <a:lnTo>
                        <a:pt x="116" y="84"/>
                      </a:lnTo>
                      <a:lnTo>
                        <a:pt x="118" y="84"/>
                      </a:lnTo>
                      <a:lnTo>
                        <a:pt x="116" y="84"/>
                      </a:lnTo>
                      <a:lnTo>
                        <a:pt x="116" y="82"/>
                      </a:lnTo>
                      <a:lnTo>
                        <a:pt x="115" y="82"/>
                      </a:lnTo>
                      <a:lnTo>
                        <a:pt x="115" y="80"/>
                      </a:lnTo>
                      <a:lnTo>
                        <a:pt x="113" y="80"/>
                      </a:lnTo>
                      <a:lnTo>
                        <a:pt x="111" y="80"/>
                      </a:lnTo>
                      <a:lnTo>
                        <a:pt x="109" y="80"/>
                      </a:lnTo>
                      <a:lnTo>
                        <a:pt x="109" y="79"/>
                      </a:lnTo>
                      <a:lnTo>
                        <a:pt x="109" y="80"/>
                      </a:lnTo>
                      <a:lnTo>
                        <a:pt x="107" y="80"/>
                      </a:lnTo>
                      <a:lnTo>
                        <a:pt x="107" y="82"/>
                      </a:lnTo>
                      <a:lnTo>
                        <a:pt x="105" y="82"/>
                      </a:lnTo>
                      <a:lnTo>
                        <a:pt x="104" y="82"/>
                      </a:lnTo>
                      <a:lnTo>
                        <a:pt x="104" y="80"/>
                      </a:lnTo>
                      <a:lnTo>
                        <a:pt x="105" y="80"/>
                      </a:lnTo>
                      <a:lnTo>
                        <a:pt x="105" y="79"/>
                      </a:lnTo>
                      <a:lnTo>
                        <a:pt x="104" y="79"/>
                      </a:lnTo>
                      <a:lnTo>
                        <a:pt x="104" y="77"/>
                      </a:lnTo>
                      <a:lnTo>
                        <a:pt x="104" y="75"/>
                      </a:lnTo>
                      <a:lnTo>
                        <a:pt x="102" y="77"/>
                      </a:lnTo>
                      <a:lnTo>
                        <a:pt x="102" y="75"/>
                      </a:lnTo>
                      <a:lnTo>
                        <a:pt x="102" y="77"/>
                      </a:lnTo>
                      <a:lnTo>
                        <a:pt x="100" y="77"/>
                      </a:lnTo>
                      <a:lnTo>
                        <a:pt x="98" y="77"/>
                      </a:lnTo>
                      <a:lnTo>
                        <a:pt x="96" y="77"/>
                      </a:lnTo>
                      <a:lnTo>
                        <a:pt x="94" y="77"/>
                      </a:lnTo>
                      <a:lnTo>
                        <a:pt x="93" y="75"/>
                      </a:lnTo>
                      <a:lnTo>
                        <a:pt x="93" y="73"/>
                      </a:lnTo>
                      <a:lnTo>
                        <a:pt x="94" y="73"/>
                      </a:lnTo>
                      <a:lnTo>
                        <a:pt x="94" y="71"/>
                      </a:lnTo>
                      <a:lnTo>
                        <a:pt x="93" y="69"/>
                      </a:lnTo>
                      <a:lnTo>
                        <a:pt x="91" y="69"/>
                      </a:lnTo>
                      <a:lnTo>
                        <a:pt x="91" y="68"/>
                      </a:lnTo>
                      <a:lnTo>
                        <a:pt x="89" y="66"/>
                      </a:lnTo>
                      <a:lnTo>
                        <a:pt x="89" y="68"/>
                      </a:lnTo>
                      <a:lnTo>
                        <a:pt x="89" y="66"/>
                      </a:lnTo>
                      <a:lnTo>
                        <a:pt x="87" y="66"/>
                      </a:lnTo>
                      <a:lnTo>
                        <a:pt x="87" y="68"/>
                      </a:lnTo>
                      <a:lnTo>
                        <a:pt x="85" y="66"/>
                      </a:lnTo>
                      <a:lnTo>
                        <a:pt x="87" y="66"/>
                      </a:lnTo>
                      <a:lnTo>
                        <a:pt x="87" y="64"/>
                      </a:lnTo>
                      <a:lnTo>
                        <a:pt x="87" y="62"/>
                      </a:lnTo>
                      <a:lnTo>
                        <a:pt x="87" y="64"/>
                      </a:lnTo>
                      <a:lnTo>
                        <a:pt x="87" y="62"/>
                      </a:lnTo>
                      <a:lnTo>
                        <a:pt x="85" y="62"/>
                      </a:lnTo>
                      <a:lnTo>
                        <a:pt x="85" y="64"/>
                      </a:lnTo>
                      <a:lnTo>
                        <a:pt x="83" y="64"/>
                      </a:lnTo>
                      <a:lnTo>
                        <a:pt x="85" y="64"/>
                      </a:lnTo>
                      <a:lnTo>
                        <a:pt x="85" y="66"/>
                      </a:lnTo>
                      <a:lnTo>
                        <a:pt x="85" y="68"/>
                      </a:lnTo>
                      <a:lnTo>
                        <a:pt x="83" y="69"/>
                      </a:lnTo>
                      <a:lnTo>
                        <a:pt x="82" y="71"/>
                      </a:lnTo>
                      <a:lnTo>
                        <a:pt x="80" y="71"/>
                      </a:lnTo>
                      <a:lnTo>
                        <a:pt x="78" y="71"/>
                      </a:lnTo>
                      <a:lnTo>
                        <a:pt x="76" y="71"/>
                      </a:lnTo>
                      <a:lnTo>
                        <a:pt x="78" y="71"/>
                      </a:lnTo>
                      <a:lnTo>
                        <a:pt x="78" y="73"/>
                      </a:lnTo>
                      <a:lnTo>
                        <a:pt x="76" y="73"/>
                      </a:lnTo>
                      <a:lnTo>
                        <a:pt x="78" y="73"/>
                      </a:lnTo>
                      <a:lnTo>
                        <a:pt x="78" y="75"/>
                      </a:lnTo>
                      <a:lnTo>
                        <a:pt x="76" y="75"/>
                      </a:lnTo>
                      <a:lnTo>
                        <a:pt x="78" y="75"/>
                      </a:lnTo>
                      <a:lnTo>
                        <a:pt x="78" y="77"/>
                      </a:lnTo>
                      <a:lnTo>
                        <a:pt x="76" y="77"/>
                      </a:lnTo>
                      <a:lnTo>
                        <a:pt x="74" y="77"/>
                      </a:lnTo>
                      <a:lnTo>
                        <a:pt x="74" y="75"/>
                      </a:lnTo>
                      <a:lnTo>
                        <a:pt x="73" y="75"/>
                      </a:lnTo>
                      <a:lnTo>
                        <a:pt x="73" y="77"/>
                      </a:lnTo>
                      <a:lnTo>
                        <a:pt x="71" y="77"/>
                      </a:lnTo>
                      <a:lnTo>
                        <a:pt x="71" y="75"/>
                      </a:lnTo>
                      <a:lnTo>
                        <a:pt x="69" y="75"/>
                      </a:lnTo>
                      <a:lnTo>
                        <a:pt x="67" y="75"/>
                      </a:lnTo>
                      <a:lnTo>
                        <a:pt x="67" y="77"/>
                      </a:lnTo>
                      <a:lnTo>
                        <a:pt x="65" y="77"/>
                      </a:lnTo>
                      <a:lnTo>
                        <a:pt x="65" y="75"/>
                      </a:lnTo>
                      <a:lnTo>
                        <a:pt x="63" y="75"/>
                      </a:lnTo>
                      <a:lnTo>
                        <a:pt x="62" y="75"/>
                      </a:lnTo>
                      <a:lnTo>
                        <a:pt x="60" y="75"/>
                      </a:lnTo>
                      <a:lnTo>
                        <a:pt x="58" y="75"/>
                      </a:lnTo>
                      <a:lnTo>
                        <a:pt x="58" y="73"/>
                      </a:lnTo>
                      <a:lnTo>
                        <a:pt x="56" y="73"/>
                      </a:lnTo>
                      <a:lnTo>
                        <a:pt x="54" y="73"/>
                      </a:lnTo>
                      <a:lnTo>
                        <a:pt x="54" y="75"/>
                      </a:lnTo>
                      <a:lnTo>
                        <a:pt x="54" y="73"/>
                      </a:lnTo>
                      <a:lnTo>
                        <a:pt x="52" y="71"/>
                      </a:lnTo>
                      <a:lnTo>
                        <a:pt x="54" y="71"/>
                      </a:lnTo>
                      <a:lnTo>
                        <a:pt x="52" y="71"/>
                      </a:lnTo>
                      <a:lnTo>
                        <a:pt x="52" y="69"/>
                      </a:lnTo>
                      <a:lnTo>
                        <a:pt x="54" y="69"/>
                      </a:lnTo>
                      <a:lnTo>
                        <a:pt x="54" y="68"/>
                      </a:lnTo>
                      <a:lnTo>
                        <a:pt x="52" y="68"/>
                      </a:lnTo>
                      <a:lnTo>
                        <a:pt x="52" y="66"/>
                      </a:lnTo>
                      <a:lnTo>
                        <a:pt x="51" y="66"/>
                      </a:lnTo>
                      <a:lnTo>
                        <a:pt x="51" y="64"/>
                      </a:lnTo>
                      <a:lnTo>
                        <a:pt x="49" y="64"/>
                      </a:lnTo>
                      <a:lnTo>
                        <a:pt x="49" y="66"/>
                      </a:lnTo>
                      <a:lnTo>
                        <a:pt x="47" y="66"/>
                      </a:lnTo>
                      <a:lnTo>
                        <a:pt x="45" y="66"/>
                      </a:lnTo>
                      <a:lnTo>
                        <a:pt x="45" y="68"/>
                      </a:lnTo>
                      <a:lnTo>
                        <a:pt x="43" y="68"/>
                      </a:lnTo>
                      <a:lnTo>
                        <a:pt x="41" y="66"/>
                      </a:lnTo>
                      <a:lnTo>
                        <a:pt x="40" y="66"/>
                      </a:lnTo>
                      <a:lnTo>
                        <a:pt x="40" y="64"/>
                      </a:lnTo>
                      <a:lnTo>
                        <a:pt x="38" y="64"/>
                      </a:lnTo>
                      <a:lnTo>
                        <a:pt x="36" y="62"/>
                      </a:lnTo>
                      <a:lnTo>
                        <a:pt x="36" y="64"/>
                      </a:lnTo>
                      <a:lnTo>
                        <a:pt x="34" y="64"/>
                      </a:lnTo>
                      <a:lnTo>
                        <a:pt x="32" y="64"/>
                      </a:lnTo>
                      <a:lnTo>
                        <a:pt x="32" y="62"/>
                      </a:lnTo>
                      <a:lnTo>
                        <a:pt x="32" y="60"/>
                      </a:lnTo>
                      <a:lnTo>
                        <a:pt x="34" y="60"/>
                      </a:lnTo>
                      <a:lnTo>
                        <a:pt x="36" y="60"/>
                      </a:lnTo>
                      <a:lnTo>
                        <a:pt x="36" y="58"/>
                      </a:lnTo>
                      <a:lnTo>
                        <a:pt x="38" y="58"/>
                      </a:lnTo>
                      <a:lnTo>
                        <a:pt x="40" y="58"/>
                      </a:lnTo>
                      <a:lnTo>
                        <a:pt x="40" y="57"/>
                      </a:lnTo>
                      <a:lnTo>
                        <a:pt x="41" y="57"/>
                      </a:lnTo>
                      <a:lnTo>
                        <a:pt x="43" y="57"/>
                      </a:lnTo>
                      <a:lnTo>
                        <a:pt x="43" y="55"/>
                      </a:lnTo>
                      <a:lnTo>
                        <a:pt x="43" y="57"/>
                      </a:lnTo>
                      <a:lnTo>
                        <a:pt x="43" y="55"/>
                      </a:lnTo>
                      <a:lnTo>
                        <a:pt x="45" y="53"/>
                      </a:lnTo>
                      <a:lnTo>
                        <a:pt x="47" y="53"/>
                      </a:lnTo>
                      <a:lnTo>
                        <a:pt x="47" y="51"/>
                      </a:lnTo>
                      <a:lnTo>
                        <a:pt x="49" y="51"/>
                      </a:lnTo>
                      <a:lnTo>
                        <a:pt x="49" y="49"/>
                      </a:lnTo>
                      <a:lnTo>
                        <a:pt x="51" y="49"/>
                      </a:lnTo>
                      <a:lnTo>
                        <a:pt x="52" y="49"/>
                      </a:lnTo>
                      <a:lnTo>
                        <a:pt x="52" y="48"/>
                      </a:lnTo>
                      <a:lnTo>
                        <a:pt x="54" y="48"/>
                      </a:lnTo>
                      <a:lnTo>
                        <a:pt x="54" y="49"/>
                      </a:lnTo>
                      <a:lnTo>
                        <a:pt x="56" y="48"/>
                      </a:lnTo>
                      <a:lnTo>
                        <a:pt x="56" y="46"/>
                      </a:lnTo>
                      <a:lnTo>
                        <a:pt x="56" y="44"/>
                      </a:lnTo>
                      <a:lnTo>
                        <a:pt x="58" y="44"/>
                      </a:lnTo>
                      <a:lnTo>
                        <a:pt x="60" y="44"/>
                      </a:lnTo>
                      <a:lnTo>
                        <a:pt x="62" y="44"/>
                      </a:lnTo>
                      <a:lnTo>
                        <a:pt x="63" y="44"/>
                      </a:lnTo>
                      <a:lnTo>
                        <a:pt x="63" y="42"/>
                      </a:lnTo>
                      <a:lnTo>
                        <a:pt x="65" y="42"/>
                      </a:lnTo>
                      <a:lnTo>
                        <a:pt x="67" y="42"/>
                      </a:lnTo>
                      <a:lnTo>
                        <a:pt x="67" y="40"/>
                      </a:lnTo>
                      <a:lnTo>
                        <a:pt x="67" y="42"/>
                      </a:lnTo>
                      <a:lnTo>
                        <a:pt x="67" y="40"/>
                      </a:lnTo>
                      <a:lnTo>
                        <a:pt x="69" y="40"/>
                      </a:lnTo>
                      <a:lnTo>
                        <a:pt x="71" y="40"/>
                      </a:lnTo>
                      <a:lnTo>
                        <a:pt x="71" y="38"/>
                      </a:lnTo>
                      <a:lnTo>
                        <a:pt x="69" y="38"/>
                      </a:lnTo>
                      <a:lnTo>
                        <a:pt x="69" y="37"/>
                      </a:lnTo>
                      <a:lnTo>
                        <a:pt x="67" y="37"/>
                      </a:lnTo>
                      <a:lnTo>
                        <a:pt x="65" y="37"/>
                      </a:lnTo>
                      <a:lnTo>
                        <a:pt x="65" y="35"/>
                      </a:lnTo>
                      <a:lnTo>
                        <a:pt x="63" y="35"/>
                      </a:lnTo>
                      <a:lnTo>
                        <a:pt x="62" y="35"/>
                      </a:lnTo>
                      <a:lnTo>
                        <a:pt x="62" y="37"/>
                      </a:lnTo>
                      <a:lnTo>
                        <a:pt x="60" y="37"/>
                      </a:lnTo>
                      <a:lnTo>
                        <a:pt x="58" y="37"/>
                      </a:lnTo>
                      <a:lnTo>
                        <a:pt x="56" y="35"/>
                      </a:lnTo>
                      <a:lnTo>
                        <a:pt x="58" y="35"/>
                      </a:lnTo>
                      <a:lnTo>
                        <a:pt x="58" y="33"/>
                      </a:lnTo>
                      <a:lnTo>
                        <a:pt x="60" y="33"/>
                      </a:lnTo>
                      <a:lnTo>
                        <a:pt x="60" y="31"/>
                      </a:lnTo>
                      <a:lnTo>
                        <a:pt x="58" y="31"/>
                      </a:lnTo>
                      <a:lnTo>
                        <a:pt x="60" y="31"/>
                      </a:lnTo>
                      <a:lnTo>
                        <a:pt x="60" y="29"/>
                      </a:lnTo>
                      <a:lnTo>
                        <a:pt x="62" y="27"/>
                      </a:lnTo>
                      <a:lnTo>
                        <a:pt x="63" y="29"/>
                      </a:lnTo>
                      <a:lnTo>
                        <a:pt x="65" y="29"/>
                      </a:lnTo>
                      <a:lnTo>
                        <a:pt x="65" y="27"/>
                      </a:lnTo>
                      <a:lnTo>
                        <a:pt x="63" y="27"/>
                      </a:lnTo>
                      <a:lnTo>
                        <a:pt x="62" y="26"/>
                      </a:lnTo>
                      <a:lnTo>
                        <a:pt x="62" y="24"/>
                      </a:lnTo>
                      <a:lnTo>
                        <a:pt x="63" y="24"/>
                      </a:lnTo>
                      <a:lnTo>
                        <a:pt x="67" y="24"/>
                      </a:lnTo>
                      <a:lnTo>
                        <a:pt x="67" y="26"/>
                      </a:lnTo>
                      <a:lnTo>
                        <a:pt x="67" y="24"/>
                      </a:lnTo>
                      <a:lnTo>
                        <a:pt x="67" y="22"/>
                      </a:lnTo>
                      <a:lnTo>
                        <a:pt x="69" y="22"/>
                      </a:lnTo>
                      <a:lnTo>
                        <a:pt x="69" y="20"/>
                      </a:lnTo>
                      <a:lnTo>
                        <a:pt x="71" y="20"/>
                      </a:lnTo>
                      <a:lnTo>
                        <a:pt x="71" y="18"/>
                      </a:lnTo>
                      <a:lnTo>
                        <a:pt x="73" y="18"/>
                      </a:lnTo>
                      <a:lnTo>
                        <a:pt x="74" y="18"/>
                      </a:lnTo>
                      <a:lnTo>
                        <a:pt x="76" y="16"/>
                      </a:lnTo>
                      <a:lnTo>
                        <a:pt x="76" y="18"/>
                      </a:lnTo>
                      <a:lnTo>
                        <a:pt x="78" y="18"/>
                      </a:lnTo>
                      <a:lnTo>
                        <a:pt x="80" y="18"/>
                      </a:lnTo>
                      <a:lnTo>
                        <a:pt x="80" y="16"/>
                      </a:lnTo>
                      <a:lnTo>
                        <a:pt x="82" y="16"/>
                      </a:lnTo>
                      <a:lnTo>
                        <a:pt x="82" y="18"/>
                      </a:lnTo>
                      <a:lnTo>
                        <a:pt x="83" y="18"/>
                      </a:lnTo>
                      <a:lnTo>
                        <a:pt x="85" y="16"/>
                      </a:lnTo>
                      <a:lnTo>
                        <a:pt x="87" y="16"/>
                      </a:lnTo>
                      <a:lnTo>
                        <a:pt x="89" y="16"/>
                      </a:lnTo>
                      <a:lnTo>
                        <a:pt x="91" y="16"/>
                      </a:lnTo>
                      <a:lnTo>
                        <a:pt x="93" y="16"/>
                      </a:lnTo>
                      <a:lnTo>
                        <a:pt x="94" y="16"/>
                      </a:lnTo>
                      <a:lnTo>
                        <a:pt x="96" y="16"/>
                      </a:lnTo>
                      <a:lnTo>
                        <a:pt x="96" y="18"/>
                      </a:lnTo>
                      <a:lnTo>
                        <a:pt x="98" y="18"/>
                      </a:lnTo>
                      <a:lnTo>
                        <a:pt x="100" y="18"/>
                      </a:lnTo>
                      <a:lnTo>
                        <a:pt x="102" y="18"/>
                      </a:lnTo>
                      <a:lnTo>
                        <a:pt x="102" y="20"/>
                      </a:lnTo>
                      <a:lnTo>
                        <a:pt x="104" y="18"/>
                      </a:lnTo>
                      <a:lnTo>
                        <a:pt x="105" y="18"/>
                      </a:lnTo>
                      <a:lnTo>
                        <a:pt x="107" y="18"/>
                      </a:lnTo>
                      <a:lnTo>
                        <a:pt x="109" y="18"/>
                      </a:lnTo>
                      <a:lnTo>
                        <a:pt x="111" y="20"/>
                      </a:lnTo>
                      <a:lnTo>
                        <a:pt x="113" y="20"/>
                      </a:lnTo>
                      <a:lnTo>
                        <a:pt x="115" y="20"/>
                      </a:lnTo>
                      <a:lnTo>
                        <a:pt x="115" y="22"/>
                      </a:lnTo>
                      <a:lnTo>
                        <a:pt x="116" y="22"/>
                      </a:lnTo>
                      <a:lnTo>
                        <a:pt x="118" y="22"/>
                      </a:lnTo>
                      <a:lnTo>
                        <a:pt x="120" y="22"/>
                      </a:lnTo>
                      <a:lnTo>
                        <a:pt x="122" y="22"/>
                      </a:lnTo>
                      <a:lnTo>
                        <a:pt x="124" y="22"/>
                      </a:lnTo>
                      <a:lnTo>
                        <a:pt x="124" y="24"/>
                      </a:lnTo>
                      <a:lnTo>
                        <a:pt x="125" y="24"/>
                      </a:lnTo>
                      <a:lnTo>
                        <a:pt x="125" y="26"/>
                      </a:lnTo>
                      <a:lnTo>
                        <a:pt x="127" y="26"/>
                      </a:lnTo>
                      <a:lnTo>
                        <a:pt x="129" y="26"/>
                      </a:lnTo>
                      <a:lnTo>
                        <a:pt x="129" y="27"/>
                      </a:lnTo>
                      <a:lnTo>
                        <a:pt x="131" y="27"/>
                      </a:lnTo>
                      <a:lnTo>
                        <a:pt x="133" y="27"/>
                      </a:lnTo>
                      <a:lnTo>
                        <a:pt x="133" y="26"/>
                      </a:lnTo>
                      <a:lnTo>
                        <a:pt x="135" y="27"/>
                      </a:lnTo>
                      <a:lnTo>
                        <a:pt x="136" y="26"/>
                      </a:lnTo>
                      <a:lnTo>
                        <a:pt x="138" y="27"/>
                      </a:lnTo>
                      <a:lnTo>
                        <a:pt x="140" y="27"/>
                      </a:lnTo>
                      <a:lnTo>
                        <a:pt x="142" y="27"/>
                      </a:lnTo>
                      <a:lnTo>
                        <a:pt x="144" y="27"/>
                      </a:lnTo>
                      <a:lnTo>
                        <a:pt x="144" y="29"/>
                      </a:lnTo>
                      <a:lnTo>
                        <a:pt x="146" y="31"/>
                      </a:lnTo>
                      <a:lnTo>
                        <a:pt x="147" y="31"/>
                      </a:lnTo>
                      <a:lnTo>
                        <a:pt x="149" y="31"/>
                      </a:lnTo>
                      <a:lnTo>
                        <a:pt x="151" y="31"/>
                      </a:lnTo>
                      <a:lnTo>
                        <a:pt x="151" y="29"/>
                      </a:lnTo>
                      <a:lnTo>
                        <a:pt x="149" y="29"/>
                      </a:lnTo>
                      <a:lnTo>
                        <a:pt x="149" y="27"/>
                      </a:lnTo>
                      <a:lnTo>
                        <a:pt x="147" y="26"/>
                      </a:lnTo>
                      <a:lnTo>
                        <a:pt x="147" y="24"/>
                      </a:lnTo>
                      <a:lnTo>
                        <a:pt x="147" y="22"/>
                      </a:lnTo>
                      <a:lnTo>
                        <a:pt x="149" y="22"/>
                      </a:lnTo>
                      <a:lnTo>
                        <a:pt x="149" y="20"/>
                      </a:lnTo>
                      <a:lnTo>
                        <a:pt x="149" y="18"/>
                      </a:lnTo>
                      <a:lnTo>
                        <a:pt x="151" y="18"/>
                      </a:lnTo>
                      <a:lnTo>
                        <a:pt x="151" y="16"/>
                      </a:lnTo>
                      <a:lnTo>
                        <a:pt x="151" y="15"/>
                      </a:lnTo>
                      <a:lnTo>
                        <a:pt x="151" y="13"/>
                      </a:lnTo>
                      <a:lnTo>
                        <a:pt x="153" y="13"/>
                      </a:lnTo>
                      <a:lnTo>
                        <a:pt x="153" y="11"/>
                      </a:lnTo>
                      <a:lnTo>
                        <a:pt x="153" y="9"/>
                      </a:lnTo>
                      <a:lnTo>
                        <a:pt x="155" y="7"/>
                      </a:lnTo>
                      <a:lnTo>
                        <a:pt x="156" y="7"/>
                      </a:lnTo>
                      <a:lnTo>
                        <a:pt x="158" y="7"/>
                      </a:lnTo>
                      <a:lnTo>
                        <a:pt x="160" y="7"/>
                      </a:lnTo>
                      <a:lnTo>
                        <a:pt x="160" y="5"/>
                      </a:lnTo>
                      <a:lnTo>
                        <a:pt x="162" y="5"/>
                      </a:lnTo>
                      <a:lnTo>
                        <a:pt x="164" y="5"/>
                      </a:lnTo>
                      <a:lnTo>
                        <a:pt x="166" y="5"/>
                      </a:lnTo>
                      <a:lnTo>
                        <a:pt x="167" y="4"/>
                      </a:lnTo>
                      <a:lnTo>
                        <a:pt x="167" y="2"/>
                      </a:lnTo>
                      <a:lnTo>
                        <a:pt x="169" y="2"/>
                      </a:lnTo>
                      <a:lnTo>
                        <a:pt x="171" y="4"/>
                      </a:lnTo>
                      <a:lnTo>
                        <a:pt x="173" y="4"/>
                      </a:lnTo>
                      <a:lnTo>
                        <a:pt x="175" y="4"/>
                      </a:lnTo>
                      <a:lnTo>
                        <a:pt x="177" y="4"/>
                      </a:lnTo>
                      <a:lnTo>
                        <a:pt x="177" y="2"/>
                      </a:lnTo>
                      <a:lnTo>
                        <a:pt x="177" y="0"/>
                      </a:lnTo>
                      <a:close/>
                      <a:moveTo>
                        <a:pt x="63" y="111"/>
                      </a:moveTo>
                      <a:lnTo>
                        <a:pt x="62" y="111"/>
                      </a:lnTo>
                      <a:lnTo>
                        <a:pt x="62" y="113"/>
                      </a:lnTo>
                      <a:lnTo>
                        <a:pt x="62" y="115"/>
                      </a:lnTo>
                      <a:lnTo>
                        <a:pt x="63" y="117"/>
                      </a:lnTo>
                      <a:lnTo>
                        <a:pt x="65" y="117"/>
                      </a:lnTo>
                      <a:lnTo>
                        <a:pt x="65" y="119"/>
                      </a:lnTo>
                      <a:lnTo>
                        <a:pt x="63" y="121"/>
                      </a:lnTo>
                      <a:lnTo>
                        <a:pt x="65" y="121"/>
                      </a:lnTo>
                      <a:lnTo>
                        <a:pt x="65" y="122"/>
                      </a:lnTo>
                      <a:lnTo>
                        <a:pt x="65" y="121"/>
                      </a:lnTo>
                      <a:lnTo>
                        <a:pt x="67" y="121"/>
                      </a:lnTo>
                      <a:lnTo>
                        <a:pt x="69" y="121"/>
                      </a:lnTo>
                      <a:lnTo>
                        <a:pt x="69" y="119"/>
                      </a:lnTo>
                      <a:lnTo>
                        <a:pt x="67" y="119"/>
                      </a:lnTo>
                      <a:lnTo>
                        <a:pt x="67" y="117"/>
                      </a:lnTo>
                      <a:lnTo>
                        <a:pt x="69" y="117"/>
                      </a:lnTo>
                      <a:lnTo>
                        <a:pt x="69" y="115"/>
                      </a:lnTo>
                      <a:lnTo>
                        <a:pt x="69" y="117"/>
                      </a:lnTo>
                      <a:lnTo>
                        <a:pt x="67" y="117"/>
                      </a:lnTo>
                      <a:lnTo>
                        <a:pt x="65" y="117"/>
                      </a:lnTo>
                      <a:lnTo>
                        <a:pt x="65" y="115"/>
                      </a:lnTo>
                      <a:lnTo>
                        <a:pt x="65" y="113"/>
                      </a:lnTo>
                      <a:lnTo>
                        <a:pt x="63" y="111"/>
                      </a:lnTo>
                      <a:close/>
                      <a:moveTo>
                        <a:pt x="89" y="117"/>
                      </a:moveTo>
                      <a:lnTo>
                        <a:pt x="89" y="119"/>
                      </a:lnTo>
                      <a:lnTo>
                        <a:pt x="87" y="119"/>
                      </a:lnTo>
                      <a:lnTo>
                        <a:pt x="89" y="119"/>
                      </a:lnTo>
                      <a:lnTo>
                        <a:pt x="91" y="119"/>
                      </a:lnTo>
                      <a:lnTo>
                        <a:pt x="93" y="119"/>
                      </a:lnTo>
                      <a:lnTo>
                        <a:pt x="91" y="119"/>
                      </a:lnTo>
                      <a:lnTo>
                        <a:pt x="91" y="117"/>
                      </a:lnTo>
                      <a:lnTo>
                        <a:pt x="89" y="117"/>
                      </a:lnTo>
                      <a:close/>
                      <a:moveTo>
                        <a:pt x="45" y="121"/>
                      </a:moveTo>
                      <a:lnTo>
                        <a:pt x="45" y="122"/>
                      </a:lnTo>
                      <a:lnTo>
                        <a:pt x="47" y="122"/>
                      </a:lnTo>
                      <a:lnTo>
                        <a:pt x="47" y="124"/>
                      </a:lnTo>
                      <a:lnTo>
                        <a:pt x="49" y="124"/>
                      </a:lnTo>
                      <a:lnTo>
                        <a:pt x="49" y="126"/>
                      </a:lnTo>
                      <a:lnTo>
                        <a:pt x="49" y="124"/>
                      </a:lnTo>
                      <a:lnTo>
                        <a:pt x="51" y="124"/>
                      </a:lnTo>
                      <a:lnTo>
                        <a:pt x="51" y="122"/>
                      </a:lnTo>
                      <a:lnTo>
                        <a:pt x="52" y="122"/>
                      </a:lnTo>
                      <a:lnTo>
                        <a:pt x="51" y="122"/>
                      </a:lnTo>
                      <a:lnTo>
                        <a:pt x="49" y="122"/>
                      </a:lnTo>
                      <a:lnTo>
                        <a:pt x="47" y="122"/>
                      </a:lnTo>
                      <a:lnTo>
                        <a:pt x="45" y="122"/>
                      </a:lnTo>
                      <a:lnTo>
                        <a:pt x="45" y="121"/>
                      </a:lnTo>
                      <a:close/>
                      <a:moveTo>
                        <a:pt x="63" y="108"/>
                      </a:moveTo>
                      <a:lnTo>
                        <a:pt x="62" y="110"/>
                      </a:lnTo>
                      <a:lnTo>
                        <a:pt x="63" y="110"/>
                      </a:lnTo>
                      <a:lnTo>
                        <a:pt x="63" y="108"/>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7" name="Freeform 62">
                  <a:extLst>
                    <a:ext uri="{FF2B5EF4-FFF2-40B4-BE49-F238E27FC236}">
                      <a16:creationId xmlns:a16="http://schemas.microsoft.com/office/drawing/2014/main" id="{C694A6DA-435B-CBA7-7088-4C7C6DD9AE84}"/>
                    </a:ext>
                  </a:extLst>
                </p:cNvPr>
                <p:cNvSpPr>
                  <a:spLocks/>
                </p:cNvSpPr>
                <p:nvPr/>
              </p:nvSpPr>
              <p:spPr bwMode="auto">
                <a:xfrm>
                  <a:off x="5623517" y="3595973"/>
                  <a:ext cx="487949" cy="554816"/>
                </a:xfrm>
                <a:custGeom>
                  <a:avLst/>
                  <a:gdLst>
                    <a:gd name="T0" fmla="*/ 78 w 270"/>
                    <a:gd name="T1" fmla="*/ 9 h 307"/>
                    <a:gd name="T2" fmla="*/ 91 w 270"/>
                    <a:gd name="T3" fmla="*/ 25 h 307"/>
                    <a:gd name="T4" fmla="*/ 100 w 270"/>
                    <a:gd name="T5" fmla="*/ 29 h 307"/>
                    <a:gd name="T6" fmla="*/ 100 w 270"/>
                    <a:gd name="T7" fmla="*/ 44 h 307"/>
                    <a:gd name="T8" fmla="*/ 111 w 270"/>
                    <a:gd name="T9" fmla="*/ 57 h 307"/>
                    <a:gd name="T10" fmla="*/ 124 w 270"/>
                    <a:gd name="T11" fmla="*/ 62 h 307"/>
                    <a:gd name="T12" fmla="*/ 137 w 270"/>
                    <a:gd name="T13" fmla="*/ 58 h 307"/>
                    <a:gd name="T14" fmla="*/ 155 w 270"/>
                    <a:gd name="T15" fmla="*/ 60 h 307"/>
                    <a:gd name="T16" fmla="*/ 155 w 270"/>
                    <a:gd name="T17" fmla="*/ 73 h 307"/>
                    <a:gd name="T18" fmla="*/ 162 w 270"/>
                    <a:gd name="T19" fmla="*/ 78 h 307"/>
                    <a:gd name="T20" fmla="*/ 170 w 270"/>
                    <a:gd name="T21" fmla="*/ 91 h 307"/>
                    <a:gd name="T22" fmla="*/ 157 w 270"/>
                    <a:gd name="T23" fmla="*/ 102 h 307"/>
                    <a:gd name="T24" fmla="*/ 142 w 270"/>
                    <a:gd name="T25" fmla="*/ 111 h 307"/>
                    <a:gd name="T26" fmla="*/ 146 w 270"/>
                    <a:gd name="T27" fmla="*/ 121 h 307"/>
                    <a:gd name="T28" fmla="*/ 170 w 270"/>
                    <a:gd name="T29" fmla="*/ 133 h 307"/>
                    <a:gd name="T30" fmla="*/ 181 w 270"/>
                    <a:gd name="T31" fmla="*/ 142 h 307"/>
                    <a:gd name="T32" fmla="*/ 193 w 270"/>
                    <a:gd name="T33" fmla="*/ 155 h 307"/>
                    <a:gd name="T34" fmla="*/ 201 w 270"/>
                    <a:gd name="T35" fmla="*/ 172 h 307"/>
                    <a:gd name="T36" fmla="*/ 223 w 270"/>
                    <a:gd name="T37" fmla="*/ 192 h 307"/>
                    <a:gd name="T38" fmla="*/ 234 w 270"/>
                    <a:gd name="T39" fmla="*/ 214 h 307"/>
                    <a:gd name="T40" fmla="*/ 248 w 270"/>
                    <a:gd name="T41" fmla="*/ 223 h 307"/>
                    <a:gd name="T42" fmla="*/ 261 w 270"/>
                    <a:gd name="T43" fmla="*/ 236 h 307"/>
                    <a:gd name="T44" fmla="*/ 263 w 270"/>
                    <a:gd name="T45" fmla="*/ 252 h 307"/>
                    <a:gd name="T46" fmla="*/ 268 w 270"/>
                    <a:gd name="T47" fmla="*/ 259 h 307"/>
                    <a:gd name="T48" fmla="*/ 266 w 270"/>
                    <a:gd name="T49" fmla="*/ 272 h 307"/>
                    <a:gd name="T50" fmla="*/ 259 w 270"/>
                    <a:gd name="T51" fmla="*/ 285 h 307"/>
                    <a:gd name="T52" fmla="*/ 244 w 270"/>
                    <a:gd name="T53" fmla="*/ 294 h 307"/>
                    <a:gd name="T54" fmla="*/ 226 w 270"/>
                    <a:gd name="T55" fmla="*/ 285 h 307"/>
                    <a:gd name="T56" fmla="*/ 213 w 270"/>
                    <a:gd name="T57" fmla="*/ 292 h 307"/>
                    <a:gd name="T58" fmla="*/ 213 w 270"/>
                    <a:gd name="T59" fmla="*/ 307 h 307"/>
                    <a:gd name="T60" fmla="*/ 199 w 270"/>
                    <a:gd name="T61" fmla="*/ 300 h 307"/>
                    <a:gd name="T62" fmla="*/ 182 w 270"/>
                    <a:gd name="T63" fmla="*/ 294 h 307"/>
                    <a:gd name="T64" fmla="*/ 193 w 270"/>
                    <a:gd name="T65" fmla="*/ 283 h 307"/>
                    <a:gd name="T66" fmla="*/ 195 w 270"/>
                    <a:gd name="T67" fmla="*/ 272 h 307"/>
                    <a:gd name="T68" fmla="*/ 197 w 270"/>
                    <a:gd name="T69" fmla="*/ 258 h 307"/>
                    <a:gd name="T70" fmla="*/ 195 w 270"/>
                    <a:gd name="T71" fmla="*/ 241 h 307"/>
                    <a:gd name="T72" fmla="*/ 179 w 270"/>
                    <a:gd name="T73" fmla="*/ 230 h 307"/>
                    <a:gd name="T74" fmla="*/ 168 w 270"/>
                    <a:gd name="T75" fmla="*/ 208 h 307"/>
                    <a:gd name="T76" fmla="*/ 166 w 270"/>
                    <a:gd name="T77" fmla="*/ 179 h 307"/>
                    <a:gd name="T78" fmla="*/ 144 w 270"/>
                    <a:gd name="T79" fmla="*/ 157 h 307"/>
                    <a:gd name="T80" fmla="*/ 117 w 270"/>
                    <a:gd name="T81" fmla="*/ 146 h 307"/>
                    <a:gd name="T82" fmla="*/ 106 w 270"/>
                    <a:gd name="T83" fmla="*/ 161 h 307"/>
                    <a:gd name="T84" fmla="*/ 88 w 270"/>
                    <a:gd name="T85" fmla="*/ 163 h 307"/>
                    <a:gd name="T86" fmla="*/ 66 w 270"/>
                    <a:gd name="T87" fmla="*/ 159 h 307"/>
                    <a:gd name="T88" fmla="*/ 49 w 270"/>
                    <a:gd name="T89" fmla="*/ 172 h 307"/>
                    <a:gd name="T90" fmla="*/ 36 w 270"/>
                    <a:gd name="T91" fmla="*/ 181 h 307"/>
                    <a:gd name="T92" fmla="*/ 35 w 270"/>
                    <a:gd name="T93" fmla="*/ 164 h 307"/>
                    <a:gd name="T94" fmla="*/ 35 w 270"/>
                    <a:gd name="T95" fmla="*/ 144 h 307"/>
                    <a:gd name="T96" fmla="*/ 44 w 270"/>
                    <a:gd name="T97" fmla="*/ 128 h 307"/>
                    <a:gd name="T98" fmla="*/ 42 w 270"/>
                    <a:gd name="T99" fmla="*/ 106 h 307"/>
                    <a:gd name="T100" fmla="*/ 20 w 270"/>
                    <a:gd name="T101" fmla="*/ 106 h 307"/>
                    <a:gd name="T102" fmla="*/ 16 w 270"/>
                    <a:gd name="T103" fmla="*/ 89 h 307"/>
                    <a:gd name="T104" fmla="*/ 2 w 270"/>
                    <a:gd name="T105" fmla="*/ 78 h 307"/>
                    <a:gd name="T106" fmla="*/ 7 w 270"/>
                    <a:gd name="T107" fmla="*/ 62 h 307"/>
                    <a:gd name="T108" fmla="*/ 18 w 270"/>
                    <a:gd name="T109" fmla="*/ 51 h 307"/>
                    <a:gd name="T110" fmla="*/ 35 w 270"/>
                    <a:gd name="T111" fmla="*/ 38 h 307"/>
                    <a:gd name="T112" fmla="*/ 46 w 270"/>
                    <a:gd name="T113" fmla="*/ 47 h 307"/>
                    <a:gd name="T114" fmla="*/ 62 w 270"/>
                    <a:gd name="T115" fmla="*/ 44 h 307"/>
                    <a:gd name="T116" fmla="*/ 60 w 270"/>
                    <a:gd name="T117" fmla="*/ 27 h 307"/>
                    <a:gd name="T118" fmla="*/ 55 w 270"/>
                    <a:gd name="T119" fmla="*/ 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307">
                      <a:moveTo>
                        <a:pt x="60" y="2"/>
                      </a:moveTo>
                      <a:lnTo>
                        <a:pt x="62" y="2"/>
                      </a:lnTo>
                      <a:lnTo>
                        <a:pt x="62" y="4"/>
                      </a:lnTo>
                      <a:lnTo>
                        <a:pt x="64" y="4"/>
                      </a:lnTo>
                      <a:lnTo>
                        <a:pt x="66" y="4"/>
                      </a:lnTo>
                      <a:lnTo>
                        <a:pt x="66" y="2"/>
                      </a:lnTo>
                      <a:lnTo>
                        <a:pt x="67" y="2"/>
                      </a:lnTo>
                      <a:lnTo>
                        <a:pt x="67" y="4"/>
                      </a:lnTo>
                      <a:lnTo>
                        <a:pt x="67" y="2"/>
                      </a:lnTo>
                      <a:lnTo>
                        <a:pt x="69" y="2"/>
                      </a:lnTo>
                      <a:lnTo>
                        <a:pt x="71" y="2"/>
                      </a:lnTo>
                      <a:lnTo>
                        <a:pt x="73" y="2"/>
                      </a:lnTo>
                      <a:lnTo>
                        <a:pt x="73" y="4"/>
                      </a:lnTo>
                      <a:lnTo>
                        <a:pt x="75" y="5"/>
                      </a:lnTo>
                      <a:lnTo>
                        <a:pt x="75" y="7"/>
                      </a:lnTo>
                      <a:lnTo>
                        <a:pt x="77" y="7"/>
                      </a:lnTo>
                      <a:lnTo>
                        <a:pt x="77" y="9"/>
                      </a:lnTo>
                      <a:lnTo>
                        <a:pt x="78" y="9"/>
                      </a:lnTo>
                      <a:lnTo>
                        <a:pt x="78" y="11"/>
                      </a:lnTo>
                      <a:lnTo>
                        <a:pt x="80" y="11"/>
                      </a:lnTo>
                      <a:lnTo>
                        <a:pt x="80" y="13"/>
                      </a:lnTo>
                      <a:lnTo>
                        <a:pt x="82" y="13"/>
                      </a:lnTo>
                      <a:lnTo>
                        <a:pt x="82" y="15"/>
                      </a:lnTo>
                      <a:lnTo>
                        <a:pt x="84" y="15"/>
                      </a:lnTo>
                      <a:lnTo>
                        <a:pt x="84" y="16"/>
                      </a:lnTo>
                      <a:lnTo>
                        <a:pt x="86" y="16"/>
                      </a:lnTo>
                      <a:lnTo>
                        <a:pt x="88" y="16"/>
                      </a:lnTo>
                      <a:lnTo>
                        <a:pt x="88" y="18"/>
                      </a:lnTo>
                      <a:lnTo>
                        <a:pt x="86" y="18"/>
                      </a:lnTo>
                      <a:lnTo>
                        <a:pt x="86" y="20"/>
                      </a:lnTo>
                      <a:lnTo>
                        <a:pt x="88" y="20"/>
                      </a:lnTo>
                      <a:lnTo>
                        <a:pt x="89" y="20"/>
                      </a:lnTo>
                      <a:lnTo>
                        <a:pt x="89" y="22"/>
                      </a:lnTo>
                      <a:lnTo>
                        <a:pt x="89" y="24"/>
                      </a:lnTo>
                      <a:lnTo>
                        <a:pt x="91" y="24"/>
                      </a:lnTo>
                      <a:lnTo>
                        <a:pt x="91" y="25"/>
                      </a:lnTo>
                      <a:lnTo>
                        <a:pt x="91" y="27"/>
                      </a:lnTo>
                      <a:lnTo>
                        <a:pt x="91" y="29"/>
                      </a:lnTo>
                      <a:lnTo>
                        <a:pt x="93" y="31"/>
                      </a:lnTo>
                      <a:lnTo>
                        <a:pt x="95" y="31"/>
                      </a:lnTo>
                      <a:lnTo>
                        <a:pt x="95" y="29"/>
                      </a:lnTo>
                      <a:lnTo>
                        <a:pt x="97" y="29"/>
                      </a:lnTo>
                      <a:lnTo>
                        <a:pt x="97" y="27"/>
                      </a:lnTo>
                      <a:lnTo>
                        <a:pt x="98" y="27"/>
                      </a:lnTo>
                      <a:lnTo>
                        <a:pt x="97" y="27"/>
                      </a:lnTo>
                      <a:lnTo>
                        <a:pt x="98" y="27"/>
                      </a:lnTo>
                      <a:lnTo>
                        <a:pt x="97" y="27"/>
                      </a:lnTo>
                      <a:lnTo>
                        <a:pt x="97" y="25"/>
                      </a:lnTo>
                      <a:lnTo>
                        <a:pt x="97" y="24"/>
                      </a:lnTo>
                      <a:lnTo>
                        <a:pt x="98" y="24"/>
                      </a:lnTo>
                      <a:lnTo>
                        <a:pt x="98" y="25"/>
                      </a:lnTo>
                      <a:lnTo>
                        <a:pt x="98" y="27"/>
                      </a:lnTo>
                      <a:lnTo>
                        <a:pt x="98" y="29"/>
                      </a:lnTo>
                      <a:lnTo>
                        <a:pt x="100" y="29"/>
                      </a:lnTo>
                      <a:lnTo>
                        <a:pt x="100" y="27"/>
                      </a:lnTo>
                      <a:lnTo>
                        <a:pt x="102" y="27"/>
                      </a:lnTo>
                      <a:lnTo>
                        <a:pt x="104" y="27"/>
                      </a:lnTo>
                      <a:lnTo>
                        <a:pt x="104" y="29"/>
                      </a:lnTo>
                      <a:lnTo>
                        <a:pt x="104" y="31"/>
                      </a:lnTo>
                      <a:lnTo>
                        <a:pt x="104" y="33"/>
                      </a:lnTo>
                      <a:lnTo>
                        <a:pt x="102" y="33"/>
                      </a:lnTo>
                      <a:lnTo>
                        <a:pt x="102" y="35"/>
                      </a:lnTo>
                      <a:lnTo>
                        <a:pt x="100" y="35"/>
                      </a:lnTo>
                      <a:lnTo>
                        <a:pt x="100" y="36"/>
                      </a:lnTo>
                      <a:lnTo>
                        <a:pt x="100" y="38"/>
                      </a:lnTo>
                      <a:lnTo>
                        <a:pt x="98" y="38"/>
                      </a:lnTo>
                      <a:lnTo>
                        <a:pt x="100" y="38"/>
                      </a:lnTo>
                      <a:lnTo>
                        <a:pt x="102" y="38"/>
                      </a:lnTo>
                      <a:lnTo>
                        <a:pt x="100" y="38"/>
                      </a:lnTo>
                      <a:lnTo>
                        <a:pt x="100" y="40"/>
                      </a:lnTo>
                      <a:lnTo>
                        <a:pt x="100" y="42"/>
                      </a:lnTo>
                      <a:lnTo>
                        <a:pt x="100" y="44"/>
                      </a:lnTo>
                      <a:lnTo>
                        <a:pt x="98" y="44"/>
                      </a:lnTo>
                      <a:lnTo>
                        <a:pt x="97" y="44"/>
                      </a:lnTo>
                      <a:lnTo>
                        <a:pt x="97" y="46"/>
                      </a:lnTo>
                      <a:lnTo>
                        <a:pt x="98" y="46"/>
                      </a:lnTo>
                      <a:lnTo>
                        <a:pt x="98" y="44"/>
                      </a:lnTo>
                      <a:lnTo>
                        <a:pt x="100" y="46"/>
                      </a:lnTo>
                      <a:lnTo>
                        <a:pt x="100" y="47"/>
                      </a:lnTo>
                      <a:lnTo>
                        <a:pt x="102" y="47"/>
                      </a:lnTo>
                      <a:lnTo>
                        <a:pt x="102" y="49"/>
                      </a:lnTo>
                      <a:lnTo>
                        <a:pt x="102" y="51"/>
                      </a:lnTo>
                      <a:lnTo>
                        <a:pt x="104" y="51"/>
                      </a:lnTo>
                      <a:lnTo>
                        <a:pt x="106" y="51"/>
                      </a:lnTo>
                      <a:lnTo>
                        <a:pt x="106" y="53"/>
                      </a:lnTo>
                      <a:lnTo>
                        <a:pt x="106" y="55"/>
                      </a:lnTo>
                      <a:lnTo>
                        <a:pt x="108" y="55"/>
                      </a:lnTo>
                      <a:lnTo>
                        <a:pt x="108" y="57"/>
                      </a:lnTo>
                      <a:lnTo>
                        <a:pt x="109" y="57"/>
                      </a:lnTo>
                      <a:lnTo>
                        <a:pt x="111" y="57"/>
                      </a:lnTo>
                      <a:lnTo>
                        <a:pt x="111" y="58"/>
                      </a:lnTo>
                      <a:lnTo>
                        <a:pt x="113" y="58"/>
                      </a:lnTo>
                      <a:lnTo>
                        <a:pt x="111" y="58"/>
                      </a:lnTo>
                      <a:lnTo>
                        <a:pt x="111" y="60"/>
                      </a:lnTo>
                      <a:lnTo>
                        <a:pt x="113" y="60"/>
                      </a:lnTo>
                      <a:lnTo>
                        <a:pt x="115" y="60"/>
                      </a:lnTo>
                      <a:lnTo>
                        <a:pt x="117" y="60"/>
                      </a:lnTo>
                      <a:lnTo>
                        <a:pt x="117" y="62"/>
                      </a:lnTo>
                      <a:lnTo>
                        <a:pt x="119" y="62"/>
                      </a:lnTo>
                      <a:lnTo>
                        <a:pt x="119" y="60"/>
                      </a:lnTo>
                      <a:lnTo>
                        <a:pt x="119" y="62"/>
                      </a:lnTo>
                      <a:lnTo>
                        <a:pt x="120" y="62"/>
                      </a:lnTo>
                      <a:lnTo>
                        <a:pt x="120" y="60"/>
                      </a:lnTo>
                      <a:lnTo>
                        <a:pt x="120" y="62"/>
                      </a:lnTo>
                      <a:lnTo>
                        <a:pt x="122" y="62"/>
                      </a:lnTo>
                      <a:lnTo>
                        <a:pt x="124" y="62"/>
                      </a:lnTo>
                      <a:lnTo>
                        <a:pt x="124" y="64"/>
                      </a:lnTo>
                      <a:lnTo>
                        <a:pt x="124" y="62"/>
                      </a:lnTo>
                      <a:lnTo>
                        <a:pt x="126" y="64"/>
                      </a:lnTo>
                      <a:lnTo>
                        <a:pt x="128" y="64"/>
                      </a:lnTo>
                      <a:lnTo>
                        <a:pt x="128" y="66"/>
                      </a:lnTo>
                      <a:lnTo>
                        <a:pt x="128" y="64"/>
                      </a:lnTo>
                      <a:lnTo>
                        <a:pt x="128" y="66"/>
                      </a:lnTo>
                      <a:lnTo>
                        <a:pt x="129" y="66"/>
                      </a:lnTo>
                      <a:lnTo>
                        <a:pt x="131" y="66"/>
                      </a:lnTo>
                      <a:lnTo>
                        <a:pt x="129" y="64"/>
                      </a:lnTo>
                      <a:lnTo>
                        <a:pt x="131" y="64"/>
                      </a:lnTo>
                      <a:lnTo>
                        <a:pt x="133" y="62"/>
                      </a:lnTo>
                      <a:lnTo>
                        <a:pt x="131" y="62"/>
                      </a:lnTo>
                      <a:lnTo>
                        <a:pt x="131" y="60"/>
                      </a:lnTo>
                      <a:lnTo>
                        <a:pt x="133" y="60"/>
                      </a:lnTo>
                      <a:lnTo>
                        <a:pt x="133" y="58"/>
                      </a:lnTo>
                      <a:lnTo>
                        <a:pt x="135" y="58"/>
                      </a:lnTo>
                      <a:lnTo>
                        <a:pt x="135" y="57"/>
                      </a:lnTo>
                      <a:lnTo>
                        <a:pt x="137" y="57"/>
                      </a:lnTo>
                      <a:lnTo>
                        <a:pt x="137" y="58"/>
                      </a:lnTo>
                      <a:lnTo>
                        <a:pt x="139" y="58"/>
                      </a:lnTo>
                      <a:lnTo>
                        <a:pt x="139" y="57"/>
                      </a:lnTo>
                      <a:lnTo>
                        <a:pt x="140" y="57"/>
                      </a:lnTo>
                      <a:lnTo>
                        <a:pt x="142" y="57"/>
                      </a:lnTo>
                      <a:lnTo>
                        <a:pt x="142" y="55"/>
                      </a:lnTo>
                      <a:lnTo>
                        <a:pt x="144" y="55"/>
                      </a:lnTo>
                      <a:lnTo>
                        <a:pt x="144" y="57"/>
                      </a:lnTo>
                      <a:lnTo>
                        <a:pt x="146" y="55"/>
                      </a:lnTo>
                      <a:lnTo>
                        <a:pt x="146" y="57"/>
                      </a:lnTo>
                      <a:lnTo>
                        <a:pt x="148" y="57"/>
                      </a:lnTo>
                      <a:lnTo>
                        <a:pt x="148" y="58"/>
                      </a:lnTo>
                      <a:lnTo>
                        <a:pt x="150" y="58"/>
                      </a:lnTo>
                      <a:lnTo>
                        <a:pt x="150" y="57"/>
                      </a:lnTo>
                      <a:lnTo>
                        <a:pt x="151" y="57"/>
                      </a:lnTo>
                      <a:lnTo>
                        <a:pt x="151" y="58"/>
                      </a:lnTo>
                      <a:lnTo>
                        <a:pt x="151" y="60"/>
                      </a:lnTo>
                      <a:lnTo>
                        <a:pt x="153" y="60"/>
                      </a:lnTo>
                      <a:lnTo>
                        <a:pt x="155" y="60"/>
                      </a:lnTo>
                      <a:lnTo>
                        <a:pt x="155" y="62"/>
                      </a:lnTo>
                      <a:lnTo>
                        <a:pt x="155" y="60"/>
                      </a:lnTo>
                      <a:lnTo>
                        <a:pt x="155" y="62"/>
                      </a:lnTo>
                      <a:lnTo>
                        <a:pt x="157" y="62"/>
                      </a:lnTo>
                      <a:lnTo>
                        <a:pt x="157" y="64"/>
                      </a:lnTo>
                      <a:lnTo>
                        <a:pt x="159" y="64"/>
                      </a:lnTo>
                      <a:lnTo>
                        <a:pt x="161" y="64"/>
                      </a:lnTo>
                      <a:lnTo>
                        <a:pt x="161" y="66"/>
                      </a:lnTo>
                      <a:lnTo>
                        <a:pt x="162" y="66"/>
                      </a:lnTo>
                      <a:lnTo>
                        <a:pt x="162" y="68"/>
                      </a:lnTo>
                      <a:lnTo>
                        <a:pt x="161" y="68"/>
                      </a:lnTo>
                      <a:lnTo>
                        <a:pt x="159" y="68"/>
                      </a:lnTo>
                      <a:lnTo>
                        <a:pt x="159" y="69"/>
                      </a:lnTo>
                      <a:lnTo>
                        <a:pt x="157" y="71"/>
                      </a:lnTo>
                      <a:lnTo>
                        <a:pt x="157" y="69"/>
                      </a:lnTo>
                      <a:lnTo>
                        <a:pt x="157" y="71"/>
                      </a:lnTo>
                      <a:lnTo>
                        <a:pt x="155" y="71"/>
                      </a:lnTo>
                      <a:lnTo>
                        <a:pt x="155" y="73"/>
                      </a:lnTo>
                      <a:lnTo>
                        <a:pt x="153" y="73"/>
                      </a:lnTo>
                      <a:lnTo>
                        <a:pt x="153" y="75"/>
                      </a:lnTo>
                      <a:lnTo>
                        <a:pt x="155" y="75"/>
                      </a:lnTo>
                      <a:lnTo>
                        <a:pt x="153" y="75"/>
                      </a:lnTo>
                      <a:lnTo>
                        <a:pt x="155" y="77"/>
                      </a:lnTo>
                      <a:lnTo>
                        <a:pt x="157" y="77"/>
                      </a:lnTo>
                      <a:lnTo>
                        <a:pt x="159" y="77"/>
                      </a:lnTo>
                      <a:lnTo>
                        <a:pt x="159" y="75"/>
                      </a:lnTo>
                      <a:lnTo>
                        <a:pt x="161" y="75"/>
                      </a:lnTo>
                      <a:lnTo>
                        <a:pt x="162" y="75"/>
                      </a:lnTo>
                      <a:lnTo>
                        <a:pt x="162" y="73"/>
                      </a:lnTo>
                      <a:lnTo>
                        <a:pt x="164" y="73"/>
                      </a:lnTo>
                      <a:lnTo>
                        <a:pt x="164" y="75"/>
                      </a:lnTo>
                      <a:lnTo>
                        <a:pt x="166" y="75"/>
                      </a:lnTo>
                      <a:lnTo>
                        <a:pt x="164" y="75"/>
                      </a:lnTo>
                      <a:lnTo>
                        <a:pt x="164" y="77"/>
                      </a:lnTo>
                      <a:lnTo>
                        <a:pt x="162" y="77"/>
                      </a:lnTo>
                      <a:lnTo>
                        <a:pt x="162" y="78"/>
                      </a:lnTo>
                      <a:lnTo>
                        <a:pt x="162" y="80"/>
                      </a:lnTo>
                      <a:lnTo>
                        <a:pt x="161" y="80"/>
                      </a:lnTo>
                      <a:lnTo>
                        <a:pt x="162" y="82"/>
                      </a:lnTo>
                      <a:lnTo>
                        <a:pt x="164" y="82"/>
                      </a:lnTo>
                      <a:lnTo>
                        <a:pt x="166" y="82"/>
                      </a:lnTo>
                      <a:lnTo>
                        <a:pt x="168" y="82"/>
                      </a:lnTo>
                      <a:lnTo>
                        <a:pt x="170" y="84"/>
                      </a:lnTo>
                      <a:lnTo>
                        <a:pt x="171" y="84"/>
                      </a:lnTo>
                      <a:lnTo>
                        <a:pt x="173" y="84"/>
                      </a:lnTo>
                      <a:lnTo>
                        <a:pt x="173" y="86"/>
                      </a:lnTo>
                      <a:lnTo>
                        <a:pt x="175" y="86"/>
                      </a:lnTo>
                      <a:lnTo>
                        <a:pt x="175" y="88"/>
                      </a:lnTo>
                      <a:lnTo>
                        <a:pt x="173" y="88"/>
                      </a:lnTo>
                      <a:lnTo>
                        <a:pt x="175" y="89"/>
                      </a:lnTo>
                      <a:lnTo>
                        <a:pt x="173" y="89"/>
                      </a:lnTo>
                      <a:lnTo>
                        <a:pt x="171" y="89"/>
                      </a:lnTo>
                      <a:lnTo>
                        <a:pt x="171" y="91"/>
                      </a:lnTo>
                      <a:lnTo>
                        <a:pt x="170" y="91"/>
                      </a:lnTo>
                      <a:lnTo>
                        <a:pt x="168" y="93"/>
                      </a:lnTo>
                      <a:lnTo>
                        <a:pt x="168" y="95"/>
                      </a:lnTo>
                      <a:lnTo>
                        <a:pt x="170" y="95"/>
                      </a:lnTo>
                      <a:lnTo>
                        <a:pt x="170" y="97"/>
                      </a:lnTo>
                      <a:lnTo>
                        <a:pt x="168" y="97"/>
                      </a:lnTo>
                      <a:lnTo>
                        <a:pt x="168" y="99"/>
                      </a:lnTo>
                      <a:lnTo>
                        <a:pt x="166" y="99"/>
                      </a:lnTo>
                      <a:lnTo>
                        <a:pt x="164" y="99"/>
                      </a:lnTo>
                      <a:lnTo>
                        <a:pt x="164" y="100"/>
                      </a:lnTo>
                      <a:lnTo>
                        <a:pt x="164" y="102"/>
                      </a:lnTo>
                      <a:lnTo>
                        <a:pt x="162" y="102"/>
                      </a:lnTo>
                      <a:lnTo>
                        <a:pt x="162" y="104"/>
                      </a:lnTo>
                      <a:lnTo>
                        <a:pt x="162" y="102"/>
                      </a:lnTo>
                      <a:lnTo>
                        <a:pt x="161" y="102"/>
                      </a:lnTo>
                      <a:lnTo>
                        <a:pt x="161" y="104"/>
                      </a:lnTo>
                      <a:lnTo>
                        <a:pt x="159" y="104"/>
                      </a:lnTo>
                      <a:lnTo>
                        <a:pt x="157" y="104"/>
                      </a:lnTo>
                      <a:lnTo>
                        <a:pt x="157" y="102"/>
                      </a:lnTo>
                      <a:lnTo>
                        <a:pt x="155" y="102"/>
                      </a:lnTo>
                      <a:lnTo>
                        <a:pt x="155" y="100"/>
                      </a:lnTo>
                      <a:lnTo>
                        <a:pt x="153" y="102"/>
                      </a:lnTo>
                      <a:lnTo>
                        <a:pt x="151" y="102"/>
                      </a:lnTo>
                      <a:lnTo>
                        <a:pt x="151" y="100"/>
                      </a:lnTo>
                      <a:lnTo>
                        <a:pt x="150" y="100"/>
                      </a:lnTo>
                      <a:lnTo>
                        <a:pt x="148" y="100"/>
                      </a:lnTo>
                      <a:lnTo>
                        <a:pt x="146" y="100"/>
                      </a:lnTo>
                      <a:lnTo>
                        <a:pt x="146" y="102"/>
                      </a:lnTo>
                      <a:lnTo>
                        <a:pt x="144" y="102"/>
                      </a:lnTo>
                      <a:lnTo>
                        <a:pt x="142" y="102"/>
                      </a:lnTo>
                      <a:lnTo>
                        <a:pt x="142" y="104"/>
                      </a:lnTo>
                      <a:lnTo>
                        <a:pt x="144" y="104"/>
                      </a:lnTo>
                      <a:lnTo>
                        <a:pt x="144" y="106"/>
                      </a:lnTo>
                      <a:lnTo>
                        <a:pt x="144" y="108"/>
                      </a:lnTo>
                      <a:lnTo>
                        <a:pt x="142" y="108"/>
                      </a:lnTo>
                      <a:lnTo>
                        <a:pt x="142" y="110"/>
                      </a:lnTo>
                      <a:lnTo>
                        <a:pt x="142" y="111"/>
                      </a:lnTo>
                      <a:lnTo>
                        <a:pt x="142" y="110"/>
                      </a:lnTo>
                      <a:lnTo>
                        <a:pt x="140" y="110"/>
                      </a:lnTo>
                      <a:lnTo>
                        <a:pt x="140" y="111"/>
                      </a:lnTo>
                      <a:lnTo>
                        <a:pt x="139" y="111"/>
                      </a:lnTo>
                      <a:lnTo>
                        <a:pt x="139" y="113"/>
                      </a:lnTo>
                      <a:lnTo>
                        <a:pt x="137" y="113"/>
                      </a:lnTo>
                      <a:lnTo>
                        <a:pt x="135" y="113"/>
                      </a:lnTo>
                      <a:lnTo>
                        <a:pt x="135" y="115"/>
                      </a:lnTo>
                      <a:lnTo>
                        <a:pt x="137" y="115"/>
                      </a:lnTo>
                      <a:lnTo>
                        <a:pt x="139" y="115"/>
                      </a:lnTo>
                      <a:lnTo>
                        <a:pt x="139" y="117"/>
                      </a:lnTo>
                      <a:lnTo>
                        <a:pt x="140" y="117"/>
                      </a:lnTo>
                      <a:lnTo>
                        <a:pt x="142" y="117"/>
                      </a:lnTo>
                      <a:lnTo>
                        <a:pt x="144" y="119"/>
                      </a:lnTo>
                      <a:lnTo>
                        <a:pt x="144" y="117"/>
                      </a:lnTo>
                      <a:lnTo>
                        <a:pt x="144" y="119"/>
                      </a:lnTo>
                      <a:lnTo>
                        <a:pt x="146" y="119"/>
                      </a:lnTo>
                      <a:lnTo>
                        <a:pt x="146" y="121"/>
                      </a:lnTo>
                      <a:lnTo>
                        <a:pt x="148" y="121"/>
                      </a:lnTo>
                      <a:lnTo>
                        <a:pt x="148" y="122"/>
                      </a:lnTo>
                      <a:lnTo>
                        <a:pt x="150" y="121"/>
                      </a:lnTo>
                      <a:lnTo>
                        <a:pt x="151" y="122"/>
                      </a:lnTo>
                      <a:lnTo>
                        <a:pt x="153" y="122"/>
                      </a:lnTo>
                      <a:lnTo>
                        <a:pt x="153" y="124"/>
                      </a:lnTo>
                      <a:lnTo>
                        <a:pt x="155" y="124"/>
                      </a:lnTo>
                      <a:lnTo>
                        <a:pt x="157" y="126"/>
                      </a:lnTo>
                      <a:lnTo>
                        <a:pt x="159" y="126"/>
                      </a:lnTo>
                      <a:lnTo>
                        <a:pt x="159" y="128"/>
                      </a:lnTo>
                      <a:lnTo>
                        <a:pt x="161" y="128"/>
                      </a:lnTo>
                      <a:lnTo>
                        <a:pt x="161" y="130"/>
                      </a:lnTo>
                      <a:lnTo>
                        <a:pt x="162" y="130"/>
                      </a:lnTo>
                      <a:lnTo>
                        <a:pt x="164" y="131"/>
                      </a:lnTo>
                      <a:lnTo>
                        <a:pt x="166" y="131"/>
                      </a:lnTo>
                      <a:lnTo>
                        <a:pt x="166" y="133"/>
                      </a:lnTo>
                      <a:lnTo>
                        <a:pt x="168" y="133"/>
                      </a:lnTo>
                      <a:lnTo>
                        <a:pt x="170" y="133"/>
                      </a:lnTo>
                      <a:lnTo>
                        <a:pt x="171" y="133"/>
                      </a:lnTo>
                      <a:lnTo>
                        <a:pt x="173" y="133"/>
                      </a:lnTo>
                      <a:lnTo>
                        <a:pt x="173" y="135"/>
                      </a:lnTo>
                      <a:lnTo>
                        <a:pt x="175" y="135"/>
                      </a:lnTo>
                      <a:lnTo>
                        <a:pt x="177" y="135"/>
                      </a:lnTo>
                      <a:lnTo>
                        <a:pt x="175" y="135"/>
                      </a:lnTo>
                      <a:lnTo>
                        <a:pt x="177" y="135"/>
                      </a:lnTo>
                      <a:lnTo>
                        <a:pt x="179" y="135"/>
                      </a:lnTo>
                      <a:lnTo>
                        <a:pt x="179" y="137"/>
                      </a:lnTo>
                      <a:lnTo>
                        <a:pt x="181" y="137"/>
                      </a:lnTo>
                      <a:lnTo>
                        <a:pt x="181" y="135"/>
                      </a:lnTo>
                      <a:lnTo>
                        <a:pt x="181" y="137"/>
                      </a:lnTo>
                      <a:lnTo>
                        <a:pt x="181" y="139"/>
                      </a:lnTo>
                      <a:lnTo>
                        <a:pt x="182" y="137"/>
                      </a:lnTo>
                      <a:lnTo>
                        <a:pt x="182" y="139"/>
                      </a:lnTo>
                      <a:lnTo>
                        <a:pt x="181" y="139"/>
                      </a:lnTo>
                      <a:lnTo>
                        <a:pt x="181" y="141"/>
                      </a:lnTo>
                      <a:lnTo>
                        <a:pt x="181" y="142"/>
                      </a:lnTo>
                      <a:lnTo>
                        <a:pt x="179" y="142"/>
                      </a:lnTo>
                      <a:lnTo>
                        <a:pt x="179" y="144"/>
                      </a:lnTo>
                      <a:lnTo>
                        <a:pt x="179" y="146"/>
                      </a:lnTo>
                      <a:lnTo>
                        <a:pt x="181" y="146"/>
                      </a:lnTo>
                      <a:lnTo>
                        <a:pt x="181" y="148"/>
                      </a:lnTo>
                      <a:lnTo>
                        <a:pt x="182" y="148"/>
                      </a:lnTo>
                      <a:lnTo>
                        <a:pt x="182" y="150"/>
                      </a:lnTo>
                      <a:lnTo>
                        <a:pt x="184" y="150"/>
                      </a:lnTo>
                      <a:lnTo>
                        <a:pt x="184" y="152"/>
                      </a:lnTo>
                      <a:lnTo>
                        <a:pt x="186" y="152"/>
                      </a:lnTo>
                      <a:lnTo>
                        <a:pt x="186" y="153"/>
                      </a:lnTo>
                      <a:lnTo>
                        <a:pt x="186" y="152"/>
                      </a:lnTo>
                      <a:lnTo>
                        <a:pt x="188" y="152"/>
                      </a:lnTo>
                      <a:lnTo>
                        <a:pt x="186" y="153"/>
                      </a:lnTo>
                      <a:lnTo>
                        <a:pt x="188" y="155"/>
                      </a:lnTo>
                      <a:lnTo>
                        <a:pt x="190" y="155"/>
                      </a:lnTo>
                      <a:lnTo>
                        <a:pt x="192" y="153"/>
                      </a:lnTo>
                      <a:lnTo>
                        <a:pt x="193" y="155"/>
                      </a:lnTo>
                      <a:lnTo>
                        <a:pt x="193" y="153"/>
                      </a:lnTo>
                      <a:lnTo>
                        <a:pt x="193" y="155"/>
                      </a:lnTo>
                      <a:lnTo>
                        <a:pt x="193" y="157"/>
                      </a:lnTo>
                      <a:lnTo>
                        <a:pt x="195" y="157"/>
                      </a:lnTo>
                      <a:lnTo>
                        <a:pt x="195" y="159"/>
                      </a:lnTo>
                      <a:lnTo>
                        <a:pt x="197" y="159"/>
                      </a:lnTo>
                      <a:lnTo>
                        <a:pt x="197" y="161"/>
                      </a:lnTo>
                      <a:lnTo>
                        <a:pt x="199" y="161"/>
                      </a:lnTo>
                      <a:lnTo>
                        <a:pt x="199" y="163"/>
                      </a:lnTo>
                      <a:lnTo>
                        <a:pt x="197" y="163"/>
                      </a:lnTo>
                      <a:lnTo>
                        <a:pt x="197" y="164"/>
                      </a:lnTo>
                      <a:lnTo>
                        <a:pt x="197" y="166"/>
                      </a:lnTo>
                      <a:lnTo>
                        <a:pt x="199" y="166"/>
                      </a:lnTo>
                      <a:lnTo>
                        <a:pt x="201" y="168"/>
                      </a:lnTo>
                      <a:lnTo>
                        <a:pt x="199" y="168"/>
                      </a:lnTo>
                      <a:lnTo>
                        <a:pt x="201" y="168"/>
                      </a:lnTo>
                      <a:lnTo>
                        <a:pt x="201" y="170"/>
                      </a:lnTo>
                      <a:lnTo>
                        <a:pt x="201" y="172"/>
                      </a:lnTo>
                      <a:lnTo>
                        <a:pt x="203" y="172"/>
                      </a:lnTo>
                      <a:lnTo>
                        <a:pt x="203" y="174"/>
                      </a:lnTo>
                      <a:lnTo>
                        <a:pt x="204" y="174"/>
                      </a:lnTo>
                      <a:lnTo>
                        <a:pt x="206" y="174"/>
                      </a:lnTo>
                      <a:lnTo>
                        <a:pt x="206" y="175"/>
                      </a:lnTo>
                      <a:lnTo>
                        <a:pt x="212" y="183"/>
                      </a:lnTo>
                      <a:lnTo>
                        <a:pt x="213" y="183"/>
                      </a:lnTo>
                      <a:lnTo>
                        <a:pt x="213" y="184"/>
                      </a:lnTo>
                      <a:lnTo>
                        <a:pt x="215" y="184"/>
                      </a:lnTo>
                      <a:lnTo>
                        <a:pt x="217" y="186"/>
                      </a:lnTo>
                      <a:lnTo>
                        <a:pt x="219" y="186"/>
                      </a:lnTo>
                      <a:lnTo>
                        <a:pt x="219" y="188"/>
                      </a:lnTo>
                      <a:lnTo>
                        <a:pt x="221" y="188"/>
                      </a:lnTo>
                      <a:lnTo>
                        <a:pt x="221" y="186"/>
                      </a:lnTo>
                      <a:lnTo>
                        <a:pt x="223" y="186"/>
                      </a:lnTo>
                      <a:lnTo>
                        <a:pt x="223" y="188"/>
                      </a:lnTo>
                      <a:lnTo>
                        <a:pt x="223" y="190"/>
                      </a:lnTo>
                      <a:lnTo>
                        <a:pt x="223" y="192"/>
                      </a:lnTo>
                      <a:lnTo>
                        <a:pt x="224" y="192"/>
                      </a:lnTo>
                      <a:lnTo>
                        <a:pt x="224" y="194"/>
                      </a:lnTo>
                      <a:lnTo>
                        <a:pt x="226" y="194"/>
                      </a:lnTo>
                      <a:lnTo>
                        <a:pt x="226" y="195"/>
                      </a:lnTo>
                      <a:lnTo>
                        <a:pt x="226" y="197"/>
                      </a:lnTo>
                      <a:lnTo>
                        <a:pt x="228" y="197"/>
                      </a:lnTo>
                      <a:lnTo>
                        <a:pt x="230" y="197"/>
                      </a:lnTo>
                      <a:lnTo>
                        <a:pt x="232" y="197"/>
                      </a:lnTo>
                      <a:lnTo>
                        <a:pt x="232" y="199"/>
                      </a:lnTo>
                      <a:lnTo>
                        <a:pt x="230" y="201"/>
                      </a:lnTo>
                      <a:lnTo>
                        <a:pt x="232" y="203"/>
                      </a:lnTo>
                      <a:lnTo>
                        <a:pt x="232" y="208"/>
                      </a:lnTo>
                      <a:lnTo>
                        <a:pt x="232" y="210"/>
                      </a:lnTo>
                      <a:lnTo>
                        <a:pt x="232" y="212"/>
                      </a:lnTo>
                      <a:lnTo>
                        <a:pt x="234" y="212"/>
                      </a:lnTo>
                      <a:lnTo>
                        <a:pt x="235" y="212"/>
                      </a:lnTo>
                      <a:lnTo>
                        <a:pt x="235" y="214"/>
                      </a:lnTo>
                      <a:lnTo>
                        <a:pt x="234" y="214"/>
                      </a:lnTo>
                      <a:lnTo>
                        <a:pt x="235" y="214"/>
                      </a:lnTo>
                      <a:lnTo>
                        <a:pt x="235" y="216"/>
                      </a:lnTo>
                      <a:lnTo>
                        <a:pt x="235" y="217"/>
                      </a:lnTo>
                      <a:lnTo>
                        <a:pt x="237" y="217"/>
                      </a:lnTo>
                      <a:lnTo>
                        <a:pt x="239" y="217"/>
                      </a:lnTo>
                      <a:lnTo>
                        <a:pt x="239" y="216"/>
                      </a:lnTo>
                      <a:lnTo>
                        <a:pt x="241" y="216"/>
                      </a:lnTo>
                      <a:lnTo>
                        <a:pt x="241" y="214"/>
                      </a:lnTo>
                      <a:lnTo>
                        <a:pt x="243" y="214"/>
                      </a:lnTo>
                      <a:lnTo>
                        <a:pt x="243" y="216"/>
                      </a:lnTo>
                      <a:lnTo>
                        <a:pt x="243" y="217"/>
                      </a:lnTo>
                      <a:lnTo>
                        <a:pt x="243" y="219"/>
                      </a:lnTo>
                      <a:lnTo>
                        <a:pt x="244" y="219"/>
                      </a:lnTo>
                      <a:lnTo>
                        <a:pt x="246" y="221"/>
                      </a:lnTo>
                      <a:lnTo>
                        <a:pt x="246" y="223"/>
                      </a:lnTo>
                      <a:lnTo>
                        <a:pt x="246" y="221"/>
                      </a:lnTo>
                      <a:lnTo>
                        <a:pt x="248" y="221"/>
                      </a:lnTo>
                      <a:lnTo>
                        <a:pt x="248" y="223"/>
                      </a:lnTo>
                      <a:lnTo>
                        <a:pt x="248" y="221"/>
                      </a:lnTo>
                      <a:lnTo>
                        <a:pt x="250" y="223"/>
                      </a:lnTo>
                      <a:lnTo>
                        <a:pt x="250" y="221"/>
                      </a:lnTo>
                      <a:lnTo>
                        <a:pt x="252" y="223"/>
                      </a:lnTo>
                      <a:lnTo>
                        <a:pt x="252" y="225"/>
                      </a:lnTo>
                      <a:lnTo>
                        <a:pt x="252" y="227"/>
                      </a:lnTo>
                      <a:lnTo>
                        <a:pt x="254" y="227"/>
                      </a:lnTo>
                      <a:lnTo>
                        <a:pt x="254" y="228"/>
                      </a:lnTo>
                      <a:lnTo>
                        <a:pt x="255" y="228"/>
                      </a:lnTo>
                      <a:lnTo>
                        <a:pt x="257" y="228"/>
                      </a:lnTo>
                      <a:lnTo>
                        <a:pt x="257" y="230"/>
                      </a:lnTo>
                      <a:lnTo>
                        <a:pt x="259" y="230"/>
                      </a:lnTo>
                      <a:lnTo>
                        <a:pt x="261" y="230"/>
                      </a:lnTo>
                      <a:lnTo>
                        <a:pt x="263" y="230"/>
                      </a:lnTo>
                      <a:lnTo>
                        <a:pt x="263" y="232"/>
                      </a:lnTo>
                      <a:lnTo>
                        <a:pt x="263" y="234"/>
                      </a:lnTo>
                      <a:lnTo>
                        <a:pt x="263" y="236"/>
                      </a:lnTo>
                      <a:lnTo>
                        <a:pt x="261" y="236"/>
                      </a:lnTo>
                      <a:lnTo>
                        <a:pt x="261" y="237"/>
                      </a:lnTo>
                      <a:lnTo>
                        <a:pt x="259" y="237"/>
                      </a:lnTo>
                      <a:lnTo>
                        <a:pt x="257" y="237"/>
                      </a:lnTo>
                      <a:lnTo>
                        <a:pt x="255" y="237"/>
                      </a:lnTo>
                      <a:lnTo>
                        <a:pt x="255" y="239"/>
                      </a:lnTo>
                      <a:lnTo>
                        <a:pt x="255" y="241"/>
                      </a:lnTo>
                      <a:lnTo>
                        <a:pt x="254" y="241"/>
                      </a:lnTo>
                      <a:lnTo>
                        <a:pt x="255" y="243"/>
                      </a:lnTo>
                      <a:lnTo>
                        <a:pt x="255" y="241"/>
                      </a:lnTo>
                      <a:lnTo>
                        <a:pt x="255" y="243"/>
                      </a:lnTo>
                      <a:lnTo>
                        <a:pt x="257" y="243"/>
                      </a:lnTo>
                      <a:lnTo>
                        <a:pt x="257" y="245"/>
                      </a:lnTo>
                      <a:lnTo>
                        <a:pt x="257" y="247"/>
                      </a:lnTo>
                      <a:lnTo>
                        <a:pt x="259" y="247"/>
                      </a:lnTo>
                      <a:lnTo>
                        <a:pt x="259" y="248"/>
                      </a:lnTo>
                      <a:lnTo>
                        <a:pt x="261" y="248"/>
                      </a:lnTo>
                      <a:lnTo>
                        <a:pt x="261" y="250"/>
                      </a:lnTo>
                      <a:lnTo>
                        <a:pt x="263" y="252"/>
                      </a:lnTo>
                      <a:lnTo>
                        <a:pt x="263" y="250"/>
                      </a:lnTo>
                      <a:lnTo>
                        <a:pt x="265" y="250"/>
                      </a:lnTo>
                      <a:lnTo>
                        <a:pt x="265" y="252"/>
                      </a:lnTo>
                      <a:lnTo>
                        <a:pt x="266" y="252"/>
                      </a:lnTo>
                      <a:lnTo>
                        <a:pt x="265" y="252"/>
                      </a:lnTo>
                      <a:lnTo>
                        <a:pt x="266" y="252"/>
                      </a:lnTo>
                      <a:lnTo>
                        <a:pt x="266" y="254"/>
                      </a:lnTo>
                      <a:lnTo>
                        <a:pt x="265" y="254"/>
                      </a:lnTo>
                      <a:lnTo>
                        <a:pt x="266" y="254"/>
                      </a:lnTo>
                      <a:lnTo>
                        <a:pt x="268" y="254"/>
                      </a:lnTo>
                      <a:lnTo>
                        <a:pt x="270" y="254"/>
                      </a:lnTo>
                      <a:lnTo>
                        <a:pt x="268" y="254"/>
                      </a:lnTo>
                      <a:lnTo>
                        <a:pt x="268" y="256"/>
                      </a:lnTo>
                      <a:lnTo>
                        <a:pt x="268" y="258"/>
                      </a:lnTo>
                      <a:lnTo>
                        <a:pt x="270" y="258"/>
                      </a:lnTo>
                      <a:lnTo>
                        <a:pt x="268" y="259"/>
                      </a:lnTo>
                      <a:lnTo>
                        <a:pt x="270" y="259"/>
                      </a:lnTo>
                      <a:lnTo>
                        <a:pt x="268" y="259"/>
                      </a:lnTo>
                      <a:lnTo>
                        <a:pt x="270" y="259"/>
                      </a:lnTo>
                      <a:lnTo>
                        <a:pt x="270" y="261"/>
                      </a:lnTo>
                      <a:lnTo>
                        <a:pt x="268" y="261"/>
                      </a:lnTo>
                      <a:lnTo>
                        <a:pt x="268" y="263"/>
                      </a:lnTo>
                      <a:lnTo>
                        <a:pt x="270" y="263"/>
                      </a:lnTo>
                      <a:lnTo>
                        <a:pt x="268" y="265"/>
                      </a:lnTo>
                      <a:lnTo>
                        <a:pt x="270" y="265"/>
                      </a:lnTo>
                      <a:lnTo>
                        <a:pt x="268" y="265"/>
                      </a:lnTo>
                      <a:lnTo>
                        <a:pt x="268" y="267"/>
                      </a:lnTo>
                      <a:lnTo>
                        <a:pt x="270" y="267"/>
                      </a:lnTo>
                      <a:lnTo>
                        <a:pt x="268" y="267"/>
                      </a:lnTo>
                      <a:lnTo>
                        <a:pt x="266" y="267"/>
                      </a:lnTo>
                      <a:lnTo>
                        <a:pt x="265" y="267"/>
                      </a:lnTo>
                      <a:lnTo>
                        <a:pt x="265" y="269"/>
                      </a:lnTo>
                      <a:lnTo>
                        <a:pt x="265" y="270"/>
                      </a:lnTo>
                      <a:lnTo>
                        <a:pt x="265" y="272"/>
                      </a:lnTo>
                      <a:lnTo>
                        <a:pt x="265" y="270"/>
                      </a:lnTo>
                      <a:lnTo>
                        <a:pt x="266" y="272"/>
                      </a:lnTo>
                      <a:lnTo>
                        <a:pt x="268" y="272"/>
                      </a:lnTo>
                      <a:lnTo>
                        <a:pt x="268" y="274"/>
                      </a:lnTo>
                      <a:lnTo>
                        <a:pt x="266" y="274"/>
                      </a:lnTo>
                      <a:lnTo>
                        <a:pt x="266" y="276"/>
                      </a:lnTo>
                      <a:lnTo>
                        <a:pt x="265" y="276"/>
                      </a:lnTo>
                      <a:lnTo>
                        <a:pt x="266" y="276"/>
                      </a:lnTo>
                      <a:lnTo>
                        <a:pt x="266" y="278"/>
                      </a:lnTo>
                      <a:lnTo>
                        <a:pt x="266" y="280"/>
                      </a:lnTo>
                      <a:lnTo>
                        <a:pt x="266" y="281"/>
                      </a:lnTo>
                      <a:lnTo>
                        <a:pt x="265" y="281"/>
                      </a:lnTo>
                      <a:lnTo>
                        <a:pt x="265" y="283"/>
                      </a:lnTo>
                      <a:lnTo>
                        <a:pt x="265" y="281"/>
                      </a:lnTo>
                      <a:lnTo>
                        <a:pt x="263" y="283"/>
                      </a:lnTo>
                      <a:lnTo>
                        <a:pt x="265" y="283"/>
                      </a:lnTo>
                      <a:lnTo>
                        <a:pt x="263" y="283"/>
                      </a:lnTo>
                      <a:lnTo>
                        <a:pt x="263" y="285"/>
                      </a:lnTo>
                      <a:lnTo>
                        <a:pt x="261" y="285"/>
                      </a:lnTo>
                      <a:lnTo>
                        <a:pt x="259" y="285"/>
                      </a:lnTo>
                      <a:lnTo>
                        <a:pt x="259" y="283"/>
                      </a:lnTo>
                      <a:lnTo>
                        <a:pt x="257" y="283"/>
                      </a:lnTo>
                      <a:lnTo>
                        <a:pt x="257" y="285"/>
                      </a:lnTo>
                      <a:lnTo>
                        <a:pt x="255" y="285"/>
                      </a:lnTo>
                      <a:lnTo>
                        <a:pt x="255" y="287"/>
                      </a:lnTo>
                      <a:lnTo>
                        <a:pt x="254" y="287"/>
                      </a:lnTo>
                      <a:lnTo>
                        <a:pt x="254" y="289"/>
                      </a:lnTo>
                      <a:lnTo>
                        <a:pt x="254" y="290"/>
                      </a:lnTo>
                      <a:lnTo>
                        <a:pt x="252" y="289"/>
                      </a:lnTo>
                      <a:lnTo>
                        <a:pt x="252" y="290"/>
                      </a:lnTo>
                      <a:lnTo>
                        <a:pt x="250" y="290"/>
                      </a:lnTo>
                      <a:lnTo>
                        <a:pt x="250" y="289"/>
                      </a:lnTo>
                      <a:lnTo>
                        <a:pt x="248" y="289"/>
                      </a:lnTo>
                      <a:lnTo>
                        <a:pt x="248" y="290"/>
                      </a:lnTo>
                      <a:lnTo>
                        <a:pt x="246" y="290"/>
                      </a:lnTo>
                      <a:lnTo>
                        <a:pt x="246" y="292"/>
                      </a:lnTo>
                      <a:lnTo>
                        <a:pt x="246" y="294"/>
                      </a:lnTo>
                      <a:lnTo>
                        <a:pt x="244" y="294"/>
                      </a:lnTo>
                      <a:lnTo>
                        <a:pt x="244" y="292"/>
                      </a:lnTo>
                      <a:lnTo>
                        <a:pt x="243" y="292"/>
                      </a:lnTo>
                      <a:lnTo>
                        <a:pt x="243" y="294"/>
                      </a:lnTo>
                      <a:lnTo>
                        <a:pt x="243" y="292"/>
                      </a:lnTo>
                      <a:lnTo>
                        <a:pt x="241" y="294"/>
                      </a:lnTo>
                      <a:lnTo>
                        <a:pt x="241" y="292"/>
                      </a:lnTo>
                      <a:lnTo>
                        <a:pt x="239" y="292"/>
                      </a:lnTo>
                      <a:lnTo>
                        <a:pt x="239" y="290"/>
                      </a:lnTo>
                      <a:lnTo>
                        <a:pt x="237" y="289"/>
                      </a:lnTo>
                      <a:lnTo>
                        <a:pt x="235" y="289"/>
                      </a:lnTo>
                      <a:lnTo>
                        <a:pt x="234" y="289"/>
                      </a:lnTo>
                      <a:lnTo>
                        <a:pt x="234" y="287"/>
                      </a:lnTo>
                      <a:lnTo>
                        <a:pt x="232" y="287"/>
                      </a:lnTo>
                      <a:lnTo>
                        <a:pt x="232" y="285"/>
                      </a:lnTo>
                      <a:lnTo>
                        <a:pt x="230" y="283"/>
                      </a:lnTo>
                      <a:lnTo>
                        <a:pt x="228" y="285"/>
                      </a:lnTo>
                      <a:lnTo>
                        <a:pt x="228" y="287"/>
                      </a:lnTo>
                      <a:lnTo>
                        <a:pt x="226" y="285"/>
                      </a:lnTo>
                      <a:lnTo>
                        <a:pt x="226" y="287"/>
                      </a:lnTo>
                      <a:lnTo>
                        <a:pt x="226" y="289"/>
                      </a:lnTo>
                      <a:lnTo>
                        <a:pt x="224" y="289"/>
                      </a:lnTo>
                      <a:lnTo>
                        <a:pt x="223" y="289"/>
                      </a:lnTo>
                      <a:lnTo>
                        <a:pt x="221" y="289"/>
                      </a:lnTo>
                      <a:lnTo>
                        <a:pt x="221" y="287"/>
                      </a:lnTo>
                      <a:lnTo>
                        <a:pt x="219" y="289"/>
                      </a:lnTo>
                      <a:lnTo>
                        <a:pt x="221" y="289"/>
                      </a:lnTo>
                      <a:lnTo>
                        <a:pt x="219" y="289"/>
                      </a:lnTo>
                      <a:lnTo>
                        <a:pt x="219" y="290"/>
                      </a:lnTo>
                      <a:lnTo>
                        <a:pt x="219" y="292"/>
                      </a:lnTo>
                      <a:lnTo>
                        <a:pt x="219" y="290"/>
                      </a:lnTo>
                      <a:lnTo>
                        <a:pt x="219" y="292"/>
                      </a:lnTo>
                      <a:lnTo>
                        <a:pt x="217" y="292"/>
                      </a:lnTo>
                      <a:lnTo>
                        <a:pt x="215" y="290"/>
                      </a:lnTo>
                      <a:lnTo>
                        <a:pt x="215" y="292"/>
                      </a:lnTo>
                      <a:lnTo>
                        <a:pt x="215" y="290"/>
                      </a:lnTo>
                      <a:lnTo>
                        <a:pt x="213" y="292"/>
                      </a:lnTo>
                      <a:lnTo>
                        <a:pt x="212" y="292"/>
                      </a:lnTo>
                      <a:lnTo>
                        <a:pt x="212" y="290"/>
                      </a:lnTo>
                      <a:lnTo>
                        <a:pt x="212" y="292"/>
                      </a:lnTo>
                      <a:lnTo>
                        <a:pt x="212" y="294"/>
                      </a:lnTo>
                      <a:lnTo>
                        <a:pt x="212" y="292"/>
                      </a:lnTo>
                      <a:lnTo>
                        <a:pt x="212" y="294"/>
                      </a:lnTo>
                      <a:lnTo>
                        <a:pt x="212" y="296"/>
                      </a:lnTo>
                      <a:lnTo>
                        <a:pt x="213" y="296"/>
                      </a:lnTo>
                      <a:lnTo>
                        <a:pt x="213" y="298"/>
                      </a:lnTo>
                      <a:lnTo>
                        <a:pt x="215" y="298"/>
                      </a:lnTo>
                      <a:lnTo>
                        <a:pt x="215" y="300"/>
                      </a:lnTo>
                      <a:lnTo>
                        <a:pt x="215" y="301"/>
                      </a:lnTo>
                      <a:lnTo>
                        <a:pt x="217" y="301"/>
                      </a:lnTo>
                      <a:lnTo>
                        <a:pt x="217" y="303"/>
                      </a:lnTo>
                      <a:lnTo>
                        <a:pt x="215" y="303"/>
                      </a:lnTo>
                      <a:lnTo>
                        <a:pt x="215" y="305"/>
                      </a:lnTo>
                      <a:lnTo>
                        <a:pt x="215" y="307"/>
                      </a:lnTo>
                      <a:lnTo>
                        <a:pt x="213" y="307"/>
                      </a:lnTo>
                      <a:lnTo>
                        <a:pt x="212" y="307"/>
                      </a:lnTo>
                      <a:lnTo>
                        <a:pt x="210" y="307"/>
                      </a:lnTo>
                      <a:lnTo>
                        <a:pt x="208" y="307"/>
                      </a:lnTo>
                      <a:lnTo>
                        <a:pt x="206" y="307"/>
                      </a:lnTo>
                      <a:lnTo>
                        <a:pt x="206" y="305"/>
                      </a:lnTo>
                      <a:lnTo>
                        <a:pt x="204" y="305"/>
                      </a:lnTo>
                      <a:lnTo>
                        <a:pt x="204" y="303"/>
                      </a:lnTo>
                      <a:lnTo>
                        <a:pt x="203" y="303"/>
                      </a:lnTo>
                      <a:lnTo>
                        <a:pt x="204" y="303"/>
                      </a:lnTo>
                      <a:lnTo>
                        <a:pt x="203" y="303"/>
                      </a:lnTo>
                      <a:lnTo>
                        <a:pt x="203" y="301"/>
                      </a:lnTo>
                      <a:lnTo>
                        <a:pt x="204" y="301"/>
                      </a:lnTo>
                      <a:lnTo>
                        <a:pt x="203" y="301"/>
                      </a:lnTo>
                      <a:lnTo>
                        <a:pt x="201" y="301"/>
                      </a:lnTo>
                      <a:lnTo>
                        <a:pt x="199" y="301"/>
                      </a:lnTo>
                      <a:lnTo>
                        <a:pt x="199" y="300"/>
                      </a:lnTo>
                      <a:lnTo>
                        <a:pt x="199" y="301"/>
                      </a:lnTo>
                      <a:lnTo>
                        <a:pt x="199" y="300"/>
                      </a:lnTo>
                      <a:lnTo>
                        <a:pt x="197" y="300"/>
                      </a:lnTo>
                      <a:lnTo>
                        <a:pt x="199" y="300"/>
                      </a:lnTo>
                      <a:lnTo>
                        <a:pt x="197" y="300"/>
                      </a:lnTo>
                      <a:lnTo>
                        <a:pt x="195" y="300"/>
                      </a:lnTo>
                      <a:lnTo>
                        <a:pt x="193" y="300"/>
                      </a:lnTo>
                      <a:lnTo>
                        <a:pt x="192" y="300"/>
                      </a:lnTo>
                      <a:lnTo>
                        <a:pt x="192" y="301"/>
                      </a:lnTo>
                      <a:lnTo>
                        <a:pt x="190" y="301"/>
                      </a:lnTo>
                      <a:lnTo>
                        <a:pt x="188" y="301"/>
                      </a:lnTo>
                      <a:lnTo>
                        <a:pt x="188" y="300"/>
                      </a:lnTo>
                      <a:lnTo>
                        <a:pt x="186" y="300"/>
                      </a:lnTo>
                      <a:lnTo>
                        <a:pt x="186" y="298"/>
                      </a:lnTo>
                      <a:lnTo>
                        <a:pt x="186" y="300"/>
                      </a:lnTo>
                      <a:lnTo>
                        <a:pt x="186" y="298"/>
                      </a:lnTo>
                      <a:lnTo>
                        <a:pt x="184" y="298"/>
                      </a:lnTo>
                      <a:lnTo>
                        <a:pt x="184" y="296"/>
                      </a:lnTo>
                      <a:lnTo>
                        <a:pt x="182" y="296"/>
                      </a:lnTo>
                      <a:lnTo>
                        <a:pt x="182" y="294"/>
                      </a:lnTo>
                      <a:lnTo>
                        <a:pt x="182" y="292"/>
                      </a:lnTo>
                      <a:lnTo>
                        <a:pt x="184" y="292"/>
                      </a:lnTo>
                      <a:lnTo>
                        <a:pt x="186" y="292"/>
                      </a:lnTo>
                      <a:lnTo>
                        <a:pt x="186" y="290"/>
                      </a:lnTo>
                      <a:lnTo>
                        <a:pt x="188" y="290"/>
                      </a:lnTo>
                      <a:lnTo>
                        <a:pt x="190" y="290"/>
                      </a:lnTo>
                      <a:lnTo>
                        <a:pt x="190" y="289"/>
                      </a:lnTo>
                      <a:lnTo>
                        <a:pt x="190" y="290"/>
                      </a:lnTo>
                      <a:lnTo>
                        <a:pt x="192" y="290"/>
                      </a:lnTo>
                      <a:lnTo>
                        <a:pt x="192" y="289"/>
                      </a:lnTo>
                      <a:lnTo>
                        <a:pt x="192" y="287"/>
                      </a:lnTo>
                      <a:lnTo>
                        <a:pt x="193" y="287"/>
                      </a:lnTo>
                      <a:lnTo>
                        <a:pt x="193" y="285"/>
                      </a:lnTo>
                      <a:lnTo>
                        <a:pt x="193" y="287"/>
                      </a:lnTo>
                      <a:lnTo>
                        <a:pt x="193" y="285"/>
                      </a:lnTo>
                      <a:lnTo>
                        <a:pt x="195" y="285"/>
                      </a:lnTo>
                      <a:lnTo>
                        <a:pt x="195" y="283"/>
                      </a:lnTo>
                      <a:lnTo>
                        <a:pt x="193" y="283"/>
                      </a:lnTo>
                      <a:lnTo>
                        <a:pt x="195" y="283"/>
                      </a:lnTo>
                      <a:lnTo>
                        <a:pt x="195" y="281"/>
                      </a:lnTo>
                      <a:lnTo>
                        <a:pt x="193" y="281"/>
                      </a:lnTo>
                      <a:lnTo>
                        <a:pt x="195" y="281"/>
                      </a:lnTo>
                      <a:lnTo>
                        <a:pt x="193" y="281"/>
                      </a:lnTo>
                      <a:lnTo>
                        <a:pt x="193" y="280"/>
                      </a:lnTo>
                      <a:lnTo>
                        <a:pt x="193" y="278"/>
                      </a:lnTo>
                      <a:lnTo>
                        <a:pt x="195" y="278"/>
                      </a:lnTo>
                      <a:lnTo>
                        <a:pt x="195" y="280"/>
                      </a:lnTo>
                      <a:lnTo>
                        <a:pt x="195" y="278"/>
                      </a:lnTo>
                      <a:lnTo>
                        <a:pt x="193" y="278"/>
                      </a:lnTo>
                      <a:lnTo>
                        <a:pt x="195" y="276"/>
                      </a:lnTo>
                      <a:lnTo>
                        <a:pt x="193" y="276"/>
                      </a:lnTo>
                      <a:lnTo>
                        <a:pt x="195" y="276"/>
                      </a:lnTo>
                      <a:lnTo>
                        <a:pt x="195" y="274"/>
                      </a:lnTo>
                      <a:lnTo>
                        <a:pt x="197" y="274"/>
                      </a:lnTo>
                      <a:lnTo>
                        <a:pt x="197" y="272"/>
                      </a:lnTo>
                      <a:lnTo>
                        <a:pt x="195" y="272"/>
                      </a:lnTo>
                      <a:lnTo>
                        <a:pt x="195" y="270"/>
                      </a:lnTo>
                      <a:lnTo>
                        <a:pt x="197" y="270"/>
                      </a:lnTo>
                      <a:lnTo>
                        <a:pt x="197" y="269"/>
                      </a:lnTo>
                      <a:lnTo>
                        <a:pt x="195" y="269"/>
                      </a:lnTo>
                      <a:lnTo>
                        <a:pt x="195" y="267"/>
                      </a:lnTo>
                      <a:lnTo>
                        <a:pt x="193" y="267"/>
                      </a:lnTo>
                      <a:lnTo>
                        <a:pt x="193" y="265"/>
                      </a:lnTo>
                      <a:lnTo>
                        <a:pt x="192" y="265"/>
                      </a:lnTo>
                      <a:lnTo>
                        <a:pt x="192" y="263"/>
                      </a:lnTo>
                      <a:lnTo>
                        <a:pt x="193" y="263"/>
                      </a:lnTo>
                      <a:lnTo>
                        <a:pt x="192" y="263"/>
                      </a:lnTo>
                      <a:lnTo>
                        <a:pt x="193" y="263"/>
                      </a:lnTo>
                      <a:lnTo>
                        <a:pt x="192" y="263"/>
                      </a:lnTo>
                      <a:lnTo>
                        <a:pt x="193" y="261"/>
                      </a:lnTo>
                      <a:lnTo>
                        <a:pt x="195" y="259"/>
                      </a:lnTo>
                      <a:lnTo>
                        <a:pt x="197" y="259"/>
                      </a:lnTo>
                      <a:lnTo>
                        <a:pt x="195" y="258"/>
                      </a:lnTo>
                      <a:lnTo>
                        <a:pt x="197" y="258"/>
                      </a:lnTo>
                      <a:lnTo>
                        <a:pt x="195" y="258"/>
                      </a:lnTo>
                      <a:lnTo>
                        <a:pt x="193" y="258"/>
                      </a:lnTo>
                      <a:lnTo>
                        <a:pt x="192" y="258"/>
                      </a:lnTo>
                      <a:lnTo>
                        <a:pt x="192" y="256"/>
                      </a:lnTo>
                      <a:lnTo>
                        <a:pt x="193" y="256"/>
                      </a:lnTo>
                      <a:lnTo>
                        <a:pt x="193" y="254"/>
                      </a:lnTo>
                      <a:lnTo>
                        <a:pt x="195" y="254"/>
                      </a:lnTo>
                      <a:lnTo>
                        <a:pt x="197" y="254"/>
                      </a:lnTo>
                      <a:lnTo>
                        <a:pt x="197" y="252"/>
                      </a:lnTo>
                      <a:lnTo>
                        <a:pt x="197" y="250"/>
                      </a:lnTo>
                      <a:lnTo>
                        <a:pt x="197" y="248"/>
                      </a:lnTo>
                      <a:lnTo>
                        <a:pt x="197" y="247"/>
                      </a:lnTo>
                      <a:lnTo>
                        <a:pt x="199" y="247"/>
                      </a:lnTo>
                      <a:lnTo>
                        <a:pt x="199" y="245"/>
                      </a:lnTo>
                      <a:lnTo>
                        <a:pt x="197" y="245"/>
                      </a:lnTo>
                      <a:lnTo>
                        <a:pt x="197" y="243"/>
                      </a:lnTo>
                      <a:lnTo>
                        <a:pt x="195" y="243"/>
                      </a:lnTo>
                      <a:lnTo>
                        <a:pt x="195" y="241"/>
                      </a:lnTo>
                      <a:lnTo>
                        <a:pt x="193" y="241"/>
                      </a:lnTo>
                      <a:lnTo>
                        <a:pt x="192" y="241"/>
                      </a:lnTo>
                      <a:lnTo>
                        <a:pt x="192" y="243"/>
                      </a:lnTo>
                      <a:lnTo>
                        <a:pt x="192" y="241"/>
                      </a:lnTo>
                      <a:lnTo>
                        <a:pt x="190" y="241"/>
                      </a:lnTo>
                      <a:lnTo>
                        <a:pt x="190" y="239"/>
                      </a:lnTo>
                      <a:lnTo>
                        <a:pt x="188" y="237"/>
                      </a:lnTo>
                      <a:lnTo>
                        <a:pt x="188" y="236"/>
                      </a:lnTo>
                      <a:lnTo>
                        <a:pt x="188" y="234"/>
                      </a:lnTo>
                      <a:lnTo>
                        <a:pt x="190" y="234"/>
                      </a:lnTo>
                      <a:lnTo>
                        <a:pt x="190" y="232"/>
                      </a:lnTo>
                      <a:lnTo>
                        <a:pt x="188" y="232"/>
                      </a:lnTo>
                      <a:lnTo>
                        <a:pt x="186" y="232"/>
                      </a:lnTo>
                      <a:lnTo>
                        <a:pt x="184" y="232"/>
                      </a:lnTo>
                      <a:lnTo>
                        <a:pt x="182" y="232"/>
                      </a:lnTo>
                      <a:lnTo>
                        <a:pt x="182" y="230"/>
                      </a:lnTo>
                      <a:lnTo>
                        <a:pt x="181" y="230"/>
                      </a:lnTo>
                      <a:lnTo>
                        <a:pt x="179" y="230"/>
                      </a:lnTo>
                      <a:lnTo>
                        <a:pt x="177" y="230"/>
                      </a:lnTo>
                      <a:lnTo>
                        <a:pt x="177" y="228"/>
                      </a:lnTo>
                      <a:lnTo>
                        <a:pt x="175" y="227"/>
                      </a:lnTo>
                      <a:lnTo>
                        <a:pt x="175" y="225"/>
                      </a:lnTo>
                      <a:lnTo>
                        <a:pt x="177" y="225"/>
                      </a:lnTo>
                      <a:lnTo>
                        <a:pt x="175" y="225"/>
                      </a:lnTo>
                      <a:lnTo>
                        <a:pt x="175" y="223"/>
                      </a:lnTo>
                      <a:lnTo>
                        <a:pt x="173" y="223"/>
                      </a:lnTo>
                      <a:lnTo>
                        <a:pt x="173" y="221"/>
                      </a:lnTo>
                      <a:lnTo>
                        <a:pt x="171" y="221"/>
                      </a:lnTo>
                      <a:lnTo>
                        <a:pt x="171" y="219"/>
                      </a:lnTo>
                      <a:lnTo>
                        <a:pt x="170" y="217"/>
                      </a:lnTo>
                      <a:lnTo>
                        <a:pt x="168" y="216"/>
                      </a:lnTo>
                      <a:lnTo>
                        <a:pt x="166" y="214"/>
                      </a:lnTo>
                      <a:lnTo>
                        <a:pt x="166" y="212"/>
                      </a:lnTo>
                      <a:lnTo>
                        <a:pt x="166" y="210"/>
                      </a:lnTo>
                      <a:lnTo>
                        <a:pt x="166" y="208"/>
                      </a:lnTo>
                      <a:lnTo>
                        <a:pt x="168" y="208"/>
                      </a:lnTo>
                      <a:lnTo>
                        <a:pt x="166" y="206"/>
                      </a:lnTo>
                      <a:lnTo>
                        <a:pt x="166" y="205"/>
                      </a:lnTo>
                      <a:lnTo>
                        <a:pt x="166" y="203"/>
                      </a:lnTo>
                      <a:lnTo>
                        <a:pt x="168" y="203"/>
                      </a:lnTo>
                      <a:lnTo>
                        <a:pt x="166" y="203"/>
                      </a:lnTo>
                      <a:lnTo>
                        <a:pt x="166" y="201"/>
                      </a:lnTo>
                      <a:lnTo>
                        <a:pt x="166" y="199"/>
                      </a:lnTo>
                      <a:lnTo>
                        <a:pt x="166" y="197"/>
                      </a:lnTo>
                      <a:lnTo>
                        <a:pt x="166" y="195"/>
                      </a:lnTo>
                      <a:lnTo>
                        <a:pt x="168" y="194"/>
                      </a:lnTo>
                      <a:lnTo>
                        <a:pt x="168" y="192"/>
                      </a:lnTo>
                      <a:lnTo>
                        <a:pt x="168" y="190"/>
                      </a:lnTo>
                      <a:lnTo>
                        <a:pt x="168" y="188"/>
                      </a:lnTo>
                      <a:lnTo>
                        <a:pt x="168" y="186"/>
                      </a:lnTo>
                      <a:lnTo>
                        <a:pt x="168" y="184"/>
                      </a:lnTo>
                      <a:lnTo>
                        <a:pt x="168" y="183"/>
                      </a:lnTo>
                      <a:lnTo>
                        <a:pt x="166" y="181"/>
                      </a:lnTo>
                      <a:lnTo>
                        <a:pt x="166" y="179"/>
                      </a:lnTo>
                      <a:lnTo>
                        <a:pt x="164" y="179"/>
                      </a:lnTo>
                      <a:lnTo>
                        <a:pt x="164" y="177"/>
                      </a:lnTo>
                      <a:lnTo>
                        <a:pt x="162" y="177"/>
                      </a:lnTo>
                      <a:lnTo>
                        <a:pt x="159" y="175"/>
                      </a:lnTo>
                      <a:lnTo>
                        <a:pt x="157" y="175"/>
                      </a:lnTo>
                      <a:lnTo>
                        <a:pt x="157" y="174"/>
                      </a:lnTo>
                      <a:lnTo>
                        <a:pt x="155" y="172"/>
                      </a:lnTo>
                      <a:lnTo>
                        <a:pt x="153" y="172"/>
                      </a:lnTo>
                      <a:lnTo>
                        <a:pt x="153" y="170"/>
                      </a:lnTo>
                      <a:lnTo>
                        <a:pt x="153" y="168"/>
                      </a:lnTo>
                      <a:lnTo>
                        <a:pt x="151" y="168"/>
                      </a:lnTo>
                      <a:lnTo>
                        <a:pt x="151" y="166"/>
                      </a:lnTo>
                      <a:lnTo>
                        <a:pt x="150" y="166"/>
                      </a:lnTo>
                      <a:lnTo>
                        <a:pt x="150" y="164"/>
                      </a:lnTo>
                      <a:lnTo>
                        <a:pt x="148" y="163"/>
                      </a:lnTo>
                      <a:lnTo>
                        <a:pt x="146" y="159"/>
                      </a:lnTo>
                      <a:lnTo>
                        <a:pt x="144" y="159"/>
                      </a:lnTo>
                      <a:lnTo>
                        <a:pt x="144" y="157"/>
                      </a:lnTo>
                      <a:lnTo>
                        <a:pt x="142" y="157"/>
                      </a:lnTo>
                      <a:lnTo>
                        <a:pt x="142" y="155"/>
                      </a:lnTo>
                      <a:lnTo>
                        <a:pt x="142" y="153"/>
                      </a:lnTo>
                      <a:lnTo>
                        <a:pt x="140" y="152"/>
                      </a:lnTo>
                      <a:lnTo>
                        <a:pt x="139" y="150"/>
                      </a:lnTo>
                      <a:lnTo>
                        <a:pt x="137" y="150"/>
                      </a:lnTo>
                      <a:lnTo>
                        <a:pt x="135" y="152"/>
                      </a:lnTo>
                      <a:lnTo>
                        <a:pt x="133" y="150"/>
                      </a:lnTo>
                      <a:lnTo>
                        <a:pt x="131" y="150"/>
                      </a:lnTo>
                      <a:lnTo>
                        <a:pt x="129" y="150"/>
                      </a:lnTo>
                      <a:lnTo>
                        <a:pt x="128" y="150"/>
                      </a:lnTo>
                      <a:lnTo>
                        <a:pt x="128" y="148"/>
                      </a:lnTo>
                      <a:lnTo>
                        <a:pt x="126" y="146"/>
                      </a:lnTo>
                      <a:lnTo>
                        <a:pt x="124" y="146"/>
                      </a:lnTo>
                      <a:lnTo>
                        <a:pt x="122" y="146"/>
                      </a:lnTo>
                      <a:lnTo>
                        <a:pt x="120" y="146"/>
                      </a:lnTo>
                      <a:lnTo>
                        <a:pt x="119" y="146"/>
                      </a:lnTo>
                      <a:lnTo>
                        <a:pt x="117" y="146"/>
                      </a:lnTo>
                      <a:lnTo>
                        <a:pt x="115" y="146"/>
                      </a:lnTo>
                      <a:lnTo>
                        <a:pt x="113" y="146"/>
                      </a:lnTo>
                      <a:lnTo>
                        <a:pt x="113" y="148"/>
                      </a:lnTo>
                      <a:lnTo>
                        <a:pt x="113" y="150"/>
                      </a:lnTo>
                      <a:lnTo>
                        <a:pt x="115" y="150"/>
                      </a:lnTo>
                      <a:lnTo>
                        <a:pt x="115" y="152"/>
                      </a:lnTo>
                      <a:lnTo>
                        <a:pt x="113" y="152"/>
                      </a:lnTo>
                      <a:lnTo>
                        <a:pt x="111" y="152"/>
                      </a:lnTo>
                      <a:lnTo>
                        <a:pt x="109" y="152"/>
                      </a:lnTo>
                      <a:lnTo>
                        <a:pt x="109" y="153"/>
                      </a:lnTo>
                      <a:lnTo>
                        <a:pt x="109" y="155"/>
                      </a:lnTo>
                      <a:lnTo>
                        <a:pt x="108" y="155"/>
                      </a:lnTo>
                      <a:lnTo>
                        <a:pt x="108" y="157"/>
                      </a:lnTo>
                      <a:lnTo>
                        <a:pt x="106" y="157"/>
                      </a:lnTo>
                      <a:lnTo>
                        <a:pt x="106" y="159"/>
                      </a:lnTo>
                      <a:lnTo>
                        <a:pt x="108" y="159"/>
                      </a:lnTo>
                      <a:lnTo>
                        <a:pt x="108" y="161"/>
                      </a:lnTo>
                      <a:lnTo>
                        <a:pt x="106" y="161"/>
                      </a:lnTo>
                      <a:lnTo>
                        <a:pt x="106" y="163"/>
                      </a:lnTo>
                      <a:lnTo>
                        <a:pt x="104" y="163"/>
                      </a:lnTo>
                      <a:lnTo>
                        <a:pt x="104" y="161"/>
                      </a:lnTo>
                      <a:lnTo>
                        <a:pt x="102" y="161"/>
                      </a:lnTo>
                      <a:lnTo>
                        <a:pt x="100" y="161"/>
                      </a:lnTo>
                      <a:lnTo>
                        <a:pt x="100" y="163"/>
                      </a:lnTo>
                      <a:lnTo>
                        <a:pt x="98" y="163"/>
                      </a:lnTo>
                      <a:lnTo>
                        <a:pt x="97" y="164"/>
                      </a:lnTo>
                      <a:lnTo>
                        <a:pt x="95" y="164"/>
                      </a:lnTo>
                      <a:lnTo>
                        <a:pt x="95" y="166"/>
                      </a:lnTo>
                      <a:lnTo>
                        <a:pt x="93" y="166"/>
                      </a:lnTo>
                      <a:lnTo>
                        <a:pt x="93" y="168"/>
                      </a:lnTo>
                      <a:lnTo>
                        <a:pt x="91" y="168"/>
                      </a:lnTo>
                      <a:lnTo>
                        <a:pt x="89" y="168"/>
                      </a:lnTo>
                      <a:lnTo>
                        <a:pt x="89" y="166"/>
                      </a:lnTo>
                      <a:lnTo>
                        <a:pt x="89" y="164"/>
                      </a:lnTo>
                      <a:lnTo>
                        <a:pt x="89" y="163"/>
                      </a:lnTo>
                      <a:lnTo>
                        <a:pt x="88" y="163"/>
                      </a:lnTo>
                      <a:lnTo>
                        <a:pt x="86" y="163"/>
                      </a:lnTo>
                      <a:lnTo>
                        <a:pt x="84" y="163"/>
                      </a:lnTo>
                      <a:lnTo>
                        <a:pt x="82" y="161"/>
                      </a:lnTo>
                      <a:lnTo>
                        <a:pt x="80" y="161"/>
                      </a:lnTo>
                      <a:lnTo>
                        <a:pt x="80" y="159"/>
                      </a:lnTo>
                      <a:lnTo>
                        <a:pt x="78" y="159"/>
                      </a:lnTo>
                      <a:lnTo>
                        <a:pt x="77" y="159"/>
                      </a:lnTo>
                      <a:lnTo>
                        <a:pt x="77" y="157"/>
                      </a:lnTo>
                      <a:lnTo>
                        <a:pt x="75" y="155"/>
                      </a:lnTo>
                      <a:lnTo>
                        <a:pt x="75" y="153"/>
                      </a:lnTo>
                      <a:lnTo>
                        <a:pt x="73" y="153"/>
                      </a:lnTo>
                      <a:lnTo>
                        <a:pt x="71" y="153"/>
                      </a:lnTo>
                      <a:lnTo>
                        <a:pt x="69" y="153"/>
                      </a:lnTo>
                      <a:lnTo>
                        <a:pt x="69" y="155"/>
                      </a:lnTo>
                      <a:lnTo>
                        <a:pt x="69" y="157"/>
                      </a:lnTo>
                      <a:lnTo>
                        <a:pt x="67" y="157"/>
                      </a:lnTo>
                      <a:lnTo>
                        <a:pt x="66" y="157"/>
                      </a:lnTo>
                      <a:lnTo>
                        <a:pt x="66" y="159"/>
                      </a:lnTo>
                      <a:lnTo>
                        <a:pt x="64" y="161"/>
                      </a:lnTo>
                      <a:lnTo>
                        <a:pt x="62" y="159"/>
                      </a:lnTo>
                      <a:lnTo>
                        <a:pt x="60" y="159"/>
                      </a:lnTo>
                      <a:lnTo>
                        <a:pt x="60" y="161"/>
                      </a:lnTo>
                      <a:lnTo>
                        <a:pt x="58" y="161"/>
                      </a:lnTo>
                      <a:lnTo>
                        <a:pt x="58" y="163"/>
                      </a:lnTo>
                      <a:lnTo>
                        <a:pt x="58" y="164"/>
                      </a:lnTo>
                      <a:lnTo>
                        <a:pt x="56" y="164"/>
                      </a:lnTo>
                      <a:lnTo>
                        <a:pt x="55" y="164"/>
                      </a:lnTo>
                      <a:lnTo>
                        <a:pt x="55" y="166"/>
                      </a:lnTo>
                      <a:lnTo>
                        <a:pt x="53" y="166"/>
                      </a:lnTo>
                      <a:lnTo>
                        <a:pt x="53" y="168"/>
                      </a:lnTo>
                      <a:lnTo>
                        <a:pt x="53" y="170"/>
                      </a:lnTo>
                      <a:lnTo>
                        <a:pt x="51" y="170"/>
                      </a:lnTo>
                      <a:lnTo>
                        <a:pt x="49" y="170"/>
                      </a:lnTo>
                      <a:lnTo>
                        <a:pt x="49" y="172"/>
                      </a:lnTo>
                      <a:lnTo>
                        <a:pt x="49" y="170"/>
                      </a:lnTo>
                      <a:lnTo>
                        <a:pt x="49" y="172"/>
                      </a:lnTo>
                      <a:lnTo>
                        <a:pt x="47" y="172"/>
                      </a:lnTo>
                      <a:lnTo>
                        <a:pt x="47" y="170"/>
                      </a:lnTo>
                      <a:lnTo>
                        <a:pt x="47" y="172"/>
                      </a:lnTo>
                      <a:lnTo>
                        <a:pt x="47" y="174"/>
                      </a:lnTo>
                      <a:lnTo>
                        <a:pt x="47" y="172"/>
                      </a:lnTo>
                      <a:lnTo>
                        <a:pt x="46" y="172"/>
                      </a:lnTo>
                      <a:lnTo>
                        <a:pt x="46" y="174"/>
                      </a:lnTo>
                      <a:lnTo>
                        <a:pt x="44" y="174"/>
                      </a:lnTo>
                      <a:lnTo>
                        <a:pt x="44" y="175"/>
                      </a:lnTo>
                      <a:lnTo>
                        <a:pt x="42" y="175"/>
                      </a:lnTo>
                      <a:lnTo>
                        <a:pt x="42" y="177"/>
                      </a:lnTo>
                      <a:lnTo>
                        <a:pt x="40" y="177"/>
                      </a:lnTo>
                      <a:lnTo>
                        <a:pt x="40" y="179"/>
                      </a:lnTo>
                      <a:lnTo>
                        <a:pt x="38" y="179"/>
                      </a:lnTo>
                      <a:lnTo>
                        <a:pt x="38" y="181"/>
                      </a:lnTo>
                      <a:lnTo>
                        <a:pt x="36" y="181"/>
                      </a:lnTo>
                      <a:lnTo>
                        <a:pt x="36" y="179"/>
                      </a:lnTo>
                      <a:lnTo>
                        <a:pt x="36" y="181"/>
                      </a:lnTo>
                      <a:lnTo>
                        <a:pt x="36" y="179"/>
                      </a:lnTo>
                      <a:lnTo>
                        <a:pt x="36" y="181"/>
                      </a:lnTo>
                      <a:lnTo>
                        <a:pt x="36" y="179"/>
                      </a:lnTo>
                      <a:lnTo>
                        <a:pt x="35" y="179"/>
                      </a:lnTo>
                      <a:lnTo>
                        <a:pt x="35" y="177"/>
                      </a:lnTo>
                      <a:lnTo>
                        <a:pt x="33" y="177"/>
                      </a:lnTo>
                      <a:lnTo>
                        <a:pt x="31" y="177"/>
                      </a:lnTo>
                      <a:lnTo>
                        <a:pt x="31" y="175"/>
                      </a:lnTo>
                      <a:lnTo>
                        <a:pt x="33" y="175"/>
                      </a:lnTo>
                      <a:lnTo>
                        <a:pt x="33" y="174"/>
                      </a:lnTo>
                      <a:lnTo>
                        <a:pt x="33" y="172"/>
                      </a:lnTo>
                      <a:lnTo>
                        <a:pt x="33" y="170"/>
                      </a:lnTo>
                      <a:lnTo>
                        <a:pt x="33" y="168"/>
                      </a:lnTo>
                      <a:lnTo>
                        <a:pt x="35" y="168"/>
                      </a:lnTo>
                      <a:lnTo>
                        <a:pt x="35" y="166"/>
                      </a:lnTo>
                      <a:lnTo>
                        <a:pt x="33" y="166"/>
                      </a:lnTo>
                      <a:lnTo>
                        <a:pt x="33" y="164"/>
                      </a:lnTo>
                      <a:lnTo>
                        <a:pt x="35" y="164"/>
                      </a:lnTo>
                      <a:lnTo>
                        <a:pt x="36" y="164"/>
                      </a:lnTo>
                      <a:lnTo>
                        <a:pt x="36" y="163"/>
                      </a:lnTo>
                      <a:lnTo>
                        <a:pt x="36" y="161"/>
                      </a:lnTo>
                      <a:lnTo>
                        <a:pt x="38" y="161"/>
                      </a:lnTo>
                      <a:lnTo>
                        <a:pt x="40" y="159"/>
                      </a:lnTo>
                      <a:lnTo>
                        <a:pt x="38" y="159"/>
                      </a:lnTo>
                      <a:lnTo>
                        <a:pt x="38" y="157"/>
                      </a:lnTo>
                      <a:lnTo>
                        <a:pt x="38" y="155"/>
                      </a:lnTo>
                      <a:lnTo>
                        <a:pt x="40" y="153"/>
                      </a:lnTo>
                      <a:lnTo>
                        <a:pt x="38" y="153"/>
                      </a:lnTo>
                      <a:lnTo>
                        <a:pt x="38" y="152"/>
                      </a:lnTo>
                      <a:lnTo>
                        <a:pt x="38" y="150"/>
                      </a:lnTo>
                      <a:lnTo>
                        <a:pt x="40" y="150"/>
                      </a:lnTo>
                      <a:lnTo>
                        <a:pt x="38" y="148"/>
                      </a:lnTo>
                      <a:lnTo>
                        <a:pt x="36" y="148"/>
                      </a:lnTo>
                      <a:lnTo>
                        <a:pt x="36" y="146"/>
                      </a:lnTo>
                      <a:lnTo>
                        <a:pt x="35" y="146"/>
                      </a:lnTo>
                      <a:lnTo>
                        <a:pt x="35" y="144"/>
                      </a:lnTo>
                      <a:lnTo>
                        <a:pt x="36" y="144"/>
                      </a:lnTo>
                      <a:lnTo>
                        <a:pt x="36" y="142"/>
                      </a:lnTo>
                      <a:lnTo>
                        <a:pt x="38" y="142"/>
                      </a:lnTo>
                      <a:lnTo>
                        <a:pt x="38" y="141"/>
                      </a:lnTo>
                      <a:lnTo>
                        <a:pt x="40" y="141"/>
                      </a:lnTo>
                      <a:lnTo>
                        <a:pt x="38" y="141"/>
                      </a:lnTo>
                      <a:lnTo>
                        <a:pt x="38" y="139"/>
                      </a:lnTo>
                      <a:lnTo>
                        <a:pt x="40" y="139"/>
                      </a:lnTo>
                      <a:lnTo>
                        <a:pt x="42" y="139"/>
                      </a:lnTo>
                      <a:lnTo>
                        <a:pt x="42" y="137"/>
                      </a:lnTo>
                      <a:lnTo>
                        <a:pt x="42" y="135"/>
                      </a:lnTo>
                      <a:lnTo>
                        <a:pt x="40" y="135"/>
                      </a:lnTo>
                      <a:lnTo>
                        <a:pt x="42" y="135"/>
                      </a:lnTo>
                      <a:lnTo>
                        <a:pt x="42" y="133"/>
                      </a:lnTo>
                      <a:lnTo>
                        <a:pt x="42" y="131"/>
                      </a:lnTo>
                      <a:lnTo>
                        <a:pt x="42" y="130"/>
                      </a:lnTo>
                      <a:lnTo>
                        <a:pt x="42" y="128"/>
                      </a:lnTo>
                      <a:lnTo>
                        <a:pt x="44" y="128"/>
                      </a:lnTo>
                      <a:lnTo>
                        <a:pt x="44" y="126"/>
                      </a:lnTo>
                      <a:lnTo>
                        <a:pt x="46" y="126"/>
                      </a:lnTo>
                      <a:lnTo>
                        <a:pt x="46" y="124"/>
                      </a:lnTo>
                      <a:lnTo>
                        <a:pt x="46" y="122"/>
                      </a:lnTo>
                      <a:lnTo>
                        <a:pt x="44" y="122"/>
                      </a:lnTo>
                      <a:lnTo>
                        <a:pt x="42" y="122"/>
                      </a:lnTo>
                      <a:lnTo>
                        <a:pt x="42" y="121"/>
                      </a:lnTo>
                      <a:lnTo>
                        <a:pt x="42" y="119"/>
                      </a:lnTo>
                      <a:lnTo>
                        <a:pt x="42" y="117"/>
                      </a:lnTo>
                      <a:lnTo>
                        <a:pt x="42" y="115"/>
                      </a:lnTo>
                      <a:lnTo>
                        <a:pt x="40" y="115"/>
                      </a:lnTo>
                      <a:lnTo>
                        <a:pt x="42" y="113"/>
                      </a:lnTo>
                      <a:lnTo>
                        <a:pt x="40" y="113"/>
                      </a:lnTo>
                      <a:lnTo>
                        <a:pt x="40" y="111"/>
                      </a:lnTo>
                      <a:lnTo>
                        <a:pt x="40" y="110"/>
                      </a:lnTo>
                      <a:lnTo>
                        <a:pt x="40" y="108"/>
                      </a:lnTo>
                      <a:lnTo>
                        <a:pt x="42" y="108"/>
                      </a:lnTo>
                      <a:lnTo>
                        <a:pt x="42" y="106"/>
                      </a:lnTo>
                      <a:lnTo>
                        <a:pt x="42" y="104"/>
                      </a:lnTo>
                      <a:lnTo>
                        <a:pt x="40" y="104"/>
                      </a:lnTo>
                      <a:lnTo>
                        <a:pt x="38" y="104"/>
                      </a:lnTo>
                      <a:lnTo>
                        <a:pt x="36" y="106"/>
                      </a:lnTo>
                      <a:lnTo>
                        <a:pt x="36" y="104"/>
                      </a:lnTo>
                      <a:lnTo>
                        <a:pt x="35" y="104"/>
                      </a:lnTo>
                      <a:lnTo>
                        <a:pt x="35" y="102"/>
                      </a:lnTo>
                      <a:lnTo>
                        <a:pt x="33" y="102"/>
                      </a:lnTo>
                      <a:lnTo>
                        <a:pt x="31" y="102"/>
                      </a:lnTo>
                      <a:lnTo>
                        <a:pt x="31" y="104"/>
                      </a:lnTo>
                      <a:lnTo>
                        <a:pt x="29" y="102"/>
                      </a:lnTo>
                      <a:lnTo>
                        <a:pt x="29" y="104"/>
                      </a:lnTo>
                      <a:lnTo>
                        <a:pt x="27" y="104"/>
                      </a:lnTo>
                      <a:lnTo>
                        <a:pt x="25" y="108"/>
                      </a:lnTo>
                      <a:lnTo>
                        <a:pt x="24" y="108"/>
                      </a:lnTo>
                      <a:lnTo>
                        <a:pt x="22" y="108"/>
                      </a:lnTo>
                      <a:lnTo>
                        <a:pt x="22" y="106"/>
                      </a:lnTo>
                      <a:lnTo>
                        <a:pt x="20" y="106"/>
                      </a:lnTo>
                      <a:lnTo>
                        <a:pt x="18" y="106"/>
                      </a:lnTo>
                      <a:lnTo>
                        <a:pt x="18" y="108"/>
                      </a:lnTo>
                      <a:lnTo>
                        <a:pt x="16" y="108"/>
                      </a:lnTo>
                      <a:lnTo>
                        <a:pt x="15" y="108"/>
                      </a:lnTo>
                      <a:lnTo>
                        <a:pt x="15" y="106"/>
                      </a:lnTo>
                      <a:lnTo>
                        <a:pt x="15" y="104"/>
                      </a:lnTo>
                      <a:lnTo>
                        <a:pt x="13" y="104"/>
                      </a:lnTo>
                      <a:lnTo>
                        <a:pt x="13" y="102"/>
                      </a:lnTo>
                      <a:lnTo>
                        <a:pt x="13" y="100"/>
                      </a:lnTo>
                      <a:lnTo>
                        <a:pt x="11" y="99"/>
                      </a:lnTo>
                      <a:lnTo>
                        <a:pt x="11" y="97"/>
                      </a:lnTo>
                      <a:lnTo>
                        <a:pt x="13" y="97"/>
                      </a:lnTo>
                      <a:lnTo>
                        <a:pt x="13" y="95"/>
                      </a:lnTo>
                      <a:lnTo>
                        <a:pt x="15" y="95"/>
                      </a:lnTo>
                      <a:lnTo>
                        <a:pt x="15" y="93"/>
                      </a:lnTo>
                      <a:lnTo>
                        <a:pt x="15" y="91"/>
                      </a:lnTo>
                      <a:lnTo>
                        <a:pt x="16" y="91"/>
                      </a:lnTo>
                      <a:lnTo>
                        <a:pt x="16" y="89"/>
                      </a:lnTo>
                      <a:lnTo>
                        <a:pt x="16" y="88"/>
                      </a:lnTo>
                      <a:lnTo>
                        <a:pt x="16" y="86"/>
                      </a:lnTo>
                      <a:lnTo>
                        <a:pt x="16" y="84"/>
                      </a:lnTo>
                      <a:lnTo>
                        <a:pt x="15" y="84"/>
                      </a:lnTo>
                      <a:lnTo>
                        <a:pt x="15" y="82"/>
                      </a:lnTo>
                      <a:lnTo>
                        <a:pt x="13" y="82"/>
                      </a:lnTo>
                      <a:lnTo>
                        <a:pt x="13" y="80"/>
                      </a:lnTo>
                      <a:lnTo>
                        <a:pt x="11" y="80"/>
                      </a:lnTo>
                      <a:lnTo>
                        <a:pt x="11" y="78"/>
                      </a:lnTo>
                      <a:lnTo>
                        <a:pt x="11" y="77"/>
                      </a:lnTo>
                      <a:lnTo>
                        <a:pt x="9" y="77"/>
                      </a:lnTo>
                      <a:lnTo>
                        <a:pt x="9" y="75"/>
                      </a:lnTo>
                      <a:lnTo>
                        <a:pt x="7" y="75"/>
                      </a:lnTo>
                      <a:lnTo>
                        <a:pt x="5" y="75"/>
                      </a:lnTo>
                      <a:lnTo>
                        <a:pt x="5" y="77"/>
                      </a:lnTo>
                      <a:lnTo>
                        <a:pt x="5" y="78"/>
                      </a:lnTo>
                      <a:lnTo>
                        <a:pt x="4" y="78"/>
                      </a:lnTo>
                      <a:lnTo>
                        <a:pt x="2" y="78"/>
                      </a:lnTo>
                      <a:lnTo>
                        <a:pt x="4" y="80"/>
                      </a:lnTo>
                      <a:lnTo>
                        <a:pt x="2" y="80"/>
                      </a:lnTo>
                      <a:lnTo>
                        <a:pt x="0" y="80"/>
                      </a:lnTo>
                      <a:lnTo>
                        <a:pt x="0" y="78"/>
                      </a:lnTo>
                      <a:lnTo>
                        <a:pt x="0" y="77"/>
                      </a:lnTo>
                      <a:lnTo>
                        <a:pt x="2" y="75"/>
                      </a:lnTo>
                      <a:lnTo>
                        <a:pt x="0" y="75"/>
                      </a:lnTo>
                      <a:lnTo>
                        <a:pt x="2" y="75"/>
                      </a:lnTo>
                      <a:lnTo>
                        <a:pt x="2" y="73"/>
                      </a:lnTo>
                      <a:lnTo>
                        <a:pt x="2" y="71"/>
                      </a:lnTo>
                      <a:lnTo>
                        <a:pt x="2" y="69"/>
                      </a:lnTo>
                      <a:lnTo>
                        <a:pt x="2" y="68"/>
                      </a:lnTo>
                      <a:lnTo>
                        <a:pt x="4" y="68"/>
                      </a:lnTo>
                      <a:lnTo>
                        <a:pt x="4" y="66"/>
                      </a:lnTo>
                      <a:lnTo>
                        <a:pt x="4" y="64"/>
                      </a:lnTo>
                      <a:lnTo>
                        <a:pt x="5" y="64"/>
                      </a:lnTo>
                      <a:lnTo>
                        <a:pt x="5" y="62"/>
                      </a:lnTo>
                      <a:lnTo>
                        <a:pt x="7" y="62"/>
                      </a:lnTo>
                      <a:lnTo>
                        <a:pt x="9" y="62"/>
                      </a:lnTo>
                      <a:lnTo>
                        <a:pt x="9" y="60"/>
                      </a:lnTo>
                      <a:lnTo>
                        <a:pt x="11" y="60"/>
                      </a:lnTo>
                      <a:lnTo>
                        <a:pt x="13" y="60"/>
                      </a:lnTo>
                      <a:lnTo>
                        <a:pt x="15" y="60"/>
                      </a:lnTo>
                      <a:lnTo>
                        <a:pt x="16" y="60"/>
                      </a:lnTo>
                      <a:lnTo>
                        <a:pt x="18" y="60"/>
                      </a:lnTo>
                      <a:lnTo>
                        <a:pt x="18" y="58"/>
                      </a:lnTo>
                      <a:lnTo>
                        <a:pt x="20" y="58"/>
                      </a:lnTo>
                      <a:lnTo>
                        <a:pt x="18" y="58"/>
                      </a:lnTo>
                      <a:lnTo>
                        <a:pt x="16" y="58"/>
                      </a:lnTo>
                      <a:lnTo>
                        <a:pt x="15" y="58"/>
                      </a:lnTo>
                      <a:lnTo>
                        <a:pt x="15" y="57"/>
                      </a:lnTo>
                      <a:lnTo>
                        <a:pt x="15" y="55"/>
                      </a:lnTo>
                      <a:lnTo>
                        <a:pt x="16" y="55"/>
                      </a:lnTo>
                      <a:lnTo>
                        <a:pt x="16" y="53"/>
                      </a:lnTo>
                      <a:lnTo>
                        <a:pt x="18" y="53"/>
                      </a:lnTo>
                      <a:lnTo>
                        <a:pt x="18" y="51"/>
                      </a:lnTo>
                      <a:lnTo>
                        <a:pt x="20" y="51"/>
                      </a:lnTo>
                      <a:lnTo>
                        <a:pt x="20" y="49"/>
                      </a:lnTo>
                      <a:lnTo>
                        <a:pt x="22" y="49"/>
                      </a:lnTo>
                      <a:lnTo>
                        <a:pt x="22" y="47"/>
                      </a:lnTo>
                      <a:lnTo>
                        <a:pt x="22" y="46"/>
                      </a:lnTo>
                      <a:lnTo>
                        <a:pt x="22" y="44"/>
                      </a:lnTo>
                      <a:lnTo>
                        <a:pt x="22" y="42"/>
                      </a:lnTo>
                      <a:lnTo>
                        <a:pt x="24" y="42"/>
                      </a:lnTo>
                      <a:lnTo>
                        <a:pt x="24" y="44"/>
                      </a:lnTo>
                      <a:lnTo>
                        <a:pt x="25" y="44"/>
                      </a:lnTo>
                      <a:lnTo>
                        <a:pt x="27" y="44"/>
                      </a:lnTo>
                      <a:lnTo>
                        <a:pt x="27" y="42"/>
                      </a:lnTo>
                      <a:lnTo>
                        <a:pt x="29" y="42"/>
                      </a:lnTo>
                      <a:lnTo>
                        <a:pt x="29" y="40"/>
                      </a:lnTo>
                      <a:lnTo>
                        <a:pt x="31" y="40"/>
                      </a:lnTo>
                      <a:lnTo>
                        <a:pt x="33" y="40"/>
                      </a:lnTo>
                      <a:lnTo>
                        <a:pt x="33" y="38"/>
                      </a:lnTo>
                      <a:lnTo>
                        <a:pt x="35" y="38"/>
                      </a:lnTo>
                      <a:lnTo>
                        <a:pt x="36" y="38"/>
                      </a:lnTo>
                      <a:lnTo>
                        <a:pt x="36" y="36"/>
                      </a:lnTo>
                      <a:lnTo>
                        <a:pt x="38" y="36"/>
                      </a:lnTo>
                      <a:lnTo>
                        <a:pt x="38" y="35"/>
                      </a:lnTo>
                      <a:lnTo>
                        <a:pt x="40" y="35"/>
                      </a:lnTo>
                      <a:lnTo>
                        <a:pt x="40" y="36"/>
                      </a:lnTo>
                      <a:lnTo>
                        <a:pt x="40" y="38"/>
                      </a:lnTo>
                      <a:lnTo>
                        <a:pt x="40" y="40"/>
                      </a:lnTo>
                      <a:lnTo>
                        <a:pt x="42" y="40"/>
                      </a:lnTo>
                      <a:lnTo>
                        <a:pt x="42" y="42"/>
                      </a:lnTo>
                      <a:lnTo>
                        <a:pt x="40" y="42"/>
                      </a:lnTo>
                      <a:lnTo>
                        <a:pt x="40" y="44"/>
                      </a:lnTo>
                      <a:lnTo>
                        <a:pt x="42" y="44"/>
                      </a:lnTo>
                      <a:lnTo>
                        <a:pt x="40" y="46"/>
                      </a:lnTo>
                      <a:lnTo>
                        <a:pt x="42" y="46"/>
                      </a:lnTo>
                      <a:lnTo>
                        <a:pt x="42" y="47"/>
                      </a:lnTo>
                      <a:lnTo>
                        <a:pt x="44" y="47"/>
                      </a:lnTo>
                      <a:lnTo>
                        <a:pt x="46" y="47"/>
                      </a:lnTo>
                      <a:lnTo>
                        <a:pt x="46" y="46"/>
                      </a:lnTo>
                      <a:lnTo>
                        <a:pt x="47" y="46"/>
                      </a:lnTo>
                      <a:lnTo>
                        <a:pt x="49" y="46"/>
                      </a:lnTo>
                      <a:lnTo>
                        <a:pt x="51" y="44"/>
                      </a:lnTo>
                      <a:lnTo>
                        <a:pt x="53" y="46"/>
                      </a:lnTo>
                      <a:lnTo>
                        <a:pt x="55" y="46"/>
                      </a:lnTo>
                      <a:lnTo>
                        <a:pt x="53" y="47"/>
                      </a:lnTo>
                      <a:lnTo>
                        <a:pt x="55" y="47"/>
                      </a:lnTo>
                      <a:lnTo>
                        <a:pt x="56" y="47"/>
                      </a:lnTo>
                      <a:lnTo>
                        <a:pt x="56" y="49"/>
                      </a:lnTo>
                      <a:lnTo>
                        <a:pt x="58" y="49"/>
                      </a:lnTo>
                      <a:lnTo>
                        <a:pt x="60" y="49"/>
                      </a:lnTo>
                      <a:lnTo>
                        <a:pt x="62" y="49"/>
                      </a:lnTo>
                      <a:lnTo>
                        <a:pt x="62" y="47"/>
                      </a:lnTo>
                      <a:lnTo>
                        <a:pt x="64" y="47"/>
                      </a:lnTo>
                      <a:lnTo>
                        <a:pt x="64" y="46"/>
                      </a:lnTo>
                      <a:lnTo>
                        <a:pt x="62" y="46"/>
                      </a:lnTo>
                      <a:lnTo>
                        <a:pt x="62" y="44"/>
                      </a:lnTo>
                      <a:lnTo>
                        <a:pt x="60" y="44"/>
                      </a:lnTo>
                      <a:lnTo>
                        <a:pt x="58" y="44"/>
                      </a:lnTo>
                      <a:lnTo>
                        <a:pt x="58" y="42"/>
                      </a:lnTo>
                      <a:lnTo>
                        <a:pt x="58" y="40"/>
                      </a:lnTo>
                      <a:lnTo>
                        <a:pt x="58" y="38"/>
                      </a:lnTo>
                      <a:lnTo>
                        <a:pt x="60" y="38"/>
                      </a:lnTo>
                      <a:lnTo>
                        <a:pt x="58" y="38"/>
                      </a:lnTo>
                      <a:lnTo>
                        <a:pt x="58" y="36"/>
                      </a:lnTo>
                      <a:lnTo>
                        <a:pt x="60" y="35"/>
                      </a:lnTo>
                      <a:lnTo>
                        <a:pt x="58" y="35"/>
                      </a:lnTo>
                      <a:lnTo>
                        <a:pt x="60" y="35"/>
                      </a:lnTo>
                      <a:lnTo>
                        <a:pt x="58" y="33"/>
                      </a:lnTo>
                      <a:lnTo>
                        <a:pt x="60" y="33"/>
                      </a:lnTo>
                      <a:lnTo>
                        <a:pt x="62" y="33"/>
                      </a:lnTo>
                      <a:lnTo>
                        <a:pt x="62" y="31"/>
                      </a:lnTo>
                      <a:lnTo>
                        <a:pt x="60" y="31"/>
                      </a:lnTo>
                      <a:lnTo>
                        <a:pt x="60" y="29"/>
                      </a:lnTo>
                      <a:lnTo>
                        <a:pt x="60" y="27"/>
                      </a:lnTo>
                      <a:lnTo>
                        <a:pt x="58" y="27"/>
                      </a:lnTo>
                      <a:lnTo>
                        <a:pt x="60" y="27"/>
                      </a:lnTo>
                      <a:lnTo>
                        <a:pt x="60" y="25"/>
                      </a:lnTo>
                      <a:lnTo>
                        <a:pt x="60" y="24"/>
                      </a:lnTo>
                      <a:lnTo>
                        <a:pt x="58" y="24"/>
                      </a:lnTo>
                      <a:lnTo>
                        <a:pt x="58" y="22"/>
                      </a:lnTo>
                      <a:lnTo>
                        <a:pt x="56" y="22"/>
                      </a:lnTo>
                      <a:lnTo>
                        <a:pt x="56" y="20"/>
                      </a:lnTo>
                      <a:lnTo>
                        <a:pt x="55" y="20"/>
                      </a:lnTo>
                      <a:lnTo>
                        <a:pt x="55" y="18"/>
                      </a:lnTo>
                      <a:lnTo>
                        <a:pt x="55" y="16"/>
                      </a:lnTo>
                      <a:lnTo>
                        <a:pt x="53" y="16"/>
                      </a:lnTo>
                      <a:lnTo>
                        <a:pt x="53" y="15"/>
                      </a:lnTo>
                      <a:lnTo>
                        <a:pt x="53" y="13"/>
                      </a:lnTo>
                      <a:lnTo>
                        <a:pt x="53" y="11"/>
                      </a:lnTo>
                      <a:lnTo>
                        <a:pt x="53" y="9"/>
                      </a:lnTo>
                      <a:lnTo>
                        <a:pt x="55" y="9"/>
                      </a:lnTo>
                      <a:lnTo>
                        <a:pt x="55" y="7"/>
                      </a:lnTo>
                      <a:lnTo>
                        <a:pt x="55" y="5"/>
                      </a:lnTo>
                      <a:lnTo>
                        <a:pt x="56" y="5"/>
                      </a:lnTo>
                      <a:lnTo>
                        <a:pt x="56" y="4"/>
                      </a:lnTo>
                      <a:lnTo>
                        <a:pt x="55" y="4"/>
                      </a:lnTo>
                      <a:lnTo>
                        <a:pt x="56" y="4"/>
                      </a:lnTo>
                      <a:lnTo>
                        <a:pt x="56" y="2"/>
                      </a:lnTo>
                      <a:lnTo>
                        <a:pt x="58" y="0"/>
                      </a:lnTo>
                      <a:lnTo>
                        <a:pt x="60" y="0"/>
                      </a:lnTo>
                      <a:lnTo>
                        <a:pt x="60"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8" name="Freeform 63">
                  <a:extLst>
                    <a:ext uri="{FF2B5EF4-FFF2-40B4-BE49-F238E27FC236}">
                      <a16:creationId xmlns:a16="http://schemas.microsoft.com/office/drawing/2014/main" id="{43264E76-8BD4-7C95-3897-1DBC3B0E0F4C}"/>
                    </a:ext>
                  </a:extLst>
                </p:cNvPr>
                <p:cNvSpPr>
                  <a:spLocks/>
                </p:cNvSpPr>
                <p:nvPr/>
              </p:nvSpPr>
              <p:spPr bwMode="auto">
                <a:xfrm>
                  <a:off x="1421737" y="2806219"/>
                  <a:ext cx="97590" cy="106626"/>
                </a:xfrm>
                <a:custGeom>
                  <a:avLst/>
                  <a:gdLst>
                    <a:gd name="T0" fmla="*/ 49 w 54"/>
                    <a:gd name="T1" fmla="*/ 2 h 59"/>
                    <a:gd name="T2" fmla="*/ 47 w 54"/>
                    <a:gd name="T3" fmla="*/ 6 h 59"/>
                    <a:gd name="T4" fmla="*/ 47 w 54"/>
                    <a:gd name="T5" fmla="*/ 7 h 59"/>
                    <a:gd name="T6" fmla="*/ 51 w 54"/>
                    <a:gd name="T7" fmla="*/ 9 h 59"/>
                    <a:gd name="T8" fmla="*/ 51 w 54"/>
                    <a:gd name="T9" fmla="*/ 13 h 59"/>
                    <a:gd name="T10" fmla="*/ 54 w 54"/>
                    <a:gd name="T11" fmla="*/ 15 h 59"/>
                    <a:gd name="T12" fmla="*/ 54 w 54"/>
                    <a:gd name="T13" fmla="*/ 17 h 59"/>
                    <a:gd name="T14" fmla="*/ 53 w 54"/>
                    <a:gd name="T15" fmla="*/ 20 h 59"/>
                    <a:gd name="T16" fmla="*/ 49 w 54"/>
                    <a:gd name="T17" fmla="*/ 24 h 59"/>
                    <a:gd name="T18" fmla="*/ 45 w 54"/>
                    <a:gd name="T19" fmla="*/ 26 h 59"/>
                    <a:gd name="T20" fmla="*/ 43 w 54"/>
                    <a:gd name="T21" fmla="*/ 29 h 59"/>
                    <a:gd name="T22" fmla="*/ 43 w 54"/>
                    <a:gd name="T23" fmla="*/ 31 h 59"/>
                    <a:gd name="T24" fmla="*/ 38 w 54"/>
                    <a:gd name="T25" fmla="*/ 31 h 59"/>
                    <a:gd name="T26" fmla="*/ 34 w 54"/>
                    <a:gd name="T27" fmla="*/ 33 h 59"/>
                    <a:gd name="T28" fmla="*/ 31 w 54"/>
                    <a:gd name="T29" fmla="*/ 35 h 59"/>
                    <a:gd name="T30" fmla="*/ 31 w 54"/>
                    <a:gd name="T31" fmla="*/ 37 h 59"/>
                    <a:gd name="T32" fmla="*/ 34 w 54"/>
                    <a:gd name="T33" fmla="*/ 38 h 59"/>
                    <a:gd name="T34" fmla="*/ 33 w 54"/>
                    <a:gd name="T35" fmla="*/ 42 h 59"/>
                    <a:gd name="T36" fmla="*/ 29 w 54"/>
                    <a:gd name="T37" fmla="*/ 46 h 59"/>
                    <a:gd name="T38" fmla="*/ 25 w 54"/>
                    <a:gd name="T39" fmla="*/ 48 h 59"/>
                    <a:gd name="T40" fmla="*/ 22 w 54"/>
                    <a:gd name="T41" fmla="*/ 49 h 59"/>
                    <a:gd name="T42" fmla="*/ 20 w 54"/>
                    <a:gd name="T43" fmla="*/ 53 h 59"/>
                    <a:gd name="T44" fmla="*/ 18 w 54"/>
                    <a:gd name="T45" fmla="*/ 51 h 59"/>
                    <a:gd name="T46" fmla="*/ 16 w 54"/>
                    <a:gd name="T47" fmla="*/ 55 h 59"/>
                    <a:gd name="T48" fmla="*/ 14 w 54"/>
                    <a:gd name="T49" fmla="*/ 59 h 59"/>
                    <a:gd name="T50" fmla="*/ 9 w 54"/>
                    <a:gd name="T51" fmla="*/ 59 h 59"/>
                    <a:gd name="T52" fmla="*/ 5 w 54"/>
                    <a:gd name="T53" fmla="*/ 59 h 59"/>
                    <a:gd name="T54" fmla="*/ 3 w 54"/>
                    <a:gd name="T55" fmla="*/ 59 h 59"/>
                    <a:gd name="T56" fmla="*/ 1 w 54"/>
                    <a:gd name="T57" fmla="*/ 57 h 59"/>
                    <a:gd name="T58" fmla="*/ 3 w 54"/>
                    <a:gd name="T59" fmla="*/ 53 h 59"/>
                    <a:gd name="T60" fmla="*/ 3 w 54"/>
                    <a:gd name="T61" fmla="*/ 51 h 59"/>
                    <a:gd name="T62" fmla="*/ 5 w 54"/>
                    <a:gd name="T63" fmla="*/ 48 h 59"/>
                    <a:gd name="T64" fmla="*/ 7 w 54"/>
                    <a:gd name="T65" fmla="*/ 44 h 59"/>
                    <a:gd name="T66" fmla="*/ 9 w 54"/>
                    <a:gd name="T67" fmla="*/ 44 h 59"/>
                    <a:gd name="T68" fmla="*/ 11 w 54"/>
                    <a:gd name="T69" fmla="*/ 40 h 59"/>
                    <a:gd name="T70" fmla="*/ 11 w 54"/>
                    <a:gd name="T71" fmla="*/ 38 h 59"/>
                    <a:gd name="T72" fmla="*/ 12 w 54"/>
                    <a:gd name="T73" fmla="*/ 35 h 59"/>
                    <a:gd name="T74" fmla="*/ 14 w 54"/>
                    <a:gd name="T75" fmla="*/ 31 h 59"/>
                    <a:gd name="T76" fmla="*/ 18 w 54"/>
                    <a:gd name="T77" fmla="*/ 29 h 59"/>
                    <a:gd name="T78" fmla="*/ 20 w 54"/>
                    <a:gd name="T79" fmla="*/ 26 h 59"/>
                    <a:gd name="T80" fmla="*/ 20 w 54"/>
                    <a:gd name="T81" fmla="*/ 20 h 59"/>
                    <a:gd name="T82" fmla="*/ 20 w 54"/>
                    <a:gd name="T83" fmla="*/ 15 h 59"/>
                    <a:gd name="T84" fmla="*/ 23 w 54"/>
                    <a:gd name="T85" fmla="*/ 13 h 59"/>
                    <a:gd name="T86" fmla="*/ 27 w 54"/>
                    <a:gd name="T87" fmla="*/ 11 h 59"/>
                    <a:gd name="T88" fmla="*/ 29 w 54"/>
                    <a:gd name="T89" fmla="*/ 9 h 59"/>
                    <a:gd name="T90" fmla="*/ 29 w 54"/>
                    <a:gd name="T91" fmla="*/ 7 h 59"/>
                    <a:gd name="T92" fmla="*/ 33 w 54"/>
                    <a:gd name="T93" fmla="*/ 6 h 59"/>
                    <a:gd name="T94" fmla="*/ 34 w 54"/>
                    <a:gd name="T95" fmla="*/ 2 h 59"/>
                    <a:gd name="T96" fmla="*/ 36 w 54"/>
                    <a:gd name="T97" fmla="*/ 2 h 59"/>
                    <a:gd name="T98" fmla="*/ 40 w 54"/>
                    <a:gd name="T99" fmla="*/ 4 h 59"/>
                    <a:gd name="T100" fmla="*/ 42 w 54"/>
                    <a:gd name="T101" fmla="*/ 2 h 59"/>
                    <a:gd name="T102" fmla="*/ 42 w 54"/>
                    <a:gd name="T103" fmla="*/ 4 h 59"/>
                    <a:gd name="T104" fmla="*/ 45 w 54"/>
                    <a:gd name="T10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 h="59">
                      <a:moveTo>
                        <a:pt x="47" y="2"/>
                      </a:moveTo>
                      <a:lnTo>
                        <a:pt x="47" y="4"/>
                      </a:lnTo>
                      <a:lnTo>
                        <a:pt x="49" y="2"/>
                      </a:lnTo>
                      <a:lnTo>
                        <a:pt x="49" y="4"/>
                      </a:lnTo>
                      <a:lnTo>
                        <a:pt x="47" y="4"/>
                      </a:lnTo>
                      <a:lnTo>
                        <a:pt x="47" y="6"/>
                      </a:lnTo>
                      <a:lnTo>
                        <a:pt x="45" y="6"/>
                      </a:lnTo>
                      <a:lnTo>
                        <a:pt x="45" y="7"/>
                      </a:lnTo>
                      <a:lnTo>
                        <a:pt x="47" y="7"/>
                      </a:lnTo>
                      <a:lnTo>
                        <a:pt x="49" y="7"/>
                      </a:lnTo>
                      <a:lnTo>
                        <a:pt x="49" y="9"/>
                      </a:lnTo>
                      <a:lnTo>
                        <a:pt x="51" y="9"/>
                      </a:lnTo>
                      <a:lnTo>
                        <a:pt x="53" y="11"/>
                      </a:lnTo>
                      <a:lnTo>
                        <a:pt x="51" y="11"/>
                      </a:lnTo>
                      <a:lnTo>
                        <a:pt x="51" y="13"/>
                      </a:lnTo>
                      <a:lnTo>
                        <a:pt x="53" y="13"/>
                      </a:lnTo>
                      <a:lnTo>
                        <a:pt x="53" y="15"/>
                      </a:lnTo>
                      <a:lnTo>
                        <a:pt x="54" y="15"/>
                      </a:lnTo>
                      <a:lnTo>
                        <a:pt x="53" y="15"/>
                      </a:lnTo>
                      <a:lnTo>
                        <a:pt x="53" y="17"/>
                      </a:lnTo>
                      <a:lnTo>
                        <a:pt x="54" y="17"/>
                      </a:lnTo>
                      <a:lnTo>
                        <a:pt x="54" y="18"/>
                      </a:lnTo>
                      <a:lnTo>
                        <a:pt x="54" y="20"/>
                      </a:lnTo>
                      <a:lnTo>
                        <a:pt x="53" y="20"/>
                      </a:lnTo>
                      <a:lnTo>
                        <a:pt x="51" y="22"/>
                      </a:lnTo>
                      <a:lnTo>
                        <a:pt x="51" y="24"/>
                      </a:lnTo>
                      <a:lnTo>
                        <a:pt x="49" y="24"/>
                      </a:lnTo>
                      <a:lnTo>
                        <a:pt x="47" y="24"/>
                      </a:lnTo>
                      <a:lnTo>
                        <a:pt x="47" y="26"/>
                      </a:lnTo>
                      <a:lnTo>
                        <a:pt x="45" y="26"/>
                      </a:lnTo>
                      <a:lnTo>
                        <a:pt x="43" y="26"/>
                      </a:lnTo>
                      <a:lnTo>
                        <a:pt x="43" y="27"/>
                      </a:lnTo>
                      <a:lnTo>
                        <a:pt x="43" y="29"/>
                      </a:lnTo>
                      <a:lnTo>
                        <a:pt x="47" y="31"/>
                      </a:lnTo>
                      <a:lnTo>
                        <a:pt x="45" y="31"/>
                      </a:lnTo>
                      <a:lnTo>
                        <a:pt x="43" y="31"/>
                      </a:lnTo>
                      <a:lnTo>
                        <a:pt x="42" y="31"/>
                      </a:lnTo>
                      <a:lnTo>
                        <a:pt x="40" y="31"/>
                      </a:lnTo>
                      <a:lnTo>
                        <a:pt x="38" y="31"/>
                      </a:lnTo>
                      <a:lnTo>
                        <a:pt x="36" y="31"/>
                      </a:lnTo>
                      <a:lnTo>
                        <a:pt x="34" y="31"/>
                      </a:lnTo>
                      <a:lnTo>
                        <a:pt x="34" y="33"/>
                      </a:lnTo>
                      <a:lnTo>
                        <a:pt x="33" y="33"/>
                      </a:lnTo>
                      <a:lnTo>
                        <a:pt x="33" y="35"/>
                      </a:lnTo>
                      <a:lnTo>
                        <a:pt x="31" y="35"/>
                      </a:lnTo>
                      <a:lnTo>
                        <a:pt x="31" y="37"/>
                      </a:lnTo>
                      <a:lnTo>
                        <a:pt x="33" y="37"/>
                      </a:lnTo>
                      <a:lnTo>
                        <a:pt x="31" y="37"/>
                      </a:lnTo>
                      <a:lnTo>
                        <a:pt x="31" y="38"/>
                      </a:lnTo>
                      <a:lnTo>
                        <a:pt x="33" y="38"/>
                      </a:lnTo>
                      <a:lnTo>
                        <a:pt x="34" y="38"/>
                      </a:lnTo>
                      <a:lnTo>
                        <a:pt x="34" y="40"/>
                      </a:lnTo>
                      <a:lnTo>
                        <a:pt x="34" y="42"/>
                      </a:lnTo>
                      <a:lnTo>
                        <a:pt x="33" y="42"/>
                      </a:lnTo>
                      <a:lnTo>
                        <a:pt x="31" y="42"/>
                      </a:lnTo>
                      <a:lnTo>
                        <a:pt x="31" y="44"/>
                      </a:lnTo>
                      <a:lnTo>
                        <a:pt x="29" y="46"/>
                      </a:lnTo>
                      <a:lnTo>
                        <a:pt x="27" y="46"/>
                      </a:lnTo>
                      <a:lnTo>
                        <a:pt x="27" y="48"/>
                      </a:lnTo>
                      <a:lnTo>
                        <a:pt x="25" y="48"/>
                      </a:lnTo>
                      <a:lnTo>
                        <a:pt x="25" y="49"/>
                      </a:lnTo>
                      <a:lnTo>
                        <a:pt x="23" y="49"/>
                      </a:lnTo>
                      <a:lnTo>
                        <a:pt x="22" y="49"/>
                      </a:lnTo>
                      <a:lnTo>
                        <a:pt x="22" y="51"/>
                      </a:lnTo>
                      <a:lnTo>
                        <a:pt x="20" y="51"/>
                      </a:lnTo>
                      <a:lnTo>
                        <a:pt x="20" y="53"/>
                      </a:lnTo>
                      <a:lnTo>
                        <a:pt x="18" y="51"/>
                      </a:lnTo>
                      <a:lnTo>
                        <a:pt x="16" y="51"/>
                      </a:lnTo>
                      <a:lnTo>
                        <a:pt x="18" y="51"/>
                      </a:lnTo>
                      <a:lnTo>
                        <a:pt x="16" y="51"/>
                      </a:lnTo>
                      <a:lnTo>
                        <a:pt x="16" y="53"/>
                      </a:lnTo>
                      <a:lnTo>
                        <a:pt x="16" y="55"/>
                      </a:lnTo>
                      <a:lnTo>
                        <a:pt x="16" y="57"/>
                      </a:lnTo>
                      <a:lnTo>
                        <a:pt x="14" y="57"/>
                      </a:lnTo>
                      <a:lnTo>
                        <a:pt x="14" y="59"/>
                      </a:lnTo>
                      <a:lnTo>
                        <a:pt x="12" y="59"/>
                      </a:lnTo>
                      <a:lnTo>
                        <a:pt x="11" y="59"/>
                      </a:lnTo>
                      <a:lnTo>
                        <a:pt x="9" y="59"/>
                      </a:lnTo>
                      <a:lnTo>
                        <a:pt x="9" y="57"/>
                      </a:lnTo>
                      <a:lnTo>
                        <a:pt x="7" y="57"/>
                      </a:lnTo>
                      <a:lnTo>
                        <a:pt x="5" y="59"/>
                      </a:lnTo>
                      <a:lnTo>
                        <a:pt x="5" y="57"/>
                      </a:lnTo>
                      <a:lnTo>
                        <a:pt x="3" y="57"/>
                      </a:lnTo>
                      <a:lnTo>
                        <a:pt x="3" y="59"/>
                      </a:lnTo>
                      <a:lnTo>
                        <a:pt x="1" y="59"/>
                      </a:lnTo>
                      <a:lnTo>
                        <a:pt x="0" y="59"/>
                      </a:lnTo>
                      <a:lnTo>
                        <a:pt x="1" y="57"/>
                      </a:lnTo>
                      <a:lnTo>
                        <a:pt x="3" y="57"/>
                      </a:lnTo>
                      <a:lnTo>
                        <a:pt x="3" y="55"/>
                      </a:lnTo>
                      <a:lnTo>
                        <a:pt x="3" y="53"/>
                      </a:lnTo>
                      <a:lnTo>
                        <a:pt x="5" y="53"/>
                      </a:lnTo>
                      <a:lnTo>
                        <a:pt x="5" y="51"/>
                      </a:lnTo>
                      <a:lnTo>
                        <a:pt x="3" y="51"/>
                      </a:lnTo>
                      <a:lnTo>
                        <a:pt x="5" y="51"/>
                      </a:lnTo>
                      <a:lnTo>
                        <a:pt x="5" y="49"/>
                      </a:lnTo>
                      <a:lnTo>
                        <a:pt x="5" y="48"/>
                      </a:lnTo>
                      <a:lnTo>
                        <a:pt x="7" y="48"/>
                      </a:lnTo>
                      <a:lnTo>
                        <a:pt x="7" y="46"/>
                      </a:lnTo>
                      <a:lnTo>
                        <a:pt x="7" y="44"/>
                      </a:lnTo>
                      <a:lnTo>
                        <a:pt x="9" y="44"/>
                      </a:lnTo>
                      <a:lnTo>
                        <a:pt x="9" y="42"/>
                      </a:lnTo>
                      <a:lnTo>
                        <a:pt x="9" y="44"/>
                      </a:lnTo>
                      <a:lnTo>
                        <a:pt x="9" y="42"/>
                      </a:lnTo>
                      <a:lnTo>
                        <a:pt x="11" y="42"/>
                      </a:lnTo>
                      <a:lnTo>
                        <a:pt x="11" y="40"/>
                      </a:lnTo>
                      <a:lnTo>
                        <a:pt x="11" y="38"/>
                      </a:lnTo>
                      <a:lnTo>
                        <a:pt x="11" y="40"/>
                      </a:lnTo>
                      <a:lnTo>
                        <a:pt x="11" y="38"/>
                      </a:lnTo>
                      <a:lnTo>
                        <a:pt x="12" y="38"/>
                      </a:lnTo>
                      <a:lnTo>
                        <a:pt x="12" y="37"/>
                      </a:lnTo>
                      <a:lnTo>
                        <a:pt x="12" y="35"/>
                      </a:lnTo>
                      <a:lnTo>
                        <a:pt x="12" y="33"/>
                      </a:lnTo>
                      <a:lnTo>
                        <a:pt x="14" y="33"/>
                      </a:lnTo>
                      <a:lnTo>
                        <a:pt x="14" y="31"/>
                      </a:lnTo>
                      <a:lnTo>
                        <a:pt x="14" y="29"/>
                      </a:lnTo>
                      <a:lnTo>
                        <a:pt x="16" y="29"/>
                      </a:lnTo>
                      <a:lnTo>
                        <a:pt x="18" y="29"/>
                      </a:lnTo>
                      <a:lnTo>
                        <a:pt x="18" y="27"/>
                      </a:lnTo>
                      <a:lnTo>
                        <a:pt x="18" y="26"/>
                      </a:lnTo>
                      <a:lnTo>
                        <a:pt x="20" y="26"/>
                      </a:lnTo>
                      <a:lnTo>
                        <a:pt x="20" y="24"/>
                      </a:lnTo>
                      <a:lnTo>
                        <a:pt x="20" y="22"/>
                      </a:lnTo>
                      <a:lnTo>
                        <a:pt x="20" y="20"/>
                      </a:lnTo>
                      <a:lnTo>
                        <a:pt x="20" y="18"/>
                      </a:lnTo>
                      <a:lnTo>
                        <a:pt x="20" y="17"/>
                      </a:lnTo>
                      <a:lnTo>
                        <a:pt x="20" y="15"/>
                      </a:lnTo>
                      <a:lnTo>
                        <a:pt x="22" y="15"/>
                      </a:lnTo>
                      <a:lnTo>
                        <a:pt x="23" y="15"/>
                      </a:lnTo>
                      <a:lnTo>
                        <a:pt x="23" y="13"/>
                      </a:lnTo>
                      <a:lnTo>
                        <a:pt x="23" y="11"/>
                      </a:lnTo>
                      <a:lnTo>
                        <a:pt x="25" y="11"/>
                      </a:lnTo>
                      <a:lnTo>
                        <a:pt x="27" y="11"/>
                      </a:lnTo>
                      <a:lnTo>
                        <a:pt x="25" y="9"/>
                      </a:lnTo>
                      <a:lnTo>
                        <a:pt x="27" y="9"/>
                      </a:lnTo>
                      <a:lnTo>
                        <a:pt x="29" y="9"/>
                      </a:lnTo>
                      <a:lnTo>
                        <a:pt x="29" y="7"/>
                      </a:lnTo>
                      <a:lnTo>
                        <a:pt x="31" y="7"/>
                      </a:lnTo>
                      <a:lnTo>
                        <a:pt x="29" y="7"/>
                      </a:lnTo>
                      <a:lnTo>
                        <a:pt x="31" y="7"/>
                      </a:lnTo>
                      <a:lnTo>
                        <a:pt x="33" y="7"/>
                      </a:lnTo>
                      <a:lnTo>
                        <a:pt x="33" y="6"/>
                      </a:lnTo>
                      <a:lnTo>
                        <a:pt x="33" y="4"/>
                      </a:lnTo>
                      <a:lnTo>
                        <a:pt x="33" y="2"/>
                      </a:lnTo>
                      <a:lnTo>
                        <a:pt x="34" y="2"/>
                      </a:lnTo>
                      <a:lnTo>
                        <a:pt x="34" y="4"/>
                      </a:lnTo>
                      <a:lnTo>
                        <a:pt x="34" y="2"/>
                      </a:lnTo>
                      <a:lnTo>
                        <a:pt x="36" y="2"/>
                      </a:lnTo>
                      <a:lnTo>
                        <a:pt x="38" y="2"/>
                      </a:lnTo>
                      <a:lnTo>
                        <a:pt x="40" y="2"/>
                      </a:lnTo>
                      <a:lnTo>
                        <a:pt x="40" y="4"/>
                      </a:lnTo>
                      <a:lnTo>
                        <a:pt x="42" y="2"/>
                      </a:lnTo>
                      <a:lnTo>
                        <a:pt x="42" y="4"/>
                      </a:lnTo>
                      <a:lnTo>
                        <a:pt x="42" y="2"/>
                      </a:lnTo>
                      <a:lnTo>
                        <a:pt x="42" y="4"/>
                      </a:lnTo>
                      <a:lnTo>
                        <a:pt x="42" y="2"/>
                      </a:lnTo>
                      <a:lnTo>
                        <a:pt x="42" y="4"/>
                      </a:lnTo>
                      <a:lnTo>
                        <a:pt x="43" y="2"/>
                      </a:lnTo>
                      <a:lnTo>
                        <a:pt x="43" y="0"/>
                      </a:lnTo>
                      <a:lnTo>
                        <a:pt x="45" y="0"/>
                      </a:lnTo>
                      <a:lnTo>
                        <a:pt x="45" y="2"/>
                      </a:lnTo>
                      <a:lnTo>
                        <a:pt x="47"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69" name="Freeform 64">
                  <a:extLst>
                    <a:ext uri="{FF2B5EF4-FFF2-40B4-BE49-F238E27FC236}">
                      <a16:creationId xmlns:a16="http://schemas.microsoft.com/office/drawing/2014/main" id="{9D61D939-C293-C2A2-EEB2-42CA05AC3EE9}"/>
                    </a:ext>
                  </a:extLst>
                </p:cNvPr>
                <p:cNvSpPr>
                  <a:spLocks noEditPoints="1"/>
                </p:cNvSpPr>
                <p:nvPr/>
              </p:nvSpPr>
              <p:spPr bwMode="auto">
                <a:xfrm>
                  <a:off x="1441617" y="2818870"/>
                  <a:ext cx="25301" cy="59639"/>
                </a:xfrm>
                <a:custGeom>
                  <a:avLst/>
                  <a:gdLst>
                    <a:gd name="T0" fmla="*/ 0 w 14"/>
                    <a:gd name="T1" fmla="*/ 33 h 33"/>
                    <a:gd name="T2" fmla="*/ 0 w 14"/>
                    <a:gd name="T3" fmla="*/ 33 h 33"/>
                    <a:gd name="T4" fmla="*/ 0 w 14"/>
                    <a:gd name="T5" fmla="*/ 33 h 33"/>
                    <a:gd name="T6" fmla="*/ 0 w 14"/>
                    <a:gd name="T7" fmla="*/ 33 h 33"/>
                    <a:gd name="T8" fmla="*/ 0 w 14"/>
                    <a:gd name="T9" fmla="*/ 33 h 33"/>
                    <a:gd name="T10" fmla="*/ 0 w 14"/>
                    <a:gd name="T11" fmla="*/ 33 h 33"/>
                    <a:gd name="T12" fmla="*/ 0 w 14"/>
                    <a:gd name="T13" fmla="*/ 33 h 33"/>
                    <a:gd name="T14" fmla="*/ 14 w 14"/>
                    <a:gd name="T15" fmla="*/ 0 h 33"/>
                    <a:gd name="T16" fmla="*/ 14 w 14"/>
                    <a:gd name="T17" fmla="*/ 0 h 33"/>
                    <a:gd name="T18" fmla="*/ 14 w 14"/>
                    <a:gd name="T19" fmla="*/ 0 h 33"/>
                    <a:gd name="T20" fmla="*/ 14 w 14"/>
                    <a:gd name="T21" fmla="*/ 0 h 33"/>
                    <a:gd name="T22" fmla="*/ 14 w 14"/>
                    <a:gd name="T23" fmla="*/ 0 h 33"/>
                    <a:gd name="T24" fmla="*/ 14 w 14"/>
                    <a:gd name="T25" fmla="*/ 0 h 33"/>
                    <a:gd name="T26" fmla="*/ 14 w 14"/>
                    <a:gd name="T27" fmla="*/ 0 h 33"/>
                    <a:gd name="T28" fmla="*/ 14 w 14"/>
                    <a:gd name="T29" fmla="*/ 0 h 33"/>
                    <a:gd name="T30" fmla="*/ 14 w 14"/>
                    <a:gd name="T31" fmla="*/ 0 h 33"/>
                    <a:gd name="T32" fmla="*/ 14 w 14"/>
                    <a:gd name="T3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33">
                      <a:moveTo>
                        <a:pt x="0" y="33"/>
                      </a:moveTo>
                      <a:lnTo>
                        <a:pt x="0" y="33"/>
                      </a:lnTo>
                      <a:lnTo>
                        <a:pt x="0" y="33"/>
                      </a:lnTo>
                      <a:lnTo>
                        <a:pt x="0" y="33"/>
                      </a:lnTo>
                      <a:lnTo>
                        <a:pt x="0" y="33"/>
                      </a:lnTo>
                      <a:lnTo>
                        <a:pt x="0" y="33"/>
                      </a:lnTo>
                      <a:lnTo>
                        <a:pt x="0" y="33"/>
                      </a:lnTo>
                      <a:close/>
                      <a:moveTo>
                        <a:pt x="14" y="0"/>
                      </a:moveTo>
                      <a:lnTo>
                        <a:pt x="14" y="0"/>
                      </a:lnTo>
                      <a:lnTo>
                        <a:pt x="14" y="0"/>
                      </a:lnTo>
                      <a:lnTo>
                        <a:pt x="14" y="0"/>
                      </a:lnTo>
                      <a:lnTo>
                        <a:pt x="14" y="0"/>
                      </a:lnTo>
                      <a:close/>
                      <a:moveTo>
                        <a:pt x="14" y="0"/>
                      </a:moveTo>
                      <a:lnTo>
                        <a:pt x="14" y="0"/>
                      </a:lnTo>
                      <a:lnTo>
                        <a:pt x="14" y="0"/>
                      </a:lnTo>
                      <a:lnTo>
                        <a:pt x="14" y="0"/>
                      </a:lnTo>
                      <a:lnTo>
                        <a:pt x="14"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0" name="Freeform 65">
                  <a:extLst>
                    <a:ext uri="{FF2B5EF4-FFF2-40B4-BE49-F238E27FC236}">
                      <a16:creationId xmlns:a16="http://schemas.microsoft.com/office/drawing/2014/main" id="{2A34E8D8-35C8-08F3-FC3E-82B2B070D410}"/>
                    </a:ext>
                  </a:extLst>
                </p:cNvPr>
                <p:cNvSpPr>
                  <a:spLocks/>
                </p:cNvSpPr>
                <p:nvPr/>
              </p:nvSpPr>
              <p:spPr bwMode="auto">
                <a:xfrm>
                  <a:off x="6351825" y="4868253"/>
                  <a:ext cx="34338" cy="37952"/>
                </a:xfrm>
                <a:custGeom>
                  <a:avLst/>
                  <a:gdLst>
                    <a:gd name="T0" fmla="*/ 13 w 19"/>
                    <a:gd name="T1" fmla="*/ 1 h 21"/>
                    <a:gd name="T2" fmla="*/ 15 w 19"/>
                    <a:gd name="T3" fmla="*/ 1 h 21"/>
                    <a:gd name="T4" fmla="*/ 15 w 19"/>
                    <a:gd name="T5" fmla="*/ 3 h 21"/>
                    <a:gd name="T6" fmla="*/ 17 w 19"/>
                    <a:gd name="T7" fmla="*/ 3 h 21"/>
                    <a:gd name="T8" fmla="*/ 19 w 19"/>
                    <a:gd name="T9" fmla="*/ 7 h 21"/>
                    <a:gd name="T10" fmla="*/ 17 w 19"/>
                    <a:gd name="T11" fmla="*/ 7 h 21"/>
                    <a:gd name="T12" fmla="*/ 17 w 19"/>
                    <a:gd name="T13" fmla="*/ 7 h 21"/>
                    <a:gd name="T14" fmla="*/ 17 w 19"/>
                    <a:gd name="T15" fmla="*/ 9 h 21"/>
                    <a:gd name="T16" fmla="*/ 17 w 19"/>
                    <a:gd name="T17" fmla="*/ 9 h 21"/>
                    <a:gd name="T18" fmla="*/ 17 w 19"/>
                    <a:gd name="T19" fmla="*/ 9 h 21"/>
                    <a:gd name="T20" fmla="*/ 17 w 19"/>
                    <a:gd name="T21" fmla="*/ 9 h 21"/>
                    <a:gd name="T22" fmla="*/ 17 w 19"/>
                    <a:gd name="T23" fmla="*/ 11 h 21"/>
                    <a:gd name="T24" fmla="*/ 17 w 19"/>
                    <a:gd name="T25" fmla="*/ 11 h 21"/>
                    <a:gd name="T26" fmla="*/ 17 w 19"/>
                    <a:gd name="T27" fmla="*/ 12 h 21"/>
                    <a:gd name="T28" fmla="*/ 17 w 19"/>
                    <a:gd name="T29" fmla="*/ 14 h 21"/>
                    <a:gd name="T30" fmla="*/ 19 w 19"/>
                    <a:gd name="T31" fmla="*/ 14 h 21"/>
                    <a:gd name="T32" fmla="*/ 17 w 19"/>
                    <a:gd name="T33" fmla="*/ 16 h 21"/>
                    <a:gd name="T34" fmla="*/ 15 w 19"/>
                    <a:gd name="T35" fmla="*/ 16 h 21"/>
                    <a:gd name="T36" fmla="*/ 15 w 19"/>
                    <a:gd name="T37" fmla="*/ 18 h 21"/>
                    <a:gd name="T38" fmla="*/ 17 w 19"/>
                    <a:gd name="T39" fmla="*/ 18 h 21"/>
                    <a:gd name="T40" fmla="*/ 17 w 19"/>
                    <a:gd name="T41" fmla="*/ 20 h 21"/>
                    <a:gd name="T42" fmla="*/ 17 w 19"/>
                    <a:gd name="T43" fmla="*/ 20 h 21"/>
                    <a:gd name="T44" fmla="*/ 17 w 19"/>
                    <a:gd name="T45" fmla="*/ 21 h 21"/>
                    <a:gd name="T46" fmla="*/ 15 w 19"/>
                    <a:gd name="T47" fmla="*/ 21 h 21"/>
                    <a:gd name="T48" fmla="*/ 15 w 19"/>
                    <a:gd name="T49" fmla="*/ 21 h 21"/>
                    <a:gd name="T50" fmla="*/ 13 w 19"/>
                    <a:gd name="T51" fmla="*/ 20 h 21"/>
                    <a:gd name="T52" fmla="*/ 11 w 19"/>
                    <a:gd name="T53" fmla="*/ 20 h 21"/>
                    <a:gd name="T54" fmla="*/ 11 w 19"/>
                    <a:gd name="T55" fmla="*/ 18 h 21"/>
                    <a:gd name="T56" fmla="*/ 9 w 19"/>
                    <a:gd name="T57" fmla="*/ 18 h 21"/>
                    <a:gd name="T58" fmla="*/ 9 w 19"/>
                    <a:gd name="T59" fmla="*/ 18 h 21"/>
                    <a:gd name="T60" fmla="*/ 8 w 19"/>
                    <a:gd name="T61" fmla="*/ 16 h 21"/>
                    <a:gd name="T62" fmla="*/ 9 w 19"/>
                    <a:gd name="T63" fmla="*/ 16 h 21"/>
                    <a:gd name="T64" fmla="*/ 9 w 19"/>
                    <a:gd name="T65" fmla="*/ 14 h 21"/>
                    <a:gd name="T66" fmla="*/ 9 w 19"/>
                    <a:gd name="T67" fmla="*/ 12 h 21"/>
                    <a:gd name="T68" fmla="*/ 11 w 19"/>
                    <a:gd name="T69" fmla="*/ 12 h 21"/>
                    <a:gd name="T70" fmla="*/ 11 w 19"/>
                    <a:gd name="T71" fmla="*/ 11 h 21"/>
                    <a:gd name="T72" fmla="*/ 11 w 19"/>
                    <a:gd name="T73" fmla="*/ 9 h 21"/>
                    <a:gd name="T74" fmla="*/ 13 w 19"/>
                    <a:gd name="T75" fmla="*/ 9 h 21"/>
                    <a:gd name="T76" fmla="*/ 13 w 19"/>
                    <a:gd name="T77" fmla="*/ 7 h 21"/>
                    <a:gd name="T78" fmla="*/ 13 w 19"/>
                    <a:gd name="T79" fmla="*/ 7 h 21"/>
                    <a:gd name="T80" fmla="*/ 13 w 19"/>
                    <a:gd name="T81" fmla="*/ 7 h 21"/>
                    <a:gd name="T82" fmla="*/ 11 w 19"/>
                    <a:gd name="T83" fmla="*/ 7 h 21"/>
                    <a:gd name="T84" fmla="*/ 13 w 19"/>
                    <a:gd name="T85" fmla="*/ 7 h 21"/>
                    <a:gd name="T86" fmla="*/ 11 w 19"/>
                    <a:gd name="T87" fmla="*/ 9 h 21"/>
                    <a:gd name="T88" fmla="*/ 11 w 19"/>
                    <a:gd name="T89" fmla="*/ 9 h 21"/>
                    <a:gd name="T90" fmla="*/ 11 w 19"/>
                    <a:gd name="T91" fmla="*/ 11 h 21"/>
                    <a:gd name="T92" fmla="*/ 11 w 19"/>
                    <a:gd name="T93" fmla="*/ 12 h 21"/>
                    <a:gd name="T94" fmla="*/ 9 w 19"/>
                    <a:gd name="T95" fmla="*/ 12 h 21"/>
                    <a:gd name="T96" fmla="*/ 9 w 19"/>
                    <a:gd name="T97" fmla="*/ 14 h 21"/>
                    <a:gd name="T98" fmla="*/ 8 w 19"/>
                    <a:gd name="T99" fmla="*/ 14 h 21"/>
                    <a:gd name="T100" fmla="*/ 8 w 19"/>
                    <a:gd name="T101" fmla="*/ 14 h 21"/>
                    <a:gd name="T102" fmla="*/ 6 w 19"/>
                    <a:gd name="T103" fmla="*/ 14 h 21"/>
                    <a:gd name="T104" fmla="*/ 6 w 19"/>
                    <a:gd name="T105" fmla="*/ 12 h 21"/>
                    <a:gd name="T106" fmla="*/ 4 w 19"/>
                    <a:gd name="T107" fmla="*/ 12 h 21"/>
                    <a:gd name="T108" fmla="*/ 2 w 19"/>
                    <a:gd name="T109" fmla="*/ 12 h 21"/>
                    <a:gd name="T110" fmla="*/ 2 w 19"/>
                    <a:gd name="T111" fmla="*/ 7 h 21"/>
                    <a:gd name="T112" fmla="*/ 4 w 19"/>
                    <a:gd name="T113" fmla="*/ 5 h 21"/>
                    <a:gd name="T114" fmla="*/ 4 w 19"/>
                    <a:gd name="T115" fmla="*/ 3 h 21"/>
                    <a:gd name="T116" fmla="*/ 9 w 19"/>
                    <a:gd name="T117" fmla="*/ 1 h 21"/>
                    <a:gd name="T118" fmla="*/ 9 w 19"/>
                    <a:gd name="T119" fmla="*/ 1 h 21"/>
                    <a:gd name="T120" fmla="*/ 9 w 19"/>
                    <a:gd name="T121" fmla="*/ 0 h 21"/>
                    <a:gd name="T122" fmla="*/ 11 w 19"/>
                    <a:gd name="T12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 h="21">
                      <a:moveTo>
                        <a:pt x="11" y="1"/>
                      </a:moveTo>
                      <a:lnTo>
                        <a:pt x="11" y="1"/>
                      </a:lnTo>
                      <a:lnTo>
                        <a:pt x="11" y="1"/>
                      </a:lnTo>
                      <a:lnTo>
                        <a:pt x="11" y="1"/>
                      </a:lnTo>
                      <a:lnTo>
                        <a:pt x="13" y="1"/>
                      </a:lnTo>
                      <a:lnTo>
                        <a:pt x="13" y="1"/>
                      </a:lnTo>
                      <a:lnTo>
                        <a:pt x="13" y="1"/>
                      </a:lnTo>
                      <a:lnTo>
                        <a:pt x="13" y="1"/>
                      </a:lnTo>
                      <a:lnTo>
                        <a:pt x="13" y="1"/>
                      </a:lnTo>
                      <a:lnTo>
                        <a:pt x="15" y="1"/>
                      </a:lnTo>
                      <a:lnTo>
                        <a:pt x="15" y="1"/>
                      </a:lnTo>
                      <a:lnTo>
                        <a:pt x="15" y="1"/>
                      </a:lnTo>
                      <a:lnTo>
                        <a:pt x="15" y="1"/>
                      </a:lnTo>
                      <a:lnTo>
                        <a:pt x="15" y="1"/>
                      </a:lnTo>
                      <a:lnTo>
                        <a:pt x="15" y="1"/>
                      </a:lnTo>
                      <a:lnTo>
                        <a:pt x="15" y="3"/>
                      </a:lnTo>
                      <a:lnTo>
                        <a:pt x="15" y="3"/>
                      </a:lnTo>
                      <a:lnTo>
                        <a:pt x="15" y="3"/>
                      </a:lnTo>
                      <a:lnTo>
                        <a:pt x="15" y="3"/>
                      </a:lnTo>
                      <a:lnTo>
                        <a:pt x="15" y="3"/>
                      </a:lnTo>
                      <a:lnTo>
                        <a:pt x="15" y="3"/>
                      </a:lnTo>
                      <a:lnTo>
                        <a:pt x="15" y="3"/>
                      </a:lnTo>
                      <a:lnTo>
                        <a:pt x="15" y="5"/>
                      </a:lnTo>
                      <a:lnTo>
                        <a:pt x="17" y="5"/>
                      </a:lnTo>
                      <a:lnTo>
                        <a:pt x="17" y="3"/>
                      </a:lnTo>
                      <a:lnTo>
                        <a:pt x="17" y="3"/>
                      </a:lnTo>
                      <a:lnTo>
                        <a:pt x="17" y="3"/>
                      </a:lnTo>
                      <a:lnTo>
                        <a:pt x="17" y="3"/>
                      </a:lnTo>
                      <a:lnTo>
                        <a:pt x="17" y="3"/>
                      </a:lnTo>
                      <a:lnTo>
                        <a:pt x="17" y="5"/>
                      </a:lnTo>
                      <a:lnTo>
                        <a:pt x="17" y="5"/>
                      </a:lnTo>
                      <a:lnTo>
                        <a:pt x="17" y="5"/>
                      </a:lnTo>
                      <a:lnTo>
                        <a:pt x="19" y="7"/>
                      </a:lnTo>
                      <a:lnTo>
                        <a:pt x="19" y="7"/>
                      </a:lnTo>
                      <a:lnTo>
                        <a:pt x="19" y="7"/>
                      </a:lnTo>
                      <a:lnTo>
                        <a:pt x="19" y="7"/>
                      </a:lnTo>
                      <a:lnTo>
                        <a:pt x="17" y="7"/>
                      </a:lnTo>
                      <a:lnTo>
                        <a:pt x="17" y="7"/>
                      </a:lnTo>
                      <a:lnTo>
                        <a:pt x="17" y="7"/>
                      </a:lnTo>
                      <a:lnTo>
                        <a:pt x="17" y="7"/>
                      </a:lnTo>
                      <a:lnTo>
                        <a:pt x="17" y="7"/>
                      </a:lnTo>
                      <a:lnTo>
                        <a:pt x="17" y="7"/>
                      </a:lnTo>
                      <a:lnTo>
                        <a:pt x="17" y="7"/>
                      </a:lnTo>
                      <a:lnTo>
                        <a:pt x="17" y="7"/>
                      </a:lnTo>
                      <a:lnTo>
                        <a:pt x="17" y="7"/>
                      </a:lnTo>
                      <a:lnTo>
                        <a:pt x="17" y="7"/>
                      </a:lnTo>
                      <a:lnTo>
                        <a:pt x="17" y="7"/>
                      </a:lnTo>
                      <a:lnTo>
                        <a:pt x="17" y="7"/>
                      </a:lnTo>
                      <a:lnTo>
                        <a:pt x="17" y="7"/>
                      </a:lnTo>
                      <a:lnTo>
                        <a:pt x="17" y="7"/>
                      </a:lnTo>
                      <a:lnTo>
                        <a:pt x="17" y="7"/>
                      </a:lnTo>
                      <a:lnTo>
                        <a:pt x="17" y="7"/>
                      </a:lnTo>
                      <a:lnTo>
                        <a:pt x="17" y="7"/>
                      </a:lnTo>
                      <a:lnTo>
                        <a:pt x="17" y="9"/>
                      </a:lnTo>
                      <a:lnTo>
                        <a:pt x="17" y="9"/>
                      </a:lnTo>
                      <a:lnTo>
                        <a:pt x="17" y="9"/>
                      </a:lnTo>
                      <a:lnTo>
                        <a:pt x="17" y="9"/>
                      </a:lnTo>
                      <a:lnTo>
                        <a:pt x="15" y="9"/>
                      </a:lnTo>
                      <a:lnTo>
                        <a:pt x="15" y="9"/>
                      </a:lnTo>
                      <a:lnTo>
                        <a:pt x="15" y="9"/>
                      </a:lnTo>
                      <a:lnTo>
                        <a:pt x="17" y="9"/>
                      </a:lnTo>
                      <a:lnTo>
                        <a:pt x="17" y="9"/>
                      </a:lnTo>
                      <a:lnTo>
                        <a:pt x="17" y="9"/>
                      </a:lnTo>
                      <a:lnTo>
                        <a:pt x="17" y="9"/>
                      </a:lnTo>
                      <a:lnTo>
                        <a:pt x="17" y="9"/>
                      </a:lnTo>
                      <a:lnTo>
                        <a:pt x="17" y="9"/>
                      </a:lnTo>
                      <a:lnTo>
                        <a:pt x="17" y="9"/>
                      </a:lnTo>
                      <a:lnTo>
                        <a:pt x="17" y="9"/>
                      </a:lnTo>
                      <a:lnTo>
                        <a:pt x="17" y="9"/>
                      </a:lnTo>
                      <a:lnTo>
                        <a:pt x="17" y="9"/>
                      </a:lnTo>
                      <a:lnTo>
                        <a:pt x="17" y="9"/>
                      </a:lnTo>
                      <a:lnTo>
                        <a:pt x="17" y="9"/>
                      </a:lnTo>
                      <a:lnTo>
                        <a:pt x="17" y="9"/>
                      </a:lnTo>
                      <a:lnTo>
                        <a:pt x="17" y="9"/>
                      </a:lnTo>
                      <a:lnTo>
                        <a:pt x="17" y="9"/>
                      </a:lnTo>
                      <a:lnTo>
                        <a:pt x="17" y="9"/>
                      </a:lnTo>
                      <a:lnTo>
                        <a:pt x="17" y="9"/>
                      </a:lnTo>
                      <a:lnTo>
                        <a:pt x="17" y="9"/>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1"/>
                      </a:lnTo>
                      <a:lnTo>
                        <a:pt x="17" y="12"/>
                      </a:lnTo>
                      <a:lnTo>
                        <a:pt x="17" y="12"/>
                      </a:lnTo>
                      <a:lnTo>
                        <a:pt x="17" y="12"/>
                      </a:lnTo>
                      <a:lnTo>
                        <a:pt x="17" y="12"/>
                      </a:lnTo>
                      <a:lnTo>
                        <a:pt x="17" y="12"/>
                      </a:lnTo>
                      <a:lnTo>
                        <a:pt x="17" y="12"/>
                      </a:lnTo>
                      <a:lnTo>
                        <a:pt x="17" y="12"/>
                      </a:lnTo>
                      <a:lnTo>
                        <a:pt x="17" y="12"/>
                      </a:lnTo>
                      <a:lnTo>
                        <a:pt x="17" y="12"/>
                      </a:lnTo>
                      <a:lnTo>
                        <a:pt x="17" y="12"/>
                      </a:lnTo>
                      <a:lnTo>
                        <a:pt x="17" y="14"/>
                      </a:lnTo>
                      <a:lnTo>
                        <a:pt x="17" y="14"/>
                      </a:lnTo>
                      <a:lnTo>
                        <a:pt x="17" y="14"/>
                      </a:lnTo>
                      <a:lnTo>
                        <a:pt x="17" y="14"/>
                      </a:lnTo>
                      <a:lnTo>
                        <a:pt x="17" y="14"/>
                      </a:lnTo>
                      <a:lnTo>
                        <a:pt x="17" y="14"/>
                      </a:lnTo>
                      <a:lnTo>
                        <a:pt x="17" y="14"/>
                      </a:lnTo>
                      <a:lnTo>
                        <a:pt x="17" y="14"/>
                      </a:lnTo>
                      <a:lnTo>
                        <a:pt x="19" y="14"/>
                      </a:lnTo>
                      <a:lnTo>
                        <a:pt x="19" y="14"/>
                      </a:lnTo>
                      <a:lnTo>
                        <a:pt x="19" y="14"/>
                      </a:lnTo>
                      <a:lnTo>
                        <a:pt x="19" y="14"/>
                      </a:lnTo>
                      <a:lnTo>
                        <a:pt x="19" y="14"/>
                      </a:lnTo>
                      <a:lnTo>
                        <a:pt x="19" y="14"/>
                      </a:lnTo>
                      <a:lnTo>
                        <a:pt x="19" y="14"/>
                      </a:lnTo>
                      <a:lnTo>
                        <a:pt x="17" y="14"/>
                      </a:lnTo>
                      <a:lnTo>
                        <a:pt x="17" y="14"/>
                      </a:lnTo>
                      <a:lnTo>
                        <a:pt x="17" y="16"/>
                      </a:lnTo>
                      <a:lnTo>
                        <a:pt x="17" y="16"/>
                      </a:lnTo>
                      <a:lnTo>
                        <a:pt x="17" y="16"/>
                      </a:lnTo>
                      <a:lnTo>
                        <a:pt x="17" y="16"/>
                      </a:lnTo>
                      <a:lnTo>
                        <a:pt x="15" y="16"/>
                      </a:lnTo>
                      <a:lnTo>
                        <a:pt x="15" y="16"/>
                      </a:lnTo>
                      <a:lnTo>
                        <a:pt x="15" y="16"/>
                      </a:lnTo>
                      <a:lnTo>
                        <a:pt x="15" y="16"/>
                      </a:lnTo>
                      <a:lnTo>
                        <a:pt x="15" y="18"/>
                      </a:lnTo>
                      <a:lnTo>
                        <a:pt x="15" y="18"/>
                      </a:lnTo>
                      <a:lnTo>
                        <a:pt x="15" y="18"/>
                      </a:lnTo>
                      <a:lnTo>
                        <a:pt x="15" y="18"/>
                      </a:lnTo>
                      <a:lnTo>
                        <a:pt x="15" y="18"/>
                      </a:lnTo>
                      <a:lnTo>
                        <a:pt x="15" y="18"/>
                      </a:lnTo>
                      <a:lnTo>
                        <a:pt x="15" y="18"/>
                      </a:lnTo>
                      <a:lnTo>
                        <a:pt x="15" y="18"/>
                      </a:lnTo>
                      <a:lnTo>
                        <a:pt x="17" y="18"/>
                      </a:lnTo>
                      <a:lnTo>
                        <a:pt x="17" y="18"/>
                      </a:lnTo>
                      <a:lnTo>
                        <a:pt x="17" y="18"/>
                      </a:lnTo>
                      <a:lnTo>
                        <a:pt x="17" y="18"/>
                      </a:lnTo>
                      <a:lnTo>
                        <a:pt x="17" y="18"/>
                      </a:lnTo>
                      <a:lnTo>
                        <a:pt x="17" y="18"/>
                      </a:lnTo>
                      <a:lnTo>
                        <a:pt x="17" y="18"/>
                      </a:lnTo>
                      <a:lnTo>
                        <a:pt x="17" y="18"/>
                      </a:lnTo>
                      <a:lnTo>
                        <a:pt x="17" y="18"/>
                      </a:lnTo>
                      <a:lnTo>
                        <a:pt x="17" y="18"/>
                      </a:lnTo>
                      <a:lnTo>
                        <a:pt x="17" y="18"/>
                      </a:lnTo>
                      <a:lnTo>
                        <a:pt x="17" y="20"/>
                      </a:lnTo>
                      <a:lnTo>
                        <a:pt x="17" y="20"/>
                      </a:lnTo>
                      <a:lnTo>
                        <a:pt x="17" y="20"/>
                      </a:lnTo>
                      <a:lnTo>
                        <a:pt x="17" y="20"/>
                      </a:lnTo>
                      <a:lnTo>
                        <a:pt x="17" y="20"/>
                      </a:lnTo>
                      <a:lnTo>
                        <a:pt x="17" y="20"/>
                      </a:lnTo>
                      <a:lnTo>
                        <a:pt x="17" y="20"/>
                      </a:lnTo>
                      <a:lnTo>
                        <a:pt x="17" y="20"/>
                      </a:lnTo>
                      <a:lnTo>
                        <a:pt x="17" y="20"/>
                      </a:lnTo>
                      <a:lnTo>
                        <a:pt x="17" y="20"/>
                      </a:lnTo>
                      <a:lnTo>
                        <a:pt x="17" y="20"/>
                      </a:lnTo>
                      <a:lnTo>
                        <a:pt x="17" y="20"/>
                      </a:lnTo>
                      <a:lnTo>
                        <a:pt x="17" y="21"/>
                      </a:lnTo>
                      <a:lnTo>
                        <a:pt x="17" y="21"/>
                      </a:lnTo>
                      <a:lnTo>
                        <a:pt x="17" y="21"/>
                      </a:lnTo>
                      <a:lnTo>
                        <a:pt x="17" y="21"/>
                      </a:lnTo>
                      <a:lnTo>
                        <a:pt x="17" y="21"/>
                      </a:lnTo>
                      <a:lnTo>
                        <a:pt x="17" y="21"/>
                      </a:lnTo>
                      <a:lnTo>
                        <a:pt x="17" y="21"/>
                      </a:lnTo>
                      <a:lnTo>
                        <a:pt x="17" y="21"/>
                      </a:lnTo>
                      <a:lnTo>
                        <a:pt x="17" y="21"/>
                      </a:lnTo>
                      <a:lnTo>
                        <a:pt x="17" y="21"/>
                      </a:lnTo>
                      <a:lnTo>
                        <a:pt x="15" y="21"/>
                      </a:lnTo>
                      <a:lnTo>
                        <a:pt x="15" y="21"/>
                      </a:lnTo>
                      <a:lnTo>
                        <a:pt x="15" y="21"/>
                      </a:lnTo>
                      <a:lnTo>
                        <a:pt x="15" y="21"/>
                      </a:lnTo>
                      <a:lnTo>
                        <a:pt x="15" y="21"/>
                      </a:lnTo>
                      <a:lnTo>
                        <a:pt x="15" y="21"/>
                      </a:lnTo>
                      <a:lnTo>
                        <a:pt x="15" y="21"/>
                      </a:lnTo>
                      <a:lnTo>
                        <a:pt x="15" y="21"/>
                      </a:lnTo>
                      <a:lnTo>
                        <a:pt x="15" y="21"/>
                      </a:lnTo>
                      <a:lnTo>
                        <a:pt x="15" y="21"/>
                      </a:lnTo>
                      <a:lnTo>
                        <a:pt x="15" y="21"/>
                      </a:lnTo>
                      <a:lnTo>
                        <a:pt x="15" y="21"/>
                      </a:lnTo>
                      <a:lnTo>
                        <a:pt x="13" y="21"/>
                      </a:lnTo>
                      <a:lnTo>
                        <a:pt x="13" y="21"/>
                      </a:lnTo>
                      <a:lnTo>
                        <a:pt x="13" y="20"/>
                      </a:lnTo>
                      <a:lnTo>
                        <a:pt x="13" y="20"/>
                      </a:lnTo>
                      <a:lnTo>
                        <a:pt x="13" y="20"/>
                      </a:lnTo>
                      <a:lnTo>
                        <a:pt x="13" y="20"/>
                      </a:lnTo>
                      <a:lnTo>
                        <a:pt x="13" y="20"/>
                      </a:lnTo>
                      <a:lnTo>
                        <a:pt x="13" y="20"/>
                      </a:lnTo>
                      <a:lnTo>
                        <a:pt x="11" y="20"/>
                      </a:lnTo>
                      <a:lnTo>
                        <a:pt x="11" y="20"/>
                      </a:lnTo>
                      <a:lnTo>
                        <a:pt x="11" y="20"/>
                      </a:lnTo>
                      <a:lnTo>
                        <a:pt x="11" y="20"/>
                      </a:lnTo>
                      <a:lnTo>
                        <a:pt x="11" y="20"/>
                      </a:lnTo>
                      <a:lnTo>
                        <a:pt x="11" y="20"/>
                      </a:lnTo>
                      <a:lnTo>
                        <a:pt x="11" y="18"/>
                      </a:lnTo>
                      <a:lnTo>
                        <a:pt x="11" y="18"/>
                      </a:lnTo>
                      <a:lnTo>
                        <a:pt x="11" y="18"/>
                      </a:lnTo>
                      <a:lnTo>
                        <a:pt x="11" y="18"/>
                      </a:lnTo>
                      <a:lnTo>
                        <a:pt x="9" y="18"/>
                      </a:lnTo>
                      <a:lnTo>
                        <a:pt x="9" y="18"/>
                      </a:lnTo>
                      <a:lnTo>
                        <a:pt x="9" y="18"/>
                      </a:lnTo>
                      <a:lnTo>
                        <a:pt x="9" y="18"/>
                      </a:lnTo>
                      <a:lnTo>
                        <a:pt x="9" y="18"/>
                      </a:lnTo>
                      <a:lnTo>
                        <a:pt x="9" y="18"/>
                      </a:lnTo>
                      <a:lnTo>
                        <a:pt x="9" y="18"/>
                      </a:lnTo>
                      <a:lnTo>
                        <a:pt x="9" y="18"/>
                      </a:lnTo>
                      <a:lnTo>
                        <a:pt x="9" y="18"/>
                      </a:lnTo>
                      <a:lnTo>
                        <a:pt x="9" y="18"/>
                      </a:lnTo>
                      <a:lnTo>
                        <a:pt x="9" y="18"/>
                      </a:lnTo>
                      <a:lnTo>
                        <a:pt x="9" y="18"/>
                      </a:lnTo>
                      <a:lnTo>
                        <a:pt x="9" y="18"/>
                      </a:lnTo>
                      <a:lnTo>
                        <a:pt x="9" y="16"/>
                      </a:lnTo>
                      <a:lnTo>
                        <a:pt x="9" y="16"/>
                      </a:lnTo>
                      <a:lnTo>
                        <a:pt x="9" y="16"/>
                      </a:lnTo>
                      <a:lnTo>
                        <a:pt x="8" y="18"/>
                      </a:lnTo>
                      <a:lnTo>
                        <a:pt x="8" y="18"/>
                      </a:lnTo>
                      <a:lnTo>
                        <a:pt x="8" y="18"/>
                      </a:lnTo>
                      <a:lnTo>
                        <a:pt x="8" y="16"/>
                      </a:lnTo>
                      <a:lnTo>
                        <a:pt x="8" y="16"/>
                      </a:lnTo>
                      <a:lnTo>
                        <a:pt x="8" y="16"/>
                      </a:lnTo>
                      <a:lnTo>
                        <a:pt x="9" y="16"/>
                      </a:lnTo>
                      <a:lnTo>
                        <a:pt x="9" y="16"/>
                      </a:lnTo>
                      <a:lnTo>
                        <a:pt x="9" y="16"/>
                      </a:lnTo>
                      <a:lnTo>
                        <a:pt x="8" y="16"/>
                      </a:lnTo>
                      <a:lnTo>
                        <a:pt x="9" y="16"/>
                      </a:lnTo>
                      <a:lnTo>
                        <a:pt x="8" y="14"/>
                      </a:lnTo>
                      <a:lnTo>
                        <a:pt x="8" y="14"/>
                      </a:lnTo>
                      <a:lnTo>
                        <a:pt x="8" y="14"/>
                      </a:lnTo>
                      <a:lnTo>
                        <a:pt x="9" y="14"/>
                      </a:lnTo>
                      <a:lnTo>
                        <a:pt x="9" y="14"/>
                      </a:lnTo>
                      <a:lnTo>
                        <a:pt x="9" y="14"/>
                      </a:lnTo>
                      <a:lnTo>
                        <a:pt x="9" y="14"/>
                      </a:lnTo>
                      <a:lnTo>
                        <a:pt x="9" y="14"/>
                      </a:lnTo>
                      <a:lnTo>
                        <a:pt x="9" y="14"/>
                      </a:lnTo>
                      <a:lnTo>
                        <a:pt x="9" y="12"/>
                      </a:lnTo>
                      <a:lnTo>
                        <a:pt x="9" y="12"/>
                      </a:lnTo>
                      <a:lnTo>
                        <a:pt x="9" y="12"/>
                      </a:lnTo>
                      <a:lnTo>
                        <a:pt x="9" y="12"/>
                      </a:lnTo>
                      <a:lnTo>
                        <a:pt x="9" y="12"/>
                      </a:lnTo>
                      <a:lnTo>
                        <a:pt x="11" y="12"/>
                      </a:lnTo>
                      <a:lnTo>
                        <a:pt x="11" y="12"/>
                      </a:lnTo>
                      <a:lnTo>
                        <a:pt x="11" y="12"/>
                      </a:lnTo>
                      <a:lnTo>
                        <a:pt x="11" y="12"/>
                      </a:lnTo>
                      <a:lnTo>
                        <a:pt x="11" y="12"/>
                      </a:lnTo>
                      <a:lnTo>
                        <a:pt x="11" y="12"/>
                      </a:lnTo>
                      <a:lnTo>
                        <a:pt x="11" y="12"/>
                      </a:lnTo>
                      <a:lnTo>
                        <a:pt x="13" y="12"/>
                      </a:lnTo>
                      <a:lnTo>
                        <a:pt x="13" y="11"/>
                      </a:lnTo>
                      <a:lnTo>
                        <a:pt x="13" y="11"/>
                      </a:lnTo>
                      <a:lnTo>
                        <a:pt x="13" y="11"/>
                      </a:lnTo>
                      <a:lnTo>
                        <a:pt x="13" y="11"/>
                      </a:lnTo>
                      <a:lnTo>
                        <a:pt x="11" y="11"/>
                      </a:lnTo>
                      <a:lnTo>
                        <a:pt x="11" y="11"/>
                      </a:lnTo>
                      <a:lnTo>
                        <a:pt x="11" y="11"/>
                      </a:lnTo>
                      <a:lnTo>
                        <a:pt x="11" y="11"/>
                      </a:lnTo>
                      <a:lnTo>
                        <a:pt x="11" y="9"/>
                      </a:lnTo>
                      <a:lnTo>
                        <a:pt x="11" y="9"/>
                      </a:lnTo>
                      <a:lnTo>
                        <a:pt x="11" y="9"/>
                      </a:lnTo>
                      <a:lnTo>
                        <a:pt x="11" y="9"/>
                      </a:lnTo>
                      <a:lnTo>
                        <a:pt x="11" y="9"/>
                      </a:lnTo>
                      <a:lnTo>
                        <a:pt x="11" y="9"/>
                      </a:lnTo>
                      <a:lnTo>
                        <a:pt x="11" y="9"/>
                      </a:lnTo>
                      <a:lnTo>
                        <a:pt x="11" y="9"/>
                      </a:lnTo>
                      <a:lnTo>
                        <a:pt x="13" y="9"/>
                      </a:lnTo>
                      <a:lnTo>
                        <a:pt x="13" y="9"/>
                      </a:lnTo>
                      <a:lnTo>
                        <a:pt x="13" y="9"/>
                      </a:lnTo>
                      <a:lnTo>
                        <a:pt x="13" y="9"/>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3" y="5"/>
                      </a:lnTo>
                      <a:lnTo>
                        <a:pt x="13" y="5"/>
                      </a:lnTo>
                      <a:lnTo>
                        <a:pt x="13" y="5"/>
                      </a:lnTo>
                      <a:lnTo>
                        <a:pt x="13" y="5"/>
                      </a:lnTo>
                      <a:lnTo>
                        <a:pt x="13" y="5"/>
                      </a:lnTo>
                      <a:lnTo>
                        <a:pt x="11" y="7"/>
                      </a:lnTo>
                      <a:lnTo>
                        <a:pt x="11" y="7"/>
                      </a:lnTo>
                      <a:lnTo>
                        <a:pt x="11" y="7"/>
                      </a:lnTo>
                      <a:lnTo>
                        <a:pt x="13" y="7"/>
                      </a:lnTo>
                      <a:lnTo>
                        <a:pt x="13" y="7"/>
                      </a:lnTo>
                      <a:lnTo>
                        <a:pt x="13" y="7"/>
                      </a:lnTo>
                      <a:lnTo>
                        <a:pt x="13" y="7"/>
                      </a:lnTo>
                      <a:lnTo>
                        <a:pt x="13" y="7"/>
                      </a:lnTo>
                      <a:lnTo>
                        <a:pt x="13" y="7"/>
                      </a:lnTo>
                      <a:lnTo>
                        <a:pt x="13" y="7"/>
                      </a:lnTo>
                      <a:lnTo>
                        <a:pt x="13" y="9"/>
                      </a:lnTo>
                      <a:lnTo>
                        <a:pt x="13" y="9"/>
                      </a:lnTo>
                      <a:lnTo>
                        <a:pt x="13" y="7"/>
                      </a:lnTo>
                      <a:lnTo>
                        <a:pt x="11" y="7"/>
                      </a:lnTo>
                      <a:lnTo>
                        <a:pt x="11" y="9"/>
                      </a:lnTo>
                      <a:lnTo>
                        <a:pt x="11" y="9"/>
                      </a:lnTo>
                      <a:lnTo>
                        <a:pt x="11" y="9"/>
                      </a:lnTo>
                      <a:lnTo>
                        <a:pt x="11" y="9"/>
                      </a:lnTo>
                      <a:lnTo>
                        <a:pt x="11" y="9"/>
                      </a:lnTo>
                      <a:lnTo>
                        <a:pt x="11" y="9"/>
                      </a:lnTo>
                      <a:lnTo>
                        <a:pt x="11" y="9"/>
                      </a:lnTo>
                      <a:lnTo>
                        <a:pt x="11" y="9"/>
                      </a:lnTo>
                      <a:lnTo>
                        <a:pt x="11" y="9"/>
                      </a:lnTo>
                      <a:lnTo>
                        <a:pt x="11" y="11"/>
                      </a:lnTo>
                      <a:lnTo>
                        <a:pt x="11" y="11"/>
                      </a:lnTo>
                      <a:lnTo>
                        <a:pt x="11" y="11"/>
                      </a:lnTo>
                      <a:lnTo>
                        <a:pt x="11" y="11"/>
                      </a:lnTo>
                      <a:lnTo>
                        <a:pt x="11" y="11"/>
                      </a:lnTo>
                      <a:lnTo>
                        <a:pt x="11" y="11"/>
                      </a:lnTo>
                      <a:lnTo>
                        <a:pt x="11" y="11"/>
                      </a:lnTo>
                      <a:lnTo>
                        <a:pt x="13" y="11"/>
                      </a:lnTo>
                      <a:lnTo>
                        <a:pt x="13" y="11"/>
                      </a:lnTo>
                      <a:lnTo>
                        <a:pt x="11" y="12"/>
                      </a:lnTo>
                      <a:lnTo>
                        <a:pt x="11" y="12"/>
                      </a:lnTo>
                      <a:lnTo>
                        <a:pt x="11" y="12"/>
                      </a:lnTo>
                      <a:lnTo>
                        <a:pt x="11" y="12"/>
                      </a:lnTo>
                      <a:lnTo>
                        <a:pt x="11" y="12"/>
                      </a:lnTo>
                      <a:lnTo>
                        <a:pt x="11" y="12"/>
                      </a:lnTo>
                      <a:lnTo>
                        <a:pt x="11" y="12"/>
                      </a:lnTo>
                      <a:lnTo>
                        <a:pt x="9" y="12"/>
                      </a:lnTo>
                      <a:lnTo>
                        <a:pt x="9" y="12"/>
                      </a:lnTo>
                      <a:lnTo>
                        <a:pt x="9" y="12"/>
                      </a:lnTo>
                      <a:lnTo>
                        <a:pt x="9" y="12"/>
                      </a:lnTo>
                      <a:lnTo>
                        <a:pt x="9" y="12"/>
                      </a:lnTo>
                      <a:lnTo>
                        <a:pt x="9" y="12"/>
                      </a:lnTo>
                      <a:lnTo>
                        <a:pt x="9" y="12"/>
                      </a:lnTo>
                      <a:lnTo>
                        <a:pt x="9" y="14"/>
                      </a:lnTo>
                      <a:lnTo>
                        <a:pt x="9" y="14"/>
                      </a:lnTo>
                      <a:lnTo>
                        <a:pt x="9" y="14"/>
                      </a:lnTo>
                      <a:lnTo>
                        <a:pt x="9" y="14"/>
                      </a:lnTo>
                      <a:lnTo>
                        <a:pt x="9" y="14"/>
                      </a:lnTo>
                      <a:lnTo>
                        <a:pt x="8" y="14"/>
                      </a:lnTo>
                      <a:lnTo>
                        <a:pt x="8" y="14"/>
                      </a:lnTo>
                      <a:lnTo>
                        <a:pt x="8" y="14"/>
                      </a:lnTo>
                      <a:lnTo>
                        <a:pt x="8" y="14"/>
                      </a:lnTo>
                      <a:lnTo>
                        <a:pt x="8" y="14"/>
                      </a:lnTo>
                      <a:lnTo>
                        <a:pt x="8" y="14"/>
                      </a:lnTo>
                      <a:lnTo>
                        <a:pt x="8" y="14"/>
                      </a:lnTo>
                      <a:lnTo>
                        <a:pt x="8" y="14"/>
                      </a:lnTo>
                      <a:lnTo>
                        <a:pt x="8" y="14"/>
                      </a:lnTo>
                      <a:lnTo>
                        <a:pt x="8" y="14"/>
                      </a:lnTo>
                      <a:lnTo>
                        <a:pt x="8" y="14"/>
                      </a:lnTo>
                      <a:lnTo>
                        <a:pt x="8" y="14"/>
                      </a:lnTo>
                      <a:lnTo>
                        <a:pt x="8" y="14"/>
                      </a:lnTo>
                      <a:lnTo>
                        <a:pt x="8" y="14"/>
                      </a:lnTo>
                      <a:lnTo>
                        <a:pt x="8" y="14"/>
                      </a:lnTo>
                      <a:lnTo>
                        <a:pt x="8" y="14"/>
                      </a:lnTo>
                      <a:lnTo>
                        <a:pt x="8" y="14"/>
                      </a:lnTo>
                      <a:lnTo>
                        <a:pt x="8" y="14"/>
                      </a:lnTo>
                      <a:lnTo>
                        <a:pt x="6" y="14"/>
                      </a:lnTo>
                      <a:lnTo>
                        <a:pt x="6" y="14"/>
                      </a:lnTo>
                      <a:lnTo>
                        <a:pt x="6" y="14"/>
                      </a:lnTo>
                      <a:lnTo>
                        <a:pt x="6" y="14"/>
                      </a:lnTo>
                      <a:lnTo>
                        <a:pt x="6" y="14"/>
                      </a:lnTo>
                      <a:lnTo>
                        <a:pt x="6" y="14"/>
                      </a:lnTo>
                      <a:lnTo>
                        <a:pt x="6" y="14"/>
                      </a:lnTo>
                      <a:lnTo>
                        <a:pt x="6" y="14"/>
                      </a:lnTo>
                      <a:lnTo>
                        <a:pt x="6" y="12"/>
                      </a:lnTo>
                      <a:lnTo>
                        <a:pt x="6" y="12"/>
                      </a:lnTo>
                      <a:lnTo>
                        <a:pt x="6" y="12"/>
                      </a:lnTo>
                      <a:lnTo>
                        <a:pt x="6" y="12"/>
                      </a:lnTo>
                      <a:lnTo>
                        <a:pt x="4" y="12"/>
                      </a:lnTo>
                      <a:lnTo>
                        <a:pt x="4" y="12"/>
                      </a:lnTo>
                      <a:lnTo>
                        <a:pt x="4" y="12"/>
                      </a:lnTo>
                      <a:lnTo>
                        <a:pt x="4" y="12"/>
                      </a:lnTo>
                      <a:lnTo>
                        <a:pt x="4" y="12"/>
                      </a:lnTo>
                      <a:lnTo>
                        <a:pt x="4" y="12"/>
                      </a:lnTo>
                      <a:lnTo>
                        <a:pt x="2" y="12"/>
                      </a:lnTo>
                      <a:lnTo>
                        <a:pt x="2" y="12"/>
                      </a:lnTo>
                      <a:lnTo>
                        <a:pt x="2" y="12"/>
                      </a:lnTo>
                      <a:lnTo>
                        <a:pt x="2" y="12"/>
                      </a:lnTo>
                      <a:lnTo>
                        <a:pt x="2" y="12"/>
                      </a:lnTo>
                      <a:lnTo>
                        <a:pt x="0" y="11"/>
                      </a:lnTo>
                      <a:lnTo>
                        <a:pt x="0" y="11"/>
                      </a:lnTo>
                      <a:lnTo>
                        <a:pt x="0" y="11"/>
                      </a:lnTo>
                      <a:lnTo>
                        <a:pt x="2" y="11"/>
                      </a:lnTo>
                      <a:lnTo>
                        <a:pt x="2" y="9"/>
                      </a:lnTo>
                      <a:lnTo>
                        <a:pt x="2" y="7"/>
                      </a:lnTo>
                      <a:lnTo>
                        <a:pt x="2" y="7"/>
                      </a:lnTo>
                      <a:lnTo>
                        <a:pt x="2" y="7"/>
                      </a:lnTo>
                      <a:lnTo>
                        <a:pt x="2" y="5"/>
                      </a:lnTo>
                      <a:lnTo>
                        <a:pt x="2" y="5"/>
                      </a:lnTo>
                      <a:lnTo>
                        <a:pt x="2" y="5"/>
                      </a:lnTo>
                      <a:lnTo>
                        <a:pt x="2" y="5"/>
                      </a:lnTo>
                      <a:lnTo>
                        <a:pt x="2" y="5"/>
                      </a:lnTo>
                      <a:lnTo>
                        <a:pt x="4" y="5"/>
                      </a:lnTo>
                      <a:lnTo>
                        <a:pt x="4" y="5"/>
                      </a:lnTo>
                      <a:lnTo>
                        <a:pt x="4" y="5"/>
                      </a:lnTo>
                      <a:lnTo>
                        <a:pt x="4" y="5"/>
                      </a:lnTo>
                      <a:lnTo>
                        <a:pt x="4" y="5"/>
                      </a:lnTo>
                      <a:lnTo>
                        <a:pt x="4" y="5"/>
                      </a:lnTo>
                      <a:lnTo>
                        <a:pt x="4" y="5"/>
                      </a:lnTo>
                      <a:lnTo>
                        <a:pt x="4" y="3"/>
                      </a:lnTo>
                      <a:lnTo>
                        <a:pt x="4" y="3"/>
                      </a:lnTo>
                      <a:lnTo>
                        <a:pt x="4" y="3"/>
                      </a:lnTo>
                      <a:lnTo>
                        <a:pt x="6" y="3"/>
                      </a:lnTo>
                      <a:lnTo>
                        <a:pt x="6" y="3"/>
                      </a:lnTo>
                      <a:lnTo>
                        <a:pt x="8" y="1"/>
                      </a:lnTo>
                      <a:lnTo>
                        <a:pt x="9" y="1"/>
                      </a:lnTo>
                      <a:lnTo>
                        <a:pt x="9" y="1"/>
                      </a:lnTo>
                      <a:lnTo>
                        <a:pt x="9" y="1"/>
                      </a:lnTo>
                      <a:lnTo>
                        <a:pt x="9" y="1"/>
                      </a:lnTo>
                      <a:lnTo>
                        <a:pt x="9" y="1"/>
                      </a:lnTo>
                      <a:lnTo>
                        <a:pt x="9" y="1"/>
                      </a:lnTo>
                      <a:lnTo>
                        <a:pt x="9" y="1"/>
                      </a:lnTo>
                      <a:lnTo>
                        <a:pt x="9" y="1"/>
                      </a:lnTo>
                      <a:lnTo>
                        <a:pt x="9" y="1"/>
                      </a:lnTo>
                      <a:lnTo>
                        <a:pt x="9" y="1"/>
                      </a:lnTo>
                      <a:lnTo>
                        <a:pt x="9" y="1"/>
                      </a:lnTo>
                      <a:lnTo>
                        <a:pt x="9" y="1"/>
                      </a:lnTo>
                      <a:lnTo>
                        <a:pt x="9" y="1"/>
                      </a:lnTo>
                      <a:lnTo>
                        <a:pt x="9" y="0"/>
                      </a:lnTo>
                      <a:lnTo>
                        <a:pt x="9" y="0"/>
                      </a:lnTo>
                      <a:lnTo>
                        <a:pt x="9" y="0"/>
                      </a:lnTo>
                      <a:lnTo>
                        <a:pt x="9" y="0"/>
                      </a:lnTo>
                      <a:lnTo>
                        <a:pt x="9" y="0"/>
                      </a:lnTo>
                      <a:lnTo>
                        <a:pt x="9" y="0"/>
                      </a:lnTo>
                      <a:lnTo>
                        <a:pt x="9" y="0"/>
                      </a:lnTo>
                      <a:lnTo>
                        <a:pt x="9" y="0"/>
                      </a:lnTo>
                      <a:lnTo>
                        <a:pt x="11" y="0"/>
                      </a:lnTo>
                      <a:lnTo>
                        <a:pt x="11" y="1"/>
                      </a:lnTo>
                      <a:lnTo>
                        <a:pt x="11" y="1"/>
                      </a:lnTo>
                      <a:lnTo>
                        <a:pt x="11" y="1"/>
                      </a:lnTo>
                      <a:lnTo>
                        <a:pt x="11" y="1"/>
                      </a:lnTo>
                      <a:lnTo>
                        <a:pt x="11" y="1"/>
                      </a:lnTo>
                      <a:lnTo>
                        <a:pt x="11" y="1"/>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1" name="Freeform 66">
                  <a:extLst>
                    <a:ext uri="{FF2B5EF4-FFF2-40B4-BE49-F238E27FC236}">
                      <a16:creationId xmlns:a16="http://schemas.microsoft.com/office/drawing/2014/main" id="{3EA6AED2-461D-2C64-9065-DF691574731C}"/>
                    </a:ext>
                  </a:extLst>
                </p:cNvPr>
                <p:cNvSpPr>
                  <a:spLocks noEditPoints="1"/>
                </p:cNvSpPr>
                <p:nvPr/>
              </p:nvSpPr>
              <p:spPr bwMode="auto">
                <a:xfrm>
                  <a:off x="5623517" y="4597170"/>
                  <a:ext cx="1239751" cy="399395"/>
                </a:xfrm>
                <a:custGeom>
                  <a:avLst/>
                  <a:gdLst>
                    <a:gd name="T0" fmla="*/ 75 w 686"/>
                    <a:gd name="T1" fmla="*/ 42 h 221"/>
                    <a:gd name="T2" fmla="*/ 80 w 686"/>
                    <a:gd name="T3" fmla="*/ 31 h 221"/>
                    <a:gd name="T4" fmla="*/ 100 w 686"/>
                    <a:gd name="T5" fmla="*/ 55 h 221"/>
                    <a:gd name="T6" fmla="*/ 119 w 686"/>
                    <a:gd name="T7" fmla="*/ 82 h 221"/>
                    <a:gd name="T8" fmla="*/ 119 w 686"/>
                    <a:gd name="T9" fmla="*/ 104 h 221"/>
                    <a:gd name="T10" fmla="*/ 109 w 686"/>
                    <a:gd name="T11" fmla="*/ 126 h 221"/>
                    <a:gd name="T12" fmla="*/ 131 w 686"/>
                    <a:gd name="T13" fmla="*/ 159 h 221"/>
                    <a:gd name="T14" fmla="*/ 150 w 686"/>
                    <a:gd name="T15" fmla="*/ 203 h 221"/>
                    <a:gd name="T16" fmla="*/ 139 w 686"/>
                    <a:gd name="T17" fmla="*/ 193 h 221"/>
                    <a:gd name="T18" fmla="*/ 122 w 686"/>
                    <a:gd name="T19" fmla="*/ 203 h 221"/>
                    <a:gd name="T20" fmla="*/ 89 w 686"/>
                    <a:gd name="T21" fmla="*/ 179 h 221"/>
                    <a:gd name="T22" fmla="*/ 69 w 686"/>
                    <a:gd name="T23" fmla="*/ 166 h 221"/>
                    <a:gd name="T24" fmla="*/ 47 w 686"/>
                    <a:gd name="T25" fmla="*/ 144 h 221"/>
                    <a:gd name="T26" fmla="*/ 31 w 686"/>
                    <a:gd name="T27" fmla="*/ 115 h 221"/>
                    <a:gd name="T28" fmla="*/ 27 w 686"/>
                    <a:gd name="T29" fmla="*/ 97 h 221"/>
                    <a:gd name="T30" fmla="*/ 20 w 686"/>
                    <a:gd name="T31" fmla="*/ 100 h 221"/>
                    <a:gd name="T32" fmla="*/ 16 w 686"/>
                    <a:gd name="T33" fmla="*/ 78 h 221"/>
                    <a:gd name="T34" fmla="*/ 11 w 686"/>
                    <a:gd name="T35" fmla="*/ 64 h 221"/>
                    <a:gd name="T36" fmla="*/ 4 w 686"/>
                    <a:gd name="T37" fmla="*/ 27 h 221"/>
                    <a:gd name="T38" fmla="*/ 27 w 686"/>
                    <a:gd name="T39" fmla="*/ 25 h 221"/>
                    <a:gd name="T40" fmla="*/ 51 w 686"/>
                    <a:gd name="T41" fmla="*/ 40 h 221"/>
                    <a:gd name="T42" fmla="*/ 661 w 686"/>
                    <a:gd name="T43" fmla="*/ 95 h 221"/>
                    <a:gd name="T44" fmla="*/ 631 w 686"/>
                    <a:gd name="T45" fmla="*/ 97 h 221"/>
                    <a:gd name="T46" fmla="*/ 626 w 686"/>
                    <a:gd name="T47" fmla="*/ 97 h 221"/>
                    <a:gd name="T48" fmla="*/ 597 w 686"/>
                    <a:gd name="T49" fmla="*/ 97 h 221"/>
                    <a:gd name="T50" fmla="*/ 555 w 686"/>
                    <a:gd name="T51" fmla="*/ 111 h 221"/>
                    <a:gd name="T52" fmla="*/ 535 w 686"/>
                    <a:gd name="T53" fmla="*/ 168 h 221"/>
                    <a:gd name="T54" fmla="*/ 491 w 686"/>
                    <a:gd name="T55" fmla="*/ 206 h 221"/>
                    <a:gd name="T56" fmla="*/ 442 w 686"/>
                    <a:gd name="T57" fmla="*/ 197 h 221"/>
                    <a:gd name="T58" fmla="*/ 396 w 686"/>
                    <a:gd name="T59" fmla="*/ 214 h 221"/>
                    <a:gd name="T60" fmla="*/ 352 w 686"/>
                    <a:gd name="T61" fmla="*/ 199 h 221"/>
                    <a:gd name="T62" fmla="*/ 349 w 686"/>
                    <a:gd name="T63" fmla="*/ 195 h 221"/>
                    <a:gd name="T64" fmla="*/ 367 w 686"/>
                    <a:gd name="T65" fmla="*/ 195 h 221"/>
                    <a:gd name="T66" fmla="*/ 372 w 686"/>
                    <a:gd name="T67" fmla="*/ 195 h 221"/>
                    <a:gd name="T68" fmla="*/ 403 w 686"/>
                    <a:gd name="T69" fmla="*/ 204 h 221"/>
                    <a:gd name="T70" fmla="*/ 401 w 686"/>
                    <a:gd name="T71" fmla="*/ 199 h 221"/>
                    <a:gd name="T72" fmla="*/ 396 w 686"/>
                    <a:gd name="T73" fmla="*/ 190 h 221"/>
                    <a:gd name="T74" fmla="*/ 405 w 686"/>
                    <a:gd name="T75" fmla="*/ 177 h 221"/>
                    <a:gd name="T76" fmla="*/ 445 w 686"/>
                    <a:gd name="T77" fmla="*/ 181 h 221"/>
                    <a:gd name="T78" fmla="*/ 462 w 686"/>
                    <a:gd name="T79" fmla="*/ 179 h 221"/>
                    <a:gd name="T80" fmla="*/ 420 w 686"/>
                    <a:gd name="T81" fmla="*/ 161 h 221"/>
                    <a:gd name="T82" fmla="*/ 463 w 686"/>
                    <a:gd name="T83" fmla="*/ 139 h 221"/>
                    <a:gd name="T84" fmla="*/ 485 w 686"/>
                    <a:gd name="T85" fmla="*/ 111 h 221"/>
                    <a:gd name="T86" fmla="*/ 520 w 686"/>
                    <a:gd name="T87" fmla="*/ 108 h 221"/>
                    <a:gd name="T88" fmla="*/ 533 w 686"/>
                    <a:gd name="T89" fmla="*/ 80 h 221"/>
                    <a:gd name="T90" fmla="*/ 544 w 686"/>
                    <a:gd name="T91" fmla="*/ 76 h 221"/>
                    <a:gd name="T92" fmla="*/ 547 w 686"/>
                    <a:gd name="T93" fmla="*/ 64 h 221"/>
                    <a:gd name="T94" fmla="*/ 564 w 686"/>
                    <a:gd name="T95" fmla="*/ 51 h 221"/>
                    <a:gd name="T96" fmla="*/ 577 w 686"/>
                    <a:gd name="T97" fmla="*/ 27 h 221"/>
                    <a:gd name="T98" fmla="*/ 599 w 686"/>
                    <a:gd name="T99" fmla="*/ 5 h 221"/>
                    <a:gd name="T100" fmla="*/ 606 w 686"/>
                    <a:gd name="T101" fmla="*/ 9 h 221"/>
                    <a:gd name="T102" fmla="*/ 620 w 686"/>
                    <a:gd name="T103" fmla="*/ 18 h 221"/>
                    <a:gd name="T104" fmla="*/ 630 w 686"/>
                    <a:gd name="T105" fmla="*/ 23 h 221"/>
                    <a:gd name="T106" fmla="*/ 624 w 686"/>
                    <a:gd name="T107" fmla="*/ 31 h 221"/>
                    <a:gd name="T108" fmla="*/ 620 w 686"/>
                    <a:gd name="T109" fmla="*/ 40 h 221"/>
                    <a:gd name="T110" fmla="*/ 642 w 686"/>
                    <a:gd name="T111" fmla="*/ 36 h 221"/>
                    <a:gd name="T112" fmla="*/ 641 w 686"/>
                    <a:gd name="T113" fmla="*/ 47 h 221"/>
                    <a:gd name="T114" fmla="*/ 651 w 686"/>
                    <a:gd name="T115" fmla="*/ 45 h 221"/>
                    <a:gd name="T116" fmla="*/ 651 w 686"/>
                    <a:gd name="T117" fmla="*/ 53 h 221"/>
                    <a:gd name="T118" fmla="*/ 668 w 686"/>
                    <a:gd name="T119" fmla="*/ 56 h 221"/>
                    <a:gd name="T120" fmla="*/ 686 w 686"/>
                    <a:gd name="T121" fmla="*/ 60 h 221"/>
                    <a:gd name="T122" fmla="*/ 648 w 686"/>
                    <a:gd name="T123" fmla="*/ 7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221">
                      <a:moveTo>
                        <a:pt x="630" y="100"/>
                      </a:moveTo>
                      <a:lnTo>
                        <a:pt x="631" y="100"/>
                      </a:lnTo>
                      <a:lnTo>
                        <a:pt x="633" y="100"/>
                      </a:lnTo>
                      <a:lnTo>
                        <a:pt x="633" y="102"/>
                      </a:lnTo>
                      <a:lnTo>
                        <a:pt x="635" y="102"/>
                      </a:lnTo>
                      <a:lnTo>
                        <a:pt x="637" y="102"/>
                      </a:lnTo>
                      <a:lnTo>
                        <a:pt x="635" y="102"/>
                      </a:lnTo>
                      <a:lnTo>
                        <a:pt x="631" y="102"/>
                      </a:lnTo>
                      <a:lnTo>
                        <a:pt x="630" y="102"/>
                      </a:lnTo>
                      <a:lnTo>
                        <a:pt x="628" y="102"/>
                      </a:lnTo>
                      <a:lnTo>
                        <a:pt x="628" y="100"/>
                      </a:lnTo>
                      <a:lnTo>
                        <a:pt x="630" y="100"/>
                      </a:lnTo>
                      <a:lnTo>
                        <a:pt x="630" y="98"/>
                      </a:lnTo>
                      <a:lnTo>
                        <a:pt x="630" y="100"/>
                      </a:lnTo>
                      <a:close/>
                      <a:moveTo>
                        <a:pt x="66" y="38"/>
                      </a:moveTo>
                      <a:lnTo>
                        <a:pt x="67" y="38"/>
                      </a:lnTo>
                      <a:lnTo>
                        <a:pt x="66" y="38"/>
                      </a:lnTo>
                      <a:lnTo>
                        <a:pt x="67" y="38"/>
                      </a:lnTo>
                      <a:lnTo>
                        <a:pt x="67" y="36"/>
                      </a:lnTo>
                      <a:lnTo>
                        <a:pt x="69" y="34"/>
                      </a:lnTo>
                      <a:lnTo>
                        <a:pt x="71" y="34"/>
                      </a:lnTo>
                      <a:lnTo>
                        <a:pt x="71" y="33"/>
                      </a:lnTo>
                      <a:lnTo>
                        <a:pt x="71" y="31"/>
                      </a:lnTo>
                      <a:lnTo>
                        <a:pt x="71" y="29"/>
                      </a:lnTo>
                      <a:lnTo>
                        <a:pt x="73" y="29"/>
                      </a:lnTo>
                      <a:lnTo>
                        <a:pt x="71" y="29"/>
                      </a:lnTo>
                      <a:lnTo>
                        <a:pt x="73" y="29"/>
                      </a:lnTo>
                      <a:lnTo>
                        <a:pt x="75" y="29"/>
                      </a:lnTo>
                      <a:lnTo>
                        <a:pt x="75" y="31"/>
                      </a:lnTo>
                      <a:lnTo>
                        <a:pt x="75" y="29"/>
                      </a:lnTo>
                      <a:lnTo>
                        <a:pt x="75" y="31"/>
                      </a:lnTo>
                      <a:lnTo>
                        <a:pt x="75" y="29"/>
                      </a:lnTo>
                      <a:lnTo>
                        <a:pt x="77" y="29"/>
                      </a:lnTo>
                      <a:lnTo>
                        <a:pt x="77" y="31"/>
                      </a:lnTo>
                      <a:lnTo>
                        <a:pt x="77" y="33"/>
                      </a:lnTo>
                      <a:lnTo>
                        <a:pt x="77" y="34"/>
                      </a:lnTo>
                      <a:lnTo>
                        <a:pt x="75" y="34"/>
                      </a:lnTo>
                      <a:lnTo>
                        <a:pt x="75" y="36"/>
                      </a:lnTo>
                      <a:lnTo>
                        <a:pt x="73" y="36"/>
                      </a:lnTo>
                      <a:lnTo>
                        <a:pt x="75" y="36"/>
                      </a:lnTo>
                      <a:lnTo>
                        <a:pt x="75" y="38"/>
                      </a:lnTo>
                      <a:lnTo>
                        <a:pt x="75" y="40"/>
                      </a:lnTo>
                      <a:lnTo>
                        <a:pt x="75" y="42"/>
                      </a:lnTo>
                      <a:lnTo>
                        <a:pt x="75" y="44"/>
                      </a:lnTo>
                      <a:lnTo>
                        <a:pt x="75" y="45"/>
                      </a:lnTo>
                      <a:lnTo>
                        <a:pt x="73" y="45"/>
                      </a:lnTo>
                      <a:lnTo>
                        <a:pt x="73" y="47"/>
                      </a:lnTo>
                      <a:lnTo>
                        <a:pt x="73" y="49"/>
                      </a:lnTo>
                      <a:lnTo>
                        <a:pt x="73" y="47"/>
                      </a:lnTo>
                      <a:lnTo>
                        <a:pt x="71" y="49"/>
                      </a:lnTo>
                      <a:lnTo>
                        <a:pt x="73" y="51"/>
                      </a:lnTo>
                      <a:lnTo>
                        <a:pt x="73" y="53"/>
                      </a:lnTo>
                      <a:lnTo>
                        <a:pt x="75" y="53"/>
                      </a:lnTo>
                      <a:lnTo>
                        <a:pt x="75" y="55"/>
                      </a:lnTo>
                      <a:lnTo>
                        <a:pt x="75" y="56"/>
                      </a:lnTo>
                      <a:lnTo>
                        <a:pt x="73" y="56"/>
                      </a:lnTo>
                      <a:lnTo>
                        <a:pt x="73" y="58"/>
                      </a:lnTo>
                      <a:lnTo>
                        <a:pt x="71" y="58"/>
                      </a:lnTo>
                      <a:lnTo>
                        <a:pt x="69" y="58"/>
                      </a:lnTo>
                      <a:lnTo>
                        <a:pt x="71" y="58"/>
                      </a:lnTo>
                      <a:lnTo>
                        <a:pt x="73" y="58"/>
                      </a:lnTo>
                      <a:lnTo>
                        <a:pt x="73" y="56"/>
                      </a:lnTo>
                      <a:lnTo>
                        <a:pt x="75" y="56"/>
                      </a:lnTo>
                      <a:lnTo>
                        <a:pt x="75" y="55"/>
                      </a:lnTo>
                      <a:lnTo>
                        <a:pt x="75" y="53"/>
                      </a:lnTo>
                      <a:lnTo>
                        <a:pt x="73" y="53"/>
                      </a:lnTo>
                      <a:lnTo>
                        <a:pt x="73" y="51"/>
                      </a:lnTo>
                      <a:lnTo>
                        <a:pt x="71" y="49"/>
                      </a:lnTo>
                      <a:lnTo>
                        <a:pt x="73" y="49"/>
                      </a:lnTo>
                      <a:lnTo>
                        <a:pt x="73" y="47"/>
                      </a:lnTo>
                      <a:lnTo>
                        <a:pt x="73" y="45"/>
                      </a:lnTo>
                      <a:lnTo>
                        <a:pt x="75" y="45"/>
                      </a:lnTo>
                      <a:lnTo>
                        <a:pt x="75" y="44"/>
                      </a:lnTo>
                      <a:lnTo>
                        <a:pt x="75" y="42"/>
                      </a:lnTo>
                      <a:lnTo>
                        <a:pt x="75" y="40"/>
                      </a:lnTo>
                      <a:lnTo>
                        <a:pt x="75" y="38"/>
                      </a:lnTo>
                      <a:lnTo>
                        <a:pt x="75" y="36"/>
                      </a:lnTo>
                      <a:lnTo>
                        <a:pt x="73" y="36"/>
                      </a:lnTo>
                      <a:lnTo>
                        <a:pt x="75" y="36"/>
                      </a:lnTo>
                      <a:lnTo>
                        <a:pt x="77" y="34"/>
                      </a:lnTo>
                      <a:lnTo>
                        <a:pt x="77" y="33"/>
                      </a:lnTo>
                      <a:lnTo>
                        <a:pt x="77" y="31"/>
                      </a:lnTo>
                      <a:lnTo>
                        <a:pt x="77" y="29"/>
                      </a:lnTo>
                      <a:lnTo>
                        <a:pt x="77" y="31"/>
                      </a:lnTo>
                      <a:lnTo>
                        <a:pt x="78" y="31"/>
                      </a:lnTo>
                      <a:lnTo>
                        <a:pt x="80" y="31"/>
                      </a:lnTo>
                      <a:lnTo>
                        <a:pt x="80" y="33"/>
                      </a:lnTo>
                      <a:lnTo>
                        <a:pt x="80" y="31"/>
                      </a:lnTo>
                      <a:lnTo>
                        <a:pt x="80" y="33"/>
                      </a:lnTo>
                      <a:lnTo>
                        <a:pt x="82" y="33"/>
                      </a:lnTo>
                      <a:lnTo>
                        <a:pt x="82" y="34"/>
                      </a:lnTo>
                      <a:lnTo>
                        <a:pt x="82" y="36"/>
                      </a:lnTo>
                      <a:lnTo>
                        <a:pt x="84" y="36"/>
                      </a:lnTo>
                      <a:lnTo>
                        <a:pt x="84" y="38"/>
                      </a:lnTo>
                      <a:lnTo>
                        <a:pt x="84" y="40"/>
                      </a:lnTo>
                      <a:lnTo>
                        <a:pt x="86" y="40"/>
                      </a:lnTo>
                      <a:lnTo>
                        <a:pt x="86" y="42"/>
                      </a:lnTo>
                      <a:lnTo>
                        <a:pt x="84" y="42"/>
                      </a:lnTo>
                      <a:lnTo>
                        <a:pt x="84" y="44"/>
                      </a:lnTo>
                      <a:lnTo>
                        <a:pt x="84" y="42"/>
                      </a:lnTo>
                      <a:lnTo>
                        <a:pt x="82" y="42"/>
                      </a:lnTo>
                      <a:lnTo>
                        <a:pt x="84" y="42"/>
                      </a:lnTo>
                      <a:lnTo>
                        <a:pt x="84" y="44"/>
                      </a:lnTo>
                      <a:lnTo>
                        <a:pt x="84" y="42"/>
                      </a:lnTo>
                      <a:lnTo>
                        <a:pt x="86" y="42"/>
                      </a:lnTo>
                      <a:lnTo>
                        <a:pt x="88" y="42"/>
                      </a:lnTo>
                      <a:lnTo>
                        <a:pt x="88" y="44"/>
                      </a:lnTo>
                      <a:lnTo>
                        <a:pt x="88" y="45"/>
                      </a:lnTo>
                      <a:lnTo>
                        <a:pt x="86" y="45"/>
                      </a:lnTo>
                      <a:lnTo>
                        <a:pt x="88" y="45"/>
                      </a:lnTo>
                      <a:lnTo>
                        <a:pt x="88" y="44"/>
                      </a:lnTo>
                      <a:lnTo>
                        <a:pt x="89" y="44"/>
                      </a:lnTo>
                      <a:lnTo>
                        <a:pt x="89" y="45"/>
                      </a:lnTo>
                      <a:lnTo>
                        <a:pt x="91" y="45"/>
                      </a:lnTo>
                      <a:lnTo>
                        <a:pt x="91" y="47"/>
                      </a:lnTo>
                      <a:lnTo>
                        <a:pt x="93" y="47"/>
                      </a:lnTo>
                      <a:lnTo>
                        <a:pt x="95" y="49"/>
                      </a:lnTo>
                      <a:lnTo>
                        <a:pt x="93" y="49"/>
                      </a:lnTo>
                      <a:lnTo>
                        <a:pt x="93" y="47"/>
                      </a:lnTo>
                      <a:lnTo>
                        <a:pt x="93" y="49"/>
                      </a:lnTo>
                      <a:lnTo>
                        <a:pt x="95" y="49"/>
                      </a:lnTo>
                      <a:lnTo>
                        <a:pt x="95" y="51"/>
                      </a:lnTo>
                      <a:lnTo>
                        <a:pt x="97" y="51"/>
                      </a:lnTo>
                      <a:lnTo>
                        <a:pt x="95" y="49"/>
                      </a:lnTo>
                      <a:lnTo>
                        <a:pt x="97" y="51"/>
                      </a:lnTo>
                      <a:lnTo>
                        <a:pt x="98" y="51"/>
                      </a:lnTo>
                      <a:lnTo>
                        <a:pt x="98" y="53"/>
                      </a:lnTo>
                      <a:lnTo>
                        <a:pt x="100" y="53"/>
                      </a:lnTo>
                      <a:lnTo>
                        <a:pt x="100" y="55"/>
                      </a:lnTo>
                      <a:lnTo>
                        <a:pt x="102" y="55"/>
                      </a:lnTo>
                      <a:lnTo>
                        <a:pt x="104" y="55"/>
                      </a:lnTo>
                      <a:lnTo>
                        <a:pt x="104" y="56"/>
                      </a:lnTo>
                      <a:lnTo>
                        <a:pt x="106" y="56"/>
                      </a:lnTo>
                      <a:lnTo>
                        <a:pt x="108" y="58"/>
                      </a:lnTo>
                      <a:lnTo>
                        <a:pt x="108" y="60"/>
                      </a:lnTo>
                      <a:lnTo>
                        <a:pt x="109" y="60"/>
                      </a:lnTo>
                      <a:lnTo>
                        <a:pt x="108" y="60"/>
                      </a:lnTo>
                      <a:lnTo>
                        <a:pt x="108" y="62"/>
                      </a:lnTo>
                      <a:lnTo>
                        <a:pt x="108" y="64"/>
                      </a:lnTo>
                      <a:lnTo>
                        <a:pt x="106" y="64"/>
                      </a:lnTo>
                      <a:lnTo>
                        <a:pt x="106" y="65"/>
                      </a:lnTo>
                      <a:lnTo>
                        <a:pt x="104" y="65"/>
                      </a:lnTo>
                      <a:lnTo>
                        <a:pt x="106" y="65"/>
                      </a:lnTo>
                      <a:lnTo>
                        <a:pt x="106" y="67"/>
                      </a:lnTo>
                      <a:lnTo>
                        <a:pt x="106" y="69"/>
                      </a:lnTo>
                      <a:lnTo>
                        <a:pt x="104" y="69"/>
                      </a:lnTo>
                      <a:lnTo>
                        <a:pt x="106" y="69"/>
                      </a:lnTo>
                      <a:lnTo>
                        <a:pt x="106" y="67"/>
                      </a:lnTo>
                      <a:lnTo>
                        <a:pt x="106" y="65"/>
                      </a:lnTo>
                      <a:lnTo>
                        <a:pt x="106" y="64"/>
                      </a:lnTo>
                      <a:lnTo>
                        <a:pt x="108" y="64"/>
                      </a:lnTo>
                      <a:lnTo>
                        <a:pt x="108" y="62"/>
                      </a:lnTo>
                      <a:lnTo>
                        <a:pt x="109" y="62"/>
                      </a:lnTo>
                      <a:lnTo>
                        <a:pt x="109" y="60"/>
                      </a:lnTo>
                      <a:lnTo>
                        <a:pt x="109" y="62"/>
                      </a:lnTo>
                      <a:lnTo>
                        <a:pt x="109" y="64"/>
                      </a:lnTo>
                      <a:lnTo>
                        <a:pt x="111" y="64"/>
                      </a:lnTo>
                      <a:lnTo>
                        <a:pt x="111" y="65"/>
                      </a:lnTo>
                      <a:lnTo>
                        <a:pt x="111" y="67"/>
                      </a:lnTo>
                      <a:lnTo>
                        <a:pt x="113" y="67"/>
                      </a:lnTo>
                      <a:lnTo>
                        <a:pt x="113" y="69"/>
                      </a:lnTo>
                      <a:lnTo>
                        <a:pt x="113" y="71"/>
                      </a:lnTo>
                      <a:lnTo>
                        <a:pt x="115" y="73"/>
                      </a:lnTo>
                      <a:lnTo>
                        <a:pt x="115" y="71"/>
                      </a:lnTo>
                      <a:lnTo>
                        <a:pt x="115" y="73"/>
                      </a:lnTo>
                      <a:lnTo>
                        <a:pt x="117" y="75"/>
                      </a:lnTo>
                      <a:lnTo>
                        <a:pt x="117" y="76"/>
                      </a:lnTo>
                      <a:lnTo>
                        <a:pt x="119" y="78"/>
                      </a:lnTo>
                      <a:lnTo>
                        <a:pt x="119" y="80"/>
                      </a:lnTo>
                      <a:lnTo>
                        <a:pt x="120" y="80"/>
                      </a:lnTo>
                      <a:lnTo>
                        <a:pt x="119" y="80"/>
                      </a:lnTo>
                      <a:lnTo>
                        <a:pt x="119" y="82"/>
                      </a:lnTo>
                      <a:lnTo>
                        <a:pt x="117" y="82"/>
                      </a:lnTo>
                      <a:lnTo>
                        <a:pt x="117" y="80"/>
                      </a:lnTo>
                      <a:lnTo>
                        <a:pt x="115" y="80"/>
                      </a:lnTo>
                      <a:lnTo>
                        <a:pt x="117" y="80"/>
                      </a:lnTo>
                      <a:lnTo>
                        <a:pt x="117" y="82"/>
                      </a:lnTo>
                      <a:lnTo>
                        <a:pt x="119" y="82"/>
                      </a:lnTo>
                      <a:lnTo>
                        <a:pt x="119" y="80"/>
                      </a:lnTo>
                      <a:lnTo>
                        <a:pt x="119" y="82"/>
                      </a:lnTo>
                      <a:lnTo>
                        <a:pt x="120" y="84"/>
                      </a:lnTo>
                      <a:lnTo>
                        <a:pt x="120" y="86"/>
                      </a:lnTo>
                      <a:lnTo>
                        <a:pt x="119" y="86"/>
                      </a:lnTo>
                      <a:lnTo>
                        <a:pt x="120" y="86"/>
                      </a:lnTo>
                      <a:lnTo>
                        <a:pt x="119" y="86"/>
                      </a:lnTo>
                      <a:lnTo>
                        <a:pt x="120" y="86"/>
                      </a:lnTo>
                      <a:lnTo>
                        <a:pt x="120" y="87"/>
                      </a:lnTo>
                      <a:lnTo>
                        <a:pt x="120" y="89"/>
                      </a:lnTo>
                      <a:lnTo>
                        <a:pt x="120" y="91"/>
                      </a:lnTo>
                      <a:lnTo>
                        <a:pt x="120" y="89"/>
                      </a:lnTo>
                      <a:lnTo>
                        <a:pt x="120" y="91"/>
                      </a:lnTo>
                      <a:lnTo>
                        <a:pt x="120" y="93"/>
                      </a:lnTo>
                      <a:lnTo>
                        <a:pt x="120" y="95"/>
                      </a:lnTo>
                      <a:lnTo>
                        <a:pt x="120" y="93"/>
                      </a:lnTo>
                      <a:lnTo>
                        <a:pt x="120" y="95"/>
                      </a:lnTo>
                      <a:lnTo>
                        <a:pt x="120" y="97"/>
                      </a:lnTo>
                      <a:lnTo>
                        <a:pt x="122" y="97"/>
                      </a:lnTo>
                      <a:lnTo>
                        <a:pt x="122" y="98"/>
                      </a:lnTo>
                      <a:lnTo>
                        <a:pt x="120" y="98"/>
                      </a:lnTo>
                      <a:lnTo>
                        <a:pt x="120" y="100"/>
                      </a:lnTo>
                      <a:lnTo>
                        <a:pt x="119" y="100"/>
                      </a:lnTo>
                      <a:lnTo>
                        <a:pt x="119" y="102"/>
                      </a:lnTo>
                      <a:lnTo>
                        <a:pt x="119" y="100"/>
                      </a:lnTo>
                      <a:lnTo>
                        <a:pt x="119" y="102"/>
                      </a:lnTo>
                      <a:lnTo>
                        <a:pt x="119" y="100"/>
                      </a:lnTo>
                      <a:lnTo>
                        <a:pt x="117" y="100"/>
                      </a:lnTo>
                      <a:lnTo>
                        <a:pt x="119" y="100"/>
                      </a:lnTo>
                      <a:lnTo>
                        <a:pt x="119" y="102"/>
                      </a:lnTo>
                      <a:lnTo>
                        <a:pt x="119" y="100"/>
                      </a:lnTo>
                      <a:lnTo>
                        <a:pt x="119" y="102"/>
                      </a:lnTo>
                      <a:lnTo>
                        <a:pt x="119" y="100"/>
                      </a:lnTo>
                      <a:lnTo>
                        <a:pt x="120" y="100"/>
                      </a:lnTo>
                      <a:lnTo>
                        <a:pt x="120" y="102"/>
                      </a:lnTo>
                      <a:lnTo>
                        <a:pt x="119" y="102"/>
                      </a:lnTo>
                      <a:lnTo>
                        <a:pt x="119" y="104"/>
                      </a:lnTo>
                      <a:lnTo>
                        <a:pt x="117" y="104"/>
                      </a:lnTo>
                      <a:lnTo>
                        <a:pt x="119" y="104"/>
                      </a:lnTo>
                      <a:lnTo>
                        <a:pt x="117" y="106"/>
                      </a:lnTo>
                      <a:lnTo>
                        <a:pt x="119" y="106"/>
                      </a:lnTo>
                      <a:lnTo>
                        <a:pt x="119" y="108"/>
                      </a:lnTo>
                      <a:lnTo>
                        <a:pt x="119" y="109"/>
                      </a:lnTo>
                      <a:lnTo>
                        <a:pt x="120" y="109"/>
                      </a:lnTo>
                      <a:lnTo>
                        <a:pt x="119" y="109"/>
                      </a:lnTo>
                      <a:lnTo>
                        <a:pt x="119" y="111"/>
                      </a:lnTo>
                      <a:lnTo>
                        <a:pt x="119" y="109"/>
                      </a:lnTo>
                      <a:lnTo>
                        <a:pt x="119" y="111"/>
                      </a:lnTo>
                      <a:lnTo>
                        <a:pt x="117" y="111"/>
                      </a:lnTo>
                      <a:lnTo>
                        <a:pt x="117" y="113"/>
                      </a:lnTo>
                      <a:lnTo>
                        <a:pt x="117" y="115"/>
                      </a:lnTo>
                      <a:lnTo>
                        <a:pt x="117" y="117"/>
                      </a:lnTo>
                      <a:lnTo>
                        <a:pt x="117" y="115"/>
                      </a:lnTo>
                      <a:lnTo>
                        <a:pt x="117" y="117"/>
                      </a:lnTo>
                      <a:lnTo>
                        <a:pt x="117" y="115"/>
                      </a:lnTo>
                      <a:lnTo>
                        <a:pt x="115" y="117"/>
                      </a:lnTo>
                      <a:lnTo>
                        <a:pt x="117" y="115"/>
                      </a:lnTo>
                      <a:lnTo>
                        <a:pt x="117" y="117"/>
                      </a:lnTo>
                      <a:lnTo>
                        <a:pt x="115" y="117"/>
                      </a:lnTo>
                      <a:lnTo>
                        <a:pt x="115" y="118"/>
                      </a:lnTo>
                      <a:lnTo>
                        <a:pt x="117" y="120"/>
                      </a:lnTo>
                      <a:lnTo>
                        <a:pt x="117" y="122"/>
                      </a:lnTo>
                      <a:lnTo>
                        <a:pt x="119" y="122"/>
                      </a:lnTo>
                      <a:lnTo>
                        <a:pt x="119" y="124"/>
                      </a:lnTo>
                      <a:lnTo>
                        <a:pt x="119" y="122"/>
                      </a:lnTo>
                      <a:lnTo>
                        <a:pt x="119" y="124"/>
                      </a:lnTo>
                      <a:lnTo>
                        <a:pt x="120" y="124"/>
                      </a:lnTo>
                      <a:lnTo>
                        <a:pt x="120" y="126"/>
                      </a:lnTo>
                      <a:lnTo>
                        <a:pt x="119" y="126"/>
                      </a:lnTo>
                      <a:lnTo>
                        <a:pt x="117" y="126"/>
                      </a:lnTo>
                      <a:lnTo>
                        <a:pt x="117" y="124"/>
                      </a:lnTo>
                      <a:lnTo>
                        <a:pt x="115" y="124"/>
                      </a:lnTo>
                      <a:lnTo>
                        <a:pt x="115" y="126"/>
                      </a:lnTo>
                      <a:lnTo>
                        <a:pt x="113" y="126"/>
                      </a:lnTo>
                      <a:lnTo>
                        <a:pt x="113" y="124"/>
                      </a:lnTo>
                      <a:lnTo>
                        <a:pt x="113" y="126"/>
                      </a:lnTo>
                      <a:lnTo>
                        <a:pt x="111" y="126"/>
                      </a:lnTo>
                      <a:lnTo>
                        <a:pt x="111" y="124"/>
                      </a:lnTo>
                      <a:lnTo>
                        <a:pt x="111" y="126"/>
                      </a:lnTo>
                      <a:lnTo>
                        <a:pt x="109" y="126"/>
                      </a:lnTo>
                      <a:lnTo>
                        <a:pt x="111" y="126"/>
                      </a:lnTo>
                      <a:lnTo>
                        <a:pt x="113" y="126"/>
                      </a:lnTo>
                      <a:lnTo>
                        <a:pt x="115" y="126"/>
                      </a:lnTo>
                      <a:lnTo>
                        <a:pt x="117" y="124"/>
                      </a:lnTo>
                      <a:lnTo>
                        <a:pt x="117" y="126"/>
                      </a:lnTo>
                      <a:lnTo>
                        <a:pt x="119" y="126"/>
                      </a:lnTo>
                      <a:lnTo>
                        <a:pt x="119" y="128"/>
                      </a:lnTo>
                      <a:lnTo>
                        <a:pt x="119" y="126"/>
                      </a:lnTo>
                      <a:lnTo>
                        <a:pt x="120" y="126"/>
                      </a:lnTo>
                      <a:lnTo>
                        <a:pt x="120" y="128"/>
                      </a:lnTo>
                      <a:lnTo>
                        <a:pt x="120" y="129"/>
                      </a:lnTo>
                      <a:lnTo>
                        <a:pt x="119" y="129"/>
                      </a:lnTo>
                      <a:lnTo>
                        <a:pt x="119" y="131"/>
                      </a:lnTo>
                      <a:lnTo>
                        <a:pt x="119" y="133"/>
                      </a:lnTo>
                      <a:lnTo>
                        <a:pt x="119" y="135"/>
                      </a:lnTo>
                      <a:lnTo>
                        <a:pt x="120" y="135"/>
                      </a:lnTo>
                      <a:lnTo>
                        <a:pt x="120" y="137"/>
                      </a:lnTo>
                      <a:lnTo>
                        <a:pt x="120" y="139"/>
                      </a:lnTo>
                      <a:lnTo>
                        <a:pt x="120" y="140"/>
                      </a:lnTo>
                      <a:lnTo>
                        <a:pt x="120" y="142"/>
                      </a:lnTo>
                      <a:lnTo>
                        <a:pt x="120" y="140"/>
                      </a:lnTo>
                      <a:lnTo>
                        <a:pt x="119" y="140"/>
                      </a:lnTo>
                      <a:lnTo>
                        <a:pt x="120" y="140"/>
                      </a:lnTo>
                      <a:lnTo>
                        <a:pt x="120" y="142"/>
                      </a:lnTo>
                      <a:lnTo>
                        <a:pt x="119" y="142"/>
                      </a:lnTo>
                      <a:lnTo>
                        <a:pt x="119" y="144"/>
                      </a:lnTo>
                      <a:lnTo>
                        <a:pt x="119" y="146"/>
                      </a:lnTo>
                      <a:lnTo>
                        <a:pt x="119" y="144"/>
                      </a:lnTo>
                      <a:lnTo>
                        <a:pt x="119" y="146"/>
                      </a:lnTo>
                      <a:lnTo>
                        <a:pt x="119" y="148"/>
                      </a:lnTo>
                      <a:lnTo>
                        <a:pt x="120" y="148"/>
                      </a:lnTo>
                      <a:lnTo>
                        <a:pt x="120" y="150"/>
                      </a:lnTo>
                      <a:lnTo>
                        <a:pt x="120" y="151"/>
                      </a:lnTo>
                      <a:lnTo>
                        <a:pt x="122" y="151"/>
                      </a:lnTo>
                      <a:lnTo>
                        <a:pt x="122" y="153"/>
                      </a:lnTo>
                      <a:lnTo>
                        <a:pt x="124" y="153"/>
                      </a:lnTo>
                      <a:lnTo>
                        <a:pt x="124" y="155"/>
                      </a:lnTo>
                      <a:lnTo>
                        <a:pt x="126" y="155"/>
                      </a:lnTo>
                      <a:lnTo>
                        <a:pt x="126" y="157"/>
                      </a:lnTo>
                      <a:lnTo>
                        <a:pt x="128" y="157"/>
                      </a:lnTo>
                      <a:lnTo>
                        <a:pt x="129" y="157"/>
                      </a:lnTo>
                      <a:lnTo>
                        <a:pt x="131" y="157"/>
                      </a:lnTo>
                      <a:lnTo>
                        <a:pt x="131" y="159"/>
                      </a:lnTo>
                      <a:lnTo>
                        <a:pt x="133" y="159"/>
                      </a:lnTo>
                      <a:lnTo>
                        <a:pt x="133" y="161"/>
                      </a:lnTo>
                      <a:lnTo>
                        <a:pt x="133" y="159"/>
                      </a:lnTo>
                      <a:lnTo>
                        <a:pt x="133" y="161"/>
                      </a:lnTo>
                      <a:lnTo>
                        <a:pt x="133" y="162"/>
                      </a:lnTo>
                      <a:lnTo>
                        <a:pt x="135" y="162"/>
                      </a:lnTo>
                      <a:lnTo>
                        <a:pt x="133" y="162"/>
                      </a:lnTo>
                      <a:lnTo>
                        <a:pt x="133" y="164"/>
                      </a:lnTo>
                      <a:lnTo>
                        <a:pt x="135" y="164"/>
                      </a:lnTo>
                      <a:lnTo>
                        <a:pt x="135" y="166"/>
                      </a:lnTo>
                      <a:lnTo>
                        <a:pt x="137" y="168"/>
                      </a:lnTo>
                      <a:lnTo>
                        <a:pt x="139" y="170"/>
                      </a:lnTo>
                      <a:lnTo>
                        <a:pt x="139" y="171"/>
                      </a:lnTo>
                      <a:lnTo>
                        <a:pt x="139" y="173"/>
                      </a:lnTo>
                      <a:lnTo>
                        <a:pt x="139" y="175"/>
                      </a:lnTo>
                      <a:lnTo>
                        <a:pt x="140" y="175"/>
                      </a:lnTo>
                      <a:lnTo>
                        <a:pt x="140" y="177"/>
                      </a:lnTo>
                      <a:lnTo>
                        <a:pt x="140" y="179"/>
                      </a:lnTo>
                      <a:lnTo>
                        <a:pt x="142" y="179"/>
                      </a:lnTo>
                      <a:lnTo>
                        <a:pt x="142" y="181"/>
                      </a:lnTo>
                      <a:lnTo>
                        <a:pt x="144" y="182"/>
                      </a:lnTo>
                      <a:lnTo>
                        <a:pt x="142" y="182"/>
                      </a:lnTo>
                      <a:lnTo>
                        <a:pt x="142" y="184"/>
                      </a:lnTo>
                      <a:lnTo>
                        <a:pt x="142" y="182"/>
                      </a:lnTo>
                      <a:lnTo>
                        <a:pt x="142" y="184"/>
                      </a:lnTo>
                      <a:lnTo>
                        <a:pt x="142" y="182"/>
                      </a:lnTo>
                      <a:lnTo>
                        <a:pt x="144" y="182"/>
                      </a:lnTo>
                      <a:lnTo>
                        <a:pt x="144" y="184"/>
                      </a:lnTo>
                      <a:lnTo>
                        <a:pt x="144" y="186"/>
                      </a:lnTo>
                      <a:lnTo>
                        <a:pt x="146" y="186"/>
                      </a:lnTo>
                      <a:lnTo>
                        <a:pt x="144" y="186"/>
                      </a:lnTo>
                      <a:lnTo>
                        <a:pt x="146" y="186"/>
                      </a:lnTo>
                      <a:lnTo>
                        <a:pt x="146" y="188"/>
                      </a:lnTo>
                      <a:lnTo>
                        <a:pt x="146" y="190"/>
                      </a:lnTo>
                      <a:lnTo>
                        <a:pt x="148" y="190"/>
                      </a:lnTo>
                      <a:lnTo>
                        <a:pt x="148" y="192"/>
                      </a:lnTo>
                      <a:lnTo>
                        <a:pt x="148" y="193"/>
                      </a:lnTo>
                      <a:lnTo>
                        <a:pt x="150" y="193"/>
                      </a:lnTo>
                      <a:lnTo>
                        <a:pt x="150" y="195"/>
                      </a:lnTo>
                      <a:lnTo>
                        <a:pt x="150" y="197"/>
                      </a:lnTo>
                      <a:lnTo>
                        <a:pt x="150" y="199"/>
                      </a:lnTo>
                      <a:lnTo>
                        <a:pt x="150" y="201"/>
                      </a:lnTo>
                      <a:lnTo>
                        <a:pt x="150" y="203"/>
                      </a:lnTo>
                      <a:lnTo>
                        <a:pt x="148" y="203"/>
                      </a:lnTo>
                      <a:lnTo>
                        <a:pt x="150" y="203"/>
                      </a:lnTo>
                      <a:lnTo>
                        <a:pt x="148" y="203"/>
                      </a:lnTo>
                      <a:lnTo>
                        <a:pt x="148" y="204"/>
                      </a:lnTo>
                      <a:lnTo>
                        <a:pt x="146" y="204"/>
                      </a:lnTo>
                      <a:lnTo>
                        <a:pt x="144" y="204"/>
                      </a:lnTo>
                      <a:lnTo>
                        <a:pt x="144" y="203"/>
                      </a:lnTo>
                      <a:lnTo>
                        <a:pt x="142" y="203"/>
                      </a:lnTo>
                      <a:lnTo>
                        <a:pt x="144" y="203"/>
                      </a:lnTo>
                      <a:lnTo>
                        <a:pt x="144" y="201"/>
                      </a:lnTo>
                      <a:lnTo>
                        <a:pt x="144" y="203"/>
                      </a:lnTo>
                      <a:lnTo>
                        <a:pt x="144" y="201"/>
                      </a:lnTo>
                      <a:lnTo>
                        <a:pt x="146" y="201"/>
                      </a:lnTo>
                      <a:lnTo>
                        <a:pt x="144" y="201"/>
                      </a:lnTo>
                      <a:lnTo>
                        <a:pt x="144" y="203"/>
                      </a:lnTo>
                      <a:lnTo>
                        <a:pt x="144" y="201"/>
                      </a:lnTo>
                      <a:lnTo>
                        <a:pt x="144" y="203"/>
                      </a:lnTo>
                      <a:lnTo>
                        <a:pt x="144" y="201"/>
                      </a:lnTo>
                      <a:lnTo>
                        <a:pt x="142" y="201"/>
                      </a:lnTo>
                      <a:lnTo>
                        <a:pt x="142" y="199"/>
                      </a:lnTo>
                      <a:lnTo>
                        <a:pt x="142" y="201"/>
                      </a:lnTo>
                      <a:lnTo>
                        <a:pt x="140" y="201"/>
                      </a:lnTo>
                      <a:lnTo>
                        <a:pt x="140" y="199"/>
                      </a:lnTo>
                      <a:lnTo>
                        <a:pt x="142" y="199"/>
                      </a:lnTo>
                      <a:lnTo>
                        <a:pt x="142" y="197"/>
                      </a:lnTo>
                      <a:lnTo>
                        <a:pt x="144" y="197"/>
                      </a:lnTo>
                      <a:lnTo>
                        <a:pt x="146" y="197"/>
                      </a:lnTo>
                      <a:lnTo>
                        <a:pt x="146" y="195"/>
                      </a:lnTo>
                      <a:lnTo>
                        <a:pt x="146" y="197"/>
                      </a:lnTo>
                      <a:lnTo>
                        <a:pt x="144" y="197"/>
                      </a:lnTo>
                      <a:lnTo>
                        <a:pt x="144" y="195"/>
                      </a:lnTo>
                      <a:lnTo>
                        <a:pt x="144" y="197"/>
                      </a:lnTo>
                      <a:lnTo>
                        <a:pt x="142" y="197"/>
                      </a:lnTo>
                      <a:lnTo>
                        <a:pt x="142" y="199"/>
                      </a:lnTo>
                      <a:lnTo>
                        <a:pt x="140" y="199"/>
                      </a:lnTo>
                      <a:lnTo>
                        <a:pt x="140" y="197"/>
                      </a:lnTo>
                      <a:lnTo>
                        <a:pt x="140" y="195"/>
                      </a:lnTo>
                      <a:lnTo>
                        <a:pt x="139" y="195"/>
                      </a:lnTo>
                      <a:lnTo>
                        <a:pt x="139" y="193"/>
                      </a:lnTo>
                      <a:lnTo>
                        <a:pt x="137" y="193"/>
                      </a:lnTo>
                      <a:lnTo>
                        <a:pt x="137" y="192"/>
                      </a:lnTo>
                      <a:lnTo>
                        <a:pt x="137" y="193"/>
                      </a:lnTo>
                      <a:lnTo>
                        <a:pt x="139" y="193"/>
                      </a:lnTo>
                      <a:lnTo>
                        <a:pt x="139" y="195"/>
                      </a:lnTo>
                      <a:lnTo>
                        <a:pt x="137" y="195"/>
                      </a:lnTo>
                      <a:lnTo>
                        <a:pt x="139" y="195"/>
                      </a:lnTo>
                      <a:lnTo>
                        <a:pt x="137" y="195"/>
                      </a:lnTo>
                      <a:lnTo>
                        <a:pt x="139" y="195"/>
                      </a:lnTo>
                      <a:lnTo>
                        <a:pt x="140" y="195"/>
                      </a:lnTo>
                      <a:lnTo>
                        <a:pt x="139" y="195"/>
                      </a:lnTo>
                      <a:lnTo>
                        <a:pt x="140" y="195"/>
                      </a:lnTo>
                      <a:lnTo>
                        <a:pt x="140" y="197"/>
                      </a:lnTo>
                      <a:lnTo>
                        <a:pt x="140" y="199"/>
                      </a:lnTo>
                      <a:lnTo>
                        <a:pt x="140" y="201"/>
                      </a:lnTo>
                      <a:lnTo>
                        <a:pt x="139" y="201"/>
                      </a:lnTo>
                      <a:lnTo>
                        <a:pt x="140" y="201"/>
                      </a:lnTo>
                      <a:lnTo>
                        <a:pt x="139" y="201"/>
                      </a:lnTo>
                      <a:lnTo>
                        <a:pt x="137" y="201"/>
                      </a:lnTo>
                      <a:lnTo>
                        <a:pt x="135" y="201"/>
                      </a:lnTo>
                      <a:lnTo>
                        <a:pt x="135" y="199"/>
                      </a:lnTo>
                      <a:lnTo>
                        <a:pt x="133" y="199"/>
                      </a:lnTo>
                      <a:lnTo>
                        <a:pt x="131" y="199"/>
                      </a:lnTo>
                      <a:lnTo>
                        <a:pt x="131" y="197"/>
                      </a:lnTo>
                      <a:lnTo>
                        <a:pt x="131" y="199"/>
                      </a:lnTo>
                      <a:lnTo>
                        <a:pt x="133" y="199"/>
                      </a:lnTo>
                      <a:lnTo>
                        <a:pt x="131" y="199"/>
                      </a:lnTo>
                      <a:lnTo>
                        <a:pt x="131" y="201"/>
                      </a:lnTo>
                      <a:lnTo>
                        <a:pt x="129" y="199"/>
                      </a:lnTo>
                      <a:lnTo>
                        <a:pt x="129" y="201"/>
                      </a:lnTo>
                      <a:lnTo>
                        <a:pt x="129" y="199"/>
                      </a:lnTo>
                      <a:lnTo>
                        <a:pt x="129" y="201"/>
                      </a:lnTo>
                      <a:lnTo>
                        <a:pt x="128" y="201"/>
                      </a:lnTo>
                      <a:lnTo>
                        <a:pt x="128" y="199"/>
                      </a:lnTo>
                      <a:lnTo>
                        <a:pt x="128" y="201"/>
                      </a:lnTo>
                      <a:lnTo>
                        <a:pt x="129" y="201"/>
                      </a:lnTo>
                      <a:lnTo>
                        <a:pt x="128" y="201"/>
                      </a:lnTo>
                      <a:lnTo>
                        <a:pt x="128" y="203"/>
                      </a:lnTo>
                      <a:lnTo>
                        <a:pt x="126" y="203"/>
                      </a:lnTo>
                      <a:lnTo>
                        <a:pt x="126" y="204"/>
                      </a:lnTo>
                      <a:lnTo>
                        <a:pt x="124" y="204"/>
                      </a:lnTo>
                      <a:lnTo>
                        <a:pt x="124" y="203"/>
                      </a:lnTo>
                      <a:lnTo>
                        <a:pt x="124" y="201"/>
                      </a:lnTo>
                      <a:lnTo>
                        <a:pt x="124" y="199"/>
                      </a:lnTo>
                      <a:lnTo>
                        <a:pt x="124" y="201"/>
                      </a:lnTo>
                      <a:lnTo>
                        <a:pt x="122" y="201"/>
                      </a:lnTo>
                      <a:lnTo>
                        <a:pt x="122" y="203"/>
                      </a:lnTo>
                      <a:lnTo>
                        <a:pt x="122" y="201"/>
                      </a:lnTo>
                      <a:lnTo>
                        <a:pt x="122" y="203"/>
                      </a:lnTo>
                      <a:lnTo>
                        <a:pt x="122" y="204"/>
                      </a:lnTo>
                      <a:lnTo>
                        <a:pt x="124" y="204"/>
                      </a:lnTo>
                      <a:lnTo>
                        <a:pt x="122" y="204"/>
                      </a:lnTo>
                      <a:lnTo>
                        <a:pt x="122" y="206"/>
                      </a:lnTo>
                      <a:lnTo>
                        <a:pt x="120" y="206"/>
                      </a:lnTo>
                      <a:lnTo>
                        <a:pt x="120" y="204"/>
                      </a:lnTo>
                      <a:lnTo>
                        <a:pt x="119" y="203"/>
                      </a:lnTo>
                      <a:lnTo>
                        <a:pt x="119" y="201"/>
                      </a:lnTo>
                      <a:lnTo>
                        <a:pt x="119" y="199"/>
                      </a:lnTo>
                      <a:lnTo>
                        <a:pt x="117" y="199"/>
                      </a:lnTo>
                      <a:lnTo>
                        <a:pt x="117" y="197"/>
                      </a:lnTo>
                      <a:lnTo>
                        <a:pt x="115" y="197"/>
                      </a:lnTo>
                      <a:lnTo>
                        <a:pt x="115" y="195"/>
                      </a:lnTo>
                      <a:lnTo>
                        <a:pt x="113" y="195"/>
                      </a:lnTo>
                      <a:lnTo>
                        <a:pt x="111" y="193"/>
                      </a:lnTo>
                      <a:lnTo>
                        <a:pt x="109" y="193"/>
                      </a:lnTo>
                      <a:lnTo>
                        <a:pt x="108" y="192"/>
                      </a:lnTo>
                      <a:lnTo>
                        <a:pt x="106" y="192"/>
                      </a:lnTo>
                      <a:lnTo>
                        <a:pt x="106" y="190"/>
                      </a:lnTo>
                      <a:lnTo>
                        <a:pt x="104" y="190"/>
                      </a:lnTo>
                      <a:lnTo>
                        <a:pt x="102" y="190"/>
                      </a:lnTo>
                      <a:lnTo>
                        <a:pt x="100" y="190"/>
                      </a:lnTo>
                      <a:lnTo>
                        <a:pt x="100" y="188"/>
                      </a:lnTo>
                      <a:lnTo>
                        <a:pt x="100" y="186"/>
                      </a:lnTo>
                      <a:lnTo>
                        <a:pt x="100" y="188"/>
                      </a:lnTo>
                      <a:lnTo>
                        <a:pt x="98" y="186"/>
                      </a:lnTo>
                      <a:lnTo>
                        <a:pt x="97" y="186"/>
                      </a:lnTo>
                      <a:lnTo>
                        <a:pt x="95" y="186"/>
                      </a:lnTo>
                      <a:lnTo>
                        <a:pt x="95" y="184"/>
                      </a:lnTo>
                      <a:lnTo>
                        <a:pt x="95" y="186"/>
                      </a:lnTo>
                      <a:lnTo>
                        <a:pt x="95" y="184"/>
                      </a:lnTo>
                      <a:lnTo>
                        <a:pt x="95" y="186"/>
                      </a:lnTo>
                      <a:lnTo>
                        <a:pt x="93" y="186"/>
                      </a:lnTo>
                      <a:lnTo>
                        <a:pt x="93" y="184"/>
                      </a:lnTo>
                      <a:lnTo>
                        <a:pt x="91" y="184"/>
                      </a:lnTo>
                      <a:lnTo>
                        <a:pt x="91" y="182"/>
                      </a:lnTo>
                      <a:lnTo>
                        <a:pt x="89" y="182"/>
                      </a:lnTo>
                      <a:lnTo>
                        <a:pt x="89" y="181"/>
                      </a:lnTo>
                      <a:lnTo>
                        <a:pt x="88" y="181"/>
                      </a:lnTo>
                      <a:lnTo>
                        <a:pt x="88" y="179"/>
                      </a:lnTo>
                      <a:lnTo>
                        <a:pt x="89" y="179"/>
                      </a:lnTo>
                      <a:lnTo>
                        <a:pt x="88" y="179"/>
                      </a:lnTo>
                      <a:lnTo>
                        <a:pt x="88" y="177"/>
                      </a:lnTo>
                      <a:lnTo>
                        <a:pt x="89" y="177"/>
                      </a:lnTo>
                      <a:lnTo>
                        <a:pt x="89" y="175"/>
                      </a:lnTo>
                      <a:lnTo>
                        <a:pt x="91" y="175"/>
                      </a:lnTo>
                      <a:lnTo>
                        <a:pt x="89" y="175"/>
                      </a:lnTo>
                      <a:lnTo>
                        <a:pt x="89" y="177"/>
                      </a:lnTo>
                      <a:lnTo>
                        <a:pt x="89" y="175"/>
                      </a:lnTo>
                      <a:lnTo>
                        <a:pt x="91" y="175"/>
                      </a:lnTo>
                      <a:lnTo>
                        <a:pt x="93" y="175"/>
                      </a:lnTo>
                      <a:lnTo>
                        <a:pt x="91" y="175"/>
                      </a:lnTo>
                      <a:lnTo>
                        <a:pt x="93" y="175"/>
                      </a:lnTo>
                      <a:lnTo>
                        <a:pt x="91" y="175"/>
                      </a:lnTo>
                      <a:lnTo>
                        <a:pt x="89" y="175"/>
                      </a:lnTo>
                      <a:lnTo>
                        <a:pt x="89" y="177"/>
                      </a:lnTo>
                      <a:lnTo>
                        <a:pt x="89" y="175"/>
                      </a:lnTo>
                      <a:lnTo>
                        <a:pt x="91" y="175"/>
                      </a:lnTo>
                      <a:lnTo>
                        <a:pt x="89" y="175"/>
                      </a:lnTo>
                      <a:lnTo>
                        <a:pt x="89" y="177"/>
                      </a:lnTo>
                      <a:lnTo>
                        <a:pt x="88" y="177"/>
                      </a:lnTo>
                      <a:lnTo>
                        <a:pt x="88" y="179"/>
                      </a:lnTo>
                      <a:lnTo>
                        <a:pt x="89" y="179"/>
                      </a:lnTo>
                      <a:lnTo>
                        <a:pt x="88" y="179"/>
                      </a:lnTo>
                      <a:lnTo>
                        <a:pt x="88" y="177"/>
                      </a:lnTo>
                      <a:lnTo>
                        <a:pt x="86" y="177"/>
                      </a:lnTo>
                      <a:lnTo>
                        <a:pt x="84" y="177"/>
                      </a:lnTo>
                      <a:lnTo>
                        <a:pt x="84" y="175"/>
                      </a:lnTo>
                      <a:lnTo>
                        <a:pt x="82" y="175"/>
                      </a:lnTo>
                      <a:lnTo>
                        <a:pt x="80" y="175"/>
                      </a:lnTo>
                      <a:lnTo>
                        <a:pt x="78" y="175"/>
                      </a:lnTo>
                      <a:lnTo>
                        <a:pt x="78" y="173"/>
                      </a:lnTo>
                      <a:lnTo>
                        <a:pt x="77" y="173"/>
                      </a:lnTo>
                      <a:lnTo>
                        <a:pt x="75" y="173"/>
                      </a:lnTo>
                      <a:lnTo>
                        <a:pt x="73" y="173"/>
                      </a:lnTo>
                      <a:lnTo>
                        <a:pt x="73" y="171"/>
                      </a:lnTo>
                      <a:lnTo>
                        <a:pt x="71" y="170"/>
                      </a:lnTo>
                      <a:lnTo>
                        <a:pt x="71" y="171"/>
                      </a:lnTo>
                      <a:lnTo>
                        <a:pt x="71" y="170"/>
                      </a:lnTo>
                      <a:lnTo>
                        <a:pt x="71" y="168"/>
                      </a:lnTo>
                      <a:lnTo>
                        <a:pt x="69" y="168"/>
                      </a:lnTo>
                      <a:lnTo>
                        <a:pt x="67" y="168"/>
                      </a:lnTo>
                      <a:lnTo>
                        <a:pt x="67" y="166"/>
                      </a:lnTo>
                      <a:lnTo>
                        <a:pt x="69" y="166"/>
                      </a:lnTo>
                      <a:lnTo>
                        <a:pt x="69" y="164"/>
                      </a:lnTo>
                      <a:lnTo>
                        <a:pt x="69" y="166"/>
                      </a:lnTo>
                      <a:lnTo>
                        <a:pt x="67" y="166"/>
                      </a:lnTo>
                      <a:lnTo>
                        <a:pt x="66" y="166"/>
                      </a:lnTo>
                      <a:lnTo>
                        <a:pt x="64" y="166"/>
                      </a:lnTo>
                      <a:lnTo>
                        <a:pt x="62" y="166"/>
                      </a:lnTo>
                      <a:lnTo>
                        <a:pt x="64" y="166"/>
                      </a:lnTo>
                      <a:lnTo>
                        <a:pt x="64" y="164"/>
                      </a:lnTo>
                      <a:lnTo>
                        <a:pt x="62" y="164"/>
                      </a:lnTo>
                      <a:lnTo>
                        <a:pt x="64" y="164"/>
                      </a:lnTo>
                      <a:lnTo>
                        <a:pt x="62" y="164"/>
                      </a:lnTo>
                      <a:lnTo>
                        <a:pt x="62" y="162"/>
                      </a:lnTo>
                      <a:lnTo>
                        <a:pt x="60" y="162"/>
                      </a:lnTo>
                      <a:lnTo>
                        <a:pt x="60" y="161"/>
                      </a:lnTo>
                      <a:lnTo>
                        <a:pt x="60" y="159"/>
                      </a:lnTo>
                      <a:lnTo>
                        <a:pt x="60" y="161"/>
                      </a:lnTo>
                      <a:lnTo>
                        <a:pt x="60" y="159"/>
                      </a:lnTo>
                      <a:lnTo>
                        <a:pt x="58" y="159"/>
                      </a:lnTo>
                      <a:lnTo>
                        <a:pt x="56" y="159"/>
                      </a:lnTo>
                      <a:lnTo>
                        <a:pt x="55" y="159"/>
                      </a:lnTo>
                      <a:lnTo>
                        <a:pt x="55" y="157"/>
                      </a:lnTo>
                      <a:lnTo>
                        <a:pt x="53" y="157"/>
                      </a:lnTo>
                      <a:lnTo>
                        <a:pt x="51" y="157"/>
                      </a:lnTo>
                      <a:lnTo>
                        <a:pt x="49" y="155"/>
                      </a:lnTo>
                      <a:lnTo>
                        <a:pt x="49" y="153"/>
                      </a:lnTo>
                      <a:lnTo>
                        <a:pt x="47" y="153"/>
                      </a:lnTo>
                      <a:lnTo>
                        <a:pt x="47" y="151"/>
                      </a:lnTo>
                      <a:lnTo>
                        <a:pt x="47" y="150"/>
                      </a:lnTo>
                      <a:lnTo>
                        <a:pt x="49" y="150"/>
                      </a:lnTo>
                      <a:lnTo>
                        <a:pt x="49" y="148"/>
                      </a:lnTo>
                      <a:lnTo>
                        <a:pt x="49" y="150"/>
                      </a:lnTo>
                      <a:lnTo>
                        <a:pt x="47" y="150"/>
                      </a:lnTo>
                      <a:lnTo>
                        <a:pt x="49" y="150"/>
                      </a:lnTo>
                      <a:lnTo>
                        <a:pt x="49" y="148"/>
                      </a:lnTo>
                      <a:lnTo>
                        <a:pt x="47" y="148"/>
                      </a:lnTo>
                      <a:lnTo>
                        <a:pt x="47" y="150"/>
                      </a:lnTo>
                      <a:lnTo>
                        <a:pt x="47" y="148"/>
                      </a:lnTo>
                      <a:lnTo>
                        <a:pt x="47" y="146"/>
                      </a:lnTo>
                      <a:lnTo>
                        <a:pt x="46" y="146"/>
                      </a:lnTo>
                      <a:lnTo>
                        <a:pt x="46" y="148"/>
                      </a:lnTo>
                      <a:lnTo>
                        <a:pt x="46" y="146"/>
                      </a:lnTo>
                      <a:lnTo>
                        <a:pt x="46" y="144"/>
                      </a:lnTo>
                      <a:lnTo>
                        <a:pt x="47" y="144"/>
                      </a:lnTo>
                      <a:lnTo>
                        <a:pt x="46" y="144"/>
                      </a:lnTo>
                      <a:lnTo>
                        <a:pt x="46" y="142"/>
                      </a:lnTo>
                      <a:lnTo>
                        <a:pt x="47" y="144"/>
                      </a:lnTo>
                      <a:lnTo>
                        <a:pt x="47" y="142"/>
                      </a:lnTo>
                      <a:lnTo>
                        <a:pt x="46" y="142"/>
                      </a:lnTo>
                      <a:lnTo>
                        <a:pt x="46" y="144"/>
                      </a:lnTo>
                      <a:lnTo>
                        <a:pt x="47" y="144"/>
                      </a:lnTo>
                      <a:lnTo>
                        <a:pt x="46" y="144"/>
                      </a:lnTo>
                      <a:lnTo>
                        <a:pt x="46" y="142"/>
                      </a:lnTo>
                      <a:lnTo>
                        <a:pt x="44" y="140"/>
                      </a:lnTo>
                      <a:lnTo>
                        <a:pt x="44" y="139"/>
                      </a:lnTo>
                      <a:lnTo>
                        <a:pt x="44" y="137"/>
                      </a:lnTo>
                      <a:lnTo>
                        <a:pt x="44" y="135"/>
                      </a:lnTo>
                      <a:lnTo>
                        <a:pt x="42" y="135"/>
                      </a:lnTo>
                      <a:lnTo>
                        <a:pt x="42" y="133"/>
                      </a:lnTo>
                      <a:lnTo>
                        <a:pt x="40" y="133"/>
                      </a:lnTo>
                      <a:lnTo>
                        <a:pt x="40" y="131"/>
                      </a:lnTo>
                      <a:lnTo>
                        <a:pt x="42" y="131"/>
                      </a:lnTo>
                      <a:lnTo>
                        <a:pt x="40" y="131"/>
                      </a:lnTo>
                      <a:lnTo>
                        <a:pt x="40" y="133"/>
                      </a:lnTo>
                      <a:lnTo>
                        <a:pt x="38" y="131"/>
                      </a:lnTo>
                      <a:lnTo>
                        <a:pt x="38" y="129"/>
                      </a:lnTo>
                      <a:lnTo>
                        <a:pt x="38" y="131"/>
                      </a:lnTo>
                      <a:lnTo>
                        <a:pt x="38" y="129"/>
                      </a:lnTo>
                      <a:lnTo>
                        <a:pt x="36" y="129"/>
                      </a:lnTo>
                      <a:lnTo>
                        <a:pt x="36" y="128"/>
                      </a:lnTo>
                      <a:lnTo>
                        <a:pt x="36" y="126"/>
                      </a:lnTo>
                      <a:lnTo>
                        <a:pt x="35" y="126"/>
                      </a:lnTo>
                      <a:lnTo>
                        <a:pt x="35" y="124"/>
                      </a:lnTo>
                      <a:lnTo>
                        <a:pt x="33" y="122"/>
                      </a:lnTo>
                      <a:lnTo>
                        <a:pt x="33" y="120"/>
                      </a:lnTo>
                      <a:lnTo>
                        <a:pt x="31" y="120"/>
                      </a:lnTo>
                      <a:lnTo>
                        <a:pt x="29" y="120"/>
                      </a:lnTo>
                      <a:lnTo>
                        <a:pt x="29" y="118"/>
                      </a:lnTo>
                      <a:lnTo>
                        <a:pt x="29" y="117"/>
                      </a:lnTo>
                      <a:lnTo>
                        <a:pt x="27" y="117"/>
                      </a:lnTo>
                      <a:lnTo>
                        <a:pt x="25" y="117"/>
                      </a:lnTo>
                      <a:lnTo>
                        <a:pt x="25" y="115"/>
                      </a:lnTo>
                      <a:lnTo>
                        <a:pt x="27" y="115"/>
                      </a:lnTo>
                      <a:lnTo>
                        <a:pt x="29" y="115"/>
                      </a:lnTo>
                      <a:lnTo>
                        <a:pt x="29" y="113"/>
                      </a:lnTo>
                      <a:lnTo>
                        <a:pt x="31" y="113"/>
                      </a:lnTo>
                      <a:lnTo>
                        <a:pt x="31" y="115"/>
                      </a:lnTo>
                      <a:lnTo>
                        <a:pt x="31" y="117"/>
                      </a:lnTo>
                      <a:lnTo>
                        <a:pt x="33" y="117"/>
                      </a:lnTo>
                      <a:lnTo>
                        <a:pt x="31" y="117"/>
                      </a:lnTo>
                      <a:lnTo>
                        <a:pt x="31" y="115"/>
                      </a:lnTo>
                      <a:lnTo>
                        <a:pt x="31" y="113"/>
                      </a:lnTo>
                      <a:lnTo>
                        <a:pt x="29" y="113"/>
                      </a:lnTo>
                      <a:lnTo>
                        <a:pt x="27" y="113"/>
                      </a:lnTo>
                      <a:lnTo>
                        <a:pt x="27" y="115"/>
                      </a:lnTo>
                      <a:lnTo>
                        <a:pt x="25" y="115"/>
                      </a:lnTo>
                      <a:lnTo>
                        <a:pt x="25" y="113"/>
                      </a:lnTo>
                      <a:lnTo>
                        <a:pt x="25" y="115"/>
                      </a:lnTo>
                      <a:lnTo>
                        <a:pt x="24" y="115"/>
                      </a:lnTo>
                      <a:lnTo>
                        <a:pt x="24" y="113"/>
                      </a:lnTo>
                      <a:lnTo>
                        <a:pt x="22" y="113"/>
                      </a:lnTo>
                      <a:lnTo>
                        <a:pt x="22" y="111"/>
                      </a:lnTo>
                      <a:lnTo>
                        <a:pt x="22" y="109"/>
                      </a:lnTo>
                      <a:lnTo>
                        <a:pt x="24" y="109"/>
                      </a:lnTo>
                      <a:lnTo>
                        <a:pt x="25" y="109"/>
                      </a:lnTo>
                      <a:lnTo>
                        <a:pt x="25" y="108"/>
                      </a:lnTo>
                      <a:lnTo>
                        <a:pt x="27" y="108"/>
                      </a:lnTo>
                      <a:lnTo>
                        <a:pt x="27" y="109"/>
                      </a:lnTo>
                      <a:lnTo>
                        <a:pt x="27" y="111"/>
                      </a:lnTo>
                      <a:lnTo>
                        <a:pt x="29" y="109"/>
                      </a:lnTo>
                      <a:lnTo>
                        <a:pt x="29" y="111"/>
                      </a:lnTo>
                      <a:lnTo>
                        <a:pt x="29" y="109"/>
                      </a:lnTo>
                      <a:lnTo>
                        <a:pt x="29" y="111"/>
                      </a:lnTo>
                      <a:lnTo>
                        <a:pt x="31" y="111"/>
                      </a:lnTo>
                      <a:lnTo>
                        <a:pt x="31" y="109"/>
                      </a:lnTo>
                      <a:lnTo>
                        <a:pt x="33" y="109"/>
                      </a:lnTo>
                      <a:lnTo>
                        <a:pt x="31" y="109"/>
                      </a:lnTo>
                      <a:lnTo>
                        <a:pt x="33" y="109"/>
                      </a:lnTo>
                      <a:lnTo>
                        <a:pt x="33" y="108"/>
                      </a:lnTo>
                      <a:lnTo>
                        <a:pt x="33" y="106"/>
                      </a:lnTo>
                      <a:lnTo>
                        <a:pt x="33" y="104"/>
                      </a:lnTo>
                      <a:lnTo>
                        <a:pt x="31" y="104"/>
                      </a:lnTo>
                      <a:lnTo>
                        <a:pt x="33" y="104"/>
                      </a:lnTo>
                      <a:lnTo>
                        <a:pt x="31" y="104"/>
                      </a:lnTo>
                      <a:lnTo>
                        <a:pt x="31" y="102"/>
                      </a:lnTo>
                      <a:lnTo>
                        <a:pt x="29" y="102"/>
                      </a:lnTo>
                      <a:lnTo>
                        <a:pt x="29" y="100"/>
                      </a:lnTo>
                      <a:lnTo>
                        <a:pt x="29" y="98"/>
                      </a:lnTo>
                      <a:lnTo>
                        <a:pt x="29" y="97"/>
                      </a:lnTo>
                      <a:lnTo>
                        <a:pt x="27" y="97"/>
                      </a:lnTo>
                      <a:lnTo>
                        <a:pt x="29" y="97"/>
                      </a:lnTo>
                      <a:lnTo>
                        <a:pt x="29" y="95"/>
                      </a:lnTo>
                      <a:lnTo>
                        <a:pt x="29" y="97"/>
                      </a:lnTo>
                      <a:lnTo>
                        <a:pt x="27" y="97"/>
                      </a:lnTo>
                      <a:lnTo>
                        <a:pt x="29" y="97"/>
                      </a:lnTo>
                      <a:lnTo>
                        <a:pt x="27" y="97"/>
                      </a:lnTo>
                      <a:lnTo>
                        <a:pt x="27" y="98"/>
                      </a:lnTo>
                      <a:lnTo>
                        <a:pt x="29" y="98"/>
                      </a:lnTo>
                      <a:lnTo>
                        <a:pt x="27" y="98"/>
                      </a:lnTo>
                      <a:lnTo>
                        <a:pt x="29" y="98"/>
                      </a:lnTo>
                      <a:lnTo>
                        <a:pt x="29" y="100"/>
                      </a:lnTo>
                      <a:lnTo>
                        <a:pt x="29" y="102"/>
                      </a:lnTo>
                      <a:lnTo>
                        <a:pt x="31" y="102"/>
                      </a:lnTo>
                      <a:lnTo>
                        <a:pt x="31" y="104"/>
                      </a:lnTo>
                      <a:lnTo>
                        <a:pt x="33" y="104"/>
                      </a:lnTo>
                      <a:lnTo>
                        <a:pt x="33" y="106"/>
                      </a:lnTo>
                      <a:lnTo>
                        <a:pt x="33" y="108"/>
                      </a:lnTo>
                      <a:lnTo>
                        <a:pt x="33" y="109"/>
                      </a:lnTo>
                      <a:lnTo>
                        <a:pt x="31" y="108"/>
                      </a:lnTo>
                      <a:lnTo>
                        <a:pt x="31" y="109"/>
                      </a:lnTo>
                      <a:lnTo>
                        <a:pt x="33" y="109"/>
                      </a:lnTo>
                      <a:lnTo>
                        <a:pt x="31" y="109"/>
                      </a:lnTo>
                      <a:lnTo>
                        <a:pt x="31" y="111"/>
                      </a:lnTo>
                      <a:lnTo>
                        <a:pt x="31" y="109"/>
                      </a:lnTo>
                      <a:lnTo>
                        <a:pt x="29" y="109"/>
                      </a:lnTo>
                      <a:lnTo>
                        <a:pt x="29" y="111"/>
                      </a:lnTo>
                      <a:lnTo>
                        <a:pt x="29" y="109"/>
                      </a:lnTo>
                      <a:lnTo>
                        <a:pt x="27" y="109"/>
                      </a:lnTo>
                      <a:lnTo>
                        <a:pt x="27" y="108"/>
                      </a:lnTo>
                      <a:lnTo>
                        <a:pt x="25" y="108"/>
                      </a:lnTo>
                      <a:lnTo>
                        <a:pt x="25" y="109"/>
                      </a:lnTo>
                      <a:lnTo>
                        <a:pt x="24" y="109"/>
                      </a:lnTo>
                      <a:lnTo>
                        <a:pt x="24" y="108"/>
                      </a:lnTo>
                      <a:lnTo>
                        <a:pt x="24" y="106"/>
                      </a:lnTo>
                      <a:lnTo>
                        <a:pt x="24" y="104"/>
                      </a:lnTo>
                      <a:lnTo>
                        <a:pt x="22" y="104"/>
                      </a:lnTo>
                      <a:lnTo>
                        <a:pt x="22" y="102"/>
                      </a:lnTo>
                      <a:lnTo>
                        <a:pt x="20" y="102"/>
                      </a:lnTo>
                      <a:lnTo>
                        <a:pt x="20" y="104"/>
                      </a:lnTo>
                      <a:lnTo>
                        <a:pt x="18" y="104"/>
                      </a:lnTo>
                      <a:lnTo>
                        <a:pt x="18" y="102"/>
                      </a:lnTo>
                      <a:lnTo>
                        <a:pt x="18" y="100"/>
                      </a:lnTo>
                      <a:lnTo>
                        <a:pt x="20" y="100"/>
                      </a:lnTo>
                      <a:lnTo>
                        <a:pt x="20" y="98"/>
                      </a:lnTo>
                      <a:lnTo>
                        <a:pt x="20" y="100"/>
                      </a:lnTo>
                      <a:lnTo>
                        <a:pt x="22" y="100"/>
                      </a:lnTo>
                      <a:lnTo>
                        <a:pt x="20" y="100"/>
                      </a:lnTo>
                      <a:lnTo>
                        <a:pt x="20" y="98"/>
                      </a:lnTo>
                      <a:lnTo>
                        <a:pt x="22" y="98"/>
                      </a:lnTo>
                      <a:lnTo>
                        <a:pt x="20" y="98"/>
                      </a:lnTo>
                      <a:lnTo>
                        <a:pt x="20" y="97"/>
                      </a:lnTo>
                      <a:lnTo>
                        <a:pt x="22" y="97"/>
                      </a:lnTo>
                      <a:lnTo>
                        <a:pt x="20" y="97"/>
                      </a:lnTo>
                      <a:lnTo>
                        <a:pt x="20" y="95"/>
                      </a:lnTo>
                      <a:lnTo>
                        <a:pt x="20" y="97"/>
                      </a:lnTo>
                      <a:lnTo>
                        <a:pt x="20" y="98"/>
                      </a:lnTo>
                      <a:lnTo>
                        <a:pt x="20" y="100"/>
                      </a:lnTo>
                      <a:lnTo>
                        <a:pt x="18" y="100"/>
                      </a:lnTo>
                      <a:lnTo>
                        <a:pt x="18" y="98"/>
                      </a:lnTo>
                      <a:lnTo>
                        <a:pt x="18" y="100"/>
                      </a:lnTo>
                      <a:lnTo>
                        <a:pt x="18" y="98"/>
                      </a:lnTo>
                      <a:lnTo>
                        <a:pt x="16" y="98"/>
                      </a:lnTo>
                      <a:lnTo>
                        <a:pt x="16" y="97"/>
                      </a:lnTo>
                      <a:lnTo>
                        <a:pt x="18" y="95"/>
                      </a:lnTo>
                      <a:lnTo>
                        <a:pt x="18" y="93"/>
                      </a:lnTo>
                      <a:lnTo>
                        <a:pt x="18" y="91"/>
                      </a:lnTo>
                      <a:lnTo>
                        <a:pt x="18" y="89"/>
                      </a:lnTo>
                      <a:lnTo>
                        <a:pt x="20" y="89"/>
                      </a:lnTo>
                      <a:lnTo>
                        <a:pt x="20" y="87"/>
                      </a:lnTo>
                      <a:lnTo>
                        <a:pt x="20" y="86"/>
                      </a:lnTo>
                      <a:lnTo>
                        <a:pt x="18" y="86"/>
                      </a:lnTo>
                      <a:lnTo>
                        <a:pt x="20" y="86"/>
                      </a:lnTo>
                      <a:lnTo>
                        <a:pt x="20" y="84"/>
                      </a:lnTo>
                      <a:lnTo>
                        <a:pt x="20" y="86"/>
                      </a:lnTo>
                      <a:lnTo>
                        <a:pt x="20" y="84"/>
                      </a:lnTo>
                      <a:lnTo>
                        <a:pt x="20" y="82"/>
                      </a:lnTo>
                      <a:lnTo>
                        <a:pt x="18" y="82"/>
                      </a:lnTo>
                      <a:lnTo>
                        <a:pt x="18" y="80"/>
                      </a:lnTo>
                      <a:lnTo>
                        <a:pt x="20" y="80"/>
                      </a:lnTo>
                      <a:lnTo>
                        <a:pt x="18" y="80"/>
                      </a:lnTo>
                      <a:lnTo>
                        <a:pt x="18" y="78"/>
                      </a:lnTo>
                      <a:lnTo>
                        <a:pt x="20" y="78"/>
                      </a:lnTo>
                      <a:lnTo>
                        <a:pt x="20" y="76"/>
                      </a:lnTo>
                      <a:lnTo>
                        <a:pt x="20" y="78"/>
                      </a:lnTo>
                      <a:lnTo>
                        <a:pt x="18" y="78"/>
                      </a:lnTo>
                      <a:lnTo>
                        <a:pt x="16" y="78"/>
                      </a:lnTo>
                      <a:lnTo>
                        <a:pt x="16" y="76"/>
                      </a:lnTo>
                      <a:lnTo>
                        <a:pt x="16" y="78"/>
                      </a:lnTo>
                      <a:lnTo>
                        <a:pt x="16" y="76"/>
                      </a:lnTo>
                      <a:lnTo>
                        <a:pt x="18" y="76"/>
                      </a:lnTo>
                      <a:lnTo>
                        <a:pt x="18" y="78"/>
                      </a:lnTo>
                      <a:lnTo>
                        <a:pt x="18" y="76"/>
                      </a:lnTo>
                      <a:lnTo>
                        <a:pt x="16" y="76"/>
                      </a:lnTo>
                      <a:lnTo>
                        <a:pt x="18" y="76"/>
                      </a:lnTo>
                      <a:lnTo>
                        <a:pt x="16" y="76"/>
                      </a:lnTo>
                      <a:lnTo>
                        <a:pt x="16" y="75"/>
                      </a:lnTo>
                      <a:lnTo>
                        <a:pt x="16" y="76"/>
                      </a:lnTo>
                      <a:lnTo>
                        <a:pt x="15" y="76"/>
                      </a:lnTo>
                      <a:lnTo>
                        <a:pt x="15" y="75"/>
                      </a:lnTo>
                      <a:lnTo>
                        <a:pt x="15" y="76"/>
                      </a:lnTo>
                      <a:lnTo>
                        <a:pt x="16" y="76"/>
                      </a:lnTo>
                      <a:lnTo>
                        <a:pt x="15" y="76"/>
                      </a:lnTo>
                      <a:lnTo>
                        <a:pt x="13" y="76"/>
                      </a:lnTo>
                      <a:lnTo>
                        <a:pt x="13" y="75"/>
                      </a:lnTo>
                      <a:lnTo>
                        <a:pt x="15" y="75"/>
                      </a:lnTo>
                      <a:lnTo>
                        <a:pt x="15" y="76"/>
                      </a:lnTo>
                      <a:lnTo>
                        <a:pt x="15" y="75"/>
                      </a:lnTo>
                      <a:lnTo>
                        <a:pt x="15" y="76"/>
                      </a:lnTo>
                      <a:lnTo>
                        <a:pt x="15" y="75"/>
                      </a:lnTo>
                      <a:lnTo>
                        <a:pt x="13" y="75"/>
                      </a:lnTo>
                      <a:lnTo>
                        <a:pt x="13" y="76"/>
                      </a:lnTo>
                      <a:lnTo>
                        <a:pt x="13" y="75"/>
                      </a:lnTo>
                      <a:lnTo>
                        <a:pt x="11" y="75"/>
                      </a:lnTo>
                      <a:lnTo>
                        <a:pt x="11" y="73"/>
                      </a:lnTo>
                      <a:lnTo>
                        <a:pt x="13" y="73"/>
                      </a:lnTo>
                      <a:lnTo>
                        <a:pt x="11" y="73"/>
                      </a:lnTo>
                      <a:lnTo>
                        <a:pt x="11" y="71"/>
                      </a:lnTo>
                      <a:lnTo>
                        <a:pt x="9" y="71"/>
                      </a:lnTo>
                      <a:lnTo>
                        <a:pt x="11" y="71"/>
                      </a:lnTo>
                      <a:lnTo>
                        <a:pt x="9" y="71"/>
                      </a:lnTo>
                      <a:lnTo>
                        <a:pt x="9" y="69"/>
                      </a:lnTo>
                      <a:lnTo>
                        <a:pt x="11" y="69"/>
                      </a:lnTo>
                      <a:lnTo>
                        <a:pt x="11" y="67"/>
                      </a:lnTo>
                      <a:lnTo>
                        <a:pt x="13" y="67"/>
                      </a:lnTo>
                      <a:lnTo>
                        <a:pt x="11" y="67"/>
                      </a:lnTo>
                      <a:lnTo>
                        <a:pt x="11" y="65"/>
                      </a:lnTo>
                      <a:lnTo>
                        <a:pt x="13" y="65"/>
                      </a:lnTo>
                      <a:lnTo>
                        <a:pt x="11" y="65"/>
                      </a:lnTo>
                      <a:lnTo>
                        <a:pt x="11" y="64"/>
                      </a:lnTo>
                      <a:lnTo>
                        <a:pt x="13" y="64"/>
                      </a:lnTo>
                      <a:lnTo>
                        <a:pt x="13" y="62"/>
                      </a:lnTo>
                      <a:lnTo>
                        <a:pt x="11" y="64"/>
                      </a:lnTo>
                      <a:lnTo>
                        <a:pt x="11" y="62"/>
                      </a:lnTo>
                      <a:lnTo>
                        <a:pt x="11" y="60"/>
                      </a:lnTo>
                      <a:lnTo>
                        <a:pt x="9" y="60"/>
                      </a:lnTo>
                      <a:lnTo>
                        <a:pt x="11" y="58"/>
                      </a:lnTo>
                      <a:lnTo>
                        <a:pt x="9" y="60"/>
                      </a:lnTo>
                      <a:lnTo>
                        <a:pt x="9" y="58"/>
                      </a:lnTo>
                      <a:lnTo>
                        <a:pt x="11" y="58"/>
                      </a:lnTo>
                      <a:lnTo>
                        <a:pt x="11" y="56"/>
                      </a:lnTo>
                      <a:lnTo>
                        <a:pt x="11" y="55"/>
                      </a:lnTo>
                      <a:lnTo>
                        <a:pt x="9" y="55"/>
                      </a:lnTo>
                      <a:lnTo>
                        <a:pt x="9" y="53"/>
                      </a:lnTo>
                      <a:lnTo>
                        <a:pt x="9" y="51"/>
                      </a:lnTo>
                      <a:lnTo>
                        <a:pt x="9" y="49"/>
                      </a:lnTo>
                      <a:lnTo>
                        <a:pt x="11" y="49"/>
                      </a:lnTo>
                      <a:lnTo>
                        <a:pt x="11" y="51"/>
                      </a:lnTo>
                      <a:lnTo>
                        <a:pt x="13" y="51"/>
                      </a:lnTo>
                      <a:lnTo>
                        <a:pt x="13" y="49"/>
                      </a:lnTo>
                      <a:lnTo>
                        <a:pt x="15" y="49"/>
                      </a:lnTo>
                      <a:lnTo>
                        <a:pt x="13" y="49"/>
                      </a:lnTo>
                      <a:lnTo>
                        <a:pt x="13" y="51"/>
                      </a:lnTo>
                      <a:lnTo>
                        <a:pt x="11" y="49"/>
                      </a:lnTo>
                      <a:lnTo>
                        <a:pt x="11" y="51"/>
                      </a:lnTo>
                      <a:lnTo>
                        <a:pt x="11" y="49"/>
                      </a:lnTo>
                      <a:lnTo>
                        <a:pt x="9" y="49"/>
                      </a:lnTo>
                      <a:lnTo>
                        <a:pt x="9" y="47"/>
                      </a:lnTo>
                      <a:lnTo>
                        <a:pt x="9" y="45"/>
                      </a:lnTo>
                      <a:lnTo>
                        <a:pt x="9" y="44"/>
                      </a:lnTo>
                      <a:lnTo>
                        <a:pt x="9" y="42"/>
                      </a:lnTo>
                      <a:lnTo>
                        <a:pt x="9" y="40"/>
                      </a:lnTo>
                      <a:lnTo>
                        <a:pt x="9" y="38"/>
                      </a:lnTo>
                      <a:lnTo>
                        <a:pt x="9" y="36"/>
                      </a:lnTo>
                      <a:lnTo>
                        <a:pt x="7" y="34"/>
                      </a:lnTo>
                      <a:lnTo>
                        <a:pt x="7" y="33"/>
                      </a:lnTo>
                      <a:lnTo>
                        <a:pt x="7" y="34"/>
                      </a:lnTo>
                      <a:lnTo>
                        <a:pt x="7" y="33"/>
                      </a:lnTo>
                      <a:lnTo>
                        <a:pt x="5" y="33"/>
                      </a:lnTo>
                      <a:lnTo>
                        <a:pt x="5" y="31"/>
                      </a:lnTo>
                      <a:lnTo>
                        <a:pt x="5" y="29"/>
                      </a:lnTo>
                      <a:lnTo>
                        <a:pt x="4" y="29"/>
                      </a:lnTo>
                      <a:lnTo>
                        <a:pt x="4" y="27"/>
                      </a:lnTo>
                      <a:lnTo>
                        <a:pt x="4" y="29"/>
                      </a:lnTo>
                      <a:lnTo>
                        <a:pt x="4" y="27"/>
                      </a:lnTo>
                      <a:lnTo>
                        <a:pt x="2" y="27"/>
                      </a:lnTo>
                      <a:lnTo>
                        <a:pt x="2" y="25"/>
                      </a:lnTo>
                      <a:lnTo>
                        <a:pt x="2" y="23"/>
                      </a:lnTo>
                      <a:lnTo>
                        <a:pt x="2" y="22"/>
                      </a:lnTo>
                      <a:lnTo>
                        <a:pt x="0" y="22"/>
                      </a:lnTo>
                      <a:lnTo>
                        <a:pt x="2" y="22"/>
                      </a:lnTo>
                      <a:lnTo>
                        <a:pt x="2" y="20"/>
                      </a:lnTo>
                      <a:lnTo>
                        <a:pt x="2" y="22"/>
                      </a:lnTo>
                      <a:lnTo>
                        <a:pt x="2" y="20"/>
                      </a:lnTo>
                      <a:lnTo>
                        <a:pt x="2" y="18"/>
                      </a:lnTo>
                      <a:lnTo>
                        <a:pt x="2" y="16"/>
                      </a:lnTo>
                      <a:lnTo>
                        <a:pt x="4" y="16"/>
                      </a:lnTo>
                      <a:lnTo>
                        <a:pt x="2" y="16"/>
                      </a:lnTo>
                      <a:lnTo>
                        <a:pt x="2" y="14"/>
                      </a:lnTo>
                      <a:lnTo>
                        <a:pt x="4" y="14"/>
                      </a:lnTo>
                      <a:lnTo>
                        <a:pt x="4" y="12"/>
                      </a:lnTo>
                      <a:lnTo>
                        <a:pt x="4" y="11"/>
                      </a:lnTo>
                      <a:lnTo>
                        <a:pt x="4" y="12"/>
                      </a:lnTo>
                      <a:lnTo>
                        <a:pt x="5" y="12"/>
                      </a:lnTo>
                      <a:lnTo>
                        <a:pt x="7" y="12"/>
                      </a:lnTo>
                      <a:lnTo>
                        <a:pt x="7" y="14"/>
                      </a:lnTo>
                      <a:lnTo>
                        <a:pt x="7" y="16"/>
                      </a:lnTo>
                      <a:lnTo>
                        <a:pt x="9" y="16"/>
                      </a:lnTo>
                      <a:lnTo>
                        <a:pt x="9" y="18"/>
                      </a:lnTo>
                      <a:lnTo>
                        <a:pt x="11" y="18"/>
                      </a:lnTo>
                      <a:lnTo>
                        <a:pt x="13" y="18"/>
                      </a:lnTo>
                      <a:lnTo>
                        <a:pt x="15" y="18"/>
                      </a:lnTo>
                      <a:lnTo>
                        <a:pt x="15" y="20"/>
                      </a:lnTo>
                      <a:lnTo>
                        <a:pt x="16" y="20"/>
                      </a:lnTo>
                      <a:lnTo>
                        <a:pt x="18" y="20"/>
                      </a:lnTo>
                      <a:lnTo>
                        <a:pt x="18" y="22"/>
                      </a:lnTo>
                      <a:lnTo>
                        <a:pt x="20" y="22"/>
                      </a:lnTo>
                      <a:lnTo>
                        <a:pt x="22" y="20"/>
                      </a:lnTo>
                      <a:lnTo>
                        <a:pt x="24" y="20"/>
                      </a:lnTo>
                      <a:lnTo>
                        <a:pt x="24" y="22"/>
                      </a:lnTo>
                      <a:lnTo>
                        <a:pt x="24" y="20"/>
                      </a:lnTo>
                      <a:lnTo>
                        <a:pt x="24" y="22"/>
                      </a:lnTo>
                      <a:lnTo>
                        <a:pt x="25" y="22"/>
                      </a:lnTo>
                      <a:lnTo>
                        <a:pt x="25" y="23"/>
                      </a:lnTo>
                      <a:lnTo>
                        <a:pt x="25" y="25"/>
                      </a:lnTo>
                      <a:lnTo>
                        <a:pt x="27" y="25"/>
                      </a:lnTo>
                      <a:lnTo>
                        <a:pt x="27" y="27"/>
                      </a:lnTo>
                      <a:lnTo>
                        <a:pt x="27" y="29"/>
                      </a:lnTo>
                      <a:lnTo>
                        <a:pt x="27" y="27"/>
                      </a:lnTo>
                      <a:lnTo>
                        <a:pt x="29" y="29"/>
                      </a:lnTo>
                      <a:lnTo>
                        <a:pt x="31" y="29"/>
                      </a:lnTo>
                      <a:lnTo>
                        <a:pt x="31" y="27"/>
                      </a:lnTo>
                      <a:lnTo>
                        <a:pt x="33" y="27"/>
                      </a:lnTo>
                      <a:lnTo>
                        <a:pt x="33" y="29"/>
                      </a:lnTo>
                      <a:lnTo>
                        <a:pt x="33" y="27"/>
                      </a:lnTo>
                      <a:lnTo>
                        <a:pt x="33" y="29"/>
                      </a:lnTo>
                      <a:lnTo>
                        <a:pt x="35" y="27"/>
                      </a:lnTo>
                      <a:lnTo>
                        <a:pt x="36" y="27"/>
                      </a:lnTo>
                      <a:lnTo>
                        <a:pt x="36" y="29"/>
                      </a:lnTo>
                      <a:lnTo>
                        <a:pt x="36" y="31"/>
                      </a:lnTo>
                      <a:lnTo>
                        <a:pt x="35" y="31"/>
                      </a:lnTo>
                      <a:lnTo>
                        <a:pt x="35" y="33"/>
                      </a:lnTo>
                      <a:lnTo>
                        <a:pt x="36" y="33"/>
                      </a:lnTo>
                      <a:lnTo>
                        <a:pt x="36" y="34"/>
                      </a:lnTo>
                      <a:lnTo>
                        <a:pt x="36" y="36"/>
                      </a:lnTo>
                      <a:lnTo>
                        <a:pt x="36" y="38"/>
                      </a:lnTo>
                      <a:lnTo>
                        <a:pt x="36" y="40"/>
                      </a:lnTo>
                      <a:lnTo>
                        <a:pt x="35" y="40"/>
                      </a:lnTo>
                      <a:lnTo>
                        <a:pt x="33" y="40"/>
                      </a:lnTo>
                      <a:lnTo>
                        <a:pt x="33" y="42"/>
                      </a:lnTo>
                      <a:lnTo>
                        <a:pt x="33" y="44"/>
                      </a:lnTo>
                      <a:lnTo>
                        <a:pt x="33" y="45"/>
                      </a:lnTo>
                      <a:lnTo>
                        <a:pt x="35" y="47"/>
                      </a:lnTo>
                      <a:lnTo>
                        <a:pt x="36" y="47"/>
                      </a:lnTo>
                      <a:lnTo>
                        <a:pt x="36" y="49"/>
                      </a:lnTo>
                      <a:lnTo>
                        <a:pt x="36" y="51"/>
                      </a:lnTo>
                      <a:lnTo>
                        <a:pt x="38" y="51"/>
                      </a:lnTo>
                      <a:lnTo>
                        <a:pt x="38" y="49"/>
                      </a:lnTo>
                      <a:lnTo>
                        <a:pt x="40" y="49"/>
                      </a:lnTo>
                      <a:lnTo>
                        <a:pt x="42" y="47"/>
                      </a:lnTo>
                      <a:lnTo>
                        <a:pt x="42" y="45"/>
                      </a:lnTo>
                      <a:lnTo>
                        <a:pt x="42" y="44"/>
                      </a:lnTo>
                      <a:lnTo>
                        <a:pt x="44" y="44"/>
                      </a:lnTo>
                      <a:lnTo>
                        <a:pt x="46" y="44"/>
                      </a:lnTo>
                      <a:lnTo>
                        <a:pt x="46" y="42"/>
                      </a:lnTo>
                      <a:lnTo>
                        <a:pt x="47" y="42"/>
                      </a:lnTo>
                      <a:lnTo>
                        <a:pt x="49" y="42"/>
                      </a:lnTo>
                      <a:lnTo>
                        <a:pt x="51" y="42"/>
                      </a:lnTo>
                      <a:lnTo>
                        <a:pt x="51" y="40"/>
                      </a:lnTo>
                      <a:lnTo>
                        <a:pt x="53" y="40"/>
                      </a:lnTo>
                      <a:lnTo>
                        <a:pt x="55" y="40"/>
                      </a:lnTo>
                      <a:lnTo>
                        <a:pt x="55" y="42"/>
                      </a:lnTo>
                      <a:lnTo>
                        <a:pt x="56" y="42"/>
                      </a:lnTo>
                      <a:lnTo>
                        <a:pt x="56" y="44"/>
                      </a:lnTo>
                      <a:lnTo>
                        <a:pt x="56" y="45"/>
                      </a:lnTo>
                      <a:lnTo>
                        <a:pt x="58" y="45"/>
                      </a:lnTo>
                      <a:lnTo>
                        <a:pt x="60" y="45"/>
                      </a:lnTo>
                      <a:lnTo>
                        <a:pt x="62" y="47"/>
                      </a:lnTo>
                      <a:lnTo>
                        <a:pt x="62" y="45"/>
                      </a:lnTo>
                      <a:lnTo>
                        <a:pt x="64" y="45"/>
                      </a:lnTo>
                      <a:lnTo>
                        <a:pt x="64" y="44"/>
                      </a:lnTo>
                      <a:lnTo>
                        <a:pt x="66" y="44"/>
                      </a:lnTo>
                      <a:lnTo>
                        <a:pt x="66" y="42"/>
                      </a:lnTo>
                      <a:lnTo>
                        <a:pt x="66" y="40"/>
                      </a:lnTo>
                      <a:lnTo>
                        <a:pt x="66" y="38"/>
                      </a:lnTo>
                      <a:lnTo>
                        <a:pt x="66" y="40"/>
                      </a:lnTo>
                      <a:lnTo>
                        <a:pt x="66" y="38"/>
                      </a:lnTo>
                      <a:close/>
                      <a:moveTo>
                        <a:pt x="657" y="89"/>
                      </a:moveTo>
                      <a:lnTo>
                        <a:pt x="657" y="87"/>
                      </a:lnTo>
                      <a:lnTo>
                        <a:pt x="657" y="89"/>
                      </a:lnTo>
                      <a:lnTo>
                        <a:pt x="657" y="91"/>
                      </a:lnTo>
                      <a:lnTo>
                        <a:pt x="657" y="93"/>
                      </a:lnTo>
                      <a:lnTo>
                        <a:pt x="659" y="93"/>
                      </a:lnTo>
                      <a:lnTo>
                        <a:pt x="657" y="93"/>
                      </a:lnTo>
                      <a:lnTo>
                        <a:pt x="659" y="91"/>
                      </a:lnTo>
                      <a:lnTo>
                        <a:pt x="659" y="89"/>
                      </a:lnTo>
                      <a:lnTo>
                        <a:pt x="661" y="89"/>
                      </a:lnTo>
                      <a:lnTo>
                        <a:pt x="661" y="91"/>
                      </a:lnTo>
                      <a:lnTo>
                        <a:pt x="661" y="89"/>
                      </a:lnTo>
                      <a:lnTo>
                        <a:pt x="661" y="91"/>
                      </a:lnTo>
                      <a:lnTo>
                        <a:pt x="662" y="91"/>
                      </a:lnTo>
                      <a:lnTo>
                        <a:pt x="661" y="91"/>
                      </a:lnTo>
                      <a:lnTo>
                        <a:pt x="662" y="91"/>
                      </a:lnTo>
                      <a:lnTo>
                        <a:pt x="662" y="93"/>
                      </a:lnTo>
                      <a:lnTo>
                        <a:pt x="664" y="93"/>
                      </a:lnTo>
                      <a:lnTo>
                        <a:pt x="662" y="93"/>
                      </a:lnTo>
                      <a:lnTo>
                        <a:pt x="662" y="95"/>
                      </a:lnTo>
                      <a:lnTo>
                        <a:pt x="662" y="93"/>
                      </a:lnTo>
                      <a:lnTo>
                        <a:pt x="661" y="93"/>
                      </a:lnTo>
                      <a:lnTo>
                        <a:pt x="661" y="95"/>
                      </a:lnTo>
                      <a:lnTo>
                        <a:pt x="662" y="95"/>
                      </a:lnTo>
                      <a:lnTo>
                        <a:pt x="661" y="95"/>
                      </a:lnTo>
                      <a:lnTo>
                        <a:pt x="661" y="97"/>
                      </a:lnTo>
                      <a:lnTo>
                        <a:pt x="659" y="97"/>
                      </a:lnTo>
                      <a:lnTo>
                        <a:pt x="657" y="97"/>
                      </a:lnTo>
                      <a:lnTo>
                        <a:pt x="655" y="97"/>
                      </a:lnTo>
                      <a:lnTo>
                        <a:pt x="653" y="97"/>
                      </a:lnTo>
                      <a:lnTo>
                        <a:pt x="651" y="97"/>
                      </a:lnTo>
                      <a:lnTo>
                        <a:pt x="651" y="95"/>
                      </a:lnTo>
                      <a:lnTo>
                        <a:pt x="651" y="97"/>
                      </a:lnTo>
                      <a:lnTo>
                        <a:pt x="653" y="97"/>
                      </a:lnTo>
                      <a:lnTo>
                        <a:pt x="651" y="97"/>
                      </a:lnTo>
                      <a:lnTo>
                        <a:pt x="650" y="97"/>
                      </a:lnTo>
                      <a:lnTo>
                        <a:pt x="650" y="98"/>
                      </a:lnTo>
                      <a:lnTo>
                        <a:pt x="648" y="98"/>
                      </a:lnTo>
                      <a:lnTo>
                        <a:pt x="646" y="98"/>
                      </a:lnTo>
                      <a:lnTo>
                        <a:pt x="648" y="98"/>
                      </a:lnTo>
                      <a:lnTo>
                        <a:pt x="648" y="97"/>
                      </a:lnTo>
                      <a:lnTo>
                        <a:pt x="646" y="97"/>
                      </a:lnTo>
                      <a:lnTo>
                        <a:pt x="648" y="97"/>
                      </a:lnTo>
                      <a:lnTo>
                        <a:pt x="648" y="98"/>
                      </a:lnTo>
                      <a:lnTo>
                        <a:pt x="646" y="98"/>
                      </a:lnTo>
                      <a:lnTo>
                        <a:pt x="644" y="98"/>
                      </a:lnTo>
                      <a:lnTo>
                        <a:pt x="644" y="100"/>
                      </a:lnTo>
                      <a:lnTo>
                        <a:pt x="642" y="100"/>
                      </a:lnTo>
                      <a:lnTo>
                        <a:pt x="641" y="100"/>
                      </a:lnTo>
                      <a:lnTo>
                        <a:pt x="639" y="100"/>
                      </a:lnTo>
                      <a:lnTo>
                        <a:pt x="637" y="100"/>
                      </a:lnTo>
                      <a:lnTo>
                        <a:pt x="635" y="100"/>
                      </a:lnTo>
                      <a:lnTo>
                        <a:pt x="635" y="98"/>
                      </a:lnTo>
                      <a:lnTo>
                        <a:pt x="633" y="98"/>
                      </a:lnTo>
                      <a:lnTo>
                        <a:pt x="633" y="97"/>
                      </a:lnTo>
                      <a:lnTo>
                        <a:pt x="633" y="95"/>
                      </a:lnTo>
                      <a:lnTo>
                        <a:pt x="633" y="97"/>
                      </a:lnTo>
                      <a:lnTo>
                        <a:pt x="631" y="97"/>
                      </a:lnTo>
                      <a:lnTo>
                        <a:pt x="631" y="95"/>
                      </a:lnTo>
                      <a:lnTo>
                        <a:pt x="631" y="97"/>
                      </a:lnTo>
                      <a:lnTo>
                        <a:pt x="633" y="97"/>
                      </a:lnTo>
                      <a:lnTo>
                        <a:pt x="631" y="97"/>
                      </a:lnTo>
                      <a:lnTo>
                        <a:pt x="631" y="95"/>
                      </a:lnTo>
                      <a:lnTo>
                        <a:pt x="630" y="95"/>
                      </a:lnTo>
                      <a:lnTo>
                        <a:pt x="630" y="93"/>
                      </a:lnTo>
                      <a:lnTo>
                        <a:pt x="630" y="95"/>
                      </a:lnTo>
                      <a:lnTo>
                        <a:pt x="631" y="95"/>
                      </a:lnTo>
                      <a:lnTo>
                        <a:pt x="631" y="97"/>
                      </a:lnTo>
                      <a:lnTo>
                        <a:pt x="630" y="97"/>
                      </a:lnTo>
                      <a:lnTo>
                        <a:pt x="630" y="95"/>
                      </a:lnTo>
                      <a:lnTo>
                        <a:pt x="628" y="95"/>
                      </a:lnTo>
                      <a:lnTo>
                        <a:pt x="630" y="95"/>
                      </a:lnTo>
                      <a:lnTo>
                        <a:pt x="630" y="93"/>
                      </a:lnTo>
                      <a:lnTo>
                        <a:pt x="628" y="93"/>
                      </a:lnTo>
                      <a:lnTo>
                        <a:pt x="628" y="95"/>
                      </a:lnTo>
                      <a:lnTo>
                        <a:pt x="626" y="95"/>
                      </a:lnTo>
                      <a:lnTo>
                        <a:pt x="626" y="93"/>
                      </a:lnTo>
                      <a:lnTo>
                        <a:pt x="626" y="95"/>
                      </a:lnTo>
                      <a:lnTo>
                        <a:pt x="626" y="93"/>
                      </a:lnTo>
                      <a:lnTo>
                        <a:pt x="626" y="95"/>
                      </a:lnTo>
                      <a:lnTo>
                        <a:pt x="628" y="95"/>
                      </a:lnTo>
                      <a:lnTo>
                        <a:pt x="626" y="95"/>
                      </a:lnTo>
                      <a:lnTo>
                        <a:pt x="626" y="93"/>
                      </a:lnTo>
                      <a:lnTo>
                        <a:pt x="626" y="95"/>
                      </a:lnTo>
                      <a:lnTo>
                        <a:pt x="624" y="93"/>
                      </a:lnTo>
                      <a:lnTo>
                        <a:pt x="626" y="95"/>
                      </a:lnTo>
                      <a:lnTo>
                        <a:pt x="624" y="95"/>
                      </a:lnTo>
                      <a:lnTo>
                        <a:pt x="626" y="95"/>
                      </a:lnTo>
                      <a:lnTo>
                        <a:pt x="624" y="95"/>
                      </a:lnTo>
                      <a:lnTo>
                        <a:pt x="626" y="95"/>
                      </a:lnTo>
                      <a:lnTo>
                        <a:pt x="624" y="95"/>
                      </a:lnTo>
                      <a:lnTo>
                        <a:pt x="626" y="95"/>
                      </a:lnTo>
                      <a:lnTo>
                        <a:pt x="626" y="97"/>
                      </a:lnTo>
                      <a:lnTo>
                        <a:pt x="624" y="97"/>
                      </a:lnTo>
                      <a:lnTo>
                        <a:pt x="624" y="95"/>
                      </a:lnTo>
                      <a:lnTo>
                        <a:pt x="624" y="97"/>
                      </a:lnTo>
                      <a:lnTo>
                        <a:pt x="624" y="95"/>
                      </a:lnTo>
                      <a:lnTo>
                        <a:pt x="624" y="97"/>
                      </a:lnTo>
                      <a:lnTo>
                        <a:pt x="624" y="95"/>
                      </a:lnTo>
                      <a:lnTo>
                        <a:pt x="624" y="97"/>
                      </a:lnTo>
                      <a:lnTo>
                        <a:pt x="626" y="97"/>
                      </a:lnTo>
                      <a:lnTo>
                        <a:pt x="626" y="95"/>
                      </a:lnTo>
                      <a:lnTo>
                        <a:pt x="626" y="97"/>
                      </a:lnTo>
                      <a:lnTo>
                        <a:pt x="626" y="95"/>
                      </a:lnTo>
                      <a:lnTo>
                        <a:pt x="626" y="97"/>
                      </a:lnTo>
                      <a:lnTo>
                        <a:pt x="628" y="97"/>
                      </a:lnTo>
                      <a:lnTo>
                        <a:pt x="628" y="98"/>
                      </a:lnTo>
                      <a:lnTo>
                        <a:pt x="626" y="98"/>
                      </a:lnTo>
                      <a:lnTo>
                        <a:pt x="626" y="97"/>
                      </a:lnTo>
                      <a:lnTo>
                        <a:pt x="626" y="98"/>
                      </a:lnTo>
                      <a:lnTo>
                        <a:pt x="626" y="97"/>
                      </a:lnTo>
                      <a:lnTo>
                        <a:pt x="624" y="98"/>
                      </a:lnTo>
                      <a:lnTo>
                        <a:pt x="624" y="97"/>
                      </a:lnTo>
                      <a:lnTo>
                        <a:pt x="624" y="98"/>
                      </a:lnTo>
                      <a:lnTo>
                        <a:pt x="624" y="100"/>
                      </a:lnTo>
                      <a:lnTo>
                        <a:pt x="622" y="100"/>
                      </a:lnTo>
                      <a:lnTo>
                        <a:pt x="622" y="98"/>
                      </a:lnTo>
                      <a:lnTo>
                        <a:pt x="622" y="100"/>
                      </a:lnTo>
                      <a:lnTo>
                        <a:pt x="622" y="98"/>
                      </a:lnTo>
                      <a:lnTo>
                        <a:pt x="622" y="100"/>
                      </a:lnTo>
                      <a:lnTo>
                        <a:pt x="620" y="100"/>
                      </a:lnTo>
                      <a:lnTo>
                        <a:pt x="622" y="100"/>
                      </a:lnTo>
                      <a:lnTo>
                        <a:pt x="624" y="100"/>
                      </a:lnTo>
                      <a:lnTo>
                        <a:pt x="624" y="102"/>
                      </a:lnTo>
                      <a:lnTo>
                        <a:pt x="622" y="102"/>
                      </a:lnTo>
                      <a:lnTo>
                        <a:pt x="622" y="100"/>
                      </a:lnTo>
                      <a:lnTo>
                        <a:pt x="622" y="102"/>
                      </a:lnTo>
                      <a:lnTo>
                        <a:pt x="622" y="100"/>
                      </a:lnTo>
                      <a:lnTo>
                        <a:pt x="622" y="102"/>
                      </a:lnTo>
                      <a:lnTo>
                        <a:pt x="624" y="102"/>
                      </a:lnTo>
                      <a:lnTo>
                        <a:pt x="622" y="102"/>
                      </a:lnTo>
                      <a:lnTo>
                        <a:pt x="624" y="102"/>
                      </a:lnTo>
                      <a:lnTo>
                        <a:pt x="622" y="102"/>
                      </a:lnTo>
                      <a:lnTo>
                        <a:pt x="624" y="102"/>
                      </a:lnTo>
                      <a:lnTo>
                        <a:pt x="622" y="104"/>
                      </a:lnTo>
                      <a:lnTo>
                        <a:pt x="622" y="102"/>
                      </a:lnTo>
                      <a:lnTo>
                        <a:pt x="620" y="102"/>
                      </a:lnTo>
                      <a:lnTo>
                        <a:pt x="619" y="102"/>
                      </a:lnTo>
                      <a:lnTo>
                        <a:pt x="619" y="100"/>
                      </a:lnTo>
                      <a:lnTo>
                        <a:pt x="619" y="98"/>
                      </a:lnTo>
                      <a:lnTo>
                        <a:pt x="617" y="98"/>
                      </a:lnTo>
                      <a:lnTo>
                        <a:pt x="617" y="97"/>
                      </a:lnTo>
                      <a:lnTo>
                        <a:pt x="615" y="97"/>
                      </a:lnTo>
                      <a:lnTo>
                        <a:pt x="613" y="97"/>
                      </a:lnTo>
                      <a:lnTo>
                        <a:pt x="613" y="98"/>
                      </a:lnTo>
                      <a:lnTo>
                        <a:pt x="611" y="97"/>
                      </a:lnTo>
                      <a:lnTo>
                        <a:pt x="610" y="97"/>
                      </a:lnTo>
                      <a:lnTo>
                        <a:pt x="608" y="97"/>
                      </a:lnTo>
                      <a:lnTo>
                        <a:pt x="606" y="97"/>
                      </a:lnTo>
                      <a:lnTo>
                        <a:pt x="604" y="97"/>
                      </a:lnTo>
                      <a:lnTo>
                        <a:pt x="602" y="97"/>
                      </a:lnTo>
                      <a:lnTo>
                        <a:pt x="600" y="97"/>
                      </a:lnTo>
                      <a:lnTo>
                        <a:pt x="599" y="97"/>
                      </a:lnTo>
                      <a:lnTo>
                        <a:pt x="597" y="97"/>
                      </a:lnTo>
                      <a:lnTo>
                        <a:pt x="595" y="97"/>
                      </a:lnTo>
                      <a:lnTo>
                        <a:pt x="593" y="97"/>
                      </a:lnTo>
                      <a:lnTo>
                        <a:pt x="593" y="95"/>
                      </a:lnTo>
                      <a:lnTo>
                        <a:pt x="591" y="95"/>
                      </a:lnTo>
                      <a:lnTo>
                        <a:pt x="589" y="95"/>
                      </a:lnTo>
                      <a:lnTo>
                        <a:pt x="589" y="97"/>
                      </a:lnTo>
                      <a:lnTo>
                        <a:pt x="588" y="97"/>
                      </a:lnTo>
                      <a:lnTo>
                        <a:pt x="586" y="98"/>
                      </a:lnTo>
                      <a:lnTo>
                        <a:pt x="584" y="97"/>
                      </a:lnTo>
                      <a:lnTo>
                        <a:pt x="582" y="97"/>
                      </a:lnTo>
                      <a:lnTo>
                        <a:pt x="582" y="95"/>
                      </a:lnTo>
                      <a:lnTo>
                        <a:pt x="580" y="95"/>
                      </a:lnTo>
                      <a:lnTo>
                        <a:pt x="578" y="97"/>
                      </a:lnTo>
                      <a:lnTo>
                        <a:pt x="578" y="95"/>
                      </a:lnTo>
                      <a:lnTo>
                        <a:pt x="577" y="95"/>
                      </a:lnTo>
                      <a:lnTo>
                        <a:pt x="575" y="95"/>
                      </a:lnTo>
                      <a:lnTo>
                        <a:pt x="575" y="97"/>
                      </a:lnTo>
                      <a:lnTo>
                        <a:pt x="573" y="97"/>
                      </a:lnTo>
                      <a:lnTo>
                        <a:pt x="573" y="98"/>
                      </a:lnTo>
                      <a:lnTo>
                        <a:pt x="573" y="97"/>
                      </a:lnTo>
                      <a:lnTo>
                        <a:pt x="571" y="98"/>
                      </a:lnTo>
                      <a:lnTo>
                        <a:pt x="573" y="98"/>
                      </a:lnTo>
                      <a:lnTo>
                        <a:pt x="571" y="98"/>
                      </a:lnTo>
                      <a:lnTo>
                        <a:pt x="571" y="97"/>
                      </a:lnTo>
                      <a:lnTo>
                        <a:pt x="569" y="97"/>
                      </a:lnTo>
                      <a:lnTo>
                        <a:pt x="568" y="97"/>
                      </a:lnTo>
                      <a:lnTo>
                        <a:pt x="566" y="97"/>
                      </a:lnTo>
                      <a:lnTo>
                        <a:pt x="566" y="95"/>
                      </a:lnTo>
                      <a:lnTo>
                        <a:pt x="564" y="95"/>
                      </a:lnTo>
                      <a:lnTo>
                        <a:pt x="564" y="97"/>
                      </a:lnTo>
                      <a:lnTo>
                        <a:pt x="564" y="98"/>
                      </a:lnTo>
                      <a:lnTo>
                        <a:pt x="564" y="100"/>
                      </a:lnTo>
                      <a:lnTo>
                        <a:pt x="562" y="100"/>
                      </a:lnTo>
                      <a:lnTo>
                        <a:pt x="562" y="102"/>
                      </a:lnTo>
                      <a:lnTo>
                        <a:pt x="560" y="102"/>
                      </a:lnTo>
                      <a:lnTo>
                        <a:pt x="558" y="102"/>
                      </a:lnTo>
                      <a:lnTo>
                        <a:pt x="558" y="104"/>
                      </a:lnTo>
                      <a:lnTo>
                        <a:pt x="557" y="104"/>
                      </a:lnTo>
                      <a:lnTo>
                        <a:pt x="557" y="106"/>
                      </a:lnTo>
                      <a:lnTo>
                        <a:pt x="557" y="108"/>
                      </a:lnTo>
                      <a:lnTo>
                        <a:pt x="557" y="109"/>
                      </a:lnTo>
                      <a:lnTo>
                        <a:pt x="557" y="111"/>
                      </a:lnTo>
                      <a:lnTo>
                        <a:pt x="555" y="111"/>
                      </a:lnTo>
                      <a:lnTo>
                        <a:pt x="553" y="111"/>
                      </a:lnTo>
                      <a:lnTo>
                        <a:pt x="553" y="113"/>
                      </a:lnTo>
                      <a:lnTo>
                        <a:pt x="555" y="113"/>
                      </a:lnTo>
                      <a:lnTo>
                        <a:pt x="555" y="115"/>
                      </a:lnTo>
                      <a:lnTo>
                        <a:pt x="555" y="117"/>
                      </a:lnTo>
                      <a:lnTo>
                        <a:pt x="553" y="118"/>
                      </a:lnTo>
                      <a:lnTo>
                        <a:pt x="555" y="120"/>
                      </a:lnTo>
                      <a:lnTo>
                        <a:pt x="553" y="120"/>
                      </a:lnTo>
                      <a:lnTo>
                        <a:pt x="555" y="120"/>
                      </a:lnTo>
                      <a:lnTo>
                        <a:pt x="555" y="122"/>
                      </a:lnTo>
                      <a:lnTo>
                        <a:pt x="555" y="124"/>
                      </a:lnTo>
                      <a:lnTo>
                        <a:pt x="555" y="126"/>
                      </a:lnTo>
                      <a:lnTo>
                        <a:pt x="553" y="126"/>
                      </a:lnTo>
                      <a:lnTo>
                        <a:pt x="553" y="128"/>
                      </a:lnTo>
                      <a:lnTo>
                        <a:pt x="553" y="129"/>
                      </a:lnTo>
                      <a:lnTo>
                        <a:pt x="553" y="131"/>
                      </a:lnTo>
                      <a:lnTo>
                        <a:pt x="551" y="131"/>
                      </a:lnTo>
                      <a:lnTo>
                        <a:pt x="551" y="133"/>
                      </a:lnTo>
                      <a:lnTo>
                        <a:pt x="553" y="133"/>
                      </a:lnTo>
                      <a:lnTo>
                        <a:pt x="553" y="135"/>
                      </a:lnTo>
                      <a:lnTo>
                        <a:pt x="553" y="137"/>
                      </a:lnTo>
                      <a:lnTo>
                        <a:pt x="553" y="139"/>
                      </a:lnTo>
                      <a:lnTo>
                        <a:pt x="553" y="140"/>
                      </a:lnTo>
                      <a:lnTo>
                        <a:pt x="551" y="142"/>
                      </a:lnTo>
                      <a:lnTo>
                        <a:pt x="551" y="144"/>
                      </a:lnTo>
                      <a:lnTo>
                        <a:pt x="549" y="144"/>
                      </a:lnTo>
                      <a:lnTo>
                        <a:pt x="549" y="146"/>
                      </a:lnTo>
                      <a:lnTo>
                        <a:pt x="549" y="148"/>
                      </a:lnTo>
                      <a:lnTo>
                        <a:pt x="547" y="150"/>
                      </a:lnTo>
                      <a:lnTo>
                        <a:pt x="547" y="151"/>
                      </a:lnTo>
                      <a:lnTo>
                        <a:pt x="546" y="153"/>
                      </a:lnTo>
                      <a:lnTo>
                        <a:pt x="544" y="155"/>
                      </a:lnTo>
                      <a:lnTo>
                        <a:pt x="544" y="157"/>
                      </a:lnTo>
                      <a:lnTo>
                        <a:pt x="542" y="157"/>
                      </a:lnTo>
                      <a:lnTo>
                        <a:pt x="542" y="159"/>
                      </a:lnTo>
                      <a:lnTo>
                        <a:pt x="540" y="161"/>
                      </a:lnTo>
                      <a:lnTo>
                        <a:pt x="540" y="162"/>
                      </a:lnTo>
                      <a:lnTo>
                        <a:pt x="538" y="162"/>
                      </a:lnTo>
                      <a:lnTo>
                        <a:pt x="537" y="162"/>
                      </a:lnTo>
                      <a:lnTo>
                        <a:pt x="537" y="164"/>
                      </a:lnTo>
                      <a:lnTo>
                        <a:pt x="535" y="164"/>
                      </a:lnTo>
                      <a:lnTo>
                        <a:pt x="535" y="166"/>
                      </a:lnTo>
                      <a:lnTo>
                        <a:pt x="535" y="168"/>
                      </a:lnTo>
                      <a:lnTo>
                        <a:pt x="535" y="170"/>
                      </a:lnTo>
                      <a:lnTo>
                        <a:pt x="533" y="170"/>
                      </a:lnTo>
                      <a:lnTo>
                        <a:pt x="533" y="171"/>
                      </a:lnTo>
                      <a:lnTo>
                        <a:pt x="531" y="171"/>
                      </a:lnTo>
                      <a:lnTo>
                        <a:pt x="531" y="173"/>
                      </a:lnTo>
                      <a:lnTo>
                        <a:pt x="529" y="173"/>
                      </a:lnTo>
                      <a:lnTo>
                        <a:pt x="529" y="175"/>
                      </a:lnTo>
                      <a:lnTo>
                        <a:pt x="527" y="177"/>
                      </a:lnTo>
                      <a:lnTo>
                        <a:pt x="527" y="179"/>
                      </a:lnTo>
                      <a:lnTo>
                        <a:pt x="527" y="181"/>
                      </a:lnTo>
                      <a:lnTo>
                        <a:pt x="526" y="181"/>
                      </a:lnTo>
                      <a:lnTo>
                        <a:pt x="524" y="182"/>
                      </a:lnTo>
                      <a:lnTo>
                        <a:pt x="524" y="184"/>
                      </a:lnTo>
                      <a:lnTo>
                        <a:pt x="522" y="184"/>
                      </a:lnTo>
                      <a:lnTo>
                        <a:pt x="522" y="186"/>
                      </a:lnTo>
                      <a:lnTo>
                        <a:pt x="520" y="186"/>
                      </a:lnTo>
                      <a:lnTo>
                        <a:pt x="520" y="188"/>
                      </a:lnTo>
                      <a:lnTo>
                        <a:pt x="520" y="190"/>
                      </a:lnTo>
                      <a:lnTo>
                        <a:pt x="520" y="192"/>
                      </a:lnTo>
                      <a:lnTo>
                        <a:pt x="518" y="193"/>
                      </a:lnTo>
                      <a:lnTo>
                        <a:pt x="518" y="195"/>
                      </a:lnTo>
                      <a:lnTo>
                        <a:pt x="518" y="197"/>
                      </a:lnTo>
                      <a:lnTo>
                        <a:pt x="516" y="199"/>
                      </a:lnTo>
                      <a:lnTo>
                        <a:pt x="515" y="199"/>
                      </a:lnTo>
                      <a:lnTo>
                        <a:pt x="513" y="199"/>
                      </a:lnTo>
                      <a:lnTo>
                        <a:pt x="511" y="199"/>
                      </a:lnTo>
                      <a:lnTo>
                        <a:pt x="509" y="199"/>
                      </a:lnTo>
                      <a:lnTo>
                        <a:pt x="507" y="199"/>
                      </a:lnTo>
                      <a:lnTo>
                        <a:pt x="507" y="201"/>
                      </a:lnTo>
                      <a:lnTo>
                        <a:pt x="505" y="201"/>
                      </a:lnTo>
                      <a:lnTo>
                        <a:pt x="504" y="203"/>
                      </a:lnTo>
                      <a:lnTo>
                        <a:pt x="502" y="201"/>
                      </a:lnTo>
                      <a:lnTo>
                        <a:pt x="502" y="199"/>
                      </a:lnTo>
                      <a:lnTo>
                        <a:pt x="500" y="199"/>
                      </a:lnTo>
                      <a:lnTo>
                        <a:pt x="498" y="199"/>
                      </a:lnTo>
                      <a:lnTo>
                        <a:pt x="496" y="199"/>
                      </a:lnTo>
                      <a:lnTo>
                        <a:pt x="496" y="201"/>
                      </a:lnTo>
                      <a:lnTo>
                        <a:pt x="495" y="201"/>
                      </a:lnTo>
                      <a:lnTo>
                        <a:pt x="495" y="203"/>
                      </a:lnTo>
                      <a:lnTo>
                        <a:pt x="493" y="203"/>
                      </a:lnTo>
                      <a:lnTo>
                        <a:pt x="493" y="204"/>
                      </a:lnTo>
                      <a:lnTo>
                        <a:pt x="491" y="204"/>
                      </a:lnTo>
                      <a:lnTo>
                        <a:pt x="491" y="206"/>
                      </a:lnTo>
                      <a:lnTo>
                        <a:pt x="489" y="206"/>
                      </a:lnTo>
                      <a:lnTo>
                        <a:pt x="487" y="206"/>
                      </a:lnTo>
                      <a:lnTo>
                        <a:pt x="487" y="208"/>
                      </a:lnTo>
                      <a:lnTo>
                        <a:pt x="485" y="208"/>
                      </a:lnTo>
                      <a:lnTo>
                        <a:pt x="484" y="208"/>
                      </a:lnTo>
                      <a:lnTo>
                        <a:pt x="484" y="210"/>
                      </a:lnTo>
                      <a:lnTo>
                        <a:pt x="482" y="210"/>
                      </a:lnTo>
                      <a:lnTo>
                        <a:pt x="480" y="208"/>
                      </a:lnTo>
                      <a:lnTo>
                        <a:pt x="478" y="206"/>
                      </a:lnTo>
                      <a:lnTo>
                        <a:pt x="476" y="206"/>
                      </a:lnTo>
                      <a:lnTo>
                        <a:pt x="474" y="204"/>
                      </a:lnTo>
                      <a:lnTo>
                        <a:pt x="474" y="206"/>
                      </a:lnTo>
                      <a:lnTo>
                        <a:pt x="473" y="204"/>
                      </a:lnTo>
                      <a:lnTo>
                        <a:pt x="471" y="203"/>
                      </a:lnTo>
                      <a:lnTo>
                        <a:pt x="469" y="203"/>
                      </a:lnTo>
                      <a:lnTo>
                        <a:pt x="467" y="203"/>
                      </a:lnTo>
                      <a:lnTo>
                        <a:pt x="467" y="201"/>
                      </a:lnTo>
                      <a:lnTo>
                        <a:pt x="465" y="201"/>
                      </a:lnTo>
                      <a:lnTo>
                        <a:pt x="463" y="203"/>
                      </a:lnTo>
                      <a:lnTo>
                        <a:pt x="463" y="201"/>
                      </a:lnTo>
                      <a:lnTo>
                        <a:pt x="463" y="203"/>
                      </a:lnTo>
                      <a:lnTo>
                        <a:pt x="462" y="203"/>
                      </a:lnTo>
                      <a:lnTo>
                        <a:pt x="462" y="204"/>
                      </a:lnTo>
                      <a:lnTo>
                        <a:pt x="460" y="204"/>
                      </a:lnTo>
                      <a:lnTo>
                        <a:pt x="460" y="203"/>
                      </a:lnTo>
                      <a:lnTo>
                        <a:pt x="462" y="201"/>
                      </a:lnTo>
                      <a:lnTo>
                        <a:pt x="463" y="199"/>
                      </a:lnTo>
                      <a:lnTo>
                        <a:pt x="463" y="197"/>
                      </a:lnTo>
                      <a:lnTo>
                        <a:pt x="462" y="195"/>
                      </a:lnTo>
                      <a:lnTo>
                        <a:pt x="460" y="195"/>
                      </a:lnTo>
                      <a:lnTo>
                        <a:pt x="458" y="195"/>
                      </a:lnTo>
                      <a:lnTo>
                        <a:pt x="456" y="195"/>
                      </a:lnTo>
                      <a:lnTo>
                        <a:pt x="456" y="197"/>
                      </a:lnTo>
                      <a:lnTo>
                        <a:pt x="454" y="197"/>
                      </a:lnTo>
                      <a:lnTo>
                        <a:pt x="453" y="197"/>
                      </a:lnTo>
                      <a:lnTo>
                        <a:pt x="453" y="195"/>
                      </a:lnTo>
                      <a:lnTo>
                        <a:pt x="451" y="197"/>
                      </a:lnTo>
                      <a:lnTo>
                        <a:pt x="449" y="195"/>
                      </a:lnTo>
                      <a:lnTo>
                        <a:pt x="447" y="195"/>
                      </a:lnTo>
                      <a:lnTo>
                        <a:pt x="445" y="195"/>
                      </a:lnTo>
                      <a:lnTo>
                        <a:pt x="445" y="197"/>
                      </a:lnTo>
                      <a:lnTo>
                        <a:pt x="443" y="197"/>
                      </a:lnTo>
                      <a:lnTo>
                        <a:pt x="442" y="197"/>
                      </a:lnTo>
                      <a:lnTo>
                        <a:pt x="442" y="195"/>
                      </a:lnTo>
                      <a:lnTo>
                        <a:pt x="440" y="195"/>
                      </a:lnTo>
                      <a:lnTo>
                        <a:pt x="438" y="197"/>
                      </a:lnTo>
                      <a:lnTo>
                        <a:pt x="436" y="199"/>
                      </a:lnTo>
                      <a:lnTo>
                        <a:pt x="436" y="201"/>
                      </a:lnTo>
                      <a:lnTo>
                        <a:pt x="434" y="201"/>
                      </a:lnTo>
                      <a:lnTo>
                        <a:pt x="434" y="203"/>
                      </a:lnTo>
                      <a:lnTo>
                        <a:pt x="436" y="204"/>
                      </a:lnTo>
                      <a:lnTo>
                        <a:pt x="434" y="204"/>
                      </a:lnTo>
                      <a:lnTo>
                        <a:pt x="434" y="206"/>
                      </a:lnTo>
                      <a:lnTo>
                        <a:pt x="432" y="206"/>
                      </a:lnTo>
                      <a:lnTo>
                        <a:pt x="432" y="208"/>
                      </a:lnTo>
                      <a:lnTo>
                        <a:pt x="431" y="208"/>
                      </a:lnTo>
                      <a:lnTo>
                        <a:pt x="431" y="210"/>
                      </a:lnTo>
                      <a:lnTo>
                        <a:pt x="431" y="212"/>
                      </a:lnTo>
                      <a:lnTo>
                        <a:pt x="431" y="210"/>
                      </a:lnTo>
                      <a:lnTo>
                        <a:pt x="431" y="212"/>
                      </a:lnTo>
                      <a:lnTo>
                        <a:pt x="429" y="212"/>
                      </a:lnTo>
                      <a:lnTo>
                        <a:pt x="427" y="212"/>
                      </a:lnTo>
                      <a:lnTo>
                        <a:pt x="425" y="212"/>
                      </a:lnTo>
                      <a:lnTo>
                        <a:pt x="423" y="212"/>
                      </a:lnTo>
                      <a:lnTo>
                        <a:pt x="423" y="214"/>
                      </a:lnTo>
                      <a:lnTo>
                        <a:pt x="422" y="214"/>
                      </a:lnTo>
                      <a:lnTo>
                        <a:pt x="422" y="215"/>
                      </a:lnTo>
                      <a:lnTo>
                        <a:pt x="420" y="217"/>
                      </a:lnTo>
                      <a:lnTo>
                        <a:pt x="420" y="215"/>
                      </a:lnTo>
                      <a:lnTo>
                        <a:pt x="418" y="215"/>
                      </a:lnTo>
                      <a:lnTo>
                        <a:pt x="416" y="215"/>
                      </a:lnTo>
                      <a:lnTo>
                        <a:pt x="414" y="215"/>
                      </a:lnTo>
                      <a:lnTo>
                        <a:pt x="412" y="215"/>
                      </a:lnTo>
                      <a:lnTo>
                        <a:pt x="411" y="217"/>
                      </a:lnTo>
                      <a:lnTo>
                        <a:pt x="409" y="217"/>
                      </a:lnTo>
                      <a:lnTo>
                        <a:pt x="409" y="215"/>
                      </a:lnTo>
                      <a:lnTo>
                        <a:pt x="407" y="215"/>
                      </a:lnTo>
                      <a:lnTo>
                        <a:pt x="405" y="215"/>
                      </a:lnTo>
                      <a:lnTo>
                        <a:pt x="403" y="215"/>
                      </a:lnTo>
                      <a:lnTo>
                        <a:pt x="401" y="215"/>
                      </a:lnTo>
                      <a:lnTo>
                        <a:pt x="401" y="214"/>
                      </a:lnTo>
                      <a:lnTo>
                        <a:pt x="400" y="214"/>
                      </a:lnTo>
                      <a:lnTo>
                        <a:pt x="400" y="215"/>
                      </a:lnTo>
                      <a:lnTo>
                        <a:pt x="398" y="215"/>
                      </a:lnTo>
                      <a:lnTo>
                        <a:pt x="398" y="214"/>
                      </a:lnTo>
                      <a:lnTo>
                        <a:pt x="396" y="214"/>
                      </a:lnTo>
                      <a:lnTo>
                        <a:pt x="394" y="214"/>
                      </a:lnTo>
                      <a:lnTo>
                        <a:pt x="394" y="215"/>
                      </a:lnTo>
                      <a:lnTo>
                        <a:pt x="392" y="214"/>
                      </a:lnTo>
                      <a:lnTo>
                        <a:pt x="392" y="215"/>
                      </a:lnTo>
                      <a:lnTo>
                        <a:pt x="390" y="215"/>
                      </a:lnTo>
                      <a:lnTo>
                        <a:pt x="389" y="215"/>
                      </a:lnTo>
                      <a:lnTo>
                        <a:pt x="387" y="215"/>
                      </a:lnTo>
                      <a:lnTo>
                        <a:pt x="385" y="215"/>
                      </a:lnTo>
                      <a:lnTo>
                        <a:pt x="385" y="217"/>
                      </a:lnTo>
                      <a:lnTo>
                        <a:pt x="383" y="217"/>
                      </a:lnTo>
                      <a:lnTo>
                        <a:pt x="383" y="219"/>
                      </a:lnTo>
                      <a:lnTo>
                        <a:pt x="381" y="219"/>
                      </a:lnTo>
                      <a:lnTo>
                        <a:pt x="380" y="219"/>
                      </a:lnTo>
                      <a:lnTo>
                        <a:pt x="380" y="221"/>
                      </a:lnTo>
                      <a:lnTo>
                        <a:pt x="378" y="221"/>
                      </a:lnTo>
                      <a:lnTo>
                        <a:pt x="378" y="219"/>
                      </a:lnTo>
                      <a:lnTo>
                        <a:pt x="376" y="219"/>
                      </a:lnTo>
                      <a:lnTo>
                        <a:pt x="376" y="221"/>
                      </a:lnTo>
                      <a:lnTo>
                        <a:pt x="374" y="221"/>
                      </a:lnTo>
                      <a:lnTo>
                        <a:pt x="372" y="221"/>
                      </a:lnTo>
                      <a:lnTo>
                        <a:pt x="370" y="221"/>
                      </a:lnTo>
                      <a:lnTo>
                        <a:pt x="370" y="219"/>
                      </a:lnTo>
                      <a:lnTo>
                        <a:pt x="369" y="217"/>
                      </a:lnTo>
                      <a:lnTo>
                        <a:pt x="367" y="217"/>
                      </a:lnTo>
                      <a:lnTo>
                        <a:pt x="367" y="215"/>
                      </a:lnTo>
                      <a:lnTo>
                        <a:pt x="365" y="217"/>
                      </a:lnTo>
                      <a:lnTo>
                        <a:pt x="365" y="215"/>
                      </a:lnTo>
                      <a:lnTo>
                        <a:pt x="365" y="214"/>
                      </a:lnTo>
                      <a:lnTo>
                        <a:pt x="365" y="212"/>
                      </a:lnTo>
                      <a:lnTo>
                        <a:pt x="363" y="212"/>
                      </a:lnTo>
                      <a:lnTo>
                        <a:pt x="361" y="212"/>
                      </a:lnTo>
                      <a:lnTo>
                        <a:pt x="361" y="210"/>
                      </a:lnTo>
                      <a:lnTo>
                        <a:pt x="359" y="210"/>
                      </a:lnTo>
                      <a:lnTo>
                        <a:pt x="359" y="208"/>
                      </a:lnTo>
                      <a:lnTo>
                        <a:pt x="358" y="208"/>
                      </a:lnTo>
                      <a:lnTo>
                        <a:pt x="356" y="208"/>
                      </a:lnTo>
                      <a:lnTo>
                        <a:pt x="358" y="208"/>
                      </a:lnTo>
                      <a:lnTo>
                        <a:pt x="358" y="206"/>
                      </a:lnTo>
                      <a:lnTo>
                        <a:pt x="356" y="206"/>
                      </a:lnTo>
                      <a:lnTo>
                        <a:pt x="354" y="206"/>
                      </a:lnTo>
                      <a:lnTo>
                        <a:pt x="354" y="203"/>
                      </a:lnTo>
                      <a:lnTo>
                        <a:pt x="352" y="201"/>
                      </a:lnTo>
                      <a:lnTo>
                        <a:pt x="352" y="199"/>
                      </a:lnTo>
                      <a:lnTo>
                        <a:pt x="350" y="197"/>
                      </a:lnTo>
                      <a:lnTo>
                        <a:pt x="349" y="197"/>
                      </a:lnTo>
                      <a:lnTo>
                        <a:pt x="349" y="195"/>
                      </a:lnTo>
                      <a:lnTo>
                        <a:pt x="347" y="197"/>
                      </a:lnTo>
                      <a:lnTo>
                        <a:pt x="345" y="197"/>
                      </a:lnTo>
                      <a:lnTo>
                        <a:pt x="345" y="195"/>
                      </a:lnTo>
                      <a:lnTo>
                        <a:pt x="343" y="195"/>
                      </a:lnTo>
                      <a:lnTo>
                        <a:pt x="343" y="193"/>
                      </a:lnTo>
                      <a:lnTo>
                        <a:pt x="341" y="193"/>
                      </a:lnTo>
                      <a:lnTo>
                        <a:pt x="343" y="193"/>
                      </a:lnTo>
                      <a:lnTo>
                        <a:pt x="343" y="192"/>
                      </a:lnTo>
                      <a:lnTo>
                        <a:pt x="343" y="190"/>
                      </a:lnTo>
                      <a:lnTo>
                        <a:pt x="343" y="188"/>
                      </a:lnTo>
                      <a:lnTo>
                        <a:pt x="341" y="188"/>
                      </a:lnTo>
                      <a:lnTo>
                        <a:pt x="339" y="188"/>
                      </a:lnTo>
                      <a:lnTo>
                        <a:pt x="339" y="186"/>
                      </a:lnTo>
                      <a:lnTo>
                        <a:pt x="339" y="184"/>
                      </a:lnTo>
                      <a:lnTo>
                        <a:pt x="339" y="182"/>
                      </a:lnTo>
                      <a:lnTo>
                        <a:pt x="341" y="181"/>
                      </a:lnTo>
                      <a:lnTo>
                        <a:pt x="341" y="179"/>
                      </a:lnTo>
                      <a:lnTo>
                        <a:pt x="341" y="177"/>
                      </a:lnTo>
                      <a:lnTo>
                        <a:pt x="341" y="179"/>
                      </a:lnTo>
                      <a:lnTo>
                        <a:pt x="341" y="181"/>
                      </a:lnTo>
                      <a:lnTo>
                        <a:pt x="343" y="181"/>
                      </a:lnTo>
                      <a:lnTo>
                        <a:pt x="341" y="181"/>
                      </a:lnTo>
                      <a:lnTo>
                        <a:pt x="341" y="182"/>
                      </a:lnTo>
                      <a:lnTo>
                        <a:pt x="341" y="184"/>
                      </a:lnTo>
                      <a:lnTo>
                        <a:pt x="343" y="184"/>
                      </a:lnTo>
                      <a:lnTo>
                        <a:pt x="343" y="186"/>
                      </a:lnTo>
                      <a:lnTo>
                        <a:pt x="345" y="186"/>
                      </a:lnTo>
                      <a:lnTo>
                        <a:pt x="347" y="186"/>
                      </a:lnTo>
                      <a:lnTo>
                        <a:pt x="347" y="188"/>
                      </a:lnTo>
                      <a:lnTo>
                        <a:pt x="349" y="188"/>
                      </a:lnTo>
                      <a:lnTo>
                        <a:pt x="349" y="190"/>
                      </a:lnTo>
                      <a:lnTo>
                        <a:pt x="350" y="190"/>
                      </a:lnTo>
                      <a:lnTo>
                        <a:pt x="350" y="192"/>
                      </a:lnTo>
                      <a:lnTo>
                        <a:pt x="352" y="192"/>
                      </a:lnTo>
                      <a:lnTo>
                        <a:pt x="350" y="192"/>
                      </a:lnTo>
                      <a:lnTo>
                        <a:pt x="350" y="193"/>
                      </a:lnTo>
                      <a:lnTo>
                        <a:pt x="350" y="192"/>
                      </a:lnTo>
                      <a:lnTo>
                        <a:pt x="349" y="192"/>
                      </a:lnTo>
                      <a:lnTo>
                        <a:pt x="349" y="193"/>
                      </a:lnTo>
                      <a:lnTo>
                        <a:pt x="349" y="195"/>
                      </a:lnTo>
                      <a:lnTo>
                        <a:pt x="349" y="193"/>
                      </a:lnTo>
                      <a:lnTo>
                        <a:pt x="349" y="192"/>
                      </a:lnTo>
                      <a:lnTo>
                        <a:pt x="350" y="192"/>
                      </a:lnTo>
                      <a:lnTo>
                        <a:pt x="350" y="193"/>
                      </a:lnTo>
                      <a:lnTo>
                        <a:pt x="350" y="192"/>
                      </a:lnTo>
                      <a:lnTo>
                        <a:pt x="352" y="192"/>
                      </a:lnTo>
                      <a:lnTo>
                        <a:pt x="354" y="192"/>
                      </a:lnTo>
                      <a:lnTo>
                        <a:pt x="352" y="192"/>
                      </a:lnTo>
                      <a:lnTo>
                        <a:pt x="352" y="193"/>
                      </a:lnTo>
                      <a:lnTo>
                        <a:pt x="352" y="192"/>
                      </a:lnTo>
                      <a:lnTo>
                        <a:pt x="354" y="192"/>
                      </a:lnTo>
                      <a:lnTo>
                        <a:pt x="356" y="192"/>
                      </a:lnTo>
                      <a:lnTo>
                        <a:pt x="358" y="192"/>
                      </a:lnTo>
                      <a:lnTo>
                        <a:pt x="359" y="192"/>
                      </a:lnTo>
                      <a:lnTo>
                        <a:pt x="358" y="192"/>
                      </a:lnTo>
                      <a:lnTo>
                        <a:pt x="358" y="193"/>
                      </a:lnTo>
                      <a:lnTo>
                        <a:pt x="358" y="192"/>
                      </a:lnTo>
                      <a:lnTo>
                        <a:pt x="359" y="193"/>
                      </a:lnTo>
                      <a:lnTo>
                        <a:pt x="359" y="192"/>
                      </a:lnTo>
                      <a:lnTo>
                        <a:pt x="359" y="193"/>
                      </a:lnTo>
                      <a:lnTo>
                        <a:pt x="359" y="192"/>
                      </a:lnTo>
                      <a:lnTo>
                        <a:pt x="361" y="192"/>
                      </a:lnTo>
                      <a:lnTo>
                        <a:pt x="363" y="192"/>
                      </a:lnTo>
                      <a:lnTo>
                        <a:pt x="363" y="193"/>
                      </a:lnTo>
                      <a:lnTo>
                        <a:pt x="361" y="193"/>
                      </a:lnTo>
                      <a:lnTo>
                        <a:pt x="363" y="193"/>
                      </a:lnTo>
                      <a:lnTo>
                        <a:pt x="365" y="193"/>
                      </a:lnTo>
                      <a:lnTo>
                        <a:pt x="363" y="193"/>
                      </a:lnTo>
                      <a:lnTo>
                        <a:pt x="365" y="193"/>
                      </a:lnTo>
                      <a:lnTo>
                        <a:pt x="365" y="195"/>
                      </a:lnTo>
                      <a:lnTo>
                        <a:pt x="365" y="193"/>
                      </a:lnTo>
                      <a:lnTo>
                        <a:pt x="365" y="195"/>
                      </a:lnTo>
                      <a:lnTo>
                        <a:pt x="365" y="193"/>
                      </a:lnTo>
                      <a:lnTo>
                        <a:pt x="365" y="192"/>
                      </a:lnTo>
                      <a:lnTo>
                        <a:pt x="367" y="192"/>
                      </a:lnTo>
                      <a:lnTo>
                        <a:pt x="367" y="193"/>
                      </a:lnTo>
                      <a:lnTo>
                        <a:pt x="367" y="195"/>
                      </a:lnTo>
                      <a:lnTo>
                        <a:pt x="369" y="195"/>
                      </a:lnTo>
                      <a:lnTo>
                        <a:pt x="367" y="195"/>
                      </a:lnTo>
                      <a:lnTo>
                        <a:pt x="369" y="195"/>
                      </a:lnTo>
                      <a:lnTo>
                        <a:pt x="369" y="197"/>
                      </a:lnTo>
                      <a:lnTo>
                        <a:pt x="367" y="197"/>
                      </a:lnTo>
                      <a:lnTo>
                        <a:pt x="367" y="195"/>
                      </a:lnTo>
                      <a:lnTo>
                        <a:pt x="365" y="197"/>
                      </a:lnTo>
                      <a:lnTo>
                        <a:pt x="367" y="197"/>
                      </a:lnTo>
                      <a:lnTo>
                        <a:pt x="367" y="195"/>
                      </a:lnTo>
                      <a:lnTo>
                        <a:pt x="367" y="197"/>
                      </a:lnTo>
                      <a:lnTo>
                        <a:pt x="367" y="195"/>
                      </a:lnTo>
                      <a:lnTo>
                        <a:pt x="367" y="197"/>
                      </a:lnTo>
                      <a:lnTo>
                        <a:pt x="369" y="197"/>
                      </a:lnTo>
                      <a:lnTo>
                        <a:pt x="369" y="195"/>
                      </a:lnTo>
                      <a:lnTo>
                        <a:pt x="367" y="195"/>
                      </a:lnTo>
                      <a:lnTo>
                        <a:pt x="369" y="195"/>
                      </a:lnTo>
                      <a:lnTo>
                        <a:pt x="369" y="197"/>
                      </a:lnTo>
                      <a:lnTo>
                        <a:pt x="369" y="199"/>
                      </a:lnTo>
                      <a:lnTo>
                        <a:pt x="369" y="197"/>
                      </a:lnTo>
                      <a:lnTo>
                        <a:pt x="369" y="199"/>
                      </a:lnTo>
                      <a:lnTo>
                        <a:pt x="370" y="199"/>
                      </a:lnTo>
                      <a:lnTo>
                        <a:pt x="369" y="199"/>
                      </a:lnTo>
                      <a:lnTo>
                        <a:pt x="369" y="197"/>
                      </a:lnTo>
                      <a:lnTo>
                        <a:pt x="369" y="195"/>
                      </a:lnTo>
                      <a:lnTo>
                        <a:pt x="370" y="195"/>
                      </a:lnTo>
                      <a:lnTo>
                        <a:pt x="370" y="197"/>
                      </a:lnTo>
                      <a:lnTo>
                        <a:pt x="370" y="195"/>
                      </a:lnTo>
                      <a:lnTo>
                        <a:pt x="369" y="195"/>
                      </a:lnTo>
                      <a:lnTo>
                        <a:pt x="369" y="197"/>
                      </a:lnTo>
                      <a:lnTo>
                        <a:pt x="370" y="197"/>
                      </a:lnTo>
                      <a:lnTo>
                        <a:pt x="370" y="199"/>
                      </a:lnTo>
                      <a:lnTo>
                        <a:pt x="370" y="197"/>
                      </a:lnTo>
                      <a:lnTo>
                        <a:pt x="372" y="197"/>
                      </a:lnTo>
                      <a:lnTo>
                        <a:pt x="372" y="199"/>
                      </a:lnTo>
                      <a:lnTo>
                        <a:pt x="372" y="201"/>
                      </a:lnTo>
                      <a:lnTo>
                        <a:pt x="374" y="201"/>
                      </a:lnTo>
                      <a:lnTo>
                        <a:pt x="372" y="201"/>
                      </a:lnTo>
                      <a:lnTo>
                        <a:pt x="372" y="203"/>
                      </a:lnTo>
                      <a:lnTo>
                        <a:pt x="372" y="201"/>
                      </a:lnTo>
                      <a:lnTo>
                        <a:pt x="374" y="201"/>
                      </a:lnTo>
                      <a:lnTo>
                        <a:pt x="372" y="201"/>
                      </a:lnTo>
                      <a:lnTo>
                        <a:pt x="374" y="201"/>
                      </a:lnTo>
                      <a:lnTo>
                        <a:pt x="372" y="201"/>
                      </a:lnTo>
                      <a:lnTo>
                        <a:pt x="372" y="199"/>
                      </a:lnTo>
                      <a:lnTo>
                        <a:pt x="372" y="197"/>
                      </a:lnTo>
                      <a:lnTo>
                        <a:pt x="372" y="199"/>
                      </a:lnTo>
                      <a:lnTo>
                        <a:pt x="372" y="197"/>
                      </a:lnTo>
                      <a:lnTo>
                        <a:pt x="370" y="197"/>
                      </a:lnTo>
                      <a:lnTo>
                        <a:pt x="372" y="195"/>
                      </a:lnTo>
                      <a:lnTo>
                        <a:pt x="372" y="197"/>
                      </a:lnTo>
                      <a:lnTo>
                        <a:pt x="374" y="197"/>
                      </a:lnTo>
                      <a:lnTo>
                        <a:pt x="374" y="195"/>
                      </a:lnTo>
                      <a:lnTo>
                        <a:pt x="376" y="195"/>
                      </a:lnTo>
                      <a:lnTo>
                        <a:pt x="378" y="195"/>
                      </a:lnTo>
                      <a:lnTo>
                        <a:pt x="380" y="197"/>
                      </a:lnTo>
                      <a:lnTo>
                        <a:pt x="380" y="195"/>
                      </a:lnTo>
                      <a:lnTo>
                        <a:pt x="380" y="197"/>
                      </a:lnTo>
                      <a:lnTo>
                        <a:pt x="381" y="197"/>
                      </a:lnTo>
                      <a:lnTo>
                        <a:pt x="381" y="199"/>
                      </a:lnTo>
                      <a:lnTo>
                        <a:pt x="380" y="199"/>
                      </a:lnTo>
                      <a:lnTo>
                        <a:pt x="378" y="201"/>
                      </a:lnTo>
                      <a:lnTo>
                        <a:pt x="378" y="203"/>
                      </a:lnTo>
                      <a:lnTo>
                        <a:pt x="380" y="203"/>
                      </a:lnTo>
                      <a:lnTo>
                        <a:pt x="378" y="203"/>
                      </a:lnTo>
                      <a:lnTo>
                        <a:pt x="378" y="201"/>
                      </a:lnTo>
                      <a:lnTo>
                        <a:pt x="380" y="201"/>
                      </a:lnTo>
                      <a:lnTo>
                        <a:pt x="380" y="199"/>
                      </a:lnTo>
                      <a:lnTo>
                        <a:pt x="381" y="199"/>
                      </a:lnTo>
                      <a:lnTo>
                        <a:pt x="381" y="197"/>
                      </a:lnTo>
                      <a:lnTo>
                        <a:pt x="381" y="195"/>
                      </a:lnTo>
                      <a:lnTo>
                        <a:pt x="383" y="195"/>
                      </a:lnTo>
                      <a:lnTo>
                        <a:pt x="385" y="197"/>
                      </a:lnTo>
                      <a:lnTo>
                        <a:pt x="387" y="197"/>
                      </a:lnTo>
                      <a:lnTo>
                        <a:pt x="389" y="197"/>
                      </a:lnTo>
                      <a:lnTo>
                        <a:pt x="389" y="199"/>
                      </a:lnTo>
                      <a:lnTo>
                        <a:pt x="390" y="199"/>
                      </a:lnTo>
                      <a:lnTo>
                        <a:pt x="390" y="201"/>
                      </a:lnTo>
                      <a:lnTo>
                        <a:pt x="392" y="201"/>
                      </a:lnTo>
                      <a:lnTo>
                        <a:pt x="392" y="203"/>
                      </a:lnTo>
                      <a:lnTo>
                        <a:pt x="394" y="203"/>
                      </a:lnTo>
                      <a:lnTo>
                        <a:pt x="396" y="203"/>
                      </a:lnTo>
                      <a:lnTo>
                        <a:pt x="396" y="204"/>
                      </a:lnTo>
                      <a:lnTo>
                        <a:pt x="398" y="204"/>
                      </a:lnTo>
                      <a:lnTo>
                        <a:pt x="396" y="204"/>
                      </a:lnTo>
                      <a:lnTo>
                        <a:pt x="398" y="204"/>
                      </a:lnTo>
                      <a:lnTo>
                        <a:pt x="396" y="204"/>
                      </a:lnTo>
                      <a:lnTo>
                        <a:pt x="396" y="203"/>
                      </a:lnTo>
                      <a:lnTo>
                        <a:pt x="398" y="203"/>
                      </a:lnTo>
                      <a:lnTo>
                        <a:pt x="400" y="203"/>
                      </a:lnTo>
                      <a:lnTo>
                        <a:pt x="400" y="204"/>
                      </a:lnTo>
                      <a:lnTo>
                        <a:pt x="401" y="204"/>
                      </a:lnTo>
                      <a:lnTo>
                        <a:pt x="403" y="204"/>
                      </a:lnTo>
                      <a:lnTo>
                        <a:pt x="405" y="204"/>
                      </a:lnTo>
                      <a:lnTo>
                        <a:pt x="403" y="206"/>
                      </a:lnTo>
                      <a:lnTo>
                        <a:pt x="405" y="206"/>
                      </a:lnTo>
                      <a:lnTo>
                        <a:pt x="407" y="206"/>
                      </a:lnTo>
                      <a:lnTo>
                        <a:pt x="407" y="208"/>
                      </a:lnTo>
                      <a:lnTo>
                        <a:pt x="409" y="208"/>
                      </a:lnTo>
                      <a:lnTo>
                        <a:pt x="407" y="208"/>
                      </a:lnTo>
                      <a:lnTo>
                        <a:pt x="407" y="206"/>
                      </a:lnTo>
                      <a:lnTo>
                        <a:pt x="405" y="206"/>
                      </a:lnTo>
                      <a:lnTo>
                        <a:pt x="403" y="206"/>
                      </a:lnTo>
                      <a:lnTo>
                        <a:pt x="405" y="206"/>
                      </a:lnTo>
                      <a:lnTo>
                        <a:pt x="405" y="204"/>
                      </a:lnTo>
                      <a:lnTo>
                        <a:pt x="403" y="204"/>
                      </a:lnTo>
                      <a:lnTo>
                        <a:pt x="403" y="203"/>
                      </a:lnTo>
                      <a:lnTo>
                        <a:pt x="403" y="204"/>
                      </a:lnTo>
                      <a:lnTo>
                        <a:pt x="401" y="204"/>
                      </a:lnTo>
                      <a:lnTo>
                        <a:pt x="401" y="203"/>
                      </a:lnTo>
                      <a:lnTo>
                        <a:pt x="400" y="203"/>
                      </a:lnTo>
                      <a:lnTo>
                        <a:pt x="400" y="201"/>
                      </a:lnTo>
                      <a:lnTo>
                        <a:pt x="398" y="201"/>
                      </a:lnTo>
                      <a:lnTo>
                        <a:pt x="398" y="203"/>
                      </a:lnTo>
                      <a:lnTo>
                        <a:pt x="396" y="203"/>
                      </a:lnTo>
                      <a:lnTo>
                        <a:pt x="394" y="201"/>
                      </a:lnTo>
                      <a:lnTo>
                        <a:pt x="392" y="201"/>
                      </a:lnTo>
                      <a:lnTo>
                        <a:pt x="392" y="199"/>
                      </a:lnTo>
                      <a:lnTo>
                        <a:pt x="390" y="199"/>
                      </a:lnTo>
                      <a:lnTo>
                        <a:pt x="390" y="197"/>
                      </a:lnTo>
                      <a:lnTo>
                        <a:pt x="390" y="195"/>
                      </a:lnTo>
                      <a:lnTo>
                        <a:pt x="390" y="193"/>
                      </a:lnTo>
                      <a:lnTo>
                        <a:pt x="390" y="192"/>
                      </a:lnTo>
                      <a:lnTo>
                        <a:pt x="392" y="192"/>
                      </a:lnTo>
                      <a:lnTo>
                        <a:pt x="394" y="192"/>
                      </a:lnTo>
                      <a:lnTo>
                        <a:pt x="396" y="192"/>
                      </a:lnTo>
                      <a:lnTo>
                        <a:pt x="396" y="193"/>
                      </a:lnTo>
                      <a:lnTo>
                        <a:pt x="398" y="193"/>
                      </a:lnTo>
                      <a:lnTo>
                        <a:pt x="400" y="193"/>
                      </a:lnTo>
                      <a:lnTo>
                        <a:pt x="400" y="195"/>
                      </a:lnTo>
                      <a:lnTo>
                        <a:pt x="398" y="195"/>
                      </a:lnTo>
                      <a:lnTo>
                        <a:pt x="400" y="197"/>
                      </a:lnTo>
                      <a:lnTo>
                        <a:pt x="400" y="199"/>
                      </a:lnTo>
                      <a:lnTo>
                        <a:pt x="401" y="199"/>
                      </a:lnTo>
                      <a:lnTo>
                        <a:pt x="401" y="197"/>
                      </a:lnTo>
                      <a:lnTo>
                        <a:pt x="401" y="199"/>
                      </a:lnTo>
                      <a:lnTo>
                        <a:pt x="403" y="199"/>
                      </a:lnTo>
                      <a:lnTo>
                        <a:pt x="405" y="199"/>
                      </a:lnTo>
                      <a:lnTo>
                        <a:pt x="405" y="201"/>
                      </a:lnTo>
                      <a:lnTo>
                        <a:pt x="405" y="199"/>
                      </a:lnTo>
                      <a:lnTo>
                        <a:pt x="407" y="199"/>
                      </a:lnTo>
                      <a:lnTo>
                        <a:pt x="407" y="201"/>
                      </a:lnTo>
                      <a:lnTo>
                        <a:pt x="409" y="201"/>
                      </a:lnTo>
                      <a:lnTo>
                        <a:pt x="407" y="201"/>
                      </a:lnTo>
                      <a:lnTo>
                        <a:pt x="407" y="199"/>
                      </a:lnTo>
                      <a:lnTo>
                        <a:pt x="405" y="199"/>
                      </a:lnTo>
                      <a:lnTo>
                        <a:pt x="403" y="199"/>
                      </a:lnTo>
                      <a:lnTo>
                        <a:pt x="403" y="197"/>
                      </a:lnTo>
                      <a:lnTo>
                        <a:pt x="403" y="199"/>
                      </a:lnTo>
                      <a:lnTo>
                        <a:pt x="401" y="199"/>
                      </a:lnTo>
                      <a:lnTo>
                        <a:pt x="401" y="197"/>
                      </a:lnTo>
                      <a:lnTo>
                        <a:pt x="400" y="197"/>
                      </a:lnTo>
                      <a:lnTo>
                        <a:pt x="400" y="199"/>
                      </a:lnTo>
                      <a:lnTo>
                        <a:pt x="400" y="197"/>
                      </a:lnTo>
                      <a:lnTo>
                        <a:pt x="400" y="195"/>
                      </a:lnTo>
                      <a:lnTo>
                        <a:pt x="400" y="193"/>
                      </a:lnTo>
                      <a:lnTo>
                        <a:pt x="401" y="193"/>
                      </a:lnTo>
                      <a:lnTo>
                        <a:pt x="401" y="195"/>
                      </a:lnTo>
                      <a:lnTo>
                        <a:pt x="401" y="193"/>
                      </a:lnTo>
                      <a:lnTo>
                        <a:pt x="400" y="193"/>
                      </a:lnTo>
                      <a:lnTo>
                        <a:pt x="398" y="193"/>
                      </a:lnTo>
                      <a:lnTo>
                        <a:pt x="396" y="193"/>
                      </a:lnTo>
                      <a:lnTo>
                        <a:pt x="396" y="192"/>
                      </a:lnTo>
                      <a:lnTo>
                        <a:pt x="394" y="192"/>
                      </a:lnTo>
                      <a:lnTo>
                        <a:pt x="394" y="190"/>
                      </a:lnTo>
                      <a:lnTo>
                        <a:pt x="392" y="190"/>
                      </a:lnTo>
                      <a:lnTo>
                        <a:pt x="394" y="188"/>
                      </a:lnTo>
                      <a:lnTo>
                        <a:pt x="394" y="186"/>
                      </a:lnTo>
                      <a:lnTo>
                        <a:pt x="396" y="186"/>
                      </a:lnTo>
                      <a:lnTo>
                        <a:pt x="396" y="188"/>
                      </a:lnTo>
                      <a:lnTo>
                        <a:pt x="394" y="188"/>
                      </a:lnTo>
                      <a:lnTo>
                        <a:pt x="394" y="190"/>
                      </a:lnTo>
                      <a:lnTo>
                        <a:pt x="396" y="190"/>
                      </a:lnTo>
                      <a:lnTo>
                        <a:pt x="396" y="188"/>
                      </a:lnTo>
                      <a:lnTo>
                        <a:pt x="396" y="190"/>
                      </a:lnTo>
                      <a:lnTo>
                        <a:pt x="398" y="190"/>
                      </a:lnTo>
                      <a:lnTo>
                        <a:pt x="400" y="190"/>
                      </a:lnTo>
                      <a:lnTo>
                        <a:pt x="398" y="190"/>
                      </a:lnTo>
                      <a:lnTo>
                        <a:pt x="396" y="190"/>
                      </a:lnTo>
                      <a:lnTo>
                        <a:pt x="396" y="188"/>
                      </a:lnTo>
                      <a:lnTo>
                        <a:pt x="396" y="190"/>
                      </a:lnTo>
                      <a:lnTo>
                        <a:pt x="394" y="190"/>
                      </a:lnTo>
                      <a:lnTo>
                        <a:pt x="394" y="188"/>
                      </a:lnTo>
                      <a:lnTo>
                        <a:pt x="396" y="188"/>
                      </a:lnTo>
                      <a:lnTo>
                        <a:pt x="396" y="186"/>
                      </a:lnTo>
                      <a:lnTo>
                        <a:pt x="394" y="186"/>
                      </a:lnTo>
                      <a:lnTo>
                        <a:pt x="396" y="186"/>
                      </a:lnTo>
                      <a:lnTo>
                        <a:pt x="394" y="186"/>
                      </a:lnTo>
                      <a:lnTo>
                        <a:pt x="396" y="186"/>
                      </a:lnTo>
                      <a:lnTo>
                        <a:pt x="394" y="186"/>
                      </a:lnTo>
                      <a:lnTo>
                        <a:pt x="394" y="188"/>
                      </a:lnTo>
                      <a:lnTo>
                        <a:pt x="394" y="186"/>
                      </a:lnTo>
                      <a:lnTo>
                        <a:pt x="394" y="184"/>
                      </a:lnTo>
                      <a:lnTo>
                        <a:pt x="396" y="182"/>
                      </a:lnTo>
                      <a:lnTo>
                        <a:pt x="396" y="181"/>
                      </a:lnTo>
                      <a:lnTo>
                        <a:pt x="396" y="182"/>
                      </a:lnTo>
                      <a:lnTo>
                        <a:pt x="396" y="181"/>
                      </a:lnTo>
                      <a:lnTo>
                        <a:pt x="396" y="179"/>
                      </a:lnTo>
                      <a:lnTo>
                        <a:pt x="398" y="179"/>
                      </a:lnTo>
                      <a:lnTo>
                        <a:pt x="400" y="179"/>
                      </a:lnTo>
                      <a:lnTo>
                        <a:pt x="398" y="179"/>
                      </a:lnTo>
                      <a:lnTo>
                        <a:pt x="400" y="179"/>
                      </a:lnTo>
                      <a:lnTo>
                        <a:pt x="398" y="179"/>
                      </a:lnTo>
                      <a:lnTo>
                        <a:pt x="398" y="177"/>
                      </a:lnTo>
                      <a:lnTo>
                        <a:pt x="398" y="179"/>
                      </a:lnTo>
                      <a:lnTo>
                        <a:pt x="400" y="179"/>
                      </a:lnTo>
                      <a:lnTo>
                        <a:pt x="400" y="177"/>
                      </a:lnTo>
                      <a:lnTo>
                        <a:pt x="400" y="179"/>
                      </a:lnTo>
                      <a:lnTo>
                        <a:pt x="401" y="179"/>
                      </a:lnTo>
                      <a:lnTo>
                        <a:pt x="400" y="179"/>
                      </a:lnTo>
                      <a:lnTo>
                        <a:pt x="401" y="179"/>
                      </a:lnTo>
                      <a:lnTo>
                        <a:pt x="400" y="179"/>
                      </a:lnTo>
                      <a:lnTo>
                        <a:pt x="401" y="179"/>
                      </a:lnTo>
                      <a:lnTo>
                        <a:pt x="401" y="177"/>
                      </a:lnTo>
                      <a:lnTo>
                        <a:pt x="403" y="177"/>
                      </a:lnTo>
                      <a:lnTo>
                        <a:pt x="403" y="179"/>
                      </a:lnTo>
                      <a:lnTo>
                        <a:pt x="403" y="177"/>
                      </a:lnTo>
                      <a:lnTo>
                        <a:pt x="403" y="175"/>
                      </a:lnTo>
                      <a:lnTo>
                        <a:pt x="403" y="177"/>
                      </a:lnTo>
                      <a:lnTo>
                        <a:pt x="403" y="175"/>
                      </a:lnTo>
                      <a:lnTo>
                        <a:pt x="403" y="177"/>
                      </a:lnTo>
                      <a:lnTo>
                        <a:pt x="405" y="177"/>
                      </a:lnTo>
                      <a:lnTo>
                        <a:pt x="405" y="175"/>
                      </a:lnTo>
                      <a:lnTo>
                        <a:pt x="405" y="177"/>
                      </a:lnTo>
                      <a:lnTo>
                        <a:pt x="403" y="177"/>
                      </a:lnTo>
                      <a:lnTo>
                        <a:pt x="403" y="175"/>
                      </a:lnTo>
                      <a:lnTo>
                        <a:pt x="405" y="175"/>
                      </a:lnTo>
                      <a:lnTo>
                        <a:pt x="407" y="175"/>
                      </a:lnTo>
                      <a:lnTo>
                        <a:pt x="409" y="175"/>
                      </a:lnTo>
                      <a:lnTo>
                        <a:pt x="411" y="175"/>
                      </a:lnTo>
                      <a:lnTo>
                        <a:pt x="411" y="173"/>
                      </a:lnTo>
                      <a:lnTo>
                        <a:pt x="409" y="173"/>
                      </a:lnTo>
                      <a:lnTo>
                        <a:pt x="411" y="173"/>
                      </a:lnTo>
                      <a:lnTo>
                        <a:pt x="411" y="175"/>
                      </a:lnTo>
                      <a:lnTo>
                        <a:pt x="412" y="175"/>
                      </a:lnTo>
                      <a:lnTo>
                        <a:pt x="412" y="173"/>
                      </a:lnTo>
                      <a:lnTo>
                        <a:pt x="412" y="171"/>
                      </a:lnTo>
                      <a:lnTo>
                        <a:pt x="414" y="171"/>
                      </a:lnTo>
                      <a:lnTo>
                        <a:pt x="414" y="170"/>
                      </a:lnTo>
                      <a:lnTo>
                        <a:pt x="416" y="170"/>
                      </a:lnTo>
                      <a:lnTo>
                        <a:pt x="416" y="171"/>
                      </a:lnTo>
                      <a:lnTo>
                        <a:pt x="418" y="171"/>
                      </a:lnTo>
                      <a:lnTo>
                        <a:pt x="420" y="171"/>
                      </a:lnTo>
                      <a:lnTo>
                        <a:pt x="420" y="170"/>
                      </a:lnTo>
                      <a:lnTo>
                        <a:pt x="420" y="171"/>
                      </a:lnTo>
                      <a:lnTo>
                        <a:pt x="422" y="171"/>
                      </a:lnTo>
                      <a:lnTo>
                        <a:pt x="422" y="173"/>
                      </a:lnTo>
                      <a:lnTo>
                        <a:pt x="423" y="173"/>
                      </a:lnTo>
                      <a:lnTo>
                        <a:pt x="423" y="175"/>
                      </a:lnTo>
                      <a:lnTo>
                        <a:pt x="425" y="175"/>
                      </a:lnTo>
                      <a:lnTo>
                        <a:pt x="427" y="175"/>
                      </a:lnTo>
                      <a:lnTo>
                        <a:pt x="429" y="175"/>
                      </a:lnTo>
                      <a:lnTo>
                        <a:pt x="431" y="175"/>
                      </a:lnTo>
                      <a:lnTo>
                        <a:pt x="431" y="177"/>
                      </a:lnTo>
                      <a:lnTo>
                        <a:pt x="432" y="177"/>
                      </a:lnTo>
                      <a:lnTo>
                        <a:pt x="432" y="179"/>
                      </a:lnTo>
                      <a:lnTo>
                        <a:pt x="432" y="177"/>
                      </a:lnTo>
                      <a:lnTo>
                        <a:pt x="434" y="177"/>
                      </a:lnTo>
                      <a:lnTo>
                        <a:pt x="434" y="179"/>
                      </a:lnTo>
                      <a:lnTo>
                        <a:pt x="436" y="179"/>
                      </a:lnTo>
                      <a:lnTo>
                        <a:pt x="438" y="179"/>
                      </a:lnTo>
                      <a:lnTo>
                        <a:pt x="440" y="179"/>
                      </a:lnTo>
                      <a:lnTo>
                        <a:pt x="442" y="179"/>
                      </a:lnTo>
                      <a:lnTo>
                        <a:pt x="443" y="179"/>
                      </a:lnTo>
                      <a:lnTo>
                        <a:pt x="445" y="181"/>
                      </a:lnTo>
                      <a:lnTo>
                        <a:pt x="447" y="181"/>
                      </a:lnTo>
                      <a:lnTo>
                        <a:pt x="449" y="181"/>
                      </a:lnTo>
                      <a:lnTo>
                        <a:pt x="451" y="181"/>
                      </a:lnTo>
                      <a:lnTo>
                        <a:pt x="453" y="181"/>
                      </a:lnTo>
                      <a:lnTo>
                        <a:pt x="454" y="181"/>
                      </a:lnTo>
                      <a:lnTo>
                        <a:pt x="456" y="181"/>
                      </a:lnTo>
                      <a:lnTo>
                        <a:pt x="458" y="181"/>
                      </a:lnTo>
                      <a:lnTo>
                        <a:pt x="460" y="181"/>
                      </a:lnTo>
                      <a:lnTo>
                        <a:pt x="460" y="179"/>
                      </a:lnTo>
                      <a:lnTo>
                        <a:pt x="460" y="181"/>
                      </a:lnTo>
                      <a:lnTo>
                        <a:pt x="462" y="181"/>
                      </a:lnTo>
                      <a:lnTo>
                        <a:pt x="462" y="179"/>
                      </a:lnTo>
                      <a:lnTo>
                        <a:pt x="463" y="179"/>
                      </a:lnTo>
                      <a:lnTo>
                        <a:pt x="463" y="177"/>
                      </a:lnTo>
                      <a:lnTo>
                        <a:pt x="465" y="175"/>
                      </a:lnTo>
                      <a:lnTo>
                        <a:pt x="463" y="175"/>
                      </a:lnTo>
                      <a:lnTo>
                        <a:pt x="465" y="175"/>
                      </a:lnTo>
                      <a:lnTo>
                        <a:pt x="463" y="175"/>
                      </a:lnTo>
                      <a:lnTo>
                        <a:pt x="465" y="175"/>
                      </a:lnTo>
                      <a:lnTo>
                        <a:pt x="463" y="175"/>
                      </a:lnTo>
                      <a:lnTo>
                        <a:pt x="463" y="173"/>
                      </a:lnTo>
                      <a:lnTo>
                        <a:pt x="465" y="173"/>
                      </a:lnTo>
                      <a:lnTo>
                        <a:pt x="467" y="173"/>
                      </a:lnTo>
                      <a:lnTo>
                        <a:pt x="467" y="171"/>
                      </a:lnTo>
                      <a:lnTo>
                        <a:pt x="465" y="171"/>
                      </a:lnTo>
                      <a:lnTo>
                        <a:pt x="467" y="171"/>
                      </a:lnTo>
                      <a:lnTo>
                        <a:pt x="465" y="171"/>
                      </a:lnTo>
                      <a:lnTo>
                        <a:pt x="465" y="170"/>
                      </a:lnTo>
                      <a:lnTo>
                        <a:pt x="465" y="171"/>
                      </a:lnTo>
                      <a:lnTo>
                        <a:pt x="467" y="171"/>
                      </a:lnTo>
                      <a:lnTo>
                        <a:pt x="465" y="171"/>
                      </a:lnTo>
                      <a:lnTo>
                        <a:pt x="467" y="171"/>
                      </a:lnTo>
                      <a:lnTo>
                        <a:pt x="467" y="173"/>
                      </a:lnTo>
                      <a:lnTo>
                        <a:pt x="465" y="173"/>
                      </a:lnTo>
                      <a:lnTo>
                        <a:pt x="463" y="173"/>
                      </a:lnTo>
                      <a:lnTo>
                        <a:pt x="463" y="175"/>
                      </a:lnTo>
                      <a:lnTo>
                        <a:pt x="465" y="175"/>
                      </a:lnTo>
                      <a:lnTo>
                        <a:pt x="463" y="175"/>
                      </a:lnTo>
                      <a:lnTo>
                        <a:pt x="463" y="177"/>
                      </a:lnTo>
                      <a:lnTo>
                        <a:pt x="463" y="179"/>
                      </a:lnTo>
                      <a:lnTo>
                        <a:pt x="462" y="179"/>
                      </a:lnTo>
                      <a:lnTo>
                        <a:pt x="462" y="181"/>
                      </a:lnTo>
                      <a:lnTo>
                        <a:pt x="462" y="179"/>
                      </a:lnTo>
                      <a:lnTo>
                        <a:pt x="462" y="181"/>
                      </a:lnTo>
                      <a:lnTo>
                        <a:pt x="460" y="179"/>
                      </a:lnTo>
                      <a:lnTo>
                        <a:pt x="460" y="181"/>
                      </a:lnTo>
                      <a:lnTo>
                        <a:pt x="458" y="179"/>
                      </a:lnTo>
                      <a:lnTo>
                        <a:pt x="458" y="181"/>
                      </a:lnTo>
                      <a:lnTo>
                        <a:pt x="458" y="179"/>
                      </a:lnTo>
                      <a:lnTo>
                        <a:pt x="458" y="181"/>
                      </a:lnTo>
                      <a:lnTo>
                        <a:pt x="456" y="181"/>
                      </a:lnTo>
                      <a:lnTo>
                        <a:pt x="454" y="181"/>
                      </a:lnTo>
                      <a:lnTo>
                        <a:pt x="453" y="181"/>
                      </a:lnTo>
                      <a:lnTo>
                        <a:pt x="451" y="181"/>
                      </a:lnTo>
                      <a:lnTo>
                        <a:pt x="449" y="181"/>
                      </a:lnTo>
                      <a:lnTo>
                        <a:pt x="447" y="181"/>
                      </a:lnTo>
                      <a:lnTo>
                        <a:pt x="445" y="181"/>
                      </a:lnTo>
                      <a:lnTo>
                        <a:pt x="443" y="179"/>
                      </a:lnTo>
                      <a:lnTo>
                        <a:pt x="442" y="179"/>
                      </a:lnTo>
                      <a:lnTo>
                        <a:pt x="440" y="179"/>
                      </a:lnTo>
                      <a:lnTo>
                        <a:pt x="438" y="179"/>
                      </a:lnTo>
                      <a:lnTo>
                        <a:pt x="436" y="179"/>
                      </a:lnTo>
                      <a:lnTo>
                        <a:pt x="434" y="179"/>
                      </a:lnTo>
                      <a:lnTo>
                        <a:pt x="434" y="177"/>
                      </a:lnTo>
                      <a:lnTo>
                        <a:pt x="432" y="177"/>
                      </a:lnTo>
                      <a:lnTo>
                        <a:pt x="431" y="177"/>
                      </a:lnTo>
                      <a:lnTo>
                        <a:pt x="432" y="175"/>
                      </a:lnTo>
                      <a:lnTo>
                        <a:pt x="431" y="175"/>
                      </a:lnTo>
                      <a:lnTo>
                        <a:pt x="429" y="175"/>
                      </a:lnTo>
                      <a:lnTo>
                        <a:pt x="427" y="175"/>
                      </a:lnTo>
                      <a:lnTo>
                        <a:pt x="425" y="175"/>
                      </a:lnTo>
                      <a:lnTo>
                        <a:pt x="423" y="173"/>
                      </a:lnTo>
                      <a:lnTo>
                        <a:pt x="422" y="171"/>
                      </a:lnTo>
                      <a:lnTo>
                        <a:pt x="420" y="171"/>
                      </a:lnTo>
                      <a:lnTo>
                        <a:pt x="420" y="170"/>
                      </a:lnTo>
                      <a:lnTo>
                        <a:pt x="420" y="168"/>
                      </a:lnTo>
                      <a:lnTo>
                        <a:pt x="418" y="168"/>
                      </a:lnTo>
                      <a:lnTo>
                        <a:pt x="418" y="166"/>
                      </a:lnTo>
                      <a:lnTo>
                        <a:pt x="420" y="166"/>
                      </a:lnTo>
                      <a:lnTo>
                        <a:pt x="420" y="164"/>
                      </a:lnTo>
                      <a:lnTo>
                        <a:pt x="422" y="164"/>
                      </a:lnTo>
                      <a:lnTo>
                        <a:pt x="420" y="164"/>
                      </a:lnTo>
                      <a:lnTo>
                        <a:pt x="420" y="162"/>
                      </a:lnTo>
                      <a:lnTo>
                        <a:pt x="422" y="162"/>
                      </a:lnTo>
                      <a:lnTo>
                        <a:pt x="420" y="162"/>
                      </a:lnTo>
                      <a:lnTo>
                        <a:pt x="420" y="161"/>
                      </a:lnTo>
                      <a:lnTo>
                        <a:pt x="420" y="159"/>
                      </a:lnTo>
                      <a:lnTo>
                        <a:pt x="420" y="157"/>
                      </a:lnTo>
                      <a:lnTo>
                        <a:pt x="422" y="157"/>
                      </a:lnTo>
                      <a:lnTo>
                        <a:pt x="422" y="155"/>
                      </a:lnTo>
                      <a:lnTo>
                        <a:pt x="420" y="155"/>
                      </a:lnTo>
                      <a:lnTo>
                        <a:pt x="420" y="153"/>
                      </a:lnTo>
                      <a:lnTo>
                        <a:pt x="418" y="153"/>
                      </a:lnTo>
                      <a:lnTo>
                        <a:pt x="418" y="151"/>
                      </a:lnTo>
                      <a:lnTo>
                        <a:pt x="416" y="151"/>
                      </a:lnTo>
                      <a:lnTo>
                        <a:pt x="414" y="151"/>
                      </a:lnTo>
                      <a:lnTo>
                        <a:pt x="414" y="150"/>
                      </a:lnTo>
                      <a:lnTo>
                        <a:pt x="416" y="150"/>
                      </a:lnTo>
                      <a:lnTo>
                        <a:pt x="418" y="150"/>
                      </a:lnTo>
                      <a:lnTo>
                        <a:pt x="420" y="150"/>
                      </a:lnTo>
                      <a:lnTo>
                        <a:pt x="422" y="150"/>
                      </a:lnTo>
                      <a:lnTo>
                        <a:pt x="422" y="151"/>
                      </a:lnTo>
                      <a:lnTo>
                        <a:pt x="423" y="151"/>
                      </a:lnTo>
                      <a:lnTo>
                        <a:pt x="422" y="151"/>
                      </a:lnTo>
                      <a:lnTo>
                        <a:pt x="422" y="150"/>
                      </a:lnTo>
                      <a:lnTo>
                        <a:pt x="423" y="150"/>
                      </a:lnTo>
                      <a:lnTo>
                        <a:pt x="425" y="150"/>
                      </a:lnTo>
                      <a:lnTo>
                        <a:pt x="425" y="148"/>
                      </a:lnTo>
                      <a:lnTo>
                        <a:pt x="427" y="148"/>
                      </a:lnTo>
                      <a:lnTo>
                        <a:pt x="429" y="148"/>
                      </a:lnTo>
                      <a:lnTo>
                        <a:pt x="431" y="148"/>
                      </a:lnTo>
                      <a:lnTo>
                        <a:pt x="432" y="148"/>
                      </a:lnTo>
                      <a:lnTo>
                        <a:pt x="434" y="146"/>
                      </a:lnTo>
                      <a:lnTo>
                        <a:pt x="436" y="146"/>
                      </a:lnTo>
                      <a:lnTo>
                        <a:pt x="438" y="146"/>
                      </a:lnTo>
                      <a:lnTo>
                        <a:pt x="440" y="146"/>
                      </a:lnTo>
                      <a:lnTo>
                        <a:pt x="442" y="144"/>
                      </a:lnTo>
                      <a:lnTo>
                        <a:pt x="443" y="144"/>
                      </a:lnTo>
                      <a:lnTo>
                        <a:pt x="445" y="144"/>
                      </a:lnTo>
                      <a:lnTo>
                        <a:pt x="447" y="144"/>
                      </a:lnTo>
                      <a:lnTo>
                        <a:pt x="451" y="142"/>
                      </a:lnTo>
                      <a:lnTo>
                        <a:pt x="453" y="142"/>
                      </a:lnTo>
                      <a:lnTo>
                        <a:pt x="454" y="142"/>
                      </a:lnTo>
                      <a:lnTo>
                        <a:pt x="456" y="142"/>
                      </a:lnTo>
                      <a:lnTo>
                        <a:pt x="456" y="140"/>
                      </a:lnTo>
                      <a:lnTo>
                        <a:pt x="458" y="140"/>
                      </a:lnTo>
                      <a:lnTo>
                        <a:pt x="460" y="140"/>
                      </a:lnTo>
                      <a:lnTo>
                        <a:pt x="462" y="139"/>
                      </a:lnTo>
                      <a:lnTo>
                        <a:pt x="463" y="139"/>
                      </a:lnTo>
                      <a:lnTo>
                        <a:pt x="465" y="139"/>
                      </a:lnTo>
                      <a:lnTo>
                        <a:pt x="465" y="140"/>
                      </a:lnTo>
                      <a:lnTo>
                        <a:pt x="467" y="140"/>
                      </a:lnTo>
                      <a:lnTo>
                        <a:pt x="469" y="140"/>
                      </a:lnTo>
                      <a:lnTo>
                        <a:pt x="471" y="140"/>
                      </a:lnTo>
                      <a:lnTo>
                        <a:pt x="473" y="140"/>
                      </a:lnTo>
                      <a:lnTo>
                        <a:pt x="473" y="139"/>
                      </a:lnTo>
                      <a:lnTo>
                        <a:pt x="473" y="140"/>
                      </a:lnTo>
                      <a:lnTo>
                        <a:pt x="474" y="140"/>
                      </a:lnTo>
                      <a:lnTo>
                        <a:pt x="474" y="139"/>
                      </a:lnTo>
                      <a:lnTo>
                        <a:pt x="474" y="140"/>
                      </a:lnTo>
                      <a:lnTo>
                        <a:pt x="473" y="140"/>
                      </a:lnTo>
                      <a:lnTo>
                        <a:pt x="473" y="139"/>
                      </a:lnTo>
                      <a:lnTo>
                        <a:pt x="473" y="140"/>
                      </a:lnTo>
                      <a:lnTo>
                        <a:pt x="471" y="140"/>
                      </a:lnTo>
                      <a:lnTo>
                        <a:pt x="469" y="140"/>
                      </a:lnTo>
                      <a:lnTo>
                        <a:pt x="467" y="140"/>
                      </a:lnTo>
                      <a:lnTo>
                        <a:pt x="465" y="140"/>
                      </a:lnTo>
                      <a:lnTo>
                        <a:pt x="465" y="139"/>
                      </a:lnTo>
                      <a:lnTo>
                        <a:pt x="463" y="139"/>
                      </a:lnTo>
                      <a:lnTo>
                        <a:pt x="463" y="137"/>
                      </a:lnTo>
                      <a:lnTo>
                        <a:pt x="463" y="135"/>
                      </a:lnTo>
                      <a:lnTo>
                        <a:pt x="465" y="133"/>
                      </a:lnTo>
                      <a:lnTo>
                        <a:pt x="467" y="133"/>
                      </a:lnTo>
                      <a:lnTo>
                        <a:pt x="467" y="131"/>
                      </a:lnTo>
                      <a:lnTo>
                        <a:pt x="467" y="129"/>
                      </a:lnTo>
                      <a:lnTo>
                        <a:pt x="469" y="129"/>
                      </a:lnTo>
                      <a:lnTo>
                        <a:pt x="471" y="128"/>
                      </a:lnTo>
                      <a:lnTo>
                        <a:pt x="473" y="128"/>
                      </a:lnTo>
                      <a:lnTo>
                        <a:pt x="473" y="126"/>
                      </a:lnTo>
                      <a:lnTo>
                        <a:pt x="473" y="124"/>
                      </a:lnTo>
                      <a:lnTo>
                        <a:pt x="474" y="124"/>
                      </a:lnTo>
                      <a:lnTo>
                        <a:pt x="474" y="122"/>
                      </a:lnTo>
                      <a:lnTo>
                        <a:pt x="476" y="120"/>
                      </a:lnTo>
                      <a:lnTo>
                        <a:pt x="476" y="118"/>
                      </a:lnTo>
                      <a:lnTo>
                        <a:pt x="476" y="117"/>
                      </a:lnTo>
                      <a:lnTo>
                        <a:pt x="478" y="117"/>
                      </a:lnTo>
                      <a:lnTo>
                        <a:pt x="480" y="117"/>
                      </a:lnTo>
                      <a:lnTo>
                        <a:pt x="480" y="115"/>
                      </a:lnTo>
                      <a:lnTo>
                        <a:pt x="482" y="115"/>
                      </a:lnTo>
                      <a:lnTo>
                        <a:pt x="482" y="113"/>
                      </a:lnTo>
                      <a:lnTo>
                        <a:pt x="484" y="113"/>
                      </a:lnTo>
                      <a:lnTo>
                        <a:pt x="485" y="111"/>
                      </a:lnTo>
                      <a:lnTo>
                        <a:pt x="487" y="111"/>
                      </a:lnTo>
                      <a:lnTo>
                        <a:pt x="487" y="109"/>
                      </a:lnTo>
                      <a:lnTo>
                        <a:pt x="489" y="108"/>
                      </a:lnTo>
                      <a:lnTo>
                        <a:pt x="489" y="106"/>
                      </a:lnTo>
                      <a:lnTo>
                        <a:pt x="491" y="106"/>
                      </a:lnTo>
                      <a:lnTo>
                        <a:pt x="491" y="104"/>
                      </a:lnTo>
                      <a:lnTo>
                        <a:pt x="493" y="102"/>
                      </a:lnTo>
                      <a:lnTo>
                        <a:pt x="495" y="100"/>
                      </a:lnTo>
                      <a:lnTo>
                        <a:pt x="495" y="98"/>
                      </a:lnTo>
                      <a:lnTo>
                        <a:pt x="496" y="98"/>
                      </a:lnTo>
                      <a:lnTo>
                        <a:pt x="496" y="97"/>
                      </a:lnTo>
                      <a:lnTo>
                        <a:pt x="496" y="95"/>
                      </a:lnTo>
                      <a:lnTo>
                        <a:pt x="496" y="93"/>
                      </a:lnTo>
                      <a:lnTo>
                        <a:pt x="496" y="91"/>
                      </a:lnTo>
                      <a:lnTo>
                        <a:pt x="496" y="89"/>
                      </a:lnTo>
                      <a:lnTo>
                        <a:pt x="496" y="87"/>
                      </a:lnTo>
                      <a:lnTo>
                        <a:pt x="498" y="87"/>
                      </a:lnTo>
                      <a:lnTo>
                        <a:pt x="498" y="89"/>
                      </a:lnTo>
                      <a:lnTo>
                        <a:pt x="498" y="87"/>
                      </a:lnTo>
                      <a:lnTo>
                        <a:pt x="496" y="87"/>
                      </a:lnTo>
                      <a:lnTo>
                        <a:pt x="500" y="87"/>
                      </a:lnTo>
                      <a:lnTo>
                        <a:pt x="504" y="87"/>
                      </a:lnTo>
                      <a:lnTo>
                        <a:pt x="504" y="89"/>
                      </a:lnTo>
                      <a:lnTo>
                        <a:pt x="505" y="89"/>
                      </a:lnTo>
                      <a:lnTo>
                        <a:pt x="505" y="91"/>
                      </a:lnTo>
                      <a:lnTo>
                        <a:pt x="507" y="91"/>
                      </a:lnTo>
                      <a:lnTo>
                        <a:pt x="507" y="93"/>
                      </a:lnTo>
                      <a:lnTo>
                        <a:pt x="509" y="93"/>
                      </a:lnTo>
                      <a:lnTo>
                        <a:pt x="509" y="95"/>
                      </a:lnTo>
                      <a:lnTo>
                        <a:pt x="509" y="97"/>
                      </a:lnTo>
                      <a:lnTo>
                        <a:pt x="509" y="98"/>
                      </a:lnTo>
                      <a:lnTo>
                        <a:pt x="509" y="100"/>
                      </a:lnTo>
                      <a:lnTo>
                        <a:pt x="511" y="100"/>
                      </a:lnTo>
                      <a:lnTo>
                        <a:pt x="513" y="100"/>
                      </a:lnTo>
                      <a:lnTo>
                        <a:pt x="513" y="98"/>
                      </a:lnTo>
                      <a:lnTo>
                        <a:pt x="513" y="100"/>
                      </a:lnTo>
                      <a:lnTo>
                        <a:pt x="515" y="100"/>
                      </a:lnTo>
                      <a:lnTo>
                        <a:pt x="515" y="102"/>
                      </a:lnTo>
                      <a:lnTo>
                        <a:pt x="515" y="104"/>
                      </a:lnTo>
                      <a:lnTo>
                        <a:pt x="516" y="104"/>
                      </a:lnTo>
                      <a:lnTo>
                        <a:pt x="516" y="106"/>
                      </a:lnTo>
                      <a:lnTo>
                        <a:pt x="518" y="108"/>
                      </a:lnTo>
                      <a:lnTo>
                        <a:pt x="520" y="108"/>
                      </a:lnTo>
                      <a:lnTo>
                        <a:pt x="522" y="108"/>
                      </a:lnTo>
                      <a:lnTo>
                        <a:pt x="524" y="106"/>
                      </a:lnTo>
                      <a:lnTo>
                        <a:pt x="526" y="106"/>
                      </a:lnTo>
                      <a:lnTo>
                        <a:pt x="526" y="104"/>
                      </a:lnTo>
                      <a:lnTo>
                        <a:pt x="526" y="102"/>
                      </a:lnTo>
                      <a:lnTo>
                        <a:pt x="526" y="100"/>
                      </a:lnTo>
                      <a:lnTo>
                        <a:pt x="527" y="98"/>
                      </a:lnTo>
                      <a:lnTo>
                        <a:pt x="527" y="97"/>
                      </a:lnTo>
                      <a:lnTo>
                        <a:pt x="529" y="97"/>
                      </a:lnTo>
                      <a:lnTo>
                        <a:pt x="529" y="95"/>
                      </a:lnTo>
                      <a:lnTo>
                        <a:pt x="529" y="93"/>
                      </a:lnTo>
                      <a:lnTo>
                        <a:pt x="527" y="93"/>
                      </a:lnTo>
                      <a:lnTo>
                        <a:pt x="527" y="91"/>
                      </a:lnTo>
                      <a:lnTo>
                        <a:pt x="527" y="89"/>
                      </a:lnTo>
                      <a:lnTo>
                        <a:pt x="526" y="89"/>
                      </a:lnTo>
                      <a:lnTo>
                        <a:pt x="527" y="87"/>
                      </a:lnTo>
                      <a:lnTo>
                        <a:pt x="526" y="87"/>
                      </a:lnTo>
                      <a:lnTo>
                        <a:pt x="527" y="87"/>
                      </a:lnTo>
                      <a:lnTo>
                        <a:pt x="526" y="87"/>
                      </a:lnTo>
                      <a:lnTo>
                        <a:pt x="526" y="86"/>
                      </a:lnTo>
                      <a:lnTo>
                        <a:pt x="526" y="84"/>
                      </a:lnTo>
                      <a:lnTo>
                        <a:pt x="527" y="82"/>
                      </a:lnTo>
                      <a:lnTo>
                        <a:pt x="527" y="80"/>
                      </a:lnTo>
                      <a:lnTo>
                        <a:pt x="529" y="80"/>
                      </a:lnTo>
                      <a:lnTo>
                        <a:pt x="531" y="80"/>
                      </a:lnTo>
                      <a:lnTo>
                        <a:pt x="533" y="80"/>
                      </a:lnTo>
                      <a:lnTo>
                        <a:pt x="533" y="78"/>
                      </a:lnTo>
                      <a:lnTo>
                        <a:pt x="533" y="76"/>
                      </a:lnTo>
                      <a:lnTo>
                        <a:pt x="535" y="76"/>
                      </a:lnTo>
                      <a:lnTo>
                        <a:pt x="533" y="78"/>
                      </a:lnTo>
                      <a:lnTo>
                        <a:pt x="535" y="78"/>
                      </a:lnTo>
                      <a:lnTo>
                        <a:pt x="533" y="78"/>
                      </a:lnTo>
                      <a:lnTo>
                        <a:pt x="533" y="80"/>
                      </a:lnTo>
                      <a:lnTo>
                        <a:pt x="533" y="78"/>
                      </a:lnTo>
                      <a:lnTo>
                        <a:pt x="533" y="80"/>
                      </a:lnTo>
                      <a:lnTo>
                        <a:pt x="533" y="82"/>
                      </a:lnTo>
                      <a:lnTo>
                        <a:pt x="533" y="80"/>
                      </a:lnTo>
                      <a:lnTo>
                        <a:pt x="533" y="78"/>
                      </a:lnTo>
                      <a:lnTo>
                        <a:pt x="535" y="78"/>
                      </a:lnTo>
                      <a:lnTo>
                        <a:pt x="535" y="80"/>
                      </a:lnTo>
                      <a:lnTo>
                        <a:pt x="533" y="80"/>
                      </a:lnTo>
                      <a:lnTo>
                        <a:pt x="535" y="80"/>
                      </a:lnTo>
                      <a:lnTo>
                        <a:pt x="533" y="80"/>
                      </a:lnTo>
                      <a:lnTo>
                        <a:pt x="535" y="80"/>
                      </a:lnTo>
                      <a:lnTo>
                        <a:pt x="535" y="82"/>
                      </a:lnTo>
                      <a:lnTo>
                        <a:pt x="535" y="84"/>
                      </a:lnTo>
                      <a:lnTo>
                        <a:pt x="535" y="86"/>
                      </a:lnTo>
                      <a:lnTo>
                        <a:pt x="535" y="87"/>
                      </a:lnTo>
                      <a:lnTo>
                        <a:pt x="537" y="87"/>
                      </a:lnTo>
                      <a:lnTo>
                        <a:pt x="535" y="87"/>
                      </a:lnTo>
                      <a:lnTo>
                        <a:pt x="535" y="89"/>
                      </a:lnTo>
                      <a:lnTo>
                        <a:pt x="537" y="89"/>
                      </a:lnTo>
                      <a:lnTo>
                        <a:pt x="535" y="89"/>
                      </a:lnTo>
                      <a:lnTo>
                        <a:pt x="537" y="89"/>
                      </a:lnTo>
                      <a:lnTo>
                        <a:pt x="537" y="91"/>
                      </a:lnTo>
                      <a:lnTo>
                        <a:pt x="537" y="93"/>
                      </a:lnTo>
                      <a:lnTo>
                        <a:pt x="537" y="95"/>
                      </a:lnTo>
                      <a:lnTo>
                        <a:pt x="538" y="95"/>
                      </a:lnTo>
                      <a:lnTo>
                        <a:pt x="540" y="95"/>
                      </a:lnTo>
                      <a:lnTo>
                        <a:pt x="540" y="97"/>
                      </a:lnTo>
                      <a:lnTo>
                        <a:pt x="542" y="97"/>
                      </a:lnTo>
                      <a:lnTo>
                        <a:pt x="544" y="97"/>
                      </a:lnTo>
                      <a:lnTo>
                        <a:pt x="544" y="98"/>
                      </a:lnTo>
                      <a:lnTo>
                        <a:pt x="546" y="98"/>
                      </a:lnTo>
                      <a:lnTo>
                        <a:pt x="546" y="97"/>
                      </a:lnTo>
                      <a:lnTo>
                        <a:pt x="546" y="95"/>
                      </a:lnTo>
                      <a:lnTo>
                        <a:pt x="544" y="95"/>
                      </a:lnTo>
                      <a:lnTo>
                        <a:pt x="544" y="93"/>
                      </a:lnTo>
                      <a:lnTo>
                        <a:pt x="542" y="93"/>
                      </a:lnTo>
                      <a:lnTo>
                        <a:pt x="544" y="91"/>
                      </a:lnTo>
                      <a:lnTo>
                        <a:pt x="542" y="89"/>
                      </a:lnTo>
                      <a:lnTo>
                        <a:pt x="542" y="87"/>
                      </a:lnTo>
                      <a:lnTo>
                        <a:pt x="544" y="87"/>
                      </a:lnTo>
                      <a:lnTo>
                        <a:pt x="544" y="86"/>
                      </a:lnTo>
                      <a:lnTo>
                        <a:pt x="542" y="86"/>
                      </a:lnTo>
                      <a:lnTo>
                        <a:pt x="542" y="84"/>
                      </a:lnTo>
                      <a:lnTo>
                        <a:pt x="542" y="82"/>
                      </a:lnTo>
                      <a:lnTo>
                        <a:pt x="542" y="80"/>
                      </a:lnTo>
                      <a:lnTo>
                        <a:pt x="540" y="78"/>
                      </a:lnTo>
                      <a:lnTo>
                        <a:pt x="538" y="78"/>
                      </a:lnTo>
                      <a:lnTo>
                        <a:pt x="538" y="76"/>
                      </a:lnTo>
                      <a:lnTo>
                        <a:pt x="540" y="76"/>
                      </a:lnTo>
                      <a:lnTo>
                        <a:pt x="540" y="75"/>
                      </a:lnTo>
                      <a:lnTo>
                        <a:pt x="542" y="75"/>
                      </a:lnTo>
                      <a:lnTo>
                        <a:pt x="542" y="76"/>
                      </a:lnTo>
                      <a:lnTo>
                        <a:pt x="544" y="76"/>
                      </a:lnTo>
                      <a:lnTo>
                        <a:pt x="546" y="76"/>
                      </a:lnTo>
                      <a:lnTo>
                        <a:pt x="547" y="76"/>
                      </a:lnTo>
                      <a:lnTo>
                        <a:pt x="547" y="75"/>
                      </a:lnTo>
                      <a:lnTo>
                        <a:pt x="549" y="75"/>
                      </a:lnTo>
                      <a:lnTo>
                        <a:pt x="549" y="76"/>
                      </a:lnTo>
                      <a:lnTo>
                        <a:pt x="549" y="75"/>
                      </a:lnTo>
                      <a:lnTo>
                        <a:pt x="547" y="75"/>
                      </a:lnTo>
                      <a:lnTo>
                        <a:pt x="549" y="75"/>
                      </a:lnTo>
                      <a:lnTo>
                        <a:pt x="549" y="73"/>
                      </a:lnTo>
                      <a:lnTo>
                        <a:pt x="551" y="73"/>
                      </a:lnTo>
                      <a:lnTo>
                        <a:pt x="551" y="71"/>
                      </a:lnTo>
                      <a:lnTo>
                        <a:pt x="553" y="71"/>
                      </a:lnTo>
                      <a:lnTo>
                        <a:pt x="553" y="69"/>
                      </a:lnTo>
                      <a:lnTo>
                        <a:pt x="553" y="67"/>
                      </a:lnTo>
                      <a:lnTo>
                        <a:pt x="553" y="65"/>
                      </a:lnTo>
                      <a:lnTo>
                        <a:pt x="553" y="67"/>
                      </a:lnTo>
                      <a:lnTo>
                        <a:pt x="555" y="67"/>
                      </a:lnTo>
                      <a:lnTo>
                        <a:pt x="555" y="65"/>
                      </a:lnTo>
                      <a:lnTo>
                        <a:pt x="555" y="64"/>
                      </a:lnTo>
                      <a:lnTo>
                        <a:pt x="553" y="64"/>
                      </a:lnTo>
                      <a:lnTo>
                        <a:pt x="555" y="64"/>
                      </a:lnTo>
                      <a:lnTo>
                        <a:pt x="555" y="65"/>
                      </a:lnTo>
                      <a:lnTo>
                        <a:pt x="553" y="65"/>
                      </a:lnTo>
                      <a:lnTo>
                        <a:pt x="555" y="65"/>
                      </a:lnTo>
                      <a:lnTo>
                        <a:pt x="553" y="65"/>
                      </a:lnTo>
                      <a:lnTo>
                        <a:pt x="553" y="67"/>
                      </a:lnTo>
                      <a:lnTo>
                        <a:pt x="553" y="65"/>
                      </a:lnTo>
                      <a:lnTo>
                        <a:pt x="551" y="65"/>
                      </a:lnTo>
                      <a:lnTo>
                        <a:pt x="549" y="65"/>
                      </a:lnTo>
                      <a:lnTo>
                        <a:pt x="549" y="64"/>
                      </a:lnTo>
                      <a:lnTo>
                        <a:pt x="551" y="64"/>
                      </a:lnTo>
                      <a:lnTo>
                        <a:pt x="549" y="64"/>
                      </a:lnTo>
                      <a:lnTo>
                        <a:pt x="549" y="65"/>
                      </a:lnTo>
                      <a:lnTo>
                        <a:pt x="549" y="64"/>
                      </a:lnTo>
                      <a:lnTo>
                        <a:pt x="549" y="65"/>
                      </a:lnTo>
                      <a:lnTo>
                        <a:pt x="549" y="64"/>
                      </a:lnTo>
                      <a:lnTo>
                        <a:pt x="547" y="64"/>
                      </a:lnTo>
                      <a:lnTo>
                        <a:pt x="549" y="64"/>
                      </a:lnTo>
                      <a:lnTo>
                        <a:pt x="547" y="64"/>
                      </a:lnTo>
                      <a:lnTo>
                        <a:pt x="547" y="62"/>
                      </a:lnTo>
                      <a:lnTo>
                        <a:pt x="549" y="62"/>
                      </a:lnTo>
                      <a:lnTo>
                        <a:pt x="547" y="62"/>
                      </a:lnTo>
                      <a:lnTo>
                        <a:pt x="547" y="64"/>
                      </a:lnTo>
                      <a:lnTo>
                        <a:pt x="547" y="62"/>
                      </a:lnTo>
                      <a:lnTo>
                        <a:pt x="547" y="64"/>
                      </a:lnTo>
                      <a:lnTo>
                        <a:pt x="547" y="62"/>
                      </a:lnTo>
                      <a:lnTo>
                        <a:pt x="547" y="60"/>
                      </a:lnTo>
                      <a:lnTo>
                        <a:pt x="549" y="60"/>
                      </a:lnTo>
                      <a:lnTo>
                        <a:pt x="551" y="60"/>
                      </a:lnTo>
                      <a:lnTo>
                        <a:pt x="551" y="58"/>
                      </a:lnTo>
                      <a:lnTo>
                        <a:pt x="553" y="58"/>
                      </a:lnTo>
                      <a:lnTo>
                        <a:pt x="551" y="58"/>
                      </a:lnTo>
                      <a:lnTo>
                        <a:pt x="553" y="58"/>
                      </a:lnTo>
                      <a:lnTo>
                        <a:pt x="551" y="58"/>
                      </a:lnTo>
                      <a:lnTo>
                        <a:pt x="553" y="58"/>
                      </a:lnTo>
                      <a:lnTo>
                        <a:pt x="551" y="58"/>
                      </a:lnTo>
                      <a:lnTo>
                        <a:pt x="551" y="60"/>
                      </a:lnTo>
                      <a:lnTo>
                        <a:pt x="549" y="60"/>
                      </a:lnTo>
                      <a:lnTo>
                        <a:pt x="549" y="58"/>
                      </a:lnTo>
                      <a:lnTo>
                        <a:pt x="549" y="60"/>
                      </a:lnTo>
                      <a:lnTo>
                        <a:pt x="547" y="60"/>
                      </a:lnTo>
                      <a:lnTo>
                        <a:pt x="547" y="62"/>
                      </a:lnTo>
                      <a:lnTo>
                        <a:pt x="546" y="62"/>
                      </a:lnTo>
                      <a:lnTo>
                        <a:pt x="546" y="60"/>
                      </a:lnTo>
                      <a:lnTo>
                        <a:pt x="546" y="58"/>
                      </a:lnTo>
                      <a:lnTo>
                        <a:pt x="547" y="58"/>
                      </a:lnTo>
                      <a:lnTo>
                        <a:pt x="549" y="58"/>
                      </a:lnTo>
                      <a:lnTo>
                        <a:pt x="549" y="56"/>
                      </a:lnTo>
                      <a:lnTo>
                        <a:pt x="551" y="55"/>
                      </a:lnTo>
                      <a:lnTo>
                        <a:pt x="553" y="55"/>
                      </a:lnTo>
                      <a:lnTo>
                        <a:pt x="553" y="53"/>
                      </a:lnTo>
                      <a:lnTo>
                        <a:pt x="553" y="51"/>
                      </a:lnTo>
                      <a:lnTo>
                        <a:pt x="555" y="51"/>
                      </a:lnTo>
                      <a:lnTo>
                        <a:pt x="555" y="53"/>
                      </a:lnTo>
                      <a:lnTo>
                        <a:pt x="555" y="55"/>
                      </a:lnTo>
                      <a:lnTo>
                        <a:pt x="555" y="53"/>
                      </a:lnTo>
                      <a:lnTo>
                        <a:pt x="557" y="53"/>
                      </a:lnTo>
                      <a:lnTo>
                        <a:pt x="557" y="55"/>
                      </a:lnTo>
                      <a:lnTo>
                        <a:pt x="557" y="53"/>
                      </a:lnTo>
                      <a:lnTo>
                        <a:pt x="557" y="55"/>
                      </a:lnTo>
                      <a:lnTo>
                        <a:pt x="558" y="55"/>
                      </a:lnTo>
                      <a:lnTo>
                        <a:pt x="560" y="55"/>
                      </a:lnTo>
                      <a:lnTo>
                        <a:pt x="562" y="55"/>
                      </a:lnTo>
                      <a:lnTo>
                        <a:pt x="562" y="53"/>
                      </a:lnTo>
                      <a:lnTo>
                        <a:pt x="564" y="53"/>
                      </a:lnTo>
                      <a:lnTo>
                        <a:pt x="564" y="51"/>
                      </a:lnTo>
                      <a:lnTo>
                        <a:pt x="566" y="49"/>
                      </a:lnTo>
                      <a:lnTo>
                        <a:pt x="566" y="47"/>
                      </a:lnTo>
                      <a:lnTo>
                        <a:pt x="566" y="45"/>
                      </a:lnTo>
                      <a:lnTo>
                        <a:pt x="566" y="47"/>
                      </a:lnTo>
                      <a:lnTo>
                        <a:pt x="566" y="45"/>
                      </a:lnTo>
                      <a:lnTo>
                        <a:pt x="568" y="45"/>
                      </a:lnTo>
                      <a:lnTo>
                        <a:pt x="569" y="44"/>
                      </a:lnTo>
                      <a:lnTo>
                        <a:pt x="571" y="44"/>
                      </a:lnTo>
                      <a:lnTo>
                        <a:pt x="571" y="42"/>
                      </a:lnTo>
                      <a:lnTo>
                        <a:pt x="569" y="42"/>
                      </a:lnTo>
                      <a:lnTo>
                        <a:pt x="569" y="40"/>
                      </a:lnTo>
                      <a:lnTo>
                        <a:pt x="571" y="40"/>
                      </a:lnTo>
                      <a:lnTo>
                        <a:pt x="569" y="38"/>
                      </a:lnTo>
                      <a:lnTo>
                        <a:pt x="571" y="38"/>
                      </a:lnTo>
                      <a:lnTo>
                        <a:pt x="573" y="38"/>
                      </a:lnTo>
                      <a:lnTo>
                        <a:pt x="573" y="36"/>
                      </a:lnTo>
                      <a:lnTo>
                        <a:pt x="573" y="34"/>
                      </a:lnTo>
                      <a:lnTo>
                        <a:pt x="575" y="34"/>
                      </a:lnTo>
                      <a:lnTo>
                        <a:pt x="573" y="34"/>
                      </a:lnTo>
                      <a:lnTo>
                        <a:pt x="571" y="34"/>
                      </a:lnTo>
                      <a:lnTo>
                        <a:pt x="571" y="33"/>
                      </a:lnTo>
                      <a:lnTo>
                        <a:pt x="573" y="33"/>
                      </a:lnTo>
                      <a:lnTo>
                        <a:pt x="573" y="34"/>
                      </a:lnTo>
                      <a:lnTo>
                        <a:pt x="575" y="34"/>
                      </a:lnTo>
                      <a:lnTo>
                        <a:pt x="575" y="33"/>
                      </a:lnTo>
                      <a:lnTo>
                        <a:pt x="573" y="34"/>
                      </a:lnTo>
                      <a:lnTo>
                        <a:pt x="573" y="33"/>
                      </a:lnTo>
                      <a:lnTo>
                        <a:pt x="575" y="33"/>
                      </a:lnTo>
                      <a:lnTo>
                        <a:pt x="577" y="33"/>
                      </a:lnTo>
                      <a:lnTo>
                        <a:pt x="577" y="31"/>
                      </a:lnTo>
                      <a:lnTo>
                        <a:pt x="575" y="31"/>
                      </a:lnTo>
                      <a:lnTo>
                        <a:pt x="575" y="33"/>
                      </a:lnTo>
                      <a:lnTo>
                        <a:pt x="573" y="33"/>
                      </a:lnTo>
                      <a:lnTo>
                        <a:pt x="575" y="33"/>
                      </a:lnTo>
                      <a:lnTo>
                        <a:pt x="575" y="31"/>
                      </a:lnTo>
                      <a:lnTo>
                        <a:pt x="573" y="31"/>
                      </a:lnTo>
                      <a:lnTo>
                        <a:pt x="575" y="31"/>
                      </a:lnTo>
                      <a:lnTo>
                        <a:pt x="575" y="29"/>
                      </a:lnTo>
                      <a:lnTo>
                        <a:pt x="577" y="29"/>
                      </a:lnTo>
                      <a:lnTo>
                        <a:pt x="578" y="29"/>
                      </a:lnTo>
                      <a:lnTo>
                        <a:pt x="578" y="27"/>
                      </a:lnTo>
                      <a:lnTo>
                        <a:pt x="577" y="29"/>
                      </a:lnTo>
                      <a:lnTo>
                        <a:pt x="577" y="27"/>
                      </a:lnTo>
                      <a:lnTo>
                        <a:pt x="578" y="27"/>
                      </a:lnTo>
                      <a:lnTo>
                        <a:pt x="578" y="25"/>
                      </a:lnTo>
                      <a:lnTo>
                        <a:pt x="578" y="27"/>
                      </a:lnTo>
                      <a:lnTo>
                        <a:pt x="578" y="25"/>
                      </a:lnTo>
                      <a:lnTo>
                        <a:pt x="580" y="25"/>
                      </a:lnTo>
                      <a:lnTo>
                        <a:pt x="578" y="25"/>
                      </a:lnTo>
                      <a:lnTo>
                        <a:pt x="578" y="27"/>
                      </a:lnTo>
                      <a:lnTo>
                        <a:pt x="580" y="27"/>
                      </a:lnTo>
                      <a:lnTo>
                        <a:pt x="580" y="25"/>
                      </a:lnTo>
                      <a:lnTo>
                        <a:pt x="580" y="27"/>
                      </a:lnTo>
                      <a:lnTo>
                        <a:pt x="580" y="25"/>
                      </a:lnTo>
                      <a:lnTo>
                        <a:pt x="580" y="27"/>
                      </a:lnTo>
                      <a:lnTo>
                        <a:pt x="580" y="25"/>
                      </a:lnTo>
                      <a:lnTo>
                        <a:pt x="580" y="23"/>
                      </a:lnTo>
                      <a:lnTo>
                        <a:pt x="582" y="23"/>
                      </a:lnTo>
                      <a:lnTo>
                        <a:pt x="582" y="22"/>
                      </a:lnTo>
                      <a:lnTo>
                        <a:pt x="584" y="22"/>
                      </a:lnTo>
                      <a:lnTo>
                        <a:pt x="586" y="20"/>
                      </a:lnTo>
                      <a:lnTo>
                        <a:pt x="588" y="18"/>
                      </a:lnTo>
                      <a:lnTo>
                        <a:pt x="588" y="20"/>
                      </a:lnTo>
                      <a:lnTo>
                        <a:pt x="588" y="18"/>
                      </a:lnTo>
                      <a:lnTo>
                        <a:pt x="586" y="18"/>
                      </a:lnTo>
                      <a:lnTo>
                        <a:pt x="588" y="18"/>
                      </a:lnTo>
                      <a:lnTo>
                        <a:pt x="588" y="16"/>
                      </a:lnTo>
                      <a:lnTo>
                        <a:pt x="589" y="14"/>
                      </a:lnTo>
                      <a:lnTo>
                        <a:pt x="591" y="14"/>
                      </a:lnTo>
                      <a:lnTo>
                        <a:pt x="591" y="12"/>
                      </a:lnTo>
                      <a:lnTo>
                        <a:pt x="591" y="11"/>
                      </a:lnTo>
                      <a:lnTo>
                        <a:pt x="591" y="9"/>
                      </a:lnTo>
                      <a:lnTo>
                        <a:pt x="593" y="9"/>
                      </a:lnTo>
                      <a:lnTo>
                        <a:pt x="593" y="7"/>
                      </a:lnTo>
                      <a:lnTo>
                        <a:pt x="591" y="7"/>
                      </a:lnTo>
                      <a:lnTo>
                        <a:pt x="593" y="5"/>
                      </a:lnTo>
                      <a:lnTo>
                        <a:pt x="595" y="3"/>
                      </a:lnTo>
                      <a:lnTo>
                        <a:pt x="593" y="3"/>
                      </a:lnTo>
                      <a:lnTo>
                        <a:pt x="595" y="3"/>
                      </a:lnTo>
                      <a:lnTo>
                        <a:pt x="595" y="2"/>
                      </a:lnTo>
                      <a:lnTo>
                        <a:pt x="595" y="0"/>
                      </a:lnTo>
                      <a:lnTo>
                        <a:pt x="597" y="0"/>
                      </a:lnTo>
                      <a:lnTo>
                        <a:pt x="597" y="2"/>
                      </a:lnTo>
                      <a:lnTo>
                        <a:pt x="599" y="2"/>
                      </a:lnTo>
                      <a:lnTo>
                        <a:pt x="599" y="3"/>
                      </a:lnTo>
                      <a:lnTo>
                        <a:pt x="599" y="5"/>
                      </a:lnTo>
                      <a:lnTo>
                        <a:pt x="600" y="5"/>
                      </a:lnTo>
                      <a:lnTo>
                        <a:pt x="599" y="5"/>
                      </a:lnTo>
                      <a:lnTo>
                        <a:pt x="600" y="5"/>
                      </a:lnTo>
                      <a:lnTo>
                        <a:pt x="599" y="5"/>
                      </a:lnTo>
                      <a:lnTo>
                        <a:pt x="597" y="5"/>
                      </a:lnTo>
                      <a:lnTo>
                        <a:pt x="597" y="7"/>
                      </a:lnTo>
                      <a:lnTo>
                        <a:pt x="599" y="7"/>
                      </a:lnTo>
                      <a:lnTo>
                        <a:pt x="600" y="7"/>
                      </a:lnTo>
                      <a:lnTo>
                        <a:pt x="599" y="7"/>
                      </a:lnTo>
                      <a:lnTo>
                        <a:pt x="600" y="7"/>
                      </a:lnTo>
                      <a:lnTo>
                        <a:pt x="599" y="7"/>
                      </a:lnTo>
                      <a:lnTo>
                        <a:pt x="599" y="9"/>
                      </a:lnTo>
                      <a:lnTo>
                        <a:pt x="600" y="9"/>
                      </a:lnTo>
                      <a:lnTo>
                        <a:pt x="599" y="9"/>
                      </a:lnTo>
                      <a:lnTo>
                        <a:pt x="599" y="11"/>
                      </a:lnTo>
                      <a:lnTo>
                        <a:pt x="599" y="12"/>
                      </a:lnTo>
                      <a:lnTo>
                        <a:pt x="597" y="12"/>
                      </a:lnTo>
                      <a:lnTo>
                        <a:pt x="597" y="14"/>
                      </a:lnTo>
                      <a:lnTo>
                        <a:pt x="597" y="16"/>
                      </a:lnTo>
                      <a:lnTo>
                        <a:pt x="595" y="16"/>
                      </a:lnTo>
                      <a:lnTo>
                        <a:pt x="597" y="16"/>
                      </a:lnTo>
                      <a:lnTo>
                        <a:pt x="595" y="16"/>
                      </a:lnTo>
                      <a:lnTo>
                        <a:pt x="597" y="16"/>
                      </a:lnTo>
                      <a:lnTo>
                        <a:pt x="595" y="16"/>
                      </a:lnTo>
                      <a:lnTo>
                        <a:pt x="597" y="16"/>
                      </a:lnTo>
                      <a:lnTo>
                        <a:pt x="597" y="18"/>
                      </a:lnTo>
                      <a:lnTo>
                        <a:pt x="597" y="16"/>
                      </a:lnTo>
                      <a:lnTo>
                        <a:pt x="599" y="16"/>
                      </a:lnTo>
                      <a:lnTo>
                        <a:pt x="600" y="16"/>
                      </a:lnTo>
                      <a:lnTo>
                        <a:pt x="599" y="16"/>
                      </a:lnTo>
                      <a:lnTo>
                        <a:pt x="600" y="14"/>
                      </a:lnTo>
                      <a:lnTo>
                        <a:pt x="602" y="14"/>
                      </a:lnTo>
                      <a:lnTo>
                        <a:pt x="602" y="12"/>
                      </a:lnTo>
                      <a:lnTo>
                        <a:pt x="604" y="12"/>
                      </a:lnTo>
                      <a:lnTo>
                        <a:pt x="604" y="11"/>
                      </a:lnTo>
                      <a:lnTo>
                        <a:pt x="606" y="11"/>
                      </a:lnTo>
                      <a:lnTo>
                        <a:pt x="604" y="11"/>
                      </a:lnTo>
                      <a:lnTo>
                        <a:pt x="604" y="9"/>
                      </a:lnTo>
                      <a:lnTo>
                        <a:pt x="606" y="9"/>
                      </a:lnTo>
                      <a:lnTo>
                        <a:pt x="606" y="7"/>
                      </a:lnTo>
                      <a:lnTo>
                        <a:pt x="608" y="7"/>
                      </a:lnTo>
                      <a:lnTo>
                        <a:pt x="606" y="7"/>
                      </a:lnTo>
                      <a:lnTo>
                        <a:pt x="606" y="9"/>
                      </a:lnTo>
                      <a:lnTo>
                        <a:pt x="606" y="7"/>
                      </a:lnTo>
                      <a:lnTo>
                        <a:pt x="608" y="7"/>
                      </a:lnTo>
                      <a:lnTo>
                        <a:pt x="608" y="9"/>
                      </a:lnTo>
                      <a:lnTo>
                        <a:pt x="608" y="7"/>
                      </a:lnTo>
                      <a:lnTo>
                        <a:pt x="606" y="7"/>
                      </a:lnTo>
                      <a:lnTo>
                        <a:pt x="606" y="5"/>
                      </a:lnTo>
                      <a:lnTo>
                        <a:pt x="606" y="3"/>
                      </a:lnTo>
                      <a:lnTo>
                        <a:pt x="608" y="3"/>
                      </a:lnTo>
                      <a:lnTo>
                        <a:pt x="606" y="3"/>
                      </a:lnTo>
                      <a:lnTo>
                        <a:pt x="606" y="2"/>
                      </a:lnTo>
                      <a:lnTo>
                        <a:pt x="608" y="2"/>
                      </a:lnTo>
                      <a:lnTo>
                        <a:pt x="610" y="2"/>
                      </a:lnTo>
                      <a:lnTo>
                        <a:pt x="611" y="2"/>
                      </a:lnTo>
                      <a:lnTo>
                        <a:pt x="611" y="3"/>
                      </a:lnTo>
                      <a:lnTo>
                        <a:pt x="613" y="3"/>
                      </a:lnTo>
                      <a:lnTo>
                        <a:pt x="613" y="5"/>
                      </a:lnTo>
                      <a:lnTo>
                        <a:pt x="613" y="7"/>
                      </a:lnTo>
                      <a:lnTo>
                        <a:pt x="613" y="9"/>
                      </a:lnTo>
                      <a:lnTo>
                        <a:pt x="613" y="7"/>
                      </a:lnTo>
                      <a:lnTo>
                        <a:pt x="613" y="9"/>
                      </a:lnTo>
                      <a:lnTo>
                        <a:pt x="613" y="11"/>
                      </a:lnTo>
                      <a:lnTo>
                        <a:pt x="615" y="11"/>
                      </a:lnTo>
                      <a:lnTo>
                        <a:pt x="613" y="11"/>
                      </a:lnTo>
                      <a:lnTo>
                        <a:pt x="613" y="12"/>
                      </a:lnTo>
                      <a:lnTo>
                        <a:pt x="613" y="11"/>
                      </a:lnTo>
                      <a:lnTo>
                        <a:pt x="615" y="11"/>
                      </a:lnTo>
                      <a:lnTo>
                        <a:pt x="615" y="12"/>
                      </a:lnTo>
                      <a:lnTo>
                        <a:pt x="613" y="12"/>
                      </a:lnTo>
                      <a:lnTo>
                        <a:pt x="615" y="12"/>
                      </a:lnTo>
                      <a:lnTo>
                        <a:pt x="615" y="14"/>
                      </a:lnTo>
                      <a:lnTo>
                        <a:pt x="615" y="16"/>
                      </a:lnTo>
                      <a:lnTo>
                        <a:pt x="615" y="14"/>
                      </a:lnTo>
                      <a:lnTo>
                        <a:pt x="617" y="14"/>
                      </a:lnTo>
                      <a:lnTo>
                        <a:pt x="617" y="16"/>
                      </a:lnTo>
                      <a:lnTo>
                        <a:pt x="617" y="14"/>
                      </a:lnTo>
                      <a:lnTo>
                        <a:pt x="617" y="16"/>
                      </a:lnTo>
                      <a:lnTo>
                        <a:pt x="617" y="14"/>
                      </a:lnTo>
                      <a:lnTo>
                        <a:pt x="617" y="16"/>
                      </a:lnTo>
                      <a:lnTo>
                        <a:pt x="619" y="16"/>
                      </a:lnTo>
                      <a:lnTo>
                        <a:pt x="619" y="18"/>
                      </a:lnTo>
                      <a:lnTo>
                        <a:pt x="619" y="16"/>
                      </a:lnTo>
                      <a:lnTo>
                        <a:pt x="619" y="18"/>
                      </a:lnTo>
                      <a:lnTo>
                        <a:pt x="620" y="18"/>
                      </a:lnTo>
                      <a:lnTo>
                        <a:pt x="619" y="18"/>
                      </a:lnTo>
                      <a:lnTo>
                        <a:pt x="620" y="18"/>
                      </a:lnTo>
                      <a:lnTo>
                        <a:pt x="620" y="20"/>
                      </a:lnTo>
                      <a:lnTo>
                        <a:pt x="620" y="18"/>
                      </a:lnTo>
                      <a:lnTo>
                        <a:pt x="622" y="18"/>
                      </a:lnTo>
                      <a:lnTo>
                        <a:pt x="620" y="18"/>
                      </a:lnTo>
                      <a:lnTo>
                        <a:pt x="620" y="20"/>
                      </a:lnTo>
                      <a:lnTo>
                        <a:pt x="622" y="20"/>
                      </a:lnTo>
                      <a:lnTo>
                        <a:pt x="620" y="20"/>
                      </a:lnTo>
                      <a:lnTo>
                        <a:pt x="622" y="20"/>
                      </a:lnTo>
                      <a:lnTo>
                        <a:pt x="620" y="20"/>
                      </a:lnTo>
                      <a:lnTo>
                        <a:pt x="622" y="20"/>
                      </a:lnTo>
                      <a:lnTo>
                        <a:pt x="620" y="18"/>
                      </a:lnTo>
                      <a:lnTo>
                        <a:pt x="622" y="18"/>
                      </a:lnTo>
                      <a:lnTo>
                        <a:pt x="622" y="16"/>
                      </a:lnTo>
                      <a:lnTo>
                        <a:pt x="622" y="18"/>
                      </a:lnTo>
                      <a:lnTo>
                        <a:pt x="622" y="16"/>
                      </a:lnTo>
                      <a:lnTo>
                        <a:pt x="622" y="14"/>
                      </a:lnTo>
                      <a:lnTo>
                        <a:pt x="624" y="14"/>
                      </a:lnTo>
                      <a:lnTo>
                        <a:pt x="624" y="16"/>
                      </a:lnTo>
                      <a:lnTo>
                        <a:pt x="624" y="18"/>
                      </a:lnTo>
                      <a:lnTo>
                        <a:pt x="626" y="18"/>
                      </a:lnTo>
                      <a:lnTo>
                        <a:pt x="626" y="20"/>
                      </a:lnTo>
                      <a:lnTo>
                        <a:pt x="628" y="18"/>
                      </a:lnTo>
                      <a:lnTo>
                        <a:pt x="628" y="20"/>
                      </a:lnTo>
                      <a:lnTo>
                        <a:pt x="630" y="20"/>
                      </a:lnTo>
                      <a:lnTo>
                        <a:pt x="628" y="20"/>
                      </a:lnTo>
                      <a:lnTo>
                        <a:pt x="628" y="22"/>
                      </a:lnTo>
                      <a:lnTo>
                        <a:pt x="630" y="22"/>
                      </a:lnTo>
                      <a:lnTo>
                        <a:pt x="630" y="20"/>
                      </a:lnTo>
                      <a:lnTo>
                        <a:pt x="628" y="20"/>
                      </a:lnTo>
                      <a:lnTo>
                        <a:pt x="630" y="20"/>
                      </a:lnTo>
                      <a:lnTo>
                        <a:pt x="630" y="22"/>
                      </a:lnTo>
                      <a:lnTo>
                        <a:pt x="630" y="20"/>
                      </a:lnTo>
                      <a:lnTo>
                        <a:pt x="630" y="22"/>
                      </a:lnTo>
                      <a:lnTo>
                        <a:pt x="631" y="22"/>
                      </a:lnTo>
                      <a:lnTo>
                        <a:pt x="630" y="22"/>
                      </a:lnTo>
                      <a:lnTo>
                        <a:pt x="631" y="22"/>
                      </a:lnTo>
                      <a:lnTo>
                        <a:pt x="631" y="23"/>
                      </a:lnTo>
                      <a:lnTo>
                        <a:pt x="630" y="22"/>
                      </a:lnTo>
                      <a:lnTo>
                        <a:pt x="630" y="23"/>
                      </a:lnTo>
                      <a:lnTo>
                        <a:pt x="630" y="22"/>
                      </a:lnTo>
                      <a:lnTo>
                        <a:pt x="630" y="23"/>
                      </a:lnTo>
                      <a:lnTo>
                        <a:pt x="631" y="23"/>
                      </a:lnTo>
                      <a:lnTo>
                        <a:pt x="630" y="23"/>
                      </a:lnTo>
                      <a:lnTo>
                        <a:pt x="630" y="25"/>
                      </a:lnTo>
                      <a:lnTo>
                        <a:pt x="630" y="23"/>
                      </a:lnTo>
                      <a:lnTo>
                        <a:pt x="630" y="25"/>
                      </a:lnTo>
                      <a:lnTo>
                        <a:pt x="630" y="23"/>
                      </a:lnTo>
                      <a:lnTo>
                        <a:pt x="630" y="25"/>
                      </a:lnTo>
                      <a:lnTo>
                        <a:pt x="631" y="25"/>
                      </a:lnTo>
                      <a:lnTo>
                        <a:pt x="631" y="27"/>
                      </a:lnTo>
                      <a:lnTo>
                        <a:pt x="630" y="27"/>
                      </a:lnTo>
                      <a:lnTo>
                        <a:pt x="630" y="25"/>
                      </a:lnTo>
                      <a:lnTo>
                        <a:pt x="630" y="27"/>
                      </a:lnTo>
                      <a:lnTo>
                        <a:pt x="630" y="25"/>
                      </a:lnTo>
                      <a:lnTo>
                        <a:pt x="630" y="27"/>
                      </a:lnTo>
                      <a:lnTo>
                        <a:pt x="630" y="25"/>
                      </a:lnTo>
                      <a:lnTo>
                        <a:pt x="630" y="27"/>
                      </a:lnTo>
                      <a:lnTo>
                        <a:pt x="631" y="27"/>
                      </a:lnTo>
                      <a:lnTo>
                        <a:pt x="630" y="27"/>
                      </a:lnTo>
                      <a:lnTo>
                        <a:pt x="628" y="27"/>
                      </a:lnTo>
                      <a:lnTo>
                        <a:pt x="630" y="27"/>
                      </a:lnTo>
                      <a:lnTo>
                        <a:pt x="630" y="29"/>
                      </a:lnTo>
                      <a:lnTo>
                        <a:pt x="630" y="27"/>
                      </a:lnTo>
                      <a:lnTo>
                        <a:pt x="630" y="29"/>
                      </a:lnTo>
                      <a:lnTo>
                        <a:pt x="628" y="29"/>
                      </a:lnTo>
                      <a:lnTo>
                        <a:pt x="628" y="27"/>
                      </a:lnTo>
                      <a:lnTo>
                        <a:pt x="628" y="29"/>
                      </a:lnTo>
                      <a:lnTo>
                        <a:pt x="628" y="27"/>
                      </a:lnTo>
                      <a:lnTo>
                        <a:pt x="628" y="29"/>
                      </a:lnTo>
                      <a:lnTo>
                        <a:pt x="628" y="27"/>
                      </a:lnTo>
                      <a:lnTo>
                        <a:pt x="628" y="29"/>
                      </a:lnTo>
                      <a:lnTo>
                        <a:pt x="628" y="27"/>
                      </a:lnTo>
                      <a:lnTo>
                        <a:pt x="628" y="29"/>
                      </a:lnTo>
                      <a:lnTo>
                        <a:pt x="626" y="29"/>
                      </a:lnTo>
                      <a:lnTo>
                        <a:pt x="628" y="29"/>
                      </a:lnTo>
                      <a:lnTo>
                        <a:pt x="626" y="29"/>
                      </a:lnTo>
                      <a:lnTo>
                        <a:pt x="624" y="29"/>
                      </a:lnTo>
                      <a:lnTo>
                        <a:pt x="626" y="29"/>
                      </a:lnTo>
                      <a:lnTo>
                        <a:pt x="626" y="31"/>
                      </a:lnTo>
                      <a:lnTo>
                        <a:pt x="626" y="29"/>
                      </a:lnTo>
                      <a:lnTo>
                        <a:pt x="626" y="31"/>
                      </a:lnTo>
                      <a:lnTo>
                        <a:pt x="624" y="31"/>
                      </a:lnTo>
                      <a:lnTo>
                        <a:pt x="626" y="31"/>
                      </a:lnTo>
                      <a:lnTo>
                        <a:pt x="624" y="31"/>
                      </a:lnTo>
                      <a:lnTo>
                        <a:pt x="624" y="33"/>
                      </a:lnTo>
                      <a:lnTo>
                        <a:pt x="626" y="31"/>
                      </a:lnTo>
                      <a:lnTo>
                        <a:pt x="626" y="33"/>
                      </a:lnTo>
                      <a:lnTo>
                        <a:pt x="628" y="33"/>
                      </a:lnTo>
                      <a:lnTo>
                        <a:pt x="626" y="33"/>
                      </a:lnTo>
                      <a:lnTo>
                        <a:pt x="626" y="34"/>
                      </a:lnTo>
                      <a:lnTo>
                        <a:pt x="626" y="36"/>
                      </a:lnTo>
                      <a:lnTo>
                        <a:pt x="624" y="36"/>
                      </a:lnTo>
                      <a:lnTo>
                        <a:pt x="624" y="38"/>
                      </a:lnTo>
                      <a:lnTo>
                        <a:pt x="622" y="38"/>
                      </a:lnTo>
                      <a:lnTo>
                        <a:pt x="622" y="36"/>
                      </a:lnTo>
                      <a:lnTo>
                        <a:pt x="622" y="38"/>
                      </a:lnTo>
                      <a:lnTo>
                        <a:pt x="624" y="38"/>
                      </a:lnTo>
                      <a:lnTo>
                        <a:pt x="624" y="36"/>
                      </a:lnTo>
                      <a:lnTo>
                        <a:pt x="626" y="36"/>
                      </a:lnTo>
                      <a:lnTo>
                        <a:pt x="626" y="34"/>
                      </a:lnTo>
                      <a:lnTo>
                        <a:pt x="628" y="34"/>
                      </a:lnTo>
                      <a:lnTo>
                        <a:pt x="628" y="33"/>
                      </a:lnTo>
                      <a:lnTo>
                        <a:pt x="628" y="34"/>
                      </a:lnTo>
                      <a:lnTo>
                        <a:pt x="628" y="36"/>
                      </a:lnTo>
                      <a:lnTo>
                        <a:pt x="626" y="36"/>
                      </a:lnTo>
                      <a:lnTo>
                        <a:pt x="624" y="36"/>
                      </a:lnTo>
                      <a:lnTo>
                        <a:pt x="624" y="38"/>
                      </a:lnTo>
                      <a:lnTo>
                        <a:pt x="626" y="36"/>
                      </a:lnTo>
                      <a:lnTo>
                        <a:pt x="624" y="36"/>
                      </a:lnTo>
                      <a:lnTo>
                        <a:pt x="626" y="36"/>
                      </a:lnTo>
                      <a:lnTo>
                        <a:pt x="628" y="36"/>
                      </a:lnTo>
                      <a:lnTo>
                        <a:pt x="628" y="38"/>
                      </a:lnTo>
                      <a:lnTo>
                        <a:pt x="626" y="38"/>
                      </a:lnTo>
                      <a:lnTo>
                        <a:pt x="626" y="40"/>
                      </a:lnTo>
                      <a:lnTo>
                        <a:pt x="626" y="38"/>
                      </a:lnTo>
                      <a:lnTo>
                        <a:pt x="624" y="38"/>
                      </a:lnTo>
                      <a:lnTo>
                        <a:pt x="624" y="40"/>
                      </a:lnTo>
                      <a:lnTo>
                        <a:pt x="626" y="40"/>
                      </a:lnTo>
                      <a:lnTo>
                        <a:pt x="624" y="40"/>
                      </a:lnTo>
                      <a:lnTo>
                        <a:pt x="624" y="42"/>
                      </a:lnTo>
                      <a:lnTo>
                        <a:pt x="622" y="42"/>
                      </a:lnTo>
                      <a:lnTo>
                        <a:pt x="622" y="40"/>
                      </a:lnTo>
                      <a:lnTo>
                        <a:pt x="620" y="40"/>
                      </a:lnTo>
                      <a:lnTo>
                        <a:pt x="620" y="38"/>
                      </a:lnTo>
                      <a:lnTo>
                        <a:pt x="619" y="38"/>
                      </a:lnTo>
                      <a:lnTo>
                        <a:pt x="620" y="38"/>
                      </a:lnTo>
                      <a:lnTo>
                        <a:pt x="620" y="40"/>
                      </a:lnTo>
                      <a:lnTo>
                        <a:pt x="622" y="40"/>
                      </a:lnTo>
                      <a:lnTo>
                        <a:pt x="622" y="42"/>
                      </a:lnTo>
                      <a:lnTo>
                        <a:pt x="620" y="42"/>
                      </a:lnTo>
                      <a:lnTo>
                        <a:pt x="620" y="40"/>
                      </a:lnTo>
                      <a:lnTo>
                        <a:pt x="619" y="40"/>
                      </a:lnTo>
                      <a:lnTo>
                        <a:pt x="619" y="42"/>
                      </a:lnTo>
                      <a:lnTo>
                        <a:pt x="620" y="42"/>
                      </a:lnTo>
                      <a:lnTo>
                        <a:pt x="620" y="44"/>
                      </a:lnTo>
                      <a:lnTo>
                        <a:pt x="620" y="42"/>
                      </a:lnTo>
                      <a:lnTo>
                        <a:pt x="620" y="44"/>
                      </a:lnTo>
                      <a:lnTo>
                        <a:pt x="620" y="42"/>
                      </a:lnTo>
                      <a:lnTo>
                        <a:pt x="622" y="42"/>
                      </a:lnTo>
                      <a:lnTo>
                        <a:pt x="624" y="42"/>
                      </a:lnTo>
                      <a:lnTo>
                        <a:pt x="624" y="40"/>
                      </a:lnTo>
                      <a:lnTo>
                        <a:pt x="626" y="40"/>
                      </a:lnTo>
                      <a:lnTo>
                        <a:pt x="626" y="42"/>
                      </a:lnTo>
                      <a:lnTo>
                        <a:pt x="628" y="42"/>
                      </a:lnTo>
                      <a:lnTo>
                        <a:pt x="628" y="40"/>
                      </a:lnTo>
                      <a:lnTo>
                        <a:pt x="630" y="40"/>
                      </a:lnTo>
                      <a:lnTo>
                        <a:pt x="630" y="42"/>
                      </a:lnTo>
                      <a:lnTo>
                        <a:pt x="630" y="40"/>
                      </a:lnTo>
                      <a:lnTo>
                        <a:pt x="631" y="42"/>
                      </a:lnTo>
                      <a:lnTo>
                        <a:pt x="631" y="40"/>
                      </a:lnTo>
                      <a:lnTo>
                        <a:pt x="631" y="42"/>
                      </a:lnTo>
                      <a:lnTo>
                        <a:pt x="631" y="40"/>
                      </a:lnTo>
                      <a:lnTo>
                        <a:pt x="631" y="42"/>
                      </a:lnTo>
                      <a:lnTo>
                        <a:pt x="633" y="42"/>
                      </a:lnTo>
                      <a:lnTo>
                        <a:pt x="633" y="40"/>
                      </a:lnTo>
                      <a:lnTo>
                        <a:pt x="633" y="42"/>
                      </a:lnTo>
                      <a:lnTo>
                        <a:pt x="631" y="42"/>
                      </a:lnTo>
                      <a:lnTo>
                        <a:pt x="631" y="40"/>
                      </a:lnTo>
                      <a:lnTo>
                        <a:pt x="633" y="40"/>
                      </a:lnTo>
                      <a:lnTo>
                        <a:pt x="635" y="40"/>
                      </a:lnTo>
                      <a:lnTo>
                        <a:pt x="637" y="40"/>
                      </a:lnTo>
                      <a:lnTo>
                        <a:pt x="637" y="38"/>
                      </a:lnTo>
                      <a:lnTo>
                        <a:pt x="637" y="40"/>
                      </a:lnTo>
                      <a:lnTo>
                        <a:pt x="637" y="38"/>
                      </a:lnTo>
                      <a:lnTo>
                        <a:pt x="637" y="36"/>
                      </a:lnTo>
                      <a:lnTo>
                        <a:pt x="639" y="36"/>
                      </a:lnTo>
                      <a:lnTo>
                        <a:pt x="639" y="34"/>
                      </a:lnTo>
                      <a:lnTo>
                        <a:pt x="641" y="34"/>
                      </a:lnTo>
                      <a:lnTo>
                        <a:pt x="641" y="36"/>
                      </a:lnTo>
                      <a:lnTo>
                        <a:pt x="642" y="36"/>
                      </a:lnTo>
                      <a:lnTo>
                        <a:pt x="642" y="38"/>
                      </a:lnTo>
                      <a:lnTo>
                        <a:pt x="642" y="40"/>
                      </a:lnTo>
                      <a:lnTo>
                        <a:pt x="642" y="38"/>
                      </a:lnTo>
                      <a:lnTo>
                        <a:pt x="642" y="40"/>
                      </a:lnTo>
                      <a:lnTo>
                        <a:pt x="641" y="40"/>
                      </a:lnTo>
                      <a:lnTo>
                        <a:pt x="642" y="40"/>
                      </a:lnTo>
                      <a:lnTo>
                        <a:pt x="644" y="40"/>
                      </a:lnTo>
                      <a:lnTo>
                        <a:pt x="644" y="42"/>
                      </a:lnTo>
                      <a:lnTo>
                        <a:pt x="646" y="42"/>
                      </a:lnTo>
                      <a:lnTo>
                        <a:pt x="644" y="44"/>
                      </a:lnTo>
                      <a:lnTo>
                        <a:pt x="642" y="44"/>
                      </a:lnTo>
                      <a:lnTo>
                        <a:pt x="642" y="45"/>
                      </a:lnTo>
                      <a:lnTo>
                        <a:pt x="642" y="44"/>
                      </a:lnTo>
                      <a:lnTo>
                        <a:pt x="642" y="45"/>
                      </a:lnTo>
                      <a:lnTo>
                        <a:pt x="641" y="45"/>
                      </a:lnTo>
                      <a:lnTo>
                        <a:pt x="641" y="44"/>
                      </a:lnTo>
                      <a:lnTo>
                        <a:pt x="641" y="42"/>
                      </a:lnTo>
                      <a:lnTo>
                        <a:pt x="641" y="44"/>
                      </a:lnTo>
                      <a:lnTo>
                        <a:pt x="639" y="44"/>
                      </a:lnTo>
                      <a:lnTo>
                        <a:pt x="639" y="45"/>
                      </a:lnTo>
                      <a:lnTo>
                        <a:pt x="639" y="44"/>
                      </a:lnTo>
                      <a:lnTo>
                        <a:pt x="639" y="45"/>
                      </a:lnTo>
                      <a:lnTo>
                        <a:pt x="637" y="44"/>
                      </a:lnTo>
                      <a:lnTo>
                        <a:pt x="637" y="45"/>
                      </a:lnTo>
                      <a:lnTo>
                        <a:pt x="637" y="44"/>
                      </a:lnTo>
                      <a:lnTo>
                        <a:pt x="637" y="45"/>
                      </a:lnTo>
                      <a:lnTo>
                        <a:pt x="635" y="45"/>
                      </a:lnTo>
                      <a:lnTo>
                        <a:pt x="637" y="45"/>
                      </a:lnTo>
                      <a:lnTo>
                        <a:pt x="637" y="47"/>
                      </a:lnTo>
                      <a:lnTo>
                        <a:pt x="637" y="45"/>
                      </a:lnTo>
                      <a:lnTo>
                        <a:pt x="637" y="47"/>
                      </a:lnTo>
                      <a:lnTo>
                        <a:pt x="637" y="45"/>
                      </a:lnTo>
                      <a:lnTo>
                        <a:pt x="637" y="47"/>
                      </a:lnTo>
                      <a:lnTo>
                        <a:pt x="639" y="47"/>
                      </a:lnTo>
                      <a:lnTo>
                        <a:pt x="637" y="47"/>
                      </a:lnTo>
                      <a:lnTo>
                        <a:pt x="639" y="47"/>
                      </a:lnTo>
                      <a:lnTo>
                        <a:pt x="639" y="49"/>
                      </a:lnTo>
                      <a:lnTo>
                        <a:pt x="637" y="49"/>
                      </a:lnTo>
                      <a:lnTo>
                        <a:pt x="639" y="49"/>
                      </a:lnTo>
                      <a:lnTo>
                        <a:pt x="641" y="49"/>
                      </a:lnTo>
                      <a:lnTo>
                        <a:pt x="639" y="49"/>
                      </a:lnTo>
                      <a:lnTo>
                        <a:pt x="641" y="49"/>
                      </a:lnTo>
                      <a:lnTo>
                        <a:pt x="641" y="47"/>
                      </a:lnTo>
                      <a:lnTo>
                        <a:pt x="641" y="49"/>
                      </a:lnTo>
                      <a:lnTo>
                        <a:pt x="641" y="47"/>
                      </a:lnTo>
                      <a:lnTo>
                        <a:pt x="642" y="47"/>
                      </a:lnTo>
                      <a:lnTo>
                        <a:pt x="641" y="47"/>
                      </a:lnTo>
                      <a:lnTo>
                        <a:pt x="642" y="47"/>
                      </a:lnTo>
                      <a:lnTo>
                        <a:pt x="642" y="49"/>
                      </a:lnTo>
                      <a:lnTo>
                        <a:pt x="642" y="47"/>
                      </a:lnTo>
                      <a:lnTo>
                        <a:pt x="642" y="49"/>
                      </a:lnTo>
                      <a:lnTo>
                        <a:pt x="642" y="47"/>
                      </a:lnTo>
                      <a:lnTo>
                        <a:pt x="644" y="47"/>
                      </a:lnTo>
                      <a:lnTo>
                        <a:pt x="644" y="49"/>
                      </a:lnTo>
                      <a:lnTo>
                        <a:pt x="646" y="49"/>
                      </a:lnTo>
                      <a:lnTo>
                        <a:pt x="644" y="49"/>
                      </a:lnTo>
                      <a:lnTo>
                        <a:pt x="646" y="49"/>
                      </a:lnTo>
                      <a:lnTo>
                        <a:pt x="646" y="47"/>
                      </a:lnTo>
                      <a:lnTo>
                        <a:pt x="644" y="47"/>
                      </a:lnTo>
                      <a:lnTo>
                        <a:pt x="646" y="47"/>
                      </a:lnTo>
                      <a:lnTo>
                        <a:pt x="646" y="45"/>
                      </a:lnTo>
                      <a:lnTo>
                        <a:pt x="648" y="45"/>
                      </a:lnTo>
                      <a:lnTo>
                        <a:pt x="648" y="47"/>
                      </a:lnTo>
                      <a:lnTo>
                        <a:pt x="646" y="47"/>
                      </a:lnTo>
                      <a:lnTo>
                        <a:pt x="648" y="47"/>
                      </a:lnTo>
                      <a:lnTo>
                        <a:pt x="648" y="45"/>
                      </a:lnTo>
                      <a:lnTo>
                        <a:pt x="646" y="45"/>
                      </a:lnTo>
                      <a:lnTo>
                        <a:pt x="646" y="44"/>
                      </a:lnTo>
                      <a:lnTo>
                        <a:pt x="648" y="44"/>
                      </a:lnTo>
                      <a:lnTo>
                        <a:pt x="650" y="44"/>
                      </a:lnTo>
                      <a:lnTo>
                        <a:pt x="650" y="45"/>
                      </a:lnTo>
                      <a:lnTo>
                        <a:pt x="650" y="44"/>
                      </a:lnTo>
                      <a:lnTo>
                        <a:pt x="650" y="45"/>
                      </a:lnTo>
                      <a:lnTo>
                        <a:pt x="650" y="44"/>
                      </a:lnTo>
                      <a:lnTo>
                        <a:pt x="651" y="44"/>
                      </a:lnTo>
                      <a:lnTo>
                        <a:pt x="651" y="45"/>
                      </a:lnTo>
                      <a:lnTo>
                        <a:pt x="650" y="45"/>
                      </a:lnTo>
                      <a:lnTo>
                        <a:pt x="651" y="45"/>
                      </a:lnTo>
                      <a:lnTo>
                        <a:pt x="650" y="45"/>
                      </a:lnTo>
                      <a:lnTo>
                        <a:pt x="651" y="45"/>
                      </a:lnTo>
                      <a:lnTo>
                        <a:pt x="650" y="45"/>
                      </a:lnTo>
                      <a:lnTo>
                        <a:pt x="651" y="45"/>
                      </a:lnTo>
                      <a:lnTo>
                        <a:pt x="651" y="44"/>
                      </a:lnTo>
                      <a:lnTo>
                        <a:pt x="651" y="45"/>
                      </a:lnTo>
                      <a:lnTo>
                        <a:pt x="653" y="45"/>
                      </a:lnTo>
                      <a:lnTo>
                        <a:pt x="651" y="45"/>
                      </a:lnTo>
                      <a:lnTo>
                        <a:pt x="653" y="45"/>
                      </a:lnTo>
                      <a:lnTo>
                        <a:pt x="653" y="47"/>
                      </a:lnTo>
                      <a:lnTo>
                        <a:pt x="653" y="49"/>
                      </a:lnTo>
                      <a:lnTo>
                        <a:pt x="653" y="47"/>
                      </a:lnTo>
                      <a:lnTo>
                        <a:pt x="655" y="49"/>
                      </a:lnTo>
                      <a:lnTo>
                        <a:pt x="653" y="49"/>
                      </a:lnTo>
                      <a:lnTo>
                        <a:pt x="655" y="49"/>
                      </a:lnTo>
                      <a:lnTo>
                        <a:pt x="653" y="49"/>
                      </a:lnTo>
                      <a:lnTo>
                        <a:pt x="653" y="51"/>
                      </a:lnTo>
                      <a:lnTo>
                        <a:pt x="651" y="51"/>
                      </a:lnTo>
                      <a:lnTo>
                        <a:pt x="651" y="53"/>
                      </a:lnTo>
                      <a:lnTo>
                        <a:pt x="653" y="53"/>
                      </a:lnTo>
                      <a:lnTo>
                        <a:pt x="651" y="53"/>
                      </a:lnTo>
                      <a:lnTo>
                        <a:pt x="651" y="55"/>
                      </a:lnTo>
                      <a:lnTo>
                        <a:pt x="650" y="55"/>
                      </a:lnTo>
                      <a:lnTo>
                        <a:pt x="651" y="55"/>
                      </a:lnTo>
                      <a:lnTo>
                        <a:pt x="651" y="56"/>
                      </a:lnTo>
                      <a:lnTo>
                        <a:pt x="650" y="56"/>
                      </a:lnTo>
                      <a:lnTo>
                        <a:pt x="650" y="55"/>
                      </a:lnTo>
                      <a:lnTo>
                        <a:pt x="650" y="56"/>
                      </a:lnTo>
                      <a:lnTo>
                        <a:pt x="648" y="56"/>
                      </a:lnTo>
                      <a:lnTo>
                        <a:pt x="648" y="55"/>
                      </a:lnTo>
                      <a:lnTo>
                        <a:pt x="648" y="56"/>
                      </a:lnTo>
                      <a:lnTo>
                        <a:pt x="646" y="56"/>
                      </a:lnTo>
                      <a:lnTo>
                        <a:pt x="644" y="56"/>
                      </a:lnTo>
                      <a:lnTo>
                        <a:pt x="644" y="58"/>
                      </a:lnTo>
                      <a:lnTo>
                        <a:pt x="642" y="58"/>
                      </a:lnTo>
                      <a:lnTo>
                        <a:pt x="641" y="58"/>
                      </a:lnTo>
                      <a:lnTo>
                        <a:pt x="642" y="58"/>
                      </a:lnTo>
                      <a:lnTo>
                        <a:pt x="644" y="58"/>
                      </a:lnTo>
                      <a:lnTo>
                        <a:pt x="644" y="56"/>
                      </a:lnTo>
                      <a:lnTo>
                        <a:pt x="646" y="56"/>
                      </a:lnTo>
                      <a:lnTo>
                        <a:pt x="648" y="56"/>
                      </a:lnTo>
                      <a:lnTo>
                        <a:pt x="648" y="55"/>
                      </a:lnTo>
                      <a:lnTo>
                        <a:pt x="648" y="56"/>
                      </a:lnTo>
                      <a:lnTo>
                        <a:pt x="650" y="56"/>
                      </a:lnTo>
                      <a:lnTo>
                        <a:pt x="651" y="56"/>
                      </a:lnTo>
                      <a:lnTo>
                        <a:pt x="651" y="55"/>
                      </a:lnTo>
                      <a:lnTo>
                        <a:pt x="650" y="55"/>
                      </a:lnTo>
                      <a:lnTo>
                        <a:pt x="651" y="55"/>
                      </a:lnTo>
                      <a:lnTo>
                        <a:pt x="651" y="53"/>
                      </a:lnTo>
                      <a:lnTo>
                        <a:pt x="653" y="53"/>
                      </a:lnTo>
                      <a:lnTo>
                        <a:pt x="651" y="53"/>
                      </a:lnTo>
                      <a:lnTo>
                        <a:pt x="651" y="51"/>
                      </a:lnTo>
                      <a:lnTo>
                        <a:pt x="653" y="51"/>
                      </a:lnTo>
                      <a:lnTo>
                        <a:pt x="653" y="49"/>
                      </a:lnTo>
                      <a:lnTo>
                        <a:pt x="655" y="49"/>
                      </a:lnTo>
                      <a:lnTo>
                        <a:pt x="653" y="49"/>
                      </a:lnTo>
                      <a:lnTo>
                        <a:pt x="655" y="49"/>
                      </a:lnTo>
                      <a:lnTo>
                        <a:pt x="653" y="47"/>
                      </a:lnTo>
                      <a:lnTo>
                        <a:pt x="655" y="47"/>
                      </a:lnTo>
                      <a:lnTo>
                        <a:pt x="655" y="49"/>
                      </a:lnTo>
                      <a:lnTo>
                        <a:pt x="657" y="49"/>
                      </a:lnTo>
                      <a:lnTo>
                        <a:pt x="659" y="49"/>
                      </a:lnTo>
                      <a:lnTo>
                        <a:pt x="659" y="51"/>
                      </a:lnTo>
                      <a:lnTo>
                        <a:pt x="659" y="53"/>
                      </a:lnTo>
                      <a:lnTo>
                        <a:pt x="657" y="53"/>
                      </a:lnTo>
                      <a:lnTo>
                        <a:pt x="657" y="51"/>
                      </a:lnTo>
                      <a:lnTo>
                        <a:pt x="657" y="53"/>
                      </a:lnTo>
                      <a:lnTo>
                        <a:pt x="657" y="51"/>
                      </a:lnTo>
                      <a:lnTo>
                        <a:pt x="657" y="53"/>
                      </a:lnTo>
                      <a:lnTo>
                        <a:pt x="659" y="53"/>
                      </a:lnTo>
                      <a:lnTo>
                        <a:pt x="659" y="51"/>
                      </a:lnTo>
                      <a:lnTo>
                        <a:pt x="659" y="53"/>
                      </a:lnTo>
                      <a:lnTo>
                        <a:pt x="661" y="53"/>
                      </a:lnTo>
                      <a:lnTo>
                        <a:pt x="661" y="55"/>
                      </a:lnTo>
                      <a:lnTo>
                        <a:pt x="659" y="55"/>
                      </a:lnTo>
                      <a:lnTo>
                        <a:pt x="661" y="55"/>
                      </a:lnTo>
                      <a:lnTo>
                        <a:pt x="661" y="53"/>
                      </a:lnTo>
                      <a:lnTo>
                        <a:pt x="661" y="55"/>
                      </a:lnTo>
                      <a:lnTo>
                        <a:pt x="661" y="53"/>
                      </a:lnTo>
                      <a:lnTo>
                        <a:pt x="662" y="53"/>
                      </a:lnTo>
                      <a:lnTo>
                        <a:pt x="661" y="53"/>
                      </a:lnTo>
                      <a:lnTo>
                        <a:pt x="661" y="51"/>
                      </a:lnTo>
                      <a:lnTo>
                        <a:pt x="662" y="51"/>
                      </a:lnTo>
                      <a:lnTo>
                        <a:pt x="662" y="49"/>
                      </a:lnTo>
                      <a:lnTo>
                        <a:pt x="662" y="51"/>
                      </a:lnTo>
                      <a:lnTo>
                        <a:pt x="664" y="51"/>
                      </a:lnTo>
                      <a:lnTo>
                        <a:pt x="666" y="53"/>
                      </a:lnTo>
                      <a:lnTo>
                        <a:pt x="666" y="55"/>
                      </a:lnTo>
                      <a:lnTo>
                        <a:pt x="668" y="55"/>
                      </a:lnTo>
                      <a:lnTo>
                        <a:pt x="670" y="55"/>
                      </a:lnTo>
                      <a:lnTo>
                        <a:pt x="670" y="56"/>
                      </a:lnTo>
                      <a:lnTo>
                        <a:pt x="668" y="56"/>
                      </a:lnTo>
                      <a:lnTo>
                        <a:pt x="668" y="55"/>
                      </a:lnTo>
                      <a:lnTo>
                        <a:pt x="668" y="56"/>
                      </a:lnTo>
                      <a:lnTo>
                        <a:pt x="668" y="55"/>
                      </a:lnTo>
                      <a:lnTo>
                        <a:pt x="668" y="56"/>
                      </a:lnTo>
                      <a:lnTo>
                        <a:pt x="670" y="56"/>
                      </a:lnTo>
                      <a:lnTo>
                        <a:pt x="668" y="56"/>
                      </a:lnTo>
                      <a:lnTo>
                        <a:pt x="670" y="56"/>
                      </a:lnTo>
                      <a:lnTo>
                        <a:pt x="670" y="58"/>
                      </a:lnTo>
                      <a:lnTo>
                        <a:pt x="670" y="56"/>
                      </a:lnTo>
                      <a:lnTo>
                        <a:pt x="670" y="58"/>
                      </a:lnTo>
                      <a:lnTo>
                        <a:pt x="668" y="58"/>
                      </a:lnTo>
                      <a:lnTo>
                        <a:pt x="670" y="58"/>
                      </a:lnTo>
                      <a:lnTo>
                        <a:pt x="670" y="56"/>
                      </a:lnTo>
                      <a:lnTo>
                        <a:pt x="670" y="55"/>
                      </a:lnTo>
                      <a:lnTo>
                        <a:pt x="670" y="56"/>
                      </a:lnTo>
                      <a:lnTo>
                        <a:pt x="672" y="56"/>
                      </a:lnTo>
                      <a:lnTo>
                        <a:pt x="673" y="56"/>
                      </a:lnTo>
                      <a:lnTo>
                        <a:pt x="673" y="58"/>
                      </a:lnTo>
                      <a:lnTo>
                        <a:pt x="672" y="58"/>
                      </a:lnTo>
                      <a:lnTo>
                        <a:pt x="672" y="60"/>
                      </a:lnTo>
                      <a:lnTo>
                        <a:pt x="670" y="58"/>
                      </a:lnTo>
                      <a:lnTo>
                        <a:pt x="670" y="60"/>
                      </a:lnTo>
                      <a:lnTo>
                        <a:pt x="672" y="60"/>
                      </a:lnTo>
                      <a:lnTo>
                        <a:pt x="673" y="60"/>
                      </a:lnTo>
                      <a:lnTo>
                        <a:pt x="675" y="60"/>
                      </a:lnTo>
                      <a:lnTo>
                        <a:pt x="675" y="58"/>
                      </a:lnTo>
                      <a:lnTo>
                        <a:pt x="675" y="60"/>
                      </a:lnTo>
                      <a:lnTo>
                        <a:pt x="675" y="58"/>
                      </a:lnTo>
                      <a:lnTo>
                        <a:pt x="675" y="60"/>
                      </a:lnTo>
                      <a:lnTo>
                        <a:pt x="673" y="60"/>
                      </a:lnTo>
                      <a:lnTo>
                        <a:pt x="673" y="58"/>
                      </a:lnTo>
                      <a:lnTo>
                        <a:pt x="675" y="58"/>
                      </a:lnTo>
                      <a:lnTo>
                        <a:pt x="673" y="58"/>
                      </a:lnTo>
                      <a:lnTo>
                        <a:pt x="675" y="58"/>
                      </a:lnTo>
                      <a:lnTo>
                        <a:pt x="677" y="58"/>
                      </a:lnTo>
                      <a:lnTo>
                        <a:pt x="679" y="58"/>
                      </a:lnTo>
                      <a:lnTo>
                        <a:pt x="681" y="58"/>
                      </a:lnTo>
                      <a:lnTo>
                        <a:pt x="681" y="56"/>
                      </a:lnTo>
                      <a:lnTo>
                        <a:pt x="683" y="56"/>
                      </a:lnTo>
                      <a:lnTo>
                        <a:pt x="683" y="58"/>
                      </a:lnTo>
                      <a:lnTo>
                        <a:pt x="684" y="58"/>
                      </a:lnTo>
                      <a:lnTo>
                        <a:pt x="684" y="60"/>
                      </a:lnTo>
                      <a:lnTo>
                        <a:pt x="686" y="60"/>
                      </a:lnTo>
                      <a:lnTo>
                        <a:pt x="684" y="60"/>
                      </a:lnTo>
                      <a:lnTo>
                        <a:pt x="686" y="60"/>
                      </a:lnTo>
                      <a:lnTo>
                        <a:pt x="686" y="62"/>
                      </a:lnTo>
                      <a:lnTo>
                        <a:pt x="684" y="62"/>
                      </a:lnTo>
                      <a:lnTo>
                        <a:pt x="686" y="64"/>
                      </a:lnTo>
                      <a:lnTo>
                        <a:pt x="684" y="64"/>
                      </a:lnTo>
                      <a:lnTo>
                        <a:pt x="686" y="64"/>
                      </a:lnTo>
                      <a:lnTo>
                        <a:pt x="686" y="65"/>
                      </a:lnTo>
                      <a:lnTo>
                        <a:pt x="686" y="64"/>
                      </a:lnTo>
                      <a:lnTo>
                        <a:pt x="686" y="65"/>
                      </a:lnTo>
                      <a:lnTo>
                        <a:pt x="684" y="65"/>
                      </a:lnTo>
                      <a:lnTo>
                        <a:pt x="684" y="67"/>
                      </a:lnTo>
                      <a:lnTo>
                        <a:pt x="683" y="69"/>
                      </a:lnTo>
                      <a:lnTo>
                        <a:pt x="681" y="69"/>
                      </a:lnTo>
                      <a:lnTo>
                        <a:pt x="679" y="71"/>
                      </a:lnTo>
                      <a:lnTo>
                        <a:pt x="677" y="71"/>
                      </a:lnTo>
                      <a:lnTo>
                        <a:pt x="675" y="71"/>
                      </a:lnTo>
                      <a:lnTo>
                        <a:pt x="673" y="71"/>
                      </a:lnTo>
                      <a:lnTo>
                        <a:pt x="672" y="73"/>
                      </a:lnTo>
                      <a:lnTo>
                        <a:pt x="670" y="73"/>
                      </a:lnTo>
                      <a:lnTo>
                        <a:pt x="668" y="73"/>
                      </a:lnTo>
                      <a:lnTo>
                        <a:pt x="668" y="75"/>
                      </a:lnTo>
                      <a:lnTo>
                        <a:pt x="666" y="75"/>
                      </a:lnTo>
                      <a:lnTo>
                        <a:pt x="664" y="75"/>
                      </a:lnTo>
                      <a:lnTo>
                        <a:pt x="662" y="75"/>
                      </a:lnTo>
                      <a:lnTo>
                        <a:pt x="661" y="75"/>
                      </a:lnTo>
                      <a:lnTo>
                        <a:pt x="659" y="75"/>
                      </a:lnTo>
                      <a:lnTo>
                        <a:pt x="659" y="76"/>
                      </a:lnTo>
                      <a:lnTo>
                        <a:pt x="659" y="75"/>
                      </a:lnTo>
                      <a:lnTo>
                        <a:pt x="659" y="76"/>
                      </a:lnTo>
                      <a:lnTo>
                        <a:pt x="657" y="76"/>
                      </a:lnTo>
                      <a:lnTo>
                        <a:pt x="657" y="75"/>
                      </a:lnTo>
                      <a:lnTo>
                        <a:pt x="657" y="73"/>
                      </a:lnTo>
                      <a:lnTo>
                        <a:pt x="657" y="75"/>
                      </a:lnTo>
                      <a:lnTo>
                        <a:pt x="657" y="73"/>
                      </a:lnTo>
                      <a:lnTo>
                        <a:pt x="655" y="73"/>
                      </a:lnTo>
                      <a:lnTo>
                        <a:pt x="653" y="73"/>
                      </a:lnTo>
                      <a:lnTo>
                        <a:pt x="651" y="73"/>
                      </a:lnTo>
                      <a:lnTo>
                        <a:pt x="651" y="75"/>
                      </a:lnTo>
                      <a:lnTo>
                        <a:pt x="651" y="73"/>
                      </a:lnTo>
                      <a:lnTo>
                        <a:pt x="650" y="73"/>
                      </a:lnTo>
                      <a:lnTo>
                        <a:pt x="650" y="75"/>
                      </a:lnTo>
                      <a:lnTo>
                        <a:pt x="648" y="75"/>
                      </a:lnTo>
                      <a:lnTo>
                        <a:pt x="650" y="75"/>
                      </a:lnTo>
                      <a:lnTo>
                        <a:pt x="648" y="75"/>
                      </a:lnTo>
                      <a:lnTo>
                        <a:pt x="646" y="75"/>
                      </a:lnTo>
                      <a:lnTo>
                        <a:pt x="648" y="76"/>
                      </a:lnTo>
                      <a:lnTo>
                        <a:pt x="646" y="76"/>
                      </a:lnTo>
                      <a:lnTo>
                        <a:pt x="644" y="76"/>
                      </a:lnTo>
                      <a:lnTo>
                        <a:pt x="644" y="78"/>
                      </a:lnTo>
                      <a:lnTo>
                        <a:pt x="646" y="78"/>
                      </a:lnTo>
                      <a:lnTo>
                        <a:pt x="644" y="78"/>
                      </a:lnTo>
                      <a:lnTo>
                        <a:pt x="646" y="78"/>
                      </a:lnTo>
                      <a:lnTo>
                        <a:pt x="644" y="78"/>
                      </a:lnTo>
                      <a:lnTo>
                        <a:pt x="646" y="78"/>
                      </a:lnTo>
                      <a:lnTo>
                        <a:pt x="646" y="80"/>
                      </a:lnTo>
                      <a:lnTo>
                        <a:pt x="648" y="80"/>
                      </a:lnTo>
                      <a:lnTo>
                        <a:pt x="648" y="82"/>
                      </a:lnTo>
                      <a:lnTo>
                        <a:pt x="648" y="84"/>
                      </a:lnTo>
                      <a:lnTo>
                        <a:pt x="650" y="84"/>
                      </a:lnTo>
                      <a:lnTo>
                        <a:pt x="650" y="86"/>
                      </a:lnTo>
                      <a:lnTo>
                        <a:pt x="651" y="86"/>
                      </a:lnTo>
                      <a:lnTo>
                        <a:pt x="653" y="86"/>
                      </a:lnTo>
                      <a:lnTo>
                        <a:pt x="653" y="87"/>
                      </a:lnTo>
                      <a:lnTo>
                        <a:pt x="655" y="87"/>
                      </a:lnTo>
                      <a:lnTo>
                        <a:pt x="655" y="89"/>
                      </a:lnTo>
                      <a:lnTo>
                        <a:pt x="655" y="87"/>
                      </a:lnTo>
                      <a:lnTo>
                        <a:pt x="657" y="87"/>
                      </a:lnTo>
                      <a:lnTo>
                        <a:pt x="657" y="89"/>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2" name="Freeform 67">
                  <a:extLst>
                    <a:ext uri="{FF2B5EF4-FFF2-40B4-BE49-F238E27FC236}">
                      <a16:creationId xmlns:a16="http://schemas.microsoft.com/office/drawing/2014/main" id="{8EB6BDAE-270C-4578-62E4-3810FE9CACD4}"/>
                    </a:ext>
                  </a:extLst>
                </p:cNvPr>
                <p:cNvSpPr>
                  <a:spLocks noEditPoints="1"/>
                </p:cNvSpPr>
                <p:nvPr/>
              </p:nvSpPr>
              <p:spPr bwMode="auto">
                <a:xfrm>
                  <a:off x="5592794" y="4577291"/>
                  <a:ext cx="1261437" cy="388552"/>
                </a:xfrm>
                <a:custGeom>
                  <a:avLst/>
                  <a:gdLst>
                    <a:gd name="T0" fmla="*/ 389 w 698"/>
                    <a:gd name="T1" fmla="*/ 206 h 215"/>
                    <a:gd name="T2" fmla="*/ 387 w 698"/>
                    <a:gd name="T3" fmla="*/ 204 h 215"/>
                    <a:gd name="T4" fmla="*/ 380 w 698"/>
                    <a:gd name="T5" fmla="*/ 203 h 215"/>
                    <a:gd name="T6" fmla="*/ 387 w 698"/>
                    <a:gd name="T7" fmla="*/ 201 h 215"/>
                    <a:gd name="T8" fmla="*/ 417 w 698"/>
                    <a:gd name="T9" fmla="*/ 188 h 215"/>
                    <a:gd name="T10" fmla="*/ 422 w 698"/>
                    <a:gd name="T11" fmla="*/ 186 h 215"/>
                    <a:gd name="T12" fmla="*/ 422 w 698"/>
                    <a:gd name="T13" fmla="*/ 184 h 215"/>
                    <a:gd name="T14" fmla="*/ 415 w 698"/>
                    <a:gd name="T15" fmla="*/ 186 h 215"/>
                    <a:gd name="T16" fmla="*/ 161 w 698"/>
                    <a:gd name="T17" fmla="*/ 181 h 215"/>
                    <a:gd name="T18" fmla="*/ 418 w 698"/>
                    <a:gd name="T19" fmla="*/ 181 h 215"/>
                    <a:gd name="T20" fmla="*/ 431 w 698"/>
                    <a:gd name="T21" fmla="*/ 182 h 215"/>
                    <a:gd name="T22" fmla="*/ 424 w 698"/>
                    <a:gd name="T23" fmla="*/ 181 h 215"/>
                    <a:gd name="T24" fmla="*/ 422 w 698"/>
                    <a:gd name="T25" fmla="*/ 179 h 215"/>
                    <a:gd name="T26" fmla="*/ 417 w 698"/>
                    <a:gd name="T27" fmla="*/ 179 h 215"/>
                    <a:gd name="T28" fmla="*/ 415 w 698"/>
                    <a:gd name="T29" fmla="*/ 177 h 215"/>
                    <a:gd name="T30" fmla="*/ 174 w 698"/>
                    <a:gd name="T31" fmla="*/ 173 h 215"/>
                    <a:gd name="T32" fmla="*/ 429 w 698"/>
                    <a:gd name="T33" fmla="*/ 177 h 215"/>
                    <a:gd name="T34" fmla="*/ 168 w 698"/>
                    <a:gd name="T35" fmla="*/ 170 h 215"/>
                    <a:gd name="T36" fmla="*/ 420 w 698"/>
                    <a:gd name="T37" fmla="*/ 162 h 215"/>
                    <a:gd name="T38" fmla="*/ 418 w 698"/>
                    <a:gd name="T39" fmla="*/ 172 h 215"/>
                    <a:gd name="T40" fmla="*/ 163 w 698"/>
                    <a:gd name="T41" fmla="*/ 162 h 215"/>
                    <a:gd name="T42" fmla="*/ 59 w 698"/>
                    <a:gd name="T43" fmla="*/ 159 h 215"/>
                    <a:gd name="T44" fmla="*/ 59 w 698"/>
                    <a:gd name="T45" fmla="*/ 161 h 215"/>
                    <a:gd name="T46" fmla="*/ 63 w 698"/>
                    <a:gd name="T47" fmla="*/ 159 h 215"/>
                    <a:gd name="T48" fmla="*/ 57 w 698"/>
                    <a:gd name="T49" fmla="*/ 157 h 215"/>
                    <a:gd name="T50" fmla="*/ 643 w 698"/>
                    <a:gd name="T51" fmla="*/ 113 h 215"/>
                    <a:gd name="T52" fmla="*/ 35 w 698"/>
                    <a:gd name="T53" fmla="*/ 113 h 215"/>
                    <a:gd name="T54" fmla="*/ 643 w 698"/>
                    <a:gd name="T55" fmla="*/ 109 h 215"/>
                    <a:gd name="T56" fmla="*/ 670 w 698"/>
                    <a:gd name="T57" fmla="*/ 108 h 215"/>
                    <a:gd name="T58" fmla="*/ 681 w 698"/>
                    <a:gd name="T59" fmla="*/ 102 h 215"/>
                    <a:gd name="T60" fmla="*/ 676 w 698"/>
                    <a:gd name="T61" fmla="*/ 102 h 215"/>
                    <a:gd name="T62" fmla="*/ 685 w 698"/>
                    <a:gd name="T63" fmla="*/ 98 h 215"/>
                    <a:gd name="T64" fmla="*/ 676 w 698"/>
                    <a:gd name="T65" fmla="*/ 98 h 215"/>
                    <a:gd name="T66" fmla="*/ 35 w 698"/>
                    <a:gd name="T67" fmla="*/ 95 h 215"/>
                    <a:gd name="T68" fmla="*/ 672 w 698"/>
                    <a:gd name="T69" fmla="*/ 91 h 215"/>
                    <a:gd name="T70" fmla="*/ 35 w 698"/>
                    <a:gd name="T71" fmla="*/ 89 h 215"/>
                    <a:gd name="T72" fmla="*/ 670 w 698"/>
                    <a:gd name="T73" fmla="*/ 84 h 215"/>
                    <a:gd name="T74" fmla="*/ 24 w 698"/>
                    <a:gd name="T75" fmla="*/ 71 h 215"/>
                    <a:gd name="T76" fmla="*/ 690 w 698"/>
                    <a:gd name="T77" fmla="*/ 69 h 215"/>
                    <a:gd name="T78" fmla="*/ 22 w 698"/>
                    <a:gd name="T79" fmla="*/ 75 h 215"/>
                    <a:gd name="T80" fmla="*/ 678 w 698"/>
                    <a:gd name="T81" fmla="*/ 62 h 215"/>
                    <a:gd name="T82" fmla="*/ 663 w 698"/>
                    <a:gd name="T83" fmla="*/ 58 h 215"/>
                    <a:gd name="T84" fmla="*/ 121 w 698"/>
                    <a:gd name="T85" fmla="*/ 55 h 215"/>
                    <a:gd name="T86" fmla="*/ 678 w 698"/>
                    <a:gd name="T87" fmla="*/ 60 h 215"/>
                    <a:gd name="T88" fmla="*/ 670 w 698"/>
                    <a:gd name="T89" fmla="*/ 58 h 215"/>
                    <a:gd name="T90" fmla="*/ 112 w 698"/>
                    <a:gd name="T91" fmla="*/ 51 h 215"/>
                    <a:gd name="T92" fmla="*/ 645 w 698"/>
                    <a:gd name="T93" fmla="*/ 47 h 215"/>
                    <a:gd name="T94" fmla="*/ 647 w 698"/>
                    <a:gd name="T95" fmla="*/ 49 h 215"/>
                    <a:gd name="T96" fmla="*/ 94 w 698"/>
                    <a:gd name="T97" fmla="*/ 44 h 215"/>
                    <a:gd name="T98" fmla="*/ 4 w 698"/>
                    <a:gd name="T99" fmla="*/ 40 h 215"/>
                    <a:gd name="T100" fmla="*/ 10 w 698"/>
                    <a:gd name="T101" fmla="*/ 38 h 215"/>
                    <a:gd name="T102" fmla="*/ 11 w 698"/>
                    <a:gd name="T103" fmla="*/ 36 h 215"/>
                    <a:gd name="T104" fmla="*/ 8 w 698"/>
                    <a:gd name="T105" fmla="*/ 38 h 215"/>
                    <a:gd name="T106" fmla="*/ 4 w 698"/>
                    <a:gd name="T107" fmla="*/ 34 h 215"/>
                    <a:gd name="T108" fmla="*/ 639 w 698"/>
                    <a:gd name="T109" fmla="*/ 25 h 215"/>
                    <a:gd name="T110" fmla="*/ 637 w 698"/>
                    <a:gd name="T111" fmla="*/ 16 h 215"/>
                    <a:gd name="T112" fmla="*/ 625 w 698"/>
                    <a:gd name="T113" fmla="*/ 7 h 215"/>
                    <a:gd name="T114" fmla="*/ 621 w 698"/>
                    <a:gd name="T115" fmla="*/ 2 h 215"/>
                    <a:gd name="T116" fmla="*/ 630 w 698"/>
                    <a:gd name="T117" fmla="*/ 0 h 215"/>
                    <a:gd name="T118" fmla="*/ 625 w 698"/>
                    <a:gd name="T119" fmla="*/ 9 h 215"/>
                    <a:gd name="T120" fmla="*/ 627 w 698"/>
                    <a:gd name="T12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8" h="215">
                      <a:moveTo>
                        <a:pt x="136" y="215"/>
                      </a:moveTo>
                      <a:lnTo>
                        <a:pt x="137" y="215"/>
                      </a:lnTo>
                      <a:lnTo>
                        <a:pt x="136" y="215"/>
                      </a:lnTo>
                      <a:close/>
                      <a:moveTo>
                        <a:pt x="417" y="214"/>
                      </a:moveTo>
                      <a:lnTo>
                        <a:pt x="417" y="215"/>
                      </a:lnTo>
                      <a:lnTo>
                        <a:pt x="417" y="214"/>
                      </a:lnTo>
                      <a:lnTo>
                        <a:pt x="418" y="214"/>
                      </a:lnTo>
                      <a:lnTo>
                        <a:pt x="417" y="214"/>
                      </a:lnTo>
                      <a:close/>
                      <a:moveTo>
                        <a:pt x="424" y="212"/>
                      </a:moveTo>
                      <a:lnTo>
                        <a:pt x="424" y="210"/>
                      </a:lnTo>
                      <a:lnTo>
                        <a:pt x="424" y="212"/>
                      </a:lnTo>
                      <a:close/>
                      <a:moveTo>
                        <a:pt x="386" y="208"/>
                      </a:moveTo>
                      <a:lnTo>
                        <a:pt x="386" y="206"/>
                      </a:lnTo>
                      <a:lnTo>
                        <a:pt x="386" y="208"/>
                      </a:lnTo>
                      <a:close/>
                      <a:moveTo>
                        <a:pt x="389" y="204"/>
                      </a:moveTo>
                      <a:lnTo>
                        <a:pt x="389" y="206"/>
                      </a:lnTo>
                      <a:lnTo>
                        <a:pt x="391" y="206"/>
                      </a:lnTo>
                      <a:lnTo>
                        <a:pt x="391" y="208"/>
                      </a:lnTo>
                      <a:lnTo>
                        <a:pt x="389" y="208"/>
                      </a:lnTo>
                      <a:lnTo>
                        <a:pt x="389" y="206"/>
                      </a:lnTo>
                      <a:lnTo>
                        <a:pt x="389" y="208"/>
                      </a:lnTo>
                      <a:lnTo>
                        <a:pt x="387" y="208"/>
                      </a:lnTo>
                      <a:lnTo>
                        <a:pt x="389" y="208"/>
                      </a:lnTo>
                      <a:lnTo>
                        <a:pt x="387" y="208"/>
                      </a:lnTo>
                      <a:lnTo>
                        <a:pt x="387" y="210"/>
                      </a:lnTo>
                      <a:lnTo>
                        <a:pt x="387" y="208"/>
                      </a:lnTo>
                      <a:lnTo>
                        <a:pt x="386" y="208"/>
                      </a:lnTo>
                      <a:lnTo>
                        <a:pt x="386" y="206"/>
                      </a:lnTo>
                      <a:lnTo>
                        <a:pt x="387" y="206"/>
                      </a:lnTo>
                      <a:lnTo>
                        <a:pt x="387" y="208"/>
                      </a:lnTo>
                      <a:lnTo>
                        <a:pt x="387" y="206"/>
                      </a:lnTo>
                      <a:lnTo>
                        <a:pt x="387" y="204"/>
                      </a:lnTo>
                      <a:lnTo>
                        <a:pt x="389" y="204"/>
                      </a:lnTo>
                      <a:close/>
                      <a:moveTo>
                        <a:pt x="156" y="204"/>
                      </a:moveTo>
                      <a:lnTo>
                        <a:pt x="154" y="204"/>
                      </a:lnTo>
                      <a:lnTo>
                        <a:pt x="156" y="204"/>
                      </a:lnTo>
                      <a:lnTo>
                        <a:pt x="154" y="204"/>
                      </a:lnTo>
                      <a:lnTo>
                        <a:pt x="156" y="204"/>
                      </a:lnTo>
                      <a:close/>
                      <a:moveTo>
                        <a:pt x="382" y="203"/>
                      </a:moveTo>
                      <a:lnTo>
                        <a:pt x="380" y="203"/>
                      </a:lnTo>
                      <a:lnTo>
                        <a:pt x="382" y="203"/>
                      </a:lnTo>
                      <a:lnTo>
                        <a:pt x="382" y="204"/>
                      </a:lnTo>
                      <a:lnTo>
                        <a:pt x="380" y="204"/>
                      </a:lnTo>
                      <a:lnTo>
                        <a:pt x="380" y="203"/>
                      </a:lnTo>
                      <a:lnTo>
                        <a:pt x="378" y="203"/>
                      </a:lnTo>
                      <a:lnTo>
                        <a:pt x="380" y="203"/>
                      </a:lnTo>
                      <a:lnTo>
                        <a:pt x="378" y="203"/>
                      </a:lnTo>
                      <a:lnTo>
                        <a:pt x="380" y="203"/>
                      </a:lnTo>
                      <a:lnTo>
                        <a:pt x="382" y="203"/>
                      </a:lnTo>
                      <a:close/>
                      <a:moveTo>
                        <a:pt x="389" y="201"/>
                      </a:moveTo>
                      <a:lnTo>
                        <a:pt x="389" y="203"/>
                      </a:lnTo>
                      <a:lnTo>
                        <a:pt x="389" y="204"/>
                      </a:lnTo>
                      <a:lnTo>
                        <a:pt x="387" y="204"/>
                      </a:lnTo>
                      <a:lnTo>
                        <a:pt x="387" y="206"/>
                      </a:lnTo>
                      <a:lnTo>
                        <a:pt x="386" y="206"/>
                      </a:lnTo>
                      <a:lnTo>
                        <a:pt x="384" y="206"/>
                      </a:lnTo>
                      <a:lnTo>
                        <a:pt x="384" y="204"/>
                      </a:lnTo>
                      <a:lnTo>
                        <a:pt x="386" y="204"/>
                      </a:lnTo>
                      <a:lnTo>
                        <a:pt x="384" y="203"/>
                      </a:lnTo>
                      <a:lnTo>
                        <a:pt x="386" y="203"/>
                      </a:lnTo>
                      <a:lnTo>
                        <a:pt x="387" y="203"/>
                      </a:lnTo>
                      <a:lnTo>
                        <a:pt x="386" y="203"/>
                      </a:lnTo>
                      <a:lnTo>
                        <a:pt x="387" y="203"/>
                      </a:lnTo>
                      <a:lnTo>
                        <a:pt x="387" y="201"/>
                      </a:lnTo>
                      <a:lnTo>
                        <a:pt x="389" y="201"/>
                      </a:lnTo>
                      <a:close/>
                      <a:moveTo>
                        <a:pt x="384" y="199"/>
                      </a:moveTo>
                      <a:lnTo>
                        <a:pt x="384" y="201"/>
                      </a:lnTo>
                      <a:lnTo>
                        <a:pt x="384" y="203"/>
                      </a:lnTo>
                      <a:lnTo>
                        <a:pt x="386" y="204"/>
                      </a:lnTo>
                      <a:lnTo>
                        <a:pt x="384" y="204"/>
                      </a:lnTo>
                      <a:lnTo>
                        <a:pt x="384" y="203"/>
                      </a:lnTo>
                      <a:lnTo>
                        <a:pt x="384" y="201"/>
                      </a:lnTo>
                      <a:lnTo>
                        <a:pt x="382" y="201"/>
                      </a:lnTo>
                      <a:lnTo>
                        <a:pt x="382" y="199"/>
                      </a:lnTo>
                      <a:lnTo>
                        <a:pt x="384" y="199"/>
                      </a:lnTo>
                      <a:close/>
                      <a:moveTo>
                        <a:pt x="417" y="188"/>
                      </a:moveTo>
                      <a:lnTo>
                        <a:pt x="418" y="188"/>
                      </a:lnTo>
                      <a:lnTo>
                        <a:pt x="418" y="190"/>
                      </a:lnTo>
                      <a:lnTo>
                        <a:pt x="417" y="188"/>
                      </a:lnTo>
                      <a:close/>
                      <a:moveTo>
                        <a:pt x="417" y="188"/>
                      </a:moveTo>
                      <a:lnTo>
                        <a:pt x="415" y="188"/>
                      </a:lnTo>
                      <a:lnTo>
                        <a:pt x="417" y="188"/>
                      </a:lnTo>
                      <a:lnTo>
                        <a:pt x="415" y="188"/>
                      </a:lnTo>
                      <a:lnTo>
                        <a:pt x="415" y="186"/>
                      </a:lnTo>
                      <a:lnTo>
                        <a:pt x="417" y="186"/>
                      </a:lnTo>
                      <a:lnTo>
                        <a:pt x="417" y="188"/>
                      </a:lnTo>
                      <a:close/>
                      <a:moveTo>
                        <a:pt x="426" y="184"/>
                      </a:moveTo>
                      <a:lnTo>
                        <a:pt x="428" y="184"/>
                      </a:lnTo>
                      <a:lnTo>
                        <a:pt x="428" y="186"/>
                      </a:lnTo>
                      <a:lnTo>
                        <a:pt x="426" y="186"/>
                      </a:lnTo>
                      <a:lnTo>
                        <a:pt x="424" y="186"/>
                      </a:lnTo>
                      <a:lnTo>
                        <a:pt x="422" y="186"/>
                      </a:lnTo>
                      <a:lnTo>
                        <a:pt x="420" y="186"/>
                      </a:lnTo>
                      <a:lnTo>
                        <a:pt x="420" y="184"/>
                      </a:lnTo>
                      <a:lnTo>
                        <a:pt x="420" y="186"/>
                      </a:lnTo>
                      <a:lnTo>
                        <a:pt x="422" y="186"/>
                      </a:lnTo>
                      <a:lnTo>
                        <a:pt x="422" y="184"/>
                      </a:lnTo>
                      <a:lnTo>
                        <a:pt x="424" y="184"/>
                      </a:lnTo>
                      <a:lnTo>
                        <a:pt x="426" y="184"/>
                      </a:lnTo>
                      <a:close/>
                      <a:moveTo>
                        <a:pt x="159" y="184"/>
                      </a:moveTo>
                      <a:lnTo>
                        <a:pt x="159" y="182"/>
                      </a:lnTo>
                      <a:lnTo>
                        <a:pt x="159" y="184"/>
                      </a:lnTo>
                      <a:close/>
                      <a:moveTo>
                        <a:pt x="437" y="182"/>
                      </a:moveTo>
                      <a:lnTo>
                        <a:pt x="435" y="182"/>
                      </a:lnTo>
                      <a:lnTo>
                        <a:pt x="437" y="182"/>
                      </a:lnTo>
                      <a:close/>
                      <a:moveTo>
                        <a:pt x="424" y="182"/>
                      </a:moveTo>
                      <a:lnTo>
                        <a:pt x="424" y="184"/>
                      </a:lnTo>
                      <a:lnTo>
                        <a:pt x="426" y="184"/>
                      </a:lnTo>
                      <a:lnTo>
                        <a:pt x="424" y="184"/>
                      </a:lnTo>
                      <a:lnTo>
                        <a:pt x="422" y="184"/>
                      </a:lnTo>
                      <a:lnTo>
                        <a:pt x="420" y="184"/>
                      </a:lnTo>
                      <a:lnTo>
                        <a:pt x="422" y="184"/>
                      </a:lnTo>
                      <a:lnTo>
                        <a:pt x="422" y="182"/>
                      </a:lnTo>
                      <a:lnTo>
                        <a:pt x="424" y="182"/>
                      </a:lnTo>
                      <a:lnTo>
                        <a:pt x="424" y="184"/>
                      </a:lnTo>
                      <a:lnTo>
                        <a:pt x="424" y="182"/>
                      </a:lnTo>
                      <a:close/>
                      <a:moveTo>
                        <a:pt x="420" y="184"/>
                      </a:moveTo>
                      <a:lnTo>
                        <a:pt x="422" y="184"/>
                      </a:lnTo>
                      <a:lnTo>
                        <a:pt x="422" y="186"/>
                      </a:lnTo>
                      <a:lnTo>
                        <a:pt x="420" y="184"/>
                      </a:lnTo>
                      <a:lnTo>
                        <a:pt x="420" y="186"/>
                      </a:lnTo>
                      <a:lnTo>
                        <a:pt x="418" y="186"/>
                      </a:lnTo>
                      <a:lnTo>
                        <a:pt x="418" y="188"/>
                      </a:lnTo>
                      <a:lnTo>
                        <a:pt x="418" y="186"/>
                      </a:lnTo>
                      <a:lnTo>
                        <a:pt x="417" y="186"/>
                      </a:lnTo>
                      <a:lnTo>
                        <a:pt x="418" y="186"/>
                      </a:lnTo>
                      <a:lnTo>
                        <a:pt x="417" y="186"/>
                      </a:lnTo>
                      <a:lnTo>
                        <a:pt x="415" y="186"/>
                      </a:lnTo>
                      <a:lnTo>
                        <a:pt x="413" y="186"/>
                      </a:lnTo>
                      <a:lnTo>
                        <a:pt x="413" y="184"/>
                      </a:lnTo>
                      <a:lnTo>
                        <a:pt x="415" y="184"/>
                      </a:lnTo>
                      <a:lnTo>
                        <a:pt x="413" y="184"/>
                      </a:lnTo>
                      <a:lnTo>
                        <a:pt x="415" y="184"/>
                      </a:lnTo>
                      <a:lnTo>
                        <a:pt x="415" y="182"/>
                      </a:lnTo>
                      <a:lnTo>
                        <a:pt x="415" y="184"/>
                      </a:lnTo>
                      <a:lnTo>
                        <a:pt x="417" y="184"/>
                      </a:lnTo>
                      <a:lnTo>
                        <a:pt x="417" y="182"/>
                      </a:lnTo>
                      <a:lnTo>
                        <a:pt x="417" y="181"/>
                      </a:lnTo>
                      <a:lnTo>
                        <a:pt x="418" y="181"/>
                      </a:lnTo>
                      <a:lnTo>
                        <a:pt x="418" y="182"/>
                      </a:lnTo>
                      <a:lnTo>
                        <a:pt x="420" y="182"/>
                      </a:lnTo>
                      <a:lnTo>
                        <a:pt x="420" y="184"/>
                      </a:lnTo>
                      <a:close/>
                      <a:moveTo>
                        <a:pt x="159" y="181"/>
                      </a:moveTo>
                      <a:lnTo>
                        <a:pt x="161" y="181"/>
                      </a:lnTo>
                      <a:lnTo>
                        <a:pt x="159" y="181"/>
                      </a:lnTo>
                      <a:close/>
                      <a:moveTo>
                        <a:pt x="418" y="181"/>
                      </a:moveTo>
                      <a:lnTo>
                        <a:pt x="418" y="182"/>
                      </a:lnTo>
                      <a:lnTo>
                        <a:pt x="420" y="182"/>
                      </a:lnTo>
                      <a:lnTo>
                        <a:pt x="422" y="182"/>
                      </a:lnTo>
                      <a:lnTo>
                        <a:pt x="424" y="182"/>
                      </a:lnTo>
                      <a:lnTo>
                        <a:pt x="424" y="184"/>
                      </a:lnTo>
                      <a:lnTo>
                        <a:pt x="424" y="182"/>
                      </a:lnTo>
                      <a:lnTo>
                        <a:pt x="422" y="182"/>
                      </a:lnTo>
                      <a:lnTo>
                        <a:pt x="422" y="184"/>
                      </a:lnTo>
                      <a:lnTo>
                        <a:pt x="420" y="184"/>
                      </a:lnTo>
                      <a:lnTo>
                        <a:pt x="420" y="182"/>
                      </a:lnTo>
                      <a:lnTo>
                        <a:pt x="418" y="182"/>
                      </a:lnTo>
                      <a:lnTo>
                        <a:pt x="418" y="181"/>
                      </a:lnTo>
                      <a:lnTo>
                        <a:pt x="417" y="181"/>
                      </a:lnTo>
                      <a:lnTo>
                        <a:pt x="418" y="181"/>
                      </a:lnTo>
                      <a:close/>
                      <a:moveTo>
                        <a:pt x="424" y="181"/>
                      </a:moveTo>
                      <a:lnTo>
                        <a:pt x="426" y="181"/>
                      </a:lnTo>
                      <a:lnTo>
                        <a:pt x="424" y="181"/>
                      </a:lnTo>
                      <a:lnTo>
                        <a:pt x="424" y="179"/>
                      </a:lnTo>
                      <a:lnTo>
                        <a:pt x="426" y="179"/>
                      </a:lnTo>
                      <a:lnTo>
                        <a:pt x="428" y="179"/>
                      </a:lnTo>
                      <a:lnTo>
                        <a:pt x="428" y="181"/>
                      </a:lnTo>
                      <a:lnTo>
                        <a:pt x="428" y="179"/>
                      </a:lnTo>
                      <a:lnTo>
                        <a:pt x="428" y="181"/>
                      </a:lnTo>
                      <a:lnTo>
                        <a:pt x="428" y="179"/>
                      </a:lnTo>
                      <a:lnTo>
                        <a:pt x="428" y="181"/>
                      </a:lnTo>
                      <a:lnTo>
                        <a:pt x="429" y="181"/>
                      </a:lnTo>
                      <a:lnTo>
                        <a:pt x="429" y="179"/>
                      </a:lnTo>
                      <a:lnTo>
                        <a:pt x="431" y="179"/>
                      </a:lnTo>
                      <a:lnTo>
                        <a:pt x="431" y="181"/>
                      </a:lnTo>
                      <a:lnTo>
                        <a:pt x="431" y="182"/>
                      </a:lnTo>
                      <a:lnTo>
                        <a:pt x="429" y="182"/>
                      </a:lnTo>
                      <a:lnTo>
                        <a:pt x="429" y="184"/>
                      </a:lnTo>
                      <a:lnTo>
                        <a:pt x="429" y="186"/>
                      </a:lnTo>
                      <a:lnTo>
                        <a:pt x="428" y="186"/>
                      </a:lnTo>
                      <a:lnTo>
                        <a:pt x="428" y="184"/>
                      </a:lnTo>
                      <a:lnTo>
                        <a:pt x="426" y="184"/>
                      </a:lnTo>
                      <a:lnTo>
                        <a:pt x="424" y="182"/>
                      </a:lnTo>
                      <a:lnTo>
                        <a:pt x="424" y="181"/>
                      </a:lnTo>
                      <a:lnTo>
                        <a:pt x="422" y="181"/>
                      </a:lnTo>
                      <a:lnTo>
                        <a:pt x="424" y="181"/>
                      </a:lnTo>
                      <a:lnTo>
                        <a:pt x="424" y="179"/>
                      </a:lnTo>
                      <a:lnTo>
                        <a:pt x="424" y="181"/>
                      </a:lnTo>
                      <a:close/>
                      <a:moveTo>
                        <a:pt x="424" y="179"/>
                      </a:moveTo>
                      <a:lnTo>
                        <a:pt x="424" y="181"/>
                      </a:lnTo>
                      <a:lnTo>
                        <a:pt x="422" y="181"/>
                      </a:lnTo>
                      <a:lnTo>
                        <a:pt x="424" y="181"/>
                      </a:lnTo>
                      <a:lnTo>
                        <a:pt x="424" y="182"/>
                      </a:lnTo>
                      <a:lnTo>
                        <a:pt x="422" y="182"/>
                      </a:lnTo>
                      <a:lnTo>
                        <a:pt x="420" y="182"/>
                      </a:lnTo>
                      <a:lnTo>
                        <a:pt x="418" y="182"/>
                      </a:lnTo>
                      <a:lnTo>
                        <a:pt x="418" y="181"/>
                      </a:lnTo>
                      <a:lnTo>
                        <a:pt x="420" y="181"/>
                      </a:lnTo>
                      <a:lnTo>
                        <a:pt x="420" y="182"/>
                      </a:lnTo>
                      <a:lnTo>
                        <a:pt x="420" y="181"/>
                      </a:lnTo>
                      <a:lnTo>
                        <a:pt x="418" y="181"/>
                      </a:lnTo>
                      <a:lnTo>
                        <a:pt x="418" y="179"/>
                      </a:lnTo>
                      <a:lnTo>
                        <a:pt x="420" y="179"/>
                      </a:lnTo>
                      <a:lnTo>
                        <a:pt x="418" y="179"/>
                      </a:lnTo>
                      <a:lnTo>
                        <a:pt x="420" y="179"/>
                      </a:lnTo>
                      <a:lnTo>
                        <a:pt x="422" y="179"/>
                      </a:lnTo>
                      <a:lnTo>
                        <a:pt x="422" y="177"/>
                      </a:lnTo>
                      <a:lnTo>
                        <a:pt x="422" y="179"/>
                      </a:lnTo>
                      <a:lnTo>
                        <a:pt x="424" y="179"/>
                      </a:lnTo>
                      <a:close/>
                      <a:moveTo>
                        <a:pt x="415" y="177"/>
                      </a:moveTo>
                      <a:lnTo>
                        <a:pt x="417" y="177"/>
                      </a:lnTo>
                      <a:lnTo>
                        <a:pt x="417" y="179"/>
                      </a:lnTo>
                      <a:lnTo>
                        <a:pt x="417" y="177"/>
                      </a:lnTo>
                      <a:lnTo>
                        <a:pt x="417" y="179"/>
                      </a:lnTo>
                      <a:lnTo>
                        <a:pt x="417" y="181"/>
                      </a:lnTo>
                      <a:lnTo>
                        <a:pt x="417" y="179"/>
                      </a:lnTo>
                      <a:lnTo>
                        <a:pt x="417" y="177"/>
                      </a:lnTo>
                      <a:lnTo>
                        <a:pt x="415" y="177"/>
                      </a:lnTo>
                      <a:lnTo>
                        <a:pt x="417" y="177"/>
                      </a:lnTo>
                      <a:lnTo>
                        <a:pt x="418" y="177"/>
                      </a:lnTo>
                      <a:lnTo>
                        <a:pt x="418" y="179"/>
                      </a:lnTo>
                      <a:lnTo>
                        <a:pt x="417" y="179"/>
                      </a:lnTo>
                      <a:lnTo>
                        <a:pt x="417" y="181"/>
                      </a:lnTo>
                      <a:lnTo>
                        <a:pt x="417" y="179"/>
                      </a:lnTo>
                      <a:lnTo>
                        <a:pt x="418" y="179"/>
                      </a:lnTo>
                      <a:lnTo>
                        <a:pt x="418" y="177"/>
                      </a:lnTo>
                      <a:lnTo>
                        <a:pt x="418" y="179"/>
                      </a:lnTo>
                      <a:lnTo>
                        <a:pt x="418" y="181"/>
                      </a:lnTo>
                      <a:lnTo>
                        <a:pt x="417" y="181"/>
                      </a:lnTo>
                      <a:lnTo>
                        <a:pt x="418" y="181"/>
                      </a:lnTo>
                      <a:lnTo>
                        <a:pt x="417" y="181"/>
                      </a:lnTo>
                      <a:lnTo>
                        <a:pt x="417" y="182"/>
                      </a:lnTo>
                      <a:lnTo>
                        <a:pt x="417" y="184"/>
                      </a:lnTo>
                      <a:lnTo>
                        <a:pt x="415" y="184"/>
                      </a:lnTo>
                      <a:lnTo>
                        <a:pt x="415" y="182"/>
                      </a:lnTo>
                      <a:lnTo>
                        <a:pt x="413" y="182"/>
                      </a:lnTo>
                      <a:lnTo>
                        <a:pt x="413" y="181"/>
                      </a:lnTo>
                      <a:lnTo>
                        <a:pt x="413" y="179"/>
                      </a:lnTo>
                      <a:lnTo>
                        <a:pt x="413" y="177"/>
                      </a:lnTo>
                      <a:lnTo>
                        <a:pt x="415" y="177"/>
                      </a:lnTo>
                      <a:lnTo>
                        <a:pt x="415" y="175"/>
                      </a:lnTo>
                      <a:lnTo>
                        <a:pt x="417" y="175"/>
                      </a:lnTo>
                      <a:lnTo>
                        <a:pt x="415" y="177"/>
                      </a:lnTo>
                      <a:close/>
                      <a:moveTo>
                        <a:pt x="156" y="177"/>
                      </a:moveTo>
                      <a:lnTo>
                        <a:pt x="156" y="175"/>
                      </a:lnTo>
                      <a:lnTo>
                        <a:pt x="157" y="175"/>
                      </a:lnTo>
                      <a:lnTo>
                        <a:pt x="156" y="177"/>
                      </a:lnTo>
                      <a:close/>
                      <a:moveTo>
                        <a:pt x="176" y="175"/>
                      </a:moveTo>
                      <a:lnTo>
                        <a:pt x="176" y="177"/>
                      </a:lnTo>
                      <a:lnTo>
                        <a:pt x="176" y="175"/>
                      </a:lnTo>
                      <a:lnTo>
                        <a:pt x="174" y="175"/>
                      </a:lnTo>
                      <a:lnTo>
                        <a:pt x="176" y="175"/>
                      </a:lnTo>
                      <a:close/>
                      <a:moveTo>
                        <a:pt x="174" y="175"/>
                      </a:moveTo>
                      <a:lnTo>
                        <a:pt x="176" y="175"/>
                      </a:lnTo>
                      <a:lnTo>
                        <a:pt x="174" y="175"/>
                      </a:lnTo>
                      <a:lnTo>
                        <a:pt x="174" y="173"/>
                      </a:lnTo>
                      <a:lnTo>
                        <a:pt x="174" y="175"/>
                      </a:lnTo>
                      <a:close/>
                      <a:moveTo>
                        <a:pt x="152" y="173"/>
                      </a:moveTo>
                      <a:lnTo>
                        <a:pt x="152" y="175"/>
                      </a:lnTo>
                      <a:lnTo>
                        <a:pt x="150" y="175"/>
                      </a:lnTo>
                      <a:lnTo>
                        <a:pt x="150" y="173"/>
                      </a:lnTo>
                      <a:lnTo>
                        <a:pt x="152" y="173"/>
                      </a:lnTo>
                      <a:close/>
                      <a:moveTo>
                        <a:pt x="424" y="175"/>
                      </a:moveTo>
                      <a:lnTo>
                        <a:pt x="424" y="173"/>
                      </a:lnTo>
                      <a:lnTo>
                        <a:pt x="426" y="173"/>
                      </a:lnTo>
                      <a:lnTo>
                        <a:pt x="426" y="175"/>
                      </a:lnTo>
                      <a:lnTo>
                        <a:pt x="428" y="175"/>
                      </a:lnTo>
                      <a:lnTo>
                        <a:pt x="428" y="177"/>
                      </a:lnTo>
                      <a:lnTo>
                        <a:pt x="429" y="177"/>
                      </a:lnTo>
                      <a:lnTo>
                        <a:pt x="428" y="177"/>
                      </a:lnTo>
                      <a:lnTo>
                        <a:pt x="428" y="179"/>
                      </a:lnTo>
                      <a:lnTo>
                        <a:pt x="429" y="177"/>
                      </a:lnTo>
                      <a:lnTo>
                        <a:pt x="429" y="179"/>
                      </a:lnTo>
                      <a:lnTo>
                        <a:pt x="428" y="179"/>
                      </a:lnTo>
                      <a:lnTo>
                        <a:pt x="429" y="179"/>
                      </a:lnTo>
                      <a:lnTo>
                        <a:pt x="428" y="179"/>
                      </a:lnTo>
                      <a:lnTo>
                        <a:pt x="426" y="179"/>
                      </a:lnTo>
                      <a:lnTo>
                        <a:pt x="424" y="179"/>
                      </a:lnTo>
                      <a:lnTo>
                        <a:pt x="424" y="177"/>
                      </a:lnTo>
                      <a:lnTo>
                        <a:pt x="422" y="177"/>
                      </a:lnTo>
                      <a:lnTo>
                        <a:pt x="422" y="175"/>
                      </a:lnTo>
                      <a:lnTo>
                        <a:pt x="420" y="173"/>
                      </a:lnTo>
                      <a:lnTo>
                        <a:pt x="422" y="173"/>
                      </a:lnTo>
                      <a:lnTo>
                        <a:pt x="422" y="175"/>
                      </a:lnTo>
                      <a:lnTo>
                        <a:pt x="424" y="175"/>
                      </a:lnTo>
                      <a:close/>
                      <a:moveTo>
                        <a:pt x="168" y="170"/>
                      </a:moveTo>
                      <a:lnTo>
                        <a:pt x="168" y="172"/>
                      </a:lnTo>
                      <a:lnTo>
                        <a:pt x="168" y="170"/>
                      </a:lnTo>
                      <a:close/>
                      <a:moveTo>
                        <a:pt x="154" y="166"/>
                      </a:moveTo>
                      <a:lnTo>
                        <a:pt x="152" y="166"/>
                      </a:lnTo>
                      <a:lnTo>
                        <a:pt x="152" y="168"/>
                      </a:lnTo>
                      <a:lnTo>
                        <a:pt x="152" y="166"/>
                      </a:lnTo>
                      <a:lnTo>
                        <a:pt x="152" y="168"/>
                      </a:lnTo>
                      <a:lnTo>
                        <a:pt x="152" y="166"/>
                      </a:lnTo>
                      <a:lnTo>
                        <a:pt x="154" y="166"/>
                      </a:lnTo>
                      <a:close/>
                      <a:moveTo>
                        <a:pt x="154" y="166"/>
                      </a:moveTo>
                      <a:lnTo>
                        <a:pt x="154" y="168"/>
                      </a:lnTo>
                      <a:lnTo>
                        <a:pt x="154" y="166"/>
                      </a:lnTo>
                      <a:close/>
                      <a:moveTo>
                        <a:pt x="420" y="166"/>
                      </a:moveTo>
                      <a:lnTo>
                        <a:pt x="420" y="164"/>
                      </a:lnTo>
                      <a:lnTo>
                        <a:pt x="422" y="164"/>
                      </a:lnTo>
                      <a:lnTo>
                        <a:pt x="420" y="166"/>
                      </a:lnTo>
                      <a:close/>
                      <a:moveTo>
                        <a:pt x="418" y="162"/>
                      </a:moveTo>
                      <a:lnTo>
                        <a:pt x="420" y="162"/>
                      </a:lnTo>
                      <a:lnTo>
                        <a:pt x="420" y="164"/>
                      </a:lnTo>
                      <a:lnTo>
                        <a:pt x="420" y="166"/>
                      </a:lnTo>
                      <a:lnTo>
                        <a:pt x="420" y="168"/>
                      </a:lnTo>
                      <a:lnTo>
                        <a:pt x="420" y="170"/>
                      </a:lnTo>
                      <a:lnTo>
                        <a:pt x="420" y="172"/>
                      </a:lnTo>
                      <a:lnTo>
                        <a:pt x="420" y="173"/>
                      </a:lnTo>
                      <a:lnTo>
                        <a:pt x="420" y="175"/>
                      </a:lnTo>
                      <a:lnTo>
                        <a:pt x="422" y="175"/>
                      </a:lnTo>
                      <a:lnTo>
                        <a:pt x="422" y="177"/>
                      </a:lnTo>
                      <a:lnTo>
                        <a:pt x="422" y="179"/>
                      </a:lnTo>
                      <a:lnTo>
                        <a:pt x="420" y="179"/>
                      </a:lnTo>
                      <a:lnTo>
                        <a:pt x="418" y="179"/>
                      </a:lnTo>
                      <a:lnTo>
                        <a:pt x="418" y="177"/>
                      </a:lnTo>
                      <a:lnTo>
                        <a:pt x="418" y="175"/>
                      </a:lnTo>
                      <a:lnTo>
                        <a:pt x="418" y="173"/>
                      </a:lnTo>
                      <a:lnTo>
                        <a:pt x="418" y="172"/>
                      </a:lnTo>
                      <a:lnTo>
                        <a:pt x="417" y="170"/>
                      </a:lnTo>
                      <a:lnTo>
                        <a:pt x="417" y="168"/>
                      </a:lnTo>
                      <a:lnTo>
                        <a:pt x="417" y="166"/>
                      </a:lnTo>
                      <a:lnTo>
                        <a:pt x="417" y="164"/>
                      </a:lnTo>
                      <a:lnTo>
                        <a:pt x="418" y="164"/>
                      </a:lnTo>
                      <a:lnTo>
                        <a:pt x="418" y="162"/>
                      </a:lnTo>
                      <a:close/>
                      <a:moveTo>
                        <a:pt x="163" y="161"/>
                      </a:moveTo>
                      <a:lnTo>
                        <a:pt x="163" y="162"/>
                      </a:lnTo>
                      <a:lnTo>
                        <a:pt x="165" y="162"/>
                      </a:lnTo>
                      <a:lnTo>
                        <a:pt x="165" y="164"/>
                      </a:lnTo>
                      <a:lnTo>
                        <a:pt x="165" y="166"/>
                      </a:lnTo>
                      <a:lnTo>
                        <a:pt x="163" y="166"/>
                      </a:lnTo>
                      <a:lnTo>
                        <a:pt x="161" y="166"/>
                      </a:lnTo>
                      <a:lnTo>
                        <a:pt x="161" y="164"/>
                      </a:lnTo>
                      <a:lnTo>
                        <a:pt x="161" y="162"/>
                      </a:lnTo>
                      <a:lnTo>
                        <a:pt x="163" y="162"/>
                      </a:lnTo>
                      <a:lnTo>
                        <a:pt x="163" y="161"/>
                      </a:lnTo>
                      <a:lnTo>
                        <a:pt x="161" y="161"/>
                      </a:lnTo>
                      <a:lnTo>
                        <a:pt x="163" y="161"/>
                      </a:lnTo>
                      <a:lnTo>
                        <a:pt x="161" y="161"/>
                      </a:lnTo>
                      <a:lnTo>
                        <a:pt x="163" y="161"/>
                      </a:lnTo>
                      <a:lnTo>
                        <a:pt x="161" y="161"/>
                      </a:lnTo>
                      <a:lnTo>
                        <a:pt x="163" y="161"/>
                      </a:lnTo>
                      <a:lnTo>
                        <a:pt x="163" y="159"/>
                      </a:lnTo>
                      <a:lnTo>
                        <a:pt x="163" y="161"/>
                      </a:lnTo>
                      <a:close/>
                      <a:moveTo>
                        <a:pt x="161" y="159"/>
                      </a:moveTo>
                      <a:lnTo>
                        <a:pt x="159" y="159"/>
                      </a:lnTo>
                      <a:lnTo>
                        <a:pt x="161" y="159"/>
                      </a:lnTo>
                      <a:close/>
                      <a:moveTo>
                        <a:pt x="57" y="159"/>
                      </a:moveTo>
                      <a:lnTo>
                        <a:pt x="57" y="157"/>
                      </a:lnTo>
                      <a:lnTo>
                        <a:pt x="59" y="157"/>
                      </a:lnTo>
                      <a:lnTo>
                        <a:pt x="59" y="159"/>
                      </a:lnTo>
                      <a:lnTo>
                        <a:pt x="57" y="159"/>
                      </a:lnTo>
                      <a:close/>
                      <a:moveTo>
                        <a:pt x="59" y="159"/>
                      </a:moveTo>
                      <a:lnTo>
                        <a:pt x="59" y="157"/>
                      </a:lnTo>
                      <a:lnTo>
                        <a:pt x="61" y="157"/>
                      </a:lnTo>
                      <a:lnTo>
                        <a:pt x="59" y="159"/>
                      </a:lnTo>
                      <a:close/>
                      <a:moveTo>
                        <a:pt x="64" y="159"/>
                      </a:moveTo>
                      <a:lnTo>
                        <a:pt x="64" y="161"/>
                      </a:lnTo>
                      <a:lnTo>
                        <a:pt x="64" y="159"/>
                      </a:lnTo>
                      <a:lnTo>
                        <a:pt x="66" y="159"/>
                      </a:lnTo>
                      <a:lnTo>
                        <a:pt x="66" y="161"/>
                      </a:lnTo>
                      <a:lnTo>
                        <a:pt x="64" y="161"/>
                      </a:lnTo>
                      <a:lnTo>
                        <a:pt x="64" y="162"/>
                      </a:lnTo>
                      <a:lnTo>
                        <a:pt x="63" y="162"/>
                      </a:lnTo>
                      <a:lnTo>
                        <a:pt x="61" y="162"/>
                      </a:lnTo>
                      <a:lnTo>
                        <a:pt x="61" y="161"/>
                      </a:lnTo>
                      <a:lnTo>
                        <a:pt x="59" y="161"/>
                      </a:lnTo>
                      <a:lnTo>
                        <a:pt x="61" y="161"/>
                      </a:lnTo>
                      <a:lnTo>
                        <a:pt x="61" y="159"/>
                      </a:lnTo>
                      <a:lnTo>
                        <a:pt x="63" y="159"/>
                      </a:lnTo>
                      <a:lnTo>
                        <a:pt x="61" y="159"/>
                      </a:lnTo>
                      <a:lnTo>
                        <a:pt x="63" y="159"/>
                      </a:lnTo>
                      <a:lnTo>
                        <a:pt x="63" y="157"/>
                      </a:lnTo>
                      <a:lnTo>
                        <a:pt x="64" y="157"/>
                      </a:lnTo>
                      <a:lnTo>
                        <a:pt x="64" y="159"/>
                      </a:lnTo>
                      <a:close/>
                      <a:moveTo>
                        <a:pt x="61" y="157"/>
                      </a:moveTo>
                      <a:lnTo>
                        <a:pt x="59" y="157"/>
                      </a:lnTo>
                      <a:lnTo>
                        <a:pt x="61" y="157"/>
                      </a:lnTo>
                      <a:close/>
                      <a:moveTo>
                        <a:pt x="63" y="155"/>
                      </a:moveTo>
                      <a:lnTo>
                        <a:pt x="63" y="157"/>
                      </a:lnTo>
                      <a:lnTo>
                        <a:pt x="63" y="159"/>
                      </a:lnTo>
                      <a:lnTo>
                        <a:pt x="61" y="159"/>
                      </a:lnTo>
                      <a:lnTo>
                        <a:pt x="63" y="159"/>
                      </a:lnTo>
                      <a:lnTo>
                        <a:pt x="61" y="159"/>
                      </a:lnTo>
                      <a:lnTo>
                        <a:pt x="59" y="159"/>
                      </a:lnTo>
                      <a:lnTo>
                        <a:pt x="59" y="161"/>
                      </a:lnTo>
                      <a:lnTo>
                        <a:pt x="59" y="159"/>
                      </a:lnTo>
                      <a:lnTo>
                        <a:pt x="61" y="157"/>
                      </a:lnTo>
                      <a:lnTo>
                        <a:pt x="63" y="155"/>
                      </a:lnTo>
                      <a:close/>
                      <a:moveTo>
                        <a:pt x="61" y="155"/>
                      </a:moveTo>
                      <a:lnTo>
                        <a:pt x="61" y="157"/>
                      </a:lnTo>
                      <a:lnTo>
                        <a:pt x="59" y="157"/>
                      </a:lnTo>
                      <a:lnTo>
                        <a:pt x="59" y="155"/>
                      </a:lnTo>
                      <a:lnTo>
                        <a:pt x="61" y="155"/>
                      </a:lnTo>
                      <a:close/>
                      <a:moveTo>
                        <a:pt x="57" y="157"/>
                      </a:moveTo>
                      <a:lnTo>
                        <a:pt x="57" y="155"/>
                      </a:lnTo>
                      <a:lnTo>
                        <a:pt x="59" y="155"/>
                      </a:lnTo>
                      <a:lnTo>
                        <a:pt x="59" y="157"/>
                      </a:lnTo>
                      <a:lnTo>
                        <a:pt x="57" y="157"/>
                      </a:lnTo>
                      <a:close/>
                      <a:moveTo>
                        <a:pt x="59" y="155"/>
                      </a:moveTo>
                      <a:lnTo>
                        <a:pt x="57" y="155"/>
                      </a:lnTo>
                      <a:lnTo>
                        <a:pt x="57" y="153"/>
                      </a:lnTo>
                      <a:lnTo>
                        <a:pt x="59" y="153"/>
                      </a:lnTo>
                      <a:lnTo>
                        <a:pt x="59" y="155"/>
                      </a:lnTo>
                      <a:close/>
                      <a:moveTo>
                        <a:pt x="61" y="153"/>
                      </a:moveTo>
                      <a:lnTo>
                        <a:pt x="61" y="155"/>
                      </a:lnTo>
                      <a:lnTo>
                        <a:pt x="59" y="155"/>
                      </a:lnTo>
                      <a:lnTo>
                        <a:pt x="61" y="153"/>
                      </a:lnTo>
                      <a:close/>
                      <a:moveTo>
                        <a:pt x="37" y="115"/>
                      </a:moveTo>
                      <a:lnTo>
                        <a:pt x="37" y="113"/>
                      </a:lnTo>
                      <a:lnTo>
                        <a:pt x="37" y="115"/>
                      </a:lnTo>
                      <a:close/>
                      <a:moveTo>
                        <a:pt x="643" y="113"/>
                      </a:moveTo>
                      <a:lnTo>
                        <a:pt x="645" y="113"/>
                      </a:lnTo>
                      <a:lnTo>
                        <a:pt x="643" y="115"/>
                      </a:lnTo>
                      <a:lnTo>
                        <a:pt x="643" y="113"/>
                      </a:lnTo>
                      <a:lnTo>
                        <a:pt x="641" y="113"/>
                      </a:lnTo>
                      <a:lnTo>
                        <a:pt x="641" y="111"/>
                      </a:lnTo>
                      <a:lnTo>
                        <a:pt x="641" y="113"/>
                      </a:lnTo>
                      <a:lnTo>
                        <a:pt x="643" y="113"/>
                      </a:lnTo>
                      <a:close/>
                      <a:moveTo>
                        <a:pt x="643" y="111"/>
                      </a:moveTo>
                      <a:lnTo>
                        <a:pt x="643" y="113"/>
                      </a:lnTo>
                      <a:lnTo>
                        <a:pt x="641" y="113"/>
                      </a:lnTo>
                      <a:lnTo>
                        <a:pt x="641" y="111"/>
                      </a:lnTo>
                      <a:lnTo>
                        <a:pt x="641" y="113"/>
                      </a:lnTo>
                      <a:lnTo>
                        <a:pt x="641" y="111"/>
                      </a:lnTo>
                      <a:lnTo>
                        <a:pt x="643" y="111"/>
                      </a:lnTo>
                      <a:close/>
                      <a:moveTo>
                        <a:pt x="33" y="111"/>
                      </a:moveTo>
                      <a:lnTo>
                        <a:pt x="33" y="113"/>
                      </a:lnTo>
                      <a:lnTo>
                        <a:pt x="35" y="113"/>
                      </a:lnTo>
                      <a:lnTo>
                        <a:pt x="33" y="113"/>
                      </a:lnTo>
                      <a:lnTo>
                        <a:pt x="35" y="113"/>
                      </a:lnTo>
                      <a:lnTo>
                        <a:pt x="33" y="113"/>
                      </a:lnTo>
                      <a:lnTo>
                        <a:pt x="33" y="111"/>
                      </a:lnTo>
                      <a:lnTo>
                        <a:pt x="33" y="109"/>
                      </a:lnTo>
                      <a:lnTo>
                        <a:pt x="33" y="111"/>
                      </a:lnTo>
                      <a:close/>
                      <a:moveTo>
                        <a:pt x="641" y="109"/>
                      </a:moveTo>
                      <a:lnTo>
                        <a:pt x="643" y="109"/>
                      </a:lnTo>
                      <a:lnTo>
                        <a:pt x="645" y="109"/>
                      </a:lnTo>
                      <a:lnTo>
                        <a:pt x="645" y="111"/>
                      </a:lnTo>
                      <a:lnTo>
                        <a:pt x="643" y="111"/>
                      </a:lnTo>
                      <a:lnTo>
                        <a:pt x="641" y="111"/>
                      </a:lnTo>
                      <a:lnTo>
                        <a:pt x="641" y="109"/>
                      </a:lnTo>
                      <a:close/>
                      <a:moveTo>
                        <a:pt x="643" y="109"/>
                      </a:moveTo>
                      <a:lnTo>
                        <a:pt x="645" y="109"/>
                      </a:lnTo>
                      <a:lnTo>
                        <a:pt x="643" y="109"/>
                      </a:lnTo>
                      <a:lnTo>
                        <a:pt x="641" y="109"/>
                      </a:lnTo>
                      <a:lnTo>
                        <a:pt x="643" y="109"/>
                      </a:lnTo>
                      <a:close/>
                      <a:moveTo>
                        <a:pt x="670" y="108"/>
                      </a:moveTo>
                      <a:lnTo>
                        <a:pt x="670" y="109"/>
                      </a:lnTo>
                      <a:lnTo>
                        <a:pt x="670" y="108"/>
                      </a:lnTo>
                      <a:lnTo>
                        <a:pt x="668" y="108"/>
                      </a:lnTo>
                      <a:lnTo>
                        <a:pt x="670" y="108"/>
                      </a:lnTo>
                      <a:close/>
                      <a:moveTo>
                        <a:pt x="678" y="108"/>
                      </a:moveTo>
                      <a:lnTo>
                        <a:pt x="679" y="108"/>
                      </a:lnTo>
                      <a:lnTo>
                        <a:pt x="678" y="108"/>
                      </a:lnTo>
                      <a:close/>
                      <a:moveTo>
                        <a:pt x="643" y="106"/>
                      </a:moveTo>
                      <a:lnTo>
                        <a:pt x="643" y="108"/>
                      </a:lnTo>
                      <a:lnTo>
                        <a:pt x="643" y="106"/>
                      </a:lnTo>
                      <a:close/>
                      <a:moveTo>
                        <a:pt x="670" y="108"/>
                      </a:moveTo>
                      <a:lnTo>
                        <a:pt x="668" y="108"/>
                      </a:lnTo>
                      <a:lnTo>
                        <a:pt x="668" y="106"/>
                      </a:lnTo>
                      <a:lnTo>
                        <a:pt x="668" y="108"/>
                      </a:lnTo>
                      <a:lnTo>
                        <a:pt x="670" y="108"/>
                      </a:lnTo>
                      <a:close/>
                      <a:moveTo>
                        <a:pt x="645" y="106"/>
                      </a:moveTo>
                      <a:lnTo>
                        <a:pt x="643" y="106"/>
                      </a:lnTo>
                      <a:lnTo>
                        <a:pt x="645" y="106"/>
                      </a:lnTo>
                      <a:close/>
                      <a:moveTo>
                        <a:pt x="645" y="106"/>
                      </a:moveTo>
                      <a:lnTo>
                        <a:pt x="645" y="104"/>
                      </a:lnTo>
                      <a:lnTo>
                        <a:pt x="645" y="106"/>
                      </a:lnTo>
                      <a:close/>
                      <a:moveTo>
                        <a:pt x="685" y="106"/>
                      </a:moveTo>
                      <a:lnTo>
                        <a:pt x="685" y="104"/>
                      </a:lnTo>
                      <a:lnTo>
                        <a:pt x="685" y="106"/>
                      </a:lnTo>
                      <a:close/>
                      <a:moveTo>
                        <a:pt x="647" y="106"/>
                      </a:moveTo>
                      <a:lnTo>
                        <a:pt x="645" y="106"/>
                      </a:lnTo>
                      <a:lnTo>
                        <a:pt x="645" y="104"/>
                      </a:lnTo>
                      <a:lnTo>
                        <a:pt x="647" y="104"/>
                      </a:lnTo>
                      <a:lnTo>
                        <a:pt x="647" y="106"/>
                      </a:lnTo>
                      <a:close/>
                      <a:moveTo>
                        <a:pt x="679" y="102"/>
                      </a:moveTo>
                      <a:lnTo>
                        <a:pt x="681" y="102"/>
                      </a:lnTo>
                      <a:lnTo>
                        <a:pt x="683" y="102"/>
                      </a:lnTo>
                      <a:lnTo>
                        <a:pt x="683" y="104"/>
                      </a:lnTo>
                      <a:lnTo>
                        <a:pt x="683" y="102"/>
                      </a:lnTo>
                      <a:lnTo>
                        <a:pt x="683" y="104"/>
                      </a:lnTo>
                      <a:lnTo>
                        <a:pt x="683" y="102"/>
                      </a:lnTo>
                      <a:lnTo>
                        <a:pt x="683" y="104"/>
                      </a:lnTo>
                      <a:lnTo>
                        <a:pt x="685" y="104"/>
                      </a:lnTo>
                      <a:lnTo>
                        <a:pt x="683" y="104"/>
                      </a:lnTo>
                      <a:lnTo>
                        <a:pt x="681" y="104"/>
                      </a:lnTo>
                      <a:lnTo>
                        <a:pt x="681" y="106"/>
                      </a:lnTo>
                      <a:lnTo>
                        <a:pt x="679" y="106"/>
                      </a:lnTo>
                      <a:lnTo>
                        <a:pt x="679" y="104"/>
                      </a:lnTo>
                      <a:lnTo>
                        <a:pt x="681" y="104"/>
                      </a:lnTo>
                      <a:lnTo>
                        <a:pt x="679" y="104"/>
                      </a:lnTo>
                      <a:lnTo>
                        <a:pt x="679" y="102"/>
                      </a:lnTo>
                      <a:close/>
                      <a:moveTo>
                        <a:pt x="676" y="102"/>
                      </a:moveTo>
                      <a:lnTo>
                        <a:pt x="674" y="102"/>
                      </a:lnTo>
                      <a:lnTo>
                        <a:pt x="674" y="100"/>
                      </a:lnTo>
                      <a:lnTo>
                        <a:pt x="676" y="100"/>
                      </a:lnTo>
                      <a:lnTo>
                        <a:pt x="676" y="102"/>
                      </a:lnTo>
                      <a:close/>
                      <a:moveTo>
                        <a:pt x="676" y="98"/>
                      </a:moveTo>
                      <a:lnTo>
                        <a:pt x="676" y="100"/>
                      </a:lnTo>
                      <a:lnTo>
                        <a:pt x="676" y="98"/>
                      </a:lnTo>
                      <a:close/>
                      <a:moveTo>
                        <a:pt x="678" y="98"/>
                      </a:moveTo>
                      <a:lnTo>
                        <a:pt x="678" y="100"/>
                      </a:lnTo>
                      <a:lnTo>
                        <a:pt x="676" y="100"/>
                      </a:lnTo>
                      <a:lnTo>
                        <a:pt x="678" y="100"/>
                      </a:lnTo>
                      <a:lnTo>
                        <a:pt x="678" y="98"/>
                      </a:lnTo>
                      <a:close/>
                      <a:moveTo>
                        <a:pt x="685" y="97"/>
                      </a:moveTo>
                      <a:lnTo>
                        <a:pt x="685" y="98"/>
                      </a:lnTo>
                      <a:lnTo>
                        <a:pt x="685" y="97"/>
                      </a:lnTo>
                      <a:lnTo>
                        <a:pt x="685" y="98"/>
                      </a:lnTo>
                      <a:lnTo>
                        <a:pt x="683" y="98"/>
                      </a:lnTo>
                      <a:lnTo>
                        <a:pt x="683" y="97"/>
                      </a:lnTo>
                      <a:lnTo>
                        <a:pt x="685" y="97"/>
                      </a:lnTo>
                      <a:close/>
                      <a:moveTo>
                        <a:pt x="35" y="97"/>
                      </a:moveTo>
                      <a:lnTo>
                        <a:pt x="37" y="97"/>
                      </a:lnTo>
                      <a:lnTo>
                        <a:pt x="37" y="98"/>
                      </a:lnTo>
                      <a:lnTo>
                        <a:pt x="37" y="100"/>
                      </a:lnTo>
                      <a:lnTo>
                        <a:pt x="35" y="100"/>
                      </a:lnTo>
                      <a:lnTo>
                        <a:pt x="35" y="98"/>
                      </a:lnTo>
                      <a:lnTo>
                        <a:pt x="35" y="97"/>
                      </a:lnTo>
                      <a:close/>
                      <a:moveTo>
                        <a:pt x="674" y="95"/>
                      </a:moveTo>
                      <a:lnTo>
                        <a:pt x="674" y="97"/>
                      </a:lnTo>
                      <a:lnTo>
                        <a:pt x="676" y="97"/>
                      </a:lnTo>
                      <a:lnTo>
                        <a:pt x="678" y="97"/>
                      </a:lnTo>
                      <a:lnTo>
                        <a:pt x="678" y="98"/>
                      </a:lnTo>
                      <a:lnTo>
                        <a:pt x="676" y="98"/>
                      </a:lnTo>
                      <a:lnTo>
                        <a:pt x="674" y="98"/>
                      </a:lnTo>
                      <a:lnTo>
                        <a:pt x="674" y="97"/>
                      </a:lnTo>
                      <a:lnTo>
                        <a:pt x="672" y="97"/>
                      </a:lnTo>
                      <a:lnTo>
                        <a:pt x="670" y="97"/>
                      </a:lnTo>
                      <a:lnTo>
                        <a:pt x="668" y="97"/>
                      </a:lnTo>
                      <a:lnTo>
                        <a:pt x="670" y="97"/>
                      </a:lnTo>
                      <a:lnTo>
                        <a:pt x="672" y="97"/>
                      </a:lnTo>
                      <a:lnTo>
                        <a:pt x="672" y="95"/>
                      </a:lnTo>
                      <a:lnTo>
                        <a:pt x="674" y="95"/>
                      </a:lnTo>
                      <a:close/>
                      <a:moveTo>
                        <a:pt x="674" y="95"/>
                      </a:moveTo>
                      <a:lnTo>
                        <a:pt x="674" y="93"/>
                      </a:lnTo>
                      <a:lnTo>
                        <a:pt x="674" y="95"/>
                      </a:lnTo>
                      <a:close/>
                      <a:moveTo>
                        <a:pt x="35" y="93"/>
                      </a:moveTo>
                      <a:lnTo>
                        <a:pt x="37" y="93"/>
                      </a:lnTo>
                      <a:lnTo>
                        <a:pt x="37" y="95"/>
                      </a:lnTo>
                      <a:lnTo>
                        <a:pt x="35" y="95"/>
                      </a:lnTo>
                      <a:lnTo>
                        <a:pt x="37" y="95"/>
                      </a:lnTo>
                      <a:lnTo>
                        <a:pt x="35" y="95"/>
                      </a:lnTo>
                      <a:lnTo>
                        <a:pt x="35" y="97"/>
                      </a:lnTo>
                      <a:lnTo>
                        <a:pt x="35" y="95"/>
                      </a:lnTo>
                      <a:lnTo>
                        <a:pt x="35" y="93"/>
                      </a:lnTo>
                      <a:lnTo>
                        <a:pt x="35" y="95"/>
                      </a:lnTo>
                      <a:lnTo>
                        <a:pt x="35" y="93"/>
                      </a:lnTo>
                      <a:lnTo>
                        <a:pt x="33" y="93"/>
                      </a:lnTo>
                      <a:lnTo>
                        <a:pt x="35" y="93"/>
                      </a:lnTo>
                      <a:close/>
                      <a:moveTo>
                        <a:pt x="672" y="93"/>
                      </a:moveTo>
                      <a:lnTo>
                        <a:pt x="670" y="93"/>
                      </a:lnTo>
                      <a:lnTo>
                        <a:pt x="670" y="91"/>
                      </a:lnTo>
                      <a:lnTo>
                        <a:pt x="670" y="93"/>
                      </a:lnTo>
                      <a:lnTo>
                        <a:pt x="672" y="93"/>
                      </a:lnTo>
                      <a:close/>
                      <a:moveTo>
                        <a:pt x="670" y="91"/>
                      </a:moveTo>
                      <a:lnTo>
                        <a:pt x="672" y="91"/>
                      </a:lnTo>
                      <a:lnTo>
                        <a:pt x="670" y="91"/>
                      </a:lnTo>
                      <a:close/>
                      <a:moveTo>
                        <a:pt x="668" y="91"/>
                      </a:moveTo>
                      <a:lnTo>
                        <a:pt x="667" y="91"/>
                      </a:lnTo>
                      <a:lnTo>
                        <a:pt x="668" y="91"/>
                      </a:lnTo>
                      <a:close/>
                      <a:moveTo>
                        <a:pt x="35" y="89"/>
                      </a:moveTo>
                      <a:lnTo>
                        <a:pt x="35" y="91"/>
                      </a:lnTo>
                      <a:lnTo>
                        <a:pt x="33" y="91"/>
                      </a:lnTo>
                      <a:lnTo>
                        <a:pt x="33" y="89"/>
                      </a:lnTo>
                      <a:lnTo>
                        <a:pt x="35" y="91"/>
                      </a:lnTo>
                      <a:lnTo>
                        <a:pt x="35" y="89"/>
                      </a:lnTo>
                      <a:close/>
                      <a:moveTo>
                        <a:pt x="35" y="89"/>
                      </a:moveTo>
                      <a:lnTo>
                        <a:pt x="35" y="91"/>
                      </a:lnTo>
                      <a:lnTo>
                        <a:pt x="33" y="89"/>
                      </a:lnTo>
                      <a:lnTo>
                        <a:pt x="33" y="91"/>
                      </a:lnTo>
                      <a:lnTo>
                        <a:pt x="33" y="89"/>
                      </a:lnTo>
                      <a:lnTo>
                        <a:pt x="35" y="89"/>
                      </a:lnTo>
                      <a:close/>
                      <a:moveTo>
                        <a:pt x="33" y="87"/>
                      </a:moveTo>
                      <a:lnTo>
                        <a:pt x="33" y="89"/>
                      </a:lnTo>
                      <a:lnTo>
                        <a:pt x="32" y="89"/>
                      </a:lnTo>
                      <a:lnTo>
                        <a:pt x="32" y="87"/>
                      </a:lnTo>
                      <a:lnTo>
                        <a:pt x="33" y="87"/>
                      </a:lnTo>
                      <a:lnTo>
                        <a:pt x="32" y="87"/>
                      </a:lnTo>
                      <a:lnTo>
                        <a:pt x="33" y="87"/>
                      </a:lnTo>
                      <a:lnTo>
                        <a:pt x="33" y="86"/>
                      </a:lnTo>
                      <a:lnTo>
                        <a:pt x="33" y="87"/>
                      </a:lnTo>
                      <a:close/>
                      <a:moveTo>
                        <a:pt x="670" y="84"/>
                      </a:moveTo>
                      <a:lnTo>
                        <a:pt x="670" y="86"/>
                      </a:lnTo>
                      <a:lnTo>
                        <a:pt x="670" y="84"/>
                      </a:lnTo>
                      <a:lnTo>
                        <a:pt x="670" y="86"/>
                      </a:lnTo>
                      <a:lnTo>
                        <a:pt x="670" y="84"/>
                      </a:lnTo>
                      <a:lnTo>
                        <a:pt x="670" y="86"/>
                      </a:lnTo>
                      <a:lnTo>
                        <a:pt x="670" y="84"/>
                      </a:lnTo>
                      <a:lnTo>
                        <a:pt x="670" y="86"/>
                      </a:lnTo>
                      <a:lnTo>
                        <a:pt x="668" y="86"/>
                      </a:lnTo>
                      <a:lnTo>
                        <a:pt x="668" y="84"/>
                      </a:lnTo>
                      <a:lnTo>
                        <a:pt x="670" y="84"/>
                      </a:lnTo>
                      <a:close/>
                      <a:moveTo>
                        <a:pt x="555" y="76"/>
                      </a:moveTo>
                      <a:lnTo>
                        <a:pt x="554" y="76"/>
                      </a:lnTo>
                      <a:lnTo>
                        <a:pt x="554" y="75"/>
                      </a:lnTo>
                      <a:lnTo>
                        <a:pt x="555" y="76"/>
                      </a:lnTo>
                      <a:close/>
                      <a:moveTo>
                        <a:pt x="561" y="75"/>
                      </a:moveTo>
                      <a:lnTo>
                        <a:pt x="563" y="75"/>
                      </a:lnTo>
                      <a:lnTo>
                        <a:pt x="561" y="75"/>
                      </a:lnTo>
                      <a:close/>
                      <a:moveTo>
                        <a:pt x="566" y="75"/>
                      </a:moveTo>
                      <a:lnTo>
                        <a:pt x="564" y="75"/>
                      </a:lnTo>
                      <a:lnTo>
                        <a:pt x="566" y="75"/>
                      </a:lnTo>
                      <a:close/>
                      <a:moveTo>
                        <a:pt x="24" y="73"/>
                      </a:moveTo>
                      <a:lnTo>
                        <a:pt x="24" y="71"/>
                      </a:lnTo>
                      <a:lnTo>
                        <a:pt x="26" y="73"/>
                      </a:lnTo>
                      <a:lnTo>
                        <a:pt x="24" y="73"/>
                      </a:lnTo>
                      <a:close/>
                      <a:moveTo>
                        <a:pt x="559" y="73"/>
                      </a:moveTo>
                      <a:lnTo>
                        <a:pt x="559" y="75"/>
                      </a:lnTo>
                      <a:lnTo>
                        <a:pt x="559" y="73"/>
                      </a:lnTo>
                      <a:lnTo>
                        <a:pt x="559" y="75"/>
                      </a:lnTo>
                      <a:lnTo>
                        <a:pt x="557" y="75"/>
                      </a:lnTo>
                      <a:lnTo>
                        <a:pt x="555" y="75"/>
                      </a:lnTo>
                      <a:lnTo>
                        <a:pt x="555" y="73"/>
                      </a:lnTo>
                      <a:lnTo>
                        <a:pt x="557" y="73"/>
                      </a:lnTo>
                      <a:lnTo>
                        <a:pt x="557" y="71"/>
                      </a:lnTo>
                      <a:lnTo>
                        <a:pt x="559" y="71"/>
                      </a:lnTo>
                      <a:lnTo>
                        <a:pt x="559" y="69"/>
                      </a:lnTo>
                      <a:lnTo>
                        <a:pt x="559" y="71"/>
                      </a:lnTo>
                      <a:lnTo>
                        <a:pt x="559" y="73"/>
                      </a:lnTo>
                      <a:close/>
                      <a:moveTo>
                        <a:pt x="690" y="69"/>
                      </a:moveTo>
                      <a:lnTo>
                        <a:pt x="690" y="71"/>
                      </a:lnTo>
                      <a:lnTo>
                        <a:pt x="689" y="71"/>
                      </a:lnTo>
                      <a:lnTo>
                        <a:pt x="690" y="69"/>
                      </a:lnTo>
                      <a:close/>
                      <a:moveTo>
                        <a:pt x="698" y="67"/>
                      </a:moveTo>
                      <a:lnTo>
                        <a:pt x="698" y="69"/>
                      </a:lnTo>
                      <a:lnTo>
                        <a:pt x="698" y="67"/>
                      </a:lnTo>
                      <a:lnTo>
                        <a:pt x="696" y="67"/>
                      </a:lnTo>
                      <a:lnTo>
                        <a:pt x="698" y="67"/>
                      </a:lnTo>
                      <a:close/>
                      <a:moveTo>
                        <a:pt x="22" y="67"/>
                      </a:moveTo>
                      <a:lnTo>
                        <a:pt x="24" y="67"/>
                      </a:lnTo>
                      <a:lnTo>
                        <a:pt x="24" y="69"/>
                      </a:lnTo>
                      <a:lnTo>
                        <a:pt x="26" y="69"/>
                      </a:lnTo>
                      <a:lnTo>
                        <a:pt x="24" y="71"/>
                      </a:lnTo>
                      <a:lnTo>
                        <a:pt x="24" y="73"/>
                      </a:lnTo>
                      <a:lnTo>
                        <a:pt x="24" y="75"/>
                      </a:lnTo>
                      <a:lnTo>
                        <a:pt x="22" y="75"/>
                      </a:lnTo>
                      <a:lnTo>
                        <a:pt x="24" y="75"/>
                      </a:lnTo>
                      <a:lnTo>
                        <a:pt x="22" y="75"/>
                      </a:lnTo>
                      <a:lnTo>
                        <a:pt x="22" y="73"/>
                      </a:lnTo>
                      <a:lnTo>
                        <a:pt x="22" y="75"/>
                      </a:lnTo>
                      <a:lnTo>
                        <a:pt x="21" y="75"/>
                      </a:lnTo>
                      <a:lnTo>
                        <a:pt x="21" y="73"/>
                      </a:lnTo>
                      <a:lnTo>
                        <a:pt x="21" y="71"/>
                      </a:lnTo>
                      <a:lnTo>
                        <a:pt x="21" y="69"/>
                      </a:lnTo>
                      <a:lnTo>
                        <a:pt x="21" y="67"/>
                      </a:lnTo>
                      <a:lnTo>
                        <a:pt x="22" y="67"/>
                      </a:lnTo>
                      <a:close/>
                      <a:moveTo>
                        <a:pt x="678" y="62"/>
                      </a:moveTo>
                      <a:lnTo>
                        <a:pt x="678" y="64"/>
                      </a:lnTo>
                      <a:lnTo>
                        <a:pt x="678" y="62"/>
                      </a:lnTo>
                      <a:lnTo>
                        <a:pt x="676" y="62"/>
                      </a:lnTo>
                      <a:lnTo>
                        <a:pt x="678" y="60"/>
                      </a:lnTo>
                      <a:lnTo>
                        <a:pt x="678" y="62"/>
                      </a:lnTo>
                      <a:close/>
                      <a:moveTo>
                        <a:pt x="679" y="60"/>
                      </a:moveTo>
                      <a:lnTo>
                        <a:pt x="679" y="62"/>
                      </a:lnTo>
                      <a:lnTo>
                        <a:pt x="678" y="62"/>
                      </a:lnTo>
                      <a:lnTo>
                        <a:pt x="678" y="60"/>
                      </a:lnTo>
                      <a:lnTo>
                        <a:pt x="676" y="60"/>
                      </a:lnTo>
                      <a:lnTo>
                        <a:pt x="676" y="62"/>
                      </a:lnTo>
                      <a:lnTo>
                        <a:pt x="676" y="60"/>
                      </a:lnTo>
                      <a:lnTo>
                        <a:pt x="678" y="60"/>
                      </a:lnTo>
                      <a:lnTo>
                        <a:pt x="679" y="60"/>
                      </a:lnTo>
                      <a:close/>
                      <a:moveTo>
                        <a:pt x="574" y="58"/>
                      </a:moveTo>
                      <a:lnTo>
                        <a:pt x="572" y="58"/>
                      </a:lnTo>
                      <a:lnTo>
                        <a:pt x="574" y="58"/>
                      </a:lnTo>
                      <a:close/>
                      <a:moveTo>
                        <a:pt x="121" y="58"/>
                      </a:moveTo>
                      <a:lnTo>
                        <a:pt x="121" y="56"/>
                      </a:lnTo>
                      <a:lnTo>
                        <a:pt x="121" y="58"/>
                      </a:lnTo>
                      <a:close/>
                      <a:moveTo>
                        <a:pt x="663" y="58"/>
                      </a:moveTo>
                      <a:lnTo>
                        <a:pt x="661" y="58"/>
                      </a:lnTo>
                      <a:lnTo>
                        <a:pt x="661" y="56"/>
                      </a:lnTo>
                      <a:lnTo>
                        <a:pt x="663" y="56"/>
                      </a:lnTo>
                      <a:lnTo>
                        <a:pt x="663" y="58"/>
                      </a:lnTo>
                      <a:close/>
                      <a:moveTo>
                        <a:pt x="654" y="55"/>
                      </a:moveTo>
                      <a:lnTo>
                        <a:pt x="656" y="56"/>
                      </a:lnTo>
                      <a:lnTo>
                        <a:pt x="658" y="56"/>
                      </a:lnTo>
                      <a:lnTo>
                        <a:pt x="658" y="58"/>
                      </a:lnTo>
                      <a:lnTo>
                        <a:pt x="656" y="58"/>
                      </a:lnTo>
                      <a:lnTo>
                        <a:pt x="656" y="56"/>
                      </a:lnTo>
                      <a:lnTo>
                        <a:pt x="654" y="56"/>
                      </a:lnTo>
                      <a:lnTo>
                        <a:pt x="654" y="55"/>
                      </a:lnTo>
                      <a:close/>
                      <a:moveTo>
                        <a:pt x="117" y="55"/>
                      </a:moveTo>
                      <a:lnTo>
                        <a:pt x="117" y="56"/>
                      </a:lnTo>
                      <a:lnTo>
                        <a:pt x="117" y="55"/>
                      </a:lnTo>
                      <a:close/>
                      <a:moveTo>
                        <a:pt x="121" y="55"/>
                      </a:moveTo>
                      <a:lnTo>
                        <a:pt x="121" y="56"/>
                      </a:lnTo>
                      <a:lnTo>
                        <a:pt x="123" y="56"/>
                      </a:lnTo>
                      <a:lnTo>
                        <a:pt x="121" y="56"/>
                      </a:lnTo>
                      <a:lnTo>
                        <a:pt x="121" y="55"/>
                      </a:lnTo>
                      <a:close/>
                      <a:moveTo>
                        <a:pt x="670" y="55"/>
                      </a:moveTo>
                      <a:lnTo>
                        <a:pt x="672" y="55"/>
                      </a:lnTo>
                      <a:lnTo>
                        <a:pt x="672" y="56"/>
                      </a:lnTo>
                      <a:lnTo>
                        <a:pt x="674" y="56"/>
                      </a:lnTo>
                      <a:lnTo>
                        <a:pt x="672" y="56"/>
                      </a:lnTo>
                      <a:lnTo>
                        <a:pt x="674" y="56"/>
                      </a:lnTo>
                      <a:lnTo>
                        <a:pt x="674" y="58"/>
                      </a:lnTo>
                      <a:lnTo>
                        <a:pt x="676" y="58"/>
                      </a:lnTo>
                      <a:lnTo>
                        <a:pt x="674" y="58"/>
                      </a:lnTo>
                      <a:lnTo>
                        <a:pt x="676" y="58"/>
                      </a:lnTo>
                      <a:lnTo>
                        <a:pt x="678" y="58"/>
                      </a:lnTo>
                      <a:lnTo>
                        <a:pt x="678" y="60"/>
                      </a:lnTo>
                      <a:lnTo>
                        <a:pt x="676" y="60"/>
                      </a:lnTo>
                      <a:lnTo>
                        <a:pt x="676" y="62"/>
                      </a:lnTo>
                      <a:lnTo>
                        <a:pt x="674" y="60"/>
                      </a:lnTo>
                      <a:lnTo>
                        <a:pt x="672" y="60"/>
                      </a:lnTo>
                      <a:lnTo>
                        <a:pt x="672" y="58"/>
                      </a:lnTo>
                      <a:lnTo>
                        <a:pt x="674" y="58"/>
                      </a:lnTo>
                      <a:lnTo>
                        <a:pt x="672" y="58"/>
                      </a:lnTo>
                      <a:lnTo>
                        <a:pt x="670" y="58"/>
                      </a:lnTo>
                      <a:lnTo>
                        <a:pt x="670" y="60"/>
                      </a:lnTo>
                      <a:lnTo>
                        <a:pt x="670" y="58"/>
                      </a:lnTo>
                      <a:lnTo>
                        <a:pt x="670" y="60"/>
                      </a:lnTo>
                      <a:lnTo>
                        <a:pt x="670" y="58"/>
                      </a:lnTo>
                      <a:lnTo>
                        <a:pt x="670" y="56"/>
                      </a:lnTo>
                      <a:lnTo>
                        <a:pt x="670" y="55"/>
                      </a:lnTo>
                      <a:lnTo>
                        <a:pt x="670" y="56"/>
                      </a:lnTo>
                      <a:lnTo>
                        <a:pt x="670" y="58"/>
                      </a:lnTo>
                      <a:lnTo>
                        <a:pt x="670" y="56"/>
                      </a:lnTo>
                      <a:lnTo>
                        <a:pt x="670" y="58"/>
                      </a:lnTo>
                      <a:lnTo>
                        <a:pt x="670" y="56"/>
                      </a:lnTo>
                      <a:lnTo>
                        <a:pt x="670" y="55"/>
                      </a:lnTo>
                      <a:close/>
                      <a:moveTo>
                        <a:pt x="665" y="55"/>
                      </a:moveTo>
                      <a:lnTo>
                        <a:pt x="663" y="55"/>
                      </a:lnTo>
                      <a:lnTo>
                        <a:pt x="663" y="53"/>
                      </a:lnTo>
                      <a:lnTo>
                        <a:pt x="665" y="53"/>
                      </a:lnTo>
                      <a:lnTo>
                        <a:pt x="665" y="55"/>
                      </a:lnTo>
                      <a:close/>
                      <a:moveTo>
                        <a:pt x="26" y="53"/>
                      </a:moveTo>
                      <a:lnTo>
                        <a:pt x="24" y="53"/>
                      </a:lnTo>
                      <a:lnTo>
                        <a:pt x="26" y="53"/>
                      </a:lnTo>
                      <a:close/>
                      <a:moveTo>
                        <a:pt x="643" y="51"/>
                      </a:moveTo>
                      <a:lnTo>
                        <a:pt x="641" y="51"/>
                      </a:lnTo>
                      <a:lnTo>
                        <a:pt x="643" y="51"/>
                      </a:lnTo>
                      <a:close/>
                      <a:moveTo>
                        <a:pt x="112" y="51"/>
                      </a:moveTo>
                      <a:lnTo>
                        <a:pt x="114" y="53"/>
                      </a:lnTo>
                      <a:lnTo>
                        <a:pt x="112" y="53"/>
                      </a:lnTo>
                      <a:lnTo>
                        <a:pt x="112" y="51"/>
                      </a:lnTo>
                      <a:close/>
                      <a:moveTo>
                        <a:pt x="112" y="53"/>
                      </a:moveTo>
                      <a:lnTo>
                        <a:pt x="110" y="53"/>
                      </a:lnTo>
                      <a:lnTo>
                        <a:pt x="110" y="51"/>
                      </a:lnTo>
                      <a:lnTo>
                        <a:pt x="112" y="51"/>
                      </a:lnTo>
                      <a:lnTo>
                        <a:pt x="110" y="51"/>
                      </a:lnTo>
                      <a:lnTo>
                        <a:pt x="112" y="51"/>
                      </a:lnTo>
                      <a:lnTo>
                        <a:pt x="112" y="53"/>
                      </a:lnTo>
                      <a:close/>
                      <a:moveTo>
                        <a:pt x="647" y="51"/>
                      </a:moveTo>
                      <a:lnTo>
                        <a:pt x="647" y="49"/>
                      </a:lnTo>
                      <a:lnTo>
                        <a:pt x="647" y="51"/>
                      </a:lnTo>
                      <a:close/>
                      <a:moveTo>
                        <a:pt x="645" y="47"/>
                      </a:moveTo>
                      <a:lnTo>
                        <a:pt x="645" y="49"/>
                      </a:lnTo>
                      <a:lnTo>
                        <a:pt x="645" y="47"/>
                      </a:lnTo>
                      <a:lnTo>
                        <a:pt x="647" y="47"/>
                      </a:lnTo>
                      <a:lnTo>
                        <a:pt x="647" y="49"/>
                      </a:lnTo>
                      <a:lnTo>
                        <a:pt x="645" y="49"/>
                      </a:lnTo>
                      <a:lnTo>
                        <a:pt x="645" y="51"/>
                      </a:lnTo>
                      <a:lnTo>
                        <a:pt x="643" y="51"/>
                      </a:lnTo>
                      <a:lnTo>
                        <a:pt x="641" y="51"/>
                      </a:lnTo>
                      <a:lnTo>
                        <a:pt x="641" y="49"/>
                      </a:lnTo>
                      <a:lnTo>
                        <a:pt x="641" y="51"/>
                      </a:lnTo>
                      <a:lnTo>
                        <a:pt x="643" y="51"/>
                      </a:lnTo>
                      <a:lnTo>
                        <a:pt x="643" y="49"/>
                      </a:lnTo>
                      <a:lnTo>
                        <a:pt x="645" y="49"/>
                      </a:lnTo>
                      <a:lnTo>
                        <a:pt x="645" y="47"/>
                      </a:lnTo>
                      <a:close/>
                      <a:moveTo>
                        <a:pt x="647" y="51"/>
                      </a:moveTo>
                      <a:lnTo>
                        <a:pt x="645" y="51"/>
                      </a:lnTo>
                      <a:lnTo>
                        <a:pt x="645" y="49"/>
                      </a:lnTo>
                      <a:lnTo>
                        <a:pt x="647" y="49"/>
                      </a:lnTo>
                      <a:lnTo>
                        <a:pt x="647" y="47"/>
                      </a:lnTo>
                      <a:lnTo>
                        <a:pt x="647" y="49"/>
                      </a:lnTo>
                      <a:lnTo>
                        <a:pt x="647" y="51"/>
                      </a:lnTo>
                      <a:close/>
                      <a:moveTo>
                        <a:pt x="586" y="47"/>
                      </a:moveTo>
                      <a:lnTo>
                        <a:pt x="588" y="47"/>
                      </a:lnTo>
                      <a:lnTo>
                        <a:pt x="588" y="49"/>
                      </a:lnTo>
                      <a:lnTo>
                        <a:pt x="588" y="47"/>
                      </a:lnTo>
                      <a:lnTo>
                        <a:pt x="588" y="49"/>
                      </a:lnTo>
                      <a:lnTo>
                        <a:pt x="586" y="49"/>
                      </a:lnTo>
                      <a:lnTo>
                        <a:pt x="586" y="47"/>
                      </a:lnTo>
                      <a:close/>
                      <a:moveTo>
                        <a:pt x="658" y="44"/>
                      </a:moveTo>
                      <a:lnTo>
                        <a:pt x="659" y="44"/>
                      </a:lnTo>
                      <a:lnTo>
                        <a:pt x="658" y="44"/>
                      </a:lnTo>
                      <a:close/>
                      <a:moveTo>
                        <a:pt x="94" y="44"/>
                      </a:moveTo>
                      <a:lnTo>
                        <a:pt x="94" y="42"/>
                      </a:lnTo>
                      <a:lnTo>
                        <a:pt x="94" y="44"/>
                      </a:lnTo>
                      <a:close/>
                      <a:moveTo>
                        <a:pt x="572" y="42"/>
                      </a:moveTo>
                      <a:lnTo>
                        <a:pt x="572" y="40"/>
                      </a:lnTo>
                      <a:lnTo>
                        <a:pt x="572" y="42"/>
                      </a:lnTo>
                      <a:close/>
                      <a:moveTo>
                        <a:pt x="92" y="40"/>
                      </a:moveTo>
                      <a:lnTo>
                        <a:pt x="92" y="42"/>
                      </a:lnTo>
                      <a:lnTo>
                        <a:pt x="92" y="40"/>
                      </a:lnTo>
                      <a:lnTo>
                        <a:pt x="90" y="40"/>
                      </a:lnTo>
                      <a:lnTo>
                        <a:pt x="92" y="40"/>
                      </a:lnTo>
                      <a:lnTo>
                        <a:pt x="90" y="40"/>
                      </a:lnTo>
                      <a:lnTo>
                        <a:pt x="92" y="40"/>
                      </a:lnTo>
                      <a:close/>
                      <a:moveTo>
                        <a:pt x="4" y="40"/>
                      </a:moveTo>
                      <a:lnTo>
                        <a:pt x="4" y="42"/>
                      </a:lnTo>
                      <a:lnTo>
                        <a:pt x="4" y="40"/>
                      </a:lnTo>
                      <a:close/>
                      <a:moveTo>
                        <a:pt x="4" y="40"/>
                      </a:moveTo>
                      <a:lnTo>
                        <a:pt x="2" y="40"/>
                      </a:lnTo>
                      <a:lnTo>
                        <a:pt x="4" y="40"/>
                      </a:lnTo>
                      <a:lnTo>
                        <a:pt x="2" y="40"/>
                      </a:lnTo>
                      <a:lnTo>
                        <a:pt x="4" y="40"/>
                      </a:lnTo>
                      <a:close/>
                      <a:moveTo>
                        <a:pt x="8" y="38"/>
                      </a:moveTo>
                      <a:lnTo>
                        <a:pt x="8" y="40"/>
                      </a:lnTo>
                      <a:lnTo>
                        <a:pt x="10" y="40"/>
                      </a:lnTo>
                      <a:lnTo>
                        <a:pt x="8" y="40"/>
                      </a:lnTo>
                      <a:lnTo>
                        <a:pt x="8" y="38"/>
                      </a:lnTo>
                      <a:close/>
                      <a:moveTo>
                        <a:pt x="648" y="40"/>
                      </a:moveTo>
                      <a:lnTo>
                        <a:pt x="647" y="40"/>
                      </a:lnTo>
                      <a:lnTo>
                        <a:pt x="648" y="40"/>
                      </a:lnTo>
                      <a:lnTo>
                        <a:pt x="647" y="38"/>
                      </a:lnTo>
                      <a:lnTo>
                        <a:pt x="648" y="38"/>
                      </a:lnTo>
                      <a:lnTo>
                        <a:pt x="648" y="40"/>
                      </a:lnTo>
                      <a:close/>
                      <a:moveTo>
                        <a:pt x="10" y="38"/>
                      </a:moveTo>
                      <a:lnTo>
                        <a:pt x="8" y="38"/>
                      </a:lnTo>
                      <a:lnTo>
                        <a:pt x="10" y="38"/>
                      </a:lnTo>
                      <a:close/>
                      <a:moveTo>
                        <a:pt x="8" y="38"/>
                      </a:moveTo>
                      <a:lnTo>
                        <a:pt x="8" y="40"/>
                      </a:lnTo>
                      <a:lnTo>
                        <a:pt x="8" y="42"/>
                      </a:lnTo>
                      <a:lnTo>
                        <a:pt x="6" y="42"/>
                      </a:lnTo>
                      <a:lnTo>
                        <a:pt x="8" y="42"/>
                      </a:lnTo>
                      <a:lnTo>
                        <a:pt x="6" y="42"/>
                      </a:lnTo>
                      <a:lnTo>
                        <a:pt x="6" y="40"/>
                      </a:lnTo>
                      <a:lnTo>
                        <a:pt x="6" y="42"/>
                      </a:lnTo>
                      <a:lnTo>
                        <a:pt x="6" y="40"/>
                      </a:lnTo>
                      <a:lnTo>
                        <a:pt x="6" y="38"/>
                      </a:lnTo>
                      <a:lnTo>
                        <a:pt x="8" y="38"/>
                      </a:lnTo>
                      <a:close/>
                      <a:moveTo>
                        <a:pt x="11" y="36"/>
                      </a:moveTo>
                      <a:lnTo>
                        <a:pt x="11" y="38"/>
                      </a:lnTo>
                      <a:lnTo>
                        <a:pt x="10" y="38"/>
                      </a:lnTo>
                      <a:lnTo>
                        <a:pt x="10" y="36"/>
                      </a:lnTo>
                      <a:lnTo>
                        <a:pt x="11" y="36"/>
                      </a:lnTo>
                      <a:close/>
                      <a:moveTo>
                        <a:pt x="11" y="33"/>
                      </a:moveTo>
                      <a:lnTo>
                        <a:pt x="10" y="34"/>
                      </a:lnTo>
                      <a:lnTo>
                        <a:pt x="10" y="33"/>
                      </a:lnTo>
                      <a:lnTo>
                        <a:pt x="11" y="33"/>
                      </a:lnTo>
                      <a:lnTo>
                        <a:pt x="10" y="33"/>
                      </a:lnTo>
                      <a:lnTo>
                        <a:pt x="11" y="33"/>
                      </a:lnTo>
                      <a:close/>
                      <a:moveTo>
                        <a:pt x="8" y="31"/>
                      </a:moveTo>
                      <a:lnTo>
                        <a:pt x="8" y="33"/>
                      </a:lnTo>
                      <a:lnTo>
                        <a:pt x="10" y="33"/>
                      </a:lnTo>
                      <a:lnTo>
                        <a:pt x="10" y="34"/>
                      </a:lnTo>
                      <a:lnTo>
                        <a:pt x="10" y="36"/>
                      </a:lnTo>
                      <a:lnTo>
                        <a:pt x="11" y="36"/>
                      </a:lnTo>
                      <a:lnTo>
                        <a:pt x="10" y="36"/>
                      </a:lnTo>
                      <a:lnTo>
                        <a:pt x="10" y="38"/>
                      </a:lnTo>
                      <a:lnTo>
                        <a:pt x="10" y="36"/>
                      </a:lnTo>
                      <a:lnTo>
                        <a:pt x="8" y="38"/>
                      </a:lnTo>
                      <a:lnTo>
                        <a:pt x="10" y="38"/>
                      </a:lnTo>
                      <a:lnTo>
                        <a:pt x="8" y="38"/>
                      </a:lnTo>
                      <a:lnTo>
                        <a:pt x="8" y="36"/>
                      </a:lnTo>
                      <a:lnTo>
                        <a:pt x="6" y="36"/>
                      </a:lnTo>
                      <a:lnTo>
                        <a:pt x="6" y="38"/>
                      </a:lnTo>
                      <a:lnTo>
                        <a:pt x="4" y="38"/>
                      </a:lnTo>
                      <a:lnTo>
                        <a:pt x="4" y="36"/>
                      </a:lnTo>
                      <a:lnTo>
                        <a:pt x="4" y="34"/>
                      </a:lnTo>
                      <a:lnTo>
                        <a:pt x="2" y="34"/>
                      </a:lnTo>
                      <a:lnTo>
                        <a:pt x="2" y="36"/>
                      </a:lnTo>
                      <a:lnTo>
                        <a:pt x="2" y="34"/>
                      </a:lnTo>
                      <a:lnTo>
                        <a:pt x="0" y="34"/>
                      </a:lnTo>
                      <a:lnTo>
                        <a:pt x="0" y="33"/>
                      </a:lnTo>
                      <a:lnTo>
                        <a:pt x="2" y="33"/>
                      </a:lnTo>
                      <a:lnTo>
                        <a:pt x="4" y="33"/>
                      </a:lnTo>
                      <a:lnTo>
                        <a:pt x="4" y="34"/>
                      </a:lnTo>
                      <a:lnTo>
                        <a:pt x="4" y="33"/>
                      </a:lnTo>
                      <a:lnTo>
                        <a:pt x="6" y="33"/>
                      </a:lnTo>
                      <a:lnTo>
                        <a:pt x="8" y="33"/>
                      </a:lnTo>
                      <a:lnTo>
                        <a:pt x="8" y="31"/>
                      </a:lnTo>
                      <a:lnTo>
                        <a:pt x="8" y="33"/>
                      </a:lnTo>
                      <a:lnTo>
                        <a:pt x="8" y="31"/>
                      </a:lnTo>
                      <a:lnTo>
                        <a:pt x="8" y="33"/>
                      </a:lnTo>
                      <a:lnTo>
                        <a:pt x="8" y="31"/>
                      </a:lnTo>
                      <a:close/>
                      <a:moveTo>
                        <a:pt x="599" y="22"/>
                      </a:moveTo>
                      <a:lnTo>
                        <a:pt x="599" y="23"/>
                      </a:lnTo>
                      <a:lnTo>
                        <a:pt x="597" y="23"/>
                      </a:lnTo>
                      <a:lnTo>
                        <a:pt x="597" y="22"/>
                      </a:lnTo>
                      <a:lnTo>
                        <a:pt x="599" y="22"/>
                      </a:lnTo>
                      <a:close/>
                      <a:moveTo>
                        <a:pt x="639" y="22"/>
                      </a:moveTo>
                      <a:lnTo>
                        <a:pt x="639" y="23"/>
                      </a:lnTo>
                      <a:lnTo>
                        <a:pt x="639" y="25"/>
                      </a:lnTo>
                      <a:lnTo>
                        <a:pt x="637" y="25"/>
                      </a:lnTo>
                      <a:lnTo>
                        <a:pt x="636" y="25"/>
                      </a:lnTo>
                      <a:lnTo>
                        <a:pt x="634" y="25"/>
                      </a:lnTo>
                      <a:lnTo>
                        <a:pt x="634" y="23"/>
                      </a:lnTo>
                      <a:lnTo>
                        <a:pt x="636" y="23"/>
                      </a:lnTo>
                      <a:lnTo>
                        <a:pt x="637" y="23"/>
                      </a:lnTo>
                      <a:lnTo>
                        <a:pt x="636" y="23"/>
                      </a:lnTo>
                      <a:lnTo>
                        <a:pt x="636" y="22"/>
                      </a:lnTo>
                      <a:lnTo>
                        <a:pt x="637" y="22"/>
                      </a:lnTo>
                      <a:lnTo>
                        <a:pt x="639" y="22"/>
                      </a:lnTo>
                      <a:close/>
                      <a:moveTo>
                        <a:pt x="630" y="20"/>
                      </a:moveTo>
                      <a:lnTo>
                        <a:pt x="630" y="18"/>
                      </a:lnTo>
                      <a:lnTo>
                        <a:pt x="632" y="18"/>
                      </a:lnTo>
                      <a:lnTo>
                        <a:pt x="630" y="20"/>
                      </a:lnTo>
                      <a:close/>
                      <a:moveTo>
                        <a:pt x="639" y="16"/>
                      </a:moveTo>
                      <a:lnTo>
                        <a:pt x="637" y="16"/>
                      </a:lnTo>
                      <a:lnTo>
                        <a:pt x="639" y="16"/>
                      </a:lnTo>
                      <a:close/>
                      <a:moveTo>
                        <a:pt x="632" y="11"/>
                      </a:moveTo>
                      <a:lnTo>
                        <a:pt x="634" y="11"/>
                      </a:lnTo>
                      <a:lnTo>
                        <a:pt x="632" y="13"/>
                      </a:lnTo>
                      <a:lnTo>
                        <a:pt x="632" y="11"/>
                      </a:lnTo>
                      <a:lnTo>
                        <a:pt x="630" y="11"/>
                      </a:lnTo>
                      <a:lnTo>
                        <a:pt x="632" y="11"/>
                      </a:lnTo>
                      <a:lnTo>
                        <a:pt x="630" y="11"/>
                      </a:lnTo>
                      <a:lnTo>
                        <a:pt x="632" y="11"/>
                      </a:lnTo>
                      <a:lnTo>
                        <a:pt x="632" y="9"/>
                      </a:lnTo>
                      <a:lnTo>
                        <a:pt x="632" y="11"/>
                      </a:lnTo>
                      <a:lnTo>
                        <a:pt x="632" y="9"/>
                      </a:lnTo>
                      <a:lnTo>
                        <a:pt x="632" y="11"/>
                      </a:lnTo>
                      <a:close/>
                      <a:moveTo>
                        <a:pt x="625" y="7"/>
                      </a:moveTo>
                      <a:lnTo>
                        <a:pt x="627" y="7"/>
                      </a:lnTo>
                      <a:lnTo>
                        <a:pt x="625" y="7"/>
                      </a:lnTo>
                      <a:close/>
                      <a:moveTo>
                        <a:pt x="628" y="7"/>
                      </a:moveTo>
                      <a:lnTo>
                        <a:pt x="627" y="7"/>
                      </a:lnTo>
                      <a:lnTo>
                        <a:pt x="628" y="7"/>
                      </a:lnTo>
                      <a:lnTo>
                        <a:pt x="628" y="5"/>
                      </a:lnTo>
                      <a:lnTo>
                        <a:pt x="628" y="7"/>
                      </a:lnTo>
                      <a:close/>
                      <a:moveTo>
                        <a:pt x="634" y="3"/>
                      </a:moveTo>
                      <a:lnTo>
                        <a:pt x="634" y="5"/>
                      </a:lnTo>
                      <a:lnTo>
                        <a:pt x="634" y="3"/>
                      </a:lnTo>
                      <a:close/>
                      <a:moveTo>
                        <a:pt x="634" y="3"/>
                      </a:moveTo>
                      <a:lnTo>
                        <a:pt x="632" y="3"/>
                      </a:lnTo>
                      <a:lnTo>
                        <a:pt x="632" y="5"/>
                      </a:lnTo>
                      <a:lnTo>
                        <a:pt x="632" y="3"/>
                      </a:lnTo>
                      <a:lnTo>
                        <a:pt x="634" y="3"/>
                      </a:lnTo>
                      <a:close/>
                      <a:moveTo>
                        <a:pt x="623" y="2"/>
                      </a:moveTo>
                      <a:lnTo>
                        <a:pt x="623" y="3"/>
                      </a:lnTo>
                      <a:lnTo>
                        <a:pt x="621" y="2"/>
                      </a:lnTo>
                      <a:lnTo>
                        <a:pt x="621" y="3"/>
                      </a:lnTo>
                      <a:lnTo>
                        <a:pt x="619" y="3"/>
                      </a:lnTo>
                      <a:lnTo>
                        <a:pt x="617" y="3"/>
                      </a:lnTo>
                      <a:lnTo>
                        <a:pt x="617" y="5"/>
                      </a:lnTo>
                      <a:lnTo>
                        <a:pt x="617" y="3"/>
                      </a:lnTo>
                      <a:lnTo>
                        <a:pt x="617" y="5"/>
                      </a:lnTo>
                      <a:lnTo>
                        <a:pt x="616" y="5"/>
                      </a:lnTo>
                      <a:lnTo>
                        <a:pt x="617" y="5"/>
                      </a:lnTo>
                      <a:lnTo>
                        <a:pt x="617" y="3"/>
                      </a:lnTo>
                      <a:lnTo>
                        <a:pt x="617" y="2"/>
                      </a:lnTo>
                      <a:lnTo>
                        <a:pt x="619" y="2"/>
                      </a:lnTo>
                      <a:lnTo>
                        <a:pt x="621" y="2"/>
                      </a:lnTo>
                      <a:lnTo>
                        <a:pt x="621" y="0"/>
                      </a:lnTo>
                      <a:lnTo>
                        <a:pt x="623" y="0"/>
                      </a:lnTo>
                      <a:lnTo>
                        <a:pt x="623" y="2"/>
                      </a:lnTo>
                      <a:close/>
                      <a:moveTo>
                        <a:pt x="630" y="0"/>
                      </a:moveTo>
                      <a:lnTo>
                        <a:pt x="632" y="0"/>
                      </a:lnTo>
                      <a:lnTo>
                        <a:pt x="632" y="2"/>
                      </a:lnTo>
                      <a:lnTo>
                        <a:pt x="630" y="2"/>
                      </a:lnTo>
                      <a:lnTo>
                        <a:pt x="630" y="3"/>
                      </a:lnTo>
                      <a:lnTo>
                        <a:pt x="632" y="3"/>
                      </a:lnTo>
                      <a:lnTo>
                        <a:pt x="630" y="3"/>
                      </a:lnTo>
                      <a:lnTo>
                        <a:pt x="632" y="3"/>
                      </a:lnTo>
                      <a:lnTo>
                        <a:pt x="632" y="5"/>
                      </a:lnTo>
                      <a:lnTo>
                        <a:pt x="630" y="5"/>
                      </a:lnTo>
                      <a:lnTo>
                        <a:pt x="630" y="3"/>
                      </a:lnTo>
                      <a:lnTo>
                        <a:pt x="630" y="5"/>
                      </a:lnTo>
                      <a:lnTo>
                        <a:pt x="628" y="5"/>
                      </a:lnTo>
                      <a:lnTo>
                        <a:pt x="627" y="5"/>
                      </a:lnTo>
                      <a:lnTo>
                        <a:pt x="627" y="7"/>
                      </a:lnTo>
                      <a:lnTo>
                        <a:pt x="625" y="7"/>
                      </a:lnTo>
                      <a:lnTo>
                        <a:pt x="625" y="9"/>
                      </a:lnTo>
                      <a:lnTo>
                        <a:pt x="625" y="7"/>
                      </a:lnTo>
                      <a:lnTo>
                        <a:pt x="623" y="7"/>
                      </a:lnTo>
                      <a:lnTo>
                        <a:pt x="625" y="7"/>
                      </a:lnTo>
                      <a:lnTo>
                        <a:pt x="625" y="5"/>
                      </a:lnTo>
                      <a:lnTo>
                        <a:pt x="623" y="5"/>
                      </a:lnTo>
                      <a:lnTo>
                        <a:pt x="625" y="5"/>
                      </a:lnTo>
                      <a:lnTo>
                        <a:pt x="623" y="5"/>
                      </a:lnTo>
                      <a:lnTo>
                        <a:pt x="625" y="5"/>
                      </a:lnTo>
                      <a:lnTo>
                        <a:pt x="623" y="5"/>
                      </a:lnTo>
                      <a:lnTo>
                        <a:pt x="623" y="3"/>
                      </a:lnTo>
                      <a:lnTo>
                        <a:pt x="625" y="3"/>
                      </a:lnTo>
                      <a:lnTo>
                        <a:pt x="625" y="2"/>
                      </a:lnTo>
                      <a:lnTo>
                        <a:pt x="623" y="2"/>
                      </a:lnTo>
                      <a:lnTo>
                        <a:pt x="625" y="2"/>
                      </a:lnTo>
                      <a:lnTo>
                        <a:pt x="627" y="2"/>
                      </a:lnTo>
                      <a:lnTo>
                        <a:pt x="627" y="0"/>
                      </a:lnTo>
                      <a:lnTo>
                        <a:pt x="628" y="0"/>
                      </a:lnTo>
                      <a:lnTo>
                        <a:pt x="63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3" name="Freeform 68">
                  <a:extLst>
                    <a:ext uri="{FF2B5EF4-FFF2-40B4-BE49-F238E27FC236}">
                      <a16:creationId xmlns:a16="http://schemas.microsoft.com/office/drawing/2014/main" id="{02AE6510-EA40-10F3-C0B8-9C827BEDC9CA}"/>
                    </a:ext>
                  </a:extLst>
                </p:cNvPr>
                <p:cNvSpPr>
                  <a:spLocks noEditPoints="1"/>
                </p:cNvSpPr>
                <p:nvPr/>
              </p:nvSpPr>
              <p:spPr bwMode="auto">
                <a:xfrm>
                  <a:off x="5596408" y="4573676"/>
                  <a:ext cx="1246980" cy="383130"/>
                </a:xfrm>
                <a:custGeom>
                  <a:avLst/>
                  <a:gdLst>
                    <a:gd name="T0" fmla="*/ 362 w 690"/>
                    <a:gd name="T1" fmla="*/ 197 h 212"/>
                    <a:gd name="T2" fmla="*/ 95 w 690"/>
                    <a:gd name="T3" fmla="*/ 188 h 212"/>
                    <a:gd name="T4" fmla="*/ 159 w 690"/>
                    <a:gd name="T5" fmla="*/ 188 h 212"/>
                    <a:gd name="T6" fmla="*/ 438 w 690"/>
                    <a:gd name="T7" fmla="*/ 186 h 212"/>
                    <a:gd name="T8" fmla="*/ 159 w 690"/>
                    <a:gd name="T9" fmla="*/ 186 h 212"/>
                    <a:gd name="T10" fmla="*/ 159 w 690"/>
                    <a:gd name="T11" fmla="*/ 186 h 212"/>
                    <a:gd name="T12" fmla="*/ 161 w 690"/>
                    <a:gd name="T13" fmla="*/ 183 h 212"/>
                    <a:gd name="T14" fmla="*/ 154 w 690"/>
                    <a:gd name="T15" fmla="*/ 177 h 212"/>
                    <a:gd name="T16" fmla="*/ 154 w 690"/>
                    <a:gd name="T17" fmla="*/ 174 h 212"/>
                    <a:gd name="T18" fmla="*/ 135 w 690"/>
                    <a:gd name="T19" fmla="*/ 139 h 212"/>
                    <a:gd name="T20" fmla="*/ 132 w 690"/>
                    <a:gd name="T21" fmla="*/ 139 h 212"/>
                    <a:gd name="T22" fmla="*/ 134 w 690"/>
                    <a:gd name="T23" fmla="*/ 139 h 212"/>
                    <a:gd name="T24" fmla="*/ 126 w 690"/>
                    <a:gd name="T25" fmla="*/ 139 h 212"/>
                    <a:gd name="T26" fmla="*/ 31 w 690"/>
                    <a:gd name="T27" fmla="*/ 122 h 212"/>
                    <a:gd name="T28" fmla="*/ 31 w 690"/>
                    <a:gd name="T29" fmla="*/ 121 h 212"/>
                    <a:gd name="T30" fmla="*/ 687 w 690"/>
                    <a:gd name="T31" fmla="*/ 111 h 212"/>
                    <a:gd name="T32" fmla="*/ 35 w 690"/>
                    <a:gd name="T33" fmla="*/ 110 h 212"/>
                    <a:gd name="T34" fmla="*/ 677 w 690"/>
                    <a:gd name="T35" fmla="*/ 110 h 212"/>
                    <a:gd name="T36" fmla="*/ 33 w 690"/>
                    <a:gd name="T37" fmla="*/ 106 h 212"/>
                    <a:gd name="T38" fmla="*/ 688 w 690"/>
                    <a:gd name="T39" fmla="*/ 104 h 212"/>
                    <a:gd name="T40" fmla="*/ 681 w 690"/>
                    <a:gd name="T41" fmla="*/ 104 h 212"/>
                    <a:gd name="T42" fmla="*/ 687 w 690"/>
                    <a:gd name="T43" fmla="*/ 102 h 212"/>
                    <a:gd name="T44" fmla="*/ 690 w 690"/>
                    <a:gd name="T45" fmla="*/ 100 h 212"/>
                    <a:gd name="T46" fmla="*/ 511 w 690"/>
                    <a:gd name="T47" fmla="*/ 100 h 212"/>
                    <a:gd name="T48" fmla="*/ 666 w 690"/>
                    <a:gd name="T49" fmla="*/ 99 h 212"/>
                    <a:gd name="T50" fmla="*/ 676 w 690"/>
                    <a:gd name="T51" fmla="*/ 99 h 212"/>
                    <a:gd name="T52" fmla="*/ 134 w 690"/>
                    <a:gd name="T53" fmla="*/ 95 h 212"/>
                    <a:gd name="T54" fmla="*/ 666 w 690"/>
                    <a:gd name="T55" fmla="*/ 93 h 212"/>
                    <a:gd name="T56" fmla="*/ 666 w 690"/>
                    <a:gd name="T57" fmla="*/ 93 h 212"/>
                    <a:gd name="T58" fmla="*/ 665 w 690"/>
                    <a:gd name="T59" fmla="*/ 89 h 212"/>
                    <a:gd name="T60" fmla="*/ 666 w 690"/>
                    <a:gd name="T61" fmla="*/ 88 h 212"/>
                    <a:gd name="T62" fmla="*/ 568 w 690"/>
                    <a:gd name="T63" fmla="*/ 78 h 212"/>
                    <a:gd name="T64" fmla="*/ 128 w 690"/>
                    <a:gd name="T65" fmla="*/ 78 h 212"/>
                    <a:gd name="T66" fmla="*/ 22 w 690"/>
                    <a:gd name="T67" fmla="*/ 77 h 212"/>
                    <a:gd name="T68" fmla="*/ 26 w 690"/>
                    <a:gd name="T69" fmla="*/ 75 h 212"/>
                    <a:gd name="T70" fmla="*/ 562 w 690"/>
                    <a:gd name="T71" fmla="*/ 75 h 212"/>
                    <a:gd name="T72" fmla="*/ 124 w 690"/>
                    <a:gd name="T73" fmla="*/ 64 h 212"/>
                    <a:gd name="T74" fmla="*/ 110 w 690"/>
                    <a:gd name="T75" fmla="*/ 62 h 212"/>
                    <a:gd name="T76" fmla="*/ 661 w 690"/>
                    <a:gd name="T77" fmla="*/ 60 h 212"/>
                    <a:gd name="T78" fmla="*/ 652 w 690"/>
                    <a:gd name="T79" fmla="*/ 60 h 212"/>
                    <a:gd name="T80" fmla="*/ 22 w 690"/>
                    <a:gd name="T81" fmla="*/ 60 h 212"/>
                    <a:gd name="T82" fmla="*/ 654 w 690"/>
                    <a:gd name="T83" fmla="*/ 58 h 212"/>
                    <a:gd name="T84" fmla="*/ 668 w 690"/>
                    <a:gd name="T85" fmla="*/ 57 h 212"/>
                    <a:gd name="T86" fmla="*/ 652 w 690"/>
                    <a:gd name="T87" fmla="*/ 58 h 212"/>
                    <a:gd name="T88" fmla="*/ 584 w 690"/>
                    <a:gd name="T89" fmla="*/ 57 h 212"/>
                    <a:gd name="T90" fmla="*/ 584 w 690"/>
                    <a:gd name="T91" fmla="*/ 55 h 212"/>
                    <a:gd name="T92" fmla="*/ 586 w 690"/>
                    <a:gd name="T93" fmla="*/ 55 h 212"/>
                    <a:gd name="T94" fmla="*/ 4 w 690"/>
                    <a:gd name="T95" fmla="*/ 42 h 212"/>
                    <a:gd name="T96" fmla="*/ 0 w 690"/>
                    <a:gd name="T97" fmla="*/ 40 h 212"/>
                    <a:gd name="T98" fmla="*/ 9 w 690"/>
                    <a:gd name="T99" fmla="*/ 38 h 212"/>
                    <a:gd name="T100" fmla="*/ 646 w 690"/>
                    <a:gd name="T101" fmla="*/ 35 h 212"/>
                    <a:gd name="T102" fmla="*/ 635 w 690"/>
                    <a:gd name="T103" fmla="*/ 29 h 212"/>
                    <a:gd name="T104" fmla="*/ 634 w 690"/>
                    <a:gd name="T105" fmla="*/ 29 h 212"/>
                    <a:gd name="T106" fmla="*/ 630 w 690"/>
                    <a:gd name="T107" fmla="*/ 22 h 212"/>
                    <a:gd name="T108" fmla="*/ 628 w 690"/>
                    <a:gd name="T109" fmla="*/ 13 h 212"/>
                    <a:gd name="T110" fmla="*/ 626 w 690"/>
                    <a:gd name="T111" fmla="*/ 7 h 212"/>
                    <a:gd name="T112" fmla="*/ 626 w 690"/>
                    <a:gd name="T113" fmla="*/ 7 h 212"/>
                    <a:gd name="T114" fmla="*/ 630 w 690"/>
                    <a:gd name="T115" fmla="*/ 5 h 212"/>
                    <a:gd name="T116" fmla="*/ 630 w 690"/>
                    <a:gd name="T117" fmla="*/ 4 h 212"/>
                    <a:gd name="T118" fmla="*/ 508 w 690"/>
                    <a:gd name="T119" fmla="*/ 2 h 212"/>
                    <a:gd name="T120" fmla="*/ 628 w 690"/>
                    <a:gd name="T121" fmla="*/ 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0" h="212">
                      <a:moveTo>
                        <a:pt x="146" y="212"/>
                      </a:moveTo>
                      <a:lnTo>
                        <a:pt x="146" y="210"/>
                      </a:lnTo>
                      <a:lnTo>
                        <a:pt x="146" y="212"/>
                      </a:lnTo>
                      <a:close/>
                      <a:moveTo>
                        <a:pt x="362" y="197"/>
                      </a:moveTo>
                      <a:lnTo>
                        <a:pt x="362" y="195"/>
                      </a:lnTo>
                      <a:lnTo>
                        <a:pt x="362" y="197"/>
                      </a:lnTo>
                      <a:close/>
                      <a:moveTo>
                        <a:pt x="95" y="190"/>
                      </a:moveTo>
                      <a:lnTo>
                        <a:pt x="95" y="188"/>
                      </a:lnTo>
                      <a:lnTo>
                        <a:pt x="95" y="190"/>
                      </a:lnTo>
                      <a:close/>
                      <a:moveTo>
                        <a:pt x="159" y="188"/>
                      </a:moveTo>
                      <a:lnTo>
                        <a:pt x="159" y="186"/>
                      </a:lnTo>
                      <a:lnTo>
                        <a:pt x="159" y="188"/>
                      </a:lnTo>
                      <a:close/>
                      <a:moveTo>
                        <a:pt x="159" y="186"/>
                      </a:moveTo>
                      <a:lnTo>
                        <a:pt x="157" y="186"/>
                      </a:lnTo>
                      <a:lnTo>
                        <a:pt x="159" y="186"/>
                      </a:lnTo>
                      <a:close/>
                      <a:moveTo>
                        <a:pt x="438" y="186"/>
                      </a:moveTo>
                      <a:lnTo>
                        <a:pt x="437" y="186"/>
                      </a:lnTo>
                      <a:lnTo>
                        <a:pt x="438" y="186"/>
                      </a:lnTo>
                      <a:close/>
                      <a:moveTo>
                        <a:pt x="161" y="186"/>
                      </a:moveTo>
                      <a:lnTo>
                        <a:pt x="159" y="186"/>
                      </a:lnTo>
                      <a:lnTo>
                        <a:pt x="161" y="186"/>
                      </a:lnTo>
                      <a:close/>
                      <a:moveTo>
                        <a:pt x="159" y="186"/>
                      </a:moveTo>
                      <a:lnTo>
                        <a:pt x="159" y="184"/>
                      </a:lnTo>
                      <a:lnTo>
                        <a:pt x="159" y="186"/>
                      </a:lnTo>
                      <a:close/>
                      <a:moveTo>
                        <a:pt x="161" y="184"/>
                      </a:moveTo>
                      <a:lnTo>
                        <a:pt x="159" y="184"/>
                      </a:lnTo>
                      <a:lnTo>
                        <a:pt x="161" y="184"/>
                      </a:lnTo>
                      <a:close/>
                      <a:moveTo>
                        <a:pt x="161" y="183"/>
                      </a:moveTo>
                      <a:lnTo>
                        <a:pt x="159" y="183"/>
                      </a:lnTo>
                      <a:lnTo>
                        <a:pt x="161" y="183"/>
                      </a:lnTo>
                      <a:close/>
                      <a:moveTo>
                        <a:pt x="154" y="175"/>
                      </a:moveTo>
                      <a:lnTo>
                        <a:pt x="154" y="177"/>
                      </a:lnTo>
                      <a:lnTo>
                        <a:pt x="154" y="175"/>
                      </a:lnTo>
                      <a:close/>
                      <a:moveTo>
                        <a:pt x="154" y="174"/>
                      </a:moveTo>
                      <a:lnTo>
                        <a:pt x="152" y="174"/>
                      </a:lnTo>
                      <a:lnTo>
                        <a:pt x="154" y="174"/>
                      </a:lnTo>
                      <a:close/>
                      <a:moveTo>
                        <a:pt x="134" y="141"/>
                      </a:moveTo>
                      <a:lnTo>
                        <a:pt x="134" y="139"/>
                      </a:lnTo>
                      <a:lnTo>
                        <a:pt x="134" y="141"/>
                      </a:lnTo>
                      <a:close/>
                      <a:moveTo>
                        <a:pt x="135" y="139"/>
                      </a:moveTo>
                      <a:lnTo>
                        <a:pt x="134" y="139"/>
                      </a:lnTo>
                      <a:lnTo>
                        <a:pt x="135" y="139"/>
                      </a:lnTo>
                      <a:close/>
                      <a:moveTo>
                        <a:pt x="134" y="139"/>
                      </a:moveTo>
                      <a:lnTo>
                        <a:pt x="132" y="139"/>
                      </a:lnTo>
                      <a:lnTo>
                        <a:pt x="134" y="139"/>
                      </a:lnTo>
                      <a:close/>
                      <a:moveTo>
                        <a:pt x="134" y="139"/>
                      </a:moveTo>
                      <a:lnTo>
                        <a:pt x="132" y="139"/>
                      </a:lnTo>
                      <a:lnTo>
                        <a:pt x="134" y="139"/>
                      </a:lnTo>
                      <a:close/>
                      <a:moveTo>
                        <a:pt x="126" y="139"/>
                      </a:moveTo>
                      <a:lnTo>
                        <a:pt x="124" y="139"/>
                      </a:lnTo>
                      <a:lnTo>
                        <a:pt x="126" y="139"/>
                      </a:lnTo>
                      <a:close/>
                      <a:moveTo>
                        <a:pt x="126" y="139"/>
                      </a:moveTo>
                      <a:lnTo>
                        <a:pt x="126" y="137"/>
                      </a:lnTo>
                      <a:lnTo>
                        <a:pt x="126" y="139"/>
                      </a:lnTo>
                      <a:close/>
                      <a:moveTo>
                        <a:pt x="31" y="121"/>
                      </a:moveTo>
                      <a:lnTo>
                        <a:pt x="31" y="122"/>
                      </a:lnTo>
                      <a:lnTo>
                        <a:pt x="31" y="121"/>
                      </a:lnTo>
                      <a:close/>
                      <a:moveTo>
                        <a:pt x="31" y="121"/>
                      </a:moveTo>
                      <a:lnTo>
                        <a:pt x="31" y="122"/>
                      </a:lnTo>
                      <a:lnTo>
                        <a:pt x="31" y="121"/>
                      </a:lnTo>
                      <a:close/>
                      <a:moveTo>
                        <a:pt x="31" y="121"/>
                      </a:moveTo>
                      <a:lnTo>
                        <a:pt x="31" y="119"/>
                      </a:lnTo>
                      <a:lnTo>
                        <a:pt x="31" y="121"/>
                      </a:lnTo>
                      <a:close/>
                      <a:moveTo>
                        <a:pt x="687" y="111"/>
                      </a:moveTo>
                      <a:lnTo>
                        <a:pt x="687" y="110"/>
                      </a:lnTo>
                      <a:lnTo>
                        <a:pt x="687" y="111"/>
                      </a:lnTo>
                      <a:close/>
                      <a:moveTo>
                        <a:pt x="37" y="110"/>
                      </a:moveTo>
                      <a:lnTo>
                        <a:pt x="35" y="110"/>
                      </a:lnTo>
                      <a:lnTo>
                        <a:pt x="37" y="110"/>
                      </a:lnTo>
                      <a:close/>
                      <a:moveTo>
                        <a:pt x="677" y="110"/>
                      </a:moveTo>
                      <a:lnTo>
                        <a:pt x="677" y="108"/>
                      </a:lnTo>
                      <a:lnTo>
                        <a:pt x="677" y="110"/>
                      </a:lnTo>
                      <a:close/>
                      <a:moveTo>
                        <a:pt x="44" y="110"/>
                      </a:moveTo>
                      <a:lnTo>
                        <a:pt x="44" y="108"/>
                      </a:lnTo>
                      <a:lnTo>
                        <a:pt x="44" y="110"/>
                      </a:lnTo>
                      <a:close/>
                      <a:moveTo>
                        <a:pt x="33" y="106"/>
                      </a:moveTo>
                      <a:lnTo>
                        <a:pt x="31" y="108"/>
                      </a:lnTo>
                      <a:lnTo>
                        <a:pt x="31" y="106"/>
                      </a:lnTo>
                      <a:lnTo>
                        <a:pt x="33" y="106"/>
                      </a:lnTo>
                      <a:close/>
                      <a:moveTo>
                        <a:pt x="688" y="104"/>
                      </a:moveTo>
                      <a:lnTo>
                        <a:pt x="688" y="106"/>
                      </a:lnTo>
                      <a:lnTo>
                        <a:pt x="688" y="104"/>
                      </a:lnTo>
                      <a:close/>
                      <a:moveTo>
                        <a:pt x="679" y="104"/>
                      </a:moveTo>
                      <a:lnTo>
                        <a:pt x="681" y="104"/>
                      </a:lnTo>
                      <a:lnTo>
                        <a:pt x="679" y="104"/>
                      </a:lnTo>
                      <a:close/>
                      <a:moveTo>
                        <a:pt x="687" y="102"/>
                      </a:moveTo>
                      <a:lnTo>
                        <a:pt x="685" y="102"/>
                      </a:lnTo>
                      <a:lnTo>
                        <a:pt x="687" y="102"/>
                      </a:lnTo>
                      <a:close/>
                      <a:moveTo>
                        <a:pt x="681" y="100"/>
                      </a:moveTo>
                      <a:lnTo>
                        <a:pt x="679" y="100"/>
                      </a:lnTo>
                      <a:lnTo>
                        <a:pt x="681" y="100"/>
                      </a:lnTo>
                      <a:close/>
                      <a:moveTo>
                        <a:pt x="690" y="100"/>
                      </a:moveTo>
                      <a:lnTo>
                        <a:pt x="690" y="102"/>
                      </a:lnTo>
                      <a:lnTo>
                        <a:pt x="688" y="100"/>
                      </a:lnTo>
                      <a:lnTo>
                        <a:pt x="690" y="100"/>
                      </a:lnTo>
                      <a:close/>
                      <a:moveTo>
                        <a:pt x="511" y="100"/>
                      </a:moveTo>
                      <a:lnTo>
                        <a:pt x="510" y="100"/>
                      </a:lnTo>
                      <a:lnTo>
                        <a:pt x="511" y="100"/>
                      </a:lnTo>
                      <a:close/>
                      <a:moveTo>
                        <a:pt x="668" y="99"/>
                      </a:moveTo>
                      <a:lnTo>
                        <a:pt x="666" y="99"/>
                      </a:lnTo>
                      <a:lnTo>
                        <a:pt x="668" y="99"/>
                      </a:lnTo>
                      <a:close/>
                      <a:moveTo>
                        <a:pt x="676" y="99"/>
                      </a:moveTo>
                      <a:lnTo>
                        <a:pt x="674" y="99"/>
                      </a:lnTo>
                      <a:lnTo>
                        <a:pt x="676" y="99"/>
                      </a:lnTo>
                      <a:close/>
                      <a:moveTo>
                        <a:pt x="674" y="95"/>
                      </a:moveTo>
                      <a:lnTo>
                        <a:pt x="672" y="95"/>
                      </a:lnTo>
                      <a:lnTo>
                        <a:pt x="674" y="95"/>
                      </a:lnTo>
                      <a:close/>
                      <a:moveTo>
                        <a:pt x="134" y="95"/>
                      </a:moveTo>
                      <a:lnTo>
                        <a:pt x="132" y="95"/>
                      </a:lnTo>
                      <a:lnTo>
                        <a:pt x="134" y="95"/>
                      </a:lnTo>
                      <a:close/>
                      <a:moveTo>
                        <a:pt x="666" y="95"/>
                      </a:moveTo>
                      <a:lnTo>
                        <a:pt x="666" y="93"/>
                      </a:lnTo>
                      <a:lnTo>
                        <a:pt x="666" y="95"/>
                      </a:lnTo>
                      <a:close/>
                      <a:moveTo>
                        <a:pt x="666" y="93"/>
                      </a:moveTo>
                      <a:lnTo>
                        <a:pt x="665" y="93"/>
                      </a:lnTo>
                      <a:lnTo>
                        <a:pt x="666" y="93"/>
                      </a:lnTo>
                      <a:close/>
                      <a:moveTo>
                        <a:pt x="663" y="89"/>
                      </a:moveTo>
                      <a:lnTo>
                        <a:pt x="663" y="88"/>
                      </a:lnTo>
                      <a:lnTo>
                        <a:pt x="663" y="89"/>
                      </a:lnTo>
                      <a:close/>
                      <a:moveTo>
                        <a:pt x="665" y="89"/>
                      </a:moveTo>
                      <a:lnTo>
                        <a:pt x="663" y="89"/>
                      </a:lnTo>
                      <a:lnTo>
                        <a:pt x="663" y="88"/>
                      </a:lnTo>
                      <a:lnTo>
                        <a:pt x="665" y="89"/>
                      </a:lnTo>
                      <a:close/>
                      <a:moveTo>
                        <a:pt x="666" y="88"/>
                      </a:moveTo>
                      <a:lnTo>
                        <a:pt x="665" y="88"/>
                      </a:lnTo>
                      <a:lnTo>
                        <a:pt x="666" y="88"/>
                      </a:lnTo>
                      <a:close/>
                      <a:moveTo>
                        <a:pt x="570" y="78"/>
                      </a:moveTo>
                      <a:lnTo>
                        <a:pt x="568" y="78"/>
                      </a:lnTo>
                      <a:lnTo>
                        <a:pt x="570" y="78"/>
                      </a:lnTo>
                      <a:close/>
                      <a:moveTo>
                        <a:pt x="128" y="78"/>
                      </a:moveTo>
                      <a:lnTo>
                        <a:pt x="128" y="77"/>
                      </a:lnTo>
                      <a:lnTo>
                        <a:pt x="128" y="78"/>
                      </a:lnTo>
                      <a:close/>
                      <a:moveTo>
                        <a:pt x="19" y="78"/>
                      </a:moveTo>
                      <a:lnTo>
                        <a:pt x="19" y="77"/>
                      </a:lnTo>
                      <a:lnTo>
                        <a:pt x="19" y="78"/>
                      </a:lnTo>
                      <a:close/>
                      <a:moveTo>
                        <a:pt x="22" y="77"/>
                      </a:moveTo>
                      <a:lnTo>
                        <a:pt x="20" y="77"/>
                      </a:lnTo>
                      <a:lnTo>
                        <a:pt x="22" y="77"/>
                      </a:lnTo>
                      <a:close/>
                      <a:moveTo>
                        <a:pt x="26" y="77"/>
                      </a:moveTo>
                      <a:lnTo>
                        <a:pt x="26" y="75"/>
                      </a:lnTo>
                      <a:lnTo>
                        <a:pt x="26" y="77"/>
                      </a:lnTo>
                      <a:close/>
                      <a:moveTo>
                        <a:pt x="562" y="75"/>
                      </a:moveTo>
                      <a:lnTo>
                        <a:pt x="561" y="75"/>
                      </a:lnTo>
                      <a:lnTo>
                        <a:pt x="562" y="75"/>
                      </a:lnTo>
                      <a:close/>
                      <a:moveTo>
                        <a:pt x="123" y="73"/>
                      </a:moveTo>
                      <a:lnTo>
                        <a:pt x="123" y="75"/>
                      </a:lnTo>
                      <a:lnTo>
                        <a:pt x="123" y="73"/>
                      </a:lnTo>
                      <a:close/>
                      <a:moveTo>
                        <a:pt x="124" y="64"/>
                      </a:moveTo>
                      <a:lnTo>
                        <a:pt x="124" y="62"/>
                      </a:lnTo>
                      <a:lnTo>
                        <a:pt x="124" y="64"/>
                      </a:lnTo>
                      <a:close/>
                      <a:moveTo>
                        <a:pt x="110" y="64"/>
                      </a:moveTo>
                      <a:lnTo>
                        <a:pt x="110" y="62"/>
                      </a:lnTo>
                      <a:lnTo>
                        <a:pt x="110" y="64"/>
                      </a:lnTo>
                      <a:close/>
                      <a:moveTo>
                        <a:pt x="661" y="60"/>
                      </a:moveTo>
                      <a:lnTo>
                        <a:pt x="659" y="60"/>
                      </a:lnTo>
                      <a:lnTo>
                        <a:pt x="661" y="60"/>
                      </a:lnTo>
                      <a:close/>
                      <a:moveTo>
                        <a:pt x="652" y="58"/>
                      </a:moveTo>
                      <a:lnTo>
                        <a:pt x="652" y="60"/>
                      </a:lnTo>
                      <a:lnTo>
                        <a:pt x="652" y="58"/>
                      </a:lnTo>
                      <a:lnTo>
                        <a:pt x="652" y="60"/>
                      </a:lnTo>
                      <a:lnTo>
                        <a:pt x="652" y="58"/>
                      </a:lnTo>
                      <a:close/>
                      <a:moveTo>
                        <a:pt x="22" y="60"/>
                      </a:moveTo>
                      <a:lnTo>
                        <a:pt x="22" y="58"/>
                      </a:lnTo>
                      <a:lnTo>
                        <a:pt x="22" y="60"/>
                      </a:lnTo>
                      <a:close/>
                      <a:moveTo>
                        <a:pt x="121" y="58"/>
                      </a:moveTo>
                      <a:lnTo>
                        <a:pt x="119" y="58"/>
                      </a:lnTo>
                      <a:lnTo>
                        <a:pt x="121" y="58"/>
                      </a:lnTo>
                      <a:close/>
                      <a:moveTo>
                        <a:pt x="654" y="58"/>
                      </a:moveTo>
                      <a:lnTo>
                        <a:pt x="656" y="58"/>
                      </a:lnTo>
                      <a:lnTo>
                        <a:pt x="654" y="58"/>
                      </a:lnTo>
                      <a:close/>
                      <a:moveTo>
                        <a:pt x="668" y="58"/>
                      </a:moveTo>
                      <a:lnTo>
                        <a:pt x="668" y="57"/>
                      </a:lnTo>
                      <a:lnTo>
                        <a:pt x="668" y="58"/>
                      </a:lnTo>
                      <a:close/>
                      <a:moveTo>
                        <a:pt x="652" y="58"/>
                      </a:moveTo>
                      <a:lnTo>
                        <a:pt x="652" y="57"/>
                      </a:lnTo>
                      <a:lnTo>
                        <a:pt x="652" y="58"/>
                      </a:lnTo>
                      <a:close/>
                      <a:moveTo>
                        <a:pt x="659" y="57"/>
                      </a:moveTo>
                      <a:lnTo>
                        <a:pt x="657" y="57"/>
                      </a:lnTo>
                      <a:lnTo>
                        <a:pt x="659" y="57"/>
                      </a:lnTo>
                      <a:close/>
                      <a:moveTo>
                        <a:pt x="584" y="57"/>
                      </a:moveTo>
                      <a:lnTo>
                        <a:pt x="583" y="57"/>
                      </a:lnTo>
                      <a:lnTo>
                        <a:pt x="584" y="57"/>
                      </a:lnTo>
                      <a:lnTo>
                        <a:pt x="583" y="57"/>
                      </a:lnTo>
                      <a:lnTo>
                        <a:pt x="584" y="55"/>
                      </a:lnTo>
                      <a:lnTo>
                        <a:pt x="584" y="57"/>
                      </a:lnTo>
                      <a:close/>
                      <a:moveTo>
                        <a:pt x="586" y="55"/>
                      </a:moveTo>
                      <a:lnTo>
                        <a:pt x="584" y="55"/>
                      </a:lnTo>
                      <a:lnTo>
                        <a:pt x="586" y="55"/>
                      </a:lnTo>
                      <a:close/>
                      <a:moveTo>
                        <a:pt x="4" y="42"/>
                      </a:moveTo>
                      <a:lnTo>
                        <a:pt x="4" y="44"/>
                      </a:lnTo>
                      <a:lnTo>
                        <a:pt x="4" y="42"/>
                      </a:lnTo>
                      <a:close/>
                      <a:moveTo>
                        <a:pt x="4" y="42"/>
                      </a:moveTo>
                      <a:lnTo>
                        <a:pt x="2" y="42"/>
                      </a:lnTo>
                      <a:lnTo>
                        <a:pt x="4" y="42"/>
                      </a:lnTo>
                      <a:close/>
                      <a:moveTo>
                        <a:pt x="2" y="40"/>
                      </a:moveTo>
                      <a:lnTo>
                        <a:pt x="0" y="40"/>
                      </a:lnTo>
                      <a:lnTo>
                        <a:pt x="2" y="40"/>
                      </a:lnTo>
                      <a:close/>
                      <a:moveTo>
                        <a:pt x="9" y="38"/>
                      </a:moveTo>
                      <a:lnTo>
                        <a:pt x="9" y="40"/>
                      </a:lnTo>
                      <a:lnTo>
                        <a:pt x="9" y="38"/>
                      </a:lnTo>
                      <a:close/>
                      <a:moveTo>
                        <a:pt x="646" y="36"/>
                      </a:moveTo>
                      <a:lnTo>
                        <a:pt x="645" y="36"/>
                      </a:lnTo>
                      <a:lnTo>
                        <a:pt x="646" y="36"/>
                      </a:lnTo>
                      <a:close/>
                      <a:moveTo>
                        <a:pt x="646" y="35"/>
                      </a:moveTo>
                      <a:lnTo>
                        <a:pt x="645" y="35"/>
                      </a:lnTo>
                      <a:lnTo>
                        <a:pt x="646" y="35"/>
                      </a:lnTo>
                      <a:close/>
                      <a:moveTo>
                        <a:pt x="637" y="29"/>
                      </a:moveTo>
                      <a:lnTo>
                        <a:pt x="635" y="29"/>
                      </a:lnTo>
                      <a:lnTo>
                        <a:pt x="637" y="29"/>
                      </a:lnTo>
                      <a:close/>
                      <a:moveTo>
                        <a:pt x="634" y="29"/>
                      </a:moveTo>
                      <a:lnTo>
                        <a:pt x="634" y="27"/>
                      </a:lnTo>
                      <a:lnTo>
                        <a:pt x="634" y="29"/>
                      </a:lnTo>
                      <a:close/>
                      <a:moveTo>
                        <a:pt x="646" y="29"/>
                      </a:moveTo>
                      <a:lnTo>
                        <a:pt x="646" y="27"/>
                      </a:lnTo>
                      <a:lnTo>
                        <a:pt x="646" y="29"/>
                      </a:lnTo>
                      <a:close/>
                      <a:moveTo>
                        <a:pt x="630" y="22"/>
                      </a:moveTo>
                      <a:lnTo>
                        <a:pt x="628" y="22"/>
                      </a:lnTo>
                      <a:lnTo>
                        <a:pt x="630" y="22"/>
                      </a:lnTo>
                      <a:close/>
                      <a:moveTo>
                        <a:pt x="628" y="11"/>
                      </a:moveTo>
                      <a:lnTo>
                        <a:pt x="628" y="13"/>
                      </a:lnTo>
                      <a:lnTo>
                        <a:pt x="628" y="11"/>
                      </a:lnTo>
                      <a:close/>
                      <a:moveTo>
                        <a:pt x="628" y="9"/>
                      </a:moveTo>
                      <a:lnTo>
                        <a:pt x="626" y="9"/>
                      </a:lnTo>
                      <a:lnTo>
                        <a:pt x="626" y="7"/>
                      </a:lnTo>
                      <a:lnTo>
                        <a:pt x="628" y="7"/>
                      </a:lnTo>
                      <a:lnTo>
                        <a:pt x="628" y="9"/>
                      </a:lnTo>
                      <a:close/>
                      <a:moveTo>
                        <a:pt x="628" y="7"/>
                      </a:moveTo>
                      <a:lnTo>
                        <a:pt x="626" y="7"/>
                      </a:lnTo>
                      <a:lnTo>
                        <a:pt x="628" y="7"/>
                      </a:lnTo>
                      <a:close/>
                      <a:moveTo>
                        <a:pt x="630" y="5"/>
                      </a:moveTo>
                      <a:lnTo>
                        <a:pt x="632" y="5"/>
                      </a:lnTo>
                      <a:lnTo>
                        <a:pt x="630" y="5"/>
                      </a:lnTo>
                      <a:close/>
                      <a:moveTo>
                        <a:pt x="630" y="5"/>
                      </a:moveTo>
                      <a:lnTo>
                        <a:pt x="630" y="4"/>
                      </a:lnTo>
                      <a:lnTo>
                        <a:pt x="630" y="5"/>
                      </a:lnTo>
                      <a:close/>
                      <a:moveTo>
                        <a:pt x="630" y="4"/>
                      </a:moveTo>
                      <a:lnTo>
                        <a:pt x="630" y="5"/>
                      </a:lnTo>
                      <a:lnTo>
                        <a:pt x="630" y="4"/>
                      </a:lnTo>
                      <a:close/>
                      <a:moveTo>
                        <a:pt x="506" y="2"/>
                      </a:moveTo>
                      <a:lnTo>
                        <a:pt x="508" y="2"/>
                      </a:lnTo>
                      <a:lnTo>
                        <a:pt x="506" y="2"/>
                      </a:lnTo>
                      <a:close/>
                      <a:moveTo>
                        <a:pt x="628" y="2"/>
                      </a:moveTo>
                      <a:lnTo>
                        <a:pt x="628" y="0"/>
                      </a:lnTo>
                      <a:lnTo>
                        <a:pt x="628"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4" name="Freeform 69">
                  <a:extLst>
                    <a:ext uri="{FF2B5EF4-FFF2-40B4-BE49-F238E27FC236}">
                      <a16:creationId xmlns:a16="http://schemas.microsoft.com/office/drawing/2014/main" id="{0015DAAC-52AD-CCBD-1122-05A11554FB87}"/>
                    </a:ext>
                  </a:extLst>
                </p:cNvPr>
                <p:cNvSpPr>
                  <a:spLocks/>
                </p:cNvSpPr>
                <p:nvPr/>
              </p:nvSpPr>
              <p:spPr bwMode="auto">
                <a:xfrm>
                  <a:off x="4824727" y="1676709"/>
                  <a:ext cx="2081914" cy="683128"/>
                </a:xfrm>
                <a:custGeom>
                  <a:avLst/>
                  <a:gdLst>
                    <a:gd name="T0" fmla="*/ 433 w 1152"/>
                    <a:gd name="T1" fmla="*/ 11 h 378"/>
                    <a:gd name="T2" fmla="*/ 467 w 1152"/>
                    <a:gd name="T3" fmla="*/ 18 h 378"/>
                    <a:gd name="T4" fmla="*/ 500 w 1152"/>
                    <a:gd name="T5" fmla="*/ 26 h 378"/>
                    <a:gd name="T6" fmla="*/ 515 w 1152"/>
                    <a:gd name="T7" fmla="*/ 38 h 378"/>
                    <a:gd name="T8" fmla="*/ 533 w 1152"/>
                    <a:gd name="T9" fmla="*/ 62 h 378"/>
                    <a:gd name="T10" fmla="*/ 568 w 1152"/>
                    <a:gd name="T11" fmla="*/ 71 h 378"/>
                    <a:gd name="T12" fmla="*/ 601 w 1152"/>
                    <a:gd name="T13" fmla="*/ 66 h 378"/>
                    <a:gd name="T14" fmla="*/ 634 w 1152"/>
                    <a:gd name="T15" fmla="*/ 62 h 378"/>
                    <a:gd name="T16" fmla="*/ 672 w 1152"/>
                    <a:gd name="T17" fmla="*/ 64 h 378"/>
                    <a:gd name="T18" fmla="*/ 710 w 1152"/>
                    <a:gd name="T19" fmla="*/ 79 h 378"/>
                    <a:gd name="T20" fmla="*/ 723 w 1152"/>
                    <a:gd name="T21" fmla="*/ 90 h 378"/>
                    <a:gd name="T22" fmla="*/ 752 w 1152"/>
                    <a:gd name="T23" fmla="*/ 101 h 378"/>
                    <a:gd name="T24" fmla="*/ 798 w 1152"/>
                    <a:gd name="T25" fmla="*/ 106 h 378"/>
                    <a:gd name="T26" fmla="*/ 858 w 1152"/>
                    <a:gd name="T27" fmla="*/ 99 h 378"/>
                    <a:gd name="T28" fmla="*/ 911 w 1152"/>
                    <a:gd name="T29" fmla="*/ 82 h 378"/>
                    <a:gd name="T30" fmla="*/ 969 w 1152"/>
                    <a:gd name="T31" fmla="*/ 69 h 378"/>
                    <a:gd name="T32" fmla="*/ 1015 w 1152"/>
                    <a:gd name="T33" fmla="*/ 77 h 378"/>
                    <a:gd name="T34" fmla="*/ 995 w 1152"/>
                    <a:gd name="T35" fmla="*/ 148 h 378"/>
                    <a:gd name="T36" fmla="*/ 1075 w 1152"/>
                    <a:gd name="T37" fmla="*/ 150 h 378"/>
                    <a:gd name="T38" fmla="*/ 1132 w 1152"/>
                    <a:gd name="T39" fmla="*/ 168 h 378"/>
                    <a:gd name="T40" fmla="*/ 1152 w 1152"/>
                    <a:gd name="T41" fmla="*/ 190 h 378"/>
                    <a:gd name="T42" fmla="*/ 1126 w 1152"/>
                    <a:gd name="T43" fmla="*/ 197 h 378"/>
                    <a:gd name="T44" fmla="*/ 1090 w 1152"/>
                    <a:gd name="T45" fmla="*/ 196 h 378"/>
                    <a:gd name="T46" fmla="*/ 1057 w 1152"/>
                    <a:gd name="T47" fmla="*/ 208 h 378"/>
                    <a:gd name="T48" fmla="*/ 1006 w 1152"/>
                    <a:gd name="T49" fmla="*/ 236 h 378"/>
                    <a:gd name="T50" fmla="*/ 958 w 1152"/>
                    <a:gd name="T51" fmla="*/ 247 h 378"/>
                    <a:gd name="T52" fmla="*/ 922 w 1152"/>
                    <a:gd name="T53" fmla="*/ 265 h 378"/>
                    <a:gd name="T54" fmla="*/ 871 w 1152"/>
                    <a:gd name="T55" fmla="*/ 254 h 378"/>
                    <a:gd name="T56" fmla="*/ 853 w 1152"/>
                    <a:gd name="T57" fmla="*/ 287 h 378"/>
                    <a:gd name="T58" fmla="*/ 840 w 1152"/>
                    <a:gd name="T59" fmla="*/ 314 h 378"/>
                    <a:gd name="T60" fmla="*/ 780 w 1152"/>
                    <a:gd name="T61" fmla="*/ 347 h 378"/>
                    <a:gd name="T62" fmla="*/ 699 w 1152"/>
                    <a:gd name="T63" fmla="*/ 351 h 378"/>
                    <a:gd name="T64" fmla="*/ 613 w 1152"/>
                    <a:gd name="T65" fmla="*/ 376 h 378"/>
                    <a:gd name="T66" fmla="*/ 449 w 1152"/>
                    <a:gd name="T67" fmla="*/ 340 h 378"/>
                    <a:gd name="T68" fmla="*/ 320 w 1152"/>
                    <a:gd name="T69" fmla="*/ 336 h 378"/>
                    <a:gd name="T70" fmla="*/ 267 w 1152"/>
                    <a:gd name="T71" fmla="*/ 283 h 378"/>
                    <a:gd name="T72" fmla="*/ 230 w 1152"/>
                    <a:gd name="T73" fmla="*/ 267 h 378"/>
                    <a:gd name="T74" fmla="*/ 185 w 1152"/>
                    <a:gd name="T75" fmla="*/ 256 h 378"/>
                    <a:gd name="T76" fmla="*/ 133 w 1152"/>
                    <a:gd name="T77" fmla="*/ 252 h 378"/>
                    <a:gd name="T78" fmla="*/ 104 w 1152"/>
                    <a:gd name="T79" fmla="*/ 239 h 378"/>
                    <a:gd name="T80" fmla="*/ 117 w 1152"/>
                    <a:gd name="T81" fmla="*/ 194 h 378"/>
                    <a:gd name="T82" fmla="*/ 95 w 1152"/>
                    <a:gd name="T83" fmla="*/ 163 h 378"/>
                    <a:gd name="T84" fmla="*/ 68 w 1152"/>
                    <a:gd name="T85" fmla="*/ 150 h 378"/>
                    <a:gd name="T86" fmla="*/ 33 w 1152"/>
                    <a:gd name="T87" fmla="*/ 143 h 378"/>
                    <a:gd name="T88" fmla="*/ 9 w 1152"/>
                    <a:gd name="T89" fmla="*/ 126 h 378"/>
                    <a:gd name="T90" fmla="*/ 6 w 1152"/>
                    <a:gd name="T91" fmla="*/ 113 h 378"/>
                    <a:gd name="T92" fmla="*/ 18 w 1152"/>
                    <a:gd name="T93" fmla="*/ 95 h 378"/>
                    <a:gd name="T94" fmla="*/ 48 w 1152"/>
                    <a:gd name="T95" fmla="*/ 95 h 378"/>
                    <a:gd name="T96" fmla="*/ 71 w 1152"/>
                    <a:gd name="T97" fmla="*/ 84 h 378"/>
                    <a:gd name="T98" fmla="*/ 93 w 1152"/>
                    <a:gd name="T99" fmla="*/ 71 h 378"/>
                    <a:gd name="T100" fmla="*/ 130 w 1152"/>
                    <a:gd name="T101" fmla="*/ 60 h 378"/>
                    <a:gd name="T102" fmla="*/ 164 w 1152"/>
                    <a:gd name="T103" fmla="*/ 47 h 378"/>
                    <a:gd name="T104" fmla="*/ 188 w 1152"/>
                    <a:gd name="T105" fmla="*/ 55 h 378"/>
                    <a:gd name="T106" fmla="*/ 230 w 1152"/>
                    <a:gd name="T107" fmla="*/ 57 h 378"/>
                    <a:gd name="T108" fmla="*/ 261 w 1152"/>
                    <a:gd name="T109" fmla="*/ 79 h 378"/>
                    <a:gd name="T110" fmla="*/ 300 w 1152"/>
                    <a:gd name="T111" fmla="*/ 79 h 378"/>
                    <a:gd name="T112" fmla="*/ 332 w 1152"/>
                    <a:gd name="T113" fmla="*/ 84 h 378"/>
                    <a:gd name="T114" fmla="*/ 360 w 1152"/>
                    <a:gd name="T115" fmla="*/ 80 h 378"/>
                    <a:gd name="T116" fmla="*/ 376 w 1152"/>
                    <a:gd name="T117" fmla="*/ 62 h 378"/>
                    <a:gd name="T118" fmla="*/ 363 w 1152"/>
                    <a:gd name="T119" fmla="*/ 44 h 378"/>
                    <a:gd name="T120" fmla="*/ 374 w 1152"/>
                    <a:gd name="T121"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2" h="378">
                      <a:moveTo>
                        <a:pt x="400" y="0"/>
                      </a:moveTo>
                      <a:lnTo>
                        <a:pt x="402" y="0"/>
                      </a:lnTo>
                      <a:lnTo>
                        <a:pt x="402" y="2"/>
                      </a:lnTo>
                      <a:lnTo>
                        <a:pt x="404" y="2"/>
                      </a:lnTo>
                      <a:lnTo>
                        <a:pt x="404" y="4"/>
                      </a:lnTo>
                      <a:lnTo>
                        <a:pt x="405" y="4"/>
                      </a:lnTo>
                      <a:lnTo>
                        <a:pt x="407" y="4"/>
                      </a:lnTo>
                      <a:lnTo>
                        <a:pt x="407" y="5"/>
                      </a:lnTo>
                      <a:lnTo>
                        <a:pt x="409" y="5"/>
                      </a:lnTo>
                      <a:lnTo>
                        <a:pt x="409" y="4"/>
                      </a:lnTo>
                      <a:lnTo>
                        <a:pt x="411" y="5"/>
                      </a:lnTo>
                      <a:lnTo>
                        <a:pt x="413" y="5"/>
                      </a:lnTo>
                      <a:lnTo>
                        <a:pt x="413" y="7"/>
                      </a:lnTo>
                      <a:lnTo>
                        <a:pt x="415" y="7"/>
                      </a:lnTo>
                      <a:lnTo>
                        <a:pt x="416" y="7"/>
                      </a:lnTo>
                      <a:lnTo>
                        <a:pt x="418" y="7"/>
                      </a:lnTo>
                      <a:lnTo>
                        <a:pt x="420" y="7"/>
                      </a:lnTo>
                      <a:lnTo>
                        <a:pt x="422" y="7"/>
                      </a:lnTo>
                      <a:lnTo>
                        <a:pt x="424" y="7"/>
                      </a:lnTo>
                      <a:lnTo>
                        <a:pt x="424" y="9"/>
                      </a:lnTo>
                      <a:lnTo>
                        <a:pt x="425" y="9"/>
                      </a:lnTo>
                      <a:lnTo>
                        <a:pt x="427" y="9"/>
                      </a:lnTo>
                      <a:lnTo>
                        <a:pt x="429" y="9"/>
                      </a:lnTo>
                      <a:lnTo>
                        <a:pt x="431" y="9"/>
                      </a:lnTo>
                      <a:lnTo>
                        <a:pt x="433" y="9"/>
                      </a:lnTo>
                      <a:lnTo>
                        <a:pt x="433" y="11"/>
                      </a:lnTo>
                      <a:lnTo>
                        <a:pt x="433" y="13"/>
                      </a:lnTo>
                      <a:lnTo>
                        <a:pt x="435" y="13"/>
                      </a:lnTo>
                      <a:lnTo>
                        <a:pt x="433" y="13"/>
                      </a:lnTo>
                      <a:lnTo>
                        <a:pt x="435" y="13"/>
                      </a:lnTo>
                      <a:lnTo>
                        <a:pt x="435" y="15"/>
                      </a:lnTo>
                      <a:lnTo>
                        <a:pt x="436" y="15"/>
                      </a:lnTo>
                      <a:lnTo>
                        <a:pt x="438" y="15"/>
                      </a:lnTo>
                      <a:lnTo>
                        <a:pt x="440" y="15"/>
                      </a:lnTo>
                      <a:lnTo>
                        <a:pt x="442" y="15"/>
                      </a:lnTo>
                      <a:lnTo>
                        <a:pt x="444" y="15"/>
                      </a:lnTo>
                      <a:lnTo>
                        <a:pt x="446" y="15"/>
                      </a:lnTo>
                      <a:lnTo>
                        <a:pt x="447" y="15"/>
                      </a:lnTo>
                      <a:lnTo>
                        <a:pt x="449" y="15"/>
                      </a:lnTo>
                      <a:lnTo>
                        <a:pt x="451" y="15"/>
                      </a:lnTo>
                      <a:lnTo>
                        <a:pt x="453" y="15"/>
                      </a:lnTo>
                      <a:lnTo>
                        <a:pt x="455" y="15"/>
                      </a:lnTo>
                      <a:lnTo>
                        <a:pt x="457" y="15"/>
                      </a:lnTo>
                      <a:lnTo>
                        <a:pt x="458" y="15"/>
                      </a:lnTo>
                      <a:lnTo>
                        <a:pt x="460" y="15"/>
                      </a:lnTo>
                      <a:lnTo>
                        <a:pt x="460" y="16"/>
                      </a:lnTo>
                      <a:lnTo>
                        <a:pt x="460" y="15"/>
                      </a:lnTo>
                      <a:lnTo>
                        <a:pt x="462" y="15"/>
                      </a:lnTo>
                      <a:lnTo>
                        <a:pt x="462" y="16"/>
                      </a:lnTo>
                      <a:lnTo>
                        <a:pt x="464" y="16"/>
                      </a:lnTo>
                      <a:lnTo>
                        <a:pt x="466" y="16"/>
                      </a:lnTo>
                      <a:lnTo>
                        <a:pt x="467" y="18"/>
                      </a:lnTo>
                      <a:lnTo>
                        <a:pt x="469" y="18"/>
                      </a:lnTo>
                      <a:lnTo>
                        <a:pt x="471" y="20"/>
                      </a:lnTo>
                      <a:lnTo>
                        <a:pt x="473" y="20"/>
                      </a:lnTo>
                      <a:lnTo>
                        <a:pt x="475" y="20"/>
                      </a:lnTo>
                      <a:lnTo>
                        <a:pt x="475" y="22"/>
                      </a:lnTo>
                      <a:lnTo>
                        <a:pt x="477" y="20"/>
                      </a:lnTo>
                      <a:lnTo>
                        <a:pt x="477" y="22"/>
                      </a:lnTo>
                      <a:lnTo>
                        <a:pt x="478" y="20"/>
                      </a:lnTo>
                      <a:lnTo>
                        <a:pt x="478" y="22"/>
                      </a:lnTo>
                      <a:lnTo>
                        <a:pt x="480" y="24"/>
                      </a:lnTo>
                      <a:lnTo>
                        <a:pt x="480" y="22"/>
                      </a:lnTo>
                      <a:lnTo>
                        <a:pt x="482" y="22"/>
                      </a:lnTo>
                      <a:lnTo>
                        <a:pt x="484" y="22"/>
                      </a:lnTo>
                      <a:lnTo>
                        <a:pt x="484" y="24"/>
                      </a:lnTo>
                      <a:lnTo>
                        <a:pt x="486" y="24"/>
                      </a:lnTo>
                      <a:lnTo>
                        <a:pt x="488" y="24"/>
                      </a:lnTo>
                      <a:lnTo>
                        <a:pt x="488" y="26"/>
                      </a:lnTo>
                      <a:lnTo>
                        <a:pt x="489" y="26"/>
                      </a:lnTo>
                      <a:lnTo>
                        <a:pt x="491" y="26"/>
                      </a:lnTo>
                      <a:lnTo>
                        <a:pt x="491" y="24"/>
                      </a:lnTo>
                      <a:lnTo>
                        <a:pt x="493" y="24"/>
                      </a:lnTo>
                      <a:lnTo>
                        <a:pt x="495" y="24"/>
                      </a:lnTo>
                      <a:lnTo>
                        <a:pt x="497" y="24"/>
                      </a:lnTo>
                      <a:lnTo>
                        <a:pt x="497" y="26"/>
                      </a:lnTo>
                      <a:lnTo>
                        <a:pt x="498" y="26"/>
                      </a:lnTo>
                      <a:lnTo>
                        <a:pt x="500" y="26"/>
                      </a:lnTo>
                      <a:lnTo>
                        <a:pt x="502" y="26"/>
                      </a:lnTo>
                      <a:lnTo>
                        <a:pt x="504" y="26"/>
                      </a:lnTo>
                      <a:lnTo>
                        <a:pt x="504" y="27"/>
                      </a:lnTo>
                      <a:lnTo>
                        <a:pt x="504" y="26"/>
                      </a:lnTo>
                      <a:lnTo>
                        <a:pt x="506" y="27"/>
                      </a:lnTo>
                      <a:lnTo>
                        <a:pt x="508" y="27"/>
                      </a:lnTo>
                      <a:lnTo>
                        <a:pt x="508" y="26"/>
                      </a:lnTo>
                      <a:lnTo>
                        <a:pt x="508" y="27"/>
                      </a:lnTo>
                      <a:lnTo>
                        <a:pt x="509" y="27"/>
                      </a:lnTo>
                      <a:lnTo>
                        <a:pt x="511" y="27"/>
                      </a:lnTo>
                      <a:lnTo>
                        <a:pt x="513" y="27"/>
                      </a:lnTo>
                      <a:lnTo>
                        <a:pt x="515" y="27"/>
                      </a:lnTo>
                      <a:lnTo>
                        <a:pt x="515" y="29"/>
                      </a:lnTo>
                      <a:lnTo>
                        <a:pt x="517" y="29"/>
                      </a:lnTo>
                      <a:lnTo>
                        <a:pt x="517" y="31"/>
                      </a:lnTo>
                      <a:lnTo>
                        <a:pt x="515" y="31"/>
                      </a:lnTo>
                      <a:lnTo>
                        <a:pt x="515" y="33"/>
                      </a:lnTo>
                      <a:lnTo>
                        <a:pt x="513" y="33"/>
                      </a:lnTo>
                      <a:lnTo>
                        <a:pt x="515" y="33"/>
                      </a:lnTo>
                      <a:lnTo>
                        <a:pt x="515" y="35"/>
                      </a:lnTo>
                      <a:lnTo>
                        <a:pt x="517" y="35"/>
                      </a:lnTo>
                      <a:lnTo>
                        <a:pt x="515" y="35"/>
                      </a:lnTo>
                      <a:lnTo>
                        <a:pt x="515" y="37"/>
                      </a:lnTo>
                      <a:lnTo>
                        <a:pt x="515" y="38"/>
                      </a:lnTo>
                      <a:lnTo>
                        <a:pt x="517" y="38"/>
                      </a:lnTo>
                      <a:lnTo>
                        <a:pt x="515" y="38"/>
                      </a:lnTo>
                      <a:lnTo>
                        <a:pt x="515" y="40"/>
                      </a:lnTo>
                      <a:lnTo>
                        <a:pt x="517" y="40"/>
                      </a:lnTo>
                      <a:lnTo>
                        <a:pt x="519" y="40"/>
                      </a:lnTo>
                      <a:lnTo>
                        <a:pt x="519" y="42"/>
                      </a:lnTo>
                      <a:lnTo>
                        <a:pt x="519" y="44"/>
                      </a:lnTo>
                      <a:lnTo>
                        <a:pt x="519" y="46"/>
                      </a:lnTo>
                      <a:lnTo>
                        <a:pt x="519" y="47"/>
                      </a:lnTo>
                      <a:lnTo>
                        <a:pt x="519" y="49"/>
                      </a:lnTo>
                      <a:lnTo>
                        <a:pt x="520" y="49"/>
                      </a:lnTo>
                      <a:lnTo>
                        <a:pt x="522" y="51"/>
                      </a:lnTo>
                      <a:lnTo>
                        <a:pt x="520" y="51"/>
                      </a:lnTo>
                      <a:lnTo>
                        <a:pt x="520" y="53"/>
                      </a:lnTo>
                      <a:lnTo>
                        <a:pt x="522" y="53"/>
                      </a:lnTo>
                      <a:lnTo>
                        <a:pt x="524" y="53"/>
                      </a:lnTo>
                      <a:lnTo>
                        <a:pt x="524" y="55"/>
                      </a:lnTo>
                      <a:lnTo>
                        <a:pt x="526" y="55"/>
                      </a:lnTo>
                      <a:lnTo>
                        <a:pt x="528" y="55"/>
                      </a:lnTo>
                      <a:lnTo>
                        <a:pt x="528" y="57"/>
                      </a:lnTo>
                      <a:lnTo>
                        <a:pt x="530" y="57"/>
                      </a:lnTo>
                      <a:lnTo>
                        <a:pt x="530" y="58"/>
                      </a:lnTo>
                      <a:lnTo>
                        <a:pt x="531" y="58"/>
                      </a:lnTo>
                      <a:lnTo>
                        <a:pt x="531" y="60"/>
                      </a:lnTo>
                      <a:lnTo>
                        <a:pt x="533" y="60"/>
                      </a:lnTo>
                      <a:lnTo>
                        <a:pt x="531" y="60"/>
                      </a:lnTo>
                      <a:lnTo>
                        <a:pt x="531" y="62"/>
                      </a:lnTo>
                      <a:lnTo>
                        <a:pt x="533" y="62"/>
                      </a:lnTo>
                      <a:lnTo>
                        <a:pt x="535" y="64"/>
                      </a:lnTo>
                      <a:lnTo>
                        <a:pt x="535" y="62"/>
                      </a:lnTo>
                      <a:lnTo>
                        <a:pt x="537" y="62"/>
                      </a:lnTo>
                      <a:lnTo>
                        <a:pt x="537" y="64"/>
                      </a:lnTo>
                      <a:lnTo>
                        <a:pt x="539" y="64"/>
                      </a:lnTo>
                      <a:lnTo>
                        <a:pt x="540" y="64"/>
                      </a:lnTo>
                      <a:lnTo>
                        <a:pt x="540" y="66"/>
                      </a:lnTo>
                      <a:lnTo>
                        <a:pt x="542" y="66"/>
                      </a:lnTo>
                      <a:lnTo>
                        <a:pt x="544" y="66"/>
                      </a:lnTo>
                      <a:lnTo>
                        <a:pt x="546" y="66"/>
                      </a:lnTo>
                      <a:lnTo>
                        <a:pt x="548" y="66"/>
                      </a:lnTo>
                      <a:lnTo>
                        <a:pt x="550" y="66"/>
                      </a:lnTo>
                      <a:lnTo>
                        <a:pt x="551" y="66"/>
                      </a:lnTo>
                      <a:lnTo>
                        <a:pt x="553" y="66"/>
                      </a:lnTo>
                      <a:lnTo>
                        <a:pt x="555" y="66"/>
                      </a:lnTo>
                      <a:lnTo>
                        <a:pt x="555" y="68"/>
                      </a:lnTo>
                      <a:lnTo>
                        <a:pt x="555" y="69"/>
                      </a:lnTo>
                      <a:lnTo>
                        <a:pt x="555" y="71"/>
                      </a:lnTo>
                      <a:lnTo>
                        <a:pt x="557" y="71"/>
                      </a:lnTo>
                      <a:lnTo>
                        <a:pt x="559" y="69"/>
                      </a:lnTo>
                      <a:lnTo>
                        <a:pt x="561" y="69"/>
                      </a:lnTo>
                      <a:lnTo>
                        <a:pt x="562" y="69"/>
                      </a:lnTo>
                      <a:lnTo>
                        <a:pt x="564" y="69"/>
                      </a:lnTo>
                      <a:lnTo>
                        <a:pt x="564" y="71"/>
                      </a:lnTo>
                      <a:lnTo>
                        <a:pt x="566" y="71"/>
                      </a:lnTo>
                      <a:lnTo>
                        <a:pt x="568" y="71"/>
                      </a:lnTo>
                      <a:lnTo>
                        <a:pt x="570" y="71"/>
                      </a:lnTo>
                      <a:lnTo>
                        <a:pt x="571" y="73"/>
                      </a:lnTo>
                      <a:lnTo>
                        <a:pt x="571" y="71"/>
                      </a:lnTo>
                      <a:lnTo>
                        <a:pt x="573" y="71"/>
                      </a:lnTo>
                      <a:lnTo>
                        <a:pt x="575" y="71"/>
                      </a:lnTo>
                      <a:lnTo>
                        <a:pt x="575" y="69"/>
                      </a:lnTo>
                      <a:lnTo>
                        <a:pt x="577" y="69"/>
                      </a:lnTo>
                      <a:lnTo>
                        <a:pt x="577" y="71"/>
                      </a:lnTo>
                      <a:lnTo>
                        <a:pt x="579" y="71"/>
                      </a:lnTo>
                      <a:lnTo>
                        <a:pt x="581" y="71"/>
                      </a:lnTo>
                      <a:lnTo>
                        <a:pt x="582" y="71"/>
                      </a:lnTo>
                      <a:lnTo>
                        <a:pt x="584" y="71"/>
                      </a:lnTo>
                      <a:lnTo>
                        <a:pt x="586" y="73"/>
                      </a:lnTo>
                      <a:lnTo>
                        <a:pt x="586" y="71"/>
                      </a:lnTo>
                      <a:lnTo>
                        <a:pt x="586" y="73"/>
                      </a:lnTo>
                      <a:lnTo>
                        <a:pt x="586" y="71"/>
                      </a:lnTo>
                      <a:lnTo>
                        <a:pt x="588" y="71"/>
                      </a:lnTo>
                      <a:lnTo>
                        <a:pt x="590" y="71"/>
                      </a:lnTo>
                      <a:lnTo>
                        <a:pt x="592" y="69"/>
                      </a:lnTo>
                      <a:lnTo>
                        <a:pt x="593" y="68"/>
                      </a:lnTo>
                      <a:lnTo>
                        <a:pt x="593" y="69"/>
                      </a:lnTo>
                      <a:lnTo>
                        <a:pt x="595" y="68"/>
                      </a:lnTo>
                      <a:lnTo>
                        <a:pt x="595" y="66"/>
                      </a:lnTo>
                      <a:lnTo>
                        <a:pt x="597" y="66"/>
                      </a:lnTo>
                      <a:lnTo>
                        <a:pt x="599" y="66"/>
                      </a:lnTo>
                      <a:lnTo>
                        <a:pt x="601" y="66"/>
                      </a:lnTo>
                      <a:lnTo>
                        <a:pt x="603" y="66"/>
                      </a:lnTo>
                      <a:lnTo>
                        <a:pt x="604" y="66"/>
                      </a:lnTo>
                      <a:lnTo>
                        <a:pt x="606" y="66"/>
                      </a:lnTo>
                      <a:lnTo>
                        <a:pt x="606" y="64"/>
                      </a:lnTo>
                      <a:lnTo>
                        <a:pt x="608" y="64"/>
                      </a:lnTo>
                      <a:lnTo>
                        <a:pt x="610" y="66"/>
                      </a:lnTo>
                      <a:lnTo>
                        <a:pt x="612" y="64"/>
                      </a:lnTo>
                      <a:lnTo>
                        <a:pt x="613" y="64"/>
                      </a:lnTo>
                      <a:lnTo>
                        <a:pt x="613" y="62"/>
                      </a:lnTo>
                      <a:lnTo>
                        <a:pt x="615" y="62"/>
                      </a:lnTo>
                      <a:lnTo>
                        <a:pt x="617" y="62"/>
                      </a:lnTo>
                      <a:lnTo>
                        <a:pt x="617" y="64"/>
                      </a:lnTo>
                      <a:lnTo>
                        <a:pt x="619" y="64"/>
                      </a:lnTo>
                      <a:lnTo>
                        <a:pt x="621" y="64"/>
                      </a:lnTo>
                      <a:lnTo>
                        <a:pt x="621" y="62"/>
                      </a:lnTo>
                      <a:lnTo>
                        <a:pt x="621" y="64"/>
                      </a:lnTo>
                      <a:lnTo>
                        <a:pt x="623" y="64"/>
                      </a:lnTo>
                      <a:lnTo>
                        <a:pt x="623" y="62"/>
                      </a:lnTo>
                      <a:lnTo>
                        <a:pt x="624" y="62"/>
                      </a:lnTo>
                      <a:lnTo>
                        <a:pt x="626" y="62"/>
                      </a:lnTo>
                      <a:lnTo>
                        <a:pt x="626" y="60"/>
                      </a:lnTo>
                      <a:lnTo>
                        <a:pt x="628" y="60"/>
                      </a:lnTo>
                      <a:lnTo>
                        <a:pt x="630" y="60"/>
                      </a:lnTo>
                      <a:lnTo>
                        <a:pt x="632" y="60"/>
                      </a:lnTo>
                      <a:lnTo>
                        <a:pt x="632" y="62"/>
                      </a:lnTo>
                      <a:lnTo>
                        <a:pt x="634" y="62"/>
                      </a:lnTo>
                      <a:lnTo>
                        <a:pt x="635" y="62"/>
                      </a:lnTo>
                      <a:lnTo>
                        <a:pt x="635" y="60"/>
                      </a:lnTo>
                      <a:lnTo>
                        <a:pt x="637" y="60"/>
                      </a:lnTo>
                      <a:lnTo>
                        <a:pt x="637" y="62"/>
                      </a:lnTo>
                      <a:lnTo>
                        <a:pt x="639" y="62"/>
                      </a:lnTo>
                      <a:lnTo>
                        <a:pt x="641" y="62"/>
                      </a:lnTo>
                      <a:lnTo>
                        <a:pt x="643" y="62"/>
                      </a:lnTo>
                      <a:lnTo>
                        <a:pt x="645" y="62"/>
                      </a:lnTo>
                      <a:lnTo>
                        <a:pt x="646" y="62"/>
                      </a:lnTo>
                      <a:lnTo>
                        <a:pt x="648" y="62"/>
                      </a:lnTo>
                      <a:lnTo>
                        <a:pt x="650" y="62"/>
                      </a:lnTo>
                      <a:lnTo>
                        <a:pt x="652" y="62"/>
                      </a:lnTo>
                      <a:lnTo>
                        <a:pt x="654" y="62"/>
                      </a:lnTo>
                      <a:lnTo>
                        <a:pt x="655" y="62"/>
                      </a:lnTo>
                      <a:lnTo>
                        <a:pt x="655" y="64"/>
                      </a:lnTo>
                      <a:lnTo>
                        <a:pt x="655" y="66"/>
                      </a:lnTo>
                      <a:lnTo>
                        <a:pt x="657" y="66"/>
                      </a:lnTo>
                      <a:lnTo>
                        <a:pt x="659" y="66"/>
                      </a:lnTo>
                      <a:lnTo>
                        <a:pt x="661" y="66"/>
                      </a:lnTo>
                      <a:lnTo>
                        <a:pt x="663" y="66"/>
                      </a:lnTo>
                      <a:lnTo>
                        <a:pt x="665" y="66"/>
                      </a:lnTo>
                      <a:lnTo>
                        <a:pt x="666" y="66"/>
                      </a:lnTo>
                      <a:lnTo>
                        <a:pt x="668" y="66"/>
                      </a:lnTo>
                      <a:lnTo>
                        <a:pt x="670" y="66"/>
                      </a:lnTo>
                      <a:lnTo>
                        <a:pt x="672" y="66"/>
                      </a:lnTo>
                      <a:lnTo>
                        <a:pt x="672" y="64"/>
                      </a:lnTo>
                      <a:lnTo>
                        <a:pt x="674" y="66"/>
                      </a:lnTo>
                      <a:lnTo>
                        <a:pt x="679" y="66"/>
                      </a:lnTo>
                      <a:lnTo>
                        <a:pt x="683" y="66"/>
                      </a:lnTo>
                      <a:lnTo>
                        <a:pt x="685" y="68"/>
                      </a:lnTo>
                      <a:lnTo>
                        <a:pt x="688" y="69"/>
                      </a:lnTo>
                      <a:lnTo>
                        <a:pt x="690" y="69"/>
                      </a:lnTo>
                      <a:lnTo>
                        <a:pt x="690" y="71"/>
                      </a:lnTo>
                      <a:lnTo>
                        <a:pt x="692" y="71"/>
                      </a:lnTo>
                      <a:lnTo>
                        <a:pt x="690" y="71"/>
                      </a:lnTo>
                      <a:lnTo>
                        <a:pt x="690" y="73"/>
                      </a:lnTo>
                      <a:lnTo>
                        <a:pt x="690" y="75"/>
                      </a:lnTo>
                      <a:lnTo>
                        <a:pt x="692" y="75"/>
                      </a:lnTo>
                      <a:lnTo>
                        <a:pt x="692" y="73"/>
                      </a:lnTo>
                      <a:lnTo>
                        <a:pt x="692" y="75"/>
                      </a:lnTo>
                      <a:lnTo>
                        <a:pt x="694" y="75"/>
                      </a:lnTo>
                      <a:lnTo>
                        <a:pt x="694" y="77"/>
                      </a:lnTo>
                      <a:lnTo>
                        <a:pt x="696" y="77"/>
                      </a:lnTo>
                      <a:lnTo>
                        <a:pt x="697" y="77"/>
                      </a:lnTo>
                      <a:lnTo>
                        <a:pt x="697" y="79"/>
                      </a:lnTo>
                      <a:lnTo>
                        <a:pt x="699" y="77"/>
                      </a:lnTo>
                      <a:lnTo>
                        <a:pt x="701" y="77"/>
                      </a:lnTo>
                      <a:lnTo>
                        <a:pt x="703" y="79"/>
                      </a:lnTo>
                      <a:lnTo>
                        <a:pt x="705" y="79"/>
                      </a:lnTo>
                      <a:lnTo>
                        <a:pt x="707" y="79"/>
                      </a:lnTo>
                      <a:lnTo>
                        <a:pt x="708" y="79"/>
                      </a:lnTo>
                      <a:lnTo>
                        <a:pt x="710" y="79"/>
                      </a:lnTo>
                      <a:lnTo>
                        <a:pt x="712" y="79"/>
                      </a:lnTo>
                      <a:lnTo>
                        <a:pt x="714" y="79"/>
                      </a:lnTo>
                      <a:lnTo>
                        <a:pt x="716" y="79"/>
                      </a:lnTo>
                      <a:lnTo>
                        <a:pt x="718" y="79"/>
                      </a:lnTo>
                      <a:lnTo>
                        <a:pt x="718" y="80"/>
                      </a:lnTo>
                      <a:lnTo>
                        <a:pt x="718" y="79"/>
                      </a:lnTo>
                      <a:lnTo>
                        <a:pt x="719" y="79"/>
                      </a:lnTo>
                      <a:lnTo>
                        <a:pt x="719" y="80"/>
                      </a:lnTo>
                      <a:lnTo>
                        <a:pt x="721" y="80"/>
                      </a:lnTo>
                      <a:lnTo>
                        <a:pt x="721" y="79"/>
                      </a:lnTo>
                      <a:lnTo>
                        <a:pt x="721" y="80"/>
                      </a:lnTo>
                      <a:lnTo>
                        <a:pt x="723" y="80"/>
                      </a:lnTo>
                      <a:lnTo>
                        <a:pt x="723" y="79"/>
                      </a:lnTo>
                      <a:lnTo>
                        <a:pt x="723" y="80"/>
                      </a:lnTo>
                      <a:lnTo>
                        <a:pt x="725" y="80"/>
                      </a:lnTo>
                      <a:lnTo>
                        <a:pt x="723" y="80"/>
                      </a:lnTo>
                      <a:lnTo>
                        <a:pt x="723" y="82"/>
                      </a:lnTo>
                      <a:lnTo>
                        <a:pt x="721" y="82"/>
                      </a:lnTo>
                      <a:lnTo>
                        <a:pt x="723" y="82"/>
                      </a:lnTo>
                      <a:lnTo>
                        <a:pt x="723" y="84"/>
                      </a:lnTo>
                      <a:lnTo>
                        <a:pt x="725" y="84"/>
                      </a:lnTo>
                      <a:lnTo>
                        <a:pt x="723" y="86"/>
                      </a:lnTo>
                      <a:lnTo>
                        <a:pt x="725" y="86"/>
                      </a:lnTo>
                      <a:lnTo>
                        <a:pt x="725" y="88"/>
                      </a:lnTo>
                      <a:lnTo>
                        <a:pt x="723" y="88"/>
                      </a:lnTo>
                      <a:lnTo>
                        <a:pt x="723" y="90"/>
                      </a:lnTo>
                      <a:lnTo>
                        <a:pt x="725" y="90"/>
                      </a:lnTo>
                      <a:lnTo>
                        <a:pt x="727" y="90"/>
                      </a:lnTo>
                      <a:lnTo>
                        <a:pt x="725" y="90"/>
                      </a:lnTo>
                      <a:lnTo>
                        <a:pt x="727" y="90"/>
                      </a:lnTo>
                      <a:lnTo>
                        <a:pt x="725" y="90"/>
                      </a:lnTo>
                      <a:lnTo>
                        <a:pt x="725" y="91"/>
                      </a:lnTo>
                      <a:lnTo>
                        <a:pt x="727" y="91"/>
                      </a:lnTo>
                      <a:lnTo>
                        <a:pt x="728" y="91"/>
                      </a:lnTo>
                      <a:lnTo>
                        <a:pt x="728" y="93"/>
                      </a:lnTo>
                      <a:lnTo>
                        <a:pt x="730" y="93"/>
                      </a:lnTo>
                      <a:lnTo>
                        <a:pt x="732" y="93"/>
                      </a:lnTo>
                      <a:lnTo>
                        <a:pt x="734" y="93"/>
                      </a:lnTo>
                      <a:lnTo>
                        <a:pt x="736" y="93"/>
                      </a:lnTo>
                      <a:lnTo>
                        <a:pt x="736" y="95"/>
                      </a:lnTo>
                      <a:lnTo>
                        <a:pt x="738" y="95"/>
                      </a:lnTo>
                      <a:lnTo>
                        <a:pt x="738" y="97"/>
                      </a:lnTo>
                      <a:lnTo>
                        <a:pt x="739" y="99"/>
                      </a:lnTo>
                      <a:lnTo>
                        <a:pt x="741" y="99"/>
                      </a:lnTo>
                      <a:lnTo>
                        <a:pt x="741" y="101"/>
                      </a:lnTo>
                      <a:lnTo>
                        <a:pt x="743" y="101"/>
                      </a:lnTo>
                      <a:lnTo>
                        <a:pt x="743" y="102"/>
                      </a:lnTo>
                      <a:lnTo>
                        <a:pt x="745" y="101"/>
                      </a:lnTo>
                      <a:lnTo>
                        <a:pt x="747" y="101"/>
                      </a:lnTo>
                      <a:lnTo>
                        <a:pt x="749" y="101"/>
                      </a:lnTo>
                      <a:lnTo>
                        <a:pt x="750" y="101"/>
                      </a:lnTo>
                      <a:lnTo>
                        <a:pt x="752" y="101"/>
                      </a:lnTo>
                      <a:lnTo>
                        <a:pt x="754" y="101"/>
                      </a:lnTo>
                      <a:lnTo>
                        <a:pt x="756" y="101"/>
                      </a:lnTo>
                      <a:lnTo>
                        <a:pt x="758" y="101"/>
                      </a:lnTo>
                      <a:lnTo>
                        <a:pt x="759" y="101"/>
                      </a:lnTo>
                      <a:lnTo>
                        <a:pt x="761" y="101"/>
                      </a:lnTo>
                      <a:lnTo>
                        <a:pt x="763" y="102"/>
                      </a:lnTo>
                      <a:lnTo>
                        <a:pt x="763" y="101"/>
                      </a:lnTo>
                      <a:lnTo>
                        <a:pt x="767" y="101"/>
                      </a:lnTo>
                      <a:lnTo>
                        <a:pt x="769" y="101"/>
                      </a:lnTo>
                      <a:lnTo>
                        <a:pt x="770" y="101"/>
                      </a:lnTo>
                      <a:lnTo>
                        <a:pt x="772" y="101"/>
                      </a:lnTo>
                      <a:lnTo>
                        <a:pt x="774" y="102"/>
                      </a:lnTo>
                      <a:lnTo>
                        <a:pt x="776" y="102"/>
                      </a:lnTo>
                      <a:lnTo>
                        <a:pt x="776" y="104"/>
                      </a:lnTo>
                      <a:lnTo>
                        <a:pt x="778" y="104"/>
                      </a:lnTo>
                      <a:lnTo>
                        <a:pt x="780" y="106"/>
                      </a:lnTo>
                      <a:lnTo>
                        <a:pt x="781" y="106"/>
                      </a:lnTo>
                      <a:lnTo>
                        <a:pt x="783" y="106"/>
                      </a:lnTo>
                      <a:lnTo>
                        <a:pt x="785" y="104"/>
                      </a:lnTo>
                      <a:lnTo>
                        <a:pt x="787" y="106"/>
                      </a:lnTo>
                      <a:lnTo>
                        <a:pt x="789" y="106"/>
                      </a:lnTo>
                      <a:lnTo>
                        <a:pt x="791" y="106"/>
                      </a:lnTo>
                      <a:lnTo>
                        <a:pt x="792" y="106"/>
                      </a:lnTo>
                      <a:lnTo>
                        <a:pt x="794" y="106"/>
                      </a:lnTo>
                      <a:lnTo>
                        <a:pt x="796" y="106"/>
                      </a:lnTo>
                      <a:lnTo>
                        <a:pt x="798" y="106"/>
                      </a:lnTo>
                      <a:lnTo>
                        <a:pt x="800" y="106"/>
                      </a:lnTo>
                      <a:lnTo>
                        <a:pt x="801" y="108"/>
                      </a:lnTo>
                      <a:lnTo>
                        <a:pt x="803" y="108"/>
                      </a:lnTo>
                      <a:lnTo>
                        <a:pt x="805" y="108"/>
                      </a:lnTo>
                      <a:lnTo>
                        <a:pt x="809" y="106"/>
                      </a:lnTo>
                      <a:lnTo>
                        <a:pt x="809" y="104"/>
                      </a:lnTo>
                      <a:lnTo>
                        <a:pt x="811" y="104"/>
                      </a:lnTo>
                      <a:lnTo>
                        <a:pt x="811" y="106"/>
                      </a:lnTo>
                      <a:lnTo>
                        <a:pt x="814" y="106"/>
                      </a:lnTo>
                      <a:lnTo>
                        <a:pt x="816" y="106"/>
                      </a:lnTo>
                      <a:lnTo>
                        <a:pt x="818" y="106"/>
                      </a:lnTo>
                      <a:lnTo>
                        <a:pt x="822" y="108"/>
                      </a:lnTo>
                      <a:lnTo>
                        <a:pt x="823" y="106"/>
                      </a:lnTo>
                      <a:lnTo>
                        <a:pt x="825" y="106"/>
                      </a:lnTo>
                      <a:lnTo>
                        <a:pt x="827" y="106"/>
                      </a:lnTo>
                      <a:lnTo>
                        <a:pt x="829" y="106"/>
                      </a:lnTo>
                      <a:lnTo>
                        <a:pt x="831" y="106"/>
                      </a:lnTo>
                      <a:lnTo>
                        <a:pt x="834" y="104"/>
                      </a:lnTo>
                      <a:lnTo>
                        <a:pt x="840" y="102"/>
                      </a:lnTo>
                      <a:lnTo>
                        <a:pt x="842" y="102"/>
                      </a:lnTo>
                      <a:lnTo>
                        <a:pt x="845" y="101"/>
                      </a:lnTo>
                      <a:lnTo>
                        <a:pt x="849" y="101"/>
                      </a:lnTo>
                      <a:lnTo>
                        <a:pt x="851" y="102"/>
                      </a:lnTo>
                      <a:lnTo>
                        <a:pt x="853" y="101"/>
                      </a:lnTo>
                      <a:lnTo>
                        <a:pt x="856" y="99"/>
                      </a:lnTo>
                      <a:lnTo>
                        <a:pt x="858" y="99"/>
                      </a:lnTo>
                      <a:lnTo>
                        <a:pt x="860" y="99"/>
                      </a:lnTo>
                      <a:lnTo>
                        <a:pt x="862" y="101"/>
                      </a:lnTo>
                      <a:lnTo>
                        <a:pt x="865" y="101"/>
                      </a:lnTo>
                      <a:lnTo>
                        <a:pt x="867" y="99"/>
                      </a:lnTo>
                      <a:lnTo>
                        <a:pt x="869" y="99"/>
                      </a:lnTo>
                      <a:lnTo>
                        <a:pt x="874" y="97"/>
                      </a:lnTo>
                      <a:lnTo>
                        <a:pt x="878" y="95"/>
                      </a:lnTo>
                      <a:lnTo>
                        <a:pt x="882" y="95"/>
                      </a:lnTo>
                      <a:lnTo>
                        <a:pt x="884" y="95"/>
                      </a:lnTo>
                      <a:lnTo>
                        <a:pt x="885" y="95"/>
                      </a:lnTo>
                      <a:lnTo>
                        <a:pt x="889" y="95"/>
                      </a:lnTo>
                      <a:lnTo>
                        <a:pt x="891" y="95"/>
                      </a:lnTo>
                      <a:lnTo>
                        <a:pt x="893" y="95"/>
                      </a:lnTo>
                      <a:lnTo>
                        <a:pt x="895" y="95"/>
                      </a:lnTo>
                      <a:lnTo>
                        <a:pt x="896" y="95"/>
                      </a:lnTo>
                      <a:lnTo>
                        <a:pt x="898" y="95"/>
                      </a:lnTo>
                      <a:lnTo>
                        <a:pt x="898" y="93"/>
                      </a:lnTo>
                      <a:lnTo>
                        <a:pt x="900" y="93"/>
                      </a:lnTo>
                      <a:lnTo>
                        <a:pt x="902" y="93"/>
                      </a:lnTo>
                      <a:lnTo>
                        <a:pt x="902" y="91"/>
                      </a:lnTo>
                      <a:lnTo>
                        <a:pt x="904" y="91"/>
                      </a:lnTo>
                      <a:lnTo>
                        <a:pt x="905" y="91"/>
                      </a:lnTo>
                      <a:lnTo>
                        <a:pt x="905" y="90"/>
                      </a:lnTo>
                      <a:lnTo>
                        <a:pt x="907" y="90"/>
                      </a:lnTo>
                      <a:lnTo>
                        <a:pt x="909" y="86"/>
                      </a:lnTo>
                      <a:lnTo>
                        <a:pt x="911" y="82"/>
                      </a:lnTo>
                      <a:lnTo>
                        <a:pt x="913" y="82"/>
                      </a:lnTo>
                      <a:lnTo>
                        <a:pt x="918" y="80"/>
                      </a:lnTo>
                      <a:lnTo>
                        <a:pt x="920" y="79"/>
                      </a:lnTo>
                      <a:lnTo>
                        <a:pt x="924" y="79"/>
                      </a:lnTo>
                      <a:lnTo>
                        <a:pt x="926" y="79"/>
                      </a:lnTo>
                      <a:lnTo>
                        <a:pt x="927" y="77"/>
                      </a:lnTo>
                      <a:lnTo>
                        <a:pt x="929" y="75"/>
                      </a:lnTo>
                      <a:lnTo>
                        <a:pt x="933" y="75"/>
                      </a:lnTo>
                      <a:lnTo>
                        <a:pt x="935" y="73"/>
                      </a:lnTo>
                      <a:lnTo>
                        <a:pt x="938" y="71"/>
                      </a:lnTo>
                      <a:lnTo>
                        <a:pt x="940" y="71"/>
                      </a:lnTo>
                      <a:lnTo>
                        <a:pt x="944" y="69"/>
                      </a:lnTo>
                      <a:lnTo>
                        <a:pt x="946" y="68"/>
                      </a:lnTo>
                      <a:lnTo>
                        <a:pt x="947" y="68"/>
                      </a:lnTo>
                      <a:lnTo>
                        <a:pt x="949" y="68"/>
                      </a:lnTo>
                      <a:lnTo>
                        <a:pt x="951" y="68"/>
                      </a:lnTo>
                      <a:lnTo>
                        <a:pt x="953" y="68"/>
                      </a:lnTo>
                      <a:lnTo>
                        <a:pt x="955" y="68"/>
                      </a:lnTo>
                      <a:lnTo>
                        <a:pt x="955" y="69"/>
                      </a:lnTo>
                      <a:lnTo>
                        <a:pt x="957" y="69"/>
                      </a:lnTo>
                      <a:lnTo>
                        <a:pt x="958" y="69"/>
                      </a:lnTo>
                      <a:lnTo>
                        <a:pt x="960" y="69"/>
                      </a:lnTo>
                      <a:lnTo>
                        <a:pt x="962" y="68"/>
                      </a:lnTo>
                      <a:lnTo>
                        <a:pt x="964" y="69"/>
                      </a:lnTo>
                      <a:lnTo>
                        <a:pt x="966" y="69"/>
                      </a:lnTo>
                      <a:lnTo>
                        <a:pt x="969" y="69"/>
                      </a:lnTo>
                      <a:lnTo>
                        <a:pt x="971" y="69"/>
                      </a:lnTo>
                      <a:lnTo>
                        <a:pt x="973" y="71"/>
                      </a:lnTo>
                      <a:lnTo>
                        <a:pt x="975" y="71"/>
                      </a:lnTo>
                      <a:lnTo>
                        <a:pt x="977" y="71"/>
                      </a:lnTo>
                      <a:lnTo>
                        <a:pt x="977" y="73"/>
                      </a:lnTo>
                      <a:lnTo>
                        <a:pt x="979" y="73"/>
                      </a:lnTo>
                      <a:lnTo>
                        <a:pt x="979" y="75"/>
                      </a:lnTo>
                      <a:lnTo>
                        <a:pt x="980" y="75"/>
                      </a:lnTo>
                      <a:lnTo>
                        <a:pt x="982" y="77"/>
                      </a:lnTo>
                      <a:lnTo>
                        <a:pt x="984" y="79"/>
                      </a:lnTo>
                      <a:lnTo>
                        <a:pt x="986" y="79"/>
                      </a:lnTo>
                      <a:lnTo>
                        <a:pt x="988" y="80"/>
                      </a:lnTo>
                      <a:lnTo>
                        <a:pt x="989" y="80"/>
                      </a:lnTo>
                      <a:lnTo>
                        <a:pt x="991" y="80"/>
                      </a:lnTo>
                      <a:lnTo>
                        <a:pt x="993" y="80"/>
                      </a:lnTo>
                      <a:lnTo>
                        <a:pt x="995" y="80"/>
                      </a:lnTo>
                      <a:lnTo>
                        <a:pt x="997" y="80"/>
                      </a:lnTo>
                      <a:lnTo>
                        <a:pt x="999" y="80"/>
                      </a:lnTo>
                      <a:lnTo>
                        <a:pt x="999" y="82"/>
                      </a:lnTo>
                      <a:lnTo>
                        <a:pt x="1000" y="82"/>
                      </a:lnTo>
                      <a:lnTo>
                        <a:pt x="1004" y="80"/>
                      </a:lnTo>
                      <a:lnTo>
                        <a:pt x="1006" y="80"/>
                      </a:lnTo>
                      <a:lnTo>
                        <a:pt x="1008" y="79"/>
                      </a:lnTo>
                      <a:lnTo>
                        <a:pt x="1010" y="79"/>
                      </a:lnTo>
                      <a:lnTo>
                        <a:pt x="1013" y="77"/>
                      </a:lnTo>
                      <a:lnTo>
                        <a:pt x="1015" y="77"/>
                      </a:lnTo>
                      <a:lnTo>
                        <a:pt x="1017" y="77"/>
                      </a:lnTo>
                      <a:lnTo>
                        <a:pt x="1019" y="77"/>
                      </a:lnTo>
                      <a:lnTo>
                        <a:pt x="1020" y="77"/>
                      </a:lnTo>
                      <a:lnTo>
                        <a:pt x="1024" y="77"/>
                      </a:lnTo>
                      <a:lnTo>
                        <a:pt x="1026" y="79"/>
                      </a:lnTo>
                      <a:lnTo>
                        <a:pt x="1028" y="79"/>
                      </a:lnTo>
                      <a:lnTo>
                        <a:pt x="1031" y="79"/>
                      </a:lnTo>
                      <a:lnTo>
                        <a:pt x="1033" y="80"/>
                      </a:lnTo>
                      <a:lnTo>
                        <a:pt x="1037" y="82"/>
                      </a:lnTo>
                      <a:lnTo>
                        <a:pt x="1033" y="86"/>
                      </a:lnTo>
                      <a:lnTo>
                        <a:pt x="1031" y="88"/>
                      </a:lnTo>
                      <a:lnTo>
                        <a:pt x="1028" y="95"/>
                      </a:lnTo>
                      <a:lnTo>
                        <a:pt x="1026" y="99"/>
                      </a:lnTo>
                      <a:lnTo>
                        <a:pt x="1015" y="113"/>
                      </a:lnTo>
                      <a:lnTo>
                        <a:pt x="1011" y="119"/>
                      </a:lnTo>
                      <a:lnTo>
                        <a:pt x="1013" y="119"/>
                      </a:lnTo>
                      <a:lnTo>
                        <a:pt x="1010" y="122"/>
                      </a:lnTo>
                      <a:lnTo>
                        <a:pt x="1004" y="130"/>
                      </a:lnTo>
                      <a:lnTo>
                        <a:pt x="1004" y="139"/>
                      </a:lnTo>
                      <a:lnTo>
                        <a:pt x="999" y="141"/>
                      </a:lnTo>
                      <a:lnTo>
                        <a:pt x="993" y="143"/>
                      </a:lnTo>
                      <a:lnTo>
                        <a:pt x="993" y="144"/>
                      </a:lnTo>
                      <a:lnTo>
                        <a:pt x="995" y="144"/>
                      </a:lnTo>
                      <a:lnTo>
                        <a:pt x="993" y="144"/>
                      </a:lnTo>
                      <a:lnTo>
                        <a:pt x="995" y="146"/>
                      </a:lnTo>
                      <a:lnTo>
                        <a:pt x="995" y="148"/>
                      </a:lnTo>
                      <a:lnTo>
                        <a:pt x="995" y="150"/>
                      </a:lnTo>
                      <a:lnTo>
                        <a:pt x="995" y="152"/>
                      </a:lnTo>
                      <a:lnTo>
                        <a:pt x="1006" y="159"/>
                      </a:lnTo>
                      <a:lnTo>
                        <a:pt x="1008" y="161"/>
                      </a:lnTo>
                      <a:lnTo>
                        <a:pt x="1010" y="161"/>
                      </a:lnTo>
                      <a:lnTo>
                        <a:pt x="1013" y="155"/>
                      </a:lnTo>
                      <a:lnTo>
                        <a:pt x="1015" y="155"/>
                      </a:lnTo>
                      <a:lnTo>
                        <a:pt x="1019" y="154"/>
                      </a:lnTo>
                      <a:lnTo>
                        <a:pt x="1020" y="154"/>
                      </a:lnTo>
                      <a:lnTo>
                        <a:pt x="1026" y="155"/>
                      </a:lnTo>
                      <a:lnTo>
                        <a:pt x="1031" y="154"/>
                      </a:lnTo>
                      <a:lnTo>
                        <a:pt x="1033" y="154"/>
                      </a:lnTo>
                      <a:lnTo>
                        <a:pt x="1035" y="154"/>
                      </a:lnTo>
                      <a:lnTo>
                        <a:pt x="1039" y="152"/>
                      </a:lnTo>
                      <a:lnTo>
                        <a:pt x="1041" y="152"/>
                      </a:lnTo>
                      <a:lnTo>
                        <a:pt x="1042" y="154"/>
                      </a:lnTo>
                      <a:lnTo>
                        <a:pt x="1046" y="154"/>
                      </a:lnTo>
                      <a:lnTo>
                        <a:pt x="1050" y="155"/>
                      </a:lnTo>
                      <a:lnTo>
                        <a:pt x="1057" y="159"/>
                      </a:lnTo>
                      <a:lnTo>
                        <a:pt x="1061" y="161"/>
                      </a:lnTo>
                      <a:lnTo>
                        <a:pt x="1064" y="157"/>
                      </a:lnTo>
                      <a:lnTo>
                        <a:pt x="1066" y="157"/>
                      </a:lnTo>
                      <a:lnTo>
                        <a:pt x="1066" y="155"/>
                      </a:lnTo>
                      <a:lnTo>
                        <a:pt x="1070" y="154"/>
                      </a:lnTo>
                      <a:lnTo>
                        <a:pt x="1073" y="150"/>
                      </a:lnTo>
                      <a:lnTo>
                        <a:pt x="1075" y="150"/>
                      </a:lnTo>
                      <a:lnTo>
                        <a:pt x="1075" y="148"/>
                      </a:lnTo>
                      <a:lnTo>
                        <a:pt x="1077" y="148"/>
                      </a:lnTo>
                      <a:lnTo>
                        <a:pt x="1079" y="148"/>
                      </a:lnTo>
                      <a:lnTo>
                        <a:pt x="1081" y="148"/>
                      </a:lnTo>
                      <a:lnTo>
                        <a:pt x="1083" y="148"/>
                      </a:lnTo>
                      <a:lnTo>
                        <a:pt x="1084" y="148"/>
                      </a:lnTo>
                      <a:lnTo>
                        <a:pt x="1086" y="148"/>
                      </a:lnTo>
                      <a:lnTo>
                        <a:pt x="1088" y="148"/>
                      </a:lnTo>
                      <a:lnTo>
                        <a:pt x="1090" y="148"/>
                      </a:lnTo>
                      <a:lnTo>
                        <a:pt x="1092" y="148"/>
                      </a:lnTo>
                      <a:lnTo>
                        <a:pt x="1093" y="148"/>
                      </a:lnTo>
                      <a:lnTo>
                        <a:pt x="1095" y="148"/>
                      </a:lnTo>
                      <a:lnTo>
                        <a:pt x="1097" y="148"/>
                      </a:lnTo>
                      <a:lnTo>
                        <a:pt x="1097" y="150"/>
                      </a:lnTo>
                      <a:lnTo>
                        <a:pt x="1099" y="150"/>
                      </a:lnTo>
                      <a:lnTo>
                        <a:pt x="1101" y="150"/>
                      </a:lnTo>
                      <a:lnTo>
                        <a:pt x="1103" y="150"/>
                      </a:lnTo>
                      <a:lnTo>
                        <a:pt x="1110" y="157"/>
                      </a:lnTo>
                      <a:lnTo>
                        <a:pt x="1115" y="159"/>
                      </a:lnTo>
                      <a:lnTo>
                        <a:pt x="1119" y="159"/>
                      </a:lnTo>
                      <a:lnTo>
                        <a:pt x="1123" y="161"/>
                      </a:lnTo>
                      <a:lnTo>
                        <a:pt x="1123" y="164"/>
                      </a:lnTo>
                      <a:lnTo>
                        <a:pt x="1123" y="166"/>
                      </a:lnTo>
                      <a:lnTo>
                        <a:pt x="1126" y="166"/>
                      </a:lnTo>
                      <a:lnTo>
                        <a:pt x="1130" y="168"/>
                      </a:lnTo>
                      <a:lnTo>
                        <a:pt x="1132" y="168"/>
                      </a:lnTo>
                      <a:lnTo>
                        <a:pt x="1130" y="168"/>
                      </a:lnTo>
                      <a:lnTo>
                        <a:pt x="1130" y="170"/>
                      </a:lnTo>
                      <a:lnTo>
                        <a:pt x="1132" y="170"/>
                      </a:lnTo>
                      <a:lnTo>
                        <a:pt x="1132" y="172"/>
                      </a:lnTo>
                      <a:lnTo>
                        <a:pt x="1134" y="172"/>
                      </a:lnTo>
                      <a:lnTo>
                        <a:pt x="1135" y="172"/>
                      </a:lnTo>
                      <a:lnTo>
                        <a:pt x="1134" y="172"/>
                      </a:lnTo>
                      <a:lnTo>
                        <a:pt x="1135" y="172"/>
                      </a:lnTo>
                      <a:lnTo>
                        <a:pt x="1135" y="174"/>
                      </a:lnTo>
                      <a:lnTo>
                        <a:pt x="1137" y="174"/>
                      </a:lnTo>
                      <a:lnTo>
                        <a:pt x="1137" y="175"/>
                      </a:lnTo>
                      <a:lnTo>
                        <a:pt x="1139" y="175"/>
                      </a:lnTo>
                      <a:lnTo>
                        <a:pt x="1137" y="175"/>
                      </a:lnTo>
                      <a:lnTo>
                        <a:pt x="1139" y="175"/>
                      </a:lnTo>
                      <a:lnTo>
                        <a:pt x="1141" y="175"/>
                      </a:lnTo>
                      <a:lnTo>
                        <a:pt x="1141" y="177"/>
                      </a:lnTo>
                      <a:lnTo>
                        <a:pt x="1143" y="177"/>
                      </a:lnTo>
                      <a:lnTo>
                        <a:pt x="1143" y="179"/>
                      </a:lnTo>
                      <a:lnTo>
                        <a:pt x="1145" y="179"/>
                      </a:lnTo>
                      <a:lnTo>
                        <a:pt x="1146" y="183"/>
                      </a:lnTo>
                      <a:lnTo>
                        <a:pt x="1146" y="185"/>
                      </a:lnTo>
                      <a:lnTo>
                        <a:pt x="1148" y="186"/>
                      </a:lnTo>
                      <a:lnTo>
                        <a:pt x="1148" y="188"/>
                      </a:lnTo>
                      <a:lnTo>
                        <a:pt x="1150" y="188"/>
                      </a:lnTo>
                      <a:lnTo>
                        <a:pt x="1150" y="190"/>
                      </a:lnTo>
                      <a:lnTo>
                        <a:pt x="1152" y="190"/>
                      </a:lnTo>
                      <a:lnTo>
                        <a:pt x="1150" y="190"/>
                      </a:lnTo>
                      <a:lnTo>
                        <a:pt x="1152" y="192"/>
                      </a:lnTo>
                      <a:lnTo>
                        <a:pt x="1150" y="192"/>
                      </a:lnTo>
                      <a:lnTo>
                        <a:pt x="1150" y="194"/>
                      </a:lnTo>
                      <a:lnTo>
                        <a:pt x="1152" y="194"/>
                      </a:lnTo>
                      <a:lnTo>
                        <a:pt x="1152" y="196"/>
                      </a:lnTo>
                      <a:lnTo>
                        <a:pt x="1150" y="196"/>
                      </a:lnTo>
                      <a:lnTo>
                        <a:pt x="1150" y="197"/>
                      </a:lnTo>
                      <a:lnTo>
                        <a:pt x="1148" y="196"/>
                      </a:lnTo>
                      <a:lnTo>
                        <a:pt x="1146" y="196"/>
                      </a:lnTo>
                      <a:lnTo>
                        <a:pt x="1146" y="197"/>
                      </a:lnTo>
                      <a:lnTo>
                        <a:pt x="1145" y="197"/>
                      </a:lnTo>
                      <a:lnTo>
                        <a:pt x="1145" y="199"/>
                      </a:lnTo>
                      <a:lnTo>
                        <a:pt x="1143" y="199"/>
                      </a:lnTo>
                      <a:lnTo>
                        <a:pt x="1141" y="197"/>
                      </a:lnTo>
                      <a:lnTo>
                        <a:pt x="1139" y="197"/>
                      </a:lnTo>
                      <a:lnTo>
                        <a:pt x="1139" y="199"/>
                      </a:lnTo>
                      <a:lnTo>
                        <a:pt x="1139" y="197"/>
                      </a:lnTo>
                      <a:lnTo>
                        <a:pt x="1137" y="197"/>
                      </a:lnTo>
                      <a:lnTo>
                        <a:pt x="1135" y="197"/>
                      </a:lnTo>
                      <a:lnTo>
                        <a:pt x="1134" y="197"/>
                      </a:lnTo>
                      <a:lnTo>
                        <a:pt x="1132" y="199"/>
                      </a:lnTo>
                      <a:lnTo>
                        <a:pt x="1130" y="199"/>
                      </a:lnTo>
                      <a:lnTo>
                        <a:pt x="1128" y="199"/>
                      </a:lnTo>
                      <a:lnTo>
                        <a:pt x="1128" y="197"/>
                      </a:lnTo>
                      <a:lnTo>
                        <a:pt x="1126" y="197"/>
                      </a:lnTo>
                      <a:lnTo>
                        <a:pt x="1125" y="197"/>
                      </a:lnTo>
                      <a:lnTo>
                        <a:pt x="1123" y="197"/>
                      </a:lnTo>
                      <a:lnTo>
                        <a:pt x="1121" y="197"/>
                      </a:lnTo>
                      <a:lnTo>
                        <a:pt x="1121" y="196"/>
                      </a:lnTo>
                      <a:lnTo>
                        <a:pt x="1119" y="196"/>
                      </a:lnTo>
                      <a:lnTo>
                        <a:pt x="1119" y="194"/>
                      </a:lnTo>
                      <a:lnTo>
                        <a:pt x="1117" y="194"/>
                      </a:lnTo>
                      <a:lnTo>
                        <a:pt x="1115" y="196"/>
                      </a:lnTo>
                      <a:lnTo>
                        <a:pt x="1115" y="194"/>
                      </a:lnTo>
                      <a:lnTo>
                        <a:pt x="1115" y="192"/>
                      </a:lnTo>
                      <a:lnTo>
                        <a:pt x="1114" y="194"/>
                      </a:lnTo>
                      <a:lnTo>
                        <a:pt x="1112" y="194"/>
                      </a:lnTo>
                      <a:lnTo>
                        <a:pt x="1112" y="196"/>
                      </a:lnTo>
                      <a:lnTo>
                        <a:pt x="1110" y="196"/>
                      </a:lnTo>
                      <a:lnTo>
                        <a:pt x="1108" y="196"/>
                      </a:lnTo>
                      <a:lnTo>
                        <a:pt x="1106" y="196"/>
                      </a:lnTo>
                      <a:lnTo>
                        <a:pt x="1104" y="196"/>
                      </a:lnTo>
                      <a:lnTo>
                        <a:pt x="1103" y="196"/>
                      </a:lnTo>
                      <a:lnTo>
                        <a:pt x="1101" y="196"/>
                      </a:lnTo>
                      <a:lnTo>
                        <a:pt x="1099" y="196"/>
                      </a:lnTo>
                      <a:lnTo>
                        <a:pt x="1097" y="196"/>
                      </a:lnTo>
                      <a:lnTo>
                        <a:pt x="1097" y="194"/>
                      </a:lnTo>
                      <a:lnTo>
                        <a:pt x="1095" y="194"/>
                      </a:lnTo>
                      <a:lnTo>
                        <a:pt x="1093" y="194"/>
                      </a:lnTo>
                      <a:lnTo>
                        <a:pt x="1092" y="196"/>
                      </a:lnTo>
                      <a:lnTo>
                        <a:pt x="1090" y="196"/>
                      </a:lnTo>
                      <a:lnTo>
                        <a:pt x="1088" y="196"/>
                      </a:lnTo>
                      <a:lnTo>
                        <a:pt x="1086" y="196"/>
                      </a:lnTo>
                      <a:lnTo>
                        <a:pt x="1086" y="197"/>
                      </a:lnTo>
                      <a:lnTo>
                        <a:pt x="1084" y="197"/>
                      </a:lnTo>
                      <a:lnTo>
                        <a:pt x="1083" y="197"/>
                      </a:lnTo>
                      <a:lnTo>
                        <a:pt x="1083" y="199"/>
                      </a:lnTo>
                      <a:lnTo>
                        <a:pt x="1081" y="199"/>
                      </a:lnTo>
                      <a:lnTo>
                        <a:pt x="1079" y="199"/>
                      </a:lnTo>
                      <a:lnTo>
                        <a:pt x="1077" y="199"/>
                      </a:lnTo>
                      <a:lnTo>
                        <a:pt x="1077" y="201"/>
                      </a:lnTo>
                      <a:lnTo>
                        <a:pt x="1075" y="201"/>
                      </a:lnTo>
                      <a:lnTo>
                        <a:pt x="1073" y="201"/>
                      </a:lnTo>
                      <a:lnTo>
                        <a:pt x="1072" y="203"/>
                      </a:lnTo>
                      <a:lnTo>
                        <a:pt x="1070" y="201"/>
                      </a:lnTo>
                      <a:lnTo>
                        <a:pt x="1070" y="199"/>
                      </a:lnTo>
                      <a:lnTo>
                        <a:pt x="1068" y="199"/>
                      </a:lnTo>
                      <a:lnTo>
                        <a:pt x="1066" y="199"/>
                      </a:lnTo>
                      <a:lnTo>
                        <a:pt x="1064" y="199"/>
                      </a:lnTo>
                      <a:lnTo>
                        <a:pt x="1062" y="199"/>
                      </a:lnTo>
                      <a:lnTo>
                        <a:pt x="1061" y="199"/>
                      </a:lnTo>
                      <a:lnTo>
                        <a:pt x="1062" y="201"/>
                      </a:lnTo>
                      <a:lnTo>
                        <a:pt x="1061" y="203"/>
                      </a:lnTo>
                      <a:lnTo>
                        <a:pt x="1061" y="205"/>
                      </a:lnTo>
                      <a:lnTo>
                        <a:pt x="1061" y="207"/>
                      </a:lnTo>
                      <a:lnTo>
                        <a:pt x="1061" y="208"/>
                      </a:lnTo>
                      <a:lnTo>
                        <a:pt x="1057" y="208"/>
                      </a:lnTo>
                      <a:lnTo>
                        <a:pt x="1055" y="208"/>
                      </a:lnTo>
                      <a:lnTo>
                        <a:pt x="1050" y="208"/>
                      </a:lnTo>
                      <a:lnTo>
                        <a:pt x="1048" y="208"/>
                      </a:lnTo>
                      <a:lnTo>
                        <a:pt x="1046" y="208"/>
                      </a:lnTo>
                      <a:lnTo>
                        <a:pt x="1042" y="207"/>
                      </a:lnTo>
                      <a:lnTo>
                        <a:pt x="1041" y="207"/>
                      </a:lnTo>
                      <a:lnTo>
                        <a:pt x="1041" y="208"/>
                      </a:lnTo>
                      <a:lnTo>
                        <a:pt x="1039" y="208"/>
                      </a:lnTo>
                      <a:lnTo>
                        <a:pt x="1035" y="208"/>
                      </a:lnTo>
                      <a:lnTo>
                        <a:pt x="1031" y="210"/>
                      </a:lnTo>
                      <a:lnTo>
                        <a:pt x="1031" y="212"/>
                      </a:lnTo>
                      <a:lnTo>
                        <a:pt x="1026" y="216"/>
                      </a:lnTo>
                      <a:lnTo>
                        <a:pt x="1020" y="221"/>
                      </a:lnTo>
                      <a:lnTo>
                        <a:pt x="1020" y="223"/>
                      </a:lnTo>
                      <a:lnTo>
                        <a:pt x="1019" y="225"/>
                      </a:lnTo>
                      <a:lnTo>
                        <a:pt x="1020" y="225"/>
                      </a:lnTo>
                      <a:lnTo>
                        <a:pt x="1020" y="227"/>
                      </a:lnTo>
                      <a:lnTo>
                        <a:pt x="1020" y="228"/>
                      </a:lnTo>
                      <a:lnTo>
                        <a:pt x="1019" y="230"/>
                      </a:lnTo>
                      <a:lnTo>
                        <a:pt x="1017" y="232"/>
                      </a:lnTo>
                      <a:lnTo>
                        <a:pt x="1015" y="232"/>
                      </a:lnTo>
                      <a:lnTo>
                        <a:pt x="1013" y="232"/>
                      </a:lnTo>
                      <a:lnTo>
                        <a:pt x="1011" y="232"/>
                      </a:lnTo>
                      <a:lnTo>
                        <a:pt x="1010" y="234"/>
                      </a:lnTo>
                      <a:lnTo>
                        <a:pt x="1008" y="234"/>
                      </a:lnTo>
                      <a:lnTo>
                        <a:pt x="1006" y="236"/>
                      </a:lnTo>
                      <a:lnTo>
                        <a:pt x="1006" y="238"/>
                      </a:lnTo>
                      <a:lnTo>
                        <a:pt x="1004" y="238"/>
                      </a:lnTo>
                      <a:lnTo>
                        <a:pt x="1002" y="238"/>
                      </a:lnTo>
                      <a:lnTo>
                        <a:pt x="1002" y="239"/>
                      </a:lnTo>
                      <a:lnTo>
                        <a:pt x="1002" y="241"/>
                      </a:lnTo>
                      <a:lnTo>
                        <a:pt x="1000" y="241"/>
                      </a:lnTo>
                      <a:lnTo>
                        <a:pt x="999" y="241"/>
                      </a:lnTo>
                      <a:lnTo>
                        <a:pt x="997" y="241"/>
                      </a:lnTo>
                      <a:lnTo>
                        <a:pt x="995" y="241"/>
                      </a:lnTo>
                      <a:lnTo>
                        <a:pt x="993" y="241"/>
                      </a:lnTo>
                      <a:lnTo>
                        <a:pt x="991" y="241"/>
                      </a:lnTo>
                      <a:lnTo>
                        <a:pt x="989" y="241"/>
                      </a:lnTo>
                      <a:lnTo>
                        <a:pt x="988" y="243"/>
                      </a:lnTo>
                      <a:lnTo>
                        <a:pt x="986" y="243"/>
                      </a:lnTo>
                      <a:lnTo>
                        <a:pt x="984" y="243"/>
                      </a:lnTo>
                      <a:lnTo>
                        <a:pt x="982" y="243"/>
                      </a:lnTo>
                      <a:lnTo>
                        <a:pt x="980" y="243"/>
                      </a:lnTo>
                      <a:lnTo>
                        <a:pt x="975" y="243"/>
                      </a:lnTo>
                      <a:lnTo>
                        <a:pt x="973" y="243"/>
                      </a:lnTo>
                      <a:lnTo>
                        <a:pt x="971" y="243"/>
                      </a:lnTo>
                      <a:lnTo>
                        <a:pt x="966" y="241"/>
                      </a:lnTo>
                      <a:lnTo>
                        <a:pt x="962" y="241"/>
                      </a:lnTo>
                      <a:lnTo>
                        <a:pt x="960" y="241"/>
                      </a:lnTo>
                      <a:lnTo>
                        <a:pt x="958" y="243"/>
                      </a:lnTo>
                      <a:lnTo>
                        <a:pt x="958" y="245"/>
                      </a:lnTo>
                      <a:lnTo>
                        <a:pt x="958" y="247"/>
                      </a:lnTo>
                      <a:lnTo>
                        <a:pt x="957" y="247"/>
                      </a:lnTo>
                      <a:lnTo>
                        <a:pt x="957" y="249"/>
                      </a:lnTo>
                      <a:lnTo>
                        <a:pt x="955" y="249"/>
                      </a:lnTo>
                      <a:lnTo>
                        <a:pt x="955" y="250"/>
                      </a:lnTo>
                      <a:lnTo>
                        <a:pt x="953" y="250"/>
                      </a:lnTo>
                      <a:lnTo>
                        <a:pt x="953" y="252"/>
                      </a:lnTo>
                      <a:lnTo>
                        <a:pt x="951" y="252"/>
                      </a:lnTo>
                      <a:lnTo>
                        <a:pt x="949" y="252"/>
                      </a:lnTo>
                      <a:lnTo>
                        <a:pt x="949" y="254"/>
                      </a:lnTo>
                      <a:lnTo>
                        <a:pt x="947" y="254"/>
                      </a:lnTo>
                      <a:lnTo>
                        <a:pt x="946" y="256"/>
                      </a:lnTo>
                      <a:lnTo>
                        <a:pt x="944" y="258"/>
                      </a:lnTo>
                      <a:lnTo>
                        <a:pt x="942" y="260"/>
                      </a:lnTo>
                      <a:lnTo>
                        <a:pt x="940" y="260"/>
                      </a:lnTo>
                      <a:lnTo>
                        <a:pt x="938" y="260"/>
                      </a:lnTo>
                      <a:lnTo>
                        <a:pt x="937" y="260"/>
                      </a:lnTo>
                      <a:lnTo>
                        <a:pt x="935" y="260"/>
                      </a:lnTo>
                      <a:lnTo>
                        <a:pt x="935" y="261"/>
                      </a:lnTo>
                      <a:lnTo>
                        <a:pt x="933" y="261"/>
                      </a:lnTo>
                      <a:lnTo>
                        <a:pt x="931" y="261"/>
                      </a:lnTo>
                      <a:lnTo>
                        <a:pt x="931" y="263"/>
                      </a:lnTo>
                      <a:lnTo>
                        <a:pt x="929" y="265"/>
                      </a:lnTo>
                      <a:lnTo>
                        <a:pt x="927" y="265"/>
                      </a:lnTo>
                      <a:lnTo>
                        <a:pt x="926" y="265"/>
                      </a:lnTo>
                      <a:lnTo>
                        <a:pt x="924" y="265"/>
                      </a:lnTo>
                      <a:lnTo>
                        <a:pt x="922" y="265"/>
                      </a:lnTo>
                      <a:lnTo>
                        <a:pt x="918" y="265"/>
                      </a:lnTo>
                      <a:lnTo>
                        <a:pt x="916" y="265"/>
                      </a:lnTo>
                      <a:lnTo>
                        <a:pt x="915" y="265"/>
                      </a:lnTo>
                      <a:lnTo>
                        <a:pt x="913" y="265"/>
                      </a:lnTo>
                      <a:lnTo>
                        <a:pt x="913" y="263"/>
                      </a:lnTo>
                      <a:lnTo>
                        <a:pt x="911" y="263"/>
                      </a:lnTo>
                      <a:lnTo>
                        <a:pt x="909" y="263"/>
                      </a:lnTo>
                      <a:lnTo>
                        <a:pt x="907" y="263"/>
                      </a:lnTo>
                      <a:lnTo>
                        <a:pt x="905" y="263"/>
                      </a:lnTo>
                      <a:lnTo>
                        <a:pt x="904" y="263"/>
                      </a:lnTo>
                      <a:lnTo>
                        <a:pt x="902" y="261"/>
                      </a:lnTo>
                      <a:lnTo>
                        <a:pt x="898" y="261"/>
                      </a:lnTo>
                      <a:lnTo>
                        <a:pt x="896" y="261"/>
                      </a:lnTo>
                      <a:lnTo>
                        <a:pt x="895" y="261"/>
                      </a:lnTo>
                      <a:lnTo>
                        <a:pt x="893" y="261"/>
                      </a:lnTo>
                      <a:lnTo>
                        <a:pt x="891" y="260"/>
                      </a:lnTo>
                      <a:lnTo>
                        <a:pt x="889" y="260"/>
                      </a:lnTo>
                      <a:lnTo>
                        <a:pt x="887" y="258"/>
                      </a:lnTo>
                      <a:lnTo>
                        <a:pt x="887" y="256"/>
                      </a:lnTo>
                      <a:lnTo>
                        <a:pt x="885" y="256"/>
                      </a:lnTo>
                      <a:lnTo>
                        <a:pt x="884" y="254"/>
                      </a:lnTo>
                      <a:lnTo>
                        <a:pt x="882" y="254"/>
                      </a:lnTo>
                      <a:lnTo>
                        <a:pt x="880" y="254"/>
                      </a:lnTo>
                      <a:lnTo>
                        <a:pt x="874" y="254"/>
                      </a:lnTo>
                      <a:lnTo>
                        <a:pt x="873" y="254"/>
                      </a:lnTo>
                      <a:lnTo>
                        <a:pt x="871" y="254"/>
                      </a:lnTo>
                      <a:lnTo>
                        <a:pt x="871" y="252"/>
                      </a:lnTo>
                      <a:lnTo>
                        <a:pt x="869" y="252"/>
                      </a:lnTo>
                      <a:lnTo>
                        <a:pt x="867" y="254"/>
                      </a:lnTo>
                      <a:lnTo>
                        <a:pt x="865" y="254"/>
                      </a:lnTo>
                      <a:lnTo>
                        <a:pt x="864" y="254"/>
                      </a:lnTo>
                      <a:lnTo>
                        <a:pt x="862" y="256"/>
                      </a:lnTo>
                      <a:lnTo>
                        <a:pt x="860" y="256"/>
                      </a:lnTo>
                      <a:lnTo>
                        <a:pt x="858" y="258"/>
                      </a:lnTo>
                      <a:lnTo>
                        <a:pt x="856" y="261"/>
                      </a:lnTo>
                      <a:lnTo>
                        <a:pt x="854" y="263"/>
                      </a:lnTo>
                      <a:lnTo>
                        <a:pt x="854" y="265"/>
                      </a:lnTo>
                      <a:lnTo>
                        <a:pt x="853" y="267"/>
                      </a:lnTo>
                      <a:lnTo>
                        <a:pt x="853" y="269"/>
                      </a:lnTo>
                      <a:lnTo>
                        <a:pt x="853" y="270"/>
                      </a:lnTo>
                      <a:lnTo>
                        <a:pt x="853" y="272"/>
                      </a:lnTo>
                      <a:lnTo>
                        <a:pt x="851" y="272"/>
                      </a:lnTo>
                      <a:lnTo>
                        <a:pt x="851" y="274"/>
                      </a:lnTo>
                      <a:lnTo>
                        <a:pt x="849" y="274"/>
                      </a:lnTo>
                      <a:lnTo>
                        <a:pt x="847" y="278"/>
                      </a:lnTo>
                      <a:lnTo>
                        <a:pt x="847" y="280"/>
                      </a:lnTo>
                      <a:lnTo>
                        <a:pt x="847" y="281"/>
                      </a:lnTo>
                      <a:lnTo>
                        <a:pt x="849" y="281"/>
                      </a:lnTo>
                      <a:lnTo>
                        <a:pt x="851" y="281"/>
                      </a:lnTo>
                      <a:lnTo>
                        <a:pt x="851" y="283"/>
                      </a:lnTo>
                      <a:lnTo>
                        <a:pt x="851" y="285"/>
                      </a:lnTo>
                      <a:lnTo>
                        <a:pt x="853" y="287"/>
                      </a:lnTo>
                      <a:lnTo>
                        <a:pt x="853" y="289"/>
                      </a:lnTo>
                      <a:lnTo>
                        <a:pt x="854" y="289"/>
                      </a:lnTo>
                      <a:lnTo>
                        <a:pt x="854" y="291"/>
                      </a:lnTo>
                      <a:lnTo>
                        <a:pt x="856" y="291"/>
                      </a:lnTo>
                      <a:lnTo>
                        <a:pt x="858" y="291"/>
                      </a:lnTo>
                      <a:lnTo>
                        <a:pt x="858" y="292"/>
                      </a:lnTo>
                      <a:lnTo>
                        <a:pt x="860" y="292"/>
                      </a:lnTo>
                      <a:lnTo>
                        <a:pt x="862" y="294"/>
                      </a:lnTo>
                      <a:lnTo>
                        <a:pt x="864" y="294"/>
                      </a:lnTo>
                      <a:lnTo>
                        <a:pt x="864" y="296"/>
                      </a:lnTo>
                      <a:lnTo>
                        <a:pt x="865" y="298"/>
                      </a:lnTo>
                      <a:lnTo>
                        <a:pt x="867" y="300"/>
                      </a:lnTo>
                      <a:lnTo>
                        <a:pt x="867" y="302"/>
                      </a:lnTo>
                      <a:lnTo>
                        <a:pt x="865" y="303"/>
                      </a:lnTo>
                      <a:lnTo>
                        <a:pt x="864" y="303"/>
                      </a:lnTo>
                      <a:lnTo>
                        <a:pt x="860" y="303"/>
                      </a:lnTo>
                      <a:lnTo>
                        <a:pt x="854" y="309"/>
                      </a:lnTo>
                      <a:lnTo>
                        <a:pt x="853" y="311"/>
                      </a:lnTo>
                      <a:lnTo>
                        <a:pt x="851" y="311"/>
                      </a:lnTo>
                      <a:lnTo>
                        <a:pt x="849" y="311"/>
                      </a:lnTo>
                      <a:lnTo>
                        <a:pt x="847" y="311"/>
                      </a:lnTo>
                      <a:lnTo>
                        <a:pt x="845" y="311"/>
                      </a:lnTo>
                      <a:lnTo>
                        <a:pt x="845" y="313"/>
                      </a:lnTo>
                      <a:lnTo>
                        <a:pt x="843" y="313"/>
                      </a:lnTo>
                      <a:lnTo>
                        <a:pt x="842" y="313"/>
                      </a:lnTo>
                      <a:lnTo>
                        <a:pt x="840" y="314"/>
                      </a:lnTo>
                      <a:lnTo>
                        <a:pt x="838" y="314"/>
                      </a:lnTo>
                      <a:lnTo>
                        <a:pt x="834" y="314"/>
                      </a:lnTo>
                      <a:lnTo>
                        <a:pt x="834" y="316"/>
                      </a:lnTo>
                      <a:lnTo>
                        <a:pt x="832" y="316"/>
                      </a:lnTo>
                      <a:lnTo>
                        <a:pt x="831" y="318"/>
                      </a:lnTo>
                      <a:lnTo>
                        <a:pt x="829" y="320"/>
                      </a:lnTo>
                      <a:lnTo>
                        <a:pt x="823" y="323"/>
                      </a:lnTo>
                      <a:lnTo>
                        <a:pt x="822" y="325"/>
                      </a:lnTo>
                      <a:lnTo>
                        <a:pt x="820" y="327"/>
                      </a:lnTo>
                      <a:lnTo>
                        <a:pt x="822" y="327"/>
                      </a:lnTo>
                      <a:lnTo>
                        <a:pt x="818" y="331"/>
                      </a:lnTo>
                      <a:lnTo>
                        <a:pt x="812" y="334"/>
                      </a:lnTo>
                      <a:lnTo>
                        <a:pt x="812" y="336"/>
                      </a:lnTo>
                      <a:lnTo>
                        <a:pt x="811" y="336"/>
                      </a:lnTo>
                      <a:lnTo>
                        <a:pt x="809" y="336"/>
                      </a:lnTo>
                      <a:lnTo>
                        <a:pt x="809" y="338"/>
                      </a:lnTo>
                      <a:lnTo>
                        <a:pt x="807" y="338"/>
                      </a:lnTo>
                      <a:lnTo>
                        <a:pt x="801" y="340"/>
                      </a:lnTo>
                      <a:lnTo>
                        <a:pt x="800" y="340"/>
                      </a:lnTo>
                      <a:lnTo>
                        <a:pt x="794" y="342"/>
                      </a:lnTo>
                      <a:lnTo>
                        <a:pt x="792" y="342"/>
                      </a:lnTo>
                      <a:lnTo>
                        <a:pt x="791" y="342"/>
                      </a:lnTo>
                      <a:lnTo>
                        <a:pt x="787" y="344"/>
                      </a:lnTo>
                      <a:lnTo>
                        <a:pt x="785" y="344"/>
                      </a:lnTo>
                      <a:lnTo>
                        <a:pt x="781" y="345"/>
                      </a:lnTo>
                      <a:lnTo>
                        <a:pt x="780" y="347"/>
                      </a:lnTo>
                      <a:lnTo>
                        <a:pt x="778" y="347"/>
                      </a:lnTo>
                      <a:lnTo>
                        <a:pt x="774" y="347"/>
                      </a:lnTo>
                      <a:lnTo>
                        <a:pt x="772" y="347"/>
                      </a:lnTo>
                      <a:lnTo>
                        <a:pt x="770" y="349"/>
                      </a:lnTo>
                      <a:lnTo>
                        <a:pt x="761" y="347"/>
                      </a:lnTo>
                      <a:lnTo>
                        <a:pt x="759" y="347"/>
                      </a:lnTo>
                      <a:lnTo>
                        <a:pt x="754" y="349"/>
                      </a:lnTo>
                      <a:lnTo>
                        <a:pt x="752" y="349"/>
                      </a:lnTo>
                      <a:lnTo>
                        <a:pt x="750" y="349"/>
                      </a:lnTo>
                      <a:lnTo>
                        <a:pt x="745" y="347"/>
                      </a:lnTo>
                      <a:lnTo>
                        <a:pt x="743" y="347"/>
                      </a:lnTo>
                      <a:lnTo>
                        <a:pt x="741" y="347"/>
                      </a:lnTo>
                      <a:lnTo>
                        <a:pt x="736" y="347"/>
                      </a:lnTo>
                      <a:lnTo>
                        <a:pt x="734" y="347"/>
                      </a:lnTo>
                      <a:lnTo>
                        <a:pt x="732" y="347"/>
                      </a:lnTo>
                      <a:lnTo>
                        <a:pt x="727" y="347"/>
                      </a:lnTo>
                      <a:lnTo>
                        <a:pt x="725" y="347"/>
                      </a:lnTo>
                      <a:lnTo>
                        <a:pt x="725" y="349"/>
                      </a:lnTo>
                      <a:lnTo>
                        <a:pt x="723" y="349"/>
                      </a:lnTo>
                      <a:lnTo>
                        <a:pt x="719" y="349"/>
                      </a:lnTo>
                      <a:lnTo>
                        <a:pt x="716" y="349"/>
                      </a:lnTo>
                      <a:lnTo>
                        <a:pt x="708" y="349"/>
                      </a:lnTo>
                      <a:lnTo>
                        <a:pt x="707" y="347"/>
                      </a:lnTo>
                      <a:lnTo>
                        <a:pt x="705" y="347"/>
                      </a:lnTo>
                      <a:lnTo>
                        <a:pt x="699" y="349"/>
                      </a:lnTo>
                      <a:lnTo>
                        <a:pt x="699" y="351"/>
                      </a:lnTo>
                      <a:lnTo>
                        <a:pt x="694" y="351"/>
                      </a:lnTo>
                      <a:lnTo>
                        <a:pt x="690" y="353"/>
                      </a:lnTo>
                      <a:lnTo>
                        <a:pt x="688" y="353"/>
                      </a:lnTo>
                      <a:lnTo>
                        <a:pt x="683" y="353"/>
                      </a:lnTo>
                      <a:lnTo>
                        <a:pt x="681" y="353"/>
                      </a:lnTo>
                      <a:lnTo>
                        <a:pt x="679" y="355"/>
                      </a:lnTo>
                      <a:lnTo>
                        <a:pt x="676" y="355"/>
                      </a:lnTo>
                      <a:lnTo>
                        <a:pt x="670" y="356"/>
                      </a:lnTo>
                      <a:lnTo>
                        <a:pt x="665" y="358"/>
                      </a:lnTo>
                      <a:lnTo>
                        <a:pt x="659" y="360"/>
                      </a:lnTo>
                      <a:lnTo>
                        <a:pt x="655" y="362"/>
                      </a:lnTo>
                      <a:lnTo>
                        <a:pt x="648" y="364"/>
                      </a:lnTo>
                      <a:lnTo>
                        <a:pt x="646" y="366"/>
                      </a:lnTo>
                      <a:lnTo>
                        <a:pt x="645" y="366"/>
                      </a:lnTo>
                      <a:lnTo>
                        <a:pt x="643" y="366"/>
                      </a:lnTo>
                      <a:lnTo>
                        <a:pt x="637" y="367"/>
                      </a:lnTo>
                      <a:lnTo>
                        <a:pt x="635" y="369"/>
                      </a:lnTo>
                      <a:lnTo>
                        <a:pt x="634" y="369"/>
                      </a:lnTo>
                      <a:lnTo>
                        <a:pt x="632" y="371"/>
                      </a:lnTo>
                      <a:lnTo>
                        <a:pt x="630" y="371"/>
                      </a:lnTo>
                      <a:lnTo>
                        <a:pt x="630" y="373"/>
                      </a:lnTo>
                      <a:lnTo>
                        <a:pt x="628" y="373"/>
                      </a:lnTo>
                      <a:lnTo>
                        <a:pt x="626" y="373"/>
                      </a:lnTo>
                      <a:lnTo>
                        <a:pt x="617" y="378"/>
                      </a:lnTo>
                      <a:lnTo>
                        <a:pt x="615" y="376"/>
                      </a:lnTo>
                      <a:lnTo>
                        <a:pt x="613" y="376"/>
                      </a:lnTo>
                      <a:lnTo>
                        <a:pt x="612" y="376"/>
                      </a:lnTo>
                      <a:lnTo>
                        <a:pt x="608" y="376"/>
                      </a:lnTo>
                      <a:lnTo>
                        <a:pt x="606" y="376"/>
                      </a:lnTo>
                      <a:lnTo>
                        <a:pt x="604" y="376"/>
                      </a:lnTo>
                      <a:lnTo>
                        <a:pt x="601" y="376"/>
                      </a:lnTo>
                      <a:lnTo>
                        <a:pt x="601" y="369"/>
                      </a:lnTo>
                      <a:lnTo>
                        <a:pt x="588" y="371"/>
                      </a:lnTo>
                      <a:lnTo>
                        <a:pt x="584" y="371"/>
                      </a:lnTo>
                      <a:lnTo>
                        <a:pt x="581" y="371"/>
                      </a:lnTo>
                      <a:lnTo>
                        <a:pt x="577" y="371"/>
                      </a:lnTo>
                      <a:lnTo>
                        <a:pt x="561" y="367"/>
                      </a:lnTo>
                      <a:lnTo>
                        <a:pt x="553" y="366"/>
                      </a:lnTo>
                      <a:lnTo>
                        <a:pt x="548" y="364"/>
                      </a:lnTo>
                      <a:lnTo>
                        <a:pt x="535" y="358"/>
                      </a:lnTo>
                      <a:lnTo>
                        <a:pt x="531" y="358"/>
                      </a:lnTo>
                      <a:lnTo>
                        <a:pt x="530" y="358"/>
                      </a:lnTo>
                      <a:lnTo>
                        <a:pt x="526" y="358"/>
                      </a:lnTo>
                      <a:lnTo>
                        <a:pt x="520" y="358"/>
                      </a:lnTo>
                      <a:lnTo>
                        <a:pt x="515" y="356"/>
                      </a:lnTo>
                      <a:lnTo>
                        <a:pt x="513" y="356"/>
                      </a:lnTo>
                      <a:lnTo>
                        <a:pt x="502" y="345"/>
                      </a:lnTo>
                      <a:lnTo>
                        <a:pt x="497" y="345"/>
                      </a:lnTo>
                      <a:lnTo>
                        <a:pt x="495" y="345"/>
                      </a:lnTo>
                      <a:lnTo>
                        <a:pt x="473" y="340"/>
                      </a:lnTo>
                      <a:lnTo>
                        <a:pt x="469" y="340"/>
                      </a:lnTo>
                      <a:lnTo>
                        <a:pt x="449" y="340"/>
                      </a:lnTo>
                      <a:lnTo>
                        <a:pt x="447" y="342"/>
                      </a:lnTo>
                      <a:lnTo>
                        <a:pt x="446" y="342"/>
                      </a:lnTo>
                      <a:lnTo>
                        <a:pt x="438" y="340"/>
                      </a:lnTo>
                      <a:lnTo>
                        <a:pt x="427" y="342"/>
                      </a:lnTo>
                      <a:lnTo>
                        <a:pt x="424" y="344"/>
                      </a:lnTo>
                      <a:lnTo>
                        <a:pt x="422" y="344"/>
                      </a:lnTo>
                      <a:lnTo>
                        <a:pt x="420" y="344"/>
                      </a:lnTo>
                      <a:lnTo>
                        <a:pt x="409" y="344"/>
                      </a:lnTo>
                      <a:lnTo>
                        <a:pt x="404" y="342"/>
                      </a:lnTo>
                      <a:lnTo>
                        <a:pt x="398" y="342"/>
                      </a:lnTo>
                      <a:lnTo>
                        <a:pt x="396" y="342"/>
                      </a:lnTo>
                      <a:lnTo>
                        <a:pt x="393" y="342"/>
                      </a:lnTo>
                      <a:lnTo>
                        <a:pt x="384" y="342"/>
                      </a:lnTo>
                      <a:lnTo>
                        <a:pt x="380" y="340"/>
                      </a:lnTo>
                      <a:lnTo>
                        <a:pt x="378" y="340"/>
                      </a:lnTo>
                      <a:lnTo>
                        <a:pt x="376" y="340"/>
                      </a:lnTo>
                      <a:lnTo>
                        <a:pt x="374" y="340"/>
                      </a:lnTo>
                      <a:lnTo>
                        <a:pt x="373" y="340"/>
                      </a:lnTo>
                      <a:lnTo>
                        <a:pt x="371" y="340"/>
                      </a:lnTo>
                      <a:lnTo>
                        <a:pt x="369" y="340"/>
                      </a:lnTo>
                      <a:lnTo>
                        <a:pt x="362" y="338"/>
                      </a:lnTo>
                      <a:lnTo>
                        <a:pt x="349" y="336"/>
                      </a:lnTo>
                      <a:lnTo>
                        <a:pt x="338" y="334"/>
                      </a:lnTo>
                      <a:lnTo>
                        <a:pt x="331" y="336"/>
                      </a:lnTo>
                      <a:lnTo>
                        <a:pt x="323" y="336"/>
                      </a:lnTo>
                      <a:lnTo>
                        <a:pt x="320" y="336"/>
                      </a:lnTo>
                      <a:lnTo>
                        <a:pt x="309" y="338"/>
                      </a:lnTo>
                      <a:lnTo>
                        <a:pt x="309" y="331"/>
                      </a:lnTo>
                      <a:lnTo>
                        <a:pt x="303" y="327"/>
                      </a:lnTo>
                      <a:lnTo>
                        <a:pt x="294" y="320"/>
                      </a:lnTo>
                      <a:lnTo>
                        <a:pt x="292" y="320"/>
                      </a:lnTo>
                      <a:lnTo>
                        <a:pt x="290" y="318"/>
                      </a:lnTo>
                      <a:lnTo>
                        <a:pt x="290" y="313"/>
                      </a:lnTo>
                      <a:lnTo>
                        <a:pt x="287" y="307"/>
                      </a:lnTo>
                      <a:lnTo>
                        <a:pt x="283" y="300"/>
                      </a:lnTo>
                      <a:lnTo>
                        <a:pt x="281" y="298"/>
                      </a:lnTo>
                      <a:lnTo>
                        <a:pt x="281" y="296"/>
                      </a:lnTo>
                      <a:lnTo>
                        <a:pt x="279" y="292"/>
                      </a:lnTo>
                      <a:lnTo>
                        <a:pt x="278" y="292"/>
                      </a:lnTo>
                      <a:lnTo>
                        <a:pt x="276" y="292"/>
                      </a:lnTo>
                      <a:lnTo>
                        <a:pt x="274" y="292"/>
                      </a:lnTo>
                      <a:lnTo>
                        <a:pt x="272" y="291"/>
                      </a:lnTo>
                      <a:lnTo>
                        <a:pt x="270" y="291"/>
                      </a:lnTo>
                      <a:lnTo>
                        <a:pt x="272" y="291"/>
                      </a:lnTo>
                      <a:lnTo>
                        <a:pt x="272" y="289"/>
                      </a:lnTo>
                      <a:lnTo>
                        <a:pt x="272" y="287"/>
                      </a:lnTo>
                      <a:lnTo>
                        <a:pt x="274" y="283"/>
                      </a:lnTo>
                      <a:lnTo>
                        <a:pt x="276" y="281"/>
                      </a:lnTo>
                      <a:lnTo>
                        <a:pt x="274" y="281"/>
                      </a:lnTo>
                      <a:lnTo>
                        <a:pt x="272" y="281"/>
                      </a:lnTo>
                      <a:lnTo>
                        <a:pt x="270" y="281"/>
                      </a:lnTo>
                      <a:lnTo>
                        <a:pt x="267" y="283"/>
                      </a:lnTo>
                      <a:lnTo>
                        <a:pt x="265" y="283"/>
                      </a:lnTo>
                      <a:lnTo>
                        <a:pt x="261" y="283"/>
                      </a:lnTo>
                      <a:lnTo>
                        <a:pt x="259" y="283"/>
                      </a:lnTo>
                      <a:lnTo>
                        <a:pt x="258" y="281"/>
                      </a:lnTo>
                      <a:lnTo>
                        <a:pt x="256" y="281"/>
                      </a:lnTo>
                      <a:lnTo>
                        <a:pt x="254" y="281"/>
                      </a:lnTo>
                      <a:lnTo>
                        <a:pt x="252" y="280"/>
                      </a:lnTo>
                      <a:lnTo>
                        <a:pt x="250" y="280"/>
                      </a:lnTo>
                      <a:lnTo>
                        <a:pt x="248" y="280"/>
                      </a:lnTo>
                      <a:lnTo>
                        <a:pt x="248" y="278"/>
                      </a:lnTo>
                      <a:lnTo>
                        <a:pt x="247" y="278"/>
                      </a:lnTo>
                      <a:lnTo>
                        <a:pt x="247" y="276"/>
                      </a:lnTo>
                      <a:lnTo>
                        <a:pt x="245" y="276"/>
                      </a:lnTo>
                      <a:lnTo>
                        <a:pt x="243" y="276"/>
                      </a:lnTo>
                      <a:lnTo>
                        <a:pt x="243" y="274"/>
                      </a:lnTo>
                      <a:lnTo>
                        <a:pt x="241" y="274"/>
                      </a:lnTo>
                      <a:lnTo>
                        <a:pt x="239" y="274"/>
                      </a:lnTo>
                      <a:lnTo>
                        <a:pt x="237" y="274"/>
                      </a:lnTo>
                      <a:lnTo>
                        <a:pt x="236" y="274"/>
                      </a:lnTo>
                      <a:lnTo>
                        <a:pt x="236" y="272"/>
                      </a:lnTo>
                      <a:lnTo>
                        <a:pt x="236" y="270"/>
                      </a:lnTo>
                      <a:lnTo>
                        <a:pt x="234" y="270"/>
                      </a:lnTo>
                      <a:lnTo>
                        <a:pt x="232" y="270"/>
                      </a:lnTo>
                      <a:lnTo>
                        <a:pt x="232" y="269"/>
                      </a:lnTo>
                      <a:lnTo>
                        <a:pt x="230" y="269"/>
                      </a:lnTo>
                      <a:lnTo>
                        <a:pt x="230" y="267"/>
                      </a:lnTo>
                      <a:lnTo>
                        <a:pt x="228" y="267"/>
                      </a:lnTo>
                      <a:lnTo>
                        <a:pt x="225" y="265"/>
                      </a:lnTo>
                      <a:lnTo>
                        <a:pt x="223" y="265"/>
                      </a:lnTo>
                      <a:lnTo>
                        <a:pt x="219" y="263"/>
                      </a:lnTo>
                      <a:lnTo>
                        <a:pt x="214" y="261"/>
                      </a:lnTo>
                      <a:lnTo>
                        <a:pt x="214" y="260"/>
                      </a:lnTo>
                      <a:lnTo>
                        <a:pt x="212" y="260"/>
                      </a:lnTo>
                      <a:lnTo>
                        <a:pt x="210" y="260"/>
                      </a:lnTo>
                      <a:lnTo>
                        <a:pt x="210" y="258"/>
                      </a:lnTo>
                      <a:lnTo>
                        <a:pt x="208" y="258"/>
                      </a:lnTo>
                      <a:lnTo>
                        <a:pt x="206" y="258"/>
                      </a:lnTo>
                      <a:lnTo>
                        <a:pt x="205" y="258"/>
                      </a:lnTo>
                      <a:lnTo>
                        <a:pt x="203" y="258"/>
                      </a:lnTo>
                      <a:lnTo>
                        <a:pt x="201" y="256"/>
                      </a:lnTo>
                      <a:lnTo>
                        <a:pt x="201" y="258"/>
                      </a:lnTo>
                      <a:lnTo>
                        <a:pt x="201" y="256"/>
                      </a:lnTo>
                      <a:lnTo>
                        <a:pt x="199" y="256"/>
                      </a:lnTo>
                      <a:lnTo>
                        <a:pt x="199" y="258"/>
                      </a:lnTo>
                      <a:lnTo>
                        <a:pt x="197" y="256"/>
                      </a:lnTo>
                      <a:lnTo>
                        <a:pt x="196" y="256"/>
                      </a:lnTo>
                      <a:lnTo>
                        <a:pt x="194" y="256"/>
                      </a:lnTo>
                      <a:lnTo>
                        <a:pt x="192" y="256"/>
                      </a:lnTo>
                      <a:lnTo>
                        <a:pt x="190" y="256"/>
                      </a:lnTo>
                      <a:lnTo>
                        <a:pt x="188" y="256"/>
                      </a:lnTo>
                      <a:lnTo>
                        <a:pt x="186" y="256"/>
                      </a:lnTo>
                      <a:lnTo>
                        <a:pt x="185" y="256"/>
                      </a:lnTo>
                      <a:lnTo>
                        <a:pt x="185" y="254"/>
                      </a:lnTo>
                      <a:lnTo>
                        <a:pt x="183" y="254"/>
                      </a:lnTo>
                      <a:lnTo>
                        <a:pt x="181" y="254"/>
                      </a:lnTo>
                      <a:lnTo>
                        <a:pt x="179" y="254"/>
                      </a:lnTo>
                      <a:lnTo>
                        <a:pt x="177" y="256"/>
                      </a:lnTo>
                      <a:lnTo>
                        <a:pt x="175" y="256"/>
                      </a:lnTo>
                      <a:lnTo>
                        <a:pt x="174" y="256"/>
                      </a:lnTo>
                      <a:lnTo>
                        <a:pt x="172" y="256"/>
                      </a:lnTo>
                      <a:lnTo>
                        <a:pt x="170" y="256"/>
                      </a:lnTo>
                      <a:lnTo>
                        <a:pt x="168" y="256"/>
                      </a:lnTo>
                      <a:lnTo>
                        <a:pt x="166" y="256"/>
                      </a:lnTo>
                      <a:lnTo>
                        <a:pt x="164" y="256"/>
                      </a:lnTo>
                      <a:lnTo>
                        <a:pt x="163" y="256"/>
                      </a:lnTo>
                      <a:lnTo>
                        <a:pt x="161" y="256"/>
                      </a:lnTo>
                      <a:lnTo>
                        <a:pt x="159" y="254"/>
                      </a:lnTo>
                      <a:lnTo>
                        <a:pt x="157" y="254"/>
                      </a:lnTo>
                      <a:lnTo>
                        <a:pt x="155" y="254"/>
                      </a:lnTo>
                      <a:lnTo>
                        <a:pt x="148" y="254"/>
                      </a:lnTo>
                      <a:lnTo>
                        <a:pt x="146" y="254"/>
                      </a:lnTo>
                      <a:lnTo>
                        <a:pt x="144" y="254"/>
                      </a:lnTo>
                      <a:lnTo>
                        <a:pt x="143" y="254"/>
                      </a:lnTo>
                      <a:lnTo>
                        <a:pt x="141" y="254"/>
                      </a:lnTo>
                      <a:lnTo>
                        <a:pt x="139" y="254"/>
                      </a:lnTo>
                      <a:lnTo>
                        <a:pt x="137" y="254"/>
                      </a:lnTo>
                      <a:lnTo>
                        <a:pt x="135" y="252"/>
                      </a:lnTo>
                      <a:lnTo>
                        <a:pt x="133" y="252"/>
                      </a:lnTo>
                      <a:lnTo>
                        <a:pt x="133" y="250"/>
                      </a:lnTo>
                      <a:lnTo>
                        <a:pt x="132" y="250"/>
                      </a:lnTo>
                      <a:lnTo>
                        <a:pt x="130" y="252"/>
                      </a:lnTo>
                      <a:lnTo>
                        <a:pt x="128" y="252"/>
                      </a:lnTo>
                      <a:lnTo>
                        <a:pt x="126" y="252"/>
                      </a:lnTo>
                      <a:lnTo>
                        <a:pt x="124" y="250"/>
                      </a:lnTo>
                      <a:lnTo>
                        <a:pt x="123" y="250"/>
                      </a:lnTo>
                      <a:lnTo>
                        <a:pt x="123" y="249"/>
                      </a:lnTo>
                      <a:lnTo>
                        <a:pt x="121" y="249"/>
                      </a:lnTo>
                      <a:lnTo>
                        <a:pt x="119" y="249"/>
                      </a:lnTo>
                      <a:lnTo>
                        <a:pt x="117" y="249"/>
                      </a:lnTo>
                      <a:lnTo>
                        <a:pt x="115" y="249"/>
                      </a:lnTo>
                      <a:lnTo>
                        <a:pt x="113" y="250"/>
                      </a:lnTo>
                      <a:lnTo>
                        <a:pt x="112" y="249"/>
                      </a:lnTo>
                      <a:lnTo>
                        <a:pt x="113" y="249"/>
                      </a:lnTo>
                      <a:lnTo>
                        <a:pt x="113" y="247"/>
                      </a:lnTo>
                      <a:lnTo>
                        <a:pt x="112" y="247"/>
                      </a:lnTo>
                      <a:lnTo>
                        <a:pt x="112" y="245"/>
                      </a:lnTo>
                      <a:lnTo>
                        <a:pt x="110" y="245"/>
                      </a:lnTo>
                      <a:lnTo>
                        <a:pt x="110" y="247"/>
                      </a:lnTo>
                      <a:lnTo>
                        <a:pt x="110" y="245"/>
                      </a:lnTo>
                      <a:lnTo>
                        <a:pt x="110" y="243"/>
                      </a:lnTo>
                      <a:lnTo>
                        <a:pt x="108" y="241"/>
                      </a:lnTo>
                      <a:lnTo>
                        <a:pt x="108" y="239"/>
                      </a:lnTo>
                      <a:lnTo>
                        <a:pt x="106" y="239"/>
                      </a:lnTo>
                      <a:lnTo>
                        <a:pt x="104" y="239"/>
                      </a:lnTo>
                      <a:lnTo>
                        <a:pt x="104" y="238"/>
                      </a:lnTo>
                      <a:lnTo>
                        <a:pt x="104" y="236"/>
                      </a:lnTo>
                      <a:lnTo>
                        <a:pt x="106" y="234"/>
                      </a:lnTo>
                      <a:lnTo>
                        <a:pt x="106" y="232"/>
                      </a:lnTo>
                      <a:lnTo>
                        <a:pt x="106" y="230"/>
                      </a:lnTo>
                      <a:lnTo>
                        <a:pt x="112" y="225"/>
                      </a:lnTo>
                      <a:lnTo>
                        <a:pt x="117" y="219"/>
                      </a:lnTo>
                      <a:lnTo>
                        <a:pt x="117" y="217"/>
                      </a:lnTo>
                      <a:lnTo>
                        <a:pt x="117" y="216"/>
                      </a:lnTo>
                      <a:lnTo>
                        <a:pt x="115" y="216"/>
                      </a:lnTo>
                      <a:lnTo>
                        <a:pt x="115" y="214"/>
                      </a:lnTo>
                      <a:lnTo>
                        <a:pt x="115" y="212"/>
                      </a:lnTo>
                      <a:lnTo>
                        <a:pt x="113" y="210"/>
                      </a:lnTo>
                      <a:lnTo>
                        <a:pt x="113" y="208"/>
                      </a:lnTo>
                      <a:lnTo>
                        <a:pt x="115" y="208"/>
                      </a:lnTo>
                      <a:lnTo>
                        <a:pt x="117" y="207"/>
                      </a:lnTo>
                      <a:lnTo>
                        <a:pt x="117" y="205"/>
                      </a:lnTo>
                      <a:lnTo>
                        <a:pt x="117" y="203"/>
                      </a:lnTo>
                      <a:lnTo>
                        <a:pt x="119" y="203"/>
                      </a:lnTo>
                      <a:lnTo>
                        <a:pt x="119" y="201"/>
                      </a:lnTo>
                      <a:lnTo>
                        <a:pt x="119" y="199"/>
                      </a:lnTo>
                      <a:lnTo>
                        <a:pt x="117" y="199"/>
                      </a:lnTo>
                      <a:lnTo>
                        <a:pt x="117" y="197"/>
                      </a:lnTo>
                      <a:lnTo>
                        <a:pt x="119" y="196"/>
                      </a:lnTo>
                      <a:lnTo>
                        <a:pt x="119" y="194"/>
                      </a:lnTo>
                      <a:lnTo>
                        <a:pt x="117" y="194"/>
                      </a:lnTo>
                      <a:lnTo>
                        <a:pt x="117" y="192"/>
                      </a:lnTo>
                      <a:lnTo>
                        <a:pt x="115" y="192"/>
                      </a:lnTo>
                      <a:lnTo>
                        <a:pt x="115" y="190"/>
                      </a:lnTo>
                      <a:lnTo>
                        <a:pt x="115" y="188"/>
                      </a:lnTo>
                      <a:lnTo>
                        <a:pt x="113" y="188"/>
                      </a:lnTo>
                      <a:lnTo>
                        <a:pt x="113" y="186"/>
                      </a:lnTo>
                      <a:lnTo>
                        <a:pt x="112" y="185"/>
                      </a:lnTo>
                      <a:lnTo>
                        <a:pt x="110" y="185"/>
                      </a:lnTo>
                      <a:lnTo>
                        <a:pt x="108" y="185"/>
                      </a:lnTo>
                      <a:lnTo>
                        <a:pt x="106" y="183"/>
                      </a:lnTo>
                      <a:lnTo>
                        <a:pt x="106" y="181"/>
                      </a:lnTo>
                      <a:lnTo>
                        <a:pt x="104" y="181"/>
                      </a:lnTo>
                      <a:lnTo>
                        <a:pt x="104" y="179"/>
                      </a:lnTo>
                      <a:lnTo>
                        <a:pt x="102" y="179"/>
                      </a:lnTo>
                      <a:lnTo>
                        <a:pt x="101" y="177"/>
                      </a:lnTo>
                      <a:lnTo>
                        <a:pt x="101" y="175"/>
                      </a:lnTo>
                      <a:lnTo>
                        <a:pt x="99" y="175"/>
                      </a:lnTo>
                      <a:lnTo>
                        <a:pt x="99" y="174"/>
                      </a:lnTo>
                      <a:lnTo>
                        <a:pt x="99" y="172"/>
                      </a:lnTo>
                      <a:lnTo>
                        <a:pt x="99" y="170"/>
                      </a:lnTo>
                      <a:lnTo>
                        <a:pt x="97" y="170"/>
                      </a:lnTo>
                      <a:lnTo>
                        <a:pt x="97" y="168"/>
                      </a:lnTo>
                      <a:lnTo>
                        <a:pt x="97" y="166"/>
                      </a:lnTo>
                      <a:lnTo>
                        <a:pt x="95" y="166"/>
                      </a:lnTo>
                      <a:lnTo>
                        <a:pt x="95" y="164"/>
                      </a:lnTo>
                      <a:lnTo>
                        <a:pt x="95" y="163"/>
                      </a:lnTo>
                      <a:lnTo>
                        <a:pt x="93" y="163"/>
                      </a:lnTo>
                      <a:lnTo>
                        <a:pt x="93" y="161"/>
                      </a:lnTo>
                      <a:lnTo>
                        <a:pt x="95" y="161"/>
                      </a:lnTo>
                      <a:lnTo>
                        <a:pt x="93" y="161"/>
                      </a:lnTo>
                      <a:lnTo>
                        <a:pt x="91" y="161"/>
                      </a:lnTo>
                      <a:lnTo>
                        <a:pt x="91" y="159"/>
                      </a:lnTo>
                      <a:lnTo>
                        <a:pt x="90" y="159"/>
                      </a:lnTo>
                      <a:lnTo>
                        <a:pt x="88" y="159"/>
                      </a:lnTo>
                      <a:lnTo>
                        <a:pt x="86" y="159"/>
                      </a:lnTo>
                      <a:lnTo>
                        <a:pt x="84" y="157"/>
                      </a:lnTo>
                      <a:lnTo>
                        <a:pt x="82" y="155"/>
                      </a:lnTo>
                      <a:lnTo>
                        <a:pt x="84" y="155"/>
                      </a:lnTo>
                      <a:lnTo>
                        <a:pt x="84" y="154"/>
                      </a:lnTo>
                      <a:lnTo>
                        <a:pt x="82" y="154"/>
                      </a:lnTo>
                      <a:lnTo>
                        <a:pt x="81" y="154"/>
                      </a:lnTo>
                      <a:lnTo>
                        <a:pt x="79" y="154"/>
                      </a:lnTo>
                      <a:lnTo>
                        <a:pt x="79" y="155"/>
                      </a:lnTo>
                      <a:lnTo>
                        <a:pt x="77" y="155"/>
                      </a:lnTo>
                      <a:lnTo>
                        <a:pt x="75" y="155"/>
                      </a:lnTo>
                      <a:lnTo>
                        <a:pt x="73" y="155"/>
                      </a:lnTo>
                      <a:lnTo>
                        <a:pt x="71" y="155"/>
                      </a:lnTo>
                      <a:lnTo>
                        <a:pt x="71" y="154"/>
                      </a:lnTo>
                      <a:lnTo>
                        <a:pt x="71" y="152"/>
                      </a:lnTo>
                      <a:lnTo>
                        <a:pt x="70" y="152"/>
                      </a:lnTo>
                      <a:lnTo>
                        <a:pt x="68" y="152"/>
                      </a:lnTo>
                      <a:lnTo>
                        <a:pt x="68" y="150"/>
                      </a:lnTo>
                      <a:lnTo>
                        <a:pt x="66" y="150"/>
                      </a:lnTo>
                      <a:lnTo>
                        <a:pt x="66" y="148"/>
                      </a:lnTo>
                      <a:lnTo>
                        <a:pt x="64" y="148"/>
                      </a:lnTo>
                      <a:lnTo>
                        <a:pt x="62" y="148"/>
                      </a:lnTo>
                      <a:lnTo>
                        <a:pt x="60" y="148"/>
                      </a:lnTo>
                      <a:lnTo>
                        <a:pt x="59" y="148"/>
                      </a:lnTo>
                      <a:lnTo>
                        <a:pt x="57" y="148"/>
                      </a:lnTo>
                      <a:lnTo>
                        <a:pt x="55" y="148"/>
                      </a:lnTo>
                      <a:lnTo>
                        <a:pt x="55" y="150"/>
                      </a:lnTo>
                      <a:lnTo>
                        <a:pt x="53" y="150"/>
                      </a:lnTo>
                      <a:lnTo>
                        <a:pt x="51" y="150"/>
                      </a:lnTo>
                      <a:lnTo>
                        <a:pt x="50" y="150"/>
                      </a:lnTo>
                      <a:lnTo>
                        <a:pt x="48" y="150"/>
                      </a:lnTo>
                      <a:lnTo>
                        <a:pt x="48" y="148"/>
                      </a:lnTo>
                      <a:lnTo>
                        <a:pt x="46" y="148"/>
                      </a:lnTo>
                      <a:lnTo>
                        <a:pt x="46" y="146"/>
                      </a:lnTo>
                      <a:lnTo>
                        <a:pt x="44" y="146"/>
                      </a:lnTo>
                      <a:lnTo>
                        <a:pt x="42" y="146"/>
                      </a:lnTo>
                      <a:lnTo>
                        <a:pt x="42" y="144"/>
                      </a:lnTo>
                      <a:lnTo>
                        <a:pt x="40" y="144"/>
                      </a:lnTo>
                      <a:lnTo>
                        <a:pt x="39" y="144"/>
                      </a:lnTo>
                      <a:lnTo>
                        <a:pt x="39" y="146"/>
                      </a:lnTo>
                      <a:lnTo>
                        <a:pt x="39" y="144"/>
                      </a:lnTo>
                      <a:lnTo>
                        <a:pt x="37" y="144"/>
                      </a:lnTo>
                      <a:lnTo>
                        <a:pt x="35" y="143"/>
                      </a:lnTo>
                      <a:lnTo>
                        <a:pt x="33" y="143"/>
                      </a:lnTo>
                      <a:lnTo>
                        <a:pt x="31" y="143"/>
                      </a:lnTo>
                      <a:lnTo>
                        <a:pt x="31" y="141"/>
                      </a:lnTo>
                      <a:lnTo>
                        <a:pt x="31" y="139"/>
                      </a:lnTo>
                      <a:lnTo>
                        <a:pt x="29" y="139"/>
                      </a:lnTo>
                      <a:lnTo>
                        <a:pt x="31" y="137"/>
                      </a:lnTo>
                      <a:lnTo>
                        <a:pt x="29" y="137"/>
                      </a:lnTo>
                      <a:lnTo>
                        <a:pt x="29" y="135"/>
                      </a:lnTo>
                      <a:lnTo>
                        <a:pt x="28" y="135"/>
                      </a:lnTo>
                      <a:lnTo>
                        <a:pt x="26" y="135"/>
                      </a:lnTo>
                      <a:lnTo>
                        <a:pt x="24" y="135"/>
                      </a:lnTo>
                      <a:lnTo>
                        <a:pt x="24" y="133"/>
                      </a:lnTo>
                      <a:lnTo>
                        <a:pt x="22" y="133"/>
                      </a:lnTo>
                      <a:lnTo>
                        <a:pt x="22" y="132"/>
                      </a:lnTo>
                      <a:lnTo>
                        <a:pt x="20" y="132"/>
                      </a:lnTo>
                      <a:lnTo>
                        <a:pt x="18" y="132"/>
                      </a:lnTo>
                      <a:lnTo>
                        <a:pt x="17" y="132"/>
                      </a:lnTo>
                      <a:lnTo>
                        <a:pt x="15" y="132"/>
                      </a:lnTo>
                      <a:lnTo>
                        <a:pt x="15" y="130"/>
                      </a:lnTo>
                      <a:lnTo>
                        <a:pt x="13" y="130"/>
                      </a:lnTo>
                      <a:lnTo>
                        <a:pt x="11" y="130"/>
                      </a:lnTo>
                      <a:lnTo>
                        <a:pt x="9" y="130"/>
                      </a:lnTo>
                      <a:lnTo>
                        <a:pt x="9" y="128"/>
                      </a:lnTo>
                      <a:lnTo>
                        <a:pt x="8" y="128"/>
                      </a:lnTo>
                      <a:lnTo>
                        <a:pt x="9" y="126"/>
                      </a:lnTo>
                      <a:lnTo>
                        <a:pt x="11" y="126"/>
                      </a:lnTo>
                      <a:lnTo>
                        <a:pt x="9" y="126"/>
                      </a:lnTo>
                      <a:lnTo>
                        <a:pt x="11" y="126"/>
                      </a:lnTo>
                      <a:lnTo>
                        <a:pt x="11" y="124"/>
                      </a:lnTo>
                      <a:lnTo>
                        <a:pt x="13" y="124"/>
                      </a:lnTo>
                      <a:lnTo>
                        <a:pt x="13" y="122"/>
                      </a:lnTo>
                      <a:lnTo>
                        <a:pt x="11" y="122"/>
                      </a:lnTo>
                      <a:lnTo>
                        <a:pt x="11" y="124"/>
                      </a:lnTo>
                      <a:lnTo>
                        <a:pt x="11" y="122"/>
                      </a:lnTo>
                      <a:lnTo>
                        <a:pt x="9" y="122"/>
                      </a:lnTo>
                      <a:lnTo>
                        <a:pt x="8" y="121"/>
                      </a:lnTo>
                      <a:lnTo>
                        <a:pt x="8" y="122"/>
                      </a:lnTo>
                      <a:lnTo>
                        <a:pt x="6" y="121"/>
                      </a:lnTo>
                      <a:lnTo>
                        <a:pt x="4" y="121"/>
                      </a:lnTo>
                      <a:lnTo>
                        <a:pt x="2" y="121"/>
                      </a:lnTo>
                      <a:lnTo>
                        <a:pt x="2" y="119"/>
                      </a:lnTo>
                      <a:lnTo>
                        <a:pt x="4" y="119"/>
                      </a:lnTo>
                      <a:lnTo>
                        <a:pt x="2" y="119"/>
                      </a:lnTo>
                      <a:lnTo>
                        <a:pt x="2" y="117"/>
                      </a:lnTo>
                      <a:lnTo>
                        <a:pt x="0" y="119"/>
                      </a:lnTo>
                      <a:lnTo>
                        <a:pt x="0" y="117"/>
                      </a:lnTo>
                      <a:lnTo>
                        <a:pt x="0" y="115"/>
                      </a:lnTo>
                      <a:lnTo>
                        <a:pt x="2" y="115"/>
                      </a:lnTo>
                      <a:lnTo>
                        <a:pt x="4" y="115"/>
                      </a:lnTo>
                      <a:lnTo>
                        <a:pt x="4" y="113"/>
                      </a:lnTo>
                      <a:lnTo>
                        <a:pt x="6" y="113"/>
                      </a:lnTo>
                      <a:lnTo>
                        <a:pt x="4" y="113"/>
                      </a:lnTo>
                      <a:lnTo>
                        <a:pt x="6" y="113"/>
                      </a:lnTo>
                      <a:lnTo>
                        <a:pt x="6" y="111"/>
                      </a:lnTo>
                      <a:lnTo>
                        <a:pt x="4" y="111"/>
                      </a:lnTo>
                      <a:lnTo>
                        <a:pt x="4" y="110"/>
                      </a:lnTo>
                      <a:lnTo>
                        <a:pt x="4" y="108"/>
                      </a:lnTo>
                      <a:lnTo>
                        <a:pt x="2" y="108"/>
                      </a:lnTo>
                      <a:lnTo>
                        <a:pt x="4" y="106"/>
                      </a:lnTo>
                      <a:lnTo>
                        <a:pt x="6" y="108"/>
                      </a:lnTo>
                      <a:lnTo>
                        <a:pt x="6" y="106"/>
                      </a:lnTo>
                      <a:lnTo>
                        <a:pt x="6" y="108"/>
                      </a:lnTo>
                      <a:lnTo>
                        <a:pt x="8" y="108"/>
                      </a:lnTo>
                      <a:lnTo>
                        <a:pt x="8" y="106"/>
                      </a:lnTo>
                      <a:lnTo>
                        <a:pt x="9" y="106"/>
                      </a:lnTo>
                      <a:lnTo>
                        <a:pt x="9" y="104"/>
                      </a:lnTo>
                      <a:lnTo>
                        <a:pt x="11" y="104"/>
                      </a:lnTo>
                      <a:lnTo>
                        <a:pt x="13" y="104"/>
                      </a:lnTo>
                      <a:lnTo>
                        <a:pt x="15" y="102"/>
                      </a:lnTo>
                      <a:lnTo>
                        <a:pt x="15" y="101"/>
                      </a:lnTo>
                      <a:lnTo>
                        <a:pt x="13" y="99"/>
                      </a:lnTo>
                      <a:lnTo>
                        <a:pt x="15" y="99"/>
                      </a:lnTo>
                      <a:lnTo>
                        <a:pt x="17" y="99"/>
                      </a:lnTo>
                      <a:lnTo>
                        <a:pt x="15" y="97"/>
                      </a:lnTo>
                      <a:lnTo>
                        <a:pt x="17" y="97"/>
                      </a:lnTo>
                      <a:lnTo>
                        <a:pt x="15" y="97"/>
                      </a:lnTo>
                      <a:lnTo>
                        <a:pt x="17" y="97"/>
                      </a:lnTo>
                      <a:lnTo>
                        <a:pt x="17" y="95"/>
                      </a:lnTo>
                      <a:lnTo>
                        <a:pt x="18" y="95"/>
                      </a:lnTo>
                      <a:lnTo>
                        <a:pt x="18" y="97"/>
                      </a:lnTo>
                      <a:lnTo>
                        <a:pt x="18" y="95"/>
                      </a:lnTo>
                      <a:lnTo>
                        <a:pt x="20" y="97"/>
                      </a:lnTo>
                      <a:lnTo>
                        <a:pt x="20" y="95"/>
                      </a:lnTo>
                      <a:lnTo>
                        <a:pt x="22" y="95"/>
                      </a:lnTo>
                      <a:lnTo>
                        <a:pt x="24" y="95"/>
                      </a:lnTo>
                      <a:lnTo>
                        <a:pt x="26" y="97"/>
                      </a:lnTo>
                      <a:lnTo>
                        <a:pt x="28" y="97"/>
                      </a:lnTo>
                      <a:lnTo>
                        <a:pt x="28" y="95"/>
                      </a:lnTo>
                      <a:lnTo>
                        <a:pt x="29" y="95"/>
                      </a:lnTo>
                      <a:lnTo>
                        <a:pt x="31" y="95"/>
                      </a:lnTo>
                      <a:lnTo>
                        <a:pt x="33" y="95"/>
                      </a:lnTo>
                      <a:lnTo>
                        <a:pt x="33" y="97"/>
                      </a:lnTo>
                      <a:lnTo>
                        <a:pt x="35" y="97"/>
                      </a:lnTo>
                      <a:lnTo>
                        <a:pt x="37" y="97"/>
                      </a:lnTo>
                      <a:lnTo>
                        <a:pt x="39" y="97"/>
                      </a:lnTo>
                      <a:lnTo>
                        <a:pt x="40" y="97"/>
                      </a:lnTo>
                      <a:lnTo>
                        <a:pt x="40" y="95"/>
                      </a:lnTo>
                      <a:lnTo>
                        <a:pt x="40" y="93"/>
                      </a:lnTo>
                      <a:lnTo>
                        <a:pt x="42" y="93"/>
                      </a:lnTo>
                      <a:lnTo>
                        <a:pt x="42" y="95"/>
                      </a:lnTo>
                      <a:lnTo>
                        <a:pt x="44" y="95"/>
                      </a:lnTo>
                      <a:lnTo>
                        <a:pt x="44" y="97"/>
                      </a:lnTo>
                      <a:lnTo>
                        <a:pt x="46" y="97"/>
                      </a:lnTo>
                      <a:lnTo>
                        <a:pt x="46" y="95"/>
                      </a:lnTo>
                      <a:lnTo>
                        <a:pt x="48" y="95"/>
                      </a:lnTo>
                      <a:lnTo>
                        <a:pt x="50" y="95"/>
                      </a:lnTo>
                      <a:lnTo>
                        <a:pt x="51" y="95"/>
                      </a:lnTo>
                      <a:lnTo>
                        <a:pt x="53" y="95"/>
                      </a:lnTo>
                      <a:lnTo>
                        <a:pt x="53" y="93"/>
                      </a:lnTo>
                      <a:lnTo>
                        <a:pt x="53" y="91"/>
                      </a:lnTo>
                      <a:lnTo>
                        <a:pt x="51" y="91"/>
                      </a:lnTo>
                      <a:lnTo>
                        <a:pt x="53" y="91"/>
                      </a:lnTo>
                      <a:lnTo>
                        <a:pt x="51" y="91"/>
                      </a:lnTo>
                      <a:lnTo>
                        <a:pt x="51" y="90"/>
                      </a:lnTo>
                      <a:lnTo>
                        <a:pt x="53" y="90"/>
                      </a:lnTo>
                      <a:lnTo>
                        <a:pt x="55" y="90"/>
                      </a:lnTo>
                      <a:lnTo>
                        <a:pt x="57" y="91"/>
                      </a:lnTo>
                      <a:lnTo>
                        <a:pt x="59" y="91"/>
                      </a:lnTo>
                      <a:lnTo>
                        <a:pt x="60" y="91"/>
                      </a:lnTo>
                      <a:lnTo>
                        <a:pt x="60" y="90"/>
                      </a:lnTo>
                      <a:lnTo>
                        <a:pt x="62" y="90"/>
                      </a:lnTo>
                      <a:lnTo>
                        <a:pt x="64" y="90"/>
                      </a:lnTo>
                      <a:lnTo>
                        <a:pt x="64" y="88"/>
                      </a:lnTo>
                      <a:lnTo>
                        <a:pt x="66" y="88"/>
                      </a:lnTo>
                      <a:lnTo>
                        <a:pt x="66" y="90"/>
                      </a:lnTo>
                      <a:lnTo>
                        <a:pt x="66" y="88"/>
                      </a:lnTo>
                      <a:lnTo>
                        <a:pt x="68" y="88"/>
                      </a:lnTo>
                      <a:lnTo>
                        <a:pt x="70" y="88"/>
                      </a:lnTo>
                      <a:lnTo>
                        <a:pt x="71" y="88"/>
                      </a:lnTo>
                      <a:lnTo>
                        <a:pt x="71" y="86"/>
                      </a:lnTo>
                      <a:lnTo>
                        <a:pt x="71" y="84"/>
                      </a:lnTo>
                      <a:lnTo>
                        <a:pt x="70" y="84"/>
                      </a:lnTo>
                      <a:lnTo>
                        <a:pt x="70" y="86"/>
                      </a:lnTo>
                      <a:lnTo>
                        <a:pt x="68" y="84"/>
                      </a:lnTo>
                      <a:lnTo>
                        <a:pt x="68" y="82"/>
                      </a:lnTo>
                      <a:lnTo>
                        <a:pt x="68" y="80"/>
                      </a:lnTo>
                      <a:lnTo>
                        <a:pt x="66" y="80"/>
                      </a:lnTo>
                      <a:lnTo>
                        <a:pt x="68" y="80"/>
                      </a:lnTo>
                      <a:lnTo>
                        <a:pt x="70" y="80"/>
                      </a:lnTo>
                      <a:lnTo>
                        <a:pt x="70" y="79"/>
                      </a:lnTo>
                      <a:lnTo>
                        <a:pt x="71" y="79"/>
                      </a:lnTo>
                      <a:lnTo>
                        <a:pt x="73" y="79"/>
                      </a:lnTo>
                      <a:lnTo>
                        <a:pt x="75" y="79"/>
                      </a:lnTo>
                      <a:lnTo>
                        <a:pt x="77" y="79"/>
                      </a:lnTo>
                      <a:lnTo>
                        <a:pt x="79" y="79"/>
                      </a:lnTo>
                      <a:lnTo>
                        <a:pt x="81" y="79"/>
                      </a:lnTo>
                      <a:lnTo>
                        <a:pt x="82" y="77"/>
                      </a:lnTo>
                      <a:lnTo>
                        <a:pt x="81" y="77"/>
                      </a:lnTo>
                      <a:lnTo>
                        <a:pt x="81" y="75"/>
                      </a:lnTo>
                      <a:lnTo>
                        <a:pt x="82" y="75"/>
                      </a:lnTo>
                      <a:lnTo>
                        <a:pt x="84" y="73"/>
                      </a:lnTo>
                      <a:lnTo>
                        <a:pt x="86" y="73"/>
                      </a:lnTo>
                      <a:lnTo>
                        <a:pt x="88" y="73"/>
                      </a:lnTo>
                      <a:lnTo>
                        <a:pt x="90" y="73"/>
                      </a:lnTo>
                      <a:lnTo>
                        <a:pt x="91" y="73"/>
                      </a:lnTo>
                      <a:lnTo>
                        <a:pt x="91" y="71"/>
                      </a:lnTo>
                      <a:lnTo>
                        <a:pt x="93" y="71"/>
                      </a:lnTo>
                      <a:lnTo>
                        <a:pt x="95" y="69"/>
                      </a:lnTo>
                      <a:lnTo>
                        <a:pt x="97" y="69"/>
                      </a:lnTo>
                      <a:lnTo>
                        <a:pt x="99" y="69"/>
                      </a:lnTo>
                      <a:lnTo>
                        <a:pt x="101" y="69"/>
                      </a:lnTo>
                      <a:lnTo>
                        <a:pt x="102" y="69"/>
                      </a:lnTo>
                      <a:lnTo>
                        <a:pt x="104" y="69"/>
                      </a:lnTo>
                      <a:lnTo>
                        <a:pt x="108" y="69"/>
                      </a:lnTo>
                      <a:lnTo>
                        <a:pt x="108" y="68"/>
                      </a:lnTo>
                      <a:lnTo>
                        <a:pt x="106" y="68"/>
                      </a:lnTo>
                      <a:lnTo>
                        <a:pt x="106" y="66"/>
                      </a:lnTo>
                      <a:lnTo>
                        <a:pt x="108" y="66"/>
                      </a:lnTo>
                      <a:lnTo>
                        <a:pt x="110" y="66"/>
                      </a:lnTo>
                      <a:lnTo>
                        <a:pt x="110" y="64"/>
                      </a:lnTo>
                      <a:lnTo>
                        <a:pt x="112" y="64"/>
                      </a:lnTo>
                      <a:lnTo>
                        <a:pt x="112" y="66"/>
                      </a:lnTo>
                      <a:lnTo>
                        <a:pt x="113" y="64"/>
                      </a:lnTo>
                      <a:lnTo>
                        <a:pt x="113" y="62"/>
                      </a:lnTo>
                      <a:lnTo>
                        <a:pt x="115" y="62"/>
                      </a:lnTo>
                      <a:lnTo>
                        <a:pt x="117" y="62"/>
                      </a:lnTo>
                      <a:lnTo>
                        <a:pt x="119" y="62"/>
                      </a:lnTo>
                      <a:lnTo>
                        <a:pt x="121" y="62"/>
                      </a:lnTo>
                      <a:lnTo>
                        <a:pt x="123" y="62"/>
                      </a:lnTo>
                      <a:lnTo>
                        <a:pt x="124" y="62"/>
                      </a:lnTo>
                      <a:lnTo>
                        <a:pt x="126" y="60"/>
                      </a:lnTo>
                      <a:lnTo>
                        <a:pt x="128" y="60"/>
                      </a:lnTo>
                      <a:lnTo>
                        <a:pt x="130" y="60"/>
                      </a:lnTo>
                      <a:lnTo>
                        <a:pt x="132" y="60"/>
                      </a:lnTo>
                      <a:lnTo>
                        <a:pt x="133" y="60"/>
                      </a:lnTo>
                      <a:lnTo>
                        <a:pt x="133" y="58"/>
                      </a:lnTo>
                      <a:lnTo>
                        <a:pt x="133" y="57"/>
                      </a:lnTo>
                      <a:lnTo>
                        <a:pt x="135" y="57"/>
                      </a:lnTo>
                      <a:lnTo>
                        <a:pt x="137" y="57"/>
                      </a:lnTo>
                      <a:lnTo>
                        <a:pt x="139" y="57"/>
                      </a:lnTo>
                      <a:lnTo>
                        <a:pt x="141" y="57"/>
                      </a:lnTo>
                      <a:lnTo>
                        <a:pt x="141" y="55"/>
                      </a:lnTo>
                      <a:lnTo>
                        <a:pt x="143" y="53"/>
                      </a:lnTo>
                      <a:lnTo>
                        <a:pt x="144" y="51"/>
                      </a:lnTo>
                      <a:lnTo>
                        <a:pt x="146" y="51"/>
                      </a:lnTo>
                      <a:lnTo>
                        <a:pt x="148" y="51"/>
                      </a:lnTo>
                      <a:lnTo>
                        <a:pt x="152" y="51"/>
                      </a:lnTo>
                      <a:lnTo>
                        <a:pt x="154" y="51"/>
                      </a:lnTo>
                      <a:lnTo>
                        <a:pt x="155" y="53"/>
                      </a:lnTo>
                      <a:lnTo>
                        <a:pt x="157" y="53"/>
                      </a:lnTo>
                      <a:lnTo>
                        <a:pt x="157" y="51"/>
                      </a:lnTo>
                      <a:lnTo>
                        <a:pt x="159" y="51"/>
                      </a:lnTo>
                      <a:lnTo>
                        <a:pt x="161" y="51"/>
                      </a:lnTo>
                      <a:lnTo>
                        <a:pt x="163" y="51"/>
                      </a:lnTo>
                      <a:lnTo>
                        <a:pt x="164" y="51"/>
                      </a:lnTo>
                      <a:lnTo>
                        <a:pt x="164" y="49"/>
                      </a:lnTo>
                      <a:lnTo>
                        <a:pt x="163" y="49"/>
                      </a:lnTo>
                      <a:lnTo>
                        <a:pt x="163" y="47"/>
                      </a:lnTo>
                      <a:lnTo>
                        <a:pt x="164" y="47"/>
                      </a:lnTo>
                      <a:lnTo>
                        <a:pt x="164" y="46"/>
                      </a:lnTo>
                      <a:lnTo>
                        <a:pt x="166" y="46"/>
                      </a:lnTo>
                      <a:lnTo>
                        <a:pt x="166" y="47"/>
                      </a:lnTo>
                      <a:lnTo>
                        <a:pt x="168" y="47"/>
                      </a:lnTo>
                      <a:lnTo>
                        <a:pt x="168" y="49"/>
                      </a:lnTo>
                      <a:lnTo>
                        <a:pt x="170" y="49"/>
                      </a:lnTo>
                      <a:lnTo>
                        <a:pt x="172" y="49"/>
                      </a:lnTo>
                      <a:lnTo>
                        <a:pt x="174" y="49"/>
                      </a:lnTo>
                      <a:lnTo>
                        <a:pt x="175" y="49"/>
                      </a:lnTo>
                      <a:lnTo>
                        <a:pt x="174" y="49"/>
                      </a:lnTo>
                      <a:lnTo>
                        <a:pt x="174" y="51"/>
                      </a:lnTo>
                      <a:lnTo>
                        <a:pt x="175" y="51"/>
                      </a:lnTo>
                      <a:lnTo>
                        <a:pt x="177" y="51"/>
                      </a:lnTo>
                      <a:lnTo>
                        <a:pt x="179" y="51"/>
                      </a:lnTo>
                      <a:lnTo>
                        <a:pt x="179" y="49"/>
                      </a:lnTo>
                      <a:lnTo>
                        <a:pt x="181" y="49"/>
                      </a:lnTo>
                      <a:lnTo>
                        <a:pt x="181" y="47"/>
                      </a:lnTo>
                      <a:lnTo>
                        <a:pt x="183" y="47"/>
                      </a:lnTo>
                      <a:lnTo>
                        <a:pt x="185" y="49"/>
                      </a:lnTo>
                      <a:lnTo>
                        <a:pt x="186" y="49"/>
                      </a:lnTo>
                      <a:lnTo>
                        <a:pt x="188" y="49"/>
                      </a:lnTo>
                      <a:lnTo>
                        <a:pt x="190" y="49"/>
                      </a:lnTo>
                      <a:lnTo>
                        <a:pt x="190" y="51"/>
                      </a:lnTo>
                      <a:lnTo>
                        <a:pt x="188" y="51"/>
                      </a:lnTo>
                      <a:lnTo>
                        <a:pt x="186" y="53"/>
                      </a:lnTo>
                      <a:lnTo>
                        <a:pt x="188" y="55"/>
                      </a:lnTo>
                      <a:lnTo>
                        <a:pt x="190" y="55"/>
                      </a:lnTo>
                      <a:lnTo>
                        <a:pt x="192" y="57"/>
                      </a:lnTo>
                      <a:lnTo>
                        <a:pt x="194" y="57"/>
                      </a:lnTo>
                      <a:lnTo>
                        <a:pt x="196" y="57"/>
                      </a:lnTo>
                      <a:lnTo>
                        <a:pt x="197" y="55"/>
                      </a:lnTo>
                      <a:lnTo>
                        <a:pt x="197" y="57"/>
                      </a:lnTo>
                      <a:lnTo>
                        <a:pt x="197" y="55"/>
                      </a:lnTo>
                      <a:lnTo>
                        <a:pt x="199" y="55"/>
                      </a:lnTo>
                      <a:lnTo>
                        <a:pt x="201" y="55"/>
                      </a:lnTo>
                      <a:lnTo>
                        <a:pt x="203" y="55"/>
                      </a:lnTo>
                      <a:lnTo>
                        <a:pt x="205" y="55"/>
                      </a:lnTo>
                      <a:lnTo>
                        <a:pt x="206" y="55"/>
                      </a:lnTo>
                      <a:lnTo>
                        <a:pt x="206" y="57"/>
                      </a:lnTo>
                      <a:lnTo>
                        <a:pt x="208" y="55"/>
                      </a:lnTo>
                      <a:lnTo>
                        <a:pt x="210" y="55"/>
                      </a:lnTo>
                      <a:lnTo>
                        <a:pt x="212" y="57"/>
                      </a:lnTo>
                      <a:lnTo>
                        <a:pt x="214" y="57"/>
                      </a:lnTo>
                      <a:lnTo>
                        <a:pt x="216" y="57"/>
                      </a:lnTo>
                      <a:lnTo>
                        <a:pt x="217" y="57"/>
                      </a:lnTo>
                      <a:lnTo>
                        <a:pt x="219" y="57"/>
                      </a:lnTo>
                      <a:lnTo>
                        <a:pt x="221" y="57"/>
                      </a:lnTo>
                      <a:lnTo>
                        <a:pt x="223" y="57"/>
                      </a:lnTo>
                      <a:lnTo>
                        <a:pt x="223" y="55"/>
                      </a:lnTo>
                      <a:lnTo>
                        <a:pt x="225" y="57"/>
                      </a:lnTo>
                      <a:lnTo>
                        <a:pt x="228" y="57"/>
                      </a:lnTo>
                      <a:lnTo>
                        <a:pt x="230" y="57"/>
                      </a:lnTo>
                      <a:lnTo>
                        <a:pt x="232" y="57"/>
                      </a:lnTo>
                      <a:lnTo>
                        <a:pt x="234" y="57"/>
                      </a:lnTo>
                      <a:lnTo>
                        <a:pt x="236" y="58"/>
                      </a:lnTo>
                      <a:lnTo>
                        <a:pt x="236" y="62"/>
                      </a:lnTo>
                      <a:lnTo>
                        <a:pt x="237" y="64"/>
                      </a:lnTo>
                      <a:lnTo>
                        <a:pt x="237" y="68"/>
                      </a:lnTo>
                      <a:lnTo>
                        <a:pt x="237" y="69"/>
                      </a:lnTo>
                      <a:lnTo>
                        <a:pt x="239" y="69"/>
                      </a:lnTo>
                      <a:lnTo>
                        <a:pt x="239" y="71"/>
                      </a:lnTo>
                      <a:lnTo>
                        <a:pt x="241" y="71"/>
                      </a:lnTo>
                      <a:lnTo>
                        <a:pt x="243" y="71"/>
                      </a:lnTo>
                      <a:lnTo>
                        <a:pt x="243" y="73"/>
                      </a:lnTo>
                      <a:lnTo>
                        <a:pt x="243" y="71"/>
                      </a:lnTo>
                      <a:lnTo>
                        <a:pt x="243" y="73"/>
                      </a:lnTo>
                      <a:lnTo>
                        <a:pt x="245" y="73"/>
                      </a:lnTo>
                      <a:lnTo>
                        <a:pt x="245" y="75"/>
                      </a:lnTo>
                      <a:lnTo>
                        <a:pt x="247" y="75"/>
                      </a:lnTo>
                      <a:lnTo>
                        <a:pt x="247" y="77"/>
                      </a:lnTo>
                      <a:lnTo>
                        <a:pt x="248" y="77"/>
                      </a:lnTo>
                      <a:lnTo>
                        <a:pt x="250" y="75"/>
                      </a:lnTo>
                      <a:lnTo>
                        <a:pt x="256" y="75"/>
                      </a:lnTo>
                      <a:lnTo>
                        <a:pt x="258" y="75"/>
                      </a:lnTo>
                      <a:lnTo>
                        <a:pt x="259" y="75"/>
                      </a:lnTo>
                      <a:lnTo>
                        <a:pt x="259" y="77"/>
                      </a:lnTo>
                      <a:lnTo>
                        <a:pt x="259" y="79"/>
                      </a:lnTo>
                      <a:lnTo>
                        <a:pt x="261" y="79"/>
                      </a:lnTo>
                      <a:lnTo>
                        <a:pt x="263" y="79"/>
                      </a:lnTo>
                      <a:lnTo>
                        <a:pt x="265" y="79"/>
                      </a:lnTo>
                      <a:lnTo>
                        <a:pt x="267" y="79"/>
                      </a:lnTo>
                      <a:lnTo>
                        <a:pt x="270" y="79"/>
                      </a:lnTo>
                      <a:lnTo>
                        <a:pt x="274" y="79"/>
                      </a:lnTo>
                      <a:lnTo>
                        <a:pt x="276" y="79"/>
                      </a:lnTo>
                      <a:lnTo>
                        <a:pt x="278" y="80"/>
                      </a:lnTo>
                      <a:lnTo>
                        <a:pt x="279" y="80"/>
                      </a:lnTo>
                      <a:lnTo>
                        <a:pt x="279" y="79"/>
                      </a:lnTo>
                      <a:lnTo>
                        <a:pt x="283" y="79"/>
                      </a:lnTo>
                      <a:lnTo>
                        <a:pt x="285" y="79"/>
                      </a:lnTo>
                      <a:lnTo>
                        <a:pt x="287" y="79"/>
                      </a:lnTo>
                      <a:lnTo>
                        <a:pt x="289" y="79"/>
                      </a:lnTo>
                      <a:lnTo>
                        <a:pt x="287" y="77"/>
                      </a:lnTo>
                      <a:lnTo>
                        <a:pt x="289" y="77"/>
                      </a:lnTo>
                      <a:lnTo>
                        <a:pt x="290" y="77"/>
                      </a:lnTo>
                      <a:lnTo>
                        <a:pt x="290" y="75"/>
                      </a:lnTo>
                      <a:lnTo>
                        <a:pt x="290" y="77"/>
                      </a:lnTo>
                      <a:lnTo>
                        <a:pt x="290" y="75"/>
                      </a:lnTo>
                      <a:lnTo>
                        <a:pt x="292" y="77"/>
                      </a:lnTo>
                      <a:lnTo>
                        <a:pt x="294" y="79"/>
                      </a:lnTo>
                      <a:lnTo>
                        <a:pt x="296" y="79"/>
                      </a:lnTo>
                      <a:lnTo>
                        <a:pt x="296" y="77"/>
                      </a:lnTo>
                      <a:lnTo>
                        <a:pt x="298" y="77"/>
                      </a:lnTo>
                      <a:lnTo>
                        <a:pt x="300" y="77"/>
                      </a:lnTo>
                      <a:lnTo>
                        <a:pt x="300" y="79"/>
                      </a:lnTo>
                      <a:lnTo>
                        <a:pt x="301" y="79"/>
                      </a:lnTo>
                      <a:lnTo>
                        <a:pt x="303" y="79"/>
                      </a:lnTo>
                      <a:lnTo>
                        <a:pt x="305" y="79"/>
                      </a:lnTo>
                      <a:lnTo>
                        <a:pt x="307" y="79"/>
                      </a:lnTo>
                      <a:lnTo>
                        <a:pt x="307" y="80"/>
                      </a:lnTo>
                      <a:lnTo>
                        <a:pt x="309" y="80"/>
                      </a:lnTo>
                      <a:lnTo>
                        <a:pt x="307" y="80"/>
                      </a:lnTo>
                      <a:lnTo>
                        <a:pt x="309" y="80"/>
                      </a:lnTo>
                      <a:lnTo>
                        <a:pt x="311" y="82"/>
                      </a:lnTo>
                      <a:lnTo>
                        <a:pt x="312" y="80"/>
                      </a:lnTo>
                      <a:lnTo>
                        <a:pt x="314" y="80"/>
                      </a:lnTo>
                      <a:lnTo>
                        <a:pt x="314" y="79"/>
                      </a:lnTo>
                      <a:lnTo>
                        <a:pt x="316" y="79"/>
                      </a:lnTo>
                      <a:lnTo>
                        <a:pt x="316" y="80"/>
                      </a:lnTo>
                      <a:lnTo>
                        <a:pt x="316" y="82"/>
                      </a:lnTo>
                      <a:lnTo>
                        <a:pt x="318" y="82"/>
                      </a:lnTo>
                      <a:lnTo>
                        <a:pt x="318" y="80"/>
                      </a:lnTo>
                      <a:lnTo>
                        <a:pt x="320" y="80"/>
                      </a:lnTo>
                      <a:lnTo>
                        <a:pt x="321" y="80"/>
                      </a:lnTo>
                      <a:lnTo>
                        <a:pt x="323" y="80"/>
                      </a:lnTo>
                      <a:lnTo>
                        <a:pt x="325" y="80"/>
                      </a:lnTo>
                      <a:lnTo>
                        <a:pt x="329" y="80"/>
                      </a:lnTo>
                      <a:lnTo>
                        <a:pt x="331" y="80"/>
                      </a:lnTo>
                      <a:lnTo>
                        <a:pt x="331" y="82"/>
                      </a:lnTo>
                      <a:lnTo>
                        <a:pt x="332" y="82"/>
                      </a:lnTo>
                      <a:lnTo>
                        <a:pt x="332" y="84"/>
                      </a:lnTo>
                      <a:lnTo>
                        <a:pt x="334" y="84"/>
                      </a:lnTo>
                      <a:lnTo>
                        <a:pt x="336" y="84"/>
                      </a:lnTo>
                      <a:lnTo>
                        <a:pt x="336" y="86"/>
                      </a:lnTo>
                      <a:lnTo>
                        <a:pt x="338" y="86"/>
                      </a:lnTo>
                      <a:lnTo>
                        <a:pt x="340" y="86"/>
                      </a:lnTo>
                      <a:lnTo>
                        <a:pt x="342" y="86"/>
                      </a:lnTo>
                      <a:lnTo>
                        <a:pt x="343" y="86"/>
                      </a:lnTo>
                      <a:lnTo>
                        <a:pt x="345" y="86"/>
                      </a:lnTo>
                      <a:lnTo>
                        <a:pt x="345" y="84"/>
                      </a:lnTo>
                      <a:lnTo>
                        <a:pt x="347" y="86"/>
                      </a:lnTo>
                      <a:lnTo>
                        <a:pt x="347" y="84"/>
                      </a:lnTo>
                      <a:lnTo>
                        <a:pt x="349" y="84"/>
                      </a:lnTo>
                      <a:lnTo>
                        <a:pt x="351" y="82"/>
                      </a:lnTo>
                      <a:lnTo>
                        <a:pt x="352" y="82"/>
                      </a:lnTo>
                      <a:lnTo>
                        <a:pt x="351" y="80"/>
                      </a:lnTo>
                      <a:lnTo>
                        <a:pt x="352" y="80"/>
                      </a:lnTo>
                      <a:lnTo>
                        <a:pt x="351" y="80"/>
                      </a:lnTo>
                      <a:lnTo>
                        <a:pt x="352" y="80"/>
                      </a:lnTo>
                      <a:lnTo>
                        <a:pt x="352" y="79"/>
                      </a:lnTo>
                      <a:lnTo>
                        <a:pt x="354" y="79"/>
                      </a:lnTo>
                      <a:lnTo>
                        <a:pt x="356" y="79"/>
                      </a:lnTo>
                      <a:lnTo>
                        <a:pt x="358" y="79"/>
                      </a:lnTo>
                      <a:lnTo>
                        <a:pt x="358" y="77"/>
                      </a:lnTo>
                      <a:lnTo>
                        <a:pt x="360" y="77"/>
                      </a:lnTo>
                      <a:lnTo>
                        <a:pt x="360" y="79"/>
                      </a:lnTo>
                      <a:lnTo>
                        <a:pt x="360" y="80"/>
                      </a:lnTo>
                      <a:lnTo>
                        <a:pt x="362" y="80"/>
                      </a:lnTo>
                      <a:lnTo>
                        <a:pt x="363" y="80"/>
                      </a:lnTo>
                      <a:lnTo>
                        <a:pt x="363" y="79"/>
                      </a:lnTo>
                      <a:lnTo>
                        <a:pt x="362" y="79"/>
                      </a:lnTo>
                      <a:lnTo>
                        <a:pt x="363" y="79"/>
                      </a:lnTo>
                      <a:lnTo>
                        <a:pt x="365" y="79"/>
                      </a:lnTo>
                      <a:lnTo>
                        <a:pt x="365" y="77"/>
                      </a:lnTo>
                      <a:lnTo>
                        <a:pt x="367" y="77"/>
                      </a:lnTo>
                      <a:lnTo>
                        <a:pt x="369" y="77"/>
                      </a:lnTo>
                      <a:lnTo>
                        <a:pt x="369" y="75"/>
                      </a:lnTo>
                      <a:lnTo>
                        <a:pt x="371" y="75"/>
                      </a:lnTo>
                      <a:lnTo>
                        <a:pt x="371" y="73"/>
                      </a:lnTo>
                      <a:lnTo>
                        <a:pt x="373" y="73"/>
                      </a:lnTo>
                      <a:lnTo>
                        <a:pt x="373" y="71"/>
                      </a:lnTo>
                      <a:lnTo>
                        <a:pt x="374" y="71"/>
                      </a:lnTo>
                      <a:lnTo>
                        <a:pt x="373" y="71"/>
                      </a:lnTo>
                      <a:lnTo>
                        <a:pt x="373" y="69"/>
                      </a:lnTo>
                      <a:lnTo>
                        <a:pt x="374" y="69"/>
                      </a:lnTo>
                      <a:lnTo>
                        <a:pt x="376" y="68"/>
                      </a:lnTo>
                      <a:lnTo>
                        <a:pt x="376" y="66"/>
                      </a:lnTo>
                      <a:lnTo>
                        <a:pt x="378" y="66"/>
                      </a:lnTo>
                      <a:lnTo>
                        <a:pt x="378" y="64"/>
                      </a:lnTo>
                      <a:lnTo>
                        <a:pt x="376" y="64"/>
                      </a:lnTo>
                      <a:lnTo>
                        <a:pt x="376" y="62"/>
                      </a:lnTo>
                      <a:lnTo>
                        <a:pt x="378" y="62"/>
                      </a:lnTo>
                      <a:lnTo>
                        <a:pt x="376" y="62"/>
                      </a:lnTo>
                      <a:lnTo>
                        <a:pt x="378" y="62"/>
                      </a:lnTo>
                      <a:lnTo>
                        <a:pt x="378" y="60"/>
                      </a:lnTo>
                      <a:lnTo>
                        <a:pt x="378" y="58"/>
                      </a:lnTo>
                      <a:lnTo>
                        <a:pt x="376" y="58"/>
                      </a:lnTo>
                      <a:lnTo>
                        <a:pt x="374" y="58"/>
                      </a:lnTo>
                      <a:lnTo>
                        <a:pt x="374" y="57"/>
                      </a:lnTo>
                      <a:lnTo>
                        <a:pt x="373" y="57"/>
                      </a:lnTo>
                      <a:lnTo>
                        <a:pt x="371" y="57"/>
                      </a:lnTo>
                      <a:lnTo>
                        <a:pt x="371" y="55"/>
                      </a:lnTo>
                      <a:lnTo>
                        <a:pt x="369" y="55"/>
                      </a:lnTo>
                      <a:lnTo>
                        <a:pt x="369" y="53"/>
                      </a:lnTo>
                      <a:lnTo>
                        <a:pt x="367" y="53"/>
                      </a:lnTo>
                      <a:lnTo>
                        <a:pt x="367" y="51"/>
                      </a:lnTo>
                      <a:lnTo>
                        <a:pt x="365" y="51"/>
                      </a:lnTo>
                      <a:lnTo>
                        <a:pt x="365" y="49"/>
                      </a:lnTo>
                      <a:lnTo>
                        <a:pt x="367" y="49"/>
                      </a:lnTo>
                      <a:lnTo>
                        <a:pt x="365" y="49"/>
                      </a:lnTo>
                      <a:lnTo>
                        <a:pt x="365" y="47"/>
                      </a:lnTo>
                      <a:lnTo>
                        <a:pt x="367" y="47"/>
                      </a:lnTo>
                      <a:lnTo>
                        <a:pt x="369" y="46"/>
                      </a:lnTo>
                      <a:lnTo>
                        <a:pt x="367" y="46"/>
                      </a:lnTo>
                      <a:lnTo>
                        <a:pt x="369" y="46"/>
                      </a:lnTo>
                      <a:lnTo>
                        <a:pt x="367" y="46"/>
                      </a:lnTo>
                      <a:lnTo>
                        <a:pt x="365" y="46"/>
                      </a:lnTo>
                      <a:lnTo>
                        <a:pt x="365" y="44"/>
                      </a:lnTo>
                      <a:lnTo>
                        <a:pt x="363" y="44"/>
                      </a:lnTo>
                      <a:lnTo>
                        <a:pt x="362" y="44"/>
                      </a:lnTo>
                      <a:lnTo>
                        <a:pt x="362" y="42"/>
                      </a:lnTo>
                      <a:lnTo>
                        <a:pt x="362" y="40"/>
                      </a:lnTo>
                      <a:lnTo>
                        <a:pt x="362" y="38"/>
                      </a:lnTo>
                      <a:lnTo>
                        <a:pt x="363" y="38"/>
                      </a:lnTo>
                      <a:lnTo>
                        <a:pt x="362" y="38"/>
                      </a:lnTo>
                      <a:lnTo>
                        <a:pt x="363" y="38"/>
                      </a:lnTo>
                      <a:lnTo>
                        <a:pt x="363" y="37"/>
                      </a:lnTo>
                      <a:lnTo>
                        <a:pt x="363" y="35"/>
                      </a:lnTo>
                      <a:lnTo>
                        <a:pt x="365" y="35"/>
                      </a:lnTo>
                      <a:lnTo>
                        <a:pt x="365" y="33"/>
                      </a:lnTo>
                      <a:lnTo>
                        <a:pt x="365" y="31"/>
                      </a:lnTo>
                      <a:lnTo>
                        <a:pt x="365" y="29"/>
                      </a:lnTo>
                      <a:lnTo>
                        <a:pt x="367" y="29"/>
                      </a:lnTo>
                      <a:lnTo>
                        <a:pt x="367" y="27"/>
                      </a:lnTo>
                      <a:lnTo>
                        <a:pt x="367" y="26"/>
                      </a:lnTo>
                      <a:lnTo>
                        <a:pt x="369" y="26"/>
                      </a:lnTo>
                      <a:lnTo>
                        <a:pt x="371" y="26"/>
                      </a:lnTo>
                      <a:lnTo>
                        <a:pt x="371" y="24"/>
                      </a:lnTo>
                      <a:lnTo>
                        <a:pt x="373" y="24"/>
                      </a:lnTo>
                      <a:lnTo>
                        <a:pt x="373" y="26"/>
                      </a:lnTo>
                      <a:lnTo>
                        <a:pt x="374" y="26"/>
                      </a:lnTo>
                      <a:lnTo>
                        <a:pt x="376" y="24"/>
                      </a:lnTo>
                      <a:lnTo>
                        <a:pt x="376" y="22"/>
                      </a:lnTo>
                      <a:lnTo>
                        <a:pt x="376" y="20"/>
                      </a:lnTo>
                      <a:lnTo>
                        <a:pt x="374" y="20"/>
                      </a:lnTo>
                      <a:lnTo>
                        <a:pt x="376" y="20"/>
                      </a:lnTo>
                      <a:lnTo>
                        <a:pt x="376" y="18"/>
                      </a:lnTo>
                      <a:lnTo>
                        <a:pt x="378" y="18"/>
                      </a:lnTo>
                      <a:lnTo>
                        <a:pt x="378" y="16"/>
                      </a:lnTo>
                      <a:lnTo>
                        <a:pt x="380" y="16"/>
                      </a:lnTo>
                      <a:lnTo>
                        <a:pt x="380" y="15"/>
                      </a:lnTo>
                      <a:lnTo>
                        <a:pt x="384" y="15"/>
                      </a:lnTo>
                      <a:lnTo>
                        <a:pt x="385" y="15"/>
                      </a:lnTo>
                      <a:lnTo>
                        <a:pt x="385" y="13"/>
                      </a:lnTo>
                      <a:lnTo>
                        <a:pt x="387" y="13"/>
                      </a:lnTo>
                      <a:lnTo>
                        <a:pt x="389" y="13"/>
                      </a:lnTo>
                      <a:lnTo>
                        <a:pt x="391" y="13"/>
                      </a:lnTo>
                      <a:lnTo>
                        <a:pt x="393" y="11"/>
                      </a:lnTo>
                      <a:lnTo>
                        <a:pt x="394" y="11"/>
                      </a:lnTo>
                      <a:lnTo>
                        <a:pt x="394" y="9"/>
                      </a:lnTo>
                      <a:lnTo>
                        <a:pt x="394" y="7"/>
                      </a:lnTo>
                      <a:lnTo>
                        <a:pt x="396" y="7"/>
                      </a:lnTo>
                      <a:lnTo>
                        <a:pt x="396" y="5"/>
                      </a:lnTo>
                      <a:lnTo>
                        <a:pt x="396" y="4"/>
                      </a:lnTo>
                      <a:lnTo>
                        <a:pt x="398" y="4"/>
                      </a:lnTo>
                      <a:lnTo>
                        <a:pt x="396" y="4"/>
                      </a:lnTo>
                      <a:lnTo>
                        <a:pt x="398" y="4"/>
                      </a:lnTo>
                      <a:lnTo>
                        <a:pt x="398" y="2"/>
                      </a:lnTo>
                      <a:lnTo>
                        <a:pt x="398" y="0"/>
                      </a:lnTo>
                      <a:lnTo>
                        <a:pt x="40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5" name="Freeform 70">
                  <a:extLst>
                    <a:ext uri="{FF2B5EF4-FFF2-40B4-BE49-F238E27FC236}">
                      <a16:creationId xmlns:a16="http://schemas.microsoft.com/office/drawing/2014/main" id="{44A033E8-14B0-A0B7-D455-D3B78E90B02E}"/>
                    </a:ext>
                  </a:extLst>
                </p:cNvPr>
                <p:cNvSpPr>
                  <a:spLocks noEditPoints="1"/>
                </p:cNvSpPr>
                <p:nvPr/>
              </p:nvSpPr>
              <p:spPr bwMode="auto">
                <a:xfrm>
                  <a:off x="5195206" y="3794766"/>
                  <a:ext cx="184336" cy="240360"/>
                </a:xfrm>
                <a:custGeom>
                  <a:avLst/>
                  <a:gdLst>
                    <a:gd name="T0" fmla="*/ 65 w 102"/>
                    <a:gd name="T1" fmla="*/ 117 h 133"/>
                    <a:gd name="T2" fmla="*/ 64 w 102"/>
                    <a:gd name="T3" fmla="*/ 124 h 133"/>
                    <a:gd name="T4" fmla="*/ 62 w 102"/>
                    <a:gd name="T5" fmla="*/ 124 h 133"/>
                    <a:gd name="T6" fmla="*/ 62 w 102"/>
                    <a:gd name="T7" fmla="*/ 126 h 133"/>
                    <a:gd name="T8" fmla="*/ 64 w 102"/>
                    <a:gd name="T9" fmla="*/ 129 h 133"/>
                    <a:gd name="T10" fmla="*/ 60 w 102"/>
                    <a:gd name="T11" fmla="*/ 127 h 133"/>
                    <a:gd name="T12" fmla="*/ 60 w 102"/>
                    <a:gd name="T13" fmla="*/ 126 h 133"/>
                    <a:gd name="T14" fmla="*/ 62 w 102"/>
                    <a:gd name="T15" fmla="*/ 124 h 133"/>
                    <a:gd name="T16" fmla="*/ 58 w 102"/>
                    <a:gd name="T17" fmla="*/ 122 h 133"/>
                    <a:gd name="T18" fmla="*/ 65 w 102"/>
                    <a:gd name="T19" fmla="*/ 115 h 133"/>
                    <a:gd name="T20" fmla="*/ 80 w 102"/>
                    <a:gd name="T21" fmla="*/ 113 h 133"/>
                    <a:gd name="T22" fmla="*/ 80 w 102"/>
                    <a:gd name="T23" fmla="*/ 124 h 133"/>
                    <a:gd name="T24" fmla="*/ 73 w 102"/>
                    <a:gd name="T25" fmla="*/ 129 h 133"/>
                    <a:gd name="T26" fmla="*/ 67 w 102"/>
                    <a:gd name="T27" fmla="*/ 133 h 133"/>
                    <a:gd name="T28" fmla="*/ 67 w 102"/>
                    <a:gd name="T29" fmla="*/ 131 h 133"/>
                    <a:gd name="T30" fmla="*/ 69 w 102"/>
                    <a:gd name="T31" fmla="*/ 129 h 133"/>
                    <a:gd name="T32" fmla="*/ 73 w 102"/>
                    <a:gd name="T33" fmla="*/ 127 h 133"/>
                    <a:gd name="T34" fmla="*/ 65 w 102"/>
                    <a:gd name="T35" fmla="*/ 129 h 133"/>
                    <a:gd name="T36" fmla="*/ 69 w 102"/>
                    <a:gd name="T37" fmla="*/ 127 h 133"/>
                    <a:gd name="T38" fmla="*/ 67 w 102"/>
                    <a:gd name="T39" fmla="*/ 127 h 133"/>
                    <a:gd name="T40" fmla="*/ 67 w 102"/>
                    <a:gd name="T41" fmla="*/ 122 h 133"/>
                    <a:gd name="T42" fmla="*/ 67 w 102"/>
                    <a:gd name="T43" fmla="*/ 118 h 133"/>
                    <a:gd name="T44" fmla="*/ 71 w 102"/>
                    <a:gd name="T45" fmla="*/ 113 h 133"/>
                    <a:gd name="T46" fmla="*/ 78 w 102"/>
                    <a:gd name="T47" fmla="*/ 107 h 133"/>
                    <a:gd name="T48" fmla="*/ 87 w 102"/>
                    <a:gd name="T49" fmla="*/ 113 h 133"/>
                    <a:gd name="T50" fmla="*/ 82 w 102"/>
                    <a:gd name="T51" fmla="*/ 117 h 133"/>
                    <a:gd name="T52" fmla="*/ 82 w 102"/>
                    <a:gd name="T53" fmla="*/ 107 h 133"/>
                    <a:gd name="T54" fmla="*/ 98 w 102"/>
                    <a:gd name="T55" fmla="*/ 100 h 133"/>
                    <a:gd name="T56" fmla="*/ 102 w 102"/>
                    <a:gd name="T57" fmla="*/ 109 h 133"/>
                    <a:gd name="T58" fmla="*/ 95 w 102"/>
                    <a:gd name="T59" fmla="*/ 111 h 133"/>
                    <a:gd name="T60" fmla="*/ 85 w 102"/>
                    <a:gd name="T61" fmla="*/ 107 h 133"/>
                    <a:gd name="T62" fmla="*/ 85 w 102"/>
                    <a:gd name="T63" fmla="*/ 102 h 133"/>
                    <a:gd name="T64" fmla="*/ 89 w 102"/>
                    <a:gd name="T65" fmla="*/ 96 h 133"/>
                    <a:gd name="T66" fmla="*/ 98 w 102"/>
                    <a:gd name="T67" fmla="*/ 96 h 133"/>
                    <a:gd name="T68" fmla="*/ 69 w 102"/>
                    <a:gd name="T69" fmla="*/ 100 h 133"/>
                    <a:gd name="T70" fmla="*/ 64 w 102"/>
                    <a:gd name="T71" fmla="*/ 107 h 133"/>
                    <a:gd name="T72" fmla="*/ 60 w 102"/>
                    <a:gd name="T73" fmla="*/ 115 h 133"/>
                    <a:gd name="T74" fmla="*/ 60 w 102"/>
                    <a:gd name="T75" fmla="*/ 113 h 133"/>
                    <a:gd name="T76" fmla="*/ 64 w 102"/>
                    <a:gd name="T77" fmla="*/ 104 h 133"/>
                    <a:gd name="T78" fmla="*/ 65 w 102"/>
                    <a:gd name="T79" fmla="*/ 96 h 133"/>
                    <a:gd name="T80" fmla="*/ 71 w 102"/>
                    <a:gd name="T81" fmla="*/ 96 h 133"/>
                    <a:gd name="T82" fmla="*/ 80 w 102"/>
                    <a:gd name="T83" fmla="*/ 98 h 133"/>
                    <a:gd name="T84" fmla="*/ 87 w 102"/>
                    <a:gd name="T85" fmla="*/ 100 h 133"/>
                    <a:gd name="T86" fmla="*/ 80 w 102"/>
                    <a:gd name="T87" fmla="*/ 107 h 133"/>
                    <a:gd name="T88" fmla="*/ 80 w 102"/>
                    <a:gd name="T89" fmla="*/ 106 h 133"/>
                    <a:gd name="T90" fmla="*/ 80 w 102"/>
                    <a:gd name="T91" fmla="*/ 109 h 133"/>
                    <a:gd name="T92" fmla="*/ 74 w 102"/>
                    <a:gd name="T93" fmla="*/ 109 h 133"/>
                    <a:gd name="T94" fmla="*/ 69 w 102"/>
                    <a:gd name="T95" fmla="*/ 113 h 133"/>
                    <a:gd name="T96" fmla="*/ 65 w 102"/>
                    <a:gd name="T97" fmla="*/ 104 h 133"/>
                    <a:gd name="T98" fmla="*/ 71 w 102"/>
                    <a:gd name="T99" fmla="*/ 98 h 133"/>
                    <a:gd name="T100" fmla="*/ 74 w 102"/>
                    <a:gd name="T101" fmla="*/ 91 h 133"/>
                    <a:gd name="T102" fmla="*/ 3 w 102"/>
                    <a:gd name="T103" fmla="*/ 1 h 133"/>
                    <a:gd name="T104" fmla="*/ 7 w 102"/>
                    <a:gd name="T105" fmla="*/ 7 h 133"/>
                    <a:gd name="T106" fmla="*/ 7 w 102"/>
                    <a:gd name="T107" fmla="*/ 5 h 133"/>
                    <a:gd name="T108" fmla="*/ 18 w 102"/>
                    <a:gd name="T109" fmla="*/ 7 h 133"/>
                    <a:gd name="T110" fmla="*/ 18 w 102"/>
                    <a:gd name="T111" fmla="*/ 12 h 133"/>
                    <a:gd name="T112" fmla="*/ 16 w 102"/>
                    <a:gd name="T113" fmla="*/ 20 h 133"/>
                    <a:gd name="T114" fmla="*/ 11 w 102"/>
                    <a:gd name="T115" fmla="*/ 16 h 133"/>
                    <a:gd name="T116" fmla="*/ 9 w 102"/>
                    <a:gd name="T117" fmla="*/ 12 h 133"/>
                    <a:gd name="T118" fmla="*/ 5 w 102"/>
                    <a:gd name="T119" fmla="*/ 11 h 133"/>
                    <a:gd name="T120" fmla="*/ 0 w 102"/>
                    <a:gd name="T121" fmla="*/ 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133">
                      <a:moveTo>
                        <a:pt x="67" y="111"/>
                      </a:moveTo>
                      <a:lnTo>
                        <a:pt x="69" y="111"/>
                      </a:lnTo>
                      <a:lnTo>
                        <a:pt x="69" y="113"/>
                      </a:lnTo>
                      <a:lnTo>
                        <a:pt x="69" y="115"/>
                      </a:lnTo>
                      <a:lnTo>
                        <a:pt x="67" y="115"/>
                      </a:lnTo>
                      <a:lnTo>
                        <a:pt x="67" y="117"/>
                      </a:lnTo>
                      <a:lnTo>
                        <a:pt x="65" y="117"/>
                      </a:lnTo>
                      <a:lnTo>
                        <a:pt x="65" y="118"/>
                      </a:lnTo>
                      <a:lnTo>
                        <a:pt x="65" y="120"/>
                      </a:lnTo>
                      <a:lnTo>
                        <a:pt x="67" y="120"/>
                      </a:lnTo>
                      <a:lnTo>
                        <a:pt x="65" y="120"/>
                      </a:lnTo>
                      <a:lnTo>
                        <a:pt x="65" y="122"/>
                      </a:lnTo>
                      <a:lnTo>
                        <a:pt x="64" y="122"/>
                      </a:lnTo>
                      <a:lnTo>
                        <a:pt x="64" y="124"/>
                      </a:lnTo>
                      <a:lnTo>
                        <a:pt x="62" y="124"/>
                      </a:lnTo>
                      <a:lnTo>
                        <a:pt x="62" y="122"/>
                      </a:lnTo>
                      <a:lnTo>
                        <a:pt x="64" y="122"/>
                      </a:lnTo>
                      <a:lnTo>
                        <a:pt x="64" y="120"/>
                      </a:lnTo>
                      <a:lnTo>
                        <a:pt x="64" y="122"/>
                      </a:lnTo>
                      <a:lnTo>
                        <a:pt x="62" y="122"/>
                      </a:lnTo>
                      <a:lnTo>
                        <a:pt x="62" y="124"/>
                      </a:lnTo>
                      <a:lnTo>
                        <a:pt x="64" y="124"/>
                      </a:lnTo>
                      <a:lnTo>
                        <a:pt x="62" y="124"/>
                      </a:lnTo>
                      <a:lnTo>
                        <a:pt x="64" y="124"/>
                      </a:lnTo>
                      <a:lnTo>
                        <a:pt x="64" y="126"/>
                      </a:lnTo>
                      <a:lnTo>
                        <a:pt x="64" y="127"/>
                      </a:lnTo>
                      <a:lnTo>
                        <a:pt x="62" y="127"/>
                      </a:lnTo>
                      <a:lnTo>
                        <a:pt x="62" y="126"/>
                      </a:lnTo>
                      <a:lnTo>
                        <a:pt x="62" y="124"/>
                      </a:lnTo>
                      <a:lnTo>
                        <a:pt x="62" y="126"/>
                      </a:lnTo>
                      <a:lnTo>
                        <a:pt x="62" y="127"/>
                      </a:lnTo>
                      <a:lnTo>
                        <a:pt x="64" y="127"/>
                      </a:lnTo>
                      <a:lnTo>
                        <a:pt x="62" y="127"/>
                      </a:lnTo>
                      <a:lnTo>
                        <a:pt x="62" y="129"/>
                      </a:lnTo>
                      <a:lnTo>
                        <a:pt x="64" y="129"/>
                      </a:lnTo>
                      <a:lnTo>
                        <a:pt x="62" y="131"/>
                      </a:lnTo>
                      <a:lnTo>
                        <a:pt x="60" y="131"/>
                      </a:lnTo>
                      <a:lnTo>
                        <a:pt x="58" y="129"/>
                      </a:lnTo>
                      <a:lnTo>
                        <a:pt x="58" y="127"/>
                      </a:lnTo>
                      <a:lnTo>
                        <a:pt x="58" y="129"/>
                      </a:lnTo>
                      <a:lnTo>
                        <a:pt x="60" y="129"/>
                      </a:lnTo>
                      <a:lnTo>
                        <a:pt x="60" y="127"/>
                      </a:lnTo>
                      <a:lnTo>
                        <a:pt x="60" y="129"/>
                      </a:lnTo>
                      <a:lnTo>
                        <a:pt x="58" y="129"/>
                      </a:lnTo>
                      <a:lnTo>
                        <a:pt x="58" y="127"/>
                      </a:lnTo>
                      <a:lnTo>
                        <a:pt x="58" y="126"/>
                      </a:lnTo>
                      <a:lnTo>
                        <a:pt x="60" y="126"/>
                      </a:lnTo>
                      <a:lnTo>
                        <a:pt x="62" y="126"/>
                      </a:lnTo>
                      <a:lnTo>
                        <a:pt x="60" y="126"/>
                      </a:lnTo>
                      <a:lnTo>
                        <a:pt x="60" y="124"/>
                      </a:lnTo>
                      <a:lnTo>
                        <a:pt x="62" y="124"/>
                      </a:lnTo>
                      <a:lnTo>
                        <a:pt x="60" y="124"/>
                      </a:lnTo>
                      <a:lnTo>
                        <a:pt x="60" y="126"/>
                      </a:lnTo>
                      <a:lnTo>
                        <a:pt x="58" y="126"/>
                      </a:lnTo>
                      <a:lnTo>
                        <a:pt x="60" y="124"/>
                      </a:lnTo>
                      <a:lnTo>
                        <a:pt x="62" y="124"/>
                      </a:lnTo>
                      <a:lnTo>
                        <a:pt x="60" y="124"/>
                      </a:lnTo>
                      <a:lnTo>
                        <a:pt x="62" y="124"/>
                      </a:lnTo>
                      <a:lnTo>
                        <a:pt x="60" y="124"/>
                      </a:lnTo>
                      <a:lnTo>
                        <a:pt x="62" y="124"/>
                      </a:lnTo>
                      <a:lnTo>
                        <a:pt x="60" y="124"/>
                      </a:lnTo>
                      <a:lnTo>
                        <a:pt x="60" y="122"/>
                      </a:lnTo>
                      <a:lnTo>
                        <a:pt x="58" y="122"/>
                      </a:lnTo>
                      <a:lnTo>
                        <a:pt x="60" y="122"/>
                      </a:lnTo>
                      <a:lnTo>
                        <a:pt x="62" y="122"/>
                      </a:lnTo>
                      <a:lnTo>
                        <a:pt x="62" y="120"/>
                      </a:lnTo>
                      <a:lnTo>
                        <a:pt x="62" y="118"/>
                      </a:lnTo>
                      <a:lnTo>
                        <a:pt x="64" y="118"/>
                      </a:lnTo>
                      <a:lnTo>
                        <a:pt x="65" y="117"/>
                      </a:lnTo>
                      <a:lnTo>
                        <a:pt x="65" y="115"/>
                      </a:lnTo>
                      <a:lnTo>
                        <a:pt x="65" y="113"/>
                      </a:lnTo>
                      <a:lnTo>
                        <a:pt x="65" y="111"/>
                      </a:lnTo>
                      <a:lnTo>
                        <a:pt x="67" y="111"/>
                      </a:lnTo>
                      <a:close/>
                      <a:moveTo>
                        <a:pt x="78" y="109"/>
                      </a:moveTo>
                      <a:lnTo>
                        <a:pt x="80" y="109"/>
                      </a:lnTo>
                      <a:lnTo>
                        <a:pt x="80" y="111"/>
                      </a:lnTo>
                      <a:lnTo>
                        <a:pt x="80" y="113"/>
                      </a:lnTo>
                      <a:lnTo>
                        <a:pt x="80" y="115"/>
                      </a:lnTo>
                      <a:lnTo>
                        <a:pt x="80" y="117"/>
                      </a:lnTo>
                      <a:lnTo>
                        <a:pt x="80" y="118"/>
                      </a:lnTo>
                      <a:lnTo>
                        <a:pt x="82" y="118"/>
                      </a:lnTo>
                      <a:lnTo>
                        <a:pt x="80" y="120"/>
                      </a:lnTo>
                      <a:lnTo>
                        <a:pt x="80" y="122"/>
                      </a:lnTo>
                      <a:lnTo>
                        <a:pt x="80" y="124"/>
                      </a:lnTo>
                      <a:lnTo>
                        <a:pt x="78" y="124"/>
                      </a:lnTo>
                      <a:lnTo>
                        <a:pt x="78" y="126"/>
                      </a:lnTo>
                      <a:lnTo>
                        <a:pt x="76" y="126"/>
                      </a:lnTo>
                      <a:lnTo>
                        <a:pt x="76" y="127"/>
                      </a:lnTo>
                      <a:lnTo>
                        <a:pt x="74" y="127"/>
                      </a:lnTo>
                      <a:lnTo>
                        <a:pt x="74" y="129"/>
                      </a:lnTo>
                      <a:lnTo>
                        <a:pt x="73" y="129"/>
                      </a:lnTo>
                      <a:lnTo>
                        <a:pt x="73" y="131"/>
                      </a:lnTo>
                      <a:lnTo>
                        <a:pt x="71" y="131"/>
                      </a:lnTo>
                      <a:lnTo>
                        <a:pt x="73" y="131"/>
                      </a:lnTo>
                      <a:lnTo>
                        <a:pt x="71" y="131"/>
                      </a:lnTo>
                      <a:lnTo>
                        <a:pt x="71" y="133"/>
                      </a:lnTo>
                      <a:lnTo>
                        <a:pt x="69" y="133"/>
                      </a:lnTo>
                      <a:lnTo>
                        <a:pt x="67" y="133"/>
                      </a:lnTo>
                      <a:lnTo>
                        <a:pt x="65" y="133"/>
                      </a:lnTo>
                      <a:lnTo>
                        <a:pt x="65" y="131"/>
                      </a:lnTo>
                      <a:lnTo>
                        <a:pt x="67" y="131"/>
                      </a:lnTo>
                      <a:lnTo>
                        <a:pt x="69" y="131"/>
                      </a:lnTo>
                      <a:lnTo>
                        <a:pt x="67" y="131"/>
                      </a:lnTo>
                      <a:lnTo>
                        <a:pt x="65" y="131"/>
                      </a:lnTo>
                      <a:lnTo>
                        <a:pt x="67" y="131"/>
                      </a:lnTo>
                      <a:lnTo>
                        <a:pt x="65" y="131"/>
                      </a:lnTo>
                      <a:lnTo>
                        <a:pt x="64" y="129"/>
                      </a:lnTo>
                      <a:lnTo>
                        <a:pt x="65" y="129"/>
                      </a:lnTo>
                      <a:lnTo>
                        <a:pt x="65" y="127"/>
                      </a:lnTo>
                      <a:lnTo>
                        <a:pt x="65" y="129"/>
                      </a:lnTo>
                      <a:lnTo>
                        <a:pt x="67" y="129"/>
                      </a:lnTo>
                      <a:lnTo>
                        <a:pt x="69" y="129"/>
                      </a:lnTo>
                      <a:lnTo>
                        <a:pt x="71" y="129"/>
                      </a:lnTo>
                      <a:lnTo>
                        <a:pt x="71" y="127"/>
                      </a:lnTo>
                      <a:lnTo>
                        <a:pt x="71" y="129"/>
                      </a:lnTo>
                      <a:lnTo>
                        <a:pt x="71" y="127"/>
                      </a:lnTo>
                      <a:lnTo>
                        <a:pt x="73" y="127"/>
                      </a:lnTo>
                      <a:lnTo>
                        <a:pt x="74" y="127"/>
                      </a:lnTo>
                      <a:lnTo>
                        <a:pt x="73" y="127"/>
                      </a:lnTo>
                      <a:lnTo>
                        <a:pt x="71" y="127"/>
                      </a:lnTo>
                      <a:lnTo>
                        <a:pt x="71" y="129"/>
                      </a:lnTo>
                      <a:lnTo>
                        <a:pt x="71" y="127"/>
                      </a:lnTo>
                      <a:lnTo>
                        <a:pt x="71" y="129"/>
                      </a:lnTo>
                      <a:lnTo>
                        <a:pt x="69" y="129"/>
                      </a:lnTo>
                      <a:lnTo>
                        <a:pt x="67" y="129"/>
                      </a:lnTo>
                      <a:lnTo>
                        <a:pt x="65" y="129"/>
                      </a:lnTo>
                      <a:lnTo>
                        <a:pt x="65" y="127"/>
                      </a:lnTo>
                      <a:lnTo>
                        <a:pt x="67" y="127"/>
                      </a:lnTo>
                      <a:lnTo>
                        <a:pt x="65" y="127"/>
                      </a:lnTo>
                      <a:lnTo>
                        <a:pt x="67" y="127"/>
                      </a:lnTo>
                      <a:lnTo>
                        <a:pt x="67" y="126"/>
                      </a:lnTo>
                      <a:lnTo>
                        <a:pt x="67" y="127"/>
                      </a:lnTo>
                      <a:lnTo>
                        <a:pt x="69" y="127"/>
                      </a:lnTo>
                      <a:lnTo>
                        <a:pt x="69" y="126"/>
                      </a:lnTo>
                      <a:lnTo>
                        <a:pt x="71" y="126"/>
                      </a:lnTo>
                      <a:lnTo>
                        <a:pt x="73" y="126"/>
                      </a:lnTo>
                      <a:lnTo>
                        <a:pt x="71" y="126"/>
                      </a:lnTo>
                      <a:lnTo>
                        <a:pt x="69" y="126"/>
                      </a:lnTo>
                      <a:lnTo>
                        <a:pt x="69" y="127"/>
                      </a:lnTo>
                      <a:lnTo>
                        <a:pt x="67" y="127"/>
                      </a:lnTo>
                      <a:lnTo>
                        <a:pt x="67" y="126"/>
                      </a:lnTo>
                      <a:lnTo>
                        <a:pt x="67" y="127"/>
                      </a:lnTo>
                      <a:lnTo>
                        <a:pt x="65" y="127"/>
                      </a:lnTo>
                      <a:lnTo>
                        <a:pt x="65" y="126"/>
                      </a:lnTo>
                      <a:lnTo>
                        <a:pt x="67" y="126"/>
                      </a:lnTo>
                      <a:lnTo>
                        <a:pt x="67" y="124"/>
                      </a:lnTo>
                      <a:lnTo>
                        <a:pt x="67" y="122"/>
                      </a:lnTo>
                      <a:lnTo>
                        <a:pt x="67" y="120"/>
                      </a:lnTo>
                      <a:lnTo>
                        <a:pt x="69" y="120"/>
                      </a:lnTo>
                      <a:lnTo>
                        <a:pt x="67" y="120"/>
                      </a:lnTo>
                      <a:lnTo>
                        <a:pt x="67" y="118"/>
                      </a:lnTo>
                      <a:lnTo>
                        <a:pt x="69" y="117"/>
                      </a:lnTo>
                      <a:lnTo>
                        <a:pt x="67" y="117"/>
                      </a:lnTo>
                      <a:lnTo>
                        <a:pt x="67" y="118"/>
                      </a:lnTo>
                      <a:lnTo>
                        <a:pt x="67" y="117"/>
                      </a:lnTo>
                      <a:lnTo>
                        <a:pt x="67" y="115"/>
                      </a:lnTo>
                      <a:lnTo>
                        <a:pt x="69" y="115"/>
                      </a:lnTo>
                      <a:lnTo>
                        <a:pt x="69" y="113"/>
                      </a:lnTo>
                      <a:lnTo>
                        <a:pt x="69" y="111"/>
                      </a:lnTo>
                      <a:lnTo>
                        <a:pt x="71" y="111"/>
                      </a:lnTo>
                      <a:lnTo>
                        <a:pt x="71" y="113"/>
                      </a:lnTo>
                      <a:lnTo>
                        <a:pt x="71" y="111"/>
                      </a:lnTo>
                      <a:lnTo>
                        <a:pt x="73" y="111"/>
                      </a:lnTo>
                      <a:lnTo>
                        <a:pt x="74" y="111"/>
                      </a:lnTo>
                      <a:lnTo>
                        <a:pt x="74" y="109"/>
                      </a:lnTo>
                      <a:lnTo>
                        <a:pt x="76" y="109"/>
                      </a:lnTo>
                      <a:lnTo>
                        <a:pt x="78" y="109"/>
                      </a:lnTo>
                      <a:lnTo>
                        <a:pt x="78" y="107"/>
                      </a:lnTo>
                      <a:lnTo>
                        <a:pt x="78" y="109"/>
                      </a:lnTo>
                      <a:close/>
                      <a:moveTo>
                        <a:pt x="84" y="107"/>
                      </a:moveTo>
                      <a:lnTo>
                        <a:pt x="85" y="106"/>
                      </a:lnTo>
                      <a:lnTo>
                        <a:pt x="85" y="107"/>
                      </a:lnTo>
                      <a:lnTo>
                        <a:pt x="87" y="109"/>
                      </a:lnTo>
                      <a:lnTo>
                        <a:pt x="87" y="111"/>
                      </a:lnTo>
                      <a:lnTo>
                        <a:pt x="87" y="113"/>
                      </a:lnTo>
                      <a:lnTo>
                        <a:pt x="87" y="115"/>
                      </a:lnTo>
                      <a:lnTo>
                        <a:pt x="85" y="115"/>
                      </a:lnTo>
                      <a:lnTo>
                        <a:pt x="85" y="117"/>
                      </a:lnTo>
                      <a:lnTo>
                        <a:pt x="84" y="117"/>
                      </a:lnTo>
                      <a:lnTo>
                        <a:pt x="84" y="118"/>
                      </a:lnTo>
                      <a:lnTo>
                        <a:pt x="82" y="118"/>
                      </a:lnTo>
                      <a:lnTo>
                        <a:pt x="82" y="117"/>
                      </a:lnTo>
                      <a:lnTo>
                        <a:pt x="80" y="117"/>
                      </a:lnTo>
                      <a:lnTo>
                        <a:pt x="80" y="115"/>
                      </a:lnTo>
                      <a:lnTo>
                        <a:pt x="80" y="113"/>
                      </a:lnTo>
                      <a:lnTo>
                        <a:pt x="80" y="111"/>
                      </a:lnTo>
                      <a:lnTo>
                        <a:pt x="80" y="109"/>
                      </a:lnTo>
                      <a:lnTo>
                        <a:pt x="82" y="109"/>
                      </a:lnTo>
                      <a:lnTo>
                        <a:pt x="82" y="107"/>
                      </a:lnTo>
                      <a:lnTo>
                        <a:pt x="82" y="106"/>
                      </a:lnTo>
                      <a:lnTo>
                        <a:pt x="84" y="106"/>
                      </a:lnTo>
                      <a:lnTo>
                        <a:pt x="84" y="107"/>
                      </a:lnTo>
                      <a:close/>
                      <a:moveTo>
                        <a:pt x="98" y="98"/>
                      </a:moveTo>
                      <a:lnTo>
                        <a:pt x="98" y="100"/>
                      </a:lnTo>
                      <a:lnTo>
                        <a:pt x="100" y="100"/>
                      </a:lnTo>
                      <a:lnTo>
                        <a:pt x="98" y="100"/>
                      </a:lnTo>
                      <a:lnTo>
                        <a:pt x="98" y="102"/>
                      </a:lnTo>
                      <a:lnTo>
                        <a:pt x="100" y="102"/>
                      </a:lnTo>
                      <a:lnTo>
                        <a:pt x="100" y="104"/>
                      </a:lnTo>
                      <a:lnTo>
                        <a:pt x="100" y="106"/>
                      </a:lnTo>
                      <a:lnTo>
                        <a:pt x="102" y="106"/>
                      </a:lnTo>
                      <a:lnTo>
                        <a:pt x="102" y="107"/>
                      </a:lnTo>
                      <a:lnTo>
                        <a:pt x="102" y="109"/>
                      </a:lnTo>
                      <a:lnTo>
                        <a:pt x="102" y="107"/>
                      </a:lnTo>
                      <a:lnTo>
                        <a:pt x="102" y="109"/>
                      </a:lnTo>
                      <a:lnTo>
                        <a:pt x="100" y="109"/>
                      </a:lnTo>
                      <a:lnTo>
                        <a:pt x="100" y="111"/>
                      </a:lnTo>
                      <a:lnTo>
                        <a:pt x="98" y="111"/>
                      </a:lnTo>
                      <a:lnTo>
                        <a:pt x="96" y="111"/>
                      </a:lnTo>
                      <a:lnTo>
                        <a:pt x="95" y="111"/>
                      </a:lnTo>
                      <a:lnTo>
                        <a:pt x="93" y="111"/>
                      </a:lnTo>
                      <a:lnTo>
                        <a:pt x="93" y="109"/>
                      </a:lnTo>
                      <a:lnTo>
                        <a:pt x="91" y="109"/>
                      </a:lnTo>
                      <a:lnTo>
                        <a:pt x="91" y="107"/>
                      </a:lnTo>
                      <a:lnTo>
                        <a:pt x="89" y="107"/>
                      </a:lnTo>
                      <a:lnTo>
                        <a:pt x="87" y="107"/>
                      </a:lnTo>
                      <a:lnTo>
                        <a:pt x="85" y="107"/>
                      </a:lnTo>
                      <a:lnTo>
                        <a:pt x="85" y="106"/>
                      </a:lnTo>
                      <a:lnTo>
                        <a:pt x="84" y="106"/>
                      </a:lnTo>
                      <a:lnTo>
                        <a:pt x="85" y="106"/>
                      </a:lnTo>
                      <a:lnTo>
                        <a:pt x="85" y="104"/>
                      </a:lnTo>
                      <a:lnTo>
                        <a:pt x="87" y="104"/>
                      </a:lnTo>
                      <a:lnTo>
                        <a:pt x="85" y="104"/>
                      </a:lnTo>
                      <a:lnTo>
                        <a:pt x="85" y="102"/>
                      </a:lnTo>
                      <a:lnTo>
                        <a:pt x="87" y="102"/>
                      </a:lnTo>
                      <a:lnTo>
                        <a:pt x="87" y="100"/>
                      </a:lnTo>
                      <a:lnTo>
                        <a:pt x="85" y="100"/>
                      </a:lnTo>
                      <a:lnTo>
                        <a:pt x="85" y="98"/>
                      </a:lnTo>
                      <a:lnTo>
                        <a:pt x="87" y="98"/>
                      </a:lnTo>
                      <a:lnTo>
                        <a:pt x="87" y="96"/>
                      </a:lnTo>
                      <a:lnTo>
                        <a:pt x="89" y="96"/>
                      </a:lnTo>
                      <a:lnTo>
                        <a:pt x="89" y="98"/>
                      </a:lnTo>
                      <a:lnTo>
                        <a:pt x="93" y="96"/>
                      </a:lnTo>
                      <a:lnTo>
                        <a:pt x="95" y="96"/>
                      </a:lnTo>
                      <a:lnTo>
                        <a:pt x="95" y="95"/>
                      </a:lnTo>
                      <a:lnTo>
                        <a:pt x="96" y="95"/>
                      </a:lnTo>
                      <a:lnTo>
                        <a:pt x="96" y="96"/>
                      </a:lnTo>
                      <a:lnTo>
                        <a:pt x="98" y="96"/>
                      </a:lnTo>
                      <a:lnTo>
                        <a:pt x="98" y="98"/>
                      </a:lnTo>
                      <a:close/>
                      <a:moveTo>
                        <a:pt x="71" y="96"/>
                      </a:moveTo>
                      <a:lnTo>
                        <a:pt x="73" y="96"/>
                      </a:lnTo>
                      <a:lnTo>
                        <a:pt x="71" y="96"/>
                      </a:lnTo>
                      <a:lnTo>
                        <a:pt x="71" y="98"/>
                      </a:lnTo>
                      <a:lnTo>
                        <a:pt x="69" y="98"/>
                      </a:lnTo>
                      <a:lnTo>
                        <a:pt x="69" y="100"/>
                      </a:lnTo>
                      <a:lnTo>
                        <a:pt x="69" y="102"/>
                      </a:lnTo>
                      <a:lnTo>
                        <a:pt x="67" y="102"/>
                      </a:lnTo>
                      <a:lnTo>
                        <a:pt x="67" y="104"/>
                      </a:lnTo>
                      <a:lnTo>
                        <a:pt x="65" y="104"/>
                      </a:lnTo>
                      <a:lnTo>
                        <a:pt x="65" y="106"/>
                      </a:lnTo>
                      <a:lnTo>
                        <a:pt x="65" y="107"/>
                      </a:lnTo>
                      <a:lnTo>
                        <a:pt x="64" y="107"/>
                      </a:lnTo>
                      <a:lnTo>
                        <a:pt x="64" y="109"/>
                      </a:lnTo>
                      <a:lnTo>
                        <a:pt x="65" y="109"/>
                      </a:lnTo>
                      <a:lnTo>
                        <a:pt x="64" y="111"/>
                      </a:lnTo>
                      <a:lnTo>
                        <a:pt x="64" y="113"/>
                      </a:lnTo>
                      <a:lnTo>
                        <a:pt x="64" y="115"/>
                      </a:lnTo>
                      <a:lnTo>
                        <a:pt x="62" y="115"/>
                      </a:lnTo>
                      <a:lnTo>
                        <a:pt x="60" y="115"/>
                      </a:lnTo>
                      <a:lnTo>
                        <a:pt x="62" y="115"/>
                      </a:lnTo>
                      <a:lnTo>
                        <a:pt x="62" y="113"/>
                      </a:lnTo>
                      <a:lnTo>
                        <a:pt x="62" y="115"/>
                      </a:lnTo>
                      <a:lnTo>
                        <a:pt x="60" y="115"/>
                      </a:lnTo>
                      <a:lnTo>
                        <a:pt x="60" y="117"/>
                      </a:lnTo>
                      <a:lnTo>
                        <a:pt x="60" y="115"/>
                      </a:lnTo>
                      <a:lnTo>
                        <a:pt x="60" y="113"/>
                      </a:lnTo>
                      <a:lnTo>
                        <a:pt x="60" y="111"/>
                      </a:lnTo>
                      <a:lnTo>
                        <a:pt x="60" y="109"/>
                      </a:lnTo>
                      <a:lnTo>
                        <a:pt x="62" y="109"/>
                      </a:lnTo>
                      <a:lnTo>
                        <a:pt x="62" y="107"/>
                      </a:lnTo>
                      <a:lnTo>
                        <a:pt x="62" y="106"/>
                      </a:lnTo>
                      <a:lnTo>
                        <a:pt x="64" y="106"/>
                      </a:lnTo>
                      <a:lnTo>
                        <a:pt x="64" y="104"/>
                      </a:lnTo>
                      <a:lnTo>
                        <a:pt x="64" y="102"/>
                      </a:lnTo>
                      <a:lnTo>
                        <a:pt x="65" y="102"/>
                      </a:lnTo>
                      <a:lnTo>
                        <a:pt x="65" y="100"/>
                      </a:lnTo>
                      <a:lnTo>
                        <a:pt x="65" y="98"/>
                      </a:lnTo>
                      <a:lnTo>
                        <a:pt x="67" y="98"/>
                      </a:lnTo>
                      <a:lnTo>
                        <a:pt x="65" y="98"/>
                      </a:lnTo>
                      <a:lnTo>
                        <a:pt x="65" y="96"/>
                      </a:lnTo>
                      <a:lnTo>
                        <a:pt x="67" y="96"/>
                      </a:lnTo>
                      <a:lnTo>
                        <a:pt x="65" y="96"/>
                      </a:lnTo>
                      <a:lnTo>
                        <a:pt x="67" y="96"/>
                      </a:lnTo>
                      <a:lnTo>
                        <a:pt x="69" y="96"/>
                      </a:lnTo>
                      <a:lnTo>
                        <a:pt x="69" y="95"/>
                      </a:lnTo>
                      <a:lnTo>
                        <a:pt x="71" y="95"/>
                      </a:lnTo>
                      <a:lnTo>
                        <a:pt x="71" y="96"/>
                      </a:lnTo>
                      <a:close/>
                      <a:moveTo>
                        <a:pt x="76" y="91"/>
                      </a:moveTo>
                      <a:lnTo>
                        <a:pt x="76" y="93"/>
                      </a:lnTo>
                      <a:lnTo>
                        <a:pt x="78" y="93"/>
                      </a:lnTo>
                      <a:lnTo>
                        <a:pt x="78" y="95"/>
                      </a:lnTo>
                      <a:lnTo>
                        <a:pt x="78" y="96"/>
                      </a:lnTo>
                      <a:lnTo>
                        <a:pt x="80" y="96"/>
                      </a:lnTo>
                      <a:lnTo>
                        <a:pt x="80" y="98"/>
                      </a:lnTo>
                      <a:lnTo>
                        <a:pt x="80" y="96"/>
                      </a:lnTo>
                      <a:lnTo>
                        <a:pt x="82" y="96"/>
                      </a:lnTo>
                      <a:lnTo>
                        <a:pt x="82" y="98"/>
                      </a:lnTo>
                      <a:lnTo>
                        <a:pt x="82" y="100"/>
                      </a:lnTo>
                      <a:lnTo>
                        <a:pt x="84" y="100"/>
                      </a:lnTo>
                      <a:lnTo>
                        <a:pt x="85" y="100"/>
                      </a:lnTo>
                      <a:lnTo>
                        <a:pt x="87" y="100"/>
                      </a:lnTo>
                      <a:lnTo>
                        <a:pt x="87" y="102"/>
                      </a:lnTo>
                      <a:lnTo>
                        <a:pt x="85" y="102"/>
                      </a:lnTo>
                      <a:lnTo>
                        <a:pt x="85" y="104"/>
                      </a:lnTo>
                      <a:lnTo>
                        <a:pt x="84" y="106"/>
                      </a:lnTo>
                      <a:lnTo>
                        <a:pt x="82" y="106"/>
                      </a:lnTo>
                      <a:lnTo>
                        <a:pt x="82" y="107"/>
                      </a:lnTo>
                      <a:lnTo>
                        <a:pt x="80" y="107"/>
                      </a:lnTo>
                      <a:lnTo>
                        <a:pt x="80" y="106"/>
                      </a:lnTo>
                      <a:lnTo>
                        <a:pt x="82" y="106"/>
                      </a:lnTo>
                      <a:lnTo>
                        <a:pt x="80" y="106"/>
                      </a:lnTo>
                      <a:lnTo>
                        <a:pt x="80" y="104"/>
                      </a:lnTo>
                      <a:lnTo>
                        <a:pt x="80" y="102"/>
                      </a:lnTo>
                      <a:lnTo>
                        <a:pt x="80" y="104"/>
                      </a:lnTo>
                      <a:lnTo>
                        <a:pt x="80" y="106"/>
                      </a:lnTo>
                      <a:lnTo>
                        <a:pt x="82" y="106"/>
                      </a:lnTo>
                      <a:lnTo>
                        <a:pt x="80" y="106"/>
                      </a:lnTo>
                      <a:lnTo>
                        <a:pt x="80" y="107"/>
                      </a:lnTo>
                      <a:lnTo>
                        <a:pt x="82" y="107"/>
                      </a:lnTo>
                      <a:lnTo>
                        <a:pt x="80" y="107"/>
                      </a:lnTo>
                      <a:lnTo>
                        <a:pt x="82" y="107"/>
                      </a:lnTo>
                      <a:lnTo>
                        <a:pt x="80" y="109"/>
                      </a:lnTo>
                      <a:lnTo>
                        <a:pt x="78" y="109"/>
                      </a:lnTo>
                      <a:lnTo>
                        <a:pt x="78" y="107"/>
                      </a:lnTo>
                      <a:lnTo>
                        <a:pt x="76" y="107"/>
                      </a:lnTo>
                      <a:lnTo>
                        <a:pt x="78" y="107"/>
                      </a:lnTo>
                      <a:lnTo>
                        <a:pt x="78" y="109"/>
                      </a:lnTo>
                      <a:lnTo>
                        <a:pt x="76" y="109"/>
                      </a:lnTo>
                      <a:lnTo>
                        <a:pt x="74" y="109"/>
                      </a:lnTo>
                      <a:lnTo>
                        <a:pt x="74" y="111"/>
                      </a:lnTo>
                      <a:lnTo>
                        <a:pt x="73" y="111"/>
                      </a:lnTo>
                      <a:lnTo>
                        <a:pt x="71" y="111"/>
                      </a:lnTo>
                      <a:lnTo>
                        <a:pt x="71" y="113"/>
                      </a:lnTo>
                      <a:lnTo>
                        <a:pt x="71" y="111"/>
                      </a:lnTo>
                      <a:lnTo>
                        <a:pt x="69" y="111"/>
                      </a:lnTo>
                      <a:lnTo>
                        <a:pt x="69" y="113"/>
                      </a:lnTo>
                      <a:lnTo>
                        <a:pt x="69" y="111"/>
                      </a:lnTo>
                      <a:lnTo>
                        <a:pt x="67" y="111"/>
                      </a:lnTo>
                      <a:lnTo>
                        <a:pt x="65" y="111"/>
                      </a:lnTo>
                      <a:lnTo>
                        <a:pt x="65" y="109"/>
                      </a:lnTo>
                      <a:lnTo>
                        <a:pt x="65" y="107"/>
                      </a:lnTo>
                      <a:lnTo>
                        <a:pt x="65" y="106"/>
                      </a:lnTo>
                      <a:lnTo>
                        <a:pt x="65" y="104"/>
                      </a:lnTo>
                      <a:lnTo>
                        <a:pt x="67" y="104"/>
                      </a:lnTo>
                      <a:lnTo>
                        <a:pt x="69" y="104"/>
                      </a:lnTo>
                      <a:lnTo>
                        <a:pt x="67" y="102"/>
                      </a:lnTo>
                      <a:lnTo>
                        <a:pt x="69" y="102"/>
                      </a:lnTo>
                      <a:lnTo>
                        <a:pt x="69" y="100"/>
                      </a:lnTo>
                      <a:lnTo>
                        <a:pt x="69" y="98"/>
                      </a:lnTo>
                      <a:lnTo>
                        <a:pt x="71" y="98"/>
                      </a:lnTo>
                      <a:lnTo>
                        <a:pt x="71" y="96"/>
                      </a:lnTo>
                      <a:lnTo>
                        <a:pt x="73" y="96"/>
                      </a:lnTo>
                      <a:lnTo>
                        <a:pt x="71" y="95"/>
                      </a:lnTo>
                      <a:lnTo>
                        <a:pt x="73" y="95"/>
                      </a:lnTo>
                      <a:lnTo>
                        <a:pt x="73" y="93"/>
                      </a:lnTo>
                      <a:lnTo>
                        <a:pt x="74" y="93"/>
                      </a:lnTo>
                      <a:lnTo>
                        <a:pt x="74" y="91"/>
                      </a:lnTo>
                      <a:lnTo>
                        <a:pt x="76" y="91"/>
                      </a:lnTo>
                      <a:lnTo>
                        <a:pt x="74" y="91"/>
                      </a:lnTo>
                      <a:lnTo>
                        <a:pt x="74" y="89"/>
                      </a:lnTo>
                      <a:lnTo>
                        <a:pt x="76" y="89"/>
                      </a:lnTo>
                      <a:lnTo>
                        <a:pt x="76" y="91"/>
                      </a:lnTo>
                      <a:close/>
                      <a:moveTo>
                        <a:pt x="3" y="0"/>
                      </a:moveTo>
                      <a:lnTo>
                        <a:pt x="3" y="1"/>
                      </a:lnTo>
                      <a:lnTo>
                        <a:pt x="1" y="1"/>
                      </a:lnTo>
                      <a:lnTo>
                        <a:pt x="3" y="1"/>
                      </a:lnTo>
                      <a:lnTo>
                        <a:pt x="5" y="1"/>
                      </a:lnTo>
                      <a:lnTo>
                        <a:pt x="5" y="3"/>
                      </a:lnTo>
                      <a:lnTo>
                        <a:pt x="7" y="3"/>
                      </a:lnTo>
                      <a:lnTo>
                        <a:pt x="7" y="5"/>
                      </a:lnTo>
                      <a:lnTo>
                        <a:pt x="7" y="7"/>
                      </a:lnTo>
                      <a:lnTo>
                        <a:pt x="5" y="7"/>
                      </a:lnTo>
                      <a:lnTo>
                        <a:pt x="7" y="7"/>
                      </a:lnTo>
                      <a:lnTo>
                        <a:pt x="7" y="9"/>
                      </a:lnTo>
                      <a:lnTo>
                        <a:pt x="5" y="9"/>
                      </a:lnTo>
                      <a:lnTo>
                        <a:pt x="7" y="9"/>
                      </a:lnTo>
                      <a:lnTo>
                        <a:pt x="7" y="7"/>
                      </a:lnTo>
                      <a:lnTo>
                        <a:pt x="7" y="5"/>
                      </a:lnTo>
                      <a:lnTo>
                        <a:pt x="9" y="5"/>
                      </a:lnTo>
                      <a:lnTo>
                        <a:pt x="9" y="7"/>
                      </a:lnTo>
                      <a:lnTo>
                        <a:pt x="11" y="7"/>
                      </a:lnTo>
                      <a:lnTo>
                        <a:pt x="12" y="7"/>
                      </a:lnTo>
                      <a:lnTo>
                        <a:pt x="14" y="7"/>
                      </a:lnTo>
                      <a:lnTo>
                        <a:pt x="16" y="7"/>
                      </a:lnTo>
                      <a:lnTo>
                        <a:pt x="18" y="7"/>
                      </a:lnTo>
                      <a:lnTo>
                        <a:pt x="16" y="7"/>
                      </a:lnTo>
                      <a:lnTo>
                        <a:pt x="16" y="9"/>
                      </a:lnTo>
                      <a:lnTo>
                        <a:pt x="16" y="11"/>
                      </a:lnTo>
                      <a:lnTo>
                        <a:pt x="18" y="11"/>
                      </a:lnTo>
                      <a:lnTo>
                        <a:pt x="18" y="12"/>
                      </a:lnTo>
                      <a:lnTo>
                        <a:pt x="16" y="12"/>
                      </a:lnTo>
                      <a:lnTo>
                        <a:pt x="18" y="12"/>
                      </a:lnTo>
                      <a:lnTo>
                        <a:pt x="18" y="14"/>
                      </a:lnTo>
                      <a:lnTo>
                        <a:pt x="18" y="16"/>
                      </a:lnTo>
                      <a:lnTo>
                        <a:pt x="18" y="18"/>
                      </a:lnTo>
                      <a:lnTo>
                        <a:pt x="18" y="20"/>
                      </a:lnTo>
                      <a:lnTo>
                        <a:pt x="16" y="20"/>
                      </a:lnTo>
                      <a:lnTo>
                        <a:pt x="18" y="20"/>
                      </a:lnTo>
                      <a:lnTo>
                        <a:pt x="16" y="20"/>
                      </a:lnTo>
                      <a:lnTo>
                        <a:pt x="16" y="21"/>
                      </a:lnTo>
                      <a:lnTo>
                        <a:pt x="16" y="20"/>
                      </a:lnTo>
                      <a:lnTo>
                        <a:pt x="14" y="20"/>
                      </a:lnTo>
                      <a:lnTo>
                        <a:pt x="14" y="18"/>
                      </a:lnTo>
                      <a:lnTo>
                        <a:pt x="12" y="18"/>
                      </a:lnTo>
                      <a:lnTo>
                        <a:pt x="11" y="18"/>
                      </a:lnTo>
                      <a:lnTo>
                        <a:pt x="11" y="16"/>
                      </a:lnTo>
                      <a:lnTo>
                        <a:pt x="9" y="16"/>
                      </a:lnTo>
                      <a:lnTo>
                        <a:pt x="7" y="16"/>
                      </a:lnTo>
                      <a:lnTo>
                        <a:pt x="7" y="14"/>
                      </a:lnTo>
                      <a:lnTo>
                        <a:pt x="7" y="12"/>
                      </a:lnTo>
                      <a:lnTo>
                        <a:pt x="9" y="12"/>
                      </a:lnTo>
                      <a:lnTo>
                        <a:pt x="9" y="11"/>
                      </a:lnTo>
                      <a:lnTo>
                        <a:pt x="9" y="12"/>
                      </a:lnTo>
                      <a:lnTo>
                        <a:pt x="9" y="11"/>
                      </a:lnTo>
                      <a:lnTo>
                        <a:pt x="7" y="11"/>
                      </a:lnTo>
                      <a:lnTo>
                        <a:pt x="9" y="11"/>
                      </a:lnTo>
                      <a:lnTo>
                        <a:pt x="9" y="12"/>
                      </a:lnTo>
                      <a:lnTo>
                        <a:pt x="7" y="12"/>
                      </a:lnTo>
                      <a:lnTo>
                        <a:pt x="7" y="11"/>
                      </a:lnTo>
                      <a:lnTo>
                        <a:pt x="5" y="11"/>
                      </a:lnTo>
                      <a:lnTo>
                        <a:pt x="5" y="9"/>
                      </a:lnTo>
                      <a:lnTo>
                        <a:pt x="3" y="9"/>
                      </a:lnTo>
                      <a:lnTo>
                        <a:pt x="3" y="7"/>
                      </a:lnTo>
                      <a:lnTo>
                        <a:pt x="1" y="5"/>
                      </a:lnTo>
                      <a:lnTo>
                        <a:pt x="1" y="3"/>
                      </a:lnTo>
                      <a:lnTo>
                        <a:pt x="0" y="3"/>
                      </a:lnTo>
                      <a:lnTo>
                        <a:pt x="0" y="1"/>
                      </a:lnTo>
                      <a:lnTo>
                        <a:pt x="1" y="1"/>
                      </a:lnTo>
                      <a:lnTo>
                        <a:pt x="1" y="0"/>
                      </a:lnTo>
                      <a:lnTo>
                        <a:pt x="3"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6" name="Freeform 71">
                  <a:extLst>
                    <a:ext uri="{FF2B5EF4-FFF2-40B4-BE49-F238E27FC236}">
                      <a16:creationId xmlns:a16="http://schemas.microsoft.com/office/drawing/2014/main" id="{491F4BD1-A952-3DBC-8B91-334CF08F0E74}"/>
                    </a:ext>
                  </a:extLst>
                </p:cNvPr>
                <p:cNvSpPr>
                  <a:spLocks noEditPoints="1"/>
                </p:cNvSpPr>
                <p:nvPr/>
              </p:nvSpPr>
              <p:spPr bwMode="auto">
                <a:xfrm>
                  <a:off x="5112074" y="3205614"/>
                  <a:ext cx="580117" cy="1203606"/>
                </a:xfrm>
                <a:custGeom>
                  <a:avLst/>
                  <a:gdLst>
                    <a:gd name="T0" fmla="*/ 97 w 321"/>
                    <a:gd name="T1" fmla="*/ 452 h 666"/>
                    <a:gd name="T2" fmla="*/ 228 w 321"/>
                    <a:gd name="T3" fmla="*/ 640 h 666"/>
                    <a:gd name="T4" fmla="*/ 234 w 321"/>
                    <a:gd name="T5" fmla="*/ 623 h 666"/>
                    <a:gd name="T6" fmla="*/ 243 w 321"/>
                    <a:gd name="T7" fmla="*/ 611 h 666"/>
                    <a:gd name="T8" fmla="*/ 234 w 321"/>
                    <a:gd name="T9" fmla="*/ 589 h 666"/>
                    <a:gd name="T10" fmla="*/ 235 w 321"/>
                    <a:gd name="T11" fmla="*/ 578 h 666"/>
                    <a:gd name="T12" fmla="*/ 232 w 321"/>
                    <a:gd name="T13" fmla="*/ 563 h 666"/>
                    <a:gd name="T14" fmla="*/ 217 w 321"/>
                    <a:gd name="T15" fmla="*/ 532 h 666"/>
                    <a:gd name="T16" fmla="*/ 214 w 321"/>
                    <a:gd name="T17" fmla="*/ 536 h 666"/>
                    <a:gd name="T18" fmla="*/ 208 w 321"/>
                    <a:gd name="T19" fmla="*/ 496 h 666"/>
                    <a:gd name="T20" fmla="*/ 199 w 321"/>
                    <a:gd name="T21" fmla="*/ 466 h 666"/>
                    <a:gd name="T22" fmla="*/ 206 w 321"/>
                    <a:gd name="T23" fmla="*/ 428 h 666"/>
                    <a:gd name="T24" fmla="*/ 193 w 321"/>
                    <a:gd name="T25" fmla="*/ 426 h 666"/>
                    <a:gd name="T26" fmla="*/ 181 w 321"/>
                    <a:gd name="T27" fmla="*/ 410 h 666"/>
                    <a:gd name="T28" fmla="*/ 168 w 321"/>
                    <a:gd name="T29" fmla="*/ 400 h 666"/>
                    <a:gd name="T30" fmla="*/ 164 w 321"/>
                    <a:gd name="T31" fmla="*/ 417 h 666"/>
                    <a:gd name="T32" fmla="*/ 152 w 321"/>
                    <a:gd name="T33" fmla="*/ 413 h 666"/>
                    <a:gd name="T34" fmla="*/ 131 w 321"/>
                    <a:gd name="T35" fmla="*/ 399 h 666"/>
                    <a:gd name="T36" fmla="*/ 139 w 321"/>
                    <a:gd name="T37" fmla="*/ 417 h 666"/>
                    <a:gd name="T38" fmla="*/ 119 w 321"/>
                    <a:gd name="T39" fmla="*/ 421 h 666"/>
                    <a:gd name="T40" fmla="*/ 93 w 321"/>
                    <a:gd name="T41" fmla="*/ 444 h 666"/>
                    <a:gd name="T42" fmla="*/ 89 w 321"/>
                    <a:gd name="T43" fmla="*/ 441 h 666"/>
                    <a:gd name="T44" fmla="*/ 93 w 321"/>
                    <a:gd name="T45" fmla="*/ 426 h 666"/>
                    <a:gd name="T46" fmla="*/ 93 w 321"/>
                    <a:gd name="T47" fmla="*/ 411 h 666"/>
                    <a:gd name="T48" fmla="*/ 73 w 321"/>
                    <a:gd name="T49" fmla="*/ 444 h 666"/>
                    <a:gd name="T50" fmla="*/ 84 w 321"/>
                    <a:gd name="T51" fmla="*/ 408 h 666"/>
                    <a:gd name="T52" fmla="*/ 80 w 321"/>
                    <a:gd name="T53" fmla="*/ 377 h 666"/>
                    <a:gd name="T54" fmla="*/ 78 w 321"/>
                    <a:gd name="T55" fmla="*/ 360 h 666"/>
                    <a:gd name="T56" fmla="*/ 69 w 321"/>
                    <a:gd name="T57" fmla="*/ 342 h 666"/>
                    <a:gd name="T58" fmla="*/ 66 w 321"/>
                    <a:gd name="T59" fmla="*/ 333 h 666"/>
                    <a:gd name="T60" fmla="*/ 58 w 321"/>
                    <a:gd name="T61" fmla="*/ 320 h 666"/>
                    <a:gd name="T62" fmla="*/ 53 w 321"/>
                    <a:gd name="T63" fmla="*/ 316 h 666"/>
                    <a:gd name="T64" fmla="*/ 47 w 321"/>
                    <a:gd name="T65" fmla="*/ 307 h 666"/>
                    <a:gd name="T66" fmla="*/ 29 w 321"/>
                    <a:gd name="T67" fmla="*/ 298 h 666"/>
                    <a:gd name="T68" fmla="*/ 27 w 321"/>
                    <a:gd name="T69" fmla="*/ 267 h 666"/>
                    <a:gd name="T70" fmla="*/ 26 w 321"/>
                    <a:gd name="T71" fmla="*/ 294 h 666"/>
                    <a:gd name="T72" fmla="*/ 15 w 321"/>
                    <a:gd name="T73" fmla="*/ 282 h 666"/>
                    <a:gd name="T74" fmla="*/ 0 w 321"/>
                    <a:gd name="T75" fmla="*/ 258 h 666"/>
                    <a:gd name="T76" fmla="*/ 31 w 321"/>
                    <a:gd name="T77" fmla="*/ 229 h 666"/>
                    <a:gd name="T78" fmla="*/ 42 w 321"/>
                    <a:gd name="T79" fmla="*/ 190 h 666"/>
                    <a:gd name="T80" fmla="*/ 68 w 321"/>
                    <a:gd name="T81" fmla="*/ 167 h 666"/>
                    <a:gd name="T82" fmla="*/ 91 w 321"/>
                    <a:gd name="T83" fmla="*/ 110 h 666"/>
                    <a:gd name="T84" fmla="*/ 119 w 321"/>
                    <a:gd name="T85" fmla="*/ 64 h 666"/>
                    <a:gd name="T86" fmla="*/ 172 w 321"/>
                    <a:gd name="T87" fmla="*/ 40 h 666"/>
                    <a:gd name="T88" fmla="*/ 199 w 321"/>
                    <a:gd name="T89" fmla="*/ 6 h 666"/>
                    <a:gd name="T90" fmla="*/ 230 w 321"/>
                    <a:gd name="T91" fmla="*/ 35 h 666"/>
                    <a:gd name="T92" fmla="*/ 230 w 321"/>
                    <a:gd name="T93" fmla="*/ 88 h 666"/>
                    <a:gd name="T94" fmla="*/ 201 w 321"/>
                    <a:gd name="T95" fmla="*/ 119 h 666"/>
                    <a:gd name="T96" fmla="*/ 192 w 321"/>
                    <a:gd name="T97" fmla="*/ 167 h 666"/>
                    <a:gd name="T98" fmla="*/ 232 w 321"/>
                    <a:gd name="T99" fmla="*/ 170 h 666"/>
                    <a:gd name="T100" fmla="*/ 256 w 321"/>
                    <a:gd name="T101" fmla="*/ 209 h 666"/>
                    <a:gd name="T102" fmla="*/ 287 w 321"/>
                    <a:gd name="T103" fmla="*/ 247 h 666"/>
                    <a:gd name="T104" fmla="*/ 310 w 321"/>
                    <a:gd name="T105" fmla="*/ 258 h 666"/>
                    <a:gd name="T106" fmla="*/ 279 w 321"/>
                    <a:gd name="T107" fmla="*/ 289 h 666"/>
                    <a:gd name="T108" fmla="*/ 230 w 321"/>
                    <a:gd name="T109" fmla="*/ 315 h 666"/>
                    <a:gd name="T110" fmla="*/ 197 w 321"/>
                    <a:gd name="T111" fmla="*/ 346 h 666"/>
                    <a:gd name="T112" fmla="*/ 199 w 321"/>
                    <a:gd name="T113" fmla="*/ 386 h 666"/>
                    <a:gd name="T114" fmla="*/ 226 w 321"/>
                    <a:gd name="T115" fmla="*/ 419 h 666"/>
                    <a:gd name="T116" fmla="*/ 228 w 321"/>
                    <a:gd name="T117" fmla="*/ 461 h 666"/>
                    <a:gd name="T118" fmla="*/ 230 w 321"/>
                    <a:gd name="T119" fmla="*/ 510 h 666"/>
                    <a:gd name="T120" fmla="*/ 256 w 321"/>
                    <a:gd name="T121" fmla="*/ 569 h 666"/>
                    <a:gd name="T122" fmla="*/ 248 w 321"/>
                    <a:gd name="T123" fmla="*/ 629 h 666"/>
                    <a:gd name="T124" fmla="*/ 226 w 321"/>
                    <a:gd name="T125" fmla="*/ 656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1" h="666">
                      <a:moveTo>
                        <a:pt x="225" y="627"/>
                      </a:moveTo>
                      <a:lnTo>
                        <a:pt x="225" y="629"/>
                      </a:lnTo>
                      <a:lnTo>
                        <a:pt x="223" y="629"/>
                      </a:lnTo>
                      <a:lnTo>
                        <a:pt x="225" y="629"/>
                      </a:lnTo>
                      <a:lnTo>
                        <a:pt x="223" y="629"/>
                      </a:lnTo>
                      <a:lnTo>
                        <a:pt x="223" y="627"/>
                      </a:lnTo>
                      <a:lnTo>
                        <a:pt x="225" y="627"/>
                      </a:lnTo>
                      <a:close/>
                      <a:moveTo>
                        <a:pt x="230" y="627"/>
                      </a:moveTo>
                      <a:lnTo>
                        <a:pt x="230" y="625"/>
                      </a:lnTo>
                      <a:lnTo>
                        <a:pt x="230" y="627"/>
                      </a:lnTo>
                      <a:close/>
                      <a:moveTo>
                        <a:pt x="225" y="591"/>
                      </a:moveTo>
                      <a:lnTo>
                        <a:pt x="223" y="591"/>
                      </a:lnTo>
                      <a:lnTo>
                        <a:pt x="223" y="589"/>
                      </a:lnTo>
                      <a:lnTo>
                        <a:pt x="225" y="589"/>
                      </a:lnTo>
                      <a:lnTo>
                        <a:pt x="225" y="591"/>
                      </a:lnTo>
                      <a:lnTo>
                        <a:pt x="226" y="591"/>
                      </a:lnTo>
                      <a:lnTo>
                        <a:pt x="226" y="592"/>
                      </a:lnTo>
                      <a:lnTo>
                        <a:pt x="228" y="592"/>
                      </a:lnTo>
                      <a:lnTo>
                        <a:pt x="228" y="594"/>
                      </a:lnTo>
                      <a:lnTo>
                        <a:pt x="228" y="592"/>
                      </a:lnTo>
                      <a:lnTo>
                        <a:pt x="230" y="592"/>
                      </a:lnTo>
                      <a:lnTo>
                        <a:pt x="230" y="594"/>
                      </a:lnTo>
                      <a:lnTo>
                        <a:pt x="232" y="594"/>
                      </a:lnTo>
                      <a:lnTo>
                        <a:pt x="230" y="594"/>
                      </a:lnTo>
                      <a:lnTo>
                        <a:pt x="230" y="596"/>
                      </a:lnTo>
                      <a:lnTo>
                        <a:pt x="228" y="596"/>
                      </a:lnTo>
                      <a:lnTo>
                        <a:pt x="228" y="594"/>
                      </a:lnTo>
                      <a:lnTo>
                        <a:pt x="228" y="596"/>
                      </a:lnTo>
                      <a:lnTo>
                        <a:pt x="228" y="594"/>
                      </a:lnTo>
                      <a:lnTo>
                        <a:pt x="226" y="594"/>
                      </a:lnTo>
                      <a:lnTo>
                        <a:pt x="228" y="596"/>
                      </a:lnTo>
                      <a:lnTo>
                        <a:pt x="226" y="596"/>
                      </a:lnTo>
                      <a:lnTo>
                        <a:pt x="226" y="594"/>
                      </a:lnTo>
                      <a:lnTo>
                        <a:pt x="226" y="596"/>
                      </a:lnTo>
                      <a:lnTo>
                        <a:pt x="225" y="596"/>
                      </a:lnTo>
                      <a:lnTo>
                        <a:pt x="225" y="594"/>
                      </a:lnTo>
                      <a:lnTo>
                        <a:pt x="225" y="592"/>
                      </a:lnTo>
                      <a:lnTo>
                        <a:pt x="225" y="591"/>
                      </a:lnTo>
                      <a:lnTo>
                        <a:pt x="225" y="592"/>
                      </a:lnTo>
                      <a:lnTo>
                        <a:pt x="225" y="591"/>
                      </a:lnTo>
                      <a:lnTo>
                        <a:pt x="223" y="591"/>
                      </a:lnTo>
                      <a:lnTo>
                        <a:pt x="225" y="591"/>
                      </a:lnTo>
                      <a:close/>
                      <a:moveTo>
                        <a:pt x="97" y="457"/>
                      </a:moveTo>
                      <a:lnTo>
                        <a:pt x="95" y="457"/>
                      </a:lnTo>
                      <a:lnTo>
                        <a:pt x="97" y="457"/>
                      </a:lnTo>
                      <a:lnTo>
                        <a:pt x="97" y="455"/>
                      </a:lnTo>
                      <a:lnTo>
                        <a:pt x="95" y="457"/>
                      </a:lnTo>
                      <a:lnTo>
                        <a:pt x="95" y="455"/>
                      </a:lnTo>
                      <a:lnTo>
                        <a:pt x="97" y="455"/>
                      </a:lnTo>
                      <a:lnTo>
                        <a:pt x="99" y="455"/>
                      </a:lnTo>
                      <a:lnTo>
                        <a:pt x="97" y="455"/>
                      </a:lnTo>
                      <a:lnTo>
                        <a:pt x="99" y="455"/>
                      </a:lnTo>
                      <a:lnTo>
                        <a:pt x="97" y="455"/>
                      </a:lnTo>
                      <a:lnTo>
                        <a:pt x="97" y="453"/>
                      </a:lnTo>
                      <a:lnTo>
                        <a:pt x="97" y="452"/>
                      </a:lnTo>
                      <a:lnTo>
                        <a:pt x="99" y="452"/>
                      </a:lnTo>
                      <a:lnTo>
                        <a:pt x="100" y="452"/>
                      </a:lnTo>
                      <a:lnTo>
                        <a:pt x="100" y="450"/>
                      </a:lnTo>
                      <a:lnTo>
                        <a:pt x="102" y="450"/>
                      </a:lnTo>
                      <a:lnTo>
                        <a:pt x="102" y="452"/>
                      </a:lnTo>
                      <a:lnTo>
                        <a:pt x="100" y="452"/>
                      </a:lnTo>
                      <a:lnTo>
                        <a:pt x="100" y="453"/>
                      </a:lnTo>
                      <a:lnTo>
                        <a:pt x="99" y="453"/>
                      </a:lnTo>
                      <a:lnTo>
                        <a:pt x="100" y="453"/>
                      </a:lnTo>
                      <a:lnTo>
                        <a:pt x="99" y="453"/>
                      </a:lnTo>
                      <a:lnTo>
                        <a:pt x="100" y="453"/>
                      </a:lnTo>
                      <a:lnTo>
                        <a:pt x="100" y="455"/>
                      </a:lnTo>
                      <a:lnTo>
                        <a:pt x="100" y="457"/>
                      </a:lnTo>
                      <a:lnTo>
                        <a:pt x="99" y="459"/>
                      </a:lnTo>
                      <a:lnTo>
                        <a:pt x="99" y="457"/>
                      </a:lnTo>
                      <a:lnTo>
                        <a:pt x="97" y="457"/>
                      </a:lnTo>
                      <a:lnTo>
                        <a:pt x="95" y="457"/>
                      </a:lnTo>
                      <a:lnTo>
                        <a:pt x="95" y="455"/>
                      </a:lnTo>
                      <a:lnTo>
                        <a:pt x="95" y="457"/>
                      </a:lnTo>
                      <a:lnTo>
                        <a:pt x="97" y="455"/>
                      </a:lnTo>
                      <a:lnTo>
                        <a:pt x="97" y="457"/>
                      </a:lnTo>
                      <a:lnTo>
                        <a:pt x="95" y="457"/>
                      </a:lnTo>
                      <a:lnTo>
                        <a:pt x="97" y="457"/>
                      </a:lnTo>
                      <a:close/>
                      <a:moveTo>
                        <a:pt x="226" y="656"/>
                      </a:moveTo>
                      <a:lnTo>
                        <a:pt x="226" y="658"/>
                      </a:lnTo>
                      <a:lnTo>
                        <a:pt x="226" y="656"/>
                      </a:lnTo>
                      <a:lnTo>
                        <a:pt x="225" y="656"/>
                      </a:lnTo>
                      <a:lnTo>
                        <a:pt x="226" y="656"/>
                      </a:lnTo>
                      <a:lnTo>
                        <a:pt x="226" y="655"/>
                      </a:lnTo>
                      <a:lnTo>
                        <a:pt x="226" y="653"/>
                      </a:lnTo>
                      <a:lnTo>
                        <a:pt x="226" y="651"/>
                      </a:lnTo>
                      <a:lnTo>
                        <a:pt x="228" y="651"/>
                      </a:lnTo>
                      <a:lnTo>
                        <a:pt x="226" y="651"/>
                      </a:lnTo>
                      <a:lnTo>
                        <a:pt x="226" y="649"/>
                      </a:lnTo>
                      <a:lnTo>
                        <a:pt x="226" y="647"/>
                      </a:lnTo>
                      <a:lnTo>
                        <a:pt x="225" y="647"/>
                      </a:lnTo>
                      <a:lnTo>
                        <a:pt x="225" y="645"/>
                      </a:lnTo>
                      <a:lnTo>
                        <a:pt x="226" y="645"/>
                      </a:lnTo>
                      <a:lnTo>
                        <a:pt x="226" y="644"/>
                      </a:lnTo>
                      <a:lnTo>
                        <a:pt x="225" y="644"/>
                      </a:lnTo>
                      <a:lnTo>
                        <a:pt x="226" y="644"/>
                      </a:lnTo>
                      <a:lnTo>
                        <a:pt x="225" y="644"/>
                      </a:lnTo>
                      <a:lnTo>
                        <a:pt x="225" y="642"/>
                      </a:lnTo>
                      <a:lnTo>
                        <a:pt x="226" y="642"/>
                      </a:lnTo>
                      <a:lnTo>
                        <a:pt x="225" y="642"/>
                      </a:lnTo>
                      <a:lnTo>
                        <a:pt x="225" y="640"/>
                      </a:lnTo>
                      <a:lnTo>
                        <a:pt x="225" y="638"/>
                      </a:lnTo>
                      <a:lnTo>
                        <a:pt x="225" y="636"/>
                      </a:lnTo>
                      <a:lnTo>
                        <a:pt x="225" y="638"/>
                      </a:lnTo>
                      <a:lnTo>
                        <a:pt x="226" y="638"/>
                      </a:lnTo>
                      <a:lnTo>
                        <a:pt x="226" y="636"/>
                      </a:lnTo>
                      <a:lnTo>
                        <a:pt x="226" y="638"/>
                      </a:lnTo>
                      <a:lnTo>
                        <a:pt x="228" y="640"/>
                      </a:lnTo>
                      <a:lnTo>
                        <a:pt x="226" y="640"/>
                      </a:lnTo>
                      <a:lnTo>
                        <a:pt x="228" y="640"/>
                      </a:lnTo>
                      <a:lnTo>
                        <a:pt x="228" y="638"/>
                      </a:lnTo>
                      <a:lnTo>
                        <a:pt x="226" y="638"/>
                      </a:lnTo>
                      <a:lnTo>
                        <a:pt x="226" y="636"/>
                      </a:lnTo>
                      <a:lnTo>
                        <a:pt x="228" y="636"/>
                      </a:lnTo>
                      <a:lnTo>
                        <a:pt x="228" y="638"/>
                      </a:lnTo>
                      <a:lnTo>
                        <a:pt x="228" y="636"/>
                      </a:lnTo>
                      <a:lnTo>
                        <a:pt x="230" y="636"/>
                      </a:lnTo>
                      <a:lnTo>
                        <a:pt x="228" y="636"/>
                      </a:lnTo>
                      <a:lnTo>
                        <a:pt x="230" y="636"/>
                      </a:lnTo>
                      <a:lnTo>
                        <a:pt x="228" y="636"/>
                      </a:lnTo>
                      <a:lnTo>
                        <a:pt x="230" y="634"/>
                      </a:lnTo>
                      <a:lnTo>
                        <a:pt x="228" y="634"/>
                      </a:lnTo>
                      <a:lnTo>
                        <a:pt x="230" y="634"/>
                      </a:lnTo>
                      <a:lnTo>
                        <a:pt x="230" y="633"/>
                      </a:lnTo>
                      <a:lnTo>
                        <a:pt x="230" y="634"/>
                      </a:lnTo>
                      <a:lnTo>
                        <a:pt x="232" y="634"/>
                      </a:lnTo>
                      <a:lnTo>
                        <a:pt x="230" y="634"/>
                      </a:lnTo>
                      <a:lnTo>
                        <a:pt x="230" y="633"/>
                      </a:lnTo>
                      <a:lnTo>
                        <a:pt x="228" y="633"/>
                      </a:lnTo>
                      <a:lnTo>
                        <a:pt x="230" y="633"/>
                      </a:lnTo>
                      <a:lnTo>
                        <a:pt x="228" y="633"/>
                      </a:lnTo>
                      <a:lnTo>
                        <a:pt x="230" y="633"/>
                      </a:lnTo>
                      <a:lnTo>
                        <a:pt x="230" y="631"/>
                      </a:lnTo>
                      <a:lnTo>
                        <a:pt x="230" y="633"/>
                      </a:lnTo>
                      <a:lnTo>
                        <a:pt x="232" y="633"/>
                      </a:lnTo>
                      <a:lnTo>
                        <a:pt x="230" y="633"/>
                      </a:lnTo>
                      <a:lnTo>
                        <a:pt x="230" y="631"/>
                      </a:lnTo>
                      <a:lnTo>
                        <a:pt x="232" y="631"/>
                      </a:lnTo>
                      <a:lnTo>
                        <a:pt x="232" y="633"/>
                      </a:lnTo>
                      <a:lnTo>
                        <a:pt x="234" y="633"/>
                      </a:lnTo>
                      <a:lnTo>
                        <a:pt x="232" y="633"/>
                      </a:lnTo>
                      <a:lnTo>
                        <a:pt x="234" y="633"/>
                      </a:lnTo>
                      <a:lnTo>
                        <a:pt x="234" y="634"/>
                      </a:lnTo>
                      <a:lnTo>
                        <a:pt x="234" y="633"/>
                      </a:lnTo>
                      <a:lnTo>
                        <a:pt x="234" y="631"/>
                      </a:lnTo>
                      <a:lnTo>
                        <a:pt x="232" y="631"/>
                      </a:lnTo>
                      <a:lnTo>
                        <a:pt x="234" y="631"/>
                      </a:lnTo>
                      <a:lnTo>
                        <a:pt x="235" y="631"/>
                      </a:lnTo>
                      <a:lnTo>
                        <a:pt x="234" y="631"/>
                      </a:lnTo>
                      <a:lnTo>
                        <a:pt x="234" y="629"/>
                      </a:lnTo>
                      <a:lnTo>
                        <a:pt x="234" y="631"/>
                      </a:lnTo>
                      <a:lnTo>
                        <a:pt x="234" y="629"/>
                      </a:lnTo>
                      <a:lnTo>
                        <a:pt x="235" y="629"/>
                      </a:lnTo>
                      <a:lnTo>
                        <a:pt x="234" y="629"/>
                      </a:lnTo>
                      <a:lnTo>
                        <a:pt x="235" y="629"/>
                      </a:lnTo>
                      <a:lnTo>
                        <a:pt x="235" y="627"/>
                      </a:lnTo>
                      <a:lnTo>
                        <a:pt x="234" y="629"/>
                      </a:lnTo>
                      <a:lnTo>
                        <a:pt x="234" y="627"/>
                      </a:lnTo>
                      <a:lnTo>
                        <a:pt x="232" y="629"/>
                      </a:lnTo>
                      <a:lnTo>
                        <a:pt x="232" y="627"/>
                      </a:lnTo>
                      <a:lnTo>
                        <a:pt x="234" y="627"/>
                      </a:lnTo>
                      <a:lnTo>
                        <a:pt x="235" y="627"/>
                      </a:lnTo>
                      <a:lnTo>
                        <a:pt x="234" y="627"/>
                      </a:lnTo>
                      <a:lnTo>
                        <a:pt x="234" y="625"/>
                      </a:lnTo>
                      <a:lnTo>
                        <a:pt x="234" y="623"/>
                      </a:lnTo>
                      <a:lnTo>
                        <a:pt x="234" y="625"/>
                      </a:lnTo>
                      <a:lnTo>
                        <a:pt x="234" y="623"/>
                      </a:lnTo>
                      <a:lnTo>
                        <a:pt x="234" y="625"/>
                      </a:lnTo>
                      <a:lnTo>
                        <a:pt x="232" y="625"/>
                      </a:lnTo>
                      <a:lnTo>
                        <a:pt x="232" y="623"/>
                      </a:lnTo>
                      <a:lnTo>
                        <a:pt x="234" y="623"/>
                      </a:lnTo>
                      <a:lnTo>
                        <a:pt x="234" y="622"/>
                      </a:lnTo>
                      <a:lnTo>
                        <a:pt x="234" y="620"/>
                      </a:lnTo>
                      <a:lnTo>
                        <a:pt x="235" y="620"/>
                      </a:lnTo>
                      <a:lnTo>
                        <a:pt x="234" y="620"/>
                      </a:lnTo>
                      <a:lnTo>
                        <a:pt x="235" y="620"/>
                      </a:lnTo>
                      <a:lnTo>
                        <a:pt x="235" y="618"/>
                      </a:lnTo>
                      <a:lnTo>
                        <a:pt x="234" y="618"/>
                      </a:lnTo>
                      <a:lnTo>
                        <a:pt x="235" y="618"/>
                      </a:lnTo>
                      <a:lnTo>
                        <a:pt x="234" y="618"/>
                      </a:lnTo>
                      <a:lnTo>
                        <a:pt x="234" y="616"/>
                      </a:lnTo>
                      <a:lnTo>
                        <a:pt x="234" y="614"/>
                      </a:lnTo>
                      <a:lnTo>
                        <a:pt x="232" y="614"/>
                      </a:lnTo>
                      <a:lnTo>
                        <a:pt x="234" y="614"/>
                      </a:lnTo>
                      <a:lnTo>
                        <a:pt x="234" y="613"/>
                      </a:lnTo>
                      <a:lnTo>
                        <a:pt x="235" y="613"/>
                      </a:lnTo>
                      <a:lnTo>
                        <a:pt x="237" y="614"/>
                      </a:lnTo>
                      <a:lnTo>
                        <a:pt x="237" y="613"/>
                      </a:lnTo>
                      <a:lnTo>
                        <a:pt x="235" y="613"/>
                      </a:lnTo>
                      <a:lnTo>
                        <a:pt x="235" y="611"/>
                      </a:lnTo>
                      <a:lnTo>
                        <a:pt x="235" y="609"/>
                      </a:lnTo>
                      <a:lnTo>
                        <a:pt x="237" y="609"/>
                      </a:lnTo>
                      <a:lnTo>
                        <a:pt x="235" y="609"/>
                      </a:lnTo>
                      <a:lnTo>
                        <a:pt x="234" y="609"/>
                      </a:lnTo>
                      <a:lnTo>
                        <a:pt x="234" y="607"/>
                      </a:lnTo>
                      <a:lnTo>
                        <a:pt x="235" y="607"/>
                      </a:lnTo>
                      <a:lnTo>
                        <a:pt x="234" y="607"/>
                      </a:lnTo>
                      <a:lnTo>
                        <a:pt x="234" y="605"/>
                      </a:lnTo>
                      <a:lnTo>
                        <a:pt x="234" y="603"/>
                      </a:lnTo>
                      <a:lnTo>
                        <a:pt x="235" y="603"/>
                      </a:lnTo>
                      <a:lnTo>
                        <a:pt x="237" y="603"/>
                      </a:lnTo>
                      <a:lnTo>
                        <a:pt x="235" y="603"/>
                      </a:lnTo>
                      <a:lnTo>
                        <a:pt x="237" y="603"/>
                      </a:lnTo>
                      <a:lnTo>
                        <a:pt x="237" y="605"/>
                      </a:lnTo>
                      <a:lnTo>
                        <a:pt x="237" y="607"/>
                      </a:lnTo>
                      <a:lnTo>
                        <a:pt x="237" y="605"/>
                      </a:lnTo>
                      <a:lnTo>
                        <a:pt x="237" y="603"/>
                      </a:lnTo>
                      <a:lnTo>
                        <a:pt x="239" y="603"/>
                      </a:lnTo>
                      <a:lnTo>
                        <a:pt x="241" y="603"/>
                      </a:lnTo>
                      <a:lnTo>
                        <a:pt x="241" y="605"/>
                      </a:lnTo>
                      <a:lnTo>
                        <a:pt x="241" y="607"/>
                      </a:lnTo>
                      <a:lnTo>
                        <a:pt x="243" y="607"/>
                      </a:lnTo>
                      <a:lnTo>
                        <a:pt x="245" y="607"/>
                      </a:lnTo>
                      <a:lnTo>
                        <a:pt x="245" y="609"/>
                      </a:lnTo>
                      <a:lnTo>
                        <a:pt x="245" y="611"/>
                      </a:lnTo>
                      <a:lnTo>
                        <a:pt x="243" y="611"/>
                      </a:lnTo>
                      <a:lnTo>
                        <a:pt x="245" y="611"/>
                      </a:lnTo>
                      <a:lnTo>
                        <a:pt x="243" y="613"/>
                      </a:lnTo>
                      <a:lnTo>
                        <a:pt x="245" y="611"/>
                      </a:lnTo>
                      <a:lnTo>
                        <a:pt x="243" y="611"/>
                      </a:lnTo>
                      <a:lnTo>
                        <a:pt x="245" y="611"/>
                      </a:lnTo>
                      <a:lnTo>
                        <a:pt x="245" y="609"/>
                      </a:lnTo>
                      <a:lnTo>
                        <a:pt x="245" y="607"/>
                      </a:lnTo>
                      <a:lnTo>
                        <a:pt x="243" y="607"/>
                      </a:lnTo>
                      <a:lnTo>
                        <a:pt x="241" y="607"/>
                      </a:lnTo>
                      <a:lnTo>
                        <a:pt x="241" y="605"/>
                      </a:lnTo>
                      <a:lnTo>
                        <a:pt x="241" y="603"/>
                      </a:lnTo>
                      <a:lnTo>
                        <a:pt x="239" y="603"/>
                      </a:lnTo>
                      <a:lnTo>
                        <a:pt x="239" y="602"/>
                      </a:lnTo>
                      <a:lnTo>
                        <a:pt x="237" y="602"/>
                      </a:lnTo>
                      <a:lnTo>
                        <a:pt x="235" y="602"/>
                      </a:lnTo>
                      <a:lnTo>
                        <a:pt x="235" y="600"/>
                      </a:lnTo>
                      <a:lnTo>
                        <a:pt x="237" y="600"/>
                      </a:lnTo>
                      <a:lnTo>
                        <a:pt x="237" y="598"/>
                      </a:lnTo>
                      <a:lnTo>
                        <a:pt x="235" y="598"/>
                      </a:lnTo>
                      <a:lnTo>
                        <a:pt x="235" y="596"/>
                      </a:lnTo>
                      <a:lnTo>
                        <a:pt x="235" y="594"/>
                      </a:lnTo>
                      <a:lnTo>
                        <a:pt x="234" y="594"/>
                      </a:lnTo>
                      <a:lnTo>
                        <a:pt x="235" y="594"/>
                      </a:lnTo>
                      <a:lnTo>
                        <a:pt x="237" y="594"/>
                      </a:lnTo>
                      <a:lnTo>
                        <a:pt x="235" y="594"/>
                      </a:lnTo>
                      <a:lnTo>
                        <a:pt x="237" y="594"/>
                      </a:lnTo>
                      <a:lnTo>
                        <a:pt x="237" y="592"/>
                      </a:lnTo>
                      <a:lnTo>
                        <a:pt x="237" y="594"/>
                      </a:lnTo>
                      <a:lnTo>
                        <a:pt x="235" y="594"/>
                      </a:lnTo>
                      <a:lnTo>
                        <a:pt x="235" y="592"/>
                      </a:lnTo>
                      <a:lnTo>
                        <a:pt x="234" y="592"/>
                      </a:lnTo>
                      <a:lnTo>
                        <a:pt x="234" y="591"/>
                      </a:lnTo>
                      <a:lnTo>
                        <a:pt x="232" y="591"/>
                      </a:lnTo>
                      <a:lnTo>
                        <a:pt x="234" y="591"/>
                      </a:lnTo>
                      <a:lnTo>
                        <a:pt x="235" y="591"/>
                      </a:lnTo>
                      <a:lnTo>
                        <a:pt x="235" y="592"/>
                      </a:lnTo>
                      <a:lnTo>
                        <a:pt x="237" y="592"/>
                      </a:lnTo>
                      <a:lnTo>
                        <a:pt x="235" y="591"/>
                      </a:lnTo>
                      <a:lnTo>
                        <a:pt x="235" y="592"/>
                      </a:lnTo>
                      <a:lnTo>
                        <a:pt x="235" y="591"/>
                      </a:lnTo>
                      <a:lnTo>
                        <a:pt x="234" y="589"/>
                      </a:lnTo>
                      <a:lnTo>
                        <a:pt x="234" y="591"/>
                      </a:lnTo>
                      <a:lnTo>
                        <a:pt x="234" y="589"/>
                      </a:lnTo>
                      <a:lnTo>
                        <a:pt x="234" y="591"/>
                      </a:lnTo>
                      <a:lnTo>
                        <a:pt x="232" y="591"/>
                      </a:lnTo>
                      <a:lnTo>
                        <a:pt x="230" y="591"/>
                      </a:lnTo>
                      <a:lnTo>
                        <a:pt x="230" y="589"/>
                      </a:lnTo>
                      <a:lnTo>
                        <a:pt x="232" y="589"/>
                      </a:lnTo>
                      <a:lnTo>
                        <a:pt x="232" y="587"/>
                      </a:lnTo>
                      <a:lnTo>
                        <a:pt x="232" y="589"/>
                      </a:lnTo>
                      <a:lnTo>
                        <a:pt x="230" y="589"/>
                      </a:lnTo>
                      <a:lnTo>
                        <a:pt x="230" y="587"/>
                      </a:lnTo>
                      <a:lnTo>
                        <a:pt x="232" y="587"/>
                      </a:lnTo>
                      <a:lnTo>
                        <a:pt x="234" y="587"/>
                      </a:lnTo>
                      <a:lnTo>
                        <a:pt x="234" y="589"/>
                      </a:lnTo>
                      <a:lnTo>
                        <a:pt x="232" y="589"/>
                      </a:lnTo>
                      <a:lnTo>
                        <a:pt x="234" y="589"/>
                      </a:lnTo>
                      <a:lnTo>
                        <a:pt x="234" y="587"/>
                      </a:lnTo>
                      <a:lnTo>
                        <a:pt x="234" y="589"/>
                      </a:lnTo>
                      <a:lnTo>
                        <a:pt x="234" y="587"/>
                      </a:lnTo>
                      <a:lnTo>
                        <a:pt x="232" y="587"/>
                      </a:lnTo>
                      <a:lnTo>
                        <a:pt x="232" y="585"/>
                      </a:lnTo>
                      <a:lnTo>
                        <a:pt x="234" y="585"/>
                      </a:lnTo>
                      <a:lnTo>
                        <a:pt x="235" y="587"/>
                      </a:lnTo>
                      <a:lnTo>
                        <a:pt x="237" y="587"/>
                      </a:lnTo>
                      <a:lnTo>
                        <a:pt x="237" y="585"/>
                      </a:lnTo>
                      <a:lnTo>
                        <a:pt x="239" y="585"/>
                      </a:lnTo>
                      <a:lnTo>
                        <a:pt x="239" y="587"/>
                      </a:lnTo>
                      <a:lnTo>
                        <a:pt x="241" y="589"/>
                      </a:lnTo>
                      <a:lnTo>
                        <a:pt x="243" y="589"/>
                      </a:lnTo>
                      <a:lnTo>
                        <a:pt x="245" y="589"/>
                      </a:lnTo>
                      <a:lnTo>
                        <a:pt x="246" y="589"/>
                      </a:lnTo>
                      <a:lnTo>
                        <a:pt x="246" y="587"/>
                      </a:lnTo>
                      <a:lnTo>
                        <a:pt x="246" y="585"/>
                      </a:lnTo>
                      <a:lnTo>
                        <a:pt x="246" y="583"/>
                      </a:lnTo>
                      <a:lnTo>
                        <a:pt x="245" y="583"/>
                      </a:lnTo>
                      <a:lnTo>
                        <a:pt x="246" y="583"/>
                      </a:lnTo>
                      <a:lnTo>
                        <a:pt x="246" y="581"/>
                      </a:lnTo>
                      <a:lnTo>
                        <a:pt x="245" y="581"/>
                      </a:lnTo>
                      <a:lnTo>
                        <a:pt x="246" y="581"/>
                      </a:lnTo>
                      <a:lnTo>
                        <a:pt x="248" y="581"/>
                      </a:lnTo>
                      <a:lnTo>
                        <a:pt x="248" y="583"/>
                      </a:lnTo>
                      <a:lnTo>
                        <a:pt x="248" y="581"/>
                      </a:lnTo>
                      <a:lnTo>
                        <a:pt x="248" y="580"/>
                      </a:lnTo>
                      <a:lnTo>
                        <a:pt x="248" y="578"/>
                      </a:lnTo>
                      <a:lnTo>
                        <a:pt x="248" y="580"/>
                      </a:lnTo>
                      <a:lnTo>
                        <a:pt x="248" y="581"/>
                      </a:lnTo>
                      <a:lnTo>
                        <a:pt x="248" y="583"/>
                      </a:lnTo>
                      <a:lnTo>
                        <a:pt x="248" y="581"/>
                      </a:lnTo>
                      <a:lnTo>
                        <a:pt x="246" y="581"/>
                      </a:lnTo>
                      <a:lnTo>
                        <a:pt x="245" y="581"/>
                      </a:lnTo>
                      <a:lnTo>
                        <a:pt x="246" y="581"/>
                      </a:lnTo>
                      <a:lnTo>
                        <a:pt x="246" y="583"/>
                      </a:lnTo>
                      <a:lnTo>
                        <a:pt x="245" y="583"/>
                      </a:lnTo>
                      <a:lnTo>
                        <a:pt x="246" y="583"/>
                      </a:lnTo>
                      <a:lnTo>
                        <a:pt x="246" y="585"/>
                      </a:lnTo>
                      <a:lnTo>
                        <a:pt x="246" y="587"/>
                      </a:lnTo>
                      <a:lnTo>
                        <a:pt x="246" y="589"/>
                      </a:lnTo>
                      <a:lnTo>
                        <a:pt x="245" y="589"/>
                      </a:lnTo>
                      <a:lnTo>
                        <a:pt x="243" y="589"/>
                      </a:lnTo>
                      <a:lnTo>
                        <a:pt x="241" y="589"/>
                      </a:lnTo>
                      <a:lnTo>
                        <a:pt x="241" y="587"/>
                      </a:lnTo>
                      <a:lnTo>
                        <a:pt x="241" y="589"/>
                      </a:lnTo>
                      <a:lnTo>
                        <a:pt x="241" y="587"/>
                      </a:lnTo>
                      <a:lnTo>
                        <a:pt x="239" y="587"/>
                      </a:lnTo>
                      <a:lnTo>
                        <a:pt x="239" y="585"/>
                      </a:lnTo>
                      <a:lnTo>
                        <a:pt x="239" y="583"/>
                      </a:lnTo>
                      <a:lnTo>
                        <a:pt x="237" y="583"/>
                      </a:lnTo>
                      <a:lnTo>
                        <a:pt x="237" y="581"/>
                      </a:lnTo>
                      <a:lnTo>
                        <a:pt x="237" y="580"/>
                      </a:lnTo>
                      <a:lnTo>
                        <a:pt x="237" y="581"/>
                      </a:lnTo>
                      <a:lnTo>
                        <a:pt x="237" y="580"/>
                      </a:lnTo>
                      <a:lnTo>
                        <a:pt x="235" y="580"/>
                      </a:lnTo>
                      <a:lnTo>
                        <a:pt x="235" y="578"/>
                      </a:lnTo>
                      <a:lnTo>
                        <a:pt x="235" y="576"/>
                      </a:lnTo>
                      <a:lnTo>
                        <a:pt x="235" y="574"/>
                      </a:lnTo>
                      <a:lnTo>
                        <a:pt x="237" y="574"/>
                      </a:lnTo>
                      <a:lnTo>
                        <a:pt x="235" y="574"/>
                      </a:lnTo>
                      <a:lnTo>
                        <a:pt x="234" y="574"/>
                      </a:lnTo>
                      <a:lnTo>
                        <a:pt x="235" y="574"/>
                      </a:lnTo>
                      <a:lnTo>
                        <a:pt x="234" y="574"/>
                      </a:lnTo>
                      <a:lnTo>
                        <a:pt x="232" y="574"/>
                      </a:lnTo>
                      <a:lnTo>
                        <a:pt x="232" y="572"/>
                      </a:lnTo>
                      <a:lnTo>
                        <a:pt x="234" y="572"/>
                      </a:lnTo>
                      <a:lnTo>
                        <a:pt x="235" y="570"/>
                      </a:lnTo>
                      <a:lnTo>
                        <a:pt x="237" y="570"/>
                      </a:lnTo>
                      <a:lnTo>
                        <a:pt x="235" y="570"/>
                      </a:lnTo>
                      <a:lnTo>
                        <a:pt x="234" y="570"/>
                      </a:lnTo>
                      <a:lnTo>
                        <a:pt x="234" y="572"/>
                      </a:lnTo>
                      <a:lnTo>
                        <a:pt x="232" y="572"/>
                      </a:lnTo>
                      <a:lnTo>
                        <a:pt x="232" y="574"/>
                      </a:lnTo>
                      <a:lnTo>
                        <a:pt x="232" y="572"/>
                      </a:lnTo>
                      <a:lnTo>
                        <a:pt x="230" y="572"/>
                      </a:lnTo>
                      <a:lnTo>
                        <a:pt x="232" y="572"/>
                      </a:lnTo>
                      <a:lnTo>
                        <a:pt x="230" y="572"/>
                      </a:lnTo>
                      <a:lnTo>
                        <a:pt x="230" y="570"/>
                      </a:lnTo>
                      <a:lnTo>
                        <a:pt x="232" y="570"/>
                      </a:lnTo>
                      <a:lnTo>
                        <a:pt x="230" y="570"/>
                      </a:lnTo>
                      <a:lnTo>
                        <a:pt x="232" y="570"/>
                      </a:lnTo>
                      <a:lnTo>
                        <a:pt x="232" y="569"/>
                      </a:lnTo>
                      <a:lnTo>
                        <a:pt x="232" y="570"/>
                      </a:lnTo>
                      <a:lnTo>
                        <a:pt x="232" y="572"/>
                      </a:lnTo>
                      <a:lnTo>
                        <a:pt x="232" y="570"/>
                      </a:lnTo>
                      <a:lnTo>
                        <a:pt x="234" y="570"/>
                      </a:lnTo>
                      <a:lnTo>
                        <a:pt x="232" y="570"/>
                      </a:lnTo>
                      <a:lnTo>
                        <a:pt x="234" y="570"/>
                      </a:lnTo>
                      <a:lnTo>
                        <a:pt x="232" y="570"/>
                      </a:lnTo>
                      <a:lnTo>
                        <a:pt x="234" y="570"/>
                      </a:lnTo>
                      <a:lnTo>
                        <a:pt x="232" y="570"/>
                      </a:lnTo>
                      <a:lnTo>
                        <a:pt x="232" y="569"/>
                      </a:lnTo>
                      <a:lnTo>
                        <a:pt x="234" y="569"/>
                      </a:lnTo>
                      <a:lnTo>
                        <a:pt x="232" y="569"/>
                      </a:lnTo>
                      <a:lnTo>
                        <a:pt x="232" y="567"/>
                      </a:lnTo>
                      <a:lnTo>
                        <a:pt x="232" y="569"/>
                      </a:lnTo>
                      <a:lnTo>
                        <a:pt x="234" y="569"/>
                      </a:lnTo>
                      <a:lnTo>
                        <a:pt x="232" y="569"/>
                      </a:lnTo>
                      <a:lnTo>
                        <a:pt x="232" y="567"/>
                      </a:lnTo>
                      <a:lnTo>
                        <a:pt x="234" y="567"/>
                      </a:lnTo>
                      <a:lnTo>
                        <a:pt x="232" y="567"/>
                      </a:lnTo>
                      <a:lnTo>
                        <a:pt x="234" y="567"/>
                      </a:lnTo>
                      <a:lnTo>
                        <a:pt x="232" y="567"/>
                      </a:lnTo>
                      <a:lnTo>
                        <a:pt x="232" y="565"/>
                      </a:lnTo>
                      <a:lnTo>
                        <a:pt x="234" y="565"/>
                      </a:lnTo>
                      <a:lnTo>
                        <a:pt x="232" y="565"/>
                      </a:lnTo>
                      <a:lnTo>
                        <a:pt x="234" y="565"/>
                      </a:lnTo>
                      <a:lnTo>
                        <a:pt x="232" y="565"/>
                      </a:lnTo>
                      <a:lnTo>
                        <a:pt x="234" y="565"/>
                      </a:lnTo>
                      <a:lnTo>
                        <a:pt x="234" y="563"/>
                      </a:lnTo>
                      <a:lnTo>
                        <a:pt x="232" y="563"/>
                      </a:lnTo>
                      <a:lnTo>
                        <a:pt x="232" y="565"/>
                      </a:lnTo>
                      <a:lnTo>
                        <a:pt x="232" y="563"/>
                      </a:lnTo>
                      <a:lnTo>
                        <a:pt x="230" y="563"/>
                      </a:lnTo>
                      <a:lnTo>
                        <a:pt x="230" y="561"/>
                      </a:lnTo>
                      <a:lnTo>
                        <a:pt x="230" y="559"/>
                      </a:lnTo>
                      <a:lnTo>
                        <a:pt x="230" y="558"/>
                      </a:lnTo>
                      <a:lnTo>
                        <a:pt x="232" y="558"/>
                      </a:lnTo>
                      <a:lnTo>
                        <a:pt x="230" y="558"/>
                      </a:lnTo>
                      <a:lnTo>
                        <a:pt x="230" y="556"/>
                      </a:lnTo>
                      <a:lnTo>
                        <a:pt x="228" y="556"/>
                      </a:lnTo>
                      <a:lnTo>
                        <a:pt x="230" y="556"/>
                      </a:lnTo>
                      <a:lnTo>
                        <a:pt x="230" y="554"/>
                      </a:lnTo>
                      <a:lnTo>
                        <a:pt x="228" y="554"/>
                      </a:lnTo>
                      <a:lnTo>
                        <a:pt x="230" y="554"/>
                      </a:lnTo>
                      <a:lnTo>
                        <a:pt x="228" y="554"/>
                      </a:lnTo>
                      <a:lnTo>
                        <a:pt x="230" y="554"/>
                      </a:lnTo>
                      <a:lnTo>
                        <a:pt x="228" y="552"/>
                      </a:lnTo>
                      <a:lnTo>
                        <a:pt x="230" y="552"/>
                      </a:lnTo>
                      <a:lnTo>
                        <a:pt x="228" y="552"/>
                      </a:lnTo>
                      <a:lnTo>
                        <a:pt x="228" y="550"/>
                      </a:lnTo>
                      <a:lnTo>
                        <a:pt x="230" y="550"/>
                      </a:lnTo>
                      <a:lnTo>
                        <a:pt x="228" y="550"/>
                      </a:lnTo>
                      <a:lnTo>
                        <a:pt x="228" y="549"/>
                      </a:lnTo>
                      <a:lnTo>
                        <a:pt x="228" y="547"/>
                      </a:lnTo>
                      <a:lnTo>
                        <a:pt x="230" y="547"/>
                      </a:lnTo>
                      <a:lnTo>
                        <a:pt x="228" y="547"/>
                      </a:lnTo>
                      <a:lnTo>
                        <a:pt x="230" y="547"/>
                      </a:lnTo>
                      <a:lnTo>
                        <a:pt x="228" y="547"/>
                      </a:lnTo>
                      <a:lnTo>
                        <a:pt x="228" y="549"/>
                      </a:lnTo>
                      <a:lnTo>
                        <a:pt x="226" y="549"/>
                      </a:lnTo>
                      <a:lnTo>
                        <a:pt x="226" y="547"/>
                      </a:lnTo>
                      <a:lnTo>
                        <a:pt x="225" y="547"/>
                      </a:lnTo>
                      <a:lnTo>
                        <a:pt x="226" y="547"/>
                      </a:lnTo>
                      <a:lnTo>
                        <a:pt x="226" y="545"/>
                      </a:lnTo>
                      <a:lnTo>
                        <a:pt x="226" y="547"/>
                      </a:lnTo>
                      <a:lnTo>
                        <a:pt x="226" y="545"/>
                      </a:lnTo>
                      <a:lnTo>
                        <a:pt x="225" y="545"/>
                      </a:lnTo>
                      <a:lnTo>
                        <a:pt x="225" y="547"/>
                      </a:lnTo>
                      <a:lnTo>
                        <a:pt x="225" y="545"/>
                      </a:lnTo>
                      <a:lnTo>
                        <a:pt x="225" y="543"/>
                      </a:lnTo>
                      <a:lnTo>
                        <a:pt x="225" y="541"/>
                      </a:lnTo>
                      <a:lnTo>
                        <a:pt x="225" y="543"/>
                      </a:lnTo>
                      <a:lnTo>
                        <a:pt x="225" y="541"/>
                      </a:lnTo>
                      <a:lnTo>
                        <a:pt x="225" y="543"/>
                      </a:lnTo>
                      <a:lnTo>
                        <a:pt x="225" y="541"/>
                      </a:lnTo>
                      <a:lnTo>
                        <a:pt x="223" y="541"/>
                      </a:lnTo>
                      <a:lnTo>
                        <a:pt x="223" y="539"/>
                      </a:lnTo>
                      <a:lnTo>
                        <a:pt x="225" y="539"/>
                      </a:lnTo>
                      <a:lnTo>
                        <a:pt x="223" y="539"/>
                      </a:lnTo>
                      <a:lnTo>
                        <a:pt x="223" y="538"/>
                      </a:lnTo>
                      <a:lnTo>
                        <a:pt x="221" y="538"/>
                      </a:lnTo>
                      <a:lnTo>
                        <a:pt x="221" y="536"/>
                      </a:lnTo>
                      <a:lnTo>
                        <a:pt x="221" y="534"/>
                      </a:lnTo>
                      <a:lnTo>
                        <a:pt x="219" y="532"/>
                      </a:lnTo>
                      <a:lnTo>
                        <a:pt x="217" y="532"/>
                      </a:lnTo>
                      <a:lnTo>
                        <a:pt x="219" y="532"/>
                      </a:lnTo>
                      <a:lnTo>
                        <a:pt x="221" y="532"/>
                      </a:lnTo>
                      <a:lnTo>
                        <a:pt x="219" y="532"/>
                      </a:lnTo>
                      <a:lnTo>
                        <a:pt x="217" y="530"/>
                      </a:lnTo>
                      <a:lnTo>
                        <a:pt x="219" y="530"/>
                      </a:lnTo>
                      <a:lnTo>
                        <a:pt x="217" y="530"/>
                      </a:lnTo>
                      <a:lnTo>
                        <a:pt x="219" y="530"/>
                      </a:lnTo>
                      <a:lnTo>
                        <a:pt x="217" y="530"/>
                      </a:lnTo>
                      <a:lnTo>
                        <a:pt x="217" y="528"/>
                      </a:lnTo>
                      <a:lnTo>
                        <a:pt x="217" y="530"/>
                      </a:lnTo>
                      <a:lnTo>
                        <a:pt x="215" y="530"/>
                      </a:lnTo>
                      <a:lnTo>
                        <a:pt x="217" y="530"/>
                      </a:lnTo>
                      <a:lnTo>
                        <a:pt x="217" y="528"/>
                      </a:lnTo>
                      <a:lnTo>
                        <a:pt x="217" y="527"/>
                      </a:lnTo>
                      <a:lnTo>
                        <a:pt x="217" y="525"/>
                      </a:lnTo>
                      <a:lnTo>
                        <a:pt x="217" y="523"/>
                      </a:lnTo>
                      <a:lnTo>
                        <a:pt x="215" y="523"/>
                      </a:lnTo>
                      <a:lnTo>
                        <a:pt x="215" y="521"/>
                      </a:lnTo>
                      <a:lnTo>
                        <a:pt x="215" y="519"/>
                      </a:lnTo>
                      <a:lnTo>
                        <a:pt x="215" y="517"/>
                      </a:lnTo>
                      <a:lnTo>
                        <a:pt x="214" y="517"/>
                      </a:lnTo>
                      <a:lnTo>
                        <a:pt x="215" y="517"/>
                      </a:lnTo>
                      <a:lnTo>
                        <a:pt x="215" y="516"/>
                      </a:lnTo>
                      <a:lnTo>
                        <a:pt x="215" y="514"/>
                      </a:lnTo>
                      <a:lnTo>
                        <a:pt x="215" y="516"/>
                      </a:lnTo>
                      <a:lnTo>
                        <a:pt x="215" y="517"/>
                      </a:lnTo>
                      <a:lnTo>
                        <a:pt x="214" y="517"/>
                      </a:lnTo>
                      <a:lnTo>
                        <a:pt x="215" y="517"/>
                      </a:lnTo>
                      <a:lnTo>
                        <a:pt x="215" y="519"/>
                      </a:lnTo>
                      <a:lnTo>
                        <a:pt x="214" y="519"/>
                      </a:lnTo>
                      <a:lnTo>
                        <a:pt x="214" y="521"/>
                      </a:lnTo>
                      <a:lnTo>
                        <a:pt x="215" y="521"/>
                      </a:lnTo>
                      <a:lnTo>
                        <a:pt x="215" y="523"/>
                      </a:lnTo>
                      <a:lnTo>
                        <a:pt x="215" y="525"/>
                      </a:lnTo>
                      <a:lnTo>
                        <a:pt x="215" y="527"/>
                      </a:lnTo>
                      <a:lnTo>
                        <a:pt x="214" y="527"/>
                      </a:lnTo>
                      <a:lnTo>
                        <a:pt x="214" y="528"/>
                      </a:lnTo>
                      <a:lnTo>
                        <a:pt x="214" y="530"/>
                      </a:lnTo>
                      <a:lnTo>
                        <a:pt x="215" y="530"/>
                      </a:lnTo>
                      <a:lnTo>
                        <a:pt x="214" y="530"/>
                      </a:lnTo>
                      <a:lnTo>
                        <a:pt x="214" y="532"/>
                      </a:lnTo>
                      <a:lnTo>
                        <a:pt x="215" y="532"/>
                      </a:lnTo>
                      <a:lnTo>
                        <a:pt x="214" y="532"/>
                      </a:lnTo>
                      <a:lnTo>
                        <a:pt x="215" y="532"/>
                      </a:lnTo>
                      <a:lnTo>
                        <a:pt x="215" y="534"/>
                      </a:lnTo>
                      <a:lnTo>
                        <a:pt x="214" y="534"/>
                      </a:lnTo>
                      <a:lnTo>
                        <a:pt x="214" y="536"/>
                      </a:lnTo>
                      <a:lnTo>
                        <a:pt x="214" y="538"/>
                      </a:lnTo>
                      <a:lnTo>
                        <a:pt x="214" y="536"/>
                      </a:lnTo>
                      <a:lnTo>
                        <a:pt x="214" y="538"/>
                      </a:lnTo>
                      <a:lnTo>
                        <a:pt x="212" y="538"/>
                      </a:lnTo>
                      <a:lnTo>
                        <a:pt x="212" y="536"/>
                      </a:lnTo>
                      <a:lnTo>
                        <a:pt x="214" y="536"/>
                      </a:lnTo>
                      <a:lnTo>
                        <a:pt x="212" y="536"/>
                      </a:lnTo>
                      <a:lnTo>
                        <a:pt x="214" y="536"/>
                      </a:lnTo>
                      <a:lnTo>
                        <a:pt x="214" y="534"/>
                      </a:lnTo>
                      <a:lnTo>
                        <a:pt x="214" y="536"/>
                      </a:lnTo>
                      <a:lnTo>
                        <a:pt x="214" y="534"/>
                      </a:lnTo>
                      <a:lnTo>
                        <a:pt x="212" y="534"/>
                      </a:lnTo>
                      <a:lnTo>
                        <a:pt x="214" y="534"/>
                      </a:lnTo>
                      <a:lnTo>
                        <a:pt x="214" y="532"/>
                      </a:lnTo>
                      <a:lnTo>
                        <a:pt x="212" y="532"/>
                      </a:lnTo>
                      <a:lnTo>
                        <a:pt x="214" y="532"/>
                      </a:lnTo>
                      <a:lnTo>
                        <a:pt x="212" y="532"/>
                      </a:lnTo>
                      <a:lnTo>
                        <a:pt x="212" y="530"/>
                      </a:lnTo>
                      <a:lnTo>
                        <a:pt x="210" y="530"/>
                      </a:lnTo>
                      <a:lnTo>
                        <a:pt x="210" y="528"/>
                      </a:lnTo>
                      <a:lnTo>
                        <a:pt x="212" y="528"/>
                      </a:lnTo>
                      <a:lnTo>
                        <a:pt x="212" y="527"/>
                      </a:lnTo>
                      <a:lnTo>
                        <a:pt x="212" y="525"/>
                      </a:lnTo>
                      <a:lnTo>
                        <a:pt x="210" y="523"/>
                      </a:lnTo>
                      <a:lnTo>
                        <a:pt x="210" y="521"/>
                      </a:lnTo>
                      <a:lnTo>
                        <a:pt x="210" y="519"/>
                      </a:lnTo>
                      <a:lnTo>
                        <a:pt x="212" y="519"/>
                      </a:lnTo>
                      <a:lnTo>
                        <a:pt x="210" y="519"/>
                      </a:lnTo>
                      <a:lnTo>
                        <a:pt x="210" y="517"/>
                      </a:lnTo>
                      <a:lnTo>
                        <a:pt x="212" y="517"/>
                      </a:lnTo>
                      <a:lnTo>
                        <a:pt x="212" y="516"/>
                      </a:lnTo>
                      <a:lnTo>
                        <a:pt x="212" y="514"/>
                      </a:lnTo>
                      <a:lnTo>
                        <a:pt x="212" y="516"/>
                      </a:lnTo>
                      <a:lnTo>
                        <a:pt x="212" y="514"/>
                      </a:lnTo>
                      <a:lnTo>
                        <a:pt x="212" y="512"/>
                      </a:lnTo>
                      <a:lnTo>
                        <a:pt x="210" y="512"/>
                      </a:lnTo>
                      <a:lnTo>
                        <a:pt x="212" y="512"/>
                      </a:lnTo>
                      <a:lnTo>
                        <a:pt x="210" y="512"/>
                      </a:lnTo>
                      <a:lnTo>
                        <a:pt x="210" y="514"/>
                      </a:lnTo>
                      <a:lnTo>
                        <a:pt x="212" y="514"/>
                      </a:lnTo>
                      <a:lnTo>
                        <a:pt x="212" y="512"/>
                      </a:lnTo>
                      <a:lnTo>
                        <a:pt x="212" y="514"/>
                      </a:lnTo>
                      <a:lnTo>
                        <a:pt x="210" y="514"/>
                      </a:lnTo>
                      <a:lnTo>
                        <a:pt x="210" y="512"/>
                      </a:lnTo>
                      <a:lnTo>
                        <a:pt x="210" y="514"/>
                      </a:lnTo>
                      <a:lnTo>
                        <a:pt x="210" y="512"/>
                      </a:lnTo>
                      <a:lnTo>
                        <a:pt x="208" y="510"/>
                      </a:lnTo>
                      <a:lnTo>
                        <a:pt x="208" y="508"/>
                      </a:lnTo>
                      <a:lnTo>
                        <a:pt x="206" y="508"/>
                      </a:lnTo>
                      <a:lnTo>
                        <a:pt x="206" y="506"/>
                      </a:lnTo>
                      <a:lnTo>
                        <a:pt x="206" y="505"/>
                      </a:lnTo>
                      <a:lnTo>
                        <a:pt x="208" y="505"/>
                      </a:lnTo>
                      <a:lnTo>
                        <a:pt x="208" y="503"/>
                      </a:lnTo>
                      <a:lnTo>
                        <a:pt x="208" y="505"/>
                      </a:lnTo>
                      <a:lnTo>
                        <a:pt x="206" y="505"/>
                      </a:lnTo>
                      <a:lnTo>
                        <a:pt x="206" y="503"/>
                      </a:lnTo>
                      <a:lnTo>
                        <a:pt x="206" y="501"/>
                      </a:lnTo>
                      <a:lnTo>
                        <a:pt x="204" y="499"/>
                      </a:lnTo>
                      <a:lnTo>
                        <a:pt x="204" y="497"/>
                      </a:lnTo>
                      <a:lnTo>
                        <a:pt x="203" y="497"/>
                      </a:lnTo>
                      <a:lnTo>
                        <a:pt x="204" y="496"/>
                      </a:lnTo>
                      <a:lnTo>
                        <a:pt x="206" y="496"/>
                      </a:lnTo>
                      <a:lnTo>
                        <a:pt x="208" y="496"/>
                      </a:lnTo>
                      <a:lnTo>
                        <a:pt x="208" y="497"/>
                      </a:lnTo>
                      <a:lnTo>
                        <a:pt x="210" y="497"/>
                      </a:lnTo>
                      <a:lnTo>
                        <a:pt x="208" y="497"/>
                      </a:lnTo>
                      <a:lnTo>
                        <a:pt x="208" y="496"/>
                      </a:lnTo>
                      <a:lnTo>
                        <a:pt x="206" y="496"/>
                      </a:lnTo>
                      <a:lnTo>
                        <a:pt x="208" y="496"/>
                      </a:lnTo>
                      <a:lnTo>
                        <a:pt x="206" y="496"/>
                      </a:lnTo>
                      <a:lnTo>
                        <a:pt x="206" y="494"/>
                      </a:lnTo>
                      <a:lnTo>
                        <a:pt x="206" y="492"/>
                      </a:lnTo>
                      <a:lnTo>
                        <a:pt x="206" y="490"/>
                      </a:lnTo>
                      <a:lnTo>
                        <a:pt x="204" y="490"/>
                      </a:lnTo>
                      <a:lnTo>
                        <a:pt x="206" y="490"/>
                      </a:lnTo>
                      <a:lnTo>
                        <a:pt x="204" y="490"/>
                      </a:lnTo>
                      <a:lnTo>
                        <a:pt x="206" y="490"/>
                      </a:lnTo>
                      <a:lnTo>
                        <a:pt x="204" y="490"/>
                      </a:lnTo>
                      <a:lnTo>
                        <a:pt x="204" y="492"/>
                      </a:lnTo>
                      <a:lnTo>
                        <a:pt x="204" y="494"/>
                      </a:lnTo>
                      <a:lnTo>
                        <a:pt x="204" y="496"/>
                      </a:lnTo>
                      <a:lnTo>
                        <a:pt x="203" y="496"/>
                      </a:lnTo>
                      <a:lnTo>
                        <a:pt x="203" y="494"/>
                      </a:lnTo>
                      <a:lnTo>
                        <a:pt x="201" y="494"/>
                      </a:lnTo>
                      <a:lnTo>
                        <a:pt x="203" y="494"/>
                      </a:lnTo>
                      <a:lnTo>
                        <a:pt x="201" y="494"/>
                      </a:lnTo>
                      <a:lnTo>
                        <a:pt x="201" y="492"/>
                      </a:lnTo>
                      <a:lnTo>
                        <a:pt x="201" y="490"/>
                      </a:lnTo>
                      <a:lnTo>
                        <a:pt x="201" y="488"/>
                      </a:lnTo>
                      <a:lnTo>
                        <a:pt x="201" y="486"/>
                      </a:lnTo>
                      <a:lnTo>
                        <a:pt x="201" y="485"/>
                      </a:lnTo>
                      <a:lnTo>
                        <a:pt x="199" y="485"/>
                      </a:lnTo>
                      <a:lnTo>
                        <a:pt x="201" y="485"/>
                      </a:lnTo>
                      <a:lnTo>
                        <a:pt x="201" y="483"/>
                      </a:lnTo>
                      <a:lnTo>
                        <a:pt x="201" y="481"/>
                      </a:lnTo>
                      <a:lnTo>
                        <a:pt x="201" y="479"/>
                      </a:lnTo>
                      <a:lnTo>
                        <a:pt x="201" y="477"/>
                      </a:lnTo>
                      <a:lnTo>
                        <a:pt x="203" y="477"/>
                      </a:lnTo>
                      <a:lnTo>
                        <a:pt x="201" y="477"/>
                      </a:lnTo>
                      <a:lnTo>
                        <a:pt x="203" y="477"/>
                      </a:lnTo>
                      <a:lnTo>
                        <a:pt x="201" y="477"/>
                      </a:lnTo>
                      <a:lnTo>
                        <a:pt x="199" y="477"/>
                      </a:lnTo>
                      <a:lnTo>
                        <a:pt x="199" y="475"/>
                      </a:lnTo>
                      <a:lnTo>
                        <a:pt x="199" y="474"/>
                      </a:lnTo>
                      <a:lnTo>
                        <a:pt x="197" y="474"/>
                      </a:lnTo>
                      <a:lnTo>
                        <a:pt x="199" y="474"/>
                      </a:lnTo>
                      <a:lnTo>
                        <a:pt x="197" y="474"/>
                      </a:lnTo>
                      <a:lnTo>
                        <a:pt x="199" y="474"/>
                      </a:lnTo>
                      <a:lnTo>
                        <a:pt x="199" y="472"/>
                      </a:lnTo>
                      <a:lnTo>
                        <a:pt x="199" y="470"/>
                      </a:lnTo>
                      <a:lnTo>
                        <a:pt x="199" y="472"/>
                      </a:lnTo>
                      <a:lnTo>
                        <a:pt x="201" y="472"/>
                      </a:lnTo>
                      <a:lnTo>
                        <a:pt x="199" y="472"/>
                      </a:lnTo>
                      <a:lnTo>
                        <a:pt x="199" y="470"/>
                      </a:lnTo>
                      <a:lnTo>
                        <a:pt x="201" y="470"/>
                      </a:lnTo>
                      <a:lnTo>
                        <a:pt x="199" y="470"/>
                      </a:lnTo>
                      <a:lnTo>
                        <a:pt x="199" y="468"/>
                      </a:lnTo>
                      <a:lnTo>
                        <a:pt x="199" y="466"/>
                      </a:lnTo>
                      <a:lnTo>
                        <a:pt x="201" y="466"/>
                      </a:lnTo>
                      <a:lnTo>
                        <a:pt x="201" y="464"/>
                      </a:lnTo>
                      <a:lnTo>
                        <a:pt x="201" y="466"/>
                      </a:lnTo>
                      <a:lnTo>
                        <a:pt x="199" y="466"/>
                      </a:lnTo>
                      <a:lnTo>
                        <a:pt x="199" y="464"/>
                      </a:lnTo>
                      <a:lnTo>
                        <a:pt x="199" y="463"/>
                      </a:lnTo>
                      <a:lnTo>
                        <a:pt x="199" y="461"/>
                      </a:lnTo>
                      <a:lnTo>
                        <a:pt x="197" y="461"/>
                      </a:lnTo>
                      <a:lnTo>
                        <a:pt x="197" y="459"/>
                      </a:lnTo>
                      <a:lnTo>
                        <a:pt x="197" y="457"/>
                      </a:lnTo>
                      <a:lnTo>
                        <a:pt x="197" y="455"/>
                      </a:lnTo>
                      <a:lnTo>
                        <a:pt x="197" y="453"/>
                      </a:lnTo>
                      <a:lnTo>
                        <a:pt x="197" y="452"/>
                      </a:lnTo>
                      <a:lnTo>
                        <a:pt x="195" y="452"/>
                      </a:lnTo>
                      <a:lnTo>
                        <a:pt x="193" y="452"/>
                      </a:lnTo>
                      <a:lnTo>
                        <a:pt x="193" y="450"/>
                      </a:lnTo>
                      <a:lnTo>
                        <a:pt x="193" y="448"/>
                      </a:lnTo>
                      <a:lnTo>
                        <a:pt x="192" y="448"/>
                      </a:lnTo>
                      <a:lnTo>
                        <a:pt x="193" y="448"/>
                      </a:lnTo>
                      <a:lnTo>
                        <a:pt x="192" y="446"/>
                      </a:lnTo>
                      <a:lnTo>
                        <a:pt x="193" y="446"/>
                      </a:lnTo>
                      <a:lnTo>
                        <a:pt x="195" y="446"/>
                      </a:lnTo>
                      <a:lnTo>
                        <a:pt x="195" y="448"/>
                      </a:lnTo>
                      <a:lnTo>
                        <a:pt x="195" y="446"/>
                      </a:lnTo>
                      <a:lnTo>
                        <a:pt x="193" y="446"/>
                      </a:lnTo>
                      <a:lnTo>
                        <a:pt x="193" y="444"/>
                      </a:lnTo>
                      <a:lnTo>
                        <a:pt x="193" y="443"/>
                      </a:lnTo>
                      <a:lnTo>
                        <a:pt x="195" y="443"/>
                      </a:lnTo>
                      <a:lnTo>
                        <a:pt x="195" y="441"/>
                      </a:lnTo>
                      <a:lnTo>
                        <a:pt x="195" y="439"/>
                      </a:lnTo>
                      <a:lnTo>
                        <a:pt x="195" y="437"/>
                      </a:lnTo>
                      <a:lnTo>
                        <a:pt x="193" y="437"/>
                      </a:lnTo>
                      <a:lnTo>
                        <a:pt x="193" y="435"/>
                      </a:lnTo>
                      <a:lnTo>
                        <a:pt x="195" y="435"/>
                      </a:lnTo>
                      <a:lnTo>
                        <a:pt x="193" y="433"/>
                      </a:lnTo>
                      <a:lnTo>
                        <a:pt x="195" y="433"/>
                      </a:lnTo>
                      <a:lnTo>
                        <a:pt x="195" y="432"/>
                      </a:lnTo>
                      <a:lnTo>
                        <a:pt x="193" y="432"/>
                      </a:lnTo>
                      <a:lnTo>
                        <a:pt x="195" y="432"/>
                      </a:lnTo>
                      <a:lnTo>
                        <a:pt x="195" y="430"/>
                      </a:lnTo>
                      <a:lnTo>
                        <a:pt x="195" y="432"/>
                      </a:lnTo>
                      <a:lnTo>
                        <a:pt x="195" y="430"/>
                      </a:lnTo>
                      <a:lnTo>
                        <a:pt x="197" y="430"/>
                      </a:lnTo>
                      <a:lnTo>
                        <a:pt x="199" y="430"/>
                      </a:lnTo>
                      <a:lnTo>
                        <a:pt x="201" y="430"/>
                      </a:lnTo>
                      <a:lnTo>
                        <a:pt x="201" y="432"/>
                      </a:lnTo>
                      <a:lnTo>
                        <a:pt x="201" y="430"/>
                      </a:lnTo>
                      <a:lnTo>
                        <a:pt x="203" y="430"/>
                      </a:lnTo>
                      <a:lnTo>
                        <a:pt x="203" y="428"/>
                      </a:lnTo>
                      <a:lnTo>
                        <a:pt x="204" y="428"/>
                      </a:lnTo>
                      <a:lnTo>
                        <a:pt x="204" y="426"/>
                      </a:lnTo>
                      <a:lnTo>
                        <a:pt x="204" y="428"/>
                      </a:lnTo>
                      <a:lnTo>
                        <a:pt x="206" y="428"/>
                      </a:lnTo>
                      <a:lnTo>
                        <a:pt x="208" y="428"/>
                      </a:lnTo>
                      <a:lnTo>
                        <a:pt x="206" y="428"/>
                      </a:lnTo>
                      <a:lnTo>
                        <a:pt x="206" y="426"/>
                      </a:lnTo>
                      <a:lnTo>
                        <a:pt x="204" y="426"/>
                      </a:lnTo>
                      <a:lnTo>
                        <a:pt x="203" y="428"/>
                      </a:lnTo>
                      <a:lnTo>
                        <a:pt x="203" y="430"/>
                      </a:lnTo>
                      <a:lnTo>
                        <a:pt x="201" y="430"/>
                      </a:lnTo>
                      <a:lnTo>
                        <a:pt x="199" y="430"/>
                      </a:lnTo>
                      <a:lnTo>
                        <a:pt x="199" y="428"/>
                      </a:lnTo>
                      <a:lnTo>
                        <a:pt x="197" y="428"/>
                      </a:lnTo>
                      <a:lnTo>
                        <a:pt x="195" y="430"/>
                      </a:lnTo>
                      <a:lnTo>
                        <a:pt x="195" y="428"/>
                      </a:lnTo>
                      <a:lnTo>
                        <a:pt x="195" y="426"/>
                      </a:lnTo>
                      <a:lnTo>
                        <a:pt x="193" y="426"/>
                      </a:lnTo>
                      <a:lnTo>
                        <a:pt x="193" y="424"/>
                      </a:lnTo>
                      <a:lnTo>
                        <a:pt x="193" y="422"/>
                      </a:lnTo>
                      <a:lnTo>
                        <a:pt x="193" y="421"/>
                      </a:lnTo>
                      <a:lnTo>
                        <a:pt x="195" y="421"/>
                      </a:lnTo>
                      <a:lnTo>
                        <a:pt x="193" y="419"/>
                      </a:lnTo>
                      <a:lnTo>
                        <a:pt x="195" y="419"/>
                      </a:lnTo>
                      <a:lnTo>
                        <a:pt x="195" y="417"/>
                      </a:lnTo>
                      <a:lnTo>
                        <a:pt x="195" y="415"/>
                      </a:lnTo>
                      <a:lnTo>
                        <a:pt x="195" y="413"/>
                      </a:lnTo>
                      <a:lnTo>
                        <a:pt x="193" y="413"/>
                      </a:lnTo>
                      <a:lnTo>
                        <a:pt x="195" y="413"/>
                      </a:lnTo>
                      <a:lnTo>
                        <a:pt x="193" y="411"/>
                      </a:lnTo>
                      <a:lnTo>
                        <a:pt x="193" y="410"/>
                      </a:lnTo>
                      <a:lnTo>
                        <a:pt x="195" y="410"/>
                      </a:lnTo>
                      <a:lnTo>
                        <a:pt x="195" y="408"/>
                      </a:lnTo>
                      <a:lnTo>
                        <a:pt x="195" y="406"/>
                      </a:lnTo>
                      <a:lnTo>
                        <a:pt x="197" y="406"/>
                      </a:lnTo>
                      <a:lnTo>
                        <a:pt x="195" y="406"/>
                      </a:lnTo>
                      <a:lnTo>
                        <a:pt x="195" y="404"/>
                      </a:lnTo>
                      <a:lnTo>
                        <a:pt x="195" y="402"/>
                      </a:lnTo>
                      <a:lnTo>
                        <a:pt x="195" y="400"/>
                      </a:lnTo>
                      <a:lnTo>
                        <a:pt x="197" y="400"/>
                      </a:lnTo>
                      <a:lnTo>
                        <a:pt x="197" y="399"/>
                      </a:lnTo>
                      <a:lnTo>
                        <a:pt x="199" y="399"/>
                      </a:lnTo>
                      <a:lnTo>
                        <a:pt x="197" y="399"/>
                      </a:lnTo>
                      <a:lnTo>
                        <a:pt x="195" y="400"/>
                      </a:lnTo>
                      <a:lnTo>
                        <a:pt x="195" y="402"/>
                      </a:lnTo>
                      <a:lnTo>
                        <a:pt x="195" y="404"/>
                      </a:lnTo>
                      <a:lnTo>
                        <a:pt x="195" y="406"/>
                      </a:lnTo>
                      <a:lnTo>
                        <a:pt x="195" y="408"/>
                      </a:lnTo>
                      <a:lnTo>
                        <a:pt x="195" y="410"/>
                      </a:lnTo>
                      <a:lnTo>
                        <a:pt x="193" y="410"/>
                      </a:lnTo>
                      <a:lnTo>
                        <a:pt x="193" y="411"/>
                      </a:lnTo>
                      <a:lnTo>
                        <a:pt x="193" y="413"/>
                      </a:lnTo>
                      <a:lnTo>
                        <a:pt x="195" y="413"/>
                      </a:lnTo>
                      <a:lnTo>
                        <a:pt x="195" y="415"/>
                      </a:lnTo>
                      <a:lnTo>
                        <a:pt x="195" y="417"/>
                      </a:lnTo>
                      <a:lnTo>
                        <a:pt x="193" y="417"/>
                      </a:lnTo>
                      <a:lnTo>
                        <a:pt x="193" y="419"/>
                      </a:lnTo>
                      <a:lnTo>
                        <a:pt x="193" y="421"/>
                      </a:lnTo>
                      <a:lnTo>
                        <a:pt x="193" y="422"/>
                      </a:lnTo>
                      <a:lnTo>
                        <a:pt x="193" y="424"/>
                      </a:lnTo>
                      <a:lnTo>
                        <a:pt x="193" y="426"/>
                      </a:lnTo>
                      <a:lnTo>
                        <a:pt x="193" y="428"/>
                      </a:lnTo>
                      <a:lnTo>
                        <a:pt x="193" y="430"/>
                      </a:lnTo>
                      <a:lnTo>
                        <a:pt x="192" y="430"/>
                      </a:lnTo>
                      <a:lnTo>
                        <a:pt x="190" y="430"/>
                      </a:lnTo>
                      <a:lnTo>
                        <a:pt x="188" y="430"/>
                      </a:lnTo>
                      <a:lnTo>
                        <a:pt x="186" y="430"/>
                      </a:lnTo>
                      <a:lnTo>
                        <a:pt x="186" y="432"/>
                      </a:lnTo>
                      <a:lnTo>
                        <a:pt x="184" y="432"/>
                      </a:lnTo>
                      <a:lnTo>
                        <a:pt x="184" y="430"/>
                      </a:lnTo>
                      <a:lnTo>
                        <a:pt x="184" y="428"/>
                      </a:lnTo>
                      <a:lnTo>
                        <a:pt x="184" y="426"/>
                      </a:lnTo>
                      <a:lnTo>
                        <a:pt x="184" y="424"/>
                      </a:lnTo>
                      <a:lnTo>
                        <a:pt x="184" y="426"/>
                      </a:lnTo>
                      <a:lnTo>
                        <a:pt x="184" y="424"/>
                      </a:lnTo>
                      <a:lnTo>
                        <a:pt x="184" y="422"/>
                      </a:lnTo>
                      <a:lnTo>
                        <a:pt x="184" y="424"/>
                      </a:lnTo>
                      <a:lnTo>
                        <a:pt x="184" y="426"/>
                      </a:lnTo>
                      <a:lnTo>
                        <a:pt x="183" y="426"/>
                      </a:lnTo>
                      <a:lnTo>
                        <a:pt x="183" y="424"/>
                      </a:lnTo>
                      <a:lnTo>
                        <a:pt x="181" y="424"/>
                      </a:lnTo>
                      <a:lnTo>
                        <a:pt x="181" y="422"/>
                      </a:lnTo>
                      <a:lnTo>
                        <a:pt x="181" y="424"/>
                      </a:lnTo>
                      <a:lnTo>
                        <a:pt x="181" y="422"/>
                      </a:lnTo>
                      <a:lnTo>
                        <a:pt x="181" y="421"/>
                      </a:lnTo>
                      <a:lnTo>
                        <a:pt x="181" y="419"/>
                      </a:lnTo>
                      <a:lnTo>
                        <a:pt x="181" y="417"/>
                      </a:lnTo>
                      <a:lnTo>
                        <a:pt x="181" y="419"/>
                      </a:lnTo>
                      <a:lnTo>
                        <a:pt x="183" y="419"/>
                      </a:lnTo>
                      <a:lnTo>
                        <a:pt x="181" y="419"/>
                      </a:lnTo>
                      <a:lnTo>
                        <a:pt x="181" y="417"/>
                      </a:lnTo>
                      <a:lnTo>
                        <a:pt x="179" y="417"/>
                      </a:lnTo>
                      <a:lnTo>
                        <a:pt x="179" y="415"/>
                      </a:lnTo>
                      <a:lnTo>
                        <a:pt x="179" y="413"/>
                      </a:lnTo>
                      <a:lnTo>
                        <a:pt x="179" y="411"/>
                      </a:lnTo>
                      <a:lnTo>
                        <a:pt x="177" y="410"/>
                      </a:lnTo>
                      <a:lnTo>
                        <a:pt x="179" y="410"/>
                      </a:lnTo>
                      <a:lnTo>
                        <a:pt x="179" y="408"/>
                      </a:lnTo>
                      <a:lnTo>
                        <a:pt x="179" y="410"/>
                      </a:lnTo>
                      <a:lnTo>
                        <a:pt x="181" y="410"/>
                      </a:lnTo>
                      <a:lnTo>
                        <a:pt x="183" y="410"/>
                      </a:lnTo>
                      <a:lnTo>
                        <a:pt x="183" y="408"/>
                      </a:lnTo>
                      <a:lnTo>
                        <a:pt x="181" y="408"/>
                      </a:lnTo>
                      <a:lnTo>
                        <a:pt x="183" y="408"/>
                      </a:lnTo>
                      <a:lnTo>
                        <a:pt x="181" y="408"/>
                      </a:lnTo>
                      <a:lnTo>
                        <a:pt x="181" y="406"/>
                      </a:lnTo>
                      <a:lnTo>
                        <a:pt x="181" y="404"/>
                      </a:lnTo>
                      <a:lnTo>
                        <a:pt x="181" y="402"/>
                      </a:lnTo>
                      <a:lnTo>
                        <a:pt x="181" y="404"/>
                      </a:lnTo>
                      <a:lnTo>
                        <a:pt x="181" y="406"/>
                      </a:lnTo>
                      <a:lnTo>
                        <a:pt x="181" y="408"/>
                      </a:lnTo>
                      <a:lnTo>
                        <a:pt x="183" y="408"/>
                      </a:lnTo>
                      <a:lnTo>
                        <a:pt x="181" y="408"/>
                      </a:lnTo>
                      <a:lnTo>
                        <a:pt x="183" y="408"/>
                      </a:lnTo>
                      <a:lnTo>
                        <a:pt x="183" y="410"/>
                      </a:lnTo>
                      <a:lnTo>
                        <a:pt x="181" y="410"/>
                      </a:lnTo>
                      <a:lnTo>
                        <a:pt x="181" y="408"/>
                      </a:lnTo>
                      <a:lnTo>
                        <a:pt x="179" y="408"/>
                      </a:lnTo>
                      <a:lnTo>
                        <a:pt x="177" y="408"/>
                      </a:lnTo>
                      <a:lnTo>
                        <a:pt x="177" y="410"/>
                      </a:lnTo>
                      <a:lnTo>
                        <a:pt x="177" y="411"/>
                      </a:lnTo>
                      <a:lnTo>
                        <a:pt x="177" y="413"/>
                      </a:lnTo>
                      <a:lnTo>
                        <a:pt x="175" y="413"/>
                      </a:lnTo>
                      <a:lnTo>
                        <a:pt x="175" y="411"/>
                      </a:lnTo>
                      <a:lnTo>
                        <a:pt x="175" y="413"/>
                      </a:lnTo>
                      <a:lnTo>
                        <a:pt x="175" y="415"/>
                      </a:lnTo>
                      <a:lnTo>
                        <a:pt x="173" y="413"/>
                      </a:lnTo>
                      <a:lnTo>
                        <a:pt x="175" y="413"/>
                      </a:lnTo>
                      <a:lnTo>
                        <a:pt x="173" y="413"/>
                      </a:lnTo>
                      <a:lnTo>
                        <a:pt x="173" y="411"/>
                      </a:lnTo>
                      <a:lnTo>
                        <a:pt x="173" y="410"/>
                      </a:lnTo>
                      <a:lnTo>
                        <a:pt x="173" y="408"/>
                      </a:lnTo>
                      <a:lnTo>
                        <a:pt x="172" y="408"/>
                      </a:lnTo>
                      <a:lnTo>
                        <a:pt x="173" y="408"/>
                      </a:lnTo>
                      <a:lnTo>
                        <a:pt x="172" y="408"/>
                      </a:lnTo>
                      <a:lnTo>
                        <a:pt x="173" y="408"/>
                      </a:lnTo>
                      <a:lnTo>
                        <a:pt x="173" y="410"/>
                      </a:lnTo>
                      <a:lnTo>
                        <a:pt x="172" y="410"/>
                      </a:lnTo>
                      <a:lnTo>
                        <a:pt x="172" y="408"/>
                      </a:lnTo>
                      <a:lnTo>
                        <a:pt x="170" y="408"/>
                      </a:lnTo>
                      <a:lnTo>
                        <a:pt x="170" y="406"/>
                      </a:lnTo>
                      <a:lnTo>
                        <a:pt x="172" y="406"/>
                      </a:lnTo>
                      <a:lnTo>
                        <a:pt x="173" y="406"/>
                      </a:lnTo>
                      <a:lnTo>
                        <a:pt x="173" y="404"/>
                      </a:lnTo>
                      <a:lnTo>
                        <a:pt x="173" y="402"/>
                      </a:lnTo>
                      <a:lnTo>
                        <a:pt x="172" y="402"/>
                      </a:lnTo>
                      <a:lnTo>
                        <a:pt x="170" y="402"/>
                      </a:lnTo>
                      <a:lnTo>
                        <a:pt x="168" y="402"/>
                      </a:lnTo>
                      <a:lnTo>
                        <a:pt x="168" y="400"/>
                      </a:lnTo>
                      <a:lnTo>
                        <a:pt x="168" y="399"/>
                      </a:lnTo>
                      <a:lnTo>
                        <a:pt x="168" y="397"/>
                      </a:lnTo>
                      <a:lnTo>
                        <a:pt x="168" y="395"/>
                      </a:lnTo>
                      <a:lnTo>
                        <a:pt x="168" y="393"/>
                      </a:lnTo>
                      <a:lnTo>
                        <a:pt x="168" y="391"/>
                      </a:lnTo>
                      <a:lnTo>
                        <a:pt x="168" y="390"/>
                      </a:lnTo>
                      <a:lnTo>
                        <a:pt x="170" y="390"/>
                      </a:lnTo>
                      <a:lnTo>
                        <a:pt x="168" y="390"/>
                      </a:lnTo>
                      <a:lnTo>
                        <a:pt x="168" y="388"/>
                      </a:lnTo>
                      <a:lnTo>
                        <a:pt x="168" y="386"/>
                      </a:lnTo>
                      <a:lnTo>
                        <a:pt x="168" y="388"/>
                      </a:lnTo>
                      <a:lnTo>
                        <a:pt x="168" y="390"/>
                      </a:lnTo>
                      <a:lnTo>
                        <a:pt x="168" y="391"/>
                      </a:lnTo>
                      <a:lnTo>
                        <a:pt x="168" y="393"/>
                      </a:lnTo>
                      <a:lnTo>
                        <a:pt x="168" y="391"/>
                      </a:lnTo>
                      <a:lnTo>
                        <a:pt x="168" y="393"/>
                      </a:lnTo>
                      <a:lnTo>
                        <a:pt x="166" y="393"/>
                      </a:lnTo>
                      <a:lnTo>
                        <a:pt x="168" y="393"/>
                      </a:lnTo>
                      <a:lnTo>
                        <a:pt x="168" y="395"/>
                      </a:lnTo>
                      <a:lnTo>
                        <a:pt x="168" y="397"/>
                      </a:lnTo>
                      <a:lnTo>
                        <a:pt x="168" y="399"/>
                      </a:lnTo>
                      <a:lnTo>
                        <a:pt x="168" y="400"/>
                      </a:lnTo>
                      <a:lnTo>
                        <a:pt x="168" y="402"/>
                      </a:lnTo>
                      <a:lnTo>
                        <a:pt x="170" y="402"/>
                      </a:lnTo>
                      <a:lnTo>
                        <a:pt x="172" y="402"/>
                      </a:lnTo>
                      <a:lnTo>
                        <a:pt x="172" y="404"/>
                      </a:lnTo>
                      <a:lnTo>
                        <a:pt x="170" y="404"/>
                      </a:lnTo>
                      <a:lnTo>
                        <a:pt x="168" y="404"/>
                      </a:lnTo>
                      <a:lnTo>
                        <a:pt x="168" y="406"/>
                      </a:lnTo>
                      <a:lnTo>
                        <a:pt x="166" y="406"/>
                      </a:lnTo>
                      <a:lnTo>
                        <a:pt x="168" y="406"/>
                      </a:lnTo>
                      <a:lnTo>
                        <a:pt x="168" y="408"/>
                      </a:lnTo>
                      <a:lnTo>
                        <a:pt x="166" y="408"/>
                      </a:lnTo>
                      <a:lnTo>
                        <a:pt x="166" y="406"/>
                      </a:lnTo>
                      <a:lnTo>
                        <a:pt x="166" y="408"/>
                      </a:lnTo>
                      <a:lnTo>
                        <a:pt x="168" y="408"/>
                      </a:lnTo>
                      <a:lnTo>
                        <a:pt x="166" y="408"/>
                      </a:lnTo>
                      <a:lnTo>
                        <a:pt x="168" y="408"/>
                      </a:lnTo>
                      <a:lnTo>
                        <a:pt x="166" y="408"/>
                      </a:lnTo>
                      <a:lnTo>
                        <a:pt x="168" y="408"/>
                      </a:lnTo>
                      <a:lnTo>
                        <a:pt x="168" y="410"/>
                      </a:lnTo>
                      <a:lnTo>
                        <a:pt x="168" y="411"/>
                      </a:lnTo>
                      <a:lnTo>
                        <a:pt x="168" y="410"/>
                      </a:lnTo>
                      <a:lnTo>
                        <a:pt x="166" y="410"/>
                      </a:lnTo>
                      <a:lnTo>
                        <a:pt x="168" y="411"/>
                      </a:lnTo>
                      <a:lnTo>
                        <a:pt x="166" y="410"/>
                      </a:lnTo>
                      <a:lnTo>
                        <a:pt x="166" y="411"/>
                      </a:lnTo>
                      <a:lnTo>
                        <a:pt x="168" y="411"/>
                      </a:lnTo>
                      <a:lnTo>
                        <a:pt x="166" y="411"/>
                      </a:lnTo>
                      <a:lnTo>
                        <a:pt x="166" y="410"/>
                      </a:lnTo>
                      <a:lnTo>
                        <a:pt x="166" y="411"/>
                      </a:lnTo>
                      <a:lnTo>
                        <a:pt x="168" y="411"/>
                      </a:lnTo>
                      <a:lnTo>
                        <a:pt x="166" y="411"/>
                      </a:lnTo>
                      <a:lnTo>
                        <a:pt x="166" y="413"/>
                      </a:lnTo>
                      <a:lnTo>
                        <a:pt x="166" y="415"/>
                      </a:lnTo>
                      <a:lnTo>
                        <a:pt x="166" y="413"/>
                      </a:lnTo>
                      <a:lnTo>
                        <a:pt x="164" y="413"/>
                      </a:lnTo>
                      <a:lnTo>
                        <a:pt x="166" y="413"/>
                      </a:lnTo>
                      <a:lnTo>
                        <a:pt x="164" y="413"/>
                      </a:lnTo>
                      <a:lnTo>
                        <a:pt x="166" y="413"/>
                      </a:lnTo>
                      <a:lnTo>
                        <a:pt x="166" y="415"/>
                      </a:lnTo>
                      <a:lnTo>
                        <a:pt x="166" y="417"/>
                      </a:lnTo>
                      <a:lnTo>
                        <a:pt x="166" y="415"/>
                      </a:lnTo>
                      <a:lnTo>
                        <a:pt x="164" y="415"/>
                      </a:lnTo>
                      <a:lnTo>
                        <a:pt x="164" y="417"/>
                      </a:lnTo>
                      <a:lnTo>
                        <a:pt x="164" y="415"/>
                      </a:lnTo>
                      <a:lnTo>
                        <a:pt x="166" y="415"/>
                      </a:lnTo>
                      <a:lnTo>
                        <a:pt x="166" y="417"/>
                      </a:lnTo>
                      <a:lnTo>
                        <a:pt x="164" y="417"/>
                      </a:lnTo>
                      <a:lnTo>
                        <a:pt x="164" y="419"/>
                      </a:lnTo>
                      <a:lnTo>
                        <a:pt x="164" y="417"/>
                      </a:lnTo>
                      <a:lnTo>
                        <a:pt x="164" y="419"/>
                      </a:lnTo>
                      <a:lnTo>
                        <a:pt x="164" y="417"/>
                      </a:lnTo>
                      <a:lnTo>
                        <a:pt x="164" y="419"/>
                      </a:lnTo>
                      <a:lnTo>
                        <a:pt x="164" y="417"/>
                      </a:lnTo>
                      <a:lnTo>
                        <a:pt x="164" y="419"/>
                      </a:lnTo>
                      <a:lnTo>
                        <a:pt x="164" y="417"/>
                      </a:lnTo>
                      <a:lnTo>
                        <a:pt x="164" y="419"/>
                      </a:lnTo>
                      <a:lnTo>
                        <a:pt x="164" y="421"/>
                      </a:lnTo>
                      <a:lnTo>
                        <a:pt x="164" y="422"/>
                      </a:lnTo>
                      <a:lnTo>
                        <a:pt x="162" y="422"/>
                      </a:lnTo>
                      <a:lnTo>
                        <a:pt x="162" y="424"/>
                      </a:lnTo>
                      <a:lnTo>
                        <a:pt x="162" y="426"/>
                      </a:lnTo>
                      <a:lnTo>
                        <a:pt x="161" y="426"/>
                      </a:lnTo>
                      <a:lnTo>
                        <a:pt x="161" y="428"/>
                      </a:lnTo>
                      <a:lnTo>
                        <a:pt x="161" y="430"/>
                      </a:lnTo>
                      <a:lnTo>
                        <a:pt x="159" y="430"/>
                      </a:lnTo>
                      <a:lnTo>
                        <a:pt x="157" y="430"/>
                      </a:lnTo>
                      <a:lnTo>
                        <a:pt x="157" y="432"/>
                      </a:lnTo>
                      <a:lnTo>
                        <a:pt x="155" y="432"/>
                      </a:lnTo>
                      <a:lnTo>
                        <a:pt x="153" y="432"/>
                      </a:lnTo>
                      <a:lnTo>
                        <a:pt x="152" y="432"/>
                      </a:lnTo>
                      <a:lnTo>
                        <a:pt x="150" y="432"/>
                      </a:lnTo>
                      <a:lnTo>
                        <a:pt x="150" y="430"/>
                      </a:lnTo>
                      <a:lnTo>
                        <a:pt x="148" y="430"/>
                      </a:lnTo>
                      <a:lnTo>
                        <a:pt x="146" y="430"/>
                      </a:lnTo>
                      <a:lnTo>
                        <a:pt x="146" y="428"/>
                      </a:lnTo>
                      <a:lnTo>
                        <a:pt x="148" y="428"/>
                      </a:lnTo>
                      <a:lnTo>
                        <a:pt x="148" y="426"/>
                      </a:lnTo>
                      <a:lnTo>
                        <a:pt x="150" y="426"/>
                      </a:lnTo>
                      <a:lnTo>
                        <a:pt x="152" y="428"/>
                      </a:lnTo>
                      <a:lnTo>
                        <a:pt x="152" y="426"/>
                      </a:lnTo>
                      <a:lnTo>
                        <a:pt x="152" y="428"/>
                      </a:lnTo>
                      <a:lnTo>
                        <a:pt x="152" y="426"/>
                      </a:lnTo>
                      <a:lnTo>
                        <a:pt x="153" y="426"/>
                      </a:lnTo>
                      <a:lnTo>
                        <a:pt x="153" y="428"/>
                      </a:lnTo>
                      <a:lnTo>
                        <a:pt x="153" y="426"/>
                      </a:lnTo>
                      <a:lnTo>
                        <a:pt x="155" y="426"/>
                      </a:lnTo>
                      <a:lnTo>
                        <a:pt x="153" y="426"/>
                      </a:lnTo>
                      <a:lnTo>
                        <a:pt x="153" y="428"/>
                      </a:lnTo>
                      <a:lnTo>
                        <a:pt x="153" y="426"/>
                      </a:lnTo>
                      <a:lnTo>
                        <a:pt x="152" y="426"/>
                      </a:lnTo>
                      <a:lnTo>
                        <a:pt x="152" y="428"/>
                      </a:lnTo>
                      <a:lnTo>
                        <a:pt x="152" y="426"/>
                      </a:lnTo>
                      <a:lnTo>
                        <a:pt x="152" y="428"/>
                      </a:lnTo>
                      <a:lnTo>
                        <a:pt x="150" y="426"/>
                      </a:lnTo>
                      <a:lnTo>
                        <a:pt x="148" y="426"/>
                      </a:lnTo>
                      <a:lnTo>
                        <a:pt x="148" y="428"/>
                      </a:lnTo>
                      <a:lnTo>
                        <a:pt x="146" y="428"/>
                      </a:lnTo>
                      <a:lnTo>
                        <a:pt x="146" y="426"/>
                      </a:lnTo>
                      <a:lnTo>
                        <a:pt x="146" y="424"/>
                      </a:lnTo>
                      <a:lnTo>
                        <a:pt x="144" y="424"/>
                      </a:lnTo>
                      <a:lnTo>
                        <a:pt x="144" y="422"/>
                      </a:lnTo>
                      <a:lnTo>
                        <a:pt x="144" y="421"/>
                      </a:lnTo>
                      <a:lnTo>
                        <a:pt x="146" y="421"/>
                      </a:lnTo>
                      <a:lnTo>
                        <a:pt x="146" y="419"/>
                      </a:lnTo>
                      <a:lnTo>
                        <a:pt x="148" y="419"/>
                      </a:lnTo>
                      <a:lnTo>
                        <a:pt x="148" y="417"/>
                      </a:lnTo>
                      <a:lnTo>
                        <a:pt x="150" y="417"/>
                      </a:lnTo>
                      <a:lnTo>
                        <a:pt x="150" y="415"/>
                      </a:lnTo>
                      <a:lnTo>
                        <a:pt x="150" y="413"/>
                      </a:lnTo>
                      <a:lnTo>
                        <a:pt x="152" y="413"/>
                      </a:lnTo>
                      <a:lnTo>
                        <a:pt x="150" y="413"/>
                      </a:lnTo>
                      <a:lnTo>
                        <a:pt x="150" y="411"/>
                      </a:lnTo>
                      <a:lnTo>
                        <a:pt x="152" y="411"/>
                      </a:lnTo>
                      <a:lnTo>
                        <a:pt x="152" y="410"/>
                      </a:lnTo>
                      <a:lnTo>
                        <a:pt x="152" y="411"/>
                      </a:lnTo>
                      <a:lnTo>
                        <a:pt x="150" y="411"/>
                      </a:lnTo>
                      <a:lnTo>
                        <a:pt x="150" y="413"/>
                      </a:lnTo>
                      <a:lnTo>
                        <a:pt x="152" y="413"/>
                      </a:lnTo>
                      <a:lnTo>
                        <a:pt x="150" y="413"/>
                      </a:lnTo>
                      <a:lnTo>
                        <a:pt x="150" y="415"/>
                      </a:lnTo>
                      <a:lnTo>
                        <a:pt x="150" y="417"/>
                      </a:lnTo>
                      <a:lnTo>
                        <a:pt x="148" y="417"/>
                      </a:lnTo>
                      <a:lnTo>
                        <a:pt x="148" y="419"/>
                      </a:lnTo>
                      <a:lnTo>
                        <a:pt x="146" y="419"/>
                      </a:lnTo>
                      <a:lnTo>
                        <a:pt x="146" y="421"/>
                      </a:lnTo>
                      <a:lnTo>
                        <a:pt x="144" y="421"/>
                      </a:lnTo>
                      <a:lnTo>
                        <a:pt x="142" y="421"/>
                      </a:lnTo>
                      <a:lnTo>
                        <a:pt x="144" y="421"/>
                      </a:lnTo>
                      <a:lnTo>
                        <a:pt x="142" y="421"/>
                      </a:lnTo>
                      <a:lnTo>
                        <a:pt x="144" y="421"/>
                      </a:lnTo>
                      <a:lnTo>
                        <a:pt x="142" y="421"/>
                      </a:lnTo>
                      <a:lnTo>
                        <a:pt x="144" y="421"/>
                      </a:lnTo>
                      <a:lnTo>
                        <a:pt x="142" y="421"/>
                      </a:lnTo>
                      <a:lnTo>
                        <a:pt x="144" y="421"/>
                      </a:lnTo>
                      <a:lnTo>
                        <a:pt x="144" y="422"/>
                      </a:lnTo>
                      <a:lnTo>
                        <a:pt x="142" y="422"/>
                      </a:lnTo>
                      <a:lnTo>
                        <a:pt x="142" y="421"/>
                      </a:lnTo>
                      <a:lnTo>
                        <a:pt x="141" y="421"/>
                      </a:lnTo>
                      <a:lnTo>
                        <a:pt x="141" y="419"/>
                      </a:lnTo>
                      <a:lnTo>
                        <a:pt x="141" y="417"/>
                      </a:lnTo>
                      <a:lnTo>
                        <a:pt x="139" y="417"/>
                      </a:lnTo>
                      <a:lnTo>
                        <a:pt x="141" y="417"/>
                      </a:lnTo>
                      <a:lnTo>
                        <a:pt x="139" y="417"/>
                      </a:lnTo>
                      <a:lnTo>
                        <a:pt x="139" y="415"/>
                      </a:lnTo>
                      <a:lnTo>
                        <a:pt x="139" y="413"/>
                      </a:lnTo>
                      <a:lnTo>
                        <a:pt x="137" y="413"/>
                      </a:lnTo>
                      <a:lnTo>
                        <a:pt x="137" y="411"/>
                      </a:lnTo>
                      <a:lnTo>
                        <a:pt x="135" y="411"/>
                      </a:lnTo>
                      <a:lnTo>
                        <a:pt x="135" y="410"/>
                      </a:lnTo>
                      <a:lnTo>
                        <a:pt x="133" y="410"/>
                      </a:lnTo>
                      <a:lnTo>
                        <a:pt x="135" y="410"/>
                      </a:lnTo>
                      <a:lnTo>
                        <a:pt x="133" y="410"/>
                      </a:lnTo>
                      <a:lnTo>
                        <a:pt x="133" y="408"/>
                      </a:lnTo>
                      <a:lnTo>
                        <a:pt x="135" y="408"/>
                      </a:lnTo>
                      <a:lnTo>
                        <a:pt x="135" y="410"/>
                      </a:lnTo>
                      <a:lnTo>
                        <a:pt x="135" y="408"/>
                      </a:lnTo>
                      <a:lnTo>
                        <a:pt x="135" y="406"/>
                      </a:lnTo>
                      <a:lnTo>
                        <a:pt x="133" y="406"/>
                      </a:lnTo>
                      <a:lnTo>
                        <a:pt x="133" y="404"/>
                      </a:lnTo>
                      <a:lnTo>
                        <a:pt x="131" y="404"/>
                      </a:lnTo>
                      <a:lnTo>
                        <a:pt x="131" y="402"/>
                      </a:lnTo>
                      <a:lnTo>
                        <a:pt x="131" y="400"/>
                      </a:lnTo>
                      <a:lnTo>
                        <a:pt x="130" y="400"/>
                      </a:lnTo>
                      <a:lnTo>
                        <a:pt x="130" y="399"/>
                      </a:lnTo>
                      <a:lnTo>
                        <a:pt x="131" y="399"/>
                      </a:lnTo>
                      <a:lnTo>
                        <a:pt x="130" y="399"/>
                      </a:lnTo>
                      <a:lnTo>
                        <a:pt x="130" y="397"/>
                      </a:lnTo>
                      <a:lnTo>
                        <a:pt x="128" y="397"/>
                      </a:lnTo>
                      <a:lnTo>
                        <a:pt x="130" y="397"/>
                      </a:lnTo>
                      <a:lnTo>
                        <a:pt x="128" y="397"/>
                      </a:lnTo>
                      <a:lnTo>
                        <a:pt x="130" y="397"/>
                      </a:lnTo>
                      <a:lnTo>
                        <a:pt x="130" y="399"/>
                      </a:lnTo>
                      <a:lnTo>
                        <a:pt x="131" y="399"/>
                      </a:lnTo>
                      <a:lnTo>
                        <a:pt x="130" y="399"/>
                      </a:lnTo>
                      <a:lnTo>
                        <a:pt x="130" y="400"/>
                      </a:lnTo>
                      <a:lnTo>
                        <a:pt x="131" y="400"/>
                      </a:lnTo>
                      <a:lnTo>
                        <a:pt x="131" y="402"/>
                      </a:lnTo>
                      <a:lnTo>
                        <a:pt x="130" y="402"/>
                      </a:lnTo>
                      <a:lnTo>
                        <a:pt x="131" y="402"/>
                      </a:lnTo>
                      <a:lnTo>
                        <a:pt x="131" y="404"/>
                      </a:lnTo>
                      <a:lnTo>
                        <a:pt x="131" y="406"/>
                      </a:lnTo>
                      <a:lnTo>
                        <a:pt x="130" y="406"/>
                      </a:lnTo>
                      <a:lnTo>
                        <a:pt x="130" y="408"/>
                      </a:lnTo>
                      <a:lnTo>
                        <a:pt x="130" y="406"/>
                      </a:lnTo>
                      <a:lnTo>
                        <a:pt x="131" y="406"/>
                      </a:lnTo>
                      <a:lnTo>
                        <a:pt x="131" y="404"/>
                      </a:lnTo>
                      <a:lnTo>
                        <a:pt x="133" y="404"/>
                      </a:lnTo>
                      <a:lnTo>
                        <a:pt x="133" y="406"/>
                      </a:lnTo>
                      <a:lnTo>
                        <a:pt x="135" y="406"/>
                      </a:lnTo>
                      <a:lnTo>
                        <a:pt x="135" y="408"/>
                      </a:lnTo>
                      <a:lnTo>
                        <a:pt x="133" y="408"/>
                      </a:lnTo>
                      <a:lnTo>
                        <a:pt x="133" y="410"/>
                      </a:lnTo>
                      <a:lnTo>
                        <a:pt x="135" y="410"/>
                      </a:lnTo>
                      <a:lnTo>
                        <a:pt x="133" y="410"/>
                      </a:lnTo>
                      <a:lnTo>
                        <a:pt x="135" y="410"/>
                      </a:lnTo>
                      <a:lnTo>
                        <a:pt x="133" y="410"/>
                      </a:lnTo>
                      <a:lnTo>
                        <a:pt x="135" y="411"/>
                      </a:lnTo>
                      <a:lnTo>
                        <a:pt x="135" y="413"/>
                      </a:lnTo>
                      <a:lnTo>
                        <a:pt x="135" y="411"/>
                      </a:lnTo>
                      <a:lnTo>
                        <a:pt x="133" y="411"/>
                      </a:lnTo>
                      <a:lnTo>
                        <a:pt x="133" y="413"/>
                      </a:lnTo>
                      <a:lnTo>
                        <a:pt x="133" y="411"/>
                      </a:lnTo>
                      <a:lnTo>
                        <a:pt x="131" y="411"/>
                      </a:lnTo>
                      <a:lnTo>
                        <a:pt x="131" y="413"/>
                      </a:lnTo>
                      <a:lnTo>
                        <a:pt x="130" y="413"/>
                      </a:lnTo>
                      <a:lnTo>
                        <a:pt x="130" y="411"/>
                      </a:lnTo>
                      <a:lnTo>
                        <a:pt x="130" y="413"/>
                      </a:lnTo>
                      <a:lnTo>
                        <a:pt x="131" y="413"/>
                      </a:lnTo>
                      <a:lnTo>
                        <a:pt x="133" y="413"/>
                      </a:lnTo>
                      <a:lnTo>
                        <a:pt x="131" y="413"/>
                      </a:lnTo>
                      <a:lnTo>
                        <a:pt x="131" y="411"/>
                      </a:lnTo>
                      <a:lnTo>
                        <a:pt x="133" y="411"/>
                      </a:lnTo>
                      <a:lnTo>
                        <a:pt x="133" y="413"/>
                      </a:lnTo>
                      <a:lnTo>
                        <a:pt x="133" y="411"/>
                      </a:lnTo>
                      <a:lnTo>
                        <a:pt x="135" y="413"/>
                      </a:lnTo>
                      <a:lnTo>
                        <a:pt x="135" y="411"/>
                      </a:lnTo>
                      <a:lnTo>
                        <a:pt x="137" y="411"/>
                      </a:lnTo>
                      <a:lnTo>
                        <a:pt x="137" y="413"/>
                      </a:lnTo>
                      <a:lnTo>
                        <a:pt x="139" y="415"/>
                      </a:lnTo>
                      <a:lnTo>
                        <a:pt x="139" y="417"/>
                      </a:lnTo>
                      <a:lnTo>
                        <a:pt x="141" y="417"/>
                      </a:lnTo>
                      <a:lnTo>
                        <a:pt x="141" y="419"/>
                      </a:lnTo>
                      <a:lnTo>
                        <a:pt x="139" y="419"/>
                      </a:lnTo>
                      <a:lnTo>
                        <a:pt x="137" y="419"/>
                      </a:lnTo>
                      <a:lnTo>
                        <a:pt x="137" y="417"/>
                      </a:lnTo>
                      <a:lnTo>
                        <a:pt x="135" y="419"/>
                      </a:lnTo>
                      <a:lnTo>
                        <a:pt x="137" y="419"/>
                      </a:lnTo>
                      <a:lnTo>
                        <a:pt x="139" y="419"/>
                      </a:lnTo>
                      <a:lnTo>
                        <a:pt x="141" y="419"/>
                      </a:lnTo>
                      <a:lnTo>
                        <a:pt x="141" y="421"/>
                      </a:lnTo>
                      <a:lnTo>
                        <a:pt x="141" y="422"/>
                      </a:lnTo>
                      <a:lnTo>
                        <a:pt x="141" y="421"/>
                      </a:lnTo>
                      <a:lnTo>
                        <a:pt x="141" y="422"/>
                      </a:lnTo>
                      <a:lnTo>
                        <a:pt x="139" y="422"/>
                      </a:lnTo>
                      <a:lnTo>
                        <a:pt x="137" y="422"/>
                      </a:lnTo>
                      <a:lnTo>
                        <a:pt x="135" y="422"/>
                      </a:lnTo>
                      <a:lnTo>
                        <a:pt x="135" y="424"/>
                      </a:lnTo>
                      <a:lnTo>
                        <a:pt x="135" y="422"/>
                      </a:lnTo>
                      <a:lnTo>
                        <a:pt x="133" y="422"/>
                      </a:lnTo>
                      <a:lnTo>
                        <a:pt x="133" y="424"/>
                      </a:lnTo>
                      <a:lnTo>
                        <a:pt x="131" y="424"/>
                      </a:lnTo>
                      <a:lnTo>
                        <a:pt x="131" y="426"/>
                      </a:lnTo>
                      <a:lnTo>
                        <a:pt x="131" y="424"/>
                      </a:lnTo>
                      <a:lnTo>
                        <a:pt x="131" y="426"/>
                      </a:lnTo>
                      <a:lnTo>
                        <a:pt x="130" y="426"/>
                      </a:lnTo>
                      <a:lnTo>
                        <a:pt x="128" y="426"/>
                      </a:lnTo>
                      <a:lnTo>
                        <a:pt x="130" y="426"/>
                      </a:lnTo>
                      <a:lnTo>
                        <a:pt x="130" y="424"/>
                      </a:lnTo>
                      <a:lnTo>
                        <a:pt x="128" y="424"/>
                      </a:lnTo>
                      <a:lnTo>
                        <a:pt x="128" y="422"/>
                      </a:lnTo>
                      <a:lnTo>
                        <a:pt x="126" y="422"/>
                      </a:lnTo>
                      <a:lnTo>
                        <a:pt x="124" y="422"/>
                      </a:lnTo>
                      <a:lnTo>
                        <a:pt x="124" y="421"/>
                      </a:lnTo>
                      <a:lnTo>
                        <a:pt x="124" y="419"/>
                      </a:lnTo>
                      <a:lnTo>
                        <a:pt x="122" y="419"/>
                      </a:lnTo>
                      <a:lnTo>
                        <a:pt x="122" y="417"/>
                      </a:lnTo>
                      <a:lnTo>
                        <a:pt x="122" y="415"/>
                      </a:lnTo>
                      <a:lnTo>
                        <a:pt x="120" y="415"/>
                      </a:lnTo>
                      <a:lnTo>
                        <a:pt x="122" y="415"/>
                      </a:lnTo>
                      <a:lnTo>
                        <a:pt x="120" y="415"/>
                      </a:lnTo>
                      <a:lnTo>
                        <a:pt x="120" y="413"/>
                      </a:lnTo>
                      <a:lnTo>
                        <a:pt x="120" y="411"/>
                      </a:lnTo>
                      <a:lnTo>
                        <a:pt x="122" y="411"/>
                      </a:lnTo>
                      <a:lnTo>
                        <a:pt x="120" y="411"/>
                      </a:lnTo>
                      <a:lnTo>
                        <a:pt x="119" y="413"/>
                      </a:lnTo>
                      <a:lnTo>
                        <a:pt x="120" y="415"/>
                      </a:lnTo>
                      <a:lnTo>
                        <a:pt x="120" y="417"/>
                      </a:lnTo>
                      <a:lnTo>
                        <a:pt x="120" y="419"/>
                      </a:lnTo>
                      <a:lnTo>
                        <a:pt x="120" y="417"/>
                      </a:lnTo>
                      <a:lnTo>
                        <a:pt x="120" y="419"/>
                      </a:lnTo>
                      <a:lnTo>
                        <a:pt x="120" y="417"/>
                      </a:lnTo>
                      <a:lnTo>
                        <a:pt x="119" y="419"/>
                      </a:lnTo>
                      <a:lnTo>
                        <a:pt x="117" y="419"/>
                      </a:lnTo>
                      <a:lnTo>
                        <a:pt x="119" y="419"/>
                      </a:lnTo>
                      <a:lnTo>
                        <a:pt x="119" y="421"/>
                      </a:lnTo>
                      <a:lnTo>
                        <a:pt x="117" y="421"/>
                      </a:lnTo>
                      <a:lnTo>
                        <a:pt x="115" y="421"/>
                      </a:lnTo>
                      <a:lnTo>
                        <a:pt x="115" y="422"/>
                      </a:lnTo>
                      <a:lnTo>
                        <a:pt x="113" y="421"/>
                      </a:lnTo>
                      <a:lnTo>
                        <a:pt x="113" y="422"/>
                      </a:lnTo>
                      <a:lnTo>
                        <a:pt x="111" y="422"/>
                      </a:lnTo>
                      <a:lnTo>
                        <a:pt x="113" y="422"/>
                      </a:lnTo>
                      <a:lnTo>
                        <a:pt x="111" y="422"/>
                      </a:lnTo>
                      <a:lnTo>
                        <a:pt x="111" y="424"/>
                      </a:lnTo>
                      <a:lnTo>
                        <a:pt x="113" y="424"/>
                      </a:lnTo>
                      <a:lnTo>
                        <a:pt x="111" y="424"/>
                      </a:lnTo>
                      <a:lnTo>
                        <a:pt x="110" y="424"/>
                      </a:lnTo>
                      <a:lnTo>
                        <a:pt x="110" y="426"/>
                      </a:lnTo>
                      <a:lnTo>
                        <a:pt x="108" y="426"/>
                      </a:lnTo>
                      <a:lnTo>
                        <a:pt x="108" y="428"/>
                      </a:lnTo>
                      <a:lnTo>
                        <a:pt x="106" y="428"/>
                      </a:lnTo>
                      <a:lnTo>
                        <a:pt x="106" y="430"/>
                      </a:lnTo>
                      <a:lnTo>
                        <a:pt x="106" y="428"/>
                      </a:lnTo>
                      <a:lnTo>
                        <a:pt x="106" y="430"/>
                      </a:lnTo>
                      <a:lnTo>
                        <a:pt x="104" y="428"/>
                      </a:lnTo>
                      <a:lnTo>
                        <a:pt x="106" y="428"/>
                      </a:lnTo>
                      <a:lnTo>
                        <a:pt x="104" y="428"/>
                      </a:lnTo>
                      <a:lnTo>
                        <a:pt x="104" y="426"/>
                      </a:lnTo>
                      <a:lnTo>
                        <a:pt x="106" y="426"/>
                      </a:lnTo>
                      <a:lnTo>
                        <a:pt x="106" y="424"/>
                      </a:lnTo>
                      <a:lnTo>
                        <a:pt x="108" y="424"/>
                      </a:lnTo>
                      <a:lnTo>
                        <a:pt x="108" y="422"/>
                      </a:lnTo>
                      <a:lnTo>
                        <a:pt x="108" y="424"/>
                      </a:lnTo>
                      <a:lnTo>
                        <a:pt x="106" y="424"/>
                      </a:lnTo>
                      <a:lnTo>
                        <a:pt x="106" y="426"/>
                      </a:lnTo>
                      <a:lnTo>
                        <a:pt x="104" y="426"/>
                      </a:lnTo>
                      <a:lnTo>
                        <a:pt x="104" y="428"/>
                      </a:lnTo>
                      <a:lnTo>
                        <a:pt x="106" y="428"/>
                      </a:lnTo>
                      <a:lnTo>
                        <a:pt x="104" y="428"/>
                      </a:lnTo>
                      <a:lnTo>
                        <a:pt x="104" y="430"/>
                      </a:lnTo>
                      <a:lnTo>
                        <a:pt x="104" y="432"/>
                      </a:lnTo>
                      <a:lnTo>
                        <a:pt x="102" y="432"/>
                      </a:lnTo>
                      <a:lnTo>
                        <a:pt x="104" y="432"/>
                      </a:lnTo>
                      <a:lnTo>
                        <a:pt x="104" y="433"/>
                      </a:lnTo>
                      <a:lnTo>
                        <a:pt x="102" y="433"/>
                      </a:lnTo>
                      <a:lnTo>
                        <a:pt x="102" y="435"/>
                      </a:lnTo>
                      <a:lnTo>
                        <a:pt x="100" y="435"/>
                      </a:lnTo>
                      <a:lnTo>
                        <a:pt x="100" y="437"/>
                      </a:lnTo>
                      <a:lnTo>
                        <a:pt x="102" y="437"/>
                      </a:lnTo>
                      <a:lnTo>
                        <a:pt x="102" y="439"/>
                      </a:lnTo>
                      <a:lnTo>
                        <a:pt x="100" y="439"/>
                      </a:lnTo>
                      <a:lnTo>
                        <a:pt x="100" y="437"/>
                      </a:lnTo>
                      <a:lnTo>
                        <a:pt x="100" y="439"/>
                      </a:lnTo>
                      <a:lnTo>
                        <a:pt x="100" y="441"/>
                      </a:lnTo>
                      <a:lnTo>
                        <a:pt x="99" y="441"/>
                      </a:lnTo>
                      <a:lnTo>
                        <a:pt x="97" y="441"/>
                      </a:lnTo>
                      <a:lnTo>
                        <a:pt x="97" y="443"/>
                      </a:lnTo>
                      <a:lnTo>
                        <a:pt x="95" y="443"/>
                      </a:lnTo>
                      <a:lnTo>
                        <a:pt x="95" y="444"/>
                      </a:lnTo>
                      <a:lnTo>
                        <a:pt x="93" y="444"/>
                      </a:lnTo>
                      <a:lnTo>
                        <a:pt x="93" y="446"/>
                      </a:lnTo>
                      <a:lnTo>
                        <a:pt x="93" y="444"/>
                      </a:lnTo>
                      <a:lnTo>
                        <a:pt x="93" y="443"/>
                      </a:lnTo>
                      <a:lnTo>
                        <a:pt x="93" y="444"/>
                      </a:lnTo>
                      <a:lnTo>
                        <a:pt x="93" y="443"/>
                      </a:lnTo>
                      <a:lnTo>
                        <a:pt x="93" y="441"/>
                      </a:lnTo>
                      <a:lnTo>
                        <a:pt x="95" y="441"/>
                      </a:lnTo>
                      <a:lnTo>
                        <a:pt x="97" y="441"/>
                      </a:lnTo>
                      <a:lnTo>
                        <a:pt x="99" y="441"/>
                      </a:lnTo>
                      <a:lnTo>
                        <a:pt x="99" y="439"/>
                      </a:lnTo>
                      <a:lnTo>
                        <a:pt x="99" y="441"/>
                      </a:lnTo>
                      <a:lnTo>
                        <a:pt x="97" y="441"/>
                      </a:lnTo>
                      <a:lnTo>
                        <a:pt x="97" y="439"/>
                      </a:lnTo>
                      <a:lnTo>
                        <a:pt x="97" y="441"/>
                      </a:lnTo>
                      <a:lnTo>
                        <a:pt x="95" y="441"/>
                      </a:lnTo>
                      <a:lnTo>
                        <a:pt x="97" y="441"/>
                      </a:lnTo>
                      <a:lnTo>
                        <a:pt x="97" y="439"/>
                      </a:lnTo>
                      <a:lnTo>
                        <a:pt x="99" y="439"/>
                      </a:lnTo>
                      <a:lnTo>
                        <a:pt x="99" y="437"/>
                      </a:lnTo>
                      <a:lnTo>
                        <a:pt x="99" y="439"/>
                      </a:lnTo>
                      <a:lnTo>
                        <a:pt x="97" y="439"/>
                      </a:lnTo>
                      <a:lnTo>
                        <a:pt x="97" y="441"/>
                      </a:lnTo>
                      <a:lnTo>
                        <a:pt x="95" y="441"/>
                      </a:lnTo>
                      <a:lnTo>
                        <a:pt x="93" y="441"/>
                      </a:lnTo>
                      <a:lnTo>
                        <a:pt x="93" y="443"/>
                      </a:lnTo>
                      <a:lnTo>
                        <a:pt x="93" y="444"/>
                      </a:lnTo>
                      <a:lnTo>
                        <a:pt x="91" y="444"/>
                      </a:lnTo>
                      <a:lnTo>
                        <a:pt x="91" y="446"/>
                      </a:lnTo>
                      <a:lnTo>
                        <a:pt x="91" y="448"/>
                      </a:lnTo>
                      <a:lnTo>
                        <a:pt x="89" y="448"/>
                      </a:lnTo>
                      <a:lnTo>
                        <a:pt x="89" y="450"/>
                      </a:lnTo>
                      <a:lnTo>
                        <a:pt x="88" y="450"/>
                      </a:lnTo>
                      <a:lnTo>
                        <a:pt x="88" y="452"/>
                      </a:lnTo>
                      <a:lnTo>
                        <a:pt x="86" y="452"/>
                      </a:lnTo>
                      <a:lnTo>
                        <a:pt x="84" y="452"/>
                      </a:lnTo>
                      <a:lnTo>
                        <a:pt x="84" y="450"/>
                      </a:lnTo>
                      <a:lnTo>
                        <a:pt x="86" y="450"/>
                      </a:lnTo>
                      <a:lnTo>
                        <a:pt x="86" y="448"/>
                      </a:lnTo>
                      <a:lnTo>
                        <a:pt x="88" y="448"/>
                      </a:lnTo>
                      <a:lnTo>
                        <a:pt x="88" y="446"/>
                      </a:lnTo>
                      <a:lnTo>
                        <a:pt x="89" y="444"/>
                      </a:lnTo>
                      <a:lnTo>
                        <a:pt x="89" y="443"/>
                      </a:lnTo>
                      <a:lnTo>
                        <a:pt x="89" y="441"/>
                      </a:lnTo>
                      <a:lnTo>
                        <a:pt x="91" y="441"/>
                      </a:lnTo>
                      <a:lnTo>
                        <a:pt x="91" y="439"/>
                      </a:lnTo>
                      <a:lnTo>
                        <a:pt x="93" y="439"/>
                      </a:lnTo>
                      <a:lnTo>
                        <a:pt x="91" y="439"/>
                      </a:lnTo>
                      <a:lnTo>
                        <a:pt x="91" y="441"/>
                      </a:lnTo>
                      <a:lnTo>
                        <a:pt x="89" y="441"/>
                      </a:lnTo>
                      <a:lnTo>
                        <a:pt x="88" y="441"/>
                      </a:lnTo>
                      <a:lnTo>
                        <a:pt x="89" y="441"/>
                      </a:lnTo>
                      <a:lnTo>
                        <a:pt x="89" y="439"/>
                      </a:lnTo>
                      <a:lnTo>
                        <a:pt x="89" y="441"/>
                      </a:lnTo>
                      <a:lnTo>
                        <a:pt x="89" y="439"/>
                      </a:lnTo>
                      <a:lnTo>
                        <a:pt x="89" y="441"/>
                      </a:lnTo>
                      <a:lnTo>
                        <a:pt x="89" y="439"/>
                      </a:lnTo>
                      <a:lnTo>
                        <a:pt x="89" y="441"/>
                      </a:lnTo>
                      <a:lnTo>
                        <a:pt x="88" y="441"/>
                      </a:lnTo>
                      <a:lnTo>
                        <a:pt x="89" y="439"/>
                      </a:lnTo>
                      <a:lnTo>
                        <a:pt x="89" y="437"/>
                      </a:lnTo>
                      <a:lnTo>
                        <a:pt x="89" y="435"/>
                      </a:lnTo>
                      <a:lnTo>
                        <a:pt x="91" y="435"/>
                      </a:lnTo>
                      <a:lnTo>
                        <a:pt x="91" y="437"/>
                      </a:lnTo>
                      <a:lnTo>
                        <a:pt x="91" y="435"/>
                      </a:lnTo>
                      <a:lnTo>
                        <a:pt x="93" y="435"/>
                      </a:lnTo>
                      <a:lnTo>
                        <a:pt x="93" y="437"/>
                      </a:lnTo>
                      <a:lnTo>
                        <a:pt x="95" y="435"/>
                      </a:lnTo>
                      <a:lnTo>
                        <a:pt x="95" y="433"/>
                      </a:lnTo>
                      <a:lnTo>
                        <a:pt x="97" y="433"/>
                      </a:lnTo>
                      <a:lnTo>
                        <a:pt x="95" y="433"/>
                      </a:lnTo>
                      <a:lnTo>
                        <a:pt x="97" y="433"/>
                      </a:lnTo>
                      <a:lnTo>
                        <a:pt x="95" y="433"/>
                      </a:lnTo>
                      <a:lnTo>
                        <a:pt x="95" y="435"/>
                      </a:lnTo>
                      <a:lnTo>
                        <a:pt x="93" y="435"/>
                      </a:lnTo>
                      <a:lnTo>
                        <a:pt x="91" y="435"/>
                      </a:lnTo>
                      <a:lnTo>
                        <a:pt x="89" y="435"/>
                      </a:lnTo>
                      <a:lnTo>
                        <a:pt x="91" y="435"/>
                      </a:lnTo>
                      <a:lnTo>
                        <a:pt x="91" y="433"/>
                      </a:lnTo>
                      <a:lnTo>
                        <a:pt x="93" y="433"/>
                      </a:lnTo>
                      <a:lnTo>
                        <a:pt x="91" y="435"/>
                      </a:lnTo>
                      <a:lnTo>
                        <a:pt x="93" y="435"/>
                      </a:lnTo>
                      <a:lnTo>
                        <a:pt x="93" y="433"/>
                      </a:lnTo>
                      <a:lnTo>
                        <a:pt x="91" y="433"/>
                      </a:lnTo>
                      <a:lnTo>
                        <a:pt x="91" y="435"/>
                      </a:lnTo>
                      <a:lnTo>
                        <a:pt x="89" y="435"/>
                      </a:lnTo>
                      <a:lnTo>
                        <a:pt x="89" y="433"/>
                      </a:lnTo>
                      <a:lnTo>
                        <a:pt x="89" y="432"/>
                      </a:lnTo>
                      <a:lnTo>
                        <a:pt x="91" y="432"/>
                      </a:lnTo>
                      <a:lnTo>
                        <a:pt x="91" y="430"/>
                      </a:lnTo>
                      <a:lnTo>
                        <a:pt x="91" y="428"/>
                      </a:lnTo>
                      <a:lnTo>
                        <a:pt x="93" y="428"/>
                      </a:lnTo>
                      <a:lnTo>
                        <a:pt x="95" y="428"/>
                      </a:lnTo>
                      <a:lnTo>
                        <a:pt x="95" y="426"/>
                      </a:lnTo>
                      <a:lnTo>
                        <a:pt x="95" y="424"/>
                      </a:lnTo>
                      <a:lnTo>
                        <a:pt x="97" y="424"/>
                      </a:lnTo>
                      <a:lnTo>
                        <a:pt x="97" y="426"/>
                      </a:lnTo>
                      <a:lnTo>
                        <a:pt x="97" y="424"/>
                      </a:lnTo>
                      <a:lnTo>
                        <a:pt x="97" y="422"/>
                      </a:lnTo>
                      <a:lnTo>
                        <a:pt x="99" y="422"/>
                      </a:lnTo>
                      <a:lnTo>
                        <a:pt x="97" y="422"/>
                      </a:lnTo>
                      <a:lnTo>
                        <a:pt x="97" y="424"/>
                      </a:lnTo>
                      <a:lnTo>
                        <a:pt x="97" y="426"/>
                      </a:lnTo>
                      <a:lnTo>
                        <a:pt x="97" y="424"/>
                      </a:lnTo>
                      <a:lnTo>
                        <a:pt x="95" y="424"/>
                      </a:lnTo>
                      <a:lnTo>
                        <a:pt x="95" y="426"/>
                      </a:lnTo>
                      <a:lnTo>
                        <a:pt x="95" y="428"/>
                      </a:lnTo>
                      <a:lnTo>
                        <a:pt x="93" y="428"/>
                      </a:lnTo>
                      <a:lnTo>
                        <a:pt x="93" y="426"/>
                      </a:lnTo>
                      <a:lnTo>
                        <a:pt x="93" y="428"/>
                      </a:lnTo>
                      <a:lnTo>
                        <a:pt x="93" y="426"/>
                      </a:lnTo>
                      <a:lnTo>
                        <a:pt x="93" y="428"/>
                      </a:lnTo>
                      <a:lnTo>
                        <a:pt x="91" y="428"/>
                      </a:lnTo>
                      <a:lnTo>
                        <a:pt x="91" y="430"/>
                      </a:lnTo>
                      <a:lnTo>
                        <a:pt x="89" y="432"/>
                      </a:lnTo>
                      <a:lnTo>
                        <a:pt x="89" y="430"/>
                      </a:lnTo>
                      <a:lnTo>
                        <a:pt x="89" y="428"/>
                      </a:lnTo>
                      <a:lnTo>
                        <a:pt x="89" y="426"/>
                      </a:lnTo>
                      <a:lnTo>
                        <a:pt x="91" y="426"/>
                      </a:lnTo>
                      <a:lnTo>
                        <a:pt x="91" y="424"/>
                      </a:lnTo>
                      <a:lnTo>
                        <a:pt x="91" y="426"/>
                      </a:lnTo>
                      <a:lnTo>
                        <a:pt x="91" y="424"/>
                      </a:lnTo>
                      <a:lnTo>
                        <a:pt x="91" y="422"/>
                      </a:lnTo>
                      <a:lnTo>
                        <a:pt x="91" y="421"/>
                      </a:lnTo>
                      <a:lnTo>
                        <a:pt x="91" y="419"/>
                      </a:lnTo>
                      <a:lnTo>
                        <a:pt x="91" y="417"/>
                      </a:lnTo>
                      <a:lnTo>
                        <a:pt x="91" y="415"/>
                      </a:lnTo>
                      <a:lnTo>
                        <a:pt x="93" y="415"/>
                      </a:lnTo>
                      <a:lnTo>
                        <a:pt x="95" y="415"/>
                      </a:lnTo>
                      <a:lnTo>
                        <a:pt x="93" y="415"/>
                      </a:lnTo>
                      <a:lnTo>
                        <a:pt x="93" y="413"/>
                      </a:lnTo>
                      <a:lnTo>
                        <a:pt x="95" y="413"/>
                      </a:lnTo>
                      <a:lnTo>
                        <a:pt x="95" y="415"/>
                      </a:lnTo>
                      <a:lnTo>
                        <a:pt x="97" y="415"/>
                      </a:lnTo>
                      <a:lnTo>
                        <a:pt x="99" y="415"/>
                      </a:lnTo>
                      <a:lnTo>
                        <a:pt x="99" y="413"/>
                      </a:lnTo>
                      <a:lnTo>
                        <a:pt x="99" y="415"/>
                      </a:lnTo>
                      <a:lnTo>
                        <a:pt x="97" y="415"/>
                      </a:lnTo>
                      <a:lnTo>
                        <a:pt x="95" y="415"/>
                      </a:lnTo>
                      <a:lnTo>
                        <a:pt x="95" y="413"/>
                      </a:lnTo>
                      <a:lnTo>
                        <a:pt x="93" y="413"/>
                      </a:lnTo>
                      <a:lnTo>
                        <a:pt x="93" y="415"/>
                      </a:lnTo>
                      <a:lnTo>
                        <a:pt x="91" y="415"/>
                      </a:lnTo>
                      <a:lnTo>
                        <a:pt x="91" y="413"/>
                      </a:lnTo>
                      <a:lnTo>
                        <a:pt x="93" y="413"/>
                      </a:lnTo>
                      <a:lnTo>
                        <a:pt x="93" y="411"/>
                      </a:lnTo>
                      <a:lnTo>
                        <a:pt x="93" y="413"/>
                      </a:lnTo>
                      <a:lnTo>
                        <a:pt x="93" y="411"/>
                      </a:lnTo>
                      <a:lnTo>
                        <a:pt x="95" y="411"/>
                      </a:lnTo>
                      <a:lnTo>
                        <a:pt x="95" y="413"/>
                      </a:lnTo>
                      <a:lnTo>
                        <a:pt x="95" y="411"/>
                      </a:lnTo>
                      <a:lnTo>
                        <a:pt x="93" y="411"/>
                      </a:lnTo>
                      <a:lnTo>
                        <a:pt x="95" y="411"/>
                      </a:lnTo>
                      <a:lnTo>
                        <a:pt x="95" y="410"/>
                      </a:lnTo>
                      <a:lnTo>
                        <a:pt x="95" y="411"/>
                      </a:lnTo>
                      <a:lnTo>
                        <a:pt x="95" y="410"/>
                      </a:lnTo>
                      <a:lnTo>
                        <a:pt x="97" y="410"/>
                      </a:lnTo>
                      <a:lnTo>
                        <a:pt x="97" y="408"/>
                      </a:lnTo>
                      <a:lnTo>
                        <a:pt x="99" y="408"/>
                      </a:lnTo>
                      <a:lnTo>
                        <a:pt x="99" y="406"/>
                      </a:lnTo>
                      <a:lnTo>
                        <a:pt x="97" y="408"/>
                      </a:lnTo>
                      <a:lnTo>
                        <a:pt x="95" y="408"/>
                      </a:lnTo>
                      <a:lnTo>
                        <a:pt x="97" y="410"/>
                      </a:lnTo>
                      <a:lnTo>
                        <a:pt x="95" y="410"/>
                      </a:lnTo>
                      <a:lnTo>
                        <a:pt x="95" y="411"/>
                      </a:lnTo>
                      <a:lnTo>
                        <a:pt x="93" y="411"/>
                      </a:lnTo>
                      <a:lnTo>
                        <a:pt x="95" y="411"/>
                      </a:lnTo>
                      <a:lnTo>
                        <a:pt x="93" y="411"/>
                      </a:lnTo>
                      <a:lnTo>
                        <a:pt x="93" y="413"/>
                      </a:lnTo>
                      <a:lnTo>
                        <a:pt x="93" y="411"/>
                      </a:lnTo>
                      <a:lnTo>
                        <a:pt x="93" y="413"/>
                      </a:lnTo>
                      <a:lnTo>
                        <a:pt x="91" y="413"/>
                      </a:lnTo>
                      <a:lnTo>
                        <a:pt x="91" y="415"/>
                      </a:lnTo>
                      <a:lnTo>
                        <a:pt x="91" y="417"/>
                      </a:lnTo>
                      <a:lnTo>
                        <a:pt x="91" y="419"/>
                      </a:lnTo>
                      <a:lnTo>
                        <a:pt x="91" y="421"/>
                      </a:lnTo>
                      <a:lnTo>
                        <a:pt x="91" y="422"/>
                      </a:lnTo>
                      <a:lnTo>
                        <a:pt x="91" y="424"/>
                      </a:lnTo>
                      <a:lnTo>
                        <a:pt x="91" y="426"/>
                      </a:lnTo>
                      <a:lnTo>
                        <a:pt x="89" y="426"/>
                      </a:lnTo>
                      <a:lnTo>
                        <a:pt x="89" y="424"/>
                      </a:lnTo>
                      <a:lnTo>
                        <a:pt x="89" y="426"/>
                      </a:lnTo>
                      <a:lnTo>
                        <a:pt x="88" y="426"/>
                      </a:lnTo>
                      <a:lnTo>
                        <a:pt x="89" y="426"/>
                      </a:lnTo>
                      <a:lnTo>
                        <a:pt x="89" y="428"/>
                      </a:lnTo>
                      <a:lnTo>
                        <a:pt x="89" y="430"/>
                      </a:lnTo>
                      <a:lnTo>
                        <a:pt x="88" y="430"/>
                      </a:lnTo>
                      <a:lnTo>
                        <a:pt x="89" y="430"/>
                      </a:lnTo>
                      <a:lnTo>
                        <a:pt x="89" y="432"/>
                      </a:lnTo>
                      <a:lnTo>
                        <a:pt x="89" y="433"/>
                      </a:lnTo>
                      <a:lnTo>
                        <a:pt x="89" y="435"/>
                      </a:lnTo>
                      <a:lnTo>
                        <a:pt x="88" y="435"/>
                      </a:lnTo>
                      <a:lnTo>
                        <a:pt x="88" y="437"/>
                      </a:lnTo>
                      <a:lnTo>
                        <a:pt x="86" y="437"/>
                      </a:lnTo>
                      <a:lnTo>
                        <a:pt x="86" y="435"/>
                      </a:lnTo>
                      <a:lnTo>
                        <a:pt x="84" y="435"/>
                      </a:lnTo>
                      <a:lnTo>
                        <a:pt x="84" y="437"/>
                      </a:lnTo>
                      <a:lnTo>
                        <a:pt x="84" y="439"/>
                      </a:lnTo>
                      <a:lnTo>
                        <a:pt x="82" y="439"/>
                      </a:lnTo>
                      <a:lnTo>
                        <a:pt x="82" y="437"/>
                      </a:lnTo>
                      <a:lnTo>
                        <a:pt x="80" y="437"/>
                      </a:lnTo>
                      <a:lnTo>
                        <a:pt x="82" y="437"/>
                      </a:lnTo>
                      <a:lnTo>
                        <a:pt x="82" y="439"/>
                      </a:lnTo>
                      <a:lnTo>
                        <a:pt x="84" y="439"/>
                      </a:lnTo>
                      <a:lnTo>
                        <a:pt x="84" y="441"/>
                      </a:lnTo>
                      <a:lnTo>
                        <a:pt x="84" y="443"/>
                      </a:lnTo>
                      <a:lnTo>
                        <a:pt x="82" y="443"/>
                      </a:lnTo>
                      <a:lnTo>
                        <a:pt x="82" y="444"/>
                      </a:lnTo>
                      <a:lnTo>
                        <a:pt x="80" y="446"/>
                      </a:lnTo>
                      <a:lnTo>
                        <a:pt x="78" y="446"/>
                      </a:lnTo>
                      <a:lnTo>
                        <a:pt x="78" y="448"/>
                      </a:lnTo>
                      <a:lnTo>
                        <a:pt x="77" y="448"/>
                      </a:lnTo>
                      <a:lnTo>
                        <a:pt x="75" y="448"/>
                      </a:lnTo>
                      <a:lnTo>
                        <a:pt x="75" y="450"/>
                      </a:lnTo>
                      <a:lnTo>
                        <a:pt x="73" y="450"/>
                      </a:lnTo>
                      <a:lnTo>
                        <a:pt x="73" y="448"/>
                      </a:lnTo>
                      <a:lnTo>
                        <a:pt x="71" y="448"/>
                      </a:lnTo>
                      <a:lnTo>
                        <a:pt x="73" y="446"/>
                      </a:lnTo>
                      <a:lnTo>
                        <a:pt x="71" y="446"/>
                      </a:lnTo>
                      <a:lnTo>
                        <a:pt x="73" y="446"/>
                      </a:lnTo>
                      <a:lnTo>
                        <a:pt x="73" y="444"/>
                      </a:lnTo>
                      <a:lnTo>
                        <a:pt x="73" y="443"/>
                      </a:lnTo>
                      <a:lnTo>
                        <a:pt x="73" y="441"/>
                      </a:lnTo>
                      <a:lnTo>
                        <a:pt x="73" y="439"/>
                      </a:lnTo>
                      <a:lnTo>
                        <a:pt x="73" y="437"/>
                      </a:lnTo>
                      <a:lnTo>
                        <a:pt x="73" y="435"/>
                      </a:lnTo>
                      <a:lnTo>
                        <a:pt x="75" y="435"/>
                      </a:lnTo>
                      <a:lnTo>
                        <a:pt x="75" y="433"/>
                      </a:lnTo>
                      <a:lnTo>
                        <a:pt x="75" y="432"/>
                      </a:lnTo>
                      <a:lnTo>
                        <a:pt x="75" y="430"/>
                      </a:lnTo>
                      <a:lnTo>
                        <a:pt x="75" y="432"/>
                      </a:lnTo>
                      <a:lnTo>
                        <a:pt x="75" y="430"/>
                      </a:lnTo>
                      <a:lnTo>
                        <a:pt x="77" y="430"/>
                      </a:lnTo>
                      <a:lnTo>
                        <a:pt x="77" y="428"/>
                      </a:lnTo>
                      <a:lnTo>
                        <a:pt x="77" y="426"/>
                      </a:lnTo>
                      <a:lnTo>
                        <a:pt x="78" y="426"/>
                      </a:lnTo>
                      <a:lnTo>
                        <a:pt x="77" y="426"/>
                      </a:lnTo>
                      <a:lnTo>
                        <a:pt x="78" y="426"/>
                      </a:lnTo>
                      <a:lnTo>
                        <a:pt x="78" y="424"/>
                      </a:lnTo>
                      <a:lnTo>
                        <a:pt x="77" y="424"/>
                      </a:lnTo>
                      <a:lnTo>
                        <a:pt x="78" y="424"/>
                      </a:lnTo>
                      <a:lnTo>
                        <a:pt x="78" y="422"/>
                      </a:lnTo>
                      <a:lnTo>
                        <a:pt x="78" y="421"/>
                      </a:lnTo>
                      <a:lnTo>
                        <a:pt x="78" y="422"/>
                      </a:lnTo>
                      <a:lnTo>
                        <a:pt x="78" y="421"/>
                      </a:lnTo>
                      <a:lnTo>
                        <a:pt x="78" y="419"/>
                      </a:lnTo>
                      <a:lnTo>
                        <a:pt x="78" y="417"/>
                      </a:lnTo>
                      <a:lnTo>
                        <a:pt x="80" y="417"/>
                      </a:lnTo>
                      <a:lnTo>
                        <a:pt x="80" y="415"/>
                      </a:lnTo>
                      <a:lnTo>
                        <a:pt x="80" y="417"/>
                      </a:lnTo>
                      <a:lnTo>
                        <a:pt x="80" y="415"/>
                      </a:lnTo>
                      <a:lnTo>
                        <a:pt x="82" y="415"/>
                      </a:lnTo>
                      <a:lnTo>
                        <a:pt x="82" y="413"/>
                      </a:lnTo>
                      <a:lnTo>
                        <a:pt x="82" y="415"/>
                      </a:lnTo>
                      <a:lnTo>
                        <a:pt x="80" y="415"/>
                      </a:lnTo>
                      <a:lnTo>
                        <a:pt x="80" y="413"/>
                      </a:lnTo>
                      <a:lnTo>
                        <a:pt x="82" y="413"/>
                      </a:lnTo>
                      <a:lnTo>
                        <a:pt x="80" y="413"/>
                      </a:lnTo>
                      <a:lnTo>
                        <a:pt x="80" y="411"/>
                      </a:lnTo>
                      <a:lnTo>
                        <a:pt x="82" y="410"/>
                      </a:lnTo>
                      <a:lnTo>
                        <a:pt x="82" y="411"/>
                      </a:lnTo>
                      <a:lnTo>
                        <a:pt x="82" y="410"/>
                      </a:lnTo>
                      <a:lnTo>
                        <a:pt x="82" y="411"/>
                      </a:lnTo>
                      <a:lnTo>
                        <a:pt x="82" y="410"/>
                      </a:lnTo>
                      <a:lnTo>
                        <a:pt x="82" y="408"/>
                      </a:lnTo>
                      <a:lnTo>
                        <a:pt x="80" y="408"/>
                      </a:lnTo>
                      <a:lnTo>
                        <a:pt x="80" y="406"/>
                      </a:lnTo>
                      <a:lnTo>
                        <a:pt x="82" y="406"/>
                      </a:lnTo>
                      <a:lnTo>
                        <a:pt x="82" y="408"/>
                      </a:lnTo>
                      <a:lnTo>
                        <a:pt x="82" y="406"/>
                      </a:lnTo>
                      <a:lnTo>
                        <a:pt x="82" y="408"/>
                      </a:lnTo>
                      <a:lnTo>
                        <a:pt x="84" y="408"/>
                      </a:lnTo>
                      <a:lnTo>
                        <a:pt x="82" y="408"/>
                      </a:lnTo>
                      <a:lnTo>
                        <a:pt x="84" y="408"/>
                      </a:lnTo>
                      <a:lnTo>
                        <a:pt x="82" y="408"/>
                      </a:lnTo>
                      <a:lnTo>
                        <a:pt x="84" y="408"/>
                      </a:lnTo>
                      <a:lnTo>
                        <a:pt x="84" y="406"/>
                      </a:lnTo>
                      <a:lnTo>
                        <a:pt x="82" y="406"/>
                      </a:lnTo>
                      <a:lnTo>
                        <a:pt x="82" y="404"/>
                      </a:lnTo>
                      <a:lnTo>
                        <a:pt x="82" y="402"/>
                      </a:lnTo>
                      <a:lnTo>
                        <a:pt x="84" y="402"/>
                      </a:lnTo>
                      <a:lnTo>
                        <a:pt x="84" y="404"/>
                      </a:lnTo>
                      <a:lnTo>
                        <a:pt x="84" y="402"/>
                      </a:lnTo>
                      <a:lnTo>
                        <a:pt x="86" y="402"/>
                      </a:lnTo>
                      <a:lnTo>
                        <a:pt x="86" y="404"/>
                      </a:lnTo>
                      <a:lnTo>
                        <a:pt x="86" y="402"/>
                      </a:lnTo>
                      <a:lnTo>
                        <a:pt x="88" y="402"/>
                      </a:lnTo>
                      <a:lnTo>
                        <a:pt x="86" y="402"/>
                      </a:lnTo>
                      <a:lnTo>
                        <a:pt x="88" y="402"/>
                      </a:lnTo>
                      <a:lnTo>
                        <a:pt x="88" y="404"/>
                      </a:lnTo>
                      <a:lnTo>
                        <a:pt x="88" y="402"/>
                      </a:lnTo>
                      <a:lnTo>
                        <a:pt x="86" y="402"/>
                      </a:lnTo>
                      <a:lnTo>
                        <a:pt x="86" y="400"/>
                      </a:lnTo>
                      <a:lnTo>
                        <a:pt x="86" y="399"/>
                      </a:lnTo>
                      <a:lnTo>
                        <a:pt x="84" y="399"/>
                      </a:lnTo>
                      <a:lnTo>
                        <a:pt x="86" y="399"/>
                      </a:lnTo>
                      <a:lnTo>
                        <a:pt x="86" y="397"/>
                      </a:lnTo>
                      <a:lnTo>
                        <a:pt x="84" y="395"/>
                      </a:lnTo>
                      <a:lnTo>
                        <a:pt x="86" y="395"/>
                      </a:lnTo>
                      <a:lnTo>
                        <a:pt x="84" y="395"/>
                      </a:lnTo>
                      <a:lnTo>
                        <a:pt x="84" y="393"/>
                      </a:lnTo>
                      <a:lnTo>
                        <a:pt x="84" y="391"/>
                      </a:lnTo>
                      <a:lnTo>
                        <a:pt x="86" y="391"/>
                      </a:lnTo>
                      <a:lnTo>
                        <a:pt x="86" y="393"/>
                      </a:lnTo>
                      <a:lnTo>
                        <a:pt x="86" y="395"/>
                      </a:lnTo>
                      <a:lnTo>
                        <a:pt x="88" y="395"/>
                      </a:lnTo>
                      <a:lnTo>
                        <a:pt x="86" y="395"/>
                      </a:lnTo>
                      <a:lnTo>
                        <a:pt x="88" y="395"/>
                      </a:lnTo>
                      <a:lnTo>
                        <a:pt x="86" y="395"/>
                      </a:lnTo>
                      <a:lnTo>
                        <a:pt x="86" y="393"/>
                      </a:lnTo>
                      <a:lnTo>
                        <a:pt x="86" y="391"/>
                      </a:lnTo>
                      <a:lnTo>
                        <a:pt x="86" y="390"/>
                      </a:lnTo>
                      <a:lnTo>
                        <a:pt x="84" y="391"/>
                      </a:lnTo>
                      <a:lnTo>
                        <a:pt x="84" y="390"/>
                      </a:lnTo>
                      <a:lnTo>
                        <a:pt x="84" y="388"/>
                      </a:lnTo>
                      <a:lnTo>
                        <a:pt x="84" y="386"/>
                      </a:lnTo>
                      <a:lnTo>
                        <a:pt x="84" y="388"/>
                      </a:lnTo>
                      <a:lnTo>
                        <a:pt x="84" y="386"/>
                      </a:lnTo>
                      <a:lnTo>
                        <a:pt x="82" y="386"/>
                      </a:lnTo>
                      <a:lnTo>
                        <a:pt x="82" y="384"/>
                      </a:lnTo>
                      <a:lnTo>
                        <a:pt x="82" y="386"/>
                      </a:lnTo>
                      <a:lnTo>
                        <a:pt x="82" y="384"/>
                      </a:lnTo>
                      <a:lnTo>
                        <a:pt x="82" y="382"/>
                      </a:lnTo>
                      <a:lnTo>
                        <a:pt x="82" y="380"/>
                      </a:lnTo>
                      <a:lnTo>
                        <a:pt x="82" y="379"/>
                      </a:lnTo>
                      <a:lnTo>
                        <a:pt x="80" y="379"/>
                      </a:lnTo>
                      <a:lnTo>
                        <a:pt x="80" y="377"/>
                      </a:lnTo>
                      <a:lnTo>
                        <a:pt x="80" y="379"/>
                      </a:lnTo>
                      <a:lnTo>
                        <a:pt x="82" y="379"/>
                      </a:lnTo>
                      <a:lnTo>
                        <a:pt x="82" y="377"/>
                      </a:lnTo>
                      <a:lnTo>
                        <a:pt x="80" y="377"/>
                      </a:lnTo>
                      <a:lnTo>
                        <a:pt x="82" y="377"/>
                      </a:lnTo>
                      <a:lnTo>
                        <a:pt x="82" y="379"/>
                      </a:lnTo>
                      <a:lnTo>
                        <a:pt x="82" y="380"/>
                      </a:lnTo>
                      <a:lnTo>
                        <a:pt x="84" y="380"/>
                      </a:lnTo>
                      <a:lnTo>
                        <a:pt x="82" y="380"/>
                      </a:lnTo>
                      <a:lnTo>
                        <a:pt x="82" y="379"/>
                      </a:lnTo>
                      <a:lnTo>
                        <a:pt x="82" y="377"/>
                      </a:lnTo>
                      <a:lnTo>
                        <a:pt x="82" y="375"/>
                      </a:lnTo>
                      <a:lnTo>
                        <a:pt x="82" y="373"/>
                      </a:lnTo>
                      <a:lnTo>
                        <a:pt x="80" y="373"/>
                      </a:lnTo>
                      <a:lnTo>
                        <a:pt x="82" y="373"/>
                      </a:lnTo>
                      <a:lnTo>
                        <a:pt x="80" y="373"/>
                      </a:lnTo>
                      <a:lnTo>
                        <a:pt x="80" y="371"/>
                      </a:lnTo>
                      <a:lnTo>
                        <a:pt x="80" y="373"/>
                      </a:lnTo>
                      <a:lnTo>
                        <a:pt x="82" y="373"/>
                      </a:lnTo>
                      <a:lnTo>
                        <a:pt x="82" y="371"/>
                      </a:lnTo>
                      <a:lnTo>
                        <a:pt x="80" y="371"/>
                      </a:lnTo>
                      <a:lnTo>
                        <a:pt x="82" y="371"/>
                      </a:lnTo>
                      <a:lnTo>
                        <a:pt x="82" y="369"/>
                      </a:lnTo>
                      <a:lnTo>
                        <a:pt x="80" y="369"/>
                      </a:lnTo>
                      <a:lnTo>
                        <a:pt x="82" y="369"/>
                      </a:lnTo>
                      <a:lnTo>
                        <a:pt x="80" y="369"/>
                      </a:lnTo>
                      <a:lnTo>
                        <a:pt x="80" y="371"/>
                      </a:lnTo>
                      <a:lnTo>
                        <a:pt x="80" y="369"/>
                      </a:lnTo>
                      <a:lnTo>
                        <a:pt x="78" y="368"/>
                      </a:lnTo>
                      <a:lnTo>
                        <a:pt x="78" y="369"/>
                      </a:lnTo>
                      <a:lnTo>
                        <a:pt x="78" y="368"/>
                      </a:lnTo>
                      <a:lnTo>
                        <a:pt x="77" y="368"/>
                      </a:lnTo>
                      <a:lnTo>
                        <a:pt x="77" y="369"/>
                      </a:lnTo>
                      <a:lnTo>
                        <a:pt x="77" y="368"/>
                      </a:lnTo>
                      <a:lnTo>
                        <a:pt x="77" y="366"/>
                      </a:lnTo>
                      <a:lnTo>
                        <a:pt x="77" y="368"/>
                      </a:lnTo>
                      <a:lnTo>
                        <a:pt x="77" y="366"/>
                      </a:lnTo>
                      <a:lnTo>
                        <a:pt x="78" y="366"/>
                      </a:lnTo>
                      <a:lnTo>
                        <a:pt x="78" y="368"/>
                      </a:lnTo>
                      <a:lnTo>
                        <a:pt x="78" y="366"/>
                      </a:lnTo>
                      <a:lnTo>
                        <a:pt x="80" y="366"/>
                      </a:lnTo>
                      <a:lnTo>
                        <a:pt x="78" y="366"/>
                      </a:lnTo>
                      <a:lnTo>
                        <a:pt x="78" y="364"/>
                      </a:lnTo>
                      <a:lnTo>
                        <a:pt x="77" y="364"/>
                      </a:lnTo>
                      <a:lnTo>
                        <a:pt x="77" y="362"/>
                      </a:lnTo>
                      <a:lnTo>
                        <a:pt x="77" y="360"/>
                      </a:lnTo>
                      <a:lnTo>
                        <a:pt x="75" y="360"/>
                      </a:lnTo>
                      <a:lnTo>
                        <a:pt x="75" y="358"/>
                      </a:lnTo>
                      <a:lnTo>
                        <a:pt x="73" y="358"/>
                      </a:lnTo>
                      <a:lnTo>
                        <a:pt x="75" y="358"/>
                      </a:lnTo>
                      <a:lnTo>
                        <a:pt x="75" y="357"/>
                      </a:lnTo>
                      <a:lnTo>
                        <a:pt x="75" y="358"/>
                      </a:lnTo>
                      <a:lnTo>
                        <a:pt x="77" y="358"/>
                      </a:lnTo>
                      <a:lnTo>
                        <a:pt x="77" y="360"/>
                      </a:lnTo>
                      <a:lnTo>
                        <a:pt x="78" y="360"/>
                      </a:lnTo>
                      <a:lnTo>
                        <a:pt x="77" y="360"/>
                      </a:lnTo>
                      <a:lnTo>
                        <a:pt x="78" y="360"/>
                      </a:lnTo>
                      <a:lnTo>
                        <a:pt x="77" y="360"/>
                      </a:lnTo>
                      <a:lnTo>
                        <a:pt x="78" y="360"/>
                      </a:lnTo>
                      <a:lnTo>
                        <a:pt x="77" y="358"/>
                      </a:lnTo>
                      <a:lnTo>
                        <a:pt x="75" y="358"/>
                      </a:lnTo>
                      <a:lnTo>
                        <a:pt x="75" y="357"/>
                      </a:lnTo>
                      <a:lnTo>
                        <a:pt x="77" y="357"/>
                      </a:lnTo>
                      <a:lnTo>
                        <a:pt x="75" y="357"/>
                      </a:lnTo>
                      <a:lnTo>
                        <a:pt x="75" y="358"/>
                      </a:lnTo>
                      <a:lnTo>
                        <a:pt x="73" y="358"/>
                      </a:lnTo>
                      <a:lnTo>
                        <a:pt x="75" y="357"/>
                      </a:lnTo>
                      <a:lnTo>
                        <a:pt x="73" y="357"/>
                      </a:lnTo>
                      <a:lnTo>
                        <a:pt x="75" y="357"/>
                      </a:lnTo>
                      <a:lnTo>
                        <a:pt x="73" y="357"/>
                      </a:lnTo>
                      <a:lnTo>
                        <a:pt x="73" y="355"/>
                      </a:lnTo>
                      <a:lnTo>
                        <a:pt x="73" y="357"/>
                      </a:lnTo>
                      <a:lnTo>
                        <a:pt x="75" y="355"/>
                      </a:lnTo>
                      <a:lnTo>
                        <a:pt x="75" y="357"/>
                      </a:lnTo>
                      <a:lnTo>
                        <a:pt x="75" y="355"/>
                      </a:lnTo>
                      <a:lnTo>
                        <a:pt x="77" y="355"/>
                      </a:lnTo>
                      <a:lnTo>
                        <a:pt x="75" y="355"/>
                      </a:lnTo>
                      <a:lnTo>
                        <a:pt x="73" y="355"/>
                      </a:lnTo>
                      <a:lnTo>
                        <a:pt x="73" y="353"/>
                      </a:lnTo>
                      <a:lnTo>
                        <a:pt x="71" y="351"/>
                      </a:lnTo>
                      <a:lnTo>
                        <a:pt x="73" y="351"/>
                      </a:lnTo>
                      <a:lnTo>
                        <a:pt x="73" y="353"/>
                      </a:lnTo>
                      <a:lnTo>
                        <a:pt x="73" y="351"/>
                      </a:lnTo>
                      <a:lnTo>
                        <a:pt x="75" y="351"/>
                      </a:lnTo>
                      <a:lnTo>
                        <a:pt x="73" y="351"/>
                      </a:lnTo>
                      <a:lnTo>
                        <a:pt x="75" y="351"/>
                      </a:lnTo>
                      <a:lnTo>
                        <a:pt x="75" y="349"/>
                      </a:lnTo>
                      <a:lnTo>
                        <a:pt x="75" y="351"/>
                      </a:lnTo>
                      <a:lnTo>
                        <a:pt x="73" y="351"/>
                      </a:lnTo>
                      <a:lnTo>
                        <a:pt x="73" y="349"/>
                      </a:lnTo>
                      <a:lnTo>
                        <a:pt x="75" y="349"/>
                      </a:lnTo>
                      <a:lnTo>
                        <a:pt x="73" y="349"/>
                      </a:lnTo>
                      <a:lnTo>
                        <a:pt x="73" y="351"/>
                      </a:lnTo>
                      <a:lnTo>
                        <a:pt x="73" y="349"/>
                      </a:lnTo>
                      <a:lnTo>
                        <a:pt x="73" y="351"/>
                      </a:lnTo>
                      <a:lnTo>
                        <a:pt x="71" y="351"/>
                      </a:lnTo>
                      <a:lnTo>
                        <a:pt x="71" y="349"/>
                      </a:lnTo>
                      <a:lnTo>
                        <a:pt x="73" y="349"/>
                      </a:lnTo>
                      <a:lnTo>
                        <a:pt x="71" y="349"/>
                      </a:lnTo>
                      <a:lnTo>
                        <a:pt x="71" y="347"/>
                      </a:lnTo>
                      <a:lnTo>
                        <a:pt x="69" y="347"/>
                      </a:lnTo>
                      <a:lnTo>
                        <a:pt x="71" y="347"/>
                      </a:lnTo>
                      <a:lnTo>
                        <a:pt x="69" y="347"/>
                      </a:lnTo>
                      <a:lnTo>
                        <a:pt x="71" y="347"/>
                      </a:lnTo>
                      <a:lnTo>
                        <a:pt x="69" y="347"/>
                      </a:lnTo>
                      <a:lnTo>
                        <a:pt x="71" y="347"/>
                      </a:lnTo>
                      <a:lnTo>
                        <a:pt x="71" y="346"/>
                      </a:lnTo>
                      <a:lnTo>
                        <a:pt x="69" y="346"/>
                      </a:lnTo>
                      <a:lnTo>
                        <a:pt x="71" y="346"/>
                      </a:lnTo>
                      <a:lnTo>
                        <a:pt x="69" y="346"/>
                      </a:lnTo>
                      <a:lnTo>
                        <a:pt x="69" y="347"/>
                      </a:lnTo>
                      <a:lnTo>
                        <a:pt x="69" y="346"/>
                      </a:lnTo>
                      <a:lnTo>
                        <a:pt x="69" y="344"/>
                      </a:lnTo>
                      <a:lnTo>
                        <a:pt x="69" y="342"/>
                      </a:lnTo>
                      <a:lnTo>
                        <a:pt x="71" y="342"/>
                      </a:lnTo>
                      <a:lnTo>
                        <a:pt x="69" y="342"/>
                      </a:lnTo>
                      <a:lnTo>
                        <a:pt x="69" y="340"/>
                      </a:lnTo>
                      <a:lnTo>
                        <a:pt x="68" y="340"/>
                      </a:lnTo>
                      <a:lnTo>
                        <a:pt x="68" y="338"/>
                      </a:lnTo>
                      <a:lnTo>
                        <a:pt x="69" y="338"/>
                      </a:lnTo>
                      <a:lnTo>
                        <a:pt x="69" y="340"/>
                      </a:lnTo>
                      <a:lnTo>
                        <a:pt x="69" y="338"/>
                      </a:lnTo>
                      <a:lnTo>
                        <a:pt x="68" y="338"/>
                      </a:lnTo>
                      <a:lnTo>
                        <a:pt x="69" y="338"/>
                      </a:lnTo>
                      <a:lnTo>
                        <a:pt x="68" y="338"/>
                      </a:lnTo>
                      <a:lnTo>
                        <a:pt x="69" y="338"/>
                      </a:lnTo>
                      <a:lnTo>
                        <a:pt x="69" y="337"/>
                      </a:lnTo>
                      <a:lnTo>
                        <a:pt x="69" y="338"/>
                      </a:lnTo>
                      <a:lnTo>
                        <a:pt x="69" y="337"/>
                      </a:lnTo>
                      <a:lnTo>
                        <a:pt x="71" y="337"/>
                      </a:lnTo>
                      <a:lnTo>
                        <a:pt x="69" y="337"/>
                      </a:lnTo>
                      <a:lnTo>
                        <a:pt x="69" y="338"/>
                      </a:lnTo>
                      <a:lnTo>
                        <a:pt x="69" y="337"/>
                      </a:lnTo>
                      <a:lnTo>
                        <a:pt x="69" y="338"/>
                      </a:lnTo>
                      <a:lnTo>
                        <a:pt x="68" y="338"/>
                      </a:lnTo>
                      <a:lnTo>
                        <a:pt x="66" y="338"/>
                      </a:lnTo>
                      <a:lnTo>
                        <a:pt x="68" y="338"/>
                      </a:lnTo>
                      <a:lnTo>
                        <a:pt x="68" y="337"/>
                      </a:lnTo>
                      <a:lnTo>
                        <a:pt x="69" y="337"/>
                      </a:lnTo>
                      <a:lnTo>
                        <a:pt x="69" y="335"/>
                      </a:lnTo>
                      <a:lnTo>
                        <a:pt x="69" y="337"/>
                      </a:lnTo>
                      <a:lnTo>
                        <a:pt x="68" y="337"/>
                      </a:lnTo>
                      <a:lnTo>
                        <a:pt x="68" y="335"/>
                      </a:lnTo>
                      <a:lnTo>
                        <a:pt x="69" y="335"/>
                      </a:lnTo>
                      <a:lnTo>
                        <a:pt x="68" y="335"/>
                      </a:lnTo>
                      <a:lnTo>
                        <a:pt x="69" y="335"/>
                      </a:lnTo>
                      <a:lnTo>
                        <a:pt x="68" y="335"/>
                      </a:lnTo>
                      <a:lnTo>
                        <a:pt x="69" y="335"/>
                      </a:lnTo>
                      <a:lnTo>
                        <a:pt x="68" y="335"/>
                      </a:lnTo>
                      <a:lnTo>
                        <a:pt x="69" y="335"/>
                      </a:lnTo>
                      <a:lnTo>
                        <a:pt x="69" y="333"/>
                      </a:lnTo>
                      <a:lnTo>
                        <a:pt x="69" y="335"/>
                      </a:lnTo>
                      <a:lnTo>
                        <a:pt x="68" y="335"/>
                      </a:lnTo>
                      <a:lnTo>
                        <a:pt x="69" y="335"/>
                      </a:lnTo>
                      <a:lnTo>
                        <a:pt x="68" y="335"/>
                      </a:lnTo>
                      <a:lnTo>
                        <a:pt x="69" y="335"/>
                      </a:lnTo>
                      <a:lnTo>
                        <a:pt x="68" y="335"/>
                      </a:lnTo>
                      <a:lnTo>
                        <a:pt x="68" y="337"/>
                      </a:lnTo>
                      <a:lnTo>
                        <a:pt x="68" y="335"/>
                      </a:lnTo>
                      <a:lnTo>
                        <a:pt x="68" y="337"/>
                      </a:lnTo>
                      <a:lnTo>
                        <a:pt x="66" y="337"/>
                      </a:lnTo>
                      <a:lnTo>
                        <a:pt x="66" y="335"/>
                      </a:lnTo>
                      <a:lnTo>
                        <a:pt x="68" y="335"/>
                      </a:lnTo>
                      <a:lnTo>
                        <a:pt x="68" y="333"/>
                      </a:lnTo>
                      <a:lnTo>
                        <a:pt x="69" y="333"/>
                      </a:lnTo>
                      <a:lnTo>
                        <a:pt x="68" y="333"/>
                      </a:lnTo>
                      <a:lnTo>
                        <a:pt x="68" y="331"/>
                      </a:lnTo>
                      <a:lnTo>
                        <a:pt x="68" y="333"/>
                      </a:lnTo>
                      <a:lnTo>
                        <a:pt x="66" y="333"/>
                      </a:lnTo>
                      <a:lnTo>
                        <a:pt x="66" y="331"/>
                      </a:lnTo>
                      <a:lnTo>
                        <a:pt x="68" y="331"/>
                      </a:lnTo>
                      <a:lnTo>
                        <a:pt x="66" y="331"/>
                      </a:lnTo>
                      <a:lnTo>
                        <a:pt x="68" y="329"/>
                      </a:lnTo>
                      <a:lnTo>
                        <a:pt x="69" y="329"/>
                      </a:lnTo>
                      <a:lnTo>
                        <a:pt x="71" y="329"/>
                      </a:lnTo>
                      <a:lnTo>
                        <a:pt x="71" y="331"/>
                      </a:lnTo>
                      <a:lnTo>
                        <a:pt x="71" y="329"/>
                      </a:lnTo>
                      <a:lnTo>
                        <a:pt x="71" y="331"/>
                      </a:lnTo>
                      <a:lnTo>
                        <a:pt x="71" y="329"/>
                      </a:lnTo>
                      <a:lnTo>
                        <a:pt x="69" y="329"/>
                      </a:lnTo>
                      <a:lnTo>
                        <a:pt x="68" y="329"/>
                      </a:lnTo>
                      <a:lnTo>
                        <a:pt x="68" y="327"/>
                      </a:lnTo>
                      <a:lnTo>
                        <a:pt x="66" y="327"/>
                      </a:lnTo>
                      <a:lnTo>
                        <a:pt x="68" y="327"/>
                      </a:lnTo>
                      <a:lnTo>
                        <a:pt x="68" y="326"/>
                      </a:lnTo>
                      <a:lnTo>
                        <a:pt x="68" y="327"/>
                      </a:lnTo>
                      <a:lnTo>
                        <a:pt x="66" y="327"/>
                      </a:lnTo>
                      <a:lnTo>
                        <a:pt x="64" y="327"/>
                      </a:lnTo>
                      <a:lnTo>
                        <a:pt x="66" y="327"/>
                      </a:lnTo>
                      <a:lnTo>
                        <a:pt x="66" y="326"/>
                      </a:lnTo>
                      <a:lnTo>
                        <a:pt x="66" y="327"/>
                      </a:lnTo>
                      <a:lnTo>
                        <a:pt x="64" y="327"/>
                      </a:lnTo>
                      <a:lnTo>
                        <a:pt x="64" y="326"/>
                      </a:lnTo>
                      <a:lnTo>
                        <a:pt x="66" y="326"/>
                      </a:lnTo>
                      <a:lnTo>
                        <a:pt x="68" y="326"/>
                      </a:lnTo>
                      <a:lnTo>
                        <a:pt x="66" y="326"/>
                      </a:lnTo>
                      <a:lnTo>
                        <a:pt x="64" y="326"/>
                      </a:lnTo>
                      <a:lnTo>
                        <a:pt x="66" y="326"/>
                      </a:lnTo>
                      <a:lnTo>
                        <a:pt x="66" y="324"/>
                      </a:lnTo>
                      <a:lnTo>
                        <a:pt x="64" y="324"/>
                      </a:lnTo>
                      <a:lnTo>
                        <a:pt x="66" y="324"/>
                      </a:lnTo>
                      <a:lnTo>
                        <a:pt x="64" y="324"/>
                      </a:lnTo>
                      <a:lnTo>
                        <a:pt x="66" y="324"/>
                      </a:lnTo>
                      <a:lnTo>
                        <a:pt x="64" y="324"/>
                      </a:lnTo>
                      <a:lnTo>
                        <a:pt x="66" y="324"/>
                      </a:lnTo>
                      <a:lnTo>
                        <a:pt x="66" y="326"/>
                      </a:lnTo>
                      <a:lnTo>
                        <a:pt x="64" y="326"/>
                      </a:lnTo>
                      <a:lnTo>
                        <a:pt x="62" y="326"/>
                      </a:lnTo>
                      <a:lnTo>
                        <a:pt x="62" y="324"/>
                      </a:lnTo>
                      <a:lnTo>
                        <a:pt x="64" y="324"/>
                      </a:lnTo>
                      <a:lnTo>
                        <a:pt x="64" y="322"/>
                      </a:lnTo>
                      <a:lnTo>
                        <a:pt x="62" y="322"/>
                      </a:lnTo>
                      <a:lnTo>
                        <a:pt x="64" y="322"/>
                      </a:lnTo>
                      <a:lnTo>
                        <a:pt x="64" y="320"/>
                      </a:lnTo>
                      <a:lnTo>
                        <a:pt x="66" y="320"/>
                      </a:lnTo>
                      <a:lnTo>
                        <a:pt x="64" y="320"/>
                      </a:lnTo>
                      <a:lnTo>
                        <a:pt x="64" y="322"/>
                      </a:lnTo>
                      <a:lnTo>
                        <a:pt x="62" y="322"/>
                      </a:lnTo>
                      <a:lnTo>
                        <a:pt x="62" y="324"/>
                      </a:lnTo>
                      <a:lnTo>
                        <a:pt x="60" y="324"/>
                      </a:lnTo>
                      <a:lnTo>
                        <a:pt x="58" y="322"/>
                      </a:lnTo>
                      <a:lnTo>
                        <a:pt x="57" y="322"/>
                      </a:lnTo>
                      <a:lnTo>
                        <a:pt x="57" y="320"/>
                      </a:lnTo>
                      <a:lnTo>
                        <a:pt x="58" y="320"/>
                      </a:lnTo>
                      <a:lnTo>
                        <a:pt x="60" y="320"/>
                      </a:lnTo>
                      <a:lnTo>
                        <a:pt x="60" y="322"/>
                      </a:lnTo>
                      <a:lnTo>
                        <a:pt x="60" y="320"/>
                      </a:lnTo>
                      <a:lnTo>
                        <a:pt x="58" y="320"/>
                      </a:lnTo>
                      <a:lnTo>
                        <a:pt x="60" y="320"/>
                      </a:lnTo>
                      <a:lnTo>
                        <a:pt x="58" y="320"/>
                      </a:lnTo>
                      <a:lnTo>
                        <a:pt x="57" y="320"/>
                      </a:lnTo>
                      <a:lnTo>
                        <a:pt x="55" y="320"/>
                      </a:lnTo>
                      <a:lnTo>
                        <a:pt x="55" y="318"/>
                      </a:lnTo>
                      <a:lnTo>
                        <a:pt x="57" y="318"/>
                      </a:lnTo>
                      <a:lnTo>
                        <a:pt x="58" y="318"/>
                      </a:lnTo>
                      <a:lnTo>
                        <a:pt x="60" y="320"/>
                      </a:lnTo>
                      <a:lnTo>
                        <a:pt x="60" y="318"/>
                      </a:lnTo>
                      <a:lnTo>
                        <a:pt x="60" y="320"/>
                      </a:lnTo>
                      <a:lnTo>
                        <a:pt x="60" y="318"/>
                      </a:lnTo>
                      <a:lnTo>
                        <a:pt x="60" y="320"/>
                      </a:lnTo>
                      <a:lnTo>
                        <a:pt x="58" y="320"/>
                      </a:lnTo>
                      <a:lnTo>
                        <a:pt x="58" y="318"/>
                      </a:lnTo>
                      <a:lnTo>
                        <a:pt x="60" y="318"/>
                      </a:lnTo>
                      <a:lnTo>
                        <a:pt x="58" y="318"/>
                      </a:lnTo>
                      <a:lnTo>
                        <a:pt x="60" y="318"/>
                      </a:lnTo>
                      <a:lnTo>
                        <a:pt x="58" y="318"/>
                      </a:lnTo>
                      <a:lnTo>
                        <a:pt x="57" y="318"/>
                      </a:lnTo>
                      <a:lnTo>
                        <a:pt x="57" y="316"/>
                      </a:lnTo>
                      <a:lnTo>
                        <a:pt x="58" y="316"/>
                      </a:lnTo>
                      <a:lnTo>
                        <a:pt x="58" y="318"/>
                      </a:lnTo>
                      <a:lnTo>
                        <a:pt x="58" y="316"/>
                      </a:lnTo>
                      <a:lnTo>
                        <a:pt x="58" y="318"/>
                      </a:lnTo>
                      <a:lnTo>
                        <a:pt x="58" y="316"/>
                      </a:lnTo>
                      <a:lnTo>
                        <a:pt x="58" y="315"/>
                      </a:lnTo>
                      <a:lnTo>
                        <a:pt x="58" y="316"/>
                      </a:lnTo>
                      <a:lnTo>
                        <a:pt x="57" y="316"/>
                      </a:lnTo>
                      <a:lnTo>
                        <a:pt x="57" y="318"/>
                      </a:lnTo>
                      <a:lnTo>
                        <a:pt x="57" y="316"/>
                      </a:lnTo>
                      <a:lnTo>
                        <a:pt x="55" y="316"/>
                      </a:lnTo>
                      <a:lnTo>
                        <a:pt x="55" y="318"/>
                      </a:lnTo>
                      <a:lnTo>
                        <a:pt x="55" y="316"/>
                      </a:lnTo>
                      <a:lnTo>
                        <a:pt x="57" y="316"/>
                      </a:lnTo>
                      <a:lnTo>
                        <a:pt x="55" y="316"/>
                      </a:lnTo>
                      <a:lnTo>
                        <a:pt x="55" y="315"/>
                      </a:lnTo>
                      <a:lnTo>
                        <a:pt x="57" y="315"/>
                      </a:lnTo>
                      <a:lnTo>
                        <a:pt x="57" y="313"/>
                      </a:lnTo>
                      <a:lnTo>
                        <a:pt x="58" y="313"/>
                      </a:lnTo>
                      <a:lnTo>
                        <a:pt x="58" y="311"/>
                      </a:lnTo>
                      <a:lnTo>
                        <a:pt x="57" y="311"/>
                      </a:lnTo>
                      <a:lnTo>
                        <a:pt x="58" y="311"/>
                      </a:lnTo>
                      <a:lnTo>
                        <a:pt x="57" y="313"/>
                      </a:lnTo>
                      <a:lnTo>
                        <a:pt x="57" y="315"/>
                      </a:lnTo>
                      <a:lnTo>
                        <a:pt x="55" y="315"/>
                      </a:lnTo>
                      <a:lnTo>
                        <a:pt x="55" y="313"/>
                      </a:lnTo>
                      <a:lnTo>
                        <a:pt x="57" y="313"/>
                      </a:lnTo>
                      <a:lnTo>
                        <a:pt x="55" y="313"/>
                      </a:lnTo>
                      <a:lnTo>
                        <a:pt x="55" y="315"/>
                      </a:lnTo>
                      <a:lnTo>
                        <a:pt x="55" y="316"/>
                      </a:lnTo>
                      <a:lnTo>
                        <a:pt x="53" y="316"/>
                      </a:lnTo>
                      <a:lnTo>
                        <a:pt x="51" y="316"/>
                      </a:lnTo>
                      <a:lnTo>
                        <a:pt x="51" y="315"/>
                      </a:lnTo>
                      <a:lnTo>
                        <a:pt x="53" y="315"/>
                      </a:lnTo>
                      <a:lnTo>
                        <a:pt x="51" y="315"/>
                      </a:lnTo>
                      <a:lnTo>
                        <a:pt x="53" y="315"/>
                      </a:lnTo>
                      <a:lnTo>
                        <a:pt x="53" y="313"/>
                      </a:lnTo>
                      <a:lnTo>
                        <a:pt x="53" y="311"/>
                      </a:lnTo>
                      <a:lnTo>
                        <a:pt x="55" y="311"/>
                      </a:lnTo>
                      <a:lnTo>
                        <a:pt x="57" y="311"/>
                      </a:lnTo>
                      <a:lnTo>
                        <a:pt x="58" y="311"/>
                      </a:lnTo>
                      <a:lnTo>
                        <a:pt x="57" y="309"/>
                      </a:lnTo>
                      <a:lnTo>
                        <a:pt x="58" y="309"/>
                      </a:lnTo>
                      <a:lnTo>
                        <a:pt x="57" y="309"/>
                      </a:lnTo>
                      <a:lnTo>
                        <a:pt x="58" y="309"/>
                      </a:lnTo>
                      <a:lnTo>
                        <a:pt x="57" y="309"/>
                      </a:lnTo>
                      <a:lnTo>
                        <a:pt x="57" y="307"/>
                      </a:lnTo>
                      <a:lnTo>
                        <a:pt x="58" y="307"/>
                      </a:lnTo>
                      <a:lnTo>
                        <a:pt x="58" y="305"/>
                      </a:lnTo>
                      <a:lnTo>
                        <a:pt x="58" y="307"/>
                      </a:lnTo>
                      <a:lnTo>
                        <a:pt x="57" y="307"/>
                      </a:lnTo>
                      <a:lnTo>
                        <a:pt x="57" y="309"/>
                      </a:lnTo>
                      <a:lnTo>
                        <a:pt x="58" y="309"/>
                      </a:lnTo>
                      <a:lnTo>
                        <a:pt x="57" y="309"/>
                      </a:lnTo>
                      <a:lnTo>
                        <a:pt x="58" y="309"/>
                      </a:lnTo>
                      <a:lnTo>
                        <a:pt x="57" y="309"/>
                      </a:lnTo>
                      <a:lnTo>
                        <a:pt x="58" y="311"/>
                      </a:lnTo>
                      <a:lnTo>
                        <a:pt x="57" y="311"/>
                      </a:lnTo>
                      <a:lnTo>
                        <a:pt x="57" y="309"/>
                      </a:lnTo>
                      <a:lnTo>
                        <a:pt x="57" y="311"/>
                      </a:lnTo>
                      <a:lnTo>
                        <a:pt x="57" y="309"/>
                      </a:lnTo>
                      <a:lnTo>
                        <a:pt x="55" y="309"/>
                      </a:lnTo>
                      <a:lnTo>
                        <a:pt x="57" y="309"/>
                      </a:lnTo>
                      <a:lnTo>
                        <a:pt x="55" y="309"/>
                      </a:lnTo>
                      <a:lnTo>
                        <a:pt x="55" y="307"/>
                      </a:lnTo>
                      <a:lnTo>
                        <a:pt x="57" y="307"/>
                      </a:lnTo>
                      <a:lnTo>
                        <a:pt x="55" y="307"/>
                      </a:lnTo>
                      <a:lnTo>
                        <a:pt x="55" y="309"/>
                      </a:lnTo>
                      <a:lnTo>
                        <a:pt x="53" y="309"/>
                      </a:lnTo>
                      <a:lnTo>
                        <a:pt x="53" y="307"/>
                      </a:lnTo>
                      <a:lnTo>
                        <a:pt x="51" y="307"/>
                      </a:lnTo>
                      <a:lnTo>
                        <a:pt x="53" y="307"/>
                      </a:lnTo>
                      <a:lnTo>
                        <a:pt x="51" y="307"/>
                      </a:lnTo>
                      <a:lnTo>
                        <a:pt x="53" y="307"/>
                      </a:lnTo>
                      <a:lnTo>
                        <a:pt x="53" y="309"/>
                      </a:lnTo>
                      <a:lnTo>
                        <a:pt x="51" y="309"/>
                      </a:lnTo>
                      <a:lnTo>
                        <a:pt x="49" y="309"/>
                      </a:lnTo>
                      <a:lnTo>
                        <a:pt x="49" y="307"/>
                      </a:lnTo>
                      <a:lnTo>
                        <a:pt x="51" y="307"/>
                      </a:lnTo>
                      <a:lnTo>
                        <a:pt x="49" y="307"/>
                      </a:lnTo>
                      <a:lnTo>
                        <a:pt x="49" y="309"/>
                      </a:lnTo>
                      <a:lnTo>
                        <a:pt x="49" y="307"/>
                      </a:lnTo>
                      <a:lnTo>
                        <a:pt x="51" y="307"/>
                      </a:lnTo>
                      <a:lnTo>
                        <a:pt x="49" y="307"/>
                      </a:lnTo>
                      <a:lnTo>
                        <a:pt x="47" y="309"/>
                      </a:lnTo>
                      <a:lnTo>
                        <a:pt x="47" y="307"/>
                      </a:lnTo>
                      <a:lnTo>
                        <a:pt x="49" y="307"/>
                      </a:lnTo>
                      <a:lnTo>
                        <a:pt x="47" y="307"/>
                      </a:lnTo>
                      <a:lnTo>
                        <a:pt x="47" y="305"/>
                      </a:lnTo>
                      <a:lnTo>
                        <a:pt x="49" y="305"/>
                      </a:lnTo>
                      <a:lnTo>
                        <a:pt x="47" y="305"/>
                      </a:lnTo>
                      <a:lnTo>
                        <a:pt x="47" y="307"/>
                      </a:lnTo>
                      <a:lnTo>
                        <a:pt x="46" y="307"/>
                      </a:lnTo>
                      <a:lnTo>
                        <a:pt x="46" y="305"/>
                      </a:lnTo>
                      <a:lnTo>
                        <a:pt x="46" y="304"/>
                      </a:lnTo>
                      <a:lnTo>
                        <a:pt x="46" y="302"/>
                      </a:lnTo>
                      <a:lnTo>
                        <a:pt x="44" y="302"/>
                      </a:lnTo>
                      <a:lnTo>
                        <a:pt x="44" y="300"/>
                      </a:lnTo>
                      <a:lnTo>
                        <a:pt x="44" y="298"/>
                      </a:lnTo>
                      <a:lnTo>
                        <a:pt x="42" y="296"/>
                      </a:lnTo>
                      <a:lnTo>
                        <a:pt x="42" y="294"/>
                      </a:lnTo>
                      <a:lnTo>
                        <a:pt x="40" y="294"/>
                      </a:lnTo>
                      <a:lnTo>
                        <a:pt x="40" y="293"/>
                      </a:lnTo>
                      <a:lnTo>
                        <a:pt x="40" y="291"/>
                      </a:lnTo>
                      <a:lnTo>
                        <a:pt x="42" y="291"/>
                      </a:lnTo>
                      <a:lnTo>
                        <a:pt x="40" y="291"/>
                      </a:lnTo>
                      <a:lnTo>
                        <a:pt x="40" y="289"/>
                      </a:lnTo>
                      <a:lnTo>
                        <a:pt x="40" y="287"/>
                      </a:lnTo>
                      <a:lnTo>
                        <a:pt x="38" y="287"/>
                      </a:lnTo>
                      <a:lnTo>
                        <a:pt x="38" y="285"/>
                      </a:lnTo>
                      <a:lnTo>
                        <a:pt x="38" y="284"/>
                      </a:lnTo>
                      <a:lnTo>
                        <a:pt x="38" y="282"/>
                      </a:lnTo>
                      <a:lnTo>
                        <a:pt x="37" y="282"/>
                      </a:lnTo>
                      <a:lnTo>
                        <a:pt x="37" y="280"/>
                      </a:lnTo>
                      <a:lnTo>
                        <a:pt x="38" y="280"/>
                      </a:lnTo>
                      <a:lnTo>
                        <a:pt x="37" y="280"/>
                      </a:lnTo>
                      <a:lnTo>
                        <a:pt x="37" y="282"/>
                      </a:lnTo>
                      <a:lnTo>
                        <a:pt x="38" y="282"/>
                      </a:lnTo>
                      <a:lnTo>
                        <a:pt x="38" y="284"/>
                      </a:lnTo>
                      <a:lnTo>
                        <a:pt x="38" y="285"/>
                      </a:lnTo>
                      <a:lnTo>
                        <a:pt x="38" y="287"/>
                      </a:lnTo>
                      <a:lnTo>
                        <a:pt x="40" y="287"/>
                      </a:lnTo>
                      <a:lnTo>
                        <a:pt x="40" y="289"/>
                      </a:lnTo>
                      <a:lnTo>
                        <a:pt x="38" y="289"/>
                      </a:lnTo>
                      <a:lnTo>
                        <a:pt x="38" y="291"/>
                      </a:lnTo>
                      <a:lnTo>
                        <a:pt x="37" y="291"/>
                      </a:lnTo>
                      <a:lnTo>
                        <a:pt x="37" y="293"/>
                      </a:lnTo>
                      <a:lnTo>
                        <a:pt x="37" y="294"/>
                      </a:lnTo>
                      <a:lnTo>
                        <a:pt x="35" y="294"/>
                      </a:lnTo>
                      <a:lnTo>
                        <a:pt x="33" y="294"/>
                      </a:lnTo>
                      <a:lnTo>
                        <a:pt x="33" y="296"/>
                      </a:lnTo>
                      <a:lnTo>
                        <a:pt x="35" y="296"/>
                      </a:lnTo>
                      <a:lnTo>
                        <a:pt x="33" y="296"/>
                      </a:lnTo>
                      <a:lnTo>
                        <a:pt x="35" y="298"/>
                      </a:lnTo>
                      <a:lnTo>
                        <a:pt x="33" y="298"/>
                      </a:lnTo>
                      <a:lnTo>
                        <a:pt x="33" y="300"/>
                      </a:lnTo>
                      <a:lnTo>
                        <a:pt x="31" y="300"/>
                      </a:lnTo>
                      <a:lnTo>
                        <a:pt x="29" y="300"/>
                      </a:lnTo>
                      <a:lnTo>
                        <a:pt x="29" y="302"/>
                      </a:lnTo>
                      <a:lnTo>
                        <a:pt x="29" y="300"/>
                      </a:lnTo>
                      <a:lnTo>
                        <a:pt x="29" y="298"/>
                      </a:lnTo>
                      <a:lnTo>
                        <a:pt x="29" y="296"/>
                      </a:lnTo>
                      <a:lnTo>
                        <a:pt x="31" y="296"/>
                      </a:lnTo>
                      <a:lnTo>
                        <a:pt x="31" y="294"/>
                      </a:lnTo>
                      <a:lnTo>
                        <a:pt x="31" y="296"/>
                      </a:lnTo>
                      <a:lnTo>
                        <a:pt x="31" y="294"/>
                      </a:lnTo>
                      <a:lnTo>
                        <a:pt x="31" y="293"/>
                      </a:lnTo>
                      <a:lnTo>
                        <a:pt x="33" y="293"/>
                      </a:lnTo>
                      <a:lnTo>
                        <a:pt x="35" y="293"/>
                      </a:lnTo>
                      <a:lnTo>
                        <a:pt x="33" y="293"/>
                      </a:lnTo>
                      <a:lnTo>
                        <a:pt x="35" y="293"/>
                      </a:lnTo>
                      <a:lnTo>
                        <a:pt x="35" y="291"/>
                      </a:lnTo>
                      <a:lnTo>
                        <a:pt x="35" y="289"/>
                      </a:lnTo>
                      <a:lnTo>
                        <a:pt x="35" y="291"/>
                      </a:lnTo>
                      <a:lnTo>
                        <a:pt x="33" y="293"/>
                      </a:lnTo>
                      <a:lnTo>
                        <a:pt x="33" y="291"/>
                      </a:lnTo>
                      <a:lnTo>
                        <a:pt x="33" y="289"/>
                      </a:lnTo>
                      <a:lnTo>
                        <a:pt x="35" y="289"/>
                      </a:lnTo>
                      <a:lnTo>
                        <a:pt x="35" y="287"/>
                      </a:lnTo>
                      <a:lnTo>
                        <a:pt x="35" y="289"/>
                      </a:lnTo>
                      <a:lnTo>
                        <a:pt x="33" y="289"/>
                      </a:lnTo>
                      <a:lnTo>
                        <a:pt x="35" y="289"/>
                      </a:lnTo>
                      <a:lnTo>
                        <a:pt x="35" y="287"/>
                      </a:lnTo>
                      <a:lnTo>
                        <a:pt x="33" y="287"/>
                      </a:lnTo>
                      <a:lnTo>
                        <a:pt x="35" y="289"/>
                      </a:lnTo>
                      <a:lnTo>
                        <a:pt x="33" y="289"/>
                      </a:lnTo>
                      <a:lnTo>
                        <a:pt x="33" y="287"/>
                      </a:lnTo>
                      <a:lnTo>
                        <a:pt x="33" y="289"/>
                      </a:lnTo>
                      <a:lnTo>
                        <a:pt x="33" y="287"/>
                      </a:lnTo>
                      <a:lnTo>
                        <a:pt x="33" y="285"/>
                      </a:lnTo>
                      <a:lnTo>
                        <a:pt x="31" y="285"/>
                      </a:lnTo>
                      <a:lnTo>
                        <a:pt x="31" y="284"/>
                      </a:lnTo>
                      <a:lnTo>
                        <a:pt x="33" y="284"/>
                      </a:lnTo>
                      <a:lnTo>
                        <a:pt x="31" y="284"/>
                      </a:lnTo>
                      <a:lnTo>
                        <a:pt x="31" y="285"/>
                      </a:lnTo>
                      <a:lnTo>
                        <a:pt x="31" y="284"/>
                      </a:lnTo>
                      <a:lnTo>
                        <a:pt x="29" y="284"/>
                      </a:lnTo>
                      <a:lnTo>
                        <a:pt x="29" y="282"/>
                      </a:lnTo>
                      <a:lnTo>
                        <a:pt x="29" y="280"/>
                      </a:lnTo>
                      <a:lnTo>
                        <a:pt x="27" y="280"/>
                      </a:lnTo>
                      <a:lnTo>
                        <a:pt x="29" y="278"/>
                      </a:lnTo>
                      <a:lnTo>
                        <a:pt x="29" y="276"/>
                      </a:lnTo>
                      <a:lnTo>
                        <a:pt x="29" y="274"/>
                      </a:lnTo>
                      <a:lnTo>
                        <a:pt x="27" y="274"/>
                      </a:lnTo>
                      <a:lnTo>
                        <a:pt x="29" y="274"/>
                      </a:lnTo>
                      <a:lnTo>
                        <a:pt x="29" y="273"/>
                      </a:lnTo>
                      <a:lnTo>
                        <a:pt x="29" y="271"/>
                      </a:lnTo>
                      <a:lnTo>
                        <a:pt x="29" y="269"/>
                      </a:lnTo>
                      <a:lnTo>
                        <a:pt x="27" y="269"/>
                      </a:lnTo>
                      <a:lnTo>
                        <a:pt x="27" y="267"/>
                      </a:lnTo>
                      <a:lnTo>
                        <a:pt x="29" y="267"/>
                      </a:lnTo>
                      <a:lnTo>
                        <a:pt x="27" y="267"/>
                      </a:lnTo>
                      <a:lnTo>
                        <a:pt x="27" y="265"/>
                      </a:lnTo>
                      <a:lnTo>
                        <a:pt x="27" y="267"/>
                      </a:lnTo>
                      <a:lnTo>
                        <a:pt x="29" y="267"/>
                      </a:lnTo>
                      <a:lnTo>
                        <a:pt x="27" y="267"/>
                      </a:lnTo>
                      <a:lnTo>
                        <a:pt x="29" y="269"/>
                      </a:lnTo>
                      <a:lnTo>
                        <a:pt x="29" y="271"/>
                      </a:lnTo>
                      <a:lnTo>
                        <a:pt x="29" y="273"/>
                      </a:lnTo>
                      <a:lnTo>
                        <a:pt x="29" y="274"/>
                      </a:lnTo>
                      <a:lnTo>
                        <a:pt x="27" y="274"/>
                      </a:lnTo>
                      <a:lnTo>
                        <a:pt x="29" y="276"/>
                      </a:lnTo>
                      <a:lnTo>
                        <a:pt x="29" y="278"/>
                      </a:lnTo>
                      <a:lnTo>
                        <a:pt x="27" y="278"/>
                      </a:lnTo>
                      <a:lnTo>
                        <a:pt x="27" y="280"/>
                      </a:lnTo>
                      <a:lnTo>
                        <a:pt x="29" y="280"/>
                      </a:lnTo>
                      <a:lnTo>
                        <a:pt x="29" y="282"/>
                      </a:lnTo>
                      <a:lnTo>
                        <a:pt x="29" y="284"/>
                      </a:lnTo>
                      <a:lnTo>
                        <a:pt x="31" y="284"/>
                      </a:lnTo>
                      <a:lnTo>
                        <a:pt x="31" y="285"/>
                      </a:lnTo>
                      <a:lnTo>
                        <a:pt x="33" y="285"/>
                      </a:lnTo>
                      <a:lnTo>
                        <a:pt x="31" y="287"/>
                      </a:lnTo>
                      <a:lnTo>
                        <a:pt x="31" y="289"/>
                      </a:lnTo>
                      <a:lnTo>
                        <a:pt x="29" y="291"/>
                      </a:lnTo>
                      <a:lnTo>
                        <a:pt x="29" y="289"/>
                      </a:lnTo>
                      <a:lnTo>
                        <a:pt x="31" y="289"/>
                      </a:lnTo>
                      <a:lnTo>
                        <a:pt x="31" y="287"/>
                      </a:lnTo>
                      <a:lnTo>
                        <a:pt x="31" y="285"/>
                      </a:lnTo>
                      <a:lnTo>
                        <a:pt x="31" y="287"/>
                      </a:lnTo>
                      <a:lnTo>
                        <a:pt x="29" y="287"/>
                      </a:lnTo>
                      <a:lnTo>
                        <a:pt x="29" y="285"/>
                      </a:lnTo>
                      <a:lnTo>
                        <a:pt x="29" y="287"/>
                      </a:lnTo>
                      <a:lnTo>
                        <a:pt x="31" y="287"/>
                      </a:lnTo>
                      <a:lnTo>
                        <a:pt x="31" y="289"/>
                      </a:lnTo>
                      <a:lnTo>
                        <a:pt x="29" y="289"/>
                      </a:lnTo>
                      <a:lnTo>
                        <a:pt x="29" y="291"/>
                      </a:lnTo>
                      <a:lnTo>
                        <a:pt x="29" y="293"/>
                      </a:lnTo>
                      <a:lnTo>
                        <a:pt x="29" y="294"/>
                      </a:lnTo>
                      <a:lnTo>
                        <a:pt x="29" y="296"/>
                      </a:lnTo>
                      <a:lnTo>
                        <a:pt x="27" y="296"/>
                      </a:lnTo>
                      <a:lnTo>
                        <a:pt x="27" y="298"/>
                      </a:lnTo>
                      <a:lnTo>
                        <a:pt x="27" y="296"/>
                      </a:lnTo>
                      <a:lnTo>
                        <a:pt x="27" y="298"/>
                      </a:lnTo>
                      <a:lnTo>
                        <a:pt x="26" y="298"/>
                      </a:lnTo>
                      <a:lnTo>
                        <a:pt x="27" y="298"/>
                      </a:lnTo>
                      <a:lnTo>
                        <a:pt x="26" y="296"/>
                      </a:lnTo>
                      <a:lnTo>
                        <a:pt x="26" y="298"/>
                      </a:lnTo>
                      <a:lnTo>
                        <a:pt x="26" y="300"/>
                      </a:lnTo>
                      <a:lnTo>
                        <a:pt x="26" y="302"/>
                      </a:lnTo>
                      <a:lnTo>
                        <a:pt x="24" y="302"/>
                      </a:lnTo>
                      <a:lnTo>
                        <a:pt x="24" y="300"/>
                      </a:lnTo>
                      <a:lnTo>
                        <a:pt x="22" y="300"/>
                      </a:lnTo>
                      <a:lnTo>
                        <a:pt x="22" y="298"/>
                      </a:lnTo>
                      <a:lnTo>
                        <a:pt x="20" y="298"/>
                      </a:lnTo>
                      <a:lnTo>
                        <a:pt x="22" y="298"/>
                      </a:lnTo>
                      <a:lnTo>
                        <a:pt x="22" y="296"/>
                      </a:lnTo>
                      <a:lnTo>
                        <a:pt x="24" y="296"/>
                      </a:lnTo>
                      <a:lnTo>
                        <a:pt x="22" y="296"/>
                      </a:lnTo>
                      <a:lnTo>
                        <a:pt x="24" y="296"/>
                      </a:lnTo>
                      <a:lnTo>
                        <a:pt x="24" y="294"/>
                      </a:lnTo>
                      <a:lnTo>
                        <a:pt x="26" y="294"/>
                      </a:lnTo>
                      <a:lnTo>
                        <a:pt x="27" y="294"/>
                      </a:lnTo>
                      <a:lnTo>
                        <a:pt x="26" y="294"/>
                      </a:lnTo>
                      <a:lnTo>
                        <a:pt x="27" y="294"/>
                      </a:lnTo>
                      <a:lnTo>
                        <a:pt x="27" y="293"/>
                      </a:lnTo>
                      <a:lnTo>
                        <a:pt x="27" y="291"/>
                      </a:lnTo>
                      <a:lnTo>
                        <a:pt x="26" y="291"/>
                      </a:lnTo>
                      <a:lnTo>
                        <a:pt x="27" y="291"/>
                      </a:lnTo>
                      <a:lnTo>
                        <a:pt x="26" y="289"/>
                      </a:lnTo>
                      <a:lnTo>
                        <a:pt x="26" y="287"/>
                      </a:lnTo>
                      <a:lnTo>
                        <a:pt x="26" y="289"/>
                      </a:lnTo>
                      <a:lnTo>
                        <a:pt x="27" y="291"/>
                      </a:lnTo>
                      <a:lnTo>
                        <a:pt x="26" y="291"/>
                      </a:lnTo>
                      <a:lnTo>
                        <a:pt x="26" y="293"/>
                      </a:lnTo>
                      <a:lnTo>
                        <a:pt x="24" y="293"/>
                      </a:lnTo>
                      <a:lnTo>
                        <a:pt x="24" y="291"/>
                      </a:lnTo>
                      <a:lnTo>
                        <a:pt x="24" y="293"/>
                      </a:lnTo>
                      <a:lnTo>
                        <a:pt x="24" y="294"/>
                      </a:lnTo>
                      <a:lnTo>
                        <a:pt x="24" y="296"/>
                      </a:lnTo>
                      <a:lnTo>
                        <a:pt x="22" y="294"/>
                      </a:lnTo>
                      <a:lnTo>
                        <a:pt x="22" y="296"/>
                      </a:lnTo>
                      <a:lnTo>
                        <a:pt x="22" y="294"/>
                      </a:lnTo>
                      <a:lnTo>
                        <a:pt x="22" y="296"/>
                      </a:lnTo>
                      <a:lnTo>
                        <a:pt x="22" y="294"/>
                      </a:lnTo>
                      <a:lnTo>
                        <a:pt x="20" y="294"/>
                      </a:lnTo>
                      <a:lnTo>
                        <a:pt x="22" y="294"/>
                      </a:lnTo>
                      <a:lnTo>
                        <a:pt x="20" y="294"/>
                      </a:lnTo>
                      <a:lnTo>
                        <a:pt x="20" y="293"/>
                      </a:lnTo>
                      <a:lnTo>
                        <a:pt x="20" y="291"/>
                      </a:lnTo>
                      <a:lnTo>
                        <a:pt x="20" y="289"/>
                      </a:lnTo>
                      <a:lnTo>
                        <a:pt x="22" y="289"/>
                      </a:lnTo>
                      <a:lnTo>
                        <a:pt x="20" y="289"/>
                      </a:lnTo>
                      <a:lnTo>
                        <a:pt x="22" y="289"/>
                      </a:lnTo>
                      <a:lnTo>
                        <a:pt x="20" y="289"/>
                      </a:lnTo>
                      <a:lnTo>
                        <a:pt x="22" y="287"/>
                      </a:lnTo>
                      <a:lnTo>
                        <a:pt x="20" y="287"/>
                      </a:lnTo>
                      <a:lnTo>
                        <a:pt x="20" y="289"/>
                      </a:lnTo>
                      <a:lnTo>
                        <a:pt x="22" y="289"/>
                      </a:lnTo>
                      <a:lnTo>
                        <a:pt x="20" y="289"/>
                      </a:lnTo>
                      <a:lnTo>
                        <a:pt x="20" y="287"/>
                      </a:lnTo>
                      <a:lnTo>
                        <a:pt x="20" y="285"/>
                      </a:lnTo>
                      <a:lnTo>
                        <a:pt x="18" y="284"/>
                      </a:lnTo>
                      <a:lnTo>
                        <a:pt x="18" y="282"/>
                      </a:lnTo>
                      <a:lnTo>
                        <a:pt x="16" y="282"/>
                      </a:lnTo>
                      <a:lnTo>
                        <a:pt x="16" y="280"/>
                      </a:lnTo>
                      <a:lnTo>
                        <a:pt x="16" y="282"/>
                      </a:lnTo>
                      <a:lnTo>
                        <a:pt x="15" y="282"/>
                      </a:lnTo>
                      <a:lnTo>
                        <a:pt x="15" y="280"/>
                      </a:lnTo>
                      <a:lnTo>
                        <a:pt x="15" y="278"/>
                      </a:lnTo>
                      <a:lnTo>
                        <a:pt x="13" y="278"/>
                      </a:lnTo>
                      <a:lnTo>
                        <a:pt x="15" y="278"/>
                      </a:lnTo>
                      <a:lnTo>
                        <a:pt x="13" y="276"/>
                      </a:lnTo>
                      <a:lnTo>
                        <a:pt x="13" y="278"/>
                      </a:lnTo>
                      <a:lnTo>
                        <a:pt x="15" y="278"/>
                      </a:lnTo>
                      <a:lnTo>
                        <a:pt x="15" y="280"/>
                      </a:lnTo>
                      <a:lnTo>
                        <a:pt x="15" y="282"/>
                      </a:lnTo>
                      <a:lnTo>
                        <a:pt x="16" y="282"/>
                      </a:lnTo>
                      <a:lnTo>
                        <a:pt x="16" y="280"/>
                      </a:lnTo>
                      <a:lnTo>
                        <a:pt x="16" y="282"/>
                      </a:lnTo>
                      <a:lnTo>
                        <a:pt x="18" y="284"/>
                      </a:lnTo>
                      <a:lnTo>
                        <a:pt x="18" y="285"/>
                      </a:lnTo>
                      <a:lnTo>
                        <a:pt x="20" y="285"/>
                      </a:lnTo>
                      <a:lnTo>
                        <a:pt x="20" y="287"/>
                      </a:lnTo>
                      <a:lnTo>
                        <a:pt x="20" y="289"/>
                      </a:lnTo>
                      <a:lnTo>
                        <a:pt x="20" y="291"/>
                      </a:lnTo>
                      <a:lnTo>
                        <a:pt x="20" y="293"/>
                      </a:lnTo>
                      <a:lnTo>
                        <a:pt x="20" y="294"/>
                      </a:lnTo>
                      <a:lnTo>
                        <a:pt x="20" y="296"/>
                      </a:lnTo>
                      <a:lnTo>
                        <a:pt x="18" y="294"/>
                      </a:lnTo>
                      <a:lnTo>
                        <a:pt x="18" y="293"/>
                      </a:lnTo>
                      <a:lnTo>
                        <a:pt x="16" y="293"/>
                      </a:lnTo>
                      <a:lnTo>
                        <a:pt x="16" y="291"/>
                      </a:lnTo>
                      <a:lnTo>
                        <a:pt x="16" y="289"/>
                      </a:lnTo>
                      <a:lnTo>
                        <a:pt x="15" y="289"/>
                      </a:lnTo>
                      <a:lnTo>
                        <a:pt x="15" y="287"/>
                      </a:lnTo>
                      <a:lnTo>
                        <a:pt x="13" y="287"/>
                      </a:lnTo>
                      <a:lnTo>
                        <a:pt x="13" y="285"/>
                      </a:lnTo>
                      <a:lnTo>
                        <a:pt x="13" y="284"/>
                      </a:lnTo>
                      <a:lnTo>
                        <a:pt x="11" y="284"/>
                      </a:lnTo>
                      <a:lnTo>
                        <a:pt x="9" y="282"/>
                      </a:lnTo>
                      <a:lnTo>
                        <a:pt x="7" y="282"/>
                      </a:lnTo>
                      <a:lnTo>
                        <a:pt x="7" y="280"/>
                      </a:lnTo>
                      <a:lnTo>
                        <a:pt x="7" y="278"/>
                      </a:lnTo>
                      <a:lnTo>
                        <a:pt x="5" y="278"/>
                      </a:lnTo>
                      <a:lnTo>
                        <a:pt x="7" y="278"/>
                      </a:lnTo>
                      <a:lnTo>
                        <a:pt x="5" y="278"/>
                      </a:lnTo>
                      <a:lnTo>
                        <a:pt x="5" y="276"/>
                      </a:lnTo>
                      <a:lnTo>
                        <a:pt x="5" y="274"/>
                      </a:lnTo>
                      <a:lnTo>
                        <a:pt x="7" y="274"/>
                      </a:lnTo>
                      <a:lnTo>
                        <a:pt x="5" y="274"/>
                      </a:lnTo>
                      <a:lnTo>
                        <a:pt x="5" y="273"/>
                      </a:lnTo>
                      <a:lnTo>
                        <a:pt x="4" y="273"/>
                      </a:lnTo>
                      <a:lnTo>
                        <a:pt x="4" y="271"/>
                      </a:lnTo>
                      <a:lnTo>
                        <a:pt x="4" y="269"/>
                      </a:lnTo>
                      <a:lnTo>
                        <a:pt x="4" y="271"/>
                      </a:lnTo>
                      <a:lnTo>
                        <a:pt x="4" y="269"/>
                      </a:lnTo>
                      <a:lnTo>
                        <a:pt x="2" y="269"/>
                      </a:lnTo>
                      <a:lnTo>
                        <a:pt x="4" y="269"/>
                      </a:lnTo>
                      <a:lnTo>
                        <a:pt x="4" y="267"/>
                      </a:lnTo>
                      <a:lnTo>
                        <a:pt x="4" y="269"/>
                      </a:lnTo>
                      <a:lnTo>
                        <a:pt x="4" y="267"/>
                      </a:lnTo>
                      <a:lnTo>
                        <a:pt x="2" y="267"/>
                      </a:lnTo>
                      <a:lnTo>
                        <a:pt x="2" y="265"/>
                      </a:lnTo>
                      <a:lnTo>
                        <a:pt x="2" y="267"/>
                      </a:lnTo>
                      <a:lnTo>
                        <a:pt x="0" y="265"/>
                      </a:lnTo>
                      <a:lnTo>
                        <a:pt x="0" y="263"/>
                      </a:lnTo>
                      <a:lnTo>
                        <a:pt x="0" y="262"/>
                      </a:lnTo>
                      <a:lnTo>
                        <a:pt x="2" y="262"/>
                      </a:lnTo>
                      <a:lnTo>
                        <a:pt x="2" y="260"/>
                      </a:lnTo>
                      <a:lnTo>
                        <a:pt x="0" y="260"/>
                      </a:lnTo>
                      <a:lnTo>
                        <a:pt x="0" y="258"/>
                      </a:lnTo>
                      <a:lnTo>
                        <a:pt x="2" y="258"/>
                      </a:lnTo>
                      <a:lnTo>
                        <a:pt x="2" y="256"/>
                      </a:lnTo>
                      <a:lnTo>
                        <a:pt x="4" y="256"/>
                      </a:lnTo>
                      <a:lnTo>
                        <a:pt x="4" y="254"/>
                      </a:lnTo>
                      <a:lnTo>
                        <a:pt x="5" y="254"/>
                      </a:lnTo>
                      <a:lnTo>
                        <a:pt x="5" y="252"/>
                      </a:lnTo>
                      <a:lnTo>
                        <a:pt x="5" y="254"/>
                      </a:lnTo>
                      <a:lnTo>
                        <a:pt x="7" y="252"/>
                      </a:lnTo>
                      <a:lnTo>
                        <a:pt x="7" y="254"/>
                      </a:lnTo>
                      <a:lnTo>
                        <a:pt x="9" y="254"/>
                      </a:lnTo>
                      <a:lnTo>
                        <a:pt x="9" y="256"/>
                      </a:lnTo>
                      <a:lnTo>
                        <a:pt x="11" y="256"/>
                      </a:lnTo>
                      <a:lnTo>
                        <a:pt x="11" y="258"/>
                      </a:lnTo>
                      <a:lnTo>
                        <a:pt x="11" y="256"/>
                      </a:lnTo>
                      <a:lnTo>
                        <a:pt x="13" y="256"/>
                      </a:lnTo>
                      <a:lnTo>
                        <a:pt x="15" y="260"/>
                      </a:lnTo>
                      <a:lnTo>
                        <a:pt x="15" y="262"/>
                      </a:lnTo>
                      <a:lnTo>
                        <a:pt x="16" y="262"/>
                      </a:lnTo>
                      <a:lnTo>
                        <a:pt x="16" y="260"/>
                      </a:lnTo>
                      <a:lnTo>
                        <a:pt x="18" y="260"/>
                      </a:lnTo>
                      <a:lnTo>
                        <a:pt x="16" y="258"/>
                      </a:lnTo>
                      <a:lnTo>
                        <a:pt x="16" y="256"/>
                      </a:lnTo>
                      <a:lnTo>
                        <a:pt x="16" y="254"/>
                      </a:lnTo>
                      <a:lnTo>
                        <a:pt x="16" y="252"/>
                      </a:lnTo>
                      <a:lnTo>
                        <a:pt x="16" y="251"/>
                      </a:lnTo>
                      <a:lnTo>
                        <a:pt x="15" y="251"/>
                      </a:lnTo>
                      <a:lnTo>
                        <a:pt x="15" y="249"/>
                      </a:lnTo>
                      <a:lnTo>
                        <a:pt x="15" y="247"/>
                      </a:lnTo>
                      <a:lnTo>
                        <a:pt x="15" y="245"/>
                      </a:lnTo>
                      <a:lnTo>
                        <a:pt x="15" y="243"/>
                      </a:lnTo>
                      <a:lnTo>
                        <a:pt x="15" y="241"/>
                      </a:lnTo>
                      <a:lnTo>
                        <a:pt x="15" y="240"/>
                      </a:lnTo>
                      <a:lnTo>
                        <a:pt x="16" y="240"/>
                      </a:lnTo>
                      <a:lnTo>
                        <a:pt x="16" y="238"/>
                      </a:lnTo>
                      <a:lnTo>
                        <a:pt x="15" y="236"/>
                      </a:lnTo>
                      <a:lnTo>
                        <a:pt x="16" y="234"/>
                      </a:lnTo>
                      <a:lnTo>
                        <a:pt x="18" y="234"/>
                      </a:lnTo>
                      <a:lnTo>
                        <a:pt x="18" y="232"/>
                      </a:lnTo>
                      <a:lnTo>
                        <a:pt x="18" y="231"/>
                      </a:lnTo>
                      <a:lnTo>
                        <a:pt x="18" y="229"/>
                      </a:lnTo>
                      <a:lnTo>
                        <a:pt x="20" y="229"/>
                      </a:lnTo>
                      <a:lnTo>
                        <a:pt x="20" y="231"/>
                      </a:lnTo>
                      <a:lnTo>
                        <a:pt x="22" y="231"/>
                      </a:lnTo>
                      <a:lnTo>
                        <a:pt x="24" y="232"/>
                      </a:lnTo>
                      <a:lnTo>
                        <a:pt x="26" y="234"/>
                      </a:lnTo>
                      <a:lnTo>
                        <a:pt x="26" y="236"/>
                      </a:lnTo>
                      <a:lnTo>
                        <a:pt x="26" y="234"/>
                      </a:lnTo>
                      <a:lnTo>
                        <a:pt x="27" y="234"/>
                      </a:lnTo>
                      <a:lnTo>
                        <a:pt x="27" y="232"/>
                      </a:lnTo>
                      <a:lnTo>
                        <a:pt x="27" y="234"/>
                      </a:lnTo>
                      <a:lnTo>
                        <a:pt x="29" y="234"/>
                      </a:lnTo>
                      <a:lnTo>
                        <a:pt x="29" y="232"/>
                      </a:lnTo>
                      <a:lnTo>
                        <a:pt x="29" y="231"/>
                      </a:lnTo>
                      <a:lnTo>
                        <a:pt x="31" y="231"/>
                      </a:lnTo>
                      <a:lnTo>
                        <a:pt x="31" y="229"/>
                      </a:lnTo>
                      <a:lnTo>
                        <a:pt x="31" y="227"/>
                      </a:lnTo>
                      <a:lnTo>
                        <a:pt x="33" y="227"/>
                      </a:lnTo>
                      <a:lnTo>
                        <a:pt x="33" y="229"/>
                      </a:lnTo>
                      <a:lnTo>
                        <a:pt x="35" y="229"/>
                      </a:lnTo>
                      <a:lnTo>
                        <a:pt x="35" y="227"/>
                      </a:lnTo>
                      <a:lnTo>
                        <a:pt x="35" y="225"/>
                      </a:lnTo>
                      <a:lnTo>
                        <a:pt x="37" y="225"/>
                      </a:lnTo>
                      <a:lnTo>
                        <a:pt x="37" y="223"/>
                      </a:lnTo>
                      <a:lnTo>
                        <a:pt x="37" y="221"/>
                      </a:lnTo>
                      <a:lnTo>
                        <a:pt x="37" y="220"/>
                      </a:lnTo>
                      <a:lnTo>
                        <a:pt x="37" y="218"/>
                      </a:lnTo>
                      <a:lnTo>
                        <a:pt x="35" y="218"/>
                      </a:lnTo>
                      <a:lnTo>
                        <a:pt x="37" y="218"/>
                      </a:lnTo>
                      <a:lnTo>
                        <a:pt x="35" y="218"/>
                      </a:lnTo>
                      <a:lnTo>
                        <a:pt x="35" y="216"/>
                      </a:lnTo>
                      <a:lnTo>
                        <a:pt x="33" y="216"/>
                      </a:lnTo>
                      <a:lnTo>
                        <a:pt x="35" y="216"/>
                      </a:lnTo>
                      <a:lnTo>
                        <a:pt x="33" y="216"/>
                      </a:lnTo>
                      <a:lnTo>
                        <a:pt x="35" y="216"/>
                      </a:lnTo>
                      <a:lnTo>
                        <a:pt x="33" y="216"/>
                      </a:lnTo>
                      <a:lnTo>
                        <a:pt x="33" y="214"/>
                      </a:lnTo>
                      <a:lnTo>
                        <a:pt x="35" y="214"/>
                      </a:lnTo>
                      <a:lnTo>
                        <a:pt x="35" y="212"/>
                      </a:lnTo>
                      <a:lnTo>
                        <a:pt x="33" y="212"/>
                      </a:lnTo>
                      <a:lnTo>
                        <a:pt x="33" y="210"/>
                      </a:lnTo>
                      <a:lnTo>
                        <a:pt x="33" y="209"/>
                      </a:lnTo>
                      <a:lnTo>
                        <a:pt x="33" y="207"/>
                      </a:lnTo>
                      <a:lnTo>
                        <a:pt x="33" y="205"/>
                      </a:lnTo>
                      <a:lnTo>
                        <a:pt x="33" y="203"/>
                      </a:lnTo>
                      <a:lnTo>
                        <a:pt x="35" y="203"/>
                      </a:lnTo>
                      <a:lnTo>
                        <a:pt x="33" y="203"/>
                      </a:lnTo>
                      <a:lnTo>
                        <a:pt x="35" y="203"/>
                      </a:lnTo>
                      <a:lnTo>
                        <a:pt x="35" y="201"/>
                      </a:lnTo>
                      <a:lnTo>
                        <a:pt x="35" y="199"/>
                      </a:lnTo>
                      <a:lnTo>
                        <a:pt x="35" y="198"/>
                      </a:lnTo>
                      <a:lnTo>
                        <a:pt x="33" y="198"/>
                      </a:lnTo>
                      <a:lnTo>
                        <a:pt x="35" y="198"/>
                      </a:lnTo>
                      <a:lnTo>
                        <a:pt x="33" y="198"/>
                      </a:lnTo>
                      <a:lnTo>
                        <a:pt x="35" y="198"/>
                      </a:lnTo>
                      <a:lnTo>
                        <a:pt x="35" y="196"/>
                      </a:lnTo>
                      <a:lnTo>
                        <a:pt x="35" y="198"/>
                      </a:lnTo>
                      <a:lnTo>
                        <a:pt x="35" y="196"/>
                      </a:lnTo>
                      <a:lnTo>
                        <a:pt x="37" y="196"/>
                      </a:lnTo>
                      <a:lnTo>
                        <a:pt x="37" y="198"/>
                      </a:lnTo>
                      <a:lnTo>
                        <a:pt x="38" y="198"/>
                      </a:lnTo>
                      <a:lnTo>
                        <a:pt x="37" y="198"/>
                      </a:lnTo>
                      <a:lnTo>
                        <a:pt x="38" y="198"/>
                      </a:lnTo>
                      <a:lnTo>
                        <a:pt x="40" y="198"/>
                      </a:lnTo>
                      <a:lnTo>
                        <a:pt x="40" y="196"/>
                      </a:lnTo>
                      <a:lnTo>
                        <a:pt x="42" y="196"/>
                      </a:lnTo>
                      <a:lnTo>
                        <a:pt x="42" y="194"/>
                      </a:lnTo>
                      <a:lnTo>
                        <a:pt x="44" y="194"/>
                      </a:lnTo>
                      <a:lnTo>
                        <a:pt x="42" y="194"/>
                      </a:lnTo>
                      <a:lnTo>
                        <a:pt x="42" y="192"/>
                      </a:lnTo>
                      <a:lnTo>
                        <a:pt x="42" y="190"/>
                      </a:lnTo>
                      <a:lnTo>
                        <a:pt x="44" y="190"/>
                      </a:lnTo>
                      <a:lnTo>
                        <a:pt x="42" y="190"/>
                      </a:lnTo>
                      <a:lnTo>
                        <a:pt x="42" y="188"/>
                      </a:lnTo>
                      <a:lnTo>
                        <a:pt x="42" y="187"/>
                      </a:lnTo>
                      <a:lnTo>
                        <a:pt x="42" y="185"/>
                      </a:lnTo>
                      <a:lnTo>
                        <a:pt x="44" y="185"/>
                      </a:lnTo>
                      <a:lnTo>
                        <a:pt x="44" y="183"/>
                      </a:lnTo>
                      <a:lnTo>
                        <a:pt x="44" y="181"/>
                      </a:lnTo>
                      <a:lnTo>
                        <a:pt x="44" y="179"/>
                      </a:lnTo>
                      <a:lnTo>
                        <a:pt x="44" y="178"/>
                      </a:lnTo>
                      <a:lnTo>
                        <a:pt x="44" y="176"/>
                      </a:lnTo>
                      <a:lnTo>
                        <a:pt x="44" y="174"/>
                      </a:lnTo>
                      <a:lnTo>
                        <a:pt x="46" y="174"/>
                      </a:lnTo>
                      <a:lnTo>
                        <a:pt x="44" y="174"/>
                      </a:lnTo>
                      <a:lnTo>
                        <a:pt x="44" y="172"/>
                      </a:lnTo>
                      <a:lnTo>
                        <a:pt x="44" y="170"/>
                      </a:lnTo>
                      <a:lnTo>
                        <a:pt x="44" y="168"/>
                      </a:lnTo>
                      <a:lnTo>
                        <a:pt x="44" y="167"/>
                      </a:lnTo>
                      <a:lnTo>
                        <a:pt x="44" y="165"/>
                      </a:lnTo>
                      <a:lnTo>
                        <a:pt x="42" y="165"/>
                      </a:lnTo>
                      <a:lnTo>
                        <a:pt x="42" y="163"/>
                      </a:lnTo>
                      <a:lnTo>
                        <a:pt x="40" y="163"/>
                      </a:lnTo>
                      <a:lnTo>
                        <a:pt x="42" y="163"/>
                      </a:lnTo>
                      <a:lnTo>
                        <a:pt x="42" y="161"/>
                      </a:lnTo>
                      <a:lnTo>
                        <a:pt x="40" y="161"/>
                      </a:lnTo>
                      <a:lnTo>
                        <a:pt x="42" y="161"/>
                      </a:lnTo>
                      <a:lnTo>
                        <a:pt x="40" y="161"/>
                      </a:lnTo>
                      <a:lnTo>
                        <a:pt x="42" y="161"/>
                      </a:lnTo>
                      <a:lnTo>
                        <a:pt x="40" y="161"/>
                      </a:lnTo>
                      <a:lnTo>
                        <a:pt x="42" y="161"/>
                      </a:lnTo>
                      <a:lnTo>
                        <a:pt x="42" y="159"/>
                      </a:lnTo>
                      <a:lnTo>
                        <a:pt x="40" y="159"/>
                      </a:lnTo>
                      <a:lnTo>
                        <a:pt x="42" y="159"/>
                      </a:lnTo>
                      <a:lnTo>
                        <a:pt x="44" y="159"/>
                      </a:lnTo>
                      <a:lnTo>
                        <a:pt x="44" y="161"/>
                      </a:lnTo>
                      <a:lnTo>
                        <a:pt x="46" y="161"/>
                      </a:lnTo>
                      <a:lnTo>
                        <a:pt x="46" y="163"/>
                      </a:lnTo>
                      <a:lnTo>
                        <a:pt x="46" y="165"/>
                      </a:lnTo>
                      <a:lnTo>
                        <a:pt x="47" y="165"/>
                      </a:lnTo>
                      <a:lnTo>
                        <a:pt x="49" y="165"/>
                      </a:lnTo>
                      <a:lnTo>
                        <a:pt x="49" y="163"/>
                      </a:lnTo>
                      <a:lnTo>
                        <a:pt x="49" y="165"/>
                      </a:lnTo>
                      <a:lnTo>
                        <a:pt x="51" y="165"/>
                      </a:lnTo>
                      <a:lnTo>
                        <a:pt x="51" y="163"/>
                      </a:lnTo>
                      <a:lnTo>
                        <a:pt x="53" y="163"/>
                      </a:lnTo>
                      <a:lnTo>
                        <a:pt x="55" y="163"/>
                      </a:lnTo>
                      <a:lnTo>
                        <a:pt x="57" y="163"/>
                      </a:lnTo>
                      <a:lnTo>
                        <a:pt x="57" y="165"/>
                      </a:lnTo>
                      <a:lnTo>
                        <a:pt x="58" y="165"/>
                      </a:lnTo>
                      <a:lnTo>
                        <a:pt x="60" y="165"/>
                      </a:lnTo>
                      <a:lnTo>
                        <a:pt x="62" y="165"/>
                      </a:lnTo>
                      <a:lnTo>
                        <a:pt x="64" y="165"/>
                      </a:lnTo>
                      <a:lnTo>
                        <a:pt x="66" y="165"/>
                      </a:lnTo>
                      <a:lnTo>
                        <a:pt x="66" y="167"/>
                      </a:lnTo>
                      <a:lnTo>
                        <a:pt x="68" y="167"/>
                      </a:lnTo>
                      <a:lnTo>
                        <a:pt x="69" y="167"/>
                      </a:lnTo>
                      <a:lnTo>
                        <a:pt x="69" y="168"/>
                      </a:lnTo>
                      <a:lnTo>
                        <a:pt x="71" y="168"/>
                      </a:lnTo>
                      <a:lnTo>
                        <a:pt x="71" y="167"/>
                      </a:lnTo>
                      <a:lnTo>
                        <a:pt x="71" y="165"/>
                      </a:lnTo>
                      <a:lnTo>
                        <a:pt x="71" y="163"/>
                      </a:lnTo>
                      <a:lnTo>
                        <a:pt x="73" y="163"/>
                      </a:lnTo>
                      <a:lnTo>
                        <a:pt x="73" y="161"/>
                      </a:lnTo>
                      <a:lnTo>
                        <a:pt x="73" y="159"/>
                      </a:lnTo>
                      <a:lnTo>
                        <a:pt x="73" y="161"/>
                      </a:lnTo>
                      <a:lnTo>
                        <a:pt x="73" y="159"/>
                      </a:lnTo>
                      <a:lnTo>
                        <a:pt x="75" y="159"/>
                      </a:lnTo>
                      <a:lnTo>
                        <a:pt x="75" y="157"/>
                      </a:lnTo>
                      <a:lnTo>
                        <a:pt x="75" y="156"/>
                      </a:lnTo>
                      <a:lnTo>
                        <a:pt x="75" y="154"/>
                      </a:lnTo>
                      <a:lnTo>
                        <a:pt x="77" y="154"/>
                      </a:lnTo>
                      <a:lnTo>
                        <a:pt x="77" y="152"/>
                      </a:lnTo>
                      <a:lnTo>
                        <a:pt x="77" y="150"/>
                      </a:lnTo>
                      <a:lnTo>
                        <a:pt x="78" y="148"/>
                      </a:lnTo>
                      <a:lnTo>
                        <a:pt x="80" y="146"/>
                      </a:lnTo>
                      <a:lnTo>
                        <a:pt x="78" y="146"/>
                      </a:lnTo>
                      <a:lnTo>
                        <a:pt x="78" y="145"/>
                      </a:lnTo>
                      <a:lnTo>
                        <a:pt x="80" y="145"/>
                      </a:lnTo>
                      <a:lnTo>
                        <a:pt x="82" y="143"/>
                      </a:lnTo>
                      <a:lnTo>
                        <a:pt x="82" y="141"/>
                      </a:lnTo>
                      <a:lnTo>
                        <a:pt x="84" y="141"/>
                      </a:lnTo>
                      <a:lnTo>
                        <a:pt x="84" y="139"/>
                      </a:lnTo>
                      <a:lnTo>
                        <a:pt x="84" y="137"/>
                      </a:lnTo>
                      <a:lnTo>
                        <a:pt x="86" y="137"/>
                      </a:lnTo>
                      <a:lnTo>
                        <a:pt x="88" y="135"/>
                      </a:lnTo>
                      <a:lnTo>
                        <a:pt x="88" y="134"/>
                      </a:lnTo>
                      <a:lnTo>
                        <a:pt x="88" y="132"/>
                      </a:lnTo>
                      <a:lnTo>
                        <a:pt x="89" y="132"/>
                      </a:lnTo>
                      <a:lnTo>
                        <a:pt x="89" y="130"/>
                      </a:lnTo>
                      <a:lnTo>
                        <a:pt x="91" y="130"/>
                      </a:lnTo>
                      <a:lnTo>
                        <a:pt x="91" y="128"/>
                      </a:lnTo>
                      <a:lnTo>
                        <a:pt x="89" y="128"/>
                      </a:lnTo>
                      <a:lnTo>
                        <a:pt x="89" y="126"/>
                      </a:lnTo>
                      <a:lnTo>
                        <a:pt x="91" y="126"/>
                      </a:lnTo>
                      <a:lnTo>
                        <a:pt x="91" y="124"/>
                      </a:lnTo>
                      <a:lnTo>
                        <a:pt x="91" y="123"/>
                      </a:lnTo>
                      <a:lnTo>
                        <a:pt x="91" y="121"/>
                      </a:lnTo>
                      <a:lnTo>
                        <a:pt x="89" y="121"/>
                      </a:lnTo>
                      <a:lnTo>
                        <a:pt x="88" y="121"/>
                      </a:lnTo>
                      <a:lnTo>
                        <a:pt x="88" y="119"/>
                      </a:lnTo>
                      <a:lnTo>
                        <a:pt x="88" y="121"/>
                      </a:lnTo>
                      <a:lnTo>
                        <a:pt x="86" y="119"/>
                      </a:lnTo>
                      <a:lnTo>
                        <a:pt x="86" y="117"/>
                      </a:lnTo>
                      <a:lnTo>
                        <a:pt x="86" y="115"/>
                      </a:lnTo>
                      <a:lnTo>
                        <a:pt x="88" y="115"/>
                      </a:lnTo>
                      <a:lnTo>
                        <a:pt x="88" y="114"/>
                      </a:lnTo>
                      <a:lnTo>
                        <a:pt x="88" y="112"/>
                      </a:lnTo>
                      <a:lnTo>
                        <a:pt x="89" y="112"/>
                      </a:lnTo>
                      <a:lnTo>
                        <a:pt x="89" y="110"/>
                      </a:lnTo>
                      <a:lnTo>
                        <a:pt x="91" y="110"/>
                      </a:lnTo>
                      <a:lnTo>
                        <a:pt x="93" y="110"/>
                      </a:lnTo>
                      <a:lnTo>
                        <a:pt x="93" y="108"/>
                      </a:lnTo>
                      <a:lnTo>
                        <a:pt x="95" y="108"/>
                      </a:lnTo>
                      <a:lnTo>
                        <a:pt x="95" y="106"/>
                      </a:lnTo>
                      <a:lnTo>
                        <a:pt x="97" y="106"/>
                      </a:lnTo>
                      <a:lnTo>
                        <a:pt x="97" y="104"/>
                      </a:lnTo>
                      <a:lnTo>
                        <a:pt x="99" y="104"/>
                      </a:lnTo>
                      <a:lnTo>
                        <a:pt x="99" y="103"/>
                      </a:lnTo>
                      <a:lnTo>
                        <a:pt x="100" y="103"/>
                      </a:lnTo>
                      <a:lnTo>
                        <a:pt x="100" y="101"/>
                      </a:lnTo>
                      <a:lnTo>
                        <a:pt x="102" y="101"/>
                      </a:lnTo>
                      <a:lnTo>
                        <a:pt x="102" y="99"/>
                      </a:lnTo>
                      <a:lnTo>
                        <a:pt x="102" y="97"/>
                      </a:lnTo>
                      <a:lnTo>
                        <a:pt x="102" y="95"/>
                      </a:lnTo>
                      <a:lnTo>
                        <a:pt x="100" y="95"/>
                      </a:lnTo>
                      <a:lnTo>
                        <a:pt x="102" y="95"/>
                      </a:lnTo>
                      <a:lnTo>
                        <a:pt x="102" y="93"/>
                      </a:lnTo>
                      <a:lnTo>
                        <a:pt x="104" y="93"/>
                      </a:lnTo>
                      <a:lnTo>
                        <a:pt x="104" y="92"/>
                      </a:lnTo>
                      <a:lnTo>
                        <a:pt x="106" y="92"/>
                      </a:lnTo>
                      <a:lnTo>
                        <a:pt x="106" y="90"/>
                      </a:lnTo>
                      <a:lnTo>
                        <a:pt x="108" y="88"/>
                      </a:lnTo>
                      <a:lnTo>
                        <a:pt x="106" y="88"/>
                      </a:lnTo>
                      <a:lnTo>
                        <a:pt x="104" y="88"/>
                      </a:lnTo>
                      <a:lnTo>
                        <a:pt x="104" y="86"/>
                      </a:lnTo>
                      <a:lnTo>
                        <a:pt x="106" y="86"/>
                      </a:lnTo>
                      <a:lnTo>
                        <a:pt x="104" y="84"/>
                      </a:lnTo>
                      <a:lnTo>
                        <a:pt x="106" y="84"/>
                      </a:lnTo>
                      <a:lnTo>
                        <a:pt x="106" y="82"/>
                      </a:lnTo>
                      <a:lnTo>
                        <a:pt x="104" y="82"/>
                      </a:lnTo>
                      <a:lnTo>
                        <a:pt x="106" y="82"/>
                      </a:lnTo>
                      <a:lnTo>
                        <a:pt x="106" y="81"/>
                      </a:lnTo>
                      <a:lnTo>
                        <a:pt x="106" y="79"/>
                      </a:lnTo>
                      <a:lnTo>
                        <a:pt x="106" y="77"/>
                      </a:lnTo>
                      <a:lnTo>
                        <a:pt x="104" y="77"/>
                      </a:lnTo>
                      <a:lnTo>
                        <a:pt x="104" y="75"/>
                      </a:lnTo>
                      <a:lnTo>
                        <a:pt x="102" y="75"/>
                      </a:lnTo>
                      <a:lnTo>
                        <a:pt x="104" y="75"/>
                      </a:lnTo>
                      <a:lnTo>
                        <a:pt x="104" y="73"/>
                      </a:lnTo>
                      <a:lnTo>
                        <a:pt x="106" y="73"/>
                      </a:lnTo>
                      <a:lnTo>
                        <a:pt x="104" y="71"/>
                      </a:lnTo>
                      <a:lnTo>
                        <a:pt x="106" y="71"/>
                      </a:lnTo>
                      <a:lnTo>
                        <a:pt x="106" y="70"/>
                      </a:lnTo>
                      <a:lnTo>
                        <a:pt x="106" y="68"/>
                      </a:lnTo>
                      <a:lnTo>
                        <a:pt x="108" y="68"/>
                      </a:lnTo>
                      <a:lnTo>
                        <a:pt x="110" y="68"/>
                      </a:lnTo>
                      <a:lnTo>
                        <a:pt x="110" y="66"/>
                      </a:lnTo>
                      <a:lnTo>
                        <a:pt x="110" y="68"/>
                      </a:lnTo>
                      <a:lnTo>
                        <a:pt x="111" y="68"/>
                      </a:lnTo>
                      <a:lnTo>
                        <a:pt x="111" y="66"/>
                      </a:lnTo>
                      <a:lnTo>
                        <a:pt x="113" y="66"/>
                      </a:lnTo>
                      <a:lnTo>
                        <a:pt x="115" y="66"/>
                      </a:lnTo>
                      <a:lnTo>
                        <a:pt x="117" y="66"/>
                      </a:lnTo>
                      <a:lnTo>
                        <a:pt x="117" y="64"/>
                      </a:lnTo>
                      <a:lnTo>
                        <a:pt x="119" y="64"/>
                      </a:lnTo>
                      <a:lnTo>
                        <a:pt x="119" y="62"/>
                      </a:lnTo>
                      <a:lnTo>
                        <a:pt x="120" y="61"/>
                      </a:lnTo>
                      <a:lnTo>
                        <a:pt x="122" y="62"/>
                      </a:lnTo>
                      <a:lnTo>
                        <a:pt x="122" y="61"/>
                      </a:lnTo>
                      <a:lnTo>
                        <a:pt x="124" y="61"/>
                      </a:lnTo>
                      <a:lnTo>
                        <a:pt x="124" y="59"/>
                      </a:lnTo>
                      <a:lnTo>
                        <a:pt x="126" y="59"/>
                      </a:lnTo>
                      <a:lnTo>
                        <a:pt x="128" y="59"/>
                      </a:lnTo>
                      <a:lnTo>
                        <a:pt x="128" y="57"/>
                      </a:lnTo>
                      <a:lnTo>
                        <a:pt x="128" y="55"/>
                      </a:lnTo>
                      <a:lnTo>
                        <a:pt x="130" y="55"/>
                      </a:lnTo>
                      <a:lnTo>
                        <a:pt x="131" y="55"/>
                      </a:lnTo>
                      <a:lnTo>
                        <a:pt x="133" y="53"/>
                      </a:lnTo>
                      <a:lnTo>
                        <a:pt x="135" y="53"/>
                      </a:lnTo>
                      <a:lnTo>
                        <a:pt x="135" y="51"/>
                      </a:lnTo>
                      <a:lnTo>
                        <a:pt x="137" y="50"/>
                      </a:lnTo>
                      <a:lnTo>
                        <a:pt x="137" y="48"/>
                      </a:lnTo>
                      <a:lnTo>
                        <a:pt x="139" y="48"/>
                      </a:lnTo>
                      <a:lnTo>
                        <a:pt x="141" y="48"/>
                      </a:lnTo>
                      <a:lnTo>
                        <a:pt x="141" y="46"/>
                      </a:lnTo>
                      <a:lnTo>
                        <a:pt x="142" y="46"/>
                      </a:lnTo>
                      <a:lnTo>
                        <a:pt x="144" y="46"/>
                      </a:lnTo>
                      <a:lnTo>
                        <a:pt x="146" y="46"/>
                      </a:lnTo>
                      <a:lnTo>
                        <a:pt x="146" y="44"/>
                      </a:lnTo>
                      <a:lnTo>
                        <a:pt x="148" y="44"/>
                      </a:lnTo>
                      <a:lnTo>
                        <a:pt x="150" y="44"/>
                      </a:lnTo>
                      <a:lnTo>
                        <a:pt x="152" y="44"/>
                      </a:lnTo>
                      <a:lnTo>
                        <a:pt x="153" y="44"/>
                      </a:lnTo>
                      <a:lnTo>
                        <a:pt x="155" y="44"/>
                      </a:lnTo>
                      <a:lnTo>
                        <a:pt x="157" y="44"/>
                      </a:lnTo>
                      <a:lnTo>
                        <a:pt x="159" y="42"/>
                      </a:lnTo>
                      <a:lnTo>
                        <a:pt x="161" y="42"/>
                      </a:lnTo>
                      <a:lnTo>
                        <a:pt x="162" y="42"/>
                      </a:lnTo>
                      <a:lnTo>
                        <a:pt x="164" y="42"/>
                      </a:lnTo>
                      <a:lnTo>
                        <a:pt x="166" y="44"/>
                      </a:lnTo>
                      <a:lnTo>
                        <a:pt x="166" y="46"/>
                      </a:lnTo>
                      <a:lnTo>
                        <a:pt x="168" y="46"/>
                      </a:lnTo>
                      <a:lnTo>
                        <a:pt x="168" y="48"/>
                      </a:lnTo>
                      <a:lnTo>
                        <a:pt x="170" y="50"/>
                      </a:lnTo>
                      <a:lnTo>
                        <a:pt x="172" y="50"/>
                      </a:lnTo>
                      <a:lnTo>
                        <a:pt x="173" y="50"/>
                      </a:lnTo>
                      <a:lnTo>
                        <a:pt x="173" y="51"/>
                      </a:lnTo>
                      <a:lnTo>
                        <a:pt x="175" y="51"/>
                      </a:lnTo>
                      <a:lnTo>
                        <a:pt x="177" y="51"/>
                      </a:lnTo>
                      <a:lnTo>
                        <a:pt x="179" y="51"/>
                      </a:lnTo>
                      <a:lnTo>
                        <a:pt x="179" y="50"/>
                      </a:lnTo>
                      <a:lnTo>
                        <a:pt x="177" y="50"/>
                      </a:lnTo>
                      <a:lnTo>
                        <a:pt x="177" y="48"/>
                      </a:lnTo>
                      <a:lnTo>
                        <a:pt x="175" y="48"/>
                      </a:lnTo>
                      <a:lnTo>
                        <a:pt x="175" y="46"/>
                      </a:lnTo>
                      <a:lnTo>
                        <a:pt x="173" y="46"/>
                      </a:lnTo>
                      <a:lnTo>
                        <a:pt x="173" y="44"/>
                      </a:lnTo>
                      <a:lnTo>
                        <a:pt x="172" y="44"/>
                      </a:lnTo>
                      <a:lnTo>
                        <a:pt x="172" y="42"/>
                      </a:lnTo>
                      <a:lnTo>
                        <a:pt x="172" y="40"/>
                      </a:lnTo>
                      <a:lnTo>
                        <a:pt x="170" y="40"/>
                      </a:lnTo>
                      <a:lnTo>
                        <a:pt x="170" y="39"/>
                      </a:lnTo>
                      <a:lnTo>
                        <a:pt x="168" y="39"/>
                      </a:lnTo>
                      <a:lnTo>
                        <a:pt x="170" y="39"/>
                      </a:lnTo>
                      <a:lnTo>
                        <a:pt x="170" y="37"/>
                      </a:lnTo>
                      <a:lnTo>
                        <a:pt x="170" y="35"/>
                      </a:lnTo>
                      <a:lnTo>
                        <a:pt x="168" y="35"/>
                      </a:lnTo>
                      <a:lnTo>
                        <a:pt x="168" y="33"/>
                      </a:lnTo>
                      <a:lnTo>
                        <a:pt x="170" y="33"/>
                      </a:lnTo>
                      <a:lnTo>
                        <a:pt x="170" y="31"/>
                      </a:lnTo>
                      <a:lnTo>
                        <a:pt x="172" y="31"/>
                      </a:lnTo>
                      <a:lnTo>
                        <a:pt x="172" y="29"/>
                      </a:lnTo>
                      <a:lnTo>
                        <a:pt x="173" y="29"/>
                      </a:lnTo>
                      <a:lnTo>
                        <a:pt x="173" y="28"/>
                      </a:lnTo>
                      <a:lnTo>
                        <a:pt x="175" y="28"/>
                      </a:lnTo>
                      <a:lnTo>
                        <a:pt x="175" y="29"/>
                      </a:lnTo>
                      <a:lnTo>
                        <a:pt x="175" y="28"/>
                      </a:lnTo>
                      <a:lnTo>
                        <a:pt x="177" y="28"/>
                      </a:lnTo>
                      <a:lnTo>
                        <a:pt x="177" y="26"/>
                      </a:lnTo>
                      <a:lnTo>
                        <a:pt x="179" y="26"/>
                      </a:lnTo>
                      <a:lnTo>
                        <a:pt x="179" y="24"/>
                      </a:lnTo>
                      <a:lnTo>
                        <a:pt x="181" y="24"/>
                      </a:lnTo>
                      <a:lnTo>
                        <a:pt x="181" y="22"/>
                      </a:lnTo>
                      <a:lnTo>
                        <a:pt x="183" y="22"/>
                      </a:lnTo>
                      <a:lnTo>
                        <a:pt x="184" y="22"/>
                      </a:lnTo>
                      <a:lnTo>
                        <a:pt x="184" y="24"/>
                      </a:lnTo>
                      <a:lnTo>
                        <a:pt x="186" y="24"/>
                      </a:lnTo>
                      <a:lnTo>
                        <a:pt x="186" y="22"/>
                      </a:lnTo>
                      <a:lnTo>
                        <a:pt x="186" y="20"/>
                      </a:lnTo>
                      <a:lnTo>
                        <a:pt x="186" y="18"/>
                      </a:lnTo>
                      <a:lnTo>
                        <a:pt x="186" y="17"/>
                      </a:lnTo>
                      <a:lnTo>
                        <a:pt x="184" y="17"/>
                      </a:lnTo>
                      <a:lnTo>
                        <a:pt x="184" y="15"/>
                      </a:lnTo>
                      <a:lnTo>
                        <a:pt x="184" y="13"/>
                      </a:lnTo>
                      <a:lnTo>
                        <a:pt x="184" y="11"/>
                      </a:lnTo>
                      <a:lnTo>
                        <a:pt x="186" y="11"/>
                      </a:lnTo>
                      <a:lnTo>
                        <a:pt x="186" y="9"/>
                      </a:lnTo>
                      <a:lnTo>
                        <a:pt x="188" y="9"/>
                      </a:lnTo>
                      <a:lnTo>
                        <a:pt x="188" y="8"/>
                      </a:lnTo>
                      <a:lnTo>
                        <a:pt x="188" y="9"/>
                      </a:lnTo>
                      <a:lnTo>
                        <a:pt x="190" y="9"/>
                      </a:lnTo>
                      <a:lnTo>
                        <a:pt x="190" y="8"/>
                      </a:lnTo>
                      <a:lnTo>
                        <a:pt x="192" y="8"/>
                      </a:lnTo>
                      <a:lnTo>
                        <a:pt x="190" y="8"/>
                      </a:lnTo>
                      <a:lnTo>
                        <a:pt x="190" y="6"/>
                      </a:lnTo>
                      <a:lnTo>
                        <a:pt x="190" y="4"/>
                      </a:lnTo>
                      <a:lnTo>
                        <a:pt x="190" y="2"/>
                      </a:lnTo>
                      <a:lnTo>
                        <a:pt x="192" y="0"/>
                      </a:lnTo>
                      <a:lnTo>
                        <a:pt x="193" y="0"/>
                      </a:lnTo>
                      <a:lnTo>
                        <a:pt x="195" y="0"/>
                      </a:lnTo>
                      <a:lnTo>
                        <a:pt x="197" y="0"/>
                      </a:lnTo>
                      <a:lnTo>
                        <a:pt x="197" y="2"/>
                      </a:lnTo>
                      <a:lnTo>
                        <a:pt x="199" y="2"/>
                      </a:lnTo>
                      <a:lnTo>
                        <a:pt x="199" y="4"/>
                      </a:lnTo>
                      <a:lnTo>
                        <a:pt x="199" y="6"/>
                      </a:lnTo>
                      <a:lnTo>
                        <a:pt x="201" y="6"/>
                      </a:lnTo>
                      <a:lnTo>
                        <a:pt x="201" y="8"/>
                      </a:lnTo>
                      <a:lnTo>
                        <a:pt x="203" y="8"/>
                      </a:lnTo>
                      <a:lnTo>
                        <a:pt x="203" y="6"/>
                      </a:lnTo>
                      <a:lnTo>
                        <a:pt x="204" y="6"/>
                      </a:lnTo>
                      <a:lnTo>
                        <a:pt x="206" y="8"/>
                      </a:lnTo>
                      <a:lnTo>
                        <a:pt x="206" y="9"/>
                      </a:lnTo>
                      <a:lnTo>
                        <a:pt x="208" y="9"/>
                      </a:lnTo>
                      <a:lnTo>
                        <a:pt x="208" y="11"/>
                      </a:lnTo>
                      <a:lnTo>
                        <a:pt x="208" y="13"/>
                      </a:lnTo>
                      <a:lnTo>
                        <a:pt x="210" y="13"/>
                      </a:lnTo>
                      <a:lnTo>
                        <a:pt x="210" y="11"/>
                      </a:lnTo>
                      <a:lnTo>
                        <a:pt x="212" y="11"/>
                      </a:lnTo>
                      <a:lnTo>
                        <a:pt x="212" y="13"/>
                      </a:lnTo>
                      <a:lnTo>
                        <a:pt x="214" y="15"/>
                      </a:lnTo>
                      <a:lnTo>
                        <a:pt x="214" y="17"/>
                      </a:lnTo>
                      <a:lnTo>
                        <a:pt x="214" y="18"/>
                      </a:lnTo>
                      <a:lnTo>
                        <a:pt x="214" y="20"/>
                      </a:lnTo>
                      <a:lnTo>
                        <a:pt x="215" y="20"/>
                      </a:lnTo>
                      <a:lnTo>
                        <a:pt x="215" y="22"/>
                      </a:lnTo>
                      <a:lnTo>
                        <a:pt x="215" y="24"/>
                      </a:lnTo>
                      <a:lnTo>
                        <a:pt x="214" y="24"/>
                      </a:lnTo>
                      <a:lnTo>
                        <a:pt x="215" y="24"/>
                      </a:lnTo>
                      <a:lnTo>
                        <a:pt x="214" y="24"/>
                      </a:lnTo>
                      <a:lnTo>
                        <a:pt x="214" y="26"/>
                      </a:lnTo>
                      <a:lnTo>
                        <a:pt x="215" y="26"/>
                      </a:lnTo>
                      <a:lnTo>
                        <a:pt x="215" y="28"/>
                      </a:lnTo>
                      <a:lnTo>
                        <a:pt x="217" y="28"/>
                      </a:lnTo>
                      <a:lnTo>
                        <a:pt x="217" y="29"/>
                      </a:lnTo>
                      <a:lnTo>
                        <a:pt x="215" y="29"/>
                      </a:lnTo>
                      <a:lnTo>
                        <a:pt x="217" y="29"/>
                      </a:lnTo>
                      <a:lnTo>
                        <a:pt x="217" y="31"/>
                      </a:lnTo>
                      <a:lnTo>
                        <a:pt x="219" y="31"/>
                      </a:lnTo>
                      <a:lnTo>
                        <a:pt x="219" y="33"/>
                      </a:lnTo>
                      <a:lnTo>
                        <a:pt x="219" y="35"/>
                      </a:lnTo>
                      <a:lnTo>
                        <a:pt x="219" y="37"/>
                      </a:lnTo>
                      <a:lnTo>
                        <a:pt x="221" y="37"/>
                      </a:lnTo>
                      <a:lnTo>
                        <a:pt x="223" y="37"/>
                      </a:lnTo>
                      <a:lnTo>
                        <a:pt x="223" y="35"/>
                      </a:lnTo>
                      <a:lnTo>
                        <a:pt x="225" y="35"/>
                      </a:lnTo>
                      <a:lnTo>
                        <a:pt x="223" y="33"/>
                      </a:lnTo>
                      <a:lnTo>
                        <a:pt x="225" y="33"/>
                      </a:lnTo>
                      <a:lnTo>
                        <a:pt x="223" y="33"/>
                      </a:lnTo>
                      <a:lnTo>
                        <a:pt x="225" y="33"/>
                      </a:lnTo>
                      <a:lnTo>
                        <a:pt x="223" y="31"/>
                      </a:lnTo>
                      <a:lnTo>
                        <a:pt x="225" y="31"/>
                      </a:lnTo>
                      <a:lnTo>
                        <a:pt x="226" y="33"/>
                      </a:lnTo>
                      <a:lnTo>
                        <a:pt x="226" y="31"/>
                      </a:lnTo>
                      <a:lnTo>
                        <a:pt x="226" y="33"/>
                      </a:lnTo>
                      <a:lnTo>
                        <a:pt x="226" y="31"/>
                      </a:lnTo>
                      <a:lnTo>
                        <a:pt x="226" y="33"/>
                      </a:lnTo>
                      <a:lnTo>
                        <a:pt x="228" y="31"/>
                      </a:lnTo>
                      <a:lnTo>
                        <a:pt x="228" y="33"/>
                      </a:lnTo>
                      <a:lnTo>
                        <a:pt x="228" y="35"/>
                      </a:lnTo>
                      <a:lnTo>
                        <a:pt x="230" y="35"/>
                      </a:lnTo>
                      <a:lnTo>
                        <a:pt x="232" y="35"/>
                      </a:lnTo>
                      <a:lnTo>
                        <a:pt x="232" y="33"/>
                      </a:lnTo>
                      <a:lnTo>
                        <a:pt x="232" y="35"/>
                      </a:lnTo>
                      <a:lnTo>
                        <a:pt x="234" y="35"/>
                      </a:lnTo>
                      <a:lnTo>
                        <a:pt x="234" y="37"/>
                      </a:lnTo>
                      <a:lnTo>
                        <a:pt x="232" y="37"/>
                      </a:lnTo>
                      <a:lnTo>
                        <a:pt x="234" y="37"/>
                      </a:lnTo>
                      <a:lnTo>
                        <a:pt x="232" y="37"/>
                      </a:lnTo>
                      <a:lnTo>
                        <a:pt x="234" y="39"/>
                      </a:lnTo>
                      <a:lnTo>
                        <a:pt x="232" y="39"/>
                      </a:lnTo>
                      <a:lnTo>
                        <a:pt x="232" y="40"/>
                      </a:lnTo>
                      <a:lnTo>
                        <a:pt x="234" y="40"/>
                      </a:lnTo>
                      <a:lnTo>
                        <a:pt x="234" y="42"/>
                      </a:lnTo>
                      <a:lnTo>
                        <a:pt x="235" y="42"/>
                      </a:lnTo>
                      <a:lnTo>
                        <a:pt x="234" y="44"/>
                      </a:lnTo>
                      <a:lnTo>
                        <a:pt x="234" y="46"/>
                      </a:lnTo>
                      <a:lnTo>
                        <a:pt x="234" y="48"/>
                      </a:lnTo>
                      <a:lnTo>
                        <a:pt x="234" y="50"/>
                      </a:lnTo>
                      <a:lnTo>
                        <a:pt x="234" y="51"/>
                      </a:lnTo>
                      <a:lnTo>
                        <a:pt x="234" y="53"/>
                      </a:lnTo>
                      <a:lnTo>
                        <a:pt x="235" y="53"/>
                      </a:lnTo>
                      <a:lnTo>
                        <a:pt x="235" y="55"/>
                      </a:lnTo>
                      <a:lnTo>
                        <a:pt x="234" y="55"/>
                      </a:lnTo>
                      <a:lnTo>
                        <a:pt x="235" y="55"/>
                      </a:lnTo>
                      <a:lnTo>
                        <a:pt x="234" y="57"/>
                      </a:lnTo>
                      <a:lnTo>
                        <a:pt x="235" y="57"/>
                      </a:lnTo>
                      <a:lnTo>
                        <a:pt x="235" y="59"/>
                      </a:lnTo>
                      <a:lnTo>
                        <a:pt x="235" y="61"/>
                      </a:lnTo>
                      <a:lnTo>
                        <a:pt x="234" y="61"/>
                      </a:lnTo>
                      <a:lnTo>
                        <a:pt x="235" y="61"/>
                      </a:lnTo>
                      <a:lnTo>
                        <a:pt x="235" y="62"/>
                      </a:lnTo>
                      <a:lnTo>
                        <a:pt x="235" y="64"/>
                      </a:lnTo>
                      <a:lnTo>
                        <a:pt x="235" y="66"/>
                      </a:lnTo>
                      <a:lnTo>
                        <a:pt x="235" y="68"/>
                      </a:lnTo>
                      <a:lnTo>
                        <a:pt x="235" y="70"/>
                      </a:lnTo>
                      <a:lnTo>
                        <a:pt x="235" y="71"/>
                      </a:lnTo>
                      <a:lnTo>
                        <a:pt x="235" y="73"/>
                      </a:lnTo>
                      <a:lnTo>
                        <a:pt x="235" y="75"/>
                      </a:lnTo>
                      <a:lnTo>
                        <a:pt x="235" y="77"/>
                      </a:lnTo>
                      <a:lnTo>
                        <a:pt x="234" y="77"/>
                      </a:lnTo>
                      <a:lnTo>
                        <a:pt x="234" y="79"/>
                      </a:lnTo>
                      <a:lnTo>
                        <a:pt x="232" y="79"/>
                      </a:lnTo>
                      <a:lnTo>
                        <a:pt x="232" y="81"/>
                      </a:lnTo>
                      <a:lnTo>
                        <a:pt x="232" y="82"/>
                      </a:lnTo>
                      <a:lnTo>
                        <a:pt x="234" y="82"/>
                      </a:lnTo>
                      <a:lnTo>
                        <a:pt x="234" y="84"/>
                      </a:lnTo>
                      <a:lnTo>
                        <a:pt x="234" y="86"/>
                      </a:lnTo>
                      <a:lnTo>
                        <a:pt x="232" y="86"/>
                      </a:lnTo>
                      <a:lnTo>
                        <a:pt x="232" y="88"/>
                      </a:lnTo>
                      <a:lnTo>
                        <a:pt x="232" y="86"/>
                      </a:lnTo>
                      <a:lnTo>
                        <a:pt x="230" y="86"/>
                      </a:lnTo>
                      <a:lnTo>
                        <a:pt x="228" y="86"/>
                      </a:lnTo>
                      <a:lnTo>
                        <a:pt x="230" y="88"/>
                      </a:lnTo>
                      <a:lnTo>
                        <a:pt x="228" y="88"/>
                      </a:lnTo>
                      <a:lnTo>
                        <a:pt x="230" y="88"/>
                      </a:lnTo>
                      <a:lnTo>
                        <a:pt x="230" y="90"/>
                      </a:lnTo>
                      <a:lnTo>
                        <a:pt x="230" y="92"/>
                      </a:lnTo>
                      <a:lnTo>
                        <a:pt x="232" y="92"/>
                      </a:lnTo>
                      <a:lnTo>
                        <a:pt x="232" y="93"/>
                      </a:lnTo>
                      <a:lnTo>
                        <a:pt x="234" y="93"/>
                      </a:lnTo>
                      <a:lnTo>
                        <a:pt x="232" y="93"/>
                      </a:lnTo>
                      <a:lnTo>
                        <a:pt x="234" y="93"/>
                      </a:lnTo>
                      <a:lnTo>
                        <a:pt x="232" y="93"/>
                      </a:lnTo>
                      <a:lnTo>
                        <a:pt x="234" y="93"/>
                      </a:lnTo>
                      <a:lnTo>
                        <a:pt x="234" y="95"/>
                      </a:lnTo>
                      <a:lnTo>
                        <a:pt x="234" y="97"/>
                      </a:lnTo>
                      <a:lnTo>
                        <a:pt x="232" y="97"/>
                      </a:lnTo>
                      <a:lnTo>
                        <a:pt x="232" y="99"/>
                      </a:lnTo>
                      <a:lnTo>
                        <a:pt x="230" y="97"/>
                      </a:lnTo>
                      <a:lnTo>
                        <a:pt x="228" y="97"/>
                      </a:lnTo>
                      <a:lnTo>
                        <a:pt x="226" y="97"/>
                      </a:lnTo>
                      <a:lnTo>
                        <a:pt x="226" y="99"/>
                      </a:lnTo>
                      <a:lnTo>
                        <a:pt x="225" y="99"/>
                      </a:lnTo>
                      <a:lnTo>
                        <a:pt x="225" y="101"/>
                      </a:lnTo>
                      <a:lnTo>
                        <a:pt x="225" y="103"/>
                      </a:lnTo>
                      <a:lnTo>
                        <a:pt x="223" y="103"/>
                      </a:lnTo>
                      <a:lnTo>
                        <a:pt x="223" y="104"/>
                      </a:lnTo>
                      <a:lnTo>
                        <a:pt x="221" y="104"/>
                      </a:lnTo>
                      <a:lnTo>
                        <a:pt x="221" y="106"/>
                      </a:lnTo>
                      <a:lnTo>
                        <a:pt x="219" y="106"/>
                      </a:lnTo>
                      <a:lnTo>
                        <a:pt x="219" y="108"/>
                      </a:lnTo>
                      <a:lnTo>
                        <a:pt x="219" y="106"/>
                      </a:lnTo>
                      <a:lnTo>
                        <a:pt x="217" y="106"/>
                      </a:lnTo>
                      <a:lnTo>
                        <a:pt x="219" y="106"/>
                      </a:lnTo>
                      <a:lnTo>
                        <a:pt x="217" y="106"/>
                      </a:lnTo>
                      <a:lnTo>
                        <a:pt x="217" y="104"/>
                      </a:lnTo>
                      <a:lnTo>
                        <a:pt x="215" y="104"/>
                      </a:lnTo>
                      <a:lnTo>
                        <a:pt x="214" y="104"/>
                      </a:lnTo>
                      <a:lnTo>
                        <a:pt x="215" y="106"/>
                      </a:lnTo>
                      <a:lnTo>
                        <a:pt x="214" y="106"/>
                      </a:lnTo>
                      <a:lnTo>
                        <a:pt x="214" y="108"/>
                      </a:lnTo>
                      <a:lnTo>
                        <a:pt x="212" y="108"/>
                      </a:lnTo>
                      <a:lnTo>
                        <a:pt x="214" y="108"/>
                      </a:lnTo>
                      <a:lnTo>
                        <a:pt x="214" y="110"/>
                      </a:lnTo>
                      <a:lnTo>
                        <a:pt x="214" y="112"/>
                      </a:lnTo>
                      <a:lnTo>
                        <a:pt x="212" y="112"/>
                      </a:lnTo>
                      <a:lnTo>
                        <a:pt x="212" y="114"/>
                      </a:lnTo>
                      <a:lnTo>
                        <a:pt x="212" y="112"/>
                      </a:lnTo>
                      <a:lnTo>
                        <a:pt x="212" y="114"/>
                      </a:lnTo>
                      <a:lnTo>
                        <a:pt x="212" y="115"/>
                      </a:lnTo>
                      <a:lnTo>
                        <a:pt x="210" y="115"/>
                      </a:lnTo>
                      <a:lnTo>
                        <a:pt x="208" y="115"/>
                      </a:lnTo>
                      <a:lnTo>
                        <a:pt x="208" y="117"/>
                      </a:lnTo>
                      <a:lnTo>
                        <a:pt x="206" y="117"/>
                      </a:lnTo>
                      <a:lnTo>
                        <a:pt x="206" y="119"/>
                      </a:lnTo>
                      <a:lnTo>
                        <a:pt x="204" y="119"/>
                      </a:lnTo>
                      <a:lnTo>
                        <a:pt x="204" y="117"/>
                      </a:lnTo>
                      <a:lnTo>
                        <a:pt x="203" y="117"/>
                      </a:lnTo>
                      <a:lnTo>
                        <a:pt x="201" y="117"/>
                      </a:lnTo>
                      <a:lnTo>
                        <a:pt x="201" y="119"/>
                      </a:lnTo>
                      <a:lnTo>
                        <a:pt x="201" y="121"/>
                      </a:lnTo>
                      <a:lnTo>
                        <a:pt x="201" y="123"/>
                      </a:lnTo>
                      <a:lnTo>
                        <a:pt x="199" y="123"/>
                      </a:lnTo>
                      <a:lnTo>
                        <a:pt x="199" y="124"/>
                      </a:lnTo>
                      <a:lnTo>
                        <a:pt x="199" y="123"/>
                      </a:lnTo>
                      <a:lnTo>
                        <a:pt x="199" y="124"/>
                      </a:lnTo>
                      <a:lnTo>
                        <a:pt x="197" y="126"/>
                      </a:lnTo>
                      <a:lnTo>
                        <a:pt x="199" y="126"/>
                      </a:lnTo>
                      <a:lnTo>
                        <a:pt x="197" y="126"/>
                      </a:lnTo>
                      <a:lnTo>
                        <a:pt x="197" y="128"/>
                      </a:lnTo>
                      <a:lnTo>
                        <a:pt x="199" y="128"/>
                      </a:lnTo>
                      <a:lnTo>
                        <a:pt x="197" y="128"/>
                      </a:lnTo>
                      <a:lnTo>
                        <a:pt x="199" y="128"/>
                      </a:lnTo>
                      <a:lnTo>
                        <a:pt x="199" y="130"/>
                      </a:lnTo>
                      <a:lnTo>
                        <a:pt x="201" y="132"/>
                      </a:lnTo>
                      <a:lnTo>
                        <a:pt x="199" y="134"/>
                      </a:lnTo>
                      <a:lnTo>
                        <a:pt x="199" y="132"/>
                      </a:lnTo>
                      <a:lnTo>
                        <a:pt x="197" y="132"/>
                      </a:lnTo>
                      <a:lnTo>
                        <a:pt x="197" y="134"/>
                      </a:lnTo>
                      <a:lnTo>
                        <a:pt x="195" y="134"/>
                      </a:lnTo>
                      <a:lnTo>
                        <a:pt x="193" y="134"/>
                      </a:lnTo>
                      <a:lnTo>
                        <a:pt x="193" y="135"/>
                      </a:lnTo>
                      <a:lnTo>
                        <a:pt x="192" y="135"/>
                      </a:lnTo>
                      <a:lnTo>
                        <a:pt x="193" y="137"/>
                      </a:lnTo>
                      <a:lnTo>
                        <a:pt x="192" y="137"/>
                      </a:lnTo>
                      <a:lnTo>
                        <a:pt x="193" y="137"/>
                      </a:lnTo>
                      <a:lnTo>
                        <a:pt x="193" y="139"/>
                      </a:lnTo>
                      <a:lnTo>
                        <a:pt x="192" y="139"/>
                      </a:lnTo>
                      <a:lnTo>
                        <a:pt x="193" y="139"/>
                      </a:lnTo>
                      <a:lnTo>
                        <a:pt x="193" y="141"/>
                      </a:lnTo>
                      <a:lnTo>
                        <a:pt x="192" y="141"/>
                      </a:lnTo>
                      <a:lnTo>
                        <a:pt x="192" y="143"/>
                      </a:lnTo>
                      <a:lnTo>
                        <a:pt x="192" y="145"/>
                      </a:lnTo>
                      <a:lnTo>
                        <a:pt x="192" y="146"/>
                      </a:lnTo>
                      <a:lnTo>
                        <a:pt x="193" y="146"/>
                      </a:lnTo>
                      <a:lnTo>
                        <a:pt x="195" y="146"/>
                      </a:lnTo>
                      <a:lnTo>
                        <a:pt x="197" y="146"/>
                      </a:lnTo>
                      <a:lnTo>
                        <a:pt x="197" y="148"/>
                      </a:lnTo>
                      <a:lnTo>
                        <a:pt x="197" y="150"/>
                      </a:lnTo>
                      <a:lnTo>
                        <a:pt x="195" y="150"/>
                      </a:lnTo>
                      <a:lnTo>
                        <a:pt x="195" y="152"/>
                      </a:lnTo>
                      <a:lnTo>
                        <a:pt x="197" y="152"/>
                      </a:lnTo>
                      <a:lnTo>
                        <a:pt x="199" y="152"/>
                      </a:lnTo>
                      <a:lnTo>
                        <a:pt x="199" y="154"/>
                      </a:lnTo>
                      <a:lnTo>
                        <a:pt x="199" y="156"/>
                      </a:lnTo>
                      <a:lnTo>
                        <a:pt x="199" y="157"/>
                      </a:lnTo>
                      <a:lnTo>
                        <a:pt x="199" y="159"/>
                      </a:lnTo>
                      <a:lnTo>
                        <a:pt x="197" y="159"/>
                      </a:lnTo>
                      <a:lnTo>
                        <a:pt x="195" y="159"/>
                      </a:lnTo>
                      <a:lnTo>
                        <a:pt x="195" y="161"/>
                      </a:lnTo>
                      <a:lnTo>
                        <a:pt x="195" y="163"/>
                      </a:lnTo>
                      <a:lnTo>
                        <a:pt x="193" y="163"/>
                      </a:lnTo>
                      <a:lnTo>
                        <a:pt x="192" y="163"/>
                      </a:lnTo>
                      <a:lnTo>
                        <a:pt x="192" y="165"/>
                      </a:lnTo>
                      <a:lnTo>
                        <a:pt x="192" y="167"/>
                      </a:lnTo>
                      <a:lnTo>
                        <a:pt x="193" y="165"/>
                      </a:lnTo>
                      <a:lnTo>
                        <a:pt x="193" y="167"/>
                      </a:lnTo>
                      <a:lnTo>
                        <a:pt x="195" y="167"/>
                      </a:lnTo>
                      <a:lnTo>
                        <a:pt x="195" y="168"/>
                      </a:lnTo>
                      <a:lnTo>
                        <a:pt x="197" y="168"/>
                      </a:lnTo>
                      <a:lnTo>
                        <a:pt x="197" y="167"/>
                      </a:lnTo>
                      <a:lnTo>
                        <a:pt x="199" y="167"/>
                      </a:lnTo>
                      <a:lnTo>
                        <a:pt x="201" y="167"/>
                      </a:lnTo>
                      <a:lnTo>
                        <a:pt x="201" y="165"/>
                      </a:lnTo>
                      <a:lnTo>
                        <a:pt x="203" y="165"/>
                      </a:lnTo>
                      <a:lnTo>
                        <a:pt x="201" y="165"/>
                      </a:lnTo>
                      <a:lnTo>
                        <a:pt x="203" y="165"/>
                      </a:lnTo>
                      <a:lnTo>
                        <a:pt x="203" y="163"/>
                      </a:lnTo>
                      <a:lnTo>
                        <a:pt x="204" y="163"/>
                      </a:lnTo>
                      <a:lnTo>
                        <a:pt x="204" y="161"/>
                      </a:lnTo>
                      <a:lnTo>
                        <a:pt x="206" y="161"/>
                      </a:lnTo>
                      <a:lnTo>
                        <a:pt x="208" y="161"/>
                      </a:lnTo>
                      <a:lnTo>
                        <a:pt x="210" y="159"/>
                      </a:lnTo>
                      <a:lnTo>
                        <a:pt x="212" y="159"/>
                      </a:lnTo>
                      <a:lnTo>
                        <a:pt x="214" y="159"/>
                      </a:lnTo>
                      <a:lnTo>
                        <a:pt x="215" y="159"/>
                      </a:lnTo>
                      <a:lnTo>
                        <a:pt x="217" y="157"/>
                      </a:lnTo>
                      <a:lnTo>
                        <a:pt x="217" y="159"/>
                      </a:lnTo>
                      <a:lnTo>
                        <a:pt x="217" y="157"/>
                      </a:lnTo>
                      <a:lnTo>
                        <a:pt x="219" y="159"/>
                      </a:lnTo>
                      <a:lnTo>
                        <a:pt x="221" y="159"/>
                      </a:lnTo>
                      <a:lnTo>
                        <a:pt x="223" y="157"/>
                      </a:lnTo>
                      <a:lnTo>
                        <a:pt x="225" y="157"/>
                      </a:lnTo>
                      <a:lnTo>
                        <a:pt x="226" y="157"/>
                      </a:lnTo>
                      <a:lnTo>
                        <a:pt x="228" y="157"/>
                      </a:lnTo>
                      <a:lnTo>
                        <a:pt x="228" y="159"/>
                      </a:lnTo>
                      <a:lnTo>
                        <a:pt x="230" y="159"/>
                      </a:lnTo>
                      <a:lnTo>
                        <a:pt x="232" y="159"/>
                      </a:lnTo>
                      <a:lnTo>
                        <a:pt x="234" y="159"/>
                      </a:lnTo>
                      <a:lnTo>
                        <a:pt x="234" y="157"/>
                      </a:lnTo>
                      <a:lnTo>
                        <a:pt x="235" y="157"/>
                      </a:lnTo>
                      <a:lnTo>
                        <a:pt x="237" y="157"/>
                      </a:lnTo>
                      <a:lnTo>
                        <a:pt x="239" y="157"/>
                      </a:lnTo>
                      <a:lnTo>
                        <a:pt x="241" y="157"/>
                      </a:lnTo>
                      <a:lnTo>
                        <a:pt x="241" y="159"/>
                      </a:lnTo>
                      <a:lnTo>
                        <a:pt x="239" y="159"/>
                      </a:lnTo>
                      <a:lnTo>
                        <a:pt x="237" y="159"/>
                      </a:lnTo>
                      <a:lnTo>
                        <a:pt x="237" y="161"/>
                      </a:lnTo>
                      <a:lnTo>
                        <a:pt x="235" y="161"/>
                      </a:lnTo>
                      <a:lnTo>
                        <a:pt x="235" y="163"/>
                      </a:lnTo>
                      <a:lnTo>
                        <a:pt x="234" y="163"/>
                      </a:lnTo>
                      <a:lnTo>
                        <a:pt x="232" y="163"/>
                      </a:lnTo>
                      <a:lnTo>
                        <a:pt x="232" y="165"/>
                      </a:lnTo>
                      <a:lnTo>
                        <a:pt x="234" y="165"/>
                      </a:lnTo>
                      <a:lnTo>
                        <a:pt x="232" y="165"/>
                      </a:lnTo>
                      <a:lnTo>
                        <a:pt x="232" y="167"/>
                      </a:lnTo>
                      <a:lnTo>
                        <a:pt x="234" y="167"/>
                      </a:lnTo>
                      <a:lnTo>
                        <a:pt x="234" y="168"/>
                      </a:lnTo>
                      <a:lnTo>
                        <a:pt x="232" y="168"/>
                      </a:lnTo>
                      <a:lnTo>
                        <a:pt x="232" y="170"/>
                      </a:lnTo>
                      <a:lnTo>
                        <a:pt x="234" y="170"/>
                      </a:lnTo>
                      <a:lnTo>
                        <a:pt x="235" y="170"/>
                      </a:lnTo>
                      <a:lnTo>
                        <a:pt x="237" y="170"/>
                      </a:lnTo>
                      <a:lnTo>
                        <a:pt x="237" y="172"/>
                      </a:lnTo>
                      <a:lnTo>
                        <a:pt x="237" y="174"/>
                      </a:lnTo>
                      <a:lnTo>
                        <a:pt x="239" y="174"/>
                      </a:lnTo>
                      <a:lnTo>
                        <a:pt x="237" y="176"/>
                      </a:lnTo>
                      <a:lnTo>
                        <a:pt x="239" y="176"/>
                      </a:lnTo>
                      <a:lnTo>
                        <a:pt x="241" y="176"/>
                      </a:lnTo>
                      <a:lnTo>
                        <a:pt x="241" y="178"/>
                      </a:lnTo>
                      <a:lnTo>
                        <a:pt x="239" y="178"/>
                      </a:lnTo>
                      <a:lnTo>
                        <a:pt x="237" y="178"/>
                      </a:lnTo>
                      <a:lnTo>
                        <a:pt x="237" y="179"/>
                      </a:lnTo>
                      <a:lnTo>
                        <a:pt x="237" y="181"/>
                      </a:lnTo>
                      <a:lnTo>
                        <a:pt x="239" y="181"/>
                      </a:lnTo>
                      <a:lnTo>
                        <a:pt x="241" y="183"/>
                      </a:lnTo>
                      <a:lnTo>
                        <a:pt x="241" y="185"/>
                      </a:lnTo>
                      <a:lnTo>
                        <a:pt x="239" y="187"/>
                      </a:lnTo>
                      <a:lnTo>
                        <a:pt x="241" y="187"/>
                      </a:lnTo>
                      <a:lnTo>
                        <a:pt x="241" y="188"/>
                      </a:lnTo>
                      <a:lnTo>
                        <a:pt x="241" y="190"/>
                      </a:lnTo>
                      <a:lnTo>
                        <a:pt x="239" y="190"/>
                      </a:lnTo>
                      <a:lnTo>
                        <a:pt x="239" y="192"/>
                      </a:lnTo>
                      <a:lnTo>
                        <a:pt x="241" y="192"/>
                      </a:lnTo>
                      <a:lnTo>
                        <a:pt x="243" y="192"/>
                      </a:lnTo>
                      <a:lnTo>
                        <a:pt x="245" y="192"/>
                      </a:lnTo>
                      <a:lnTo>
                        <a:pt x="246" y="192"/>
                      </a:lnTo>
                      <a:lnTo>
                        <a:pt x="246" y="194"/>
                      </a:lnTo>
                      <a:lnTo>
                        <a:pt x="248" y="194"/>
                      </a:lnTo>
                      <a:lnTo>
                        <a:pt x="250" y="194"/>
                      </a:lnTo>
                      <a:lnTo>
                        <a:pt x="252" y="194"/>
                      </a:lnTo>
                      <a:lnTo>
                        <a:pt x="252" y="196"/>
                      </a:lnTo>
                      <a:lnTo>
                        <a:pt x="254" y="196"/>
                      </a:lnTo>
                      <a:lnTo>
                        <a:pt x="254" y="194"/>
                      </a:lnTo>
                      <a:lnTo>
                        <a:pt x="256" y="194"/>
                      </a:lnTo>
                      <a:lnTo>
                        <a:pt x="257" y="194"/>
                      </a:lnTo>
                      <a:lnTo>
                        <a:pt x="259" y="194"/>
                      </a:lnTo>
                      <a:lnTo>
                        <a:pt x="259" y="196"/>
                      </a:lnTo>
                      <a:lnTo>
                        <a:pt x="261" y="196"/>
                      </a:lnTo>
                      <a:lnTo>
                        <a:pt x="263" y="196"/>
                      </a:lnTo>
                      <a:lnTo>
                        <a:pt x="263" y="198"/>
                      </a:lnTo>
                      <a:lnTo>
                        <a:pt x="263" y="199"/>
                      </a:lnTo>
                      <a:lnTo>
                        <a:pt x="263" y="201"/>
                      </a:lnTo>
                      <a:lnTo>
                        <a:pt x="261" y="201"/>
                      </a:lnTo>
                      <a:lnTo>
                        <a:pt x="259" y="201"/>
                      </a:lnTo>
                      <a:lnTo>
                        <a:pt x="259" y="199"/>
                      </a:lnTo>
                      <a:lnTo>
                        <a:pt x="259" y="201"/>
                      </a:lnTo>
                      <a:lnTo>
                        <a:pt x="259" y="203"/>
                      </a:lnTo>
                      <a:lnTo>
                        <a:pt x="261" y="203"/>
                      </a:lnTo>
                      <a:lnTo>
                        <a:pt x="261" y="205"/>
                      </a:lnTo>
                      <a:lnTo>
                        <a:pt x="259" y="205"/>
                      </a:lnTo>
                      <a:lnTo>
                        <a:pt x="257" y="205"/>
                      </a:lnTo>
                      <a:lnTo>
                        <a:pt x="257" y="207"/>
                      </a:lnTo>
                      <a:lnTo>
                        <a:pt x="256" y="207"/>
                      </a:lnTo>
                      <a:lnTo>
                        <a:pt x="256" y="209"/>
                      </a:lnTo>
                      <a:lnTo>
                        <a:pt x="256" y="210"/>
                      </a:lnTo>
                      <a:lnTo>
                        <a:pt x="257" y="210"/>
                      </a:lnTo>
                      <a:lnTo>
                        <a:pt x="257" y="212"/>
                      </a:lnTo>
                      <a:lnTo>
                        <a:pt x="257" y="214"/>
                      </a:lnTo>
                      <a:lnTo>
                        <a:pt x="257" y="216"/>
                      </a:lnTo>
                      <a:lnTo>
                        <a:pt x="257" y="218"/>
                      </a:lnTo>
                      <a:lnTo>
                        <a:pt x="256" y="218"/>
                      </a:lnTo>
                      <a:lnTo>
                        <a:pt x="256" y="220"/>
                      </a:lnTo>
                      <a:lnTo>
                        <a:pt x="254" y="220"/>
                      </a:lnTo>
                      <a:lnTo>
                        <a:pt x="252" y="220"/>
                      </a:lnTo>
                      <a:lnTo>
                        <a:pt x="254" y="220"/>
                      </a:lnTo>
                      <a:lnTo>
                        <a:pt x="254" y="221"/>
                      </a:lnTo>
                      <a:lnTo>
                        <a:pt x="252" y="223"/>
                      </a:lnTo>
                      <a:lnTo>
                        <a:pt x="252" y="225"/>
                      </a:lnTo>
                      <a:lnTo>
                        <a:pt x="252" y="227"/>
                      </a:lnTo>
                      <a:lnTo>
                        <a:pt x="250" y="227"/>
                      </a:lnTo>
                      <a:lnTo>
                        <a:pt x="250" y="229"/>
                      </a:lnTo>
                      <a:lnTo>
                        <a:pt x="252" y="229"/>
                      </a:lnTo>
                      <a:lnTo>
                        <a:pt x="250" y="229"/>
                      </a:lnTo>
                      <a:lnTo>
                        <a:pt x="252" y="231"/>
                      </a:lnTo>
                      <a:lnTo>
                        <a:pt x="254" y="231"/>
                      </a:lnTo>
                      <a:lnTo>
                        <a:pt x="256" y="231"/>
                      </a:lnTo>
                      <a:lnTo>
                        <a:pt x="257" y="231"/>
                      </a:lnTo>
                      <a:lnTo>
                        <a:pt x="259" y="231"/>
                      </a:lnTo>
                      <a:lnTo>
                        <a:pt x="261" y="229"/>
                      </a:lnTo>
                      <a:lnTo>
                        <a:pt x="263" y="231"/>
                      </a:lnTo>
                      <a:lnTo>
                        <a:pt x="265" y="231"/>
                      </a:lnTo>
                      <a:lnTo>
                        <a:pt x="266" y="231"/>
                      </a:lnTo>
                      <a:lnTo>
                        <a:pt x="268" y="231"/>
                      </a:lnTo>
                      <a:lnTo>
                        <a:pt x="268" y="232"/>
                      </a:lnTo>
                      <a:lnTo>
                        <a:pt x="270" y="232"/>
                      </a:lnTo>
                      <a:lnTo>
                        <a:pt x="272" y="232"/>
                      </a:lnTo>
                      <a:lnTo>
                        <a:pt x="274" y="232"/>
                      </a:lnTo>
                      <a:lnTo>
                        <a:pt x="276" y="232"/>
                      </a:lnTo>
                      <a:lnTo>
                        <a:pt x="274" y="232"/>
                      </a:lnTo>
                      <a:lnTo>
                        <a:pt x="276" y="232"/>
                      </a:lnTo>
                      <a:lnTo>
                        <a:pt x="276" y="231"/>
                      </a:lnTo>
                      <a:lnTo>
                        <a:pt x="276" y="232"/>
                      </a:lnTo>
                      <a:lnTo>
                        <a:pt x="277" y="232"/>
                      </a:lnTo>
                      <a:lnTo>
                        <a:pt x="279" y="232"/>
                      </a:lnTo>
                      <a:lnTo>
                        <a:pt x="277" y="232"/>
                      </a:lnTo>
                      <a:lnTo>
                        <a:pt x="277" y="234"/>
                      </a:lnTo>
                      <a:lnTo>
                        <a:pt x="279" y="234"/>
                      </a:lnTo>
                      <a:lnTo>
                        <a:pt x="279" y="236"/>
                      </a:lnTo>
                      <a:lnTo>
                        <a:pt x="279" y="238"/>
                      </a:lnTo>
                      <a:lnTo>
                        <a:pt x="277" y="238"/>
                      </a:lnTo>
                      <a:lnTo>
                        <a:pt x="277" y="240"/>
                      </a:lnTo>
                      <a:lnTo>
                        <a:pt x="277" y="241"/>
                      </a:lnTo>
                      <a:lnTo>
                        <a:pt x="279" y="243"/>
                      </a:lnTo>
                      <a:lnTo>
                        <a:pt x="279" y="245"/>
                      </a:lnTo>
                      <a:lnTo>
                        <a:pt x="281" y="245"/>
                      </a:lnTo>
                      <a:lnTo>
                        <a:pt x="283" y="245"/>
                      </a:lnTo>
                      <a:lnTo>
                        <a:pt x="285" y="245"/>
                      </a:lnTo>
                      <a:lnTo>
                        <a:pt x="285" y="247"/>
                      </a:lnTo>
                      <a:lnTo>
                        <a:pt x="287" y="247"/>
                      </a:lnTo>
                      <a:lnTo>
                        <a:pt x="285" y="247"/>
                      </a:lnTo>
                      <a:lnTo>
                        <a:pt x="285" y="249"/>
                      </a:lnTo>
                      <a:lnTo>
                        <a:pt x="283" y="249"/>
                      </a:lnTo>
                      <a:lnTo>
                        <a:pt x="285" y="249"/>
                      </a:lnTo>
                      <a:lnTo>
                        <a:pt x="285" y="251"/>
                      </a:lnTo>
                      <a:lnTo>
                        <a:pt x="285" y="252"/>
                      </a:lnTo>
                      <a:lnTo>
                        <a:pt x="287" y="252"/>
                      </a:lnTo>
                      <a:lnTo>
                        <a:pt x="287" y="251"/>
                      </a:lnTo>
                      <a:lnTo>
                        <a:pt x="287" y="252"/>
                      </a:lnTo>
                      <a:lnTo>
                        <a:pt x="288" y="252"/>
                      </a:lnTo>
                      <a:lnTo>
                        <a:pt x="290" y="252"/>
                      </a:lnTo>
                      <a:lnTo>
                        <a:pt x="292" y="252"/>
                      </a:lnTo>
                      <a:lnTo>
                        <a:pt x="292" y="251"/>
                      </a:lnTo>
                      <a:lnTo>
                        <a:pt x="294" y="251"/>
                      </a:lnTo>
                      <a:lnTo>
                        <a:pt x="296" y="251"/>
                      </a:lnTo>
                      <a:lnTo>
                        <a:pt x="296" y="252"/>
                      </a:lnTo>
                      <a:lnTo>
                        <a:pt x="298" y="252"/>
                      </a:lnTo>
                      <a:lnTo>
                        <a:pt x="299" y="252"/>
                      </a:lnTo>
                      <a:lnTo>
                        <a:pt x="299" y="254"/>
                      </a:lnTo>
                      <a:lnTo>
                        <a:pt x="301" y="254"/>
                      </a:lnTo>
                      <a:lnTo>
                        <a:pt x="301" y="252"/>
                      </a:lnTo>
                      <a:lnTo>
                        <a:pt x="303" y="252"/>
                      </a:lnTo>
                      <a:lnTo>
                        <a:pt x="305" y="252"/>
                      </a:lnTo>
                      <a:lnTo>
                        <a:pt x="307" y="251"/>
                      </a:lnTo>
                      <a:lnTo>
                        <a:pt x="307" y="249"/>
                      </a:lnTo>
                      <a:lnTo>
                        <a:pt x="308" y="249"/>
                      </a:lnTo>
                      <a:lnTo>
                        <a:pt x="308" y="247"/>
                      </a:lnTo>
                      <a:lnTo>
                        <a:pt x="310" y="247"/>
                      </a:lnTo>
                      <a:lnTo>
                        <a:pt x="310" y="245"/>
                      </a:lnTo>
                      <a:lnTo>
                        <a:pt x="312" y="245"/>
                      </a:lnTo>
                      <a:lnTo>
                        <a:pt x="310" y="245"/>
                      </a:lnTo>
                      <a:lnTo>
                        <a:pt x="312" y="245"/>
                      </a:lnTo>
                      <a:lnTo>
                        <a:pt x="314" y="245"/>
                      </a:lnTo>
                      <a:lnTo>
                        <a:pt x="316" y="245"/>
                      </a:lnTo>
                      <a:lnTo>
                        <a:pt x="316" y="243"/>
                      </a:lnTo>
                      <a:lnTo>
                        <a:pt x="318" y="243"/>
                      </a:lnTo>
                      <a:lnTo>
                        <a:pt x="318" y="241"/>
                      </a:lnTo>
                      <a:lnTo>
                        <a:pt x="319" y="241"/>
                      </a:lnTo>
                      <a:lnTo>
                        <a:pt x="319" y="243"/>
                      </a:lnTo>
                      <a:lnTo>
                        <a:pt x="319" y="245"/>
                      </a:lnTo>
                      <a:lnTo>
                        <a:pt x="321" y="245"/>
                      </a:lnTo>
                      <a:lnTo>
                        <a:pt x="321" y="247"/>
                      </a:lnTo>
                      <a:lnTo>
                        <a:pt x="321" y="249"/>
                      </a:lnTo>
                      <a:lnTo>
                        <a:pt x="319" y="249"/>
                      </a:lnTo>
                      <a:lnTo>
                        <a:pt x="321" y="251"/>
                      </a:lnTo>
                      <a:lnTo>
                        <a:pt x="321" y="252"/>
                      </a:lnTo>
                      <a:lnTo>
                        <a:pt x="319" y="252"/>
                      </a:lnTo>
                      <a:lnTo>
                        <a:pt x="319" y="254"/>
                      </a:lnTo>
                      <a:lnTo>
                        <a:pt x="318" y="254"/>
                      </a:lnTo>
                      <a:lnTo>
                        <a:pt x="316" y="254"/>
                      </a:lnTo>
                      <a:lnTo>
                        <a:pt x="316" y="256"/>
                      </a:lnTo>
                      <a:lnTo>
                        <a:pt x="314" y="256"/>
                      </a:lnTo>
                      <a:lnTo>
                        <a:pt x="312" y="256"/>
                      </a:lnTo>
                      <a:lnTo>
                        <a:pt x="312" y="258"/>
                      </a:lnTo>
                      <a:lnTo>
                        <a:pt x="310" y="258"/>
                      </a:lnTo>
                      <a:lnTo>
                        <a:pt x="310" y="260"/>
                      </a:lnTo>
                      <a:lnTo>
                        <a:pt x="308" y="260"/>
                      </a:lnTo>
                      <a:lnTo>
                        <a:pt x="307" y="260"/>
                      </a:lnTo>
                      <a:lnTo>
                        <a:pt x="307" y="258"/>
                      </a:lnTo>
                      <a:lnTo>
                        <a:pt x="305" y="258"/>
                      </a:lnTo>
                      <a:lnTo>
                        <a:pt x="305" y="260"/>
                      </a:lnTo>
                      <a:lnTo>
                        <a:pt x="305" y="262"/>
                      </a:lnTo>
                      <a:lnTo>
                        <a:pt x="305" y="263"/>
                      </a:lnTo>
                      <a:lnTo>
                        <a:pt x="305" y="265"/>
                      </a:lnTo>
                      <a:lnTo>
                        <a:pt x="303" y="265"/>
                      </a:lnTo>
                      <a:lnTo>
                        <a:pt x="303" y="267"/>
                      </a:lnTo>
                      <a:lnTo>
                        <a:pt x="301" y="267"/>
                      </a:lnTo>
                      <a:lnTo>
                        <a:pt x="301" y="269"/>
                      </a:lnTo>
                      <a:lnTo>
                        <a:pt x="299" y="269"/>
                      </a:lnTo>
                      <a:lnTo>
                        <a:pt x="299" y="271"/>
                      </a:lnTo>
                      <a:lnTo>
                        <a:pt x="298" y="271"/>
                      </a:lnTo>
                      <a:lnTo>
                        <a:pt x="298" y="273"/>
                      </a:lnTo>
                      <a:lnTo>
                        <a:pt x="298" y="274"/>
                      </a:lnTo>
                      <a:lnTo>
                        <a:pt x="299" y="274"/>
                      </a:lnTo>
                      <a:lnTo>
                        <a:pt x="301" y="274"/>
                      </a:lnTo>
                      <a:lnTo>
                        <a:pt x="303" y="274"/>
                      </a:lnTo>
                      <a:lnTo>
                        <a:pt x="301" y="274"/>
                      </a:lnTo>
                      <a:lnTo>
                        <a:pt x="301" y="276"/>
                      </a:lnTo>
                      <a:lnTo>
                        <a:pt x="299" y="276"/>
                      </a:lnTo>
                      <a:lnTo>
                        <a:pt x="298" y="276"/>
                      </a:lnTo>
                      <a:lnTo>
                        <a:pt x="296" y="276"/>
                      </a:lnTo>
                      <a:lnTo>
                        <a:pt x="294" y="276"/>
                      </a:lnTo>
                      <a:lnTo>
                        <a:pt x="292" y="276"/>
                      </a:lnTo>
                      <a:lnTo>
                        <a:pt x="292" y="278"/>
                      </a:lnTo>
                      <a:lnTo>
                        <a:pt x="290" y="278"/>
                      </a:lnTo>
                      <a:lnTo>
                        <a:pt x="288" y="278"/>
                      </a:lnTo>
                      <a:lnTo>
                        <a:pt x="288" y="280"/>
                      </a:lnTo>
                      <a:lnTo>
                        <a:pt x="287" y="280"/>
                      </a:lnTo>
                      <a:lnTo>
                        <a:pt x="287" y="282"/>
                      </a:lnTo>
                      <a:lnTo>
                        <a:pt x="287" y="284"/>
                      </a:lnTo>
                      <a:lnTo>
                        <a:pt x="285" y="284"/>
                      </a:lnTo>
                      <a:lnTo>
                        <a:pt x="285" y="285"/>
                      </a:lnTo>
                      <a:lnTo>
                        <a:pt x="285" y="287"/>
                      </a:lnTo>
                      <a:lnTo>
                        <a:pt x="285" y="289"/>
                      </a:lnTo>
                      <a:lnTo>
                        <a:pt x="285" y="291"/>
                      </a:lnTo>
                      <a:lnTo>
                        <a:pt x="283" y="291"/>
                      </a:lnTo>
                      <a:lnTo>
                        <a:pt x="285" y="291"/>
                      </a:lnTo>
                      <a:lnTo>
                        <a:pt x="283" y="293"/>
                      </a:lnTo>
                      <a:lnTo>
                        <a:pt x="281" y="293"/>
                      </a:lnTo>
                      <a:lnTo>
                        <a:pt x="283" y="293"/>
                      </a:lnTo>
                      <a:lnTo>
                        <a:pt x="281" y="293"/>
                      </a:lnTo>
                      <a:lnTo>
                        <a:pt x="283" y="293"/>
                      </a:lnTo>
                      <a:lnTo>
                        <a:pt x="281" y="293"/>
                      </a:lnTo>
                      <a:lnTo>
                        <a:pt x="281" y="291"/>
                      </a:lnTo>
                      <a:lnTo>
                        <a:pt x="281" y="293"/>
                      </a:lnTo>
                      <a:lnTo>
                        <a:pt x="281" y="291"/>
                      </a:lnTo>
                      <a:lnTo>
                        <a:pt x="279" y="291"/>
                      </a:lnTo>
                      <a:lnTo>
                        <a:pt x="281" y="291"/>
                      </a:lnTo>
                      <a:lnTo>
                        <a:pt x="279" y="291"/>
                      </a:lnTo>
                      <a:lnTo>
                        <a:pt x="279" y="289"/>
                      </a:lnTo>
                      <a:lnTo>
                        <a:pt x="279" y="291"/>
                      </a:lnTo>
                      <a:lnTo>
                        <a:pt x="279" y="289"/>
                      </a:lnTo>
                      <a:lnTo>
                        <a:pt x="277" y="289"/>
                      </a:lnTo>
                      <a:lnTo>
                        <a:pt x="276" y="289"/>
                      </a:lnTo>
                      <a:lnTo>
                        <a:pt x="276" y="291"/>
                      </a:lnTo>
                      <a:lnTo>
                        <a:pt x="274" y="291"/>
                      </a:lnTo>
                      <a:lnTo>
                        <a:pt x="274" y="293"/>
                      </a:lnTo>
                      <a:lnTo>
                        <a:pt x="272" y="294"/>
                      </a:lnTo>
                      <a:lnTo>
                        <a:pt x="272" y="293"/>
                      </a:lnTo>
                      <a:lnTo>
                        <a:pt x="270" y="293"/>
                      </a:lnTo>
                      <a:lnTo>
                        <a:pt x="268" y="294"/>
                      </a:lnTo>
                      <a:lnTo>
                        <a:pt x="266" y="293"/>
                      </a:lnTo>
                      <a:lnTo>
                        <a:pt x="266" y="294"/>
                      </a:lnTo>
                      <a:lnTo>
                        <a:pt x="265" y="293"/>
                      </a:lnTo>
                      <a:lnTo>
                        <a:pt x="263" y="293"/>
                      </a:lnTo>
                      <a:lnTo>
                        <a:pt x="261" y="293"/>
                      </a:lnTo>
                      <a:lnTo>
                        <a:pt x="261" y="291"/>
                      </a:lnTo>
                      <a:lnTo>
                        <a:pt x="261" y="293"/>
                      </a:lnTo>
                      <a:lnTo>
                        <a:pt x="261" y="294"/>
                      </a:lnTo>
                      <a:lnTo>
                        <a:pt x="263" y="294"/>
                      </a:lnTo>
                      <a:lnTo>
                        <a:pt x="263" y="296"/>
                      </a:lnTo>
                      <a:lnTo>
                        <a:pt x="263" y="298"/>
                      </a:lnTo>
                      <a:lnTo>
                        <a:pt x="265" y="298"/>
                      </a:lnTo>
                      <a:lnTo>
                        <a:pt x="263" y="298"/>
                      </a:lnTo>
                      <a:lnTo>
                        <a:pt x="263" y="300"/>
                      </a:lnTo>
                      <a:lnTo>
                        <a:pt x="261" y="300"/>
                      </a:lnTo>
                      <a:lnTo>
                        <a:pt x="261" y="302"/>
                      </a:lnTo>
                      <a:lnTo>
                        <a:pt x="259" y="302"/>
                      </a:lnTo>
                      <a:lnTo>
                        <a:pt x="257" y="302"/>
                      </a:lnTo>
                      <a:lnTo>
                        <a:pt x="257" y="304"/>
                      </a:lnTo>
                      <a:lnTo>
                        <a:pt x="256" y="304"/>
                      </a:lnTo>
                      <a:lnTo>
                        <a:pt x="254" y="302"/>
                      </a:lnTo>
                      <a:lnTo>
                        <a:pt x="252" y="302"/>
                      </a:lnTo>
                      <a:lnTo>
                        <a:pt x="250" y="302"/>
                      </a:lnTo>
                      <a:lnTo>
                        <a:pt x="248" y="302"/>
                      </a:lnTo>
                      <a:lnTo>
                        <a:pt x="246" y="302"/>
                      </a:lnTo>
                      <a:lnTo>
                        <a:pt x="246" y="304"/>
                      </a:lnTo>
                      <a:lnTo>
                        <a:pt x="245" y="304"/>
                      </a:lnTo>
                      <a:lnTo>
                        <a:pt x="245" y="305"/>
                      </a:lnTo>
                      <a:lnTo>
                        <a:pt x="246" y="305"/>
                      </a:lnTo>
                      <a:lnTo>
                        <a:pt x="245" y="305"/>
                      </a:lnTo>
                      <a:lnTo>
                        <a:pt x="245" y="307"/>
                      </a:lnTo>
                      <a:lnTo>
                        <a:pt x="245" y="309"/>
                      </a:lnTo>
                      <a:lnTo>
                        <a:pt x="245" y="311"/>
                      </a:lnTo>
                      <a:lnTo>
                        <a:pt x="245" y="313"/>
                      </a:lnTo>
                      <a:lnTo>
                        <a:pt x="243" y="313"/>
                      </a:lnTo>
                      <a:lnTo>
                        <a:pt x="243" y="315"/>
                      </a:lnTo>
                      <a:lnTo>
                        <a:pt x="241" y="315"/>
                      </a:lnTo>
                      <a:lnTo>
                        <a:pt x="239" y="313"/>
                      </a:lnTo>
                      <a:lnTo>
                        <a:pt x="237" y="313"/>
                      </a:lnTo>
                      <a:lnTo>
                        <a:pt x="237" y="315"/>
                      </a:lnTo>
                      <a:lnTo>
                        <a:pt x="235" y="315"/>
                      </a:lnTo>
                      <a:lnTo>
                        <a:pt x="234" y="315"/>
                      </a:lnTo>
                      <a:lnTo>
                        <a:pt x="232" y="315"/>
                      </a:lnTo>
                      <a:lnTo>
                        <a:pt x="230" y="315"/>
                      </a:lnTo>
                      <a:lnTo>
                        <a:pt x="230" y="316"/>
                      </a:lnTo>
                      <a:lnTo>
                        <a:pt x="228" y="316"/>
                      </a:lnTo>
                      <a:lnTo>
                        <a:pt x="228" y="318"/>
                      </a:lnTo>
                      <a:lnTo>
                        <a:pt x="228" y="316"/>
                      </a:lnTo>
                      <a:lnTo>
                        <a:pt x="226" y="316"/>
                      </a:lnTo>
                      <a:lnTo>
                        <a:pt x="225" y="316"/>
                      </a:lnTo>
                      <a:lnTo>
                        <a:pt x="223" y="316"/>
                      </a:lnTo>
                      <a:lnTo>
                        <a:pt x="221" y="316"/>
                      </a:lnTo>
                      <a:lnTo>
                        <a:pt x="219" y="316"/>
                      </a:lnTo>
                      <a:lnTo>
                        <a:pt x="217" y="316"/>
                      </a:lnTo>
                      <a:lnTo>
                        <a:pt x="215" y="316"/>
                      </a:lnTo>
                      <a:lnTo>
                        <a:pt x="217" y="316"/>
                      </a:lnTo>
                      <a:lnTo>
                        <a:pt x="215" y="315"/>
                      </a:lnTo>
                      <a:lnTo>
                        <a:pt x="214" y="315"/>
                      </a:lnTo>
                      <a:lnTo>
                        <a:pt x="214" y="313"/>
                      </a:lnTo>
                      <a:lnTo>
                        <a:pt x="212" y="315"/>
                      </a:lnTo>
                      <a:lnTo>
                        <a:pt x="212" y="313"/>
                      </a:lnTo>
                      <a:lnTo>
                        <a:pt x="210" y="313"/>
                      </a:lnTo>
                      <a:lnTo>
                        <a:pt x="210" y="315"/>
                      </a:lnTo>
                      <a:lnTo>
                        <a:pt x="208" y="315"/>
                      </a:lnTo>
                      <a:lnTo>
                        <a:pt x="210" y="315"/>
                      </a:lnTo>
                      <a:lnTo>
                        <a:pt x="208" y="315"/>
                      </a:lnTo>
                      <a:lnTo>
                        <a:pt x="208" y="316"/>
                      </a:lnTo>
                      <a:lnTo>
                        <a:pt x="210" y="316"/>
                      </a:lnTo>
                      <a:lnTo>
                        <a:pt x="208" y="316"/>
                      </a:lnTo>
                      <a:lnTo>
                        <a:pt x="210" y="318"/>
                      </a:lnTo>
                      <a:lnTo>
                        <a:pt x="208" y="318"/>
                      </a:lnTo>
                      <a:lnTo>
                        <a:pt x="206" y="318"/>
                      </a:lnTo>
                      <a:lnTo>
                        <a:pt x="208" y="320"/>
                      </a:lnTo>
                      <a:lnTo>
                        <a:pt x="206" y="320"/>
                      </a:lnTo>
                      <a:lnTo>
                        <a:pt x="204" y="320"/>
                      </a:lnTo>
                      <a:lnTo>
                        <a:pt x="203" y="320"/>
                      </a:lnTo>
                      <a:lnTo>
                        <a:pt x="203" y="322"/>
                      </a:lnTo>
                      <a:lnTo>
                        <a:pt x="204" y="324"/>
                      </a:lnTo>
                      <a:lnTo>
                        <a:pt x="203" y="324"/>
                      </a:lnTo>
                      <a:lnTo>
                        <a:pt x="203" y="326"/>
                      </a:lnTo>
                      <a:lnTo>
                        <a:pt x="201" y="327"/>
                      </a:lnTo>
                      <a:lnTo>
                        <a:pt x="201" y="329"/>
                      </a:lnTo>
                      <a:lnTo>
                        <a:pt x="203" y="329"/>
                      </a:lnTo>
                      <a:lnTo>
                        <a:pt x="203" y="331"/>
                      </a:lnTo>
                      <a:lnTo>
                        <a:pt x="201" y="331"/>
                      </a:lnTo>
                      <a:lnTo>
                        <a:pt x="201" y="333"/>
                      </a:lnTo>
                      <a:lnTo>
                        <a:pt x="203" y="333"/>
                      </a:lnTo>
                      <a:lnTo>
                        <a:pt x="203" y="335"/>
                      </a:lnTo>
                      <a:lnTo>
                        <a:pt x="203" y="337"/>
                      </a:lnTo>
                      <a:lnTo>
                        <a:pt x="203" y="338"/>
                      </a:lnTo>
                      <a:lnTo>
                        <a:pt x="201" y="338"/>
                      </a:lnTo>
                      <a:lnTo>
                        <a:pt x="199" y="338"/>
                      </a:lnTo>
                      <a:lnTo>
                        <a:pt x="199" y="340"/>
                      </a:lnTo>
                      <a:lnTo>
                        <a:pt x="199" y="342"/>
                      </a:lnTo>
                      <a:lnTo>
                        <a:pt x="197" y="342"/>
                      </a:lnTo>
                      <a:lnTo>
                        <a:pt x="197" y="344"/>
                      </a:lnTo>
                      <a:lnTo>
                        <a:pt x="195" y="344"/>
                      </a:lnTo>
                      <a:lnTo>
                        <a:pt x="197" y="344"/>
                      </a:lnTo>
                      <a:lnTo>
                        <a:pt x="197" y="346"/>
                      </a:lnTo>
                      <a:lnTo>
                        <a:pt x="199" y="346"/>
                      </a:lnTo>
                      <a:lnTo>
                        <a:pt x="199" y="347"/>
                      </a:lnTo>
                      <a:lnTo>
                        <a:pt x="199" y="349"/>
                      </a:lnTo>
                      <a:lnTo>
                        <a:pt x="199" y="351"/>
                      </a:lnTo>
                      <a:lnTo>
                        <a:pt x="199" y="353"/>
                      </a:lnTo>
                      <a:lnTo>
                        <a:pt x="199" y="355"/>
                      </a:lnTo>
                      <a:lnTo>
                        <a:pt x="201" y="355"/>
                      </a:lnTo>
                      <a:lnTo>
                        <a:pt x="199" y="355"/>
                      </a:lnTo>
                      <a:lnTo>
                        <a:pt x="201" y="357"/>
                      </a:lnTo>
                      <a:lnTo>
                        <a:pt x="199" y="357"/>
                      </a:lnTo>
                      <a:lnTo>
                        <a:pt x="197" y="357"/>
                      </a:lnTo>
                      <a:lnTo>
                        <a:pt x="195" y="357"/>
                      </a:lnTo>
                      <a:lnTo>
                        <a:pt x="193" y="357"/>
                      </a:lnTo>
                      <a:lnTo>
                        <a:pt x="193" y="358"/>
                      </a:lnTo>
                      <a:lnTo>
                        <a:pt x="192" y="358"/>
                      </a:lnTo>
                      <a:lnTo>
                        <a:pt x="192" y="360"/>
                      </a:lnTo>
                      <a:lnTo>
                        <a:pt x="190" y="360"/>
                      </a:lnTo>
                      <a:lnTo>
                        <a:pt x="190" y="358"/>
                      </a:lnTo>
                      <a:lnTo>
                        <a:pt x="188" y="358"/>
                      </a:lnTo>
                      <a:lnTo>
                        <a:pt x="188" y="360"/>
                      </a:lnTo>
                      <a:lnTo>
                        <a:pt x="188" y="358"/>
                      </a:lnTo>
                      <a:lnTo>
                        <a:pt x="186" y="357"/>
                      </a:lnTo>
                      <a:lnTo>
                        <a:pt x="184" y="357"/>
                      </a:lnTo>
                      <a:lnTo>
                        <a:pt x="186" y="357"/>
                      </a:lnTo>
                      <a:lnTo>
                        <a:pt x="184" y="357"/>
                      </a:lnTo>
                      <a:lnTo>
                        <a:pt x="184" y="358"/>
                      </a:lnTo>
                      <a:lnTo>
                        <a:pt x="186" y="358"/>
                      </a:lnTo>
                      <a:lnTo>
                        <a:pt x="186" y="360"/>
                      </a:lnTo>
                      <a:lnTo>
                        <a:pt x="186" y="362"/>
                      </a:lnTo>
                      <a:lnTo>
                        <a:pt x="188" y="362"/>
                      </a:lnTo>
                      <a:lnTo>
                        <a:pt x="188" y="364"/>
                      </a:lnTo>
                      <a:lnTo>
                        <a:pt x="188" y="366"/>
                      </a:lnTo>
                      <a:lnTo>
                        <a:pt x="190" y="366"/>
                      </a:lnTo>
                      <a:lnTo>
                        <a:pt x="190" y="368"/>
                      </a:lnTo>
                      <a:lnTo>
                        <a:pt x="192" y="368"/>
                      </a:lnTo>
                      <a:lnTo>
                        <a:pt x="192" y="366"/>
                      </a:lnTo>
                      <a:lnTo>
                        <a:pt x="193" y="366"/>
                      </a:lnTo>
                      <a:lnTo>
                        <a:pt x="195" y="366"/>
                      </a:lnTo>
                      <a:lnTo>
                        <a:pt x="195" y="368"/>
                      </a:lnTo>
                      <a:lnTo>
                        <a:pt x="193" y="368"/>
                      </a:lnTo>
                      <a:lnTo>
                        <a:pt x="193" y="369"/>
                      </a:lnTo>
                      <a:lnTo>
                        <a:pt x="195" y="369"/>
                      </a:lnTo>
                      <a:lnTo>
                        <a:pt x="195" y="371"/>
                      </a:lnTo>
                      <a:lnTo>
                        <a:pt x="197" y="371"/>
                      </a:lnTo>
                      <a:lnTo>
                        <a:pt x="197" y="373"/>
                      </a:lnTo>
                      <a:lnTo>
                        <a:pt x="197" y="375"/>
                      </a:lnTo>
                      <a:lnTo>
                        <a:pt x="197" y="377"/>
                      </a:lnTo>
                      <a:lnTo>
                        <a:pt x="199" y="377"/>
                      </a:lnTo>
                      <a:lnTo>
                        <a:pt x="199" y="379"/>
                      </a:lnTo>
                      <a:lnTo>
                        <a:pt x="197" y="379"/>
                      </a:lnTo>
                      <a:lnTo>
                        <a:pt x="197" y="380"/>
                      </a:lnTo>
                      <a:lnTo>
                        <a:pt x="197" y="382"/>
                      </a:lnTo>
                      <a:lnTo>
                        <a:pt x="197" y="384"/>
                      </a:lnTo>
                      <a:lnTo>
                        <a:pt x="199" y="384"/>
                      </a:lnTo>
                      <a:lnTo>
                        <a:pt x="199" y="386"/>
                      </a:lnTo>
                      <a:lnTo>
                        <a:pt x="201" y="386"/>
                      </a:lnTo>
                      <a:lnTo>
                        <a:pt x="199" y="386"/>
                      </a:lnTo>
                      <a:lnTo>
                        <a:pt x="199" y="388"/>
                      </a:lnTo>
                      <a:lnTo>
                        <a:pt x="201" y="388"/>
                      </a:lnTo>
                      <a:lnTo>
                        <a:pt x="201" y="390"/>
                      </a:lnTo>
                      <a:lnTo>
                        <a:pt x="203" y="390"/>
                      </a:lnTo>
                      <a:lnTo>
                        <a:pt x="203" y="391"/>
                      </a:lnTo>
                      <a:lnTo>
                        <a:pt x="204" y="391"/>
                      </a:lnTo>
                      <a:lnTo>
                        <a:pt x="204" y="393"/>
                      </a:lnTo>
                      <a:lnTo>
                        <a:pt x="206" y="393"/>
                      </a:lnTo>
                      <a:lnTo>
                        <a:pt x="206" y="395"/>
                      </a:lnTo>
                      <a:lnTo>
                        <a:pt x="208" y="395"/>
                      </a:lnTo>
                      <a:lnTo>
                        <a:pt x="208" y="397"/>
                      </a:lnTo>
                      <a:lnTo>
                        <a:pt x="210" y="397"/>
                      </a:lnTo>
                      <a:lnTo>
                        <a:pt x="210" y="399"/>
                      </a:lnTo>
                      <a:lnTo>
                        <a:pt x="212" y="399"/>
                      </a:lnTo>
                      <a:lnTo>
                        <a:pt x="212" y="400"/>
                      </a:lnTo>
                      <a:lnTo>
                        <a:pt x="212" y="402"/>
                      </a:lnTo>
                      <a:lnTo>
                        <a:pt x="214" y="402"/>
                      </a:lnTo>
                      <a:lnTo>
                        <a:pt x="214" y="404"/>
                      </a:lnTo>
                      <a:lnTo>
                        <a:pt x="215" y="404"/>
                      </a:lnTo>
                      <a:lnTo>
                        <a:pt x="215" y="406"/>
                      </a:lnTo>
                      <a:lnTo>
                        <a:pt x="217" y="406"/>
                      </a:lnTo>
                      <a:lnTo>
                        <a:pt x="217" y="404"/>
                      </a:lnTo>
                      <a:lnTo>
                        <a:pt x="217" y="406"/>
                      </a:lnTo>
                      <a:lnTo>
                        <a:pt x="215" y="406"/>
                      </a:lnTo>
                      <a:lnTo>
                        <a:pt x="217" y="406"/>
                      </a:lnTo>
                      <a:lnTo>
                        <a:pt x="217" y="408"/>
                      </a:lnTo>
                      <a:lnTo>
                        <a:pt x="217" y="406"/>
                      </a:lnTo>
                      <a:lnTo>
                        <a:pt x="217" y="408"/>
                      </a:lnTo>
                      <a:lnTo>
                        <a:pt x="219" y="408"/>
                      </a:lnTo>
                      <a:lnTo>
                        <a:pt x="219" y="410"/>
                      </a:lnTo>
                      <a:lnTo>
                        <a:pt x="217" y="410"/>
                      </a:lnTo>
                      <a:lnTo>
                        <a:pt x="219" y="410"/>
                      </a:lnTo>
                      <a:lnTo>
                        <a:pt x="219" y="408"/>
                      </a:lnTo>
                      <a:lnTo>
                        <a:pt x="219" y="410"/>
                      </a:lnTo>
                      <a:lnTo>
                        <a:pt x="219" y="411"/>
                      </a:lnTo>
                      <a:lnTo>
                        <a:pt x="221" y="411"/>
                      </a:lnTo>
                      <a:lnTo>
                        <a:pt x="223" y="411"/>
                      </a:lnTo>
                      <a:lnTo>
                        <a:pt x="225" y="411"/>
                      </a:lnTo>
                      <a:lnTo>
                        <a:pt x="223" y="411"/>
                      </a:lnTo>
                      <a:lnTo>
                        <a:pt x="223" y="413"/>
                      </a:lnTo>
                      <a:lnTo>
                        <a:pt x="225" y="413"/>
                      </a:lnTo>
                      <a:lnTo>
                        <a:pt x="225" y="411"/>
                      </a:lnTo>
                      <a:lnTo>
                        <a:pt x="225" y="413"/>
                      </a:lnTo>
                      <a:lnTo>
                        <a:pt x="225" y="415"/>
                      </a:lnTo>
                      <a:lnTo>
                        <a:pt x="226" y="413"/>
                      </a:lnTo>
                      <a:lnTo>
                        <a:pt x="226" y="415"/>
                      </a:lnTo>
                      <a:lnTo>
                        <a:pt x="225" y="415"/>
                      </a:lnTo>
                      <a:lnTo>
                        <a:pt x="226" y="415"/>
                      </a:lnTo>
                      <a:lnTo>
                        <a:pt x="226" y="417"/>
                      </a:lnTo>
                      <a:lnTo>
                        <a:pt x="228" y="419"/>
                      </a:lnTo>
                      <a:lnTo>
                        <a:pt x="226" y="419"/>
                      </a:lnTo>
                      <a:lnTo>
                        <a:pt x="226" y="417"/>
                      </a:lnTo>
                      <a:lnTo>
                        <a:pt x="226" y="419"/>
                      </a:lnTo>
                      <a:lnTo>
                        <a:pt x="228" y="419"/>
                      </a:lnTo>
                      <a:lnTo>
                        <a:pt x="228" y="421"/>
                      </a:lnTo>
                      <a:lnTo>
                        <a:pt x="226" y="421"/>
                      </a:lnTo>
                      <a:lnTo>
                        <a:pt x="225" y="421"/>
                      </a:lnTo>
                      <a:lnTo>
                        <a:pt x="226" y="421"/>
                      </a:lnTo>
                      <a:lnTo>
                        <a:pt x="225" y="422"/>
                      </a:lnTo>
                      <a:lnTo>
                        <a:pt x="225" y="424"/>
                      </a:lnTo>
                      <a:lnTo>
                        <a:pt x="226" y="424"/>
                      </a:lnTo>
                      <a:lnTo>
                        <a:pt x="226" y="426"/>
                      </a:lnTo>
                      <a:lnTo>
                        <a:pt x="228" y="426"/>
                      </a:lnTo>
                      <a:lnTo>
                        <a:pt x="228" y="428"/>
                      </a:lnTo>
                      <a:lnTo>
                        <a:pt x="228" y="430"/>
                      </a:lnTo>
                      <a:lnTo>
                        <a:pt x="230" y="430"/>
                      </a:lnTo>
                      <a:lnTo>
                        <a:pt x="230" y="432"/>
                      </a:lnTo>
                      <a:lnTo>
                        <a:pt x="232" y="432"/>
                      </a:lnTo>
                      <a:lnTo>
                        <a:pt x="232" y="433"/>
                      </a:lnTo>
                      <a:lnTo>
                        <a:pt x="230" y="433"/>
                      </a:lnTo>
                      <a:lnTo>
                        <a:pt x="232" y="433"/>
                      </a:lnTo>
                      <a:lnTo>
                        <a:pt x="230" y="433"/>
                      </a:lnTo>
                      <a:lnTo>
                        <a:pt x="232" y="435"/>
                      </a:lnTo>
                      <a:lnTo>
                        <a:pt x="232" y="437"/>
                      </a:lnTo>
                      <a:lnTo>
                        <a:pt x="232" y="439"/>
                      </a:lnTo>
                      <a:lnTo>
                        <a:pt x="234" y="439"/>
                      </a:lnTo>
                      <a:lnTo>
                        <a:pt x="234" y="437"/>
                      </a:lnTo>
                      <a:lnTo>
                        <a:pt x="235" y="437"/>
                      </a:lnTo>
                      <a:lnTo>
                        <a:pt x="235" y="435"/>
                      </a:lnTo>
                      <a:lnTo>
                        <a:pt x="237" y="435"/>
                      </a:lnTo>
                      <a:lnTo>
                        <a:pt x="237" y="433"/>
                      </a:lnTo>
                      <a:lnTo>
                        <a:pt x="239" y="432"/>
                      </a:lnTo>
                      <a:lnTo>
                        <a:pt x="239" y="433"/>
                      </a:lnTo>
                      <a:lnTo>
                        <a:pt x="241" y="435"/>
                      </a:lnTo>
                      <a:lnTo>
                        <a:pt x="241" y="437"/>
                      </a:lnTo>
                      <a:lnTo>
                        <a:pt x="241" y="439"/>
                      </a:lnTo>
                      <a:lnTo>
                        <a:pt x="239" y="441"/>
                      </a:lnTo>
                      <a:lnTo>
                        <a:pt x="239" y="443"/>
                      </a:lnTo>
                      <a:lnTo>
                        <a:pt x="239" y="444"/>
                      </a:lnTo>
                      <a:lnTo>
                        <a:pt x="237" y="444"/>
                      </a:lnTo>
                      <a:lnTo>
                        <a:pt x="235" y="444"/>
                      </a:lnTo>
                      <a:lnTo>
                        <a:pt x="234" y="444"/>
                      </a:lnTo>
                      <a:lnTo>
                        <a:pt x="232" y="444"/>
                      </a:lnTo>
                      <a:lnTo>
                        <a:pt x="232" y="446"/>
                      </a:lnTo>
                      <a:lnTo>
                        <a:pt x="230" y="446"/>
                      </a:lnTo>
                      <a:lnTo>
                        <a:pt x="230" y="448"/>
                      </a:lnTo>
                      <a:lnTo>
                        <a:pt x="230" y="446"/>
                      </a:lnTo>
                      <a:lnTo>
                        <a:pt x="228" y="446"/>
                      </a:lnTo>
                      <a:lnTo>
                        <a:pt x="228" y="448"/>
                      </a:lnTo>
                      <a:lnTo>
                        <a:pt x="230" y="448"/>
                      </a:lnTo>
                      <a:lnTo>
                        <a:pt x="230" y="450"/>
                      </a:lnTo>
                      <a:lnTo>
                        <a:pt x="230" y="452"/>
                      </a:lnTo>
                      <a:lnTo>
                        <a:pt x="228" y="452"/>
                      </a:lnTo>
                      <a:lnTo>
                        <a:pt x="230" y="452"/>
                      </a:lnTo>
                      <a:lnTo>
                        <a:pt x="230" y="453"/>
                      </a:lnTo>
                      <a:lnTo>
                        <a:pt x="228" y="455"/>
                      </a:lnTo>
                      <a:lnTo>
                        <a:pt x="228" y="459"/>
                      </a:lnTo>
                      <a:lnTo>
                        <a:pt x="228" y="461"/>
                      </a:lnTo>
                      <a:lnTo>
                        <a:pt x="228" y="463"/>
                      </a:lnTo>
                      <a:lnTo>
                        <a:pt x="228" y="464"/>
                      </a:lnTo>
                      <a:lnTo>
                        <a:pt x="228" y="468"/>
                      </a:lnTo>
                      <a:lnTo>
                        <a:pt x="228" y="470"/>
                      </a:lnTo>
                      <a:lnTo>
                        <a:pt x="228" y="472"/>
                      </a:lnTo>
                      <a:lnTo>
                        <a:pt x="228" y="474"/>
                      </a:lnTo>
                      <a:lnTo>
                        <a:pt x="228" y="472"/>
                      </a:lnTo>
                      <a:lnTo>
                        <a:pt x="226" y="472"/>
                      </a:lnTo>
                      <a:lnTo>
                        <a:pt x="226" y="470"/>
                      </a:lnTo>
                      <a:lnTo>
                        <a:pt x="225" y="470"/>
                      </a:lnTo>
                      <a:lnTo>
                        <a:pt x="225" y="472"/>
                      </a:lnTo>
                      <a:lnTo>
                        <a:pt x="223" y="472"/>
                      </a:lnTo>
                      <a:lnTo>
                        <a:pt x="223" y="474"/>
                      </a:lnTo>
                      <a:lnTo>
                        <a:pt x="223" y="475"/>
                      </a:lnTo>
                      <a:lnTo>
                        <a:pt x="221" y="475"/>
                      </a:lnTo>
                      <a:lnTo>
                        <a:pt x="221" y="474"/>
                      </a:lnTo>
                      <a:lnTo>
                        <a:pt x="219" y="474"/>
                      </a:lnTo>
                      <a:lnTo>
                        <a:pt x="219" y="475"/>
                      </a:lnTo>
                      <a:lnTo>
                        <a:pt x="217" y="477"/>
                      </a:lnTo>
                      <a:lnTo>
                        <a:pt x="217" y="475"/>
                      </a:lnTo>
                      <a:lnTo>
                        <a:pt x="217" y="477"/>
                      </a:lnTo>
                      <a:lnTo>
                        <a:pt x="215" y="477"/>
                      </a:lnTo>
                      <a:lnTo>
                        <a:pt x="215" y="475"/>
                      </a:lnTo>
                      <a:lnTo>
                        <a:pt x="215" y="477"/>
                      </a:lnTo>
                      <a:lnTo>
                        <a:pt x="215" y="479"/>
                      </a:lnTo>
                      <a:lnTo>
                        <a:pt x="215" y="481"/>
                      </a:lnTo>
                      <a:lnTo>
                        <a:pt x="215" y="483"/>
                      </a:lnTo>
                      <a:lnTo>
                        <a:pt x="217" y="483"/>
                      </a:lnTo>
                      <a:lnTo>
                        <a:pt x="215" y="483"/>
                      </a:lnTo>
                      <a:lnTo>
                        <a:pt x="215" y="485"/>
                      </a:lnTo>
                      <a:lnTo>
                        <a:pt x="215" y="486"/>
                      </a:lnTo>
                      <a:lnTo>
                        <a:pt x="217" y="486"/>
                      </a:lnTo>
                      <a:lnTo>
                        <a:pt x="215" y="486"/>
                      </a:lnTo>
                      <a:lnTo>
                        <a:pt x="217" y="486"/>
                      </a:lnTo>
                      <a:lnTo>
                        <a:pt x="217" y="488"/>
                      </a:lnTo>
                      <a:lnTo>
                        <a:pt x="217" y="490"/>
                      </a:lnTo>
                      <a:lnTo>
                        <a:pt x="217" y="492"/>
                      </a:lnTo>
                      <a:lnTo>
                        <a:pt x="217" y="494"/>
                      </a:lnTo>
                      <a:lnTo>
                        <a:pt x="219" y="494"/>
                      </a:lnTo>
                      <a:lnTo>
                        <a:pt x="219" y="496"/>
                      </a:lnTo>
                      <a:lnTo>
                        <a:pt x="221" y="496"/>
                      </a:lnTo>
                      <a:lnTo>
                        <a:pt x="221" y="497"/>
                      </a:lnTo>
                      <a:lnTo>
                        <a:pt x="223" y="497"/>
                      </a:lnTo>
                      <a:lnTo>
                        <a:pt x="223" y="499"/>
                      </a:lnTo>
                      <a:lnTo>
                        <a:pt x="225" y="499"/>
                      </a:lnTo>
                      <a:lnTo>
                        <a:pt x="225" y="501"/>
                      </a:lnTo>
                      <a:lnTo>
                        <a:pt x="226" y="501"/>
                      </a:lnTo>
                      <a:lnTo>
                        <a:pt x="226" y="503"/>
                      </a:lnTo>
                      <a:lnTo>
                        <a:pt x="226" y="505"/>
                      </a:lnTo>
                      <a:lnTo>
                        <a:pt x="228" y="505"/>
                      </a:lnTo>
                      <a:lnTo>
                        <a:pt x="228" y="506"/>
                      </a:lnTo>
                      <a:lnTo>
                        <a:pt x="228" y="508"/>
                      </a:lnTo>
                      <a:lnTo>
                        <a:pt x="230" y="506"/>
                      </a:lnTo>
                      <a:lnTo>
                        <a:pt x="230" y="508"/>
                      </a:lnTo>
                      <a:lnTo>
                        <a:pt x="230" y="510"/>
                      </a:lnTo>
                      <a:lnTo>
                        <a:pt x="232" y="510"/>
                      </a:lnTo>
                      <a:lnTo>
                        <a:pt x="234" y="510"/>
                      </a:lnTo>
                      <a:lnTo>
                        <a:pt x="234" y="512"/>
                      </a:lnTo>
                      <a:lnTo>
                        <a:pt x="235" y="514"/>
                      </a:lnTo>
                      <a:lnTo>
                        <a:pt x="237" y="514"/>
                      </a:lnTo>
                      <a:lnTo>
                        <a:pt x="239" y="516"/>
                      </a:lnTo>
                      <a:lnTo>
                        <a:pt x="241" y="517"/>
                      </a:lnTo>
                      <a:lnTo>
                        <a:pt x="243" y="517"/>
                      </a:lnTo>
                      <a:lnTo>
                        <a:pt x="243" y="519"/>
                      </a:lnTo>
                      <a:lnTo>
                        <a:pt x="245" y="521"/>
                      </a:lnTo>
                      <a:lnTo>
                        <a:pt x="245" y="523"/>
                      </a:lnTo>
                      <a:lnTo>
                        <a:pt x="246" y="523"/>
                      </a:lnTo>
                      <a:lnTo>
                        <a:pt x="246" y="525"/>
                      </a:lnTo>
                      <a:lnTo>
                        <a:pt x="248" y="525"/>
                      </a:lnTo>
                      <a:lnTo>
                        <a:pt x="248" y="527"/>
                      </a:lnTo>
                      <a:lnTo>
                        <a:pt x="246" y="527"/>
                      </a:lnTo>
                      <a:lnTo>
                        <a:pt x="248" y="527"/>
                      </a:lnTo>
                      <a:lnTo>
                        <a:pt x="248" y="528"/>
                      </a:lnTo>
                      <a:lnTo>
                        <a:pt x="250" y="528"/>
                      </a:lnTo>
                      <a:lnTo>
                        <a:pt x="250" y="530"/>
                      </a:lnTo>
                      <a:lnTo>
                        <a:pt x="250" y="532"/>
                      </a:lnTo>
                      <a:lnTo>
                        <a:pt x="250" y="534"/>
                      </a:lnTo>
                      <a:lnTo>
                        <a:pt x="250" y="536"/>
                      </a:lnTo>
                      <a:lnTo>
                        <a:pt x="250" y="538"/>
                      </a:lnTo>
                      <a:lnTo>
                        <a:pt x="250" y="539"/>
                      </a:lnTo>
                      <a:lnTo>
                        <a:pt x="252" y="539"/>
                      </a:lnTo>
                      <a:lnTo>
                        <a:pt x="250" y="539"/>
                      </a:lnTo>
                      <a:lnTo>
                        <a:pt x="250" y="541"/>
                      </a:lnTo>
                      <a:lnTo>
                        <a:pt x="252" y="541"/>
                      </a:lnTo>
                      <a:lnTo>
                        <a:pt x="252" y="543"/>
                      </a:lnTo>
                      <a:lnTo>
                        <a:pt x="252" y="545"/>
                      </a:lnTo>
                      <a:lnTo>
                        <a:pt x="250" y="545"/>
                      </a:lnTo>
                      <a:lnTo>
                        <a:pt x="250" y="547"/>
                      </a:lnTo>
                      <a:lnTo>
                        <a:pt x="252" y="547"/>
                      </a:lnTo>
                      <a:lnTo>
                        <a:pt x="250" y="547"/>
                      </a:lnTo>
                      <a:lnTo>
                        <a:pt x="252" y="549"/>
                      </a:lnTo>
                      <a:lnTo>
                        <a:pt x="250" y="550"/>
                      </a:lnTo>
                      <a:lnTo>
                        <a:pt x="250" y="549"/>
                      </a:lnTo>
                      <a:lnTo>
                        <a:pt x="250" y="550"/>
                      </a:lnTo>
                      <a:lnTo>
                        <a:pt x="250" y="549"/>
                      </a:lnTo>
                      <a:lnTo>
                        <a:pt x="248" y="549"/>
                      </a:lnTo>
                      <a:lnTo>
                        <a:pt x="248" y="550"/>
                      </a:lnTo>
                      <a:lnTo>
                        <a:pt x="248" y="552"/>
                      </a:lnTo>
                      <a:lnTo>
                        <a:pt x="248" y="554"/>
                      </a:lnTo>
                      <a:lnTo>
                        <a:pt x="248" y="556"/>
                      </a:lnTo>
                      <a:lnTo>
                        <a:pt x="250" y="556"/>
                      </a:lnTo>
                      <a:lnTo>
                        <a:pt x="250" y="558"/>
                      </a:lnTo>
                      <a:lnTo>
                        <a:pt x="250" y="559"/>
                      </a:lnTo>
                      <a:lnTo>
                        <a:pt x="250" y="561"/>
                      </a:lnTo>
                      <a:lnTo>
                        <a:pt x="252" y="563"/>
                      </a:lnTo>
                      <a:lnTo>
                        <a:pt x="252" y="565"/>
                      </a:lnTo>
                      <a:lnTo>
                        <a:pt x="252" y="567"/>
                      </a:lnTo>
                      <a:lnTo>
                        <a:pt x="254" y="567"/>
                      </a:lnTo>
                      <a:lnTo>
                        <a:pt x="254" y="569"/>
                      </a:lnTo>
                      <a:lnTo>
                        <a:pt x="256" y="569"/>
                      </a:lnTo>
                      <a:lnTo>
                        <a:pt x="257" y="569"/>
                      </a:lnTo>
                      <a:lnTo>
                        <a:pt x="257" y="570"/>
                      </a:lnTo>
                      <a:lnTo>
                        <a:pt x="259" y="570"/>
                      </a:lnTo>
                      <a:lnTo>
                        <a:pt x="259" y="572"/>
                      </a:lnTo>
                      <a:lnTo>
                        <a:pt x="259" y="574"/>
                      </a:lnTo>
                      <a:lnTo>
                        <a:pt x="259" y="576"/>
                      </a:lnTo>
                      <a:lnTo>
                        <a:pt x="257" y="576"/>
                      </a:lnTo>
                      <a:lnTo>
                        <a:pt x="259" y="576"/>
                      </a:lnTo>
                      <a:lnTo>
                        <a:pt x="259" y="578"/>
                      </a:lnTo>
                      <a:lnTo>
                        <a:pt x="259" y="580"/>
                      </a:lnTo>
                      <a:lnTo>
                        <a:pt x="259" y="581"/>
                      </a:lnTo>
                      <a:lnTo>
                        <a:pt x="261" y="581"/>
                      </a:lnTo>
                      <a:lnTo>
                        <a:pt x="261" y="583"/>
                      </a:lnTo>
                      <a:lnTo>
                        <a:pt x="261" y="585"/>
                      </a:lnTo>
                      <a:lnTo>
                        <a:pt x="261" y="587"/>
                      </a:lnTo>
                      <a:lnTo>
                        <a:pt x="263" y="587"/>
                      </a:lnTo>
                      <a:lnTo>
                        <a:pt x="265" y="587"/>
                      </a:lnTo>
                      <a:lnTo>
                        <a:pt x="263" y="589"/>
                      </a:lnTo>
                      <a:lnTo>
                        <a:pt x="263" y="591"/>
                      </a:lnTo>
                      <a:lnTo>
                        <a:pt x="263" y="592"/>
                      </a:lnTo>
                      <a:lnTo>
                        <a:pt x="265" y="592"/>
                      </a:lnTo>
                      <a:lnTo>
                        <a:pt x="265" y="594"/>
                      </a:lnTo>
                      <a:lnTo>
                        <a:pt x="265" y="596"/>
                      </a:lnTo>
                      <a:lnTo>
                        <a:pt x="265" y="598"/>
                      </a:lnTo>
                      <a:lnTo>
                        <a:pt x="266" y="598"/>
                      </a:lnTo>
                      <a:lnTo>
                        <a:pt x="268" y="598"/>
                      </a:lnTo>
                      <a:lnTo>
                        <a:pt x="266" y="598"/>
                      </a:lnTo>
                      <a:lnTo>
                        <a:pt x="266" y="600"/>
                      </a:lnTo>
                      <a:lnTo>
                        <a:pt x="266" y="602"/>
                      </a:lnTo>
                      <a:lnTo>
                        <a:pt x="266" y="603"/>
                      </a:lnTo>
                      <a:lnTo>
                        <a:pt x="265" y="603"/>
                      </a:lnTo>
                      <a:lnTo>
                        <a:pt x="265" y="605"/>
                      </a:lnTo>
                      <a:lnTo>
                        <a:pt x="263" y="605"/>
                      </a:lnTo>
                      <a:lnTo>
                        <a:pt x="261" y="605"/>
                      </a:lnTo>
                      <a:lnTo>
                        <a:pt x="261" y="607"/>
                      </a:lnTo>
                      <a:lnTo>
                        <a:pt x="261" y="609"/>
                      </a:lnTo>
                      <a:lnTo>
                        <a:pt x="259" y="611"/>
                      </a:lnTo>
                      <a:lnTo>
                        <a:pt x="261" y="611"/>
                      </a:lnTo>
                      <a:lnTo>
                        <a:pt x="259" y="611"/>
                      </a:lnTo>
                      <a:lnTo>
                        <a:pt x="257" y="611"/>
                      </a:lnTo>
                      <a:lnTo>
                        <a:pt x="257" y="613"/>
                      </a:lnTo>
                      <a:lnTo>
                        <a:pt x="257" y="614"/>
                      </a:lnTo>
                      <a:lnTo>
                        <a:pt x="257" y="616"/>
                      </a:lnTo>
                      <a:lnTo>
                        <a:pt x="256" y="616"/>
                      </a:lnTo>
                      <a:lnTo>
                        <a:pt x="256" y="618"/>
                      </a:lnTo>
                      <a:lnTo>
                        <a:pt x="256" y="620"/>
                      </a:lnTo>
                      <a:lnTo>
                        <a:pt x="254" y="620"/>
                      </a:lnTo>
                      <a:lnTo>
                        <a:pt x="254" y="622"/>
                      </a:lnTo>
                      <a:lnTo>
                        <a:pt x="252" y="622"/>
                      </a:lnTo>
                      <a:lnTo>
                        <a:pt x="252" y="623"/>
                      </a:lnTo>
                      <a:lnTo>
                        <a:pt x="252" y="625"/>
                      </a:lnTo>
                      <a:lnTo>
                        <a:pt x="250" y="625"/>
                      </a:lnTo>
                      <a:lnTo>
                        <a:pt x="250" y="627"/>
                      </a:lnTo>
                      <a:lnTo>
                        <a:pt x="248" y="627"/>
                      </a:lnTo>
                      <a:lnTo>
                        <a:pt x="248" y="629"/>
                      </a:lnTo>
                      <a:lnTo>
                        <a:pt x="246" y="629"/>
                      </a:lnTo>
                      <a:lnTo>
                        <a:pt x="246" y="631"/>
                      </a:lnTo>
                      <a:lnTo>
                        <a:pt x="246" y="629"/>
                      </a:lnTo>
                      <a:lnTo>
                        <a:pt x="245" y="629"/>
                      </a:lnTo>
                      <a:lnTo>
                        <a:pt x="245" y="631"/>
                      </a:lnTo>
                      <a:lnTo>
                        <a:pt x="245" y="633"/>
                      </a:lnTo>
                      <a:lnTo>
                        <a:pt x="245" y="634"/>
                      </a:lnTo>
                      <a:lnTo>
                        <a:pt x="243" y="634"/>
                      </a:lnTo>
                      <a:lnTo>
                        <a:pt x="241" y="634"/>
                      </a:lnTo>
                      <a:lnTo>
                        <a:pt x="241" y="636"/>
                      </a:lnTo>
                      <a:lnTo>
                        <a:pt x="239" y="636"/>
                      </a:lnTo>
                      <a:lnTo>
                        <a:pt x="237" y="638"/>
                      </a:lnTo>
                      <a:lnTo>
                        <a:pt x="237" y="640"/>
                      </a:lnTo>
                      <a:lnTo>
                        <a:pt x="235" y="640"/>
                      </a:lnTo>
                      <a:lnTo>
                        <a:pt x="235" y="642"/>
                      </a:lnTo>
                      <a:lnTo>
                        <a:pt x="237" y="642"/>
                      </a:lnTo>
                      <a:lnTo>
                        <a:pt x="237" y="644"/>
                      </a:lnTo>
                      <a:lnTo>
                        <a:pt x="237" y="642"/>
                      </a:lnTo>
                      <a:lnTo>
                        <a:pt x="237" y="644"/>
                      </a:lnTo>
                      <a:lnTo>
                        <a:pt x="237" y="645"/>
                      </a:lnTo>
                      <a:lnTo>
                        <a:pt x="237" y="647"/>
                      </a:lnTo>
                      <a:lnTo>
                        <a:pt x="235" y="647"/>
                      </a:lnTo>
                      <a:lnTo>
                        <a:pt x="235" y="649"/>
                      </a:lnTo>
                      <a:lnTo>
                        <a:pt x="235" y="651"/>
                      </a:lnTo>
                      <a:lnTo>
                        <a:pt x="234" y="651"/>
                      </a:lnTo>
                      <a:lnTo>
                        <a:pt x="234" y="653"/>
                      </a:lnTo>
                      <a:lnTo>
                        <a:pt x="234" y="655"/>
                      </a:lnTo>
                      <a:lnTo>
                        <a:pt x="234" y="653"/>
                      </a:lnTo>
                      <a:lnTo>
                        <a:pt x="234" y="655"/>
                      </a:lnTo>
                      <a:lnTo>
                        <a:pt x="234" y="656"/>
                      </a:lnTo>
                      <a:lnTo>
                        <a:pt x="232" y="656"/>
                      </a:lnTo>
                      <a:lnTo>
                        <a:pt x="232" y="655"/>
                      </a:lnTo>
                      <a:lnTo>
                        <a:pt x="232" y="653"/>
                      </a:lnTo>
                      <a:lnTo>
                        <a:pt x="232" y="655"/>
                      </a:lnTo>
                      <a:lnTo>
                        <a:pt x="232" y="656"/>
                      </a:lnTo>
                      <a:lnTo>
                        <a:pt x="234" y="656"/>
                      </a:lnTo>
                      <a:lnTo>
                        <a:pt x="232" y="656"/>
                      </a:lnTo>
                      <a:lnTo>
                        <a:pt x="232" y="658"/>
                      </a:lnTo>
                      <a:lnTo>
                        <a:pt x="232" y="656"/>
                      </a:lnTo>
                      <a:lnTo>
                        <a:pt x="230" y="656"/>
                      </a:lnTo>
                      <a:lnTo>
                        <a:pt x="230" y="655"/>
                      </a:lnTo>
                      <a:lnTo>
                        <a:pt x="230" y="656"/>
                      </a:lnTo>
                      <a:lnTo>
                        <a:pt x="232" y="656"/>
                      </a:lnTo>
                      <a:lnTo>
                        <a:pt x="232" y="658"/>
                      </a:lnTo>
                      <a:lnTo>
                        <a:pt x="230" y="660"/>
                      </a:lnTo>
                      <a:lnTo>
                        <a:pt x="230" y="662"/>
                      </a:lnTo>
                      <a:lnTo>
                        <a:pt x="228" y="662"/>
                      </a:lnTo>
                      <a:lnTo>
                        <a:pt x="228" y="664"/>
                      </a:lnTo>
                      <a:lnTo>
                        <a:pt x="228" y="666"/>
                      </a:lnTo>
                      <a:lnTo>
                        <a:pt x="228" y="664"/>
                      </a:lnTo>
                      <a:lnTo>
                        <a:pt x="226" y="664"/>
                      </a:lnTo>
                      <a:lnTo>
                        <a:pt x="226" y="662"/>
                      </a:lnTo>
                      <a:lnTo>
                        <a:pt x="226" y="660"/>
                      </a:lnTo>
                      <a:lnTo>
                        <a:pt x="226" y="658"/>
                      </a:lnTo>
                      <a:lnTo>
                        <a:pt x="226" y="656"/>
                      </a:lnTo>
                      <a:close/>
                      <a:moveTo>
                        <a:pt x="128" y="395"/>
                      </a:moveTo>
                      <a:lnTo>
                        <a:pt x="130" y="395"/>
                      </a:lnTo>
                      <a:lnTo>
                        <a:pt x="128" y="395"/>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7" name="Freeform 72">
                  <a:extLst>
                    <a:ext uri="{FF2B5EF4-FFF2-40B4-BE49-F238E27FC236}">
                      <a16:creationId xmlns:a16="http://schemas.microsoft.com/office/drawing/2014/main" id="{2083B429-05B3-9481-E457-24F6CE1A09BA}"/>
                    </a:ext>
                  </a:extLst>
                </p:cNvPr>
                <p:cNvSpPr>
                  <a:spLocks noEditPoints="1"/>
                </p:cNvSpPr>
                <p:nvPr/>
              </p:nvSpPr>
              <p:spPr bwMode="auto">
                <a:xfrm>
                  <a:off x="5115688" y="3691755"/>
                  <a:ext cx="431925" cy="739152"/>
                </a:xfrm>
                <a:custGeom>
                  <a:avLst/>
                  <a:gdLst>
                    <a:gd name="T0" fmla="*/ 215 w 239"/>
                    <a:gd name="T1" fmla="*/ 397 h 409"/>
                    <a:gd name="T2" fmla="*/ 204 w 239"/>
                    <a:gd name="T3" fmla="*/ 389 h 409"/>
                    <a:gd name="T4" fmla="*/ 206 w 239"/>
                    <a:gd name="T5" fmla="*/ 384 h 409"/>
                    <a:gd name="T6" fmla="*/ 206 w 239"/>
                    <a:gd name="T7" fmla="*/ 375 h 409"/>
                    <a:gd name="T8" fmla="*/ 204 w 239"/>
                    <a:gd name="T9" fmla="*/ 362 h 409"/>
                    <a:gd name="T10" fmla="*/ 230 w 239"/>
                    <a:gd name="T11" fmla="*/ 360 h 409"/>
                    <a:gd name="T12" fmla="*/ 215 w 239"/>
                    <a:gd name="T13" fmla="*/ 353 h 409"/>
                    <a:gd name="T14" fmla="*/ 210 w 239"/>
                    <a:gd name="T15" fmla="*/ 345 h 409"/>
                    <a:gd name="T16" fmla="*/ 239 w 239"/>
                    <a:gd name="T17" fmla="*/ 334 h 409"/>
                    <a:gd name="T18" fmla="*/ 215 w 239"/>
                    <a:gd name="T19" fmla="*/ 342 h 409"/>
                    <a:gd name="T20" fmla="*/ 221 w 239"/>
                    <a:gd name="T21" fmla="*/ 340 h 409"/>
                    <a:gd name="T22" fmla="*/ 208 w 239"/>
                    <a:gd name="T23" fmla="*/ 329 h 409"/>
                    <a:gd name="T24" fmla="*/ 224 w 239"/>
                    <a:gd name="T25" fmla="*/ 329 h 409"/>
                    <a:gd name="T26" fmla="*/ 195 w 239"/>
                    <a:gd name="T27" fmla="*/ 327 h 409"/>
                    <a:gd name="T28" fmla="*/ 206 w 239"/>
                    <a:gd name="T29" fmla="*/ 323 h 409"/>
                    <a:gd name="T30" fmla="*/ 204 w 239"/>
                    <a:gd name="T31" fmla="*/ 322 h 409"/>
                    <a:gd name="T32" fmla="*/ 212 w 239"/>
                    <a:gd name="T33" fmla="*/ 316 h 409"/>
                    <a:gd name="T34" fmla="*/ 202 w 239"/>
                    <a:gd name="T35" fmla="*/ 312 h 409"/>
                    <a:gd name="T36" fmla="*/ 226 w 239"/>
                    <a:gd name="T37" fmla="*/ 316 h 409"/>
                    <a:gd name="T38" fmla="*/ 210 w 239"/>
                    <a:gd name="T39" fmla="*/ 311 h 409"/>
                    <a:gd name="T40" fmla="*/ 224 w 239"/>
                    <a:gd name="T41" fmla="*/ 309 h 409"/>
                    <a:gd name="T42" fmla="*/ 208 w 239"/>
                    <a:gd name="T43" fmla="*/ 312 h 409"/>
                    <a:gd name="T44" fmla="*/ 232 w 239"/>
                    <a:gd name="T45" fmla="*/ 305 h 409"/>
                    <a:gd name="T46" fmla="*/ 201 w 239"/>
                    <a:gd name="T47" fmla="*/ 301 h 409"/>
                    <a:gd name="T48" fmla="*/ 217 w 239"/>
                    <a:gd name="T49" fmla="*/ 305 h 409"/>
                    <a:gd name="T50" fmla="*/ 213 w 239"/>
                    <a:gd name="T51" fmla="*/ 290 h 409"/>
                    <a:gd name="T52" fmla="*/ 213 w 239"/>
                    <a:gd name="T53" fmla="*/ 259 h 409"/>
                    <a:gd name="T54" fmla="*/ 199 w 239"/>
                    <a:gd name="T55" fmla="*/ 247 h 409"/>
                    <a:gd name="T56" fmla="*/ 109 w 239"/>
                    <a:gd name="T57" fmla="*/ 192 h 409"/>
                    <a:gd name="T58" fmla="*/ 100 w 239"/>
                    <a:gd name="T59" fmla="*/ 184 h 409"/>
                    <a:gd name="T60" fmla="*/ 75 w 239"/>
                    <a:gd name="T61" fmla="*/ 179 h 409"/>
                    <a:gd name="T62" fmla="*/ 93 w 239"/>
                    <a:gd name="T63" fmla="*/ 177 h 409"/>
                    <a:gd name="T64" fmla="*/ 95 w 239"/>
                    <a:gd name="T65" fmla="*/ 177 h 409"/>
                    <a:gd name="T66" fmla="*/ 91 w 239"/>
                    <a:gd name="T67" fmla="*/ 177 h 409"/>
                    <a:gd name="T68" fmla="*/ 108 w 239"/>
                    <a:gd name="T69" fmla="*/ 172 h 409"/>
                    <a:gd name="T70" fmla="*/ 76 w 239"/>
                    <a:gd name="T71" fmla="*/ 181 h 409"/>
                    <a:gd name="T72" fmla="*/ 102 w 239"/>
                    <a:gd name="T73" fmla="*/ 172 h 409"/>
                    <a:gd name="T74" fmla="*/ 191 w 239"/>
                    <a:gd name="T75" fmla="*/ 170 h 409"/>
                    <a:gd name="T76" fmla="*/ 135 w 239"/>
                    <a:gd name="T77" fmla="*/ 172 h 409"/>
                    <a:gd name="T78" fmla="*/ 100 w 239"/>
                    <a:gd name="T79" fmla="*/ 172 h 409"/>
                    <a:gd name="T80" fmla="*/ 108 w 239"/>
                    <a:gd name="T81" fmla="*/ 172 h 409"/>
                    <a:gd name="T82" fmla="*/ 191 w 239"/>
                    <a:gd name="T83" fmla="*/ 168 h 409"/>
                    <a:gd name="T84" fmla="*/ 191 w 239"/>
                    <a:gd name="T85" fmla="*/ 163 h 409"/>
                    <a:gd name="T86" fmla="*/ 191 w 239"/>
                    <a:gd name="T87" fmla="*/ 159 h 409"/>
                    <a:gd name="T88" fmla="*/ 102 w 239"/>
                    <a:gd name="T89" fmla="*/ 161 h 409"/>
                    <a:gd name="T90" fmla="*/ 117 w 239"/>
                    <a:gd name="T91" fmla="*/ 150 h 409"/>
                    <a:gd name="T92" fmla="*/ 166 w 239"/>
                    <a:gd name="T93" fmla="*/ 139 h 409"/>
                    <a:gd name="T94" fmla="*/ 71 w 239"/>
                    <a:gd name="T95" fmla="*/ 84 h 409"/>
                    <a:gd name="T96" fmla="*/ 55 w 239"/>
                    <a:gd name="T97" fmla="*/ 77 h 409"/>
                    <a:gd name="T98" fmla="*/ 64 w 239"/>
                    <a:gd name="T99" fmla="*/ 77 h 409"/>
                    <a:gd name="T100" fmla="*/ 55 w 239"/>
                    <a:gd name="T101" fmla="*/ 62 h 409"/>
                    <a:gd name="T102" fmla="*/ 62 w 239"/>
                    <a:gd name="T103" fmla="*/ 62 h 409"/>
                    <a:gd name="T104" fmla="*/ 58 w 239"/>
                    <a:gd name="T105" fmla="*/ 57 h 409"/>
                    <a:gd name="T106" fmla="*/ 56 w 239"/>
                    <a:gd name="T107" fmla="*/ 57 h 409"/>
                    <a:gd name="T108" fmla="*/ 49 w 239"/>
                    <a:gd name="T109" fmla="*/ 49 h 409"/>
                    <a:gd name="T110" fmla="*/ 49 w 239"/>
                    <a:gd name="T111" fmla="*/ 42 h 409"/>
                    <a:gd name="T112" fmla="*/ 45 w 239"/>
                    <a:gd name="T113" fmla="*/ 38 h 409"/>
                    <a:gd name="T114" fmla="*/ 24 w 239"/>
                    <a:gd name="T115" fmla="*/ 35 h 409"/>
                    <a:gd name="T116" fmla="*/ 31 w 239"/>
                    <a:gd name="T117" fmla="*/ 40 h 409"/>
                    <a:gd name="T118" fmla="*/ 36 w 239"/>
                    <a:gd name="T119" fmla="*/ 27 h 409"/>
                    <a:gd name="T120" fmla="*/ 40 w 239"/>
                    <a:gd name="T121" fmla="*/ 33 h 409"/>
                    <a:gd name="T122" fmla="*/ 36 w 239"/>
                    <a:gd name="T123" fmla="*/ 2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409">
                      <a:moveTo>
                        <a:pt x="204" y="407"/>
                      </a:moveTo>
                      <a:lnTo>
                        <a:pt x="206" y="407"/>
                      </a:lnTo>
                      <a:lnTo>
                        <a:pt x="206" y="409"/>
                      </a:lnTo>
                      <a:lnTo>
                        <a:pt x="204" y="409"/>
                      </a:lnTo>
                      <a:lnTo>
                        <a:pt x="204" y="407"/>
                      </a:lnTo>
                      <a:close/>
                      <a:moveTo>
                        <a:pt x="210" y="407"/>
                      </a:moveTo>
                      <a:lnTo>
                        <a:pt x="208" y="407"/>
                      </a:lnTo>
                      <a:lnTo>
                        <a:pt x="210" y="407"/>
                      </a:lnTo>
                      <a:close/>
                      <a:moveTo>
                        <a:pt x="210" y="406"/>
                      </a:moveTo>
                      <a:lnTo>
                        <a:pt x="210" y="404"/>
                      </a:lnTo>
                      <a:lnTo>
                        <a:pt x="210" y="406"/>
                      </a:lnTo>
                      <a:close/>
                      <a:moveTo>
                        <a:pt x="208" y="404"/>
                      </a:moveTo>
                      <a:lnTo>
                        <a:pt x="206" y="404"/>
                      </a:lnTo>
                      <a:lnTo>
                        <a:pt x="208" y="404"/>
                      </a:lnTo>
                      <a:lnTo>
                        <a:pt x="208" y="402"/>
                      </a:lnTo>
                      <a:lnTo>
                        <a:pt x="208" y="404"/>
                      </a:lnTo>
                      <a:close/>
                      <a:moveTo>
                        <a:pt x="208" y="400"/>
                      </a:moveTo>
                      <a:lnTo>
                        <a:pt x="208" y="402"/>
                      </a:lnTo>
                      <a:lnTo>
                        <a:pt x="206" y="402"/>
                      </a:lnTo>
                      <a:lnTo>
                        <a:pt x="206" y="400"/>
                      </a:lnTo>
                      <a:lnTo>
                        <a:pt x="208" y="400"/>
                      </a:lnTo>
                      <a:close/>
                      <a:moveTo>
                        <a:pt x="224" y="397"/>
                      </a:moveTo>
                      <a:lnTo>
                        <a:pt x="226" y="397"/>
                      </a:lnTo>
                      <a:lnTo>
                        <a:pt x="224" y="397"/>
                      </a:lnTo>
                      <a:lnTo>
                        <a:pt x="224" y="398"/>
                      </a:lnTo>
                      <a:lnTo>
                        <a:pt x="224" y="397"/>
                      </a:lnTo>
                      <a:close/>
                      <a:moveTo>
                        <a:pt x="223" y="395"/>
                      </a:moveTo>
                      <a:lnTo>
                        <a:pt x="224" y="395"/>
                      </a:lnTo>
                      <a:lnTo>
                        <a:pt x="223" y="395"/>
                      </a:lnTo>
                      <a:close/>
                      <a:moveTo>
                        <a:pt x="224" y="395"/>
                      </a:moveTo>
                      <a:lnTo>
                        <a:pt x="224" y="393"/>
                      </a:lnTo>
                      <a:lnTo>
                        <a:pt x="224" y="395"/>
                      </a:lnTo>
                      <a:close/>
                      <a:moveTo>
                        <a:pt x="215" y="393"/>
                      </a:moveTo>
                      <a:lnTo>
                        <a:pt x="217" y="393"/>
                      </a:lnTo>
                      <a:lnTo>
                        <a:pt x="215" y="393"/>
                      </a:lnTo>
                      <a:lnTo>
                        <a:pt x="217" y="393"/>
                      </a:lnTo>
                      <a:lnTo>
                        <a:pt x="217" y="395"/>
                      </a:lnTo>
                      <a:lnTo>
                        <a:pt x="217" y="393"/>
                      </a:lnTo>
                      <a:lnTo>
                        <a:pt x="217" y="395"/>
                      </a:lnTo>
                      <a:lnTo>
                        <a:pt x="215" y="395"/>
                      </a:lnTo>
                      <a:lnTo>
                        <a:pt x="215" y="397"/>
                      </a:lnTo>
                      <a:lnTo>
                        <a:pt x="213" y="397"/>
                      </a:lnTo>
                      <a:lnTo>
                        <a:pt x="213" y="398"/>
                      </a:lnTo>
                      <a:lnTo>
                        <a:pt x="212" y="398"/>
                      </a:lnTo>
                      <a:lnTo>
                        <a:pt x="212" y="400"/>
                      </a:lnTo>
                      <a:lnTo>
                        <a:pt x="210" y="400"/>
                      </a:lnTo>
                      <a:lnTo>
                        <a:pt x="210" y="398"/>
                      </a:lnTo>
                      <a:lnTo>
                        <a:pt x="210" y="397"/>
                      </a:lnTo>
                      <a:lnTo>
                        <a:pt x="212" y="397"/>
                      </a:lnTo>
                      <a:lnTo>
                        <a:pt x="212" y="395"/>
                      </a:lnTo>
                      <a:lnTo>
                        <a:pt x="213" y="395"/>
                      </a:lnTo>
                      <a:lnTo>
                        <a:pt x="212" y="395"/>
                      </a:lnTo>
                      <a:lnTo>
                        <a:pt x="213" y="395"/>
                      </a:lnTo>
                      <a:lnTo>
                        <a:pt x="213" y="393"/>
                      </a:lnTo>
                      <a:lnTo>
                        <a:pt x="213" y="395"/>
                      </a:lnTo>
                      <a:lnTo>
                        <a:pt x="213" y="393"/>
                      </a:lnTo>
                      <a:lnTo>
                        <a:pt x="215" y="393"/>
                      </a:lnTo>
                      <a:close/>
                      <a:moveTo>
                        <a:pt x="206" y="393"/>
                      </a:moveTo>
                      <a:lnTo>
                        <a:pt x="206" y="391"/>
                      </a:lnTo>
                      <a:lnTo>
                        <a:pt x="206" y="393"/>
                      </a:lnTo>
                      <a:close/>
                      <a:moveTo>
                        <a:pt x="217" y="391"/>
                      </a:moveTo>
                      <a:lnTo>
                        <a:pt x="217" y="389"/>
                      </a:lnTo>
                      <a:lnTo>
                        <a:pt x="217" y="391"/>
                      </a:lnTo>
                      <a:close/>
                      <a:moveTo>
                        <a:pt x="217" y="389"/>
                      </a:moveTo>
                      <a:lnTo>
                        <a:pt x="219" y="389"/>
                      </a:lnTo>
                      <a:lnTo>
                        <a:pt x="219" y="391"/>
                      </a:lnTo>
                      <a:lnTo>
                        <a:pt x="217" y="391"/>
                      </a:lnTo>
                      <a:lnTo>
                        <a:pt x="217" y="389"/>
                      </a:lnTo>
                      <a:close/>
                      <a:moveTo>
                        <a:pt x="215" y="389"/>
                      </a:moveTo>
                      <a:lnTo>
                        <a:pt x="217" y="389"/>
                      </a:lnTo>
                      <a:lnTo>
                        <a:pt x="217" y="391"/>
                      </a:lnTo>
                      <a:lnTo>
                        <a:pt x="217" y="393"/>
                      </a:lnTo>
                      <a:lnTo>
                        <a:pt x="217" y="391"/>
                      </a:lnTo>
                      <a:lnTo>
                        <a:pt x="215" y="391"/>
                      </a:lnTo>
                      <a:lnTo>
                        <a:pt x="217" y="391"/>
                      </a:lnTo>
                      <a:lnTo>
                        <a:pt x="215" y="391"/>
                      </a:lnTo>
                      <a:lnTo>
                        <a:pt x="215" y="389"/>
                      </a:lnTo>
                      <a:close/>
                      <a:moveTo>
                        <a:pt x="204" y="389"/>
                      </a:moveTo>
                      <a:lnTo>
                        <a:pt x="202" y="389"/>
                      </a:lnTo>
                      <a:lnTo>
                        <a:pt x="204" y="389"/>
                      </a:lnTo>
                      <a:close/>
                      <a:moveTo>
                        <a:pt x="206" y="389"/>
                      </a:moveTo>
                      <a:lnTo>
                        <a:pt x="204" y="389"/>
                      </a:lnTo>
                      <a:lnTo>
                        <a:pt x="206" y="389"/>
                      </a:lnTo>
                      <a:lnTo>
                        <a:pt x="204" y="389"/>
                      </a:lnTo>
                      <a:lnTo>
                        <a:pt x="204" y="391"/>
                      </a:lnTo>
                      <a:lnTo>
                        <a:pt x="204" y="389"/>
                      </a:lnTo>
                      <a:lnTo>
                        <a:pt x="206" y="389"/>
                      </a:lnTo>
                      <a:close/>
                      <a:moveTo>
                        <a:pt x="213" y="387"/>
                      </a:moveTo>
                      <a:lnTo>
                        <a:pt x="213" y="389"/>
                      </a:lnTo>
                      <a:lnTo>
                        <a:pt x="215" y="389"/>
                      </a:lnTo>
                      <a:lnTo>
                        <a:pt x="213" y="389"/>
                      </a:lnTo>
                      <a:lnTo>
                        <a:pt x="215" y="389"/>
                      </a:lnTo>
                      <a:lnTo>
                        <a:pt x="213" y="389"/>
                      </a:lnTo>
                      <a:lnTo>
                        <a:pt x="213" y="391"/>
                      </a:lnTo>
                      <a:lnTo>
                        <a:pt x="213" y="389"/>
                      </a:lnTo>
                      <a:lnTo>
                        <a:pt x="213" y="391"/>
                      </a:lnTo>
                      <a:lnTo>
                        <a:pt x="213" y="393"/>
                      </a:lnTo>
                      <a:lnTo>
                        <a:pt x="212" y="393"/>
                      </a:lnTo>
                      <a:lnTo>
                        <a:pt x="213" y="393"/>
                      </a:lnTo>
                      <a:lnTo>
                        <a:pt x="213" y="391"/>
                      </a:lnTo>
                      <a:lnTo>
                        <a:pt x="212" y="389"/>
                      </a:lnTo>
                      <a:lnTo>
                        <a:pt x="213" y="389"/>
                      </a:lnTo>
                      <a:lnTo>
                        <a:pt x="212" y="387"/>
                      </a:lnTo>
                      <a:lnTo>
                        <a:pt x="213" y="387"/>
                      </a:lnTo>
                      <a:lnTo>
                        <a:pt x="212" y="387"/>
                      </a:lnTo>
                      <a:lnTo>
                        <a:pt x="213" y="387"/>
                      </a:lnTo>
                      <a:close/>
                      <a:moveTo>
                        <a:pt x="208" y="389"/>
                      </a:moveTo>
                      <a:lnTo>
                        <a:pt x="206" y="389"/>
                      </a:lnTo>
                      <a:lnTo>
                        <a:pt x="206" y="387"/>
                      </a:lnTo>
                      <a:lnTo>
                        <a:pt x="208" y="387"/>
                      </a:lnTo>
                      <a:lnTo>
                        <a:pt x="208" y="389"/>
                      </a:lnTo>
                      <a:close/>
                      <a:moveTo>
                        <a:pt x="201" y="387"/>
                      </a:moveTo>
                      <a:lnTo>
                        <a:pt x="202" y="387"/>
                      </a:lnTo>
                      <a:lnTo>
                        <a:pt x="201" y="387"/>
                      </a:lnTo>
                      <a:close/>
                      <a:moveTo>
                        <a:pt x="215" y="386"/>
                      </a:moveTo>
                      <a:lnTo>
                        <a:pt x="215" y="387"/>
                      </a:lnTo>
                      <a:lnTo>
                        <a:pt x="215" y="386"/>
                      </a:lnTo>
                      <a:close/>
                      <a:moveTo>
                        <a:pt x="217" y="384"/>
                      </a:moveTo>
                      <a:lnTo>
                        <a:pt x="217" y="382"/>
                      </a:lnTo>
                      <a:lnTo>
                        <a:pt x="217" y="384"/>
                      </a:lnTo>
                      <a:close/>
                      <a:moveTo>
                        <a:pt x="206" y="384"/>
                      </a:moveTo>
                      <a:lnTo>
                        <a:pt x="206" y="382"/>
                      </a:lnTo>
                      <a:lnTo>
                        <a:pt x="206" y="384"/>
                      </a:lnTo>
                      <a:close/>
                      <a:moveTo>
                        <a:pt x="204" y="380"/>
                      </a:moveTo>
                      <a:lnTo>
                        <a:pt x="204" y="378"/>
                      </a:lnTo>
                      <a:lnTo>
                        <a:pt x="204" y="380"/>
                      </a:lnTo>
                      <a:close/>
                      <a:moveTo>
                        <a:pt x="213" y="378"/>
                      </a:moveTo>
                      <a:lnTo>
                        <a:pt x="212" y="378"/>
                      </a:lnTo>
                      <a:lnTo>
                        <a:pt x="213" y="378"/>
                      </a:lnTo>
                      <a:close/>
                      <a:moveTo>
                        <a:pt x="213" y="378"/>
                      </a:moveTo>
                      <a:lnTo>
                        <a:pt x="213" y="380"/>
                      </a:lnTo>
                      <a:lnTo>
                        <a:pt x="213" y="378"/>
                      </a:lnTo>
                      <a:close/>
                      <a:moveTo>
                        <a:pt x="202" y="378"/>
                      </a:moveTo>
                      <a:lnTo>
                        <a:pt x="204" y="378"/>
                      </a:lnTo>
                      <a:lnTo>
                        <a:pt x="204" y="380"/>
                      </a:lnTo>
                      <a:lnTo>
                        <a:pt x="202" y="380"/>
                      </a:lnTo>
                      <a:lnTo>
                        <a:pt x="204" y="380"/>
                      </a:lnTo>
                      <a:lnTo>
                        <a:pt x="202" y="380"/>
                      </a:lnTo>
                      <a:lnTo>
                        <a:pt x="202" y="378"/>
                      </a:lnTo>
                      <a:lnTo>
                        <a:pt x="202" y="376"/>
                      </a:lnTo>
                      <a:lnTo>
                        <a:pt x="202" y="378"/>
                      </a:lnTo>
                      <a:close/>
                      <a:moveTo>
                        <a:pt x="215" y="376"/>
                      </a:moveTo>
                      <a:lnTo>
                        <a:pt x="213" y="376"/>
                      </a:lnTo>
                      <a:lnTo>
                        <a:pt x="215" y="376"/>
                      </a:lnTo>
                      <a:lnTo>
                        <a:pt x="215" y="378"/>
                      </a:lnTo>
                      <a:lnTo>
                        <a:pt x="213" y="378"/>
                      </a:lnTo>
                      <a:lnTo>
                        <a:pt x="213" y="376"/>
                      </a:lnTo>
                      <a:lnTo>
                        <a:pt x="215" y="376"/>
                      </a:lnTo>
                      <a:close/>
                      <a:moveTo>
                        <a:pt x="215" y="375"/>
                      </a:moveTo>
                      <a:lnTo>
                        <a:pt x="213" y="375"/>
                      </a:lnTo>
                      <a:lnTo>
                        <a:pt x="215" y="375"/>
                      </a:lnTo>
                      <a:close/>
                      <a:moveTo>
                        <a:pt x="206" y="375"/>
                      </a:moveTo>
                      <a:lnTo>
                        <a:pt x="208" y="375"/>
                      </a:lnTo>
                      <a:lnTo>
                        <a:pt x="206" y="375"/>
                      </a:lnTo>
                      <a:lnTo>
                        <a:pt x="206" y="376"/>
                      </a:lnTo>
                      <a:lnTo>
                        <a:pt x="206" y="375"/>
                      </a:lnTo>
                      <a:lnTo>
                        <a:pt x="206" y="376"/>
                      </a:lnTo>
                      <a:lnTo>
                        <a:pt x="206" y="375"/>
                      </a:lnTo>
                      <a:lnTo>
                        <a:pt x="204" y="375"/>
                      </a:lnTo>
                      <a:lnTo>
                        <a:pt x="206" y="375"/>
                      </a:lnTo>
                      <a:lnTo>
                        <a:pt x="206" y="376"/>
                      </a:lnTo>
                      <a:lnTo>
                        <a:pt x="204" y="376"/>
                      </a:lnTo>
                      <a:lnTo>
                        <a:pt x="204" y="375"/>
                      </a:lnTo>
                      <a:lnTo>
                        <a:pt x="206" y="375"/>
                      </a:lnTo>
                      <a:lnTo>
                        <a:pt x="206" y="373"/>
                      </a:lnTo>
                      <a:lnTo>
                        <a:pt x="206" y="375"/>
                      </a:lnTo>
                      <a:close/>
                      <a:moveTo>
                        <a:pt x="215" y="373"/>
                      </a:moveTo>
                      <a:lnTo>
                        <a:pt x="213" y="373"/>
                      </a:lnTo>
                      <a:lnTo>
                        <a:pt x="215" y="373"/>
                      </a:lnTo>
                      <a:close/>
                      <a:moveTo>
                        <a:pt x="219" y="373"/>
                      </a:moveTo>
                      <a:lnTo>
                        <a:pt x="219" y="371"/>
                      </a:lnTo>
                      <a:lnTo>
                        <a:pt x="219" y="373"/>
                      </a:lnTo>
                      <a:close/>
                      <a:moveTo>
                        <a:pt x="226" y="367"/>
                      </a:moveTo>
                      <a:lnTo>
                        <a:pt x="226" y="365"/>
                      </a:lnTo>
                      <a:lnTo>
                        <a:pt x="226" y="367"/>
                      </a:lnTo>
                      <a:close/>
                      <a:moveTo>
                        <a:pt x="213" y="364"/>
                      </a:moveTo>
                      <a:lnTo>
                        <a:pt x="213" y="365"/>
                      </a:lnTo>
                      <a:lnTo>
                        <a:pt x="213" y="364"/>
                      </a:lnTo>
                      <a:lnTo>
                        <a:pt x="212" y="364"/>
                      </a:lnTo>
                      <a:lnTo>
                        <a:pt x="213" y="364"/>
                      </a:lnTo>
                      <a:close/>
                      <a:moveTo>
                        <a:pt x="228" y="364"/>
                      </a:moveTo>
                      <a:lnTo>
                        <a:pt x="228" y="365"/>
                      </a:lnTo>
                      <a:lnTo>
                        <a:pt x="228" y="364"/>
                      </a:lnTo>
                      <a:close/>
                      <a:moveTo>
                        <a:pt x="208" y="364"/>
                      </a:moveTo>
                      <a:lnTo>
                        <a:pt x="210" y="364"/>
                      </a:lnTo>
                      <a:lnTo>
                        <a:pt x="210" y="365"/>
                      </a:lnTo>
                      <a:lnTo>
                        <a:pt x="208" y="365"/>
                      </a:lnTo>
                      <a:lnTo>
                        <a:pt x="210" y="365"/>
                      </a:lnTo>
                      <a:lnTo>
                        <a:pt x="208" y="365"/>
                      </a:lnTo>
                      <a:lnTo>
                        <a:pt x="208" y="364"/>
                      </a:lnTo>
                      <a:close/>
                      <a:moveTo>
                        <a:pt x="224" y="364"/>
                      </a:moveTo>
                      <a:lnTo>
                        <a:pt x="226" y="364"/>
                      </a:lnTo>
                      <a:lnTo>
                        <a:pt x="226" y="365"/>
                      </a:lnTo>
                      <a:lnTo>
                        <a:pt x="226" y="367"/>
                      </a:lnTo>
                      <a:lnTo>
                        <a:pt x="224" y="367"/>
                      </a:lnTo>
                      <a:lnTo>
                        <a:pt x="224" y="365"/>
                      </a:lnTo>
                      <a:lnTo>
                        <a:pt x="224" y="364"/>
                      </a:lnTo>
                      <a:close/>
                      <a:moveTo>
                        <a:pt x="226" y="364"/>
                      </a:moveTo>
                      <a:lnTo>
                        <a:pt x="224" y="364"/>
                      </a:lnTo>
                      <a:lnTo>
                        <a:pt x="226" y="364"/>
                      </a:lnTo>
                      <a:close/>
                      <a:moveTo>
                        <a:pt x="223" y="364"/>
                      </a:moveTo>
                      <a:lnTo>
                        <a:pt x="223" y="362"/>
                      </a:lnTo>
                      <a:lnTo>
                        <a:pt x="223" y="364"/>
                      </a:lnTo>
                      <a:close/>
                      <a:moveTo>
                        <a:pt x="202" y="362"/>
                      </a:moveTo>
                      <a:lnTo>
                        <a:pt x="204" y="362"/>
                      </a:lnTo>
                      <a:lnTo>
                        <a:pt x="204" y="364"/>
                      </a:lnTo>
                      <a:lnTo>
                        <a:pt x="202" y="364"/>
                      </a:lnTo>
                      <a:lnTo>
                        <a:pt x="202" y="365"/>
                      </a:lnTo>
                      <a:lnTo>
                        <a:pt x="202" y="364"/>
                      </a:lnTo>
                      <a:lnTo>
                        <a:pt x="202" y="362"/>
                      </a:lnTo>
                      <a:close/>
                      <a:moveTo>
                        <a:pt x="232" y="362"/>
                      </a:moveTo>
                      <a:lnTo>
                        <a:pt x="230" y="362"/>
                      </a:lnTo>
                      <a:lnTo>
                        <a:pt x="232" y="362"/>
                      </a:lnTo>
                      <a:close/>
                      <a:moveTo>
                        <a:pt x="212" y="360"/>
                      </a:moveTo>
                      <a:lnTo>
                        <a:pt x="213" y="360"/>
                      </a:lnTo>
                      <a:lnTo>
                        <a:pt x="213" y="362"/>
                      </a:lnTo>
                      <a:lnTo>
                        <a:pt x="215" y="362"/>
                      </a:lnTo>
                      <a:lnTo>
                        <a:pt x="215" y="364"/>
                      </a:lnTo>
                      <a:lnTo>
                        <a:pt x="215" y="365"/>
                      </a:lnTo>
                      <a:lnTo>
                        <a:pt x="215" y="367"/>
                      </a:lnTo>
                      <a:lnTo>
                        <a:pt x="217" y="367"/>
                      </a:lnTo>
                      <a:lnTo>
                        <a:pt x="215" y="367"/>
                      </a:lnTo>
                      <a:lnTo>
                        <a:pt x="217" y="367"/>
                      </a:lnTo>
                      <a:lnTo>
                        <a:pt x="217" y="369"/>
                      </a:lnTo>
                      <a:lnTo>
                        <a:pt x="215" y="369"/>
                      </a:lnTo>
                      <a:lnTo>
                        <a:pt x="215" y="371"/>
                      </a:lnTo>
                      <a:lnTo>
                        <a:pt x="215" y="369"/>
                      </a:lnTo>
                      <a:lnTo>
                        <a:pt x="215" y="371"/>
                      </a:lnTo>
                      <a:lnTo>
                        <a:pt x="213" y="371"/>
                      </a:lnTo>
                      <a:lnTo>
                        <a:pt x="213" y="369"/>
                      </a:lnTo>
                      <a:lnTo>
                        <a:pt x="215" y="369"/>
                      </a:lnTo>
                      <a:lnTo>
                        <a:pt x="215" y="367"/>
                      </a:lnTo>
                      <a:lnTo>
                        <a:pt x="215" y="365"/>
                      </a:lnTo>
                      <a:lnTo>
                        <a:pt x="213" y="365"/>
                      </a:lnTo>
                      <a:lnTo>
                        <a:pt x="213" y="364"/>
                      </a:lnTo>
                      <a:lnTo>
                        <a:pt x="212" y="364"/>
                      </a:lnTo>
                      <a:lnTo>
                        <a:pt x="212" y="362"/>
                      </a:lnTo>
                      <a:lnTo>
                        <a:pt x="212" y="364"/>
                      </a:lnTo>
                      <a:lnTo>
                        <a:pt x="212" y="362"/>
                      </a:lnTo>
                      <a:lnTo>
                        <a:pt x="210" y="362"/>
                      </a:lnTo>
                      <a:lnTo>
                        <a:pt x="210" y="364"/>
                      </a:lnTo>
                      <a:lnTo>
                        <a:pt x="210" y="362"/>
                      </a:lnTo>
                      <a:lnTo>
                        <a:pt x="212" y="362"/>
                      </a:lnTo>
                      <a:lnTo>
                        <a:pt x="212" y="360"/>
                      </a:lnTo>
                      <a:close/>
                      <a:moveTo>
                        <a:pt x="232" y="360"/>
                      </a:moveTo>
                      <a:lnTo>
                        <a:pt x="230" y="360"/>
                      </a:lnTo>
                      <a:lnTo>
                        <a:pt x="232" y="360"/>
                      </a:lnTo>
                      <a:lnTo>
                        <a:pt x="230" y="360"/>
                      </a:lnTo>
                      <a:lnTo>
                        <a:pt x="232" y="360"/>
                      </a:lnTo>
                      <a:close/>
                      <a:moveTo>
                        <a:pt x="232" y="358"/>
                      </a:moveTo>
                      <a:lnTo>
                        <a:pt x="230" y="358"/>
                      </a:lnTo>
                      <a:lnTo>
                        <a:pt x="232" y="358"/>
                      </a:lnTo>
                      <a:close/>
                      <a:moveTo>
                        <a:pt x="230" y="356"/>
                      </a:moveTo>
                      <a:lnTo>
                        <a:pt x="230" y="358"/>
                      </a:lnTo>
                      <a:lnTo>
                        <a:pt x="228" y="358"/>
                      </a:lnTo>
                      <a:lnTo>
                        <a:pt x="230" y="358"/>
                      </a:lnTo>
                      <a:lnTo>
                        <a:pt x="228" y="358"/>
                      </a:lnTo>
                      <a:lnTo>
                        <a:pt x="230" y="358"/>
                      </a:lnTo>
                      <a:lnTo>
                        <a:pt x="230" y="356"/>
                      </a:lnTo>
                      <a:close/>
                      <a:moveTo>
                        <a:pt x="232" y="356"/>
                      </a:moveTo>
                      <a:lnTo>
                        <a:pt x="230" y="356"/>
                      </a:lnTo>
                      <a:lnTo>
                        <a:pt x="232" y="356"/>
                      </a:lnTo>
                      <a:close/>
                      <a:moveTo>
                        <a:pt x="224" y="356"/>
                      </a:moveTo>
                      <a:lnTo>
                        <a:pt x="226" y="356"/>
                      </a:lnTo>
                      <a:lnTo>
                        <a:pt x="224" y="356"/>
                      </a:lnTo>
                      <a:lnTo>
                        <a:pt x="226" y="356"/>
                      </a:lnTo>
                      <a:lnTo>
                        <a:pt x="224" y="356"/>
                      </a:lnTo>
                      <a:lnTo>
                        <a:pt x="226" y="356"/>
                      </a:lnTo>
                      <a:lnTo>
                        <a:pt x="226" y="358"/>
                      </a:lnTo>
                      <a:lnTo>
                        <a:pt x="226" y="360"/>
                      </a:lnTo>
                      <a:lnTo>
                        <a:pt x="226" y="362"/>
                      </a:lnTo>
                      <a:lnTo>
                        <a:pt x="224" y="362"/>
                      </a:lnTo>
                      <a:lnTo>
                        <a:pt x="224" y="360"/>
                      </a:lnTo>
                      <a:lnTo>
                        <a:pt x="224" y="362"/>
                      </a:lnTo>
                      <a:lnTo>
                        <a:pt x="224" y="360"/>
                      </a:lnTo>
                      <a:lnTo>
                        <a:pt x="224" y="362"/>
                      </a:lnTo>
                      <a:lnTo>
                        <a:pt x="223" y="360"/>
                      </a:lnTo>
                      <a:lnTo>
                        <a:pt x="223" y="358"/>
                      </a:lnTo>
                      <a:lnTo>
                        <a:pt x="224" y="358"/>
                      </a:lnTo>
                      <a:lnTo>
                        <a:pt x="224" y="356"/>
                      </a:lnTo>
                      <a:close/>
                      <a:moveTo>
                        <a:pt x="215" y="349"/>
                      </a:moveTo>
                      <a:lnTo>
                        <a:pt x="215" y="351"/>
                      </a:lnTo>
                      <a:lnTo>
                        <a:pt x="217" y="351"/>
                      </a:lnTo>
                      <a:lnTo>
                        <a:pt x="215" y="351"/>
                      </a:lnTo>
                      <a:lnTo>
                        <a:pt x="215" y="353"/>
                      </a:lnTo>
                      <a:lnTo>
                        <a:pt x="215" y="351"/>
                      </a:lnTo>
                      <a:lnTo>
                        <a:pt x="215" y="353"/>
                      </a:lnTo>
                      <a:lnTo>
                        <a:pt x="215" y="351"/>
                      </a:lnTo>
                      <a:lnTo>
                        <a:pt x="213" y="351"/>
                      </a:lnTo>
                      <a:lnTo>
                        <a:pt x="215" y="351"/>
                      </a:lnTo>
                      <a:lnTo>
                        <a:pt x="213" y="351"/>
                      </a:lnTo>
                      <a:lnTo>
                        <a:pt x="215" y="351"/>
                      </a:lnTo>
                      <a:lnTo>
                        <a:pt x="215" y="349"/>
                      </a:lnTo>
                      <a:close/>
                      <a:moveTo>
                        <a:pt x="226" y="349"/>
                      </a:moveTo>
                      <a:lnTo>
                        <a:pt x="224" y="349"/>
                      </a:lnTo>
                      <a:lnTo>
                        <a:pt x="224" y="347"/>
                      </a:lnTo>
                      <a:lnTo>
                        <a:pt x="226" y="347"/>
                      </a:lnTo>
                      <a:lnTo>
                        <a:pt x="226" y="349"/>
                      </a:lnTo>
                      <a:close/>
                      <a:moveTo>
                        <a:pt x="215" y="349"/>
                      </a:moveTo>
                      <a:lnTo>
                        <a:pt x="213" y="349"/>
                      </a:lnTo>
                      <a:lnTo>
                        <a:pt x="215" y="349"/>
                      </a:lnTo>
                      <a:lnTo>
                        <a:pt x="215" y="347"/>
                      </a:lnTo>
                      <a:lnTo>
                        <a:pt x="217" y="347"/>
                      </a:lnTo>
                      <a:lnTo>
                        <a:pt x="215" y="347"/>
                      </a:lnTo>
                      <a:lnTo>
                        <a:pt x="217" y="347"/>
                      </a:lnTo>
                      <a:lnTo>
                        <a:pt x="215" y="349"/>
                      </a:lnTo>
                      <a:close/>
                      <a:moveTo>
                        <a:pt x="206" y="345"/>
                      </a:moveTo>
                      <a:lnTo>
                        <a:pt x="206" y="347"/>
                      </a:lnTo>
                      <a:lnTo>
                        <a:pt x="206" y="345"/>
                      </a:lnTo>
                      <a:lnTo>
                        <a:pt x="206" y="347"/>
                      </a:lnTo>
                      <a:lnTo>
                        <a:pt x="206" y="345"/>
                      </a:lnTo>
                      <a:close/>
                      <a:moveTo>
                        <a:pt x="215" y="345"/>
                      </a:moveTo>
                      <a:lnTo>
                        <a:pt x="215" y="347"/>
                      </a:lnTo>
                      <a:lnTo>
                        <a:pt x="215" y="345"/>
                      </a:lnTo>
                      <a:close/>
                      <a:moveTo>
                        <a:pt x="215" y="345"/>
                      </a:moveTo>
                      <a:lnTo>
                        <a:pt x="213" y="345"/>
                      </a:lnTo>
                      <a:lnTo>
                        <a:pt x="215" y="345"/>
                      </a:lnTo>
                      <a:close/>
                      <a:moveTo>
                        <a:pt x="215" y="345"/>
                      </a:moveTo>
                      <a:lnTo>
                        <a:pt x="217" y="345"/>
                      </a:lnTo>
                      <a:lnTo>
                        <a:pt x="215" y="345"/>
                      </a:lnTo>
                      <a:close/>
                      <a:moveTo>
                        <a:pt x="210" y="344"/>
                      </a:moveTo>
                      <a:lnTo>
                        <a:pt x="210" y="345"/>
                      </a:lnTo>
                      <a:lnTo>
                        <a:pt x="210" y="344"/>
                      </a:lnTo>
                      <a:lnTo>
                        <a:pt x="210" y="345"/>
                      </a:lnTo>
                      <a:lnTo>
                        <a:pt x="212" y="345"/>
                      </a:lnTo>
                      <a:lnTo>
                        <a:pt x="212" y="344"/>
                      </a:lnTo>
                      <a:lnTo>
                        <a:pt x="212" y="345"/>
                      </a:lnTo>
                      <a:lnTo>
                        <a:pt x="210" y="345"/>
                      </a:lnTo>
                      <a:lnTo>
                        <a:pt x="210" y="344"/>
                      </a:lnTo>
                      <a:close/>
                      <a:moveTo>
                        <a:pt x="215" y="345"/>
                      </a:moveTo>
                      <a:lnTo>
                        <a:pt x="215" y="344"/>
                      </a:lnTo>
                      <a:lnTo>
                        <a:pt x="215" y="345"/>
                      </a:lnTo>
                      <a:close/>
                      <a:moveTo>
                        <a:pt x="206" y="345"/>
                      </a:moveTo>
                      <a:lnTo>
                        <a:pt x="206" y="344"/>
                      </a:lnTo>
                      <a:lnTo>
                        <a:pt x="206" y="345"/>
                      </a:lnTo>
                      <a:close/>
                      <a:moveTo>
                        <a:pt x="224" y="344"/>
                      </a:moveTo>
                      <a:lnTo>
                        <a:pt x="224" y="345"/>
                      </a:lnTo>
                      <a:lnTo>
                        <a:pt x="223" y="345"/>
                      </a:lnTo>
                      <a:lnTo>
                        <a:pt x="223" y="344"/>
                      </a:lnTo>
                      <a:lnTo>
                        <a:pt x="224" y="344"/>
                      </a:lnTo>
                      <a:lnTo>
                        <a:pt x="223" y="344"/>
                      </a:lnTo>
                      <a:lnTo>
                        <a:pt x="224" y="344"/>
                      </a:lnTo>
                      <a:lnTo>
                        <a:pt x="224" y="342"/>
                      </a:lnTo>
                      <a:lnTo>
                        <a:pt x="224" y="344"/>
                      </a:lnTo>
                      <a:close/>
                      <a:moveTo>
                        <a:pt x="210" y="342"/>
                      </a:moveTo>
                      <a:lnTo>
                        <a:pt x="212" y="342"/>
                      </a:lnTo>
                      <a:lnTo>
                        <a:pt x="212" y="344"/>
                      </a:lnTo>
                      <a:lnTo>
                        <a:pt x="210" y="344"/>
                      </a:lnTo>
                      <a:lnTo>
                        <a:pt x="212" y="344"/>
                      </a:lnTo>
                      <a:lnTo>
                        <a:pt x="210" y="344"/>
                      </a:lnTo>
                      <a:lnTo>
                        <a:pt x="210" y="342"/>
                      </a:lnTo>
                      <a:close/>
                      <a:moveTo>
                        <a:pt x="206" y="344"/>
                      </a:moveTo>
                      <a:lnTo>
                        <a:pt x="204" y="344"/>
                      </a:lnTo>
                      <a:lnTo>
                        <a:pt x="206" y="344"/>
                      </a:lnTo>
                      <a:lnTo>
                        <a:pt x="206" y="342"/>
                      </a:lnTo>
                      <a:lnTo>
                        <a:pt x="206" y="344"/>
                      </a:lnTo>
                      <a:close/>
                      <a:moveTo>
                        <a:pt x="230" y="342"/>
                      </a:moveTo>
                      <a:lnTo>
                        <a:pt x="230" y="340"/>
                      </a:lnTo>
                      <a:lnTo>
                        <a:pt x="230" y="342"/>
                      </a:lnTo>
                      <a:close/>
                      <a:moveTo>
                        <a:pt x="217" y="338"/>
                      </a:moveTo>
                      <a:lnTo>
                        <a:pt x="217" y="340"/>
                      </a:lnTo>
                      <a:lnTo>
                        <a:pt x="217" y="338"/>
                      </a:lnTo>
                      <a:lnTo>
                        <a:pt x="217" y="340"/>
                      </a:lnTo>
                      <a:lnTo>
                        <a:pt x="217" y="338"/>
                      </a:lnTo>
                      <a:close/>
                      <a:moveTo>
                        <a:pt x="208" y="336"/>
                      </a:moveTo>
                      <a:lnTo>
                        <a:pt x="208" y="334"/>
                      </a:lnTo>
                      <a:lnTo>
                        <a:pt x="208" y="336"/>
                      </a:lnTo>
                      <a:close/>
                      <a:moveTo>
                        <a:pt x="237" y="334"/>
                      </a:moveTo>
                      <a:lnTo>
                        <a:pt x="239" y="334"/>
                      </a:lnTo>
                      <a:lnTo>
                        <a:pt x="237" y="334"/>
                      </a:lnTo>
                      <a:close/>
                      <a:moveTo>
                        <a:pt x="235" y="334"/>
                      </a:moveTo>
                      <a:lnTo>
                        <a:pt x="235" y="333"/>
                      </a:lnTo>
                      <a:lnTo>
                        <a:pt x="235" y="334"/>
                      </a:lnTo>
                      <a:lnTo>
                        <a:pt x="237" y="334"/>
                      </a:lnTo>
                      <a:lnTo>
                        <a:pt x="235" y="334"/>
                      </a:lnTo>
                      <a:close/>
                      <a:moveTo>
                        <a:pt x="217" y="333"/>
                      </a:moveTo>
                      <a:lnTo>
                        <a:pt x="217" y="331"/>
                      </a:lnTo>
                      <a:lnTo>
                        <a:pt x="217" y="333"/>
                      </a:lnTo>
                      <a:close/>
                      <a:moveTo>
                        <a:pt x="230" y="331"/>
                      </a:moveTo>
                      <a:lnTo>
                        <a:pt x="230" y="333"/>
                      </a:lnTo>
                      <a:lnTo>
                        <a:pt x="232" y="333"/>
                      </a:lnTo>
                      <a:lnTo>
                        <a:pt x="232" y="334"/>
                      </a:lnTo>
                      <a:lnTo>
                        <a:pt x="230" y="334"/>
                      </a:lnTo>
                      <a:lnTo>
                        <a:pt x="232" y="334"/>
                      </a:lnTo>
                      <a:lnTo>
                        <a:pt x="230" y="334"/>
                      </a:lnTo>
                      <a:lnTo>
                        <a:pt x="228" y="334"/>
                      </a:lnTo>
                      <a:lnTo>
                        <a:pt x="228" y="333"/>
                      </a:lnTo>
                      <a:lnTo>
                        <a:pt x="228" y="331"/>
                      </a:lnTo>
                      <a:lnTo>
                        <a:pt x="230" y="331"/>
                      </a:lnTo>
                      <a:close/>
                      <a:moveTo>
                        <a:pt x="186" y="331"/>
                      </a:moveTo>
                      <a:lnTo>
                        <a:pt x="188" y="331"/>
                      </a:lnTo>
                      <a:lnTo>
                        <a:pt x="186" y="331"/>
                      </a:lnTo>
                      <a:lnTo>
                        <a:pt x="188" y="331"/>
                      </a:lnTo>
                      <a:lnTo>
                        <a:pt x="188" y="333"/>
                      </a:lnTo>
                      <a:lnTo>
                        <a:pt x="188" y="331"/>
                      </a:lnTo>
                      <a:lnTo>
                        <a:pt x="186" y="331"/>
                      </a:lnTo>
                      <a:close/>
                      <a:moveTo>
                        <a:pt x="217" y="331"/>
                      </a:moveTo>
                      <a:lnTo>
                        <a:pt x="217" y="333"/>
                      </a:lnTo>
                      <a:lnTo>
                        <a:pt x="217" y="334"/>
                      </a:lnTo>
                      <a:lnTo>
                        <a:pt x="217" y="336"/>
                      </a:lnTo>
                      <a:lnTo>
                        <a:pt x="215" y="336"/>
                      </a:lnTo>
                      <a:lnTo>
                        <a:pt x="215" y="338"/>
                      </a:lnTo>
                      <a:lnTo>
                        <a:pt x="217" y="338"/>
                      </a:lnTo>
                      <a:lnTo>
                        <a:pt x="215" y="338"/>
                      </a:lnTo>
                      <a:lnTo>
                        <a:pt x="215" y="340"/>
                      </a:lnTo>
                      <a:lnTo>
                        <a:pt x="217" y="340"/>
                      </a:lnTo>
                      <a:lnTo>
                        <a:pt x="215" y="340"/>
                      </a:lnTo>
                      <a:lnTo>
                        <a:pt x="215" y="342"/>
                      </a:lnTo>
                      <a:lnTo>
                        <a:pt x="215" y="344"/>
                      </a:lnTo>
                      <a:lnTo>
                        <a:pt x="215" y="342"/>
                      </a:lnTo>
                      <a:lnTo>
                        <a:pt x="213" y="342"/>
                      </a:lnTo>
                      <a:lnTo>
                        <a:pt x="213" y="344"/>
                      </a:lnTo>
                      <a:lnTo>
                        <a:pt x="213" y="342"/>
                      </a:lnTo>
                      <a:lnTo>
                        <a:pt x="213" y="344"/>
                      </a:lnTo>
                      <a:lnTo>
                        <a:pt x="212" y="344"/>
                      </a:lnTo>
                      <a:lnTo>
                        <a:pt x="212" y="342"/>
                      </a:lnTo>
                      <a:lnTo>
                        <a:pt x="212" y="344"/>
                      </a:lnTo>
                      <a:lnTo>
                        <a:pt x="213" y="344"/>
                      </a:lnTo>
                      <a:lnTo>
                        <a:pt x="213" y="342"/>
                      </a:lnTo>
                      <a:lnTo>
                        <a:pt x="213" y="340"/>
                      </a:lnTo>
                      <a:lnTo>
                        <a:pt x="213" y="338"/>
                      </a:lnTo>
                      <a:lnTo>
                        <a:pt x="213" y="336"/>
                      </a:lnTo>
                      <a:lnTo>
                        <a:pt x="215" y="336"/>
                      </a:lnTo>
                      <a:lnTo>
                        <a:pt x="213" y="336"/>
                      </a:lnTo>
                      <a:lnTo>
                        <a:pt x="213" y="334"/>
                      </a:lnTo>
                      <a:lnTo>
                        <a:pt x="215" y="334"/>
                      </a:lnTo>
                      <a:lnTo>
                        <a:pt x="213" y="334"/>
                      </a:lnTo>
                      <a:lnTo>
                        <a:pt x="215" y="334"/>
                      </a:lnTo>
                      <a:lnTo>
                        <a:pt x="215" y="333"/>
                      </a:lnTo>
                      <a:lnTo>
                        <a:pt x="215" y="331"/>
                      </a:lnTo>
                      <a:lnTo>
                        <a:pt x="217" y="331"/>
                      </a:lnTo>
                      <a:close/>
                      <a:moveTo>
                        <a:pt x="224" y="331"/>
                      </a:moveTo>
                      <a:lnTo>
                        <a:pt x="226" y="331"/>
                      </a:lnTo>
                      <a:lnTo>
                        <a:pt x="224" y="331"/>
                      </a:lnTo>
                      <a:lnTo>
                        <a:pt x="226" y="333"/>
                      </a:lnTo>
                      <a:lnTo>
                        <a:pt x="226" y="334"/>
                      </a:lnTo>
                      <a:lnTo>
                        <a:pt x="224" y="334"/>
                      </a:lnTo>
                      <a:lnTo>
                        <a:pt x="226" y="334"/>
                      </a:lnTo>
                      <a:lnTo>
                        <a:pt x="224" y="334"/>
                      </a:lnTo>
                      <a:lnTo>
                        <a:pt x="226" y="334"/>
                      </a:lnTo>
                      <a:lnTo>
                        <a:pt x="226" y="336"/>
                      </a:lnTo>
                      <a:lnTo>
                        <a:pt x="224" y="336"/>
                      </a:lnTo>
                      <a:lnTo>
                        <a:pt x="226" y="336"/>
                      </a:lnTo>
                      <a:lnTo>
                        <a:pt x="226" y="338"/>
                      </a:lnTo>
                      <a:lnTo>
                        <a:pt x="224" y="338"/>
                      </a:lnTo>
                      <a:lnTo>
                        <a:pt x="224" y="340"/>
                      </a:lnTo>
                      <a:lnTo>
                        <a:pt x="223" y="338"/>
                      </a:lnTo>
                      <a:lnTo>
                        <a:pt x="223" y="340"/>
                      </a:lnTo>
                      <a:lnTo>
                        <a:pt x="223" y="338"/>
                      </a:lnTo>
                      <a:lnTo>
                        <a:pt x="223" y="340"/>
                      </a:lnTo>
                      <a:lnTo>
                        <a:pt x="221" y="340"/>
                      </a:lnTo>
                      <a:lnTo>
                        <a:pt x="221" y="338"/>
                      </a:lnTo>
                      <a:lnTo>
                        <a:pt x="221" y="336"/>
                      </a:lnTo>
                      <a:lnTo>
                        <a:pt x="219" y="336"/>
                      </a:lnTo>
                      <a:lnTo>
                        <a:pt x="219" y="334"/>
                      </a:lnTo>
                      <a:lnTo>
                        <a:pt x="221" y="334"/>
                      </a:lnTo>
                      <a:lnTo>
                        <a:pt x="221" y="333"/>
                      </a:lnTo>
                      <a:lnTo>
                        <a:pt x="223" y="333"/>
                      </a:lnTo>
                      <a:lnTo>
                        <a:pt x="221" y="333"/>
                      </a:lnTo>
                      <a:lnTo>
                        <a:pt x="221" y="334"/>
                      </a:lnTo>
                      <a:lnTo>
                        <a:pt x="219" y="334"/>
                      </a:lnTo>
                      <a:lnTo>
                        <a:pt x="219" y="333"/>
                      </a:lnTo>
                      <a:lnTo>
                        <a:pt x="221" y="331"/>
                      </a:lnTo>
                      <a:lnTo>
                        <a:pt x="221" y="333"/>
                      </a:lnTo>
                      <a:lnTo>
                        <a:pt x="221" y="331"/>
                      </a:lnTo>
                      <a:lnTo>
                        <a:pt x="219" y="331"/>
                      </a:lnTo>
                      <a:lnTo>
                        <a:pt x="219" y="333"/>
                      </a:lnTo>
                      <a:lnTo>
                        <a:pt x="219" y="331"/>
                      </a:lnTo>
                      <a:lnTo>
                        <a:pt x="221" y="331"/>
                      </a:lnTo>
                      <a:lnTo>
                        <a:pt x="223" y="331"/>
                      </a:lnTo>
                      <a:lnTo>
                        <a:pt x="223" y="333"/>
                      </a:lnTo>
                      <a:lnTo>
                        <a:pt x="223" y="331"/>
                      </a:lnTo>
                      <a:lnTo>
                        <a:pt x="223" y="333"/>
                      </a:lnTo>
                      <a:lnTo>
                        <a:pt x="223" y="331"/>
                      </a:lnTo>
                      <a:lnTo>
                        <a:pt x="221" y="331"/>
                      </a:lnTo>
                      <a:lnTo>
                        <a:pt x="223" y="331"/>
                      </a:lnTo>
                      <a:lnTo>
                        <a:pt x="224" y="331"/>
                      </a:lnTo>
                      <a:close/>
                      <a:moveTo>
                        <a:pt x="188" y="331"/>
                      </a:moveTo>
                      <a:lnTo>
                        <a:pt x="190" y="331"/>
                      </a:lnTo>
                      <a:lnTo>
                        <a:pt x="188" y="331"/>
                      </a:lnTo>
                      <a:lnTo>
                        <a:pt x="188" y="329"/>
                      </a:lnTo>
                      <a:lnTo>
                        <a:pt x="188" y="331"/>
                      </a:lnTo>
                      <a:close/>
                      <a:moveTo>
                        <a:pt x="193" y="329"/>
                      </a:moveTo>
                      <a:lnTo>
                        <a:pt x="193" y="331"/>
                      </a:lnTo>
                      <a:lnTo>
                        <a:pt x="195" y="331"/>
                      </a:lnTo>
                      <a:lnTo>
                        <a:pt x="193" y="331"/>
                      </a:lnTo>
                      <a:lnTo>
                        <a:pt x="193" y="329"/>
                      </a:lnTo>
                      <a:close/>
                      <a:moveTo>
                        <a:pt x="208" y="329"/>
                      </a:moveTo>
                      <a:lnTo>
                        <a:pt x="210" y="329"/>
                      </a:lnTo>
                      <a:lnTo>
                        <a:pt x="208" y="329"/>
                      </a:lnTo>
                      <a:lnTo>
                        <a:pt x="208" y="331"/>
                      </a:lnTo>
                      <a:lnTo>
                        <a:pt x="208" y="329"/>
                      </a:lnTo>
                      <a:lnTo>
                        <a:pt x="210" y="329"/>
                      </a:lnTo>
                      <a:lnTo>
                        <a:pt x="208" y="329"/>
                      </a:lnTo>
                      <a:close/>
                      <a:moveTo>
                        <a:pt x="217" y="329"/>
                      </a:moveTo>
                      <a:lnTo>
                        <a:pt x="217" y="331"/>
                      </a:lnTo>
                      <a:lnTo>
                        <a:pt x="215" y="331"/>
                      </a:lnTo>
                      <a:lnTo>
                        <a:pt x="215" y="329"/>
                      </a:lnTo>
                      <a:lnTo>
                        <a:pt x="217" y="329"/>
                      </a:lnTo>
                      <a:close/>
                      <a:moveTo>
                        <a:pt x="206" y="329"/>
                      </a:moveTo>
                      <a:lnTo>
                        <a:pt x="206" y="331"/>
                      </a:lnTo>
                      <a:lnTo>
                        <a:pt x="208" y="331"/>
                      </a:lnTo>
                      <a:lnTo>
                        <a:pt x="208" y="333"/>
                      </a:lnTo>
                      <a:lnTo>
                        <a:pt x="208" y="331"/>
                      </a:lnTo>
                      <a:lnTo>
                        <a:pt x="208" y="333"/>
                      </a:lnTo>
                      <a:lnTo>
                        <a:pt x="210" y="333"/>
                      </a:lnTo>
                      <a:lnTo>
                        <a:pt x="210" y="334"/>
                      </a:lnTo>
                      <a:lnTo>
                        <a:pt x="208" y="334"/>
                      </a:lnTo>
                      <a:lnTo>
                        <a:pt x="208" y="336"/>
                      </a:lnTo>
                      <a:lnTo>
                        <a:pt x="210" y="336"/>
                      </a:lnTo>
                      <a:lnTo>
                        <a:pt x="208" y="336"/>
                      </a:lnTo>
                      <a:lnTo>
                        <a:pt x="208" y="334"/>
                      </a:lnTo>
                      <a:lnTo>
                        <a:pt x="206" y="334"/>
                      </a:lnTo>
                      <a:lnTo>
                        <a:pt x="208" y="334"/>
                      </a:lnTo>
                      <a:lnTo>
                        <a:pt x="208" y="333"/>
                      </a:lnTo>
                      <a:lnTo>
                        <a:pt x="206" y="333"/>
                      </a:lnTo>
                      <a:lnTo>
                        <a:pt x="208" y="333"/>
                      </a:lnTo>
                      <a:lnTo>
                        <a:pt x="206" y="333"/>
                      </a:lnTo>
                      <a:lnTo>
                        <a:pt x="208" y="333"/>
                      </a:lnTo>
                      <a:lnTo>
                        <a:pt x="206" y="331"/>
                      </a:lnTo>
                      <a:lnTo>
                        <a:pt x="206" y="333"/>
                      </a:lnTo>
                      <a:lnTo>
                        <a:pt x="206" y="331"/>
                      </a:lnTo>
                      <a:lnTo>
                        <a:pt x="206" y="329"/>
                      </a:lnTo>
                      <a:close/>
                      <a:moveTo>
                        <a:pt x="224" y="329"/>
                      </a:moveTo>
                      <a:lnTo>
                        <a:pt x="223" y="329"/>
                      </a:lnTo>
                      <a:lnTo>
                        <a:pt x="224" y="329"/>
                      </a:lnTo>
                      <a:close/>
                      <a:moveTo>
                        <a:pt x="221" y="329"/>
                      </a:moveTo>
                      <a:lnTo>
                        <a:pt x="223" y="329"/>
                      </a:lnTo>
                      <a:lnTo>
                        <a:pt x="221" y="329"/>
                      </a:lnTo>
                      <a:lnTo>
                        <a:pt x="221" y="327"/>
                      </a:lnTo>
                      <a:lnTo>
                        <a:pt x="221" y="329"/>
                      </a:lnTo>
                      <a:close/>
                      <a:moveTo>
                        <a:pt x="224" y="327"/>
                      </a:moveTo>
                      <a:lnTo>
                        <a:pt x="224" y="329"/>
                      </a:lnTo>
                      <a:lnTo>
                        <a:pt x="224" y="327"/>
                      </a:lnTo>
                      <a:close/>
                      <a:moveTo>
                        <a:pt x="213" y="327"/>
                      </a:moveTo>
                      <a:lnTo>
                        <a:pt x="213" y="329"/>
                      </a:lnTo>
                      <a:lnTo>
                        <a:pt x="213" y="327"/>
                      </a:lnTo>
                      <a:close/>
                      <a:moveTo>
                        <a:pt x="233" y="329"/>
                      </a:moveTo>
                      <a:lnTo>
                        <a:pt x="233" y="327"/>
                      </a:lnTo>
                      <a:lnTo>
                        <a:pt x="233" y="329"/>
                      </a:lnTo>
                      <a:close/>
                      <a:moveTo>
                        <a:pt x="233" y="327"/>
                      </a:moveTo>
                      <a:lnTo>
                        <a:pt x="233" y="329"/>
                      </a:lnTo>
                      <a:lnTo>
                        <a:pt x="235" y="329"/>
                      </a:lnTo>
                      <a:lnTo>
                        <a:pt x="235" y="331"/>
                      </a:lnTo>
                      <a:lnTo>
                        <a:pt x="235" y="329"/>
                      </a:lnTo>
                      <a:lnTo>
                        <a:pt x="235" y="331"/>
                      </a:lnTo>
                      <a:lnTo>
                        <a:pt x="233" y="331"/>
                      </a:lnTo>
                      <a:lnTo>
                        <a:pt x="233" y="329"/>
                      </a:lnTo>
                      <a:lnTo>
                        <a:pt x="233" y="331"/>
                      </a:lnTo>
                      <a:lnTo>
                        <a:pt x="233" y="333"/>
                      </a:lnTo>
                      <a:lnTo>
                        <a:pt x="232" y="333"/>
                      </a:lnTo>
                      <a:lnTo>
                        <a:pt x="232" y="331"/>
                      </a:lnTo>
                      <a:lnTo>
                        <a:pt x="232" y="333"/>
                      </a:lnTo>
                      <a:lnTo>
                        <a:pt x="232" y="331"/>
                      </a:lnTo>
                      <a:lnTo>
                        <a:pt x="232" y="333"/>
                      </a:lnTo>
                      <a:lnTo>
                        <a:pt x="230" y="333"/>
                      </a:lnTo>
                      <a:lnTo>
                        <a:pt x="230" y="331"/>
                      </a:lnTo>
                      <a:lnTo>
                        <a:pt x="228" y="331"/>
                      </a:lnTo>
                      <a:lnTo>
                        <a:pt x="228" y="329"/>
                      </a:lnTo>
                      <a:lnTo>
                        <a:pt x="230" y="329"/>
                      </a:lnTo>
                      <a:lnTo>
                        <a:pt x="230" y="331"/>
                      </a:lnTo>
                      <a:lnTo>
                        <a:pt x="230" y="329"/>
                      </a:lnTo>
                      <a:lnTo>
                        <a:pt x="232" y="329"/>
                      </a:lnTo>
                      <a:lnTo>
                        <a:pt x="230" y="329"/>
                      </a:lnTo>
                      <a:lnTo>
                        <a:pt x="228" y="329"/>
                      </a:lnTo>
                      <a:lnTo>
                        <a:pt x="230" y="329"/>
                      </a:lnTo>
                      <a:lnTo>
                        <a:pt x="230" y="327"/>
                      </a:lnTo>
                      <a:lnTo>
                        <a:pt x="232" y="327"/>
                      </a:lnTo>
                      <a:lnTo>
                        <a:pt x="232" y="329"/>
                      </a:lnTo>
                      <a:lnTo>
                        <a:pt x="232" y="327"/>
                      </a:lnTo>
                      <a:lnTo>
                        <a:pt x="233" y="327"/>
                      </a:lnTo>
                      <a:close/>
                      <a:moveTo>
                        <a:pt x="195" y="327"/>
                      </a:moveTo>
                      <a:lnTo>
                        <a:pt x="195" y="329"/>
                      </a:lnTo>
                      <a:lnTo>
                        <a:pt x="195" y="327"/>
                      </a:lnTo>
                      <a:lnTo>
                        <a:pt x="195" y="329"/>
                      </a:lnTo>
                      <a:lnTo>
                        <a:pt x="193" y="329"/>
                      </a:lnTo>
                      <a:lnTo>
                        <a:pt x="195" y="329"/>
                      </a:lnTo>
                      <a:lnTo>
                        <a:pt x="193" y="329"/>
                      </a:lnTo>
                      <a:lnTo>
                        <a:pt x="195" y="329"/>
                      </a:lnTo>
                      <a:lnTo>
                        <a:pt x="193" y="329"/>
                      </a:lnTo>
                      <a:lnTo>
                        <a:pt x="193" y="327"/>
                      </a:lnTo>
                      <a:lnTo>
                        <a:pt x="195" y="327"/>
                      </a:lnTo>
                      <a:close/>
                      <a:moveTo>
                        <a:pt x="217" y="327"/>
                      </a:moveTo>
                      <a:lnTo>
                        <a:pt x="215" y="327"/>
                      </a:lnTo>
                      <a:lnTo>
                        <a:pt x="215" y="329"/>
                      </a:lnTo>
                      <a:lnTo>
                        <a:pt x="215" y="327"/>
                      </a:lnTo>
                      <a:lnTo>
                        <a:pt x="215" y="325"/>
                      </a:lnTo>
                      <a:lnTo>
                        <a:pt x="215" y="327"/>
                      </a:lnTo>
                      <a:lnTo>
                        <a:pt x="217" y="327"/>
                      </a:lnTo>
                      <a:close/>
                      <a:moveTo>
                        <a:pt x="232" y="325"/>
                      </a:moveTo>
                      <a:lnTo>
                        <a:pt x="233" y="325"/>
                      </a:lnTo>
                      <a:lnTo>
                        <a:pt x="233" y="327"/>
                      </a:lnTo>
                      <a:lnTo>
                        <a:pt x="232" y="327"/>
                      </a:lnTo>
                      <a:lnTo>
                        <a:pt x="230" y="327"/>
                      </a:lnTo>
                      <a:lnTo>
                        <a:pt x="230" y="329"/>
                      </a:lnTo>
                      <a:lnTo>
                        <a:pt x="228" y="327"/>
                      </a:lnTo>
                      <a:lnTo>
                        <a:pt x="226" y="327"/>
                      </a:lnTo>
                      <a:lnTo>
                        <a:pt x="228" y="327"/>
                      </a:lnTo>
                      <a:lnTo>
                        <a:pt x="230" y="327"/>
                      </a:lnTo>
                      <a:lnTo>
                        <a:pt x="228" y="327"/>
                      </a:lnTo>
                      <a:lnTo>
                        <a:pt x="230" y="327"/>
                      </a:lnTo>
                      <a:lnTo>
                        <a:pt x="230" y="325"/>
                      </a:lnTo>
                      <a:lnTo>
                        <a:pt x="230" y="327"/>
                      </a:lnTo>
                      <a:lnTo>
                        <a:pt x="230" y="325"/>
                      </a:lnTo>
                      <a:lnTo>
                        <a:pt x="232" y="325"/>
                      </a:lnTo>
                      <a:lnTo>
                        <a:pt x="232" y="327"/>
                      </a:lnTo>
                      <a:lnTo>
                        <a:pt x="232" y="325"/>
                      </a:lnTo>
                      <a:lnTo>
                        <a:pt x="230" y="325"/>
                      </a:lnTo>
                      <a:lnTo>
                        <a:pt x="232" y="325"/>
                      </a:lnTo>
                      <a:close/>
                      <a:moveTo>
                        <a:pt x="206" y="325"/>
                      </a:moveTo>
                      <a:lnTo>
                        <a:pt x="204" y="325"/>
                      </a:lnTo>
                      <a:lnTo>
                        <a:pt x="206" y="325"/>
                      </a:lnTo>
                      <a:lnTo>
                        <a:pt x="206" y="323"/>
                      </a:lnTo>
                      <a:lnTo>
                        <a:pt x="206" y="325"/>
                      </a:lnTo>
                      <a:lnTo>
                        <a:pt x="206" y="323"/>
                      </a:lnTo>
                      <a:lnTo>
                        <a:pt x="206" y="325"/>
                      </a:lnTo>
                      <a:close/>
                      <a:moveTo>
                        <a:pt x="215" y="323"/>
                      </a:moveTo>
                      <a:lnTo>
                        <a:pt x="215" y="325"/>
                      </a:lnTo>
                      <a:lnTo>
                        <a:pt x="213" y="325"/>
                      </a:lnTo>
                      <a:lnTo>
                        <a:pt x="215" y="325"/>
                      </a:lnTo>
                      <a:lnTo>
                        <a:pt x="215" y="323"/>
                      </a:lnTo>
                      <a:close/>
                      <a:moveTo>
                        <a:pt x="230" y="325"/>
                      </a:moveTo>
                      <a:lnTo>
                        <a:pt x="228" y="325"/>
                      </a:lnTo>
                      <a:lnTo>
                        <a:pt x="228" y="323"/>
                      </a:lnTo>
                      <a:lnTo>
                        <a:pt x="230" y="323"/>
                      </a:lnTo>
                      <a:lnTo>
                        <a:pt x="230" y="325"/>
                      </a:lnTo>
                      <a:close/>
                      <a:moveTo>
                        <a:pt x="232" y="323"/>
                      </a:moveTo>
                      <a:lnTo>
                        <a:pt x="233" y="323"/>
                      </a:lnTo>
                      <a:lnTo>
                        <a:pt x="232" y="325"/>
                      </a:lnTo>
                      <a:lnTo>
                        <a:pt x="232" y="323"/>
                      </a:lnTo>
                      <a:close/>
                      <a:moveTo>
                        <a:pt x="206" y="322"/>
                      </a:moveTo>
                      <a:lnTo>
                        <a:pt x="206" y="323"/>
                      </a:lnTo>
                      <a:lnTo>
                        <a:pt x="204" y="323"/>
                      </a:lnTo>
                      <a:lnTo>
                        <a:pt x="204" y="322"/>
                      </a:lnTo>
                      <a:lnTo>
                        <a:pt x="206" y="322"/>
                      </a:lnTo>
                      <a:close/>
                      <a:moveTo>
                        <a:pt x="226" y="323"/>
                      </a:moveTo>
                      <a:lnTo>
                        <a:pt x="224" y="322"/>
                      </a:lnTo>
                      <a:lnTo>
                        <a:pt x="226" y="322"/>
                      </a:lnTo>
                      <a:lnTo>
                        <a:pt x="226" y="323"/>
                      </a:lnTo>
                      <a:close/>
                      <a:moveTo>
                        <a:pt x="199" y="322"/>
                      </a:moveTo>
                      <a:lnTo>
                        <a:pt x="197" y="322"/>
                      </a:lnTo>
                      <a:lnTo>
                        <a:pt x="199" y="322"/>
                      </a:lnTo>
                      <a:close/>
                      <a:moveTo>
                        <a:pt x="195" y="322"/>
                      </a:moveTo>
                      <a:lnTo>
                        <a:pt x="193" y="322"/>
                      </a:lnTo>
                      <a:lnTo>
                        <a:pt x="193" y="323"/>
                      </a:lnTo>
                      <a:lnTo>
                        <a:pt x="193" y="322"/>
                      </a:lnTo>
                      <a:lnTo>
                        <a:pt x="195" y="322"/>
                      </a:lnTo>
                      <a:close/>
                      <a:moveTo>
                        <a:pt x="204" y="322"/>
                      </a:moveTo>
                      <a:lnTo>
                        <a:pt x="204" y="320"/>
                      </a:lnTo>
                      <a:lnTo>
                        <a:pt x="204" y="322"/>
                      </a:lnTo>
                      <a:lnTo>
                        <a:pt x="206" y="322"/>
                      </a:lnTo>
                      <a:lnTo>
                        <a:pt x="204" y="322"/>
                      </a:lnTo>
                      <a:lnTo>
                        <a:pt x="206" y="322"/>
                      </a:lnTo>
                      <a:lnTo>
                        <a:pt x="204" y="322"/>
                      </a:lnTo>
                      <a:lnTo>
                        <a:pt x="204" y="320"/>
                      </a:lnTo>
                      <a:lnTo>
                        <a:pt x="204" y="322"/>
                      </a:lnTo>
                      <a:close/>
                      <a:moveTo>
                        <a:pt x="206" y="320"/>
                      </a:moveTo>
                      <a:lnTo>
                        <a:pt x="206" y="322"/>
                      </a:lnTo>
                      <a:lnTo>
                        <a:pt x="206" y="320"/>
                      </a:lnTo>
                      <a:lnTo>
                        <a:pt x="206" y="322"/>
                      </a:lnTo>
                      <a:lnTo>
                        <a:pt x="206" y="320"/>
                      </a:lnTo>
                      <a:lnTo>
                        <a:pt x="206" y="322"/>
                      </a:lnTo>
                      <a:lnTo>
                        <a:pt x="206" y="320"/>
                      </a:lnTo>
                      <a:close/>
                      <a:moveTo>
                        <a:pt x="206" y="320"/>
                      </a:moveTo>
                      <a:lnTo>
                        <a:pt x="204" y="320"/>
                      </a:lnTo>
                      <a:lnTo>
                        <a:pt x="206" y="320"/>
                      </a:lnTo>
                      <a:lnTo>
                        <a:pt x="204" y="320"/>
                      </a:lnTo>
                      <a:lnTo>
                        <a:pt x="206" y="320"/>
                      </a:lnTo>
                      <a:close/>
                      <a:moveTo>
                        <a:pt x="204" y="318"/>
                      </a:moveTo>
                      <a:lnTo>
                        <a:pt x="206" y="320"/>
                      </a:lnTo>
                      <a:lnTo>
                        <a:pt x="204" y="320"/>
                      </a:lnTo>
                      <a:lnTo>
                        <a:pt x="204" y="318"/>
                      </a:lnTo>
                      <a:lnTo>
                        <a:pt x="204" y="320"/>
                      </a:lnTo>
                      <a:lnTo>
                        <a:pt x="204" y="318"/>
                      </a:lnTo>
                      <a:close/>
                      <a:moveTo>
                        <a:pt x="221" y="320"/>
                      </a:moveTo>
                      <a:lnTo>
                        <a:pt x="219" y="320"/>
                      </a:lnTo>
                      <a:lnTo>
                        <a:pt x="219" y="318"/>
                      </a:lnTo>
                      <a:lnTo>
                        <a:pt x="221" y="318"/>
                      </a:lnTo>
                      <a:lnTo>
                        <a:pt x="221" y="320"/>
                      </a:lnTo>
                      <a:close/>
                      <a:moveTo>
                        <a:pt x="197" y="318"/>
                      </a:moveTo>
                      <a:lnTo>
                        <a:pt x="197" y="320"/>
                      </a:lnTo>
                      <a:lnTo>
                        <a:pt x="195" y="320"/>
                      </a:lnTo>
                      <a:lnTo>
                        <a:pt x="197" y="320"/>
                      </a:lnTo>
                      <a:lnTo>
                        <a:pt x="195" y="320"/>
                      </a:lnTo>
                      <a:lnTo>
                        <a:pt x="197" y="320"/>
                      </a:lnTo>
                      <a:lnTo>
                        <a:pt x="195" y="318"/>
                      </a:lnTo>
                      <a:lnTo>
                        <a:pt x="197" y="318"/>
                      </a:lnTo>
                      <a:lnTo>
                        <a:pt x="195" y="318"/>
                      </a:lnTo>
                      <a:lnTo>
                        <a:pt x="197" y="318"/>
                      </a:lnTo>
                      <a:close/>
                      <a:moveTo>
                        <a:pt x="221" y="318"/>
                      </a:moveTo>
                      <a:lnTo>
                        <a:pt x="219" y="318"/>
                      </a:lnTo>
                      <a:lnTo>
                        <a:pt x="221" y="318"/>
                      </a:lnTo>
                      <a:lnTo>
                        <a:pt x="221" y="316"/>
                      </a:lnTo>
                      <a:lnTo>
                        <a:pt x="221" y="318"/>
                      </a:lnTo>
                      <a:close/>
                      <a:moveTo>
                        <a:pt x="212" y="316"/>
                      </a:moveTo>
                      <a:lnTo>
                        <a:pt x="212" y="318"/>
                      </a:lnTo>
                      <a:lnTo>
                        <a:pt x="212" y="316"/>
                      </a:lnTo>
                      <a:close/>
                      <a:moveTo>
                        <a:pt x="233" y="316"/>
                      </a:moveTo>
                      <a:lnTo>
                        <a:pt x="233" y="318"/>
                      </a:lnTo>
                      <a:lnTo>
                        <a:pt x="235" y="318"/>
                      </a:lnTo>
                      <a:lnTo>
                        <a:pt x="233" y="318"/>
                      </a:lnTo>
                      <a:lnTo>
                        <a:pt x="233" y="316"/>
                      </a:lnTo>
                      <a:close/>
                      <a:moveTo>
                        <a:pt x="232" y="316"/>
                      </a:moveTo>
                      <a:lnTo>
                        <a:pt x="230" y="316"/>
                      </a:lnTo>
                      <a:lnTo>
                        <a:pt x="232" y="316"/>
                      </a:lnTo>
                      <a:close/>
                      <a:moveTo>
                        <a:pt x="212" y="316"/>
                      </a:moveTo>
                      <a:lnTo>
                        <a:pt x="210" y="316"/>
                      </a:lnTo>
                      <a:lnTo>
                        <a:pt x="212" y="316"/>
                      </a:lnTo>
                      <a:close/>
                      <a:moveTo>
                        <a:pt x="221" y="316"/>
                      </a:moveTo>
                      <a:lnTo>
                        <a:pt x="221" y="318"/>
                      </a:lnTo>
                      <a:lnTo>
                        <a:pt x="221" y="316"/>
                      </a:lnTo>
                      <a:close/>
                      <a:moveTo>
                        <a:pt x="221" y="316"/>
                      </a:moveTo>
                      <a:lnTo>
                        <a:pt x="221" y="314"/>
                      </a:lnTo>
                      <a:lnTo>
                        <a:pt x="221" y="316"/>
                      </a:lnTo>
                      <a:close/>
                      <a:moveTo>
                        <a:pt x="230" y="316"/>
                      </a:moveTo>
                      <a:lnTo>
                        <a:pt x="228" y="316"/>
                      </a:lnTo>
                      <a:lnTo>
                        <a:pt x="230" y="316"/>
                      </a:lnTo>
                      <a:lnTo>
                        <a:pt x="230" y="314"/>
                      </a:lnTo>
                      <a:lnTo>
                        <a:pt x="232" y="316"/>
                      </a:lnTo>
                      <a:lnTo>
                        <a:pt x="230" y="316"/>
                      </a:lnTo>
                      <a:close/>
                      <a:moveTo>
                        <a:pt x="223" y="316"/>
                      </a:moveTo>
                      <a:lnTo>
                        <a:pt x="223" y="314"/>
                      </a:lnTo>
                      <a:lnTo>
                        <a:pt x="223" y="316"/>
                      </a:lnTo>
                      <a:close/>
                      <a:moveTo>
                        <a:pt x="204" y="316"/>
                      </a:moveTo>
                      <a:lnTo>
                        <a:pt x="204" y="314"/>
                      </a:lnTo>
                      <a:lnTo>
                        <a:pt x="204" y="316"/>
                      </a:lnTo>
                      <a:close/>
                      <a:moveTo>
                        <a:pt x="224" y="314"/>
                      </a:moveTo>
                      <a:lnTo>
                        <a:pt x="223" y="314"/>
                      </a:lnTo>
                      <a:lnTo>
                        <a:pt x="224" y="312"/>
                      </a:lnTo>
                      <a:lnTo>
                        <a:pt x="224" y="314"/>
                      </a:lnTo>
                      <a:close/>
                      <a:moveTo>
                        <a:pt x="224" y="312"/>
                      </a:moveTo>
                      <a:lnTo>
                        <a:pt x="224" y="314"/>
                      </a:lnTo>
                      <a:lnTo>
                        <a:pt x="224" y="312"/>
                      </a:lnTo>
                      <a:lnTo>
                        <a:pt x="226" y="312"/>
                      </a:lnTo>
                      <a:lnTo>
                        <a:pt x="224" y="312"/>
                      </a:lnTo>
                      <a:close/>
                      <a:moveTo>
                        <a:pt x="202" y="312"/>
                      </a:moveTo>
                      <a:lnTo>
                        <a:pt x="201" y="312"/>
                      </a:lnTo>
                      <a:lnTo>
                        <a:pt x="202" y="312"/>
                      </a:lnTo>
                      <a:close/>
                      <a:moveTo>
                        <a:pt x="204" y="312"/>
                      </a:moveTo>
                      <a:lnTo>
                        <a:pt x="204" y="314"/>
                      </a:lnTo>
                      <a:lnTo>
                        <a:pt x="204" y="312"/>
                      </a:lnTo>
                      <a:close/>
                      <a:moveTo>
                        <a:pt x="199" y="314"/>
                      </a:moveTo>
                      <a:lnTo>
                        <a:pt x="197" y="314"/>
                      </a:lnTo>
                      <a:lnTo>
                        <a:pt x="199" y="314"/>
                      </a:lnTo>
                      <a:lnTo>
                        <a:pt x="199" y="312"/>
                      </a:lnTo>
                      <a:lnTo>
                        <a:pt x="199" y="314"/>
                      </a:lnTo>
                      <a:close/>
                      <a:moveTo>
                        <a:pt x="210" y="312"/>
                      </a:moveTo>
                      <a:lnTo>
                        <a:pt x="212" y="312"/>
                      </a:lnTo>
                      <a:lnTo>
                        <a:pt x="212" y="314"/>
                      </a:lnTo>
                      <a:lnTo>
                        <a:pt x="212" y="316"/>
                      </a:lnTo>
                      <a:lnTo>
                        <a:pt x="210" y="316"/>
                      </a:lnTo>
                      <a:lnTo>
                        <a:pt x="212" y="316"/>
                      </a:lnTo>
                      <a:lnTo>
                        <a:pt x="212" y="318"/>
                      </a:lnTo>
                      <a:lnTo>
                        <a:pt x="210" y="318"/>
                      </a:lnTo>
                      <a:lnTo>
                        <a:pt x="208" y="318"/>
                      </a:lnTo>
                      <a:lnTo>
                        <a:pt x="208" y="316"/>
                      </a:lnTo>
                      <a:lnTo>
                        <a:pt x="208" y="314"/>
                      </a:lnTo>
                      <a:lnTo>
                        <a:pt x="208" y="312"/>
                      </a:lnTo>
                      <a:lnTo>
                        <a:pt x="210" y="312"/>
                      </a:lnTo>
                      <a:close/>
                      <a:moveTo>
                        <a:pt x="221" y="312"/>
                      </a:moveTo>
                      <a:lnTo>
                        <a:pt x="221" y="314"/>
                      </a:lnTo>
                      <a:lnTo>
                        <a:pt x="219" y="314"/>
                      </a:lnTo>
                      <a:lnTo>
                        <a:pt x="219" y="312"/>
                      </a:lnTo>
                      <a:lnTo>
                        <a:pt x="221" y="312"/>
                      </a:lnTo>
                      <a:lnTo>
                        <a:pt x="219" y="312"/>
                      </a:lnTo>
                      <a:lnTo>
                        <a:pt x="221" y="312"/>
                      </a:lnTo>
                      <a:close/>
                      <a:moveTo>
                        <a:pt x="232" y="312"/>
                      </a:moveTo>
                      <a:lnTo>
                        <a:pt x="233" y="312"/>
                      </a:lnTo>
                      <a:lnTo>
                        <a:pt x="233" y="314"/>
                      </a:lnTo>
                      <a:lnTo>
                        <a:pt x="233" y="316"/>
                      </a:lnTo>
                      <a:lnTo>
                        <a:pt x="232" y="316"/>
                      </a:lnTo>
                      <a:lnTo>
                        <a:pt x="232" y="314"/>
                      </a:lnTo>
                      <a:lnTo>
                        <a:pt x="230" y="314"/>
                      </a:lnTo>
                      <a:lnTo>
                        <a:pt x="230" y="312"/>
                      </a:lnTo>
                      <a:lnTo>
                        <a:pt x="232" y="312"/>
                      </a:lnTo>
                      <a:lnTo>
                        <a:pt x="230" y="314"/>
                      </a:lnTo>
                      <a:lnTo>
                        <a:pt x="228" y="314"/>
                      </a:lnTo>
                      <a:lnTo>
                        <a:pt x="228" y="316"/>
                      </a:lnTo>
                      <a:lnTo>
                        <a:pt x="226" y="316"/>
                      </a:lnTo>
                      <a:lnTo>
                        <a:pt x="224" y="316"/>
                      </a:lnTo>
                      <a:lnTo>
                        <a:pt x="224" y="314"/>
                      </a:lnTo>
                      <a:lnTo>
                        <a:pt x="226" y="314"/>
                      </a:lnTo>
                      <a:lnTo>
                        <a:pt x="226" y="312"/>
                      </a:lnTo>
                      <a:lnTo>
                        <a:pt x="228" y="312"/>
                      </a:lnTo>
                      <a:lnTo>
                        <a:pt x="230" y="312"/>
                      </a:lnTo>
                      <a:lnTo>
                        <a:pt x="232" y="312"/>
                      </a:lnTo>
                      <a:close/>
                      <a:moveTo>
                        <a:pt x="228" y="312"/>
                      </a:moveTo>
                      <a:lnTo>
                        <a:pt x="226" y="312"/>
                      </a:lnTo>
                      <a:lnTo>
                        <a:pt x="228" y="312"/>
                      </a:lnTo>
                      <a:close/>
                      <a:moveTo>
                        <a:pt x="208" y="312"/>
                      </a:moveTo>
                      <a:lnTo>
                        <a:pt x="208" y="311"/>
                      </a:lnTo>
                      <a:lnTo>
                        <a:pt x="208" y="312"/>
                      </a:lnTo>
                      <a:close/>
                      <a:moveTo>
                        <a:pt x="226" y="311"/>
                      </a:moveTo>
                      <a:lnTo>
                        <a:pt x="226" y="312"/>
                      </a:lnTo>
                      <a:lnTo>
                        <a:pt x="224" y="312"/>
                      </a:lnTo>
                      <a:lnTo>
                        <a:pt x="224" y="311"/>
                      </a:lnTo>
                      <a:lnTo>
                        <a:pt x="226" y="311"/>
                      </a:lnTo>
                      <a:close/>
                      <a:moveTo>
                        <a:pt x="232" y="311"/>
                      </a:moveTo>
                      <a:lnTo>
                        <a:pt x="233" y="311"/>
                      </a:lnTo>
                      <a:lnTo>
                        <a:pt x="233" y="312"/>
                      </a:lnTo>
                      <a:lnTo>
                        <a:pt x="235" y="312"/>
                      </a:lnTo>
                      <a:lnTo>
                        <a:pt x="235" y="314"/>
                      </a:lnTo>
                      <a:lnTo>
                        <a:pt x="237" y="314"/>
                      </a:lnTo>
                      <a:lnTo>
                        <a:pt x="237" y="316"/>
                      </a:lnTo>
                      <a:lnTo>
                        <a:pt x="235" y="316"/>
                      </a:lnTo>
                      <a:lnTo>
                        <a:pt x="235" y="318"/>
                      </a:lnTo>
                      <a:lnTo>
                        <a:pt x="233" y="318"/>
                      </a:lnTo>
                      <a:lnTo>
                        <a:pt x="233" y="316"/>
                      </a:lnTo>
                      <a:lnTo>
                        <a:pt x="233" y="314"/>
                      </a:lnTo>
                      <a:lnTo>
                        <a:pt x="233" y="312"/>
                      </a:lnTo>
                      <a:lnTo>
                        <a:pt x="232" y="312"/>
                      </a:lnTo>
                      <a:lnTo>
                        <a:pt x="230" y="312"/>
                      </a:lnTo>
                      <a:lnTo>
                        <a:pt x="230" y="311"/>
                      </a:lnTo>
                      <a:lnTo>
                        <a:pt x="232" y="311"/>
                      </a:lnTo>
                      <a:close/>
                      <a:moveTo>
                        <a:pt x="215" y="311"/>
                      </a:moveTo>
                      <a:lnTo>
                        <a:pt x="215" y="312"/>
                      </a:lnTo>
                      <a:lnTo>
                        <a:pt x="215" y="311"/>
                      </a:lnTo>
                      <a:close/>
                      <a:moveTo>
                        <a:pt x="210" y="311"/>
                      </a:moveTo>
                      <a:lnTo>
                        <a:pt x="208" y="311"/>
                      </a:lnTo>
                      <a:lnTo>
                        <a:pt x="210" y="311"/>
                      </a:lnTo>
                      <a:close/>
                      <a:moveTo>
                        <a:pt x="212" y="311"/>
                      </a:moveTo>
                      <a:lnTo>
                        <a:pt x="212" y="312"/>
                      </a:lnTo>
                      <a:lnTo>
                        <a:pt x="212" y="311"/>
                      </a:lnTo>
                      <a:lnTo>
                        <a:pt x="210" y="311"/>
                      </a:lnTo>
                      <a:lnTo>
                        <a:pt x="212" y="312"/>
                      </a:lnTo>
                      <a:lnTo>
                        <a:pt x="210" y="311"/>
                      </a:lnTo>
                      <a:lnTo>
                        <a:pt x="212" y="311"/>
                      </a:lnTo>
                      <a:close/>
                      <a:moveTo>
                        <a:pt x="215" y="311"/>
                      </a:moveTo>
                      <a:lnTo>
                        <a:pt x="213" y="311"/>
                      </a:lnTo>
                      <a:lnTo>
                        <a:pt x="215" y="309"/>
                      </a:lnTo>
                      <a:lnTo>
                        <a:pt x="215" y="311"/>
                      </a:lnTo>
                      <a:close/>
                      <a:moveTo>
                        <a:pt x="206" y="309"/>
                      </a:moveTo>
                      <a:lnTo>
                        <a:pt x="206" y="311"/>
                      </a:lnTo>
                      <a:lnTo>
                        <a:pt x="206" y="309"/>
                      </a:lnTo>
                      <a:close/>
                      <a:moveTo>
                        <a:pt x="228" y="311"/>
                      </a:moveTo>
                      <a:lnTo>
                        <a:pt x="228" y="309"/>
                      </a:lnTo>
                      <a:lnTo>
                        <a:pt x="230" y="309"/>
                      </a:lnTo>
                      <a:lnTo>
                        <a:pt x="230" y="311"/>
                      </a:lnTo>
                      <a:lnTo>
                        <a:pt x="228" y="311"/>
                      </a:lnTo>
                      <a:close/>
                      <a:moveTo>
                        <a:pt x="212" y="309"/>
                      </a:moveTo>
                      <a:lnTo>
                        <a:pt x="212" y="311"/>
                      </a:lnTo>
                      <a:lnTo>
                        <a:pt x="212" y="309"/>
                      </a:lnTo>
                      <a:close/>
                      <a:moveTo>
                        <a:pt x="221" y="311"/>
                      </a:moveTo>
                      <a:lnTo>
                        <a:pt x="221" y="309"/>
                      </a:lnTo>
                      <a:lnTo>
                        <a:pt x="223" y="309"/>
                      </a:lnTo>
                      <a:lnTo>
                        <a:pt x="221" y="309"/>
                      </a:lnTo>
                      <a:lnTo>
                        <a:pt x="223" y="309"/>
                      </a:lnTo>
                      <a:lnTo>
                        <a:pt x="221" y="311"/>
                      </a:lnTo>
                      <a:close/>
                      <a:moveTo>
                        <a:pt x="224" y="311"/>
                      </a:moveTo>
                      <a:lnTo>
                        <a:pt x="223" y="311"/>
                      </a:lnTo>
                      <a:lnTo>
                        <a:pt x="223" y="312"/>
                      </a:lnTo>
                      <a:lnTo>
                        <a:pt x="223" y="311"/>
                      </a:lnTo>
                      <a:lnTo>
                        <a:pt x="221" y="311"/>
                      </a:lnTo>
                      <a:lnTo>
                        <a:pt x="221" y="312"/>
                      </a:lnTo>
                      <a:lnTo>
                        <a:pt x="221" y="311"/>
                      </a:lnTo>
                      <a:lnTo>
                        <a:pt x="223" y="311"/>
                      </a:lnTo>
                      <a:lnTo>
                        <a:pt x="223" y="309"/>
                      </a:lnTo>
                      <a:lnTo>
                        <a:pt x="224" y="311"/>
                      </a:lnTo>
                      <a:close/>
                      <a:moveTo>
                        <a:pt x="224" y="309"/>
                      </a:moveTo>
                      <a:lnTo>
                        <a:pt x="224" y="311"/>
                      </a:lnTo>
                      <a:lnTo>
                        <a:pt x="224" y="309"/>
                      </a:lnTo>
                      <a:close/>
                      <a:moveTo>
                        <a:pt x="228" y="309"/>
                      </a:moveTo>
                      <a:lnTo>
                        <a:pt x="230" y="309"/>
                      </a:lnTo>
                      <a:lnTo>
                        <a:pt x="228" y="309"/>
                      </a:lnTo>
                      <a:close/>
                      <a:moveTo>
                        <a:pt x="226" y="309"/>
                      </a:moveTo>
                      <a:lnTo>
                        <a:pt x="228" y="309"/>
                      </a:lnTo>
                      <a:lnTo>
                        <a:pt x="228" y="311"/>
                      </a:lnTo>
                      <a:lnTo>
                        <a:pt x="230" y="311"/>
                      </a:lnTo>
                      <a:lnTo>
                        <a:pt x="232" y="311"/>
                      </a:lnTo>
                      <a:lnTo>
                        <a:pt x="230" y="311"/>
                      </a:lnTo>
                      <a:lnTo>
                        <a:pt x="230" y="312"/>
                      </a:lnTo>
                      <a:lnTo>
                        <a:pt x="228" y="312"/>
                      </a:lnTo>
                      <a:lnTo>
                        <a:pt x="226" y="311"/>
                      </a:lnTo>
                      <a:lnTo>
                        <a:pt x="228" y="311"/>
                      </a:lnTo>
                      <a:lnTo>
                        <a:pt x="230" y="311"/>
                      </a:lnTo>
                      <a:lnTo>
                        <a:pt x="228" y="311"/>
                      </a:lnTo>
                      <a:lnTo>
                        <a:pt x="226" y="311"/>
                      </a:lnTo>
                      <a:lnTo>
                        <a:pt x="224" y="311"/>
                      </a:lnTo>
                      <a:lnTo>
                        <a:pt x="226" y="311"/>
                      </a:lnTo>
                      <a:lnTo>
                        <a:pt x="226" y="309"/>
                      </a:lnTo>
                      <a:lnTo>
                        <a:pt x="228" y="309"/>
                      </a:lnTo>
                      <a:lnTo>
                        <a:pt x="226" y="309"/>
                      </a:lnTo>
                      <a:close/>
                      <a:moveTo>
                        <a:pt x="228" y="309"/>
                      </a:moveTo>
                      <a:lnTo>
                        <a:pt x="226" y="309"/>
                      </a:lnTo>
                      <a:lnTo>
                        <a:pt x="228" y="309"/>
                      </a:lnTo>
                      <a:close/>
                      <a:moveTo>
                        <a:pt x="230" y="307"/>
                      </a:moveTo>
                      <a:lnTo>
                        <a:pt x="230" y="309"/>
                      </a:lnTo>
                      <a:lnTo>
                        <a:pt x="228" y="309"/>
                      </a:lnTo>
                      <a:lnTo>
                        <a:pt x="228" y="307"/>
                      </a:lnTo>
                      <a:lnTo>
                        <a:pt x="230" y="307"/>
                      </a:lnTo>
                      <a:close/>
                      <a:moveTo>
                        <a:pt x="212" y="309"/>
                      </a:moveTo>
                      <a:lnTo>
                        <a:pt x="210" y="309"/>
                      </a:lnTo>
                      <a:lnTo>
                        <a:pt x="212" y="309"/>
                      </a:lnTo>
                      <a:lnTo>
                        <a:pt x="212" y="307"/>
                      </a:lnTo>
                      <a:lnTo>
                        <a:pt x="212" y="309"/>
                      </a:lnTo>
                      <a:close/>
                      <a:moveTo>
                        <a:pt x="210" y="307"/>
                      </a:moveTo>
                      <a:lnTo>
                        <a:pt x="210" y="309"/>
                      </a:lnTo>
                      <a:lnTo>
                        <a:pt x="210" y="307"/>
                      </a:lnTo>
                      <a:lnTo>
                        <a:pt x="210" y="309"/>
                      </a:lnTo>
                      <a:lnTo>
                        <a:pt x="210" y="311"/>
                      </a:lnTo>
                      <a:lnTo>
                        <a:pt x="208" y="311"/>
                      </a:lnTo>
                      <a:lnTo>
                        <a:pt x="208" y="312"/>
                      </a:lnTo>
                      <a:lnTo>
                        <a:pt x="206" y="312"/>
                      </a:lnTo>
                      <a:lnTo>
                        <a:pt x="206" y="314"/>
                      </a:lnTo>
                      <a:lnTo>
                        <a:pt x="206" y="312"/>
                      </a:lnTo>
                      <a:lnTo>
                        <a:pt x="204" y="312"/>
                      </a:lnTo>
                      <a:lnTo>
                        <a:pt x="204" y="311"/>
                      </a:lnTo>
                      <a:lnTo>
                        <a:pt x="204" y="309"/>
                      </a:lnTo>
                      <a:lnTo>
                        <a:pt x="206" y="309"/>
                      </a:lnTo>
                      <a:lnTo>
                        <a:pt x="204" y="311"/>
                      </a:lnTo>
                      <a:lnTo>
                        <a:pt x="206" y="309"/>
                      </a:lnTo>
                      <a:lnTo>
                        <a:pt x="208" y="309"/>
                      </a:lnTo>
                      <a:lnTo>
                        <a:pt x="206" y="309"/>
                      </a:lnTo>
                      <a:lnTo>
                        <a:pt x="206" y="311"/>
                      </a:lnTo>
                      <a:lnTo>
                        <a:pt x="208" y="311"/>
                      </a:lnTo>
                      <a:lnTo>
                        <a:pt x="206" y="311"/>
                      </a:lnTo>
                      <a:lnTo>
                        <a:pt x="208" y="311"/>
                      </a:lnTo>
                      <a:lnTo>
                        <a:pt x="208" y="309"/>
                      </a:lnTo>
                      <a:lnTo>
                        <a:pt x="210" y="309"/>
                      </a:lnTo>
                      <a:lnTo>
                        <a:pt x="210" y="307"/>
                      </a:lnTo>
                      <a:close/>
                      <a:moveTo>
                        <a:pt x="223" y="309"/>
                      </a:moveTo>
                      <a:lnTo>
                        <a:pt x="223" y="307"/>
                      </a:lnTo>
                      <a:lnTo>
                        <a:pt x="223" y="309"/>
                      </a:lnTo>
                      <a:close/>
                      <a:moveTo>
                        <a:pt x="208" y="307"/>
                      </a:moveTo>
                      <a:lnTo>
                        <a:pt x="206" y="307"/>
                      </a:lnTo>
                      <a:lnTo>
                        <a:pt x="206" y="309"/>
                      </a:lnTo>
                      <a:lnTo>
                        <a:pt x="206" y="307"/>
                      </a:lnTo>
                      <a:lnTo>
                        <a:pt x="208" y="307"/>
                      </a:lnTo>
                      <a:close/>
                      <a:moveTo>
                        <a:pt x="224" y="309"/>
                      </a:moveTo>
                      <a:lnTo>
                        <a:pt x="224" y="307"/>
                      </a:lnTo>
                      <a:lnTo>
                        <a:pt x="224" y="309"/>
                      </a:lnTo>
                      <a:close/>
                      <a:moveTo>
                        <a:pt x="226" y="307"/>
                      </a:moveTo>
                      <a:lnTo>
                        <a:pt x="228" y="307"/>
                      </a:lnTo>
                      <a:lnTo>
                        <a:pt x="226" y="307"/>
                      </a:lnTo>
                      <a:close/>
                      <a:moveTo>
                        <a:pt x="201" y="307"/>
                      </a:moveTo>
                      <a:lnTo>
                        <a:pt x="201" y="309"/>
                      </a:lnTo>
                      <a:lnTo>
                        <a:pt x="199" y="307"/>
                      </a:lnTo>
                      <a:lnTo>
                        <a:pt x="201" y="307"/>
                      </a:lnTo>
                      <a:close/>
                      <a:moveTo>
                        <a:pt x="212" y="305"/>
                      </a:moveTo>
                      <a:lnTo>
                        <a:pt x="212" y="307"/>
                      </a:lnTo>
                      <a:lnTo>
                        <a:pt x="212" y="305"/>
                      </a:lnTo>
                      <a:close/>
                      <a:moveTo>
                        <a:pt x="230" y="305"/>
                      </a:moveTo>
                      <a:lnTo>
                        <a:pt x="232" y="305"/>
                      </a:lnTo>
                      <a:lnTo>
                        <a:pt x="233" y="307"/>
                      </a:lnTo>
                      <a:lnTo>
                        <a:pt x="233" y="309"/>
                      </a:lnTo>
                      <a:lnTo>
                        <a:pt x="233" y="311"/>
                      </a:lnTo>
                      <a:lnTo>
                        <a:pt x="235" y="311"/>
                      </a:lnTo>
                      <a:lnTo>
                        <a:pt x="235" y="312"/>
                      </a:lnTo>
                      <a:lnTo>
                        <a:pt x="233" y="312"/>
                      </a:lnTo>
                      <a:lnTo>
                        <a:pt x="233" y="311"/>
                      </a:lnTo>
                      <a:lnTo>
                        <a:pt x="232" y="311"/>
                      </a:lnTo>
                      <a:lnTo>
                        <a:pt x="230" y="311"/>
                      </a:lnTo>
                      <a:lnTo>
                        <a:pt x="230" y="309"/>
                      </a:lnTo>
                      <a:lnTo>
                        <a:pt x="230" y="307"/>
                      </a:lnTo>
                      <a:lnTo>
                        <a:pt x="230" y="309"/>
                      </a:lnTo>
                      <a:lnTo>
                        <a:pt x="230" y="307"/>
                      </a:lnTo>
                      <a:lnTo>
                        <a:pt x="228" y="307"/>
                      </a:lnTo>
                      <a:lnTo>
                        <a:pt x="228" y="309"/>
                      </a:lnTo>
                      <a:lnTo>
                        <a:pt x="228" y="307"/>
                      </a:lnTo>
                      <a:lnTo>
                        <a:pt x="228" y="305"/>
                      </a:lnTo>
                      <a:lnTo>
                        <a:pt x="230" y="305"/>
                      </a:lnTo>
                      <a:close/>
                      <a:moveTo>
                        <a:pt x="232" y="305"/>
                      </a:moveTo>
                      <a:lnTo>
                        <a:pt x="233" y="305"/>
                      </a:lnTo>
                      <a:lnTo>
                        <a:pt x="232" y="305"/>
                      </a:lnTo>
                      <a:lnTo>
                        <a:pt x="233" y="305"/>
                      </a:lnTo>
                      <a:lnTo>
                        <a:pt x="232" y="305"/>
                      </a:lnTo>
                      <a:close/>
                      <a:moveTo>
                        <a:pt x="224" y="309"/>
                      </a:moveTo>
                      <a:lnTo>
                        <a:pt x="223" y="309"/>
                      </a:lnTo>
                      <a:lnTo>
                        <a:pt x="223" y="307"/>
                      </a:lnTo>
                      <a:lnTo>
                        <a:pt x="223" y="305"/>
                      </a:lnTo>
                      <a:lnTo>
                        <a:pt x="224" y="305"/>
                      </a:lnTo>
                      <a:lnTo>
                        <a:pt x="224" y="307"/>
                      </a:lnTo>
                      <a:lnTo>
                        <a:pt x="224" y="309"/>
                      </a:lnTo>
                      <a:close/>
                      <a:moveTo>
                        <a:pt x="217" y="303"/>
                      </a:moveTo>
                      <a:lnTo>
                        <a:pt x="215" y="303"/>
                      </a:lnTo>
                      <a:lnTo>
                        <a:pt x="217" y="303"/>
                      </a:lnTo>
                      <a:close/>
                      <a:moveTo>
                        <a:pt x="215" y="303"/>
                      </a:moveTo>
                      <a:lnTo>
                        <a:pt x="217" y="303"/>
                      </a:lnTo>
                      <a:lnTo>
                        <a:pt x="217" y="305"/>
                      </a:lnTo>
                      <a:lnTo>
                        <a:pt x="215" y="305"/>
                      </a:lnTo>
                      <a:lnTo>
                        <a:pt x="213" y="305"/>
                      </a:lnTo>
                      <a:lnTo>
                        <a:pt x="213" y="303"/>
                      </a:lnTo>
                      <a:lnTo>
                        <a:pt x="215" y="303"/>
                      </a:lnTo>
                      <a:close/>
                      <a:moveTo>
                        <a:pt x="201" y="301"/>
                      </a:moveTo>
                      <a:lnTo>
                        <a:pt x="201" y="303"/>
                      </a:lnTo>
                      <a:lnTo>
                        <a:pt x="202" y="303"/>
                      </a:lnTo>
                      <a:lnTo>
                        <a:pt x="201" y="303"/>
                      </a:lnTo>
                      <a:lnTo>
                        <a:pt x="199" y="303"/>
                      </a:lnTo>
                      <a:lnTo>
                        <a:pt x="201" y="303"/>
                      </a:lnTo>
                      <a:lnTo>
                        <a:pt x="201" y="301"/>
                      </a:lnTo>
                      <a:lnTo>
                        <a:pt x="201" y="303"/>
                      </a:lnTo>
                      <a:lnTo>
                        <a:pt x="201" y="301"/>
                      </a:lnTo>
                      <a:close/>
                      <a:moveTo>
                        <a:pt x="202" y="301"/>
                      </a:moveTo>
                      <a:lnTo>
                        <a:pt x="201" y="301"/>
                      </a:lnTo>
                      <a:lnTo>
                        <a:pt x="202" y="301"/>
                      </a:lnTo>
                      <a:close/>
                      <a:moveTo>
                        <a:pt x="217" y="300"/>
                      </a:moveTo>
                      <a:lnTo>
                        <a:pt x="219" y="300"/>
                      </a:lnTo>
                      <a:lnTo>
                        <a:pt x="221" y="300"/>
                      </a:lnTo>
                      <a:lnTo>
                        <a:pt x="221" y="301"/>
                      </a:lnTo>
                      <a:lnTo>
                        <a:pt x="221" y="303"/>
                      </a:lnTo>
                      <a:lnTo>
                        <a:pt x="221" y="305"/>
                      </a:lnTo>
                      <a:lnTo>
                        <a:pt x="223" y="305"/>
                      </a:lnTo>
                      <a:lnTo>
                        <a:pt x="221" y="305"/>
                      </a:lnTo>
                      <a:lnTo>
                        <a:pt x="221" y="303"/>
                      </a:lnTo>
                      <a:lnTo>
                        <a:pt x="223" y="303"/>
                      </a:lnTo>
                      <a:lnTo>
                        <a:pt x="223" y="301"/>
                      </a:lnTo>
                      <a:lnTo>
                        <a:pt x="221" y="301"/>
                      </a:lnTo>
                      <a:lnTo>
                        <a:pt x="223" y="301"/>
                      </a:lnTo>
                      <a:lnTo>
                        <a:pt x="223" y="303"/>
                      </a:lnTo>
                      <a:lnTo>
                        <a:pt x="223" y="305"/>
                      </a:lnTo>
                      <a:lnTo>
                        <a:pt x="223" y="303"/>
                      </a:lnTo>
                      <a:lnTo>
                        <a:pt x="223" y="305"/>
                      </a:lnTo>
                      <a:lnTo>
                        <a:pt x="223" y="307"/>
                      </a:lnTo>
                      <a:lnTo>
                        <a:pt x="221" y="307"/>
                      </a:lnTo>
                      <a:lnTo>
                        <a:pt x="221" y="309"/>
                      </a:lnTo>
                      <a:lnTo>
                        <a:pt x="221" y="311"/>
                      </a:lnTo>
                      <a:lnTo>
                        <a:pt x="219" y="311"/>
                      </a:lnTo>
                      <a:lnTo>
                        <a:pt x="219" y="312"/>
                      </a:lnTo>
                      <a:lnTo>
                        <a:pt x="217" y="312"/>
                      </a:lnTo>
                      <a:lnTo>
                        <a:pt x="217" y="311"/>
                      </a:lnTo>
                      <a:lnTo>
                        <a:pt x="217" y="309"/>
                      </a:lnTo>
                      <a:lnTo>
                        <a:pt x="217" y="307"/>
                      </a:lnTo>
                      <a:lnTo>
                        <a:pt x="217" y="305"/>
                      </a:lnTo>
                      <a:lnTo>
                        <a:pt x="219" y="303"/>
                      </a:lnTo>
                      <a:lnTo>
                        <a:pt x="217" y="305"/>
                      </a:lnTo>
                      <a:lnTo>
                        <a:pt x="217" y="303"/>
                      </a:lnTo>
                      <a:lnTo>
                        <a:pt x="217" y="301"/>
                      </a:lnTo>
                      <a:lnTo>
                        <a:pt x="217" y="300"/>
                      </a:lnTo>
                      <a:lnTo>
                        <a:pt x="217" y="298"/>
                      </a:lnTo>
                      <a:lnTo>
                        <a:pt x="217" y="300"/>
                      </a:lnTo>
                      <a:close/>
                      <a:moveTo>
                        <a:pt x="228" y="296"/>
                      </a:moveTo>
                      <a:lnTo>
                        <a:pt x="230" y="296"/>
                      </a:lnTo>
                      <a:lnTo>
                        <a:pt x="230" y="298"/>
                      </a:lnTo>
                      <a:lnTo>
                        <a:pt x="228" y="298"/>
                      </a:lnTo>
                      <a:lnTo>
                        <a:pt x="228" y="296"/>
                      </a:lnTo>
                      <a:lnTo>
                        <a:pt x="228" y="298"/>
                      </a:lnTo>
                      <a:lnTo>
                        <a:pt x="228" y="296"/>
                      </a:lnTo>
                      <a:close/>
                      <a:moveTo>
                        <a:pt x="219" y="298"/>
                      </a:moveTo>
                      <a:lnTo>
                        <a:pt x="219" y="296"/>
                      </a:lnTo>
                      <a:lnTo>
                        <a:pt x="217" y="296"/>
                      </a:lnTo>
                      <a:lnTo>
                        <a:pt x="219" y="296"/>
                      </a:lnTo>
                      <a:lnTo>
                        <a:pt x="219" y="298"/>
                      </a:lnTo>
                      <a:close/>
                      <a:moveTo>
                        <a:pt x="230" y="296"/>
                      </a:moveTo>
                      <a:lnTo>
                        <a:pt x="228" y="296"/>
                      </a:lnTo>
                      <a:lnTo>
                        <a:pt x="228" y="294"/>
                      </a:lnTo>
                      <a:lnTo>
                        <a:pt x="228" y="296"/>
                      </a:lnTo>
                      <a:lnTo>
                        <a:pt x="230" y="296"/>
                      </a:lnTo>
                      <a:close/>
                      <a:moveTo>
                        <a:pt x="230" y="296"/>
                      </a:moveTo>
                      <a:lnTo>
                        <a:pt x="230" y="294"/>
                      </a:lnTo>
                      <a:lnTo>
                        <a:pt x="232" y="294"/>
                      </a:lnTo>
                      <a:lnTo>
                        <a:pt x="232" y="296"/>
                      </a:lnTo>
                      <a:lnTo>
                        <a:pt x="230" y="296"/>
                      </a:lnTo>
                      <a:close/>
                      <a:moveTo>
                        <a:pt x="201" y="294"/>
                      </a:moveTo>
                      <a:lnTo>
                        <a:pt x="202" y="294"/>
                      </a:lnTo>
                      <a:lnTo>
                        <a:pt x="202" y="296"/>
                      </a:lnTo>
                      <a:lnTo>
                        <a:pt x="201" y="296"/>
                      </a:lnTo>
                      <a:lnTo>
                        <a:pt x="201" y="294"/>
                      </a:lnTo>
                      <a:close/>
                      <a:moveTo>
                        <a:pt x="217" y="292"/>
                      </a:moveTo>
                      <a:lnTo>
                        <a:pt x="217" y="290"/>
                      </a:lnTo>
                      <a:lnTo>
                        <a:pt x="217" y="292"/>
                      </a:lnTo>
                      <a:close/>
                      <a:moveTo>
                        <a:pt x="213" y="290"/>
                      </a:moveTo>
                      <a:lnTo>
                        <a:pt x="212" y="290"/>
                      </a:lnTo>
                      <a:lnTo>
                        <a:pt x="213" y="290"/>
                      </a:lnTo>
                      <a:lnTo>
                        <a:pt x="212" y="290"/>
                      </a:lnTo>
                      <a:lnTo>
                        <a:pt x="213" y="289"/>
                      </a:lnTo>
                      <a:lnTo>
                        <a:pt x="213" y="290"/>
                      </a:lnTo>
                      <a:close/>
                      <a:moveTo>
                        <a:pt x="224" y="283"/>
                      </a:moveTo>
                      <a:lnTo>
                        <a:pt x="224" y="281"/>
                      </a:lnTo>
                      <a:lnTo>
                        <a:pt x="226" y="281"/>
                      </a:lnTo>
                      <a:lnTo>
                        <a:pt x="224" y="281"/>
                      </a:lnTo>
                      <a:lnTo>
                        <a:pt x="224" y="283"/>
                      </a:lnTo>
                      <a:close/>
                      <a:moveTo>
                        <a:pt x="226" y="281"/>
                      </a:moveTo>
                      <a:lnTo>
                        <a:pt x="224" y="281"/>
                      </a:lnTo>
                      <a:lnTo>
                        <a:pt x="226" y="280"/>
                      </a:lnTo>
                      <a:lnTo>
                        <a:pt x="226" y="281"/>
                      </a:lnTo>
                      <a:close/>
                      <a:moveTo>
                        <a:pt x="215" y="280"/>
                      </a:moveTo>
                      <a:lnTo>
                        <a:pt x="215" y="281"/>
                      </a:lnTo>
                      <a:lnTo>
                        <a:pt x="215" y="283"/>
                      </a:lnTo>
                      <a:lnTo>
                        <a:pt x="217" y="283"/>
                      </a:lnTo>
                      <a:lnTo>
                        <a:pt x="217" y="285"/>
                      </a:lnTo>
                      <a:lnTo>
                        <a:pt x="217" y="283"/>
                      </a:lnTo>
                      <a:lnTo>
                        <a:pt x="217" y="285"/>
                      </a:lnTo>
                      <a:lnTo>
                        <a:pt x="219" y="285"/>
                      </a:lnTo>
                      <a:lnTo>
                        <a:pt x="217" y="285"/>
                      </a:lnTo>
                      <a:lnTo>
                        <a:pt x="217" y="287"/>
                      </a:lnTo>
                      <a:lnTo>
                        <a:pt x="217" y="289"/>
                      </a:lnTo>
                      <a:lnTo>
                        <a:pt x="217" y="290"/>
                      </a:lnTo>
                      <a:lnTo>
                        <a:pt x="217" y="289"/>
                      </a:lnTo>
                      <a:lnTo>
                        <a:pt x="217" y="287"/>
                      </a:lnTo>
                      <a:lnTo>
                        <a:pt x="215" y="287"/>
                      </a:lnTo>
                      <a:lnTo>
                        <a:pt x="215" y="285"/>
                      </a:lnTo>
                      <a:lnTo>
                        <a:pt x="215" y="283"/>
                      </a:lnTo>
                      <a:lnTo>
                        <a:pt x="215" y="281"/>
                      </a:lnTo>
                      <a:lnTo>
                        <a:pt x="215" y="280"/>
                      </a:lnTo>
                      <a:close/>
                      <a:moveTo>
                        <a:pt x="224" y="281"/>
                      </a:moveTo>
                      <a:lnTo>
                        <a:pt x="224" y="280"/>
                      </a:lnTo>
                      <a:lnTo>
                        <a:pt x="224" y="281"/>
                      </a:lnTo>
                      <a:close/>
                      <a:moveTo>
                        <a:pt x="213" y="267"/>
                      </a:moveTo>
                      <a:lnTo>
                        <a:pt x="213" y="265"/>
                      </a:lnTo>
                      <a:lnTo>
                        <a:pt x="213" y="267"/>
                      </a:lnTo>
                      <a:close/>
                      <a:moveTo>
                        <a:pt x="213" y="265"/>
                      </a:moveTo>
                      <a:lnTo>
                        <a:pt x="212" y="265"/>
                      </a:lnTo>
                      <a:lnTo>
                        <a:pt x="213" y="265"/>
                      </a:lnTo>
                      <a:close/>
                      <a:moveTo>
                        <a:pt x="208" y="259"/>
                      </a:moveTo>
                      <a:lnTo>
                        <a:pt x="208" y="258"/>
                      </a:lnTo>
                      <a:lnTo>
                        <a:pt x="208" y="259"/>
                      </a:lnTo>
                      <a:close/>
                      <a:moveTo>
                        <a:pt x="213" y="259"/>
                      </a:moveTo>
                      <a:lnTo>
                        <a:pt x="213" y="258"/>
                      </a:lnTo>
                      <a:lnTo>
                        <a:pt x="215" y="259"/>
                      </a:lnTo>
                      <a:lnTo>
                        <a:pt x="213" y="259"/>
                      </a:lnTo>
                      <a:close/>
                      <a:moveTo>
                        <a:pt x="213" y="261"/>
                      </a:moveTo>
                      <a:lnTo>
                        <a:pt x="213" y="259"/>
                      </a:lnTo>
                      <a:lnTo>
                        <a:pt x="213" y="258"/>
                      </a:lnTo>
                      <a:lnTo>
                        <a:pt x="213" y="256"/>
                      </a:lnTo>
                      <a:lnTo>
                        <a:pt x="213" y="258"/>
                      </a:lnTo>
                      <a:lnTo>
                        <a:pt x="213" y="259"/>
                      </a:lnTo>
                      <a:lnTo>
                        <a:pt x="213" y="261"/>
                      </a:lnTo>
                      <a:close/>
                      <a:moveTo>
                        <a:pt x="202" y="256"/>
                      </a:moveTo>
                      <a:lnTo>
                        <a:pt x="204" y="256"/>
                      </a:lnTo>
                      <a:lnTo>
                        <a:pt x="204" y="258"/>
                      </a:lnTo>
                      <a:lnTo>
                        <a:pt x="202" y="258"/>
                      </a:lnTo>
                      <a:lnTo>
                        <a:pt x="204" y="258"/>
                      </a:lnTo>
                      <a:lnTo>
                        <a:pt x="202" y="258"/>
                      </a:lnTo>
                      <a:lnTo>
                        <a:pt x="204" y="258"/>
                      </a:lnTo>
                      <a:lnTo>
                        <a:pt x="202" y="258"/>
                      </a:lnTo>
                      <a:lnTo>
                        <a:pt x="204" y="258"/>
                      </a:lnTo>
                      <a:lnTo>
                        <a:pt x="202" y="258"/>
                      </a:lnTo>
                      <a:lnTo>
                        <a:pt x="202" y="259"/>
                      </a:lnTo>
                      <a:lnTo>
                        <a:pt x="202" y="258"/>
                      </a:lnTo>
                      <a:lnTo>
                        <a:pt x="202" y="256"/>
                      </a:lnTo>
                      <a:close/>
                      <a:moveTo>
                        <a:pt x="215" y="256"/>
                      </a:moveTo>
                      <a:lnTo>
                        <a:pt x="213" y="254"/>
                      </a:lnTo>
                      <a:lnTo>
                        <a:pt x="215" y="254"/>
                      </a:lnTo>
                      <a:lnTo>
                        <a:pt x="215" y="256"/>
                      </a:lnTo>
                      <a:close/>
                      <a:moveTo>
                        <a:pt x="202" y="256"/>
                      </a:moveTo>
                      <a:lnTo>
                        <a:pt x="202" y="254"/>
                      </a:lnTo>
                      <a:lnTo>
                        <a:pt x="202" y="256"/>
                      </a:lnTo>
                      <a:close/>
                      <a:moveTo>
                        <a:pt x="213" y="254"/>
                      </a:moveTo>
                      <a:lnTo>
                        <a:pt x="213" y="252"/>
                      </a:lnTo>
                      <a:lnTo>
                        <a:pt x="213" y="254"/>
                      </a:lnTo>
                      <a:close/>
                      <a:moveTo>
                        <a:pt x="213" y="250"/>
                      </a:moveTo>
                      <a:lnTo>
                        <a:pt x="212" y="250"/>
                      </a:lnTo>
                      <a:lnTo>
                        <a:pt x="213" y="250"/>
                      </a:lnTo>
                      <a:close/>
                      <a:moveTo>
                        <a:pt x="199" y="247"/>
                      </a:moveTo>
                      <a:lnTo>
                        <a:pt x="199" y="248"/>
                      </a:lnTo>
                      <a:lnTo>
                        <a:pt x="199" y="247"/>
                      </a:lnTo>
                      <a:close/>
                      <a:moveTo>
                        <a:pt x="199" y="245"/>
                      </a:moveTo>
                      <a:lnTo>
                        <a:pt x="199" y="247"/>
                      </a:lnTo>
                      <a:lnTo>
                        <a:pt x="199" y="245"/>
                      </a:lnTo>
                      <a:lnTo>
                        <a:pt x="201" y="245"/>
                      </a:lnTo>
                      <a:lnTo>
                        <a:pt x="199" y="245"/>
                      </a:lnTo>
                      <a:close/>
                      <a:moveTo>
                        <a:pt x="199" y="243"/>
                      </a:moveTo>
                      <a:lnTo>
                        <a:pt x="199" y="241"/>
                      </a:lnTo>
                      <a:lnTo>
                        <a:pt x="199" y="243"/>
                      </a:lnTo>
                      <a:close/>
                      <a:moveTo>
                        <a:pt x="199" y="237"/>
                      </a:moveTo>
                      <a:lnTo>
                        <a:pt x="197" y="237"/>
                      </a:lnTo>
                      <a:lnTo>
                        <a:pt x="199" y="237"/>
                      </a:lnTo>
                      <a:lnTo>
                        <a:pt x="199" y="236"/>
                      </a:lnTo>
                      <a:lnTo>
                        <a:pt x="199" y="237"/>
                      </a:lnTo>
                      <a:close/>
                      <a:moveTo>
                        <a:pt x="199" y="236"/>
                      </a:moveTo>
                      <a:lnTo>
                        <a:pt x="197" y="236"/>
                      </a:lnTo>
                      <a:lnTo>
                        <a:pt x="199" y="236"/>
                      </a:lnTo>
                      <a:close/>
                      <a:moveTo>
                        <a:pt x="204" y="223"/>
                      </a:moveTo>
                      <a:lnTo>
                        <a:pt x="204" y="225"/>
                      </a:lnTo>
                      <a:lnTo>
                        <a:pt x="202" y="225"/>
                      </a:lnTo>
                      <a:lnTo>
                        <a:pt x="202" y="223"/>
                      </a:lnTo>
                      <a:lnTo>
                        <a:pt x="204" y="223"/>
                      </a:lnTo>
                      <a:close/>
                      <a:moveTo>
                        <a:pt x="204" y="223"/>
                      </a:moveTo>
                      <a:lnTo>
                        <a:pt x="202" y="221"/>
                      </a:lnTo>
                      <a:lnTo>
                        <a:pt x="204" y="221"/>
                      </a:lnTo>
                      <a:lnTo>
                        <a:pt x="204" y="223"/>
                      </a:lnTo>
                      <a:close/>
                      <a:moveTo>
                        <a:pt x="202" y="221"/>
                      </a:moveTo>
                      <a:lnTo>
                        <a:pt x="202" y="223"/>
                      </a:lnTo>
                      <a:lnTo>
                        <a:pt x="202" y="221"/>
                      </a:lnTo>
                      <a:close/>
                      <a:moveTo>
                        <a:pt x="51" y="219"/>
                      </a:moveTo>
                      <a:lnTo>
                        <a:pt x="49" y="219"/>
                      </a:lnTo>
                      <a:lnTo>
                        <a:pt x="49" y="221"/>
                      </a:lnTo>
                      <a:lnTo>
                        <a:pt x="49" y="219"/>
                      </a:lnTo>
                      <a:lnTo>
                        <a:pt x="51" y="219"/>
                      </a:lnTo>
                      <a:close/>
                      <a:moveTo>
                        <a:pt x="197" y="214"/>
                      </a:moveTo>
                      <a:lnTo>
                        <a:pt x="197" y="212"/>
                      </a:lnTo>
                      <a:lnTo>
                        <a:pt x="197" y="214"/>
                      </a:lnTo>
                      <a:close/>
                      <a:moveTo>
                        <a:pt x="199" y="208"/>
                      </a:moveTo>
                      <a:lnTo>
                        <a:pt x="201" y="208"/>
                      </a:lnTo>
                      <a:lnTo>
                        <a:pt x="199" y="208"/>
                      </a:lnTo>
                      <a:close/>
                      <a:moveTo>
                        <a:pt x="193" y="197"/>
                      </a:moveTo>
                      <a:lnTo>
                        <a:pt x="193" y="195"/>
                      </a:lnTo>
                      <a:lnTo>
                        <a:pt x="193" y="197"/>
                      </a:lnTo>
                      <a:close/>
                      <a:moveTo>
                        <a:pt x="109" y="192"/>
                      </a:moveTo>
                      <a:lnTo>
                        <a:pt x="108" y="192"/>
                      </a:lnTo>
                      <a:lnTo>
                        <a:pt x="109" y="192"/>
                      </a:lnTo>
                      <a:close/>
                      <a:moveTo>
                        <a:pt x="108" y="192"/>
                      </a:moveTo>
                      <a:lnTo>
                        <a:pt x="106" y="192"/>
                      </a:lnTo>
                      <a:lnTo>
                        <a:pt x="108" y="192"/>
                      </a:lnTo>
                      <a:close/>
                      <a:moveTo>
                        <a:pt x="100" y="190"/>
                      </a:moveTo>
                      <a:lnTo>
                        <a:pt x="100" y="188"/>
                      </a:lnTo>
                      <a:lnTo>
                        <a:pt x="100" y="190"/>
                      </a:lnTo>
                      <a:close/>
                      <a:moveTo>
                        <a:pt x="98" y="186"/>
                      </a:moveTo>
                      <a:lnTo>
                        <a:pt x="100" y="186"/>
                      </a:lnTo>
                      <a:lnTo>
                        <a:pt x="100" y="188"/>
                      </a:lnTo>
                      <a:lnTo>
                        <a:pt x="98" y="188"/>
                      </a:lnTo>
                      <a:lnTo>
                        <a:pt x="98" y="186"/>
                      </a:lnTo>
                      <a:lnTo>
                        <a:pt x="98" y="184"/>
                      </a:lnTo>
                      <a:lnTo>
                        <a:pt x="98" y="186"/>
                      </a:lnTo>
                      <a:close/>
                      <a:moveTo>
                        <a:pt x="95" y="186"/>
                      </a:moveTo>
                      <a:lnTo>
                        <a:pt x="95" y="184"/>
                      </a:lnTo>
                      <a:lnTo>
                        <a:pt x="95" y="186"/>
                      </a:lnTo>
                      <a:close/>
                      <a:moveTo>
                        <a:pt x="100" y="184"/>
                      </a:moveTo>
                      <a:lnTo>
                        <a:pt x="100" y="186"/>
                      </a:lnTo>
                      <a:lnTo>
                        <a:pt x="100" y="184"/>
                      </a:lnTo>
                      <a:lnTo>
                        <a:pt x="98" y="184"/>
                      </a:lnTo>
                      <a:lnTo>
                        <a:pt x="100" y="184"/>
                      </a:lnTo>
                      <a:close/>
                      <a:moveTo>
                        <a:pt x="98" y="184"/>
                      </a:moveTo>
                      <a:lnTo>
                        <a:pt x="100" y="184"/>
                      </a:lnTo>
                      <a:lnTo>
                        <a:pt x="98" y="186"/>
                      </a:lnTo>
                      <a:lnTo>
                        <a:pt x="98" y="184"/>
                      </a:lnTo>
                      <a:lnTo>
                        <a:pt x="97" y="184"/>
                      </a:lnTo>
                      <a:lnTo>
                        <a:pt x="98" y="184"/>
                      </a:lnTo>
                      <a:lnTo>
                        <a:pt x="97" y="184"/>
                      </a:lnTo>
                      <a:lnTo>
                        <a:pt x="98" y="184"/>
                      </a:lnTo>
                      <a:close/>
                      <a:moveTo>
                        <a:pt x="93" y="184"/>
                      </a:moveTo>
                      <a:lnTo>
                        <a:pt x="93" y="183"/>
                      </a:lnTo>
                      <a:lnTo>
                        <a:pt x="93" y="184"/>
                      </a:lnTo>
                      <a:close/>
                      <a:moveTo>
                        <a:pt x="100" y="183"/>
                      </a:moveTo>
                      <a:lnTo>
                        <a:pt x="100" y="184"/>
                      </a:lnTo>
                      <a:lnTo>
                        <a:pt x="100" y="186"/>
                      </a:lnTo>
                      <a:lnTo>
                        <a:pt x="100" y="184"/>
                      </a:lnTo>
                      <a:lnTo>
                        <a:pt x="100" y="183"/>
                      </a:lnTo>
                      <a:close/>
                      <a:moveTo>
                        <a:pt x="100" y="183"/>
                      </a:moveTo>
                      <a:lnTo>
                        <a:pt x="100" y="184"/>
                      </a:lnTo>
                      <a:lnTo>
                        <a:pt x="100" y="183"/>
                      </a:lnTo>
                      <a:lnTo>
                        <a:pt x="100" y="184"/>
                      </a:lnTo>
                      <a:lnTo>
                        <a:pt x="98" y="184"/>
                      </a:lnTo>
                      <a:lnTo>
                        <a:pt x="98" y="183"/>
                      </a:lnTo>
                      <a:lnTo>
                        <a:pt x="100" y="183"/>
                      </a:lnTo>
                      <a:lnTo>
                        <a:pt x="98" y="183"/>
                      </a:lnTo>
                      <a:lnTo>
                        <a:pt x="100" y="183"/>
                      </a:lnTo>
                      <a:close/>
                      <a:moveTo>
                        <a:pt x="93" y="184"/>
                      </a:moveTo>
                      <a:lnTo>
                        <a:pt x="93" y="186"/>
                      </a:lnTo>
                      <a:lnTo>
                        <a:pt x="91" y="186"/>
                      </a:lnTo>
                      <a:lnTo>
                        <a:pt x="91" y="184"/>
                      </a:lnTo>
                      <a:lnTo>
                        <a:pt x="91" y="186"/>
                      </a:lnTo>
                      <a:lnTo>
                        <a:pt x="93" y="186"/>
                      </a:lnTo>
                      <a:lnTo>
                        <a:pt x="91" y="186"/>
                      </a:lnTo>
                      <a:lnTo>
                        <a:pt x="93" y="186"/>
                      </a:lnTo>
                      <a:lnTo>
                        <a:pt x="93" y="188"/>
                      </a:lnTo>
                      <a:lnTo>
                        <a:pt x="91" y="188"/>
                      </a:lnTo>
                      <a:lnTo>
                        <a:pt x="89" y="188"/>
                      </a:lnTo>
                      <a:lnTo>
                        <a:pt x="89" y="186"/>
                      </a:lnTo>
                      <a:lnTo>
                        <a:pt x="89" y="184"/>
                      </a:lnTo>
                      <a:lnTo>
                        <a:pt x="91" y="184"/>
                      </a:lnTo>
                      <a:lnTo>
                        <a:pt x="91" y="183"/>
                      </a:lnTo>
                      <a:lnTo>
                        <a:pt x="93" y="183"/>
                      </a:lnTo>
                      <a:lnTo>
                        <a:pt x="93" y="184"/>
                      </a:lnTo>
                      <a:close/>
                      <a:moveTo>
                        <a:pt x="109" y="183"/>
                      </a:moveTo>
                      <a:lnTo>
                        <a:pt x="109" y="181"/>
                      </a:lnTo>
                      <a:lnTo>
                        <a:pt x="111" y="181"/>
                      </a:lnTo>
                      <a:lnTo>
                        <a:pt x="111" y="183"/>
                      </a:lnTo>
                      <a:lnTo>
                        <a:pt x="109" y="183"/>
                      </a:lnTo>
                      <a:close/>
                      <a:moveTo>
                        <a:pt x="108" y="183"/>
                      </a:moveTo>
                      <a:lnTo>
                        <a:pt x="108" y="181"/>
                      </a:lnTo>
                      <a:lnTo>
                        <a:pt x="108" y="183"/>
                      </a:lnTo>
                      <a:close/>
                      <a:moveTo>
                        <a:pt x="102" y="183"/>
                      </a:moveTo>
                      <a:lnTo>
                        <a:pt x="102" y="181"/>
                      </a:lnTo>
                      <a:lnTo>
                        <a:pt x="104" y="181"/>
                      </a:lnTo>
                      <a:lnTo>
                        <a:pt x="102" y="183"/>
                      </a:lnTo>
                      <a:close/>
                      <a:moveTo>
                        <a:pt x="75" y="179"/>
                      </a:moveTo>
                      <a:lnTo>
                        <a:pt x="75" y="181"/>
                      </a:lnTo>
                      <a:lnTo>
                        <a:pt x="73" y="181"/>
                      </a:lnTo>
                      <a:lnTo>
                        <a:pt x="73" y="179"/>
                      </a:lnTo>
                      <a:lnTo>
                        <a:pt x="75" y="179"/>
                      </a:lnTo>
                      <a:close/>
                      <a:moveTo>
                        <a:pt x="89" y="179"/>
                      </a:moveTo>
                      <a:lnTo>
                        <a:pt x="87" y="179"/>
                      </a:lnTo>
                      <a:lnTo>
                        <a:pt x="89" y="179"/>
                      </a:lnTo>
                      <a:close/>
                      <a:moveTo>
                        <a:pt x="97" y="181"/>
                      </a:moveTo>
                      <a:lnTo>
                        <a:pt x="97" y="179"/>
                      </a:lnTo>
                      <a:lnTo>
                        <a:pt x="98" y="179"/>
                      </a:lnTo>
                      <a:lnTo>
                        <a:pt x="100" y="179"/>
                      </a:lnTo>
                      <a:lnTo>
                        <a:pt x="100" y="177"/>
                      </a:lnTo>
                      <a:lnTo>
                        <a:pt x="100" y="179"/>
                      </a:lnTo>
                      <a:lnTo>
                        <a:pt x="100" y="181"/>
                      </a:lnTo>
                      <a:lnTo>
                        <a:pt x="102" y="181"/>
                      </a:lnTo>
                      <a:lnTo>
                        <a:pt x="100" y="181"/>
                      </a:lnTo>
                      <a:lnTo>
                        <a:pt x="98" y="181"/>
                      </a:lnTo>
                      <a:lnTo>
                        <a:pt x="97" y="183"/>
                      </a:lnTo>
                      <a:lnTo>
                        <a:pt x="97" y="181"/>
                      </a:lnTo>
                      <a:close/>
                      <a:moveTo>
                        <a:pt x="97" y="181"/>
                      </a:moveTo>
                      <a:lnTo>
                        <a:pt x="97" y="183"/>
                      </a:lnTo>
                      <a:lnTo>
                        <a:pt x="95" y="183"/>
                      </a:lnTo>
                      <a:lnTo>
                        <a:pt x="93" y="184"/>
                      </a:lnTo>
                      <a:lnTo>
                        <a:pt x="95" y="184"/>
                      </a:lnTo>
                      <a:lnTo>
                        <a:pt x="95" y="186"/>
                      </a:lnTo>
                      <a:lnTo>
                        <a:pt x="93" y="186"/>
                      </a:lnTo>
                      <a:lnTo>
                        <a:pt x="93" y="184"/>
                      </a:lnTo>
                      <a:lnTo>
                        <a:pt x="93" y="183"/>
                      </a:lnTo>
                      <a:lnTo>
                        <a:pt x="93" y="181"/>
                      </a:lnTo>
                      <a:lnTo>
                        <a:pt x="95" y="181"/>
                      </a:lnTo>
                      <a:lnTo>
                        <a:pt x="93" y="181"/>
                      </a:lnTo>
                      <a:lnTo>
                        <a:pt x="93" y="183"/>
                      </a:lnTo>
                      <a:lnTo>
                        <a:pt x="93" y="181"/>
                      </a:lnTo>
                      <a:lnTo>
                        <a:pt x="95" y="181"/>
                      </a:lnTo>
                      <a:lnTo>
                        <a:pt x="95" y="179"/>
                      </a:lnTo>
                      <a:lnTo>
                        <a:pt x="97" y="179"/>
                      </a:lnTo>
                      <a:lnTo>
                        <a:pt x="95" y="177"/>
                      </a:lnTo>
                      <a:lnTo>
                        <a:pt x="97" y="177"/>
                      </a:lnTo>
                      <a:lnTo>
                        <a:pt x="97" y="179"/>
                      </a:lnTo>
                      <a:lnTo>
                        <a:pt x="97" y="181"/>
                      </a:lnTo>
                      <a:close/>
                      <a:moveTo>
                        <a:pt x="93" y="181"/>
                      </a:moveTo>
                      <a:lnTo>
                        <a:pt x="91" y="181"/>
                      </a:lnTo>
                      <a:lnTo>
                        <a:pt x="91" y="179"/>
                      </a:lnTo>
                      <a:lnTo>
                        <a:pt x="93" y="179"/>
                      </a:lnTo>
                      <a:lnTo>
                        <a:pt x="93" y="177"/>
                      </a:lnTo>
                      <a:lnTo>
                        <a:pt x="93" y="179"/>
                      </a:lnTo>
                      <a:lnTo>
                        <a:pt x="93" y="181"/>
                      </a:lnTo>
                      <a:close/>
                      <a:moveTo>
                        <a:pt x="80" y="179"/>
                      </a:moveTo>
                      <a:lnTo>
                        <a:pt x="78" y="179"/>
                      </a:lnTo>
                      <a:lnTo>
                        <a:pt x="78" y="177"/>
                      </a:lnTo>
                      <a:lnTo>
                        <a:pt x="80" y="177"/>
                      </a:lnTo>
                      <a:lnTo>
                        <a:pt x="80" y="179"/>
                      </a:lnTo>
                      <a:close/>
                      <a:moveTo>
                        <a:pt x="111" y="179"/>
                      </a:moveTo>
                      <a:lnTo>
                        <a:pt x="111" y="181"/>
                      </a:lnTo>
                      <a:lnTo>
                        <a:pt x="109" y="181"/>
                      </a:lnTo>
                      <a:lnTo>
                        <a:pt x="111" y="181"/>
                      </a:lnTo>
                      <a:lnTo>
                        <a:pt x="109" y="181"/>
                      </a:lnTo>
                      <a:lnTo>
                        <a:pt x="111" y="181"/>
                      </a:lnTo>
                      <a:lnTo>
                        <a:pt x="109" y="181"/>
                      </a:lnTo>
                      <a:lnTo>
                        <a:pt x="109" y="183"/>
                      </a:lnTo>
                      <a:lnTo>
                        <a:pt x="109" y="184"/>
                      </a:lnTo>
                      <a:lnTo>
                        <a:pt x="108" y="184"/>
                      </a:lnTo>
                      <a:lnTo>
                        <a:pt x="108" y="183"/>
                      </a:lnTo>
                      <a:lnTo>
                        <a:pt x="109" y="181"/>
                      </a:lnTo>
                      <a:lnTo>
                        <a:pt x="109" y="179"/>
                      </a:lnTo>
                      <a:lnTo>
                        <a:pt x="108" y="179"/>
                      </a:lnTo>
                      <a:lnTo>
                        <a:pt x="109" y="179"/>
                      </a:lnTo>
                      <a:lnTo>
                        <a:pt x="109" y="177"/>
                      </a:lnTo>
                      <a:lnTo>
                        <a:pt x="111" y="177"/>
                      </a:lnTo>
                      <a:lnTo>
                        <a:pt x="111" y="179"/>
                      </a:lnTo>
                      <a:close/>
                      <a:moveTo>
                        <a:pt x="86" y="179"/>
                      </a:moveTo>
                      <a:lnTo>
                        <a:pt x="86" y="177"/>
                      </a:lnTo>
                      <a:lnTo>
                        <a:pt x="86" y="179"/>
                      </a:lnTo>
                      <a:close/>
                      <a:moveTo>
                        <a:pt x="106" y="175"/>
                      </a:moveTo>
                      <a:lnTo>
                        <a:pt x="106" y="177"/>
                      </a:lnTo>
                      <a:lnTo>
                        <a:pt x="106" y="179"/>
                      </a:lnTo>
                      <a:lnTo>
                        <a:pt x="104" y="179"/>
                      </a:lnTo>
                      <a:lnTo>
                        <a:pt x="102" y="179"/>
                      </a:lnTo>
                      <a:lnTo>
                        <a:pt x="102" y="181"/>
                      </a:lnTo>
                      <a:lnTo>
                        <a:pt x="102" y="179"/>
                      </a:lnTo>
                      <a:lnTo>
                        <a:pt x="102" y="177"/>
                      </a:lnTo>
                      <a:lnTo>
                        <a:pt x="104" y="177"/>
                      </a:lnTo>
                      <a:lnTo>
                        <a:pt x="104" y="175"/>
                      </a:lnTo>
                      <a:lnTo>
                        <a:pt x="106" y="175"/>
                      </a:lnTo>
                      <a:close/>
                      <a:moveTo>
                        <a:pt x="97" y="177"/>
                      </a:moveTo>
                      <a:lnTo>
                        <a:pt x="95" y="177"/>
                      </a:lnTo>
                      <a:lnTo>
                        <a:pt x="97" y="177"/>
                      </a:lnTo>
                      <a:lnTo>
                        <a:pt x="97" y="175"/>
                      </a:lnTo>
                      <a:lnTo>
                        <a:pt x="97" y="177"/>
                      </a:lnTo>
                      <a:close/>
                      <a:moveTo>
                        <a:pt x="93" y="175"/>
                      </a:moveTo>
                      <a:lnTo>
                        <a:pt x="93" y="177"/>
                      </a:lnTo>
                      <a:lnTo>
                        <a:pt x="93" y="179"/>
                      </a:lnTo>
                      <a:lnTo>
                        <a:pt x="91" y="179"/>
                      </a:lnTo>
                      <a:lnTo>
                        <a:pt x="91" y="181"/>
                      </a:lnTo>
                      <a:lnTo>
                        <a:pt x="89" y="181"/>
                      </a:lnTo>
                      <a:lnTo>
                        <a:pt x="91" y="181"/>
                      </a:lnTo>
                      <a:lnTo>
                        <a:pt x="89" y="181"/>
                      </a:lnTo>
                      <a:lnTo>
                        <a:pt x="91" y="181"/>
                      </a:lnTo>
                      <a:lnTo>
                        <a:pt x="91" y="183"/>
                      </a:lnTo>
                      <a:lnTo>
                        <a:pt x="89" y="183"/>
                      </a:lnTo>
                      <a:lnTo>
                        <a:pt x="89" y="184"/>
                      </a:lnTo>
                      <a:lnTo>
                        <a:pt x="87" y="184"/>
                      </a:lnTo>
                      <a:lnTo>
                        <a:pt x="87" y="186"/>
                      </a:lnTo>
                      <a:lnTo>
                        <a:pt x="87" y="184"/>
                      </a:lnTo>
                      <a:lnTo>
                        <a:pt x="86" y="184"/>
                      </a:lnTo>
                      <a:lnTo>
                        <a:pt x="86" y="183"/>
                      </a:lnTo>
                      <a:lnTo>
                        <a:pt x="86" y="184"/>
                      </a:lnTo>
                      <a:lnTo>
                        <a:pt x="87" y="184"/>
                      </a:lnTo>
                      <a:lnTo>
                        <a:pt x="87" y="183"/>
                      </a:lnTo>
                      <a:lnTo>
                        <a:pt x="87" y="184"/>
                      </a:lnTo>
                      <a:lnTo>
                        <a:pt x="86" y="184"/>
                      </a:lnTo>
                      <a:lnTo>
                        <a:pt x="86" y="183"/>
                      </a:lnTo>
                      <a:lnTo>
                        <a:pt x="86" y="184"/>
                      </a:lnTo>
                      <a:lnTo>
                        <a:pt x="86" y="183"/>
                      </a:lnTo>
                      <a:lnTo>
                        <a:pt x="84" y="183"/>
                      </a:lnTo>
                      <a:lnTo>
                        <a:pt x="86" y="183"/>
                      </a:lnTo>
                      <a:lnTo>
                        <a:pt x="86" y="181"/>
                      </a:lnTo>
                      <a:lnTo>
                        <a:pt x="87" y="181"/>
                      </a:lnTo>
                      <a:lnTo>
                        <a:pt x="87" y="183"/>
                      </a:lnTo>
                      <a:lnTo>
                        <a:pt x="87" y="181"/>
                      </a:lnTo>
                      <a:lnTo>
                        <a:pt x="89" y="181"/>
                      </a:lnTo>
                      <a:lnTo>
                        <a:pt x="87" y="181"/>
                      </a:lnTo>
                      <a:lnTo>
                        <a:pt x="87" y="183"/>
                      </a:lnTo>
                      <a:lnTo>
                        <a:pt x="87" y="181"/>
                      </a:lnTo>
                      <a:lnTo>
                        <a:pt x="89" y="179"/>
                      </a:lnTo>
                      <a:lnTo>
                        <a:pt x="89" y="177"/>
                      </a:lnTo>
                      <a:lnTo>
                        <a:pt x="91" y="177"/>
                      </a:lnTo>
                      <a:lnTo>
                        <a:pt x="89" y="177"/>
                      </a:lnTo>
                      <a:lnTo>
                        <a:pt x="91" y="177"/>
                      </a:lnTo>
                      <a:lnTo>
                        <a:pt x="91" y="175"/>
                      </a:lnTo>
                      <a:lnTo>
                        <a:pt x="91" y="177"/>
                      </a:lnTo>
                      <a:lnTo>
                        <a:pt x="91" y="175"/>
                      </a:lnTo>
                      <a:lnTo>
                        <a:pt x="93" y="175"/>
                      </a:lnTo>
                      <a:close/>
                      <a:moveTo>
                        <a:pt x="91" y="175"/>
                      </a:moveTo>
                      <a:lnTo>
                        <a:pt x="89" y="175"/>
                      </a:lnTo>
                      <a:lnTo>
                        <a:pt x="91" y="175"/>
                      </a:lnTo>
                      <a:close/>
                      <a:moveTo>
                        <a:pt x="82" y="175"/>
                      </a:moveTo>
                      <a:lnTo>
                        <a:pt x="82" y="174"/>
                      </a:lnTo>
                      <a:lnTo>
                        <a:pt x="82" y="175"/>
                      </a:lnTo>
                      <a:close/>
                      <a:moveTo>
                        <a:pt x="104" y="175"/>
                      </a:moveTo>
                      <a:lnTo>
                        <a:pt x="106" y="175"/>
                      </a:lnTo>
                      <a:lnTo>
                        <a:pt x="104" y="175"/>
                      </a:lnTo>
                      <a:lnTo>
                        <a:pt x="104" y="174"/>
                      </a:lnTo>
                      <a:lnTo>
                        <a:pt x="104" y="175"/>
                      </a:lnTo>
                      <a:close/>
                      <a:moveTo>
                        <a:pt x="111" y="175"/>
                      </a:moveTo>
                      <a:lnTo>
                        <a:pt x="109" y="175"/>
                      </a:lnTo>
                      <a:lnTo>
                        <a:pt x="109" y="174"/>
                      </a:lnTo>
                      <a:lnTo>
                        <a:pt x="111" y="174"/>
                      </a:lnTo>
                      <a:lnTo>
                        <a:pt x="111" y="172"/>
                      </a:lnTo>
                      <a:lnTo>
                        <a:pt x="111" y="174"/>
                      </a:lnTo>
                      <a:lnTo>
                        <a:pt x="111" y="175"/>
                      </a:lnTo>
                      <a:close/>
                      <a:moveTo>
                        <a:pt x="97" y="172"/>
                      </a:moveTo>
                      <a:lnTo>
                        <a:pt x="97" y="174"/>
                      </a:lnTo>
                      <a:lnTo>
                        <a:pt x="97" y="172"/>
                      </a:lnTo>
                      <a:close/>
                      <a:moveTo>
                        <a:pt x="109" y="174"/>
                      </a:moveTo>
                      <a:lnTo>
                        <a:pt x="109" y="172"/>
                      </a:lnTo>
                      <a:lnTo>
                        <a:pt x="109" y="174"/>
                      </a:lnTo>
                      <a:close/>
                      <a:moveTo>
                        <a:pt x="104" y="174"/>
                      </a:moveTo>
                      <a:lnTo>
                        <a:pt x="104" y="172"/>
                      </a:lnTo>
                      <a:lnTo>
                        <a:pt x="104" y="174"/>
                      </a:lnTo>
                      <a:close/>
                      <a:moveTo>
                        <a:pt x="191" y="174"/>
                      </a:moveTo>
                      <a:lnTo>
                        <a:pt x="191" y="172"/>
                      </a:lnTo>
                      <a:lnTo>
                        <a:pt x="191" y="174"/>
                      </a:lnTo>
                      <a:close/>
                      <a:moveTo>
                        <a:pt x="129" y="172"/>
                      </a:moveTo>
                      <a:lnTo>
                        <a:pt x="131" y="172"/>
                      </a:lnTo>
                      <a:lnTo>
                        <a:pt x="129" y="172"/>
                      </a:lnTo>
                      <a:close/>
                      <a:moveTo>
                        <a:pt x="109" y="172"/>
                      </a:moveTo>
                      <a:lnTo>
                        <a:pt x="108" y="172"/>
                      </a:lnTo>
                      <a:lnTo>
                        <a:pt x="109" y="172"/>
                      </a:lnTo>
                      <a:close/>
                      <a:moveTo>
                        <a:pt x="108" y="172"/>
                      </a:moveTo>
                      <a:lnTo>
                        <a:pt x="106" y="172"/>
                      </a:lnTo>
                      <a:lnTo>
                        <a:pt x="108" y="174"/>
                      </a:lnTo>
                      <a:lnTo>
                        <a:pt x="106" y="174"/>
                      </a:lnTo>
                      <a:lnTo>
                        <a:pt x="106" y="175"/>
                      </a:lnTo>
                      <a:lnTo>
                        <a:pt x="104" y="175"/>
                      </a:lnTo>
                      <a:lnTo>
                        <a:pt x="106" y="175"/>
                      </a:lnTo>
                      <a:lnTo>
                        <a:pt x="104" y="175"/>
                      </a:lnTo>
                      <a:lnTo>
                        <a:pt x="104" y="174"/>
                      </a:lnTo>
                      <a:lnTo>
                        <a:pt x="104" y="172"/>
                      </a:lnTo>
                      <a:lnTo>
                        <a:pt x="106" y="172"/>
                      </a:lnTo>
                      <a:lnTo>
                        <a:pt x="108" y="172"/>
                      </a:lnTo>
                      <a:close/>
                      <a:moveTo>
                        <a:pt x="86" y="174"/>
                      </a:moveTo>
                      <a:lnTo>
                        <a:pt x="86" y="175"/>
                      </a:lnTo>
                      <a:lnTo>
                        <a:pt x="86" y="177"/>
                      </a:lnTo>
                      <a:lnTo>
                        <a:pt x="84" y="177"/>
                      </a:lnTo>
                      <a:lnTo>
                        <a:pt x="84" y="179"/>
                      </a:lnTo>
                      <a:lnTo>
                        <a:pt x="84" y="177"/>
                      </a:lnTo>
                      <a:lnTo>
                        <a:pt x="84" y="175"/>
                      </a:lnTo>
                      <a:lnTo>
                        <a:pt x="86" y="175"/>
                      </a:lnTo>
                      <a:lnTo>
                        <a:pt x="84" y="175"/>
                      </a:lnTo>
                      <a:lnTo>
                        <a:pt x="84" y="177"/>
                      </a:lnTo>
                      <a:lnTo>
                        <a:pt x="84" y="179"/>
                      </a:lnTo>
                      <a:lnTo>
                        <a:pt x="84" y="181"/>
                      </a:lnTo>
                      <a:lnTo>
                        <a:pt x="82" y="181"/>
                      </a:lnTo>
                      <a:lnTo>
                        <a:pt x="80" y="181"/>
                      </a:lnTo>
                      <a:lnTo>
                        <a:pt x="80" y="183"/>
                      </a:lnTo>
                      <a:lnTo>
                        <a:pt x="78" y="183"/>
                      </a:lnTo>
                      <a:lnTo>
                        <a:pt x="80" y="183"/>
                      </a:lnTo>
                      <a:lnTo>
                        <a:pt x="80" y="181"/>
                      </a:lnTo>
                      <a:lnTo>
                        <a:pt x="80" y="183"/>
                      </a:lnTo>
                      <a:lnTo>
                        <a:pt x="78" y="183"/>
                      </a:lnTo>
                      <a:lnTo>
                        <a:pt x="78" y="184"/>
                      </a:lnTo>
                      <a:lnTo>
                        <a:pt x="78" y="186"/>
                      </a:lnTo>
                      <a:lnTo>
                        <a:pt x="76" y="186"/>
                      </a:lnTo>
                      <a:lnTo>
                        <a:pt x="78" y="186"/>
                      </a:lnTo>
                      <a:lnTo>
                        <a:pt x="78" y="184"/>
                      </a:lnTo>
                      <a:lnTo>
                        <a:pt x="76" y="184"/>
                      </a:lnTo>
                      <a:lnTo>
                        <a:pt x="76" y="183"/>
                      </a:lnTo>
                      <a:lnTo>
                        <a:pt x="76" y="181"/>
                      </a:lnTo>
                      <a:lnTo>
                        <a:pt x="76" y="179"/>
                      </a:lnTo>
                      <a:lnTo>
                        <a:pt x="78" y="179"/>
                      </a:lnTo>
                      <a:lnTo>
                        <a:pt x="78" y="181"/>
                      </a:lnTo>
                      <a:lnTo>
                        <a:pt x="78" y="183"/>
                      </a:lnTo>
                      <a:lnTo>
                        <a:pt x="78" y="181"/>
                      </a:lnTo>
                      <a:lnTo>
                        <a:pt x="78" y="183"/>
                      </a:lnTo>
                      <a:lnTo>
                        <a:pt x="78" y="181"/>
                      </a:lnTo>
                      <a:lnTo>
                        <a:pt x="78" y="179"/>
                      </a:lnTo>
                      <a:lnTo>
                        <a:pt x="80" y="179"/>
                      </a:lnTo>
                      <a:lnTo>
                        <a:pt x="80" y="177"/>
                      </a:lnTo>
                      <a:lnTo>
                        <a:pt x="82" y="177"/>
                      </a:lnTo>
                      <a:lnTo>
                        <a:pt x="80" y="177"/>
                      </a:lnTo>
                      <a:lnTo>
                        <a:pt x="82" y="175"/>
                      </a:lnTo>
                      <a:lnTo>
                        <a:pt x="82" y="174"/>
                      </a:lnTo>
                      <a:lnTo>
                        <a:pt x="84" y="174"/>
                      </a:lnTo>
                      <a:lnTo>
                        <a:pt x="84" y="172"/>
                      </a:lnTo>
                      <a:lnTo>
                        <a:pt x="86" y="172"/>
                      </a:lnTo>
                      <a:lnTo>
                        <a:pt x="87" y="172"/>
                      </a:lnTo>
                      <a:lnTo>
                        <a:pt x="87" y="174"/>
                      </a:lnTo>
                      <a:lnTo>
                        <a:pt x="86" y="174"/>
                      </a:lnTo>
                      <a:close/>
                      <a:moveTo>
                        <a:pt x="98" y="172"/>
                      </a:moveTo>
                      <a:lnTo>
                        <a:pt x="98" y="170"/>
                      </a:lnTo>
                      <a:lnTo>
                        <a:pt x="98" y="172"/>
                      </a:lnTo>
                      <a:close/>
                      <a:moveTo>
                        <a:pt x="82" y="174"/>
                      </a:moveTo>
                      <a:lnTo>
                        <a:pt x="82" y="172"/>
                      </a:lnTo>
                      <a:lnTo>
                        <a:pt x="82" y="170"/>
                      </a:lnTo>
                      <a:lnTo>
                        <a:pt x="84" y="172"/>
                      </a:lnTo>
                      <a:lnTo>
                        <a:pt x="82" y="172"/>
                      </a:lnTo>
                      <a:lnTo>
                        <a:pt x="82" y="174"/>
                      </a:lnTo>
                      <a:close/>
                      <a:moveTo>
                        <a:pt x="82" y="170"/>
                      </a:moveTo>
                      <a:lnTo>
                        <a:pt x="80" y="170"/>
                      </a:lnTo>
                      <a:lnTo>
                        <a:pt x="82" y="170"/>
                      </a:lnTo>
                      <a:close/>
                      <a:moveTo>
                        <a:pt x="193" y="170"/>
                      </a:moveTo>
                      <a:lnTo>
                        <a:pt x="191" y="170"/>
                      </a:lnTo>
                      <a:lnTo>
                        <a:pt x="193" y="170"/>
                      </a:lnTo>
                      <a:close/>
                      <a:moveTo>
                        <a:pt x="87" y="170"/>
                      </a:moveTo>
                      <a:lnTo>
                        <a:pt x="87" y="168"/>
                      </a:lnTo>
                      <a:lnTo>
                        <a:pt x="87" y="170"/>
                      </a:lnTo>
                      <a:close/>
                      <a:moveTo>
                        <a:pt x="104" y="170"/>
                      </a:moveTo>
                      <a:lnTo>
                        <a:pt x="104" y="172"/>
                      </a:lnTo>
                      <a:lnTo>
                        <a:pt x="102" y="172"/>
                      </a:lnTo>
                      <a:lnTo>
                        <a:pt x="102" y="174"/>
                      </a:lnTo>
                      <a:lnTo>
                        <a:pt x="104" y="174"/>
                      </a:lnTo>
                      <a:lnTo>
                        <a:pt x="104" y="175"/>
                      </a:lnTo>
                      <a:lnTo>
                        <a:pt x="102" y="175"/>
                      </a:lnTo>
                      <a:lnTo>
                        <a:pt x="102" y="177"/>
                      </a:lnTo>
                      <a:lnTo>
                        <a:pt x="102" y="175"/>
                      </a:lnTo>
                      <a:lnTo>
                        <a:pt x="100" y="175"/>
                      </a:lnTo>
                      <a:lnTo>
                        <a:pt x="102" y="175"/>
                      </a:lnTo>
                      <a:lnTo>
                        <a:pt x="102" y="177"/>
                      </a:lnTo>
                      <a:lnTo>
                        <a:pt x="100" y="177"/>
                      </a:lnTo>
                      <a:lnTo>
                        <a:pt x="100" y="179"/>
                      </a:lnTo>
                      <a:lnTo>
                        <a:pt x="100" y="177"/>
                      </a:lnTo>
                      <a:lnTo>
                        <a:pt x="100" y="179"/>
                      </a:lnTo>
                      <a:lnTo>
                        <a:pt x="98" y="179"/>
                      </a:lnTo>
                      <a:lnTo>
                        <a:pt x="97" y="179"/>
                      </a:lnTo>
                      <a:lnTo>
                        <a:pt x="97" y="177"/>
                      </a:lnTo>
                      <a:lnTo>
                        <a:pt x="98" y="177"/>
                      </a:lnTo>
                      <a:lnTo>
                        <a:pt x="97" y="177"/>
                      </a:lnTo>
                      <a:lnTo>
                        <a:pt x="97" y="175"/>
                      </a:lnTo>
                      <a:lnTo>
                        <a:pt x="98" y="175"/>
                      </a:lnTo>
                      <a:lnTo>
                        <a:pt x="100" y="175"/>
                      </a:lnTo>
                      <a:lnTo>
                        <a:pt x="98" y="174"/>
                      </a:lnTo>
                      <a:lnTo>
                        <a:pt x="100" y="174"/>
                      </a:lnTo>
                      <a:lnTo>
                        <a:pt x="100" y="172"/>
                      </a:lnTo>
                      <a:lnTo>
                        <a:pt x="102" y="172"/>
                      </a:lnTo>
                      <a:lnTo>
                        <a:pt x="102" y="170"/>
                      </a:lnTo>
                      <a:lnTo>
                        <a:pt x="104" y="170"/>
                      </a:lnTo>
                      <a:lnTo>
                        <a:pt x="102" y="168"/>
                      </a:lnTo>
                      <a:lnTo>
                        <a:pt x="104" y="168"/>
                      </a:lnTo>
                      <a:lnTo>
                        <a:pt x="102" y="168"/>
                      </a:lnTo>
                      <a:lnTo>
                        <a:pt x="104" y="170"/>
                      </a:lnTo>
                      <a:close/>
                      <a:moveTo>
                        <a:pt x="139" y="168"/>
                      </a:moveTo>
                      <a:lnTo>
                        <a:pt x="140" y="168"/>
                      </a:lnTo>
                      <a:lnTo>
                        <a:pt x="139" y="168"/>
                      </a:lnTo>
                      <a:close/>
                      <a:moveTo>
                        <a:pt x="191" y="170"/>
                      </a:moveTo>
                      <a:lnTo>
                        <a:pt x="191" y="172"/>
                      </a:lnTo>
                      <a:lnTo>
                        <a:pt x="191" y="170"/>
                      </a:lnTo>
                      <a:lnTo>
                        <a:pt x="191" y="172"/>
                      </a:lnTo>
                      <a:lnTo>
                        <a:pt x="191" y="170"/>
                      </a:lnTo>
                      <a:lnTo>
                        <a:pt x="191" y="168"/>
                      </a:lnTo>
                      <a:lnTo>
                        <a:pt x="191" y="170"/>
                      </a:lnTo>
                      <a:close/>
                      <a:moveTo>
                        <a:pt x="193" y="168"/>
                      </a:moveTo>
                      <a:lnTo>
                        <a:pt x="191" y="168"/>
                      </a:lnTo>
                      <a:lnTo>
                        <a:pt x="193" y="168"/>
                      </a:lnTo>
                      <a:close/>
                      <a:moveTo>
                        <a:pt x="133" y="168"/>
                      </a:moveTo>
                      <a:lnTo>
                        <a:pt x="133" y="170"/>
                      </a:lnTo>
                      <a:lnTo>
                        <a:pt x="133" y="168"/>
                      </a:lnTo>
                      <a:lnTo>
                        <a:pt x="133" y="166"/>
                      </a:lnTo>
                      <a:lnTo>
                        <a:pt x="133" y="168"/>
                      </a:lnTo>
                      <a:close/>
                      <a:moveTo>
                        <a:pt x="84" y="166"/>
                      </a:moveTo>
                      <a:lnTo>
                        <a:pt x="84" y="168"/>
                      </a:lnTo>
                      <a:lnTo>
                        <a:pt x="84" y="170"/>
                      </a:lnTo>
                      <a:lnTo>
                        <a:pt x="82" y="170"/>
                      </a:lnTo>
                      <a:lnTo>
                        <a:pt x="82" y="168"/>
                      </a:lnTo>
                      <a:lnTo>
                        <a:pt x="82" y="166"/>
                      </a:lnTo>
                      <a:lnTo>
                        <a:pt x="84" y="166"/>
                      </a:lnTo>
                      <a:close/>
                      <a:moveTo>
                        <a:pt x="87" y="168"/>
                      </a:moveTo>
                      <a:lnTo>
                        <a:pt x="86" y="168"/>
                      </a:lnTo>
                      <a:lnTo>
                        <a:pt x="86" y="170"/>
                      </a:lnTo>
                      <a:lnTo>
                        <a:pt x="86" y="172"/>
                      </a:lnTo>
                      <a:lnTo>
                        <a:pt x="84" y="172"/>
                      </a:lnTo>
                      <a:lnTo>
                        <a:pt x="84" y="170"/>
                      </a:lnTo>
                      <a:lnTo>
                        <a:pt x="86" y="170"/>
                      </a:lnTo>
                      <a:lnTo>
                        <a:pt x="86" y="168"/>
                      </a:lnTo>
                      <a:lnTo>
                        <a:pt x="84" y="168"/>
                      </a:lnTo>
                      <a:lnTo>
                        <a:pt x="86" y="168"/>
                      </a:lnTo>
                      <a:lnTo>
                        <a:pt x="87" y="166"/>
                      </a:lnTo>
                      <a:lnTo>
                        <a:pt x="87" y="168"/>
                      </a:lnTo>
                      <a:close/>
                      <a:moveTo>
                        <a:pt x="133" y="168"/>
                      </a:moveTo>
                      <a:lnTo>
                        <a:pt x="133" y="170"/>
                      </a:lnTo>
                      <a:lnTo>
                        <a:pt x="133" y="172"/>
                      </a:lnTo>
                      <a:lnTo>
                        <a:pt x="131" y="172"/>
                      </a:lnTo>
                      <a:lnTo>
                        <a:pt x="131" y="174"/>
                      </a:lnTo>
                      <a:lnTo>
                        <a:pt x="129" y="174"/>
                      </a:lnTo>
                      <a:lnTo>
                        <a:pt x="129" y="172"/>
                      </a:lnTo>
                      <a:lnTo>
                        <a:pt x="131" y="172"/>
                      </a:lnTo>
                      <a:lnTo>
                        <a:pt x="131" y="170"/>
                      </a:lnTo>
                      <a:lnTo>
                        <a:pt x="131" y="168"/>
                      </a:lnTo>
                      <a:lnTo>
                        <a:pt x="131" y="166"/>
                      </a:lnTo>
                      <a:lnTo>
                        <a:pt x="133" y="166"/>
                      </a:lnTo>
                      <a:lnTo>
                        <a:pt x="133" y="168"/>
                      </a:lnTo>
                      <a:close/>
                      <a:moveTo>
                        <a:pt x="135" y="172"/>
                      </a:moveTo>
                      <a:lnTo>
                        <a:pt x="133" y="172"/>
                      </a:lnTo>
                      <a:lnTo>
                        <a:pt x="131" y="172"/>
                      </a:lnTo>
                      <a:lnTo>
                        <a:pt x="133" y="172"/>
                      </a:lnTo>
                      <a:lnTo>
                        <a:pt x="133" y="170"/>
                      </a:lnTo>
                      <a:lnTo>
                        <a:pt x="133" y="168"/>
                      </a:lnTo>
                      <a:lnTo>
                        <a:pt x="133" y="166"/>
                      </a:lnTo>
                      <a:lnTo>
                        <a:pt x="135" y="166"/>
                      </a:lnTo>
                      <a:lnTo>
                        <a:pt x="137" y="166"/>
                      </a:lnTo>
                      <a:lnTo>
                        <a:pt x="137" y="168"/>
                      </a:lnTo>
                      <a:lnTo>
                        <a:pt x="137" y="170"/>
                      </a:lnTo>
                      <a:lnTo>
                        <a:pt x="135" y="170"/>
                      </a:lnTo>
                      <a:lnTo>
                        <a:pt x="137" y="170"/>
                      </a:lnTo>
                      <a:lnTo>
                        <a:pt x="135" y="170"/>
                      </a:lnTo>
                      <a:lnTo>
                        <a:pt x="135" y="172"/>
                      </a:lnTo>
                      <a:close/>
                      <a:moveTo>
                        <a:pt x="191" y="166"/>
                      </a:moveTo>
                      <a:lnTo>
                        <a:pt x="193" y="166"/>
                      </a:lnTo>
                      <a:lnTo>
                        <a:pt x="191" y="166"/>
                      </a:lnTo>
                      <a:close/>
                      <a:moveTo>
                        <a:pt x="86" y="168"/>
                      </a:moveTo>
                      <a:lnTo>
                        <a:pt x="86" y="166"/>
                      </a:lnTo>
                      <a:lnTo>
                        <a:pt x="87" y="166"/>
                      </a:lnTo>
                      <a:lnTo>
                        <a:pt x="86" y="166"/>
                      </a:lnTo>
                      <a:lnTo>
                        <a:pt x="86" y="168"/>
                      </a:lnTo>
                      <a:close/>
                      <a:moveTo>
                        <a:pt x="191" y="166"/>
                      </a:moveTo>
                      <a:lnTo>
                        <a:pt x="191" y="164"/>
                      </a:lnTo>
                      <a:lnTo>
                        <a:pt x="191" y="166"/>
                      </a:lnTo>
                      <a:close/>
                      <a:moveTo>
                        <a:pt x="133" y="168"/>
                      </a:moveTo>
                      <a:lnTo>
                        <a:pt x="133" y="166"/>
                      </a:lnTo>
                      <a:lnTo>
                        <a:pt x="131" y="166"/>
                      </a:lnTo>
                      <a:lnTo>
                        <a:pt x="133" y="164"/>
                      </a:lnTo>
                      <a:lnTo>
                        <a:pt x="133" y="166"/>
                      </a:lnTo>
                      <a:lnTo>
                        <a:pt x="135" y="166"/>
                      </a:lnTo>
                      <a:lnTo>
                        <a:pt x="133" y="166"/>
                      </a:lnTo>
                      <a:lnTo>
                        <a:pt x="133" y="168"/>
                      </a:lnTo>
                      <a:close/>
                      <a:moveTo>
                        <a:pt x="102" y="164"/>
                      </a:moveTo>
                      <a:lnTo>
                        <a:pt x="102" y="166"/>
                      </a:lnTo>
                      <a:lnTo>
                        <a:pt x="104" y="166"/>
                      </a:lnTo>
                      <a:lnTo>
                        <a:pt x="104" y="168"/>
                      </a:lnTo>
                      <a:lnTo>
                        <a:pt x="102" y="168"/>
                      </a:lnTo>
                      <a:lnTo>
                        <a:pt x="102" y="170"/>
                      </a:lnTo>
                      <a:lnTo>
                        <a:pt x="102" y="172"/>
                      </a:lnTo>
                      <a:lnTo>
                        <a:pt x="100" y="172"/>
                      </a:lnTo>
                      <a:lnTo>
                        <a:pt x="100" y="170"/>
                      </a:lnTo>
                      <a:lnTo>
                        <a:pt x="102" y="170"/>
                      </a:lnTo>
                      <a:lnTo>
                        <a:pt x="100" y="170"/>
                      </a:lnTo>
                      <a:lnTo>
                        <a:pt x="100" y="172"/>
                      </a:lnTo>
                      <a:lnTo>
                        <a:pt x="100" y="170"/>
                      </a:lnTo>
                      <a:lnTo>
                        <a:pt x="100" y="172"/>
                      </a:lnTo>
                      <a:lnTo>
                        <a:pt x="100" y="174"/>
                      </a:lnTo>
                      <a:lnTo>
                        <a:pt x="98" y="174"/>
                      </a:lnTo>
                      <a:lnTo>
                        <a:pt x="98" y="175"/>
                      </a:lnTo>
                      <a:lnTo>
                        <a:pt x="97" y="175"/>
                      </a:lnTo>
                      <a:lnTo>
                        <a:pt x="97" y="177"/>
                      </a:lnTo>
                      <a:lnTo>
                        <a:pt x="95" y="177"/>
                      </a:lnTo>
                      <a:lnTo>
                        <a:pt x="95" y="179"/>
                      </a:lnTo>
                      <a:lnTo>
                        <a:pt x="95" y="177"/>
                      </a:lnTo>
                      <a:lnTo>
                        <a:pt x="95" y="175"/>
                      </a:lnTo>
                      <a:lnTo>
                        <a:pt x="97" y="175"/>
                      </a:lnTo>
                      <a:lnTo>
                        <a:pt x="95" y="175"/>
                      </a:lnTo>
                      <a:lnTo>
                        <a:pt x="97" y="175"/>
                      </a:lnTo>
                      <a:lnTo>
                        <a:pt x="97" y="174"/>
                      </a:lnTo>
                      <a:lnTo>
                        <a:pt x="97" y="175"/>
                      </a:lnTo>
                      <a:lnTo>
                        <a:pt x="95" y="175"/>
                      </a:lnTo>
                      <a:lnTo>
                        <a:pt x="97" y="175"/>
                      </a:lnTo>
                      <a:lnTo>
                        <a:pt x="95" y="175"/>
                      </a:lnTo>
                      <a:lnTo>
                        <a:pt x="95" y="177"/>
                      </a:lnTo>
                      <a:lnTo>
                        <a:pt x="95" y="175"/>
                      </a:lnTo>
                      <a:lnTo>
                        <a:pt x="95" y="177"/>
                      </a:lnTo>
                      <a:lnTo>
                        <a:pt x="93" y="175"/>
                      </a:lnTo>
                      <a:lnTo>
                        <a:pt x="95" y="175"/>
                      </a:lnTo>
                      <a:lnTo>
                        <a:pt x="95" y="174"/>
                      </a:lnTo>
                      <a:lnTo>
                        <a:pt x="97" y="174"/>
                      </a:lnTo>
                      <a:lnTo>
                        <a:pt x="98" y="172"/>
                      </a:lnTo>
                      <a:lnTo>
                        <a:pt x="100" y="170"/>
                      </a:lnTo>
                      <a:lnTo>
                        <a:pt x="100" y="168"/>
                      </a:lnTo>
                      <a:lnTo>
                        <a:pt x="100" y="166"/>
                      </a:lnTo>
                      <a:lnTo>
                        <a:pt x="102" y="166"/>
                      </a:lnTo>
                      <a:lnTo>
                        <a:pt x="102" y="164"/>
                      </a:lnTo>
                      <a:close/>
                      <a:moveTo>
                        <a:pt x="109" y="164"/>
                      </a:moveTo>
                      <a:lnTo>
                        <a:pt x="109" y="166"/>
                      </a:lnTo>
                      <a:lnTo>
                        <a:pt x="109" y="168"/>
                      </a:lnTo>
                      <a:lnTo>
                        <a:pt x="108" y="170"/>
                      </a:lnTo>
                      <a:lnTo>
                        <a:pt x="108" y="172"/>
                      </a:lnTo>
                      <a:lnTo>
                        <a:pt x="109" y="174"/>
                      </a:lnTo>
                      <a:lnTo>
                        <a:pt x="108" y="174"/>
                      </a:lnTo>
                      <a:lnTo>
                        <a:pt x="108" y="172"/>
                      </a:lnTo>
                      <a:lnTo>
                        <a:pt x="108" y="174"/>
                      </a:lnTo>
                      <a:lnTo>
                        <a:pt x="108" y="175"/>
                      </a:lnTo>
                      <a:lnTo>
                        <a:pt x="106" y="175"/>
                      </a:lnTo>
                      <a:lnTo>
                        <a:pt x="106" y="174"/>
                      </a:lnTo>
                      <a:lnTo>
                        <a:pt x="108" y="174"/>
                      </a:lnTo>
                      <a:lnTo>
                        <a:pt x="106" y="172"/>
                      </a:lnTo>
                      <a:lnTo>
                        <a:pt x="108" y="172"/>
                      </a:lnTo>
                      <a:lnTo>
                        <a:pt x="108" y="170"/>
                      </a:lnTo>
                      <a:lnTo>
                        <a:pt x="108" y="168"/>
                      </a:lnTo>
                      <a:lnTo>
                        <a:pt x="109" y="168"/>
                      </a:lnTo>
                      <a:lnTo>
                        <a:pt x="109" y="166"/>
                      </a:lnTo>
                      <a:lnTo>
                        <a:pt x="108" y="166"/>
                      </a:lnTo>
                      <a:lnTo>
                        <a:pt x="108" y="164"/>
                      </a:lnTo>
                      <a:lnTo>
                        <a:pt x="109" y="164"/>
                      </a:lnTo>
                      <a:close/>
                      <a:moveTo>
                        <a:pt x="128" y="164"/>
                      </a:moveTo>
                      <a:lnTo>
                        <a:pt x="128" y="163"/>
                      </a:lnTo>
                      <a:lnTo>
                        <a:pt x="129" y="164"/>
                      </a:lnTo>
                      <a:lnTo>
                        <a:pt x="128" y="164"/>
                      </a:lnTo>
                      <a:close/>
                      <a:moveTo>
                        <a:pt x="102" y="164"/>
                      </a:moveTo>
                      <a:lnTo>
                        <a:pt x="102" y="163"/>
                      </a:lnTo>
                      <a:lnTo>
                        <a:pt x="102" y="164"/>
                      </a:lnTo>
                      <a:close/>
                      <a:moveTo>
                        <a:pt x="106" y="164"/>
                      </a:moveTo>
                      <a:lnTo>
                        <a:pt x="104" y="164"/>
                      </a:lnTo>
                      <a:lnTo>
                        <a:pt x="106" y="166"/>
                      </a:lnTo>
                      <a:lnTo>
                        <a:pt x="104" y="166"/>
                      </a:lnTo>
                      <a:lnTo>
                        <a:pt x="102" y="166"/>
                      </a:lnTo>
                      <a:lnTo>
                        <a:pt x="104" y="164"/>
                      </a:lnTo>
                      <a:lnTo>
                        <a:pt x="106" y="163"/>
                      </a:lnTo>
                      <a:lnTo>
                        <a:pt x="106" y="164"/>
                      </a:lnTo>
                      <a:close/>
                      <a:moveTo>
                        <a:pt x="191" y="163"/>
                      </a:moveTo>
                      <a:lnTo>
                        <a:pt x="190" y="163"/>
                      </a:lnTo>
                      <a:lnTo>
                        <a:pt x="191" y="163"/>
                      </a:lnTo>
                      <a:close/>
                      <a:moveTo>
                        <a:pt x="188" y="163"/>
                      </a:moveTo>
                      <a:lnTo>
                        <a:pt x="190" y="163"/>
                      </a:lnTo>
                      <a:lnTo>
                        <a:pt x="191" y="163"/>
                      </a:lnTo>
                      <a:lnTo>
                        <a:pt x="191" y="164"/>
                      </a:lnTo>
                      <a:lnTo>
                        <a:pt x="191" y="166"/>
                      </a:lnTo>
                      <a:lnTo>
                        <a:pt x="191" y="168"/>
                      </a:lnTo>
                      <a:lnTo>
                        <a:pt x="190" y="168"/>
                      </a:lnTo>
                      <a:lnTo>
                        <a:pt x="190" y="170"/>
                      </a:lnTo>
                      <a:lnTo>
                        <a:pt x="190" y="172"/>
                      </a:lnTo>
                      <a:lnTo>
                        <a:pt x="190" y="174"/>
                      </a:lnTo>
                      <a:lnTo>
                        <a:pt x="190" y="172"/>
                      </a:lnTo>
                      <a:lnTo>
                        <a:pt x="188" y="172"/>
                      </a:lnTo>
                      <a:lnTo>
                        <a:pt x="190" y="172"/>
                      </a:lnTo>
                      <a:lnTo>
                        <a:pt x="188" y="172"/>
                      </a:lnTo>
                      <a:lnTo>
                        <a:pt x="188" y="170"/>
                      </a:lnTo>
                      <a:lnTo>
                        <a:pt x="186" y="170"/>
                      </a:lnTo>
                      <a:lnTo>
                        <a:pt x="186" y="168"/>
                      </a:lnTo>
                      <a:lnTo>
                        <a:pt x="188" y="168"/>
                      </a:lnTo>
                      <a:lnTo>
                        <a:pt x="188" y="166"/>
                      </a:lnTo>
                      <a:lnTo>
                        <a:pt x="186" y="166"/>
                      </a:lnTo>
                      <a:lnTo>
                        <a:pt x="188" y="166"/>
                      </a:lnTo>
                      <a:lnTo>
                        <a:pt x="186" y="166"/>
                      </a:lnTo>
                      <a:lnTo>
                        <a:pt x="186" y="164"/>
                      </a:lnTo>
                      <a:lnTo>
                        <a:pt x="186" y="166"/>
                      </a:lnTo>
                      <a:lnTo>
                        <a:pt x="186" y="164"/>
                      </a:lnTo>
                      <a:lnTo>
                        <a:pt x="186" y="166"/>
                      </a:lnTo>
                      <a:lnTo>
                        <a:pt x="186" y="164"/>
                      </a:lnTo>
                      <a:lnTo>
                        <a:pt x="186" y="163"/>
                      </a:lnTo>
                      <a:lnTo>
                        <a:pt x="188" y="163"/>
                      </a:lnTo>
                      <a:close/>
                      <a:moveTo>
                        <a:pt x="193" y="161"/>
                      </a:moveTo>
                      <a:lnTo>
                        <a:pt x="193" y="163"/>
                      </a:lnTo>
                      <a:lnTo>
                        <a:pt x="193" y="161"/>
                      </a:lnTo>
                      <a:close/>
                      <a:moveTo>
                        <a:pt x="188" y="161"/>
                      </a:moveTo>
                      <a:lnTo>
                        <a:pt x="188" y="163"/>
                      </a:lnTo>
                      <a:lnTo>
                        <a:pt x="186" y="163"/>
                      </a:lnTo>
                      <a:lnTo>
                        <a:pt x="186" y="161"/>
                      </a:lnTo>
                      <a:lnTo>
                        <a:pt x="188" y="161"/>
                      </a:lnTo>
                      <a:close/>
                      <a:moveTo>
                        <a:pt x="146" y="163"/>
                      </a:moveTo>
                      <a:lnTo>
                        <a:pt x="144" y="163"/>
                      </a:lnTo>
                      <a:lnTo>
                        <a:pt x="144" y="161"/>
                      </a:lnTo>
                      <a:lnTo>
                        <a:pt x="146" y="163"/>
                      </a:lnTo>
                      <a:close/>
                      <a:moveTo>
                        <a:pt x="190" y="161"/>
                      </a:moveTo>
                      <a:lnTo>
                        <a:pt x="190" y="163"/>
                      </a:lnTo>
                      <a:lnTo>
                        <a:pt x="190" y="161"/>
                      </a:lnTo>
                      <a:close/>
                      <a:moveTo>
                        <a:pt x="191" y="163"/>
                      </a:moveTo>
                      <a:lnTo>
                        <a:pt x="191" y="161"/>
                      </a:lnTo>
                      <a:lnTo>
                        <a:pt x="191" y="163"/>
                      </a:lnTo>
                      <a:close/>
                      <a:moveTo>
                        <a:pt x="191" y="161"/>
                      </a:moveTo>
                      <a:lnTo>
                        <a:pt x="191" y="163"/>
                      </a:lnTo>
                      <a:lnTo>
                        <a:pt x="191" y="161"/>
                      </a:lnTo>
                      <a:close/>
                      <a:moveTo>
                        <a:pt x="186" y="163"/>
                      </a:moveTo>
                      <a:lnTo>
                        <a:pt x="184" y="163"/>
                      </a:lnTo>
                      <a:lnTo>
                        <a:pt x="184" y="164"/>
                      </a:lnTo>
                      <a:lnTo>
                        <a:pt x="184" y="163"/>
                      </a:lnTo>
                      <a:lnTo>
                        <a:pt x="186" y="161"/>
                      </a:lnTo>
                      <a:lnTo>
                        <a:pt x="186" y="163"/>
                      </a:lnTo>
                      <a:close/>
                      <a:moveTo>
                        <a:pt x="193" y="163"/>
                      </a:moveTo>
                      <a:lnTo>
                        <a:pt x="193" y="161"/>
                      </a:lnTo>
                      <a:lnTo>
                        <a:pt x="193" y="163"/>
                      </a:lnTo>
                      <a:close/>
                      <a:moveTo>
                        <a:pt x="199" y="161"/>
                      </a:moveTo>
                      <a:lnTo>
                        <a:pt x="199" y="163"/>
                      </a:lnTo>
                      <a:lnTo>
                        <a:pt x="199" y="161"/>
                      </a:lnTo>
                      <a:close/>
                      <a:moveTo>
                        <a:pt x="191" y="161"/>
                      </a:moveTo>
                      <a:lnTo>
                        <a:pt x="190" y="161"/>
                      </a:lnTo>
                      <a:lnTo>
                        <a:pt x="191" y="161"/>
                      </a:lnTo>
                      <a:close/>
                      <a:moveTo>
                        <a:pt x="190" y="161"/>
                      </a:moveTo>
                      <a:lnTo>
                        <a:pt x="188" y="161"/>
                      </a:lnTo>
                      <a:lnTo>
                        <a:pt x="190" y="161"/>
                      </a:lnTo>
                      <a:close/>
                      <a:moveTo>
                        <a:pt x="190" y="161"/>
                      </a:moveTo>
                      <a:lnTo>
                        <a:pt x="188" y="161"/>
                      </a:lnTo>
                      <a:lnTo>
                        <a:pt x="190" y="161"/>
                      </a:lnTo>
                      <a:close/>
                      <a:moveTo>
                        <a:pt x="104" y="161"/>
                      </a:moveTo>
                      <a:lnTo>
                        <a:pt x="102" y="161"/>
                      </a:lnTo>
                      <a:lnTo>
                        <a:pt x="102" y="163"/>
                      </a:lnTo>
                      <a:lnTo>
                        <a:pt x="102" y="164"/>
                      </a:lnTo>
                      <a:lnTo>
                        <a:pt x="102" y="163"/>
                      </a:lnTo>
                      <a:lnTo>
                        <a:pt x="100" y="163"/>
                      </a:lnTo>
                      <a:lnTo>
                        <a:pt x="102" y="163"/>
                      </a:lnTo>
                      <a:lnTo>
                        <a:pt x="102" y="161"/>
                      </a:lnTo>
                      <a:lnTo>
                        <a:pt x="102" y="159"/>
                      </a:lnTo>
                      <a:lnTo>
                        <a:pt x="104" y="161"/>
                      </a:lnTo>
                      <a:close/>
                      <a:moveTo>
                        <a:pt x="206" y="159"/>
                      </a:moveTo>
                      <a:lnTo>
                        <a:pt x="204" y="159"/>
                      </a:lnTo>
                      <a:lnTo>
                        <a:pt x="206" y="159"/>
                      </a:lnTo>
                      <a:close/>
                      <a:moveTo>
                        <a:pt x="193" y="159"/>
                      </a:moveTo>
                      <a:lnTo>
                        <a:pt x="193" y="161"/>
                      </a:lnTo>
                      <a:lnTo>
                        <a:pt x="191" y="161"/>
                      </a:lnTo>
                      <a:lnTo>
                        <a:pt x="191" y="159"/>
                      </a:lnTo>
                      <a:lnTo>
                        <a:pt x="193" y="159"/>
                      </a:lnTo>
                      <a:close/>
                      <a:moveTo>
                        <a:pt x="193" y="161"/>
                      </a:moveTo>
                      <a:lnTo>
                        <a:pt x="193" y="159"/>
                      </a:lnTo>
                      <a:lnTo>
                        <a:pt x="193" y="157"/>
                      </a:lnTo>
                      <a:lnTo>
                        <a:pt x="193" y="159"/>
                      </a:lnTo>
                      <a:lnTo>
                        <a:pt x="193" y="161"/>
                      </a:lnTo>
                      <a:close/>
                      <a:moveTo>
                        <a:pt x="204" y="159"/>
                      </a:moveTo>
                      <a:lnTo>
                        <a:pt x="204" y="157"/>
                      </a:lnTo>
                      <a:lnTo>
                        <a:pt x="204" y="159"/>
                      </a:lnTo>
                      <a:close/>
                      <a:moveTo>
                        <a:pt x="193" y="159"/>
                      </a:moveTo>
                      <a:lnTo>
                        <a:pt x="191" y="159"/>
                      </a:lnTo>
                      <a:lnTo>
                        <a:pt x="193" y="157"/>
                      </a:lnTo>
                      <a:lnTo>
                        <a:pt x="193" y="159"/>
                      </a:lnTo>
                      <a:close/>
                      <a:moveTo>
                        <a:pt x="191" y="157"/>
                      </a:moveTo>
                      <a:lnTo>
                        <a:pt x="191" y="159"/>
                      </a:lnTo>
                      <a:lnTo>
                        <a:pt x="191" y="157"/>
                      </a:lnTo>
                      <a:close/>
                      <a:moveTo>
                        <a:pt x="193" y="157"/>
                      </a:moveTo>
                      <a:lnTo>
                        <a:pt x="191" y="157"/>
                      </a:lnTo>
                      <a:lnTo>
                        <a:pt x="193" y="157"/>
                      </a:lnTo>
                      <a:close/>
                      <a:moveTo>
                        <a:pt x="109" y="155"/>
                      </a:moveTo>
                      <a:lnTo>
                        <a:pt x="109" y="157"/>
                      </a:lnTo>
                      <a:lnTo>
                        <a:pt x="109" y="159"/>
                      </a:lnTo>
                      <a:lnTo>
                        <a:pt x="108" y="159"/>
                      </a:lnTo>
                      <a:lnTo>
                        <a:pt x="108" y="161"/>
                      </a:lnTo>
                      <a:lnTo>
                        <a:pt x="106" y="163"/>
                      </a:lnTo>
                      <a:lnTo>
                        <a:pt x="104" y="163"/>
                      </a:lnTo>
                      <a:lnTo>
                        <a:pt x="106" y="163"/>
                      </a:lnTo>
                      <a:lnTo>
                        <a:pt x="104" y="163"/>
                      </a:lnTo>
                      <a:lnTo>
                        <a:pt x="104" y="164"/>
                      </a:lnTo>
                      <a:lnTo>
                        <a:pt x="102" y="164"/>
                      </a:lnTo>
                      <a:lnTo>
                        <a:pt x="102" y="166"/>
                      </a:lnTo>
                      <a:lnTo>
                        <a:pt x="100" y="166"/>
                      </a:lnTo>
                      <a:lnTo>
                        <a:pt x="100" y="168"/>
                      </a:lnTo>
                      <a:lnTo>
                        <a:pt x="98" y="168"/>
                      </a:lnTo>
                      <a:lnTo>
                        <a:pt x="98" y="166"/>
                      </a:lnTo>
                      <a:lnTo>
                        <a:pt x="100" y="166"/>
                      </a:lnTo>
                      <a:lnTo>
                        <a:pt x="100" y="164"/>
                      </a:lnTo>
                      <a:lnTo>
                        <a:pt x="102" y="164"/>
                      </a:lnTo>
                      <a:lnTo>
                        <a:pt x="104" y="163"/>
                      </a:lnTo>
                      <a:lnTo>
                        <a:pt x="102" y="163"/>
                      </a:lnTo>
                      <a:lnTo>
                        <a:pt x="102" y="161"/>
                      </a:lnTo>
                      <a:lnTo>
                        <a:pt x="104" y="161"/>
                      </a:lnTo>
                      <a:lnTo>
                        <a:pt x="104" y="159"/>
                      </a:lnTo>
                      <a:lnTo>
                        <a:pt x="106" y="159"/>
                      </a:lnTo>
                      <a:lnTo>
                        <a:pt x="106" y="157"/>
                      </a:lnTo>
                      <a:lnTo>
                        <a:pt x="108" y="157"/>
                      </a:lnTo>
                      <a:lnTo>
                        <a:pt x="108" y="155"/>
                      </a:lnTo>
                      <a:lnTo>
                        <a:pt x="108" y="157"/>
                      </a:lnTo>
                      <a:lnTo>
                        <a:pt x="108" y="155"/>
                      </a:lnTo>
                      <a:lnTo>
                        <a:pt x="109" y="155"/>
                      </a:lnTo>
                      <a:close/>
                      <a:moveTo>
                        <a:pt x="191" y="155"/>
                      </a:moveTo>
                      <a:lnTo>
                        <a:pt x="191" y="153"/>
                      </a:lnTo>
                      <a:lnTo>
                        <a:pt x="191" y="155"/>
                      </a:lnTo>
                      <a:close/>
                      <a:moveTo>
                        <a:pt x="139" y="153"/>
                      </a:moveTo>
                      <a:lnTo>
                        <a:pt x="137" y="153"/>
                      </a:lnTo>
                      <a:lnTo>
                        <a:pt x="139" y="153"/>
                      </a:lnTo>
                      <a:lnTo>
                        <a:pt x="139" y="152"/>
                      </a:lnTo>
                      <a:lnTo>
                        <a:pt x="139" y="153"/>
                      </a:lnTo>
                      <a:close/>
                      <a:moveTo>
                        <a:pt x="113" y="153"/>
                      </a:moveTo>
                      <a:lnTo>
                        <a:pt x="113" y="152"/>
                      </a:lnTo>
                      <a:lnTo>
                        <a:pt x="113" y="153"/>
                      </a:lnTo>
                      <a:close/>
                      <a:moveTo>
                        <a:pt x="166" y="152"/>
                      </a:moveTo>
                      <a:lnTo>
                        <a:pt x="168" y="152"/>
                      </a:lnTo>
                      <a:lnTo>
                        <a:pt x="166" y="152"/>
                      </a:lnTo>
                      <a:close/>
                      <a:moveTo>
                        <a:pt x="191" y="152"/>
                      </a:moveTo>
                      <a:lnTo>
                        <a:pt x="191" y="150"/>
                      </a:lnTo>
                      <a:lnTo>
                        <a:pt x="191" y="152"/>
                      </a:lnTo>
                      <a:close/>
                      <a:moveTo>
                        <a:pt x="166" y="150"/>
                      </a:moveTo>
                      <a:lnTo>
                        <a:pt x="166" y="152"/>
                      </a:lnTo>
                      <a:lnTo>
                        <a:pt x="166" y="150"/>
                      </a:lnTo>
                      <a:close/>
                      <a:moveTo>
                        <a:pt x="191" y="152"/>
                      </a:moveTo>
                      <a:lnTo>
                        <a:pt x="191" y="150"/>
                      </a:lnTo>
                      <a:lnTo>
                        <a:pt x="191" y="152"/>
                      </a:lnTo>
                      <a:close/>
                      <a:moveTo>
                        <a:pt x="117" y="150"/>
                      </a:moveTo>
                      <a:lnTo>
                        <a:pt x="117" y="152"/>
                      </a:lnTo>
                      <a:lnTo>
                        <a:pt x="117" y="150"/>
                      </a:lnTo>
                      <a:close/>
                      <a:moveTo>
                        <a:pt x="118" y="150"/>
                      </a:moveTo>
                      <a:lnTo>
                        <a:pt x="117" y="150"/>
                      </a:lnTo>
                      <a:lnTo>
                        <a:pt x="118" y="150"/>
                      </a:lnTo>
                      <a:close/>
                      <a:moveTo>
                        <a:pt x="117" y="150"/>
                      </a:moveTo>
                      <a:lnTo>
                        <a:pt x="118" y="150"/>
                      </a:lnTo>
                      <a:lnTo>
                        <a:pt x="117" y="150"/>
                      </a:lnTo>
                      <a:close/>
                      <a:moveTo>
                        <a:pt x="166" y="150"/>
                      </a:moveTo>
                      <a:lnTo>
                        <a:pt x="168" y="150"/>
                      </a:lnTo>
                      <a:lnTo>
                        <a:pt x="168" y="152"/>
                      </a:lnTo>
                      <a:lnTo>
                        <a:pt x="166" y="150"/>
                      </a:lnTo>
                      <a:lnTo>
                        <a:pt x="166" y="152"/>
                      </a:lnTo>
                      <a:lnTo>
                        <a:pt x="166" y="150"/>
                      </a:lnTo>
                      <a:lnTo>
                        <a:pt x="166" y="148"/>
                      </a:lnTo>
                      <a:lnTo>
                        <a:pt x="168" y="148"/>
                      </a:lnTo>
                      <a:lnTo>
                        <a:pt x="168" y="150"/>
                      </a:lnTo>
                      <a:lnTo>
                        <a:pt x="166" y="150"/>
                      </a:lnTo>
                      <a:close/>
                      <a:moveTo>
                        <a:pt x="168" y="148"/>
                      </a:moveTo>
                      <a:lnTo>
                        <a:pt x="166" y="148"/>
                      </a:lnTo>
                      <a:lnTo>
                        <a:pt x="166" y="150"/>
                      </a:lnTo>
                      <a:lnTo>
                        <a:pt x="166" y="148"/>
                      </a:lnTo>
                      <a:lnTo>
                        <a:pt x="168" y="148"/>
                      </a:lnTo>
                      <a:close/>
                      <a:moveTo>
                        <a:pt x="166" y="146"/>
                      </a:moveTo>
                      <a:lnTo>
                        <a:pt x="166" y="148"/>
                      </a:lnTo>
                      <a:lnTo>
                        <a:pt x="166" y="146"/>
                      </a:lnTo>
                      <a:close/>
                      <a:moveTo>
                        <a:pt x="193" y="148"/>
                      </a:moveTo>
                      <a:lnTo>
                        <a:pt x="193" y="146"/>
                      </a:lnTo>
                      <a:lnTo>
                        <a:pt x="193" y="148"/>
                      </a:lnTo>
                      <a:close/>
                      <a:moveTo>
                        <a:pt x="166" y="146"/>
                      </a:moveTo>
                      <a:lnTo>
                        <a:pt x="166" y="148"/>
                      </a:lnTo>
                      <a:lnTo>
                        <a:pt x="166" y="146"/>
                      </a:lnTo>
                      <a:close/>
                      <a:moveTo>
                        <a:pt x="166" y="146"/>
                      </a:moveTo>
                      <a:lnTo>
                        <a:pt x="166" y="144"/>
                      </a:lnTo>
                      <a:lnTo>
                        <a:pt x="166" y="146"/>
                      </a:lnTo>
                      <a:close/>
                      <a:moveTo>
                        <a:pt x="166" y="146"/>
                      </a:moveTo>
                      <a:lnTo>
                        <a:pt x="166" y="144"/>
                      </a:lnTo>
                      <a:lnTo>
                        <a:pt x="166" y="146"/>
                      </a:lnTo>
                      <a:close/>
                      <a:moveTo>
                        <a:pt x="118" y="144"/>
                      </a:moveTo>
                      <a:lnTo>
                        <a:pt x="117" y="144"/>
                      </a:lnTo>
                      <a:lnTo>
                        <a:pt x="118" y="144"/>
                      </a:lnTo>
                      <a:close/>
                      <a:moveTo>
                        <a:pt x="166" y="144"/>
                      </a:moveTo>
                      <a:lnTo>
                        <a:pt x="166" y="142"/>
                      </a:lnTo>
                      <a:lnTo>
                        <a:pt x="166" y="144"/>
                      </a:lnTo>
                      <a:close/>
                      <a:moveTo>
                        <a:pt x="191" y="142"/>
                      </a:moveTo>
                      <a:lnTo>
                        <a:pt x="191" y="144"/>
                      </a:lnTo>
                      <a:lnTo>
                        <a:pt x="191" y="142"/>
                      </a:lnTo>
                      <a:close/>
                      <a:moveTo>
                        <a:pt x="166" y="141"/>
                      </a:moveTo>
                      <a:lnTo>
                        <a:pt x="166" y="139"/>
                      </a:lnTo>
                      <a:lnTo>
                        <a:pt x="166" y="141"/>
                      </a:lnTo>
                      <a:close/>
                      <a:moveTo>
                        <a:pt x="166" y="141"/>
                      </a:moveTo>
                      <a:lnTo>
                        <a:pt x="166" y="139"/>
                      </a:lnTo>
                      <a:lnTo>
                        <a:pt x="166" y="141"/>
                      </a:lnTo>
                      <a:close/>
                      <a:moveTo>
                        <a:pt x="168" y="139"/>
                      </a:moveTo>
                      <a:lnTo>
                        <a:pt x="168" y="137"/>
                      </a:lnTo>
                      <a:lnTo>
                        <a:pt x="168" y="139"/>
                      </a:lnTo>
                      <a:close/>
                      <a:moveTo>
                        <a:pt x="193" y="137"/>
                      </a:moveTo>
                      <a:lnTo>
                        <a:pt x="195" y="137"/>
                      </a:lnTo>
                      <a:lnTo>
                        <a:pt x="193" y="137"/>
                      </a:lnTo>
                      <a:lnTo>
                        <a:pt x="193" y="135"/>
                      </a:lnTo>
                      <a:lnTo>
                        <a:pt x="193" y="133"/>
                      </a:lnTo>
                      <a:lnTo>
                        <a:pt x="193" y="131"/>
                      </a:lnTo>
                      <a:lnTo>
                        <a:pt x="193" y="133"/>
                      </a:lnTo>
                      <a:lnTo>
                        <a:pt x="193" y="135"/>
                      </a:lnTo>
                      <a:lnTo>
                        <a:pt x="193" y="137"/>
                      </a:lnTo>
                      <a:close/>
                      <a:moveTo>
                        <a:pt x="195" y="130"/>
                      </a:moveTo>
                      <a:lnTo>
                        <a:pt x="195" y="131"/>
                      </a:lnTo>
                      <a:lnTo>
                        <a:pt x="193" y="131"/>
                      </a:lnTo>
                      <a:lnTo>
                        <a:pt x="195" y="130"/>
                      </a:lnTo>
                      <a:close/>
                      <a:moveTo>
                        <a:pt x="166" y="126"/>
                      </a:moveTo>
                      <a:lnTo>
                        <a:pt x="166" y="128"/>
                      </a:lnTo>
                      <a:lnTo>
                        <a:pt x="166" y="126"/>
                      </a:lnTo>
                      <a:close/>
                      <a:moveTo>
                        <a:pt x="166" y="124"/>
                      </a:moveTo>
                      <a:lnTo>
                        <a:pt x="164" y="124"/>
                      </a:lnTo>
                      <a:lnTo>
                        <a:pt x="166" y="124"/>
                      </a:lnTo>
                      <a:close/>
                      <a:moveTo>
                        <a:pt x="66" y="106"/>
                      </a:moveTo>
                      <a:lnTo>
                        <a:pt x="67" y="106"/>
                      </a:lnTo>
                      <a:lnTo>
                        <a:pt x="66" y="106"/>
                      </a:lnTo>
                      <a:close/>
                      <a:moveTo>
                        <a:pt x="73" y="86"/>
                      </a:moveTo>
                      <a:lnTo>
                        <a:pt x="73" y="88"/>
                      </a:lnTo>
                      <a:lnTo>
                        <a:pt x="73" y="86"/>
                      </a:lnTo>
                      <a:close/>
                      <a:moveTo>
                        <a:pt x="56" y="86"/>
                      </a:moveTo>
                      <a:lnTo>
                        <a:pt x="56" y="88"/>
                      </a:lnTo>
                      <a:lnTo>
                        <a:pt x="55" y="88"/>
                      </a:lnTo>
                      <a:lnTo>
                        <a:pt x="55" y="86"/>
                      </a:lnTo>
                      <a:lnTo>
                        <a:pt x="55" y="84"/>
                      </a:lnTo>
                      <a:lnTo>
                        <a:pt x="56" y="84"/>
                      </a:lnTo>
                      <a:lnTo>
                        <a:pt x="56" y="86"/>
                      </a:lnTo>
                      <a:close/>
                      <a:moveTo>
                        <a:pt x="71" y="86"/>
                      </a:moveTo>
                      <a:lnTo>
                        <a:pt x="71" y="84"/>
                      </a:lnTo>
                      <a:lnTo>
                        <a:pt x="69" y="84"/>
                      </a:lnTo>
                      <a:lnTo>
                        <a:pt x="69" y="82"/>
                      </a:lnTo>
                      <a:lnTo>
                        <a:pt x="67" y="82"/>
                      </a:lnTo>
                      <a:lnTo>
                        <a:pt x="69" y="82"/>
                      </a:lnTo>
                      <a:lnTo>
                        <a:pt x="69" y="84"/>
                      </a:lnTo>
                      <a:lnTo>
                        <a:pt x="71" y="84"/>
                      </a:lnTo>
                      <a:lnTo>
                        <a:pt x="71" y="86"/>
                      </a:lnTo>
                      <a:close/>
                      <a:moveTo>
                        <a:pt x="62" y="82"/>
                      </a:moveTo>
                      <a:lnTo>
                        <a:pt x="64" y="82"/>
                      </a:lnTo>
                      <a:lnTo>
                        <a:pt x="62" y="82"/>
                      </a:lnTo>
                      <a:close/>
                      <a:moveTo>
                        <a:pt x="69" y="80"/>
                      </a:moveTo>
                      <a:lnTo>
                        <a:pt x="69" y="82"/>
                      </a:lnTo>
                      <a:lnTo>
                        <a:pt x="69" y="80"/>
                      </a:lnTo>
                      <a:close/>
                      <a:moveTo>
                        <a:pt x="62" y="78"/>
                      </a:moveTo>
                      <a:lnTo>
                        <a:pt x="62" y="80"/>
                      </a:lnTo>
                      <a:lnTo>
                        <a:pt x="60" y="80"/>
                      </a:lnTo>
                      <a:lnTo>
                        <a:pt x="60" y="78"/>
                      </a:lnTo>
                      <a:lnTo>
                        <a:pt x="62" y="78"/>
                      </a:lnTo>
                      <a:close/>
                      <a:moveTo>
                        <a:pt x="67" y="78"/>
                      </a:moveTo>
                      <a:lnTo>
                        <a:pt x="67" y="77"/>
                      </a:lnTo>
                      <a:lnTo>
                        <a:pt x="67" y="78"/>
                      </a:lnTo>
                      <a:lnTo>
                        <a:pt x="66" y="78"/>
                      </a:lnTo>
                      <a:lnTo>
                        <a:pt x="66" y="77"/>
                      </a:lnTo>
                      <a:lnTo>
                        <a:pt x="66" y="78"/>
                      </a:lnTo>
                      <a:lnTo>
                        <a:pt x="67" y="77"/>
                      </a:lnTo>
                      <a:lnTo>
                        <a:pt x="67" y="78"/>
                      </a:lnTo>
                      <a:close/>
                      <a:moveTo>
                        <a:pt x="66" y="77"/>
                      </a:moveTo>
                      <a:lnTo>
                        <a:pt x="67" y="77"/>
                      </a:lnTo>
                      <a:lnTo>
                        <a:pt x="66" y="78"/>
                      </a:lnTo>
                      <a:lnTo>
                        <a:pt x="66" y="77"/>
                      </a:lnTo>
                      <a:lnTo>
                        <a:pt x="66" y="78"/>
                      </a:lnTo>
                      <a:lnTo>
                        <a:pt x="64" y="78"/>
                      </a:lnTo>
                      <a:lnTo>
                        <a:pt x="64" y="77"/>
                      </a:lnTo>
                      <a:lnTo>
                        <a:pt x="66" y="77"/>
                      </a:lnTo>
                      <a:close/>
                      <a:moveTo>
                        <a:pt x="67" y="77"/>
                      </a:moveTo>
                      <a:lnTo>
                        <a:pt x="66" y="77"/>
                      </a:lnTo>
                      <a:lnTo>
                        <a:pt x="67" y="77"/>
                      </a:lnTo>
                      <a:close/>
                      <a:moveTo>
                        <a:pt x="49" y="77"/>
                      </a:moveTo>
                      <a:lnTo>
                        <a:pt x="51" y="77"/>
                      </a:lnTo>
                      <a:lnTo>
                        <a:pt x="53" y="77"/>
                      </a:lnTo>
                      <a:lnTo>
                        <a:pt x="55" y="77"/>
                      </a:lnTo>
                      <a:lnTo>
                        <a:pt x="53" y="77"/>
                      </a:lnTo>
                      <a:lnTo>
                        <a:pt x="55" y="78"/>
                      </a:lnTo>
                      <a:lnTo>
                        <a:pt x="53" y="78"/>
                      </a:lnTo>
                      <a:lnTo>
                        <a:pt x="55" y="78"/>
                      </a:lnTo>
                      <a:lnTo>
                        <a:pt x="53" y="78"/>
                      </a:lnTo>
                      <a:lnTo>
                        <a:pt x="55" y="78"/>
                      </a:lnTo>
                      <a:lnTo>
                        <a:pt x="53" y="78"/>
                      </a:lnTo>
                      <a:lnTo>
                        <a:pt x="55" y="78"/>
                      </a:lnTo>
                      <a:lnTo>
                        <a:pt x="53" y="80"/>
                      </a:lnTo>
                      <a:lnTo>
                        <a:pt x="55" y="80"/>
                      </a:lnTo>
                      <a:lnTo>
                        <a:pt x="53" y="80"/>
                      </a:lnTo>
                      <a:lnTo>
                        <a:pt x="55" y="80"/>
                      </a:lnTo>
                      <a:lnTo>
                        <a:pt x="55" y="82"/>
                      </a:lnTo>
                      <a:lnTo>
                        <a:pt x="55" y="80"/>
                      </a:lnTo>
                      <a:lnTo>
                        <a:pt x="55" y="82"/>
                      </a:lnTo>
                      <a:lnTo>
                        <a:pt x="53" y="84"/>
                      </a:lnTo>
                      <a:lnTo>
                        <a:pt x="51" y="84"/>
                      </a:lnTo>
                      <a:lnTo>
                        <a:pt x="49" y="84"/>
                      </a:lnTo>
                      <a:lnTo>
                        <a:pt x="49" y="82"/>
                      </a:lnTo>
                      <a:lnTo>
                        <a:pt x="47" y="82"/>
                      </a:lnTo>
                      <a:lnTo>
                        <a:pt x="47" y="80"/>
                      </a:lnTo>
                      <a:lnTo>
                        <a:pt x="45" y="80"/>
                      </a:lnTo>
                      <a:lnTo>
                        <a:pt x="45" y="78"/>
                      </a:lnTo>
                      <a:lnTo>
                        <a:pt x="45" y="77"/>
                      </a:lnTo>
                      <a:lnTo>
                        <a:pt x="44" y="77"/>
                      </a:lnTo>
                      <a:lnTo>
                        <a:pt x="45" y="77"/>
                      </a:lnTo>
                      <a:lnTo>
                        <a:pt x="47" y="77"/>
                      </a:lnTo>
                      <a:lnTo>
                        <a:pt x="49" y="77"/>
                      </a:lnTo>
                      <a:lnTo>
                        <a:pt x="49" y="75"/>
                      </a:lnTo>
                      <a:lnTo>
                        <a:pt x="49" y="77"/>
                      </a:lnTo>
                      <a:close/>
                      <a:moveTo>
                        <a:pt x="67" y="77"/>
                      </a:moveTo>
                      <a:lnTo>
                        <a:pt x="67" y="75"/>
                      </a:lnTo>
                      <a:lnTo>
                        <a:pt x="67" y="77"/>
                      </a:lnTo>
                      <a:close/>
                      <a:moveTo>
                        <a:pt x="66" y="73"/>
                      </a:moveTo>
                      <a:lnTo>
                        <a:pt x="64" y="73"/>
                      </a:lnTo>
                      <a:lnTo>
                        <a:pt x="66" y="73"/>
                      </a:lnTo>
                      <a:close/>
                      <a:moveTo>
                        <a:pt x="66" y="73"/>
                      </a:moveTo>
                      <a:lnTo>
                        <a:pt x="67" y="73"/>
                      </a:lnTo>
                      <a:lnTo>
                        <a:pt x="67" y="75"/>
                      </a:lnTo>
                      <a:lnTo>
                        <a:pt x="66" y="77"/>
                      </a:lnTo>
                      <a:lnTo>
                        <a:pt x="64" y="77"/>
                      </a:lnTo>
                      <a:lnTo>
                        <a:pt x="64" y="75"/>
                      </a:lnTo>
                      <a:lnTo>
                        <a:pt x="66" y="75"/>
                      </a:lnTo>
                      <a:lnTo>
                        <a:pt x="64" y="75"/>
                      </a:lnTo>
                      <a:lnTo>
                        <a:pt x="66" y="75"/>
                      </a:lnTo>
                      <a:lnTo>
                        <a:pt x="64" y="75"/>
                      </a:lnTo>
                      <a:lnTo>
                        <a:pt x="64" y="73"/>
                      </a:lnTo>
                      <a:lnTo>
                        <a:pt x="66" y="73"/>
                      </a:lnTo>
                      <a:close/>
                      <a:moveTo>
                        <a:pt x="64" y="71"/>
                      </a:moveTo>
                      <a:lnTo>
                        <a:pt x="66" y="71"/>
                      </a:lnTo>
                      <a:lnTo>
                        <a:pt x="64" y="71"/>
                      </a:lnTo>
                      <a:close/>
                      <a:moveTo>
                        <a:pt x="67" y="71"/>
                      </a:moveTo>
                      <a:lnTo>
                        <a:pt x="67" y="73"/>
                      </a:lnTo>
                      <a:lnTo>
                        <a:pt x="67" y="71"/>
                      </a:lnTo>
                      <a:lnTo>
                        <a:pt x="67" y="73"/>
                      </a:lnTo>
                      <a:lnTo>
                        <a:pt x="66" y="73"/>
                      </a:lnTo>
                      <a:lnTo>
                        <a:pt x="64" y="73"/>
                      </a:lnTo>
                      <a:lnTo>
                        <a:pt x="64" y="71"/>
                      </a:lnTo>
                      <a:lnTo>
                        <a:pt x="66" y="71"/>
                      </a:lnTo>
                      <a:lnTo>
                        <a:pt x="67" y="71"/>
                      </a:lnTo>
                      <a:close/>
                      <a:moveTo>
                        <a:pt x="64" y="71"/>
                      </a:moveTo>
                      <a:lnTo>
                        <a:pt x="64" y="69"/>
                      </a:lnTo>
                      <a:lnTo>
                        <a:pt x="64" y="71"/>
                      </a:lnTo>
                      <a:close/>
                      <a:moveTo>
                        <a:pt x="64" y="69"/>
                      </a:moveTo>
                      <a:lnTo>
                        <a:pt x="62" y="69"/>
                      </a:lnTo>
                      <a:lnTo>
                        <a:pt x="64" y="69"/>
                      </a:lnTo>
                      <a:close/>
                      <a:moveTo>
                        <a:pt x="64" y="66"/>
                      </a:moveTo>
                      <a:lnTo>
                        <a:pt x="62" y="66"/>
                      </a:lnTo>
                      <a:lnTo>
                        <a:pt x="64" y="66"/>
                      </a:lnTo>
                      <a:lnTo>
                        <a:pt x="62" y="64"/>
                      </a:lnTo>
                      <a:lnTo>
                        <a:pt x="64" y="64"/>
                      </a:lnTo>
                      <a:lnTo>
                        <a:pt x="64" y="62"/>
                      </a:lnTo>
                      <a:lnTo>
                        <a:pt x="64" y="64"/>
                      </a:lnTo>
                      <a:lnTo>
                        <a:pt x="64" y="66"/>
                      </a:lnTo>
                      <a:close/>
                      <a:moveTo>
                        <a:pt x="58" y="62"/>
                      </a:moveTo>
                      <a:lnTo>
                        <a:pt x="56" y="62"/>
                      </a:lnTo>
                      <a:lnTo>
                        <a:pt x="58" y="62"/>
                      </a:lnTo>
                      <a:close/>
                      <a:moveTo>
                        <a:pt x="58" y="62"/>
                      </a:moveTo>
                      <a:lnTo>
                        <a:pt x="56" y="62"/>
                      </a:lnTo>
                      <a:lnTo>
                        <a:pt x="56" y="64"/>
                      </a:lnTo>
                      <a:lnTo>
                        <a:pt x="56" y="62"/>
                      </a:lnTo>
                      <a:lnTo>
                        <a:pt x="55" y="62"/>
                      </a:lnTo>
                      <a:lnTo>
                        <a:pt x="56" y="62"/>
                      </a:lnTo>
                      <a:lnTo>
                        <a:pt x="58" y="62"/>
                      </a:lnTo>
                      <a:close/>
                      <a:moveTo>
                        <a:pt x="64" y="60"/>
                      </a:moveTo>
                      <a:lnTo>
                        <a:pt x="64" y="62"/>
                      </a:lnTo>
                      <a:lnTo>
                        <a:pt x="62" y="62"/>
                      </a:lnTo>
                      <a:lnTo>
                        <a:pt x="64" y="62"/>
                      </a:lnTo>
                      <a:lnTo>
                        <a:pt x="64" y="64"/>
                      </a:lnTo>
                      <a:lnTo>
                        <a:pt x="62" y="64"/>
                      </a:lnTo>
                      <a:lnTo>
                        <a:pt x="62" y="66"/>
                      </a:lnTo>
                      <a:lnTo>
                        <a:pt x="64" y="66"/>
                      </a:lnTo>
                      <a:lnTo>
                        <a:pt x="64" y="68"/>
                      </a:lnTo>
                      <a:lnTo>
                        <a:pt x="62" y="68"/>
                      </a:lnTo>
                      <a:lnTo>
                        <a:pt x="60" y="68"/>
                      </a:lnTo>
                      <a:lnTo>
                        <a:pt x="60" y="66"/>
                      </a:lnTo>
                      <a:lnTo>
                        <a:pt x="62" y="66"/>
                      </a:lnTo>
                      <a:lnTo>
                        <a:pt x="60" y="66"/>
                      </a:lnTo>
                      <a:lnTo>
                        <a:pt x="62" y="66"/>
                      </a:lnTo>
                      <a:lnTo>
                        <a:pt x="60" y="66"/>
                      </a:lnTo>
                      <a:lnTo>
                        <a:pt x="60" y="64"/>
                      </a:lnTo>
                      <a:lnTo>
                        <a:pt x="62" y="64"/>
                      </a:lnTo>
                      <a:lnTo>
                        <a:pt x="60" y="64"/>
                      </a:lnTo>
                      <a:lnTo>
                        <a:pt x="62" y="62"/>
                      </a:lnTo>
                      <a:lnTo>
                        <a:pt x="60" y="62"/>
                      </a:lnTo>
                      <a:lnTo>
                        <a:pt x="60" y="64"/>
                      </a:lnTo>
                      <a:lnTo>
                        <a:pt x="58" y="64"/>
                      </a:lnTo>
                      <a:lnTo>
                        <a:pt x="60" y="64"/>
                      </a:lnTo>
                      <a:lnTo>
                        <a:pt x="60" y="62"/>
                      </a:lnTo>
                      <a:lnTo>
                        <a:pt x="62" y="62"/>
                      </a:lnTo>
                      <a:lnTo>
                        <a:pt x="62" y="60"/>
                      </a:lnTo>
                      <a:lnTo>
                        <a:pt x="64" y="62"/>
                      </a:lnTo>
                      <a:lnTo>
                        <a:pt x="64" y="60"/>
                      </a:lnTo>
                      <a:close/>
                      <a:moveTo>
                        <a:pt x="64" y="60"/>
                      </a:moveTo>
                      <a:lnTo>
                        <a:pt x="66" y="60"/>
                      </a:lnTo>
                      <a:lnTo>
                        <a:pt x="64" y="60"/>
                      </a:lnTo>
                      <a:close/>
                      <a:moveTo>
                        <a:pt x="51" y="58"/>
                      </a:moveTo>
                      <a:lnTo>
                        <a:pt x="51" y="60"/>
                      </a:lnTo>
                      <a:lnTo>
                        <a:pt x="51" y="58"/>
                      </a:lnTo>
                      <a:close/>
                      <a:moveTo>
                        <a:pt x="64" y="60"/>
                      </a:moveTo>
                      <a:lnTo>
                        <a:pt x="64" y="62"/>
                      </a:lnTo>
                      <a:lnTo>
                        <a:pt x="62" y="60"/>
                      </a:lnTo>
                      <a:lnTo>
                        <a:pt x="62" y="62"/>
                      </a:lnTo>
                      <a:lnTo>
                        <a:pt x="60" y="62"/>
                      </a:lnTo>
                      <a:lnTo>
                        <a:pt x="60" y="60"/>
                      </a:lnTo>
                      <a:lnTo>
                        <a:pt x="62" y="60"/>
                      </a:lnTo>
                      <a:lnTo>
                        <a:pt x="62" y="58"/>
                      </a:lnTo>
                      <a:lnTo>
                        <a:pt x="64" y="58"/>
                      </a:lnTo>
                      <a:lnTo>
                        <a:pt x="66" y="58"/>
                      </a:lnTo>
                      <a:lnTo>
                        <a:pt x="66" y="60"/>
                      </a:lnTo>
                      <a:lnTo>
                        <a:pt x="64" y="60"/>
                      </a:lnTo>
                      <a:close/>
                      <a:moveTo>
                        <a:pt x="53" y="58"/>
                      </a:moveTo>
                      <a:lnTo>
                        <a:pt x="51" y="58"/>
                      </a:lnTo>
                      <a:lnTo>
                        <a:pt x="53" y="58"/>
                      </a:lnTo>
                      <a:close/>
                      <a:moveTo>
                        <a:pt x="60" y="62"/>
                      </a:moveTo>
                      <a:lnTo>
                        <a:pt x="58" y="62"/>
                      </a:lnTo>
                      <a:lnTo>
                        <a:pt x="60" y="60"/>
                      </a:lnTo>
                      <a:lnTo>
                        <a:pt x="60" y="58"/>
                      </a:lnTo>
                      <a:lnTo>
                        <a:pt x="62" y="58"/>
                      </a:lnTo>
                      <a:lnTo>
                        <a:pt x="62" y="60"/>
                      </a:lnTo>
                      <a:lnTo>
                        <a:pt x="60" y="60"/>
                      </a:lnTo>
                      <a:lnTo>
                        <a:pt x="60" y="62"/>
                      </a:lnTo>
                      <a:close/>
                      <a:moveTo>
                        <a:pt x="51" y="57"/>
                      </a:moveTo>
                      <a:lnTo>
                        <a:pt x="51" y="58"/>
                      </a:lnTo>
                      <a:lnTo>
                        <a:pt x="51" y="57"/>
                      </a:lnTo>
                      <a:close/>
                      <a:moveTo>
                        <a:pt x="49" y="58"/>
                      </a:moveTo>
                      <a:lnTo>
                        <a:pt x="49" y="57"/>
                      </a:lnTo>
                      <a:lnTo>
                        <a:pt x="51" y="57"/>
                      </a:lnTo>
                      <a:lnTo>
                        <a:pt x="51" y="58"/>
                      </a:lnTo>
                      <a:lnTo>
                        <a:pt x="49" y="58"/>
                      </a:lnTo>
                      <a:close/>
                      <a:moveTo>
                        <a:pt x="58" y="55"/>
                      </a:moveTo>
                      <a:lnTo>
                        <a:pt x="58" y="57"/>
                      </a:lnTo>
                      <a:lnTo>
                        <a:pt x="60" y="57"/>
                      </a:lnTo>
                      <a:lnTo>
                        <a:pt x="62" y="57"/>
                      </a:lnTo>
                      <a:lnTo>
                        <a:pt x="62" y="58"/>
                      </a:lnTo>
                      <a:lnTo>
                        <a:pt x="60" y="58"/>
                      </a:lnTo>
                      <a:lnTo>
                        <a:pt x="60" y="60"/>
                      </a:lnTo>
                      <a:lnTo>
                        <a:pt x="58" y="60"/>
                      </a:lnTo>
                      <a:lnTo>
                        <a:pt x="58" y="58"/>
                      </a:lnTo>
                      <a:lnTo>
                        <a:pt x="60" y="58"/>
                      </a:lnTo>
                      <a:lnTo>
                        <a:pt x="58" y="58"/>
                      </a:lnTo>
                      <a:lnTo>
                        <a:pt x="56" y="58"/>
                      </a:lnTo>
                      <a:lnTo>
                        <a:pt x="58" y="58"/>
                      </a:lnTo>
                      <a:lnTo>
                        <a:pt x="58" y="57"/>
                      </a:lnTo>
                      <a:lnTo>
                        <a:pt x="58" y="55"/>
                      </a:lnTo>
                      <a:close/>
                      <a:moveTo>
                        <a:pt x="45" y="55"/>
                      </a:moveTo>
                      <a:lnTo>
                        <a:pt x="47" y="57"/>
                      </a:lnTo>
                      <a:lnTo>
                        <a:pt x="45" y="57"/>
                      </a:lnTo>
                      <a:lnTo>
                        <a:pt x="45" y="55"/>
                      </a:lnTo>
                      <a:close/>
                      <a:moveTo>
                        <a:pt x="49" y="55"/>
                      </a:moveTo>
                      <a:lnTo>
                        <a:pt x="51" y="57"/>
                      </a:lnTo>
                      <a:lnTo>
                        <a:pt x="49" y="57"/>
                      </a:lnTo>
                      <a:lnTo>
                        <a:pt x="49" y="55"/>
                      </a:lnTo>
                      <a:close/>
                      <a:moveTo>
                        <a:pt x="45" y="55"/>
                      </a:moveTo>
                      <a:lnTo>
                        <a:pt x="47" y="55"/>
                      </a:lnTo>
                      <a:lnTo>
                        <a:pt x="45" y="55"/>
                      </a:lnTo>
                      <a:close/>
                      <a:moveTo>
                        <a:pt x="45" y="55"/>
                      </a:moveTo>
                      <a:lnTo>
                        <a:pt x="47" y="55"/>
                      </a:lnTo>
                      <a:lnTo>
                        <a:pt x="49" y="55"/>
                      </a:lnTo>
                      <a:lnTo>
                        <a:pt x="49" y="57"/>
                      </a:lnTo>
                      <a:lnTo>
                        <a:pt x="47" y="55"/>
                      </a:lnTo>
                      <a:lnTo>
                        <a:pt x="45" y="55"/>
                      </a:lnTo>
                      <a:close/>
                      <a:moveTo>
                        <a:pt x="56" y="55"/>
                      </a:moveTo>
                      <a:lnTo>
                        <a:pt x="58" y="55"/>
                      </a:lnTo>
                      <a:lnTo>
                        <a:pt x="56" y="55"/>
                      </a:lnTo>
                      <a:lnTo>
                        <a:pt x="55" y="55"/>
                      </a:lnTo>
                      <a:lnTo>
                        <a:pt x="55" y="53"/>
                      </a:lnTo>
                      <a:lnTo>
                        <a:pt x="56" y="53"/>
                      </a:lnTo>
                      <a:lnTo>
                        <a:pt x="56" y="55"/>
                      </a:lnTo>
                      <a:close/>
                      <a:moveTo>
                        <a:pt x="53" y="53"/>
                      </a:moveTo>
                      <a:lnTo>
                        <a:pt x="55" y="53"/>
                      </a:lnTo>
                      <a:lnTo>
                        <a:pt x="53" y="55"/>
                      </a:lnTo>
                      <a:lnTo>
                        <a:pt x="55" y="55"/>
                      </a:lnTo>
                      <a:lnTo>
                        <a:pt x="55" y="57"/>
                      </a:lnTo>
                      <a:lnTo>
                        <a:pt x="55" y="55"/>
                      </a:lnTo>
                      <a:lnTo>
                        <a:pt x="53" y="55"/>
                      </a:lnTo>
                      <a:lnTo>
                        <a:pt x="55" y="55"/>
                      </a:lnTo>
                      <a:lnTo>
                        <a:pt x="55" y="53"/>
                      </a:lnTo>
                      <a:lnTo>
                        <a:pt x="55" y="55"/>
                      </a:lnTo>
                      <a:lnTo>
                        <a:pt x="55" y="57"/>
                      </a:lnTo>
                      <a:lnTo>
                        <a:pt x="56" y="57"/>
                      </a:lnTo>
                      <a:lnTo>
                        <a:pt x="55" y="57"/>
                      </a:lnTo>
                      <a:lnTo>
                        <a:pt x="56" y="57"/>
                      </a:lnTo>
                      <a:lnTo>
                        <a:pt x="55" y="57"/>
                      </a:lnTo>
                      <a:lnTo>
                        <a:pt x="56" y="57"/>
                      </a:lnTo>
                      <a:lnTo>
                        <a:pt x="55" y="57"/>
                      </a:lnTo>
                      <a:lnTo>
                        <a:pt x="55" y="55"/>
                      </a:lnTo>
                      <a:lnTo>
                        <a:pt x="56" y="55"/>
                      </a:lnTo>
                      <a:lnTo>
                        <a:pt x="58" y="55"/>
                      </a:lnTo>
                      <a:lnTo>
                        <a:pt x="58" y="57"/>
                      </a:lnTo>
                      <a:lnTo>
                        <a:pt x="58" y="58"/>
                      </a:lnTo>
                      <a:lnTo>
                        <a:pt x="56" y="58"/>
                      </a:lnTo>
                      <a:lnTo>
                        <a:pt x="58" y="58"/>
                      </a:lnTo>
                      <a:lnTo>
                        <a:pt x="56" y="58"/>
                      </a:lnTo>
                      <a:lnTo>
                        <a:pt x="58" y="58"/>
                      </a:lnTo>
                      <a:lnTo>
                        <a:pt x="58" y="60"/>
                      </a:lnTo>
                      <a:lnTo>
                        <a:pt x="58" y="62"/>
                      </a:lnTo>
                      <a:lnTo>
                        <a:pt x="56" y="62"/>
                      </a:lnTo>
                      <a:lnTo>
                        <a:pt x="55" y="62"/>
                      </a:lnTo>
                      <a:lnTo>
                        <a:pt x="55" y="60"/>
                      </a:lnTo>
                      <a:lnTo>
                        <a:pt x="53" y="60"/>
                      </a:lnTo>
                      <a:lnTo>
                        <a:pt x="55" y="60"/>
                      </a:lnTo>
                      <a:lnTo>
                        <a:pt x="53" y="60"/>
                      </a:lnTo>
                      <a:lnTo>
                        <a:pt x="53" y="58"/>
                      </a:lnTo>
                      <a:lnTo>
                        <a:pt x="51" y="58"/>
                      </a:lnTo>
                      <a:lnTo>
                        <a:pt x="51" y="57"/>
                      </a:lnTo>
                      <a:lnTo>
                        <a:pt x="51" y="55"/>
                      </a:lnTo>
                      <a:lnTo>
                        <a:pt x="49" y="55"/>
                      </a:lnTo>
                      <a:lnTo>
                        <a:pt x="51" y="55"/>
                      </a:lnTo>
                      <a:lnTo>
                        <a:pt x="51" y="53"/>
                      </a:lnTo>
                      <a:lnTo>
                        <a:pt x="53" y="53"/>
                      </a:lnTo>
                      <a:close/>
                      <a:moveTo>
                        <a:pt x="51" y="53"/>
                      </a:moveTo>
                      <a:lnTo>
                        <a:pt x="49" y="53"/>
                      </a:lnTo>
                      <a:lnTo>
                        <a:pt x="51" y="53"/>
                      </a:lnTo>
                      <a:close/>
                      <a:moveTo>
                        <a:pt x="51" y="53"/>
                      </a:moveTo>
                      <a:lnTo>
                        <a:pt x="51" y="51"/>
                      </a:lnTo>
                      <a:lnTo>
                        <a:pt x="51" y="53"/>
                      </a:lnTo>
                      <a:close/>
                      <a:moveTo>
                        <a:pt x="49" y="51"/>
                      </a:moveTo>
                      <a:lnTo>
                        <a:pt x="49" y="49"/>
                      </a:lnTo>
                      <a:lnTo>
                        <a:pt x="49" y="51"/>
                      </a:lnTo>
                      <a:close/>
                      <a:moveTo>
                        <a:pt x="47" y="49"/>
                      </a:moveTo>
                      <a:lnTo>
                        <a:pt x="45" y="49"/>
                      </a:lnTo>
                      <a:lnTo>
                        <a:pt x="47" y="49"/>
                      </a:lnTo>
                      <a:close/>
                      <a:moveTo>
                        <a:pt x="49" y="49"/>
                      </a:moveTo>
                      <a:lnTo>
                        <a:pt x="47" y="49"/>
                      </a:lnTo>
                      <a:lnTo>
                        <a:pt x="49" y="49"/>
                      </a:lnTo>
                      <a:close/>
                      <a:moveTo>
                        <a:pt x="44" y="46"/>
                      </a:moveTo>
                      <a:lnTo>
                        <a:pt x="45" y="46"/>
                      </a:lnTo>
                      <a:lnTo>
                        <a:pt x="45" y="47"/>
                      </a:lnTo>
                      <a:lnTo>
                        <a:pt x="44" y="46"/>
                      </a:lnTo>
                      <a:close/>
                      <a:moveTo>
                        <a:pt x="44" y="46"/>
                      </a:moveTo>
                      <a:lnTo>
                        <a:pt x="44" y="47"/>
                      </a:lnTo>
                      <a:lnTo>
                        <a:pt x="45" y="47"/>
                      </a:lnTo>
                      <a:lnTo>
                        <a:pt x="45" y="49"/>
                      </a:lnTo>
                      <a:lnTo>
                        <a:pt x="45" y="47"/>
                      </a:lnTo>
                      <a:lnTo>
                        <a:pt x="44" y="47"/>
                      </a:lnTo>
                      <a:lnTo>
                        <a:pt x="42" y="47"/>
                      </a:lnTo>
                      <a:lnTo>
                        <a:pt x="42" y="46"/>
                      </a:lnTo>
                      <a:lnTo>
                        <a:pt x="44" y="46"/>
                      </a:lnTo>
                      <a:close/>
                      <a:moveTo>
                        <a:pt x="47" y="46"/>
                      </a:moveTo>
                      <a:lnTo>
                        <a:pt x="49" y="46"/>
                      </a:lnTo>
                      <a:lnTo>
                        <a:pt x="47" y="46"/>
                      </a:lnTo>
                      <a:lnTo>
                        <a:pt x="47" y="47"/>
                      </a:lnTo>
                      <a:lnTo>
                        <a:pt x="45" y="47"/>
                      </a:lnTo>
                      <a:lnTo>
                        <a:pt x="47" y="46"/>
                      </a:lnTo>
                      <a:close/>
                      <a:moveTo>
                        <a:pt x="47" y="44"/>
                      </a:moveTo>
                      <a:lnTo>
                        <a:pt x="47" y="46"/>
                      </a:lnTo>
                      <a:lnTo>
                        <a:pt x="47" y="44"/>
                      </a:lnTo>
                      <a:close/>
                      <a:moveTo>
                        <a:pt x="47" y="42"/>
                      </a:moveTo>
                      <a:lnTo>
                        <a:pt x="49" y="42"/>
                      </a:lnTo>
                      <a:lnTo>
                        <a:pt x="49" y="44"/>
                      </a:lnTo>
                      <a:lnTo>
                        <a:pt x="47" y="44"/>
                      </a:lnTo>
                      <a:lnTo>
                        <a:pt x="47" y="42"/>
                      </a:lnTo>
                      <a:close/>
                      <a:moveTo>
                        <a:pt x="49" y="44"/>
                      </a:moveTo>
                      <a:lnTo>
                        <a:pt x="49" y="42"/>
                      </a:lnTo>
                      <a:lnTo>
                        <a:pt x="49" y="44"/>
                      </a:lnTo>
                      <a:close/>
                      <a:moveTo>
                        <a:pt x="53" y="40"/>
                      </a:moveTo>
                      <a:lnTo>
                        <a:pt x="55" y="42"/>
                      </a:lnTo>
                      <a:lnTo>
                        <a:pt x="53" y="42"/>
                      </a:lnTo>
                      <a:lnTo>
                        <a:pt x="51" y="42"/>
                      </a:lnTo>
                      <a:lnTo>
                        <a:pt x="51" y="44"/>
                      </a:lnTo>
                      <a:lnTo>
                        <a:pt x="51" y="46"/>
                      </a:lnTo>
                      <a:lnTo>
                        <a:pt x="49" y="46"/>
                      </a:lnTo>
                      <a:lnTo>
                        <a:pt x="49" y="47"/>
                      </a:lnTo>
                      <a:lnTo>
                        <a:pt x="49" y="46"/>
                      </a:lnTo>
                      <a:lnTo>
                        <a:pt x="49" y="44"/>
                      </a:lnTo>
                      <a:lnTo>
                        <a:pt x="49" y="42"/>
                      </a:lnTo>
                      <a:lnTo>
                        <a:pt x="51" y="42"/>
                      </a:lnTo>
                      <a:lnTo>
                        <a:pt x="53" y="42"/>
                      </a:lnTo>
                      <a:lnTo>
                        <a:pt x="51" y="42"/>
                      </a:lnTo>
                      <a:lnTo>
                        <a:pt x="51" y="40"/>
                      </a:lnTo>
                      <a:lnTo>
                        <a:pt x="53" y="40"/>
                      </a:lnTo>
                      <a:close/>
                      <a:moveTo>
                        <a:pt x="49" y="42"/>
                      </a:moveTo>
                      <a:lnTo>
                        <a:pt x="47" y="42"/>
                      </a:lnTo>
                      <a:lnTo>
                        <a:pt x="47" y="44"/>
                      </a:lnTo>
                      <a:lnTo>
                        <a:pt x="47" y="42"/>
                      </a:lnTo>
                      <a:lnTo>
                        <a:pt x="49" y="42"/>
                      </a:lnTo>
                      <a:lnTo>
                        <a:pt x="49" y="40"/>
                      </a:lnTo>
                      <a:lnTo>
                        <a:pt x="51" y="40"/>
                      </a:lnTo>
                      <a:lnTo>
                        <a:pt x="49" y="42"/>
                      </a:lnTo>
                      <a:close/>
                      <a:moveTo>
                        <a:pt x="49" y="40"/>
                      </a:moveTo>
                      <a:lnTo>
                        <a:pt x="47" y="42"/>
                      </a:lnTo>
                      <a:lnTo>
                        <a:pt x="47" y="40"/>
                      </a:lnTo>
                      <a:lnTo>
                        <a:pt x="49" y="40"/>
                      </a:lnTo>
                      <a:close/>
                      <a:moveTo>
                        <a:pt x="45" y="40"/>
                      </a:moveTo>
                      <a:lnTo>
                        <a:pt x="45" y="38"/>
                      </a:lnTo>
                      <a:lnTo>
                        <a:pt x="45" y="40"/>
                      </a:lnTo>
                      <a:close/>
                      <a:moveTo>
                        <a:pt x="53" y="38"/>
                      </a:moveTo>
                      <a:lnTo>
                        <a:pt x="53" y="40"/>
                      </a:lnTo>
                      <a:lnTo>
                        <a:pt x="53" y="38"/>
                      </a:lnTo>
                      <a:close/>
                      <a:moveTo>
                        <a:pt x="44" y="38"/>
                      </a:moveTo>
                      <a:lnTo>
                        <a:pt x="44" y="40"/>
                      </a:lnTo>
                      <a:lnTo>
                        <a:pt x="45" y="40"/>
                      </a:lnTo>
                      <a:lnTo>
                        <a:pt x="45" y="42"/>
                      </a:lnTo>
                      <a:lnTo>
                        <a:pt x="45" y="44"/>
                      </a:lnTo>
                      <a:lnTo>
                        <a:pt x="45" y="42"/>
                      </a:lnTo>
                      <a:lnTo>
                        <a:pt x="45" y="44"/>
                      </a:lnTo>
                      <a:lnTo>
                        <a:pt x="45" y="46"/>
                      </a:lnTo>
                      <a:lnTo>
                        <a:pt x="45" y="44"/>
                      </a:lnTo>
                      <a:lnTo>
                        <a:pt x="45" y="46"/>
                      </a:lnTo>
                      <a:lnTo>
                        <a:pt x="44" y="46"/>
                      </a:lnTo>
                      <a:lnTo>
                        <a:pt x="44" y="44"/>
                      </a:lnTo>
                      <a:lnTo>
                        <a:pt x="42" y="44"/>
                      </a:lnTo>
                      <a:lnTo>
                        <a:pt x="42" y="42"/>
                      </a:lnTo>
                      <a:lnTo>
                        <a:pt x="42" y="40"/>
                      </a:lnTo>
                      <a:lnTo>
                        <a:pt x="42" y="38"/>
                      </a:lnTo>
                      <a:lnTo>
                        <a:pt x="44" y="38"/>
                      </a:lnTo>
                      <a:close/>
                      <a:moveTo>
                        <a:pt x="45" y="38"/>
                      </a:moveTo>
                      <a:lnTo>
                        <a:pt x="44" y="40"/>
                      </a:lnTo>
                      <a:lnTo>
                        <a:pt x="44" y="38"/>
                      </a:lnTo>
                      <a:lnTo>
                        <a:pt x="45" y="38"/>
                      </a:lnTo>
                      <a:close/>
                      <a:moveTo>
                        <a:pt x="44" y="38"/>
                      </a:moveTo>
                      <a:lnTo>
                        <a:pt x="44" y="36"/>
                      </a:lnTo>
                      <a:lnTo>
                        <a:pt x="44" y="38"/>
                      </a:lnTo>
                      <a:close/>
                      <a:moveTo>
                        <a:pt x="33" y="35"/>
                      </a:moveTo>
                      <a:lnTo>
                        <a:pt x="33" y="36"/>
                      </a:lnTo>
                      <a:lnTo>
                        <a:pt x="33" y="38"/>
                      </a:lnTo>
                      <a:lnTo>
                        <a:pt x="35" y="38"/>
                      </a:lnTo>
                      <a:lnTo>
                        <a:pt x="35" y="40"/>
                      </a:lnTo>
                      <a:lnTo>
                        <a:pt x="35" y="42"/>
                      </a:lnTo>
                      <a:lnTo>
                        <a:pt x="36" y="42"/>
                      </a:lnTo>
                      <a:lnTo>
                        <a:pt x="36" y="44"/>
                      </a:lnTo>
                      <a:lnTo>
                        <a:pt x="35" y="44"/>
                      </a:lnTo>
                      <a:lnTo>
                        <a:pt x="35" y="42"/>
                      </a:lnTo>
                      <a:lnTo>
                        <a:pt x="35" y="40"/>
                      </a:lnTo>
                      <a:lnTo>
                        <a:pt x="33" y="40"/>
                      </a:lnTo>
                      <a:lnTo>
                        <a:pt x="35" y="40"/>
                      </a:lnTo>
                      <a:lnTo>
                        <a:pt x="33" y="38"/>
                      </a:lnTo>
                      <a:lnTo>
                        <a:pt x="33" y="36"/>
                      </a:lnTo>
                      <a:lnTo>
                        <a:pt x="33" y="35"/>
                      </a:lnTo>
                      <a:lnTo>
                        <a:pt x="31" y="35"/>
                      </a:lnTo>
                      <a:lnTo>
                        <a:pt x="33" y="35"/>
                      </a:lnTo>
                      <a:close/>
                      <a:moveTo>
                        <a:pt x="24" y="35"/>
                      </a:moveTo>
                      <a:lnTo>
                        <a:pt x="25" y="35"/>
                      </a:lnTo>
                      <a:lnTo>
                        <a:pt x="25" y="36"/>
                      </a:lnTo>
                      <a:lnTo>
                        <a:pt x="27" y="36"/>
                      </a:lnTo>
                      <a:lnTo>
                        <a:pt x="27" y="38"/>
                      </a:lnTo>
                      <a:lnTo>
                        <a:pt x="27" y="40"/>
                      </a:lnTo>
                      <a:lnTo>
                        <a:pt x="29" y="40"/>
                      </a:lnTo>
                      <a:lnTo>
                        <a:pt x="29" y="42"/>
                      </a:lnTo>
                      <a:lnTo>
                        <a:pt x="29" y="44"/>
                      </a:lnTo>
                      <a:lnTo>
                        <a:pt x="27" y="44"/>
                      </a:lnTo>
                      <a:lnTo>
                        <a:pt x="27" y="42"/>
                      </a:lnTo>
                      <a:lnTo>
                        <a:pt x="27" y="40"/>
                      </a:lnTo>
                      <a:lnTo>
                        <a:pt x="27" y="38"/>
                      </a:lnTo>
                      <a:lnTo>
                        <a:pt x="25" y="38"/>
                      </a:lnTo>
                      <a:lnTo>
                        <a:pt x="25" y="36"/>
                      </a:lnTo>
                      <a:lnTo>
                        <a:pt x="25" y="35"/>
                      </a:lnTo>
                      <a:lnTo>
                        <a:pt x="24" y="35"/>
                      </a:lnTo>
                      <a:lnTo>
                        <a:pt x="24" y="33"/>
                      </a:lnTo>
                      <a:lnTo>
                        <a:pt x="25" y="33"/>
                      </a:lnTo>
                      <a:lnTo>
                        <a:pt x="24" y="33"/>
                      </a:lnTo>
                      <a:lnTo>
                        <a:pt x="24" y="35"/>
                      </a:lnTo>
                      <a:close/>
                      <a:moveTo>
                        <a:pt x="42" y="35"/>
                      </a:moveTo>
                      <a:lnTo>
                        <a:pt x="42" y="33"/>
                      </a:lnTo>
                      <a:lnTo>
                        <a:pt x="42" y="35"/>
                      </a:lnTo>
                      <a:close/>
                      <a:moveTo>
                        <a:pt x="42" y="35"/>
                      </a:moveTo>
                      <a:lnTo>
                        <a:pt x="42" y="33"/>
                      </a:lnTo>
                      <a:lnTo>
                        <a:pt x="42" y="35"/>
                      </a:lnTo>
                      <a:close/>
                      <a:moveTo>
                        <a:pt x="44" y="35"/>
                      </a:moveTo>
                      <a:lnTo>
                        <a:pt x="44" y="36"/>
                      </a:lnTo>
                      <a:lnTo>
                        <a:pt x="44" y="38"/>
                      </a:lnTo>
                      <a:lnTo>
                        <a:pt x="44" y="36"/>
                      </a:lnTo>
                      <a:lnTo>
                        <a:pt x="44" y="38"/>
                      </a:lnTo>
                      <a:lnTo>
                        <a:pt x="42" y="38"/>
                      </a:lnTo>
                      <a:lnTo>
                        <a:pt x="42" y="36"/>
                      </a:lnTo>
                      <a:lnTo>
                        <a:pt x="42" y="35"/>
                      </a:lnTo>
                      <a:lnTo>
                        <a:pt x="40" y="35"/>
                      </a:lnTo>
                      <a:lnTo>
                        <a:pt x="40" y="33"/>
                      </a:lnTo>
                      <a:lnTo>
                        <a:pt x="42" y="33"/>
                      </a:lnTo>
                      <a:lnTo>
                        <a:pt x="42" y="35"/>
                      </a:lnTo>
                      <a:lnTo>
                        <a:pt x="42" y="33"/>
                      </a:lnTo>
                      <a:lnTo>
                        <a:pt x="44" y="33"/>
                      </a:lnTo>
                      <a:lnTo>
                        <a:pt x="44" y="35"/>
                      </a:lnTo>
                      <a:close/>
                      <a:moveTo>
                        <a:pt x="25" y="33"/>
                      </a:moveTo>
                      <a:lnTo>
                        <a:pt x="27" y="33"/>
                      </a:lnTo>
                      <a:lnTo>
                        <a:pt x="29" y="33"/>
                      </a:lnTo>
                      <a:lnTo>
                        <a:pt x="31" y="33"/>
                      </a:lnTo>
                      <a:lnTo>
                        <a:pt x="31" y="35"/>
                      </a:lnTo>
                      <a:lnTo>
                        <a:pt x="33" y="36"/>
                      </a:lnTo>
                      <a:lnTo>
                        <a:pt x="31" y="36"/>
                      </a:lnTo>
                      <a:lnTo>
                        <a:pt x="31" y="38"/>
                      </a:lnTo>
                      <a:lnTo>
                        <a:pt x="31" y="40"/>
                      </a:lnTo>
                      <a:lnTo>
                        <a:pt x="33" y="42"/>
                      </a:lnTo>
                      <a:lnTo>
                        <a:pt x="31" y="42"/>
                      </a:lnTo>
                      <a:lnTo>
                        <a:pt x="33" y="42"/>
                      </a:lnTo>
                      <a:lnTo>
                        <a:pt x="33" y="44"/>
                      </a:lnTo>
                      <a:lnTo>
                        <a:pt x="33" y="42"/>
                      </a:lnTo>
                      <a:lnTo>
                        <a:pt x="31" y="42"/>
                      </a:lnTo>
                      <a:lnTo>
                        <a:pt x="31" y="40"/>
                      </a:lnTo>
                      <a:lnTo>
                        <a:pt x="29" y="40"/>
                      </a:lnTo>
                      <a:lnTo>
                        <a:pt x="29" y="38"/>
                      </a:lnTo>
                      <a:lnTo>
                        <a:pt x="29" y="36"/>
                      </a:lnTo>
                      <a:lnTo>
                        <a:pt x="27" y="36"/>
                      </a:lnTo>
                      <a:lnTo>
                        <a:pt x="27" y="35"/>
                      </a:lnTo>
                      <a:lnTo>
                        <a:pt x="27" y="33"/>
                      </a:lnTo>
                      <a:lnTo>
                        <a:pt x="25" y="33"/>
                      </a:lnTo>
                      <a:close/>
                      <a:moveTo>
                        <a:pt x="31" y="33"/>
                      </a:moveTo>
                      <a:lnTo>
                        <a:pt x="31" y="35"/>
                      </a:lnTo>
                      <a:lnTo>
                        <a:pt x="31" y="33"/>
                      </a:lnTo>
                      <a:lnTo>
                        <a:pt x="29" y="33"/>
                      </a:lnTo>
                      <a:lnTo>
                        <a:pt x="29" y="31"/>
                      </a:lnTo>
                      <a:lnTo>
                        <a:pt x="31" y="31"/>
                      </a:lnTo>
                      <a:lnTo>
                        <a:pt x="31" y="33"/>
                      </a:lnTo>
                      <a:close/>
                      <a:moveTo>
                        <a:pt x="33" y="29"/>
                      </a:moveTo>
                      <a:lnTo>
                        <a:pt x="35" y="31"/>
                      </a:lnTo>
                      <a:lnTo>
                        <a:pt x="35" y="33"/>
                      </a:lnTo>
                      <a:lnTo>
                        <a:pt x="36" y="33"/>
                      </a:lnTo>
                      <a:lnTo>
                        <a:pt x="35" y="33"/>
                      </a:lnTo>
                      <a:lnTo>
                        <a:pt x="35" y="35"/>
                      </a:lnTo>
                      <a:lnTo>
                        <a:pt x="33" y="35"/>
                      </a:lnTo>
                      <a:lnTo>
                        <a:pt x="31" y="33"/>
                      </a:lnTo>
                      <a:lnTo>
                        <a:pt x="31" y="31"/>
                      </a:lnTo>
                      <a:lnTo>
                        <a:pt x="31" y="29"/>
                      </a:lnTo>
                      <a:lnTo>
                        <a:pt x="33" y="29"/>
                      </a:lnTo>
                      <a:close/>
                      <a:moveTo>
                        <a:pt x="25" y="31"/>
                      </a:moveTo>
                      <a:lnTo>
                        <a:pt x="25" y="29"/>
                      </a:lnTo>
                      <a:lnTo>
                        <a:pt x="27" y="27"/>
                      </a:lnTo>
                      <a:lnTo>
                        <a:pt x="27" y="29"/>
                      </a:lnTo>
                      <a:lnTo>
                        <a:pt x="25" y="31"/>
                      </a:lnTo>
                      <a:close/>
                      <a:moveTo>
                        <a:pt x="18" y="29"/>
                      </a:moveTo>
                      <a:lnTo>
                        <a:pt x="16" y="29"/>
                      </a:lnTo>
                      <a:lnTo>
                        <a:pt x="16" y="27"/>
                      </a:lnTo>
                      <a:lnTo>
                        <a:pt x="18" y="27"/>
                      </a:lnTo>
                      <a:lnTo>
                        <a:pt x="18" y="29"/>
                      </a:lnTo>
                      <a:close/>
                      <a:moveTo>
                        <a:pt x="35" y="29"/>
                      </a:moveTo>
                      <a:lnTo>
                        <a:pt x="35" y="27"/>
                      </a:lnTo>
                      <a:lnTo>
                        <a:pt x="36" y="27"/>
                      </a:lnTo>
                      <a:lnTo>
                        <a:pt x="35" y="27"/>
                      </a:lnTo>
                      <a:lnTo>
                        <a:pt x="36" y="25"/>
                      </a:lnTo>
                      <a:lnTo>
                        <a:pt x="36" y="27"/>
                      </a:lnTo>
                      <a:lnTo>
                        <a:pt x="38" y="27"/>
                      </a:lnTo>
                      <a:lnTo>
                        <a:pt x="38" y="29"/>
                      </a:lnTo>
                      <a:lnTo>
                        <a:pt x="38" y="31"/>
                      </a:lnTo>
                      <a:lnTo>
                        <a:pt x="38" y="33"/>
                      </a:lnTo>
                      <a:lnTo>
                        <a:pt x="40" y="33"/>
                      </a:lnTo>
                      <a:lnTo>
                        <a:pt x="40" y="35"/>
                      </a:lnTo>
                      <a:lnTo>
                        <a:pt x="38" y="35"/>
                      </a:lnTo>
                      <a:lnTo>
                        <a:pt x="36" y="35"/>
                      </a:lnTo>
                      <a:lnTo>
                        <a:pt x="36" y="36"/>
                      </a:lnTo>
                      <a:lnTo>
                        <a:pt x="35" y="36"/>
                      </a:lnTo>
                      <a:lnTo>
                        <a:pt x="35" y="35"/>
                      </a:lnTo>
                      <a:lnTo>
                        <a:pt x="35" y="33"/>
                      </a:lnTo>
                      <a:lnTo>
                        <a:pt x="36" y="33"/>
                      </a:lnTo>
                      <a:lnTo>
                        <a:pt x="35" y="31"/>
                      </a:lnTo>
                      <a:lnTo>
                        <a:pt x="35" y="29"/>
                      </a:lnTo>
                      <a:lnTo>
                        <a:pt x="33" y="29"/>
                      </a:lnTo>
                      <a:lnTo>
                        <a:pt x="35" y="29"/>
                      </a:lnTo>
                      <a:close/>
                      <a:moveTo>
                        <a:pt x="33" y="25"/>
                      </a:moveTo>
                      <a:lnTo>
                        <a:pt x="35" y="25"/>
                      </a:lnTo>
                      <a:lnTo>
                        <a:pt x="35" y="27"/>
                      </a:lnTo>
                      <a:lnTo>
                        <a:pt x="33" y="27"/>
                      </a:lnTo>
                      <a:lnTo>
                        <a:pt x="33" y="29"/>
                      </a:lnTo>
                      <a:lnTo>
                        <a:pt x="33" y="27"/>
                      </a:lnTo>
                      <a:lnTo>
                        <a:pt x="31" y="27"/>
                      </a:lnTo>
                      <a:lnTo>
                        <a:pt x="33" y="27"/>
                      </a:lnTo>
                      <a:lnTo>
                        <a:pt x="31" y="27"/>
                      </a:lnTo>
                      <a:lnTo>
                        <a:pt x="31" y="25"/>
                      </a:lnTo>
                      <a:lnTo>
                        <a:pt x="33" y="25"/>
                      </a:lnTo>
                      <a:close/>
                      <a:moveTo>
                        <a:pt x="38" y="25"/>
                      </a:moveTo>
                      <a:lnTo>
                        <a:pt x="40" y="25"/>
                      </a:lnTo>
                      <a:lnTo>
                        <a:pt x="38" y="25"/>
                      </a:lnTo>
                      <a:lnTo>
                        <a:pt x="40" y="27"/>
                      </a:lnTo>
                      <a:lnTo>
                        <a:pt x="40" y="29"/>
                      </a:lnTo>
                      <a:lnTo>
                        <a:pt x="42" y="29"/>
                      </a:lnTo>
                      <a:lnTo>
                        <a:pt x="42" y="31"/>
                      </a:lnTo>
                      <a:lnTo>
                        <a:pt x="42" y="33"/>
                      </a:lnTo>
                      <a:lnTo>
                        <a:pt x="40" y="33"/>
                      </a:lnTo>
                      <a:lnTo>
                        <a:pt x="40" y="35"/>
                      </a:lnTo>
                      <a:lnTo>
                        <a:pt x="40" y="36"/>
                      </a:lnTo>
                      <a:lnTo>
                        <a:pt x="40" y="35"/>
                      </a:lnTo>
                      <a:lnTo>
                        <a:pt x="40" y="33"/>
                      </a:lnTo>
                      <a:lnTo>
                        <a:pt x="38" y="33"/>
                      </a:lnTo>
                      <a:lnTo>
                        <a:pt x="38" y="31"/>
                      </a:lnTo>
                      <a:lnTo>
                        <a:pt x="38" y="29"/>
                      </a:lnTo>
                      <a:lnTo>
                        <a:pt x="38" y="27"/>
                      </a:lnTo>
                      <a:lnTo>
                        <a:pt x="36" y="27"/>
                      </a:lnTo>
                      <a:lnTo>
                        <a:pt x="36" y="25"/>
                      </a:lnTo>
                      <a:lnTo>
                        <a:pt x="38" y="25"/>
                      </a:lnTo>
                      <a:close/>
                      <a:moveTo>
                        <a:pt x="38" y="24"/>
                      </a:moveTo>
                      <a:lnTo>
                        <a:pt x="38" y="25"/>
                      </a:lnTo>
                      <a:lnTo>
                        <a:pt x="36" y="24"/>
                      </a:lnTo>
                      <a:lnTo>
                        <a:pt x="38" y="24"/>
                      </a:lnTo>
                      <a:close/>
                      <a:moveTo>
                        <a:pt x="24" y="24"/>
                      </a:moveTo>
                      <a:lnTo>
                        <a:pt x="24" y="22"/>
                      </a:lnTo>
                      <a:lnTo>
                        <a:pt x="25" y="22"/>
                      </a:lnTo>
                      <a:lnTo>
                        <a:pt x="25" y="24"/>
                      </a:lnTo>
                      <a:lnTo>
                        <a:pt x="25" y="25"/>
                      </a:lnTo>
                      <a:lnTo>
                        <a:pt x="24" y="25"/>
                      </a:lnTo>
                      <a:lnTo>
                        <a:pt x="25" y="25"/>
                      </a:lnTo>
                      <a:lnTo>
                        <a:pt x="24" y="25"/>
                      </a:lnTo>
                      <a:lnTo>
                        <a:pt x="22" y="25"/>
                      </a:lnTo>
                      <a:lnTo>
                        <a:pt x="24" y="25"/>
                      </a:lnTo>
                      <a:lnTo>
                        <a:pt x="22" y="24"/>
                      </a:lnTo>
                      <a:lnTo>
                        <a:pt x="22" y="22"/>
                      </a:lnTo>
                      <a:lnTo>
                        <a:pt x="22" y="24"/>
                      </a:lnTo>
                      <a:lnTo>
                        <a:pt x="24" y="24"/>
                      </a:lnTo>
                      <a:close/>
                      <a:moveTo>
                        <a:pt x="18" y="25"/>
                      </a:moveTo>
                      <a:lnTo>
                        <a:pt x="18" y="24"/>
                      </a:lnTo>
                      <a:lnTo>
                        <a:pt x="18" y="22"/>
                      </a:lnTo>
                      <a:lnTo>
                        <a:pt x="18" y="24"/>
                      </a:lnTo>
                      <a:lnTo>
                        <a:pt x="18" y="25"/>
                      </a:lnTo>
                      <a:close/>
                      <a:moveTo>
                        <a:pt x="35" y="29"/>
                      </a:moveTo>
                      <a:lnTo>
                        <a:pt x="33" y="29"/>
                      </a:lnTo>
                      <a:lnTo>
                        <a:pt x="31" y="29"/>
                      </a:lnTo>
                      <a:lnTo>
                        <a:pt x="33" y="29"/>
                      </a:lnTo>
                      <a:lnTo>
                        <a:pt x="33" y="27"/>
                      </a:lnTo>
                      <a:lnTo>
                        <a:pt x="35" y="27"/>
                      </a:lnTo>
                      <a:lnTo>
                        <a:pt x="35" y="25"/>
                      </a:lnTo>
                      <a:lnTo>
                        <a:pt x="35" y="24"/>
                      </a:lnTo>
                      <a:lnTo>
                        <a:pt x="35" y="22"/>
                      </a:lnTo>
                      <a:lnTo>
                        <a:pt x="36" y="22"/>
                      </a:lnTo>
                      <a:lnTo>
                        <a:pt x="36" y="20"/>
                      </a:lnTo>
                      <a:lnTo>
                        <a:pt x="38" y="20"/>
                      </a:lnTo>
                      <a:lnTo>
                        <a:pt x="38" y="22"/>
                      </a:lnTo>
                      <a:lnTo>
                        <a:pt x="38" y="24"/>
                      </a:lnTo>
                      <a:lnTo>
                        <a:pt x="36" y="24"/>
                      </a:lnTo>
                      <a:lnTo>
                        <a:pt x="38" y="25"/>
                      </a:lnTo>
                      <a:lnTo>
                        <a:pt x="36" y="25"/>
                      </a:lnTo>
                      <a:lnTo>
                        <a:pt x="36" y="27"/>
                      </a:lnTo>
                      <a:lnTo>
                        <a:pt x="35" y="27"/>
                      </a:lnTo>
                      <a:lnTo>
                        <a:pt x="36" y="27"/>
                      </a:lnTo>
                      <a:lnTo>
                        <a:pt x="35" y="27"/>
                      </a:lnTo>
                      <a:lnTo>
                        <a:pt x="35" y="29"/>
                      </a:lnTo>
                      <a:close/>
                      <a:moveTo>
                        <a:pt x="31" y="22"/>
                      </a:moveTo>
                      <a:lnTo>
                        <a:pt x="29" y="22"/>
                      </a:lnTo>
                      <a:lnTo>
                        <a:pt x="31" y="24"/>
                      </a:lnTo>
                      <a:lnTo>
                        <a:pt x="29" y="24"/>
                      </a:lnTo>
                      <a:lnTo>
                        <a:pt x="29" y="22"/>
                      </a:lnTo>
                      <a:lnTo>
                        <a:pt x="29" y="20"/>
                      </a:lnTo>
                      <a:lnTo>
                        <a:pt x="29" y="18"/>
                      </a:lnTo>
                      <a:lnTo>
                        <a:pt x="31" y="18"/>
                      </a:lnTo>
                      <a:lnTo>
                        <a:pt x="31" y="20"/>
                      </a:lnTo>
                      <a:lnTo>
                        <a:pt x="31" y="22"/>
                      </a:lnTo>
                      <a:close/>
                      <a:moveTo>
                        <a:pt x="18" y="16"/>
                      </a:moveTo>
                      <a:lnTo>
                        <a:pt x="16" y="16"/>
                      </a:lnTo>
                      <a:lnTo>
                        <a:pt x="16" y="15"/>
                      </a:lnTo>
                      <a:lnTo>
                        <a:pt x="16" y="16"/>
                      </a:lnTo>
                      <a:lnTo>
                        <a:pt x="18" y="16"/>
                      </a:lnTo>
                      <a:close/>
                      <a:moveTo>
                        <a:pt x="2" y="0"/>
                      </a:moveTo>
                      <a:lnTo>
                        <a:pt x="0"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8" name="Freeform 73">
                  <a:extLst>
                    <a:ext uri="{FF2B5EF4-FFF2-40B4-BE49-F238E27FC236}">
                      <a16:creationId xmlns:a16="http://schemas.microsoft.com/office/drawing/2014/main" id="{C8A228E5-8E57-249B-46FC-8C614B2905C6}"/>
                    </a:ext>
                  </a:extLst>
                </p:cNvPr>
                <p:cNvSpPr>
                  <a:spLocks noEditPoints="1"/>
                </p:cNvSpPr>
                <p:nvPr/>
              </p:nvSpPr>
              <p:spPr bwMode="auto">
                <a:xfrm>
                  <a:off x="5160869" y="3727899"/>
                  <a:ext cx="395781" cy="690357"/>
                </a:xfrm>
                <a:custGeom>
                  <a:avLst/>
                  <a:gdLst>
                    <a:gd name="T0" fmla="*/ 188 w 219"/>
                    <a:gd name="T1" fmla="*/ 378 h 382"/>
                    <a:gd name="T2" fmla="*/ 181 w 219"/>
                    <a:gd name="T3" fmla="*/ 373 h 382"/>
                    <a:gd name="T4" fmla="*/ 192 w 219"/>
                    <a:gd name="T5" fmla="*/ 367 h 382"/>
                    <a:gd name="T6" fmla="*/ 190 w 219"/>
                    <a:gd name="T7" fmla="*/ 360 h 382"/>
                    <a:gd name="T8" fmla="*/ 190 w 219"/>
                    <a:gd name="T9" fmla="*/ 351 h 382"/>
                    <a:gd name="T10" fmla="*/ 201 w 219"/>
                    <a:gd name="T11" fmla="*/ 347 h 382"/>
                    <a:gd name="T12" fmla="*/ 188 w 219"/>
                    <a:gd name="T13" fmla="*/ 347 h 382"/>
                    <a:gd name="T14" fmla="*/ 183 w 219"/>
                    <a:gd name="T15" fmla="*/ 344 h 382"/>
                    <a:gd name="T16" fmla="*/ 201 w 219"/>
                    <a:gd name="T17" fmla="*/ 340 h 382"/>
                    <a:gd name="T18" fmla="*/ 185 w 219"/>
                    <a:gd name="T19" fmla="*/ 333 h 382"/>
                    <a:gd name="T20" fmla="*/ 188 w 219"/>
                    <a:gd name="T21" fmla="*/ 329 h 382"/>
                    <a:gd name="T22" fmla="*/ 183 w 219"/>
                    <a:gd name="T23" fmla="*/ 327 h 382"/>
                    <a:gd name="T24" fmla="*/ 179 w 219"/>
                    <a:gd name="T25" fmla="*/ 322 h 382"/>
                    <a:gd name="T26" fmla="*/ 199 w 219"/>
                    <a:gd name="T27" fmla="*/ 320 h 382"/>
                    <a:gd name="T28" fmla="*/ 181 w 219"/>
                    <a:gd name="T29" fmla="*/ 314 h 382"/>
                    <a:gd name="T30" fmla="*/ 161 w 219"/>
                    <a:gd name="T31" fmla="*/ 309 h 382"/>
                    <a:gd name="T32" fmla="*/ 199 w 219"/>
                    <a:gd name="T33" fmla="*/ 307 h 382"/>
                    <a:gd name="T34" fmla="*/ 190 w 219"/>
                    <a:gd name="T35" fmla="*/ 307 h 382"/>
                    <a:gd name="T36" fmla="*/ 208 w 219"/>
                    <a:gd name="T37" fmla="*/ 303 h 382"/>
                    <a:gd name="T38" fmla="*/ 190 w 219"/>
                    <a:gd name="T39" fmla="*/ 303 h 382"/>
                    <a:gd name="T40" fmla="*/ 181 w 219"/>
                    <a:gd name="T41" fmla="*/ 298 h 382"/>
                    <a:gd name="T42" fmla="*/ 181 w 219"/>
                    <a:gd name="T43" fmla="*/ 298 h 382"/>
                    <a:gd name="T44" fmla="*/ 208 w 219"/>
                    <a:gd name="T45" fmla="*/ 298 h 382"/>
                    <a:gd name="T46" fmla="*/ 183 w 219"/>
                    <a:gd name="T47" fmla="*/ 298 h 382"/>
                    <a:gd name="T48" fmla="*/ 188 w 219"/>
                    <a:gd name="T49" fmla="*/ 294 h 382"/>
                    <a:gd name="T50" fmla="*/ 196 w 219"/>
                    <a:gd name="T51" fmla="*/ 294 h 382"/>
                    <a:gd name="T52" fmla="*/ 194 w 219"/>
                    <a:gd name="T53" fmla="*/ 292 h 382"/>
                    <a:gd name="T54" fmla="*/ 192 w 219"/>
                    <a:gd name="T55" fmla="*/ 292 h 382"/>
                    <a:gd name="T56" fmla="*/ 194 w 219"/>
                    <a:gd name="T57" fmla="*/ 291 h 382"/>
                    <a:gd name="T58" fmla="*/ 198 w 219"/>
                    <a:gd name="T59" fmla="*/ 291 h 382"/>
                    <a:gd name="T60" fmla="*/ 183 w 219"/>
                    <a:gd name="T61" fmla="*/ 289 h 382"/>
                    <a:gd name="T62" fmla="*/ 176 w 219"/>
                    <a:gd name="T63" fmla="*/ 285 h 382"/>
                    <a:gd name="T64" fmla="*/ 196 w 219"/>
                    <a:gd name="T65" fmla="*/ 283 h 382"/>
                    <a:gd name="T66" fmla="*/ 192 w 219"/>
                    <a:gd name="T67" fmla="*/ 280 h 382"/>
                    <a:gd name="T68" fmla="*/ 199 w 219"/>
                    <a:gd name="T69" fmla="*/ 274 h 382"/>
                    <a:gd name="T70" fmla="*/ 201 w 219"/>
                    <a:gd name="T71" fmla="*/ 263 h 382"/>
                    <a:gd name="T72" fmla="*/ 188 w 219"/>
                    <a:gd name="T73" fmla="*/ 236 h 382"/>
                    <a:gd name="T74" fmla="*/ 188 w 219"/>
                    <a:gd name="T75" fmla="*/ 228 h 382"/>
                    <a:gd name="T76" fmla="*/ 185 w 219"/>
                    <a:gd name="T77" fmla="*/ 225 h 382"/>
                    <a:gd name="T78" fmla="*/ 174 w 219"/>
                    <a:gd name="T79" fmla="*/ 221 h 382"/>
                    <a:gd name="T80" fmla="*/ 177 w 219"/>
                    <a:gd name="T81" fmla="*/ 203 h 382"/>
                    <a:gd name="T82" fmla="*/ 170 w 219"/>
                    <a:gd name="T83" fmla="*/ 190 h 382"/>
                    <a:gd name="T84" fmla="*/ 166 w 219"/>
                    <a:gd name="T85" fmla="*/ 163 h 382"/>
                    <a:gd name="T86" fmla="*/ 77 w 219"/>
                    <a:gd name="T87" fmla="*/ 159 h 382"/>
                    <a:gd name="T88" fmla="*/ 86 w 219"/>
                    <a:gd name="T89" fmla="*/ 154 h 382"/>
                    <a:gd name="T90" fmla="*/ 79 w 219"/>
                    <a:gd name="T91" fmla="*/ 150 h 382"/>
                    <a:gd name="T92" fmla="*/ 166 w 219"/>
                    <a:gd name="T93" fmla="*/ 146 h 382"/>
                    <a:gd name="T94" fmla="*/ 48 w 219"/>
                    <a:gd name="T95" fmla="*/ 137 h 382"/>
                    <a:gd name="T96" fmla="*/ 51 w 219"/>
                    <a:gd name="T97" fmla="*/ 130 h 382"/>
                    <a:gd name="T98" fmla="*/ 68 w 219"/>
                    <a:gd name="T99" fmla="*/ 126 h 382"/>
                    <a:gd name="T100" fmla="*/ 141 w 219"/>
                    <a:gd name="T101" fmla="*/ 124 h 382"/>
                    <a:gd name="T102" fmla="*/ 30 w 219"/>
                    <a:gd name="T103" fmla="*/ 44 h 382"/>
                    <a:gd name="T104" fmla="*/ 28 w 219"/>
                    <a:gd name="T105" fmla="*/ 42 h 382"/>
                    <a:gd name="T106" fmla="*/ 24 w 219"/>
                    <a:gd name="T107" fmla="*/ 38 h 382"/>
                    <a:gd name="T108" fmla="*/ 24 w 219"/>
                    <a:gd name="T109" fmla="*/ 33 h 382"/>
                    <a:gd name="T110" fmla="*/ 28 w 219"/>
                    <a:gd name="T111" fmla="*/ 31 h 382"/>
                    <a:gd name="T112" fmla="*/ 20 w 219"/>
                    <a:gd name="T113" fmla="*/ 26 h 382"/>
                    <a:gd name="T114" fmla="*/ 22 w 219"/>
                    <a:gd name="T115" fmla="*/ 20 h 382"/>
                    <a:gd name="T116" fmla="*/ 0 w 219"/>
                    <a:gd name="T117" fmla="*/ 11 h 382"/>
                    <a:gd name="T118" fmla="*/ 13 w 219"/>
                    <a:gd name="T119" fmla="*/ 5 h 382"/>
                    <a:gd name="T120" fmla="*/ 13 w 219"/>
                    <a:gd name="T121" fmla="*/ 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 h="382">
                      <a:moveTo>
                        <a:pt x="188" y="380"/>
                      </a:moveTo>
                      <a:lnTo>
                        <a:pt x="188" y="382"/>
                      </a:lnTo>
                      <a:lnTo>
                        <a:pt x="188" y="380"/>
                      </a:lnTo>
                      <a:close/>
                      <a:moveTo>
                        <a:pt x="185" y="382"/>
                      </a:moveTo>
                      <a:lnTo>
                        <a:pt x="185" y="380"/>
                      </a:lnTo>
                      <a:lnTo>
                        <a:pt x="185" y="382"/>
                      </a:lnTo>
                      <a:close/>
                      <a:moveTo>
                        <a:pt x="190" y="378"/>
                      </a:moveTo>
                      <a:lnTo>
                        <a:pt x="188" y="378"/>
                      </a:lnTo>
                      <a:lnTo>
                        <a:pt x="188" y="377"/>
                      </a:lnTo>
                      <a:lnTo>
                        <a:pt x="190" y="378"/>
                      </a:lnTo>
                      <a:close/>
                      <a:moveTo>
                        <a:pt x="199" y="377"/>
                      </a:moveTo>
                      <a:lnTo>
                        <a:pt x="199" y="375"/>
                      </a:lnTo>
                      <a:lnTo>
                        <a:pt x="199" y="377"/>
                      </a:lnTo>
                      <a:close/>
                      <a:moveTo>
                        <a:pt x="181" y="373"/>
                      </a:moveTo>
                      <a:lnTo>
                        <a:pt x="181" y="371"/>
                      </a:lnTo>
                      <a:lnTo>
                        <a:pt x="181" y="373"/>
                      </a:lnTo>
                      <a:close/>
                      <a:moveTo>
                        <a:pt x="187" y="369"/>
                      </a:moveTo>
                      <a:lnTo>
                        <a:pt x="187" y="371"/>
                      </a:lnTo>
                      <a:lnTo>
                        <a:pt x="187" y="369"/>
                      </a:lnTo>
                      <a:close/>
                      <a:moveTo>
                        <a:pt x="181" y="369"/>
                      </a:moveTo>
                      <a:lnTo>
                        <a:pt x="181" y="371"/>
                      </a:lnTo>
                      <a:lnTo>
                        <a:pt x="181" y="369"/>
                      </a:lnTo>
                      <a:close/>
                      <a:moveTo>
                        <a:pt x="192" y="369"/>
                      </a:moveTo>
                      <a:lnTo>
                        <a:pt x="192" y="367"/>
                      </a:lnTo>
                      <a:lnTo>
                        <a:pt x="192" y="369"/>
                      </a:lnTo>
                      <a:close/>
                      <a:moveTo>
                        <a:pt x="179" y="367"/>
                      </a:moveTo>
                      <a:lnTo>
                        <a:pt x="181" y="367"/>
                      </a:lnTo>
                      <a:lnTo>
                        <a:pt x="179" y="367"/>
                      </a:lnTo>
                      <a:close/>
                      <a:moveTo>
                        <a:pt x="179" y="367"/>
                      </a:moveTo>
                      <a:lnTo>
                        <a:pt x="181" y="367"/>
                      </a:lnTo>
                      <a:lnTo>
                        <a:pt x="179" y="367"/>
                      </a:lnTo>
                      <a:close/>
                      <a:moveTo>
                        <a:pt x="190" y="360"/>
                      </a:moveTo>
                      <a:lnTo>
                        <a:pt x="192" y="358"/>
                      </a:lnTo>
                      <a:lnTo>
                        <a:pt x="192" y="360"/>
                      </a:lnTo>
                      <a:lnTo>
                        <a:pt x="190" y="360"/>
                      </a:lnTo>
                      <a:close/>
                      <a:moveTo>
                        <a:pt x="194" y="355"/>
                      </a:moveTo>
                      <a:lnTo>
                        <a:pt x="194" y="353"/>
                      </a:lnTo>
                      <a:lnTo>
                        <a:pt x="194" y="355"/>
                      </a:lnTo>
                      <a:close/>
                      <a:moveTo>
                        <a:pt x="190" y="353"/>
                      </a:moveTo>
                      <a:lnTo>
                        <a:pt x="190" y="351"/>
                      </a:lnTo>
                      <a:lnTo>
                        <a:pt x="190" y="353"/>
                      </a:lnTo>
                      <a:close/>
                      <a:moveTo>
                        <a:pt x="190" y="351"/>
                      </a:moveTo>
                      <a:lnTo>
                        <a:pt x="190" y="353"/>
                      </a:lnTo>
                      <a:lnTo>
                        <a:pt x="190" y="351"/>
                      </a:lnTo>
                      <a:close/>
                      <a:moveTo>
                        <a:pt x="190" y="349"/>
                      </a:moveTo>
                      <a:lnTo>
                        <a:pt x="188" y="349"/>
                      </a:lnTo>
                      <a:lnTo>
                        <a:pt x="190" y="349"/>
                      </a:lnTo>
                      <a:close/>
                      <a:moveTo>
                        <a:pt x="201" y="347"/>
                      </a:moveTo>
                      <a:lnTo>
                        <a:pt x="201" y="349"/>
                      </a:lnTo>
                      <a:lnTo>
                        <a:pt x="201" y="347"/>
                      </a:lnTo>
                      <a:close/>
                      <a:moveTo>
                        <a:pt x="198" y="345"/>
                      </a:moveTo>
                      <a:lnTo>
                        <a:pt x="198" y="347"/>
                      </a:lnTo>
                      <a:lnTo>
                        <a:pt x="198" y="345"/>
                      </a:lnTo>
                      <a:close/>
                      <a:moveTo>
                        <a:pt x="188" y="347"/>
                      </a:moveTo>
                      <a:lnTo>
                        <a:pt x="188" y="345"/>
                      </a:lnTo>
                      <a:lnTo>
                        <a:pt x="188" y="347"/>
                      </a:lnTo>
                      <a:close/>
                      <a:moveTo>
                        <a:pt x="203" y="345"/>
                      </a:moveTo>
                      <a:lnTo>
                        <a:pt x="201" y="345"/>
                      </a:lnTo>
                      <a:lnTo>
                        <a:pt x="203" y="345"/>
                      </a:lnTo>
                      <a:close/>
                      <a:moveTo>
                        <a:pt x="181" y="345"/>
                      </a:moveTo>
                      <a:lnTo>
                        <a:pt x="181" y="344"/>
                      </a:lnTo>
                      <a:lnTo>
                        <a:pt x="181" y="345"/>
                      </a:lnTo>
                      <a:close/>
                      <a:moveTo>
                        <a:pt x="185" y="344"/>
                      </a:moveTo>
                      <a:lnTo>
                        <a:pt x="183" y="344"/>
                      </a:lnTo>
                      <a:lnTo>
                        <a:pt x="185" y="344"/>
                      </a:lnTo>
                      <a:close/>
                      <a:moveTo>
                        <a:pt x="190" y="344"/>
                      </a:moveTo>
                      <a:lnTo>
                        <a:pt x="190" y="342"/>
                      </a:lnTo>
                      <a:lnTo>
                        <a:pt x="190" y="344"/>
                      </a:lnTo>
                      <a:close/>
                      <a:moveTo>
                        <a:pt x="198" y="342"/>
                      </a:moveTo>
                      <a:lnTo>
                        <a:pt x="196" y="342"/>
                      </a:lnTo>
                      <a:lnTo>
                        <a:pt x="198" y="342"/>
                      </a:lnTo>
                      <a:close/>
                      <a:moveTo>
                        <a:pt x="201" y="340"/>
                      </a:moveTo>
                      <a:lnTo>
                        <a:pt x="201" y="342"/>
                      </a:lnTo>
                      <a:lnTo>
                        <a:pt x="201" y="340"/>
                      </a:lnTo>
                      <a:close/>
                      <a:moveTo>
                        <a:pt x="203" y="334"/>
                      </a:moveTo>
                      <a:lnTo>
                        <a:pt x="203" y="336"/>
                      </a:lnTo>
                      <a:lnTo>
                        <a:pt x="203" y="334"/>
                      </a:lnTo>
                      <a:close/>
                      <a:moveTo>
                        <a:pt x="185" y="333"/>
                      </a:moveTo>
                      <a:lnTo>
                        <a:pt x="185" y="331"/>
                      </a:lnTo>
                      <a:lnTo>
                        <a:pt x="185" y="333"/>
                      </a:lnTo>
                      <a:close/>
                      <a:moveTo>
                        <a:pt x="177" y="329"/>
                      </a:moveTo>
                      <a:lnTo>
                        <a:pt x="179" y="329"/>
                      </a:lnTo>
                      <a:lnTo>
                        <a:pt x="177" y="329"/>
                      </a:lnTo>
                      <a:close/>
                      <a:moveTo>
                        <a:pt x="183" y="329"/>
                      </a:moveTo>
                      <a:lnTo>
                        <a:pt x="183" y="327"/>
                      </a:lnTo>
                      <a:lnTo>
                        <a:pt x="183" y="329"/>
                      </a:lnTo>
                      <a:close/>
                      <a:moveTo>
                        <a:pt x="188" y="327"/>
                      </a:moveTo>
                      <a:lnTo>
                        <a:pt x="188" y="329"/>
                      </a:lnTo>
                      <a:lnTo>
                        <a:pt x="188" y="327"/>
                      </a:lnTo>
                      <a:close/>
                      <a:moveTo>
                        <a:pt x="183" y="327"/>
                      </a:moveTo>
                      <a:lnTo>
                        <a:pt x="181" y="327"/>
                      </a:lnTo>
                      <a:lnTo>
                        <a:pt x="183" y="327"/>
                      </a:lnTo>
                      <a:close/>
                      <a:moveTo>
                        <a:pt x="183" y="327"/>
                      </a:moveTo>
                      <a:lnTo>
                        <a:pt x="181" y="327"/>
                      </a:lnTo>
                      <a:lnTo>
                        <a:pt x="183" y="327"/>
                      </a:lnTo>
                      <a:close/>
                      <a:moveTo>
                        <a:pt x="183" y="327"/>
                      </a:moveTo>
                      <a:lnTo>
                        <a:pt x="181" y="327"/>
                      </a:lnTo>
                      <a:lnTo>
                        <a:pt x="183" y="327"/>
                      </a:lnTo>
                      <a:close/>
                      <a:moveTo>
                        <a:pt x="190" y="325"/>
                      </a:moveTo>
                      <a:lnTo>
                        <a:pt x="190" y="327"/>
                      </a:lnTo>
                      <a:lnTo>
                        <a:pt x="190" y="325"/>
                      </a:lnTo>
                      <a:lnTo>
                        <a:pt x="190" y="327"/>
                      </a:lnTo>
                      <a:lnTo>
                        <a:pt x="190" y="325"/>
                      </a:lnTo>
                      <a:close/>
                      <a:moveTo>
                        <a:pt x="179" y="322"/>
                      </a:moveTo>
                      <a:lnTo>
                        <a:pt x="179" y="320"/>
                      </a:lnTo>
                      <a:lnTo>
                        <a:pt x="179" y="322"/>
                      </a:lnTo>
                      <a:close/>
                      <a:moveTo>
                        <a:pt x="199" y="320"/>
                      </a:moveTo>
                      <a:lnTo>
                        <a:pt x="198" y="320"/>
                      </a:lnTo>
                      <a:lnTo>
                        <a:pt x="199" y="320"/>
                      </a:lnTo>
                      <a:close/>
                      <a:moveTo>
                        <a:pt x="199" y="320"/>
                      </a:moveTo>
                      <a:lnTo>
                        <a:pt x="198" y="320"/>
                      </a:lnTo>
                      <a:lnTo>
                        <a:pt x="199" y="320"/>
                      </a:lnTo>
                      <a:close/>
                      <a:moveTo>
                        <a:pt x="207" y="320"/>
                      </a:moveTo>
                      <a:lnTo>
                        <a:pt x="205" y="320"/>
                      </a:lnTo>
                      <a:lnTo>
                        <a:pt x="207" y="318"/>
                      </a:lnTo>
                      <a:lnTo>
                        <a:pt x="207" y="320"/>
                      </a:lnTo>
                      <a:close/>
                      <a:moveTo>
                        <a:pt x="183" y="314"/>
                      </a:moveTo>
                      <a:lnTo>
                        <a:pt x="181" y="314"/>
                      </a:lnTo>
                      <a:lnTo>
                        <a:pt x="183" y="314"/>
                      </a:lnTo>
                      <a:close/>
                      <a:moveTo>
                        <a:pt x="181" y="314"/>
                      </a:moveTo>
                      <a:lnTo>
                        <a:pt x="179" y="314"/>
                      </a:lnTo>
                      <a:lnTo>
                        <a:pt x="181" y="314"/>
                      </a:lnTo>
                      <a:close/>
                      <a:moveTo>
                        <a:pt x="199" y="311"/>
                      </a:moveTo>
                      <a:lnTo>
                        <a:pt x="198" y="311"/>
                      </a:lnTo>
                      <a:lnTo>
                        <a:pt x="199" y="311"/>
                      </a:lnTo>
                      <a:close/>
                      <a:moveTo>
                        <a:pt x="163" y="311"/>
                      </a:moveTo>
                      <a:lnTo>
                        <a:pt x="161" y="311"/>
                      </a:lnTo>
                      <a:lnTo>
                        <a:pt x="161" y="309"/>
                      </a:lnTo>
                      <a:lnTo>
                        <a:pt x="163" y="309"/>
                      </a:lnTo>
                      <a:lnTo>
                        <a:pt x="163" y="311"/>
                      </a:lnTo>
                      <a:close/>
                      <a:moveTo>
                        <a:pt x="198" y="309"/>
                      </a:moveTo>
                      <a:lnTo>
                        <a:pt x="196" y="309"/>
                      </a:lnTo>
                      <a:lnTo>
                        <a:pt x="198" y="309"/>
                      </a:lnTo>
                      <a:close/>
                      <a:moveTo>
                        <a:pt x="199" y="307"/>
                      </a:moveTo>
                      <a:lnTo>
                        <a:pt x="198" y="307"/>
                      </a:lnTo>
                      <a:lnTo>
                        <a:pt x="199" y="307"/>
                      </a:lnTo>
                      <a:close/>
                      <a:moveTo>
                        <a:pt x="199" y="307"/>
                      </a:moveTo>
                      <a:lnTo>
                        <a:pt x="198" y="307"/>
                      </a:lnTo>
                      <a:lnTo>
                        <a:pt x="199" y="307"/>
                      </a:lnTo>
                      <a:close/>
                      <a:moveTo>
                        <a:pt x="198" y="307"/>
                      </a:moveTo>
                      <a:lnTo>
                        <a:pt x="196" y="307"/>
                      </a:lnTo>
                      <a:lnTo>
                        <a:pt x="198" y="307"/>
                      </a:lnTo>
                      <a:close/>
                      <a:moveTo>
                        <a:pt x="190" y="305"/>
                      </a:moveTo>
                      <a:lnTo>
                        <a:pt x="190" y="307"/>
                      </a:lnTo>
                      <a:lnTo>
                        <a:pt x="190" y="305"/>
                      </a:lnTo>
                      <a:close/>
                      <a:moveTo>
                        <a:pt x="205" y="307"/>
                      </a:moveTo>
                      <a:lnTo>
                        <a:pt x="205" y="305"/>
                      </a:lnTo>
                      <a:lnTo>
                        <a:pt x="205" y="307"/>
                      </a:lnTo>
                      <a:close/>
                      <a:moveTo>
                        <a:pt x="208" y="303"/>
                      </a:moveTo>
                      <a:lnTo>
                        <a:pt x="208" y="305"/>
                      </a:lnTo>
                      <a:lnTo>
                        <a:pt x="208" y="303"/>
                      </a:lnTo>
                      <a:close/>
                      <a:moveTo>
                        <a:pt x="208" y="303"/>
                      </a:moveTo>
                      <a:lnTo>
                        <a:pt x="207" y="303"/>
                      </a:lnTo>
                      <a:lnTo>
                        <a:pt x="208" y="303"/>
                      </a:lnTo>
                      <a:close/>
                      <a:moveTo>
                        <a:pt x="192" y="303"/>
                      </a:moveTo>
                      <a:lnTo>
                        <a:pt x="190" y="303"/>
                      </a:lnTo>
                      <a:lnTo>
                        <a:pt x="192" y="303"/>
                      </a:lnTo>
                      <a:close/>
                      <a:moveTo>
                        <a:pt x="190" y="303"/>
                      </a:moveTo>
                      <a:lnTo>
                        <a:pt x="190" y="302"/>
                      </a:lnTo>
                      <a:lnTo>
                        <a:pt x="190" y="303"/>
                      </a:lnTo>
                      <a:close/>
                      <a:moveTo>
                        <a:pt x="183" y="302"/>
                      </a:moveTo>
                      <a:lnTo>
                        <a:pt x="183" y="300"/>
                      </a:lnTo>
                      <a:lnTo>
                        <a:pt x="183" y="302"/>
                      </a:lnTo>
                      <a:close/>
                      <a:moveTo>
                        <a:pt x="198" y="302"/>
                      </a:moveTo>
                      <a:lnTo>
                        <a:pt x="198" y="300"/>
                      </a:lnTo>
                      <a:lnTo>
                        <a:pt x="198" y="302"/>
                      </a:lnTo>
                      <a:close/>
                      <a:moveTo>
                        <a:pt x="181" y="300"/>
                      </a:moveTo>
                      <a:lnTo>
                        <a:pt x="181" y="298"/>
                      </a:lnTo>
                      <a:lnTo>
                        <a:pt x="181" y="300"/>
                      </a:lnTo>
                      <a:close/>
                      <a:moveTo>
                        <a:pt x="198" y="298"/>
                      </a:moveTo>
                      <a:lnTo>
                        <a:pt x="198" y="300"/>
                      </a:lnTo>
                      <a:lnTo>
                        <a:pt x="198" y="298"/>
                      </a:lnTo>
                      <a:close/>
                      <a:moveTo>
                        <a:pt x="214" y="298"/>
                      </a:moveTo>
                      <a:lnTo>
                        <a:pt x="214" y="300"/>
                      </a:lnTo>
                      <a:lnTo>
                        <a:pt x="214" y="298"/>
                      </a:lnTo>
                      <a:close/>
                      <a:moveTo>
                        <a:pt x="181" y="298"/>
                      </a:moveTo>
                      <a:lnTo>
                        <a:pt x="179" y="298"/>
                      </a:lnTo>
                      <a:lnTo>
                        <a:pt x="181" y="298"/>
                      </a:lnTo>
                      <a:lnTo>
                        <a:pt x="179" y="298"/>
                      </a:lnTo>
                      <a:lnTo>
                        <a:pt x="181" y="298"/>
                      </a:lnTo>
                      <a:close/>
                      <a:moveTo>
                        <a:pt x="181" y="298"/>
                      </a:moveTo>
                      <a:lnTo>
                        <a:pt x="183" y="298"/>
                      </a:lnTo>
                      <a:lnTo>
                        <a:pt x="181" y="298"/>
                      </a:lnTo>
                      <a:close/>
                      <a:moveTo>
                        <a:pt x="208" y="298"/>
                      </a:moveTo>
                      <a:lnTo>
                        <a:pt x="208" y="296"/>
                      </a:lnTo>
                      <a:lnTo>
                        <a:pt x="208" y="298"/>
                      </a:lnTo>
                      <a:close/>
                      <a:moveTo>
                        <a:pt x="196" y="298"/>
                      </a:moveTo>
                      <a:lnTo>
                        <a:pt x="196" y="296"/>
                      </a:lnTo>
                      <a:lnTo>
                        <a:pt x="196" y="298"/>
                      </a:lnTo>
                      <a:close/>
                      <a:moveTo>
                        <a:pt x="183" y="298"/>
                      </a:moveTo>
                      <a:lnTo>
                        <a:pt x="183" y="296"/>
                      </a:lnTo>
                      <a:lnTo>
                        <a:pt x="183" y="298"/>
                      </a:lnTo>
                      <a:close/>
                      <a:moveTo>
                        <a:pt x="207" y="296"/>
                      </a:moveTo>
                      <a:lnTo>
                        <a:pt x="205" y="296"/>
                      </a:lnTo>
                      <a:lnTo>
                        <a:pt x="207" y="296"/>
                      </a:lnTo>
                      <a:close/>
                      <a:moveTo>
                        <a:pt x="196" y="296"/>
                      </a:moveTo>
                      <a:lnTo>
                        <a:pt x="196" y="294"/>
                      </a:lnTo>
                      <a:lnTo>
                        <a:pt x="196" y="296"/>
                      </a:lnTo>
                      <a:close/>
                      <a:moveTo>
                        <a:pt x="188" y="296"/>
                      </a:moveTo>
                      <a:lnTo>
                        <a:pt x="188" y="294"/>
                      </a:lnTo>
                      <a:lnTo>
                        <a:pt x="188" y="296"/>
                      </a:lnTo>
                      <a:close/>
                      <a:moveTo>
                        <a:pt x="218" y="294"/>
                      </a:moveTo>
                      <a:lnTo>
                        <a:pt x="219" y="294"/>
                      </a:lnTo>
                      <a:lnTo>
                        <a:pt x="218" y="294"/>
                      </a:lnTo>
                      <a:close/>
                      <a:moveTo>
                        <a:pt x="219" y="294"/>
                      </a:moveTo>
                      <a:lnTo>
                        <a:pt x="219" y="292"/>
                      </a:lnTo>
                      <a:lnTo>
                        <a:pt x="219" y="294"/>
                      </a:lnTo>
                      <a:close/>
                      <a:moveTo>
                        <a:pt x="196" y="294"/>
                      </a:moveTo>
                      <a:lnTo>
                        <a:pt x="196" y="292"/>
                      </a:lnTo>
                      <a:lnTo>
                        <a:pt x="196" y="294"/>
                      </a:lnTo>
                      <a:close/>
                      <a:moveTo>
                        <a:pt x="199" y="292"/>
                      </a:moveTo>
                      <a:lnTo>
                        <a:pt x="199" y="294"/>
                      </a:lnTo>
                      <a:lnTo>
                        <a:pt x="199" y="292"/>
                      </a:lnTo>
                      <a:close/>
                      <a:moveTo>
                        <a:pt x="194" y="292"/>
                      </a:moveTo>
                      <a:lnTo>
                        <a:pt x="194" y="294"/>
                      </a:lnTo>
                      <a:lnTo>
                        <a:pt x="194" y="292"/>
                      </a:lnTo>
                      <a:close/>
                      <a:moveTo>
                        <a:pt x="198" y="292"/>
                      </a:moveTo>
                      <a:lnTo>
                        <a:pt x="196" y="292"/>
                      </a:lnTo>
                      <a:lnTo>
                        <a:pt x="198" y="292"/>
                      </a:lnTo>
                      <a:close/>
                      <a:moveTo>
                        <a:pt x="198" y="292"/>
                      </a:moveTo>
                      <a:lnTo>
                        <a:pt x="196" y="292"/>
                      </a:lnTo>
                      <a:lnTo>
                        <a:pt x="198" y="292"/>
                      </a:lnTo>
                      <a:close/>
                      <a:moveTo>
                        <a:pt x="194" y="292"/>
                      </a:moveTo>
                      <a:lnTo>
                        <a:pt x="192" y="292"/>
                      </a:lnTo>
                      <a:lnTo>
                        <a:pt x="194" y="292"/>
                      </a:lnTo>
                      <a:close/>
                      <a:moveTo>
                        <a:pt x="185" y="292"/>
                      </a:moveTo>
                      <a:lnTo>
                        <a:pt x="183" y="292"/>
                      </a:lnTo>
                      <a:lnTo>
                        <a:pt x="185" y="292"/>
                      </a:lnTo>
                      <a:close/>
                      <a:moveTo>
                        <a:pt x="196" y="291"/>
                      </a:moveTo>
                      <a:lnTo>
                        <a:pt x="196" y="292"/>
                      </a:lnTo>
                      <a:lnTo>
                        <a:pt x="196" y="291"/>
                      </a:lnTo>
                      <a:close/>
                      <a:moveTo>
                        <a:pt x="194" y="291"/>
                      </a:moveTo>
                      <a:lnTo>
                        <a:pt x="196" y="291"/>
                      </a:lnTo>
                      <a:lnTo>
                        <a:pt x="194" y="291"/>
                      </a:lnTo>
                      <a:close/>
                      <a:moveTo>
                        <a:pt x="188" y="291"/>
                      </a:moveTo>
                      <a:lnTo>
                        <a:pt x="187" y="291"/>
                      </a:lnTo>
                      <a:lnTo>
                        <a:pt x="188" y="291"/>
                      </a:lnTo>
                      <a:close/>
                      <a:moveTo>
                        <a:pt x="198" y="291"/>
                      </a:moveTo>
                      <a:lnTo>
                        <a:pt x="198" y="289"/>
                      </a:lnTo>
                      <a:lnTo>
                        <a:pt x="198" y="291"/>
                      </a:lnTo>
                      <a:close/>
                      <a:moveTo>
                        <a:pt x="196" y="291"/>
                      </a:moveTo>
                      <a:lnTo>
                        <a:pt x="196" y="289"/>
                      </a:lnTo>
                      <a:lnTo>
                        <a:pt x="196" y="291"/>
                      </a:lnTo>
                      <a:close/>
                      <a:moveTo>
                        <a:pt x="183" y="289"/>
                      </a:moveTo>
                      <a:lnTo>
                        <a:pt x="181" y="289"/>
                      </a:lnTo>
                      <a:lnTo>
                        <a:pt x="183" y="289"/>
                      </a:lnTo>
                      <a:lnTo>
                        <a:pt x="181" y="289"/>
                      </a:lnTo>
                      <a:lnTo>
                        <a:pt x="183" y="289"/>
                      </a:lnTo>
                      <a:close/>
                      <a:moveTo>
                        <a:pt x="198" y="289"/>
                      </a:moveTo>
                      <a:lnTo>
                        <a:pt x="196" y="289"/>
                      </a:lnTo>
                      <a:lnTo>
                        <a:pt x="198" y="289"/>
                      </a:lnTo>
                      <a:close/>
                      <a:moveTo>
                        <a:pt x="187" y="285"/>
                      </a:moveTo>
                      <a:lnTo>
                        <a:pt x="187" y="287"/>
                      </a:lnTo>
                      <a:lnTo>
                        <a:pt x="187" y="285"/>
                      </a:lnTo>
                      <a:close/>
                      <a:moveTo>
                        <a:pt x="177" y="285"/>
                      </a:moveTo>
                      <a:lnTo>
                        <a:pt x="176" y="285"/>
                      </a:lnTo>
                      <a:lnTo>
                        <a:pt x="177" y="285"/>
                      </a:lnTo>
                      <a:close/>
                      <a:moveTo>
                        <a:pt x="192" y="283"/>
                      </a:moveTo>
                      <a:lnTo>
                        <a:pt x="192" y="285"/>
                      </a:lnTo>
                      <a:lnTo>
                        <a:pt x="192" y="283"/>
                      </a:lnTo>
                      <a:close/>
                      <a:moveTo>
                        <a:pt x="177" y="283"/>
                      </a:moveTo>
                      <a:lnTo>
                        <a:pt x="176" y="283"/>
                      </a:lnTo>
                      <a:lnTo>
                        <a:pt x="177" y="283"/>
                      </a:lnTo>
                      <a:close/>
                      <a:moveTo>
                        <a:pt x="196" y="283"/>
                      </a:moveTo>
                      <a:lnTo>
                        <a:pt x="196" y="281"/>
                      </a:lnTo>
                      <a:lnTo>
                        <a:pt x="196" y="283"/>
                      </a:lnTo>
                      <a:close/>
                      <a:moveTo>
                        <a:pt x="205" y="280"/>
                      </a:moveTo>
                      <a:lnTo>
                        <a:pt x="203" y="280"/>
                      </a:lnTo>
                      <a:lnTo>
                        <a:pt x="205" y="280"/>
                      </a:lnTo>
                      <a:close/>
                      <a:moveTo>
                        <a:pt x="192" y="280"/>
                      </a:moveTo>
                      <a:lnTo>
                        <a:pt x="192" y="278"/>
                      </a:lnTo>
                      <a:lnTo>
                        <a:pt x="192" y="280"/>
                      </a:lnTo>
                      <a:close/>
                      <a:moveTo>
                        <a:pt x="203" y="278"/>
                      </a:moveTo>
                      <a:lnTo>
                        <a:pt x="203" y="276"/>
                      </a:lnTo>
                      <a:lnTo>
                        <a:pt x="203" y="278"/>
                      </a:lnTo>
                      <a:close/>
                      <a:moveTo>
                        <a:pt x="201" y="276"/>
                      </a:moveTo>
                      <a:lnTo>
                        <a:pt x="201" y="278"/>
                      </a:lnTo>
                      <a:lnTo>
                        <a:pt x="201" y="276"/>
                      </a:lnTo>
                      <a:close/>
                      <a:moveTo>
                        <a:pt x="199" y="276"/>
                      </a:moveTo>
                      <a:lnTo>
                        <a:pt x="199" y="274"/>
                      </a:lnTo>
                      <a:lnTo>
                        <a:pt x="199" y="276"/>
                      </a:lnTo>
                      <a:close/>
                      <a:moveTo>
                        <a:pt x="192" y="274"/>
                      </a:moveTo>
                      <a:lnTo>
                        <a:pt x="192" y="272"/>
                      </a:lnTo>
                      <a:lnTo>
                        <a:pt x="192" y="274"/>
                      </a:lnTo>
                      <a:close/>
                      <a:moveTo>
                        <a:pt x="190" y="270"/>
                      </a:moveTo>
                      <a:lnTo>
                        <a:pt x="190" y="272"/>
                      </a:lnTo>
                      <a:lnTo>
                        <a:pt x="190" y="270"/>
                      </a:lnTo>
                      <a:close/>
                      <a:moveTo>
                        <a:pt x="201" y="263"/>
                      </a:moveTo>
                      <a:lnTo>
                        <a:pt x="201" y="261"/>
                      </a:lnTo>
                      <a:lnTo>
                        <a:pt x="201" y="263"/>
                      </a:lnTo>
                      <a:close/>
                      <a:moveTo>
                        <a:pt x="187" y="249"/>
                      </a:moveTo>
                      <a:lnTo>
                        <a:pt x="185" y="249"/>
                      </a:lnTo>
                      <a:lnTo>
                        <a:pt x="187" y="249"/>
                      </a:lnTo>
                      <a:close/>
                      <a:moveTo>
                        <a:pt x="188" y="236"/>
                      </a:moveTo>
                      <a:lnTo>
                        <a:pt x="188" y="234"/>
                      </a:lnTo>
                      <a:lnTo>
                        <a:pt x="188" y="236"/>
                      </a:lnTo>
                      <a:close/>
                      <a:moveTo>
                        <a:pt x="188" y="230"/>
                      </a:moveTo>
                      <a:lnTo>
                        <a:pt x="188" y="232"/>
                      </a:lnTo>
                      <a:lnTo>
                        <a:pt x="188" y="230"/>
                      </a:lnTo>
                      <a:close/>
                      <a:moveTo>
                        <a:pt x="188" y="230"/>
                      </a:moveTo>
                      <a:lnTo>
                        <a:pt x="187" y="230"/>
                      </a:lnTo>
                      <a:lnTo>
                        <a:pt x="188" y="230"/>
                      </a:lnTo>
                      <a:close/>
                      <a:moveTo>
                        <a:pt x="187" y="228"/>
                      </a:moveTo>
                      <a:lnTo>
                        <a:pt x="188" y="228"/>
                      </a:lnTo>
                      <a:lnTo>
                        <a:pt x="187" y="228"/>
                      </a:lnTo>
                      <a:close/>
                      <a:moveTo>
                        <a:pt x="174" y="227"/>
                      </a:moveTo>
                      <a:lnTo>
                        <a:pt x="176" y="227"/>
                      </a:lnTo>
                      <a:lnTo>
                        <a:pt x="174" y="227"/>
                      </a:lnTo>
                      <a:close/>
                      <a:moveTo>
                        <a:pt x="176" y="227"/>
                      </a:moveTo>
                      <a:lnTo>
                        <a:pt x="176" y="225"/>
                      </a:lnTo>
                      <a:lnTo>
                        <a:pt x="176" y="227"/>
                      </a:lnTo>
                      <a:close/>
                      <a:moveTo>
                        <a:pt x="185" y="225"/>
                      </a:moveTo>
                      <a:lnTo>
                        <a:pt x="183" y="225"/>
                      </a:lnTo>
                      <a:lnTo>
                        <a:pt x="185" y="225"/>
                      </a:lnTo>
                      <a:close/>
                      <a:moveTo>
                        <a:pt x="185" y="225"/>
                      </a:moveTo>
                      <a:lnTo>
                        <a:pt x="183" y="225"/>
                      </a:lnTo>
                      <a:lnTo>
                        <a:pt x="183" y="223"/>
                      </a:lnTo>
                      <a:lnTo>
                        <a:pt x="185" y="223"/>
                      </a:lnTo>
                      <a:lnTo>
                        <a:pt x="185" y="225"/>
                      </a:lnTo>
                      <a:close/>
                      <a:moveTo>
                        <a:pt x="174" y="221"/>
                      </a:moveTo>
                      <a:lnTo>
                        <a:pt x="174" y="219"/>
                      </a:lnTo>
                      <a:lnTo>
                        <a:pt x="174" y="221"/>
                      </a:lnTo>
                      <a:close/>
                      <a:moveTo>
                        <a:pt x="174" y="216"/>
                      </a:moveTo>
                      <a:lnTo>
                        <a:pt x="172" y="216"/>
                      </a:lnTo>
                      <a:lnTo>
                        <a:pt x="174" y="216"/>
                      </a:lnTo>
                      <a:close/>
                      <a:moveTo>
                        <a:pt x="177" y="203"/>
                      </a:moveTo>
                      <a:lnTo>
                        <a:pt x="177" y="201"/>
                      </a:lnTo>
                      <a:lnTo>
                        <a:pt x="177" y="203"/>
                      </a:lnTo>
                      <a:close/>
                      <a:moveTo>
                        <a:pt x="174" y="199"/>
                      </a:moveTo>
                      <a:lnTo>
                        <a:pt x="174" y="197"/>
                      </a:lnTo>
                      <a:lnTo>
                        <a:pt x="174" y="199"/>
                      </a:lnTo>
                      <a:close/>
                      <a:moveTo>
                        <a:pt x="26" y="197"/>
                      </a:moveTo>
                      <a:lnTo>
                        <a:pt x="26" y="199"/>
                      </a:lnTo>
                      <a:lnTo>
                        <a:pt x="26" y="197"/>
                      </a:lnTo>
                      <a:close/>
                      <a:moveTo>
                        <a:pt x="172" y="190"/>
                      </a:moveTo>
                      <a:lnTo>
                        <a:pt x="170" y="190"/>
                      </a:lnTo>
                      <a:lnTo>
                        <a:pt x="172" y="190"/>
                      </a:lnTo>
                      <a:close/>
                      <a:moveTo>
                        <a:pt x="168" y="179"/>
                      </a:moveTo>
                      <a:lnTo>
                        <a:pt x="168" y="177"/>
                      </a:lnTo>
                      <a:lnTo>
                        <a:pt x="168" y="179"/>
                      </a:lnTo>
                      <a:close/>
                      <a:moveTo>
                        <a:pt x="84" y="172"/>
                      </a:moveTo>
                      <a:lnTo>
                        <a:pt x="83" y="172"/>
                      </a:lnTo>
                      <a:lnTo>
                        <a:pt x="84" y="172"/>
                      </a:lnTo>
                      <a:close/>
                      <a:moveTo>
                        <a:pt x="166" y="163"/>
                      </a:moveTo>
                      <a:lnTo>
                        <a:pt x="166" y="161"/>
                      </a:lnTo>
                      <a:lnTo>
                        <a:pt x="166" y="163"/>
                      </a:lnTo>
                      <a:close/>
                      <a:moveTo>
                        <a:pt x="68" y="161"/>
                      </a:moveTo>
                      <a:lnTo>
                        <a:pt x="68" y="159"/>
                      </a:lnTo>
                      <a:lnTo>
                        <a:pt x="68" y="161"/>
                      </a:lnTo>
                      <a:close/>
                      <a:moveTo>
                        <a:pt x="77" y="159"/>
                      </a:moveTo>
                      <a:lnTo>
                        <a:pt x="77" y="161"/>
                      </a:lnTo>
                      <a:lnTo>
                        <a:pt x="77" y="159"/>
                      </a:lnTo>
                      <a:close/>
                      <a:moveTo>
                        <a:pt x="86" y="154"/>
                      </a:moveTo>
                      <a:lnTo>
                        <a:pt x="84" y="154"/>
                      </a:lnTo>
                      <a:lnTo>
                        <a:pt x="86" y="154"/>
                      </a:lnTo>
                      <a:close/>
                      <a:moveTo>
                        <a:pt x="72" y="154"/>
                      </a:moveTo>
                      <a:lnTo>
                        <a:pt x="70" y="152"/>
                      </a:lnTo>
                      <a:lnTo>
                        <a:pt x="72" y="152"/>
                      </a:lnTo>
                      <a:lnTo>
                        <a:pt x="72" y="154"/>
                      </a:lnTo>
                      <a:close/>
                      <a:moveTo>
                        <a:pt x="86" y="154"/>
                      </a:moveTo>
                      <a:lnTo>
                        <a:pt x="86" y="152"/>
                      </a:lnTo>
                      <a:lnTo>
                        <a:pt x="86" y="154"/>
                      </a:lnTo>
                      <a:close/>
                      <a:moveTo>
                        <a:pt x="61" y="150"/>
                      </a:moveTo>
                      <a:lnTo>
                        <a:pt x="62" y="150"/>
                      </a:lnTo>
                      <a:lnTo>
                        <a:pt x="61" y="150"/>
                      </a:lnTo>
                      <a:close/>
                      <a:moveTo>
                        <a:pt x="79" y="150"/>
                      </a:moveTo>
                      <a:lnTo>
                        <a:pt x="79" y="148"/>
                      </a:lnTo>
                      <a:lnTo>
                        <a:pt x="79" y="150"/>
                      </a:lnTo>
                      <a:close/>
                      <a:moveTo>
                        <a:pt x="73" y="148"/>
                      </a:moveTo>
                      <a:lnTo>
                        <a:pt x="73" y="146"/>
                      </a:lnTo>
                      <a:lnTo>
                        <a:pt x="73" y="148"/>
                      </a:lnTo>
                      <a:close/>
                      <a:moveTo>
                        <a:pt x="110" y="146"/>
                      </a:moveTo>
                      <a:lnTo>
                        <a:pt x="108" y="146"/>
                      </a:lnTo>
                      <a:lnTo>
                        <a:pt x="110" y="146"/>
                      </a:lnTo>
                      <a:close/>
                      <a:moveTo>
                        <a:pt x="166" y="144"/>
                      </a:moveTo>
                      <a:lnTo>
                        <a:pt x="166" y="146"/>
                      </a:lnTo>
                      <a:lnTo>
                        <a:pt x="166" y="144"/>
                      </a:lnTo>
                      <a:close/>
                      <a:moveTo>
                        <a:pt x="174" y="141"/>
                      </a:moveTo>
                      <a:lnTo>
                        <a:pt x="176" y="141"/>
                      </a:lnTo>
                      <a:lnTo>
                        <a:pt x="174" y="141"/>
                      </a:lnTo>
                      <a:close/>
                      <a:moveTo>
                        <a:pt x="170" y="141"/>
                      </a:moveTo>
                      <a:lnTo>
                        <a:pt x="170" y="139"/>
                      </a:lnTo>
                      <a:lnTo>
                        <a:pt x="170" y="141"/>
                      </a:lnTo>
                      <a:close/>
                      <a:moveTo>
                        <a:pt x="48" y="137"/>
                      </a:moveTo>
                      <a:lnTo>
                        <a:pt x="48" y="139"/>
                      </a:lnTo>
                      <a:lnTo>
                        <a:pt x="48" y="137"/>
                      </a:lnTo>
                      <a:close/>
                      <a:moveTo>
                        <a:pt x="84" y="135"/>
                      </a:moveTo>
                      <a:lnTo>
                        <a:pt x="84" y="137"/>
                      </a:lnTo>
                      <a:lnTo>
                        <a:pt x="84" y="135"/>
                      </a:lnTo>
                      <a:close/>
                      <a:moveTo>
                        <a:pt x="51" y="130"/>
                      </a:moveTo>
                      <a:lnTo>
                        <a:pt x="51" y="132"/>
                      </a:lnTo>
                      <a:lnTo>
                        <a:pt x="51" y="130"/>
                      </a:lnTo>
                      <a:close/>
                      <a:moveTo>
                        <a:pt x="166" y="130"/>
                      </a:moveTo>
                      <a:lnTo>
                        <a:pt x="168" y="130"/>
                      </a:lnTo>
                      <a:lnTo>
                        <a:pt x="166" y="130"/>
                      </a:lnTo>
                      <a:close/>
                      <a:moveTo>
                        <a:pt x="168" y="128"/>
                      </a:moveTo>
                      <a:lnTo>
                        <a:pt x="166" y="128"/>
                      </a:lnTo>
                      <a:lnTo>
                        <a:pt x="168" y="128"/>
                      </a:lnTo>
                      <a:close/>
                      <a:moveTo>
                        <a:pt x="70" y="126"/>
                      </a:moveTo>
                      <a:lnTo>
                        <a:pt x="68" y="126"/>
                      </a:lnTo>
                      <a:lnTo>
                        <a:pt x="70" y="126"/>
                      </a:lnTo>
                      <a:close/>
                      <a:moveTo>
                        <a:pt x="93" y="124"/>
                      </a:moveTo>
                      <a:lnTo>
                        <a:pt x="92" y="124"/>
                      </a:lnTo>
                      <a:lnTo>
                        <a:pt x="93" y="124"/>
                      </a:lnTo>
                      <a:close/>
                      <a:moveTo>
                        <a:pt x="93" y="124"/>
                      </a:moveTo>
                      <a:lnTo>
                        <a:pt x="92" y="124"/>
                      </a:lnTo>
                      <a:lnTo>
                        <a:pt x="93" y="124"/>
                      </a:lnTo>
                      <a:close/>
                      <a:moveTo>
                        <a:pt x="141" y="124"/>
                      </a:moveTo>
                      <a:lnTo>
                        <a:pt x="139" y="124"/>
                      </a:lnTo>
                      <a:lnTo>
                        <a:pt x="141" y="124"/>
                      </a:lnTo>
                      <a:close/>
                      <a:moveTo>
                        <a:pt x="59" y="104"/>
                      </a:moveTo>
                      <a:lnTo>
                        <a:pt x="59" y="102"/>
                      </a:lnTo>
                      <a:lnTo>
                        <a:pt x="59" y="104"/>
                      </a:lnTo>
                      <a:close/>
                      <a:moveTo>
                        <a:pt x="30" y="44"/>
                      </a:moveTo>
                      <a:lnTo>
                        <a:pt x="28" y="44"/>
                      </a:lnTo>
                      <a:lnTo>
                        <a:pt x="30" y="44"/>
                      </a:lnTo>
                      <a:close/>
                      <a:moveTo>
                        <a:pt x="31" y="44"/>
                      </a:moveTo>
                      <a:lnTo>
                        <a:pt x="31" y="42"/>
                      </a:lnTo>
                      <a:lnTo>
                        <a:pt x="31" y="44"/>
                      </a:lnTo>
                      <a:close/>
                      <a:moveTo>
                        <a:pt x="30" y="44"/>
                      </a:moveTo>
                      <a:lnTo>
                        <a:pt x="30" y="42"/>
                      </a:lnTo>
                      <a:lnTo>
                        <a:pt x="30" y="44"/>
                      </a:lnTo>
                      <a:close/>
                      <a:moveTo>
                        <a:pt x="30" y="42"/>
                      </a:moveTo>
                      <a:lnTo>
                        <a:pt x="28" y="42"/>
                      </a:lnTo>
                      <a:lnTo>
                        <a:pt x="28" y="40"/>
                      </a:lnTo>
                      <a:lnTo>
                        <a:pt x="28" y="42"/>
                      </a:lnTo>
                      <a:lnTo>
                        <a:pt x="30" y="42"/>
                      </a:lnTo>
                      <a:close/>
                      <a:moveTo>
                        <a:pt x="26" y="40"/>
                      </a:moveTo>
                      <a:lnTo>
                        <a:pt x="24" y="40"/>
                      </a:lnTo>
                      <a:lnTo>
                        <a:pt x="26" y="40"/>
                      </a:lnTo>
                      <a:close/>
                      <a:moveTo>
                        <a:pt x="26" y="38"/>
                      </a:moveTo>
                      <a:lnTo>
                        <a:pt x="24" y="38"/>
                      </a:lnTo>
                      <a:lnTo>
                        <a:pt x="26" y="38"/>
                      </a:lnTo>
                      <a:close/>
                      <a:moveTo>
                        <a:pt x="26" y="38"/>
                      </a:moveTo>
                      <a:lnTo>
                        <a:pt x="24" y="38"/>
                      </a:lnTo>
                      <a:lnTo>
                        <a:pt x="26" y="38"/>
                      </a:lnTo>
                      <a:close/>
                      <a:moveTo>
                        <a:pt x="33" y="35"/>
                      </a:moveTo>
                      <a:lnTo>
                        <a:pt x="33" y="37"/>
                      </a:lnTo>
                      <a:lnTo>
                        <a:pt x="33" y="35"/>
                      </a:lnTo>
                      <a:close/>
                      <a:moveTo>
                        <a:pt x="24" y="33"/>
                      </a:moveTo>
                      <a:lnTo>
                        <a:pt x="22" y="33"/>
                      </a:lnTo>
                      <a:lnTo>
                        <a:pt x="24" y="33"/>
                      </a:lnTo>
                      <a:close/>
                      <a:moveTo>
                        <a:pt x="30" y="33"/>
                      </a:moveTo>
                      <a:lnTo>
                        <a:pt x="28" y="33"/>
                      </a:lnTo>
                      <a:lnTo>
                        <a:pt x="30" y="33"/>
                      </a:lnTo>
                      <a:close/>
                      <a:moveTo>
                        <a:pt x="28" y="31"/>
                      </a:moveTo>
                      <a:lnTo>
                        <a:pt x="26" y="31"/>
                      </a:lnTo>
                      <a:lnTo>
                        <a:pt x="28" y="31"/>
                      </a:lnTo>
                      <a:close/>
                      <a:moveTo>
                        <a:pt x="28" y="29"/>
                      </a:moveTo>
                      <a:lnTo>
                        <a:pt x="26" y="29"/>
                      </a:lnTo>
                      <a:lnTo>
                        <a:pt x="28" y="29"/>
                      </a:lnTo>
                      <a:close/>
                      <a:moveTo>
                        <a:pt x="24" y="27"/>
                      </a:moveTo>
                      <a:lnTo>
                        <a:pt x="22" y="27"/>
                      </a:lnTo>
                      <a:lnTo>
                        <a:pt x="24" y="27"/>
                      </a:lnTo>
                      <a:close/>
                      <a:moveTo>
                        <a:pt x="22" y="26"/>
                      </a:moveTo>
                      <a:lnTo>
                        <a:pt x="20" y="26"/>
                      </a:lnTo>
                      <a:lnTo>
                        <a:pt x="22" y="26"/>
                      </a:lnTo>
                      <a:close/>
                      <a:moveTo>
                        <a:pt x="22" y="22"/>
                      </a:moveTo>
                      <a:lnTo>
                        <a:pt x="20" y="22"/>
                      </a:lnTo>
                      <a:lnTo>
                        <a:pt x="22" y="22"/>
                      </a:lnTo>
                      <a:close/>
                      <a:moveTo>
                        <a:pt x="22" y="20"/>
                      </a:moveTo>
                      <a:lnTo>
                        <a:pt x="20" y="20"/>
                      </a:lnTo>
                      <a:lnTo>
                        <a:pt x="22" y="20"/>
                      </a:lnTo>
                      <a:close/>
                      <a:moveTo>
                        <a:pt x="22" y="20"/>
                      </a:moveTo>
                      <a:lnTo>
                        <a:pt x="20" y="20"/>
                      </a:lnTo>
                      <a:lnTo>
                        <a:pt x="22" y="20"/>
                      </a:lnTo>
                      <a:close/>
                      <a:moveTo>
                        <a:pt x="13" y="15"/>
                      </a:moveTo>
                      <a:lnTo>
                        <a:pt x="11" y="15"/>
                      </a:lnTo>
                      <a:lnTo>
                        <a:pt x="13" y="15"/>
                      </a:lnTo>
                      <a:close/>
                      <a:moveTo>
                        <a:pt x="2" y="13"/>
                      </a:moveTo>
                      <a:lnTo>
                        <a:pt x="0" y="13"/>
                      </a:lnTo>
                      <a:lnTo>
                        <a:pt x="0" y="11"/>
                      </a:lnTo>
                      <a:lnTo>
                        <a:pt x="2" y="13"/>
                      </a:lnTo>
                      <a:close/>
                      <a:moveTo>
                        <a:pt x="2" y="13"/>
                      </a:moveTo>
                      <a:lnTo>
                        <a:pt x="2" y="11"/>
                      </a:lnTo>
                      <a:lnTo>
                        <a:pt x="2" y="13"/>
                      </a:lnTo>
                      <a:close/>
                      <a:moveTo>
                        <a:pt x="13" y="9"/>
                      </a:moveTo>
                      <a:lnTo>
                        <a:pt x="13" y="11"/>
                      </a:lnTo>
                      <a:lnTo>
                        <a:pt x="13" y="9"/>
                      </a:lnTo>
                      <a:close/>
                      <a:moveTo>
                        <a:pt x="13" y="5"/>
                      </a:moveTo>
                      <a:lnTo>
                        <a:pt x="13" y="4"/>
                      </a:lnTo>
                      <a:lnTo>
                        <a:pt x="13" y="5"/>
                      </a:lnTo>
                      <a:close/>
                      <a:moveTo>
                        <a:pt x="2" y="2"/>
                      </a:moveTo>
                      <a:lnTo>
                        <a:pt x="4" y="2"/>
                      </a:lnTo>
                      <a:lnTo>
                        <a:pt x="2" y="2"/>
                      </a:lnTo>
                      <a:close/>
                      <a:moveTo>
                        <a:pt x="13" y="2"/>
                      </a:moveTo>
                      <a:lnTo>
                        <a:pt x="13" y="0"/>
                      </a:lnTo>
                      <a:lnTo>
                        <a:pt x="13"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79" name="Freeform 74">
                  <a:extLst>
                    <a:ext uri="{FF2B5EF4-FFF2-40B4-BE49-F238E27FC236}">
                      <a16:creationId xmlns:a16="http://schemas.microsoft.com/office/drawing/2014/main" id="{C3658933-6325-3D60-5B4F-C4EAA3D1AE15}"/>
                    </a:ext>
                  </a:extLst>
                </p:cNvPr>
                <p:cNvSpPr>
                  <a:spLocks/>
                </p:cNvSpPr>
                <p:nvPr/>
              </p:nvSpPr>
              <p:spPr bwMode="auto">
                <a:xfrm>
                  <a:off x="4327742" y="3080915"/>
                  <a:ext cx="527707" cy="267468"/>
                </a:xfrm>
                <a:custGeom>
                  <a:avLst/>
                  <a:gdLst>
                    <a:gd name="T0" fmla="*/ 71 w 292"/>
                    <a:gd name="T1" fmla="*/ 3 h 148"/>
                    <a:gd name="T2" fmla="*/ 76 w 292"/>
                    <a:gd name="T3" fmla="*/ 13 h 148"/>
                    <a:gd name="T4" fmla="*/ 91 w 292"/>
                    <a:gd name="T5" fmla="*/ 20 h 148"/>
                    <a:gd name="T6" fmla="*/ 104 w 292"/>
                    <a:gd name="T7" fmla="*/ 27 h 148"/>
                    <a:gd name="T8" fmla="*/ 116 w 292"/>
                    <a:gd name="T9" fmla="*/ 34 h 148"/>
                    <a:gd name="T10" fmla="*/ 127 w 292"/>
                    <a:gd name="T11" fmla="*/ 45 h 148"/>
                    <a:gd name="T12" fmla="*/ 138 w 292"/>
                    <a:gd name="T13" fmla="*/ 42 h 148"/>
                    <a:gd name="T14" fmla="*/ 149 w 292"/>
                    <a:gd name="T15" fmla="*/ 47 h 148"/>
                    <a:gd name="T16" fmla="*/ 153 w 292"/>
                    <a:gd name="T17" fmla="*/ 56 h 148"/>
                    <a:gd name="T18" fmla="*/ 166 w 292"/>
                    <a:gd name="T19" fmla="*/ 64 h 148"/>
                    <a:gd name="T20" fmla="*/ 178 w 292"/>
                    <a:gd name="T21" fmla="*/ 64 h 148"/>
                    <a:gd name="T22" fmla="*/ 180 w 292"/>
                    <a:gd name="T23" fmla="*/ 73 h 148"/>
                    <a:gd name="T24" fmla="*/ 191 w 292"/>
                    <a:gd name="T25" fmla="*/ 77 h 148"/>
                    <a:gd name="T26" fmla="*/ 204 w 292"/>
                    <a:gd name="T27" fmla="*/ 77 h 148"/>
                    <a:gd name="T28" fmla="*/ 211 w 292"/>
                    <a:gd name="T29" fmla="*/ 91 h 148"/>
                    <a:gd name="T30" fmla="*/ 224 w 292"/>
                    <a:gd name="T31" fmla="*/ 89 h 148"/>
                    <a:gd name="T32" fmla="*/ 233 w 292"/>
                    <a:gd name="T33" fmla="*/ 86 h 148"/>
                    <a:gd name="T34" fmla="*/ 246 w 292"/>
                    <a:gd name="T35" fmla="*/ 89 h 148"/>
                    <a:gd name="T36" fmla="*/ 261 w 292"/>
                    <a:gd name="T37" fmla="*/ 95 h 148"/>
                    <a:gd name="T38" fmla="*/ 277 w 292"/>
                    <a:gd name="T39" fmla="*/ 93 h 148"/>
                    <a:gd name="T40" fmla="*/ 288 w 292"/>
                    <a:gd name="T41" fmla="*/ 93 h 148"/>
                    <a:gd name="T42" fmla="*/ 286 w 292"/>
                    <a:gd name="T43" fmla="*/ 104 h 148"/>
                    <a:gd name="T44" fmla="*/ 286 w 292"/>
                    <a:gd name="T45" fmla="*/ 122 h 148"/>
                    <a:gd name="T46" fmla="*/ 290 w 292"/>
                    <a:gd name="T47" fmla="*/ 137 h 148"/>
                    <a:gd name="T48" fmla="*/ 281 w 292"/>
                    <a:gd name="T49" fmla="*/ 144 h 148"/>
                    <a:gd name="T50" fmla="*/ 275 w 292"/>
                    <a:gd name="T51" fmla="*/ 144 h 148"/>
                    <a:gd name="T52" fmla="*/ 261 w 292"/>
                    <a:gd name="T53" fmla="*/ 146 h 148"/>
                    <a:gd name="T54" fmla="*/ 251 w 292"/>
                    <a:gd name="T55" fmla="*/ 142 h 148"/>
                    <a:gd name="T56" fmla="*/ 241 w 292"/>
                    <a:gd name="T57" fmla="*/ 144 h 148"/>
                    <a:gd name="T58" fmla="*/ 224 w 292"/>
                    <a:gd name="T59" fmla="*/ 139 h 148"/>
                    <a:gd name="T60" fmla="*/ 219 w 292"/>
                    <a:gd name="T61" fmla="*/ 137 h 148"/>
                    <a:gd name="T62" fmla="*/ 211 w 292"/>
                    <a:gd name="T63" fmla="*/ 139 h 148"/>
                    <a:gd name="T64" fmla="*/ 202 w 292"/>
                    <a:gd name="T65" fmla="*/ 133 h 148"/>
                    <a:gd name="T66" fmla="*/ 193 w 292"/>
                    <a:gd name="T67" fmla="*/ 131 h 148"/>
                    <a:gd name="T68" fmla="*/ 180 w 292"/>
                    <a:gd name="T69" fmla="*/ 130 h 148"/>
                    <a:gd name="T70" fmla="*/ 169 w 292"/>
                    <a:gd name="T71" fmla="*/ 124 h 148"/>
                    <a:gd name="T72" fmla="*/ 160 w 292"/>
                    <a:gd name="T73" fmla="*/ 111 h 148"/>
                    <a:gd name="T74" fmla="*/ 146 w 292"/>
                    <a:gd name="T75" fmla="*/ 106 h 148"/>
                    <a:gd name="T76" fmla="*/ 137 w 292"/>
                    <a:gd name="T77" fmla="*/ 111 h 148"/>
                    <a:gd name="T78" fmla="*/ 115 w 292"/>
                    <a:gd name="T79" fmla="*/ 111 h 148"/>
                    <a:gd name="T80" fmla="*/ 100 w 292"/>
                    <a:gd name="T81" fmla="*/ 106 h 148"/>
                    <a:gd name="T82" fmla="*/ 91 w 292"/>
                    <a:gd name="T83" fmla="*/ 98 h 148"/>
                    <a:gd name="T84" fmla="*/ 80 w 292"/>
                    <a:gd name="T85" fmla="*/ 95 h 148"/>
                    <a:gd name="T86" fmla="*/ 64 w 292"/>
                    <a:gd name="T87" fmla="*/ 91 h 148"/>
                    <a:gd name="T88" fmla="*/ 47 w 292"/>
                    <a:gd name="T89" fmla="*/ 82 h 148"/>
                    <a:gd name="T90" fmla="*/ 36 w 292"/>
                    <a:gd name="T91" fmla="*/ 75 h 148"/>
                    <a:gd name="T92" fmla="*/ 31 w 292"/>
                    <a:gd name="T93" fmla="*/ 71 h 148"/>
                    <a:gd name="T94" fmla="*/ 23 w 292"/>
                    <a:gd name="T95" fmla="*/ 67 h 148"/>
                    <a:gd name="T96" fmla="*/ 18 w 292"/>
                    <a:gd name="T97" fmla="*/ 67 h 148"/>
                    <a:gd name="T98" fmla="*/ 9 w 292"/>
                    <a:gd name="T99" fmla="*/ 62 h 148"/>
                    <a:gd name="T100" fmla="*/ 1 w 292"/>
                    <a:gd name="T101" fmla="*/ 56 h 148"/>
                    <a:gd name="T102" fmla="*/ 7 w 292"/>
                    <a:gd name="T103" fmla="*/ 47 h 148"/>
                    <a:gd name="T104" fmla="*/ 9 w 292"/>
                    <a:gd name="T105" fmla="*/ 40 h 148"/>
                    <a:gd name="T106" fmla="*/ 12 w 292"/>
                    <a:gd name="T107" fmla="*/ 29 h 148"/>
                    <a:gd name="T108" fmla="*/ 16 w 292"/>
                    <a:gd name="T109" fmla="*/ 24 h 148"/>
                    <a:gd name="T110" fmla="*/ 27 w 292"/>
                    <a:gd name="T111" fmla="*/ 14 h 148"/>
                    <a:gd name="T112" fmla="*/ 36 w 292"/>
                    <a:gd name="T113" fmla="*/ 13 h 148"/>
                    <a:gd name="T114" fmla="*/ 45 w 292"/>
                    <a:gd name="T115" fmla="*/ 11 h 148"/>
                    <a:gd name="T116" fmla="*/ 54 w 292"/>
                    <a:gd name="T117" fmla="*/ 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2" h="148">
                      <a:moveTo>
                        <a:pt x="60" y="2"/>
                      </a:moveTo>
                      <a:lnTo>
                        <a:pt x="62" y="3"/>
                      </a:lnTo>
                      <a:lnTo>
                        <a:pt x="62" y="2"/>
                      </a:lnTo>
                      <a:lnTo>
                        <a:pt x="62" y="3"/>
                      </a:lnTo>
                      <a:lnTo>
                        <a:pt x="64" y="3"/>
                      </a:lnTo>
                      <a:lnTo>
                        <a:pt x="65" y="3"/>
                      </a:lnTo>
                      <a:lnTo>
                        <a:pt x="67" y="3"/>
                      </a:lnTo>
                      <a:lnTo>
                        <a:pt x="69" y="3"/>
                      </a:lnTo>
                      <a:lnTo>
                        <a:pt x="69" y="5"/>
                      </a:lnTo>
                      <a:lnTo>
                        <a:pt x="71" y="5"/>
                      </a:lnTo>
                      <a:lnTo>
                        <a:pt x="71" y="3"/>
                      </a:lnTo>
                      <a:lnTo>
                        <a:pt x="71" y="5"/>
                      </a:lnTo>
                      <a:lnTo>
                        <a:pt x="73" y="3"/>
                      </a:lnTo>
                      <a:lnTo>
                        <a:pt x="74" y="3"/>
                      </a:lnTo>
                      <a:lnTo>
                        <a:pt x="74" y="5"/>
                      </a:lnTo>
                      <a:lnTo>
                        <a:pt x="74" y="7"/>
                      </a:lnTo>
                      <a:lnTo>
                        <a:pt x="73" y="7"/>
                      </a:lnTo>
                      <a:lnTo>
                        <a:pt x="73" y="9"/>
                      </a:lnTo>
                      <a:lnTo>
                        <a:pt x="74" y="9"/>
                      </a:lnTo>
                      <a:lnTo>
                        <a:pt x="76" y="9"/>
                      </a:lnTo>
                      <a:lnTo>
                        <a:pt x="76" y="11"/>
                      </a:lnTo>
                      <a:lnTo>
                        <a:pt x="76" y="13"/>
                      </a:lnTo>
                      <a:lnTo>
                        <a:pt x="76" y="14"/>
                      </a:lnTo>
                      <a:lnTo>
                        <a:pt x="78" y="14"/>
                      </a:lnTo>
                      <a:lnTo>
                        <a:pt x="80" y="14"/>
                      </a:lnTo>
                      <a:lnTo>
                        <a:pt x="82" y="14"/>
                      </a:lnTo>
                      <a:lnTo>
                        <a:pt x="84" y="16"/>
                      </a:lnTo>
                      <a:lnTo>
                        <a:pt x="85" y="16"/>
                      </a:lnTo>
                      <a:lnTo>
                        <a:pt x="85" y="18"/>
                      </a:lnTo>
                      <a:lnTo>
                        <a:pt x="87" y="18"/>
                      </a:lnTo>
                      <a:lnTo>
                        <a:pt x="89" y="18"/>
                      </a:lnTo>
                      <a:lnTo>
                        <a:pt x="91" y="18"/>
                      </a:lnTo>
                      <a:lnTo>
                        <a:pt x="91" y="20"/>
                      </a:lnTo>
                      <a:lnTo>
                        <a:pt x="93" y="22"/>
                      </a:lnTo>
                      <a:lnTo>
                        <a:pt x="95" y="22"/>
                      </a:lnTo>
                      <a:lnTo>
                        <a:pt x="95" y="24"/>
                      </a:lnTo>
                      <a:lnTo>
                        <a:pt x="96" y="24"/>
                      </a:lnTo>
                      <a:lnTo>
                        <a:pt x="95" y="24"/>
                      </a:lnTo>
                      <a:lnTo>
                        <a:pt x="95" y="25"/>
                      </a:lnTo>
                      <a:lnTo>
                        <a:pt x="96" y="25"/>
                      </a:lnTo>
                      <a:lnTo>
                        <a:pt x="98" y="27"/>
                      </a:lnTo>
                      <a:lnTo>
                        <a:pt x="100" y="27"/>
                      </a:lnTo>
                      <a:lnTo>
                        <a:pt x="102" y="27"/>
                      </a:lnTo>
                      <a:lnTo>
                        <a:pt x="104" y="27"/>
                      </a:lnTo>
                      <a:lnTo>
                        <a:pt x="104" y="29"/>
                      </a:lnTo>
                      <a:lnTo>
                        <a:pt x="105" y="29"/>
                      </a:lnTo>
                      <a:lnTo>
                        <a:pt x="107" y="29"/>
                      </a:lnTo>
                      <a:lnTo>
                        <a:pt x="107" y="31"/>
                      </a:lnTo>
                      <a:lnTo>
                        <a:pt x="109" y="31"/>
                      </a:lnTo>
                      <a:lnTo>
                        <a:pt x="111" y="31"/>
                      </a:lnTo>
                      <a:lnTo>
                        <a:pt x="113" y="31"/>
                      </a:lnTo>
                      <a:lnTo>
                        <a:pt x="115" y="31"/>
                      </a:lnTo>
                      <a:lnTo>
                        <a:pt x="115" y="33"/>
                      </a:lnTo>
                      <a:lnTo>
                        <a:pt x="115" y="34"/>
                      </a:lnTo>
                      <a:lnTo>
                        <a:pt x="116" y="34"/>
                      </a:lnTo>
                      <a:lnTo>
                        <a:pt x="118" y="34"/>
                      </a:lnTo>
                      <a:lnTo>
                        <a:pt x="118" y="36"/>
                      </a:lnTo>
                      <a:lnTo>
                        <a:pt x="120" y="38"/>
                      </a:lnTo>
                      <a:lnTo>
                        <a:pt x="120" y="40"/>
                      </a:lnTo>
                      <a:lnTo>
                        <a:pt x="122" y="40"/>
                      </a:lnTo>
                      <a:lnTo>
                        <a:pt x="122" y="42"/>
                      </a:lnTo>
                      <a:lnTo>
                        <a:pt x="124" y="42"/>
                      </a:lnTo>
                      <a:lnTo>
                        <a:pt x="124" y="44"/>
                      </a:lnTo>
                      <a:lnTo>
                        <a:pt x="124" y="45"/>
                      </a:lnTo>
                      <a:lnTo>
                        <a:pt x="126" y="45"/>
                      </a:lnTo>
                      <a:lnTo>
                        <a:pt x="127" y="45"/>
                      </a:lnTo>
                      <a:lnTo>
                        <a:pt x="127" y="47"/>
                      </a:lnTo>
                      <a:lnTo>
                        <a:pt x="129" y="47"/>
                      </a:lnTo>
                      <a:lnTo>
                        <a:pt x="129" y="45"/>
                      </a:lnTo>
                      <a:lnTo>
                        <a:pt x="131" y="44"/>
                      </a:lnTo>
                      <a:lnTo>
                        <a:pt x="133" y="44"/>
                      </a:lnTo>
                      <a:lnTo>
                        <a:pt x="135" y="44"/>
                      </a:lnTo>
                      <a:lnTo>
                        <a:pt x="135" y="42"/>
                      </a:lnTo>
                      <a:lnTo>
                        <a:pt x="135" y="40"/>
                      </a:lnTo>
                      <a:lnTo>
                        <a:pt x="137" y="40"/>
                      </a:lnTo>
                      <a:lnTo>
                        <a:pt x="138" y="40"/>
                      </a:lnTo>
                      <a:lnTo>
                        <a:pt x="138" y="42"/>
                      </a:lnTo>
                      <a:lnTo>
                        <a:pt x="140" y="42"/>
                      </a:lnTo>
                      <a:lnTo>
                        <a:pt x="142" y="42"/>
                      </a:lnTo>
                      <a:lnTo>
                        <a:pt x="144" y="42"/>
                      </a:lnTo>
                      <a:lnTo>
                        <a:pt x="146" y="42"/>
                      </a:lnTo>
                      <a:lnTo>
                        <a:pt x="146" y="44"/>
                      </a:lnTo>
                      <a:lnTo>
                        <a:pt x="147" y="44"/>
                      </a:lnTo>
                      <a:lnTo>
                        <a:pt x="149" y="44"/>
                      </a:lnTo>
                      <a:lnTo>
                        <a:pt x="149" y="45"/>
                      </a:lnTo>
                      <a:lnTo>
                        <a:pt x="147" y="45"/>
                      </a:lnTo>
                      <a:lnTo>
                        <a:pt x="147" y="47"/>
                      </a:lnTo>
                      <a:lnTo>
                        <a:pt x="149" y="47"/>
                      </a:lnTo>
                      <a:lnTo>
                        <a:pt x="149" y="49"/>
                      </a:lnTo>
                      <a:lnTo>
                        <a:pt x="147" y="49"/>
                      </a:lnTo>
                      <a:lnTo>
                        <a:pt x="147" y="51"/>
                      </a:lnTo>
                      <a:lnTo>
                        <a:pt x="149" y="51"/>
                      </a:lnTo>
                      <a:lnTo>
                        <a:pt x="151" y="51"/>
                      </a:lnTo>
                      <a:lnTo>
                        <a:pt x="151" y="53"/>
                      </a:lnTo>
                      <a:lnTo>
                        <a:pt x="149" y="53"/>
                      </a:lnTo>
                      <a:lnTo>
                        <a:pt x="149" y="55"/>
                      </a:lnTo>
                      <a:lnTo>
                        <a:pt x="149" y="56"/>
                      </a:lnTo>
                      <a:lnTo>
                        <a:pt x="151" y="56"/>
                      </a:lnTo>
                      <a:lnTo>
                        <a:pt x="153" y="56"/>
                      </a:lnTo>
                      <a:lnTo>
                        <a:pt x="155" y="56"/>
                      </a:lnTo>
                      <a:lnTo>
                        <a:pt x="157" y="58"/>
                      </a:lnTo>
                      <a:lnTo>
                        <a:pt x="155" y="58"/>
                      </a:lnTo>
                      <a:lnTo>
                        <a:pt x="157" y="58"/>
                      </a:lnTo>
                      <a:lnTo>
                        <a:pt x="157" y="60"/>
                      </a:lnTo>
                      <a:lnTo>
                        <a:pt x="158" y="60"/>
                      </a:lnTo>
                      <a:lnTo>
                        <a:pt x="158" y="62"/>
                      </a:lnTo>
                      <a:lnTo>
                        <a:pt x="160" y="62"/>
                      </a:lnTo>
                      <a:lnTo>
                        <a:pt x="162" y="62"/>
                      </a:lnTo>
                      <a:lnTo>
                        <a:pt x="164" y="62"/>
                      </a:lnTo>
                      <a:lnTo>
                        <a:pt x="166" y="64"/>
                      </a:lnTo>
                      <a:lnTo>
                        <a:pt x="168" y="64"/>
                      </a:lnTo>
                      <a:lnTo>
                        <a:pt x="166" y="66"/>
                      </a:lnTo>
                      <a:lnTo>
                        <a:pt x="168" y="66"/>
                      </a:lnTo>
                      <a:lnTo>
                        <a:pt x="169" y="66"/>
                      </a:lnTo>
                      <a:lnTo>
                        <a:pt x="171" y="67"/>
                      </a:lnTo>
                      <a:lnTo>
                        <a:pt x="173" y="67"/>
                      </a:lnTo>
                      <a:lnTo>
                        <a:pt x="175" y="67"/>
                      </a:lnTo>
                      <a:lnTo>
                        <a:pt x="177" y="67"/>
                      </a:lnTo>
                      <a:lnTo>
                        <a:pt x="177" y="66"/>
                      </a:lnTo>
                      <a:lnTo>
                        <a:pt x="178" y="66"/>
                      </a:lnTo>
                      <a:lnTo>
                        <a:pt x="178" y="64"/>
                      </a:lnTo>
                      <a:lnTo>
                        <a:pt x="180" y="64"/>
                      </a:lnTo>
                      <a:lnTo>
                        <a:pt x="182" y="64"/>
                      </a:lnTo>
                      <a:lnTo>
                        <a:pt x="182" y="66"/>
                      </a:lnTo>
                      <a:lnTo>
                        <a:pt x="184" y="66"/>
                      </a:lnTo>
                      <a:lnTo>
                        <a:pt x="184" y="67"/>
                      </a:lnTo>
                      <a:lnTo>
                        <a:pt x="184" y="69"/>
                      </a:lnTo>
                      <a:lnTo>
                        <a:pt x="182" y="69"/>
                      </a:lnTo>
                      <a:lnTo>
                        <a:pt x="182" y="71"/>
                      </a:lnTo>
                      <a:lnTo>
                        <a:pt x="180" y="73"/>
                      </a:lnTo>
                      <a:lnTo>
                        <a:pt x="182" y="73"/>
                      </a:lnTo>
                      <a:lnTo>
                        <a:pt x="180" y="73"/>
                      </a:lnTo>
                      <a:lnTo>
                        <a:pt x="182" y="75"/>
                      </a:lnTo>
                      <a:lnTo>
                        <a:pt x="184" y="75"/>
                      </a:lnTo>
                      <a:lnTo>
                        <a:pt x="186" y="75"/>
                      </a:lnTo>
                      <a:lnTo>
                        <a:pt x="186" y="77"/>
                      </a:lnTo>
                      <a:lnTo>
                        <a:pt x="186" y="75"/>
                      </a:lnTo>
                      <a:lnTo>
                        <a:pt x="188" y="75"/>
                      </a:lnTo>
                      <a:lnTo>
                        <a:pt x="188" y="77"/>
                      </a:lnTo>
                      <a:lnTo>
                        <a:pt x="189" y="77"/>
                      </a:lnTo>
                      <a:lnTo>
                        <a:pt x="189" y="78"/>
                      </a:lnTo>
                      <a:lnTo>
                        <a:pt x="191" y="78"/>
                      </a:lnTo>
                      <a:lnTo>
                        <a:pt x="191" y="77"/>
                      </a:lnTo>
                      <a:lnTo>
                        <a:pt x="193" y="77"/>
                      </a:lnTo>
                      <a:lnTo>
                        <a:pt x="195" y="77"/>
                      </a:lnTo>
                      <a:lnTo>
                        <a:pt x="197" y="77"/>
                      </a:lnTo>
                      <a:lnTo>
                        <a:pt x="197" y="78"/>
                      </a:lnTo>
                      <a:lnTo>
                        <a:pt x="199" y="78"/>
                      </a:lnTo>
                      <a:lnTo>
                        <a:pt x="200" y="78"/>
                      </a:lnTo>
                      <a:lnTo>
                        <a:pt x="200" y="77"/>
                      </a:lnTo>
                      <a:lnTo>
                        <a:pt x="200" y="75"/>
                      </a:lnTo>
                      <a:lnTo>
                        <a:pt x="202" y="75"/>
                      </a:lnTo>
                      <a:lnTo>
                        <a:pt x="204" y="75"/>
                      </a:lnTo>
                      <a:lnTo>
                        <a:pt x="204" y="77"/>
                      </a:lnTo>
                      <a:lnTo>
                        <a:pt x="204" y="78"/>
                      </a:lnTo>
                      <a:lnTo>
                        <a:pt x="204" y="80"/>
                      </a:lnTo>
                      <a:lnTo>
                        <a:pt x="206" y="80"/>
                      </a:lnTo>
                      <a:lnTo>
                        <a:pt x="206" y="82"/>
                      </a:lnTo>
                      <a:lnTo>
                        <a:pt x="208" y="82"/>
                      </a:lnTo>
                      <a:lnTo>
                        <a:pt x="208" y="84"/>
                      </a:lnTo>
                      <a:lnTo>
                        <a:pt x="210" y="84"/>
                      </a:lnTo>
                      <a:lnTo>
                        <a:pt x="210" y="86"/>
                      </a:lnTo>
                      <a:lnTo>
                        <a:pt x="211" y="87"/>
                      </a:lnTo>
                      <a:lnTo>
                        <a:pt x="211" y="89"/>
                      </a:lnTo>
                      <a:lnTo>
                        <a:pt x="211" y="91"/>
                      </a:lnTo>
                      <a:lnTo>
                        <a:pt x="213" y="91"/>
                      </a:lnTo>
                      <a:lnTo>
                        <a:pt x="215" y="91"/>
                      </a:lnTo>
                      <a:lnTo>
                        <a:pt x="217" y="91"/>
                      </a:lnTo>
                      <a:lnTo>
                        <a:pt x="217" y="89"/>
                      </a:lnTo>
                      <a:lnTo>
                        <a:pt x="217" y="87"/>
                      </a:lnTo>
                      <a:lnTo>
                        <a:pt x="219" y="87"/>
                      </a:lnTo>
                      <a:lnTo>
                        <a:pt x="220" y="86"/>
                      </a:lnTo>
                      <a:lnTo>
                        <a:pt x="220" y="87"/>
                      </a:lnTo>
                      <a:lnTo>
                        <a:pt x="220" y="89"/>
                      </a:lnTo>
                      <a:lnTo>
                        <a:pt x="222" y="89"/>
                      </a:lnTo>
                      <a:lnTo>
                        <a:pt x="224" y="89"/>
                      </a:lnTo>
                      <a:lnTo>
                        <a:pt x="226" y="89"/>
                      </a:lnTo>
                      <a:lnTo>
                        <a:pt x="226" y="91"/>
                      </a:lnTo>
                      <a:lnTo>
                        <a:pt x="226" y="89"/>
                      </a:lnTo>
                      <a:lnTo>
                        <a:pt x="228" y="89"/>
                      </a:lnTo>
                      <a:lnTo>
                        <a:pt x="228" y="91"/>
                      </a:lnTo>
                      <a:lnTo>
                        <a:pt x="230" y="91"/>
                      </a:lnTo>
                      <a:lnTo>
                        <a:pt x="231" y="91"/>
                      </a:lnTo>
                      <a:lnTo>
                        <a:pt x="231" y="89"/>
                      </a:lnTo>
                      <a:lnTo>
                        <a:pt x="231" y="87"/>
                      </a:lnTo>
                      <a:lnTo>
                        <a:pt x="231" y="86"/>
                      </a:lnTo>
                      <a:lnTo>
                        <a:pt x="233" y="86"/>
                      </a:lnTo>
                      <a:lnTo>
                        <a:pt x="233" y="84"/>
                      </a:lnTo>
                      <a:lnTo>
                        <a:pt x="235" y="84"/>
                      </a:lnTo>
                      <a:lnTo>
                        <a:pt x="235" y="86"/>
                      </a:lnTo>
                      <a:lnTo>
                        <a:pt x="237" y="86"/>
                      </a:lnTo>
                      <a:lnTo>
                        <a:pt x="237" y="84"/>
                      </a:lnTo>
                      <a:lnTo>
                        <a:pt x="239" y="84"/>
                      </a:lnTo>
                      <a:lnTo>
                        <a:pt x="241" y="86"/>
                      </a:lnTo>
                      <a:lnTo>
                        <a:pt x="241" y="87"/>
                      </a:lnTo>
                      <a:lnTo>
                        <a:pt x="242" y="87"/>
                      </a:lnTo>
                      <a:lnTo>
                        <a:pt x="244" y="87"/>
                      </a:lnTo>
                      <a:lnTo>
                        <a:pt x="246" y="89"/>
                      </a:lnTo>
                      <a:lnTo>
                        <a:pt x="248" y="89"/>
                      </a:lnTo>
                      <a:lnTo>
                        <a:pt x="250" y="89"/>
                      </a:lnTo>
                      <a:lnTo>
                        <a:pt x="250" y="91"/>
                      </a:lnTo>
                      <a:lnTo>
                        <a:pt x="251" y="91"/>
                      </a:lnTo>
                      <a:lnTo>
                        <a:pt x="251" y="93"/>
                      </a:lnTo>
                      <a:lnTo>
                        <a:pt x="253" y="93"/>
                      </a:lnTo>
                      <a:lnTo>
                        <a:pt x="255" y="95"/>
                      </a:lnTo>
                      <a:lnTo>
                        <a:pt x="257" y="95"/>
                      </a:lnTo>
                      <a:lnTo>
                        <a:pt x="257" y="97"/>
                      </a:lnTo>
                      <a:lnTo>
                        <a:pt x="259" y="95"/>
                      </a:lnTo>
                      <a:lnTo>
                        <a:pt x="261" y="95"/>
                      </a:lnTo>
                      <a:lnTo>
                        <a:pt x="262" y="93"/>
                      </a:lnTo>
                      <a:lnTo>
                        <a:pt x="264" y="93"/>
                      </a:lnTo>
                      <a:lnTo>
                        <a:pt x="266" y="93"/>
                      </a:lnTo>
                      <a:lnTo>
                        <a:pt x="268" y="93"/>
                      </a:lnTo>
                      <a:lnTo>
                        <a:pt x="270" y="93"/>
                      </a:lnTo>
                      <a:lnTo>
                        <a:pt x="270" y="95"/>
                      </a:lnTo>
                      <a:lnTo>
                        <a:pt x="272" y="95"/>
                      </a:lnTo>
                      <a:lnTo>
                        <a:pt x="273" y="95"/>
                      </a:lnTo>
                      <a:lnTo>
                        <a:pt x="275" y="95"/>
                      </a:lnTo>
                      <a:lnTo>
                        <a:pt x="275" y="93"/>
                      </a:lnTo>
                      <a:lnTo>
                        <a:pt x="277" y="93"/>
                      </a:lnTo>
                      <a:lnTo>
                        <a:pt x="277" y="91"/>
                      </a:lnTo>
                      <a:lnTo>
                        <a:pt x="279" y="91"/>
                      </a:lnTo>
                      <a:lnTo>
                        <a:pt x="279" y="89"/>
                      </a:lnTo>
                      <a:lnTo>
                        <a:pt x="279" y="91"/>
                      </a:lnTo>
                      <a:lnTo>
                        <a:pt x="281" y="91"/>
                      </a:lnTo>
                      <a:lnTo>
                        <a:pt x="283" y="91"/>
                      </a:lnTo>
                      <a:lnTo>
                        <a:pt x="284" y="93"/>
                      </a:lnTo>
                      <a:lnTo>
                        <a:pt x="284" y="91"/>
                      </a:lnTo>
                      <a:lnTo>
                        <a:pt x="286" y="91"/>
                      </a:lnTo>
                      <a:lnTo>
                        <a:pt x="286" y="93"/>
                      </a:lnTo>
                      <a:lnTo>
                        <a:pt x="288" y="93"/>
                      </a:lnTo>
                      <a:lnTo>
                        <a:pt x="290" y="93"/>
                      </a:lnTo>
                      <a:lnTo>
                        <a:pt x="292" y="93"/>
                      </a:lnTo>
                      <a:lnTo>
                        <a:pt x="292" y="95"/>
                      </a:lnTo>
                      <a:lnTo>
                        <a:pt x="292" y="97"/>
                      </a:lnTo>
                      <a:lnTo>
                        <a:pt x="290" y="97"/>
                      </a:lnTo>
                      <a:lnTo>
                        <a:pt x="290" y="98"/>
                      </a:lnTo>
                      <a:lnTo>
                        <a:pt x="290" y="100"/>
                      </a:lnTo>
                      <a:lnTo>
                        <a:pt x="288" y="100"/>
                      </a:lnTo>
                      <a:lnTo>
                        <a:pt x="288" y="102"/>
                      </a:lnTo>
                      <a:lnTo>
                        <a:pt x="288" y="104"/>
                      </a:lnTo>
                      <a:lnTo>
                        <a:pt x="286" y="104"/>
                      </a:lnTo>
                      <a:lnTo>
                        <a:pt x="286" y="106"/>
                      </a:lnTo>
                      <a:lnTo>
                        <a:pt x="286" y="108"/>
                      </a:lnTo>
                      <a:lnTo>
                        <a:pt x="286" y="109"/>
                      </a:lnTo>
                      <a:lnTo>
                        <a:pt x="286" y="111"/>
                      </a:lnTo>
                      <a:lnTo>
                        <a:pt x="286" y="113"/>
                      </a:lnTo>
                      <a:lnTo>
                        <a:pt x="286" y="115"/>
                      </a:lnTo>
                      <a:lnTo>
                        <a:pt x="284" y="117"/>
                      </a:lnTo>
                      <a:lnTo>
                        <a:pt x="284" y="119"/>
                      </a:lnTo>
                      <a:lnTo>
                        <a:pt x="284" y="120"/>
                      </a:lnTo>
                      <a:lnTo>
                        <a:pt x="284" y="122"/>
                      </a:lnTo>
                      <a:lnTo>
                        <a:pt x="286" y="122"/>
                      </a:lnTo>
                      <a:lnTo>
                        <a:pt x="288" y="122"/>
                      </a:lnTo>
                      <a:lnTo>
                        <a:pt x="288" y="124"/>
                      </a:lnTo>
                      <a:lnTo>
                        <a:pt x="288" y="126"/>
                      </a:lnTo>
                      <a:lnTo>
                        <a:pt x="290" y="126"/>
                      </a:lnTo>
                      <a:lnTo>
                        <a:pt x="290" y="128"/>
                      </a:lnTo>
                      <a:lnTo>
                        <a:pt x="290" y="130"/>
                      </a:lnTo>
                      <a:lnTo>
                        <a:pt x="292" y="131"/>
                      </a:lnTo>
                      <a:lnTo>
                        <a:pt x="292" y="133"/>
                      </a:lnTo>
                      <a:lnTo>
                        <a:pt x="292" y="135"/>
                      </a:lnTo>
                      <a:lnTo>
                        <a:pt x="290" y="135"/>
                      </a:lnTo>
                      <a:lnTo>
                        <a:pt x="290" y="137"/>
                      </a:lnTo>
                      <a:lnTo>
                        <a:pt x="290" y="139"/>
                      </a:lnTo>
                      <a:lnTo>
                        <a:pt x="288" y="139"/>
                      </a:lnTo>
                      <a:lnTo>
                        <a:pt x="288" y="140"/>
                      </a:lnTo>
                      <a:lnTo>
                        <a:pt x="288" y="142"/>
                      </a:lnTo>
                      <a:lnTo>
                        <a:pt x="288" y="144"/>
                      </a:lnTo>
                      <a:lnTo>
                        <a:pt x="286" y="144"/>
                      </a:lnTo>
                      <a:lnTo>
                        <a:pt x="286" y="146"/>
                      </a:lnTo>
                      <a:lnTo>
                        <a:pt x="284" y="146"/>
                      </a:lnTo>
                      <a:lnTo>
                        <a:pt x="283" y="146"/>
                      </a:lnTo>
                      <a:lnTo>
                        <a:pt x="283" y="144"/>
                      </a:lnTo>
                      <a:lnTo>
                        <a:pt x="281" y="144"/>
                      </a:lnTo>
                      <a:lnTo>
                        <a:pt x="283" y="144"/>
                      </a:lnTo>
                      <a:lnTo>
                        <a:pt x="281" y="144"/>
                      </a:lnTo>
                      <a:lnTo>
                        <a:pt x="281" y="142"/>
                      </a:lnTo>
                      <a:lnTo>
                        <a:pt x="279" y="142"/>
                      </a:lnTo>
                      <a:lnTo>
                        <a:pt x="279" y="144"/>
                      </a:lnTo>
                      <a:lnTo>
                        <a:pt x="277" y="144"/>
                      </a:lnTo>
                      <a:lnTo>
                        <a:pt x="277" y="142"/>
                      </a:lnTo>
                      <a:lnTo>
                        <a:pt x="277" y="144"/>
                      </a:lnTo>
                      <a:lnTo>
                        <a:pt x="275" y="144"/>
                      </a:lnTo>
                      <a:lnTo>
                        <a:pt x="275" y="146"/>
                      </a:lnTo>
                      <a:lnTo>
                        <a:pt x="275" y="144"/>
                      </a:lnTo>
                      <a:lnTo>
                        <a:pt x="273" y="144"/>
                      </a:lnTo>
                      <a:lnTo>
                        <a:pt x="272" y="144"/>
                      </a:lnTo>
                      <a:lnTo>
                        <a:pt x="272" y="146"/>
                      </a:lnTo>
                      <a:lnTo>
                        <a:pt x="270" y="146"/>
                      </a:lnTo>
                      <a:lnTo>
                        <a:pt x="268" y="146"/>
                      </a:lnTo>
                      <a:lnTo>
                        <a:pt x="268" y="144"/>
                      </a:lnTo>
                      <a:lnTo>
                        <a:pt x="266" y="144"/>
                      </a:lnTo>
                      <a:lnTo>
                        <a:pt x="264" y="144"/>
                      </a:lnTo>
                      <a:lnTo>
                        <a:pt x="262" y="144"/>
                      </a:lnTo>
                      <a:lnTo>
                        <a:pt x="262" y="146"/>
                      </a:lnTo>
                      <a:lnTo>
                        <a:pt x="261" y="146"/>
                      </a:lnTo>
                      <a:lnTo>
                        <a:pt x="261" y="148"/>
                      </a:lnTo>
                      <a:lnTo>
                        <a:pt x="261" y="146"/>
                      </a:lnTo>
                      <a:lnTo>
                        <a:pt x="259" y="146"/>
                      </a:lnTo>
                      <a:lnTo>
                        <a:pt x="257" y="144"/>
                      </a:lnTo>
                      <a:lnTo>
                        <a:pt x="257" y="146"/>
                      </a:lnTo>
                      <a:lnTo>
                        <a:pt x="257" y="144"/>
                      </a:lnTo>
                      <a:lnTo>
                        <a:pt x="255" y="144"/>
                      </a:lnTo>
                      <a:lnTo>
                        <a:pt x="255" y="146"/>
                      </a:lnTo>
                      <a:lnTo>
                        <a:pt x="253" y="144"/>
                      </a:lnTo>
                      <a:lnTo>
                        <a:pt x="251" y="144"/>
                      </a:lnTo>
                      <a:lnTo>
                        <a:pt x="251" y="142"/>
                      </a:lnTo>
                      <a:lnTo>
                        <a:pt x="251" y="140"/>
                      </a:lnTo>
                      <a:lnTo>
                        <a:pt x="251" y="139"/>
                      </a:lnTo>
                      <a:lnTo>
                        <a:pt x="250" y="139"/>
                      </a:lnTo>
                      <a:lnTo>
                        <a:pt x="250" y="140"/>
                      </a:lnTo>
                      <a:lnTo>
                        <a:pt x="248" y="140"/>
                      </a:lnTo>
                      <a:lnTo>
                        <a:pt x="246" y="140"/>
                      </a:lnTo>
                      <a:lnTo>
                        <a:pt x="246" y="142"/>
                      </a:lnTo>
                      <a:lnTo>
                        <a:pt x="244" y="142"/>
                      </a:lnTo>
                      <a:lnTo>
                        <a:pt x="244" y="144"/>
                      </a:lnTo>
                      <a:lnTo>
                        <a:pt x="242" y="144"/>
                      </a:lnTo>
                      <a:lnTo>
                        <a:pt x="241" y="144"/>
                      </a:lnTo>
                      <a:lnTo>
                        <a:pt x="239" y="144"/>
                      </a:lnTo>
                      <a:lnTo>
                        <a:pt x="237" y="144"/>
                      </a:lnTo>
                      <a:lnTo>
                        <a:pt x="235" y="144"/>
                      </a:lnTo>
                      <a:lnTo>
                        <a:pt x="235" y="142"/>
                      </a:lnTo>
                      <a:lnTo>
                        <a:pt x="233" y="142"/>
                      </a:lnTo>
                      <a:lnTo>
                        <a:pt x="231" y="140"/>
                      </a:lnTo>
                      <a:lnTo>
                        <a:pt x="230" y="140"/>
                      </a:lnTo>
                      <a:lnTo>
                        <a:pt x="230" y="139"/>
                      </a:lnTo>
                      <a:lnTo>
                        <a:pt x="228" y="139"/>
                      </a:lnTo>
                      <a:lnTo>
                        <a:pt x="226" y="139"/>
                      </a:lnTo>
                      <a:lnTo>
                        <a:pt x="224" y="139"/>
                      </a:lnTo>
                      <a:lnTo>
                        <a:pt x="226" y="137"/>
                      </a:lnTo>
                      <a:lnTo>
                        <a:pt x="224" y="137"/>
                      </a:lnTo>
                      <a:lnTo>
                        <a:pt x="224" y="139"/>
                      </a:lnTo>
                      <a:lnTo>
                        <a:pt x="222" y="139"/>
                      </a:lnTo>
                      <a:lnTo>
                        <a:pt x="222" y="137"/>
                      </a:lnTo>
                      <a:lnTo>
                        <a:pt x="222" y="139"/>
                      </a:lnTo>
                      <a:lnTo>
                        <a:pt x="222" y="137"/>
                      </a:lnTo>
                      <a:lnTo>
                        <a:pt x="222" y="139"/>
                      </a:lnTo>
                      <a:lnTo>
                        <a:pt x="220" y="139"/>
                      </a:lnTo>
                      <a:lnTo>
                        <a:pt x="220" y="137"/>
                      </a:lnTo>
                      <a:lnTo>
                        <a:pt x="219" y="137"/>
                      </a:lnTo>
                      <a:lnTo>
                        <a:pt x="219" y="139"/>
                      </a:lnTo>
                      <a:lnTo>
                        <a:pt x="219" y="137"/>
                      </a:lnTo>
                      <a:lnTo>
                        <a:pt x="219" y="139"/>
                      </a:lnTo>
                      <a:lnTo>
                        <a:pt x="219" y="137"/>
                      </a:lnTo>
                      <a:lnTo>
                        <a:pt x="217" y="137"/>
                      </a:lnTo>
                      <a:lnTo>
                        <a:pt x="215" y="137"/>
                      </a:lnTo>
                      <a:lnTo>
                        <a:pt x="213" y="137"/>
                      </a:lnTo>
                      <a:lnTo>
                        <a:pt x="211" y="137"/>
                      </a:lnTo>
                      <a:lnTo>
                        <a:pt x="211" y="139"/>
                      </a:lnTo>
                      <a:lnTo>
                        <a:pt x="210" y="139"/>
                      </a:lnTo>
                      <a:lnTo>
                        <a:pt x="211" y="139"/>
                      </a:lnTo>
                      <a:lnTo>
                        <a:pt x="210" y="139"/>
                      </a:lnTo>
                      <a:lnTo>
                        <a:pt x="208" y="139"/>
                      </a:lnTo>
                      <a:lnTo>
                        <a:pt x="206" y="139"/>
                      </a:lnTo>
                      <a:lnTo>
                        <a:pt x="206" y="137"/>
                      </a:lnTo>
                      <a:lnTo>
                        <a:pt x="204" y="137"/>
                      </a:lnTo>
                      <a:lnTo>
                        <a:pt x="202" y="135"/>
                      </a:lnTo>
                      <a:lnTo>
                        <a:pt x="204" y="135"/>
                      </a:lnTo>
                      <a:lnTo>
                        <a:pt x="202" y="135"/>
                      </a:lnTo>
                      <a:lnTo>
                        <a:pt x="202" y="133"/>
                      </a:lnTo>
                      <a:lnTo>
                        <a:pt x="204" y="133"/>
                      </a:lnTo>
                      <a:lnTo>
                        <a:pt x="202" y="133"/>
                      </a:lnTo>
                      <a:lnTo>
                        <a:pt x="204" y="133"/>
                      </a:lnTo>
                      <a:lnTo>
                        <a:pt x="204" y="131"/>
                      </a:lnTo>
                      <a:lnTo>
                        <a:pt x="202" y="131"/>
                      </a:lnTo>
                      <a:lnTo>
                        <a:pt x="202" y="130"/>
                      </a:lnTo>
                      <a:lnTo>
                        <a:pt x="200" y="130"/>
                      </a:lnTo>
                      <a:lnTo>
                        <a:pt x="200" y="128"/>
                      </a:lnTo>
                      <a:lnTo>
                        <a:pt x="199" y="128"/>
                      </a:lnTo>
                      <a:lnTo>
                        <a:pt x="199" y="130"/>
                      </a:lnTo>
                      <a:lnTo>
                        <a:pt x="197" y="130"/>
                      </a:lnTo>
                      <a:lnTo>
                        <a:pt x="195" y="131"/>
                      </a:lnTo>
                      <a:lnTo>
                        <a:pt x="193" y="131"/>
                      </a:lnTo>
                      <a:lnTo>
                        <a:pt x="191" y="131"/>
                      </a:lnTo>
                      <a:lnTo>
                        <a:pt x="191" y="133"/>
                      </a:lnTo>
                      <a:lnTo>
                        <a:pt x="189" y="133"/>
                      </a:lnTo>
                      <a:lnTo>
                        <a:pt x="188" y="133"/>
                      </a:lnTo>
                      <a:lnTo>
                        <a:pt x="186" y="133"/>
                      </a:lnTo>
                      <a:lnTo>
                        <a:pt x="184" y="133"/>
                      </a:lnTo>
                      <a:lnTo>
                        <a:pt x="184" y="131"/>
                      </a:lnTo>
                      <a:lnTo>
                        <a:pt x="184" y="130"/>
                      </a:lnTo>
                      <a:lnTo>
                        <a:pt x="182" y="130"/>
                      </a:lnTo>
                      <a:lnTo>
                        <a:pt x="180" y="128"/>
                      </a:lnTo>
                      <a:lnTo>
                        <a:pt x="180" y="130"/>
                      </a:lnTo>
                      <a:lnTo>
                        <a:pt x="178" y="130"/>
                      </a:lnTo>
                      <a:lnTo>
                        <a:pt x="178" y="128"/>
                      </a:lnTo>
                      <a:lnTo>
                        <a:pt x="177" y="128"/>
                      </a:lnTo>
                      <a:lnTo>
                        <a:pt x="177" y="126"/>
                      </a:lnTo>
                      <a:lnTo>
                        <a:pt x="175" y="126"/>
                      </a:lnTo>
                      <a:lnTo>
                        <a:pt x="173" y="126"/>
                      </a:lnTo>
                      <a:lnTo>
                        <a:pt x="173" y="124"/>
                      </a:lnTo>
                      <a:lnTo>
                        <a:pt x="171" y="124"/>
                      </a:lnTo>
                      <a:lnTo>
                        <a:pt x="171" y="122"/>
                      </a:lnTo>
                      <a:lnTo>
                        <a:pt x="171" y="124"/>
                      </a:lnTo>
                      <a:lnTo>
                        <a:pt x="169" y="124"/>
                      </a:lnTo>
                      <a:lnTo>
                        <a:pt x="168" y="124"/>
                      </a:lnTo>
                      <a:lnTo>
                        <a:pt x="166" y="122"/>
                      </a:lnTo>
                      <a:lnTo>
                        <a:pt x="164" y="122"/>
                      </a:lnTo>
                      <a:lnTo>
                        <a:pt x="166" y="120"/>
                      </a:lnTo>
                      <a:lnTo>
                        <a:pt x="166" y="119"/>
                      </a:lnTo>
                      <a:lnTo>
                        <a:pt x="166" y="117"/>
                      </a:lnTo>
                      <a:lnTo>
                        <a:pt x="166" y="115"/>
                      </a:lnTo>
                      <a:lnTo>
                        <a:pt x="164" y="113"/>
                      </a:lnTo>
                      <a:lnTo>
                        <a:pt x="164" y="111"/>
                      </a:lnTo>
                      <a:lnTo>
                        <a:pt x="162" y="111"/>
                      </a:lnTo>
                      <a:lnTo>
                        <a:pt x="160" y="111"/>
                      </a:lnTo>
                      <a:lnTo>
                        <a:pt x="158" y="111"/>
                      </a:lnTo>
                      <a:lnTo>
                        <a:pt x="157" y="111"/>
                      </a:lnTo>
                      <a:lnTo>
                        <a:pt x="155" y="111"/>
                      </a:lnTo>
                      <a:lnTo>
                        <a:pt x="153" y="111"/>
                      </a:lnTo>
                      <a:lnTo>
                        <a:pt x="153" y="109"/>
                      </a:lnTo>
                      <a:lnTo>
                        <a:pt x="151" y="109"/>
                      </a:lnTo>
                      <a:lnTo>
                        <a:pt x="151" y="108"/>
                      </a:lnTo>
                      <a:lnTo>
                        <a:pt x="149" y="108"/>
                      </a:lnTo>
                      <a:lnTo>
                        <a:pt x="147" y="108"/>
                      </a:lnTo>
                      <a:lnTo>
                        <a:pt x="147" y="106"/>
                      </a:lnTo>
                      <a:lnTo>
                        <a:pt x="146" y="106"/>
                      </a:lnTo>
                      <a:lnTo>
                        <a:pt x="144" y="108"/>
                      </a:lnTo>
                      <a:lnTo>
                        <a:pt x="142" y="108"/>
                      </a:lnTo>
                      <a:lnTo>
                        <a:pt x="140" y="108"/>
                      </a:lnTo>
                      <a:lnTo>
                        <a:pt x="138" y="108"/>
                      </a:lnTo>
                      <a:lnTo>
                        <a:pt x="137" y="108"/>
                      </a:lnTo>
                      <a:lnTo>
                        <a:pt x="137" y="109"/>
                      </a:lnTo>
                      <a:lnTo>
                        <a:pt x="135" y="108"/>
                      </a:lnTo>
                      <a:lnTo>
                        <a:pt x="135" y="109"/>
                      </a:lnTo>
                      <a:lnTo>
                        <a:pt x="137" y="109"/>
                      </a:lnTo>
                      <a:lnTo>
                        <a:pt x="138" y="111"/>
                      </a:lnTo>
                      <a:lnTo>
                        <a:pt x="137" y="111"/>
                      </a:lnTo>
                      <a:lnTo>
                        <a:pt x="135" y="109"/>
                      </a:lnTo>
                      <a:lnTo>
                        <a:pt x="127" y="108"/>
                      </a:lnTo>
                      <a:lnTo>
                        <a:pt x="122" y="108"/>
                      </a:lnTo>
                      <a:lnTo>
                        <a:pt x="120" y="108"/>
                      </a:lnTo>
                      <a:lnTo>
                        <a:pt x="120" y="109"/>
                      </a:lnTo>
                      <a:lnTo>
                        <a:pt x="120" y="111"/>
                      </a:lnTo>
                      <a:lnTo>
                        <a:pt x="118" y="111"/>
                      </a:lnTo>
                      <a:lnTo>
                        <a:pt x="116" y="111"/>
                      </a:lnTo>
                      <a:lnTo>
                        <a:pt x="116" y="113"/>
                      </a:lnTo>
                      <a:lnTo>
                        <a:pt x="116" y="111"/>
                      </a:lnTo>
                      <a:lnTo>
                        <a:pt x="115" y="111"/>
                      </a:lnTo>
                      <a:lnTo>
                        <a:pt x="115" y="109"/>
                      </a:lnTo>
                      <a:lnTo>
                        <a:pt x="113" y="109"/>
                      </a:lnTo>
                      <a:lnTo>
                        <a:pt x="113" y="108"/>
                      </a:lnTo>
                      <a:lnTo>
                        <a:pt x="111" y="108"/>
                      </a:lnTo>
                      <a:lnTo>
                        <a:pt x="109" y="108"/>
                      </a:lnTo>
                      <a:lnTo>
                        <a:pt x="107" y="108"/>
                      </a:lnTo>
                      <a:lnTo>
                        <a:pt x="105" y="108"/>
                      </a:lnTo>
                      <a:lnTo>
                        <a:pt x="104" y="108"/>
                      </a:lnTo>
                      <a:lnTo>
                        <a:pt x="104" y="106"/>
                      </a:lnTo>
                      <a:lnTo>
                        <a:pt x="102" y="106"/>
                      </a:lnTo>
                      <a:lnTo>
                        <a:pt x="100" y="106"/>
                      </a:lnTo>
                      <a:lnTo>
                        <a:pt x="98" y="106"/>
                      </a:lnTo>
                      <a:lnTo>
                        <a:pt x="96" y="106"/>
                      </a:lnTo>
                      <a:lnTo>
                        <a:pt x="96" y="104"/>
                      </a:lnTo>
                      <a:lnTo>
                        <a:pt x="96" y="102"/>
                      </a:lnTo>
                      <a:lnTo>
                        <a:pt x="96" y="100"/>
                      </a:lnTo>
                      <a:lnTo>
                        <a:pt x="95" y="100"/>
                      </a:lnTo>
                      <a:lnTo>
                        <a:pt x="96" y="100"/>
                      </a:lnTo>
                      <a:lnTo>
                        <a:pt x="96" y="98"/>
                      </a:lnTo>
                      <a:lnTo>
                        <a:pt x="95" y="98"/>
                      </a:lnTo>
                      <a:lnTo>
                        <a:pt x="93" y="98"/>
                      </a:lnTo>
                      <a:lnTo>
                        <a:pt x="91" y="98"/>
                      </a:lnTo>
                      <a:lnTo>
                        <a:pt x="89" y="98"/>
                      </a:lnTo>
                      <a:lnTo>
                        <a:pt x="89" y="100"/>
                      </a:lnTo>
                      <a:lnTo>
                        <a:pt x="89" y="98"/>
                      </a:lnTo>
                      <a:lnTo>
                        <a:pt x="87" y="100"/>
                      </a:lnTo>
                      <a:lnTo>
                        <a:pt x="85" y="100"/>
                      </a:lnTo>
                      <a:lnTo>
                        <a:pt x="85" y="98"/>
                      </a:lnTo>
                      <a:lnTo>
                        <a:pt x="84" y="98"/>
                      </a:lnTo>
                      <a:lnTo>
                        <a:pt x="84" y="97"/>
                      </a:lnTo>
                      <a:lnTo>
                        <a:pt x="82" y="97"/>
                      </a:lnTo>
                      <a:lnTo>
                        <a:pt x="80" y="97"/>
                      </a:lnTo>
                      <a:lnTo>
                        <a:pt x="80" y="95"/>
                      </a:lnTo>
                      <a:lnTo>
                        <a:pt x="78" y="95"/>
                      </a:lnTo>
                      <a:lnTo>
                        <a:pt x="76" y="93"/>
                      </a:lnTo>
                      <a:lnTo>
                        <a:pt x="74" y="93"/>
                      </a:lnTo>
                      <a:lnTo>
                        <a:pt x="73" y="91"/>
                      </a:lnTo>
                      <a:lnTo>
                        <a:pt x="71" y="91"/>
                      </a:lnTo>
                      <a:lnTo>
                        <a:pt x="69" y="91"/>
                      </a:lnTo>
                      <a:lnTo>
                        <a:pt x="67" y="91"/>
                      </a:lnTo>
                      <a:lnTo>
                        <a:pt x="67" y="93"/>
                      </a:lnTo>
                      <a:lnTo>
                        <a:pt x="65" y="93"/>
                      </a:lnTo>
                      <a:lnTo>
                        <a:pt x="64" y="93"/>
                      </a:lnTo>
                      <a:lnTo>
                        <a:pt x="64" y="91"/>
                      </a:lnTo>
                      <a:lnTo>
                        <a:pt x="62" y="91"/>
                      </a:lnTo>
                      <a:lnTo>
                        <a:pt x="60" y="89"/>
                      </a:lnTo>
                      <a:lnTo>
                        <a:pt x="58" y="87"/>
                      </a:lnTo>
                      <a:lnTo>
                        <a:pt x="56" y="87"/>
                      </a:lnTo>
                      <a:lnTo>
                        <a:pt x="54" y="87"/>
                      </a:lnTo>
                      <a:lnTo>
                        <a:pt x="54" y="86"/>
                      </a:lnTo>
                      <a:lnTo>
                        <a:pt x="51" y="86"/>
                      </a:lnTo>
                      <a:lnTo>
                        <a:pt x="51" y="84"/>
                      </a:lnTo>
                      <a:lnTo>
                        <a:pt x="51" y="82"/>
                      </a:lnTo>
                      <a:lnTo>
                        <a:pt x="49" y="82"/>
                      </a:lnTo>
                      <a:lnTo>
                        <a:pt x="47" y="82"/>
                      </a:lnTo>
                      <a:lnTo>
                        <a:pt x="47" y="84"/>
                      </a:lnTo>
                      <a:lnTo>
                        <a:pt x="45" y="84"/>
                      </a:lnTo>
                      <a:lnTo>
                        <a:pt x="45" y="82"/>
                      </a:lnTo>
                      <a:lnTo>
                        <a:pt x="45" y="80"/>
                      </a:lnTo>
                      <a:lnTo>
                        <a:pt x="43" y="80"/>
                      </a:lnTo>
                      <a:lnTo>
                        <a:pt x="42" y="78"/>
                      </a:lnTo>
                      <a:lnTo>
                        <a:pt x="42" y="77"/>
                      </a:lnTo>
                      <a:lnTo>
                        <a:pt x="42" y="75"/>
                      </a:lnTo>
                      <a:lnTo>
                        <a:pt x="40" y="75"/>
                      </a:lnTo>
                      <a:lnTo>
                        <a:pt x="38" y="75"/>
                      </a:lnTo>
                      <a:lnTo>
                        <a:pt x="36" y="75"/>
                      </a:lnTo>
                      <a:lnTo>
                        <a:pt x="36" y="73"/>
                      </a:lnTo>
                      <a:lnTo>
                        <a:pt x="34" y="73"/>
                      </a:lnTo>
                      <a:lnTo>
                        <a:pt x="36" y="73"/>
                      </a:lnTo>
                      <a:lnTo>
                        <a:pt x="34" y="73"/>
                      </a:lnTo>
                      <a:lnTo>
                        <a:pt x="34" y="71"/>
                      </a:lnTo>
                      <a:lnTo>
                        <a:pt x="34" y="73"/>
                      </a:lnTo>
                      <a:lnTo>
                        <a:pt x="32" y="73"/>
                      </a:lnTo>
                      <a:lnTo>
                        <a:pt x="32" y="71"/>
                      </a:lnTo>
                      <a:lnTo>
                        <a:pt x="32" y="73"/>
                      </a:lnTo>
                      <a:lnTo>
                        <a:pt x="32" y="71"/>
                      </a:lnTo>
                      <a:lnTo>
                        <a:pt x="31" y="71"/>
                      </a:lnTo>
                      <a:lnTo>
                        <a:pt x="31" y="69"/>
                      </a:lnTo>
                      <a:lnTo>
                        <a:pt x="29" y="69"/>
                      </a:lnTo>
                      <a:lnTo>
                        <a:pt x="29" y="71"/>
                      </a:lnTo>
                      <a:lnTo>
                        <a:pt x="29" y="69"/>
                      </a:lnTo>
                      <a:lnTo>
                        <a:pt x="29" y="71"/>
                      </a:lnTo>
                      <a:lnTo>
                        <a:pt x="29" y="69"/>
                      </a:lnTo>
                      <a:lnTo>
                        <a:pt x="27" y="69"/>
                      </a:lnTo>
                      <a:lnTo>
                        <a:pt x="29" y="69"/>
                      </a:lnTo>
                      <a:lnTo>
                        <a:pt x="27" y="69"/>
                      </a:lnTo>
                      <a:lnTo>
                        <a:pt x="25" y="67"/>
                      </a:lnTo>
                      <a:lnTo>
                        <a:pt x="23" y="67"/>
                      </a:lnTo>
                      <a:lnTo>
                        <a:pt x="22" y="67"/>
                      </a:lnTo>
                      <a:lnTo>
                        <a:pt x="22" y="66"/>
                      </a:lnTo>
                      <a:lnTo>
                        <a:pt x="23" y="66"/>
                      </a:lnTo>
                      <a:lnTo>
                        <a:pt x="22" y="66"/>
                      </a:lnTo>
                      <a:lnTo>
                        <a:pt x="20" y="66"/>
                      </a:lnTo>
                      <a:lnTo>
                        <a:pt x="20" y="64"/>
                      </a:lnTo>
                      <a:lnTo>
                        <a:pt x="18" y="64"/>
                      </a:lnTo>
                      <a:lnTo>
                        <a:pt x="16" y="64"/>
                      </a:lnTo>
                      <a:lnTo>
                        <a:pt x="16" y="66"/>
                      </a:lnTo>
                      <a:lnTo>
                        <a:pt x="16" y="67"/>
                      </a:lnTo>
                      <a:lnTo>
                        <a:pt x="18" y="67"/>
                      </a:lnTo>
                      <a:lnTo>
                        <a:pt x="16" y="69"/>
                      </a:lnTo>
                      <a:lnTo>
                        <a:pt x="16" y="67"/>
                      </a:lnTo>
                      <a:lnTo>
                        <a:pt x="14" y="67"/>
                      </a:lnTo>
                      <a:lnTo>
                        <a:pt x="16" y="67"/>
                      </a:lnTo>
                      <a:lnTo>
                        <a:pt x="14" y="67"/>
                      </a:lnTo>
                      <a:lnTo>
                        <a:pt x="14" y="66"/>
                      </a:lnTo>
                      <a:lnTo>
                        <a:pt x="12" y="66"/>
                      </a:lnTo>
                      <a:lnTo>
                        <a:pt x="11" y="66"/>
                      </a:lnTo>
                      <a:lnTo>
                        <a:pt x="11" y="64"/>
                      </a:lnTo>
                      <a:lnTo>
                        <a:pt x="9" y="64"/>
                      </a:lnTo>
                      <a:lnTo>
                        <a:pt x="9" y="62"/>
                      </a:lnTo>
                      <a:lnTo>
                        <a:pt x="7" y="62"/>
                      </a:lnTo>
                      <a:lnTo>
                        <a:pt x="9" y="62"/>
                      </a:lnTo>
                      <a:lnTo>
                        <a:pt x="7" y="62"/>
                      </a:lnTo>
                      <a:lnTo>
                        <a:pt x="7" y="60"/>
                      </a:lnTo>
                      <a:lnTo>
                        <a:pt x="5" y="60"/>
                      </a:lnTo>
                      <a:lnTo>
                        <a:pt x="3" y="60"/>
                      </a:lnTo>
                      <a:lnTo>
                        <a:pt x="3" y="58"/>
                      </a:lnTo>
                      <a:lnTo>
                        <a:pt x="1" y="58"/>
                      </a:lnTo>
                      <a:lnTo>
                        <a:pt x="0" y="58"/>
                      </a:lnTo>
                      <a:lnTo>
                        <a:pt x="0" y="56"/>
                      </a:lnTo>
                      <a:lnTo>
                        <a:pt x="1" y="56"/>
                      </a:lnTo>
                      <a:lnTo>
                        <a:pt x="0" y="56"/>
                      </a:lnTo>
                      <a:lnTo>
                        <a:pt x="0" y="55"/>
                      </a:lnTo>
                      <a:lnTo>
                        <a:pt x="1" y="55"/>
                      </a:lnTo>
                      <a:lnTo>
                        <a:pt x="1" y="53"/>
                      </a:lnTo>
                      <a:lnTo>
                        <a:pt x="3" y="53"/>
                      </a:lnTo>
                      <a:lnTo>
                        <a:pt x="3" y="51"/>
                      </a:lnTo>
                      <a:lnTo>
                        <a:pt x="3" y="49"/>
                      </a:lnTo>
                      <a:lnTo>
                        <a:pt x="5" y="47"/>
                      </a:lnTo>
                      <a:lnTo>
                        <a:pt x="7" y="47"/>
                      </a:lnTo>
                      <a:lnTo>
                        <a:pt x="7" y="49"/>
                      </a:lnTo>
                      <a:lnTo>
                        <a:pt x="7" y="47"/>
                      </a:lnTo>
                      <a:lnTo>
                        <a:pt x="9" y="47"/>
                      </a:lnTo>
                      <a:lnTo>
                        <a:pt x="7" y="47"/>
                      </a:lnTo>
                      <a:lnTo>
                        <a:pt x="7" y="45"/>
                      </a:lnTo>
                      <a:lnTo>
                        <a:pt x="7" y="44"/>
                      </a:lnTo>
                      <a:lnTo>
                        <a:pt x="7" y="45"/>
                      </a:lnTo>
                      <a:lnTo>
                        <a:pt x="9" y="45"/>
                      </a:lnTo>
                      <a:lnTo>
                        <a:pt x="9" y="44"/>
                      </a:lnTo>
                      <a:lnTo>
                        <a:pt x="9" y="42"/>
                      </a:lnTo>
                      <a:lnTo>
                        <a:pt x="11" y="42"/>
                      </a:lnTo>
                      <a:lnTo>
                        <a:pt x="9" y="42"/>
                      </a:lnTo>
                      <a:lnTo>
                        <a:pt x="9" y="40"/>
                      </a:lnTo>
                      <a:lnTo>
                        <a:pt x="9" y="38"/>
                      </a:lnTo>
                      <a:lnTo>
                        <a:pt x="7" y="38"/>
                      </a:lnTo>
                      <a:lnTo>
                        <a:pt x="7" y="36"/>
                      </a:lnTo>
                      <a:lnTo>
                        <a:pt x="9" y="36"/>
                      </a:lnTo>
                      <a:lnTo>
                        <a:pt x="9" y="34"/>
                      </a:lnTo>
                      <a:lnTo>
                        <a:pt x="11" y="34"/>
                      </a:lnTo>
                      <a:lnTo>
                        <a:pt x="11" y="33"/>
                      </a:lnTo>
                      <a:lnTo>
                        <a:pt x="12" y="33"/>
                      </a:lnTo>
                      <a:lnTo>
                        <a:pt x="12" y="31"/>
                      </a:lnTo>
                      <a:lnTo>
                        <a:pt x="14" y="29"/>
                      </a:lnTo>
                      <a:lnTo>
                        <a:pt x="12" y="29"/>
                      </a:lnTo>
                      <a:lnTo>
                        <a:pt x="14" y="29"/>
                      </a:lnTo>
                      <a:lnTo>
                        <a:pt x="12" y="29"/>
                      </a:lnTo>
                      <a:lnTo>
                        <a:pt x="12" y="27"/>
                      </a:lnTo>
                      <a:lnTo>
                        <a:pt x="11" y="27"/>
                      </a:lnTo>
                      <a:lnTo>
                        <a:pt x="11" y="25"/>
                      </a:lnTo>
                      <a:lnTo>
                        <a:pt x="12" y="25"/>
                      </a:lnTo>
                      <a:lnTo>
                        <a:pt x="11" y="25"/>
                      </a:lnTo>
                      <a:lnTo>
                        <a:pt x="12" y="25"/>
                      </a:lnTo>
                      <a:lnTo>
                        <a:pt x="12" y="24"/>
                      </a:lnTo>
                      <a:lnTo>
                        <a:pt x="14" y="24"/>
                      </a:lnTo>
                      <a:lnTo>
                        <a:pt x="16" y="24"/>
                      </a:lnTo>
                      <a:lnTo>
                        <a:pt x="18" y="24"/>
                      </a:lnTo>
                      <a:lnTo>
                        <a:pt x="18" y="22"/>
                      </a:lnTo>
                      <a:lnTo>
                        <a:pt x="18" y="20"/>
                      </a:lnTo>
                      <a:lnTo>
                        <a:pt x="20" y="20"/>
                      </a:lnTo>
                      <a:lnTo>
                        <a:pt x="20" y="18"/>
                      </a:lnTo>
                      <a:lnTo>
                        <a:pt x="22" y="18"/>
                      </a:lnTo>
                      <a:lnTo>
                        <a:pt x="23" y="18"/>
                      </a:lnTo>
                      <a:lnTo>
                        <a:pt x="23" y="16"/>
                      </a:lnTo>
                      <a:lnTo>
                        <a:pt x="25" y="16"/>
                      </a:lnTo>
                      <a:lnTo>
                        <a:pt x="25" y="14"/>
                      </a:lnTo>
                      <a:lnTo>
                        <a:pt x="27" y="14"/>
                      </a:lnTo>
                      <a:lnTo>
                        <a:pt x="27" y="13"/>
                      </a:lnTo>
                      <a:lnTo>
                        <a:pt x="29" y="13"/>
                      </a:lnTo>
                      <a:lnTo>
                        <a:pt x="29" y="11"/>
                      </a:lnTo>
                      <a:lnTo>
                        <a:pt x="31" y="11"/>
                      </a:lnTo>
                      <a:lnTo>
                        <a:pt x="31" y="9"/>
                      </a:lnTo>
                      <a:lnTo>
                        <a:pt x="32" y="11"/>
                      </a:lnTo>
                      <a:lnTo>
                        <a:pt x="34" y="11"/>
                      </a:lnTo>
                      <a:lnTo>
                        <a:pt x="34" y="9"/>
                      </a:lnTo>
                      <a:lnTo>
                        <a:pt x="36" y="9"/>
                      </a:lnTo>
                      <a:lnTo>
                        <a:pt x="36" y="11"/>
                      </a:lnTo>
                      <a:lnTo>
                        <a:pt x="36" y="13"/>
                      </a:lnTo>
                      <a:lnTo>
                        <a:pt x="38" y="13"/>
                      </a:lnTo>
                      <a:lnTo>
                        <a:pt x="38" y="14"/>
                      </a:lnTo>
                      <a:lnTo>
                        <a:pt x="38" y="16"/>
                      </a:lnTo>
                      <a:lnTo>
                        <a:pt x="40" y="16"/>
                      </a:lnTo>
                      <a:lnTo>
                        <a:pt x="42" y="16"/>
                      </a:lnTo>
                      <a:lnTo>
                        <a:pt x="43" y="16"/>
                      </a:lnTo>
                      <a:lnTo>
                        <a:pt x="43" y="14"/>
                      </a:lnTo>
                      <a:lnTo>
                        <a:pt x="45" y="14"/>
                      </a:lnTo>
                      <a:lnTo>
                        <a:pt x="43" y="13"/>
                      </a:lnTo>
                      <a:lnTo>
                        <a:pt x="43" y="11"/>
                      </a:lnTo>
                      <a:lnTo>
                        <a:pt x="45" y="11"/>
                      </a:lnTo>
                      <a:lnTo>
                        <a:pt x="47" y="11"/>
                      </a:lnTo>
                      <a:lnTo>
                        <a:pt x="47" y="9"/>
                      </a:lnTo>
                      <a:lnTo>
                        <a:pt x="49" y="9"/>
                      </a:lnTo>
                      <a:lnTo>
                        <a:pt x="49" y="7"/>
                      </a:lnTo>
                      <a:lnTo>
                        <a:pt x="49" y="5"/>
                      </a:lnTo>
                      <a:lnTo>
                        <a:pt x="49" y="3"/>
                      </a:lnTo>
                      <a:lnTo>
                        <a:pt x="49" y="2"/>
                      </a:lnTo>
                      <a:lnTo>
                        <a:pt x="51" y="2"/>
                      </a:lnTo>
                      <a:lnTo>
                        <a:pt x="51" y="3"/>
                      </a:lnTo>
                      <a:lnTo>
                        <a:pt x="53" y="3"/>
                      </a:lnTo>
                      <a:lnTo>
                        <a:pt x="54" y="3"/>
                      </a:lnTo>
                      <a:lnTo>
                        <a:pt x="54" y="2"/>
                      </a:lnTo>
                      <a:lnTo>
                        <a:pt x="56" y="2"/>
                      </a:lnTo>
                      <a:lnTo>
                        <a:pt x="56" y="0"/>
                      </a:lnTo>
                      <a:lnTo>
                        <a:pt x="58" y="2"/>
                      </a:lnTo>
                      <a:lnTo>
                        <a:pt x="60" y="2"/>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0" name="Freeform 75">
                  <a:extLst>
                    <a:ext uri="{FF2B5EF4-FFF2-40B4-BE49-F238E27FC236}">
                      <a16:creationId xmlns:a16="http://schemas.microsoft.com/office/drawing/2014/main" id="{B3843E10-65B6-BB23-9C9F-38654E3DBE62}"/>
                    </a:ext>
                  </a:extLst>
                </p:cNvPr>
                <p:cNvSpPr>
                  <a:spLocks noEditPoints="1"/>
                </p:cNvSpPr>
                <p:nvPr/>
              </p:nvSpPr>
              <p:spPr bwMode="auto">
                <a:xfrm>
                  <a:off x="7179530" y="2267668"/>
                  <a:ext cx="419274" cy="346986"/>
                </a:xfrm>
                <a:custGeom>
                  <a:avLst/>
                  <a:gdLst>
                    <a:gd name="T0" fmla="*/ 15 w 232"/>
                    <a:gd name="T1" fmla="*/ 99 h 192"/>
                    <a:gd name="T2" fmla="*/ 117 w 232"/>
                    <a:gd name="T3" fmla="*/ 132 h 192"/>
                    <a:gd name="T4" fmla="*/ 119 w 232"/>
                    <a:gd name="T5" fmla="*/ 137 h 192"/>
                    <a:gd name="T6" fmla="*/ 135 w 232"/>
                    <a:gd name="T7" fmla="*/ 146 h 192"/>
                    <a:gd name="T8" fmla="*/ 150 w 232"/>
                    <a:gd name="T9" fmla="*/ 157 h 192"/>
                    <a:gd name="T10" fmla="*/ 128 w 232"/>
                    <a:gd name="T11" fmla="*/ 168 h 192"/>
                    <a:gd name="T12" fmla="*/ 103 w 232"/>
                    <a:gd name="T13" fmla="*/ 170 h 192"/>
                    <a:gd name="T14" fmla="*/ 88 w 232"/>
                    <a:gd name="T15" fmla="*/ 188 h 192"/>
                    <a:gd name="T16" fmla="*/ 73 w 232"/>
                    <a:gd name="T17" fmla="*/ 185 h 192"/>
                    <a:gd name="T18" fmla="*/ 59 w 232"/>
                    <a:gd name="T19" fmla="*/ 181 h 192"/>
                    <a:gd name="T20" fmla="*/ 51 w 232"/>
                    <a:gd name="T21" fmla="*/ 181 h 192"/>
                    <a:gd name="T22" fmla="*/ 51 w 232"/>
                    <a:gd name="T23" fmla="*/ 187 h 192"/>
                    <a:gd name="T24" fmla="*/ 44 w 232"/>
                    <a:gd name="T25" fmla="*/ 188 h 192"/>
                    <a:gd name="T26" fmla="*/ 44 w 232"/>
                    <a:gd name="T27" fmla="*/ 183 h 192"/>
                    <a:gd name="T28" fmla="*/ 39 w 232"/>
                    <a:gd name="T29" fmla="*/ 183 h 192"/>
                    <a:gd name="T30" fmla="*/ 33 w 232"/>
                    <a:gd name="T31" fmla="*/ 179 h 192"/>
                    <a:gd name="T32" fmla="*/ 22 w 232"/>
                    <a:gd name="T33" fmla="*/ 176 h 192"/>
                    <a:gd name="T34" fmla="*/ 24 w 232"/>
                    <a:gd name="T35" fmla="*/ 170 h 192"/>
                    <a:gd name="T36" fmla="*/ 31 w 232"/>
                    <a:gd name="T37" fmla="*/ 159 h 192"/>
                    <a:gd name="T38" fmla="*/ 41 w 232"/>
                    <a:gd name="T39" fmla="*/ 155 h 192"/>
                    <a:gd name="T40" fmla="*/ 50 w 232"/>
                    <a:gd name="T41" fmla="*/ 148 h 192"/>
                    <a:gd name="T42" fmla="*/ 39 w 232"/>
                    <a:gd name="T43" fmla="*/ 155 h 192"/>
                    <a:gd name="T44" fmla="*/ 35 w 232"/>
                    <a:gd name="T45" fmla="*/ 150 h 192"/>
                    <a:gd name="T46" fmla="*/ 46 w 232"/>
                    <a:gd name="T47" fmla="*/ 132 h 192"/>
                    <a:gd name="T48" fmla="*/ 55 w 232"/>
                    <a:gd name="T49" fmla="*/ 121 h 192"/>
                    <a:gd name="T50" fmla="*/ 50 w 232"/>
                    <a:gd name="T51" fmla="*/ 113 h 192"/>
                    <a:gd name="T52" fmla="*/ 39 w 232"/>
                    <a:gd name="T53" fmla="*/ 126 h 192"/>
                    <a:gd name="T54" fmla="*/ 33 w 232"/>
                    <a:gd name="T55" fmla="*/ 124 h 192"/>
                    <a:gd name="T56" fmla="*/ 20 w 232"/>
                    <a:gd name="T57" fmla="*/ 117 h 192"/>
                    <a:gd name="T58" fmla="*/ 15 w 232"/>
                    <a:gd name="T59" fmla="*/ 119 h 192"/>
                    <a:gd name="T60" fmla="*/ 8 w 232"/>
                    <a:gd name="T61" fmla="*/ 106 h 192"/>
                    <a:gd name="T62" fmla="*/ 30 w 232"/>
                    <a:gd name="T63" fmla="*/ 92 h 192"/>
                    <a:gd name="T64" fmla="*/ 50 w 232"/>
                    <a:gd name="T65" fmla="*/ 82 h 192"/>
                    <a:gd name="T66" fmla="*/ 64 w 232"/>
                    <a:gd name="T67" fmla="*/ 75 h 192"/>
                    <a:gd name="T68" fmla="*/ 84 w 232"/>
                    <a:gd name="T69" fmla="*/ 60 h 192"/>
                    <a:gd name="T70" fmla="*/ 95 w 232"/>
                    <a:gd name="T71" fmla="*/ 46 h 192"/>
                    <a:gd name="T72" fmla="*/ 106 w 232"/>
                    <a:gd name="T73" fmla="*/ 53 h 192"/>
                    <a:gd name="T74" fmla="*/ 117 w 232"/>
                    <a:gd name="T75" fmla="*/ 55 h 192"/>
                    <a:gd name="T76" fmla="*/ 132 w 232"/>
                    <a:gd name="T77" fmla="*/ 57 h 192"/>
                    <a:gd name="T78" fmla="*/ 145 w 232"/>
                    <a:gd name="T79" fmla="*/ 57 h 192"/>
                    <a:gd name="T80" fmla="*/ 143 w 232"/>
                    <a:gd name="T81" fmla="*/ 48 h 192"/>
                    <a:gd name="T82" fmla="*/ 159 w 232"/>
                    <a:gd name="T83" fmla="*/ 37 h 192"/>
                    <a:gd name="T84" fmla="*/ 174 w 232"/>
                    <a:gd name="T85" fmla="*/ 31 h 192"/>
                    <a:gd name="T86" fmla="*/ 183 w 232"/>
                    <a:gd name="T87" fmla="*/ 22 h 192"/>
                    <a:gd name="T88" fmla="*/ 194 w 232"/>
                    <a:gd name="T89" fmla="*/ 22 h 192"/>
                    <a:gd name="T90" fmla="*/ 203 w 232"/>
                    <a:gd name="T91" fmla="*/ 6 h 192"/>
                    <a:gd name="T92" fmla="*/ 218 w 232"/>
                    <a:gd name="T93" fmla="*/ 9 h 192"/>
                    <a:gd name="T94" fmla="*/ 230 w 232"/>
                    <a:gd name="T95" fmla="*/ 28 h 192"/>
                    <a:gd name="T96" fmla="*/ 221 w 232"/>
                    <a:gd name="T97" fmla="*/ 29 h 192"/>
                    <a:gd name="T98" fmla="*/ 212 w 232"/>
                    <a:gd name="T99" fmla="*/ 35 h 192"/>
                    <a:gd name="T100" fmla="*/ 201 w 232"/>
                    <a:gd name="T101" fmla="*/ 46 h 192"/>
                    <a:gd name="T102" fmla="*/ 199 w 232"/>
                    <a:gd name="T103" fmla="*/ 68 h 192"/>
                    <a:gd name="T104" fmla="*/ 190 w 232"/>
                    <a:gd name="T105" fmla="*/ 81 h 192"/>
                    <a:gd name="T106" fmla="*/ 172 w 232"/>
                    <a:gd name="T107" fmla="*/ 92 h 192"/>
                    <a:gd name="T108" fmla="*/ 156 w 232"/>
                    <a:gd name="T109" fmla="*/ 104 h 192"/>
                    <a:gd name="T110" fmla="*/ 143 w 232"/>
                    <a:gd name="T111" fmla="*/ 108 h 192"/>
                    <a:gd name="T112" fmla="*/ 134 w 232"/>
                    <a:gd name="T113" fmla="*/ 112 h 192"/>
                    <a:gd name="T114" fmla="*/ 121 w 232"/>
                    <a:gd name="T115" fmla="*/ 113 h 192"/>
                    <a:gd name="T116" fmla="*/ 114 w 232"/>
                    <a:gd name="T117" fmla="*/ 121 h 192"/>
                    <a:gd name="T118" fmla="*/ 121 w 232"/>
                    <a:gd name="T119" fmla="*/ 12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2" h="192">
                      <a:moveTo>
                        <a:pt x="6" y="110"/>
                      </a:moveTo>
                      <a:lnTo>
                        <a:pt x="4" y="112"/>
                      </a:lnTo>
                      <a:lnTo>
                        <a:pt x="4" y="113"/>
                      </a:lnTo>
                      <a:lnTo>
                        <a:pt x="4" y="115"/>
                      </a:lnTo>
                      <a:lnTo>
                        <a:pt x="2" y="115"/>
                      </a:lnTo>
                      <a:lnTo>
                        <a:pt x="0" y="115"/>
                      </a:lnTo>
                      <a:lnTo>
                        <a:pt x="2" y="113"/>
                      </a:lnTo>
                      <a:lnTo>
                        <a:pt x="2" y="112"/>
                      </a:lnTo>
                      <a:lnTo>
                        <a:pt x="4" y="112"/>
                      </a:lnTo>
                      <a:lnTo>
                        <a:pt x="4" y="110"/>
                      </a:lnTo>
                      <a:lnTo>
                        <a:pt x="6" y="110"/>
                      </a:lnTo>
                      <a:lnTo>
                        <a:pt x="6" y="108"/>
                      </a:lnTo>
                      <a:lnTo>
                        <a:pt x="6" y="110"/>
                      </a:lnTo>
                      <a:close/>
                      <a:moveTo>
                        <a:pt x="11" y="101"/>
                      </a:moveTo>
                      <a:lnTo>
                        <a:pt x="13" y="101"/>
                      </a:lnTo>
                      <a:lnTo>
                        <a:pt x="11" y="101"/>
                      </a:lnTo>
                      <a:close/>
                      <a:moveTo>
                        <a:pt x="15" y="101"/>
                      </a:moveTo>
                      <a:lnTo>
                        <a:pt x="13" y="101"/>
                      </a:lnTo>
                      <a:lnTo>
                        <a:pt x="13" y="99"/>
                      </a:lnTo>
                      <a:lnTo>
                        <a:pt x="15" y="99"/>
                      </a:lnTo>
                      <a:lnTo>
                        <a:pt x="15" y="101"/>
                      </a:lnTo>
                      <a:close/>
                      <a:moveTo>
                        <a:pt x="115" y="130"/>
                      </a:moveTo>
                      <a:lnTo>
                        <a:pt x="117" y="130"/>
                      </a:lnTo>
                      <a:lnTo>
                        <a:pt x="115" y="130"/>
                      </a:lnTo>
                      <a:lnTo>
                        <a:pt x="117" y="130"/>
                      </a:lnTo>
                      <a:lnTo>
                        <a:pt x="115" y="130"/>
                      </a:lnTo>
                      <a:lnTo>
                        <a:pt x="117" y="130"/>
                      </a:lnTo>
                      <a:lnTo>
                        <a:pt x="115" y="130"/>
                      </a:lnTo>
                      <a:lnTo>
                        <a:pt x="115" y="132"/>
                      </a:lnTo>
                      <a:lnTo>
                        <a:pt x="115" y="130"/>
                      </a:lnTo>
                      <a:lnTo>
                        <a:pt x="114" y="130"/>
                      </a:lnTo>
                      <a:lnTo>
                        <a:pt x="114" y="132"/>
                      </a:lnTo>
                      <a:lnTo>
                        <a:pt x="115" y="132"/>
                      </a:lnTo>
                      <a:lnTo>
                        <a:pt x="117" y="132"/>
                      </a:lnTo>
                      <a:lnTo>
                        <a:pt x="115" y="132"/>
                      </a:lnTo>
                      <a:lnTo>
                        <a:pt x="117" y="132"/>
                      </a:lnTo>
                      <a:lnTo>
                        <a:pt x="117" y="130"/>
                      </a:lnTo>
                      <a:lnTo>
                        <a:pt x="117" y="132"/>
                      </a:lnTo>
                      <a:lnTo>
                        <a:pt x="117" y="130"/>
                      </a:lnTo>
                      <a:lnTo>
                        <a:pt x="117" y="132"/>
                      </a:lnTo>
                      <a:lnTo>
                        <a:pt x="119" y="132"/>
                      </a:lnTo>
                      <a:lnTo>
                        <a:pt x="117" y="132"/>
                      </a:lnTo>
                      <a:lnTo>
                        <a:pt x="115" y="132"/>
                      </a:lnTo>
                      <a:lnTo>
                        <a:pt x="115" y="134"/>
                      </a:lnTo>
                      <a:lnTo>
                        <a:pt x="117" y="134"/>
                      </a:lnTo>
                      <a:lnTo>
                        <a:pt x="115" y="134"/>
                      </a:lnTo>
                      <a:lnTo>
                        <a:pt x="115" y="132"/>
                      </a:lnTo>
                      <a:lnTo>
                        <a:pt x="115" y="134"/>
                      </a:lnTo>
                      <a:lnTo>
                        <a:pt x="114" y="134"/>
                      </a:lnTo>
                      <a:lnTo>
                        <a:pt x="115" y="134"/>
                      </a:lnTo>
                      <a:lnTo>
                        <a:pt x="114" y="134"/>
                      </a:lnTo>
                      <a:lnTo>
                        <a:pt x="114" y="135"/>
                      </a:lnTo>
                      <a:lnTo>
                        <a:pt x="115" y="135"/>
                      </a:lnTo>
                      <a:lnTo>
                        <a:pt x="115" y="137"/>
                      </a:lnTo>
                      <a:lnTo>
                        <a:pt x="117" y="137"/>
                      </a:lnTo>
                      <a:lnTo>
                        <a:pt x="117" y="139"/>
                      </a:lnTo>
                      <a:lnTo>
                        <a:pt x="119" y="139"/>
                      </a:lnTo>
                      <a:lnTo>
                        <a:pt x="119" y="137"/>
                      </a:lnTo>
                      <a:lnTo>
                        <a:pt x="117" y="137"/>
                      </a:lnTo>
                      <a:lnTo>
                        <a:pt x="119" y="137"/>
                      </a:lnTo>
                      <a:lnTo>
                        <a:pt x="117" y="137"/>
                      </a:lnTo>
                      <a:lnTo>
                        <a:pt x="119" y="137"/>
                      </a:lnTo>
                      <a:lnTo>
                        <a:pt x="119" y="139"/>
                      </a:lnTo>
                      <a:lnTo>
                        <a:pt x="121" y="139"/>
                      </a:lnTo>
                      <a:lnTo>
                        <a:pt x="123" y="139"/>
                      </a:lnTo>
                      <a:lnTo>
                        <a:pt x="124" y="139"/>
                      </a:lnTo>
                      <a:lnTo>
                        <a:pt x="124" y="141"/>
                      </a:lnTo>
                      <a:lnTo>
                        <a:pt x="126" y="141"/>
                      </a:lnTo>
                      <a:lnTo>
                        <a:pt x="128" y="139"/>
                      </a:lnTo>
                      <a:lnTo>
                        <a:pt x="128" y="141"/>
                      </a:lnTo>
                      <a:lnTo>
                        <a:pt x="130" y="141"/>
                      </a:lnTo>
                      <a:lnTo>
                        <a:pt x="130" y="143"/>
                      </a:lnTo>
                      <a:lnTo>
                        <a:pt x="132" y="145"/>
                      </a:lnTo>
                      <a:lnTo>
                        <a:pt x="134" y="145"/>
                      </a:lnTo>
                      <a:lnTo>
                        <a:pt x="132" y="145"/>
                      </a:lnTo>
                      <a:lnTo>
                        <a:pt x="132" y="146"/>
                      </a:lnTo>
                      <a:lnTo>
                        <a:pt x="134" y="146"/>
                      </a:lnTo>
                      <a:lnTo>
                        <a:pt x="134" y="145"/>
                      </a:lnTo>
                      <a:lnTo>
                        <a:pt x="134" y="146"/>
                      </a:lnTo>
                      <a:lnTo>
                        <a:pt x="135" y="146"/>
                      </a:lnTo>
                      <a:lnTo>
                        <a:pt x="135" y="148"/>
                      </a:lnTo>
                      <a:lnTo>
                        <a:pt x="137" y="148"/>
                      </a:lnTo>
                      <a:lnTo>
                        <a:pt x="137" y="150"/>
                      </a:lnTo>
                      <a:lnTo>
                        <a:pt x="139" y="150"/>
                      </a:lnTo>
                      <a:lnTo>
                        <a:pt x="141" y="150"/>
                      </a:lnTo>
                      <a:lnTo>
                        <a:pt x="141" y="152"/>
                      </a:lnTo>
                      <a:lnTo>
                        <a:pt x="143" y="152"/>
                      </a:lnTo>
                      <a:lnTo>
                        <a:pt x="141" y="152"/>
                      </a:lnTo>
                      <a:lnTo>
                        <a:pt x="143" y="152"/>
                      </a:lnTo>
                      <a:lnTo>
                        <a:pt x="143" y="154"/>
                      </a:lnTo>
                      <a:lnTo>
                        <a:pt x="145" y="154"/>
                      </a:lnTo>
                      <a:lnTo>
                        <a:pt x="143" y="154"/>
                      </a:lnTo>
                      <a:lnTo>
                        <a:pt x="145" y="154"/>
                      </a:lnTo>
                      <a:lnTo>
                        <a:pt x="146" y="154"/>
                      </a:lnTo>
                      <a:lnTo>
                        <a:pt x="148" y="154"/>
                      </a:lnTo>
                      <a:lnTo>
                        <a:pt x="148" y="155"/>
                      </a:lnTo>
                      <a:lnTo>
                        <a:pt x="148" y="154"/>
                      </a:lnTo>
                      <a:lnTo>
                        <a:pt x="148" y="155"/>
                      </a:lnTo>
                      <a:lnTo>
                        <a:pt x="150" y="155"/>
                      </a:lnTo>
                      <a:lnTo>
                        <a:pt x="150" y="157"/>
                      </a:lnTo>
                      <a:lnTo>
                        <a:pt x="150" y="155"/>
                      </a:lnTo>
                      <a:lnTo>
                        <a:pt x="148" y="155"/>
                      </a:lnTo>
                      <a:lnTo>
                        <a:pt x="150" y="157"/>
                      </a:lnTo>
                      <a:lnTo>
                        <a:pt x="148" y="159"/>
                      </a:lnTo>
                      <a:lnTo>
                        <a:pt x="148" y="161"/>
                      </a:lnTo>
                      <a:lnTo>
                        <a:pt x="148" y="163"/>
                      </a:lnTo>
                      <a:lnTo>
                        <a:pt x="148" y="165"/>
                      </a:lnTo>
                      <a:lnTo>
                        <a:pt x="146" y="165"/>
                      </a:lnTo>
                      <a:lnTo>
                        <a:pt x="146" y="166"/>
                      </a:lnTo>
                      <a:lnTo>
                        <a:pt x="145" y="166"/>
                      </a:lnTo>
                      <a:lnTo>
                        <a:pt x="143" y="166"/>
                      </a:lnTo>
                      <a:lnTo>
                        <a:pt x="143" y="168"/>
                      </a:lnTo>
                      <a:lnTo>
                        <a:pt x="141" y="168"/>
                      </a:lnTo>
                      <a:lnTo>
                        <a:pt x="139" y="168"/>
                      </a:lnTo>
                      <a:lnTo>
                        <a:pt x="137" y="168"/>
                      </a:lnTo>
                      <a:lnTo>
                        <a:pt x="135" y="168"/>
                      </a:lnTo>
                      <a:lnTo>
                        <a:pt x="134" y="168"/>
                      </a:lnTo>
                      <a:lnTo>
                        <a:pt x="132" y="168"/>
                      </a:lnTo>
                      <a:lnTo>
                        <a:pt x="130" y="168"/>
                      </a:lnTo>
                      <a:lnTo>
                        <a:pt x="128" y="168"/>
                      </a:lnTo>
                      <a:lnTo>
                        <a:pt x="128" y="166"/>
                      </a:lnTo>
                      <a:lnTo>
                        <a:pt x="128" y="168"/>
                      </a:lnTo>
                      <a:lnTo>
                        <a:pt x="126" y="168"/>
                      </a:lnTo>
                      <a:lnTo>
                        <a:pt x="124" y="168"/>
                      </a:lnTo>
                      <a:lnTo>
                        <a:pt x="123" y="168"/>
                      </a:lnTo>
                      <a:lnTo>
                        <a:pt x="121" y="168"/>
                      </a:lnTo>
                      <a:lnTo>
                        <a:pt x="119" y="168"/>
                      </a:lnTo>
                      <a:lnTo>
                        <a:pt x="119" y="170"/>
                      </a:lnTo>
                      <a:lnTo>
                        <a:pt x="119" y="168"/>
                      </a:lnTo>
                      <a:lnTo>
                        <a:pt x="117" y="168"/>
                      </a:lnTo>
                      <a:lnTo>
                        <a:pt x="115" y="168"/>
                      </a:lnTo>
                      <a:lnTo>
                        <a:pt x="114" y="168"/>
                      </a:lnTo>
                      <a:lnTo>
                        <a:pt x="112" y="168"/>
                      </a:lnTo>
                      <a:lnTo>
                        <a:pt x="110" y="168"/>
                      </a:lnTo>
                      <a:lnTo>
                        <a:pt x="108" y="168"/>
                      </a:lnTo>
                      <a:lnTo>
                        <a:pt x="106" y="170"/>
                      </a:lnTo>
                      <a:lnTo>
                        <a:pt x="106" y="168"/>
                      </a:lnTo>
                      <a:lnTo>
                        <a:pt x="106" y="170"/>
                      </a:lnTo>
                      <a:lnTo>
                        <a:pt x="104" y="170"/>
                      </a:lnTo>
                      <a:lnTo>
                        <a:pt x="103" y="170"/>
                      </a:lnTo>
                      <a:lnTo>
                        <a:pt x="103" y="172"/>
                      </a:lnTo>
                      <a:lnTo>
                        <a:pt x="101" y="172"/>
                      </a:lnTo>
                      <a:lnTo>
                        <a:pt x="101" y="174"/>
                      </a:lnTo>
                      <a:lnTo>
                        <a:pt x="99" y="174"/>
                      </a:lnTo>
                      <a:lnTo>
                        <a:pt x="99" y="176"/>
                      </a:lnTo>
                      <a:lnTo>
                        <a:pt x="101" y="176"/>
                      </a:lnTo>
                      <a:lnTo>
                        <a:pt x="99" y="176"/>
                      </a:lnTo>
                      <a:lnTo>
                        <a:pt x="97" y="177"/>
                      </a:lnTo>
                      <a:lnTo>
                        <a:pt x="97" y="176"/>
                      </a:lnTo>
                      <a:lnTo>
                        <a:pt x="97" y="177"/>
                      </a:lnTo>
                      <a:lnTo>
                        <a:pt x="95" y="177"/>
                      </a:lnTo>
                      <a:lnTo>
                        <a:pt x="95" y="179"/>
                      </a:lnTo>
                      <a:lnTo>
                        <a:pt x="93" y="181"/>
                      </a:lnTo>
                      <a:lnTo>
                        <a:pt x="92" y="181"/>
                      </a:lnTo>
                      <a:lnTo>
                        <a:pt x="90" y="181"/>
                      </a:lnTo>
                      <a:lnTo>
                        <a:pt x="90" y="183"/>
                      </a:lnTo>
                      <a:lnTo>
                        <a:pt x="90" y="185"/>
                      </a:lnTo>
                      <a:lnTo>
                        <a:pt x="90" y="187"/>
                      </a:lnTo>
                      <a:lnTo>
                        <a:pt x="88" y="187"/>
                      </a:lnTo>
                      <a:lnTo>
                        <a:pt x="88" y="188"/>
                      </a:lnTo>
                      <a:lnTo>
                        <a:pt x="88" y="187"/>
                      </a:lnTo>
                      <a:lnTo>
                        <a:pt x="88" y="188"/>
                      </a:lnTo>
                      <a:lnTo>
                        <a:pt x="86" y="188"/>
                      </a:lnTo>
                      <a:lnTo>
                        <a:pt x="84" y="187"/>
                      </a:lnTo>
                      <a:lnTo>
                        <a:pt x="83" y="187"/>
                      </a:lnTo>
                      <a:lnTo>
                        <a:pt x="83" y="185"/>
                      </a:lnTo>
                      <a:lnTo>
                        <a:pt x="81" y="185"/>
                      </a:lnTo>
                      <a:lnTo>
                        <a:pt x="81" y="183"/>
                      </a:lnTo>
                      <a:lnTo>
                        <a:pt x="79" y="183"/>
                      </a:lnTo>
                      <a:lnTo>
                        <a:pt x="79" y="181"/>
                      </a:lnTo>
                      <a:lnTo>
                        <a:pt x="79" y="183"/>
                      </a:lnTo>
                      <a:lnTo>
                        <a:pt x="81" y="183"/>
                      </a:lnTo>
                      <a:lnTo>
                        <a:pt x="79" y="185"/>
                      </a:lnTo>
                      <a:lnTo>
                        <a:pt x="77" y="185"/>
                      </a:lnTo>
                      <a:lnTo>
                        <a:pt x="75" y="185"/>
                      </a:lnTo>
                      <a:lnTo>
                        <a:pt x="75" y="187"/>
                      </a:lnTo>
                      <a:lnTo>
                        <a:pt x="75" y="185"/>
                      </a:lnTo>
                      <a:lnTo>
                        <a:pt x="73" y="185"/>
                      </a:lnTo>
                      <a:lnTo>
                        <a:pt x="72" y="185"/>
                      </a:lnTo>
                      <a:lnTo>
                        <a:pt x="73" y="185"/>
                      </a:lnTo>
                      <a:lnTo>
                        <a:pt x="72" y="187"/>
                      </a:lnTo>
                      <a:lnTo>
                        <a:pt x="72" y="188"/>
                      </a:lnTo>
                      <a:lnTo>
                        <a:pt x="70" y="190"/>
                      </a:lnTo>
                      <a:lnTo>
                        <a:pt x="68" y="188"/>
                      </a:lnTo>
                      <a:lnTo>
                        <a:pt x="70" y="188"/>
                      </a:lnTo>
                      <a:lnTo>
                        <a:pt x="68" y="188"/>
                      </a:lnTo>
                      <a:lnTo>
                        <a:pt x="68" y="187"/>
                      </a:lnTo>
                      <a:lnTo>
                        <a:pt x="68" y="185"/>
                      </a:lnTo>
                      <a:lnTo>
                        <a:pt x="66" y="185"/>
                      </a:lnTo>
                      <a:lnTo>
                        <a:pt x="66" y="187"/>
                      </a:lnTo>
                      <a:lnTo>
                        <a:pt x="66" y="185"/>
                      </a:lnTo>
                      <a:lnTo>
                        <a:pt x="64" y="185"/>
                      </a:lnTo>
                      <a:lnTo>
                        <a:pt x="64" y="187"/>
                      </a:lnTo>
                      <a:lnTo>
                        <a:pt x="62" y="187"/>
                      </a:lnTo>
                      <a:lnTo>
                        <a:pt x="62" y="185"/>
                      </a:lnTo>
                      <a:lnTo>
                        <a:pt x="61" y="185"/>
                      </a:lnTo>
                      <a:lnTo>
                        <a:pt x="59" y="185"/>
                      </a:lnTo>
                      <a:lnTo>
                        <a:pt x="61" y="183"/>
                      </a:lnTo>
                      <a:lnTo>
                        <a:pt x="59" y="183"/>
                      </a:lnTo>
                      <a:lnTo>
                        <a:pt x="59" y="181"/>
                      </a:lnTo>
                      <a:lnTo>
                        <a:pt x="59" y="183"/>
                      </a:lnTo>
                      <a:lnTo>
                        <a:pt x="59" y="181"/>
                      </a:lnTo>
                      <a:lnTo>
                        <a:pt x="59" y="179"/>
                      </a:lnTo>
                      <a:lnTo>
                        <a:pt x="59" y="181"/>
                      </a:lnTo>
                      <a:lnTo>
                        <a:pt x="57" y="181"/>
                      </a:lnTo>
                      <a:lnTo>
                        <a:pt x="57" y="179"/>
                      </a:lnTo>
                      <a:lnTo>
                        <a:pt x="55" y="179"/>
                      </a:lnTo>
                      <a:lnTo>
                        <a:pt x="55" y="181"/>
                      </a:lnTo>
                      <a:lnTo>
                        <a:pt x="55" y="179"/>
                      </a:lnTo>
                      <a:lnTo>
                        <a:pt x="55" y="181"/>
                      </a:lnTo>
                      <a:lnTo>
                        <a:pt x="55" y="179"/>
                      </a:lnTo>
                      <a:lnTo>
                        <a:pt x="53" y="179"/>
                      </a:lnTo>
                      <a:lnTo>
                        <a:pt x="51" y="179"/>
                      </a:lnTo>
                      <a:lnTo>
                        <a:pt x="53" y="179"/>
                      </a:lnTo>
                      <a:lnTo>
                        <a:pt x="51" y="179"/>
                      </a:lnTo>
                      <a:lnTo>
                        <a:pt x="53" y="179"/>
                      </a:lnTo>
                      <a:lnTo>
                        <a:pt x="51" y="179"/>
                      </a:lnTo>
                      <a:lnTo>
                        <a:pt x="50" y="179"/>
                      </a:lnTo>
                      <a:lnTo>
                        <a:pt x="51" y="179"/>
                      </a:lnTo>
                      <a:lnTo>
                        <a:pt x="51" y="181"/>
                      </a:lnTo>
                      <a:lnTo>
                        <a:pt x="53" y="181"/>
                      </a:lnTo>
                      <a:lnTo>
                        <a:pt x="51" y="181"/>
                      </a:lnTo>
                      <a:lnTo>
                        <a:pt x="53" y="181"/>
                      </a:lnTo>
                      <a:lnTo>
                        <a:pt x="55" y="181"/>
                      </a:lnTo>
                      <a:lnTo>
                        <a:pt x="53" y="181"/>
                      </a:lnTo>
                      <a:lnTo>
                        <a:pt x="55" y="181"/>
                      </a:lnTo>
                      <a:lnTo>
                        <a:pt x="55" y="183"/>
                      </a:lnTo>
                      <a:lnTo>
                        <a:pt x="53" y="185"/>
                      </a:lnTo>
                      <a:lnTo>
                        <a:pt x="53" y="183"/>
                      </a:lnTo>
                      <a:lnTo>
                        <a:pt x="53" y="185"/>
                      </a:lnTo>
                      <a:lnTo>
                        <a:pt x="51" y="185"/>
                      </a:lnTo>
                      <a:lnTo>
                        <a:pt x="53" y="185"/>
                      </a:lnTo>
                      <a:lnTo>
                        <a:pt x="51" y="185"/>
                      </a:lnTo>
                      <a:lnTo>
                        <a:pt x="53" y="185"/>
                      </a:lnTo>
                      <a:lnTo>
                        <a:pt x="51" y="185"/>
                      </a:lnTo>
                      <a:lnTo>
                        <a:pt x="51" y="187"/>
                      </a:lnTo>
                      <a:lnTo>
                        <a:pt x="53" y="187"/>
                      </a:lnTo>
                      <a:lnTo>
                        <a:pt x="51" y="187"/>
                      </a:lnTo>
                      <a:lnTo>
                        <a:pt x="53" y="187"/>
                      </a:lnTo>
                      <a:lnTo>
                        <a:pt x="51" y="187"/>
                      </a:lnTo>
                      <a:lnTo>
                        <a:pt x="51" y="188"/>
                      </a:lnTo>
                      <a:lnTo>
                        <a:pt x="50" y="188"/>
                      </a:lnTo>
                      <a:lnTo>
                        <a:pt x="51" y="188"/>
                      </a:lnTo>
                      <a:lnTo>
                        <a:pt x="50" y="188"/>
                      </a:lnTo>
                      <a:lnTo>
                        <a:pt x="50" y="187"/>
                      </a:lnTo>
                      <a:lnTo>
                        <a:pt x="50" y="188"/>
                      </a:lnTo>
                      <a:lnTo>
                        <a:pt x="48" y="188"/>
                      </a:lnTo>
                      <a:lnTo>
                        <a:pt x="48" y="187"/>
                      </a:lnTo>
                      <a:lnTo>
                        <a:pt x="48" y="188"/>
                      </a:lnTo>
                      <a:lnTo>
                        <a:pt x="48" y="190"/>
                      </a:lnTo>
                      <a:lnTo>
                        <a:pt x="46" y="190"/>
                      </a:lnTo>
                      <a:lnTo>
                        <a:pt x="44" y="190"/>
                      </a:lnTo>
                      <a:lnTo>
                        <a:pt x="42" y="190"/>
                      </a:lnTo>
                      <a:lnTo>
                        <a:pt x="42" y="192"/>
                      </a:lnTo>
                      <a:lnTo>
                        <a:pt x="42" y="190"/>
                      </a:lnTo>
                      <a:lnTo>
                        <a:pt x="41" y="190"/>
                      </a:lnTo>
                      <a:lnTo>
                        <a:pt x="42" y="188"/>
                      </a:lnTo>
                      <a:lnTo>
                        <a:pt x="44" y="188"/>
                      </a:lnTo>
                      <a:lnTo>
                        <a:pt x="42" y="188"/>
                      </a:lnTo>
                      <a:lnTo>
                        <a:pt x="44" y="188"/>
                      </a:lnTo>
                      <a:lnTo>
                        <a:pt x="42" y="188"/>
                      </a:lnTo>
                      <a:lnTo>
                        <a:pt x="42" y="187"/>
                      </a:lnTo>
                      <a:lnTo>
                        <a:pt x="44" y="187"/>
                      </a:lnTo>
                      <a:lnTo>
                        <a:pt x="44" y="188"/>
                      </a:lnTo>
                      <a:lnTo>
                        <a:pt x="44" y="187"/>
                      </a:lnTo>
                      <a:lnTo>
                        <a:pt x="44" y="188"/>
                      </a:lnTo>
                      <a:lnTo>
                        <a:pt x="44" y="187"/>
                      </a:lnTo>
                      <a:lnTo>
                        <a:pt x="44" y="188"/>
                      </a:lnTo>
                      <a:lnTo>
                        <a:pt x="44" y="187"/>
                      </a:lnTo>
                      <a:lnTo>
                        <a:pt x="46" y="187"/>
                      </a:lnTo>
                      <a:lnTo>
                        <a:pt x="48" y="187"/>
                      </a:lnTo>
                      <a:lnTo>
                        <a:pt x="48" y="185"/>
                      </a:lnTo>
                      <a:lnTo>
                        <a:pt x="48" y="187"/>
                      </a:lnTo>
                      <a:lnTo>
                        <a:pt x="46" y="187"/>
                      </a:lnTo>
                      <a:lnTo>
                        <a:pt x="46" y="185"/>
                      </a:lnTo>
                      <a:lnTo>
                        <a:pt x="48" y="185"/>
                      </a:lnTo>
                      <a:lnTo>
                        <a:pt x="46" y="185"/>
                      </a:lnTo>
                      <a:lnTo>
                        <a:pt x="46" y="183"/>
                      </a:lnTo>
                      <a:lnTo>
                        <a:pt x="46" y="185"/>
                      </a:lnTo>
                      <a:lnTo>
                        <a:pt x="44" y="183"/>
                      </a:lnTo>
                      <a:lnTo>
                        <a:pt x="44" y="185"/>
                      </a:lnTo>
                      <a:lnTo>
                        <a:pt x="46" y="185"/>
                      </a:lnTo>
                      <a:lnTo>
                        <a:pt x="46" y="187"/>
                      </a:lnTo>
                      <a:lnTo>
                        <a:pt x="44" y="185"/>
                      </a:lnTo>
                      <a:lnTo>
                        <a:pt x="42" y="185"/>
                      </a:lnTo>
                      <a:lnTo>
                        <a:pt x="44" y="185"/>
                      </a:lnTo>
                      <a:lnTo>
                        <a:pt x="42" y="185"/>
                      </a:lnTo>
                      <a:lnTo>
                        <a:pt x="42" y="187"/>
                      </a:lnTo>
                      <a:lnTo>
                        <a:pt x="42" y="185"/>
                      </a:lnTo>
                      <a:lnTo>
                        <a:pt x="42" y="187"/>
                      </a:lnTo>
                      <a:lnTo>
                        <a:pt x="41" y="187"/>
                      </a:lnTo>
                      <a:lnTo>
                        <a:pt x="39" y="187"/>
                      </a:lnTo>
                      <a:lnTo>
                        <a:pt x="41" y="187"/>
                      </a:lnTo>
                      <a:lnTo>
                        <a:pt x="39" y="187"/>
                      </a:lnTo>
                      <a:lnTo>
                        <a:pt x="37" y="187"/>
                      </a:lnTo>
                      <a:lnTo>
                        <a:pt x="39" y="187"/>
                      </a:lnTo>
                      <a:lnTo>
                        <a:pt x="39" y="185"/>
                      </a:lnTo>
                      <a:lnTo>
                        <a:pt x="41" y="185"/>
                      </a:lnTo>
                      <a:lnTo>
                        <a:pt x="41" y="183"/>
                      </a:lnTo>
                      <a:lnTo>
                        <a:pt x="39" y="183"/>
                      </a:lnTo>
                      <a:lnTo>
                        <a:pt x="39" y="181"/>
                      </a:lnTo>
                      <a:lnTo>
                        <a:pt x="39" y="183"/>
                      </a:lnTo>
                      <a:lnTo>
                        <a:pt x="37" y="183"/>
                      </a:lnTo>
                      <a:lnTo>
                        <a:pt x="39" y="183"/>
                      </a:lnTo>
                      <a:lnTo>
                        <a:pt x="37" y="183"/>
                      </a:lnTo>
                      <a:lnTo>
                        <a:pt x="37" y="185"/>
                      </a:lnTo>
                      <a:lnTo>
                        <a:pt x="35" y="185"/>
                      </a:lnTo>
                      <a:lnTo>
                        <a:pt x="33" y="185"/>
                      </a:lnTo>
                      <a:lnTo>
                        <a:pt x="31" y="185"/>
                      </a:lnTo>
                      <a:lnTo>
                        <a:pt x="33" y="183"/>
                      </a:lnTo>
                      <a:lnTo>
                        <a:pt x="31" y="183"/>
                      </a:lnTo>
                      <a:lnTo>
                        <a:pt x="30" y="183"/>
                      </a:lnTo>
                      <a:lnTo>
                        <a:pt x="30" y="181"/>
                      </a:lnTo>
                      <a:lnTo>
                        <a:pt x="31" y="181"/>
                      </a:lnTo>
                      <a:lnTo>
                        <a:pt x="33" y="181"/>
                      </a:lnTo>
                      <a:lnTo>
                        <a:pt x="35" y="181"/>
                      </a:lnTo>
                      <a:lnTo>
                        <a:pt x="33" y="181"/>
                      </a:lnTo>
                      <a:lnTo>
                        <a:pt x="33" y="179"/>
                      </a:lnTo>
                      <a:lnTo>
                        <a:pt x="33" y="177"/>
                      </a:lnTo>
                      <a:lnTo>
                        <a:pt x="33" y="179"/>
                      </a:lnTo>
                      <a:lnTo>
                        <a:pt x="35" y="179"/>
                      </a:lnTo>
                      <a:lnTo>
                        <a:pt x="35" y="177"/>
                      </a:lnTo>
                      <a:lnTo>
                        <a:pt x="35" y="179"/>
                      </a:lnTo>
                      <a:lnTo>
                        <a:pt x="35" y="177"/>
                      </a:lnTo>
                      <a:lnTo>
                        <a:pt x="37" y="177"/>
                      </a:lnTo>
                      <a:lnTo>
                        <a:pt x="37" y="179"/>
                      </a:lnTo>
                      <a:lnTo>
                        <a:pt x="39" y="179"/>
                      </a:lnTo>
                      <a:lnTo>
                        <a:pt x="39" y="177"/>
                      </a:lnTo>
                      <a:lnTo>
                        <a:pt x="37" y="177"/>
                      </a:lnTo>
                      <a:lnTo>
                        <a:pt x="35" y="177"/>
                      </a:lnTo>
                      <a:lnTo>
                        <a:pt x="33" y="177"/>
                      </a:lnTo>
                      <a:lnTo>
                        <a:pt x="31" y="177"/>
                      </a:lnTo>
                      <a:lnTo>
                        <a:pt x="30" y="177"/>
                      </a:lnTo>
                      <a:lnTo>
                        <a:pt x="28" y="177"/>
                      </a:lnTo>
                      <a:lnTo>
                        <a:pt x="28" y="176"/>
                      </a:lnTo>
                      <a:lnTo>
                        <a:pt x="26" y="176"/>
                      </a:lnTo>
                      <a:lnTo>
                        <a:pt x="24" y="176"/>
                      </a:lnTo>
                      <a:lnTo>
                        <a:pt x="22" y="176"/>
                      </a:lnTo>
                      <a:lnTo>
                        <a:pt x="22" y="177"/>
                      </a:lnTo>
                      <a:lnTo>
                        <a:pt x="22" y="176"/>
                      </a:lnTo>
                      <a:lnTo>
                        <a:pt x="20" y="176"/>
                      </a:lnTo>
                      <a:lnTo>
                        <a:pt x="19" y="176"/>
                      </a:lnTo>
                      <a:lnTo>
                        <a:pt x="17" y="176"/>
                      </a:lnTo>
                      <a:lnTo>
                        <a:pt x="19" y="176"/>
                      </a:lnTo>
                      <a:lnTo>
                        <a:pt x="20" y="176"/>
                      </a:lnTo>
                      <a:lnTo>
                        <a:pt x="20" y="174"/>
                      </a:lnTo>
                      <a:lnTo>
                        <a:pt x="22" y="174"/>
                      </a:lnTo>
                      <a:lnTo>
                        <a:pt x="24" y="174"/>
                      </a:lnTo>
                      <a:lnTo>
                        <a:pt x="22" y="174"/>
                      </a:lnTo>
                      <a:lnTo>
                        <a:pt x="24" y="174"/>
                      </a:lnTo>
                      <a:lnTo>
                        <a:pt x="24" y="172"/>
                      </a:lnTo>
                      <a:lnTo>
                        <a:pt x="26" y="172"/>
                      </a:lnTo>
                      <a:lnTo>
                        <a:pt x="26" y="174"/>
                      </a:lnTo>
                      <a:lnTo>
                        <a:pt x="28" y="174"/>
                      </a:lnTo>
                      <a:lnTo>
                        <a:pt x="28" y="172"/>
                      </a:lnTo>
                      <a:lnTo>
                        <a:pt x="30" y="172"/>
                      </a:lnTo>
                      <a:lnTo>
                        <a:pt x="28" y="172"/>
                      </a:lnTo>
                      <a:lnTo>
                        <a:pt x="26" y="172"/>
                      </a:lnTo>
                      <a:lnTo>
                        <a:pt x="26" y="170"/>
                      </a:lnTo>
                      <a:lnTo>
                        <a:pt x="24" y="170"/>
                      </a:lnTo>
                      <a:lnTo>
                        <a:pt x="26" y="170"/>
                      </a:lnTo>
                      <a:lnTo>
                        <a:pt x="26" y="168"/>
                      </a:lnTo>
                      <a:lnTo>
                        <a:pt x="24" y="168"/>
                      </a:lnTo>
                      <a:lnTo>
                        <a:pt x="26" y="166"/>
                      </a:lnTo>
                      <a:lnTo>
                        <a:pt x="26" y="165"/>
                      </a:lnTo>
                      <a:lnTo>
                        <a:pt x="28" y="165"/>
                      </a:lnTo>
                      <a:lnTo>
                        <a:pt x="28" y="163"/>
                      </a:lnTo>
                      <a:lnTo>
                        <a:pt x="28" y="165"/>
                      </a:lnTo>
                      <a:lnTo>
                        <a:pt x="30" y="165"/>
                      </a:lnTo>
                      <a:lnTo>
                        <a:pt x="28" y="163"/>
                      </a:lnTo>
                      <a:lnTo>
                        <a:pt x="28" y="165"/>
                      </a:lnTo>
                      <a:lnTo>
                        <a:pt x="28" y="163"/>
                      </a:lnTo>
                      <a:lnTo>
                        <a:pt x="30" y="163"/>
                      </a:lnTo>
                      <a:lnTo>
                        <a:pt x="30" y="161"/>
                      </a:lnTo>
                      <a:lnTo>
                        <a:pt x="30" y="159"/>
                      </a:lnTo>
                      <a:lnTo>
                        <a:pt x="28" y="159"/>
                      </a:lnTo>
                      <a:lnTo>
                        <a:pt x="30" y="159"/>
                      </a:lnTo>
                      <a:lnTo>
                        <a:pt x="31" y="159"/>
                      </a:lnTo>
                      <a:lnTo>
                        <a:pt x="33" y="159"/>
                      </a:lnTo>
                      <a:lnTo>
                        <a:pt x="31" y="159"/>
                      </a:lnTo>
                      <a:lnTo>
                        <a:pt x="33" y="159"/>
                      </a:lnTo>
                      <a:lnTo>
                        <a:pt x="33" y="157"/>
                      </a:lnTo>
                      <a:lnTo>
                        <a:pt x="33" y="159"/>
                      </a:lnTo>
                      <a:lnTo>
                        <a:pt x="35" y="159"/>
                      </a:lnTo>
                      <a:lnTo>
                        <a:pt x="35" y="157"/>
                      </a:lnTo>
                      <a:lnTo>
                        <a:pt x="33" y="157"/>
                      </a:lnTo>
                      <a:lnTo>
                        <a:pt x="35" y="157"/>
                      </a:lnTo>
                      <a:lnTo>
                        <a:pt x="33" y="157"/>
                      </a:lnTo>
                      <a:lnTo>
                        <a:pt x="33" y="155"/>
                      </a:lnTo>
                      <a:lnTo>
                        <a:pt x="35" y="155"/>
                      </a:lnTo>
                      <a:lnTo>
                        <a:pt x="35" y="157"/>
                      </a:lnTo>
                      <a:lnTo>
                        <a:pt x="37" y="157"/>
                      </a:lnTo>
                      <a:lnTo>
                        <a:pt x="35" y="155"/>
                      </a:lnTo>
                      <a:lnTo>
                        <a:pt x="37" y="155"/>
                      </a:lnTo>
                      <a:lnTo>
                        <a:pt x="37" y="157"/>
                      </a:lnTo>
                      <a:lnTo>
                        <a:pt x="39" y="157"/>
                      </a:lnTo>
                      <a:lnTo>
                        <a:pt x="39" y="155"/>
                      </a:lnTo>
                      <a:lnTo>
                        <a:pt x="41" y="155"/>
                      </a:lnTo>
                      <a:lnTo>
                        <a:pt x="41" y="157"/>
                      </a:lnTo>
                      <a:lnTo>
                        <a:pt x="41" y="155"/>
                      </a:lnTo>
                      <a:lnTo>
                        <a:pt x="41" y="157"/>
                      </a:lnTo>
                      <a:lnTo>
                        <a:pt x="41" y="155"/>
                      </a:lnTo>
                      <a:lnTo>
                        <a:pt x="42" y="155"/>
                      </a:lnTo>
                      <a:lnTo>
                        <a:pt x="44" y="155"/>
                      </a:lnTo>
                      <a:lnTo>
                        <a:pt x="46" y="154"/>
                      </a:lnTo>
                      <a:lnTo>
                        <a:pt x="46" y="155"/>
                      </a:lnTo>
                      <a:lnTo>
                        <a:pt x="48" y="155"/>
                      </a:lnTo>
                      <a:lnTo>
                        <a:pt x="50" y="155"/>
                      </a:lnTo>
                      <a:lnTo>
                        <a:pt x="50" y="157"/>
                      </a:lnTo>
                      <a:lnTo>
                        <a:pt x="51" y="157"/>
                      </a:lnTo>
                      <a:lnTo>
                        <a:pt x="53" y="155"/>
                      </a:lnTo>
                      <a:lnTo>
                        <a:pt x="51" y="155"/>
                      </a:lnTo>
                      <a:lnTo>
                        <a:pt x="51" y="154"/>
                      </a:lnTo>
                      <a:lnTo>
                        <a:pt x="51" y="152"/>
                      </a:lnTo>
                      <a:lnTo>
                        <a:pt x="50" y="152"/>
                      </a:lnTo>
                      <a:lnTo>
                        <a:pt x="50" y="150"/>
                      </a:lnTo>
                      <a:lnTo>
                        <a:pt x="48" y="150"/>
                      </a:lnTo>
                      <a:lnTo>
                        <a:pt x="50" y="148"/>
                      </a:lnTo>
                      <a:lnTo>
                        <a:pt x="51" y="148"/>
                      </a:lnTo>
                      <a:lnTo>
                        <a:pt x="50" y="148"/>
                      </a:lnTo>
                      <a:lnTo>
                        <a:pt x="48" y="148"/>
                      </a:lnTo>
                      <a:lnTo>
                        <a:pt x="48" y="150"/>
                      </a:lnTo>
                      <a:lnTo>
                        <a:pt x="50" y="152"/>
                      </a:lnTo>
                      <a:lnTo>
                        <a:pt x="50" y="154"/>
                      </a:lnTo>
                      <a:lnTo>
                        <a:pt x="51" y="154"/>
                      </a:lnTo>
                      <a:lnTo>
                        <a:pt x="51" y="155"/>
                      </a:lnTo>
                      <a:lnTo>
                        <a:pt x="51" y="157"/>
                      </a:lnTo>
                      <a:lnTo>
                        <a:pt x="51" y="155"/>
                      </a:lnTo>
                      <a:lnTo>
                        <a:pt x="50" y="155"/>
                      </a:lnTo>
                      <a:lnTo>
                        <a:pt x="50" y="154"/>
                      </a:lnTo>
                      <a:lnTo>
                        <a:pt x="48" y="154"/>
                      </a:lnTo>
                      <a:lnTo>
                        <a:pt x="46" y="154"/>
                      </a:lnTo>
                      <a:lnTo>
                        <a:pt x="44" y="154"/>
                      </a:lnTo>
                      <a:lnTo>
                        <a:pt x="42" y="154"/>
                      </a:lnTo>
                      <a:lnTo>
                        <a:pt x="42" y="155"/>
                      </a:lnTo>
                      <a:lnTo>
                        <a:pt x="42" y="154"/>
                      </a:lnTo>
                      <a:lnTo>
                        <a:pt x="42" y="155"/>
                      </a:lnTo>
                      <a:lnTo>
                        <a:pt x="41" y="154"/>
                      </a:lnTo>
                      <a:lnTo>
                        <a:pt x="41" y="155"/>
                      </a:lnTo>
                      <a:lnTo>
                        <a:pt x="39" y="155"/>
                      </a:lnTo>
                      <a:lnTo>
                        <a:pt x="39" y="154"/>
                      </a:lnTo>
                      <a:lnTo>
                        <a:pt x="37" y="154"/>
                      </a:lnTo>
                      <a:lnTo>
                        <a:pt x="37" y="155"/>
                      </a:lnTo>
                      <a:lnTo>
                        <a:pt x="35" y="155"/>
                      </a:lnTo>
                      <a:lnTo>
                        <a:pt x="37" y="155"/>
                      </a:lnTo>
                      <a:lnTo>
                        <a:pt x="37" y="154"/>
                      </a:lnTo>
                      <a:lnTo>
                        <a:pt x="39" y="154"/>
                      </a:lnTo>
                      <a:lnTo>
                        <a:pt x="39" y="152"/>
                      </a:lnTo>
                      <a:lnTo>
                        <a:pt x="39" y="150"/>
                      </a:lnTo>
                      <a:lnTo>
                        <a:pt x="39" y="152"/>
                      </a:lnTo>
                      <a:lnTo>
                        <a:pt x="37" y="152"/>
                      </a:lnTo>
                      <a:lnTo>
                        <a:pt x="37" y="150"/>
                      </a:lnTo>
                      <a:lnTo>
                        <a:pt x="37" y="152"/>
                      </a:lnTo>
                      <a:lnTo>
                        <a:pt x="39" y="152"/>
                      </a:lnTo>
                      <a:lnTo>
                        <a:pt x="37" y="154"/>
                      </a:lnTo>
                      <a:lnTo>
                        <a:pt x="39" y="154"/>
                      </a:lnTo>
                      <a:lnTo>
                        <a:pt x="37" y="154"/>
                      </a:lnTo>
                      <a:lnTo>
                        <a:pt x="37" y="152"/>
                      </a:lnTo>
                      <a:lnTo>
                        <a:pt x="35" y="152"/>
                      </a:lnTo>
                      <a:lnTo>
                        <a:pt x="35" y="150"/>
                      </a:lnTo>
                      <a:lnTo>
                        <a:pt x="35" y="148"/>
                      </a:lnTo>
                      <a:lnTo>
                        <a:pt x="35" y="146"/>
                      </a:lnTo>
                      <a:lnTo>
                        <a:pt x="37" y="145"/>
                      </a:lnTo>
                      <a:lnTo>
                        <a:pt x="39" y="143"/>
                      </a:lnTo>
                      <a:lnTo>
                        <a:pt x="39" y="141"/>
                      </a:lnTo>
                      <a:lnTo>
                        <a:pt x="41" y="141"/>
                      </a:lnTo>
                      <a:lnTo>
                        <a:pt x="41" y="139"/>
                      </a:lnTo>
                      <a:lnTo>
                        <a:pt x="41" y="137"/>
                      </a:lnTo>
                      <a:lnTo>
                        <a:pt x="42" y="137"/>
                      </a:lnTo>
                      <a:lnTo>
                        <a:pt x="41" y="137"/>
                      </a:lnTo>
                      <a:lnTo>
                        <a:pt x="42" y="137"/>
                      </a:lnTo>
                      <a:lnTo>
                        <a:pt x="42" y="135"/>
                      </a:lnTo>
                      <a:lnTo>
                        <a:pt x="44" y="135"/>
                      </a:lnTo>
                      <a:lnTo>
                        <a:pt x="44" y="134"/>
                      </a:lnTo>
                      <a:lnTo>
                        <a:pt x="46" y="134"/>
                      </a:lnTo>
                      <a:lnTo>
                        <a:pt x="44" y="134"/>
                      </a:lnTo>
                      <a:lnTo>
                        <a:pt x="44" y="132"/>
                      </a:lnTo>
                      <a:lnTo>
                        <a:pt x="44" y="130"/>
                      </a:lnTo>
                      <a:lnTo>
                        <a:pt x="46" y="130"/>
                      </a:lnTo>
                      <a:lnTo>
                        <a:pt x="46" y="132"/>
                      </a:lnTo>
                      <a:lnTo>
                        <a:pt x="46" y="130"/>
                      </a:lnTo>
                      <a:lnTo>
                        <a:pt x="48" y="130"/>
                      </a:lnTo>
                      <a:lnTo>
                        <a:pt x="46" y="130"/>
                      </a:lnTo>
                      <a:lnTo>
                        <a:pt x="44" y="130"/>
                      </a:lnTo>
                      <a:lnTo>
                        <a:pt x="42" y="130"/>
                      </a:lnTo>
                      <a:lnTo>
                        <a:pt x="42" y="128"/>
                      </a:lnTo>
                      <a:lnTo>
                        <a:pt x="44" y="128"/>
                      </a:lnTo>
                      <a:lnTo>
                        <a:pt x="42" y="128"/>
                      </a:lnTo>
                      <a:lnTo>
                        <a:pt x="42" y="126"/>
                      </a:lnTo>
                      <a:lnTo>
                        <a:pt x="44" y="126"/>
                      </a:lnTo>
                      <a:lnTo>
                        <a:pt x="44" y="124"/>
                      </a:lnTo>
                      <a:lnTo>
                        <a:pt x="46" y="124"/>
                      </a:lnTo>
                      <a:lnTo>
                        <a:pt x="48" y="124"/>
                      </a:lnTo>
                      <a:lnTo>
                        <a:pt x="48" y="123"/>
                      </a:lnTo>
                      <a:lnTo>
                        <a:pt x="50" y="123"/>
                      </a:lnTo>
                      <a:lnTo>
                        <a:pt x="51" y="123"/>
                      </a:lnTo>
                      <a:lnTo>
                        <a:pt x="53" y="123"/>
                      </a:lnTo>
                      <a:lnTo>
                        <a:pt x="55" y="121"/>
                      </a:lnTo>
                      <a:lnTo>
                        <a:pt x="57" y="121"/>
                      </a:lnTo>
                      <a:lnTo>
                        <a:pt x="55" y="121"/>
                      </a:lnTo>
                      <a:lnTo>
                        <a:pt x="53" y="121"/>
                      </a:lnTo>
                      <a:lnTo>
                        <a:pt x="53" y="123"/>
                      </a:lnTo>
                      <a:lnTo>
                        <a:pt x="51" y="123"/>
                      </a:lnTo>
                      <a:lnTo>
                        <a:pt x="51" y="121"/>
                      </a:lnTo>
                      <a:lnTo>
                        <a:pt x="51" y="123"/>
                      </a:lnTo>
                      <a:lnTo>
                        <a:pt x="50" y="123"/>
                      </a:lnTo>
                      <a:lnTo>
                        <a:pt x="48" y="123"/>
                      </a:lnTo>
                      <a:lnTo>
                        <a:pt x="48" y="124"/>
                      </a:lnTo>
                      <a:lnTo>
                        <a:pt x="46" y="124"/>
                      </a:lnTo>
                      <a:lnTo>
                        <a:pt x="46" y="123"/>
                      </a:lnTo>
                      <a:lnTo>
                        <a:pt x="48" y="121"/>
                      </a:lnTo>
                      <a:lnTo>
                        <a:pt x="50" y="121"/>
                      </a:lnTo>
                      <a:lnTo>
                        <a:pt x="51" y="121"/>
                      </a:lnTo>
                      <a:lnTo>
                        <a:pt x="51" y="119"/>
                      </a:lnTo>
                      <a:lnTo>
                        <a:pt x="50" y="119"/>
                      </a:lnTo>
                      <a:lnTo>
                        <a:pt x="50" y="117"/>
                      </a:lnTo>
                      <a:lnTo>
                        <a:pt x="51" y="117"/>
                      </a:lnTo>
                      <a:lnTo>
                        <a:pt x="51" y="115"/>
                      </a:lnTo>
                      <a:lnTo>
                        <a:pt x="51" y="113"/>
                      </a:lnTo>
                      <a:lnTo>
                        <a:pt x="50" y="113"/>
                      </a:lnTo>
                      <a:lnTo>
                        <a:pt x="48" y="113"/>
                      </a:lnTo>
                      <a:lnTo>
                        <a:pt x="48" y="112"/>
                      </a:lnTo>
                      <a:lnTo>
                        <a:pt x="48" y="113"/>
                      </a:lnTo>
                      <a:lnTo>
                        <a:pt x="50" y="113"/>
                      </a:lnTo>
                      <a:lnTo>
                        <a:pt x="51" y="113"/>
                      </a:lnTo>
                      <a:lnTo>
                        <a:pt x="51" y="115"/>
                      </a:lnTo>
                      <a:lnTo>
                        <a:pt x="51" y="117"/>
                      </a:lnTo>
                      <a:lnTo>
                        <a:pt x="50" y="117"/>
                      </a:lnTo>
                      <a:lnTo>
                        <a:pt x="50" y="119"/>
                      </a:lnTo>
                      <a:lnTo>
                        <a:pt x="51" y="119"/>
                      </a:lnTo>
                      <a:lnTo>
                        <a:pt x="51" y="121"/>
                      </a:lnTo>
                      <a:lnTo>
                        <a:pt x="50" y="121"/>
                      </a:lnTo>
                      <a:lnTo>
                        <a:pt x="48" y="121"/>
                      </a:lnTo>
                      <a:lnTo>
                        <a:pt x="46" y="123"/>
                      </a:lnTo>
                      <a:lnTo>
                        <a:pt x="44" y="123"/>
                      </a:lnTo>
                      <a:lnTo>
                        <a:pt x="44" y="124"/>
                      </a:lnTo>
                      <a:lnTo>
                        <a:pt x="42" y="124"/>
                      </a:lnTo>
                      <a:lnTo>
                        <a:pt x="41" y="124"/>
                      </a:lnTo>
                      <a:lnTo>
                        <a:pt x="41" y="126"/>
                      </a:lnTo>
                      <a:lnTo>
                        <a:pt x="39" y="126"/>
                      </a:lnTo>
                      <a:lnTo>
                        <a:pt x="39" y="124"/>
                      </a:lnTo>
                      <a:lnTo>
                        <a:pt x="39" y="123"/>
                      </a:lnTo>
                      <a:lnTo>
                        <a:pt x="37" y="124"/>
                      </a:lnTo>
                      <a:lnTo>
                        <a:pt x="37" y="123"/>
                      </a:lnTo>
                      <a:lnTo>
                        <a:pt x="39" y="123"/>
                      </a:lnTo>
                      <a:lnTo>
                        <a:pt x="39" y="121"/>
                      </a:lnTo>
                      <a:lnTo>
                        <a:pt x="37" y="121"/>
                      </a:lnTo>
                      <a:lnTo>
                        <a:pt x="39" y="123"/>
                      </a:lnTo>
                      <a:lnTo>
                        <a:pt x="37" y="123"/>
                      </a:lnTo>
                      <a:lnTo>
                        <a:pt x="35" y="123"/>
                      </a:lnTo>
                      <a:lnTo>
                        <a:pt x="37" y="123"/>
                      </a:lnTo>
                      <a:lnTo>
                        <a:pt x="37" y="124"/>
                      </a:lnTo>
                      <a:lnTo>
                        <a:pt x="35" y="124"/>
                      </a:lnTo>
                      <a:lnTo>
                        <a:pt x="35" y="123"/>
                      </a:lnTo>
                      <a:lnTo>
                        <a:pt x="35" y="124"/>
                      </a:lnTo>
                      <a:lnTo>
                        <a:pt x="33" y="124"/>
                      </a:lnTo>
                      <a:lnTo>
                        <a:pt x="31" y="124"/>
                      </a:lnTo>
                      <a:lnTo>
                        <a:pt x="31" y="123"/>
                      </a:lnTo>
                      <a:lnTo>
                        <a:pt x="31" y="124"/>
                      </a:lnTo>
                      <a:lnTo>
                        <a:pt x="33" y="124"/>
                      </a:lnTo>
                      <a:lnTo>
                        <a:pt x="33" y="123"/>
                      </a:lnTo>
                      <a:lnTo>
                        <a:pt x="31" y="123"/>
                      </a:lnTo>
                      <a:lnTo>
                        <a:pt x="31" y="121"/>
                      </a:lnTo>
                      <a:lnTo>
                        <a:pt x="31" y="123"/>
                      </a:lnTo>
                      <a:lnTo>
                        <a:pt x="31" y="121"/>
                      </a:lnTo>
                      <a:lnTo>
                        <a:pt x="31" y="123"/>
                      </a:lnTo>
                      <a:lnTo>
                        <a:pt x="30" y="121"/>
                      </a:lnTo>
                      <a:lnTo>
                        <a:pt x="31" y="121"/>
                      </a:lnTo>
                      <a:lnTo>
                        <a:pt x="30" y="121"/>
                      </a:lnTo>
                      <a:lnTo>
                        <a:pt x="28" y="121"/>
                      </a:lnTo>
                      <a:lnTo>
                        <a:pt x="30" y="121"/>
                      </a:lnTo>
                      <a:lnTo>
                        <a:pt x="28" y="121"/>
                      </a:lnTo>
                      <a:lnTo>
                        <a:pt x="26" y="121"/>
                      </a:lnTo>
                      <a:lnTo>
                        <a:pt x="26" y="123"/>
                      </a:lnTo>
                      <a:lnTo>
                        <a:pt x="26" y="121"/>
                      </a:lnTo>
                      <a:lnTo>
                        <a:pt x="26" y="119"/>
                      </a:lnTo>
                      <a:lnTo>
                        <a:pt x="24" y="119"/>
                      </a:lnTo>
                      <a:lnTo>
                        <a:pt x="22" y="119"/>
                      </a:lnTo>
                      <a:lnTo>
                        <a:pt x="22" y="117"/>
                      </a:lnTo>
                      <a:lnTo>
                        <a:pt x="20" y="117"/>
                      </a:lnTo>
                      <a:lnTo>
                        <a:pt x="20" y="115"/>
                      </a:lnTo>
                      <a:lnTo>
                        <a:pt x="22" y="115"/>
                      </a:lnTo>
                      <a:lnTo>
                        <a:pt x="20" y="115"/>
                      </a:lnTo>
                      <a:lnTo>
                        <a:pt x="20" y="117"/>
                      </a:lnTo>
                      <a:lnTo>
                        <a:pt x="20" y="119"/>
                      </a:lnTo>
                      <a:lnTo>
                        <a:pt x="22" y="119"/>
                      </a:lnTo>
                      <a:lnTo>
                        <a:pt x="20" y="119"/>
                      </a:lnTo>
                      <a:lnTo>
                        <a:pt x="20" y="121"/>
                      </a:lnTo>
                      <a:lnTo>
                        <a:pt x="19" y="121"/>
                      </a:lnTo>
                      <a:lnTo>
                        <a:pt x="19" y="123"/>
                      </a:lnTo>
                      <a:lnTo>
                        <a:pt x="19" y="121"/>
                      </a:lnTo>
                      <a:lnTo>
                        <a:pt x="19" y="123"/>
                      </a:lnTo>
                      <a:lnTo>
                        <a:pt x="17" y="123"/>
                      </a:lnTo>
                      <a:lnTo>
                        <a:pt x="15" y="123"/>
                      </a:lnTo>
                      <a:lnTo>
                        <a:pt x="17" y="123"/>
                      </a:lnTo>
                      <a:lnTo>
                        <a:pt x="15" y="123"/>
                      </a:lnTo>
                      <a:lnTo>
                        <a:pt x="15" y="121"/>
                      </a:lnTo>
                      <a:lnTo>
                        <a:pt x="17" y="121"/>
                      </a:lnTo>
                      <a:lnTo>
                        <a:pt x="17" y="119"/>
                      </a:lnTo>
                      <a:lnTo>
                        <a:pt x="15" y="119"/>
                      </a:lnTo>
                      <a:lnTo>
                        <a:pt x="13" y="119"/>
                      </a:lnTo>
                      <a:lnTo>
                        <a:pt x="15" y="117"/>
                      </a:lnTo>
                      <a:lnTo>
                        <a:pt x="13" y="117"/>
                      </a:lnTo>
                      <a:lnTo>
                        <a:pt x="15" y="117"/>
                      </a:lnTo>
                      <a:lnTo>
                        <a:pt x="13" y="117"/>
                      </a:lnTo>
                      <a:lnTo>
                        <a:pt x="13" y="115"/>
                      </a:lnTo>
                      <a:lnTo>
                        <a:pt x="11" y="115"/>
                      </a:lnTo>
                      <a:lnTo>
                        <a:pt x="10" y="115"/>
                      </a:lnTo>
                      <a:lnTo>
                        <a:pt x="8" y="115"/>
                      </a:lnTo>
                      <a:lnTo>
                        <a:pt x="10" y="115"/>
                      </a:lnTo>
                      <a:lnTo>
                        <a:pt x="8" y="115"/>
                      </a:lnTo>
                      <a:lnTo>
                        <a:pt x="10" y="115"/>
                      </a:lnTo>
                      <a:lnTo>
                        <a:pt x="8" y="113"/>
                      </a:lnTo>
                      <a:lnTo>
                        <a:pt x="8" y="112"/>
                      </a:lnTo>
                      <a:lnTo>
                        <a:pt x="6" y="113"/>
                      </a:lnTo>
                      <a:lnTo>
                        <a:pt x="6" y="112"/>
                      </a:lnTo>
                      <a:lnTo>
                        <a:pt x="6" y="110"/>
                      </a:lnTo>
                      <a:lnTo>
                        <a:pt x="8" y="110"/>
                      </a:lnTo>
                      <a:lnTo>
                        <a:pt x="8" y="108"/>
                      </a:lnTo>
                      <a:lnTo>
                        <a:pt x="8" y="106"/>
                      </a:lnTo>
                      <a:lnTo>
                        <a:pt x="6" y="106"/>
                      </a:lnTo>
                      <a:lnTo>
                        <a:pt x="8" y="106"/>
                      </a:lnTo>
                      <a:lnTo>
                        <a:pt x="8" y="104"/>
                      </a:lnTo>
                      <a:lnTo>
                        <a:pt x="10" y="104"/>
                      </a:lnTo>
                      <a:lnTo>
                        <a:pt x="10" y="102"/>
                      </a:lnTo>
                      <a:lnTo>
                        <a:pt x="11" y="102"/>
                      </a:lnTo>
                      <a:lnTo>
                        <a:pt x="13" y="101"/>
                      </a:lnTo>
                      <a:lnTo>
                        <a:pt x="15" y="101"/>
                      </a:lnTo>
                      <a:lnTo>
                        <a:pt x="15" y="99"/>
                      </a:lnTo>
                      <a:lnTo>
                        <a:pt x="17" y="99"/>
                      </a:lnTo>
                      <a:lnTo>
                        <a:pt x="17" y="97"/>
                      </a:lnTo>
                      <a:lnTo>
                        <a:pt x="19" y="97"/>
                      </a:lnTo>
                      <a:lnTo>
                        <a:pt x="20" y="97"/>
                      </a:lnTo>
                      <a:lnTo>
                        <a:pt x="20" y="95"/>
                      </a:lnTo>
                      <a:lnTo>
                        <a:pt x="22" y="95"/>
                      </a:lnTo>
                      <a:lnTo>
                        <a:pt x="22" y="93"/>
                      </a:lnTo>
                      <a:lnTo>
                        <a:pt x="24" y="93"/>
                      </a:lnTo>
                      <a:lnTo>
                        <a:pt x="26" y="92"/>
                      </a:lnTo>
                      <a:lnTo>
                        <a:pt x="28" y="92"/>
                      </a:lnTo>
                      <a:lnTo>
                        <a:pt x="30" y="92"/>
                      </a:lnTo>
                      <a:lnTo>
                        <a:pt x="31" y="92"/>
                      </a:lnTo>
                      <a:lnTo>
                        <a:pt x="30" y="90"/>
                      </a:lnTo>
                      <a:lnTo>
                        <a:pt x="31" y="90"/>
                      </a:lnTo>
                      <a:lnTo>
                        <a:pt x="31" y="88"/>
                      </a:lnTo>
                      <a:lnTo>
                        <a:pt x="33" y="88"/>
                      </a:lnTo>
                      <a:lnTo>
                        <a:pt x="35" y="88"/>
                      </a:lnTo>
                      <a:lnTo>
                        <a:pt x="37" y="86"/>
                      </a:lnTo>
                      <a:lnTo>
                        <a:pt x="39" y="86"/>
                      </a:lnTo>
                      <a:lnTo>
                        <a:pt x="39" y="84"/>
                      </a:lnTo>
                      <a:lnTo>
                        <a:pt x="41" y="84"/>
                      </a:lnTo>
                      <a:lnTo>
                        <a:pt x="41" y="86"/>
                      </a:lnTo>
                      <a:lnTo>
                        <a:pt x="42" y="86"/>
                      </a:lnTo>
                      <a:lnTo>
                        <a:pt x="42" y="84"/>
                      </a:lnTo>
                      <a:lnTo>
                        <a:pt x="42" y="86"/>
                      </a:lnTo>
                      <a:lnTo>
                        <a:pt x="44" y="86"/>
                      </a:lnTo>
                      <a:lnTo>
                        <a:pt x="44" y="84"/>
                      </a:lnTo>
                      <a:lnTo>
                        <a:pt x="46" y="84"/>
                      </a:lnTo>
                      <a:lnTo>
                        <a:pt x="46" y="82"/>
                      </a:lnTo>
                      <a:lnTo>
                        <a:pt x="48" y="82"/>
                      </a:lnTo>
                      <a:lnTo>
                        <a:pt x="50" y="82"/>
                      </a:lnTo>
                      <a:lnTo>
                        <a:pt x="50" y="81"/>
                      </a:lnTo>
                      <a:lnTo>
                        <a:pt x="51" y="81"/>
                      </a:lnTo>
                      <a:lnTo>
                        <a:pt x="53" y="81"/>
                      </a:lnTo>
                      <a:lnTo>
                        <a:pt x="55" y="81"/>
                      </a:lnTo>
                      <a:lnTo>
                        <a:pt x="53" y="81"/>
                      </a:lnTo>
                      <a:lnTo>
                        <a:pt x="51" y="81"/>
                      </a:lnTo>
                      <a:lnTo>
                        <a:pt x="51" y="79"/>
                      </a:lnTo>
                      <a:lnTo>
                        <a:pt x="53" y="79"/>
                      </a:lnTo>
                      <a:lnTo>
                        <a:pt x="55" y="79"/>
                      </a:lnTo>
                      <a:lnTo>
                        <a:pt x="55" y="77"/>
                      </a:lnTo>
                      <a:lnTo>
                        <a:pt x="57" y="77"/>
                      </a:lnTo>
                      <a:lnTo>
                        <a:pt x="59" y="77"/>
                      </a:lnTo>
                      <a:lnTo>
                        <a:pt x="61" y="77"/>
                      </a:lnTo>
                      <a:lnTo>
                        <a:pt x="62" y="77"/>
                      </a:lnTo>
                      <a:lnTo>
                        <a:pt x="62" y="75"/>
                      </a:lnTo>
                      <a:lnTo>
                        <a:pt x="62" y="77"/>
                      </a:lnTo>
                      <a:lnTo>
                        <a:pt x="64" y="77"/>
                      </a:lnTo>
                      <a:lnTo>
                        <a:pt x="66" y="77"/>
                      </a:lnTo>
                      <a:lnTo>
                        <a:pt x="66" y="75"/>
                      </a:lnTo>
                      <a:lnTo>
                        <a:pt x="64" y="75"/>
                      </a:lnTo>
                      <a:lnTo>
                        <a:pt x="66" y="75"/>
                      </a:lnTo>
                      <a:lnTo>
                        <a:pt x="68" y="75"/>
                      </a:lnTo>
                      <a:lnTo>
                        <a:pt x="68" y="73"/>
                      </a:lnTo>
                      <a:lnTo>
                        <a:pt x="70" y="73"/>
                      </a:lnTo>
                      <a:lnTo>
                        <a:pt x="70" y="71"/>
                      </a:lnTo>
                      <a:lnTo>
                        <a:pt x="70" y="70"/>
                      </a:lnTo>
                      <a:lnTo>
                        <a:pt x="72" y="70"/>
                      </a:lnTo>
                      <a:lnTo>
                        <a:pt x="72" y="68"/>
                      </a:lnTo>
                      <a:lnTo>
                        <a:pt x="73" y="68"/>
                      </a:lnTo>
                      <a:lnTo>
                        <a:pt x="75" y="68"/>
                      </a:lnTo>
                      <a:lnTo>
                        <a:pt x="75" y="66"/>
                      </a:lnTo>
                      <a:lnTo>
                        <a:pt x="77" y="66"/>
                      </a:lnTo>
                      <a:lnTo>
                        <a:pt x="77" y="64"/>
                      </a:lnTo>
                      <a:lnTo>
                        <a:pt x="79" y="64"/>
                      </a:lnTo>
                      <a:lnTo>
                        <a:pt x="79" y="62"/>
                      </a:lnTo>
                      <a:lnTo>
                        <a:pt x="81" y="60"/>
                      </a:lnTo>
                      <a:lnTo>
                        <a:pt x="83" y="60"/>
                      </a:lnTo>
                      <a:lnTo>
                        <a:pt x="83" y="59"/>
                      </a:lnTo>
                      <a:lnTo>
                        <a:pt x="84" y="59"/>
                      </a:lnTo>
                      <a:lnTo>
                        <a:pt x="84" y="60"/>
                      </a:lnTo>
                      <a:lnTo>
                        <a:pt x="83" y="60"/>
                      </a:lnTo>
                      <a:lnTo>
                        <a:pt x="84" y="60"/>
                      </a:lnTo>
                      <a:lnTo>
                        <a:pt x="84" y="59"/>
                      </a:lnTo>
                      <a:lnTo>
                        <a:pt x="84" y="57"/>
                      </a:lnTo>
                      <a:lnTo>
                        <a:pt x="84" y="55"/>
                      </a:lnTo>
                      <a:lnTo>
                        <a:pt x="86" y="53"/>
                      </a:lnTo>
                      <a:lnTo>
                        <a:pt x="86" y="51"/>
                      </a:lnTo>
                      <a:lnTo>
                        <a:pt x="86" y="49"/>
                      </a:lnTo>
                      <a:lnTo>
                        <a:pt x="88" y="49"/>
                      </a:lnTo>
                      <a:lnTo>
                        <a:pt x="88" y="48"/>
                      </a:lnTo>
                      <a:lnTo>
                        <a:pt x="88" y="49"/>
                      </a:lnTo>
                      <a:lnTo>
                        <a:pt x="90" y="49"/>
                      </a:lnTo>
                      <a:lnTo>
                        <a:pt x="90" y="48"/>
                      </a:lnTo>
                      <a:lnTo>
                        <a:pt x="92" y="48"/>
                      </a:lnTo>
                      <a:lnTo>
                        <a:pt x="90" y="48"/>
                      </a:lnTo>
                      <a:lnTo>
                        <a:pt x="90" y="46"/>
                      </a:lnTo>
                      <a:lnTo>
                        <a:pt x="92" y="46"/>
                      </a:lnTo>
                      <a:lnTo>
                        <a:pt x="93" y="48"/>
                      </a:lnTo>
                      <a:lnTo>
                        <a:pt x="93" y="46"/>
                      </a:lnTo>
                      <a:lnTo>
                        <a:pt x="95" y="46"/>
                      </a:lnTo>
                      <a:lnTo>
                        <a:pt x="95" y="48"/>
                      </a:lnTo>
                      <a:lnTo>
                        <a:pt x="95" y="46"/>
                      </a:lnTo>
                      <a:lnTo>
                        <a:pt x="97" y="44"/>
                      </a:lnTo>
                      <a:lnTo>
                        <a:pt x="99" y="44"/>
                      </a:lnTo>
                      <a:lnTo>
                        <a:pt x="99" y="46"/>
                      </a:lnTo>
                      <a:lnTo>
                        <a:pt x="101" y="44"/>
                      </a:lnTo>
                      <a:lnTo>
                        <a:pt x="101" y="46"/>
                      </a:lnTo>
                      <a:lnTo>
                        <a:pt x="103" y="46"/>
                      </a:lnTo>
                      <a:lnTo>
                        <a:pt x="103" y="48"/>
                      </a:lnTo>
                      <a:lnTo>
                        <a:pt x="104" y="48"/>
                      </a:lnTo>
                      <a:lnTo>
                        <a:pt x="103" y="48"/>
                      </a:lnTo>
                      <a:lnTo>
                        <a:pt x="103" y="49"/>
                      </a:lnTo>
                      <a:lnTo>
                        <a:pt x="104" y="49"/>
                      </a:lnTo>
                      <a:lnTo>
                        <a:pt x="104" y="51"/>
                      </a:lnTo>
                      <a:lnTo>
                        <a:pt x="104" y="49"/>
                      </a:lnTo>
                      <a:lnTo>
                        <a:pt x="106" y="49"/>
                      </a:lnTo>
                      <a:lnTo>
                        <a:pt x="106" y="51"/>
                      </a:lnTo>
                      <a:lnTo>
                        <a:pt x="108" y="51"/>
                      </a:lnTo>
                      <a:lnTo>
                        <a:pt x="106" y="51"/>
                      </a:lnTo>
                      <a:lnTo>
                        <a:pt x="106" y="53"/>
                      </a:lnTo>
                      <a:lnTo>
                        <a:pt x="104" y="53"/>
                      </a:lnTo>
                      <a:lnTo>
                        <a:pt x="106" y="53"/>
                      </a:lnTo>
                      <a:lnTo>
                        <a:pt x="104" y="53"/>
                      </a:lnTo>
                      <a:lnTo>
                        <a:pt x="106" y="53"/>
                      </a:lnTo>
                      <a:lnTo>
                        <a:pt x="108" y="53"/>
                      </a:lnTo>
                      <a:lnTo>
                        <a:pt x="108" y="55"/>
                      </a:lnTo>
                      <a:lnTo>
                        <a:pt x="110" y="55"/>
                      </a:lnTo>
                      <a:lnTo>
                        <a:pt x="110" y="53"/>
                      </a:lnTo>
                      <a:lnTo>
                        <a:pt x="110" y="55"/>
                      </a:lnTo>
                      <a:lnTo>
                        <a:pt x="112" y="55"/>
                      </a:lnTo>
                      <a:lnTo>
                        <a:pt x="110" y="55"/>
                      </a:lnTo>
                      <a:lnTo>
                        <a:pt x="112" y="55"/>
                      </a:lnTo>
                      <a:lnTo>
                        <a:pt x="114" y="57"/>
                      </a:lnTo>
                      <a:lnTo>
                        <a:pt x="114" y="55"/>
                      </a:lnTo>
                      <a:lnTo>
                        <a:pt x="115" y="55"/>
                      </a:lnTo>
                      <a:lnTo>
                        <a:pt x="115" y="57"/>
                      </a:lnTo>
                      <a:lnTo>
                        <a:pt x="117" y="57"/>
                      </a:lnTo>
                      <a:lnTo>
                        <a:pt x="117" y="55"/>
                      </a:lnTo>
                      <a:lnTo>
                        <a:pt x="119" y="55"/>
                      </a:lnTo>
                      <a:lnTo>
                        <a:pt x="117" y="55"/>
                      </a:lnTo>
                      <a:lnTo>
                        <a:pt x="119" y="55"/>
                      </a:lnTo>
                      <a:lnTo>
                        <a:pt x="119" y="57"/>
                      </a:lnTo>
                      <a:lnTo>
                        <a:pt x="121" y="57"/>
                      </a:lnTo>
                      <a:lnTo>
                        <a:pt x="121" y="55"/>
                      </a:lnTo>
                      <a:lnTo>
                        <a:pt x="121" y="57"/>
                      </a:lnTo>
                      <a:lnTo>
                        <a:pt x="123" y="57"/>
                      </a:lnTo>
                      <a:lnTo>
                        <a:pt x="124" y="59"/>
                      </a:lnTo>
                      <a:lnTo>
                        <a:pt x="124" y="57"/>
                      </a:lnTo>
                      <a:lnTo>
                        <a:pt x="124" y="59"/>
                      </a:lnTo>
                      <a:lnTo>
                        <a:pt x="126" y="57"/>
                      </a:lnTo>
                      <a:lnTo>
                        <a:pt x="128" y="57"/>
                      </a:lnTo>
                      <a:lnTo>
                        <a:pt x="130" y="57"/>
                      </a:lnTo>
                      <a:lnTo>
                        <a:pt x="130" y="59"/>
                      </a:lnTo>
                      <a:lnTo>
                        <a:pt x="130" y="57"/>
                      </a:lnTo>
                      <a:lnTo>
                        <a:pt x="130" y="59"/>
                      </a:lnTo>
                      <a:lnTo>
                        <a:pt x="132" y="59"/>
                      </a:lnTo>
                      <a:lnTo>
                        <a:pt x="130" y="59"/>
                      </a:lnTo>
                      <a:lnTo>
                        <a:pt x="132" y="57"/>
                      </a:lnTo>
                      <a:lnTo>
                        <a:pt x="132" y="59"/>
                      </a:lnTo>
                      <a:lnTo>
                        <a:pt x="132" y="57"/>
                      </a:lnTo>
                      <a:lnTo>
                        <a:pt x="134" y="57"/>
                      </a:lnTo>
                      <a:lnTo>
                        <a:pt x="132" y="57"/>
                      </a:lnTo>
                      <a:lnTo>
                        <a:pt x="134" y="57"/>
                      </a:lnTo>
                      <a:lnTo>
                        <a:pt x="135" y="57"/>
                      </a:lnTo>
                      <a:lnTo>
                        <a:pt x="135" y="59"/>
                      </a:lnTo>
                      <a:lnTo>
                        <a:pt x="137" y="57"/>
                      </a:lnTo>
                      <a:lnTo>
                        <a:pt x="137" y="59"/>
                      </a:lnTo>
                      <a:lnTo>
                        <a:pt x="137" y="57"/>
                      </a:lnTo>
                      <a:lnTo>
                        <a:pt x="139" y="57"/>
                      </a:lnTo>
                      <a:lnTo>
                        <a:pt x="139" y="59"/>
                      </a:lnTo>
                      <a:lnTo>
                        <a:pt x="137" y="59"/>
                      </a:lnTo>
                      <a:lnTo>
                        <a:pt x="139" y="59"/>
                      </a:lnTo>
                      <a:lnTo>
                        <a:pt x="141" y="59"/>
                      </a:lnTo>
                      <a:lnTo>
                        <a:pt x="139" y="59"/>
                      </a:lnTo>
                      <a:lnTo>
                        <a:pt x="141" y="59"/>
                      </a:lnTo>
                      <a:lnTo>
                        <a:pt x="141" y="60"/>
                      </a:lnTo>
                      <a:lnTo>
                        <a:pt x="141" y="59"/>
                      </a:lnTo>
                      <a:lnTo>
                        <a:pt x="143" y="59"/>
                      </a:lnTo>
                      <a:lnTo>
                        <a:pt x="145" y="59"/>
                      </a:lnTo>
                      <a:lnTo>
                        <a:pt x="145" y="57"/>
                      </a:lnTo>
                      <a:lnTo>
                        <a:pt x="146" y="57"/>
                      </a:lnTo>
                      <a:lnTo>
                        <a:pt x="145" y="57"/>
                      </a:lnTo>
                      <a:lnTo>
                        <a:pt x="145" y="55"/>
                      </a:lnTo>
                      <a:lnTo>
                        <a:pt x="146" y="55"/>
                      </a:lnTo>
                      <a:lnTo>
                        <a:pt x="145" y="55"/>
                      </a:lnTo>
                      <a:lnTo>
                        <a:pt x="146" y="55"/>
                      </a:lnTo>
                      <a:lnTo>
                        <a:pt x="146" y="53"/>
                      </a:lnTo>
                      <a:lnTo>
                        <a:pt x="148" y="53"/>
                      </a:lnTo>
                      <a:lnTo>
                        <a:pt x="146" y="53"/>
                      </a:lnTo>
                      <a:lnTo>
                        <a:pt x="148" y="53"/>
                      </a:lnTo>
                      <a:lnTo>
                        <a:pt x="148" y="51"/>
                      </a:lnTo>
                      <a:lnTo>
                        <a:pt x="146" y="51"/>
                      </a:lnTo>
                      <a:lnTo>
                        <a:pt x="148" y="51"/>
                      </a:lnTo>
                      <a:lnTo>
                        <a:pt x="148" y="49"/>
                      </a:lnTo>
                      <a:lnTo>
                        <a:pt x="146" y="49"/>
                      </a:lnTo>
                      <a:lnTo>
                        <a:pt x="146" y="48"/>
                      </a:lnTo>
                      <a:lnTo>
                        <a:pt x="146" y="49"/>
                      </a:lnTo>
                      <a:lnTo>
                        <a:pt x="146" y="48"/>
                      </a:lnTo>
                      <a:lnTo>
                        <a:pt x="145" y="48"/>
                      </a:lnTo>
                      <a:lnTo>
                        <a:pt x="143" y="48"/>
                      </a:lnTo>
                      <a:lnTo>
                        <a:pt x="143" y="46"/>
                      </a:lnTo>
                      <a:lnTo>
                        <a:pt x="143" y="44"/>
                      </a:lnTo>
                      <a:lnTo>
                        <a:pt x="141" y="44"/>
                      </a:lnTo>
                      <a:lnTo>
                        <a:pt x="141" y="42"/>
                      </a:lnTo>
                      <a:lnTo>
                        <a:pt x="141" y="40"/>
                      </a:lnTo>
                      <a:lnTo>
                        <a:pt x="141" y="39"/>
                      </a:lnTo>
                      <a:lnTo>
                        <a:pt x="139" y="39"/>
                      </a:lnTo>
                      <a:lnTo>
                        <a:pt x="139" y="37"/>
                      </a:lnTo>
                      <a:lnTo>
                        <a:pt x="137" y="37"/>
                      </a:lnTo>
                      <a:lnTo>
                        <a:pt x="139" y="37"/>
                      </a:lnTo>
                      <a:lnTo>
                        <a:pt x="141" y="37"/>
                      </a:lnTo>
                      <a:lnTo>
                        <a:pt x="143" y="37"/>
                      </a:lnTo>
                      <a:lnTo>
                        <a:pt x="146" y="37"/>
                      </a:lnTo>
                      <a:lnTo>
                        <a:pt x="148" y="37"/>
                      </a:lnTo>
                      <a:lnTo>
                        <a:pt x="150" y="37"/>
                      </a:lnTo>
                      <a:lnTo>
                        <a:pt x="152" y="37"/>
                      </a:lnTo>
                      <a:lnTo>
                        <a:pt x="154" y="37"/>
                      </a:lnTo>
                      <a:lnTo>
                        <a:pt x="156" y="37"/>
                      </a:lnTo>
                      <a:lnTo>
                        <a:pt x="157" y="37"/>
                      </a:lnTo>
                      <a:lnTo>
                        <a:pt x="159" y="37"/>
                      </a:lnTo>
                      <a:lnTo>
                        <a:pt x="159" y="35"/>
                      </a:lnTo>
                      <a:lnTo>
                        <a:pt x="161" y="35"/>
                      </a:lnTo>
                      <a:lnTo>
                        <a:pt x="161" y="37"/>
                      </a:lnTo>
                      <a:lnTo>
                        <a:pt x="163" y="37"/>
                      </a:lnTo>
                      <a:lnTo>
                        <a:pt x="163" y="35"/>
                      </a:lnTo>
                      <a:lnTo>
                        <a:pt x="165" y="35"/>
                      </a:lnTo>
                      <a:lnTo>
                        <a:pt x="166" y="35"/>
                      </a:lnTo>
                      <a:lnTo>
                        <a:pt x="166" y="37"/>
                      </a:lnTo>
                      <a:lnTo>
                        <a:pt x="168" y="35"/>
                      </a:lnTo>
                      <a:lnTo>
                        <a:pt x="168" y="37"/>
                      </a:lnTo>
                      <a:lnTo>
                        <a:pt x="170" y="37"/>
                      </a:lnTo>
                      <a:lnTo>
                        <a:pt x="170" y="35"/>
                      </a:lnTo>
                      <a:lnTo>
                        <a:pt x="172" y="35"/>
                      </a:lnTo>
                      <a:lnTo>
                        <a:pt x="170" y="35"/>
                      </a:lnTo>
                      <a:lnTo>
                        <a:pt x="172" y="35"/>
                      </a:lnTo>
                      <a:lnTo>
                        <a:pt x="170" y="35"/>
                      </a:lnTo>
                      <a:lnTo>
                        <a:pt x="170" y="33"/>
                      </a:lnTo>
                      <a:lnTo>
                        <a:pt x="172" y="33"/>
                      </a:lnTo>
                      <a:lnTo>
                        <a:pt x="174" y="33"/>
                      </a:lnTo>
                      <a:lnTo>
                        <a:pt x="174" y="31"/>
                      </a:lnTo>
                      <a:lnTo>
                        <a:pt x="176" y="31"/>
                      </a:lnTo>
                      <a:lnTo>
                        <a:pt x="177" y="31"/>
                      </a:lnTo>
                      <a:lnTo>
                        <a:pt x="179" y="31"/>
                      </a:lnTo>
                      <a:lnTo>
                        <a:pt x="179" y="29"/>
                      </a:lnTo>
                      <a:lnTo>
                        <a:pt x="181" y="29"/>
                      </a:lnTo>
                      <a:lnTo>
                        <a:pt x="179" y="29"/>
                      </a:lnTo>
                      <a:lnTo>
                        <a:pt x="179" y="28"/>
                      </a:lnTo>
                      <a:lnTo>
                        <a:pt x="181" y="28"/>
                      </a:lnTo>
                      <a:lnTo>
                        <a:pt x="179" y="26"/>
                      </a:lnTo>
                      <a:lnTo>
                        <a:pt x="181" y="26"/>
                      </a:lnTo>
                      <a:lnTo>
                        <a:pt x="179" y="26"/>
                      </a:lnTo>
                      <a:lnTo>
                        <a:pt x="181" y="26"/>
                      </a:lnTo>
                      <a:lnTo>
                        <a:pt x="181" y="24"/>
                      </a:lnTo>
                      <a:lnTo>
                        <a:pt x="183" y="24"/>
                      </a:lnTo>
                      <a:lnTo>
                        <a:pt x="183" y="22"/>
                      </a:lnTo>
                      <a:lnTo>
                        <a:pt x="183" y="24"/>
                      </a:lnTo>
                      <a:lnTo>
                        <a:pt x="183" y="22"/>
                      </a:lnTo>
                      <a:lnTo>
                        <a:pt x="185" y="24"/>
                      </a:lnTo>
                      <a:lnTo>
                        <a:pt x="185" y="22"/>
                      </a:lnTo>
                      <a:lnTo>
                        <a:pt x="183" y="22"/>
                      </a:lnTo>
                      <a:lnTo>
                        <a:pt x="185" y="22"/>
                      </a:lnTo>
                      <a:lnTo>
                        <a:pt x="183" y="22"/>
                      </a:lnTo>
                      <a:lnTo>
                        <a:pt x="185" y="22"/>
                      </a:lnTo>
                      <a:lnTo>
                        <a:pt x="185" y="20"/>
                      </a:lnTo>
                      <a:lnTo>
                        <a:pt x="187" y="20"/>
                      </a:lnTo>
                      <a:lnTo>
                        <a:pt x="185" y="22"/>
                      </a:lnTo>
                      <a:lnTo>
                        <a:pt x="187" y="22"/>
                      </a:lnTo>
                      <a:lnTo>
                        <a:pt x="187" y="20"/>
                      </a:lnTo>
                      <a:lnTo>
                        <a:pt x="188" y="20"/>
                      </a:lnTo>
                      <a:lnTo>
                        <a:pt x="188" y="22"/>
                      </a:lnTo>
                      <a:lnTo>
                        <a:pt x="188" y="20"/>
                      </a:lnTo>
                      <a:lnTo>
                        <a:pt x="188" y="22"/>
                      </a:lnTo>
                      <a:lnTo>
                        <a:pt x="190" y="22"/>
                      </a:lnTo>
                      <a:lnTo>
                        <a:pt x="192" y="22"/>
                      </a:lnTo>
                      <a:lnTo>
                        <a:pt x="192" y="24"/>
                      </a:lnTo>
                      <a:lnTo>
                        <a:pt x="194" y="24"/>
                      </a:lnTo>
                      <a:lnTo>
                        <a:pt x="194" y="22"/>
                      </a:lnTo>
                      <a:lnTo>
                        <a:pt x="192" y="24"/>
                      </a:lnTo>
                      <a:lnTo>
                        <a:pt x="192" y="22"/>
                      </a:lnTo>
                      <a:lnTo>
                        <a:pt x="194" y="22"/>
                      </a:lnTo>
                      <a:lnTo>
                        <a:pt x="194" y="20"/>
                      </a:lnTo>
                      <a:lnTo>
                        <a:pt x="196" y="20"/>
                      </a:lnTo>
                      <a:lnTo>
                        <a:pt x="196" y="22"/>
                      </a:lnTo>
                      <a:lnTo>
                        <a:pt x="197" y="22"/>
                      </a:lnTo>
                      <a:lnTo>
                        <a:pt x="197" y="20"/>
                      </a:lnTo>
                      <a:lnTo>
                        <a:pt x="199" y="20"/>
                      </a:lnTo>
                      <a:lnTo>
                        <a:pt x="199" y="18"/>
                      </a:lnTo>
                      <a:lnTo>
                        <a:pt x="199" y="17"/>
                      </a:lnTo>
                      <a:lnTo>
                        <a:pt x="199" y="15"/>
                      </a:lnTo>
                      <a:lnTo>
                        <a:pt x="201" y="15"/>
                      </a:lnTo>
                      <a:lnTo>
                        <a:pt x="199" y="15"/>
                      </a:lnTo>
                      <a:lnTo>
                        <a:pt x="199" y="13"/>
                      </a:lnTo>
                      <a:lnTo>
                        <a:pt x="201" y="13"/>
                      </a:lnTo>
                      <a:lnTo>
                        <a:pt x="201" y="11"/>
                      </a:lnTo>
                      <a:lnTo>
                        <a:pt x="199" y="11"/>
                      </a:lnTo>
                      <a:lnTo>
                        <a:pt x="201" y="11"/>
                      </a:lnTo>
                      <a:lnTo>
                        <a:pt x="201" y="9"/>
                      </a:lnTo>
                      <a:lnTo>
                        <a:pt x="201" y="7"/>
                      </a:lnTo>
                      <a:lnTo>
                        <a:pt x="201" y="6"/>
                      </a:lnTo>
                      <a:lnTo>
                        <a:pt x="203" y="6"/>
                      </a:lnTo>
                      <a:lnTo>
                        <a:pt x="203" y="4"/>
                      </a:lnTo>
                      <a:lnTo>
                        <a:pt x="203" y="2"/>
                      </a:lnTo>
                      <a:lnTo>
                        <a:pt x="205" y="2"/>
                      </a:lnTo>
                      <a:lnTo>
                        <a:pt x="205" y="0"/>
                      </a:lnTo>
                      <a:lnTo>
                        <a:pt x="207" y="0"/>
                      </a:lnTo>
                      <a:lnTo>
                        <a:pt x="207" y="2"/>
                      </a:lnTo>
                      <a:lnTo>
                        <a:pt x="208" y="2"/>
                      </a:lnTo>
                      <a:lnTo>
                        <a:pt x="210" y="2"/>
                      </a:lnTo>
                      <a:lnTo>
                        <a:pt x="212" y="2"/>
                      </a:lnTo>
                      <a:lnTo>
                        <a:pt x="214" y="2"/>
                      </a:lnTo>
                      <a:lnTo>
                        <a:pt x="212" y="2"/>
                      </a:lnTo>
                      <a:lnTo>
                        <a:pt x="212" y="4"/>
                      </a:lnTo>
                      <a:lnTo>
                        <a:pt x="214" y="4"/>
                      </a:lnTo>
                      <a:lnTo>
                        <a:pt x="212" y="4"/>
                      </a:lnTo>
                      <a:lnTo>
                        <a:pt x="214" y="4"/>
                      </a:lnTo>
                      <a:lnTo>
                        <a:pt x="216" y="4"/>
                      </a:lnTo>
                      <a:lnTo>
                        <a:pt x="218" y="4"/>
                      </a:lnTo>
                      <a:lnTo>
                        <a:pt x="218" y="6"/>
                      </a:lnTo>
                      <a:lnTo>
                        <a:pt x="218" y="7"/>
                      </a:lnTo>
                      <a:lnTo>
                        <a:pt x="218" y="9"/>
                      </a:lnTo>
                      <a:lnTo>
                        <a:pt x="218" y="11"/>
                      </a:lnTo>
                      <a:lnTo>
                        <a:pt x="219" y="11"/>
                      </a:lnTo>
                      <a:lnTo>
                        <a:pt x="219" y="13"/>
                      </a:lnTo>
                      <a:lnTo>
                        <a:pt x="221" y="15"/>
                      </a:lnTo>
                      <a:lnTo>
                        <a:pt x="223" y="15"/>
                      </a:lnTo>
                      <a:lnTo>
                        <a:pt x="225" y="15"/>
                      </a:lnTo>
                      <a:lnTo>
                        <a:pt x="223" y="17"/>
                      </a:lnTo>
                      <a:lnTo>
                        <a:pt x="225" y="17"/>
                      </a:lnTo>
                      <a:lnTo>
                        <a:pt x="225" y="15"/>
                      </a:lnTo>
                      <a:lnTo>
                        <a:pt x="227" y="15"/>
                      </a:lnTo>
                      <a:lnTo>
                        <a:pt x="227" y="17"/>
                      </a:lnTo>
                      <a:lnTo>
                        <a:pt x="229" y="18"/>
                      </a:lnTo>
                      <a:lnTo>
                        <a:pt x="229" y="20"/>
                      </a:lnTo>
                      <a:lnTo>
                        <a:pt x="229" y="22"/>
                      </a:lnTo>
                      <a:lnTo>
                        <a:pt x="230" y="22"/>
                      </a:lnTo>
                      <a:lnTo>
                        <a:pt x="232" y="22"/>
                      </a:lnTo>
                      <a:lnTo>
                        <a:pt x="232" y="24"/>
                      </a:lnTo>
                      <a:lnTo>
                        <a:pt x="232" y="26"/>
                      </a:lnTo>
                      <a:lnTo>
                        <a:pt x="232" y="28"/>
                      </a:lnTo>
                      <a:lnTo>
                        <a:pt x="230" y="28"/>
                      </a:lnTo>
                      <a:lnTo>
                        <a:pt x="230" y="26"/>
                      </a:lnTo>
                      <a:lnTo>
                        <a:pt x="229" y="26"/>
                      </a:lnTo>
                      <a:lnTo>
                        <a:pt x="227" y="26"/>
                      </a:lnTo>
                      <a:lnTo>
                        <a:pt x="227" y="24"/>
                      </a:lnTo>
                      <a:lnTo>
                        <a:pt x="225" y="24"/>
                      </a:lnTo>
                      <a:lnTo>
                        <a:pt x="225" y="26"/>
                      </a:lnTo>
                      <a:lnTo>
                        <a:pt x="225" y="24"/>
                      </a:lnTo>
                      <a:lnTo>
                        <a:pt x="225" y="26"/>
                      </a:lnTo>
                      <a:lnTo>
                        <a:pt x="223" y="26"/>
                      </a:lnTo>
                      <a:lnTo>
                        <a:pt x="223" y="24"/>
                      </a:lnTo>
                      <a:lnTo>
                        <a:pt x="223" y="26"/>
                      </a:lnTo>
                      <a:lnTo>
                        <a:pt x="221" y="26"/>
                      </a:lnTo>
                      <a:lnTo>
                        <a:pt x="221" y="24"/>
                      </a:lnTo>
                      <a:lnTo>
                        <a:pt x="221" y="26"/>
                      </a:lnTo>
                      <a:lnTo>
                        <a:pt x="223" y="26"/>
                      </a:lnTo>
                      <a:lnTo>
                        <a:pt x="223" y="28"/>
                      </a:lnTo>
                      <a:lnTo>
                        <a:pt x="221" y="28"/>
                      </a:lnTo>
                      <a:lnTo>
                        <a:pt x="221" y="29"/>
                      </a:lnTo>
                      <a:lnTo>
                        <a:pt x="221" y="28"/>
                      </a:lnTo>
                      <a:lnTo>
                        <a:pt x="221" y="29"/>
                      </a:lnTo>
                      <a:lnTo>
                        <a:pt x="219" y="29"/>
                      </a:lnTo>
                      <a:lnTo>
                        <a:pt x="221" y="29"/>
                      </a:lnTo>
                      <a:lnTo>
                        <a:pt x="219" y="29"/>
                      </a:lnTo>
                      <a:lnTo>
                        <a:pt x="219" y="31"/>
                      </a:lnTo>
                      <a:lnTo>
                        <a:pt x="219" y="29"/>
                      </a:lnTo>
                      <a:lnTo>
                        <a:pt x="219" y="28"/>
                      </a:lnTo>
                      <a:lnTo>
                        <a:pt x="219" y="29"/>
                      </a:lnTo>
                      <a:lnTo>
                        <a:pt x="218" y="29"/>
                      </a:lnTo>
                      <a:lnTo>
                        <a:pt x="218" y="31"/>
                      </a:lnTo>
                      <a:lnTo>
                        <a:pt x="216" y="31"/>
                      </a:lnTo>
                      <a:lnTo>
                        <a:pt x="216" y="29"/>
                      </a:lnTo>
                      <a:lnTo>
                        <a:pt x="216" y="31"/>
                      </a:lnTo>
                      <a:lnTo>
                        <a:pt x="216" y="33"/>
                      </a:lnTo>
                      <a:lnTo>
                        <a:pt x="214" y="33"/>
                      </a:lnTo>
                      <a:lnTo>
                        <a:pt x="214" y="35"/>
                      </a:lnTo>
                      <a:lnTo>
                        <a:pt x="214" y="33"/>
                      </a:lnTo>
                      <a:lnTo>
                        <a:pt x="212" y="33"/>
                      </a:lnTo>
                      <a:lnTo>
                        <a:pt x="210" y="33"/>
                      </a:lnTo>
                      <a:lnTo>
                        <a:pt x="210" y="35"/>
                      </a:lnTo>
                      <a:lnTo>
                        <a:pt x="212" y="35"/>
                      </a:lnTo>
                      <a:lnTo>
                        <a:pt x="210" y="35"/>
                      </a:lnTo>
                      <a:lnTo>
                        <a:pt x="212" y="35"/>
                      </a:lnTo>
                      <a:lnTo>
                        <a:pt x="210" y="35"/>
                      </a:lnTo>
                      <a:lnTo>
                        <a:pt x="210" y="37"/>
                      </a:lnTo>
                      <a:lnTo>
                        <a:pt x="208" y="37"/>
                      </a:lnTo>
                      <a:lnTo>
                        <a:pt x="208" y="39"/>
                      </a:lnTo>
                      <a:lnTo>
                        <a:pt x="207" y="39"/>
                      </a:lnTo>
                      <a:lnTo>
                        <a:pt x="208" y="39"/>
                      </a:lnTo>
                      <a:lnTo>
                        <a:pt x="207" y="39"/>
                      </a:lnTo>
                      <a:lnTo>
                        <a:pt x="207" y="40"/>
                      </a:lnTo>
                      <a:lnTo>
                        <a:pt x="205" y="40"/>
                      </a:lnTo>
                      <a:lnTo>
                        <a:pt x="205" y="42"/>
                      </a:lnTo>
                      <a:lnTo>
                        <a:pt x="205" y="44"/>
                      </a:lnTo>
                      <a:lnTo>
                        <a:pt x="203" y="44"/>
                      </a:lnTo>
                      <a:lnTo>
                        <a:pt x="205" y="44"/>
                      </a:lnTo>
                      <a:lnTo>
                        <a:pt x="203" y="44"/>
                      </a:lnTo>
                      <a:lnTo>
                        <a:pt x="203" y="46"/>
                      </a:lnTo>
                      <a:lnTo>
                        <a:pt x="203" y="44"/>
                      </a:lnTo>
                      <a:lnTo>
                        <a:pt x="201" y="44"/>
                      </a:lnTo>
                      <a:lnTo>
                        <a:pt x="201" y="46"/>
                      </a:lnTo>
                      <a:lnTo>
                        <a:pt x="199" y="46"/>
                      </a:lnTo>
                      <a:lnTo>
                        <a:pt x="199" y="48"/>
                      </a:lnTo>
                      <a:lnTo>
                        <a:pt x="197" y="48"/>
                      </a:lnTo>
                      <a:lnTo>
                        <a:pt x="197" y="49"/>
                      </a:lnTo>
                      <a:lnTo>
                        <a:pt x="197" y="51"/>
                      </a:lnTo>
                      <a:lnTo>
                        <a:pt x="196" y="51"/>
                      </a:lnTo>
                      <a:lnTo>
                        <a:pt x="196" y="53"/>
                      </a:lnTo>
                      <a:lnTo>
                        <a:pt x="196" y="55"/>
                      </a:lnTo>
                      <a:lnTo>
                        <a:pt x="197" y="57"/>
                      </a:lnTo>
                      <a:lnTo>
                        <a:pt x="199" y="57"/>
                      </a:lnTo>
                      <a:lnTo>
                        <a:pt x="199" y="59"/>
                      </a:lnTo>
                      <a:lnTo>
                        <a:pt x="201" y="59"/>
                      </a:lnTo>
                      <a:lnTo>
                        <a:pt x="201" y="60"/>
                      </a:lnTo>
                      <a:lnTo>
                        <a:pt x="201" y="62"/>
                      </a:lnTo>
                      <a:lnTo>
                        <a:pt x="199" y="62"/>
                      </a:lnTo>
                      <a:lnTo>
                        <a:pt x="199" y="64"/>
                      </a:lnTo>
                      <a:lnTo>
                        <a:pt x="199" y="66"/>
                      </a:lnTo>
                      <a:lnTo>
                        <a:pt x="197" y="66"/>
                      </a:lnTo>
                      <a:lnTo>
                        <a:pt x="199" y="66"/>
                      </a:lnTo>
                      <a:lnTo>
                        <a:pt x="199" y="68"/>
                      </a:lnTo>
                      <a:lnTo>
                        <a:pt x="197" y="68"/>
                      </a:lnTo>
                      <a:lnTo>
                        <a:pt x="199" y="68"/>
                      </a:lnTo>
                      <a:lnTo>
                        <a:pt x="197" y="68"/>
                      </a:lnTo>
                      <a:lnTo>
                        <a:pt x="199" y="68"/>
                      </a:lnTo>
                      <a:lnTo>
                        <a:pt x="199" y="70"/>
                      </a:lnTo>
                      <a:lnTo>
                        <a:pt x="197" y="70"/>
                      </a:lnTo>
                      <a:lnTo>
                        <a:pt x="199" y="70"/>
                      </a:lnTo>
                      <a:lnTo>
                        <a:pt x="199" y="71"/>
                      </a:lnTo>
                      <a:lnTo>
                        <a:pt x="199" y="73"/>
                      </a:lnTo>
                      <a:lnTo>
                        <a:pt x="199" y="75"/>
                      </a:lnTo>
                      <a:lnTo>
                        <a:pt x="199" y="77"/>
                      </a:lnTo>
                      <a:lnTo>
                        <a:pt x="199" y="79"/>
                      </a:lnTo>
                      <a:lnTo>
                        <a:pt x="197" y="79"/>
                      </a:lnTo>
                      <a:lnTo>
                        <a:pt x="196" y="79"/>
                      </a:lnTo>
                      <a:lnTo>
                        <a:pt x="194" y="79"/>
                      </a:lnTo>
                      <a:lnTo>
                        <a:pt x="192" y="79"/>
                      </a:lnTo>
                      <a:lnTo>
                        <a:pt x="192" y="81"/>
                      </a:lnTo>
                      <a:lnTo>
                        <a:pt x="192" y="79"/>
                      </a:lnTo>
                      <a:lnTo>
                        <a:pt x="192" y="81"/>
                      </a:lnTo>
                      <a:lnTo>
                        <a:pt x="190" y="81"/>
                      </a:lnTo>
                      <a:lnTo>
                        <a:pt x="188" y="81"/>
                      </a:lnTo>
                      <a:lnTo>
                        <a:pt x="187" y="81"/>
                      </a:lnTo>
                      <a:lnTo>
                        <a:pt x="187" y="82"/>
                      </a:lnTo>
                      <a:lnTo>
                        <a:pt x="185" y="82"/>
                      </a:lnTo>
                      <a:lnTo>
                        <a:pt x="185" y="84"/>
                      </a:lnTo>
                      <a:lnTo>
                        <a:pt x="183" y="84"/>
                      </a:lnTo>
                      <a:lnTo>
                        <a:pt x="183" y="82"/>
                      </a:lnTo>
                      <a:lnTo>
                        <a:pt x="181" y="82"/>
                      </a:lnTo>
                      <a:lnTo>
                        <a:pt x="181" y="84"/>
                      </a:lnTo>
                      <a:lnTo>
                        <a:pt x="179" y="84"/>
                      </a:lnTo>
                      <a:lnTo>
                        <a:pt x="181" y="84"/>
                      </a:lnTo>
                      <a:lnTo>
                        <a:pt x="179" y="84"/>
                      </a:lnTo>
                      <a:lnTo>
                        <a:pt x="179" y="86"/>
                      </a:lnTo>
                      <a:lnTo>
                        <a:pt x="179" y="88"/>
                      </a:lnTo>
                      <a:lnTo>
                        <a:pt x="177" y="88"/>
                      </a:lnTo>
                      <a:lnTo>
                        <a:pt x="177" y="90"/>
                      </a:lnTo>
                      <a:lnTo>
                        <a:pt x="176" y="90"/>
                      </a:lnTo>
                      <a:lnTo>
                        <a:pt x="176" y="92"/>
                      </a:lnTo>
                      <a:lnTo>
                        <a:pt x="174" y="92"/>
                      </a:lnTo>
                      <a:lnTo>
                        <a:pt x="172" y="92"/>
                      </a:lnTo>
                      <a:lnTo>
                        <a:pt x="170" y="93"/>
                      </a:lnTo>
                      <a:lnTo>
                        <a:pt x="168" y="93"/>
                      </a:lnTo>
                      <a:lnTo>
                        <a:pt x="168" y="95"/>
                      </a:lnTo>
                      <a:lnTo>
                        <a:pt x="166" y="95"/>
                      </a:lnTo>
                      <a:lnTo>
                        <a:pt x="165" y="95"/>
                      </a:lnTo>
                      <a:lnTo>
                        <a:pt x="165" y="97"/>
                      </a:lnTo>
                      <a:lnTo>
                        <a:pt x="163" y="97"/>
                      </a:lnTo>
                      <a:lnTo>
                        <a:pt x="161" y="97"/>
                      </a:lnTo>
                      <a:lnTo>
                        <a:pt x="159" y="97"/>
                      </a:lnTo>
                      <a:lnTo>
                        <a:pt x="159" y="99"/>
                      </a:lnTo>
                      <a:lnTo>
                        <a:pt x="161" y="99"/>
                      </a:lnTo>
                      <a:lnTo>
                        <a:pt x="161" y="101"/>
                      </a:lnTo>
                      <a:lnTo>
                        <a:pt x="161" y="102"/>
                      </a:lnTo>
                      <a:lnTo>
                        <a:pt x="161" y="101"/>
                      </a:lnTo>
                      <a:lnTo>
                        <a:pt x="161" y="102"/>
                      </a:lnTo>
                      <a:lnTo>
                        <a:pt x="159" y="101"/>
                      </a:lnTo>
                      <a:lnTo>
                        <a:pt x="159" y="102"/>
                      </a:lnTo>
                      <a:lnTo>
                        <a:pt x="157" y="102"/>
                      </a:lnTo>
                      <a:lnTo>
                        <a:pt x="156" y="102"/>
                      </a:lnTo>
                      <a:lnTo>
                        <a:pt x="156" y="104"/>
                      </a:lnTo>
                      <a:lnTo>
                        <a:pt x="154" y="104"/>
                      </a:lnTo>
                      <a:lnTo>
                        <a:pt x="152" y="104"/>
                      </a:lnTo>
                      <a:lnTo>
                        <a:pt x="154" y="104"/>
                      </a:lnTo>
                      <a:lnTo>
                        <a:pt x="152" y="104"/>
                      </a:lnTo>
                      <a:lnTo>
                        <a:pt x="152" y="102"/>
                      </a:lnTo>
                      <a:lnTo>
                        <a:pt x="150" y="102"/>
                      </a:lnTo>
                      <a:lnTo>
                        <a:pt x="148" y="102"/>
                      </a:lnTo>
                      <a:lnTo>
                        <a:pt x="150" y="102"/>
                      </a:lnTo>
                      <a:lnTo>
                        <a:pt x="152" y="104"/>
                      </a:lnTo>
                      <a:lnTo>
                        <a:pt x="150" y="104"/>
                      </a:lnTo>
                      <a:lnTo>
                        <a:pt x="150" y="106"/>
                      </a:lnTo>
                      <a:lnTo>
                        <a:pt x="148" y="106"/>
                      </a:lnTo>
                      <a:lnTo>
                        <a:pt x="148" y="108"/>
                      </a:lnTo>
                      <a:lnTo>
                        <a:pt x="148" y="106"/>
                      </a:lnTo>
                      <a:lnTo>
                        <a:pt x="146" y="106"/>
                      </a:lnTo>
                      <a:lnTo>
                        <a:pt x="148" y="106"/>
                      </a:lnTo>
                      <a:lnTo>
                        <a:pt x="146" y="106"/>
                      </a:lnTo>
                      <a:lnTo>
                        <a:pt x="145" y="106"/>
                      </a:lnTo>
                      <a:lnTo>
                        <a:pt x="145" y="108"/>
                      </a:lnTo>
                      <a:lnTo>
                        <a:pt x="143" y="108"/>
                      </a:lnTo>
                      <a:lnTo>
                        <a:pt x="141" y="108"/>
                      </a:lnTo>
                      <a:lnTo>
                        <a:pt x="141" y="106"/>
                      </a:lnTo>
                      <a:lnTo>
                        <a:pt x="141" y="108"/>
                      </a:lnTo>
                      <a:lnTo>
                        <a:pt x="141" y="106"/>
                      </a:lnTo>
                      <a:lnTo>
                        <a:pt x="139" y="106"/>
                      </a:lnTo>
                      <a:lnTo>
                        <a:pt x="139" y="108"/>
                      </a:lnTo>
                      <a:lnTo>
                        <a:pt x="139" y="106"/>
                      </a:lnTo>
                      <a:lnTo>
                        <a:pt x="137" y="106"/>
                      </a:lnTo>
                      <a:lnTo>
                        <a:pt x="135" y="106"/>
                      </a:lnTo>
                      <a:lnTo>
                        <a:pt x="137" y="106"/>
                      </a:lnTo>
                      <a:lnTo>
                        <a:pt x="137" y="108"/>
                      </a:lnTo>
                      <a:lnTo>
                        <a:pt x="135" y="108"/>
                      </a:lnTo>
                      <a:lnTo>
                        <a:pt x="137" y="108"/>
                      </a:lnTo>
                      <a:lnTo>
                        <a:pt x="135" y="108"/>
                      </a:lnTo>
                      <a:lnTo>
                        <a:pt x="134" y="110"/>
                      </a:lnTo>
                      <a:lnTo>
                        <a:pt x="134" y="108"/>
                      </a:lnTo>
                      <a:lnTo>
                        <a:pt x="134" y="110"/>
                      </a:lnTo>
                      <a:lnTo>
                        <a:pt x="132" y="110"/>
                      </a:lnTo>
                      <a:lnTo>
                        <a:pt x="134" y="110"/>
                      </a:lnTo>
                      <a:lnTo>
                        <a:pt x="134" y="112"/>
                      </a:lnTo>
                      <a:lnTo>
                        <a:pt x="132" y="112"/>
                      </a:lnTo>
                      <a:lnTo>
                        <a:pt x="134" y="112"/>
                      </a:lnTo>
                      <a:lnTo>
                        <a:pt x="132" y="112"/>
                      </a:lnTo>
                      <a:lnTo>
                        <a:pt x="132" y="113"/>
                      </a:lnTo>
                      <a:lnTo>
                        <a:pt x="132" y="112"/>
                      </a:lnTo>
                      <a:lnTo>
                        <a:pt x="130" y="112"/>
                      </a:lnTo>
                      <a:lnTo>
                        <a:pt x="130" y="113"/>
                      </a:lnTo>
                      <a:lnTo>
                        <a:pt x="130" y="112"/>
                      </a:lnTo>
                      <a:lnTo>
                        <a:pt x="128" y="112"/>
                      </a:lnTo>
                      <a:lnTo>
                        <a:pt x="130" y="112"/>
                      </a:lnTo>
                      <a:lnTo>
                        <a:pt x="130" y="113"/>
                      </a:lnTo>
                      <a:lnTo>
                        <a:pt x="128" y="113"/>
                      </a:lnTo>
                      <a:lnTo>
                        <a:pt x="126" y="113"/>
                      </a:lnTo>
                      <a:lnTo>
                        <a:pt x="126" y="115"/>
                      </a:lnTo>
                      <a:lnTo>
                        <a:pt x="124" y="115"/>
                      </a:lnTo>
                      <a:lnTo>
                        <a:pt x="123" y="115"/>
                      </a:lnTo>
                      <a:lnTo>
                        <a:pt x="124" y="115"/>
                      </a:lnTo>
                      <a:lnTo>
                        <a:pt x="123" y="115"/>
                      </a:lnTo>
                      <a:lnTo>
                        <a:pt x="121" y="115"/>
                      </a:lnTo>
                      <a:lnTo>
                        <a:pt x="121" y="113"/>
                      </a:lnTo>
                      <a:lnTo>
                        <a:pt x="121" y="112"/>
                      </a:lnTo>
                      <a:lnTo>
                        <a:pt x="119" y="112"/>
                      </a:lnTo>
                      <a:lnTo>
                        <a:pt x="121" y="112"/>
                      </a:lnTo>
                      <a:lnTo>
                        <a:pt x="121" y="113"/>
                      </a:lnTo>
                      <a:lnTo>
                        <a:pt x="121" y="115"/>
                      </a:lnTo>
                      <a:lnTo>
                        <a:pt x="123" y="115"/>
                      </a:lnTo>
                      <a:lnTo>
                        <a:pt x="121" y="115"/>
                      </a:lnTo>
                      <a:lnTo>
                        <a:pt x="121" y="117"/>
                      </a:lnTo>
                      <a:lnTo>
                        <a:pt x="119" y="117"/>
                      </a:lnTo>
                      <a:lnTo>
                        <a:pt x="119" y="119"/>
                      </a:lnTo>
                      <a:lnTo>
                        <a:pt x="119" y="117"/>
                      </a:lnTo>
                      <a:lnTo>
                        <a:pt x="121" y="117"/>
                      </a:lnTo>
                      <a:lnTo>
                        <a:pt x="119" y="117"/>
                      </a:lnTo>
                      <a:lnTo>
                        <a:pt x="119" y="119"/>
                      </a:lnTo>
                      <a:lnTo>
                        <a:pt x="119" y="121"/>
                      </a:lnTo>
                      <a:lnTo>
                        <a:pt x="119" y="123"/>
                      </a:lnTo>
                      <a:lnTo>
                        <a:pt x="117" y="123"/>
                      </a:lnTo>
                      <a:lnTo>
                        <a:pt x="117" y="121"/>
                      </a:lnTo>
                      <a:lnTo>
                        <a:pt x="115" y="121"/>
                      </a:lnTo>
                      <a:lnTo>
                        <a:pt x="114" y="121"/>
                      </a:lnTo>
                      <a:lnTo>
                        <a:pt x="115" y="121"/>
                      </a:lnTo>
                      <a:lnTo>
                        <a:pt x="117" y="123"/>
                      </a:lnTo>
                      <a:lnTo>
                        <a:pt x="117" y="121"/>
                      </a:lnTo>
                      <a:lnTo>
                        <a:pt x="117" y="123"/>
                      </a:lnTo>
                      <a:lnTo>
                        <a:pt x="119" y="123"/>
                      </a:lnTo>
                      <a:lnTo>
                        <a:pt x="119" y="121"/>
                      </a:lnTo>
                      <a:lnTo>
                        <a:pt x="121" y="121"/>
                      </a:lnTo>
                      <a:lnTo>
                        <a:pt x="121" y="123"/>
                      </a:lnTo>
                      <a:lnTo>
                        <a:pt x="123" y="123"/>
                      </a:lnTo>
                      <a:lnTo>
                        <a:pt x="121" y="123"/>
                      </a:lnTo>
                      <a:lnTo>
                        <a:pt x="121" y="124"/>
                      </a:lnTo>
                      <a:lnTo>
                        <a:pt x="119" y="124"/>
                      </a:lnTo>
                      <a:lnTo>
                        <a:pt x="121" y="124"/>
                      </a:lnTo>
                      <a:lnTo>
                        <a:pt x="119" y="126"/>
                      </a:lnTo>
                      <a:lnTo>
                        <a:pt x="119" y="124"/>
                      </a:lnTo>
                      <a:lnTo>
                        <a:pt x="119" y="126"/>
                      </a:lnTo>
                      <a:lnTo>
                        <a:pt x="119" y="128"/>
                      </a:lnTo>
                      <a:lnTo>
                        <a:pt x="121" y="128"/>
                      </a:lnTo>
                      <a:lnTo>
                        <a:pt x="119" y="128"/>
                      </a:lnTo>
                      <a:lnTo>
                        <a:pt x="121" y="128"/>
                      </a:lnTo>
                      <a:lnTo>
                        <a:pt x="121" y="130"/>
                      </a:lnTo>
                      <a:lnTo>
                        <a:pt x="121" y="132"/>
                      </a:lnTo>
                      <a:lnTo>
                        <a:pt x="121" y="134"/>
                      </a:lnTo>
                      <a:lnTo>
                        <a:pt x="119" y="134"/>
                      </a:lnTo>
                      <a:lnTo>
                        <a:pt x="121" y="134"/>
                      </a:lnTo>
                      <a:lnTo>
                        <a:pt x="121" y="132"/>
                      </a:lnTo>
                      <a:lnTo>
                        <a:pt x="121" y="130"/>
                      </a:lnTo>
                      <a:lnTo>
                        <a:pt x="119" y="130"/>
                      </a:lnTo>
                      <a:lnTo>
                        <a:pt x="119" y="128"/>
                      </a:lnTo>
                      <a:lnTo>
                        <a:pt x="119" y="130"/>
                      </a:lnTo>
                      <a:lnTo>
                        <a:pt x="117" y="130"/>
                      </a:lnTo>
                      <a:lnTo>
                        <a:pt x="117" y="128"/>
                      </a:lnTo>
                      <a:lnTo>
                        <a:pt x="115" y="128"/>
                      </a:lnTo>
                      <a:lnTo>
                        <a:pt x="117" y="128"/>
                      </a:lnTo>
                      <a:lnTo>
                        <a:pt x="117" y="130"/>
                      </a:lnTo>
                      <a:lnTo>
                        <a:pt x="115" y="13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1" name="Freeform 76">
                  <a:extLst>
                    <a:ext uri="{FF2B5EF4-FFF2-40B4-BE49-F238E27FC236}">
                      <a16:creationId xmlns:a16="http://schemas.microsoft.com/office/drawing/2014/main" id="{1198B248-8249-3421-6A5D-4C0AFB984C0C}"/>
                    </a:ext>
                  </a:extLst>
                </p:cNvPr>
                <p:cNvSpPr>
                  <a:spLocks noEditPoints="1"/>
                </p:cNvSpPr>
                <p:nvPr/>
              </p:nvSpPr>
              <p:spPr bwMode="auto">
                <a:xfrm>
                  <a:off x="7186759" y="2314656"/>
                  <a:ext cx="415660" cy="299998"/>
                </a:xfrm>
                <a:custGeom>
                  <a:avLst/>
                  <a:gdLst>
                    <a:gd name="T0" fmla="*/ 29 w 230"/>
                    <a:gd name="T1" fmla="*/ 164 h 166"/>
                    <a:gd name="T2" fmla="*/ 35 w 230"/>
                    <a:gd name="T3" fmla="*/ 162 h 166"/>
                    <a:gd name="T4" fmla="*/ 38 w 230"/>
                    <a:gd name="T5" fmla="*/ 162 h 166"/>
                    <a:gd name="T6" fmla="*/ 35 w 230"/>
                    <a:gd name="T7" fmla="*/ 164 h 166"/>
                    <a:gd name="T8" fmla="*/ 35 w 230"/>
                    <a:gd name="T9" fmla="*/ 162 h 166"/>
                    <a:gd name="T10" fmla="*/ 58 w 230"/>
                    <a:gd name="T11" fmla="*/ 162 h 166"/>
                    <a:gd name="T12" fmla="*/ 33 w 230"/>
                    <a:gd name="T13" fmla="*/ 161 h 166"/>
                    <a:gd name="T14" fmla="*/ 31 w 230"/>
                    <a:gd name="T15" fmla="*/ 161 h 166"/>
                    <a:gd name="T16" fmla="*/ 37 w 230"/>
                    <a:gd name="T17" fmla="*/ 162 h 166"/>
                    <a:gd name="T18" fmla="*/ 27 w 230"/>
                    <a:gd name="T19" fmla="*/ 161 h 166"/>
                    <a:gd name="T20" fmla="*/ 26 w 230"/>
                    <a:gd name="T21" fmla="*/ 161 h 166"/>
                    <a:gd name="T22" fmla="*/ 38 w 230"/>
                    <a:gd name="T23" fmla="*/ 159 h 166"/>
                    <a:gd name="T24" fmla="*/ 20 w 230"/>
                    <a:gd name="T25" fmla="*/ 135 h 166"/>
                    <a:gd name="T26" fmla="*/ 22 w 230"/>
                    <a:gd name="T27" fmla="*/ 135 h 166"/>
                    <a:gd name="T28" fmla="*/ 22 w 230"/>
                    <a:gd name="T29" fmla="*/ 137 h 166"/>
                    <a:gd name="T30" fmla="*/ 18 w 230"/>
                    <a:gd name="T31" fmla="*/ 135 h 166"/>
                    <a:gd name="T32" fmla="*/ 20 w 230"/>
                    <a:gd name="T33" fmla="*/ 133 h 166"/>
                    <a:gd name="T34" fmla="*/ 20 w 230"/>
                    <a:gd name="T35" fmla="*/ 135 h 166"/>
                    <a:gd name="T36" fmla="*/ 26 w 230"/>
                    <a:gd name="T37" fmla="*/ 129 h 166"/>
                    <a:gd name="T38" fmla="*/ 26 w 230"/>
                    <a:gd name="T39" fmla="*/ 129 h 166"/>
                    <a:gd name="T40" fmla="*/ 115 w 230"/>
                    <a:gd name="T41" fmla="*/ 111 h 166"/>
                    <a:gd name="T42" fmla="*/ 115 w 230"/>
                    <a:gd name="T43" fmla="*/ 109 h 166"/>
                    <a:gd name="T44" fmla="*/ 119 w 230"/>
                    <a:gd name="T45" fmla="*/ 109 h 166"/>
                    <a:gd name="T46" fmla="*/ 120 w 230"/>
                    <a:gd name="T47" fmla="*/ 109 h 166"/>
                    <a:gd name="T48" fmla="*/ 115 w 230"/>
                    <a:gd name="T49" fmla="*/ 104 h 166"/>
                    <a:gd name="T50" fmla="*/ 29 w 230"/>
                    <a:gd name="T51" fmla="*/ 104 h 166"/>
                    <a:gd name="T52" fmla="*/ 16 w 230"/>
                    <a:gd name="T53" fmla="*/ 104 h 166"/>
                    <a:gd name="T54" fmla="*/ 13 w 230"/>
                    <a:gd name="T55" fmla="*/ 102 h 166"/>
                    <a:gd name="T56" fmla="*/ 18 w 230"/>
                    <a:gd name="T57" fmla="*/ 102 h 166"/>
                    <a:gd name="T58" fmla="*/ 13 w 230"/>
                    <a:gd name="T59" fmla="*/ 102 h 166"/>
                    <a:gd name="T60" fmla="*/ 13 w 230"/>
                    <a:gd name="T61" fmla="*/ 100 h 166"/>
                    <a:gd name="T62" fmla="*/ 11 w 230"/>
                    <a:gd name="T63" fmla="*/ 100 h 166"/>
                    <a:gd name="T64" fmla="*/ 33 w 230"/>
                    <a:gd name="T65" fmla="*/ 98 h 166"/>
                    <a:gd name="T66" fmla="*/ 15 w 230"/>
                    <a:gd name="T67" fmla="*/ 100 h 166"/>
                    <a:gd name="T68" fmla="*/ 31 w 230"/>
                    <a:gd name="T69" fmla="*/ 100 h 166"/>
                    <a:gd name="T70" fmla="*/ 13 w 230"/>
                    <a:gd name="T71" fmla="*/ 98 h 166"/>
                    <a:gd name="T72" fmla="*/ 15 w 230"/>
                    <a:gd name="T73" fmla="*/ 98 h 166"/>
                    <a:gd name="T74" fmla="*/ 22 w 230"/>
                    <a:gd name="T75" fmla="*/ 97 h 166"/>
                    <a:gd name="T76" fmla="*/ 22 w 230"/>
                    <a:gd name="T77" fmla="*/ 98 h 166"/>
                    <a:gd name="T78" fmla="*/ 24 w 230"/>
                    <a:gd name="T79" fmla="*/ 98 h 166"/>
                    <a:gd name="T80" fmla="*/ 20 w 230"/>
                    <a:gd name="T81" fmla="*/ 100 h 166"/>
                    <a:gd name="T82" fmla="*/ 18 w 230"/>
                    <a:gd name="T83" fmla="*/ 100 h 166"/>
                    <a:gd name="T84" fmla="*/ 22 w 230"/>
                    <a:gd name="T85" fmla="*/ 98 h 166"/>
                    <a:gd name="T86" fmla="*/ 22 w 230"/>
                    <a:gd name="T87" fmla="*/ 97 h 166"/>
                    <a:gd name="T88" fmla="*/ 9 w 230"/>
                    <a:gd name="T89" fmla="*/ 93 h 166"/>
                    <a:gd name="T90" fmla="*/ 7 w 230"/>
                    <a:gd name="T91" fmla="*/ 89 h 166"/>
                    <a:gd name="T92" fmla="*/ 2 w 230"/>
                    <a:gd name="T93" fmla="*/ 87 h 166"/>
                    <a:gd name="T94" fmla="*/ 0 w 230"/>
                    <a:gd name="T95" fmla="*/ 86 h 166"/>
                    <a:gd name="T96" fmla="*/ 0 w 230"/>
                    <a:gd name="T97" fmla="*/ 87 h 166"/>
                    <a:gd name="T98" fmla="*/ 2 w 230"/>
                    <a:gd name="T99" fmla="*/ 86 h 166"/>
                    <a:gd name="T100" fmla="*/ 2 w 230"/>
                    <a:gd name="T101" fmla="*/ 84 h 166"/>
                    <a:gd name="T102" fmla="*/ 141 w 230"/>
                    <a:gd name="T103" fmla="*/ 84 h 166"/>
                    <a:gd name="T104" fmla="*/ 141 w 230"/>
                    <a:gd name="T105" fmla="*/ 82 h 166"/>
                    <a:gd name="T106" fmla="*/ 139 w 230"/>
                    <a:gd name="T107" fmla="*/ 82 h 166"/>
                    <a:gd name="T108" fmla="*/ 214 w 230"/>
                    <a:gd name="T109" fmla="*/ 5 h 166"/>
                    <a:gd name="T110" fmla="*/ 230 w 23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0" h="166">
                      <a:moveTo>
                        <a:pt x="29" y="164"/>
                      </a:moveTo>
                      <a:lnTo>
                        <a:pt x="29" y="166"/>
                      </a:lnTo>
                      <a:lnTo>
                        <a:pt x="29" y="164"/>
                      </a:lnTo>
                      <a:close/>
                      <a:moveTo>
                        <a:pt x="35" y="162"/>
                      </a:moveTo>
                      <a:lnTo>
                        <a:pt x="35" y="164"/>
                      </a:lnTo>
                      <a:lnTo>
                        <a:pt x="35" y="162"/>
                      </a:lnTo>
                      <a:lnTo>
                        <a:pt x="33" y="162"/>
                      </a:lnTo>
                      <a:lnTo>
                        <a:pt x="35" y="162"/>
                      </a:lnTo>
                      <a:close/>
                      <a:moveTo>
                        <a:pt x="38" y="162"/>
                      </a:moveTo>
                      <a:lnTo>
                        <a:pt x="37" y="162"/>
                      </a:lnTo>
                      <a:lnTo>
                        <a:pt x="37" y="164"/>
                      </a:lnTo>
                      <a:lnTo>
                        <a:pt x="35" y="164"/>
                      </a:lnTo>
                      <a:lnTo>
                        <a:pt x="33" y="164"/>
                      </a:lnTo>
                      <a:lnTo>
                        <a:pt x="35" y="164"/>
                      </a:lnTo>
                      <a:lnTo>
                        <a:pt x="35" y="162"/>
                      </a:lnTo>
                      <a:lnTo>
                        <a:pt x="37" y="162"/>
                      </a:lnTo>
                      <a:lnTo>
                        <a:pt x="38" y="162"/>
                      </a:lnTo>
                      <a:close/>
                      <a:moveTo>
                        <a:pt x="58" y="162"/>
                      </a:moveTo>
                      <a:lnTo>
                        <a:pt x="57" y="162"/>
                      </a:lnTo>
                      <a:lnTo>
                        <a:pt x="58" y="162"/>
                      </a:lnTo>
                      <a:close/>
                      <a:moveTo>
                        <a:pt x="33" y="161"/>
                      </a:moveTo>
                      <a:lnTo>
                        <a:pt x="31" y="161"/>
                      </a:lnTo>
                      <a:lnTo>
                        <a:pt x="31" y="162"/>
                      </a:lnTo>
                      <a:lnTo>
                        <a:pt x="31" y="161"/>
                      </a:lnTo>
                      <a:lnTo>
                        <a:pt x="33" y="161"/>
                      </a:lnTo>
                      <a:close/>
                      <a:moveTo>
                        <a:pt x="38" y="162"/>
                      </a:moveTo>
                      <a:lnTo>
                        <a:pt x="37" y="162"/>
                      </a:lnTo>
                      <a:lnTo>
                        <a:pt x="38" y="161"/>
                      </a:lnTo>
                      <a:lnTo>
                        <a:pt x="38" y="162"/>
                      </a:lnTo>
                      <a:close/>
                      <a:moveTo>
                        <a:pt x="27" y="161"/>
                      </a:moveTo>
                      <a:lnTo>
                        <a:pt x="26" y="161"/>
                      </a:lnTo>
                      <a:lnTo>
                        <a:pt x="27" y="161"/>
                      </a:lnTo>
                      <a:lnTo>
                        <a:pt x="26" y="161"/>
                      </a:lnTo>
                      <a:lnTo>
                        <a:pt x="27" y="161"/>
                      </a:lnTo>
                      <a:close/>
                      <a:moveTo>
                        <a:pt x="38" y="161"/>
                      </a:moveTo>
                      <a:lnTo>
                        <a:pt x="38" y="159"/>
                      </a:lnTo>
                      <a:lnTo>
                        <a:pt x="40" y="159"/>
                      </a:lnTo>
                      <a:lnTo>
                        <a:pt x="38" y="161"/>
                      </a:lnTo>
                      <a:close/>
                      <a:moveTo>
                        <a:pt x="20" y="135"/>
                      </a:moveTo>
                      <a:lnTo>
                        <a:pt x="22" y="135"/>
                      </a:lnTo>
                      <a:lnTo>
                        <a:pt x="22" y="137"/>
                      </a:lnTo>
                      <a:lnTo>
                        <a:pt x="22" y="135"/>
                      </a:lnTo>
                      <a:lnTo>
                        <a:pt x="22" y="137"/>
                      </a:lnTo>
                      <a:lnTo>
                        <a:pt x="20" y="137"/>
                      </a:lnTo>
                      <a:lnTo>
                        <a:pt x="22" y="137"/>
                      </a:lnTo>
                      <a:lnTo>
                        <a:pt x="20" y="137"/>
                      </a:lnTo>
                      <a:lnTo>
                        <a:pt x="20" y="135"/>
                      </a:lnTo>
                      <a:lnTo>
                        <a:pt x="18" y="135"/>
                      </a:lnTo>
                      <a:lnTo>
                        <a:pt x="16" y="135"/>
                      </a:lnTo>
                      <a:lnTo>
                        <a:pt x="18" y="135"/>
                      </a:lnTo>
                      <a:lnTo>
                        <a:pt x="20" y="133"/>
                      </a:lnTo>
                      <a:lnTo>
                        <a:pt x="18" y="133"/>
                      </a:lnTo>
                      <a:lnTo>
                        <a:pt x="20" y="133"/>
                      </a:lnTo>
                      <a:lnTo>
                        <a:pt x="20" y="135"/>
                      </a:lnTo>
                      <a:close/>
                      <a:moveTo>
                        <a:pt x="26" y="129"/>
                      </a:moveTo>
                      <a:lnTo>
                        <a:pt x="26" y="131"/>
                      </a:lnTo>
                      <a:lnTo>
                        <a:pt x="26" y="129"/>
                      </a:lnTo>
                      <a:lnTo>
                        <a:pt x="27" y="129"/>
                      </a:lnTo>
                      <a:lnTo>
                        <a:pt x="26" y="131"/>
                      </a:lnTo>
                      <a:lnTo>
                        <a:pt x="26" y="129"/>
                      </a:lnTo>
                      <a:close/>
                      <a:moveTo>
                        <a:pt x="117" y="109"/>
                      </a:moveTo>
                      <a:lnTo>
                        <a:pt x="117" y="111"/>
                      </a:lnTo>
                      <a:lnTo>
                        <a:pt x="115" y="111"/>
                      </a:lnTo>
                      <a:lnTo>
                        <a:pt x="115" y="109"/>
                      </a:lnTo>
                      <a:lnTo>
                        <a:pt x="115" y="111"/>
                      </a:lnTo>
                      <a:lnTo>
                        <a:pt x="115" y="109"/>
                      </a:lnTo>
                      <a:lnTo>
                        <a:pt x="117" y="109"/>
                      </a:lnTo>
                      <a:close/>
                      <a:moveTo>
                        <a:pt x="120" y="109"/>
                      </a:moveTo>
                      <a:lnTo>
                        <a:pt x="119" y="109"/>
                      </a:lnTo>
                      <a:lnTo>
                        <a:pt x="119" y="111"/>
                      </a:lnTo>
                      <a:lnTo>
                        <a:pt x="119" y="109"/>
                      </a:lnTo>
                      <a:lnTo>
                        <a:pt x="120" y="109"/>
                      </a:lnTo>
                      <a:close/>
                      <a:moveTo>
                        <a:pt x="115" y="104"/>
                      </a:moveTo>
                      <a:lnTo>
                        <a:pt x="113" y="104"/>
                      </a:lnTo>
                      <a:lnTo>
                        <a:pt x="115" y="104"/>
                      </a:lnTo>
                      <a:close/>
                      <a:moveTo>
                        <a:pt x="29" y="104"/>
                      </a:moveTo>
                      <a:lnTo>
                        <a:pt x="31" y="104"/>
                      </a:lnTo>
                      <a:lnTo>
                        <a:pt x="29" y="104"/>
                      </a:lnTo>
                      <a:close/>
                      <a:moveTo>
                        <a:pt x="16" y="104"/>
                      </a:moveTo>
                      <a:lnTo>
                        <a:pt x="15" y="104"/>
                      </a:lnTo>
                      <a:lnTo>
                        <a:pt x="16" y="104"/>
                      </a:lnTo>
                      <a:close/>
                      <a:moveTo>
                        <a:pt x="13" y="102"/>
                      </a:moveTo>
                      <a:lnTo>
                        <a:pt x="11" y="102"/>
                      </a:lnTo>
                      <a:lnTo>
                        <a:pt x="13" y="102"/>
                      </a:lnTo>
                      <a:close/>
                      <a:moveTo>
                        <a:pt x="18" y="102"/>
                      </a:moveTo>
                      <a:lnTo>
                        <a:pt x="16" y="102"/>
                      </a:lnTo>
                      <a:lnTo>
                        <a:pt x="18" y="102"/>
                      </a:lnTo>
                      <a:close/>
                      <a:moveTo>
                        <a:pt x="13" y="102"/>
                      </a:moveTo>
                      <a:lnTo>
                        <a:pt x="11" y="102"/>
                      </a:lnTo>
                      <a:lnTo>
                        <a:pt x="13" y="102"/>
                      </a:lnTo>
                      <a:lnTo>
                        <a:pt x="11" y="102"/>
                      </a:lnTo>
                      <a:lnTo>
                        <a:pt x="13" y="102"/>
                      </a:lnTo>
                      <a:lnTo>
                        <a:pt x="13" y="100"/>
                      </a:lnTo>
                      <a:lnTo>
                        <a:pt x="13" y="102"/>
                      </a:lnTo>
                      <a:close/>
                      <a:moveTo>
                        <a:pt x="13" y="100"/>
                      </a:moveTo>
                      <a:lnTo>
                        <a:pt x="11" y="100"/>
                      </a:lnTo>
                      <a:lnTo>
                        <a:pt x="13" y="100"/>
                      </a:lnTo>
                      <a:close/>
                      <a:moveTo>
                        <a:pt x="33" y="100"/>
                      </a:moveTo>
                      <a:lnTo>
                        <a:pt x="33" y="98"/>
                      </a:lnTo>
                      <a:lnTo>
                        <a:pt x="33" y="100"/>
                      </a:lnTo>
                      <a:close/>
                      <a:moveTo>
                        <a:pt x="15" y="98"/>
                      </a:moveTo>
                      <a:lnTo>
                        <a:pt x="15" y="100"/>
                      </a:lnTo>
                      <a:lnTo>
                        <a:pt x="15" y="98"/>
                      </a:lnTo>
                      <a:close/>
                      <a:moveTo>
                        <a:pt x="31" y="98"/>
                      </a:moveTo>
                      <a:lnTo>
                        <a:pt x="31" y="100"/>
                      </a:lnTo>
                      <a:lnTo>
                        <a:pt x="31" y="98"/>
                      </a:lnTo>
                      <a:close/>
                      <a:moveTo>
                        <a:pt x="15" y="98"/>
                      </a:moveTo>
                      <a:lnTo>
                        <a:pt x="13" y="98"/>
                      </a:lnTo>
                      <a:lnTo>
                        <a:pt x="11" y="98"/>
                      </a:lnTo>
                      <a:lnTo>
                        <a:pt x="13" y="98"/>
                      </a:lnTo>
                      <a:lnTo>
                        <a:pt x="15" y="98"/>
                      </a:lnTo>
                      <a:lnTo>
                        <a:pt x="13" y="98"/>
                      </a:lnTo>
                      <a:lnTo>
                        <a:pt x="15" y="98"/>
                      </a:lnTo>
                      <a:close/>
                      <a:moveTo>
                        <a:pt x="22" y="97"/>
                      </a:moveTo>
                      <a:lnTo>
                        <a:pt x="24" y="97"/>
                      </a:lnTo>
                      <a:lnTo>
                        <a:pt x="22" y="97"/>
                      </a:lnTo>
                      <a:lnTo>
                        <a:pt x="22" y="98"/>
                      </a:lnTo>
                      <a:lnTo>
                        <a:pt x="24" y="98"/>
                      </a:lnTo>
                      <a:lnTo>
                        <a:pt x="22" y="98"/>
                      </a:lnTo>
                      <a:lnTo>
                        <a:pt x="24" y="98"/>
                      </a:lnTo>
                      <a:lnTo>
                        <a:pt x="22" y="98"/>
                      </a:lnTo>
                      <a:lnTo>
                        <a:pt x="22" y="100"/>
                      </a:lnTo>
                      <a:lnTo>
                        <a:pt x="20" y="100"/>
                      </a:lnTo>
                      <a:lnTo>
                        <a:pt x="18" y="100"/>
                      </a:lnTo>
                      <a:lnTo>
                        <a:pt x="20" y="100"/>
                      </a:lnTo>
                      <a:lnTo>
                        <a:pt x="18" y="100"/>
                      </a:lnTo>
                      <a:lnTo>
                        <a:pt x="20" y="100"/>
                      </a:lnTo>
                      <a:lnTo>
                        <a:pt x="20" y="98"/>
                      </a:lnTo>
                      <a:lnTo>
                        <a:pt x="22" y="98"/>
                      </a:lnTo>
                      <a:lnTo>
                        <a:pt x="22" y="97"/>
                      </a:lnTo>
                      <a:lnTo>
                        <a:pt x="20" y="97"/>
                      </a:lnTo>
                      <a:lnTo>
                        <a:pt x="22" y="97"/>
                      </a:lnTo>
                      <a:close/>
                      <a:moveTo>
                        <a:pt x="9" y="93"/>
                      </a:moveTo>
                      <a:lnTo>
                        <a:pt x="9" y="91"/>
                      </a:lnTo>
                      <a:lnTo>
                        <a:pt x="9" y="93"/>
                      </a:lnTo>
                      <a:close/>
                      <a:moveTo>
                        <a:pt x="7" y="89"/>
                      </a:moveTo>
                      <a:lnTo>
                        <a:pt x="7" y="91"/>
                      </a:lnTo>
                      <a:lnTo>
                        <a:pt x="7" y="89"/>
                      </a:lnTo>
                      <a:close/>
                      <a:moveTo>
                        <a:pt x="2" y="87"/>
                      </a:moveTo>
                      <a:lnTo>
                        <a:pt x="0" y="87"/>
                      </a:lnTo>
                      <a:lnTo>
                        <a:pt x="2" y="87"/>
                      </a:lnTo>
                      <a:close/>
                      <a:moveTo>
                        <a:pt x="2" y="87"/>
                      </a:moveTo>
                      <a:lnTo>
                        <a:pt x="0" y="87"/>
                      </a:lnTo>
                      <a:lnTo>
                        <a:pt x="0" y="86"/>
                      </a:lnTo>
                      <a:lnTo>
                        <a:pt x="0" y="87"/>
                      </a:lnTo>
                      <a:lnTo>
                        <a:pt x="2" y="87"/>
                      </a:lnTo>
                      <a:close/>
                      <a:moveTo>
                        <a:pt x="0" y="87"/>
                      </a:moveTo>
                      <a:lnTo>
                        <a:pt x="0" y="86"/>
                      </a:lnTo>
                      <a:lnTo>
                        <a:pt x="0" y="87"/>
                      </a:lnTo>
                      <a:close/>
                      <a:moveTo>
                        <a:pt x="2" y="86"/>
                      </a:moveTo>
                      <a:lnTo>
                        <a:pt x="0" y="86"/>
                      </a:lnTo>
                      <a:lnTo>
                        <a:pt x="0" y="84"/>
                      </a:lnTo>
                      <a:lnTo>
                        <a:pt x="2" y="84"/>
                      </a:lnTo>
                      <a:lnTo>
                        <a:pt x="2" y="86"/>
                      </a:lnTo>
                      <a:close/>
                      <a:moveTo>
                        <a:pt x="141" y="82"/>
                      </a:moveTo>
                      <a:lnTo>
                        <a:pt x="141" y="84"/>
                      </a:lnTo>
                      <a:lnTo>
                        <a:pt x="141" y="82"/>
                      </a:lnTo>
                      <a:lnTo>
                        <a:pt x="141" y="84"/>
                      </a:lnTo>
                      <a:lnTo>
                        <a:pt x="141" y="82"/>
                      </a:lnTo>
                      <a:lnTo>
                        <a:pt x="139" y="82"/>
                      </a:lnTo>
                      <a:lnTo>
                        <a:pt x="139" y="84"/>
                      </a:lnTo>
                      <a:lnTo>
                        <a:pt x="139" y="82"/>
                      </a:lnTo>
                      <a:lnTo>
                        <a:pt x="141" y="82"/>
                      </a:lnTo>
                      <a:close/>
                      <a:moveTo>
                        <a:pt x="215" y="5"/>
                      </a:moveTo>
                      <a:lnTo>
                        <a:pt x="214" y="5"/>
                      </a:lnTo>
                      <a:lnTo>
                        <a:pt x="215" y="5"/>
                      </a:lnTo>
                      <a:close/>
                      <a:moveTo>
                        <a:pt x="228" y="0"/>
                      </a:moveTo>
                      <a:lnTo>
                        <a:pt x="230" y="0"/>
                      </a:lnTo>
                      <a:lnTo>
                        <a:pt x="228"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2" name="Freeform 77">
                  <a:extLst>
                    <a:ext uri="{FF2B5EF4-FFF2-40B4-BE49-F238E27FC236}">
                      <a16:creationId xmlns:a16="http://schemas.microsoft.com/office/drawing/2014/main" id="{A9B3A9EE-7317-F7CA-7D1C-7738447A1254}"/>
                    </a:ext>
                  </a:extLst>
                </p:cNvPr>
                <p:cNvSpPr>
                  <a:spLocks noEditPoints="1"/>
                </p:cNvSpPr>
                <p:nvPr/>
              </p:nvSpPr>
              <p:spPr bwMode="auto">
                <a:xfrm>
                  <a:off x="7193988" y="2318270"/>
                  <a:ext cx="399396" cy="292769"/>
                </a:xfrm>
                <a:custGeom>
                  <a:avLst/>
                  <a:gdLst>
                    <a:gd name="T0" fmla="*/ 42 w 221"/>
                    <a:gd name="T1" fmla="*/ 160 h 162"/>
                    <a:gd name="T2" fmla="*/ 25 w 221"/>
                    <a:gd name="T3" fmla="*/ 160 h 162"/>
                    <a:gd name="T4" fmla="*/ 25 w 221"/>
                    <a:gd name="T5" fmla="*/ 160 h 162"/>
                    <a:gd name="T6" fmla="*/ 18 w 221"/>
                    <a:gd name="T7" fmla="*/ 149 h 162"/>
                    <a:gd name="T8" fmla="*/ 14 w 221"/>
                    <a:gd name="T9" fmla="*/ 146 h 162"/>
                    <a:gd name="T10" fmla="*/ 14 w 221"/>
                    <a:gd name="T11" fmla="*/ 146 h 162"/>
                    <a:gd name="T12" fmla="*/ 18 w 221"/>
                    <a:gd name="T13" fmla="*/ 146 h 162"/>
                    <a:gd name="T14" fmla="*/ 22 w 221"/>
                    <a:gd name="T15" fmla="*/ 131 h 162"/>
                    <a:gd name="T16" fmla="*/ 22 w 221"/>
                    <a:gd name="T17" fmla="*/ 131 h 162"/>
                    <a:gd name="T18" fmla="*/ 27 w 221"/>
                    <a:gd name="T19" fmla="*/ 127 h 162"/>
                    <a:gd name="T20" fmla="*/ 22 w 221"/>
                    <a:gd name="T21" fmla="*/ 126 h 162"/>
                    <a:gd name="T22" fmla="*/ 22 w 221"/>
                    <a:gd name="T23" fmla="*/ 126 h 162"/>
                    <a:gd name="T24" fmla="*/ 42 w 221"/>
                    <a:gd name="T25" fmla="*/ 122 h 162"/>
                    <a:gd name="T26" fmla="*/ 131 w 221"/>
                    <a:gd name="T27" fmla="*/ 122 h 162"/>
                    <a:gd name="T28" fmla="*/ 131 w 221"/>
                    <a:gd name="T29" fmla="*/ 122 h 162"/>
                    <a:gd name="T30" fmla="*/ 131 w 221"/>
                    <a:gd name="T31" fmla="*/ 117 h 162"/>
                    <a:gd name="T32" fmla="*/ 113 w 221"/>
                    <a:gd name="T33" fmla="*/ 111 h 162"/>
                    <a:gd name="T34" fmla="*/ 113 w 221"/>
                    <a:gd name="T35" fmla="*/ 111 h 162"/>
                    <a:gd name="T36" fmla="*/ 113 w 221"/>
                    <a:gd name="T37" fmla="*/ 109 h 162"/>
                    <a:gd name="T38" fmla="*/ 12 w 221"/>
                    <a:gd name="T39" fmla="*/ 106 h 162"/>
                    <a:gd name="T40" fmla="*/ 11 w 221"/>
                    <a:gd name="T41" fmla="*/ 107 h 162"/>
                    <a:gd name="T42" fmla="*/ 12 w 221"/>
                    <a:gd name="T43" fmla="*/ 106 h 162"/>
                    <a:gd name="T44" fmla="*/ 115 w 221"/>
                    <a:gd name="T45" fmla="*/ 107 h 162"/>
                    <a:gd name="T46" fmla="*/ 116 w 221"/>
                    <a:gd name="T47" fmla="*/ 107 h 162"/>
                    <a:gd name="T48" fmla="*/ 11 w 221"/>
                    <a:gd name="T49" fmla="*/ 96 h 162"/>
                    <a:gd name="T50" fmla="*/ 42 w 221"/>
                    <a:gd name="T51" fmla="*/ 95 h 162"/>
                    <a:gd name="T52" fmla="*/ 42 w 221"/>
                    <a:gd name="T53" fmla="*/ 95 h 162"/>
                    <a:gd name="T54" fmla="*/ 18 w 221"/>
                    <a:gd name="T55" fmla="*/ 95 h 162"/>
                    <a:gd name="T56" fmla="*/ 0 w 221"/>
                    <a:gd name="T57" fmla="*/ 91 h 162"/>
                    <a:gd name="T58" fmla="*/ 0 w 221"/>
                    <a:gd name="T59" fmla="*/ 91 h 162"/>
                    <a:gd name="T60" fmla="*/ 0 w 221"/>
                    <a:gd name="T61" fmla="*/ 89 h 162"/>
                    <a:gd name="T62" fmla="*/ 3 w 221"/>
                    <a:gd name="T63" fmla="*/ 89 h 162"/>
                    <a:gd name="T64" fmla="*/ 3 w 221"/>
                    <a:gd name="T65" fmla="*/ 89 h 162"/>
                    <a:gd name="T66" fmla="*/ 184 w 221"/>
                    <a:gd name="T67" fmla="*/ 53 h 162"/>
                    <a:gd name="T68" fmla="*/ 208 w 221"/>
                    <a:gd name="T69" fmla="*/ 5 h 162"/>
                    <a:gd name="T70" fmla="*/ 208 w 221"/>
                    <a:gd name="T71" fmla="*/ 5 h 162"/>
                    <a:gd name="T72" fmla="*/ 208 w 221"/>
                    <a:gd name="T73" fmla="*/ 3 h 162"/>
                    <a:gd name="T74" fmla="*/ 219 w 221"/>
                    <a:gd name="T75" fmla="*/ 0 h 162"/>
                    <a:gd name="T76" fmla="*/ 219 w 221"/>
                    <a:gd name="T77" fmla="*/ 0 h 162"/>
                    <a:gd name="T78" fmla="*/ 219 w 221"/>
                    <a:gd name="T7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162">
                      <a:moveTo>
                        <a:pt x="42" y="162"/>
                      </a:moveTo>
                      <a:lnTo>
                        <a:pt x="42" y="160"/>
                      </a:lnTo>
                      <a:lnTo>
                        <a:pt x="42" y="162"/>
                      </a:lnTo>
                      <a:close/>
                      <a:moveTo>
                        <a:pt x="25" y="160"/>
                      </a:moveTo>
                      <a:lnTo>
                        <a:pt x="27" y="160"/>
                      </a:lnTo>
                      <a:lnTo>
                        <a:pt x="25" y="160"/>
                      </a:lnTo>
                      <a:close/>
                      <a:moveTo>
                        <a:pt x="20" y="149"/>
                      </a:moveTo>
                      <a:lnTo>
                        <a:pt x="18" y="149"/>
                      </a:lnTo>
                      <a:lnTo>
                        <a:pt x="20" y="149"/>
                      </a:lnTo>
                      <a:close/>
                      <a:moveTo>
                        <a:pt x="14" y="146"/>
                      </a:moveTo>
                      <a:lnTo>
                        <a:pt x="12" y="146"/>
                      </a:lnTo>
                      <a:lnTo>
                        <a:pt x="14" y="146"/>
                      </a:lnTo>
                      <a:close/>
                      <a:moveTo>
                        <a:pt x="18" y="144"/>
                      </a:moveTo>
                      <a:lnTo>
                        <a:pt x="18" y="146"/>
                      </a:lnTo>
                      <a:lnTo>
                        <a:pt x="18" y="144"/>
                      </a:lnTo>
                      <a:close/>
                      <a:moveTo>
                        <a:pt x="22" y="131"/>
                      </a:moveTo>
                      <a:lnTo>
                        <a:pt x="20" y="131"/>
                      </a:lnTo>
                      <a:lnTo>
                        <a:pt x="22" y="131"/>
                      </a:lnTo>
                      <a:close/>
                      <a:moveTo>
                        <a:pt x="29" y="127"/>
                      </a:moveTo>
                      <a:lnTo>
                        <a:pt x="27" y="127"/>
                      </a:lnTo>
                      <a:lnTo>
                        <a:pt x="29" y="127"/>
                      </a:lnTo>
                      <a:close/>
                      <a:moveTo>
                        <a:pt x="22" y="126"/>
                      </a:moveTo>
                      <a:lnTo>
                        <a:pt x="20" y="126"/>
                      </a:lnTo>
                      <a:lnTo>
                        <a:pt x="22" y="126"/>
                      </a:lnTo>
                      <a:close/>
                      <a:moveTo>
                        <a:pt x="42" y="124"/>
                      </a:moveTo>
                      <a:lnTo>
                        <a:pt x="42" y="122"/>
                      </a:lnTo>
                      <a:lnTo>
                        <a:pt x="42" y="124"/>
                      </a:lnTo>
                      <a:close/>
                      <a:moveTo>
                        <a:pt x="131" y="122"/>
                      </a:moveTo>
                      <a:lnTo>
                        <a:pt x="131" y="120"/>
                      </a:lnTo>
                      <a:lnTo>
                        <a:pt x="131" y="122"/>
                      </a:lnTo>
                      <a:close/>
                      <a:moveTo>
                        <a:pt x="133" y="117"/>
                      </a:moveTo>
                      <a:lnTo>
                        <a:pt x="131" y="117"/>
                      </a:lnTo>
                      <a:lnTo>
                        <a:pt x="133" y="117"/>
                      </a:lnTo>
                      <a:close/>
                      <a:moveTo>
                        <a:pt x="113" y="111"/>
                      </a:moveTo>
                      <a:lnTo>
                        <a:pt x="113" y="109"/>
                      </a:lnTo>
                      <a:lnTo>
                        <a:pt x="113" y="111"/>
                      </a:lnTo>
                      <a:close/>
                      <a:moveTo>
                        <a:pt x="111" y="109"/>
                      </a:moveTo>
                      <a:lnTo>
                        <a:pt x="113" y="109"/>
                      </a:lnTo>
                      <a:lnTo>
                        <a:pt x="111" y="109"/>
                      </a:lnTo>
                      <a:close/>
                      <a:moveTo>
                        <a:pt x="12" y="106"/>
                      </a:moveTo>
                      <a:lnTo>
                        <a:pt x="12" y="107"/>
                      </a:lnTo>
                      <a:lnTo>
                        <a:pt x="11" y="107"/>
                      </a:lnTo>
                      <a:lnTo>
                        <a:pt x="12" y="107"/>
                      </a:lnTo>
                      <a:lnTo>
                        <a:pt x="12" y="106"/>
                      </a:lnTo>
                      <a:close/>
                      <a:moveTo>
                        <a:pt x="116" y="107"/>
                      </a:moveTo>
                      <a:lnTo>
                        <a:pt x="115" y="107"/>
                      </a:lnTo>
                      <a:lnTo>
                        <a:pt x="116" y="106"/>
                      </a:lnTo>
                      <a:lnTo>
                        <a:pt x="116" y="107"/>
                      </a:lnTo>
                      <a:close/>
                      <a:moveTo>
                        <a:pt x="12" y="96"/>
                      </a:moveTo>
                      <a:lnTo>
                        <a:pt x="11" y="96"/>
                      </a:lnTo>
                      <a:lnTo>
                        <a:pt x="12" y="96"/>
                      </a:lnTo>
                      <a:close/>
                      <a:moveTo>
                        <a:pt x="42" y="95"/>
                      </a:moveTo>
                      <a:lnTo>
                        <a:pt x="40" y="95"/>
                      </a:lnTo>
                      <a:lnTo>
                        <a:pt x="42" y="95"/>
                      </a:lnTo>
                      <a:close/>
                      <a:moveTo>
                        <a:pt x="16" y="95"/>
                      </a:moveTo>
                      <a:lnTo>
                        <a:pt x="18" y="95"/>
                      </a:lnTo>
                      <a:lnTo>
                        <a:pt x="16" y="95"/>
                      </a:lnTo>
                      <a:close/>
                      <a:moveTo>
                        <a:pt x="0" y="91"/>
                      </a:moveTo>
                      <a:lnTo>
                        <a:pt x="2" y="91"/>
                      </a:lnTo>
                      <a:lnTo>
                        <a:pt x="0" y="91"/>
                      </a:lnTo>
                      <a:close/>
                      <a:moveTo>
                        <a:pt x="0" y="91"/>
                      </a:moveTo>
                      <a:lnTo>
                        <a:pt x="0" y="89"/>
                      </a:lnTo>
                      <a:lnTo>
                        <a:pt x="0" y="91"/>
                      </a:lnTo>
                      <a:close/>
                      <a:moveTo>
                        <a:pt x="3" y="89"/>
                      </a:moveTo>
                      <a:lnTo>
                        <a:pt x="3" y="87"/>
                      </a:lnTo>
                      <a:lnTo>
                        <a:pt x="3" y="89"/>
                      </a:lnTo>
                      <a:close/>
                      <a:moveTo>
                        <a:pt x="184" y="54"/>
                      </a:moveTo>
                      <a:lnTo>
                        <a:pt x="184" y="53"/>
                      </a:lnTo>
                      <a:lnTo>
                        <a:pt x="184" y="54"/>
                      </a:lnTo>
                      <a:close/>
                      <a:moveTo>
                        <a:pt x="208" y="5"/>
                      </a:moveTo>
                      <a:lnTo>
                        <a:pt x="206" y="5"/>
                      </a:lnTo>
                      <a:lnTo>
                        <a:pt x="208" y="5"/>
                      </a:lnTo>
                      <a:close/>
                      <a:moveTo>
                        <a:pt x="208" y="5"/>
                      </a:moveTo>
                      <a:lnTo>
                        <a:pt x="208" y="3"/>
                      </a:lnTo>
                      <a:lnTo>
                        <a:pt x="208" y="5"/>
                      </a:lnTo>
                      <a:close/>
                      <a:moveTo>
                        <a:pt x="219" y="0"/>
                      </a:moveTo>
                      <a:lnTo>
                        <a:pt x="219" y="1"/>
                      </a:lnTo>
                      <a:lnTo>
                        <a:pt x="219" y="0"/>
                      </a:lnTo>
                      <a:lnTo>
                        <a:pt x="221" y="0"/>
                      </a:lnTo>
                      <a:lnTo>
                        <a:pt x="219"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3" name="Freeform 78">
                  <a:extLst>
                    <a:ext uri="{FF2B5EF4-FFF2-40B4-BE49-F238E27FC236}">
                      <a16:creationId xmlns:a16="http://schemas.microsoft.com/office/drawing/2014/main" id="{FB5584FC-DA5E-5448-EAA6-9735298C55FB}"/>
                    </a:ext>
                  </a:extLst>
                </p:cNvPr>
                <p:cNvSpPr>
                  <a:spLocks/>
                </p:cNvSpPr>
                <p:nvPr/>
              </p:nvSpPr>
              <p:spPr bwMode="auto">
                <a:xfrm>
                  <a:off x="2941607" y="3711634"/>
                  <a:ext cx="23494" cy="36144"/>
                </a:xfrm>
                <a:custGeom>
                  <a:avLst/>
                  <a:gdLst>
                    <a:gd name="T0" fmla="*/ 11 w 13"/>
                    <a:gd name="T1" fmla="*/ 2 h 20"/>
                    <a:gd name="T2" fmla="*/ 11 w 13"/>
                    <a:gd name="T3" fmla="*/ 2 h 20"/>
                    <a:gd name="T4" fmla="*/ 11 w 13"/>
                    <a:gd name="T5" fmla="*/ 2 h 20"/>
                    <a:gd name="T6" fmla="*/ 11 w 13"/>
                    <a:gd name="T7" fmla="*/ 4 h 20"/>
                    <a:gd name="T8" fmla="*/ 11 w 13"/>
                    <a:gd name="T9" fmla="*/ 5 h 20"/>
                    <a:gd name="T10" fmla="*/ 11 w 13"/>
                    <a:gd name="T11" fmla="*/ 5 h 20"/>
                    <a:gd name="T12" fmla="*/ 13 w 13"/>
                    <a:gd name="T13" fmla="*/ 5 h 20"/>
                    <a:gd name="T14" fmla="*/ 13 w 13"/>
                    <a:gd name="T15" fmla="*/ 5 h 20"/>
                    <a:gd name="T16" fmla="*/ 13 w 13"/>
                    <a:gd name="T17" fmla="*/ 7 h 20"/>
                    <a:gd name="T18" fmla="*/ 13 w 13"/>
                    <a:gd name="T19" fmla="*/ 7 h 20"/>
                    <a:gd name="T20" fmla="*/ 13 w 13"/>
                    <a:gd name="T21" fmla="*/ 7 h 20"/>
                    <a:gd name="T22" fmla="*/ 11 w 13"/>
                    <a:gd name="T23" fmla="*/ 9 h 20"/>
                    <a:gd name="T24" fmla="*/ 11 w 13"/>
                    <a:gd name="T25" fmla="*/ 9 h 20"/>
                    <a:gd name="T26" fmla="*/ 11 w 13"/>
                    <a:gd name="T27" fmla="*/ 9 h 20"/>
                    <a:gd name="T28" fmla="*/ 9 w 13"/>
                    <a:gd name="T29" fmla="*/ 9 h 20"/>
                    <a:gd name="T30" fmla="*/ 9 w 13"/>
                    <a:gd name="T31" fmla="*/ 11 h 20"/>
                    <a:gd name="T32" fmla="*/ 7 w 13"/>
                    <a:gd name="T33" fmla="*/ 11 h 20"/>
                    <a:gd name="T34" fmla="*/ 7 w 13"/>
                    <a:gd name="T35" fmla="*/ 13 h 20"/>
                    <a:gd name="T36" fmla="*/ 7 w 13"/>
                    <a:gd name="T37" fmla="*/ 13 h 20"/>
                    <a:gd name="T38" fmla="*/ 7 w 13"/>
                    <a:gd name="T39" fmla="*/ 13 h 20"/>
                    <a:gd name="T40" fmla="*/ 7 w 13"/>
                    <a:gd name="T41" fmla="*/ 14 h 20"/>
                    <a:gd name="T42" fmla="*/ 6 w 13"/>
                    <a:gd name="T43" fmla="*/ 14 h 20"/>
                    <a:gd name="T44" fmla="*/ 6 w 13"/>
                    <a:gd name="T45" fmla="*/ 16 h 20"/>
                    <a:gd name="T46" fmla="*/ 6 w 13"/>
                    <a:gd name="T47" fmla="*/ 16 h 20"/>
                    <a:gd name="T48" fmla="*/ 6 w 13"/>
                    <a:gd name="T49" fmla="*/ 16 h 20"/>
                    <a:gd name="T50" fmla="*/ 6 w 13"/>
                    <a:gd name="T51" fmla="*/ 16 h 20"/>
                    <a:gd name="T52" fmla="*/ 6 w 13"/>
                    <a:gd name="T53" fmla="*/ 16 h 20"/>
                    <a:gd name="T54" fmla="*/ 4 w 13"/>
                    <a:gd name="T55" fmla="*/ 18 h 20"/>
                    <a:gd name="T56" fmla="*/ 4 w 13"/>
                    <a:gd name="T57" fmla="*/ 18 h 20"/>
                    <a:gd name="T58" fmla="*/ 4 w 13"/>
                    <a:gd name="T59" fmla="*/ 18 h 20"/>
                    <a:gd name="T60" fmla="*/ 2 w 13"/>
                    <a:gd name="T61" fmla="*/ 20 h 20"/>
                    <a:gd name="T62" fmla="*/ 2 w 13"/>
                    <a:gd name="T63" fmla="*/ 20 h 20"/>
                    <a:gd name="T64" fmla="*/ 2 w 13"/>
                    <a:gd name="T65" fmla="*/ 18 h 20"/>
                    <a:gd name="T66" fmla="*/ 2 w 13"/>
                    <a:gd name="T67" fmla="*/ 18 h 20"/>
                    <a:gd name="T68" fmla="*/ 0 w 13"/>
                    <a:gd name="T69" fmla="*/ 18 h 20"/>
                    <a:gd name="T70" fmla="*/ 0 w 13"/>
                    <a:gd name="T71" fmla="*/ 16 h 20"/>
                    <a:gd name="T72" fmla="*/ 0 w 13"/>
                    <a:gd name="T73" fmla="*/ 16 h 20"/>
                    <a:gd name="T74" fmla="*/ 0 w 13"/>
                    <a:gd name="T75" fmla="*/ 14 h 20"/>
                    <a:gd name="T76" fmla="*/ 2 w 13"/>
                    <a:gd name="T77" fmla="*/ 14 h 20"/>
                    <a:gd name="T78" fmla="*/ 2 w 13"/>
                    <a:gd name="T79" fmla="*/ 13 h 20"/>
                    <a:gd name="T80" fmla="*/ 2 w 13"/>
                    <a:gd name="T81" fmla="*/ 13 h 20"/>
                    <a:gd name="T82" fmla="*/ 2 w 13"/>
                    <a:gd name="T83" fmla="*/ 13 h 20"/>
                    <a:gd name="T84" fmla="*/ 2 w 13"/>
                    <a:gd name="T85" fmla="*/ 13 h 20"/>
                    <a:gd name="T86" fmla="*/ 4 w 13"/>
                    <a:gd name="T87" fmla="*/ 13 h 20"/>
                    <a:gd name="T88" fmla="*/ 4 w 13"/>
                    <a:gd name="T89" fmla="*/ 11 h 20"/>
                    <a:gd name="T90" fmla="*/ 4 w 13"/>
                    <a:gd name="T91" fmla="*/ 11 h 20"/>
                    <a:gd name="T92" fmla="*/ 4 w 13"/>
                    <a:gd name="T93" fmla="*/ 9 h 20"/>
                    <a:gd name="T94" fmla="*/ 4 w 13"/>
                    <a:gd name="T95" fmla="*/ 9 h 20"/>
                    <a:gd name="T96" fmla="*/ 4 w 13"/>
                    <a:gd name="T97" fmla="*/ 11 h 20"/>
                    <a:gd name="T98" fmla="*/ 4 w 13"/>
                    <a:gd name="T99" fmla="*/ 11 h 20"/>
                    <a:gd name="T100" fmla="*/ 6 w 13"/>
                    <a:gd name="T101" fmla="*/ 11 h 20"/>
                    <a:gd name="T102" fmla="*/ 6 w 13"/>
                    <a:gd name="T103" fmla="*/ 11 h 20"/>
                    <a:gd name="T104" fmla="*/ 6 w 13"/>
                    <a:gd name="T105" fmla="*/ 9 h 20"/>
                    <a:gd name="T106" fmla="*/ 6 w 13"/>
                    <a:gd name="T107" fmla="*/ 9 h 20"/>
                    <a:gd name="T108" fmla="*/ 6 w 13"/>
                    <a:gd name="T109" fmla="*/ 9 h 20"/>
                    <a:gd name="T110" fmla="*/ 7 w 13"/>
                    <a:gd name="T111" fmla="*/ 7 h 20"/>
                    <a:gd name="T112" fmla="*/ 7 w 13"/>
                    <a:gd name="T113" fmla="*/ 5 h 20"/>
                    <a:gd name="T114" fmla="*/ 7 w 13"/>
                    <a:gd name="T115" fmla="*/ 5 h 20"/>
                    <a:gd name="T116" fmla="*/ 9 w 13"/>
                    <a:gd name="T117" fmla="*/ 4 h 20"/>
                    <a:gd name="T118" fmla="*/ 9 w 13"/>
                    <a:gd name="T119" fmla="*/ 2 h 20"/>
                    <a:gd name="T120" fmla="*/ 9 w 13"/>
                    <a:gd name="T121" fmla="*/ 2 h 20"/>
                    <a:gd name="T122" fmla="*/ 9 w 13"/>
                    <a:gd name="T123" fmla="*/ 2 h 20"/>
                    <a:gd name="T124" fmla="*/ 11 w 13"/>
                    <a:gd name="T1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20">
                      <a:moveTo>
                        <a:pt x="11" y="0"/>
                      </a:moveTo>
                      <a:lnTo>
                        <a:pt x="11" y="2"/>
                      </a:lnTo>
                      <a:lnTo>
                        <a:pt x="11" y="0"/>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4"/>
                      </a:lnTo>
                      <a:lnTo>
                        <a:pt x="11" y="4"/>
                      </a:lnTo>
                      <a:lnTo>
                        <a:pt x="11" y="4"/>
                      </a:lnTo>
                      <a:lnTo>
                        <a:pt x="11" y="5"/>
                      </a:lnTo>
                      <a:lnTo>
                        <a:pt x="11" y="5"/>
                      </a:lnTo>
                      <a:lnTo>
                        <a:pt x="11" y="5"/>
                      </a:lnTo>
                      <a:lnTo>
                        <a:pt x="11" y="5"/>
                      </a:lnTo>
                      <a:lnTo>
                        <a:pt x="11" y="5"/>
                      </a:lnTo>
                      <a:lnTo>
                        <a:pt x="11" y="5"/>
                      </a:lnTo>
                      <a:lnTo>
                        <a:pt x="13" y="5"/>
                      </a:lnTo>
                      <a:lnTo>
                        <a:pt x="13" y="5"/>
                      </a:lnTo>
                      <a:lnTo>
                        <a:pt x="13" y="5"/>
                      </a:lnTo>
                      <a:lnTo>
                        <a:pt x="13" y="5"/>
                      </a:lnTo>
                      <a:lnTo>
                        <a:pt x="13" y="5"/>
                      </a:lnTo>
                      <a:lnTo>
                        <a:pt x="11" y="5"/>
                      </a:lnTo>
                      <a:lnTo>
                        <a:pt x="11" y="5"/>
                      </a:lnTo>
                      <a:lnTo>
                        <a:pt x="13" y="5"/>
                      </a:lnTo>
                      <a:lnTo>
                        <a:pt x="13" y="5"/>
                      </a:lnTo>
                      <a:lnTo>
                        <a:pt x="13" y="5"/>
                      </a:lnTo>
                      <a:lnTo>
                        <a:pt x="13" y="7"/>
                      </a:lnTo>
                      <a:lnTo>
                        <a:pt x="13" y="7"/>
                      </a:lnTo>
                      <a:lnTo>
                        <a:pt x="13" y="7"/>
                      </a:lnTo>
                      <a:lnTo>
                        <a:pt x="13" y="7"/>
                      </a:lnTo>
                      <a:lnTo>
                        <a:pt x="13" y="7"/>
                      </a:lnTo>
                      <a:lnTo>
                        <a:pt x="13" y="7"/>
                      </a:lnTo>
                      <a:lnTo>
                        <a:pt x="13" y="7"/>
                      </a:lnTo>
                      <a:lnTo>
                        <a:pt x="13" y="7"/>
                      </a:lnTo>
                      <a:lnTo>
                        <a:pt x="13" y="7"/>
                      </a:lnTo>
                      <a:lnTo>
                        <a:pt x="13" y="7"/>
                      </a:lnTo>
                      <a:lnTo>
                        <a:pt x="13" y="7"/>
                      </a:lnTo>
                      <a:lnTo>
                        <a:pt x="13" y="7"/>
                      </a:lnTo>
                      <a:lnTo>
                        <a:pt x="11" y="9"/>
                      </a:lnTo>
                      <a:lnTo>
                        <a:pt x="11" y="9"/>
                      </a:lnTo>
                      <a:lnTo>
                        <a:pt x="11" y="9"/>
                      </a:lnTo>
                      <a:lnTo>
                        <a:pt x="11" y="9"/>
                      </a:lnTo>
                      <a:lnTo>
                        <a:pt x="11" y="9"/>
                      </a:lnTo>
                      <a:lnTo>
                        <a:pt x="11" y="9"/>
                      </a:lnTo>
                      <a:lnTo>
                        <a:pt x="11" y="9"/>
                      </a:lnTo>
                      <a:lnTo>
                        <a:pt x="11" y="9"/>
                      </a:lnTo>
                      <a:lnTo>
                        <a:pt x="11" y="9"/>
                      </a:lnTo>
                      <a:lnTo>
                        <a:pt x="11" y="9"/>
                      </a:lnTo>
                      <a:lnTo>
                        <a:pt x="9" y="9"/>
                      </a:lnTo>
                      <a:lnTo>
                        <a:pt x="9" y="9"/>
                      </a:lnTo>
                      <a:lnTo>
                        <a:pt x="9" y="9"/>
                      </a:lnTo>
                      <a:lnTo>
                        <a:pt x="9" y="9"/>
                      </a:lnTo>
                      <a:lnTo>
                        <a:pt x="9" y="11"/>
                      </a:lnTo>
                      <a:lnTo>
                        <a:pt x="9" y="11"/>
                      </a:lnTo>
                      <a:lnTo>
                        <a:pt x="9" y="11"/>
                      </a:lnTo>
                      <a:lnTo>
                        <a:pt x="9" y="11"/>
                      </a:lnTo>
                      <a:lnTo>
                        <a:pt x="7" y="11"/>
                      </a:lnTo>
                      <a:lnTo>
                        <a:pt x="7" y="11"/>
                      </a:lnTo>
                      <a:lnTo>
                        <a:pt x="7" y="11"/>
                      </a:lnTo>
                      <a:lnTo>
                        <a:pt x="7" y="11"/>
                      </a:lnTo>
                      <a:lnTo>
                        <a:pt x="7" y="11"/>
                      </a:lnTo>
                      <a:lnTo>
                        <a:pt x="7" y="11"/>
                      </a:lnTo>
                      <a:lnTo>
                        <a:pt x="7" y="13"/>
                      </a:lnTo>
                      <a:lnTo>
                        <a:pt x="7" y="13"/>
                      </a:lnTo>
                      <a:lnTo>
                        <a:pt x="7" y="13"/>
                      </a:lnTo>
                      <a:lnTo>
                        <a:pt x="7" y="13"/>
                      </a:lnTo>
                      <a:lnTo>
                        <a:pt x="7" y="13"/>
                      </a:lnTo>
                      <a:lnTo>
                        <a:pt x="7" y="13"/>
                      </a:lnTo>
                      <a:lnTo>
                        <a:pt x="7" y="13"/>
                      </a:lnTo>
                      <a:lnTo>
                        <a:pt x="7" y="13"/>
                      </a:lnTo>
                      <a:lnTo>
                        <a:pt x="7" y="13"/>
                      </a:lnTo>
                      <a:lnTo>
                        <a:pt x="7" y="13"/>
                      </a:lnTo>
                      <a:lnTo>
                        <a:pt x="7" y="14"/>
                      </a:lnTo>
                      <a:lnTo>
                        <a:pt x="7" y="14"/>
                      </a:lnTo>
                      <a:lnTo>
                        <a:pt x="7" y="14"/>
                      </a:lnTo>
                      <a:lnTo>
                        <a:pt x="7" y="14"/>
                      </a:lnTo>
                      <a:lnTo>
                        <a:pt x="7" y="14"/>
                      </a:lnTo>
                      <a:lnTo>
                        <a:pt x="7" y="14"/>
                      </a:lnTo>
                      <a:lnTo>
                        <a:pt x="6" y="14"/>
                      </a:lnTo>
                      <a:lnTo>
                        <a:pt x="6" y="14"/>
                      </a:lnTo>
                      <a:lnTo>
                        <a:pt x="6" y="14"/>
                      </a:lnTo>
                      <a:lnTo>
                        <a:pt x="6" y="14"/>
                      </a:lnTo>
                      <a:lnTo>
                        <a:pt x="6" y="16"/>
                      </a:lnTo>
                      <a:lnTo>
                        <a:pt x="6" y="16"/>
                      </a:lnTo>
                      <a:lnTo>
                        <a:pt x="6" y="16"/>
                      </a:lnTo>
                      <a:lnTo>
                        <a:pt x="6" y="16"/>
                      </a:lnTo>
                      <a:lnTo>
                        <a:pt x="7" y="16"/>
                      </a:lnTo>
                      <a:lnTo>
                        <a:pt x="6" y="16"/>
                      </a:lnTo>
                      <a:lnTo>
                        <a:pt x="6" y="16"/>
                      </a:lnTo>
                      <a:lnTo>
                        <a:pt x="6" y="16"/>
                      </a:lnTo>
                      <a:lnTo>
                        <a:pt x="6" y="16"/>
                      </a:lnTo>
                      <a:lnTo>
                        <a:pt x="6" y="16"/>
                      </a:lnTo>
                      <a:lnTo>
                        <a:pt x="6" y="16"/>
                      </a:lnTo>
                      <a:lnTo>
                        <a:pt x="6" y="16"/>
                      </a:lnTo>
                      <a:lnTo>
                        <a:pt x="6" y="16"/>
                      </a:lnTo>
                      <a:lnTo>
                        <a:pt x="6" y="16"/>
                      </a:lnTo>
                      <a:lnTo>
                        <a:pt x="6" y="16"/>
                      </a:lnTo>
                      <a:lnTo>
                        <a:pt x="6" y="16"/>
                      </a:lnTo>
                      <a:lnTo>
                        <a:pt x="6" y="16"/>
                      </a:lnTo>
                      <a:lnTo>
                        <a:pt x="6" y="16"/>
                      </a:lnTo>
                      <a:lnTo>
                        <a:pt x="6" y="16"/>
                      </a:lnTo>
                      <a:lnTo>
                        <a:pt x="4" y="18"/>
                      </a:lnTo>
                      <a:lnTo>
                        <a:pt x="4" y="18"/>
                      </a:lnTo>
                      <a:lnTo>
                        <a:pt x="4" y="18"/>
                      </a:lnTo>
                      <a:lnTo>
                        <a:pt x="4" y="18"/>
                      </a:lnTo>
                      <a:lnTo>
                        <a:pt x="4" y="18"/>
                      </a:lnTo>
                      <a:lnTo>
                        <a:pt x="4" y="18"/>
                      </a:lnTo>
                      <a:lnTo>
                        <a:pt x="4" y="18"/>
                      </a:lnTo>
                      <a:lnTo>
                        <a:pt x="4" y="18"/>
                      </a:lnTo>
                      <a:lnTo>
                        <a:pt x="4" y="18"/>
                      </a:lnTo>
                      <a:lnTo>
                        <a:pt x="4" y="18"/>
                      </a:lnTo>
                      <a:lnTo>
                        <a:pt x="4" y="18"/>
                      </a:lnTo>
                      <a:lnTo>
                        <a:pt x="2" y="18"/>
                      </a:lnTo>
                      <a:lnTo>
                        <a:pt x="2" y="20"/>
                      </a:lnTo>
                      <a:lnTo>
                        <a:pt x="2" y="20"/>
                      </a:lnTo>
                      <a:lnTo>
                        <a:pt x="2" y="20"/>
                      </a:lnTo>
                      <a:lnTo>
                        <a:pt x="2" y="20"/>
                      </a:lnTo>
                      <a:lnTo>
                        <a:pt x="2" y="20"/>
                      </a:lnTo>
                      <a:lnTo>
                        <a:pt x="2" y="20"/>
                      </a:lnTo>
                      <a:lnTo>
                        <a:pt x="2" y="20"/>
                      </a:lnTo>
                      <a:lnTo>
                        <a:pt x="2" y="20"/>
                      </a:lnTo>
                      <a:lnTo>
                        <a:pt x="2" y="20"/>
                      </a:lnTo>
                      <a:lnTo>
                        <a:pt x="0" y="18"/>
                      </a:lnTo>
                      <a:lnTo>
                        <a:pt x="2" y="18"/>
                      </a:lnTo>
                      <a:lnTo>
                        <a:pt x="2" y="18"/>
                      </a:lnTo>
                      <a:lnTo>
                        <a:pt x="0" y="18"/>
                      </a:lnTo>
                      <a:lnTo>
                        <a:pt x="2" y="18"/>
                      </a:lnTo>
                      <a:lnTo>
                        <a:pt x="2" y="18"/>
                      </a:lnTo>
                      <a:lnTo>
                        <a:pt x="2" y="18"/>
                      </a:lnTo>
                      <a:lnTo>
                        <a:pt x="0" y="18"/>
                      </a:lnTo>
                      <a:lnTo>
                        <a:pt x="0" y="18"/>
                      </a:lnTo>
                      <a:lnTo>
                        <a:pt x="0" y="18"/>
                      </a:lnTo>
                      <a:lnTo>
                        <a:pt x="0" y="16"/>
                      </a:lnTo>
                      <a:lnTo>
                        <a:pt x="0" y="16"/>
                      </a:lnTo>
                      <a:lnTo>
                        <a:pt x="0" y="16"/>
                      </a:lnTo>
                      <a:lnTo>
                        <a:pt x="0" y="16"/>
                      </a:lnTo>
                      <a:lnTo>
                        <a:pt x="0" y="16"/>
                      </a:lnTo>
                      <a:lnTo>
                        <a:pt x="0" y="16"/>
                      </a:lnTo>
                      <a:lnTo>
                        <a:pt x="0" y="16"/>
                      </a:lnTo>
                      <a:lnTo>
                        <a:pt x="0" y="16"/>
                      </a:lnTo>
                      <a:lnTo>
                        <a:pt x="0" y="16"/>
                      </a:lnTo>
                      <a:lnTo>
                        <a:pt x="0" y="16"/>
                      </a:lnTo>
                      <a:lnTo>
                        <a:pt x="0" y="14"/>
                      </a:lnTo>
                      <a:lnTo>
                        <a:pt x="0" y="14"/>
                      </a:lnTo>
                      <a:lnTo>
                        <a:pt x="2" y="14"/>
                      </a:lnTo>
                      <a:lnTo>
                        <a:pt x="2" y="14"/>
                      </a:lnTo>
                      <a:lnTo>
                        <a:pt x="2" y="14"/>
                      </a:lnTo>
                      <a:lnTo>
                        <a:pt x="2" y="14"/>
                      </a:lnTo>
                      <a:lnTo>
                        <a:pt x="2" y="14"/>
                      </a:lnTo>
                      <a:lnTo>
                        <a:pt x="2" y="14"/>
                      </a:lnTo>
                      <a:lnTo>
                        <a:pt x="2" y="14"/>
                      </a:lnTo>
                      <a:lnTo>
                        <a:pt x="2" y="13"/>
                      </a:lnTo>
                      <a:lnTo>
                        <a:pt x="2" y="13"/>
                      </a:lnTo>
                      <a:lnTo>
                        <a:pt x="2" y="13"/>
                      </a:lnTo>
                      <a:lnTo>
                        <a:pt x="2" y="13"/>
                      </a:lnTo>
                      <a:lnTo>
                        <a:pt x="2" y="13"/>
                      </a:lnTo>
                      <a:lnTo>
                        <a:pt x="2" y="13"/>
                      </a:lnTo>
                      <a:lnTo>
                        <a:pt x="2" y="13"/>
                      </a:lnTo>
                      <a:lnTo>
                        <a:pt x="2" y="13"/>
                      </a:lnTo>
                      <a:lnTo>
                        <a:pt x="2" y="13"/>
                      </a:lnTo>
                      <a:lnTo>
                        <a:pt x="2" y="13"/>
                      </a:lnTo>
                      <a:lnTo>
                        <a:pt x="2" y="13"/>
                      </a:lnTo>
                      <a:lnTo>
                        <a:pt x="2" y="13"/>
                      </a:lnTo>
                      <a:lnTo>
                        <a:pt x="2" y="13"/>
                      </a:lnTo>
                      <a:lnTo>
                        <a:pt x="2" y="13"/>
                      </a:lnTo>
                      <a:lnTo>
                        <a:pt x="2" y="13"/>
                      </a:lnTo>
                      <a:lnTo>
                        <a:pt x="2" y="13"/>
                      </a:lnTo>
                      <a:lnTo>
                        <a:pt x="4" y="13"/>
                      </a:lnTo>
                      <a:lnTo>
                        <a:pt x="4" y="13"/>
                      </a:lnTo>
                      <a:lnTo>
                        <a:pt x="4" y="11"/>
                      </a:lnTo>
                      <a:lnTo>
                        <a:pt x="4" y="11"/>
                      </a:lnTo>
                      <a:lnTo>
                        <a:pt x="4" y="11"/>
                      </a:lnTo>
                      <a:lnTo>
                        <a:pt x="4" y="11"/>
                      </a:lnTo>
                      <a:lnTo>
                        <a:pt x="4" y="11"/>
                      </a:lnTo>
                      <a:lnTo>
                        <a:pt x="4" y="11"/>
                      </a:lnTo>
                      <a:lnTo>
                        <a:pt x="4" y="11"/>
                      </a:lnTo>
                      <a:lnTo>
                        <a:pt x="4" y="11"/>
                      </a:lnTo>
                      <a:lnTo>
                        <a:pt x="4" y="11"/>
                      </a:lnTo>
                      <a:lnTo>
                        <a:pt x="4" y="11"/>
                      </a:lnTo>
                      <a:lnTo>
                        <a:pt x="4" y="9"/>
                      </a:lnTo>
                      <a:lnTo>
                        <a:pt x="4" y="9"/>
                      </a:lnTo>
                      <a:lnTo>
                        <a:pt x="4" y="9"/>
                      </a:lnTo>
                      <a:lnTo>
                        <a:pt x="4" y="9"/>
                      </a:lnTo>
                      <a:lnTo>
                        <a:pt x="4" y="9"/>
                      </a:lnTo>
                      <a:lnTo>
                        <a:pt x="4" y="11"/>
                      </a:lnTo>
                      <a:lnTo>
                        <a:pt x="4" y="11"/>
                      </a:lnTo>
                      <a:lnTo>
                        <a:pt x="4" y="11"/>
                      </a:lnTo>
                      <a:lnTo>
                        <a:pt x="4" y="11"/>
                      </a:lnTo>
                      <a:lnTo>
                        <a:pt x="4" y="11"/>
                      </a:lnTo>
                      <a:lnTo>
                        <a:pt x="4" y="11"/>
                      </a:lnTo>
                      <a:lnTo>
                        <a:pt x="4" y="11"/>
                      </a:lnTo>
                      <a:lnTo>
                        <a:pt x="4" y="11"/>
                      </a:lnTo>
                      <a:lnTo>
                        <a:pt x="4" y="11"/>
                      </a:lnTo>
                      <a:lnTo>
                        <a:pt x="4" y="11"/>
                      </a:lnTo>
                      <a:lnTo>
                        <a:pt x="4" y="11"/>
                      </a:lnTo>
                      <a:lnTo>
                        <a:pt x="6" y="11"/>
                      </a:lnTo>
                      <a:lnTo>
                        <a:pt x="6" y="11"/>
                      </a:lnTo>
                      <a:lnTo>
                        <a:pt x="6" y="11"/>
                      </a:lnTo>
                      <a:lnTo>
                        <a:pt x="6" y="11"/>
                      </a:lnTo>
                      <a:lnTo>
                        <a:pt x="6" y="11"/>
                      </a:lnTo>
                      <a:lnTo>
                        <a:pt x="6" y="11"/>
                      </a:lnTo>
                      <a:lnTo>
                        <a:pt x="6" y="11"/>
                      </a:lnTo>
                      <a:lnTo>
                        <a:pt x="6" y="11"/>
                      </a:lnTo>
                      <a:lnTo>
                        <a:pt x="6" y="9"/>
                      </a:lnTo>
                      <a:lnTo>
                        <a:pt x="6" y="9"/>
                      </a:lnTo>
                      <a:lnTo>
                        <a:pt x="6" y="9"/>
                      </a:lnTo>
                      <a:lnTo>
                        <a:pt x="6" y="9"/>
                      </a:lnTo>
                      <a:lnTo>
                        <a:pt x="6" y="9"/>
                      </a:lnTo>
                      <a:lnTo>
                        <a:pt x="6" y="9"/>
                      </a:lnTo>
                      <a:lnTo>
                        <a:pt x="7" y="9"/>
                      </a:lnTo>
                      <a:lnTo>
                        <a:pt x="7" y="9"/>
                      </a:lnTo>
                      <a:lnTo>
                        <a:pt x="6" y="9"/>
                      </a:lnTo>
                      <a:lnTo>
                        <a:pt x="6" y="9"/>
                      </a:lnTo>
                      <a:lnTo>
                        <a:pt x="6" y="9"/>
                      </a:lnTo>
                      <a:lnTo>
                        <a:pt x="7" y="7"/>
                      </a:lnTo>
                      <a:lnTo>
                        <a:pt x="7" y="7"/>
                      </a:lnTo>
                      <a:lnTo>
                        <a:pt x="7" y="7"/>
                      </a:lnTo>
                      <a:lnTo>
                        <a:pt x="7" y="5"/>
                      </a:lnTo>
                      <a:lnTo>
                        <a:pt x="7" y="5"/>
                      </a:lnTo>
                      <a:lnTo>
                        <a:pt x="7" y="5"/>
                      </a:lnTo>
                      <a:lnTo>
                        <a:pt x="7" y="5"/>
                      </a:lnTo>
                      <a:lnTo>
                        <a:pt x="7" y="5"/>
                      </a:lnTo>
                      <a:lnTo>
                        <a:pt x="7" y="5"/>
                      </a:lnTo>
                      <a:lnTo>
                        <a:pt x="7" y="5"/>
                      </a:lnTo>
                      <a:lnTo>
                        <a:pt x="7" y="5"/>
                      </a:lnTo>
                      <a:lnTo>
                        <a:pt x="9" y="4"/>
                      </a:lnTo>
                      <a:lnTo>
                        <a:pt x="9" y="4"/>
                      </a:lnTo>
                      <a:lnTo>
                        <a:pt x="9" y="4"/>
                      </a:lnTo>
                      <a:lnTo>
                        <a:pt x="9" y="4"/>
                      </a:lnTo>
                      <a:lnTo>
                        <a:pt x="9" y="4"/>
                      </a:lnTo>
                      <a:lnTo>
                        <a:pt x="9" y="4"/>
                      </a:lnTo>
                      <a:lnTo>
                        <a:pt x="9" y="2"/>
                      </a:lnTo>
                      <a:lnTo>
                        <a:pt x="9" y="2"/>
                      </a:lnTo>
                      <a:lnTo>
                        <a:pt x="9" y="2"/>
                      </a:lnTo>
                      <a:lnTo>
                        <a:pt x="9" y="2"/>
                      </a:lnTo>
                      <a:lnTo>
                        <a:pt x="9" y="2"/>
                      </a:lnTo>
                      <a:lnTo>
                        <a:pt x="9" y="2"/>
                      </a:lnTo>
                      <a:lnTo>
                        <a:pt x="9" y="2"/>
                      </a:lnTo>
                      <a:lnTo>
                        <a:pt x="9" y="2"/>
                      </a:lnTo>
                      <a:lnTo>
                        <a:pt x="9" y="2"/>
                      </a:lnTo>
                      <a:lnTo>
                        <a:pt x="9" y="2"/>
                      </a:lnTo>
                      <a:lnTo>
                        <a:pt x="9" y="2"/>
                      </a:lnTo>
                      <a:lnTo>
                        <a:pt x="9" y="2"/>
                      </a:lnTo>
                      <a:lnTo>
                        <a:pt x="1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4" name="Freeform 79">
                  <a:extLst>
                    <a:ext uri="{FF2B5EF4-FFF2-40B4-BE49-F238E27FC236}">
                      <a16:creationId xmlns:a16="http://schemas.microsoft.com/office/drawing/2014/main" id="{921E47A7-AFC1-F9E0-05CC-229A165E6296}"/>
                    </a:ext>
                  </a:extLst>
                </p:cNvPr>
                <p:cNvSpPr>
                  <a:spLocks noEditPoints="1"/>
                </p:cNvSpPr>
                <p:nvPr/>
              </p:nvSpPr>
              <p:spPr bwMode="auto">
                <a:xfrm>
                  <a:off x="2516910" y="3344769"/>
                  <a:ext cx="504214" cy="630719"/>
                </a:xfrm>
                <a:custGeom>
                  <a:avLst/>
                  <a:gdLst>
                    <a:gd name="T0" fmla="*/ 149 w 279"/>
                    <a:gd name="T1" fmla="*/ 55 h 349"/>
                    <a:gd name="T2" fmla="*/ 160 w 279"/>
                    <a:gd name="T3" fmla="*/ 60 h 349"/>
                    <a:gd name="T4" fmla="*/ 171 w 279"/>
                    <a:gd name="T5" fmla="*/ 77 h 349"/>
                    <a:gd name="T6" fmla="*/ 186 w 279"/>
                    <a:gd name="T7" fmla="*/ 88 h 349"/>
                    <a:gd name="T8" fmla="*/ 206 w 279"/>
                    <a:gd name="T9" fmla="*/ 93 h 349"/>
                    <a:gd name="T10" fmla="*/ 222 w 279"/>
                    <a:gd name="T11" fmla="*/ 97 h 349"/>
                    <a:gd name="T12" fmla="*/ 237 w 279"/>
                    <a:gd name="T13" fmla="*/ 101 h 349"/>
                    <a:gd name="T14" fmla="*/ 244 w 279"/>
                    <a:gd name="T15" fmla="*/ 110 h 349"/>
                    <a:gd name="T16" fmla="*/ 255 w 279"/>
                    <a:gd name="T17" fmla="*/ 122 h 349"/>
                    <a:gd name="T18" fmla="*/ 266 w 279"/>
                    <a:gd name="T19" fmla="*/ 135 h 349"/>
                    <a:gd name="T20" fmla="*/ 275 w 279"/>
                    <a:gd name="T21" fmla="*/ 137 h 349"/>
                    <a:gd name="T22" fmla="*/ 279 w 279"/>
                    <a:gd name="T23" fmla="*/ 150 h 349"/>
                    <a:gd name="T24" fmla="*/ 272 w 279"/>
                    <a:gd name="T25" fmla="*/ 161 h 349"/>
                    <a:gd name="T26" fmla="*/ 262 w 279"/>
                    <a:gd name="T27" fmla="*/ 174 h 349"/>
                    <a:gd name="T28" fmla="*/ 251 w 279"/>
                    <a:gd name="T29" fmla="*/ 185 h 349"/>
                    <a:gd name="T30" fmla="*/ 241 w 279"/>
                    <a:gd name="T31" fmla="*/ 199 h 349"/>
                    <a:gd name="T32" fmla="*/ 241 w 279"/>
                    <a:gd name="T33" fmla="*/ 201 h 349"/>
                    <a:gd name="T34" fmla="*/ 231 w 279"/>
                    <a:gd name="T35" fmla="*/ 214 h 349"/>
                    <a:gd name="T36" fmla="*/ 220 w 279"/>
                    <a:gd name="T37" fmla="*/ 212 h 349"/>
                    <a:gd name="T38" fmla="*/ 217 w 279"/>
                    <a:gd name="T39" fmla="*/ 210 h 349"/>
                    <a:gd name="T40" fmla="*/ 208 w 279"/>
                    <a:gd name="T41" fmla="*/ 219 h 349"/>
                    <a:gd name="T42" fmla="*/ 204 w 279"/>
                    <a:gd name="T43" fmla="*/ 236 h 349"/>
                    <a:gd name="T44" fmla="*/ 204 w 279"/>
                    <a:gd name="T45" fmla="*/ 247 h 349"/>
                    <a:gd name="T46" fmla="*/ 206 w 279"/>
                    <a:gd name="T47" fmla="*/ 261 h 349"/>
                    <a:gd name="T48" fmla="*/ 193 w 279"/>
                    <a:gd name="T49" fmla="*/ 267 h 349"/>
                    <a:gd name="T50" fmla="*/ 173 w 279"/>
                    <a:gd name="T51" fmla="*/ 272 h 349"/>
                    <a:gd name="T52" fmla="*/ 164 w 279"/>
                    <a:gd name="T53" fmla="*/ 280 h 349"/>
                    <a:gd name="T54" fmla="*/ 162 w 279"/>
                    <a:gd name="T55" fmla="*/ 294 h 349"/>
                    <a:gd name="T56" fmla="*/ 151 w 279"/>
                    <a:gd name="T57" fmla="*/ 303 h 349"/>
                    <a:gd name="T58" fmla="*/ 146 w 279"/>
                    <a:gd name="T59" fmla="*/ 303 h 349"/>
                    <a:gd name="T60" fmla="*/ 127 w 279"/>
                    <a:gd name="T61" fmla="*/ 305 h 349"/>
                    <a:gd name="T62" fmla="*/ 116 w 279"/>
                    <a:gd name="T63" fmla="*/ 313 h 349"/>
                    <a:gd name="T64" fmla="*/ 116 w 279"/>
                    <a:gd name="T65" fmla="*/ 325 h 349"/>
                    <a:gd name="T66" fmla="*/ 107 w 279"/>
                    <a:gd name="T67" fmla="*/ 334 h 349"/>
                    <a:gd name="T68" fmla="*/ 95 w 279"/>
                    <a:gd name="T69" fmla="*/ 338 h 349"/>
                    <a:gd name="T70" fmla="*/ 76 w 279"/>
                    <a:gd name="T71" fmla="*/ 336 h 349"/>
                    <a:gd name="T72" fmla="*/ 62 w 279"/>
                    <a:gd name="T73" fmla="*/ 342 h 349"/>
                    <a:gd name="T74" fmla="*/ 45 w 279"/>
                    <a:gd name="T75" fmla="*/ 347 h 349"/>
                    <a:gd name="T76" fmla="*/ 1 w 279"/>
                    <a:gd name="T77" fmla="*/ 263 h 349"/>
                    <a:gd name="T78" fmla="*/ 49 w 279"/>
                    <a:gd name="T79" fmla="*/ 249 h 349"/>
                    <a:gd name="T80" fmla="*/ 71 w 279"/>
                    <a:gd name="T81" fmla="*/ 239 h 349"/>
                    <a:gd name="T82" fmla="*/ 120 w 279"/>
                    <a:gd name="T83" fmla="*/ 188 h 349"/>
                    <a:gd name="T84" fmla="*/ 115 w 279"/>
                    <a:gd name="T85" fmla="*/ 128 h 349"/>
                    <a:gd name="T86" fmla="*/ 120 w 279"/>
                    <a:gd name="T87" fmla="*/ 110 h 349"/>
                    <a:gd name="T88" fmla="*/ 126 w 279"/>
                    <a:gd name="T89" fmla="*/ 91 h 349"/>
                    <a:gd name="T90" fmla="*/ 137 w 279"/>
                    <a:gd name="T91" fmla="*/ 86 h 349"/>
                    <a:gd name="T92" fmla="*/ 135 w 279"/>
                    <a:gd name="T93" fmla="*/ 75 h 349"/>
                    <a:gd name="T94" fmla="*/ 135 w 279"/>
                    <a:gd name="T95" fmla="*/ 57 h 349"/>
                    <a:gd name="T96" fmla="*/ 151 w 279"/>
                    <a:gd name="T97" fmla="*/ 38 h 349"/>
                    <a:gd name="T98" fmla="*/ 157 w 279"/>
                    <a:gd name="T99" fmla="*/ 0 h 349"/>
                    <a:gd name="T100" fmla="*/ 160 w 279"/>
                    <a:gd name="T101" fmla="*/ 2 h 349"/>
                    <a:gd name="T102" fmla="*/ 160 w 279"/>
                    <a:gd name="T103" fmla="*/ 7 h 349"/>
                    <a:gd name="T104" fmla="*/ 160 w 279"/>
                    <a:gd name="T105" fmla="*/ 9 h 349"/>
                    <a:gd name="T106" fmla="*/ 155 w 279"/>
                    <a:gd name="T107" fmla="*/ 7 h 349"/>
                    <a:gd name="T108" fmla="*/ 155 w 279"/>
                    <a:gd name="T109" fmla="*/ 9 h 349"/>
                    <a:gd name="T110" fmla="*/ 157 w 279"/>
                    <a:gd name="T111" fmla="*/ 15 h 349"/>
                    <a:gd name="T112" fmla="*/ 155 w 279"/>
                    <a:gd name="T113" fmla="*/ 22 h 349"/>
                    <a:gd name="T114" fmla="*/ 151 w 279"/>
                    <a:gd name="T115" fmla="*/ 26 h 349"/>
                    <a:gd name="T116" fmla="*/ 147 w 279"/>
                    <a:gd name="T117" fmla="*/ 15 h 349"/>
                    <a:gd name="T118" fmla="*/ 151 w 279"/>
                    <a:gd name="T119" fmla="*/ 5 h 349"/>
                    <a:gd name="T120" fmla="*/ 155 w 279"/>
                    <a:gd name="T121" fmla="*/ 7 h 349"/>
                    <a:gd name="T122" fmla="*/ 153 w 279"/>
                    <a:gd name="T123" fmla="*/ 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349">
                      <a:moveTo>
                        <a:pt x="144" y="53"/>
                      </a:moveTo>
                      <a:lnTo>
                        <a:pt x="144" y="55"/>
                      </a:lnTo>
                      <a:lnTo>
                        <a:pt x="142" y="53"/>
                      </a:lnTo>
                      <a:lnTo>
                        <a:pt x="142" y="55"/>
                      </a:lnTo>
                      <a:lnTo>
                        <a:pt x="142" y="57"/>
                      </a:lnTo>
                      <a:lnTo>
                        <a:pt x="144" y="58"/>
                      </a:lnTo>
                      <a:lnTo>
                        <a:pt x="146" y="58"/>
                      </a:lnTo>
                      <a:lnTo>
                        <a:pt x="147" y="58"/>
                      </a:lnTo>
                      <a:lnTo>
                        <a:pt x="149" y="58"/>
                      </a:lnTo>
                      <a:lnTo>
                        <a:pt x="149" y="57"/>
                      </a:lnTo>
                      <a:lnTo>
                        <a:pt x="149" y="55"/>
                      </a:lnTo>
                      <a:lnTo>
                        <a:pt x="151" y="55"/>
                      </a:lnTo>
                      <a:lnTo>
                        <a:pt x="153" y="55"/>
                      </a:lnTo>
                      <a:lnTo>
                        <a:pt x="153" y="53"/>
                      </a:lnTo>
                      <a:lnTo>
                        <a:pt x="155" y="53"/>
                      </a:lnTo>
                      <a:lnTo>
                        <a:pt x="155" y="51"/>
                      </a:lnTo>
                      <a:lnTo>
                        <a:pt x="157" y="53"/>
                      </a:lnTo>
                      <a:lnTo>
                        <a:pt x="157" y="55"/>
                      </a:lnTo>
                      <a:lnTo>
                        <a:pt x="158" y="57"/>
                      </a:lnTo>
                      <a:lnTo>
                        <a:pt x="158" y="58"/>
                      </a:lnTo>
                      <a:lnTo>
                        <a:pt x="158" y="60"/>
                      </a:lnTo>
                      <a:lnTo>
                        <a:pt x="160" y="60"/>
                      </a:lnTo>
                      <a:lnTo>
                        <a:pt x="160" y="62"/>
                      </a:lnTo>
                      <a:lnTo>
                        <a:pt x="162" y="64"/>
                      </a:lnTo>
                      <a:lnTo>
                        <a:pt x="162" y="66"/>
                      </a:lnTo>
                      <a:lnTo>
                        <a:pt x="164" y="68"/>
                      </a:lnTo>
                      <a:lnTo>
                        <a:pt x="164" y="69"/>
                      </a:lnTo>
                      <a:lnTo>
                        <a:pt x="166" y="69"/>
                      </a:lnTo>
                      <a:lnTo>
                        <a:pt x="168" y="69"/>
                      </a:lnTo>
                      <a:lnTo>
                        <a:pt x="168" y="71"/>
                      </a:lnTo>
                      <a:lnTo>
                        <a:pt x="169" y="73"/>
                      </a:lnTo>
                      <a:lnTo>
                        <a:pt x="171" y="75"/>
                      </a:lnTo>
                      <a:lnTo>
                        <a:pt x="171" y="77"/>
                      </a:lnTo>
                      <a:lnTo>
                        <a:pt x="173" y="77"/>
                      </a:lnTo>
                      <a:lnTo>
                        <a:pt x="173" y="79"/>
                      </a:lnTo>
                      <a:lnTo>
                        <a:pt x="175" y="80"/>
                      </a:lnTo>
                      <a:lnTo>
                        <a:pt x="177" y="82"/>
                      </a:lnTo>
                      <a:lnTo>
                        <a:pt x="178" y="84"/>
                      </a:lnTo>
                      <a:lnTo>
                        <a:pt x="180" y="84"/>
                      </a:lnTo>
                      <a:lnTo>
                        <a:pt x="180" y="86"/>
                      </a:lnTo>
                      <a:lnTo>
                        <a:pt x="182" y="86"/>
                      </a:lnTo>
                      <a:lnTo>
                        <a:pt x="182" y="88"/>
                      </a:lnTo>
                      <a:lnTo>
                        <a:pt x="184" y="88"/>
                      </a:lnTo>
                      <a:lnTo>
                        <a:pt x="186" y="88"/>
                      </a:lnTo>
                      <a:lnTo>
                        <a:pt x="188" y="90"/>
                      </a:lnTo>
                      <a:lnTo>
                        <a:pt x="189" y="90"/>
                      </a:lnTo>
                      <a:lnTo>
                        <a:pt x="191" y="90"/>
                      </a:lnTo>
                      <a:lnTo>
                        <a:pt x="193" y="90"/>
                      </a:lnTo>
                      <a:lnTo>
                        <a:pt x="195" y="91"/>
                      </a:lnTo>
                      <a:lnTo>
                        <a:pt x="197" y="91"/>
                      </a:lnTo>
                      <a:lnTo>
                        <a:pt x="199" y="93"/>
                      </a:lnTo>
                      <a:lnTo>
                        <a:pt x="200" y="93"/>
                      </a:lnTo>
                      <a:lnTo>
                        <a:pt x="202" y="93"/>
                      </a:lnTo>
                      <a:lnTo>
                        <a:pt x="204" y="93"/>
                      </a:lnTo>
                      <a:lnTo>
                        <a:pt x="206" y="93"/>
                      </a:lnTo>
                      <a:lnTo>
                        <a:pt x="206" y="95"/>
                      </a:lnTo>
                      <a:lnTo>
                        <a:pt x="208" y="95"/>
                      </a:lnTo>
                      <a:lnTo>
                        <a:pt x="210" y="95"/>
                      </a:lnTo>
                      <a:lnTo>
                        <a:pt x="211" y="95"/>
                      </a:lnTo>
                      <a:lnTo>
                        <a:pt x="211" y="97"/>
                      </a:lnTo>
                      <a:lnTo>
                        <a:pt x="213" y="95"/>
                      </a:lnTo>
                      <a:lnTo>
                        <a:pt x="215" y="95"/>
                      </a:lnTo>
                      <a:lnTo>
                        <a:pt x="217" y="95"/>
                      </a:lnTo>
                      <a:lnTo>
                        <a:pt x="219" y="97"/>
                      </a:lnTo>
                      <a:lnTo>
                        <a:pt x="220" y="97"/>
                      </a:lnTo>
                      <a:lnTo>
                        <a:pt x="222" y="97"/>
                      </a:lnTo>
                      <a:lnTo>
                        <a:pt x="222" y="99"/>
                      </a:lnTo>
                      <a:lnTo>
                        <a:pt x="224" y="99"/>
                      </a:lnTo>
                      <a:lnTo>
                        <a:pt x="226" y="101"/>
                      </a:lnTo>
                      <a:lnTo>
                        <a:pt x="228" y="101"/>
                      </a:lnTo>
                      <a:lnTo>
                        <a:pt x="230" y="101"/>
                      </a:lnTo>
                      <a:lnTo>
                        <a:pt x="230" y="99"/>
                      </a:lnTo>
                      <a:lnTo>
                        <a:pt x="231" y="99"/>
                      </a:lnTo>
                      <a:lnTo>
                        <a:pt x="233" y="99"/>
                      </a:lnTo>
                      <a:lnTo>
                        <a:pt x="235" y="99"/>
                      </a:lnTo>
                      <a:lnTo>
                        <a:pt x="235" y="101"/>
                      </a:lnTo>
                      <a:lnTo>
                        <a:pt x="237" y="101"/>
                      </a:lnTo>
                      <a:lnTo>
                        <a:pt x="237" y="102"/>
                      </a:lnTo>
                      <a:lnTo>
                        <a:pt x="237" y="101"/>
                      </a:lnTo>
                      <a:lnTo>
                        <a:pt x="237" y="102"/>
                      </a:lnTo>
                      <a:lnTo>
                        <a:pt x="239" y="102"/>
                      </a:lnTo>
                      <a:lnTo>
                        <a:pt x="241" y="102"/>
                      </a:lnTo>
                      <a:lnTo>
                        <a:pt x="241" y="104"/>
                      </a:lnTo>
                      <a:lnTo>
                        <a:pt x="241" y="106"/>
                      </a:lnTo>
                      <a:lnTo>
                        <a:pt x="242" y="106"/>
                      </a:lnTo>
                      <a:lnTo>
                        <a:pt x="242" y="108"/>
                      </a:lnTo>
                      <a:lnTo>
                        <a:pt x="244" y="108"/>
                      </a:lnTo>
                      <a:lnTo>
                        <a:pt x="244" y="110"/>
                      </a:lnTo>
                      <a:lnTo>
                        <a:pt x="246" y="110"/>
                      </a:lnTo>
                      <a:lnTo>
                        <a:pt x="246" y="111"/>
                      </a:lnTo>
                      <a:lnTo>
                        <a:pt x="246" y="113"/>
                      </a:lnTo>
                      <a:lnTo>
                        <a:pt x="248" y="113"/>
                      </a:lnTo>
                      <a:lnTo>
                        <a:pt x="250" y="113"/>
                      </a:lnTo>
                      <a:lnTo>
                        <a:pt x="250" y="115"/>
                      </a:lnTo>
                      <a:lnTo>
                        <a:pt x="250" y="117"/>
                      </a:lnTo>
                      <a:lnTo>
                        <a:pt x="251" y="119"/>
                      </a:lnTo>
                      <a:lnTo>
                        <a:pt x="251" y="121"/>
                      </a:lnTo>
                      <a:lnTo>
                        <a:pt x="253" y="121"/>
                      </a:lnTo>
                      <a:lnTo>
                        <a:pt x="255" y="122"/>
                      </a:lnTo>
                      <a:lnTo>
                        <a:pt x="257" y="122"/>
                      </a:lnTo>
                      <a:lnTo>
                        <a:pt x="257" y="124"/>
                      </a:lnTo>
                      <a:lnTo>
                        <a:pt x="257" y="126"/>
                      </a:lnTo>
                      <a:lnTo>
                        <a:pt x="259" y="128"/>
                      </a:lnTo>
                      <a:lnTo>
                        <a:pt x="259" y="130"/>
                      </a:lnTo>
                      <a:lnTo>
                        <a:pt x="261" y="130"/>
                      </a:lnTo>
                      <a:lnTo>
                        <a:pt x="261" y="132"/>
                      </a:lnTo>
                      <a:lnTo>
                        <a:pt x="262" y="132"/>
                      </a:lnTo>
                      <a:lnTo>
                        <a:pt x="262" y="133"/>
                      </a:lnTo>
                      <a:lnTo>
                        <a:pt x="264" y="133"/>
                      </a:lnTo>
                      <a:lnTo>
                        <a:pt x="266" y="135"/>
                      </a:lnTo>
                      <a:lnTo>
                        <a:pt x="268" y="135"/>
                      </a:lnTo>
                      <a:lnTo>
                        <a:pt x="268" y="137"/>
                      </a:lnTo>
                      <a:lnTo>
                        <a:pt x="270" y="137"/>
                      </a:lnTo>
                      <a:lnTo>
                        <a:pt x="272" y="137"/>
                      </a:lnTo>
                      <a:lnTo>
                        <a:pt x="273" y="137"/>
                      </a:lnTo>
                      <a:lnTo>
                        <a:pt x="275" y="137"/>
                      </a:lnTo>
                      <a:lnTo>
                        <a:pt x="275" y="139"/>
                      </a:lnTo>
                      <a:lnTo>
                        <a:pt x="275" y="141"/>
                      </a:lnTo>
                      <a:lnTo>
                        <a:pt x="277" y="139"/>
                      </a:lnTo>
                      <a:lnTo>
                        <a:pt x="275" y="139"/>
                      </a:lnTo>
                      <a:lnTo>
                        <a:pt x="275" y="137"/>
                      </a:lnTo>
                      <a:lnTo>
                        <a:pt x="275" y="139"/>
                      </a:lnTo>
                      <a:lnTo>
                        <a:pt x="277" y="139"/>
                      </a:lnTo>
                      <a:lnTo>
                        <a:pt x="277" y="137"/>
                      </a:lnTo>
                      <a:lnTo>
                        <a:pt x="277" y="139"/>
                      </a:lnTo>
                      <a:lnTo>
                        <a:pt x="279" y="139"/>
                      </a:lnTo>
                      <a:lnTo>
                        <a:pt x="279" y="141"/>
                      </a:lnTo>
                      <a:lnTo>
                        <a:pt x="279" y="143"/>
                      </a:lnTo>
                      <a:lnTo>
                        <a:pt x="279" y="144"/>
                      </a:lnTo>
                      <a:lnTo>
                        <a:pt x="279" y="146"/>
                      </a:lnTo>
                      <a:lnTo>
                        <a:pt x="279" y="148"/>
                      </a:lnTo>
                      <a:lnTo>
                        <a:pt x="279" y="150"/>
                      </a:lnTo>
                      <a:lnTo>
                        <a:pt x="277" y="150"/>
                      </a:lnTo>
                      <a:lnTo>
                        <a:pt x="277" y="152"/>
                      </a:lnTo>
                      <a:lnTo>
                        <a:pt x="275" y="152"/>
                      </a:lnTo>
                      <a:lnTo>
                        <a:pt x="275" y="154"/>
                      </a:lnTo>
                      <a:lnTo>
                        <a:pt x="273" y="154"/>
                      </a:lnTo>
                      <a:lnTo>
                        <a:pt x="273" y="155"/>
                      </a:lnTo>
                      <a:lnTo>
                        <a:pt x="273" y="157"/>
                      </a:lnTo>
                      <a:lnTo>
                        <a:pt x="272" y="159"/>
                      </a:lnTo>
                      <a:lnTo>
                        <a:pt x="273" y="159"/>
                      </a:lnTo>
                      <a:lnTo>
                        <a:pt x="272" y="159"/>
                      </a:lnTo>
                      <a:lnTo>
                        <a:pt x="272" y="161"/>
                      </a:lnTo>
                      <a:lnTo>
                        <a:pt x="270" y="161"/>
                      </a:lnTo>
                      <a:lnTo>
                        <a:pt x="270" y="163"/>
                      </a:lnTo>
                      <a:lnTo>
                        <a:pt x="268" y="164"/>
                      </a:lnTo>
                      <a:lnTo>
                        <a:pt x="268" y="166"/>
                      </a:lnTo>
                      <a:lnTo>
                        <a:pt x="266" y="166"/>
                      </a:lnTo>
                      <a:lnTo>
                        <a:pt x="266" y="168"/>
                      </a:lnTo>
                      <a:lnTo>
                        <a:pt x="266" y="170"/>
                      </a:lnTo>
                      <a:lnTo>
                        <a:pt x="264" y="170"/>
                      </a:lnTo>
                      <a:lnTo>
                        <a:pt x="264" y="172"/>
                      </a:lnTo>
                      <a:lnTo>
                        <a:pt x="264" y="174"/>
                      </a:lnTo>
                      <a:lnTo>
                        <a:pt x="262" y="174"/>
                      </a:lnTo>
                      <a:lnTo>
                        <a:pt x="262" y="175"/>
                      </a:lnTo>
                      <a:lnTo>
                        <a:pt x="261" y="177"/>
                      </a:lnTo>
                      <a:lnTo>
                        <a:pt x="262" y="177"/>
                      </a:lnTo>
                      <a:lnTo>
                        <a:pt x="261" y="177"/>
                      </a:lnTo>
                      <a:lnTo>
                        <a:pt x="259" y="179"/>
                      </a:lnTo>
                      <a:lnTo>
                        <a:pt x="257" y="179"/>
                      </a:lnTo>
                      <a:lnTo>
                        <a:pt x="255" y="179"/>
                      </a:lnTo>
                      <a:lnTo>
                        <a:pt x="255" y="181"/>
                      </a:lnTo>
                      <a:lnTo>
                        <a:pt x="253" y="181"/>
                      </a:lnTo>
                      <a:lnTo>
                        <a:pt x="251" y="183"/>
                      </a:lnTo>
                      <a:lnTo>
                        <a:pt x="251" y="185"/>
                      </a:lnTo>
                      <a:lnTo>
                        <a:pt x="250" y="185"/>
                      </a:lnTo>
                      <a:lnTo>
                        <a:pt x="250" y="186"/>
                      </a:lnTo>
                      <a:lnTo>
                        <a:pt x="248" y="186"/>
                      </a:lnTo>
                      <a:lnTo>
                        <a:pt x="246" y="188"/>
                      </a:lnTo>
                      <a:lnTo>
                        <a:pt x="244" y="190"/>
                      </a:lnTo>
                      <a:lnTo>
                        <a:pt x="242" y="192"/>
                      </a:lnTo>
                      <a:lnTo>
                        <a:pt x="242" y="194"/>
                      </a:lnTo>
                      <a:lnTo>
                        <a:pt x="242" y="196"/>
                      </a:lnTo>
                      <a:lnTo>
                        <a:pt x="241" y="196"/>
                      </a:lnTo>
                      <a:lnTo>
                        <a:pt x="241" y="197"/>
                      </a:lnTo>
                      <a:lnTo>
                        <a:pt x="241" y="199"/>
                      </a:lnTo>
                      <a:lnTo>
                        <a:pt x="239" y="199"/>
                      </a:lnTo>
                      <a:lnTo>
                        <a:pt x="239" y="201"/>
                      </a:lnTo>
                      <a:lnTo>
                        <a:pt x="237" y="201"/>
                      </a:lnTo>
                      <a:lnTo>
                        <a:pt x="239" y="201"/>
                      </a:lnTo>
                      <a:lnTo>
                        <a:pt x="239" y="203"/>
                      </a:lnTo>
                      <a:lnTo>
                        <a:pt x="239" y="201"/>
                      </a:lnTo>
                      <a:lnTo>
                        <a:pt x="241" y="201"/>
                      </a:lnTo>
                      <a:lnTo>
                        <a:pt x="239" y="201"/>
                      </a:lnTo>
                      <a:lnTo>
                        <a:pt x="239" y="199"/>
                      </a:lnTo>
                      <a:lnTo>
                        <a:pt x="241" y="199"/>
                      </a:lnTo>
                      <a:lnTo>
                        <a:pt x="241" y="201"/>
                      </a:lnTo>
                      <a:lnTo>
                        <a:pt x="241" y="203"/>
                      </a:lnTo>
                      <a:lnTo>
                        <a:pt x="239" y="203"/>
                      </a:lnTo>
                      <a:lnTo>
                        <a:pt x="237" y="203"/>
                      </a:lnTo>
                      <a:lnTo>
                        <a:pt x="235" y="205"/>
                      </a:lnTo>
                      <a:lnTo>
                        <a:pt x="235" y="207"/>
                      </a:lnTo>
                      <a:lnTo>
                        <a:pt x="235" y="208"/>
                      </a:lnTo>
                      <a:lnTo>
                        <a:pt x="233" y="208"/>
                      </a:lnTo>
                      <a:lnTo>
                        <a:pt x="233" y="210"/>
                      </a:lnTo>
                      <a:lnTo>
                        <a:pt x="233" y="212"/>
                      </a:lnTo>
                      <a:lnTo>
                        <a:pt x="233" y="214"/>
                      </a:lnTo>
                      <a:lnTo>
                        <a:pt x="231" y="214"/>
                      </a:lnTo>
                      <a:lnTo>
                        <a:pt x="231" y="216"/>
                      </a:lnTo>
                      <a:lnTo>
                        <a:pt x="230" y="216"/>
                      </a:lnTo>
                      <a:lnTo>
                        <a:pt x="228" y="216"/>
                      </a:lnTo>
                      <a:lnTo>
                        <a:pt x="226" y="216"/>
                      </a:lnTo>
                      <a:lnTo>
                        <a:pt x="224" y="216"/>
                      </a:lnTo>
                      <a:lnTo>
                        <a:pt x="222" y="216"/>
                      </a:lnTo>
                      <a:lnTo>
                        <a:pt x="224" y="216"/>
                      </a:lnTo>
                      <a:lnTo>
                        <a:pt x="222" y="216"/>
                      </a:lnTo>
                      <a:lnTo>
                        <a:pt x="222" y="214"/>
                      </a:lnTo>
                      <a:lnTo>
                        <a:pt x="220" y="214"/>
                      </a:lnTo>
                      <a:lnTo>
                        <a:pt x="220" y="212"/>
                      </a:lnTo>
                      <a:lnTo>
                        <a:pt x="222" y="212"/>
                      </a:lnTo>
                      <a:lnTo>
                        <a:pt x="222" y="210"/>
                      </a:lnTo>
                      <a:lnTo>
                        <a:pt x="222" y="208"/>
                      </a:lnTo>
                      <a:lnTo>
                        <a:pt x="222" y="207"/>
                      </a:lnTo>
                      <a:lnTo>
                        <a:pt x="220" y="207"/>
                      </a:lnTo>
                      <a:lnTo>
                        <a:pt x="219" y="207"/>
                      </a:lnTo>
                      <a:lnTo>
                        <a:pt x="219" y="208"/>
                      </a:lnTo>
                      <a:lnTo>
                        <a:pt x="217" y="208"/>
                      </a:lnTo>
                      <a:lnTo>
                        <a:pt x="217" y="210"/>
                      </a:lnTo>
                      <a:lnTo>
                        <a:pt x="215" y="210"/>
                      </a:lnTo>
                      <a:lnTo>
                        <a:pt x="217" y="210"/>
                      </a:lnTo>
                      <a:lnTo>
                        <a:pt x="215" y="212"/>
                      </a:lnTo>
                      <a:lnTo>
                        <a:pt x="217" y="212"/>
                      </a:lnTo>
                      <a:lnTo>
                        <a:pt x="215" y="212"/>
                      </a:lnTo>
                      <a:lnTo>
                        <a:pt x="213" y="214"/>
                      </a:lnTo>
                      <a:lnTo>
                        <a:pt x="211" y="214"/>
                      </a:lnTo>
                      <a:lnTo>
                        <a:pt x="211" y="216"/>
                      </a:lnTo>
                      <a:lnTo>
                        <a:pt x="213" y="216"/>
                      </a:lnTo>
                      <a:lnTo>
                        <a:pt x="213" y="217"/>
                      </a:lnTo>
                      <a:lnTo>
                        <a:pt x="211" y="217"/>
                      </a:lnTo>
                      <a:lnTo>
                        <a:pt x="210" y="219"/>
                      </a:lnTo>
                      <a:lnTo>
                        <a:pt x="208" y="219"/>
                      </a:lnTo>
                      <a:lnTo>
                        <a:pt x="208" y="221"/>
                      </a:lnTo>
                      <a:lnTo>
                        <a:pt x="208" y="223"/>
                      </a:lnTo>
                      <a:lnTo>
                        <a:pt x="208" y="225"/>
                      </a:lnTo>
                      <a:lnTo>
                        <a:pt x="208" y="227"/>
                      </a:lnTo>
                      <a:lnTo>
                        <a:pt x="208" y="228"/>
                      </a:lnTo>
                      <a:lnTo>
                        <a:pt x="206" y="228"/>
                      </a:lnTo>
                      <a:lnTo>
                        <a:pt x="206" y="230"/>
                      </a:lnTo>
                      <a:lnTo>
                        <a:pt x="206" y="232"/>
                      </a:lnTo>
                      <a:lnTo>
                        <a:pt x="206" y="234"/>
                      </a:lnTo>
                      <a:lnTo>
                        <a:pt x="204" y="234"/>
                      </a:lnTo>
                      <a:lnTo>
                        <a:pt x="204" y="236"/>
                      </a:lnTo>
                      <a:lnTo>
                        <a:pt x="202" y="238"/>
                      </a:lnTo>
                      <a:lnTo>
                        <a:pt x="202" y="239"/>
                      </a:lnTo>
                      <a:lnTo>
                        <a:pt x="202" y="241"/>
                      </a:lnTo>
                      <a:lnTo>
                        <a:pt x="204" y="241"/>
                      </a:lnTo>
                      <a:lnTo>
                        <a:pt x="204" y="243"/>
                      </a:lnTo>
                      <a:lnTo>
                        <a:pt x="202" y="243"/>
                      </a:lnTo>
                      <a:lnTo>
                        <a:pt x="204" y="243"/>
                      </a:lnTo>
                      <a:lnTo>
                        <a:pt x="202" y="243"/>
                      </a:lnTo>
                      <a:lnTo>
                        <a:pt x="202" y="245"/>
                      </a:lnTo>
                      <a:lnTo>
                        <a:pt x="202" y="247"/>
                      </a:lnTo>
                      <a:lnTo>
                        <a:pt x="204" y="247"/>
                      </a:lnTo>
                      <a:lnTo>
                        <a:pt x="204" y="249"/>
                      </a:lnTo>
                      <a:lnTo>
                        <a:pt x="204" y="250"/>
                      </a:lnTo>
                      <a:lnTo>
                        <a:pt x="206" y="250"/>
                      </a:lnTo>
                      <a:lnTo>
                        <a:pt x="204" y="250"/>
                      </a:lnTo>
                      <a:lnTo>
                        <a:pt x="204" y="252"/>
                      </a:lnTo>
                      <a:lnTo>
                        <a:pt x="204" y="254"/>
                      </a:lnTo>
                      <a:lnTo>
                        <a:pt x="204" y="256"/>
                      </a:lnTo>
                      <a:lnTo>
                        <a:pt x="204" y="258"/>
                      </a:lnTo>
                      <a:lnTo>
                        <a:pt x="206" y="258"/>
                      </a:lnTo>
                      <a:lnTo>
                        <a:pt x="206" y="260"/>
                      </a:lnTo>
                      <a:lnTo>
                        <a:pt x="206" y="261"/>
                      </a:lnTo>
                      <a:lnTo>
                        <a:pt x="206" y="263"/>
                      </a:lnTo>
                      <a:lnTo>
                        <a:pt x="208" y="263"/>
                      </a:lnTo>
                      <a:lnTo>
                        <a:pt x="208" y="265"/>
                      </a:lnTo>
                      <a:lnTo>
                        <a:pt x="206" y="265"/>
                      </a:lnTo>
                      <a:lnTo>
                        <a:pt x="204" y="265"/>
                      </a:lnTo>
                      <a:lnTo>
                        <a:pt x="204" y="267"/>
                      </a:lnTo>
                      <a:lnTo>
                        <a:pt x="202" y="267"/>
                      </a:lnTo>
                      <a:lnTo>
                        <a:pt x="200" y="267"/>
                      </a:lnTo>
                      <a:lnTo>
                        <a:pt x="199" y="267"/>
                      </a:lnTo>
                      <a:lnTo>
                        <a:pt x="195" y="267"/>
                      </a:lnTo>
                      <a:lnTo>
                        <a:pt x="193" y="267"/>
                      </a:lnTo>
                      <a:lnTo>
                        <a:pt x="191" y="267"/>
                      </a:lnTo>
                      <a:lnTo>
                        <a:pt x="189" y="267"/>
                      </a:lnTo>
                      <a:lnTo>
                        <a:pt x="188" y="267"/>
                      </a:lnTo>
                      <a:lnTo>
                        <a:pt x="186" y="269"/>
                      </a:lnTo>
                      <a:lnTo>
                        <a:pt x="184" y="269"/>
                      </a:lnTo>
                      <a:lnTo>
                        <a:pt x="180" y="269"/>
                      </a:lnTo>
                      <a:lnTo>
                        <a:pt x="178" y="270"/>
                      </a:lnTo>
                      <a:lnTo>
                        <a:pt x="177" y="270"/>
                      </a:lnTo>
                      <a:lnTo>
                        <a:pt x="175" y="270"/>
                      </a:lnTo>
                      <a:lnTo>
                        <a:pt x="175" y="272"/>
                      </a:lnTo>
                      <a:lnTo>
                        <a:pt x="173" y="272"/>
                      </a:lnTo>
                      <a:lnTo>
                        <a:pt x="171" y="272"/>
                      </a:lnTo>
                      <a:lnTo>
                        <a:pt x="171" y="274"/>
                      </a:lnTo>
                      <a:lnTo>
                        <a:pt x="169" y="274"/>
                      </a:lnTo>
                      <a:lnTo>
                        <a:pt x="169" y="276"/>
                      </a:lnTo>
                      <a:lnTo>
                        <a:pt x="168" y="276"/>
                      </a:lnTo>
                      <a:lnTo>
                        <a:pt x="168" y="278"/>
                      </a:lnTo>
                      <a:lnTo>
                        <a:pt x="166" y="278"/>
                      </a:lnTo>
                      <a:lnTo>
                        <a:pt x="166" y="280"/>
                      </a:lnTo>
                      <a:lnTo>
                        <a:pt x="164" y="280"/>
                      </a:lnTo>
                      <a:lnTo>
                        <a:pt x="164" y="281"/>
                      </a:lnTo>
                      <a:lnTo>
                        <a:pt x="164" y="280"/>
                      </a:lnTo>
                      <a:lnTo>
                        <a:pt x="166" y="280"/>
                      </a:lnTo>
                      <a:lnTo>
                        <a:pt x="164" y="280"/>
                      </a:lnTo>
                      <a:lnTo>
                        <a:pt x="164" y="281"/>
                      </a:lnTo>
                      <a:lnTo>
                        <a:pt x="164" y="283"/>
                      </a:lnTo>
                      <a:lnTo>
                        <a:pt x="164" y="285"/>
                      </a:lnTo>
                      <a:lnTo>
                        <a:pt x="164" y="287"/>
                      </a:lnTo>
                      <a:lnTo>
                        <a:pt x="164" y="289"/>
                      </a:lnTo>
                      <a:lnTo>
                        <a:pt x="164" y="291"/>
                      </a:lnTo>
                      <a:lnTo>
                        <a:pt x="162" y="291"/>
                      </a:lnTo>
                      <a:lnTo>
                        <a:pt x="162" y="292"/>
                      </a:lnTo>
                      <a:lnTo>
                        <a:pt x="162" y="294"/>
                      </a:lnTo>
                      <a:lnTo>
                        <a:pt x="162" y="296"/>
                      </a:lnTo>
                      <a:lnTo>
                        <a:pt x="160" y="296"/>
                      </a:lnTo>
                      <a:lnTo>
                        <a:pt x="160" y="298"/>
                      </a:lnTo>
                      <a:lnTo>
                        <a:pt x="158" y="298"/>
                      </a:lnTo>
                      <a:lnTo>
                        <a:pt x="157" y="298"/>
                      </a:lnTo>
                      <a:lnTo>
                        <a:pt x="157" y="300"/>
                      </a:lnTo>
                      <a:lnTo>
                        <a:pt x="157" y="302"/>
                      </a:lnTo>
                      <a:lnTo>
                        <a:pt x="155" y="302"/>
                      </a:lnTo>
                      <a:lnTo>
                        <a:pt x="155" y="303"/>
                      </a:lnTo>
                      <a:lnTo>
                        <a:pt x="153" y="303"/>
                      </a:lnTo>
                      <a:lnTo>
                        <a:pt x="151" y="303"/>
                      </a:lnTo>
                      <a:lnTo>
                        <a:pt x="149" y="303"/>
                      </a:lnTo>
                      <a:lnTo>
                        <a:pt x="149" y="302"/>
                      </a:lnTo>
                      <a:lnTo>
                        <a:pt x="149" y="303"/>
                      </a:lnTo>
                      <a:lnTo>
                        <a:pt x="149" y="302"/>
                      </a:lnTo>
                      <a:lnTo>
                        <a:pt x="149" y="303"/>
                      </a:lnTo>
                      <a:lnTo>
                        <a:pt x="149" y="302"/>
                      </a:lnTo>
                      <a:lnTo>
                        <a:pt x="149" y="303"/>
                      </a:lnTo>
                      <a:lnTo>
                        <a:pt x="149" y="302"/>
                      </a:lnTo>
                      <a:lnTo>
                        <a:pt x="147" y="302"/>
                      </a:lnTo>
                      <a:lnTo>
                        <a:pt x="147" y="303"/>
                      </a:lnTo>
                      <a:lnTo>
                        <a:pt x="146" y="303"/>
                      </a:lnTo>
                      <a:lnTo>
                        <a:pt x="144" y="303"/>
                      </a:lnTo>
                      <a:lnTo>
                        <a:pt x="142" y="303"/>
                      </a:lnTo>
                      <a:lnTo>
                        <a:pt x="140" y="303"/>
                      </a:lnTo>
                      <a:lnTo>
                        <a:pt x="138" y="303"/>
                      </a:lnTo>
                      <a:lnTo>
                        <a:pt x="137" y="303"/>
                      </a:lnTo>
                      <a:lnTo>
                        <a:pt x="135" y="303"/>
                      </a:lnTo>
                      <a:lnTo>
                        <a:pt x="133" y="303"/>
                      </a:lnTo>
                      <a:lnTo>
                        <a:pt x="131" y="303"/>
                      </a:lnTo>
                      <a:lnTo>
                        <a:pt x="129" y="303"/>
                      </a:lnTo>
                      <a:lnTo>
                        <a:pt x="129" y="305"/>
                      </a:lnTo>
                      <a:lnTo>
                        <a:pt x="127" y="305"/>
                      </a:lnTo>
                      <a:lnTo>
                        <a:pt x="126" y="305"/>
                      </a:lnTo>
                      <a:lnTo>
                        <a:pt x="124" y="305"/>
                      </a:lnTo>
                      <a:lnTo>
                        <a:pt x="122" y="307"/>
                      </a:lnTo>
                      <a:lnTo>
                        <a:pt x="122" y="309"/>
                      </a:lnTo>
                      <a:lnTo>
                        <a:pt x="120" y="309"/>
                      </a:lnTo>
                      <a:lnTo>
                        <a:pt x="122" y="309"/>
                      </a:lnTo>
                      <a:lnTo>
                        <a:pt x="120" y="309"/>
                      </a:lnTo>
                      <a:lnTo>
                        <a:pt x="120" y="311"/>
                      </a:lnTo>
                      <a:lnTo>
                        <a:pt x="120" y="313"/>
                      </a:lnTo>
                      <a:lnTo>
                        <a:pt x="118" y="313"/>
                      </a:lnTo>
                      <a:lnTo>
                        <a:pt x="116" y="313"/>
                      </a:lnTo>
                      <a:lnTo>
                        <a:pt x="116" y="314"/>
                      </a:lnTo>
                      <a:lnTo>
                        <a:pt x="115" y="314"/>
                      </a:lnTo>
                      <a:lnTo>
                        <a:pt x="115" y="316"/>
                      </a:lnTo>
                      <a:lnTo>
                        <a:pt x="115" y="318"/>
                      </a:lnTo>
                      <a:lnTo>
                        <a:pt x="115" y="320"/>
                      </a:lnTo>
                      <a:lnTo>
                        <a:pt x="116" y="320"/>
                      </a:lnTo>
                      <a:lnTo>
                        <a:pt x="116" y="322"/>
                      </a:lnTo>
                      <a:lnTo>
                        <a:pt x="116" y="323"/>
                      </a:lnTo>
                      <a:lnTo>
                        <a:pt x="116" y="325"/>
                      </a:lnTo>
                      <a:lnTo>
                        <a:pt x="115" y="325"/>
                      </a:lnTo>
                      <a:lnTo>
                        <a:pt x="116" y="325"/>
                      </a:lnTo>
                      <a:lnTo>
                        <a:pt x="115" y="325"/>
                      </a:lnTo>
                      <a:lnTo>
                        <a:pt x="115" y="327"/>
                      </a:lnTo>
                      <a:lnTo>
                        <a:pt x="116" y="327"/>
                      </a:lnTo>
                      <a:lnTo>
                        <a:pt x="115" y="327"/>
                      </a:lnTo>
                      <a:lnTo>
                        <a:pt x="115" y="329"/>
                      </a:lnTo>
                      <a:lnTo>
                        <a:pt x="113" y="329"/>
                      </a:lnTo>
                      <a:lnTo>
                        <a:pt x="113" y="331"/>
                      </a:lnTo>
                      <a:lnTo>
                        <a:pt x="111" y="331"/>
                      </a:lnTo>
                      <a:lnTo>
                        <a:pt x="111" y="333"/>
                      </a:lnTo>
                      <a:lnTo>
                        <a:pt x="109" y="334"/>
                      </a:lnTo>
                      <a:lnTo>
                        <a:pt x="107" y="334"/>
                      </a:lnTo>
                      <a:lnTo>
                        <a:pt x="107" y="336"/>
                      </a:lnTo>
                      <a:lnTo>
                        <a:pt x="107" y="334"/>
                      </a:lnTo>
                      <a:lnTo>
                        <a:pt x="107" y="336"/>
                      </a:lnTo>
                      <a:lnTo>
                        <a:pt x="105" y="336"/>
                      </a:lnTo>
                      <a:lnTo>
                        <a:pt x="104" y="336"/>
                      </a:lnTo>
                      <a:lnTo>
                        <a:pt x="104" y="338"/>
                      </a:lnTo>
                      <a:lnTo>
                        <a:pt x="102" y="338"/>
                      </a:lnTo>
                      <a:lnTo>
                        <a:pt x="100" y="338"/>
                      </a:lnTo>
                      <a:lnTo>
                        <a:pt x="98" y="338"/>
                      </a:lnTo>
                      <a:lnTo>
                        <a:pt x="96" y="338"/>
                      </a:lnTo>
                      <a:lnTo>
                        <a:pt x="95" y="338"/>
                      </a:lnTo>
                      <a:lnTo>
                        <a:pt x="95" y="336"/>
                      </a:lnTo>
                      <a:lnTo>
                        <a:pt x="95" y="334"/>
                      </a:lnTo>
                      <a:lnTo>
                        <a:pt x="93" y="334"/>
                      </a:lnTo>
                      <a:lnTo>
                        <a:pt x="91" y="334"/>
                      </a:lnTo>
                      <a:lnTo>
                        <a:pt x="89" y="334"/>
                      </a:lnTo>
                      <a:lnTo>
                        <a:pt x="87" y="334"/>
                      </a:lnTo>
                      <a:lnTo>
                        <a:pt x="85" y="334"/>
                      </a:lnTo>
                      <a:lnTo>
                        <a:pt x="84" y="334"/>
                      </a:lnTo>
                      <a:lnTo>
                        <a:pt x="80" y="334"/>
                      </a:lnTo>
                      <a:lnTo>
                        <a:pt x="78" y="336"/>
                      </a:lnTo>
                      <a:lnTo>
                        <a:pt x="76" y="336"/>
                      </a:lnTo>
                      <a:lnTo>
                        <a:pt x="74" y="336"/>
                      </a:lnTo>
                      <a:lnTo>
                        <a:pt x="73" y="336"/>
                      </a:lnTo>
                      <a:lnTo>
                        <a:pt x="71" y="336"/>
                      </a:lnTo>
                      <a:lnTo>
                        <a:pt x="71" y="338"/>
                      </a:lnTo>
                      <a:lnTo>
                        <a:pt x="69" y="338"/>
                      </a:lnTo>
                      <a:lnTo>
                        <a:pt x="69" y="340"/>
                      </a:lnTo>
                      <a:lnTo>
                        <a:pt x="67" y="340"/>
                      </a:lnTo>
                      <a:lnTo>
                        <a:pt x="65" y="340"/>
                      </a:lnTo>
                      <a:lnTo>
                        <a:pt x="64" y="340"/>
                      </a:lnTo>
                      <a:lnTo>
                        <a:pt x="62" y="340"/>
                      </a:lnTo>
                      <a:lnTo>
                        <a:pt x="62" y="342"/>
                      </a:lnTo>
                      <a:lnTo>
                        <a:pt x="60" y="342"/>
                      </a:lnTo>
                      <a:lnTo>
                        <a:pt x="60" y="344"/>
                      </a:lnTo>
                      <a:lnTo>
                        <a:pt x="58" y="344"/>
                      </a:lnTo>
                      <a:lnTo>
                        <a:pt x="56" y="345"/>
                      </a:lnTo>
                      <a:lnTo>
                        <a:pt x="54" y="345"/>
                      </a:lnTo>
                      <a:lnTo>
                        <a:pt x="53" y="345"/>
                      </a:lnTo>
                      <a:lnTo>
                        <a:pt x="51" y="345"/>
                      </a:lnTo>
                      <a:lnTo>
                        <a:pt x="49" y="345"/>
                      </a:lnTo>
                      <a:lnTo>
                        <a:pt x="47" y="345"/>
                      </a:lnTo>
                      <a:lnTo>
                        <a:pt x="45" y="345"/>
                      </a:lnTo>
                      <a:lnTo>
                        <a:pt x="45" y="347"/>
                      </a:lnTo>
                      <a:lnTo>
                        <a:pt x="43" y="347"/>
                      </a:lnTo>
                      <a:lnTo>
                        <a:pt x="42" y="347"/>
                      </a:lnTo>
                      <a:lnTo>
                        <a:pt x="40" y="347"/>
                      </a:lnTo>
                      <a:lnTo>
                        <a:pt x="40" y="349"/>
                      </a:lnTo>
                      <a:lnTo>
                        <a:pt x="38" y="349"/>
                      </a:lnTo>
                      <a:lnTo>
                        <a:pt x="36" y="349"/>
                      </a:lnTo>
                      <a:lnTo>
                        <a:pt x="25" y="325"/>
                      </a:lnTo>
                      <a:lnTo>
                        <a:pt x="23" y="325"/>
                      </a:lnTo>
                      <a:lnTo>
                        <a:pt x="0" y="265"/>
                      </a:lnTo>
                      <a:lnTo>
                        <a:pt x="0" y="263"/>
                      </a:lnTo>
                      <a:lnTo>
                        <a:pt x="1" y="263"/>
                      </a:lnTo>
                      <a:lnTo>
                        <a:pt x="3" y="263"/>
                      </a:lnTo>
                      <a:lnTo>
                        <a:pt x="5" y="261"/>
                      </a:lnTo>
                      <a:lnTo>
                        <a:pt x="7" y="261"/>
                      </a:lnTo>
                      <a:lnTo>
                        <a:pt x="9" y="261"/>
                      </a:lnTo>
                      <a:lnTo>
                        <a:pt x="11" y="260"/>
                      </a:lnTo>
                      <a:lnTo>
                        <a:pt x="25" y="256"/>
                      </a:lnTo>
                      <a:lnTo>
                        <a:pt x="32" y="252"/>
                      </a:lnTo>
                      <a:lnTo>
                        <a:pt x="36" y="252"/>
                      </a:lnTo>
                      <a:lnTo>
                        <a:pt x="45" y="249"/>
                      </a:lnTo>
                      <a:lnTo>
                        <a:pt x="47" y="249"/>
                      </a:lnTo>
                      <a:lnTo>
                        <a:pt x="49" y="249"/>
                      </a:lnTo>
                      <a:lnTo>
                        <a:pt x="49" y="247"/>
                      </a:lnTo>
                      <a:lnTo>
                        <a:pt x="53" y="247"/>
                      </a:lnTo>
                      <a:lnTo>
                        <a:pt x="56" y="245"/>
                      </a:lnTo>
                      <a:lnTo>
                        <a:pt x="60" y="243"/>
                      </a:lnTo>
                      <a:lnTo>
                        <a:pt x="62" y="243"/>
                      </a:lnTo>
                      <a:lnTo>
                        <a:pt x="64" y="243"/>
                      </a:lnTo>
                      <a:lnTo>
                        <a:pt x="65" y="241"/>
                      </a:lnTo>
                      <a:lnTo>
                        <a:pt x="67" y="241"/>
                      </a:lnTo>
                      <a:lnTo>
                        <a:pt x="69" y="241"/>
                      </a:lnTo>
                      <a:lnTo>
                        <a:pt x="71" y="241"/>
                      </a:lnTo>
                      <a:lnTo>
                        <a:pt x="71" y="239"/>
                      </a:lnTo>
                      <a:lnTo>
                        <a:pt x="73" y="239"/>
                      </a:lnTo>
                      <a:lnTo>
                        <a:pt x="78" y="238"/>
                      </a:lnTo>
                      <a:lnTo>
                        <a:pt x="80" y="238"/>
                      </a:lnTo>
                      <a:lnTo>
                        <a:pt x="82" y="238"/>
                      </a:lnTo>
                      <a:lnTo>
                        <a:pt x="82" y="236"/>
                      </a:lnTo>
                      <a:lnTo>
                        <a:pt x="87" y="234"/>
                      </a:lnTo>
                      <a:lnTo>
                        <a:pt x="93" y="232"/>
                      </a:lnTo>
                      <a:lnTo>
                        <a:pt x="105" y="228"/>
                      </a:lnTo>
                      <a:lnTo>
                        <a:pt x="111" y="214"/>
                      </a:lnTo>
                      <a:lnTo>
                        <a:pt x="115" y="201"/>
                      </a:lnTo>
                      <a:lnTo>
                        <a:pt x="120" y="188"/>
                      </a:lnTo>
                      <a:lnTo>
                        <a:pt x="120" y="185"/>
                      </a:lnTo>
                      <a:lnTo>
                        <a:pt x="122" y="183"/>
                      </a:lnTo>
                      <a:lnTo>
                        <a:pt x="124" y="174"/>
                      </a:lnTo>
                      <a:lnTo>
                        <a:pt x="129" y="157"/>
                      </a:lnTo>
                      <a:lnTo>
                        <a:pt x="126" y="150"/>
                      </a:lnTo>
                      <a:lnTo>
                        <a:pt x="124" y="148"/>
                      </a:lnTo>
                      <a:lnTo>
                        <a:pt x="118" y="139"/>
                      </a:lnTo>
                      <a:lnTo>
                        <a:pt x="115" y="132"/>
                      </a:lnTo>
                      <a:lnTo>
                        <a:pt x="113" y="132"/>
                      </a:lnTo>
                      <a:lnTo>
                        <a:pt x="115" y="130"/>
                      </a:lnTo>
                      <a:lnTo>
                        <a:pt x="115" y="128"/>
                      </a:lnTo>
                      <a:lnTo>
                        <a:pt x="115" y="126"/>
                      </a:lnTo>
                      <a:lnTo>
                        <a:pt x="115" y="124"/>
                      </a:lnTo>
                      <a:lnTo>
                        <a:pt x="115" y="122"/>
                      </a:lnTo>
                      <a:lnTo>
                        <a:pt x="115" y="121"/>
                      </a:lnTo>
                      <a:lnTo>
                        <a:pt x="115" y="119"/>
                      </a:lnTo>
                      <a:lnTo>
                        <a:pt x="115" y="117"/>
                      </a:lnTo>
                      <a:lnTo>
                        <a:pt x="116" y="115"/>
                      </a:lnTo>
                      <a:lnTo>
                        <a:pt x="116" y="113"/>
                      </a:lnTo>
                      <a:lnTo>
                        <a:pt x="118" y="113"/>
                      </a:lnTo>
                      <a:lnTo>
                        <a:pt x="118" y="111"/>
                      </a:lnTo>
                      <a:lnTo>
                        <a:pt x="120" y="110"/>
                      </a:lnTo>
                      <a:lnTo>
                        <a:pt x="120" y="108"/>
                      </a:lnTo>
                      <a:lnTo>
                        <a:pt x="120" y="106"/>
                      </a:lnTo>
                      <a:lnTo>
                        <a:pt x="120" y="104"/>
                      </a:lnTo>
                      <a:lnTo>
                        <a:pt x="122" y="102"/>
                      </a:lnTo>
                      <a:lnTo>
                        <a:pt x="124" y="102"/>
                      </a:lnTo>
                      <a:lnTo>
                        <a:pt x="124" y="101"/>
                      </a:lnTo>
                      <a:lnTo>
                        <a:pt x="124" y="99"/>
                      </a:lnTo>
                      <a:lnTo>
                        <a:pt x="124" y="97"/>
                      </a:lnTo>
                      <a:lnTo>
                        <a:pt x="126" y="95"/>
                      </a:lnTo>
                      <a:lnTo>
                        <a:pt x="127" y="93"/>
                      </a:lnTo>
                      <a:lnTo>
                        <a:pt x="126" y="91"/>
                      </a:lnTo>
                      <a:lnTo>
                        <a:pt x="127" y="90"/>
                      </a:lnTo>
                      <a:lnTo>
                        <a:pt x="126" y="90"/>
                      </a:lnTo>
                      <a:lnTo>
                        <a:pt x="126" y="88"/>
                      </a:lnTo>
                      <a:lnTo>
                        <a:pt x="124" y="88"/>
                      </a:lnTo>
                      <a:lnTo>
                        <a:pt x="127" y="86"/>
                      </a:lnTo>
                      <a:lnTo>
                        <a:pt x="129" y="84"/>
                      </a:lnTo>
                      <a:lnTo>
                        <a:pt x="131" y="84"/>
                      </a:lnTo>
                      <a:lnTo>
                        <a:pt x="133" y="84"/>
                      </a:lnTo>
                      <a:lnTo>
                        <a:pt x="135" y="84"/>
                      </a:lnTo>
                      <a:lnTo>
                        <a:pt x="135" y="86"/>
                      </a:lnTo>
                      <a:lnTo>
                        <a:pt x="137" y="86"/>
                      </a:lnTo>
                      <a:lnTo>
                        <a:pt x="137" y="84"/>
                      </a:lnTo>
                      <a:lnTo>
                        <a:pt x="138" y="84"/>
                      </a:lnTo>
                      <a:lnTo>
                        <a:pt x="142" y="82"/>
                      </a:lnTo>
                      <a:lnTo>
                        <a:pt x="142" y="80"/>
                      </a:lnTo>
                      <a:lnTo>
                        <a:pt x="140" y="79"/>
                      </a:lnTo>
                      <a:lnTo>
                        <a:pt x="140" y="77"/>
                      </a:lnTo>
                      <a:lnTo>
                        <a:pt x="138" y="77"/>
                      </a:lnTo>
                      <a:lnTo>
                        <a:pt x="137" y="79"/>
                      </a:lnTo>
                      <a:lnTo>
                        <a:pt x="137" y="77"/>
                      </a:lnTo>
                      <a:lnTo>
                        <a:pt x="135" y="77"/>
                      </a:lnTo>
                      <a:lnTo>
                        <a:pt x="135" y="75"/>
                      </a:lnTo>
                      <a:lnTo>
                        <a:pt x="137" y="73"/>
                      </a:lnTo>
                      <a:lnTo>
                        <a:pt x="137" y="71"/>
                      </a:lnTo>
                      <a:lnTo>
                        <a:pt x="135" y="69"/>
                      </a:lnTo>
                      <a:lnTo>
                        <a:pt x="135" y="68"/>
                      </a:lnTo>
                      <a:lnTo>
                        <a:pt x="135" y="66"/>
                      </a:lnTo>
                      <a:lnTo>
                        <a:pt x="135" y="64"/>
                      </a:lnTo>
                      <a:lnTo>
                        <a:pt x="137" y="62"/>
                      </a:lnTo>
                      <a:lnTo>
                        <a:pt x="135" y="60"/>
                      </a:lnTo>
                      <a:lnTo>
                        <a:pt x="137" y="58"/>
                      </a:lnTo>
                      <a:lnTo>
                        <a:pt x="135" y="58"/>
                      </a:lnTo>
                      <a:lnTo>
                        <a:pt x="135" y="57"/>
                      </a:lnTo>
                      <a:lnTo>
                        <a:pt x="135" y="55"/>
                      </a:lnTo>
                      <a:lnTo>
                        <a:pt x="137" y="53"/>
                      </a:lnTo>
                      <a:lnTo>
                        <a:pt x="137" y="51"/>
                      </a:lnTo>
                      <a:lnTo>
                        <a:pt x="138" y="51"/>
                      </a:lnTo>
                      <a:lnTo>
                        <a:pt x="140" y="51"/>
                      </a:lnTo>
                      <a:lnTo>
                        <a:pt x="142" y="51"/>
                      </a:lnTo>
                      <a:lnTo>
                        <a:pt x="144" y="51"/>
                      </a:lnTo>
                      <a:lnTo>
                        <a:pt x="144" y="53"/>
                      </a:lnTo>
                      <a:close/>
                      <a:moveTo>
                        <a:pt x="153" y="38"/>
                      </a:moveTo>
                      <a:lnTo>
                        <a:pt x="153" y="40"/>
                      </a:lnTo>
                      <a:lnTo>
                        <a:pt x="151" y="38"/>
                      </a:lnTo>
                      <a:lnTo>
                        <a:pt x="149" y="38"/>
                      </a:lnTo>
                      <a:lnTo>
                        <a:pt x="151" y="38"/>
                      </a:lnTo>
                      <a:lnTo>
                        <a:pt x="151" y="37"/>
                      </a:lnTo>
                      <a:lnTo>
                        <a:pt x="153" y="37"/>
                      </a:lnTo>
                      <a:lnTo>
                        <a:pt x="153" y="38"/>
                      </a:lnTo>
                      <a:close/>
                      <a:moveTo>
                        <a:pt x="155" y="0"/>
                      </a:moveTo>
                      <a:lnTo>
                        <a:pt x="157" y="0"/>
                      </a:lnTo>
                      <a:lnTo>
                        <a:pt x="157" y="2"/>
                      </a:lnTo>
                      <a:lnTo>
                        <a:pt x="155" y="2"/>
                      </a:lnTo>
                      <a:lnTo>
                        <a:pt x="157" y="2"/>
                      </a:lnTo>
                      <a:lnTo>
                        <a:pt x="157" y="0"/>
                      </a:lnTo>
                      <a:lnTo>
                        <a:pt x="157" y="2"/>
                      </a:lnTo>
                      <a:lnTo>
                        <a:pt x="157" y="0"/>
                      </a:lnTo>
                      <a:lnTo>
                        <a:pt x="157" y="2"/>
                      </a:lnTo>
                      <a:lnTo>
                        <a:pt x="158" y="2"/>
                      </a:lnTo>
                      <a:lnTo>
                        <a:pt x="160" y="2"/>
                      </a:lnTo>
                      <a:lnTo>
                        <a:pt x="158" y="2"/>
                      </a:lnTo>
                      <a:lnTo>
                        <a:pt x="160" y="2"/>
                      </a:lnTo>
                      <a:lnTo>
                        <a:pt x="160" y="4"/>
                      </a:lnTo>
                      <a:lnTo>
                        <a:pt x="160" y="2"/>
                      </a:lnTo>
                      <a:lnTo>
                        <a:pt x="160" y="4"/>
                      </a:lnTo>
                      <a:lnTo>
                        <a:pt x="160" y="2"/>
                      </a:lnTo>
                      <a:lnTo>
                        <a:pt x="158" y="2"/>
                      </a:lnTo>
                      <a:lnTo>
                        <a:pt x="158" y="4"/>
                      </a:lnTo>
                      <a:lnTo>
                        <a:pt x="158" y="2"/>
                      </a:lnTo>
                      <a:lnTo>
                        <a:pt x="158" y="4"/>
                      </a:lnTo>
                      <a:lnTo>
                        <a:pt x="157" y="4"/>
                      </a:lnTo>
                      <a:lnTo>
                        <a:pt x="157" y="5"/>
                      </a:lnTo>
                      <a:lnTo>
                        <a:pt x="158" y="5"/>
                      </a:lnTo>
                      <a:lnTo>
                        <a:pt x="160" y="5"/>
                      </a:lnTo>
                      <a:lnTo>
                        <a:pt x="158" y="5"/>
                      </a:lnTo>
                      <a:lnTo>
                        <a:pt x="158" y="7"/>
                      </a:lnTo>
                      <a:lnTo>
                        <a:pt x="160" y="7"/>
                      </a:lnTo>
                      <a:lnTo>
                        <a:pt x="158" y="7"/>
                      </a:lnTo>
                      <a:lnTo>
                        <a:pt x="158" y="5"/>
                      </a:lnTo>
                      <a:lnTo>
                        <a:pt x="158" y="7"/>
                      </a:lnTo>
                      <a:lnTo>
                        <a:pt x="157" y="7"/>
                      </a:lnTo>
                      <a:lnTo>
                        <a:pt x="158" y="7"/>
                      </a:lnTo>
                      <a:lnTo>
                        <a:pt x="157" y="7"/>
                      </a:lnTo>
                      <a:lnTo>
                        <a:pt x="158" y="7"/>
                      </a:lnTo>
                      <a:lnTo>
                        <a:pt x="158" y="9"/>
                      </a:lnTo>
                      <a:lnTo>
                        <a:pt x="158" y="7"/>
                      </a:lnTo>
                      <a:lnTo>
                        <a:pt x="158" y="9"/>
                      </a:lnTo>
                      <a:lnTo>
                        <a:pt x="160" y="9"/>
                      </a:lnTo>
                      <a:lnTo>
                        <a:pt x="158" y="9"/>
                      </a:lnTo>
                      <a:lnTo>
                        <a:pt x="157" y="9"/>
                      </a:lnTo>
                      <a:lnTo>
                        <a:pt x="157" y="7"/>
                      </a:lnTo>
                      <a:lnTo>
                        <a:pt x="155" y="9"/>
                      </a:lnTo>
                      <a:lnTo>
                        <a:pt x="155" y="7"/>
                      </a:lnTo>
                      <a:lnTo>
                        <a:pt x="157" y="7"/>
                      </a:lnTo>
                      <a:lnTo>
                        <a:pt x="155" y="7"/>
                      </a:lnTo>
                      <a:lnTo>
                        <a:pt x="157" y="7"/>
                      </a:lnTo>
                      <a:lnTo>
                        <a:pt x="155" y="7"/>
                      </a:lnTo>
                      <a:lnTo>
                        <a:pt x="157" y="7"/>
                      </a:lnTo>
                      <a:lnTo>
                        <a:pt x="155" y="7"/>
                      </a:lnTo>
                      <a:lnTo>
                        <a:pt x="153" y="7"/>
                      </a:lnTo>
                      <a:lnTo>
                        <a:pt x="153" y="9"/>
                      </a:lnTo>
                      <a:lnTo>
                        <a:pt x="155" y="9"/>
                      </a:lnTo>
                      <a:lnTo>
                        <a:pt x="153" y="9"/>
                      </a:lnTo>
                      <a:lnTo>
                        <a:pt x="155" y="9"/>
                      </a:lnTo>
                      <a:lnTo>
                        <a:pt x="153" y="9"/>
                      </a:lnTo>
                      <a:lnTo>
                        <a:pt x="155" y="9"/>
                      </a:lnTo>
                      <a:lnTo>
                        <a:pt x="155" y="11"/>
                      </a:lnTo>
                      <a:lnTo>
                        <a:pt x="153" y="11"/>
                      </a:lnTo>
                      <a:lnTo>
                        <a:pt x="155" y="11"/>
                      </a:lnTo>
                      <a:lnTo>
                        <a:pt x="155" y="9"/>
                      </a:lnTo>
                      <a:lnTo>
                        <a:pt x="155" y="11"/>
                      </a:lnTo>
                      <a:lnTo>
                        <a:pt x="157" y="11"/>
                      </a:lnTo>
                      <a:lnTo>
                        <a:pt x="157" y="9"/>
                      </a:lnTo>
                      <a:lnTo>
                        <a:pt x="157" y="11"/>
                      </a:lnTo>
                      <a:lnTo>
                        <a:pt x="158" y="11"/>
                      </a:lnTo>
                      <a:lnTo>
                        <a:pt x="157" y="11"/>
                      </a:lnTo>
                      <a:lnTo>
                        <a:pt x="158" y="13"/>
                      </a:lnTo>
                      <a:lnTo>
                        <a:pt x="157" y="13"/>
                      </a:lnTo>
                      <a:lnTo>
                        <a:pt x="155" y="13"/>
                      </a:lnTo>
                      <a:lnTo>
                        <a:pt x="157" y="13"/>
                      </a:lnTo>
                      <a:lnTo>
                        <a:pt x="157" y="15"/>
                      </a:lnTo>
                      <a:lnTo>
                        <a:pt x="157" y="16"/>
                      </a:lnTo>
                      <a:lnTo>
                        <a:pt x="158" y="16"/>
                      </a:lnTo>
                      <a:lnTo>
                        <a:pt x="157" y="16"/>
                      </a:lnTo>
                      <a:lnTo>
                        <a:pt x="157" y="18"/>
                      </a:lnTo>
                      <a:lnTo>
                        <a:pt x="155" y="18"/>
                      </a:lnTo>
                      <a:lnTo>
                        <a:pt x="155" y="20"/>
                      </a:lnTo>
                      <a:lnTo>
                        <a:pt x="155" y="18"/>
                      </a:lnTo>
                      <a:lnTo>
                        <a:pt x="155" y="20"/>
                      </a:lnTo>
                      <a:lnTo>
                        <a:pt x="157" y="20"/>
                      </a:lnTo>
                      <a:lnTo>
                        <a:pt x="155" y="20"/>
                      </a:lnTo>
                      <a:lnTo>
                        <a:pt x="155" y="22"/>
                      </a:lnTo>
                      <a:lnTo>
                        <a:pt x="155" y="20"/>
                      </a:lnTo>
                      <a:lnTo>
                        <a:pt x="155" y="22"/>
                      </a:lnTo>
                      <a:lnTo>
                        <a:pt x="153" y="22"/>
                      </a:lnTo>
                      <a:lnTo>
                        <a:pt x="153" y="24"/>
                      </a:lnTo>
                      <a:lnTo>
                        <a:pt x="153" y="22"/>
                      </a:lnTo>
                      <a:lnTo>
                        <a:pt x="153" y="24"/>
                      </a:lnTo>
                      <a:lnTo>
                        <a:pt x="151" y="24"/>
                      </a:lnTo>
                      <a:lnTo>
                        <a:pt x="153" y="24"/>
                      </a:lnTo>
                      <a:lnTo>
                        <a:pt x="151" y="26"/>
                      </a:lnTo>
                      <a:lnTo>
                        <a:pt x="153" y="26"/>
                      </a:lnTo>
                      <a:lnTo>
                        <a:pt x="151" y="26"/>
                      </a:lnTo>
                      <a:lnTo>
                        <a:pt x="151" y="27"/>
                      </a:lnTo>
                      <a:lnTo>
                        <a:pt x="149" y="27"/>
                      </a:lnTo>
                      <a:lnTo>
                        <a:pt x="147" y="27"/>
                      </a:lnTo>
                      <a:lnTo>
                        <a:pt x="147" y="26"/>
                      </a:lnTo>
                      <a:lnTo>
                        <a:pt x="147" y="24"/>
                      </a:lnTo>
                      <a:lnTo>
                        <a:pt x="147" y="22"/>
                      </a:lnTo>
                      <a:lnTo>
                        <a:pt x="147" y="20"/>
                      </a:lnTo>
                      <a:lnTo>
                        <a:pt x="147" y="18"/>
                      </a:lnTo>
                      <a:lnTo>
                        <a:pt x="147" y="16"/>
                      </a:lnTo>
                      <a:lnTo>
                        <a:pt x="149" y="15"/>
                      </a:lnTo>
                      <a:lnTo>
                        <a:pt x="147" y="15"/>
                      </a:lnTo>
                      <a:lnTo>
                        <a:pt x="149" y="13"/>
                      </a:lnTo>
                      <a:lnTo>
                        <a:pt x="147" y="13"/>
                      </a:lnTo>
                      <a:lnTo>
                        <a:pt x="147" y="11"/>
                      </a:lnTo>
                      <a:lnTo>
                        <a:pt x="146" y="11"/>
                      </a:lnTo>
                      <a:lnTo>
                        <a:pt x="146" y="9"/>
                      </a:lnTo>
                      <a:lnTo>
                        <a:pt x="147" y="9"/>
                      </a:lnTo>
                      <a:lnTo>
                        <a:pt x="147" y="7"/>
                      </a:lnTo>
                      <a:lnTo>
                        <a:pt x="149" y="5"/>
                      </a:lnTo>
                      <a:lnTo>
                        <a:pt x="149" y="7"/>
                      </a:lnTo>
                      <a:lnTo>
                        <a:pt x="149" y="5"/>
                      </a:lnTo>
                      <a:lnTo>
                        <a:pt x="151" y="5"/>
                      </a:lnTo>
                      <a:lnTo>
                        <a:pt x="151" y="7"/>
                      </a:lnTo>
                      <a:lnTo>
                        <a:pt x="151" y="5"/>
                      </a:lnTo>
                      <a:lnTo>
                        <a:pt x="153" y="5"/>
                      </a:lnTo>
                      <a:lnTo>
                        <a:pt x="153" y="7"/>
                      </a:lnTo>
                      <a:lnTo>
                        <a:pt x="153" y="5"/>
                      </a:lnTo>
                      <a:lnTo>
                        <a:pt x="153" y="7"/>
                      </a:lnTo>
                      <a:lnTo>
                        <a:pt x="155" y="7"/>
                      </a:lnTo>
                      <a:lnTo>
                        <a:pt x="155" y="5"/>
                      </a:lnTo>
                      <a:lnTo>
                        <a:pt x="155" y="7"/>
                      </a:lnTo>
                      <a:lnTo>
                        <a:pt x="155" y="5"/>
                      </a:lnTo>
                      <a:lnTo>
                        <a:pt x="155" y="7"/>
                      </a:lnTo>
                      <a:lnTo>
                        <a:pt x="157" y="7"/>
                      </a:lnTo>
                      <a:lnTo>
                        <a:pt x="157" y="5"/>
                      </a:lnTo>
                      <a:lnTo>
                        <a:pt x="155" y="5"/>
                      </a:lnTo>
                      <a:lnTo>
                        <a:pt x="155" y="7"/>
                      </a:lnTo>
                      <a:lnTo>
                        <a:pt x="153" y="7"/>
                      </a:lnTo>
                      <a:lnTo>
                        <a:pt x="153" y="5"/>
                      </a:lnTo>
                      <a:lnTo>
                        <a:pt x="153" y="4"/>
                      </a:lnTo>
                      <a:lnTo>
                        <a:pt x="155" y="4"/>
                      </a:lnTo>
                      <a:lnTo>
                        <a:pt x="155" y="5"/>
                      </a:lnTo>
                      <a:lnTo>
                        <a:pt x="155" y="4"/>
                      </a:lnTo>
                      <a:lnTo>
                        <a:pt x="153" y="4"/>
                      </a:lnTo>
                      <a:lnTo>
                        <a:pt x="153" y="2"/>
                      </a:lnTo>
                      <a:lnTo>
                        <a:pt x="155" y="2"/>
                      </a:lnTo>
                      <a:lnTo>
                        <a:pt x="155" y="4"/>
                      </a:lnTo>
                      <a:lnTo>
                        <a:pt x="155" y="2"/>
                      </a:lnTo>
                      <a:lnTo>
                        <a:pt x="155"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5" name="Freeform 80">
                  <a:extLst>
                    <a:ext uri="{FF2B5EF4-FFF2-40B4-BE49-F238E27FC236}">
                      <a16:creationId xmlns:a16="http://schemas.microsoft.com/office/drawing/2014/main" id="{B2CFD4F4-8613-1666-EB15-5BA24FA2FD08}"/>
                    </a:ext>
                  </a:extLst>
                </p:cNvPr>
                <p:cNvSpPr>
                  <a:spLocks noEditPoints="1"/>
                </p:cNvSpPr>
                <p:nvPr/>
              </p:nvSpPr>
              <p:spPr bwMode="auto">
                <a:xfrm>
                  <a:off x="2746427" y="3344769"/>
                  <a:ext cx="206023" cy="578309"/>
                </a:xfrm>
                <a:custGeom>
                  <a:avLst/>
                  <a:gdLst>
                    <a:gd name="T0" fmla="*/ 0 w 114"/>
                    <a:gd name="T1" fmla="*/ 320 h 320"/>
                    <a:gd name="T2" fmla="*/ 0 w 114"/>
                    <a:gd name="T3" fmla="*/ 320 h 320"/>
                    <a:gd name="T4" fmla="*/ 28 w 114"/>
                    <a:gd name="T5" fmla="*/ 318 h 320"/>
                    <a:gd name="T6" fmla="*/ 26 w 114"/>
                    <a:gd name="T7" fmla="*/ 318 h 320"/>
                    <a:gd name="T8" fmla="*/ 26 w 114"/>
                    <a:gd name="T9" fmla="*/ 318 h 320"/>
                    <a:gd name="T10" fmla="*/ 10 w 114"/>
                    <a:gd name="T11" fmla="*/ 318 h 320"/>
                    <a:gd name="T12" fmla="*/ 11 w 114"/>
                    <a:gd name="T13" fmla="*/ 318 h 320"/>
                    <a:gd name="T14" fmla="*/ 10 w 114"/>
                    <a:gd name="T15" fmla="*/ 320 h 320"/>
                    <a:gd name="T16" fmla="*/ 10 w 114"/>
                    <a:gd name="T17" fmla="*/ 320 h 320"/>
                    <a:gd name="T18" fmla="*/ 10 w 114"/>
                    <a:gd name="T19" fmla="*/ 318 h 320"/>
                    <a:gd name="T20" fmla="*/ 10 w 114"/>
                    <a:gd name="T21" fmla="*/ 318 h 320"/>
                    <a:gd name="T22" fmla="*/ 10 w 114"/>
                    <a:gd name="T23" fmla="*/ 318 h 320"/>
                    <a:gd name="T24" fmla="*/ 10 w 114"/>
                    <a:gd name="T25" fmla="*/ 318 h 320"/>
                    <a:gd name="T26" fmla="*/ 10 w 114"/>
                    <a:gd name="T27" fmla="*/ 318 h 320"/>
                    <a:gd name="T28" fmla="*/ 19 w 114"/>
                    <a:gd name="T29" fmla="*/ 318 h 320"/>
                    <a:gd name="T30" fmla="*/ 19 w 114"/>
                    <a:gd name="T31" fmla="*/ 318 h 320"/>
                    <a:gd name="T32" fmla="*/ 19 w 114"/>
                    <a:gd name="T33" fmla="*/ 318 h 320"/>
                    <a:gd name="T34" fmla="*/ 17 w 114"/>
                    <a:gd name="T35" fmla="*/ 318 h 320"/>
                    <a:gd name="T36" fmla="*/ 17 w 114"/>
                    <a:gd name="T37" fmla="*/ 320 h 320"/>
                    <a:gd name="T38" fmla="*/ 17 w 114"/>
                    <a:gd name="T39" fmla="*/ 320 h 320"/>
                    <a:gd name="T40" fmla="*/ 15 w 114"/>
                    <a:gd name="T41" fmla="*/ 320 h 320"/>
                    <a:gd name="T42" fmla="*/ 15 w 114"/>
                    <a:gd name="T43" fmla="*/ 318 h 320"/>
                    <a:gd name="T44" fmla="*/ 15 w 114"/>
                    <a:gd name="T45" fmla="*/ 318 h 320"/>
                    <a:gd name="T46" fmla="*/ 13 w 114"/>
                    <a:gd name="T47" fmla="*/ 318 h 320"/>
                    <a:gd name="T48" fmla="*/ 13 w 114"/>
                    <a:gd name="T49" fmla="*/ 318 h 320"/>
                    <a:gd name="T50" fmla="*/ 15 w 114"/>
                    <a:gd name="T51" fmla="*/ 318 h 320"/>
                    <a:gd name="T52" fmla="*/ 15 w 114"/>
                    <a:gd name="T53" fmla="*/ 318 h 320"/>
                    <a:gd name="T54" fmla="*/ 17 w 114"/>
                    <a:gd name="T55" fmla="*/ 316 h 320"/>
                    <a:gd name="T56" fmla="*/ 17 w 114"/>
                    <a:gd name="T57" fmla="*/ 318 h 320"/>
                    <a:gd name="T58" fmla="*/ 114 w 114"/>
                    <a:gd name="T59" fmla="*/ 212 h 320"/>
                    <a:gd name="T60" fmla="*/ 114 w 114"/>
                    <a:gd name="T61" fmla="*/ 212 h 320"/>
                    <a:gd name="T62" fmla="*/ 114 w 114"/>
                    <a:gd name="T63" fmla="*/ 212 h 320"/>
                    <a:gd name="T64" fmla="*/ 92 w 114"/>
                    <a:gd name="T65" fmla="*/ 208 h 320"/>
                    <a:gd name="T66" fmla="*/ 92 w 114"/>
                    <a:gd name="T67" fmla="*/ 208 h 320"/>
                    <a:gd name="T68" fmla="*/ 93 w 114"/>
                    <a:gd name="T69" fmla="*/ 208 h 320"/>
                    <a:gd name="T70" fmla="*/ 112 w 114"/>
                    <a:gd name="T71" fmla="*/ 203 h 320"/>
                    <a:gd name="T72" fmla="*/ 112 w 114"/>
                    <a:gd name="T73" fmla="*/ 205 h 320"/>
                    <a:gd name="T74" fmla="*/ 112 w 114"/>
                    <a:gd name="T75" fmla="*/ 203 h 320"/>
                    <a:gd name="T76" fmla="*/ 112 w 114"/>
                    <a:gd name="T77" fmla="*/ 201 h 320"/>
                    <a:gd name="T78" fmla="*/ 112 w 114"/>
                    <a:gd name="T79" fmla="*/ 201 h 320"/>
                    <a:gd name="T80" fmla="*/ 112 w 114"/>
                    <a:gd name="T81" fmla="*/ 201 h 320"/>
                    <a:gd name="T82" fmla="*/ 112 w 114"/>
                    <a:gd name="T83" fmla="*/ 201 h 320"/>
                    <a:gd name="T84" fmla="*/ 112 w 114"/>
                    <a:gd name="T85" fmla="*/ 201 h 320"/>
                    <a:gd name="T86" fmla="*/ 110 w 114"/>
                    <a:gd name="T87" fmla="*/ 201 h 320"/>
                    <a:gd name="T88" fmla="*/ 112 w 114"/>
                    <a:gd name="T89" fmla="*/ 201 h 320"/>
                    <a:gd name="T90" fmla="*/ 114 w 114"/>
                    <a:gd name="T91" fmla="*/ 102 h 320"/>
                    <a:gd name="T92" fmla="*/ 112 w 114"/>
                    <a:gd name="T93" fmla="*/ 102 h 320"/>
                    <a:gd name="T94" fmla="*/ 90 w 114"/>
                    <a:gd name="T95" fmla="*/ 90 h 320"/>
                    <a:gd name="T96" fmla="*/ 90 w 114"/>
                    <a:gd name="T97" fmla="*/ 91 h 320"/>
                    <a:gd name="T98" fmla="*/ 28 w 114"/>
                    <a:gd name="T99" fmla="*/ 0 h 320"/>
                    <a:gd name="T100" fmla="*/ 28 w 114"/>
                    <a:gd name="T101" fmla="*/ 2 h 320"/>
                    <a:gd name="T102" fmla="*/ 28 w 114"/>
                    <a:gd name="T103" fmla="*/ 2 h 320"/>
                    <a:gd name="T104" fmla="*/ 28 w 114"/>
                    <a:gd name="T105" fmla="*/ 2 h 320"/>
                    <a:gd name="T106" fmla="*/ 28 w 114"/>
                    <a:gd name="T107" fmla="*/ 0 h 320"/>
                    <a:gd name="T108" fmla="*/ 31 w 114"/>
                    <a:gd name="T109" fmla="*/ 0 h 320"/>
                    <a:gd name="T110" fmla="*/ 31 w 114"/>
                    <a:gd name="T111" fmla="*/ 0 h 320"/>
                    <a:gd name="T112" fmla="*/ 31 w 114"/>
                    <a:gd name="T113" fmla="*/ 0 h 320"/>
                    <a:gd name="T114" fmla="*/ 33 w 114"/>
                    <a:gd name="T115" fmla="*/ 0 h 320"/>
                    <a:gd name="T116" fmla="*/ 35 w 114"/>
                    <a:gd name="T117" fmla="*/ 0 h 320"/>
                    <a:gd name="T118" fmla="*/ 33 w 114"/>
                    <a:gd name="T119" fmla="*/ 2 h 320"/>
                    <a:gd name="T120" fmla="*/ 33 w 114"/>
                    <a:gd name="T121" fmla="*/ 0 h 320"/>
                    <a:gd name="T122" fmla="*/ 33 w 114"/>
                    <a:gd name="T123"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 h="320">
                      <a:moveTo>
                        <a:pt x="0" y="320"/>
                      </a:moveTo>
                      <a:lnTo>
                        <a:pt x="0" y="320"/>
                      </a:lnTo>
                      <a:lnTo>
                        <a:pt x="0" y="320"/>
                      </a:lnTo>
                      <a:lnTo>
                        <a:pt x="0" y="320"/>
                      </a:lnTo>
                      <a:lnTo>
                        <a:pt x="0" y="320"/>
                      </a:lnTo>
                      <a:lnTo>
                        <a:pt x="0" y="320"/>
                      </a:lnTo>
                      <a:lnTo>
                        <a:pt x="0" y="320"/>
                      </a:lnTo>
                      <a:lnTo>
                        <a:pt x="0" y="318"/>
                      </a:lnTo>
                      <a:lnTo>
                        <a:pt x="0" y="318"/>
                      </a:lnTo>
                      <a:lnTo>
                        <a:pt x="0" y="320"/>
                      </a:lnTo>
                      <a:lnTo>
                        <a:pt x="0" y="320"/>
                      </a:lnTo>
                      <a:lnTo>
                        <a:pt x="0" y="320"/>
                      </a:lnTo>
                      <a:lnTo>
                        <a:pt x="0" y="320"/>
                      </a:lnTo>
                      <a:lnTo>
                        <a:pt x="0" y="320"/>
                      </a:lnTo>
                      <a:lnTo>
                        <a:pt x="0" y="320"/>
                      </a:lnTo>
                      <a:lnTo>
                        <a:pt x="0" y="320"/>
                      </a:lnTo>
                      <a:lnTo>
                        <a:pt x="0" y="320"/>
                      </a:lnTo>
                      <a:lnTo>
                        <a:pt x="0" y="320"/>
                      </a:lnTo>
                      <a:close/>
                      <a:moveTo>
                        <a:pt x="28" y="318"/>
                      </a:moveTo>
                      <a:lnTo>
                        <a:pt x="28" y="318"/>
                      </a:lnTo>
                      <a:lnTo>
                        <a:pt x="28" y="318"/>
                      </a:lnTo>
                      <a:lnTo>
                        <a:pt x="28" y="318"/>
                      </a:lnTo>
                      <a:lnTo>
                        <a:pt x="28" y="318"/>
                      </a:lnTo>
                      <a:lnTo>
                        <a:pt x="28" y="318"/>
                      </a:lnTo>
                      <a:lnTo>
                        <a:pt x="28" y="318"/>
                      </a:lnTo>
                      <a:lnTo>
                        <a:pt x="28" y="318"/>
                      </a:lnTo>
                      <a:lnTo>
                        <a:pt x="28" y="318"/>
                      </a:lnTo>
                      <a:lnTo>
                        <a:pt x="26" y="318"/>
                      </a:lnTo>
                      <a:lnTo>
                        <a:pt x="26" y="318"/>
                      </a:lnTo>
                      <a:lnTo>
                        <a:pt x="26" y="318"/>
                      </a:lnTo>
                      <a:lnTo>
                        <a:pt x="26" y="318"/>
                      </a:lnTo>
                      <a:lnTo>
                        <a:pt x="26" y="318"/>
                      </a:lnTo>
                      <a:lnTo>
                        <a:pt x="26" y="318"/>
                      </a:lnTo>
                      <a:lnTo>
                        <a:pt x="26" y="318"/>
                      </a:lnTo>
                      <a:lnTo>
                        <a:pt x="26" y="318"/>
                      </a:lnTo>
                      <a:lnTo>
                        <a:pt x="26" y="318"/>
                      </a:lnTo>
                      <a:lnTo>
                        <a:pt x="26" y="318"/>
                      </a:lnTo>
                      <a:lnTo>
                        <a:pt x="28" y="318"/>
                      </a:lnTo>
                      <a:lnTo>
                        <a:pt x="28" y="318"/>
                      </a:lnTo>
                      <a:lnTo>
                        <a:pt x="28" y="318"/>
                      </a:lnTo>
                      <a:close/>
                      <a:moveTo>
                        <a:pt x="10" y="318"/>
                      </a:moveTo>
                      <a:lnTo>
                        <a:pt x="10" y="318"/>
                      </a:lnTo>
                      <a:lnTo>
                        <a:pt x="10" y="318"/>
                      </a:lnTo>
                      <a:lnTo>
                        <a:pt x="10" y="318"/>
                      </a:lnTo>
                      <a:lnTo>
                        <a:pt x="10" y="318"/>
                      </a:lnTo>
                      <a:lnTo>
                        <a:pt x="11" y="318"/>
                      </a:lnTo>
                      <a:lnTo>
                        <a:pt x="11" y="318"/>
                      </a:lnTo>
                      <a:lnTo>
                        <a:pt x="11" y="318"/>
                      </a:lnTo>
                      <a:lnTo>
                        <a:pt x="11" y="318"/>
                      </a:lnTo>
                      <a:lnTo>
                        <a:pt x="11" y="320"/>
                      </a:lnTo>
                      <a:lnTo>
                        <a:pt x="11" y="320"/>
                      </a:lnTo>
                      <a:lnTo>
                        <a:pt x="11" y="318"/>
                      </a:lnTo>
                      <a:lnTo>
                        <a:pt x="11" y="320"/>
                      </a:lnTo>
                      <a:lnTo>
                        <a:pt x="10" y="320"/>
                      </a:lnTo>
                      <a:lnTo>
                        <a:pt x="10" y="320"/>
                      </a:lnTo>
                      <a:lnTo>
                        <a:pt x="10" y="320"/>
                      </a:lnTo>
                      <a:lnTo>
                        <a:pt x="10" y="320"/>
                      </a:lnTo>
                      <a:lnTo>
                        <a:pt x="10" y="320"/>
                      </a:lnTo>
                      <a:lnTo>
                        <a:pt x="10" y="320"/>
                      </a:lnTo>
                      <a:lnTo>
                        <a:pt x="10" y="320"/>
                      </a:lnTo>
                      <a:lnTo>
                        <a:pt x="10" y="320"/>
                      </a:lnTo>
                      <a:lnTo>
                        <a:pt x="10" y="320"/>
                      </a:lnTo>
                      <a:lnTo>
                        <a:pt x="10" y="320"/>
                      </a:lnTo>
                      <a:lnTo>
                        <a:pt x="10" y="320"/>
                      </a:lnTo>
                      <a:lnTo>
                        <a:pt x="10" y="320"/>
                      </a:lnTo>
                      <a:lnTo>
                        <a:pt x="10" y="320"/>
                      </a:lnTo>
                      <a:lnTo>
                        <a:pt x="10" y="320"/>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lnTo>
                        <a:pt x="10" y="318"/>
                      </a:lnTo>
                      <a:close/>
                      <a:moveTo>
                        <a:pt x="17" y="318"/>
                      </a:moveTo>
                      <a:lnTo>
                        <a:pt x="17" y="318"/>
                      </a:lnTo>
                      <a:lnTo>
                        <a:pt x="17" y="318"/>
                      </a:lnTo>
                      <a:lnTo>
                        <a:pt x="17" y="318"/>
                      </a:lnTo>
                      <a:lnTo>
                        <a:pt x="17"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9" y="318"/>
                      </a:lnTo>
                      <a:lnTo>
                        <a:pt x="17" y="318"/>
                      </a:lnTo>
                      <a:lnTo>
                        <a:pt x="17" y="318"/>
                      </a:lnTo>
                      <a:lnTo>
                        <a:pt x="17" y="318"/>
                      </a:lnTo>
                      <a:lnTo>
                        <a:pt x="17" y="318"/>
                      </a:lnTo>
                      <a:lnTo>
                        <a:pt x="17" y="318"/>
                      </a:lnTo>
                      <a:lnTo>
                        <a:pt x="17" y="318"/>
                      </a:lnTo>
                      <a:lnTo>
                        <a:pt x="17" y="320"/>
                      </a:lnTo>
                      <a:lnTo>
                        <a:pt x="17" y="320"/>
                      </a:lnTo>
                      <a:lnTo>
                        <a:pt x="17" y="318"/>
                      </a:lnTo>
                      <a:lnTo>
                        <a:pt x="17" y="320"/>
                      </a:lnTo>
                      <a:lnTo>
                        <a:pt x="17" y="318"/>
                      </a:lnTo>
                      <a:lnTo>
                        <a:pt x="17" y="320"/>
                      </a:lnTo>
                      <a:lnTo>
                        <a:pt x="17" y="320"/>
                      </a:lnTo>
                      <a:lnTo>
                        <a:pt x="17" y="320"/>
                      </a:lnTo>
                      <a:lnTo>
                        <a:pt x="17" y="320"/>
                      </a:lnTo>
                      <a:lnTo>
                        <a:pt x="17" y="318"/>
                      </a:lnTo>
                      <a:lnTo>
                        <a:pt x="17" y="320"/>
                      </a:lnTo>
                      <a:lnTo>
                        <a:pt x="17" y="318"/>
                      </a:lnTo>
                      <a:lnTo>
                        <a:pt x="15" y="318"/>
                      </a:lnTo>
                      <a:lnTo>
                        <a:pt x="15" y="320"/>
                      </a:lnTo>
                      <a:lnTo>
                        <a:pt x="15" y="320"/>
                      </a:lnTo>
                      <a:lnTo>
                        <a:pt x="15" y="320"/>
                      </a:lnTo>
                      <a:lnTo>
                        <a:pt x="15" y="320"/>
                      </a:lnTo>
                      <a:lnTo>
                        <a:pt x="15" y="320"/>
                      </a:lnTo>
                      <a:lnTo>
                        <a:pt x="15" y="320"/>
                      </a:lnTo>
                      <a:lnTo>
                        <a:pt x="15" y="320"/>
                      </a:lnTo>
                      <a:lnTo>
                        <a:pt x="15" y="318"/>
                      </a:lnTo>
                      <a:lnTo>
                        <a:pt x="15" y="318"/>
                      </a:lnTo>
                      <a:lnTo>
                        <a:pt x="15" y="318"/>
                      </a:lnTo>
                      <a:lnTo>
                        <a:pt x="15" y="318"/>
                      </a:lnTo>
                      <a:lnTo>
                        <a:pt x="15" y="318"/>
                      </a:lnTo>
                      <a:lnTo>
                        <a:pt x="15" y="318"/>
                      </a:lnTo>
                      <a:lnTo>
                        <a:pt x="15" y="318"/>
                      </a:lnTo>
                      <a:lnTo>
                        <a:pt x="15" y="318"/>
                      </a:lnTo>
                      <a:lnTo>
                        <a:pt x="15" y="318"/>
                      </a:lnTo>
                      <a:lnTo>
                        <a:pt x="15"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3" y="318"/>
                      </a:lnTo>
                      <a:lnTo>
                        <a:pt x="15" y="318"/>
                      </a:lnTo>
                      <a:lnTo>
                        <a:pt x="15" y="318"/>
                      </a:lnTo>
                      <a:lnTo>
                        <a:pt x="15" y="318"/>
                      </a:lnTo>
                      <a:lnTo>
                        <a:pt x="15" y="318"/>
                      </a:lnTo>
                      <a:lnTo>
                        <a:pt x="15" y="318"/>
                      </a:lnTo>
                      <a:lnTo>
                        <a:pt x="15" y="318"/>
                      </a:lnTo>
                      <a:lnTo>
                        <a:pt x="15" y="318"/>
                      </a:lnTo>
                      <a:lnTo>
                        <a:pt x="15" y="318"/>
                      </a:lnTo>
                      <a:lnTo>
                        <a:pt x="15" y="318"/>
                      </a:lnTo>
                      <a:lnTo>
                        <a:pt x="15" y="318"/>
                      </a:lnTo>
                      <a:lnTo>
                        <a:pt x="15" y="318"/>
                      </a:lnTo>
                      <a:lnTo>
                        <a:pt x="15" y="316"/>
                      </a:lnTo>
                      <a:lnTo>
                        <a:pt x="17" y="316"/>
                      </a:lnTo>
                      <a:lnTo>
                        <a:pt x="17" y="316"/>
                      </a:lnTo>
                      <a:lnTo>
                        <a:pt x="17" y="316"/>
                      </a:lnTo>
                      <a:lnTo>
                        <a:pt x="17" y="316"/>
                      </a:lnTo>
                      <a:lnTo>
                        <a:pt x="17" y="316"/>
                      </a:lnTo>
                      <a:lnTo>
                        <a:pt x="17" y="316"/>
                      </a:lnTo>
                      <a:lnTo>
                        <a:pt x="17" y="316"/>
                      </a:lnTo>
                      <a:lnTo>
                        <a:pt x="17" y="316"/>
                      </a:lnTo>
                      <a:lnTo>
                        <a:pt x="17" y="316"/>
                      </a:lnTo>
                      <a:lnTo>
                        <a:pt x="17" y="318"/>
                      </a:lnTo>
                      <a:close/>
                      <a:moveTo>
                        <a:pt x="114" y="212"/>
                      </a:move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lnTo>
                        <a:pt x="114" y="212"/>
                      </a:lnTo>
                      <a:close/>
                      <a:moveTo>
                        <a:pt x="93" y="208"/>
                      </a:moveTo>
                      <a:lnTo>
                        <a:pt x="93" y="208"/>
                      </a:lnTo>
                      <a:lnTo>
                        <a:pt x="93" y="208"/>
                      </a:lnTo>
                      <a:lnTo>
                        <a:pt x="93" y="208"/>
                      </a:lnTo>
                      <a:lnTo>
                        <a:pt x="93"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3" y="208"/>
                      </a:lnTo>
                      <a:lnTo>
                        <a:pt x="93" y="208"/>
                      </a:lnTo>
                      <a:lnTo>
                        <a:pt x="93" y="208"/>
                      </a:lnTo>
                      <a:lnTo>
                        <a:pt x="93" y="208"/>
                      </a:lnTo>
                      <a:close/>
                      <a:moveTo>
                        <a:pt x="112" y="203"/>
                      </a:moveTo>
                      <a:lnTo>
                        <a:pt x="112" y="203"/>
                      </a:lnTo>
                      <a:lnTo>
                        <a:pt x="112" y="203"/>
                      </a:lnTo>
                      <a:lnTo>
                        <a:pt x="112" y="203"/>
                      </a:lnTo>
                      <a:lnTo>
                        <a:pt x="112" y="203"/>
                      </a:lnTo>
                      <a:lnTo>
                        <a:pt x="112" y="203"/>
                      </a:lnTo>
                      <a:lnTo>
                        <a:pt x="112" y="203"/>
                      </a:lnTo>
                      <a:lnTo>
                        <a:pt x="112" y="203"/>
                      </a:lnTo>
                      <a:lnTo>
                        <a:pt x="112" y="203"/>
                      </a:lnTo>
                      <a:lnTo>
                        <a:pt x="112" y="203"/>
                      </a:lnTo>
                      <a:lnTo>
                        <a:pt x="112" y="205"/>
                      </a:lnTo>
                      <a:lnTo>
                        <a:pt x="112" y="205"/>
                      </a:lnTo>
                      <a:lnTo>
                        <a:pt x="112" y="203"/>
                      </a:lnTo>
                      <a:lnTo>
                        <a:pt x="112" y="203"/>
                      </a:lnTo>
                      <a:lnTo>
                        <a:pt x="112" y="203"/>
                      </a:lnTo>
                      <a:lnTo>
                        <a:pt x="112" y="203"/>
                      </a:lnTo>
                      <a:lnTo>
                        <a:pt x="112" y="203"/>
                      </a:lnTo>
                      <a:lnTo>
                        <a:pt x="112" y="203"/>
                      </a:lnTo>
                      <a:lnTo>
                        <a:pt x="112" y="203"/>
                      </a:lnTo>
                      <a:lnTo>
                        <a:pt x="112" y="203"/>
                      </a:lnTo>
                      <a:lnTo>
                        <a:pt x="112" y="203"/>
                      </a:lnTo>
                      <a:lnTo>
                        <a:pt x="112" y="203"/>
                      </a:lnTo>
                      <a:close/>
                      <a:moveTo>
                        <a:pt x="112" y="201"/>
                      </a:move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lnTo>
                        <a:pt x="112" y="201"/>
                      </a:lnTo>
                      <a:close/>
                      <a:moveTo>
                        <a:pt x="112" y="201"/>
                      </a:moveTo>
                      <a:lnTo>
                        <a:pt x="112" y="201"/>
                      </a:lnTo>
                      <a:lnTo>
                        <a:pt x="112" y="201"/>
                      </a:lnTo>
                      <a:lnTo>
                        <a:pt x="112" y="201"/>
                      </a:lnTo>
                      <a:lnTo>
                        <a:pt x="112" y="201"/>
                      </a:lnTo>
                      <a:lnTo>
                        <a:pt x="112" y="201"/>
                      </a:lnTo>
                      <a:lnTo>
                        <a:pt x="112" y="201"/>
                      </a:lnTo>
                      <a:lnTo>
                        <a:pt x="112" y="201"/>
                      </a:lnTo>
                      <a:lnTo>
                        <a:pt x="112" y="201"/>
                      </a:lnTo>
                      <a:lnTo>
                        <a:pt x="112" y="201"/>
                      </a:lnTo>
                      <a:lnTo>
                        <a:pt x="112" y="201"/>
                      </a:lnTo>
                      <a:lnTo>
                        <a:pt x="110" y="201"/>
                      </a:lnTo>
                      <a:lnTo>
                        <a:pt x="110" y="201"/>
                      </a:lnTo>
                      <a:lnTo>
                        <a:pt x="110" y="201"/>
                      </a:lnTo>
                      <a:lnTo>
                        <a:pt x="110" y="201"/>
                      </a:lnTo>
                      <a:lnTo>
                        <a:pt x="110" y="201"/>
                      </a:lnTo>
                      <a:lnTo>
                        <a:pt x="110" y="201"/>
                      </a:lnTo>
                      <a:lnTo>
                        <a:pt x="110" y="201"/>
                      </a:lnTo>
                      <a:lnTo>
                        <a:pt x="110" y="201"/>
                      </a:lnTo>
                      <a:lnTo>
                        <a:pt x="112" y="201"/>
                      </a:lnTo>
                      <a:lnTo>
                        <a:pt x="112" y="201"/>
                      </a:lnTo>
                      <a:lnTo>
                        <a:pt x="112" y="201"/>
                      </a:lnTo>
                      <a:lnTo>
                        <a:pt x="112" y="201"/>
                      </a:lnTo>
                      <a:lnTo>
                        <a:pt x="112" y="201"/>
                      </a:lnTo>
                      <a:lnTo>
                        <a:pt x="112" y="201"/>
                      </a:lnTo>
                      <a:lnTo>
                        <a:pt x="112" y="201"/>
                      </a:lnTo>
                      <a:close/>
                      <a:moveTo>
                        <a:pt x="112" y="102"/>
                      </a:moveTo>
                      <a:lnTo>
                        <a:pt x="112" y="102"/>
                      </a:lnTo>
                      <a:lnTo>
                        <a:pt x="112" y="102"/>
                      </a:lnTo>
                      <a:lnTo>
                        <a:pt x="114" y="102"/>
                      </a:lnTo>
                      <a:lnTo>
                        <a:pt x="114" y="102"/>
                      </a:lnTo>
                      <a:lnTo>
                        <a:pt x="114" y="102"/>
                      </a:lnTo>
                      <a:lnTo>
                        <a:pt x="114" y="102"/>
                      </a:lnTo>
                      <a:lnTo>
                        <a:pt x="114" y="102"/>
                      </a:lnTo>
                      <a:lnTo>
                        <a:pt x="114" y="102"/>
                      </a:lnTo>
                      <a:lnTo>
                        <a:pt x="112" y="102"/>
                      </a:lnTo>
                      <a:lnTo>
                        <a:pt x="112" y="102"/>
                      </a:lnTo>
                      <a:lnTo>
                        <a:pt x="112" y="102"/>
                      </a:lnTo>
                      <a:lnTo>
                        <a:pt x="112" y="102"/>
                      </a:lnTo>
                      <a:lnTo>
                        <a:pt x="112" y="102"/>
                      </a:lnTo>
                      <a:close/>
                      <a:moveTo>
                        <a:pt x="90" y="90"/>
                      </a:moveTo>
                      <a:lnTo>
                        <a:pt x="90" y="91"/>
                      </a:lnTo>
                      <a:lnTo>
                        <a:pt x="90" y="91"/>
                      </a:lnTo>
                      <a:lnTo>
                        <a:pt x="90" y="90"/>
                      </a:lnTo>
                      <a:lnTo>
                        <a:pt x="90" y="90"/>
                      </a:lnTo>
                      <a:lnTo>
                        <a:pt x="90" y="90"/>
                      </a:lnTo>
                      <a:lnTo>
                        <a:pt x="90" y="91"/>
                      </a:lnTo>
                      <a:lnTo>
                        <a:pt x="90" y="90"/>
                      </a:lnTo>
                      <a:lnTo>
                        <a:pt x="90" y="90"/>
                      </a:lnTo>
                      <a:lnTo>
                        <a:pt x="90" y="91"/>
                      </a:lnTo>
                      <a:lnTo>
                        <a:pt x="90" y="91"/>
                      </a:lnTo>
                      <a:lnTo>
                        <a:pt x="90" y="91"/>
                      </a:lnTo>
                      <a:lnTo>
                        <a:pt x="90" y="91"/>
                      </a:lnTo>
                      <a:lnTo>
                        <a:pt x="90" y="91"/>
                      </a:lnTo>
                      <a:lnTo>
                        <a:pt x="90" y="90"/>
                      </a:lnTo>
                      <a:lnTo>
                        <a:pt x="90" y="90"/>
                      </a:lnTo>
                      <a:lnTo>
                        <a:pt x="90" y="90"/>
                      </a:lnTo>
                      <a:close/>
                      <a:moveTo>
                        <a:pt x="28" y="0"/>
                      </a:moveTo>
                      <a:lnTo>
                        <a:pt x="28" y="0"/>
                      </a:lnTo>
                      <a:lnTo>
                        <a:pt x="28" y="0"/>
                      </a:lnTo>
                      <a:lnTo>
                        <a:pt x="28" y="0"/>
                      </a:lnTo>
                      <a:lnTo>
                        <a:pt x="28" y="0"/>
                      </a:lnTo>
                      <a:lnTo>
                        <a:pt x="28" y="0"/>
                      </a:lnTo>
                      <a:lnTo>
                        <a:pt x="28" y="0"/>
                      </a:lnTo>
                      <a:lnTo>
                        <a:pt x="28" y="0"/>
                      </a:lnTo>
                      <a:lnTo>
                        <a:pt x="28" y="0"/>
                      </a:lnTo>
                      <a:lnTo>
                        <a:pt x="28" y="2"/>
                      </a:lnTo>
                      <a:lnTo>
                        <a:pt x="28" y="2"/>
                      </a:lnTo>
                      <a:lnTo>
                        <a:pt x="28" y="2"/>
                      </a:lnTo>
                      <a:lnTo>
                        <a:pt x="28" y="2"/>
                      </a:lnTo>
                      <a:lnTo>
                        <a:pt x="28" y="2"/>
                      </a:lnTo>
                      <a:lnTo>
                        <a:pt x="28" y="2"/>
                      </a:lnTo>
                      <a:lnTo>
                        <a:pt x="28" y="2"/>
                      </a:lnTo>
                      <a:lnTo>
                        <a:pt x="28" y="2"/>
                      </a:lnTo>
                      <a:lnTo>
                        <a:pt x="28" y="2"/>
                      </a:lnTo>
                      <a:lnTo>
                        <a:pt x="28" y="2"/>
                      </a:lnTo>
                      <a:lnTo>
                        <a:pt x="28" y="2"/>
                      </a:lnTo>
                      <a:lnTo>
                        <a:pt x="28" y="2"/>
                      </a:lnTo>
                      <a:lnTo>
                        <a:pt x="28" y="2"/>
                      </a:lnTo>
                      <a:lnTo>
                        <a:pt x="28" y="2"/>
                      </a:lnTo>
                      <a:lnTo>
                        <a:pt x="28" y="2"/>
                      </a:lnTo>
                      <a:lnTo>
                        <a:pt x="28" y="2"/>
                      </a:lnTo>
                      <a:lnTo>
                        <a:pt x="28" y="0"/>
                      </a:lnTo>
                      <a:lnTo>
                        <a:pt x="28" y="0"/>
                      </a:lnTo>
                      <a:lnTo>
                        <a:pt x="28" y="0"/>
                      </a:lnTo>
                      <a:lnTo>
                        <a:pt x="28" y="0"/>
                      </a:lnTo>
                      <a:lnTo>
                        <a:pt x="28" y="0"/>
                      </a:lnTo>
                      <a:lnTo>
                        <a:pt x="28" y="0"/>
                      </a:lnTo>
                      <a:lnTo>
                        <a:pt x="28" y="0"/>
                      </a:lnTo>
                      <a:lnTo>
                        <a:pt x="28" y="0"/>
                      </a:lnTo>
                      <a:lnTo>
                        <a:pt x="28" y="0"/>
                      </a:lnTo>
                      <a:lnTo>
                        <a:pt x="28" y="0"/>
                      </a:lnTo>
                      <a:lnTo>
                        <a:pt x="28" y="0"/>
                      </a:lnTo>
                      <a:lnTo>
                        <a:pt x="28" y="0"/>
                      </a:lnTo>
                      <a:close/>
                      <a:moveTo>
                        <a:pt x="31" y="0"/>
                      </a:move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lnTo>
                        <a:pt x="31" y="0"/>
                      </a:lnTo>
                      <a:close/>
                      <a:moveTo>
                        <a:pt x="33" y="0"/>
                      </a:moveTo>
                      <a:lnTo>
                        <a:pt x="33" y="0"/>
                      </a:lnTo>
                      <a:lnTo>
                        <a:pt x="33" y="0"/>
                      </a:lnTo>
                      <a:lnTo>
                        <a:pt x="33" y="0"/>
                      </a:lnTo>
                      <a:lnTo>
                        <a:pt x="33" y="0"/>
                      </a:lnTo>
                      <a:lnTo>
                        <a:pt x="33" y="0"/>
                      </a:lnTo>
                      <a:lnTo>
                        <a:pt x="33" y="0"/>
                      </a:lnTo>
                      <a:lnTo>
                        <a:pt x="35" y="0"/>
                      </a:lnTo>
                      <a:lnTo>
                        <a:pt x="35" y="0"/>
                      </a:lnTo>
                      <a:lnTo>
                        <a:pt x="33" y="0"/>
                      </a:lnTo>
                      <a:lnTo>
                        <a:pt x="33" y="0"/>
                      </a:lnTo>
                      <a:lnTo>
                        <a:pt x="33" y="0"/>
                      </a:lnTo>
                      <a:lnTo>
                        <a:pt x="33" y="2"/>
                      </a:lnTo>
                      <a:lnTo>
                        <a:pt x="33" y="2"/>
                      </a:lnTo>
                      <a:lnTo>
                        <a:pt x="33" y="2"/>
                      </a:lnTo>
                      <a:lnTo>
                        <a:pt x="33" y="2"/>
                      </a:lnTo>
                      <a:lnTo>
                        <a:pt x="33" y="0"/>
                      </a:lnTo>
                      <a:lnTo>
                        <a:pt x="33" y="0"/>
                      </a:lnTo>
                      <a:lnTo>
                        <a:pt x="33" y="0"/>
                      </a:lnTo>
                      <a:lnTo>
                        <a:pt x="33" y="0"/>
                      </a:lnTo>
                      <a:lnTo>
                        <a:pt x="33" y="0"/>
                      </a:lnTo>
                      <a:lnTo>
                        <a:pt x="33" y="0"/>
                      </a:lnTo>
                      <a:lnTo>
                        <a:pt x="33" y="0"/>
                      </a:lnTo>
                      <a:lnTo>
                        <a:pt x="33" y="0"/>
                      </a:lnTo>
                      <a:lnTo>
                        <a:pt x="33" y="0"/>
                      </a:lnTo>
                      <a:lnTo>
                        <a:pt x="33" y="0"/>
                      </a:lnTo>
                      <a:lnTo>
                        <a:pt x="33" y="0"/>
                      </a:lnTo>
                      <a:lnTo>
                        <a:pt x="33" y="0"/>
                      </a:lnTo>
                      <a:lnTo>
                        <a:pt x="33" y="0"/>
                      </a:lnTo>
                      <a:lnTo>
                        <a:pt x="33" y="0"/>
                      </a:lnTo>
                      <a:lnTo>
                        <a:pt x="33" y="0"/>
                      </a:lnTo>
                      <a:lnTo>
                        <a:pt x="33" y="0"/>
                      </a:lnTo>
                      <a:lnTo>
                        <a:pt x="33"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6" name="Freeform 81">
                  <a:extLst>
                    <a:ext uri="{FF2B5EF4-FFF2-40B4-BE49-F238E27FC236}">
                      <a16:creationId xmlns:a16="http://schemas.microsoft.com/office/drawing/2014/main" id="{6AECF8DF-B1B1-8810-3BE1-DAC5348FE79A}"/>
                    </a:ext>
                  </a:extLst>
                </p:cNvPr>
                <p:cNvSpPr>
                  <a:spLocks noEditPoints="1"/>
                </p:cNvSpPr>
                <p:nvPr/>
              </p:nvSpPr>
              <p:spPr bwMode="auto">
                <a:xfrm>
                  <a:off x="2690403" y="3337540"/>
                  <a:ext cx="327107" cy="618068"/>
                </a:xfrm>
                <a:custGeom>
                  <a:avLst/>
                  <a:gdLst>
                    <a:gd name="T0" fmla="*/ 2 w 181"/>
                    <a:gd name="T1" fmla="*/ 342 h 342"/>
                    <a:gd name="T2" fmla="*/ 4 w 181"/>
                    <a:gd name="T3" fmla="*/ 342 h 342"/>
                    <a:gd name="T4" fmla="*/ 2 w 181"/>
                    <a:gd name="T5" fmla="*/ 342 h 342"/>
                    <a:gd name="T6" fmla="*/ 0 w 181"/>
                    <a:gd name="T7" fmla="*/ 342 h 342"/>
                    <a:gd name="T8" fmla="*/ 57 w 181"/>
                    <a:gd name="T9" fmla="*/ 322 h 342"/>
                    <a:gd name="T10" fmla="*/ 51 w 181"/>
                    <a:gd name="T11" fmla="*/ 318 h 342"/>
                    <a:gd name="T12" fmla="*/ 112 w 181"/>
                    <a:gd name="T13" fmla="*/ 269 h 342"/>
                    <a:gd name="T14" fmla="*/ 112 w 181"/>
                    <a:gd name="T15" fmla="*/ 269 h 342"/>
                    <a:gd name="T16" fmla="*/ 110 w 181"/>
                    <a:gd name="T17" fmla="*/ 240 h 342"/>
                    <a:gd name="T18" fmla="*/ 139 w 181"/>
                    <a:gd name="T19" fmla="*/ 221 h 342"/>
                    <a:gd name="T20" fmla="*/ 134 w 181"/>
                    <a:gd name="T21" fmla="*/ 220 h 342"/>
                    <a:gd name="T22" fmla="*/ 143 w 181"/>
                    <a:gd name="T23" fmla="*/ 218 h 342"/>
                    <a:gd name="T24" fmla="*/ 152 w 181"/>
                    <a:gd name="T25" fmla="*/ 212 h 342"/>
                    <a:gd name="T26" fmla="*/ 123 w 181"/>
                    <a:gd name="T27" fmla="*/ 212 h 342"/>
                    <a:gd name="T28" fmla="*/ 143 w 181"/>
                    <a:gd name="T29" fmla="*/ 205 h 342"/>
                    <a:gd name="T30" fmla="*/ 143 w 181"/>
                    <a:gd name="T31" fmla="*/ 205 h 342"/>
                    <a:gd name="T32" fmla="*/ 143 w 181"/>
                    <a:gd name="T33" fmla="*/ 205 h 342"/>
                    <a:gd name="T34" fmla="*/ 143 w 181"/>
                    <a:gd name="T35" fmla="*/ 205 h 342"/>
                    <a:gd name="T36" fmla="*/ 143 w 181"/>
                    <a:gd name="T37" fmla="*/ 205 h 342"/>
                    <a:gd name="T38" fmla="*/ 143 w 181"/>
                    <a:gd name="T39" fmla="*/ 205 h 342"/>
                    <a:gd name="T40" fmla="*/ 143 w 181"/>
                    <a:gd name="T41" fmla="*/ 205 h 342"/>
                    <a:gd name="T42" fmla="*/ 143 w 181"/>
                    <a:gd name="T43" fmla="*/ 205 h 342"/>
                    <a:gd name="T44" fmla="*/ 143 w 181"/>
                    <a:gd name="T45" fmla="*/ 205 h 342"/>
                    <a:gd name="T46" fmla="*/ 143 w 181"/>
                    <a:gd name="T47" fmla="*/ 205 h 342"/>
                    <a:gd name="T48" fmla="*/ 143 w 181"/>
                    <a:gd name="T49" fmla="*/ 203 h 342"/>
                    <a:gd name="T50" fmla="*/ 143 w 181"/>
                    <a:gd name="T51" fmla="*/ 203 h 342"/>
                    <a:gd name="T52" fmla="*/ 143 w 181"/>
                    <a:gd name="T53" fmla="*/ 203 h 342"/>
                    <a:gd name="T54" fmla="*/ 143 w 181"/>
                    <a:gd name="T55" fmla="*/ 203 h 342"/>
                    <a:gd name="T56" fmla="*/ 143 w 181"/>
                    <a:gd name="T57" fmla="*/ 203 h 342"/>
                    <a:gd name="T58" fmla="*/ 143 w 181"/>
                    <a:gd name="T59" fmla="*/ 203 h 342"/>
                    <a:gd name="T60" fmla="*/ 143 w 181"/>
                    <a:gd name="T61" fmla="*/ 203 h 342"/>
                    <a:gd name="T62" fmla="*/ 143 w 181"/>
                    <a:gd name="T63" fmla="*/ 203 h 342"/>
                    <a:gd name="T64" fmla="*/ 143 w 181"/>
                    <a:gd name="T65" fmla="*/ 203 h 342"/>
                    <a:gd name="T66" fmla="*/ 143 w 181"/>
                    <a:gd name="T67" fmla="*/ 203 h 342"/>
                    <a:gd name="T68" fmla="*/ 179 w 181"/>
                    <a:gd name="T69" fmla="*/ 143 h 342"/>
                    <a:gd name="T70" fmla="*/ 181 w 181"/>
                    <a:gd name="T71" fmla="*/ 143 h 342"/>
                    <a:gd name="T72" fmla="*/ 179 w 181"/>
                    <a:gd name="T73" fmla="*/ 143 h 342"/>
                    <a:gd name="T74" fmla="*/ 141 w 181"/>
                    <a:gd name="T75" fmla="*/ 106 h 342"/>
                    <a:gd name="T76" fmla="*/ 135 w 181"/>
                    <a:gd name="T77" fmla="*/ 101 h 342"/>
                    <a:gd name="T78" fmla="*/ 110 w 181"/>
                    <a:gd name="T79" fmla="*/ 97 h 342"/>
                    <a:gd name="T80" fmla="*/ 110 w 181"/>
                    <a:gd name="T81" fmla="*/ 97 h 342"/>
                    <a:gd name="T82" fmla="*/ 110 w 181"/>
                    <a:gd name="T83" fmla="*/ 97 h 342"/>
                    <a:gd name="T84" fmla="*/ 117 w 181"/>
                    <a:gd name="T85" fmla="*/ 95 h 342"/>
                    <a:gd name="T86" fmla="*/ 123 w 181"/>
                    <a:gd name="T87" fmla="*/ 95 h 342"/>
                    <a:gd name="T88" fmla="*/ 139 w 181"/>
                    <a:gd name="T89" fmla="*/ 95 h 342"/>
                    <a:gd name="T90" fmla="*/ 119 w 181"/>
                    <a:gd name="T91" fmla="*/ 95 h 342"/>
                    <a:gd name="T92" fmla="*/ 121 w 181"/>
                    <a:gd name="T93" fmla="*/ 95 h 342"/>
                    <a:gd name="T94" fmla="*/ 121 w 181"/>
                    <a:gd name="T95" fmla="*/ 95 h 342"/>
                    <a:gd name="T96" fmla="*/ 62 w 181"/>
                    <a:gd name="T97" fmla="*/ 20 h 342"/>
                    <a:gd name="T98" fmla="*/ 66 w 181"/>
                    <a:gd name="T99" fmla="*/ 11 h 342"/>
                    <a:gd name="T100" fmla="*/ 59 w 181"/>
                    <a:gd name="T101" fmla="*/ 11 h 342"/>
                    <a:gd name="T102" fmla="*/ 59 w 181"/>
                    <a:gd name="T103" fmla="*/ 11 h 342"/>
                    <a:gd name="T104" fmla="*/ 61 w 181"/>
                    <a:gd name="T105" fmla="*/ 9 h 342"/>
                    <a:gd name="T106" fmla="*/ 61 w 181"/>
                    <a:gd name="T107" fmla="*/ 9 h 342"/>
                    <a:gd name="T108" fmla="*/ 62 w 181"/>
                    <a:gd name="T109" fmla="*/ 8 h 342"/>
                    <a:gd name="T110" fmla="*/ 61 w 181"/>
                    <a:gd name="T111" fmla="*/ 4 h 342"/>
                    <a:gd name="T112" fmla="*/ 61 w 181"/>
                    <a:gd name="T113" fmla="*/ 4 h 342"/>
                    <a:gd name="T114" fmla="*/ 64 w 181"/>
                    <a:gd name="T115" fmla="*/ 4 h 342"/>
                    <a:gd name="T116" fmla="*/ 64 w 181"/>
                    <a:gd name="T117" fmla="*/ 0 h 342"/>
                    <a:gd name="T118" fmla="*/ 64 w 181"/>
                    <a:gd name="T119"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342">
                      <a:moveTo>
                        <a:pt x="4" y="342"/>
                      </a:moveTo>
                      <a:lnTo>
                        <a:pt x="4" y="342"/>
                      </a:lnTo>
                      <a:lnTo>
                        <a:pt x="4" y="342"/>
                      </a:lnTo>
                      <a:lnTo>
                        <a:pt x="4" y="342"/>
                      </a:lnTo>
                      <a:lnTo>
                        <a:pt x="2" y="342"/>
                      </a:lnTo>
                      <a:lnTo>
                        <a:pt x="2" y="342"/>
                      </a:lnTo>
                      <a:lnTo>
                        <a:pt x="2" y="342"/>
                      </a:lnTo>
                      <a:lnTo>
                        <a:pt x="2" y="342"/>
                      </a:lnTo>
                      <a:lnTo>
                        <a:pt x="2" y="342"/>
                      </a:lnTo>
                      <a:lnTo>
                        <a:pt x="2" y="342"/>
                      </a:lnTo>
                      <a:lnTo>
                        <a:pt x="4" y="342"/>
                      </a:lnTo>
                      <a:lnTo>
                        <a:pt x="4" y="342"/>
                      </a:lnTo>
                      <a:lnTo>
                        <a:pt x="4" y="342"/>
                      </a:lnTo>
                      <a:close/>
                      <a:moveTo>
                        <a:pt x="2" y="342"/>
                      </a:moveTo>
                      <a:lnTo>
                        <a:pt x="2" y="342"/>
                      </a:lnTo>
                      <a:lnTo>
                        <a:pt x="2" y="342"/>
                      </a:lnTo>
                      <a:lnTo>
                        <a:pt x="2" y="342"/>
                      </a:lnTo>
                      <a:lnTo>
                        <a:pt x="2" y="342"/>
                      </a:lnTo>
                      <a:close/>
                      <a:moveTo>
                        <a:pt x="0" y="342"/>
                      </a:moveTo>
                      <a:lnTo>
                        <a:pt x="0" y="342"/>
                      </a:lnTo>
                      <a:lnTo>
                        <a:pt x="0" y="342"/>
                      </a:lnTo>
                      <a:lnTo>
                        <a:pt x="0" y="342"/>
                      </a:lnTo>
                      <a:lnTo>
                        <a:pt x="0" y="342"/>
                      </a:lnTo>
                      <a:lnTo>
                        <a:pt x="0" y="342"/>
                      </a:lnTo>
                      <a:lnTo>
                        <a:pt x="0" y="342"/>
                      </a:lnTo>
                      <a:lnTo>
                        <a:pt x="0" y="342"/>
                      </a:lnTo>
                      <a:lnTo>
                        <a:pt x="0" y="342"/>
                      </a:lnTo>
                      <a:lnTo>
                        <a:pt x="0" y="342"/>
                      </a:lnTo>
                      <a:lnTo>
                        <a:pt x="0" y="342"/>
                      </a:lnTo>
                      <a:close/>
                      <a:moveTo>
                        <a:pt x="57" y="322"/>
                      </a:moveTo>
                      <a:lnTo>
                        <a:pt x="57" y="322"/>
                      </a:lnTo>
                      <a:lnTo>
                        <a:pt x="57" y="322"/>
                      </a:lnTo>
                      <a:lnTo>
                        <a:pt x="57" y="322"/>
                      </a:lnTo>
                      <a:lnTo>
                        <a:pt x="57" y="322"/>
                      </a:lnTo>
                      <a:close/>
                      <a:moveTo>
                        <a:pt x="51" y="318"/>
                      </a:moveTo>
                      <a:lnTo>
                        <a:pt x="51" y="318"/>
                      </a:lnTo>
                      <a:lnTo>
                        <a:pt x="51" y="318"/>
                      </a:lnTo>
                      <a:lnTo>
                        <a:pt x="51" y="318"/>
                      </a:lnTo>
                      <a:lnTo>
                        <a:pt x="51" y="318"/>
                      </a:lnTo>
                      <a:close/>
                      <a:moveTo>
                        <a:pt x="112" y="269"/>
                      </a:moveTo>
                      <a:lnTo>
                        <a:pt x="112" y="269"/>
                      </a:lnTo>
                      <a:lnTo>
                        <a:pt x="112" y="269"/>
                      </a:lnTo>
                      <a:lnTo>
                        <a:pt x="112" y="269"/>
                      </a:lnTo>
                      <a:lnTo>
                        <a:pt x="112" y="269"/>
                      </a:lnTo>
                      <a:lnTo>
                        <a:pt x="112" y="269"/>
                      </a:lnTo>
                      <a:lnTo>
                        <a:pt x="112" y="269"/>
                      </a:lnTo>
                      <a:lnTo>
                        <a:pt x="112" y="269"/>
                      </a:lnTo>
                      <a:lnTo>
                        <a:pt x="112" y="269"/>
                      </a:lnTo>
                      <a:lnTo>
                        <a:pt x="112" y="269"/>
                      </a:lnTo>
                      <a:lnTo>
                        <a:pt x="112" y="269"/>
                      </a:lnTo>
                      <a:close/>
                      <a:moveTo>
                        <a:pt x="110" y="240"/>
                      </a:moveTo>
                      <a:lnTo>
                        <a:pt x="110" y="240"/>
                      </a:lnTo>
                      <a:lnTo>
                        <a:pt x="110" y="240"/>
                      </a:lnTo>
                      <a:lnTo>
                        <a:pt x="110" y="240"/>
                      </a:lnTo>
                      <a:close/>
                      <a:moveTo>
                        <a:pt x="139" y="221"/>
                      </a:moveTo>
                      <a:lnTo>
                        <a:pt x="139" y="221"/>
                      </a:lnTo>
                      <a:lnTo>
                        <a:pt x="139" y="221"/>
                      </a:lnTo>
                      <a:lnTo>
                        <a:pt x="139" y="221"/>
                      </a:lnTo>
                      <a:lnTo>
                        <a:pt x="139" y="221"/>
                      </a:lnTo>
                      <a:lnTo>
                        <a:pt x="139" y="221"/>
                      </a:lnTo>
                      <a:close/>
                      <a:moveTo>
                        <a:pt x="134" y="220"/>
                      </a:moveTo>
                      <a:lnTo>
                        <a:pt x="134" y="220"/>
                      </a:lnTo>
                      <a:lnTo>
                        <a:pt x="134" y="220"/>
                      </a:lnTo>
                      <a:lnTo>
                        <a:pt x="134" y="220"/>
                      </a:lnTo>
                      <a:lnTo>
                        <a:pt x="134" y="220"/>
                      </a:lnTo>
                      <a:lnTo>
                        <a:pt x="134" y="220"/>
                      </a:lnTo>
                      <a:lnTo>
                        <a:pt x="134" y="220"/>
                      </a:lnTo>
                      <a:close/>
                      <a:moveTo>
                        <a:pt x="143" y="218"/>
                      </a:moveTo>
                      <a:lnTo>
                        <a:pt x="143" y="218"/>
                      </a:lnTo>
                      <a:lnTo>
                        <a:pt x="143" y="216"/>
                      </a:lnTo>
                      <a:lnTo>
                        <a:pt x="143" y="216"/>
                      </a:lnTo>
                      <a:lnTo>
                        <a:pt x="143" y="218"/>
                      </a:lnTo>
                      <a:close/>
                      <a:moveTo>
                        <a:pt x="123" y="214"/>
                      </a:moveTo>
                      <a:lnTo>
                        <a:pt x="123" y="214"/>
                      </a:lnTo>
                      <a:lnTo>
                        <a:pt x="123" y="214"/>
                      </a:lnTo>
                      <a:lnTo>
                        <a:pt x="123" y="214"/>
                      </a:lnTo>
                      <a:lnTo>
                        <a:pt x="123" y="214"/>
                      </a:lnTo>
                      <a:close/>
                      <a:moveTo>
                        <a:pt x="152" y="212"/>
                      </a:moveTo>
                      <a:lnTo>
                        <a:pt x="150" y="212"/>
                      </a:lnTo>
                      <a:lnTo>
                        <a:pt x="150" y="212"/>
                      </a:lnTo>
                      <a:lnTo>
                        <a:pt x="150" y="212"/>
                      </a:lnTo>
                      <a:lnTo>
                        <a:pt x="152" y="212"/>
                      </a:lnTo>
                      <a:lnTo>
                        <a:pt x="152" y="212"/>
                      </a:lnTo>
                      <a:close/>
                      <a:moveTo>
                        <a:pt x="123" y="212"/>
                      </a:moveTo>
                      <a:lnTo>
                        <a:pt x="123" y="212"/>
                      </a:lnTo>
                      <a:lnTo>
                        <a:pt x="123" y="212"/>
                      </a:lnTo>
                      <a:lnTo>
                        <a:pt x="123" y="212"/>
                      </a:lnTo>
                      <a:lnTo>
                        <a:pt x="123" y="212"/>
                      </a:lnTo>
                      <a:close/>
                      <a:moveTo>
                        <a:pt x="143" y="205"/>
                      </a:moveTo>
                      <a:lnTo>
                        <a:pt x="143" y="205"/>
                      </a:lnTo>
                      <a:lnTo>
                        <a:pt x="143" y="205"/>
                      </a:lnTo>
                      <a:lnTo>
                        <a:pt x="143" y="205"/>
                      </a:lnTo>
                      <a:lnTo>
                        <a:pt x="143" y="205"/>
                      </a:lnTo>
                      <a:lnTo>
                        <a:pt x="143" y="205"/>
                      </a:lnTo>
                      <a:close/>
                      <a:moveTo>
                        <a:pt x="143" y="205"/>
                      </a:moveTo>
                      <a:lnTo>
                        <a:pt x="143" y="205"/>
                      </a:lnTo>
                      <a:lnTo>
                        <a:pt x="143" y="205"/>
                      </a:lnTo>
                      <a:lnTo>
                        <a:pt x="143" y="205"/>
                      </a:lnTo>
                      <a:lnTo>
                        <a:pt x="143" y="205"/>
                      </a:lnTo>
                      <a:lnTo>
                        <a:pt x="143" y="205"/>
                      </a:lnTo>
                      <a:close/>
                      <a:moveTo>
                        <a:pt x="143" y="205"/>
                      </a:moveTo>
                      <a:lnTo>
                        <a:pt x="143" y="205"/>
                      </a:lnTo>
                      <a:lnTo>
                        <a:pt x="143" y="205"/>
                      </a:lnTo>
                      <a:lnTo>
                        <a:pt x="143" y="205"/>
                      </a:lnTo>
                      <a:lnTo>
                        <a:pt x="143" y="205"/>
                      </a:lnTo>
                      <a:lnTo>
                        <a:pt x="143" y="205"/>
                      </a:lnTo>
                      <a:close/>
                      <a:moveTo>
                        <a:pt x="143" y="205"/>
                      </a:moveTo>
                      <a:lnTo>
                        <a:pt x="143" y="205"/>
                      </a:lnTo>
                      <a:lnTo>
                        <a:pt x="143" y="205"/>
                      </a:lnTo>
                      <a:lnTo>
                        <a:pt x="143" y="205"/>
                      </a:lnTo>
                      <a:lnTo>
                        <a:pt x="143" y="205"/>
                      </a:lnTo>
                      <a:lnTo>
                        <a:pt x="143" y="205"/>
                      </a:lnTo>
                      <a:close/>
                      <a:moveTo>
                        <a:pt x="143" y="205"/>
                      </a:moveTo>
                      <a:lnTo>
                        <a:pt x="143" y="205"/>
                      </a:lnTo>
                      <a:lnTo>
                        <a:pt x="143" y="205"/>
                      </a:lnTo>
                      <a:lnTo>
                        <a:pt x="143" y="205"/>
                      </a:lnTo>
                      <a:lnTo>
                        <a:pt x="143" y="205"/>
                      </a:lnTo>
                      <a:close/>
                      <a:moveTo>
                        <a:pt x="143" y="205"/>
                      </a:moveTo>
                      <a:lnTo>
                        <a:pt x="143" y="205"/>
                      </a:lnTo>
                      <a:lnTo>
                        <a:pt x="143" y="205"/>
                      </a:lnTo>
                      <a:lnTo>
                        <a:pt x="143" y="205"/>
                      </a:lnTo>
                      <a:lnTo>
                        <a:pt x="143" y="205"/>
                      </a:lnTo>
                      <a:close/>
                      <a:moveTo>
                        <a:pt x="143" y="205"/>
                      </a:moveTo>
                      <a:lnTo>
                        <a:pt x="143" y="205"/>
                      </a:lnTo>
                      <a:lnTo>
                        <a:pt x="143" y="205"/>
                      </a:lnTo>
                      <a:lnTo>
                        <a:pt x="143" y="205"/>
                      </a:lnTo>
                      <a:lnTo>
                        <a:pt x="143" y="205"/>
                      </a:lnTo>
                      <a:lnTo>
                        <a:pt x="143" y="205"/>
                      </a:lnTo>
                      <a:lnTo>
                        <a:pt x="143" y="205"/>
                      </a:lnTo>
                      <a:lnTo>
                        <a:pt x="143" y="205"/>
                      </a:lnTo>
                      <a:close/>
                      <a:moveTo>
                        <a:pt x="143" y="205"/>
                      </a:moveTo>
                      <a:lnTo>
                        <a:pt x="143" y="205"/>
                      </a:lnTo>
                      <a:lnTo>
                        <a:pt x="143" y="205"/>
                      </a:lnTo>
                      <a:lnTo>
                        <a:pt x="143" y="205"/>
                      </a:lnTo>
                      <a:close/>
                      <a:moveTo>
                        <a:pt x="143" y="205"/>
                      </a:moveTo>
                      <a:lnTo>
                        <a:pt x="143" y="205"/>
                      </a:lnTo>
                      <a:lnTo>
                        <a:pt x="143" y="205"/>
                      </a:lnTo>
                      <a:lnTo>
                        <a:pt x="143" y="205"/>
                      </a:lnTo>
                      <a:lnTo>
                        <a:pt x="143" y="205"/>
                      </a:lnTo>
                      <a:lnTo>
                        <a:pt x="143" y="205"/>
                      </a:lnTo>
                      <a:lnTo>
                        <a:pt x="143" y="205"/>
                      </a:lnTo>
                      <a:lnTo>
                        <a:pt x="143" y="205"/>
                      </a:lnTo>
                      <a:lnTo>
                        <a:pt x="143" y="205"/>
                      </a:lnTo>
                      <a:lnTo>
                        <a:pt x="143" y="205"/>
                      </a:lnTo>
                      <a:close/>
                      <a:moveTo>
                        <a:pt x="143" y="205"/>
                      </a:moveTo>
                      <a:lnTo>
                        <a:pt x="143" y="205"/>
                      </a:lnTo>
                      <a:lnTo>
                        <a:pt x="143" y="205"/>
                      </a:lnTo>
                      <a:lnTo>
                        <a:pt x="143" y="205"/>
                      </a:lnTo>
                      <a:close/>
                      <a:moveTo>
                        <a:pt x="143" y="203"/>
                      </a:moveTo>
                      <a:lnTo>
                        <a:pt x="143" y="203"/>
                      </a:lnTo>
                      <a:lnTo>
                        <a:pt x="143" y="203"/>
                      </a:lnTo>
                      <a:lnTo>
                        <a:pt x="143" y="203"/>
                      </a:lnTo>
                      <a:lnTo>
                        <a:pt x="143" y="203"/>
                      </a:lnTo>
                      <a:lnTo>
                        <a:pt x="143" y="203"/>
                      </a:lnTo>
                      <a:lnTo>
                        <a:pt x="143" y="203"/>
                      </a:lnTo>
                      <a:close/>
                      <a:moveTo>
                        <a:pt x="143" y="203"/>
                      </a:moveTo>
                      <a:lnTo>
                        <a:pt x="143" y="203"/>
                      </a:lnTo>
                      <a:lnTo>
                        <a:pt x="143" y="203"/>
                      </a:lnTo>
                      <a:lnTo>
                        <a:pt x="143" y="203"/>
                      </a:lnTo>
                      <a:lnTo>
                        <a:pt x="143" y="203"/>
                      </a:lnTo>
                      <a:lnTo>
                        <a:pt x="143" y="203"/>
                      </a:lnTo>
                      <a:lnTo>
                        <a:pt x="143" y="203"/>
                      </a:lnTo>
                      <a:lnTo>
                        <a:pt x="143" y="203"/>
                      </a:lnTo>
                      <a:lnTo>
                        <a:pt x="143" y="203"/>
                      </a:lnTo>
                      <a:close/>
                      <a:moveTo>
                        <a:pt x="143" y="203"/>
                      </a:moveTo>
                      <a:lnTo>
                        <a:pt x="143" y="203"/>
                      </a:lnTo>
                      <a:lnTo>
                        <a:pt x="143" y="203"/>
                      </a:lnTo>
                      <a:lnTo>
                        <a:pt x="143" y="203"/>
                      </a:lnTo>
                      <a:lnTo>
                        <a:pt x="143" y="203"/>
                      </a:lnTo>
                      <a:close/>
                      <a:moveTo>
                        <a:pt x="143" y="203"/>
                      </a:moveTo>
                      <a:lnTo>
                        <a:pt x="143" y="203"/>
                      </a:lnTo>
                      <a:lnTo>
                        <a:pt x="143" y="203"/>
                      </a:lnTo>
                      <a:lnTo>
                        <a:pt x="143" y="203"/>
                      </a:lnTo>
                      <a:lnTo>
                        <a:pt x="143" y="203"/>
                      </a:lnTo>
                      <a:close/>
                      <a:moveTo>
                        <a:pt x="143" y="203"/>
                      </a:moveTo>
                      <a:lnTo>
                        <a:pt x="143" y="203"/>
                      </a:lnTo>
                      <a:lnTo>
                        <a:pt x="143" y="203"/>
                      </a:lnTo>
                      <a:lnTo>
                        <a:pt x="143" y="203"/>
                      </a:lnTo>
                      <a:lnTo>
                        <a:pt x="143" y="203"/>
                      </a:lnTo>
                      <a:close/>
                      <a:moveTo>
                        <a:pt x="143" y="203"/>
                      </a:moveTo>
                      <a:lnTo>
                        <a:pt x="143" y="203"/>
                      </a:lnTo>
                      <a:lnTo>
                        <a:pt x="143" y="203"/>
                      </a:lnTo>
                      <a:lnTo>
                        <a:pt x="143" y="203"/>
                      </a:lnTo>
                      <a:lnTo>
                        <a:pt x="143" y="203"/>
                      </a:lnTo>
                      <a:lnTo>
                        <a:pt x="143" y="203"/>
                      </a:lnTo>
                      <a:lnTo>
                        <a:pt x="143" y="203"/>
                      </a:lnTo>
                      <a:lnTo>
                        <a:pt x="143" y="203"/>
                      </a:lnTo>
                      <a:close/>
                      <a:moveTo>
                        <a:pt x="143" y="203"/>
                      </a:moveTo>
                      <a:lnTo>
                        <a:pt x="143" y="203"/>
                      </a:lnTo>
                      <a:lnTo>
                        <a:pt x="143" y="203"/>
                      </a:lnTo>
                      <a:lnTo>
                        <a:pt x="143" y="203"/>
                      </a:lnTo>
                      <a:lnTo>
                        <a:pt x="143" y="203"/>
                      </a:lnTo>
                      <a:lnTo>
                        <a:pt x="143" y="203"/>
                      </a:lnTo>
                      <a:lnTo>
                        <a:pt x="143" y="203"/>
                      </a:lnTo>
                      <a:lnTo>
                        <a:pt x="143" y="203"/>
                      </a:lnTo>
                      <a:close/>
                      <a:moveTo>
                        <a:pt x="143" y="203"/>
                      </a:moveTo>
                      <a:lnTo>
                        <a:pt x="143" y="203"/>
                      </a:lnTo>
                      <a:lnTo>
                        <a:pt x="143" y="203"/>
                      </a:lnTo>
                      <a:lnTo>
                        <a:pt x="143" y="203"/>
                      </a:lnTo>
                      <a:lnTo>
                        <a:pt x="143" y="203"/>
                      </a:lnTo>
                      <a:lnTo>
                        <a:pt x="143" y="203"/>
                      </a:lnTo>
                      <a:close/>
                      <a:moveTo>
                        <a:pt x="143" y="203"/>
                      </a:moveTo>
                      <a:lnTo>
                        <a:pt x="143" y="203"/>
                      </a:lnTo>
                      <a:lnTo>
                        <a:pt x="143" y="203"/>
                      </a:lnTo>
                      <a:lnTo>
                        <a:pt x="143" y="203"/>
                      </a:lnTo>
                      <a:lnTo>
                        <a:pt x="143" y="203"/>
                      </a:lnTo>
                      <a:close/>
                      <a:moveTo>
                        <a:pt x="179" y="145"/>
                      </a:moveTo>
                      <a:lnTo>
                        <a:pt x="179" y="145"/>
                      </a:lnTo>
                      <a:lnTo>
                        <a:pt x="179" y="145"/>
                      </a:lnTo>
                      <a:lnTo>
                        <a:pt x="179" y="143"/>
                      </a:lnTo>
                      <a:lnTo>
                        <a:pt x="179" y="143"/>
                      </a:lnTo>
                      <a:lnTo>
                        <a:pt x="179" y="145"/>
                      </a:lnTo>
                      <a:close/>
                      <a:moveTo>
                        <a:pt x="181" y="143"/>
                      </a:moveTo>
                      <a:lnTo>
                        <a:pt x="181" y="143"/>
                      </a:lnTo>
                      <a:lnTo>
                        <a:pt x="179" y="143"/>
                      </a:lnTo>
                      <a:lnTo>
                        <a:pt x="181" y="143"/>
                      </a:lnTo>
                      <a:lnTo>
                        <a:pt x="181" y="143"/>
                      </a:lnTo>
                      <a:close/>
                      <a:moveTo>
                        <a:pt x="179" y="143"/>
                      </a:moveTo>
                      <a:lnTo>
                        <a:pt x="179" y="143"/>
                      </a:lnTo>
                      <a:lnTo>
                        <a:pt x="179" y="143"/>
                      </a:lnTo>
                      <a:lnTo>
                        <a:pt x="179" y="143"/>
                      </a:lnTo>
                      <a:lnTo>
                        <a:pt x="179" y="143"/>
                      </a:lnTo>
                      <a:lnTo>
                        <a:pt x="179" y="143"/>
                      </a:lnTo>
                      <a:close/>
                      <a:moveTo>
                        <a:pt x="141" y="106"/>
                      </a:moveTo>
                      <a:lnTo>
                        <a:pt x="141" y="106"/>
                      </a:lnTo>
                      <a:lnTo>
                        <a:pt x="141" y="106"/>
                      </a:lnTo>
                      <a:lnTo>
                        <a:pt x="141" y="106"/>
                      </a:lnTo>
                      <a:lnTo>
                        <a:pt x="141" y="106"/>
                      </a:lnTo>
                      <a:close/>
                      <a:moveTo>
                        <a:pt x="135" y="101"/>
                      </a:moveTo>
                      <a:lnTo>
                        <a:pt x="135" y="101"/>
                      </a:lnTo>
                      <a:lnTo>
                        <a:pt x="135" y="101"/>
                      </a:lnTo>
                      <a:lnTo>
                        <a:pt x="135" y="101"/>
                      </a:lnTo>
                      <a:lnTo>
                        <a:pt x="135" y="101"/>
                      </a:lnTo>
                      <a:lnTo>
                        <a:pt x="135" y="101"/>
                      </a:lnTo>
                      <a:close/>
                      <a:moveTo>
                        <a:pt x="110" y="97"/>
                      </a:moveTo>
                      <a:lnTo>
                        <a:pt x="110" y="97"/>
                      </a:lnTo>
                      <a:lnTo>
                        <a:pt x="110" y="97"/>
                      </a:lnTo>
                      <a:lnTo>
                        <a:pt x="110" y="97"/>
                      </a:lnTo>
                      <a:lnTo>
                        <a:pt x="110" y="97"/>
                      </a:lnTo>
                      <a:lnTo>
                        <a:pt x="110" y="97"/>
                      </a:lnTo>
                      <a:close/>
                      <a:moveTo>
                        <a:pt x="110" y="97"/>
                      </a:moveTo>
                      <a:lnTo>
                        <a:pt x="110" y="97"/>
                      </a:lnTo>
                      <a:lnTo>
                        <a:pt x="110" y="97"/>
                      </a:lnTo>
                      <a:lnTo>
                        <a:pt x="110" y="97"/>
                      </a:lnTo>
                      <a:lnTo>
                        <a:pt x="110" y="97"/>
                      </a:lnTo>
                      <a:lnTo>
                        <a:pt x="110" y="97"/>
                      </a:lnTo>
                      <a:lnTo>
                        <a:pt x="110" y="97"/>
                      </a:lnTo>
                      <a:close/>
                      <a:moveTo>
                        <a:pt x="110" y="97"/>
                      </a:moveTo>
                      <a:lnTo>
                        <a:pt x="110" y="97"/>
                      </a:lnTo>
                      <a:lnTo>
                        <a:pt x="110" y="97"/>
                      </a:lnTo>
                      <a:lnTo>
                        <a:pt x="110" y="97"/>
                      </a:lnTo>
                      <a:lnTo>
                        <a:pt x="110" y="97"/>
                      </a:lnTo>
                      <a:lnTo>
                        <a:pt x="110" y="97"/>
                      </a:lnTo>
                      <a:close/>
                      <a:moveTo>
                        <a:pt x="117" y="95"/>
                      </a:moveTo>
                      <a:lnTo>
                        <a:pt x="117" y="95"/>
                      </a:lnTo>
                      <a:lnTo>
                        <a:pt x="117" y="95"/>
                      </a:lnTo>
                      <a:lnTo>
                        <a:pt x="117" y="95"/>
                      </a:lnTo>
                      <a:lnTo>
                        <a:pt x="117" y="95"/>
                      </a:lnTo>
                      <a:lnTo>
                        <a:pt x="117" y="95"/>
                      </a:lnTo>
                      <a:close/>
                      <a:moveTo>
                        <a:pt x="124" y="95"/>
                      </a:moveTo>
                      <a:lnTo>
                        <a:pt x="124" y="95"/>
                      </a:lnTo>
                      <a:lnTo>
                        <a:pt x="124" y="95"/>
                      </a:lnTo>
                      <a:lnTo>
                        <a:pt x="124" y="95"/>
                      </a:lnTo>
                      <a:lnTo>
                        <a:pt x="123" y="95"/>
                      </a:lnTo>
                      <a:lnTo>
                        <a:pt x="124" y="95"/>
                      </a:lnTo>
                      <a:lnTo>
                        <a:pt x="124" y="95"/>
                      </a:lnTo>
                      <a:close/>
                      <a:moveTo>
                        <a:pt x="139" y="95"/>
                      </a:moveTo>
                      <a:lnTo>
                        <a:pt x="139" y="95"/>
                      </a:lnTo>
                      <a:lnTo>
                        <a:pt x="139" y="95"/>
                      </a:lnTo>
                      <a:lnTo>
                        <a:pt x="139" y="95"/>
                      </a:lnTo>
                      <a:lnTo>
                        <a:pt x="139" y="95"/>
                      </a:lnTo>
                      <a:lnTo>
                        <a:pt x="139" y="95"/>
                      </a:lnTo>
                      <a:close/>
                      <a:moveTo>
                        <a:pt x="121" y="95"/>
                      </a:moveTo>
                      <a:lnTo>
                        <a:pt x="121" y="95"/>
                      </a:lnTo>
                      <a:lnTo>
                        <a:pt x="121" y="95"/>
                      </a:lnTo>
                      <a:lnTo>
                        <a:pt x="119" y="95"/>
                      </a:lnTo>
                      <a:lnTo>
                        <a:pt x="119" y="95"/>
                      </a:lnTo>
                      <a:lnTo>
                        <a:pt x="119" y="95"/>
                      </a:lnTo>
                      <a:lnTo>
                        <a:pt x="121" y="95"/>
                      </a:lnTo>
                      <a:lnTo>
                        <a:pt x="121" y="95"/>
                      </a:lnTo>
                      <a:lnTo>
                        <a:pt x="121" y="95"/>
                      </a:lnTo>
                      <a:close/>
                      <a:moveTo>
                        <a:pt x="121" y="95"/>
                      </a:moveTo>
                      <a:lnTo>
                        <a:pt x="121" y="95"/>
                      </a:lnTo>
                      <a:lnTo>
                        <a:pt x="121" y="95"/>
                      </a:lnTo>
                      <a:lnTo>
                        <a:pt x="121" y="95"/>
                      </a:lnTo>
                      <a:lnTo>
                        <a:pt x="121" y="95"/>
                      </a:lnTo>
                      <a:lnTo>
                        <a:pt x="121" y="95"/>
                      </a:lnTo>
                      <a:lnTo>
                        <a:pt x="121" y="95"/>
                      </a:lnTo>
                      <a:lnTo>
                        <a:pt x="121" y="95"/>
                      </a:lnTo>
                      <a:lnTo>
                        <a:pt x="121" y="95"/>
                      </a:lnTo>
                      <a:close/>
                      <a:moveTo>
                        <a:pt x="62" y="20"/>
                      </a:moveTo>
                      <a:lnTo>
                        <a:pt x="62" y="20"/>
                      </a:lnTo>
                      <a:lnTo>
                        <a:pt x="62" y="20"/>
                      </a:lnTo>
                      <a:lnTo>
                        <a:pt x="62" y="20"/>
                      </a:lnTo>
                      <a:close/>
                      <a:moveTo>
                        <a:pt x="61" y="19"/>
                      </a:moveTo>
                      <a:lnTo>
                        <a:pt x="61" y="19"/>
                      </a:lnTo>
                      <a:lnTo>
                        <a:pt x="61" y="19"/>
                      </a:lnTo>
                      <a:lnTo>
                        <a:pt x="61" y="19"/>
                      </a:lnTo>
                      <a:lnTo>
                        <a:pt x="61" y="19"/>
                      </a:lnTo>
                      <a:close/>
                      <a:moveTo>
                        <a:pt x="66" y="11"/>
                      </a:moveTo>
                      <a:lnTo>
                        <a:pt x="66" y="11"/>
                      </a:lnTo>
                      <a:lnTo>
                        <a:pt x="66" y="11"/>
                      </a:lnTo>
                      <a:lnTo>
                        <a:pt x="66" y="11"/>
                      </a:lnTo>
                      <a:lnTo>
                        <a:pt x="66" y="11"/>
                      </a:lnTo>
                      <a:lnTo>
                        <a:pt x="66" y="11"/>
                      </a:lnTo>
                      <a:close/>
                      <a:moveTo>
                        <a:pt x="59" y="11"/>
                      </a:moveTo>
                      <a:lnTo>
                        <a:pt x="59" y="11"/>
                      </a:lnTo>
                      <a:lnTo>
                        <a:pt x="59" y="11"/>
                      </a:lnTo>
                      <a:lnTo>
                        <a:pt x="59" y="11"/>
                      </a:lnTo>
                      <a:lnTo>
                        <a:pt x="59" y="11"/>
                      </a:lnTo>
                      <a:close/>
                      <a:moveTo>
                        <a:pt x="59" y="11"/>
                      </a:moveTo>
                      <a:lnTo>
                        <a:pt x="59" y="11"/>
                      </a:lnTo>
                      <a:lnTo>
                        <a:pt x="59" y="11"/>
                      </a:lnTo>
                      <a:lnTo>
                        <a:pt x="59" y="11"/>
                      </a:lnTo>
                      <a:lnTo>
                        <a:pt x="59" y="11"/>
                      </a:lnTo>
                      <a:lnTo>
                        <a:pt x="59" y="11"/>
                      </a:lnTo>
                      <a:lnTo>
                        <a:pt x="59" y="11"/>
                      </a:lnTo>
                      <a:close/>
                      <a:moveTo>
                        <a:pt x="61" y="9"/>
                      </a:moveTo>
                      <a:lnTo>
                        <a:pt x="61" y="9"/>
                      </a:lnTo>
                      <a:lnTo>
                        <a:pt x="61" y="9"/>
                      </a:lnTo>
                      <a:lnTo>
                        <a:pt x="61" y="9"/>
                      </a:lnTo>
                      <a:lnTo>
                        <a:pt x="61" y="9"/>
                      </a:lnTo>
                      <a:lnTo>
                        <a:pt x="61" y="9"/>
                      </a:lnTo>
                      <a:lnTo>
                        <a:pt x="61" y="9"/>
                      </a:lnTo>
                      <a:close/>
                      <a:moveTo>
                        <a:pt x="62" y="8"/>
                      </a:moveTo>
                      <a:lnTo>
                        <a:pt x="62" y="8"/>
                      </a:lnTo>
                      <a:lnTo>
                        <a:pt x="62" y="8"/>
                      </a:lnTo>
                      <a:lnTo>
                        <a:pt x="62" y="8"/>
                      </a:lnTo>
                      <a:close/>
                      <a:moveTo>
                        <a:pt x="62" y="8"/>
                      </a:moveTo>
                      <a:lnTo>
                        <a:pt x="62" y="8"/>
                      </a:lnTo>
                      <a:lnTo>
                        <a:pt x="62" y="8"/>
                      </a:lnTo>
                      <a:lnTo>
                        <a:pt x="62" y="8"/>
                      </a:lnTo>
                      <a:lnTo>
                        <a:pt x="62" y="8"/>
                      </a:lnTo>
                      <a:close/>
                      <a:moveTo>
                        <a:pt x="61" y="4"/>
                      </a:moveTo>
                      <a:lnTo>
                        <a:pt x="61" y="4"/>
                      </a:lnTo>
                      <a:lnTo>
                        <a:pt x="61" y="4"/>
                      </a:lnTo>
                      <a:lnTo>
                        <a:pt x="61" y="4"/>
                      </a:lnTo>
                      <a:lnTo>
                        <a:pt x="61" y="4"/>
                      </a:lnTo>
                      <a:lnTo>
                        <a:pt x="61" y="4"/>
                      </a:lnTo>
                      <a:lnTo>
                        <a:pt x="61" y="4"/>
                      </a:lnTo>
                      <a:lnTo>
                        <a:pt x="61" y="4"/>
                      </a:lnTo>
                      <a:lnTo>
                        <a:pt x="61" y="4"/>
                      </a:lnTo>
                      <a:close/>
                      <a:moveTo>
                        <a:pt x="64" y="4"/>
                      </a:moveTo>
                      <a:lnTo>
                        <a:pt x="64" y="4"/>
                      </a:lnTo>
                      <a:lnTo>
                        <a:pt x="64" y="4"/>
                      </a:lnTo>
                      <a:lnTo>
                        <a:pt x="64" y="4"/>
                      </a:lnTo>
                      <a:lnTo>
                        <a:pt x="64" y="4"/>
                      </a:lnTo>
                      <a:lnTo>
                        <a:pt x="64" y="4"/>
                      </a:lnTo>
                      <a:close/>
                      <a:moveTo>
                        <a:pt x="66" y="0"/>
                      </a:moveTo>
                      <a:lnTo>
                        <a:pt x="66" y="0"/>
                      </a:lnTo>
                      <a:lnTo>
                        <a:pt x="64" y="0"/>
                      </a:lnTo>
                      <a:lnTo>
                        <a:pt x="66" y="0"/>
                      </a:lnTo>
                      <a:lnTo>
                        <a:pt x="66" y="0"/>
                      </a:lnTo>
                      <a:close/>
                      <a:moveTo>
                        <a:pt x="64" y="0"/>
                      </a:moveTo>
                      <a:lnTo>
                        <a:pt x="64" y="0"/>
                      </a:lnTo>
                      <a:lnTo>
                        <a:pt x="64" y="0"/>
                      </a:lnTo>
                      <a:lnTo>
                        <a:pt x="64" y="0"/>
                      </a:lnTo>
                      <a:lnTo>
                        <a:pt x="64" y="0"/>
                      </a:lnTo>
                      <a:close/>
                      <a:moveTo>
                        <a:pt x="64" y="0"/>
                      </a:moveTo>
                      <a:lnTo>
                        <a:pt x="64" y="0"/>
                      </a:lnTo>
                      <a:lnTo>
                        <a:pt x="64" y="0"/>
                      </a:lnTo>
                      <a:lnTo>
                        <a:pt x="64" y="0"/>
                      </a:lnTo>
                      <a:lnTo>
                        <a:pt x="64" y="0"/>
                      </a:lnTo>
                      <a:lnTo>
                        <a:pt x="64"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7" name="Freeform 82">
                  <a:extLst>
                    <a:ext uri="{FF2B5EF4-FFF2-40B4-BE49-F238E27FC236}">
                      <a16:creationId xmlns:a16="http://schemas.microsoft.com/office/drawing/2014/main" id="{556EBF62-2416-AB01-FEE4-3C0C8D659BCA}"/>
                    </a:ext>
                  </a:extLst>
                </p:cNvPr>
                <p:cNvSpPr>
                  <a:spLocks noEditPoints="1"/>
                </p:cNvSpPr>
                <p:nvPr/>
              </p:nvSpPr>
              <p:spPr bwMode="auto">
                <a:xfrm>
                  <a:off x="3086184" y="2650798"/>
                  <a:ext cx="1098788" cy="858428"/>
                </a:xfrm>
                <a:custGeom>
                  <a:avLst/>
                  <a:gdLst>
                    <a:gd name="T0" fmla="*/ 245 w 608"/>
                    <a:gd name="T1" fmla="*/ 470 h 475"/>
                    <a:gd name="T2" fmla="*/ 247 w 608"/>
                    <a:gd name="T3" fmla="*/ 470 h 475"/>
                    <a:gd name="T4" fmla="*/ 274 w 608"/>
                    <a:gd name="T5" fmla="*/ 466 h 475"/>
                    <a:gd name="T6" fmla="*/ 263 w 608"/>
                    <a:gd name="T7" fmla="*/ 466 h 475"/>
                    <a:gd name="T8" fmla="*/ 256 w 608"/>
                    <a:gd name="T9" fmla="*/ 468 h 475"/>
                    <a:gd name="T10" fmla="*/ 249 w 608"/>
                    <a:gd name="T11" fmla="*/ 459 h 475"/>
                    <a:gd name="T12" fmla="*/ 247 w 608"/>
                    <a:gd name="T13" fmla="*/ 463 h 475"/>
                    <a:gd name="T14" fmla="*/ 238 w 608"/>
                    <a:gd name="T15" fmla="*/ 463 h 475"/>
                    <a:gd name="T16" fmla="*/ 238 w 608"/>
                    <a:gd name="T17" fmla="*/ 457 h 475"/>
                    <a:gd name="T18" fmla="*/ 232 w 608"/>
                    <a:gd name="T19" fmla="*/ 452 h 475"/>
                    <a:gd name="T20" fmla="*/ 238 w 608"/>
                    <a:gd name="T21" fmla="*/ 446 h 475"/>
                    <a:gd name="T22" fmla="*/ 225 w 608"/>
                    <a:gd name="T23" fmla="*/ 442 h 475"/>
                    <a:gd name="T24" fmla="*/ 210 w 608"/>
                    <a:gd name="T25" fmla="*/ 430 h 475"/>
                    <a:gd name="T26" fmla="*/ 196 w 608"/>
                    <a:gd name="T27" fmla="*/ 413 h 475"/>
                    <a:gd name="T28" fmla="*/ 170 w 608"/>
                    <a:gd name="T29" fmla="*/ 421 h 475"/>
                    <a:gd name="T30" fmla="*/ 128 w 608"/>
                    <a:gd name="T31" fmla="*/ 424 h 475"/>
                    <a:gd name="T32" fmla="*/ 112 w 608"/>
                    <a:gd name="T33" fmla="*/ 419 h 475"/>
                    <a:gd name="T34" fmla="*/ 84 w 608"/>
                    <a:gd name="T35" fmla="*/ 424 h 475"/>
                    <a:gd name="T36" fmla="*/ 44 w 608"/>
                    <a:gd name="T37" fmla="*/ 426 h 475"/>
                    <a:gd name="T38" fmla="*/ 30 w 608"/>
                    <a:gd name="T39" fmla="*/ 428 h 475"/>
                    <a:gd name="T40" fmla="*/ 37 w 608"/>
                    <a:gd name="T41" fmla="*/ 391 h 475"/>
                    <a:gd name="T42" fmla="*/ 64 w 608"/>
                    <a:gd name="T43" fmla="*/ 377 h 475"/>
                    <a:gd name="T44" fmla="*/ 84 w 608"/>
                    <a:gd name="T45" fmla="*/ 353 h 475"/>
                    <a:gd name="T46" fmla="*/ 53 w 608"/>
                    <a:gd name="T47" fmla="*/ 311 h 475"/>
                    <a:gd name="T48" fmla="*/ 22 w 608"/>
                    <a:gd name="T49" fmla="*/ 285 h 475"/>
                    <a:gd name="T50" fmla="*/ 124 w 608"/>
                    <a:gd name="T51" fmla="*/ 272 h 475"/>
                    <a:gd name="T52" fmla="*/ 197 w 608"/>
                    <a:gd name="T53" fmla="*/ 241 h 475"/>
                    <a:gd name="T54" fmla="*/ 230 w 608"/>
                    <a:gd name="T55" fmla="*/ 210 h 475"/>
                    <a:gd name="T56" fmla="*/ 245 w 608"/>
                    <a:gd name="T57" fmla="*/ 201 h 475"/>
                    <a:gd name="T58" fmla="*/ 274 w 608"/>
                    <a:gd name="T59" fmla="*/ 190 h 475"/>
                    <a:gd name="T60" fmla="*/ 298 w 608"/>
                    <a:gd name="T61" fmla="*/ 188 h 475"/>
                    <a:gd name="T62" fmla="*/ 307 w 608"/>
                    <a:gd name="T63" fmla="*/ 156 h 475"/>
                    <a:gd name="T64" fmla="*/ 334 w 608"/>
                    <a:gd name="T65" fmla="*/ 139 h 475"/>
                    <a:gd name="T66" fmla="*/ 329 w 608"/>
                    <a:gd name="T67" fmla="*/ 110 h 475"/>
                    <a:gd name="T68" fmla="*/ 367 w 608"/>
                    <a:gd name="T69" fmla="*/ 108 h 475"/>
                    <a:gd name="T70" fmla="*/ 378 w 608"/>
                    <a:gd name="T71" fmla="*/ 79 h 475"/>
                    <a:gd name="T72" fmla="*/ 384 w 608"/>
                    <a:gd name="T73" fmla="*/ 50 h 475"/>
                    <a:gd name="T74" fmla="*/ 385 w 608"/>
                    <a:gd name="T75" fmla="*/ 26 h 475"/>
                    <a:gd name="T76" fmla="*/ 418 w 608"/>
                    <a:gd name="T77" fmla="*/ 9 h 475"/>
                    <a:gd name="T78" fmla="*/ 468 w 608"/>
                    <a:gd name="T79" fmla="*/ 7 h 475"/>
                    <a:gd name="T80" fmla="*/ 502 w 608"/>
                    <a:gd name="T81" fmla="*/ 6 h 475"/>
                    <a:gd name="T82" fmla="*/ 533 w 608"/>
                    <a:gd name="T83" fmla="*/ 20 h 475"/>
                    <a:gd name="T84" fmla="*/ 544 w 608"/>
                    <a:gd name="T85" fmla="*/ 50 h 475"/>
                    <a:gd name="T86" fmla="*/ 572 w 608"/>
                    <a:gd name="T87" fmla="*/ 59 h 475"/>
                    <a:gd name="T88" fmla="*/ 606 w 608"/>
                    <a:gd name="T89" fmla="*/ 57 h 475"/>
                    <a:gd name="T90" fmla="*/ 550 w 608"/>
                    <a:gd name="T91" fmla="*/ 86 h 475"/>
                    <a:gd name="T92" fmla="*/ 491 w 608"/>
                    <a:gd name="T93" fmla="*/ 84 h 475"/>
                    <a:gd name="T94" fmla="*/ 468 w 608"/>
                    <a:gd name="T95" fmla="*/ 108 h 475"/>
                    <a:gd name="T96" fmla="*/ 471 w 608"/>
                    <a:gd name="T97" fmla="*/ 137 h 475"/>
                    <a:gd name="T98" fmla="*/ 493 w 608"/>
                    <a:gd name="T99" fmla="*/ 163 h 475"/>
                    <a:gd name="T100" fmla="*/ 517 w 608"/>
                    <a:gd name="T101" fmla="*/ 177 h 475"/>
                    <a:gd name="T102" fmla="*/ 488 w 608"/>
                    <a:gd name="T103" fmla="*/ 192 h 475"/>
                    <a:gd name="T104" fmla="*/ 493 w 608"/>
                    <a:gd name="T105" fmla="*/ 214 h 475"/>
                    <a:gd name="T106" fmla="*/ 469 w 608"/>
                    <a:gd name="T107" fmla="*/ 238 h 475"/>
                    <a:gd name="T108" fmla="*/ 409 w 608"/>
                    <a:gd name="T109" fmla="*/ 305 h 475"/>
                    <a:gd name="T110" fmla="*/ 338 w 608"/>
                    <a:gd name="T111" fmla="*/ 329 h 475"/>
                    <a:gd name="T112" fmla="*/ 334 w 608"/>
                    <a:gd name="T113" fmla="*/ 382 h 475"/>
                    <a:gd name="T114" fmla="*/ 356 w 608"/>
                    <a:gd name="T115" fmla="*/ 426 h 475"/>
                    <a:gd name="T116" fmla="*/ 360 w 608"/>
                    <a:gd name="T117" fmla="*/ 450 h 475"/>
                    <a:gd name="T118" fmla="*/ 353 w 608"/>
                    <a:gd name="T119" fmla="*/ 463 h 475"/>
                    <a:gd name="T120" fmla="*/ 333 w 608"/>
                    <a:gd name="T121" fmla="*/ 459 h 475"/>
                    <a:gd name="T122" fmla="*/ 287 w 608"/>
                    <a:gd name="T123" fmla="*/ 461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8" h="475">
                      <a:moveTo>
                        <a:pt x="274" y="470"/>
                      </a:moveTo>
                      <a:lnTo>
                        <a:pt x="272" y="470"/>
                      </a:lnTo>
                      <a:lnTo>
                        <a:pt x="274" y="470"/>
                      </a:lnTo>
                      <a:close/>
                      <a:moveTo>
                        <a:pt x="272" y="470"/>
                      </a:moveTo>
                      <a:lnTo>
                        <a:pt x="270" y="470"/>
                      </a:lnTo>
                      <a:lnTo>
                        <a:pt x="272" y="470"/>
                      </a:lnTo>
                      <a:close/>
                      <a:moveTo>
                        <a:pt x="283" y="468"/>
                      </a:moveTo>
                      <a:lnTo>
                        <a:pt x="283" y="470"/>
                      </a:lnTo>
                      <a:lnTo>
                        <a:pt x="278" y="470"/>
                      </a:lnTo>
                      <a:lnTo>
                        <a:pt x="278" y="468"/>
                      </a:lnTo>
                      <a:lnTo>
                        <a:pt x="280" y="468"/>
                      </a:lnTo>
                      <a:lnTo>
                        <a:pt x="281" y="468"/>
                      </a:lnTo>
                      <a:lnTo>
                        <a:pt x="283" y="468"/>
                      </a:lnTo>
                      <a:close/>
                      <a:moveTo>
                        <a:pt x="239" y="470"/>
                      </a:moveTo>
                      <a:lnTo>
                        <a:pt x="238" y="470"/>
                      </a:lnTo>
                      <a:lnTo>
                        <a:pt x="239" y="470"/>
                      </a:lnTo>
                      <a:lnTo>
                        <a:pt x="238" y="470"/>
                      </a:lnTo>
                      <a:lnTo>
                        <a:pt x="236" y="470"/>
                      </a:lnTo>
                      <a:lnTo>
                        <a:pt x="238" y="470"/>
                      </a:lnTo>
                      <a:lnTo>
                        <a:pt x="238" y="468"/>
                      </a:lnTo>
                      <a:lnTo>
                        <a:pt x="239" y="468"/>
                      </a:lnTo>
                      <a:lnTo>
                        <a:pt x="239" y="466"/>
                      </a:lnTo>
                      <a:lnTo>
                        <a:pt x="241" y="466"/>
                      </a:lnTo>
                      <a:lnTo>
                        <a:pt x="243" y="466"/>
                      </a:lnTo>
                      <a:lnTo>
                        <a:pt x="243" y="468"/>
                      </a:lnTo>
                      <a:lnTo>
                        <a:pt x="243" y="466"/>
                      </a:lnTo>
                      <a:lnTo>
                        <a:pt x="245" y="466"/>
                      </a:lnTo>
                      <a:lnTo>
                        <a:pt x="245" y="468"/>
                      </a:lnTo>
                      <a:lnTo>
                        <a:pt x="247" y="468"/>
                      </a:lnTo>
                      <a:lnTo>
                        <a:pt x="245" y="470"/>
                      </a:lnTo>
                      <a:lnTo>
                        <a:pt x="243" y="470"/>
                      </a:lnTo>
                      <a:lnTo>
                        <a:pt x="245" y="470"/>
                      </a:lnTo>
                      <a:lnTo>
                        <a:pt x="245" y="472"/>
                      </a:lnTo>
                      <a:lnTo>
                        <a:pt x="243" y="472"/>
                      </a:lnTo>
                      <a:lnTo>
                        <a:pt x="241" y="472"/>
                      </a:lnTo>
                      <a:lnTo>
                        <a:pt x="241" y="474"/>
                      </a:lnTo>
                      <a:lnTo>
                        <a:pt x="241" y="472"/>
                      </a:lnTo>
                      <a:lnTo>
                        <a:pt x="241" y="470"/>
                      </a:lnTo>
                      <a:lnTo>
                        <a:pt x="241" y="468"/>
                      </a:lnTo>
                      <a:lnTo>
                        <a:pt x="241" y="470"/>
                      </a:lnTo>
                      <a:lnTo>
                        <a:pt x="241" y="472"/>
                      </a:lnTo>
                      <a:lnTo>
                        <a:pt x="239" y="472"/>
                      </a:lnTo>
                      <a:lnTo>
                        <a:pt x="238" y="472"/>
                      </a:lnTo>
                      <a:lnTo>
                        <a:pt x="238" y="470"/>
                      </a:lnTo>
                      <a:lnTo>
                        <a:pt x="239" y="470"/>
                      </a:lnTo>
                      <a:close/>
                      <a:moveTo>
                        <a:pt x="250" y="474"/>
                      </a:moveTo>
                      <a:lnTo>
                        <a:pt x="250" y="472"/>
                      </a:lnTo>
                      <a:lnTo>
                        <a:pt x="250" y="474"/>
                      </a:lnTo>
                      <a:lnTo>
                        <a:pt x="250" y="475"/>
                      </a:lnTo>
                      <a:lnTo>
                        <a:pt x="249" y="475"/>
                      </a:lnTo>
                      <a:lnTo>
                        <a:pt x="247" y="475"/>
                      </a:lnTo>
                      <a:lnTo>
                        <a:pt x="249" y="475"/>
                      </a:lnTo>
                      <a:lnTo>
                        <a:pt x="247" y="475"/>
                      </a:lnTo>
                      <a:lnTo>
                        <a:pt x="247" y="474"/>
                      </a:lnTo>
                      <a:lnTo>
                        <a:pt x="245" y="474"/>
                      </a:lnTo>
                      <a:lnTo>
                        <a:pt x="247" y="474"/>
                      </a:lnTo>
                      <a:lnTo>
                        <a:pt x="247" y="472"/>
                      </a:lnTo>
                      <a:lnTo>
                        <a:pt x="245" y="472"/>
                      </a:lnTo>
                      <a:lnTo>
                        <a:pt x="247" y="472"/>
                      </a:lnTo>
                      <a:lnTo>
                        <a:pt x="245" y="472"/>
                      </a:lnTo>
                      <a:lnTo>
                        <a:pt x="247" y="472"/>
                      </a:lnTo>
                      <a:lnTo>
                        <a:pt x="247" y="470"/>
                      </a:lnTo>
                      <a:lnTo>
                        <a:pt x="247" y="472"/>
                      </a:lnTo>
                      <a:lnTo>
                        <a:pt x="247" y="470"/>
                      </a:lnTo>
                      <a:lnTo>
                        <a:pt x="249" y="470"/>
                      </a:lnTo>
                      <a:lnTo>
                        <a:pt x="249" y="468"/>
                      </a:lnTo>
                      <a:lnTo>
                        <a:pt x="247" y="468"/>
                      </a:lnTo>
                      <a:lnTo>
                        <a:pt x="247" y="466"/>
                      </a:lnTo>
                      <a:lnTo>
                        <a:pt x="249" y="466"/>
                      </a:lnTo>
                      <a:lnTo>
                        <a:pt x="249" y="468"/>
                      </a:lnTo>
                      <a:lnTo>
                        <a:pt x="249" y="466"/>
                      </a:lnTo>
                      <a:lnTo>
                        <a:pt x="250" y="466"/>
                      </a:lnTo>
                      <a:lnTo>
                        <a:pt x="252" y="466"/>
                      </a:lnTo>
                      <a:lnTo>
                        <a:pt x="252" y="468"/>
                      </a:lnTo>
                      <a:lnTo>
                        <a:pt x="250" y="468"/>
                      </a:lnTo>
                      <a:lnTo>
                        <a:pt x="250" y="470"/>
                      </a:lnTo>
                      <a:lnTo>
                        <a:pt x="249" y="470"/>
                      </a:lnTo>
                      <a:lnTo>
                        <a:pt x="250" y="470"/>
                      </a:lnTo>
                      <a:lnTo>
                        <a:pt x="252" y="470"/>
                      </a:lnTo>
                      <a:lnTo>
                        <a:pt x="252" y="472"/>
                      </a:lnTo>
                      <a:lnTo>
                        <a:pt x="250" y="472"/>
                      </a:lnTo>
                      <a:lnTo>
                        <a:pt x="250" y="474"/>
                      </a:lnTo>
                      <a:close/>
                      <a:moveTo>
                        <a:pt x="274" y="470"/>
                      </a:moveTo>
                      <a:lnTo>
                        <a:pt x="274" y="468"/>
                      </a:lnTo>
                      <a:lnTo>
                        <a:pt x="274" y="466"/>
                      </a:lnTo>
                      <a:lnTo>
                        <a:pt x="276" y="466"/>
                      </a:lnTo>
                      <a:lnTo>
                        <a:pt x="276" y="464"/>
                      </a:lnTo>
                      <a:lnTo>
                        <a:pt x="278" y="464"/>
                      </a:lnTo>
                      <a:lnTo>
                        <a:pt x="276" y="464"/>
                      </a:lnTo>
                      <a:lnTo>
                        <a:pt x="276" y="466"/>
                      </a:lnTo>
                      <a:lnTo>
                        <a:pt x="274" y="464"/>
                      </a:lnTo>
                      <a:lnTo>
                        <a:pt x="276" y="464"/>
                      </a:lnTo>
                      <a:lnTo>
                        <a:pt x="274" y="464"/>
                      </a:lnTo>
                      <a:lnTo>
                        <a:pt x="274" y="466"/>
                      </a:lnTo>
                      <a:lnTo>
                        <a:pt x="276" y="466"/>
                      </a:lnTo>
                      <a:lnTo>
                        <a:pt x="274" y="466"/>
                      </a:lnTo>
                      <a:lnTo>
                        <a:pt x="274" y="468"/>
                      </a:lnTo>
                      <a:lnTo>
                        <a:pt x="274" y="470"/>
                      </a:lnTo>
                      <a:lnTo>
                        <a:pt x="272" y="470"/>
                      </a:lnTo>
                      <a:lnTo>
                        <a:pt x="270" y="470"/>
                      </a:lnTo>
                      <a:lnTo>
                        <a:pt x="270" y="468"/>
                      </a:lnTo>
                      <a:lnTo>
                        <a:pt x="269" y="468"/>
                      </a:lnTo>
                      <a:lnTo>
                        <a:pt x="270" y="468"/>
                      </a:lnTo>
                      <a:lnTo>
                        <a:pt x="270" y="466"/>
                      </a:lnTo>
                      <a:lnTo>
                        <a:pt x="269" y="466"/>
                      </a:lnTo>
                      <a:lnTo>
                        <a:pt x="269" y="468"/>
                      </a:lnTo>
                      <a:lnTo>
                        <a:pt x="270" y="468"/>
                      </a:lnTo>
                      <a:lnTo>
                        <a:pt x="269" y="468"/>
                      </a:lnTo>
                      <a:lnTo>
                        <a:pt x="270" y="468"/>
                      </a:lnTo>
                      <a:lnTo>
                        <a:pt x="270" y="470"/>
                      </a:lnTo>
                      <a:lnTo>
                        <a:pt x="269" y="470"/>
                      </a:lnTo>
                      <a:lnTo>
                        <a:pt x="269" y="472"/>
                      </a:lnTo>
                      <a:lnTo>
                        <a:pt x="267" y="472"/>
                      </a:lnTo>
                      <a:lnTo>
                        <a:pt x="265" y="472"/>
                      </a:lnTo>
                      <a:lnTo>
                        <a:pt x="265" y="474"/>
                      </a:lnTo>
                      <a:lnTo>
                        <a:pt x="263" y="474"/>
                      </a:lnTo>
                      <a:lnTo>
                        <a:pt x="263" y="472"/>
                      </a:lnTo>
                      <a:lnTo>
                        <a:pt x="263" y="470"/>
                      </a:lnTo>
                      <a:lnTo>
                        <a:pt x="265" y="470"/>
                      </a:lnTo>
                      <a:lnTo>
                        <a:pt x="263" y="470"/>
                      </a:lnTo>
                      <a:lnTo>
                        <a:pt x="265" y="470"/>
                      </a:lnTo>
                      <a:lnTo>
                        <a:pt x="263" y="470"/>
                      </a:lnTo>
                      <a:lnTo>
                        <a:pt x="263" y="468"/>
                      </a:lnTo>
                      <a:lnTo>
                        <a:pt x="265" y="468"/>
                      </a:lnTo>
                      <a:lnTo>
                        <a:pt x="263" y="468"/>
                      </a:lnTo>
                      <a:lnTo>
                        <a:pt x="265" y="468"/>
                      </a:lnTo>
                      <a:lnTo>
                        <a:pt x="265" y="466"/>
                      </a:lnTo>
                      <a:lnTo>
                        <a:pt x="263" y="466"/>
                      </a:lnTo>
                      <a:lnTo>
                        <a:pt x="263" y="464"/>
                      </a:lnTo>
                      <a:lnTo>
                        <a:pt x="263" y="463"/>
                      </a:lnTo>
                      <a:lnTo>
                        <a:pt x="263" y="464"/>
                      </a:lnTo>
                      <a:lnTo>
                        <a:pt x="263" y="466"/>
                      </a:lnTo>
                      <a:lnTo>
                        <a:pt x="263" y="468"/>
                      </a:lnTo>
                      <a:lnTo>
                        <a:pt x="263" y="470"/>
                      </a:lnTo>
                      <a:lnTo>
                        <a:pt x="263" y="472"/>
                      </a:lnTo>
                      <a:lnTo>
                        <a:pt x="263" y="474"/>
                      </a:lnTo>
                      <a:lnTo>
                        <a:pt x="263" y="475"/>
                      </a:lnTo>
                      <a:lnTo>
                        <a:pt x="261" y="475"/>
                      </a:lnTo>
                      <a:lnTo>
                        <a:pt x="261" y="474"/>
                      </a:lnTo>
                      <a:lnTo>
                        <a:pt x="261" y="475"/>
                      </a:lnTo>
                      <a:lnTo>
                        <a:pt x="260" y="475"/>
                      </a:lnTo>
                      <a:lnTo>
                        <a:pt x="260" y="474"/>
                      </a:lnTo>
                      <a:lnTo>
                        <a:pt x="261" y="474"/>
                      </a:lnTo>
                      <a:lnTo>
                        <a:pt x="261" y="472"/>
                      </a:lnTo>
                      <a:lnTo>
                        <a:pt x="260" y="472"/>
                      </a:lnTo>
                      <a:lnTo>
                        <a:pt x="261" y="472"/>
                      </a:lnTo>
                      <a:lnTo>
                        <a:pt x="260" y="472"/>
                      </a:lnTo>
                      <a:lnTo>
                        <a:pt x="260" y="470"/>
                      </a:lnTo>
                      <a:lnTo>
                        <a:pt x="261" y="470"/>
                      </a:lnTo>
                      <a:lnTo>
                        <a:pt x="260" y="470"/>
                      </a:lnTo>
                      <a:lnTo>
                        <a:pt x="261" y="468"/>
                      </a:lnTo>
                      <a:lnTo>
                        <a:pt x="260" y="468"/>
                      </a:lnTo>
                      <a:lnTo>
                        <a:pt x="260" y="470"/>
                      </a:lnTo>
                      <a:lnTo>
                        <a:pt x="260" y="468"/>
                      </a:lnTo>
                      <a:lnTo>
                        <a:pt x="258" y="468"/>
                      </a:lnTo>
                      <a:lnTo>
                        <a:pt x="260" y="468"/>
                      </a:lnTo>
                      <a:lnTo>
                        <a:pt x="260" y="470"/>
                      </a:lnTo>
                      <a:lnTo>
                        <a:pt x="258" y="468"/>
                      </a:lnTo>
                      <a:lnTo>
                        <a:pt x="258" y="470"/>
                      </a:lnTo>
                      <a:lnTo>
                        <a:pt x="256" y="468"/>
                      </a:lnTo>
                      <a:lnTo>
                        <a:pt x="256" y="466"/>
                      </a:lnTo>
                      <a:lnTo>
                        <a:pt x="256" y="468"/>
                      </a:lnTo>
                      <a:lnTo>
                        <a:pt x="254" y="468"/>
                      </a:lnTo>
                      <a:lnTo>
                        <a:pt x="254" y="466"/>
                      </a:lnTo>
                      <a:lnTo>
                        <a:pt x="252" y="466"/>
                      </a:lnTo>
                      <a:lnTo>
                        <a:pt x="252" y="464"/>
                      </a:lnTo>
                      <a:lnTo>
                        <a:pt x="254" y="464"/>
                      </a:lnTo>
                      <a:lnTo>
                        <a:pt x="252" y="464"/>
                      </a:lnTo>
                      <a:lnTo>
                        <a:pt x="252" y="466"/>
                      </a:lnTo>
                      <a:lnTo>
                        <a:pt x="254" y="466"/>
                      </a:lnTo>
                      <a:lnTo>
                        <a:pt x="254" y="468"/>
                      </a:lnTo>
                      <a:lnTo>
                        <a:pt x="252" y="466"/>
                      </a:lnTo>
                      <a:lnTo>
                        <a:pt x="250" y="466"/>
                      </a:lnTo>
                      <a:lnTo>
                        <a:pt x="250" y="464"/>
                      </a:lnTo>
                      <a:lnTo>
                        <a:pt x="250" y="466"/>
                      </a:lnTo>
                      <a:lnTo>
                        <a:pt x="250" y="464"/>
                      </a:lnTo>
                      <a:lnTo>
                        <a:pt x="250" y="466"/>
                      </a:lnTo>
                      <a:lnTo>
                        <a:pt x="249" y="466"/>
                      </a:lnTo>
                      <a:lnTo>
                        <a:pt x="249" y="468"/>
                      </a:lnTo>
                      <a:lnTo>
                        <a:pt x="249" y="466"/>
                      </a:lnTo>
                      <a:lnTo>
                        <a:pt x="247" y="466"/>
                      </a:lnTo>
                      <a:lnTo>
                        <a:pt x="247" y="468"/>
                      </a:lnTo>
                      <a:lnTo>
                        <a:pt x="245" y="468"/>
                      </a:lnTo>
                      <a:lnTo>
                        <a:pt x="245" y="466"/>
                      </a:lnTo>
                      <a:lnTo>
                        <a:pt x="243" y="466"/>
                      </a:lnTo>
                      <a:lnTo>
                        <a:pt x="243" y="464"/>
                      </a:lnTo>
                      <a:lnTo>
                        <a:pt x="245" y="464"/>
                      </a:lnTo>
                      <a:lnTo>
                        <a:pt x="245" y="463"/>
                      </a:lnTo>
                      <a:lnTo>
                        <a:pt x="247" y="463"/>
                      </a:lnTo>
                      <a:lnTo>
                        <a:pt x="247" y="461"/>
                      </a:lnTo>
                      <a:lnTo>
                        <a:pt x="249" y="461"/>
                      </a:lnTo>
                      <a:lnTo>
                        <a:pt x="249" y="459"/>
                      </a:lnTo>
                      <a:lnTo>
                        <a:pt x="249" y="457"/>
                      </a:lnTo>
                      <a:lnTo>
                        <a:pt x="249" y="459"/>
                      </a:lnTo>
                      <a:lnTo>
                        <a:pt x="249" y="457"/>
                      </a:lnTo>
                      <a:lnTo>
                        <a:pt x="250" y="457"/>
                      </a:lnTo>
                      <a:lnTo>
                        <a:pt x="250" y="455"/>
                      </a:lnTo>
                      <a:lnTo>
                        <a:pt x="250" y="453"/>
                      </a:lnTo>
                      <a:lnTo>
                        <a:pt x="252" y="453"/>
                      </a:lnTo>
                      <a:lnTo>
                        <a:pt x="254" y="453"/>
                      </a:lnTo>
                      <a:lnTo>
                        <a:pt x="256" y="453"/>
                      </a:lnTo>
                      <a:lnTo>
                        <a:pt x="256" y="452"/>
                      </a:lnTo>
                      <a:lnTo>
                        <a:pt x="254" y="452"/>
                      </a:lnTo>
                      <a:lnTo>
                        <a:pt x="254" y="450"/>
                      </a:lnTo>
                      <a:lnTo>
                        <a:pt x="256" y="450"/>
                      </a:lnTo>
                      <a:lnTo>
                        <a:pt x="258" y="450"/>
                      </a:lnTo>
                      <a:lnTo>
                        <a:pt x="256" y="450"/>
                      </a:lnTo>
                      <a:lnTo>
                        <a:pt x="254" y="450"/>
                      </a:lnTo>
                      <a:lnTo>
                        <a:pt x="254" y="452"/>
                      </a:lnTo>
                      <a:lnTo>
                        <a:pt x="256" y="452"/>
                      </a:lnTo>
                      <a:lnTo>
                        <a:pt x="256" y="453"/>
                      </a:lnTo>
                      <a:lnTo>
                        <a:pt x="254" y="453"/>
                      </a:lnTo>
                      <a:lnTo>
                        <a:pt x="252" y="453"/>
                      </a:lnTo>
                      <a:lnTo>
                        <a:pt x="250" y="453"/>
                      </a:lnTo>
                      <a:lnTo>
                        <a:pt x="250" y="455"/>
                      </a:lnTo>
                      <a:lnTo>
                        <a:pt x="250" y="457"/>
                      </a:lnTo>
                      <a:lnTo>
                        <a:pt x="249" y="457"/>
                      </a:lnTo>
                      <a:lnTo>
                        <a:pt x="247" y="457"/>
                      </a:lnTo>
                      <a:lnTo>
                        <a:pt x="249" y="457"/>
                      </a:lnTo>
                      <a:lnTo>
                        <a:pt x="249" y="459"/>
                      </a:lnTo>
                      <a:lnTo>
                        <a:pt x="249" y="461"/>
                      </a:lnTo>
                      <a:lnTo>
                        <a:pt x="247" y="459"/>
                      </a:lnTo>
                      <a:lnTo>
                        <a:pt x="247" y="461"/>
                      </a:lnTo>
                      <a:lnTo>
                        <a:pt x="247" y="463"/>
                      </a:lnTo>
                      <a:lnTo>
                        <a:pt x="245" y="463"/>
                      </a:lnTo>
                      <a:lnTo>
                        <a:pt x="247" y="463"/>
                      </a:lnTo>
                      <a:lnTo>
                        <a:pt x="245" y="463"/>
                      </a:lnTo>
                      <a:lnTo>
                        <a:pt x="245" y="464"/>
                      </a:lnTo>
                      <a:lnTo>
                        <a:pt x="243" y="464"/>
                      </a:lnTo>
                      <a:lnTo>
                        <a:pt x="243" y="463"/>
                      </a:lnTo>
                      <a:lnTo>
                        <a:pt x="243" y="464"/>
                      </a:lnTo>
                      <a:lnTo>
                        <a:pt x="243" y="466"/>
                      </a:lnTo>
                      <a:lnTo>
                        <a:pt x="241" y="466"/>
                      </a:lnTo>
                      <a:lnTo>
                        <a:pt x="239" y="466"/>
                      </a:lnTo>
                      <a:lnTo>
                        <a:pt x="238" y="468"/>
                      </a:lnTo>
                      <a:lnTo>
                        <a:pt x="238" y="466"/>
                      </a:lnTo>
                      <a:lnTo>
                        <a:pt x="236" y="466"/>
                      </a:lnTo>
                      <a:lnTo>
                        <a:pt x="236" y="468"/>
                      </a:lnTo>
                      <a:lnTo>
                        <a:pt x="236" y="466"/>
                      </a:lnTo>
                      <a:lnTo>
                        <a:pt x="234" y="466"/>
                      </a:lnTo>
                      <a:lnTo>
                        <a:pt x="236" y="466"/>
                      </a:lnTo>
                      <a:lnTo>
                        <a:pt x="236" y="464"/>
                      </a:lnTo>
                      <a:lnTo>
                        <a:pt x="238" y="464"/>
                      </a:lnTo>
                      <a:lnTo>
                        <a:pt x="238" y="466"/>
                      </a:lnTo>
                      <a:lnTo>
                        <a:pt x="238" y="464"/>
                      </a:lnTo>
                      <a:lnTo>
                        <a:pt x="238" y="466"/>
                      </a:lnTo>
                      <a:lnTo>
                        <a:pt x="238" y="464"/>
                      </a:lnTo>
                      <a:lnTo>
                        <a:pt x="238" y="466"/>
                      </a:lnTo>
                      <a:lnTo>
                        <a:pt x="239" y="466"/>
                      </a:lnTo>
                      <a:lnTo>
                        <a:pt x="238" y="466"/>
                      </a:lnTo>
                      <a:lnTo>
                        <a:pt x="238" y="464"/>
                      </a:lnTo>
                      <a:lnTo>
                        <a:pt x="236" y="464"/>
                      </a:lnTo>
                      <a:lnTo>
                        <a:pt x="238" y="464"/>
                      </a:lnTo>
                      <a:lnTo>
                        <a:pt x="238" y="463"/>
                      </a:lnTo>
                      <a:lnTo>
                        <a:pt x="239" y="463"/>
                      </a:lnTo>
                      <a:lnTo>
                        <a:pt x="238" y="463"/>
                      </a:lnTo>
                      <a:lnTo>
                        <a:pt x="239" y="463"/>
                      </a:lnTo>
                      <a:lnTo>
                        <a:pt x="238" y="463"/>
                      </a:lnTo>
                      <a:lnTo>
                        <a:pt x="238" y="464"/>
                      </a:lnTo>
                      <a:lnTo>
                        <a:pt x="236" y="464"/>
                      </a:lnTo>
                      <a:lnTo>
                        <a:pt x="236" y="463"/>
                      </a:lnTo>
                      <a:lnTo>
                        <a:pt x="234" y="463"/>
                      </a:lnTo>
                      <a:lnTo>
                        <a:pt x="234" y="461"/>
                      </a:lnTo>
                      <a:lnTo>
                        <a:pt x="236" y="461"/>
                      </a:lnTo>
                      <a:lnTo>
                        <a:pt x="236" y="463"/>
                      </a:lnTo>
                      <a:lnTo>
                        <a:pt x="238" y="463"/>
                      </a:lnTo>
                      <a:lnTo>
                        <a:pt x="236" y="463"/>
                      </a:lnTo>
                      <a:lnTo>
                        <a:pt x="236" y="461"/>
                      </a:lnTo>
                      <a:lnTo>
                        <a:pt x="238" y="461"/>
                      </a:lnTo>
                      <a:lnTo>
                        <a:pt x="239" y="459"/>
                      </a:lnTo>
                      <a:lnTo>
                        <a:pt x="238" y="459"/>
                      </a:lnTo>
                      <a:lnTo>
                        <a:pt x="238" y="461"/>
                      </a:lnTo>
                      <a:lnTo>
                        <a:pt x="238" y="459"/>
                      </a:lnTo>
                      <a:lnTo>
                        <a:pt x="238" y="461"/>
                      </a:lnTo>
                      <a:lnTo>
                        <a:pt x="238" y="459"/>
                      </a:lnTo>
                      <a:lnTo>
                        <a:pt x="236" y="459"/>
                      </a:lnTo>
                      <a:lnTo>
                        <a:pt x="238" y="459"/>
                      </a:lnTo>
                      <a:lnTo>
                        <a:pt x="238" y="457"/>
                      </a:lnTo>
                      <a:lnTo>
                        <a:pt x="239" y="457"/>
                      </a:lnTo>
                      <a:lnTo>
                        <a:pt x="239" y="459"/>
                      </a:lnTo>
                      <a:lnTo>
                        <a:pt x="239" y="457"/>
                      </a:lnTo>
                      <a:lnTo>
                        <a:pt x="241" y="457"/>
                      </a:lnTo>
                      <a:lnTo>
                        <a:pt x="239" y="457"/>
                      </a:lnTo>
                      <a:lnTo>
                        <a:pt x="239" y="455"/>
                      </a:lnTo>
                      <a:lnTo>
                        <a:pt x="239" y="457"/>
                      </a:lnTo>
                      <a:lnTo>
                        <a:pt x="238" y="457"/>
                      </a:lnTo>
                      <a:lnTo>
                        <a:pt x="239" y="457"/>
                      </a:lnTo>
                      <a:lnTo>
                        <a:pt x="238" y="457"/>
                      </a:lnTo>
                      <a:lnTo>
                        <a:pt x="236" y="457"/>
                      </a:lnTo>
                      <a:lnTo>
                        <a:pt x="238" y="457"/>
                      </a:lnTo>
                      <a:lnTo>
                        <a:pt x="236" y="457"/>
                      </a:lnTo>
                      <a:lnTo>
                        <a:pt x="236" y="459"/>
                      </a:lnTo>
                      <a:lnTo>
                        <a:pt x="236" y="457"/>
                      </a:lnTo>
                      <a:lnTo>
                        <a:pt x="236" y="455"/>
                      </a:lnTo>
                      <a:lnTo>
                        <a:pt x="238" y="455"/>
                      </a:lnTo>
                      <a:lnTo>
                        <a:pt x="236" y="457"/>
                      </a:lnTo>
                      <a:lnTo>
                        <a:pt x="238" y="455"/>
                      </a:lnTo>
                      <a:lnTo>
                        <a:pt x="239" y="455"/>
                      </a:lnTo>
                      <a:lnTo>
                        <a:pt x="238" y="455"/>
                      </a:lnTo>
                      <a:lnTo>
                        <a:pt x="239" y="455"/>
                      </a:lnTo>
                      <a:lnTo>
                        <a:pt x="238" y="455"/>
                      </a:lnTo>
                      <a:lnTo>
                        <a:pt x="238" y="453"/>
                      </a:lnTo>
                      <a:lnTo>
                        <a:pt x="236" y="453"/>
                      </a:lnTo>
                      <a:lnTo>
                        <a:pt x="238" y="453"/>
                      </a:lnTo>
                      <a:lnTo>
                        <a:pt x="236" y="453"/>
                      </a:lnTo>
                      <a:lnTo>
                        <a:pt x="238" y="453"/>
                      </a:lnTo>
                      <a:lnTo>
                        <a:pt x="236" y="453"/>
                      </a:lnTo>
                      <a:lnTo>
                        <a:pt x="234" y="453"/>
                      </a:lnTo>
                      <a:lnTo>
                        <a:pt x="234" y="452"/>
                      </a:lnTo>
                      <a:lnTo>
                        <a:pt x="236" y="452"/>
                      </a:lnTo>
                      <a:lnTo>
                        <a:pt x="236" y="453"/>
                      </a:lnTo>
                      <a:lnTo>
                        <a:pt x="236" y="452"/>
                      </a:lnTo>
                      <a:lnTo>
                        <a:pt x="236" y="453"/>
                      </a:lnTo>
                      <a:lnTo>
                        <a:pt x="236" y="452"/>
                      </a:lnTo>
                      <a:lnTo>
                        <a:pt x="234" y="452"/>
                      </a:lnTo>
                      <a:lnTo>
                        <a:pt x="236" y="452"/>
                      </a:lnTo>
                      <a:lnTo>
                        <a:pt x="234" y="452"/>
                      </a:lnTo>
                      <a:lnTo>
                        <a:pt x="234" y="453"/>
                      </a:lnTo>
                      <a:lnTo>
                        <a:pt x="232" y="453"/>
                      </a:lnTo>
                      <a:lnTo>
                        <a:pt x="232" y="452"/>
                      </a:lnTo>
                      <a:lnTo>
                        <a:pt x="232" y="453"/>
                      </a:lnTo>
                      <a:lnTo>
                        <a:pt x="232" y="452"/>
                      </a:lnTo>
                      <a:lnTo>
                        <a:pt x="234" y="452"/>
                      </a:lnTo>
                      <a:lnTo>
                        <a:pt x="234" y="450"/>
                      </a:lnTo>
                      <a:lnTo>
                        <a:pt x="232" y="450"/>
                      </a:lnTo>
                      <a:lnTo>
                        <a:pt x="234" y="450"/>
                      </a:lnTo>
                      <a:lnTo>
                        <a:pt x="234" y="448"/>
                      </a:lnTo>
                      <a:lnTo>
                        <a:pt x="236" y="448"/>
                      </a:lnTo>
                      <a:lnTo>
                        <a:pt x="236" y="450"/>
                      </a:lnTo>
                      <a:lnTo>
                        <a:pt x="236" y="448"/>
                      </a:lnTo>
                      <a:lnTo>
                        <a:pt x="236" y="450"/>
                      </a:lnTo>
                      <a:lnTo>
                        <a:pt x="238" y="450"/>
                      </a:lnTo>
                      <a:lnTo>
                        <a:pt x="236" y="450"/>
                      </a:lnTo>
                      <a:lnTo>
                        <a:pt x="236" y="448"/>
                      </a:lnTo>
                      <a:lnTo>
                        <a:pt x="234" y="448"/>
                      </a:lnTo>
                      <a:lnTo>
                        <a:pt x="234" y="450"/>
                      </a:lnTo>
                      <a:lnTo>
                        <a:pt x="232" y="450"/>
                      </a:lnTo>
                      <a:lnTo>
                        <a:pt x="230" y="450"/>
                      </a:lnTo>
                      <a:lnTo>
                        <a:pt x="232" y="450"/>
                      </a:lnTo>
                      <a:lnTo>
                        <a:pt x="230" y="450"/>
                      </a:lnTo>
                      <a:lnTo>
                        <a:pt x="230" y="448"/>
                      </a:lnTo>
                      <a:lnTo>
                        <a:pt x="232" y="448"/>
                      </a:lnTo>
                      <a:lnTo>
                        <a:pt x="232" y="450"/>
                      </a:lnTo>
                      <a:lnTo>
                        <a:pt x="232" y="448"/>
                      </a:lnTo>
                      <a:lnTo>
                        <a:pt x="234" y="448"/>
                      </a:lnTo>
                      <a:lnTo>
                        <a:pt x="232" y="448"/>
                      </a:lnTo>
                      <a:lnTo>
                        <a:pt x="234" y="448"/>
                      </a:lnTo>
                      <a:lnTo>
                        <a:pt x="234" y="446"/>
                      </a:lnTo>
                      <a:lnTo>
                        <a:pt x="236" y="446"/>
                      </a:lnTo>
                      <a:lnTo>
                        <a:pt x="238" y="446"/>
                      </a:lnTo>
                      <a:lnTo>
                        <a:pt x="238" y="448"/>
                      </a:lnTo>
                      <a:lnTo>
                        <a:pt x="238" y="446"/>
                      </a:lnTo>
                      <a:lnTo>
                        <a:pt x="236" y="446"/>
                      </a:lnTo>
                      <a:lnTo>
                        <a:pt x="236" y="444"/>
                      </a:lnTo>
                      <a:lnTo>
                        <a:pt x="234" y="444"/>
                      </a:lnTo>
                      <a:lnTo>
                        <a:pt x="236" y="444"/>
                      </a:lnTo>
                      <a:lnTo>
                        <a:pt x="234" y="444"/>
                      </a:lnTo>
                      <a:lnTo>
                        <a:pt x="234" y="442"/>
                      </a:lnTo>
                      <a:lnTo>
                        <a:pt x="236" y="442"/>
                      </a:lnTo>
                      <a:lnTo>
                        <a:pt x="238" y="442"/>
                      </a:lnTo>
                      <a:lnTo>
                        <a:pt x="238" y="444"/>
                      </a:lnTo>
                      <a:lnTo>
                        <a:pt x="238" y="442"/>
                      </a:lnTo>
                      <a:lnTo>
                        <a:pt x="239" y="442"/>
                      </a:lnTo>
                      <a:lnTo>
                        <a:pt x="238" y="442"/>
                      </a:lnTo>
                      <a:lnTo>
                        <a:pt x="236" y="442"/>
                      </a:lnTo>
                      <a:lnTo>
                        <a:pt x="234" y="441"/>
                      </a:lnTo>
                      <a:lnTo>
                        <a:pt x="234" y="442"/>
                      </a:lnTo>
                      <a:lnTo>
                        <a:pt x="234" y="441"/>
                      </a:lnTo>
                      <a:lnTo>
                        <a:pt x="234" y="442"/>
                      </a:lnTo>
                      <a:lnTo>
                        <a:pt x="232" y="442"/>
                      </a:lnTo>
                      <a:lnTo>
                        <a:pt x="232" y="441"/>
                      </a:lnTo>
                      <a:lnTo>
                        <a:pt x="232" y="442"/>
                      </a:lnTo>
                      <a:lnTo>
                        <a:pt x="232" y="441"/>
                      </a:lnTo>
                      <a:lnTo>
                        <a:pt x="232" y="442"/>
                      </a:lnTo>
                      <a:lnTo>
                        <a:pt x="230" y="442"/>
                      </a:lnTo>
                      <a:lnTo>
                        <a:pt x="232" y="442"/>
                      </a:lnTo>
                      <a:lnTo>
                        <a:pt x="232" y="441"/>
                      </a:lnTo>
                      <a:lnTo>
                        <a:pt x="230" y="441"/>
                      </a:lnTo>
                      <a:lnTo>
                        <a:pt x="229" y="441"/>
                      </a:lnTo>
                      <a:lnTo>
                        <a:pt x="227" y="441"/>
                      </a:lnTo>
                      <a:lnTo>
                        <a:pt x="229" y="441"/>
                      </a:lnTo>
                      <a:lnTo>
                        <a:pt x="227" y="441"/>
                      </a:lnTo>
                      <a:lnTo>
                        <a:pt x="225" y="441"/>
                      </a:lnTo>
                      <a:lnTo>
                        <a:pt x="225" y="442"/>
                      </a:lnTo>
                      <a:lnTo>
                        <a:pt x="225" y="441"/>
                      </a:lnTo>
                      <a:lnTo>
                        <a:pt x="223" y="441"/>
                      </a:lnTo>
                      <a:lnTo>
                        <a:pt x="223" y="442"/>
                      </a:lnTo>
                      <a:lnTo>
                        <a:pt x="225" y="442"/>
                      </a:lnTo>
                      <a:lnTo>
                        <a:pt x="223" y="442"/>
                      </a:lnTo>
                      <a:lnTo>
                        <a:pt x="225" y="442"/>
                      </a:lnTo>
                      <a:lnTo>
                        <a:pt x="223" y="442"/>
                      </a:lnTo>
                      <a:lnTo>
                        <a:pt x="221" y="441"/>
                      </a:lnTo>
                      <a:lnTo>
                        <a:pt x="219" y="441"/>
                      </a:lnTo>
                      <a:lnTo>
                        <a:pt x="219" y="439"/>
                      </a:lnTo>
                      <a:lnTo>
                        <a:pt x="219" y="441"/>
                      </a:lnTo>
                      <a:lnTo>
                        <a:pt x="219" y="439"/>
                      </a:lnTo>
                      <a:lnTo>
                        <a:pt x="218" y="439"/>
                      </a:lnTo>
                      <a:lnTo>
                        <a:pt x="219" y="441"/>
                      </a:lnTo>
                      <a:lnTo>
                        <a:pt x="218" y="441"/>
                      </a:lnTo>
                      <a:lnTo>
                        <a:pt x="218" y="439"/>
                      </a:lnTo>
                      <a:lnTo>
                        <a:pt x="216" y="439"/>
                      </a:lnTo>
                      <a:lnTo>
                        <a:pt x="214" y="439"/>
                      </a:lnTo>
                      <a:lnTo>
                        <a:pt x="212" y="439"/>
                      </a:lnTo>
                      <a:lnTo>
                        <a:pt x="210" y="439"/>
                      </a:lnTo>
                      <a:lnTo>
                        <a:pt x="208" y="439"/>
                      </a:lnTo>
                      <a:lnTo>
                        <a:pt x="208" y="441"/>
                      </a:lnTo>
                      <a:lnTo>
                        <a:pt x="208" y="439"/>
                      </a:lnTo>
                      <a:lnTo>
                        <a:pt x="210" y="437"/>
                      </a:lnTo>
                      <a:lnTo>
                        <a:pt x="208" y="437"/>
                      </a:lnTo>
                      <a:lnTo>
                        <a:pt x="210" y="437"/>
                      </a:lnTo>
                      <a:lnTo>
                        <a:pt x="208" y="437"/>
                      </a:lnTo>
                      <a:lnTo>
                        <a:pt x="208" y="435"/>
                      </a:lnTo>
                      <a:lnTo>
                        <a:pt x="210" y="435"/>
                      </a:lnTo>
                      <a:lnTo>
                        <a:pt x="210" y="433"/>
                      </a:lnTo>
                      <a:lnTo>
                        <a:pt x="210" y="431"/>
                      </a:lnTo>
                      <a:lnTo>
                        <a:pt x="210" y="430"/>
                      </a:lnTo>
                      <a:lnTo>
                        <a:pt x="210" y="428"/>
                      </a:lnTo>
                      <a:lnTo>
                        <a:pt x="212" y="428"/>
                      </a:lnTo>
                      <a:lnTo>
                        <a:pt x="210" y="426"/>
                      </a:lnTo>
                      <a:lnTo>
                        <a:pt x="210" y="424"/>
                      </a:lnTo>
                      <a:lnTo>
                        <a:pt x="208" y="424"/>
                      </a:lnTo>
                      <a:lnTo>
                        <a:pt x="207" y="422"/>
                      </a:lnTo>
                      <a:lnTo>
                        <a:pt x="205" y="422"/>
                      </a:lnTo>
                      <a:lnTo>
                        <a:pt x="205" y="421"/>
                      </a:lnTo>
                      <a:lnTo>
                        <a:pt x="205" y="419"/>
                      </a:lnTo>
                      <a:lnTo>
                        <a:pt x="205" y="417"/>
                      </a:lnTo>
                      <a:lnTo>
                        <a:pt x="205" y="415"/>
                      </a:lnTo>
                      <a:lnTo>
                        <a:pt x="205" y="417"/>
                      </a:lnTo>
                      <a:lnTo>
                        <a:pt x="203" y="415"/>
                      </a:lnTo>
                      <a:lnTo>
                        <a:pt x="205" y="415"/>
                      </a:lnTo>
                      <a:lnTo>
                        <a:pt x="203" y="415"/>
                      </a:lnTo>
                      <a:lnTo>
                        <a:pt x="201" y="415"/>
                      </a:lnTo>
                      <a:lnTo>
                        <a:pt x="199" y="415"/>
                      </a:lnTo>
                      <a:lnTo>
                        <a:pt x="201" y="415"/>
                      </a:lnTo>
                      <a:lnTo>
                        <a:pt x="199" y="415"/>
                      </a:lnTo>
                      <a:lnTo>
                        <a:pt x="199" y="413"/>
                      </a:lnTo>
                      <a:lnTo>
                        <a:pt x="199" y="415"/>
                      </a:lnTo>
                      <a:lnTo>
                        <a:pt x="199" y="413"/>
                      </a:lnTo>
                      <a:lnTo>
                        <a:pt x="199" y="415"/>
                      </a:lnTo>
                      <a:lnTo>
                        <a:pt x="199" y="413"/>
                      </a:lnTo>
                      <a:lnTo>
                        <a:pt x="197" y="413"/>
                      </a:lnTo>
                      <a:lnTo>
                        <a:pt x="197" y="411"/>
                      </a:lnTo>
                      <a:lnTo>
                        <a:pt x="196" y="411"/>
                      </a:lnTo>
                      <a:lnTo>
                        <a:pt x="196" y="413"/>
                      </a:lnTo>
                      <a:lnTo>
                        <a:pt x="194" y="413"/>
                      </a:lnTo>
                      <a:lnTo>
                        <a:pt x="196" y="413"/>
                      </a:lnTo>
                      <a:lnTo>
                        <a:pt x="196" y="415"/>
                      </a:lnTo>
                      <a:lnTo>
                        <a:pt x="196" y="413"/>
                      </a:lnTo>
                      <a:lnTo>
                        <a:pt x="197" y="413"/>
                      </a:lnTo>
                      <a:lnTo>
                        <a:pt x="197" y="415"/>
                      </a:lnTo>
                      <a:lnTo>
                        <a:pt x="199" y="415"/>
                      </a:lnTo>
                      <a:lnTo>
                        <a:pt x="199" y="417"/>
                      </a:lnTo>
                      <a:lnTo>
                        <a:pt x="201" y="417"/>
                      </a:lnTo>
                      <a:lnTo>
                        <a:pt x="201" y="415"/>
                      </a:lnTo>
                      <a:lnTo>
                        <a:pt x="203" y="415"/>
                      </a:lnTo>
                      <a:lnTo>
                        <a:pt x="203" y="417"/>
                      </a:lnTo>
                      <a:lnTo>
                        <a:pt x="203" y="419"/>
                      </a:lnTo>
                      <a:lnTo>
                        <a:pt x="201" y="419"/>
                      </a:lnTo>
                      <a:lnTo>
                        <a:pt x="203" y="419"/>
                      </a:lnTo>
                      <a:lnTo>
                        <a:pt x="201" y="419"/>
                      </a:lnTo>
                      <a:lnTo>
                        <a:pt x="199" y="419"/>
                      </a:lnTo>
                      <a:lnTo>
                        <a:pt x="199" y="417"/>
                      </a:lnTo>
                      <a:lnTo>
                        <a:pt x="197" y="417"/>
                      </a:lnTo>
                      <a:lnTo>
                        <a:pt x="196" y="417"/>
                      </a:lnTo>
                      <a:lnTo>
                        <a:pt x="194" y="417"/>
                      </a:lnTo>
                      <a:lnTo>
                        <a:pt x="192" y="417"/>
                      </a:lnTo>
                      <a:lnTo>
                        <a:pt x="190" y="417"/>
                      </a:lnTo>
                      <a:lnTo>
                        <a:pt x="188" y="417"/>
                      </a:lnTo>
                      <a:lnTo>
                        <a:pt x="188" y="419"/>
                      </a:lnTo>
                      <a:lnTo>
                        <a:pt x="187" y="419"/>
                      </a:lnTo>
                      <a:lnTo>
                        <a:pt x="185" y="419"/>
                      </a:lnTo>
                      <a:lnTo>
                        <a:pt x="183" y="419"/>
                      </a:lnTo>
                      <a:lnTo>
                        <a:pt x="181" y="419"/>
                      </a:lnTo>
                      <a:lnTo>
                        <a:pt x="179" y="419"/>
                      </a:lnTo>
                      <a:lnTo>
                        <a:pt x="177" y="419"/>
                      </a:lnTo>
                      <a:lnTo>
                        <a:pt x="177" y="421"/>
                      </a:lnTo>
                      <a:lnTo>
                        <a:pt x="176" y="421"/>
                      </a:lnTo>
                      <a:lnTo>
                        <a:pt x="174" y="421"/>
                      </a:lnTo>
                      <a:lnTo>
                        <a:pt x="172" y="421"/>
                      </a:lnTo>
                      <a:lnTo>
                        <a:pt x="170" y="421"/>
                      </a:lnTo>
                      <a:lnTo>
                        <a:pt x="168" y="421"/>
                      </a:lnTo>
                      <a:lnTo>
                        <a:pt x="166" y="421"/>
                      </a:lnTo>
                      <a:lnTo>
                        <a:pt x="165" y="421"/>
                      </a:lnTo>
                      <a:lnTo>
                        <a:pt x="163" y="421"/>
                      </a:lnTo>
                      <a:lnTo>
                        <a:pt x="161" y="421"/>
                      </a:lnTo>
                      <a:lnTo>
                        <a:pt x="159" y="421"/>
                      </a:lnTo>
                      <a:lnTo>
                        <a:pt x="157" y="421"/>
                      </a:lnTo>
                      <a:lnTo>
                        <a:pt x="157" y="422"/>
                      </a:lnTo>
                      <a:lnTo>
                        <a:pt x="156" y="422"/>
                      </a:lnTo>
                      <a:lnTo>
                        <a:pt x="154" y="422"/>
                      </a:lnTo>
                      <a:lnTo>
                        <a:pt x="152" y="422"/>
                      </a:lnTo>
                      <a:lnTo>
                        <a:pt x="150" y="422"/>
                      </a:lnTo>
                      <a:lnTo>
                        <a:pt x="148" y="422"/>
                      </a:lnTo>
                      <a:lnTo>
                        <a:pt x="146" y="422"/>
                      </a:lnTo>
                      <a:lnTo>
                        <a:pt x="143" y="422"/>
                      </a:lnTo>
                      <a:lnTo>
                        <a:pt x="141" y="422"/>
                      </a:lnTo>
                      <a:lnTo>
                        <a:pt x="139" y="422"/>
                      </a:lnTo>
                      <a:lnTo>
                        <a:pt x="137" y="422"/>
                      </a:lnTo>
                      <a:lnTo>
                        <a:pt x="137" y="424"/>
                      </a:lnTo>
                      <a:lnTo>
                        <a:pt x="135" y="424"/>
                      </a:lnTo>
                      <a:lnTo>
                        <a:pt x="135" y="426"/>
                      </a:lnTo>
                      <a:lnTo>
                        <a:pt x="137" y="426"/>
                      </a:lnTo>
                      <a:lnTo>
                        <a:pt x="137" y="428"/>
                      </a:lnTo>
                      <a:lnTo>
                        <a:pt x="135" y="428"/>
                      </a:lnTo>
                      <a:lnTo>
                        <a:pt x="134" y="428"/>
                      </a:lnTo>
                      <a:lnTo>
                        <a:pt x="134" y="426"/>
                      </a:lnTo>
                      <a:lnTo>
                        <a:pt x="135" y="426"/>
                      </a:lnTo>
                      <a:lnTo>
                        <a:pt x="135" y="424"/>
                      </a:lnTo>
                      <a:lnTo>
                        <a:pt x="134" y="424"/>
                      </a:lnTo>
                      <a:lnTo>
                        <a:pt x="132" y="424"/>
                      </a:lnTo>
                      <a:lnTo>
                        <a:pt x="130" y="424"/>
                      </a:lnTo>
                      <a:lnTo>
                        <a:pt x="128" y="424"/>
                      </a:lnTo>
                      <a:lnTo>
                        <a:pt x="128" y="426"/>
                      </a:lnTo>
                      <a:lnTo>
                        <a:pt x="128" y="424"/>
                      </a:lnTo>
                      <a:lnTo>
                        <a:pt x="126" y="424"/>
                      </a:lnTo>
                      <a:lnTo>
                        <a:pt x="124" y="424"/>
                      </a:lnTo>
                      <a:lnTo>
                        <a:pt x="123" y="424"/>
                      </a:lnTo>
                      <a:lnTo>
                        <a:pt x="123" y="422"/>
                      </a:lnTo>
                      <a:lnTo>
                        <a:pt x="121" y="422"/>
                      </a:lnTo>
                      <a:lnTo>
                        <a:pt x="119" y="422"/>
                      </a:lnTo>
                      <a:lnTo>
                        <a:pt x="117" y="422"/>
                      </a:lnTo>
                      <a:lnTo>
                        <a:pt x="115" y="422"/>
                      </a:lnTo>
                      <a:lnTo>
                        <a:pt x="117" y="422"/>
                      </a:lnTo>
                      <a:lnTo>
                        <a:pt x="115" y="422"/>
                      </a:lnTo>
                      <a:lnTo>
                        <a:pt x="115" y="421"/>
                      </a:lnTo>
                      <a:lnTo>
                        <a:pt x="117" y="421"/>
                      </a:lnTo>
                      <a:lnTo>
                        <a:pt x="115" y="421"/>
                      </a:lnTo>
                      <a:lnTo>
                        <a:pt x="115" y="419"/>
                      </a:lnTo>
                      <a:lnTo>
                        <a:pt x="117" y="419"/>
                      </a:lnTo>
                      <a:lnTo>
                        <a:pt x="117" y="421"/>
                      </a:lnTo>
                      <a:lnTo>
                        <a:pt x="117" y="419"/>
                      </a:lnTo>
                      <a:lnTo>
                        <a:pt x="117" y="421"/>
                      </a:lnTo>
                      <a:lnTo>
                        <a:pt x="117" y="419"/>
                      </a:lnTo>
                      <a:lnTo>
                        <a:pt x="119" y="419"/>
                      </a:lnTo>
                      <a:lnTo>
                        <a:pt x="117" y="419"/>
                      </a:lnTo>
                      <a:lnTo>
                        <a:pt x="119" y="419"/>
                      </a:lnTo>
                      <a:lnTo>
                        <a:pt x="119" y="417"/>
                      </a:lnTo>
                      <a:lnTo>
                        <a:pt x="119" y="419"/>
                      </a:lnTo>
                      <a:lnTo>
                        <a:pt x="119" y="417"/>
                      </a:lnTo>
                      <a:lnTo>
                        <a:pt x="117" y="417"/>
                      </a:lnTo>
                      <a:lnTo>
                        <a:pt x="115" y="417"/>
                      </a:lnTo>
                      <a:lnTo>
                        <a:pt x="114" y="417"/>
                      </a:lnTo>
                      <a:lnTo>
                        <a:pt x="114" y="419"/>
                      </a:lnTo>
                      <a:lnTo>
                        <a:pt x="112" y="419"/>
                      </a:lnTo>
                      <a:lnTo>
                        <a:pt x="114" y="419"/>
                      </a:lnTo>
                      <a:lnTo>
                        <a:pt x="112" y="419"/>
                      </a:lnTo>
                      <a:lnTo>
                        <a:pt x="114" y="419"/>
                      </a:lnTo>
                      <a:lnTo>
                        <a:pt x="114" y="421"/>
                      </a:lnTo>
                      <a:lnTo>
                        <a:pt x="114" y="419"/>
                      </a:lnTo>
                      <a:lnTo>
                        <a:pt x="115" y="419"/>
                      </a:lnTo>
                      <a:lnTo>
                        <a:pt x="115" y="421"/>
                      </a:lnTo>
                      <a:lnTo>
                        <a:pt x="114" y="421"/>
                      </a:lnTo>
                      <a:lnTo>
                        <a:pt x="115" y="421"/>
                      </a:lnTo>
                      <a:lnTo>
                        <a:pt x="115" y="422"/>
                      </a:lnTo>
                      <a:lnTo>
                        <a:pt x="114" y="422"/>
                      </a:lnTo>
                      <a:lnTo>
                        <a:pt x="112" y="422"/>
                      </a:lnTo>
                      <a:lnTo>
                        <a:pt x="110" y="421"/>
                      </a:lnTo>
                      <a:lnTo>
                        <a:pt x="108" y="421"/>
                      </a:lnTo>
                      <a:lnTo>
                        <a:pt x="104" y="421"/>
                      </a:lnTo>
                      <a:lnTo>
                        <a:pt x="103" y="421"/>
                      </a:lnTo>
                      <a:lnTo>
                        <a:pt x="101" y="421"/>
                      </a:lnTo>
                      <a:lnTo>
                        <a:pt x="99" y="421"/>
                      </a:lnTo>
                      <a:lnTo>
                        <a:pt x="97" y="421"/>
                      </a:lnTo>
                      <a:lnTo>
                        <a:pt x="95" y="421"/>
                      </a:lnTo>
                      <a:lnTo>
                        <a:pt x="95" y="422"/>
                      </a:lnTo>
                      <a:lnTo>
                        <a:pt x="93" y="424"/>
                      </a:lnTo>
                      <a:lnTo>
                        <a:pt x="93" y="422"/>
                      </a:lnTo>
                      <a:lnTo>
                        <a:pt x="93" y="424"/>
                      </a:lnTo>
                      <a:lnTo>
                        <a:pt x="95" y="424"/>
                      </a:lnTo>
                      <a:lnTo>
                        <a:pt x="93" y="424"/>
                      </a:lnTo>
                      <a:lnTo>
                        <a:pt x="95" y="426"/>
                      </a:lnTo>
                      <a:lnTo>
                        <a:pt x="93" y="426"/>
                      </a:lnTo>
                      <a:lnTo>
                        <a:pt x="90" y="426"/>
                      </a:lnTo>
                      <a:lnTo>
                        <a:pt x="88" y="426"/>
                      </a:lnTo>
                      <a:lnTo>
                        <a:pt x="86" y="424"/>
                      </a:lnTo>
                      <a:lnTo>
                        <a:pt x="84" y="424"/>
                      </a:lnTo>
                      <a:lnTo>
                        <a:pt x="83" y="424"/>
                      </a:lnTo>
                      <a:lnTo>
                        <a:pt x="81" y="424"/>
                      </a:lnTo>
                      <a:lnTo>
                        <a:pt x="81" y="426"/>
                      </a:lnTo>
                      <a:lnTo>
                        <a:pt x="79" y="426"/>
                      </a:lnTo>
                      <a:lnTo>
                        <a:pt x="77" y="426"/>
                      </a:lnTo>
                      <a:lnTo>
                        <a:pt x="75" y="426"/>
                      </a:lnTo>
                      <a:lnTo>
                        <a:pt x="73" y="426"/>
                      </a:lnTo>
                      <a:lnTo>
                        <a:pt x="72" y="424"/>
                      </a:lnTo>
                      <a:lnTo>
                        <a:pt x="70" y="424"/>
                      </a:lnTo>
                      <a:lnTo>
                        <a:pt x="68" y="424"/>
                      </a:lnTo>
                      <a:lnTo>
                        <a:pt x="66" y="424"/>
                      </a:lnTo>
                      <a:lnTo>
                        <a:pt x="64" y="424"/>
                      </a:lnTo>
                      <a:lnTo>
                        <a:pt x="62" y="424"/>
                      </a:lnTo>
                      <a:lnTo>
                        <a:pt x="61" y="424"/>
                      </a:lnTo>
                      <a:lnTo>
                        <a:pt x="59" y="424"/>
                      </a:lnTo>
                      <a:lnTo>
                        <a:pt x="59" y="426"/>
                      </a:lnTo>
                      <a:lnTo>
                        <a:pt x="57" y="426"/>
                      </a:lnTo>
                      <a:lnTo>
                        <a:pt x="55" y="426"/>
                      </a:lnTo>
                      <a:lnTo>
                        <a:pt x="55" y="428"/>
                      </a:lnTo>
                      <a:lnTo>
                        <a:pt x="53" y="428"/>
                      </a:lnTo>
                      <a:lnTo>
                        <a:pt x="53" y="430"/>
                      </a:lnTo>
                      <a:lnTo>
                        <a:pt x="55" y="430"/>
                      </a:lnTo>
                      <a:lnTo>
                        <a:pt x="53" y="430"/>
                      </a:lnTo>
                      <a:lnTo>
                        <a:pt x="51" y="430"/>
                      </a:lnTo>
                      <a:lnTo>
                        <a:pt x="53" y="430"/>
                      </a:lnTo>
                      <a:lnTo>
                        <a:pt x="53" y="428"/>
                      </a:lnTo>
                      <a:lnTo>
                        <a:pt x="51" y="428"/>
                      </a:lnTo>
                      <a:lnTo>
                        <a:pt x="51" y="426"/>
                      </a:lnTo>
                      <a:lnTo>
                        <a:pt x="50" y="426"/>
                      </a:lnTo>
                      <a:lnTo>
                        <a:pt x="48" y="426"/>
                      </a:lnTo>
                      <a:lnTo>
                        <a:pt x="46" y="426"/>
                      </a:lnTo>
                      <a:lnTo>
                        <a:pt x="44" y="426"/>
                      </a:lnTo>
                      <a:lnTo>
                        <a:pt x="44" y="428"/>
                      </a:lnTo>
                      <a:lnTo>
                        <a:pt x="44" y="430"/>
                      </a:lnTo>
                      <a:lnTo>
                        <a:pt x="42" y="430"/>
                      </a:lnTo>
                      <a:lnTo>
                        <a:pt x="41" y="430"/>
                      </a:lnTo>
                      <a:lnTo>
                        <a:pt x="39" y="430"/>
                      </a:lnTo>
                      <a:lnTo>
                        <a:pt x="37" y="430"/>
                      </a:lnTo>
                      <a:lnTo>
                        <a:pt x="37" y="431"/>
                      </a:lnTo>
                      <a:lnTo>
                        <a:pt x="37" y="433"/>
                      </a:lnTo>
                      <a:lnTo>
                        <a:pt x="35" y="433"/>
                      </a:lnTo>
                      <a:lnTo>
                        <a:pt x="33" y="433"/>
                      </a:lnTo>
                      <a:lnTo>
                        <a:pt x="31" y="433"/>
                      </a:lnTo>
                      <a:lnTo>
                        <a:pt x="31" y="431"/>
                      </a:lnTo>
                      <a:lnTo>
                        <a:pt x="33" y="431"/>
                      </a:lnTo>
                      <a:lnTo>
                        <a:pt x="33" y="430"/>
                      </a:lnTo>
                      <a:lnTo>
                        <a:pt x="33" y="428"/>
                      </a:lnTo>
                      <a:lnTo>
                        <a:pt x="33" y="430"/>
                      </a:lnTo>
                      <a:lnTo>
                        <a:pt x="33" y="428"/>
                      </a:lnTo>
                      <a:lnTo>
                        <a:pt x="33" y="430"/>
                      </a:lnTo>
                      <a:lnTo>
                        <a:pt x="33" y="428"/>
                      </a:lnTo>
                      <a:lnTo>
                        <a:pt x="31" y="428"/>
                      </a:lnTo>
                      <a:lnTo>
                        <a:pt x="33" y="428"/>
                      </a:lnTo>
                      <a:lnTo>
                        <a:pt x="31" y="428"/>
                      </a:lnTo>
                      <a:lnTo>
                        <a:pt x="30" y="428"/>
                      </a:lnTo>
                      <a:lnTo>
                        <a:pt x="30" y="426"/>
                      </a:lnTo>
                      <a:lnTo>
                        <a:pt x="30" y="428"/>
                      </a:lnTo>
                      <a:lnTo>
                        <a:pt x="31" y="426"/>
                      </a:lnTo>
                      <a:lnTo>
                        <a:pt x="31" y="424"/>
                      </a:lnTo>
                      <a:lnTo>
                        <a:pt x="31" y="426"/>
                      </a:lnTo>
                      <a:lnTo>
                        <a:pt x="30" y="426"/>
                      </a:lnTo>
                      <a:lnTo>
                        <a:pt x="30" y="428"/>
                      </a:lnTo>
                      <a:lnTo>
                        <a:pt x="30" y="426"/>
                      </a:lnTo>
                      <a:lnTo>
                        <a:pt x="30" y="428"/>
                      </a:lnTo>
                      <a:lnTo>
                        <a:pt x="28" y="428"/>
                      </a:lnTo>
                      <a:lnTo>
                        <a:pt x="30" y="422"/>
                      </a:lnTo>
                      <a:lnTo>
                        <a:pt x="30" y="421"/>
                      </a:lnTo>
                      <a:lnTo>
                        <a:pt x="30" y="419"/>
                      </a:lnTo>
                      <a:lnTo>
                        <a:pt x="30" y="415"/>
                      </a:lnTo>
                      <a:lnTo>
                        <a:pt x="30" y="413"/>
                      </a:lnTo>
                      <a:lnTo>
                        <a:pt x="30" y="410"/>
                      </a:lnTo>
                      <a:lnTo>
                        <a:pt x="31" y="410"/>
                      </a:lnTo>
                      <a:lnTo>
                        <a:pt x="31" y="408"/>
                      </a:lnTo>
                      <a:lnTo>
                        <a:pt x="33" y="408"/>
                      </a:lnTo>
                      <a:lnTo>
                        <a:pt x="35" y="408"/>
                      </a:lnTo>
                      <a:lnTo>
                        <a:pt x="35" y="406"/>
                      </a:lnTo>
                      <a:lnTo>
                        <a:pt x="37" y="404"/>
                      </a:lnTo>
                      <a:lnTo>
                        <a:pt x="35" y="404"/>
                      </a:lnTo>
                      <a:lnTo>
                        <a:pt x="35" y="402"/>
                      </a:lnTo>
                      <a:lnTo>
                        <a:pt x="37" y="402"/>
                      </a:lnTo>
                      <a:lnTo>
                        <a:pt x="35" y="402"/>
                      </a:lnTo>
                      <a:lnTo>
                        <a:pt x="37" y="402"/>
                      </a:lnTo>
                      <a:lnTo>
                        <a:pt x="37" y="400"/>
                      </a:lnTo>
                      <a:lnTo>
                        <a:pt x="35" y="400"/>
                      </a:lnTo>
                      <a:lnTo>
                        <a:pt x="35" y="399"/>
                      </a:lnTo>
                      <a:lnTo>
                        <a:pt x="37" y="399"/>
                      </a:lnTo>
                      <a:lnTo>
                        <a:pt x="35" y="399"/>
                      </a:lnTo>
                      <a:lnTo>
                        <a:pt x="37" y="399"/>
                      </a:lnTo>
                      <a:lnTo>
                        <a:pt x="37" y="397"/>
                      </a:lnTo>
                      <a:lnTo>
                        <a:pt x="35" y="397"/>
                      </a:lnTo>
                      <a:lnTo>
                        <a:pt x="35" y="395"/>
                      </a:lnTo>
                      <a:lnTo>
                        <a:pt x="37" y="395"/>
                      </a:lnTo>
                      <a:lnTo>
                        <a:pt x="35" y="395"/>
                      </a:lnTo>
                      <a:lnTo>
                        <a:pt x="35" y="393"/>
                      </a:lnTo>
                      <a:lnTo>
                        <a:pt x="37" y="393"/>
                      </a:lnTo>
                      <a:lnTo>
                        <a:pt x="37" y="391"/>
                      </a:lnTo>
                      <a:lnTo>
                        <a:pt x="37" y="389"/>
                      </a:lnTo>
                      <a:lnTo>
                        <a:pt x="39" y="389"/>
                      </a:lnTo>
                      <a:lnTo>
                        <a:pt x="39" y="388"/>
                      </a:lnTo>
                      <a:lnTo>
                        <a:pt x="39" y="389"/>
                      </a:lnTo>
                      <a:lnTo>
                        <a:pt x="39" y="388"/>
                      </a:lnTo>
                      <a:lnTo>
                        <a:pt x="41" y="388"/>
                      </a:lnTo>
                      <a:lnTo>
                        <a:pt x="42" y="388"/>
                      </a:lnTo>
                      <a:lnTo>
                        <a:pt x="42" y="386"/>
                      </a:lnTo>
                      <a:lnTo>
                        <a:pt x="44" y="386"/>
                      </a:lnTo>
                      <a:lnTo>
                        <a:pt x="44" y="388"/>
                      </a:lnTo>
                      <a:lnTo>
                        <a:pt x="46" y="388"/>
                      </a:lnTo>
                      <a:lnTo>
                        <a:pt x="48" y="388"/>
                      </a:lnTo>
                      <a:lnTo>
                        <a:pt x="50" y="388"/>
                      </a:lnTo>
                      <a:lnTo>
                        <a:pt x="50" y="386"/>
                      </a:lnTo>
                      <a:lnTo>
                        <a:pt x="51" y="386"/>
                      </a:lnTo>
                      <a:lnTo>
                        <a:pt x="50" y="386"/>
                      </a:lnTo>
                      <a:lnTo>
                        <a:pt x="51" y="386"/>
                      </a:lnTo>
                      <a:lnTo>
                        <a:pt x="51" y="384"/>
                      </a:lnTo>
                      <a:lnTo>
                        <a:pt x="51" y="382"/>
                      </a:lnTo>
                      <a:lnTo>
                        <a:pt x="53" y="382"/>
                      </a:lnTo>
                      <a:lnTo>
                        <a:pt x="53" y="380"/>
                      </a:lnTo>
                      <a:lnTo>
                        <a:pt x="51" y="380"/>
                      </a:lnTo>
                      <a:lnTo>
                        <a:pt x="53" y="380"/>
                      </a:lnTo>
                      <a:lnTo>
                        <a:pt x="53" y="378"/>
                      </a:lnTo>
                      <a:lnTo>
                        <a:pt x="55" y="378"/>
                      </a:lnTo>
                      <a:lnTo>
                        <a:pt x="57" y="378"/>
                      </a:lnTo>
                      <a:lnTo>
                        <a:pt x="57" y="377"/>
                      </a:lnTo>
                      <a:lnTo>
                        <a:pt x="59" y="378"/>
                      </a:lnTo>
                      <a:lnTo>
                        <a:pt x="59" y="377"/>
                      </a:lnTo>
                      <a:lnTo>
                        <a:pt x="61" y="377"/>
                      </a:lnTo>
                      <a:lnTo>
                        <a:pt x="62" y="377"/>
                      </a:lnTo>
                      <a:lnTo>
                        <a:pt x="64" y="377"/>
                      </a:lnTo>
                      <a:lnTo>
                        <a:pt x="66" y="377"/>
                      </a:lnTo>
                      <a:lnTo>
                        <a:pt x="68" y="377"/>
                      </a:lnTo>
                      <a:lnTo>
                        <a:pt x="68" y="375"/>
                      </a:lnTo>
                      <a:lnTo>
                        <a:pt x="68" y="377"/>
                      </a:lnTo>
                      <a:lnTo>
                        <a:pt x="68" y="375"/>
                      </a:lnTo>
                      <a:lnTo>
                        <a:pt x="70" y="375"/>
                      </a:lnTo>
                      <a:lnTo>
                        <a:pt x="72" y="375"/>
                      </a:lnTo>
                      <a:lnTo>
                        <a:pt x="73" y="375"/>
                      </a:lnTo>
                      <a:lnTo>
                        <a:pt x="75" y="375"/>
                      </a:lnTo>
                      <a:lnTo>
                        <a:pt x="77" y="375"/>
                      </a:lnTo>
                      <a:lnTo>
                        <a:pt x="79" y="375"/>
                      </a:lnTo>
                      <a:lnTo>
                        <a:pt x="81" y="375"/>
                      </a:lnTo>
                      <a:lnTo>
                        <a:pt x="83" y="375"/>
                      </a:lnTo>
                      <a:lnTo>
                        <a:pt x="84" y="375"/>
                      </a:lnTo>
                      <a:lnTo>
                        <a:pt x="84" y="373"/>
                      </a:lnTo>
                      <a:lnTo>
                        <a:pt x="84" y="371"/>
                      </a:lnTo>
                      <a:lnTo>
                        <a:pt x="84" y="369"/>
                      </a:lnTo>
                      <a:lnTo>
                        <a:pt x="84" y="368"/>
                      </a:lnTo>
                      <a:lnTo>
                        <a:pt x="86" y="368"/>
                      </a:lnTo>
                      <a:lnTo>
                        <a:pt x="86" y="366"/>
                      </a:lnTo>
                      <a:lnTo>
                        <a:pt x="86" y="364"/>
                      </a:lnTo>
                      <a:lnTo>
                        <a:pt x="86" y="360"/>
                      </a:lnTo>
                      <a:lnTo>
                        <a:pt x="86" y="358"/>
                      </a:lnTo>
                      <a:lnTo>
                        <a:pt x="88" y="358"/>
                      </a:lnTo>
                      <a:lnTo>
                        <a:pt x="88" y="357"/>
                      </a:lnTo>
                      <a:lnTo>
                        <a:pt x="88" y="358"/>
                      </a:lnTo>
                      <a:lnTo>
                        <a:pt x="90" y="358"/>
                      </a:lnTo>
                      <a:lnTo>
                        <a:pt x="88" y="357"/>
                      </a:lnTo>
                      <a:lnTo>
                        <a:pt x="88" y="355"/>
                      </a:lnTo>
                      <a:lnTo>
                        <a:pt x="86" y="355"/>
                      </a:lnTo>
                      <a:lnTo>
                        <a:pt x="84" y="355"/>
                      </a:lnTo>
                      <a:lnTo>
                        <a:pt x="84" y="353"/>
                      </a:lnTo>
                      <a:lnTo>
                        <a:pt x="83" y="353"/>
                      </a:lnTo>
                      <a:lnTo>
                        <a:pt x="81" y="353"/>
                      </a:lnTo>
                      <a:lnTo>
                        <a:pt x="79" y="353"/>
                      </a:lnTo>
                      <a:lnTo>
                        <a:pt x="77" y="355"/>
                      </a:lnTo>
                      <a:lnTo>
                        <a:pt x="75" y="355"/>
                      </a:lnTo>
                      <a:lnTo>
                        <a:pt x="73" y="355"/>
                      </a:lnTo>
                      <a:lnTo>
                        <a:pt x="73" y="353"/>
                      </a:lnTo>
                      <a:lnTo>
                        <a:pt x="72" y="355"/>
                      </a:lnTo>
                      <a:lnTo>
                        <a:pt x="70" y="353"/>
                      </a:lnTo>
                      <a:lnTo>
                        <a:pt x="72" y="351"/>
                      </a:lnTo>
                      <a:lnTo>
                        <a:pt x="70" y="351"/>
                      </a:lnTo>
                      <a:lnTo>
                        <a:pt x="70" y="349"/>
                      </a:lnTo>
                      <a:lnTo>
                        <a:pt x="72" y="346"/>
                      </a:lnTo>
                      <a:lnTo>
                        <a:pt x="72" y="340"/>
                      </a:lnTo>
                      <a:lnTo>
                        <a:pt x="72" y="336"/>
                      </a:lnTo>
                      <a:lnTo>
                        <a:pt x="72" y="335"/>
                      </a:lnTo>
                      <a:lnTo>
                        <a:pt x="70" y="333"/>
                      </a:lnTo>
                      <a:lnTo>
                        <a:pt x="70" y="327"/>
                      </a:lnTo>
                      <a:lnTo>
                        <a:pt x="70" y="325"/>
                      </a:lnTo>
                      <a:lnTo>
                        <a:pt x="70" y="322"/>
                      </a:lnTo>
                      <a:lnTo>
                        <a:pt x="70" y="320"/>
                      </a:lnTo>
                      <a:lnTo>
                        <a:pt x="70" y="316"/>
                      </a:lnTo>
                      <a:lnTo>
                        <a:pt x="62" y="318"/>
                      </a:lnTo>
                      <a:lnTo>
                        <a:pt x="62" y="316"/>
                      </a:lnTo>
                      <a:lnTo>
                        <a:pt x="61" y="316"/>
                      </a:lnTo>
                      <a:lnTo>
                        <a:pt x="61" y="315"/>
                      </a:lnTo>
                      <a:lnTo>
                        <a:pt x="59" y="315"/>
                      </a:lnTo>
                      <a:lnTo>
                        <a:pt x="59" y="313"/>
                      </a:lnTo>
                      <a:lnTo>
                        <a:pt x="57" y="313"/>
                      </a:lnTo>
                      <a:lnTo>
                        <a:pt x="57" y="311"/>
                      </a:lnTo>
                      <a:lnTo>
                        <a:pt x="55" y="311"/>
                      </a:lnTo>
                      <a:lnTo>
                        <a:pt x="53" y="311"/>
                      </a:lnTo>
                      <a:lnTo>
                        <a:pt x="53" y="309"/>
                      </a:lnTo>
                      <a:lnTo>
                        <a:pt x="51" y="311"/>
                      </a:lnTo>
                      <a:lnTo>
                        <a:pt x="50" y="309"/>
                      </a:lnTo>
                      <a:lnTo>
                        <a:pt x="48" y="309"/>
                      </a:lnTo>
                      <a:lnTo>
                        <a:pt x="46" y="309"/>
                      </a:lnTo>
                      <a:lnTo>
                        <a:pt x="44" y="307"/>
                      </a:lnTo>
                      <a:lnTo>
                        <a:pt x="42" y="307"/>
                      </a:lnTo>
                      <a:lnTo>
                        <a:pt x="41" y="307"/>
                      </a:lnTo>
                      <a:lnTo>
                        <a:pt x="39" y="307"/>
                      </a:lnTo>
                      <a:lnTo>
                        <a:pt x="39" y="305"/>
                      </a:lnTo>
                      <a:lnTo>
                        <a:pt x="37" y="305"/>
                      </a:lnTo>
                      <a:lnTo>
                        <a:pt x="37" y="304"/>
                      </a:lnTo>
                      <a:lnTo>
                        <a:pt x="35" y="304"/>
                      </a:lnTo>
                      <a:lnTo>
                        <a:pt x="35" y="302"/>
                      </a:lnTo>
                      <a:lnTo>
                        <a:pt x="33" y="302"/>
                      </a:lnTo>
                      <a:lnTo>
                        <a:pt x="33" y="300"/>
                      </a:lnTo>
                      <a:lnTo>
                        <a:pt x="31" y="300"/>
                      </a:lnTo>
                      <a:lnTo>
                        <a:pt x="31" y="298"/>
                      </a:lnTo>
                      <a:lnTo>
                        <a:pt x="30" y="298"/>
                      </a:lnTo>
                      <a:lnTo>
                        <a:pt x="30" y="296"/>
                      </a:lnTo>
                      <a:lnTo>
                        <a:pt x="28" y="296"/>
                      </a:lnTo>
                      <a:lnTo>
                        <a:pt x="28" y="294"/>
                      </a:lnTo>
                      <a:lnTo>
                        <a:pt x="26" y="294"/>
                      </a:lnTo>
                      <a:lnTo>
                        <a:pt x="26" y="293"/>
                      </a:lnTo>
                      <a:lnTo>
                        <a:pt x="26" y="291"/>
                      </a:lnTo>
                      <a:lnTo>
                        <a:pt x="24" y="291"/>
                      </a:lnTo>
                      <a:lnTo>
                        <a:pt x="24" y="289"/>
                      </a:lnTo>
                      <a:lnTo>
                        <a:pt x="22" y="289"/>
                      </a:lnTo>
                      <a:lnTo>
                        <a:pt x="24" y="289"/>
                      </a:lnTo>
                      <a:lnTo>
                        <a:pt x="24" y="287"/>
                      </a:lnTo>
                      <a:lnTo>
                        <a:pt x="22" y="287"/>
                      </a:lnTo>
                      <a:lnTo>
                        <a:pt x="22" y="285"/>
                      </a:lnTo>
                      <a:lnTo>
                        <a:pt x="20" y="285"/>
                      </a:lnTo>
                      <a:lnTo>
                        <a:pt x="20" y="283"/>
                      </a:lnTo>
                      <a:lnTo>
                        <a:pt x="20" y="282"/>
                      </a:lnTo>
                      <a:lnTo>
                        <a:pt x="19" y="282"/>
                      </a:lnTo>
                      <a:lnTo>
                        <a:pt x="19" y="280"/>
                      </a:lnTo>
                      <a:lnTo>
                        <a:pt x="19" y="278"/>
                      </a:lnTo>
                      <a:lnTo>
                        <a:pt x="19" y="276"/>
                      </a:lnTo>
                      <a:lnTo>
                        <a:pt x="17" y="276"/>
                      </a:lnTo>
                      <a:lnTo>
                        <a:pt x="13" y="272"/>
                      </a:lnTo>
                      <a:lnTo>
                        <a:pt x="11" y="271"/>
                      </a:lnTo>
                      <a:lnTo>
                        <a:pt x="8" y="267"/>
                      </a:lnTo>
                      <a:lnTo>
                        <a:pt x="0" y="260"/>
                      </a:lnTo>
                      <a:lnTo>
                        <a:pt x="13" y="263"/>
                      </a:lnTo>
                      <a:lnTo>
                        <a:pt x="33" y="269"/>
                      </a:lnTo>
                      <a:lnTo>
                        <a:pt x="46" y="272"/>
                      </a:lnTo>
                      <a:lnTo>
                        <a:pt x="59" y="276"/>
                      </a:lnTo>
                      <a:lnTo>
                        <a:pt x="64" y="276"/>
                      </a:lnTo>
                      <a:lnTo>
                        <a:pt x="86" y="274"/>
                      </a:lnTo>
                      <a:lnTo>
                        <a:pt x="88" y="274"/>
                      </a:lnTo>
                      <a:lnTo>
                        <a:pt x="90" y="274"/>
                      </a:lnTo>
                      <a:lnTo>
                        <a:pt x="97" y="272"/>
                      </a:lnTo>
                      <a:lnTo>
                        <a:pt x="110" y="274"/>
                      </a:lnTo>
                      <a:lnTo>
                        <a:pt x="115" y="276"/>
                      </a:lnTo>
                      <a:lnTo>
                        <a:pt x="117" y="276"/>
                      </a:lnTo>
                      <a:lnTo>
                        <a:pt x="119" y="276"/>
                      </a:lnTo>
                      <a:lnTo>
                        <a:pt x="119" y="274"/>
                      </a:lnTo>
                      <a:lnTo>
                        <a:pt x="119" y="272"/>
                      </a:lnTo>
                      <a:lnTo>
                        <a:pt x="121" y="272"/>
                      </a:lnTo>
                      <a:lnTo>
                        <a:pt x="123" y="272"/>
                      </a:lnTo>
                      <a:lnTo>
                        <a:pt x="124" y="272"/>
                      </a:lnTo>
                      <a:lnTo>
                        <a:pt x="124" y="271"/>
                      </a:lnTo>
                      <a:lnTo>
                        <a:pt x="124" y="272"/>
                      </a:lnTo>
                      <a:lnTo>
                        <a:pt x="124" y="271"/>
                      </a:lnTo>
                      <a:lnTo>
                        <a:pt x="126" y="272"/>
                      </a:lnTo>
                      <a:lnTo>
                        <a:pt x="126" y="271"/>
                      </a:lnTo>
                      <a:lnTo>
                        <a:pt x="128" y="271"/>
                      </a:lnTo>
                      <a:lnTo>
                        <a:pt x="130" y="271"/>
                      </a:lnTo>
                      <a:lnTo>
                        <a:pt x="132" y="271"/>
                      </a:lnTo>
                      <a:lnTo>
                        <a:pt x="132" y="269"/>
                      </a:lnTo>
                      <a:lnTo>
                        <a:pt x="132" y="271"/>
                      </a:lnTo>
                      <a:lnTo>
                        <a:pt x="132" y="269"/>
                      </a:lnTo>
                      <a:lnTo>
                        <a:pt x="134" y="269"/>
                      </a:lnTo>
                      <a:lnTo>
                        <a:pt x="141" y="271"/>
                      </a:lnTo>
                      <a:lnTo>
                        <a:pt x="150" y="271"/>
                      </a:lnTo>
                      <a:lnTo>
                        <a:pt x="159" y="269"/>
                      </a:lnTo>
                      <a:lnTo>
                        <a:pt x="168" y="267"/>
                      </a:lnTo>
                      <a:lnTo>
                        <a:pt x="170" y="267"/>
                      </a:lnTo>
                      <a:lnTo>
                        <a:pt x="176" y="265"/>
                      </a:lnTo>
                      <a:lnTo>
                        <a:pt x="179" y="263"/>
                      </a:lnTo>
                      <a:lnTo>
                        <a:pt x="185" y="263"/>
                      </a:lnTo>
                      <a:lnTo>
                        <a:pt x="194" y="260"/>
                      </a:lnTo>
                      <a:lnTo>
                        <a:pt x="196" y="260"/>
                      </a:lnTo>
                      <a:lnTo>
                        <a:pt x="196" y="258"/>
                      </a:lnTo>
                      <a:lnTo>
                        <a:pt x="197" y="258"/>
                      </a:lnTo>
                      <a:lnTo>
                        <a:pt x="197" y="256"/>
                      </a:lnTo>
                      <a:lnTo>
                        <a:pt x="196" y="254"/>
                      </a:lnTo>
                      <a:lnTo>
                        <a:pt x="192" y="252"/>
                      </a:lnTo>
                      <a:lnTo>
                        <a:pt x="194" y="252"/>
                      </a:lnTo>
                      <a:lnTo>
                        <a:pt x="194" y="251"/>
                      </a:lnTo>
                      <a:lnTo>
                        <a:pt x="196" y="249"/>
                      </a:lnTo>
                      <a:lnTo>
                        <a:pt x="196" y="247"/>
                      </a:lnTo>
                      <a:lnTo>
                        <a:pt x="196" y="245"/>
                      </a:lnTo>
                      <a:lnTo>
                        <a:pt x="197" y="243"/>
                      </a:lnTo>
                      <a:lnTo>
                        <a:pt x="197" y="241"/>
                      </a:lnTo>
                      <a:lnTo>
                        <a:pt x="196" y="241"/>
                      </a:lnTo>
                      <a:lnTo>
                        <a:pt x="197" y="241"/>
                      </a:lnTo>
                      <a:lnTo>
                        <a:pt x="197" y="240"/>
                      </a:lnTo>
                      <a:lnTo>
                        <a:pt x="197" y="238"/>
                      </a:lnTo>
                      <a:lnTo>
                        <a:pt x="196" y="238"/>
                      </a:lnTo>
                      <a:lnTo>
                        <a:pt x="196" y="236"/>
                      </a:lnTo>
                      <a:lnTo>
                        <a:pt x="194" y="234"/>
                      </a:lnTo>
                      <a:lnTo>
                        <a:pt x="196" y="234"/>
                      </a:lnTo>
                      <a:lnTo>
                        <a:pt x="199" y="221"/>
                      </a:lnTo>
                      <a:lnTo>
                        <a:pt x="205" y="219"/>
                      </a:lnTo>
                      <a:lnTo>
                        <a:pt x="208" y="216"/>
                      </a:lnTo>
                      <a:lnTo>
                        <a:pt x="210" y="216"/>
                      </a:lnTo>
                      <a:lnTo>
                        <a:pt x="208" y="216"/>
                      </a:lnTo>
                      <a:lnTo>
                        <a:pt x="208" y="214"/>
                      </a:lnTo>
                      <a:lnTo>
                        <a:pt x="210" y="214"/>
                      </a:lnTo>
                      <a:lnTo>
                        <a:pt x="210" y="212"/>
                      </a:lnTo>
                      <a:lnTo>
                        <a:pt x="212" y="212"/>
                      </a:lnTo>
                      <a:lnTo>
                        <a:pt x="212" y="210"/>
                      </a:lnTo>
                      <a:lnTo>
                        <a:pt x="214" y="210"/>
                      </a:lnTo>
                      <a:lnTo>
                        <a:pt x="214" y="209"/>
                      </a:lnTo>
                      <a:lnTo>
                        <a:pt x="216" y="209"/>
                      </a:lnTo>
                      <a:lnTo>
                        <a:pt x="218" y="209"/>
                      </a:lnTo>
                      <a:lnTo>
                        <a:pt x="219" y="209"/>
                      </a:lnTo>
                      <a:lnTo>
                        <a:pt x="221" y="209"/>
                      </a:lnTo>
                      <a:lnTo>
                        <a:pt x="223" y="209"/>
                      </a:lnTo>
                      <a:lnTo>
                        <a:pt x="221" y="209"/>
                      </a:lnTo>
                      <a:lnTo>
                        <a:pt x="221" y="210"/>
                      </a:lnTo>
                      <a:lnTo>
                        <a:pt x="223" y="210"/>
                      </a:lnTo>
                      <a:lnTo>
                        <a:pt x="225" y="210"/>
                      </a:lnTo>
                      <a:lnTo>
                        <a:pt x="227" y="210"/>
                      </a:lnTo>
                      <a:lnTo>
                        <a:pt x="229" y="210"/>
                      </a:lnTo>
                      <a:lnTo>
                        <a:pt x="230" y="210"/>
                      </a:lnTo>
                      <a:lnTo>
                        <a:pt x="230" y="212"/>
                      </a:lnTo>
                      <a:lnTo>
                        <a:pt x="230" y="210"/>
                      </a:lnTo>
                      <a:lnTo>
                        <a:pt x="232" y="212"/>
                      </a:lnTo>
                      <a:lnTo>
                        <a:pt x="232" y="210"/>
                      </a:lnTo>
                      <a:lnTo>
                        <a:pt x="234" y="212"/>
                      </a:lnTo>
                      <a:lnTo>
                        <a:pt x="234" y="210"/>
                      </a:lnTo>
                      <a:lnTo>
                        <a:pt x="234" y="212"/>
                      </a:lnTo>
                      <a:lnTo>
                        <a:pt x="234" y="210"/>
                      </a:lnTo>
                      <a:lnTo>
                        <a:pt x="234" y="212"/>
                      </a:lnTo>
                      <a:lnTo>
                        <a:pt x="234" y="210"/>
                      </a:lnTo>
                      <a:lnTo>
                        <a:pt x="236" y="210"/>
                      </a:lnTo>
                      <a:lnTo>
                        <a:pt x="238" y="210"/>
                      </a:lnTo>
                      <a:lnTo>
                        <a:pt x="239" y="210"/>
                      </a:lnTo>
                      <a:lnTo>
                        <a:pt x="239" y="209"/>
                      </a:lnTo>
                      <a:lnTo>
                        <a:pt x="241" y="209"/>
                      </a:lnTo>
                      <a:lnTo>
                        <a:pt x="243" y="209"/>
                      </a:lnTo>
                      <a:lnTo>
                        <a:pt x="245" y="209"/>
                      </a:lnTo>
                      <a:lnTo>
                        <a:pt x="245" y="207"/>
                      </a:lnTo>
                      <a:lnTo>
                        <a:pt x="247" y="207"/>
                      </a:lnTo>
                      <a:lnTo>
                        <a:pt x="249" y="207"/>
                      </a:lnTo>
                      <a:lnTo>
                        <a:pt x="249" y="205"/>
                      </a:lnTo>
                      <a:lnTo>
                        <a:pt x="247" y="203"/>
                      </a:lnTo>
                      <a:lnTo>
                        <a:pt x="243" y="205"/>
                      </a:lnTo>
                      <a:lnTo>
                        <a:pt x="243" y="203"/>
                      </a:lnTo>
                      <a:lnTo>
                        <a:pt x="243" y="205"/>
                      </a:lnTo>
                      <a:lnTo>
                        <a:pt x="241" y="203"/>
                      </a:lnTo>
                      <a:lnTo>
                        <a:pt x="241" y="201"/>
                      </a:lnTo>
                      <a:lnTo>
                        <a:pt x="241" y="199"/>
                      </a:lnTo>
                      <a:lnTo>
                        <a:pt x="243" y="199"/>
                      </a:lnTo>
                      <a:lnTo>
                        <a:pt x="243" y="201"/>
                      </a:lnTo>
                      <a:lnTo>
                        <a:pt x="245" y="199"/>
                      </a:lnTo>
                      <a:lnTo>
                        <a:pt x="245" y="201"/>
                      </a:lnTo>
                      <a:lnTo>
                        <a:pt x="245" y="199"/>
                      </a:lnTo>
                      <a:lnTo>
                        <a:pt x="245" y="201"/>
                      </a:lnTo>
                      <a:lnTo>
                        <a:pt x="245" y="199"/>
                      </a:lnTo>
                      <a:lnTo>
                        <a:pt x="245" y="201"/>
                      </a:lnTo>
                      <a:lnTo>
                        <a:pt x="247" y="201"/>
                      </a:lnTo>
                      <a:lnTo>
                        <a:pt x="247" y="199"/>
                      </a:lnTo>
                      <a:lnTo>
                        <a:pt x="249" y="199"/>
                      </a:lnTo>
                      <a:lnTo>
                        <a:pt x="249" y="198"/>
                      </a:lnTo>
                      <a:lnTo>
                        <a:pt x="250" y="198"/>
                      </a:lnTo>
                      <a:lnTo>
                        <a:pt x="250" y="196"/>
                      </a:lnTo>
                      <a:lnTo>
                        <a:pt x="252" y="196"/>
                      </a:lnTo>
                      <a:lnTo>
                        <a:pt x="254" y="196"/>
                      </a:lnTo>
                      <a:lnTo>
                        <a:pt x="256" y="196"/>
                      </a:lnTo>
                      <a:lnTo>
                        <a:pt x="258" y="194"/>
                      </a:lnTo>
                      <a:lnTo>
                        <a:pt x="260" y="194"/>
                      </a:lnTo>
                      <a:lnTo>
                        <a:pt x="260" y="192"/>
                      </a:lnTo>
                      <a:lnTo>
                        <a:pt x="261" y="188"/>
                      </a:lnTo>
                      <a:lnTo>
                        <a:pt x="263" y="190"/>
                      </a:lnTo>
                      <a:lnTo>
                        <a:pt x="265" y="190"/>
                      </a:lnTo>
                      <a:lnTo>
                        <a:pt x="267" y="192"/>
                      </a:lnTo>
                      <a:lnTo>
                        <a:pt x="269" y="192"/>
                      </a:lnTo>
                      <a:lnTo>
                        <a:pt x="270" y="192"/>
                      </a:lnTo>
                      <a:lnTo>
                        <a:pt x="272" y="192"/>
                      </a:lnTo>
                      <a:lnTo>
                        <a:pt x="274" y="192"/>
                      </a:lnTo>
                      <a:lnTo>
                        <a:pt x="276" y="192"/>
                      </a:lnTo>
                      <a:lnTo>
                        <a:pt x="276" y="194"/>
                      </a:lnTo>
                      <a:lnTo>
                        <a:pt x="276" y="192"/>
                      </a:lnTo>
                      <a:lnTo>
                        <a:pt x="278" y="192"/>
                      </a:lnTo>
                      <a:lnTo>
                        <a:pt x="274" y="192"/>
                      </a:lnTo>
                      <a:lnTo>
                        <a:pt x="272" y="192"/>
                      </a:lnTo>
                      <a:lnTo>
                        <a:pt x="272" y="190"/>
                      </a:lnTo>
                      <a:lnTo>
                        <a:pt x="274" y="190"/>
                      </a:lnTo>
                      <a:lnTo>
                        <a:pt x="276" y="190"/>
                      </a:lnTo>
                      <a:lnTo>
                        <a:pt x="276" y="188"/>
                      </a:lnTo>
                      <a:lnTo>
                        <a:pt x="280" y="190"/>
                      </a:lnTo>
                      <a:lnTo>
                        <a:pt x="281" y="192"/>
                      </a:lnTo>
                      <a:lnTo>
                        <a:pt x="281" y="194"/>
                      </a:lnTo>
                      <a:lnTo>
                        <a:pt x="283" y="196"/>
                      </a:lnTo>
                      <a:lnTo>
                        <a:pt x="283" y="194"/>
                      </a:lnTo>
                      <a:lnTo>
                        <a:pt x="283" y="196"/>
                      </a:lnTo>
                      <a:lnTo>
                        <a:pt x="285" y="196"/>
                      </a:lnTo>
                      <a:lnTo>
                        <a:pt x="285" y="198"/>
                      </a:lnTo>
                      <a:lnTo>
                        <a:pt x="285" y="196"/>
                      </a:lnTo>
                      <a:lnTo>
                        <a:pt x="285" y="198"/>
                      </a:lnTo>
                      <a:lnTo>
                        <a:pt x="287" y="198"/>
                      </a:lnTo>
                      <a:lnTo>
                        <a:pt x="289" y="198"/>
                      </a:lnTo>
                      <a:lnTo>
                        <a:pt x="291" y="198"/>
                      </a:lnTo>
                      <a:lnTo>
                        <a:pt x="289" y="198"/>
                      </a:lnTo>
                      <a:lnTo>
                        <a:pt x="291" y="198"/>
                      </a:lnTo>
                      <a:lnTo>
                        <a:pt x="291" y="196"/>
                      </a:lnTo>
                      <a:lnTo>
                        <a:pt x="292" y="196"/>
                      </a:lnTo>
                      <a:lnTo>
                        <a:pt x="294" y="196"/>
                      </a:lnTo>
                      <a:lnTo>
                        <a:pt x="292" y="196"/>
                      </a:lnTo>
                      <a:lnTo>
                        <a:pt x="294" y="196"/>
                      </a:lnTo>
                      <a:lnTo>
                        <a:pt x="294" y="194"/>
                      </a:lnTo>
                      <a:lnTo>
                        <a:pt x="296" y="194"/>
                      </a:lnTo>
                      <a:lnTo>
                        <a:pt x="296" y="192"/>
                      </a:lnTo>
                      <a:lnTo>
                        <a:pt x="298" y="192"/>
                      </a:lnTo>
                      <a:lnTo>
                        <a:pt x="296" y="192"/>
                      </a:lnTo>
                      <a:lnTo>
                        <a:pt x="298" y="192"/>
                      </a:lnTo>
                      <a:lnTo>
                        <a:pt x="298" y="190"/>
                      </a:lnTo>
                      <a:lnTo>
                        <a:pt x="298" y="188"/>
                      </a:lnTo>
                      <a:lnTo>
                        <a:pt x="300" y="188"/>
                      </a:lnTo>
                      <a:lnTo>
                        <a:pt x="298" y="188"/>
                      </a:lnTo>
                      <a:lnTo>
                        <a:pt x="300" y="188"/>
                      </a:lnTo>
                      <a:lnTo>
                        <a:pt x="300" y="187"/>
                      </a:lnTo>
                      <a:lnTo>
                        <a:pt x="300" y="188"/>
                      </a:lnTo>
                      <a:lnTo>
                        <a:pt x="300" y="187"/>
                      </a:lnTo>
                      <a:lnTo>
                        <a:pt x="302" y="187"/>
                      </a:lnTo>
                      <a:lnTo>
                        <a:pt x="303" y="187"/>
                      </a:lnTo>
                      <a:lnTo>
                        <a:pt x="303" y="185"/>
                      </a:lnTo>
                      <a:lnTo>
                        <a:pt x="303" y="183"/>
                      </a:lnTo>
                      <a:lnTo>
                        <a:pt x="302" y="183"/>
                      </a:lnTo>
                      <a:lnTo>
                        <a:pt x="302" y="181"/>
                      </a:lnTo>
                      <a:lnTo>
                        <a:pt x="302" y="179"/>
                      </a:lnTo>
                      <a:lnTo>
                        <a:pt x="303" y="179"/>
                      </a:lnTo>
                      <a:lnTo>
                        <a:pt x="302" y="179"/>
                      </a:lnTo>
                      <a:lnTo>
                        <a:pt x="302" y="177"/>
                      </a:lnTo>
                      <a:lnTo>
                        <a:pt x="302" y="176"/>
                      </a:lnTo>
                      <a:lnTo>
                        <a:pt x="302" y="174"/>
                      </a:lnTo>
                      <a:lnTo>
                        <a:pt x="302" y="172"/>
                      </a:lnTo>
                      <a:lnTo>
                        <a:pt x="302" y="170"/>
                      </a:lnTo>
                      <a:lnTo>
                        <a:pt x="302" y="168"/>
                      </a:lnTo>
                      <a:lnTo>
                        <a:pt x="300" y="166"/>
                      </a:lnTo>
                      <a:lnTo>
                        <a:pt x="302" y="165"/>
                      </a:lnTo>
                      <a:lnTo>
                        <a:pt x="302" y="163"/>
                      </a:lnTo>
                      <a:lnTo>
                        <a:pt x="303" y="163"/>
                      </a:lnTo>
                      <a:lnTo>
                        <a:pt x="305" y="163"/>
                      </a:lnTo>
                      <a:lnTo>
                        <a:pt x="307" y="161"/>
                      </a:lnTo>
                      <a:lnTo>
                        <a:pt x="307" y="159"/>
                      </a:lnTo>
                      <a:lnTo>
                        <a:pt x="309" y="159"/>
                      </a:lnTo>
                      <a:lnTo>
                        <a:pt x="307" y="159"/>
                      </a:lnTo>
                      <a:lnTo>
                        <a:pt x="307" y="157"/>
                      </a:lnTo>
                      <a:lnTo>
                        <a:pt x="307" y="156"/>
                      </a:lnTo>
                      <a:lnTo>
                        <a:pt x="305" y="156"/>
                      </a:lnTo>
                      <a:lnTo>
                        <a:pt x="307" y="156"/>
                      </a:lnTo>
                      <a:lnTo>
                        <a:pt x="307" y="154"/>
                      </a:lnTo>
                      <a:lnTo>
                        <a:pt x="309" y="154"/>
                      </a:lnTo>
                      <a:lnTo>
                        <a:pt x="309" y="152"/>
                      </a:lnTo>
                      <a:lnTo>
                        <a:pt x="311" y="152"/>
                      </a:lnTo>
                      <a:lnTo>
                        <a:pt x="311" y="150"/>
                      </a:lnTo>
                      <a:lnTo>
                        <a:pt x="309" y="150"/>
                      </a:lnTo>
                      <a:lnTo>
                        <a:pt x="309" y="146"/>
                      </a:lnTo>
                      <a:lnTo>
                        <a:pt x="311" y="146"/>
                      </a:lnTo>
                      <a:lnTo>
                        <a:pt x="311" y="145"/>
                      </a:lnTo>
                      <a:lnTo>
                        <a:pt x="312" y="145"/>
                      </a:lnTo>
                      <a:lnTo>
                        <a:pt x="312" y="143"/>
                      </a:lnTo>
                      <a:lnTo>
                        <a:pt x="312" y="145"/>
                      </a:lnTo>
                      <a:lnTo>
                        <a:pt x="314" y="143"/>
                      </a:lnTo>
                      <a:lnTo>
                        <a:pt x="314" y="145"/>
                      </a:lnTo>
                      <a:lnTo>
                        <a:pt x="314" y="143"/>
                      </a:lnTo>
                      <a:lnTo>
                        <a:pt x="314" y="145"/>
                      </a:lnTo>
                      <a:lnTo>
                        <a:pt x="316" y="145"/>
                      </a:lnTo>
                      <a:lnTo>
                        <a:pt x="316" y="143"/>
                      </a:lnTo>
                      <a:lnTo>
                        <a:pt x="316" y="145"/>
                      </a:lnTo>
                      <a:lnTo>
                        <a:pt x="318" y="145"/>
                      </a:lnTo>
                      <a:lnTo>
                        <a:pt x="318" y="143"/>
                      </a:lnTo>
                      <a:lnTo>
                        <a:pt x="320" y="143"/>
                      </a:lnTo>
                      <a:lnTo>
                        <a:pt x="322" y="143"/>
                      </a:lnTo>
                      <a:lnTo>
                        <a:pt x="323" y="145"/>
                      </a:lnTo>
                      <a:lnTo>
                        <a:pt x="323" y="143"/>
                      </a:lnTo>
                      <a:lnTo>
                        <a:pt x="325" y="143"/>
                      </a:lnTo>
                      <a:lnTo>
                        <a:pt x="327" y="143"/>
                      </a:lnTo>
                      <a:lnTo>
                        <a:pt x="329" y="143"/>
                      </a:lnTo>
                      <a:lnTo>
                        <a:pt x="329" y="141"/>
                      </a:lnTo>
                      <a:lnTo>
                        <a:pt x="331" y="139"/>
                      </a:lnTo>
                      <a:lnTo>
                        <a:pt x="333" y="139"/>
                      </a:lnTo>
                      <a:lnTo>
                        <a:pt x="334" y="139"/>
                      </a:lnTo>
                      <a:lnTo>
                        <a:pt x="336" y="137"/>
                      </a:lnTo>
                      <a:lnTo>
                        <a:pt x="338" y="137"/>
                      </a:lnTo>
                      <a:lnTo>
                        <a:pt x="338" y="135"/>
                      </a:lnTo>
                      <a:lnTo>
                        <a:pt x="340" y="135"/>
                      </a:lnTo>
                      <a:lnTo>
                        <a:pt x="338" y="134"/>
                      </a:lnTo>
                      <a:lnTo>
                        <a:pt x="340" y="134"/>
                      </a:lnTo>
                      <a:lnTo>
                        <a:pt x="338" y="134"/>
                      </a:lnTo>
                      <a:lnTo>
                        <a:pt x="338" y="132"/>
                      </a:lnTo>
                      <a:lnTo>
                        <a:pt x="336" y="132"/>
                      </a:lnTo>
                      <a:lnTo>
                        <a:pt x="336" y="130"/>
                      </a:lnTo>
                      <a:lnTo>
                        <a:pt x="334" y="130"/>
                      </a:lnTo>
                      <a:lnTo>
                        <a:pt x="334" y="128"/>
                      </a:lnTo>
                      <a:lnTo>
                        <a:pt x="334" y="124"/>
                      </a:lnTo>
                      <a:lnTo>
                        <a:pt x="333" y="124"/>
                      </a:lnTo>
                      <a:lnTo>
                        <a:pt x="333" y="123"/>
                      </a:lnTo>
                      <a:lnTo>
                        <a:pt x="333" y="121"/>
                      </a:lnTo>
                      <a:lnTo>
                        <a:pt x="331" y="121"/>
                      </a:lnTo>
                      <a:lnTo>
                        <a:pt x="329" y="121"/>
                      </a:lnTo>
                      <a:lnTo>
                        <a:pt x="327" y="121"/>
                      </a:lnTo>
                      <a:lnTo>
                        <a:pt x="327" y="119"/>
                      </a:lnTo>
                      <a:lnTo>
                        <a:pt x="327" y="117"/>
                      </a:lnTo>
                      <a:lnTo>
                        <a:pt x="325" y="117"/>
                      </a:lnTo>
                      <a:lnTo>
                        <a:pt x="325" y="115"/>
                      </a:lnTo>
                      <a:lnTo>
                        <a:pt x="323" y="115"/>
                      </a:lnTo>
                      <a:lnTo>
                        <a:pt x="323" y="113"/>
                      </a:lnTo>
                      <a:lnTo>
                        <a:pt x="322" y="113"/>
                      </a:lnTo>
                      <a:lnTo>
                        <a:pt x="323" y="113"/>
                      </a:lnTo>
                      <a:lnTo>
                        <a:pt x="323" y="112"/>
                      </a:lnTo>
                      <a:lnTo>
                        <a:pt x="323" y="110"/>
                      </a:lnTo>
                      <a:lnTo>
                        <a:pt x="325" y="110"/>
                      </a:lnTo>
                      <a:lnTo>
                        <a:pt x="327" y="110"/>
                      </a:lnTo>
                      <a:lnTo>
                        <a:pt x="329" y="110"/>
                      </a:lnTo>
                      <a:lnTo>
                        <a:pt x="331" y="110"/>
                      </a:lnTo>
                      <a:lnTo>
                        <a:pt x="331" y="112"/>
                      </a:lnTo>
                      <a:lnTo>
                        <a:pt x="333" y="112"/>
                      </a:lnTo>
                      <a:lnTo>
                        <a:pt x="334" y="112"/>
                      </a:lnTo>
                      <a:lnTo>
                        <a:pt x="336" y="112"/>
                      </a:lnTo>
                      <a:lnTo>
                        <a:pt x="338" y="112"/>
                      </a:lnTo>
                      <a:lnTo>
                        <a:pt x="340" y="112"/>
                      </a:lnTo>
                      <a:lnTo>
                        <a:pt x="340" y="113"/>
                      </a:lnTo>
                      <a:lnTo>
                        <a:pt x="342" y="113"/>
                      </a:lnTo>
                      <a:lnTo>
                        <a:pt x="342" y="112"/>
                      </a:lnTo>
                      <a:lnTo>
                        <a:pt x="342" y="113"/>
                      </a:lnTo>
                      <a:lnTo>
                        <a:pt x="342" y="112"/>
                      </a:lnTo>
                      <a:lnTo>
                        <a:pt x="343" y="112"/>
                      </a:lnTo>
                      <a:lnTo>
                        <a:pt x="343" y="113"/>
                      </a:lnTo>
                      <a:lnTo>
                        <a:pt x="345" y="113"/>
                      </a:lnTo>
                      <a:lnTo>
                        <a:pt x="347" y="113"/>
                      </a:lnTo>
                      <a:lnTo>
                        <a:pt x="349" y="113"/>
                      </a:lnTo>
                      <a:lnTo>
                        <a:pt x="351" y="113"/>
                      </a:lnTo>
                      <a:lnTo>
                        <a:pt x="353" y="113"/>
                      </a:lnTo>
                      <a:lnTo>
                        <a:pt x="354" y="113"/>
                      </a:lnTo>
                      <a:lnTo>
                        <a:pt x="354" y="112"/>
                      </a:lnTo>
                      <a:lnTo>
                        <a:pt x="356" y="113"/>
                      </a:lnTo>
                      <a:lnTo>
                        <a:pt x="356" y="112"/>
                      </a:lnTo>
                      <a:lnTo>
                        <a:pt x="358" y="112"/>
                      </a:lnTo>
                      <a:lnTo>
                        <a:pt x="360" y="112"/>
                      </a:lnTo>
                      <a:lnTo>
                        <a:pt x="362" y="112"/>
                      </a:lnTo>
                      <a:lnTo>
                        <a:pt x="362" y="110"/>
                      </a:lnTo>
                      <a:lnTo>
                        <a:pt x="364" y="110"/>
                      </a:lnTo>
                      <a:lnTo>
                        <a:pt x="365" y="110"/>
                      </a:lnTo>
                      <a:lnTo>
                        <a:pt x="367" y="110"/>
                      </a:lnTo>
                      <a:lnTo>
                        <a:pt x="365" y="108"/>
                      </a:lnTo>
                      <a:lnTo>
                        <a:pt x="367" y="108"/>
                      </a:lnTo>
                      <a:lnTo>
                        <a:pt x="365" y="108"/>
                      </a:lnTo>
                      <a:lnTo>
                        <a:pt x="367" y="106"/>
                      </a:lnTo>
                      <a:lnTo>
                        <a:pt x="367" y="104"/>
                      </a:lnTo>
                      <a:lnTo>
                        <a:pt x="369" y="103"/>
                      </a:lnTo>
                      <a:lnTo>
                        <a:pt x="367" y="103"/>
                      </a:lnTo>
                      <a:lnTo>
                        <a:pt x="367" y="101"/>
                      </a:lnTo>
                      <a:lnTo>
                        <a:pt x="369" y="101"/>
                      </a:lnTo>
                      <a:lnTo>
                        <a:pt x="369" y="99"/>
                      </a:lnTo>
                      <a:lnTo>
                        <a:pt x="367" y="99"/>
                      </a:lnTo>
                      <a:lnTo>
                        <a:pt x="367" y="97"/>
                      </a:lnTo>
                      <a:lnTo>
                        <a:pt x="367" y="95"/>
                      </a:lnTo>
                      <a:lnTo>
                        <a:pt x="365" y="95"/>
                      </a:lnTo>
                      <a:lnTo>
                        <a:pt x="365" y="97"/>
                      </a:lnTo>
                      <a:lnTo>
                        <a:pt x="365" y="95"/>
                      </a:lnTo>
                      <a:lnTo>
                        <a:pt x="364" y="95"/>
                      </a:lnTo>
                      <a:lnTo>
                        <a:pt x="364" y="93"/>
                      </a:lnTo>
                      <a:lnTo>
                        <a:pt x="364" y="92"/>
                      </a:lnTo>
                      <a:lnTo>
                        <a:pt x="365" y="92"/>
                      </a:lnTo>
                      <a:lnTo>
                        <a:pt x="365" y="90"/>
                      </a:lnTo>
                      <a:lnTo>
                        <a:pt x="367" y="90"/>
                      </a:lnTo>
                      <a:lnTo>
                        <a:pt x="367" y="88"/>
                      </a:lnTo>
                      <a:lnTo>
                        <a:pt x="367" y="86"/>
                      </a:lnTo>
                      <a:lnTo>
                        <a:pt x="369" y="86"/>
                      </a:lnTo>
                      <a:lnTo>
                        <a:pt x="369" y="84"/>
                      </a:lnTo>
                      <a:lnTo>
                        <a:pt x="371" y="84"/>
                      </a:lnTo>
                      <a:lnTo>
                        <a:pt x="373" y="84"/>
                      </a:lnTo>
                      <a:lnTo>
                        <a:pt x="373" y="82"/>
                      </a:lnTo>
                      <a:lnTo>
                        <a:pt x="375" y="82"/>
                      </a:lnTo>
                      <a:lnTo>
                        <a:pt x="375" y="81"/>
                      </a:lnTo>
                      <a:lnTo>
                        <a:pt x="375" y="79"/>
                      </a:lnTo>
                      <a:lnTo>
                        <a:pt x="376" y="79"/>
                      </a:lnTo>
                      <a:lnTo>
                        <a:pt x="378" y="79"/>
                      </a:lnTo>
                      <a:lnTo>
                        <a:pt x="378" y="77"/>
                      </a:lnTo>
                      <a:lnTo>
                        <a:pt x="380" y="77"/>
                      </a:lnTo>
                      <a:lnTo>
                        <a:pt x="382" y="77"/>
                      </a:lnTo>
                      <a:lnTo>
                        <a:pt x="382" y="75"/>
                      </a:lnTo>
                      <a:lnTo>
                        <a:pt x="384" y="75"/>
                      </a:lnTo>
                      <a:lnTo>
                        <a:pt x="384" y="73"/>
                      </a:lnTo>
                      <a:lnTo>
                        <a:pt x="382" y="73"/>
                      </a:lnTo>
                      <a:lnTo>
                        <a:pt x="382" y="71"/>
                      </a:lnTo>
                      <a:lnTo>
                        <a:pt x="384" y="71"/>
                      </a:lnTo>
                      <a:lnTo>
                        <a:pt x="385" y="70"/>
                      </a:lnTo>
                      <a:lnTo>
                        <a:pt x="385" y="71"/>
                      </a:lnTo>
                      <a:lnTo>
                        <a:pt x="385" y="70"/>
                      </a:lnTo>
                      <a:lnTo>
                        <a:pt x="387" y="70"/>
                      </a:lnTo>
                      <a:lnTo>
                        <a:pt x="387" y="68"/>
                      </a:lnTo>
                      <a:lnTo>
                        <a:pt x="385" y="68"/>
                      </a:lnTo>
                      <a:lnTo>
                        <a:pt x="385" y="66"/>
                      </a:lnTo>
                      <a:lnTo>
                        <a:pt x="384" y="66"/>
                      </a:lnTo>
                      <a:lnTo>
                        <a:pt x="384" y="64"/>
                      </a:lnTo>
                      <a:lnTo>
                        <a:pt x="384" y="62"/>
                      </a:lnTo>
                      <a:lnTo>
                        <a:pt x="385" y="62"/>
                      </a:lnTo>
                      <a:lnTo>
                        <a:pt x="385" y="60"/>
                      </a:lnTo>
                      <a:lnTo>
                        <a:pt x="387" y="60"/>
                      </a:lnTo>
                      <a:lnTo>
                        <a:pt x="387" y="59"/>
                      </a:lnTo>
                      <a:lnTo>
                        <a:pt x="385" y="59"/>
                      </a:lnTo>
                      <a:lnTo>
                        <a:pt x="385" y="57"/>
                      </a:lnTo>
                      <a:lnTo>
                        <a:pt x="385" y="55"/>
                      </a:lnTo>
                      <a:lnTo>
                        <a:pt x="384" y="55"/>
                      </a:lnTo>
                      <a:lnTo>
                        <a:pt x="384" y="53"/>
                      </a:lnTo>
                      <a:lnTo>
                        <a:pt x="382" y="53"/>
                      </a:lnTo>
                      <a:lnTo>
                        <a:pt x="382" y="51"/>
                      </a:lnTo>
                      <a:lnTo>
                        <a:pt x="384" y="51"/>
                      </a:lnTo>
                      <a:lnTo>
                        <a:pt x="384" y="50"/>
                      </a:lnTo>
                      <a:lnTo>
                        <a:pt x="382" y="50"/>
                      </a:lnTo>
                      <a:lnTo>
                        <a:pt x="382" y="48"/>
                      </a:lnTo>
                      <a:lnTo>
                        <a:pt x="380" y="48"/>
                      </a:lnTo>
                      <a:lnTo>
                        <a:pt x="382" y="48"/>
                      </a:lnTo>
                      <a:lnTo>
                        <a:pt x="380" y="46"/>
                      </a:lnTo>
                      <a:lnTo>
                        <a:pt x="380" y="44"/>
                      </a:lnTo>
                      <a:lnTo>
                        <a:pt x="378" y="44"/>
                      </a:lnTo>
                      <a:lnTo>
                        <a:pt x="376" y="44"/>
                      </a:lnTo>
                      <a:lnTo>
                        <a:pt x="376" y="42"/>
                      </a:lnTo>
                      <a:lnTo>
                        <a:pt x="378" y="42"/>
                      </a:lnTo>
                      <a:lnTo>
                        <a:pt x="376" y="42"/>
                      </a:lnTo>
                      <a:lnTo>
                        <a:pt x="378" y="42"/>
                      </a:lnTo>
                      <a:lnTo>
                        <a:pt x="376" y="40"/>
                      </a:lnTo>
                      <a:lnTo>
                        <a:pt x="375" y="40"/>
                      </a:lnTo>
                      <a:lnTo>
                        <a:pt x="373" y="40"/>
                      </a:lnTo>
                      <a:lnTo>
                        <a:pt x="373" y="39"/>
                      </a:lnTo>
                      <a:lnTo>
                        <a:pt x="371" y="39"/>
                      </a:lnTo>
                      <a:lnTo>
                        <a:pt x="371" y="37"/>
                      </a:lnTo>
                      <a:lnTo>
                        <a:pt x="373" y="37"/>
                      </a:lnTo>
                      <a:lnTo>
                        <a:pt x="373" y="35"/>
                      </a:lnTo>
                      <a:lnTo>
                        <a:pt x="375" y="35"/>
                      </a:lnTo>
                      <a:lnTo>
                        <a:pt x="375" y="33"/>
                      </a:lnTo>
                      <a:lnTo>
                        <a:pt x="376" y="33"/>
                      </a:lnTo>
                      <a:lnTo>
                        <a:pt x="378" y="33"/>
                      </a:lnTo>
                      <a:lnTo>
                        <a:pt x="378" y="31"/>
                      </a:lnTo>
                      <a:lnTo>
                        <a:pt x="380" y="31"/>
                      </a:lnTo>
                      <a:lnTo>
                        <a:pt x="380" y="29"/>
                      </a:lnTo>
                      <a:lnTo>
                        <a:pt x="382" y="29"/>
                      </a:lnTo>
                      <a:lnTo>
                        <a:pt x="382" y="28"/>
                      </a:lnTo>
                      <a:lnTo>
                        <a:pt x="384" y="28"/>
                      </a:lnTo>
                      <a:lnTo>
                        <a:pt x="384" y="26"/>
                      </a:lnTo>
                      <a:lnTo>
                        <a:pt x="385" y="26"/>
                      </a:lnTo>
                      <a:lnTo>
                        <a:pt x="385" y="24"/>
                      </a:lnTo>
                      <a:lnTo>
                        <a:pt x="385" y="22"/>
                      </a:lnTo>
                      <a:lnTo>
                        <a:pt x="387" y="22"/>
                      </a:lnTo>
                      <a:lnTo>
                        <a:pt x="387" y="24"/>
                      </a:lnTo>
                      <a:lnTo>
                        <a:pt x="389" y="24"/>
                      </a:lnTo>
                      <a:lnTo>
                        <a:pt x="391" y="24"/>
                      </a:lnTo>
                      <a:lnTo>
                        <a:pt x="391" y="26"/>
                      </a:lnTo>
                      <a:lnTo>
                        <a:pt x="393" y="26"/>
                      </a:lnTo>
                      <a:lnTo>
                        <a:pt x="393" y="24"/>
                      </a:lnTo>
                      <a:lnTo>
                        <a:pt x="393" y="22"/>
                      </a:lnTo>
                      <a:lnTo>
                        <a:pt x="395" y="22"/>
                      </a:lnTo>
                      <a:lnTo>
                        <a:pt x="396" y="22"/>
                      </a:lnTo>
                      <a:lnTo>
                        <a:pt x="396" y="20"/>
                      </a:lnTo>
                      <a:lnTo>
                        <a:pt x="398" y="20"/>
                      </a:lnTo>
                      <a:lnTo>
                        <a:pt x="400" y="20"/>
                      </a:lnTo>
                      <a:lnTo>
                        <a:pt x="400" y="18"/>
                      </a:lnTo>
                      <a:lnTo>
                        <a:pt x="402" y="18"/>
                      </a:lnTo>
                      <a:lnTo>
                        <a:pt x="402" y="17"/>
                      </a:lnTo>
                      <a:lnTo>
                        <a:pt x="404" y="17"/>
                      </a:lnTo>
                      <a:lnTo>
                        <a:pt x="406" y="17"/>
                      </a:lnTo>
                      <a:lnTo>
                        <a:pt x="407" y="17"/>
                      </a:lnTo>
                      <a:lnTo>
                        <a:pt x="406" y="15"/>
                      </a:lnTo>
                      <a:lnTo>
                        <a:pt x="406" y="13"/>
                      </a:lnTo>
                      <a:lnTo>
                        <a:pt x="407" y="13"/>
                      </a:lnTo>
                      <a:lnTo>
                        <a:pt x="409" y="13"/>
                      </a:lnTo>
                      <a:lnTo>
                        <a:pt x="411" y="13"/>
                      </a:lnTo>
                      <a:lnTo>
                        <a:pt x="413" y="13"/>
                      </a:lnTo>
                      <a:lnTo>
                        <a:pt x="413" y="11"/>
                      </a:lnTo>
                      <a:lnTo>
                        <a:pt x="415" y="11"/>
                      </a:lnTo>
                      <a:lnTo>
                        <a:pt x="417" y="11"/>
                      </a:lnTo>
                      <a:lnTo>
                        <a:pt x="418" y="11"/>
                      </a:lnTo>
                      <a:lnTo>
                        <a:pt x="418" y="9"/>
                      </a:lnTo>
                      <a:lnTo>
                        <a:pt x="420" y="9"/>
                      </a:lnTo>
                      <a:lnTo>
                        <a:pt x="422" y="9"/>
                      </a:lnTo>
                      <a:lnTo>
                        <a:pt x="424" y="9"/>
                      </a:lnTo>
                      <a:lnTo>
                        <a:pt x="426" y="9"/>
                      </a:lnTo>
                      <a:lnTo>
                        <a:pt x="427" y="9"/>
                      </a:lnTo>
                      <a:lnTo>
                        <a:pt x="429" y="9"/>
                      </a:lnTo>
                      <a:lnTo>
                        <a:pt x="431" y="9"/>
                      </a:lnTo>
                      <a:lnTo>
                        <a:pt x="433" y="9"/>
                      </a:lnTo>
                      <a:lnTo>
                        <a:pt x="433" y="7"/>
                      </a:lnTo>
                      <a:lnTo>
                        <a:pt x="435" y="9"/>
                      </a:lnTo>
                      <a:lnTo>
                        <a:pt x="437" y="9"/>
                      </a:lnTo>
                      <a:lnTo>
                        <a:pt x="437" y="7"/>
                      </a:lnTo>
                      <a:lnTo>
                        <a:pt x="438" y="7"/>
                      </a:lnTo>
                      <a:lnTo>
                        <a:pt x="440" y="7"/>
                      </a:lnTo>
                      <a:lnTo>
                        <a:pt x="442" y="7"/>
                      </a:lnTo>
                      <a:lnTo>
                        <a:pt x="444" y="7"/>
                      </a:lnTo>
                      <a:lnTo>
                        <a:pt x="446" y="7"/>
                      </a:lnTo>
                      <a:lnTo>
                        <a:pt x="446" y="9"/>
                      </a:lnTo>
                      <a:lnTo>
                        <a:pt x="446" y="7"/>
                      </a:lnTo>
                      <a:lnTo>
                        <a:pt x="448" y="7"/>
                      </a:lnTo>
                      <a:lnTo>
                        <a:pt x="449" y="7"/>
                      </a:lnTo>
                      <a:lnTo>
                        <a:pt x="451" y="7"/>
                      </a:lnTo>
                      <a:lnTo>
                        <a:pt x="453" y="7"/>
                      </a:lnTo>
                      <a:lnTo>
                        <a:pt x="455" y="9"/>
                      </a:lnTo>
                      <a:lnTo>
                        <a:pt x="455" y="7"/>
                      </a:lnTo>
                      <a:lnTo>
                        <a:pt x="457" y="7"/>
                      </a:lnTo>
                      <a:lnTo>
                        <a:pt x="458" y="7"/>
                      </a:lnTo>
                      <a:lnTo>
                        <a:pt x="460" y="7"/>
                      </a:lnTo>
                      <a:lnTo>
                        <a:pt x="462" y="7"/>
                      </a:lnTo>
                      <a:lnTo>
                        <a:pt x="464" y="7"/>
                      </a:lnTo>
                      <a:lnTo>
                        <a:pt x="466" y="7"/>
                      </a:lnTo>
                      <a:lnTo>
                        <a:pt x="468" y="7"/>
                      </a:lnTo>
                      <a:lnTo>
                        <a:pt x="468" y="9"/>
                      </a:lnTo>
                      <a:lnTo>
                        <a:pt x="468" y="7"/>
                      </a:lnTo>
                      <a:lnTo>
                        <a:pt x="468" y="9"/>
                      </a:lnTo>
                      <a:lnTo>
                        <a:pt x="469" y="9"/>
                      </a:lnTo>
                      <a:lnTo>
                        <a:pt x="471" y="9"/>
                      </a:lnTo>
                      <a:lnTo>
                        <a:pt x="473" y="9"/>
                      </a:lnTo>
                      <a:lnTo>
                        <a:pt x="475" y="9"/>
                      </a:lnTo>
                      <a:lnTo>
                        <a:pt x="475" y="7"/>
                      </a:lnTo>
                      <a:lnTo>
                        <a:pt x="477" y="7"/>
                      </a:lnTo>
                      <a:lnTo>
                        <a:pt x="479" y="7"/>
                      </a:lnTo>
                      <a:lnTo>
                        <a:pt x="480" y="7"/>
                      </a:lnTo>
                      <a:lnTo>
                        <a:pt x="482" y="7"/>
                      </a:lnTo>
                      <a:lnTo>
                        <a:pt x="482" y="6"/>
                      </a:lnTo>
                      <a:lnTo>
                        <a:pt x="484" y="6"/>
                      </a:lnTo>
                      <a:lnTo>
                        <a:pt x="486" y="6"/>
                      </a:lnTo>
                      <a:lnTo>
                        <a:pt x="486" y="4"/>
                      </a:lnTo>
                      <a:lnTo>
                        <a:pt x="488" y="4"/>
                      </a:lnTo>
                      <a:lnTo>
                        <a:pt x="488" y="6"/>
                      </a:lnTo>
                      <a:lnTo>
                        <a:pt x="490" y="6"/>
                      </a:lnTo>
                      <a:lnTo>
                        <a:pt x="490" y="4"/>
                      </a:lnTo>
                      <a:lnTo>
                        <a:pt x="491" y="2"/>
                      </a:lnTo>
                      <a:lnTo>
                        <a:pt x="493" y="2"/>
                      </a:lnTo>
                      <a:lnTo>
                        <a:pt x="495" y="2"/>
                      </a:lnTo>
                      <a:lnTo>
                        <a:pt x="495" y="0"/>
                      </a:lnTo>
                      <a:lnTo>
                        <a:pt x="497" y="2"/>
                      </a:lnTo>
                      <a:lnTo>
                        <a:pt x="497" y="4"/>
                      </a:lnTo>
                      <a:lnTo>
                        <a:pt x="499" y="4"/>
                      </a:lnTo>
                      <a:lnTo>
                        <a:pt x="499" y="2"/>
                      </a:lnTo>
                      <a:lnTo>
                        <a:pt x="500" y="2"/>
                      </a:lnTo>
                      <a:lnTo>
                        <a:pt x="500" y="4"/>
                      </a:lnTo>
                      <a:lnTo>
                        <a:pt x="502" y="4"/>
                      </a:lnTo>
                      <a:lnTo>
                        <a:pt x="502" y="6"/>
                      </a:lnTo>
                      <a:lnTo>
                        <a:pt x="504" y="6"/>
                      </a:lnTo>
                      <a:lnTo>
                        <a:pt x="504" y="4"/>
                      </a:lnTo>
                      <a:lnTo>
                        <a:pt x="506" y="4"/>
                      </a:lnTo>
                      <a:lnTo>
                        <a:pt x="508" y="4"/>
                      </a:lnTo>
                      <a:lnTo>
                        <a:pt x="510" y="4"/>
                      </a:lnTo>
                      <a:lnTo>
                        <a:pt x="511" y="4"/>
                      </a:lnTo>
                      <a:lnTo>
                        <a:pt x="513" y="4"/>
                      </a:lnTo>
                      <a:lnTo>
                        <a:pt x="511" y="4"/>
                      </a:lnTo>
                      <a:lnTo>
                        <a:pt x="513" y="4"/>
                      </a:lnTo>
                      <a:lnTo>
                        <a:pt x="513" y="6"/>
                      </a:lnTo>
                      <a:lnTo>
                        <a:pt x="513" y="4"/>
                      </a:lnTo>
                      <a:lnTo>
                        <a:pt x="515" y="6"/>
                      </a:lnTo>
                      <a:lnTo>
                        <a:pt x="517" y="6"/>
                      </a:lnTo>
                      <a:lnTo>
                        <a:pt x="519" y="6"/>
                      </a:lnTo>
                      <a:lnTo>
                        <a:pt x="521" y="6"/>
                      </a:lnTo>
                      <a:lnTo>
                        <a:pt x="521" y="7"/>
                      </a:lnTo>
                      <a:lnTo>
                        <a:pt x="522" y="7"/>
                      </a:lnTo>
                      <a:lnTo>
                        <a:pt x="521" y="7"/>
                      </a:lnTo>
                      <a:lnTo>
                        <a:pt x="522" y="9"/>
                      </a:lnTo>
                      <a:lnTo>
                        <a:pt x="522" y="11"/>
                      </a:lnTo>
                      <a:lnTo>
                        <a:pt x="522" y="13"/>
                      </a:lnTo>
                      <a:lnTo>
                        <a:pt x="522" y="15"/>
                      </a:lnTo>
                      <a:lnTo>
                        <a:pt x="524" y="15"/>
                      </a:lnTo>
                      <a:lnTo>
                        <a:pt x="524" y="13"/>
                      </a:lnTo>
                      <a:lnTo>
                        <a:pt x="526" y="15"/>
                      </a:lnTo>
                      <a:lnTo>
                        <a:pt x="526" y="17"/>
                      </a:lnTo>
                      <a:lnTo>
                        <a:pt x="528" y="17"/>
                      </a:lnTo>
                      <a:lnTo>
                        <a:pt x="528" y="18"/>
                      </a:lnTo>
                      <a:lnTo>
                        <a:pt x="530" y="18"/>
                      </a:lnTo>
                      <a:lnTo>
                        <a:pt x="531" y="18"/>
                      </a:lnTo>
                      <a:lnTo>
                        <a:pt x="533" y="18"/>
                      </a:lnTo>
                      <a:lnTo>
                        <a:pt x="533" y="20"/>
                      </a:lnTo>
                      <a:lnTo>
                        <a:pt x="531" y="22"/>
                      </a:lnTo>
                      <a:lnTo>
                        <a:pt x="531" y="24"/>
                      </a:lnTo>
                      <a:lnTo>
                        <a:pt x="530" y="24"/>
                      </a:lnTo>
                      <a:lnTo>
                        <a:pt x="530" y="26"/>
                      </a:lnTo>
                      <a:lnTo>
                        <a:pt x="531" y="26"/>
                      </a:lnTo>
                      <a:lnTo>
                        <a:pt x="531" y="28"/>
                      </a:lnTo>
                      <a:lnTo>
                        <a:pt x="531" y="29"/>
                      </a:lnTo>
                      <a:lnTo>
                        <a:pt x="531" y="31"/>
                      </a:lnTo>
                      <a:lnTo>
                        <a:pt x="531" y="33"/>
                      </a:lnTo>
                      <a:lnTo>
                        <a:pt x="533" y="33"/>
                      </a:lnTo>
                      <a:lnTo>
                        <a:pt x="533" y="35"/>
                      </a:lnTo>
                      <a:lnTo>
                        <a:pt x="535" y="35"/>
                      </a:lnTo>
                      <a:lnTo>
                        <a:pt x="533" y="35"/>
                      </a:lnTo>
                      <a:lnTo>
                        <a:pt x="533" y="37"/>
                      </a:lnTo>
                      <a:lnTo>
                        <a:pt x="531" y="37"/>
                      </a:lnTo>
                      <a:lnTo>
                        <a:pt x="533" y="37"/>
                      </a:lnTo>
                      <a:lnTo>
                        <a:pt x="533" y="39"/>
                      </a:lnTo>
                      <a:lnTo>
                        <a:pt x="535" y="39"/>
                      </a:lnTo>
                      <a:lnTo>
                        <a:pt x="535" y="40"/>
                      </a:lnTo>
                      <a:lnTo>
                        <a:pt x="535" y="42"/>
                      </a:lnTo>
                      <a:lnTo>
                        <a:pt x="537" y="42"/>
                      </a:lnTo>
                      <a:lnTo>
                        <a:pt x="539" y="42"/>
                      </a:lnTo>
                      <a:lnTo>
                        <a:pt x="541" y="44"/>
                      </a:lnTo>
                      <a:lnTo>
                        <a:pt x="541" y="46"/>
                      </a:lnTo>
                      <a:lnTo>
                        <a:pt x="541" y="48"/>
                      </a:lnTo>
                      <a:lnTo>
                        <a:pt x="541" y="50"/>
                      </a:lnTo>
                      <a:lnTo>
                        <a:pt x="541" y="51"/>
                      </a:lnTo>
                      <a:lnTo>
                        <a:pt x="542" y="51"/>
                      </a:lnTo>
                      <a:lnTo>
                        <a:pt x="544" y="51"/>
                      </a:lnTo>
                      <a:lnTo>
                        <a:pt x="544" y="50"/>
                      </a:lnTo>
                      <a:lnTo>
                        <a:pt x="546" y="50"/>
                      </a:lnTo>
                      <a:lnTo>
                        <a:pt x="544" y="50"/>
                      </a:lnTo>
                      <a:lnTo>
                        <a:pt x="546" y="48"/>
                      </a:lnTo>
                      <a:lnTo>
                        <a:pt x="544" y="48"/>
                      </a:lnTo>
                      <a:lnTo>
                        <a:pt x="544" y="46"/>
                      </a:lnTo>
                      <a:lnTo>
                        <a:pt x="546" y="44"/>
                      </a:lnTo>
                      <a:lnTo>
                        <a:pt x="546" y="46"/>
                      </a:lnTo>
                      <a:lnTo>
                        <a:pt x="548" y="46"/>
                      </a:lnTo>
                      <a:lnTo>
                        <a:pt x="550" y="46"/>
                      </a:lnTo>
                      <a:lnTo>
                        <a:pt x="552" y="46"/>
                      </a:lnTo>
                      <a:lnTo>
                        <a:pt x="553" y="46"/>
                      </a:lnTo>
                      <a:lnTo>
                        <a:pt x="555" y="46"/>
                      </a:lnTo>
                      <a:lnTo>
                        <a:pt x="555" y="44"/>
                      </a:lnTo>
                      <a:lnTo>
                        <a:pt x="557" y="44"/>
                      </a:lnTo>
                      <a:lnTo>
                        <a:pt x="557" y="46"/>
                      </a:lnTo>
                      <a:lnTo>
                        <a:pt x="557" y="44"/>
                      </a:lnTo>
                      <a:lnTo>
                        <a:pt x="559" y="44"/>
                      </a:lnTo>
                      <a:lnTo>
                        <a:pt x="561" y="44"/>
                      </a:lnTo>
                      <a:lnTo>
                        <a:pt x="563" y="44"/>
                      </a:lnTo>
                      <a:lnTo>
                        <a:pt x="563" y="46"/>
                      </a:lnTo>
                      <a:lnTo>
                        <a:pt x="563" y="48"/>
                      </a:lnTo>
                      <a:lnTo>
                        <a:pt x="564" y="48"/>
                      </a:lnTo>
                      <a:lnTo>
                        <a:pt x="566" y="48"/>
                      </a:lnTo>
                      <a:lnTo>
                        <a:pt x="566" y="50"/>
                      </a:lnTo>
                      <a:lnTo>
                        <a:pt x="568" y="50"/>
                      </a:lnTo>
                      <a:lnTo>
                        <a:pt x="568" y="51"/>
                      </a:lnTo>
                      <a:lnTo>
                        <a:pt x="570" y="51"/>
                      </a:lnTo>
                      <a:lnTo>
                        <a:pt x="570" y="53"/>
                      </a:lnTo>
                      <a:lnTo>
                        <a:pt x="570" y="55"/>
                      </a:lnTo>
                      <a:lnTo>
                        <a:pt x="570" y="57"/>
                      </a:lnTo>
                      <a:lnTo>
                        <a:pt x="572" y="57"/>
                      </a:lnTo>
                      <a:lnTo>
                        <a:pt x="570" y="57"/>
                      </a:lnTo>
                      <a:lnTo>
                        <a:pt x="570" y="59"/>
                      </a:lnTo>
                      <a:lnTo>
                        <a:pt x="572" y="59"/>
                      </a:lnTo>
                      <a:lnTo>
                        <a:pt x="572" y="60"/>
                      </a:lnTo>
                      <a:lnTo>
                        <a:pt x="573" y="60"/>
                      </a:lnTo>
                      <a:lnTo>
                        <a:pt x="573" y="62"/>
                      </a:lnTo>
                      <a:lnTo>
                        <a:pt x="575" y="62"/>
                      </a:lnTo>
                      <a:lnTo>
                        <a:pt x="575" y="60"/>
                      </a:lnTo>
                      <a:lnTo>
                        <a:pt x="577" y="62"/>
                      </a:lnTo>
                      <a:lnTo>
                        <a:pt x="575" y="62"/>
                      </a:lnTo>
                      <a:lnTo>
                        <a:pt x="577" y="62"/>
                      </a:lnTo>
                      <a:lnTo>
                        <a:pt x="577" y="64"/>
                      </a:lnTo>
                      <a:lnTo>
                        <a:pt x="579" y="64"/>
                      </a:lnTo>
                      <a:lnTo>
                        <a:pt x="581" y="64"/>
                      </a:lnTo>
                      <a:lnTo>
                        <a:pt x="581" y="62"/>
                      </a:lnTo>
                      <a:lnTo>
                        <a:pt x="583" y="62"/>
                      </a:lnTo>
                      <a:lnTo>
                        <a:pt x="583" y="60"/>
                      </a:lnTo>
                      <a:lnTo>
                        <a:pt x="584" y="60"/>
                      </a:lnTo>
                      <a:lnTo>
                        <a:pt x="584" y="59"/>
                      </a:lnTo>
                      <a:lnTo>
                        <a:pt x="586" y="59"/>
                      </a:lnTo>
                      <a:lnTo>
                        <a:pt x="588" y="59"/>
                      </a:lnTo>
                      <a:lnTo>
                        <a:pt x="590" y="59"/>
                      </a:lnTo>
                      <a:lnTo>
                        <a:pt x="592" y="59"/>
                      </a:lnTo>
                      <a:lnTo>
                        <a:pt x="592" y="57"/>
                      </a:lnTo>
                      <a:lnTo>
                        <a:pt x="594" y="57"/>
                      </a:lnTo>
                      <a:lnTo>
                        <a:pt x="595" y="55"/>
                      </a:lnTo>
                      <a:lnTo>
                        <a:pt x="597" y="55"/>
                      </a:lnTo>
                      <a:lnTo>
                        <a:pt x="599" y="55"/>
                      </a:lnTo>
                      <a:lnTo>
                        <a:pt x="601" y="55"/>
                      </a:lnTo>
                      <a:lnTo>
                        <a:pt x="601" y="57"/>
                      </a:lnTo>
                      <a:lnTo>
                        <a:pt x="601" y="55"/>
                      </a:lnTo>
                      <a:lnTo>
                        <a:pt x="603" y="55"/>
                      </a:lnTo>
                      <a:lnTo>
                        <a:pt x="604" y="55"/>
                      </a:lnTo>
                      <a:lnTo>
                        <a:pt x="606" y="55"/>
                      </a:lnTo>
                      <a:lnTo>
                        <a:pt x="606" y="57"/>
                      </a:lnTo>
                      <a:lnTo>
                        <a:pt x="608" y="57"/>
                      </a:lnTo>
                      <a:lnTo>
                        <a:pt x="606" y="57"/>
                      </a:lnTo>
                      <a:lnTo>
                        <a:pt x="608" y="57"/>
                      </a:lnTo>
                      <a:lnTo>
                        <a:pt x="579" y="75"/>
                      </a:lnTo>
                      <a:lnTo>
                        <a:pt x="577" y="77"/>
                      </a:lnTo>
                      <a:lnTo>
                        <a:pt x="577" y="79"/>
                      </a:lnTo>
                      <a:lnTo>
                        <a:pt x="577" y="81"/>
                      </a:lnTo>
                      <a:lnTo>
                        <a:pt x="577" y="82"/>
                      </a:lnTo>
                      <a:lnTo>
                        <a:pt x="577" y="84"/>
                      </a:lnTo>
                      <a:lnTo>
                        <a:pt x="575" y="84"/>
                      </a:lnTo>
                      <a:lnTo>
                        <a:pt x="575" y="86"/>
                      </a:lnTo>
                      <a:lnTo>
                        <a:pt x="575" y="88"/>
                      </a:lnTo>
                      <a:lnTo>
                        <a:pt x="573" y="88"/>
                      </a:lnTo>
                      <a:lnTo>
                        <a:pt x="572" y="88"/>
                      </a:lnTo>
                      <a:lnTo>
                        <a:pt x="570" y="88"/>
                      </a:lnTo>
                      <a:lnTo>
                        <a:pt x="570" y="86"/>
                      </a:lnTo>
                      <a:lnTo>
                        <a:pt x="568" y="86"/>
                      </a:lnTo>
                      <a:lnTo>
                        <a:pt x="568" y="84"/>
                      </a:lnTo>
                      <a:lnTo>
                        <a:pt x="566" y="84"/>
                      </a:lnTo>
                      <a:lnTo>
                        <a:pt x="564" y="84"/>
                      </a:lnTo>
                      <a:lnTo>
                        <a:pt x="563" y="84"/>
                      </a:lnTo>
                      <a:lnTo>
                        <a:pt x="561" y="84"/>
                      </a:lnTo>
                      <a:lnTo>
                        <a:pt x="561" y="82"/>
                      </a:lnTo>
                      <a:lnTo>
                        <a:pt x="559" y="82"/>
                      </a:lnTo>
                      <a:lnTo>
                        <a:pt x="559" y="84"/>
                      </a:lnTo>
                      <a:lnTo>
                        <a:pt x="557" y="84"/>
                      </a:lnTo>
                      <a:lnTo>
                        <a:pt x="555" y="84"/>
                      </a:lnTo>
                      <a:lnTo>
                        <a:pt x="555" y="86"/>
                      </a:lnTo>
                      <a:lnTo>
                        <a:pt x="553" y="86"/>
                      </a:lnTo>
                      <a:lnTo>
                        <a:pt x="553" y="84"/>
                      </a:lnTo>
                      <a:lnTo>
                        <a:pt x="552" y="86"/>
                      </a:lnTo>
                      <a:lnTo>
                        <a:pt x="550" y="86"/>
                      </a:lnTo>
                      <a:lnTo>
                        <a:pt x="550" y="88"/>
                      </a:lnTo>
                      <a:lnTo>
                        <a:pt x="548" y="90"/>
                      </a:lnTo>
                      <a:lnTo>
                        <a:pt x="546" y="90"/>
                      </a:lnTo>
                      <a:lnTo>
                        <a:pt x="546" y="88"/>
                      </a:lnTo>
                      <a:lnTo>
                        <a:pt x="544" y="88"/>
                      </a:lnTo>
                      <a:lnTo>
                        <a:pt x="542" y="88"/>
                      </a:lnTo>
                      <a:lnTo>
                        <a:pt x="541" y="90"/>
                      </a:lnTo>
                      <a:lnTo>
                        <a:pt x="539" y="90"/>
                      </a:lnTo>
                      <a:lnTo>
                        <a:pt x="539" y="92"/>
                      </a:lnTo>
                      <a:lnTo>
                        <a:pt x="537" y="92"/>
                      </a:lnTo>
                      <a:lnTo>
                        <a:pt x="535" y="93"/>
                      </a:lnTo>
                      <a:lnTo>
                        <a:pt x="533" y="93"/>
                      </a:lnTo>
                      <a:lnTo>
                        <a:pt x="531" y="93"/>
                      </a:lnTo>
                      <a:lnTo>
                        <a:pt x="530" y="93"/>
                      </a:lnTo>
                      <a:lnTo>
                        <a:pt x="522" y="92"/>
                      </a:lnTo>
                      <a:lnTo>
                        <a:pt x="521" y="92"/>
                      </a:lnTo>
                      <a:lnTo>
                        <a:pt x="519" y="90"/>
                      </a:lnTo>
                      <a:lnTo>
                        <a:pt x="517" y="90"/>
                      </a:lnTo>
                      <a:lnTo>
                        <a:pt x="515" y="90"/>
                      </a:lnTo>
                      <a:lnTo>
                        <a:pt x="515" y="88"/>
                      </a:lnTo>
                      <a:lnTo>
                        <a:pt x="513" y="88"/>
                      </a:lnTo>
                      <a:lnTo>
                        <a:pt x="511" y="88"/>
                      </a:lnTo>
                      <a:lnTo>
                        <a:pt x="510" y="88"/>
                      </a:lnTo>
                      <a:lnTo>
                        <a:pt x="508" y="88"/>
                      </a:lnTo>
                      <a:lnTo>
                        <a:pt x="506" y="88"/>
                      </a:lnTo>
                      <a:lnTo>
                        <a:pt x="500" y="88"/>
                      </a:lnTo>
                      <a:lnTo>
                        <a:pt x="499" y="88"/>
                      </a:lnTo>
                      <a:lnTo>
                        <a:pt x="497" y="86"/>
                      </a:lnTo>
                      <a:lnTo>
                        <a:pt x="495" y="86"/>
                      </a:lnTo>
                      <a:lnTo>
                        <a:pt x="493" y="86"/>
                      </a:lnTo>
                      <a:lnTo>
                        <a:pt x="493" y="84"/>
                      </a:lnTo>
                      <a:lnTo>
                        <a:pt x="491" y="84"/>
                      </a:lnTo>
                      <a:lnTo>
                        <a:pt x="490" y="84"/>
                      </a:lnTo>
                      <a:lnTo>
                        <a:pt x="488" y="84"/>
                      </a:lnTo>
                      <a:lnTo>
                        <a:pt x="486" y="84"/>
                      </a:lnTo>
                      <a:lnTo>
                        <a:pt x="484" y="82"/>
                      </a:lnTo>
                      <a:lnTo>
                        <a:pt x="482" y="84"/>
                      </a:lnTo>
                      <a:lnTo>
                        <a:pt x="480" y="84"/>
                      </a:lnTo>
                      <a:lnTo>
                        <a:pt x="479" y="84"/>
                      </a:lnTo>
                      <a:lnTo>
                        <a:pt x="477" y="86"/>
                      </a:lnTo>
                      <a:lnTo>
                        <a:pt x="475" y="86"/>
                      </a:lnTo>
                      <a:lnTo>
                        <a:pt x="473" y="86"/>
                      </a:lnTo>
                      <a:lnTo>
                        <a:pt x="471" y="88"/>
                      </a:lnTo>
                      <a:lnTo>
                        <a:pt x="469" y="88"/>
                      </a:lnTo>
                      <a:lnTo>
                        <a:pt x="469" y="90"/>
                      </a:lnTo>
                      <a:lnTo>
                        <a:pt x="471" y="92"/>
                      </a:lnTo>
                      <a:lnTo>
                        <a:pt x="469" y="92"/>
                      </a:lnTo>
                      <a:lnTo>
                        <a:pt x="468" y="92"/>
                      </a:lnTo>
                      <a:lnTo>
                        <a:pt x="468" y="93"/>
                      </a:lnTo>
                      <a:lnTo>
                        <a:pt x="466" y="95"/>
                      </a:lnTo>
                      <a:lnTo>
                        <a:pt x="464" y="95"/>
                      </a:lnTo>
                      <a:lnTo>
                        <a:pt x="464" y="97"/>
                      </a:lnTo>
                      <a:lnTo>
                        <a:pt x="462" y="97"/>
                      </a:lnTo>
                      <a:lnTo>
                        <a:pt x="464" y="97"/>
                      </a:lnTo>
                      <a:lnTo>
                        <a:pt x="464" y="99"/>
                      </a:lnTo>
                      <a:lnTo>
                        <a:pt x="464" y="101"/>
                      </a:lnTo>
                      <a:lnTo>
                        <a:pt x="466" y="101"/>
                      </a:lnTo>
                      <a:lnTo>
                        <a:pt x="468" y="101"/>
                      </a:lnTo>
                      <a:lnTo>
                        <a:pt x="469" y="101"/>
                      </a:lnTo>
                      <a:lnTo>
                        <a:pt x="471" y="103"/>
                      </a:lnTo>
                      <a:lnTo>
                        <a:pt x="471" y="104"/>
                      </a:lnTo>
                      <a:lnTo>
                        <a:pt x="468" y="104"/>
                      </a:lnTo>
                      <a:lnTo>
                        <a:pt x="468" y="106"/>
                      </a:lnTo>
                      <a:lnTo>
                        <a:pt x="468" y="108"/>
                      </a:lnTo>
                      <a:lnTo>
                        <a:pt x="468" y="110"/>
                      </a:lnTo>
                      <a:lnTo>
                        <a:pt x="469" y="110"/>
                      </a:lnTo>
                      <a:lnTo>
                        <a:pt x="471" y="110"/>
                      </a:lnTo>
                      <a:lnTo>
                        <a:pt x="473" y="110"/>
                      </a:lnTo>
                      <a:lnTo>
                        <a:pt x="475" y="112"/>
                      </a:lnTo>
                      <a:lnTo>
                        <a:pt x="477" y="112"/>
                      </a:lnTo>
                      <a:lnTo>
                        <a:pt x="479" y="112"/>
                      </a:lnTo>
                      <a:lnTo>
                        <a:pt x="480" y="112"/>
                      </a:lnTo>
                      <a:lnTo>
                        <a:pt x="482" y="112"/>
                      </a:lnTo>
                      <a:lnTo>
                        <a:pt x="482" y="113"/>
                      </a:lnTo>
                      <a:lnTo>
                        <a:pt x="480" y="113"/>
                      </a:lnTo>
                      <a:lnTo>
                        <a:pt x="479" y="115"/>
                      </a:lnTo>
                      <a:lnTo>
                        <a:pt x="477" y="115"/>
                      </a:lnTo>
                      <a:lnTo>
                        <a:pt x="477" y="117"/>
                      </a:lnTo>
                      <a:lnTo>
                        <a:pt x="475" y="117"/>
                      </a:lnTo>
                      <a:lnTo>
                        <a:pt x="473" y="117"/>
                      </a:lnTo>
                      <a:lnTo>
                        <a:pt x="471" y="117"/>
                      </a:lnTo>
                      <a:lnTo>
                        <a:pt x="471" y="121"/>
                      </a:lnTo>
                      <a:lnTo>
                        <a:pt x="471" y="123"/>
                      </a:lnTo>
                      <a:lnTo>
                        <a:pt x="471" y="124"/>
                      </a:lnTo>
                      <a:lnTo>
                        <a:pt x="473" y="126"/>
                      </a:lnTo>
                      <a:lnTo>
                        <a:pt x="475" y="126"/>
                      </a:lnTo>
                      <a:lnTo>
                        <a:pt x="477" y="126"/>
                      </a:lnTo>
                      <a:lnTo>
                        <a:pt x="477" y="128"/>
                      </a:lnTo>
                      <a:lnTo>
                        <a:pt x="479" y="128"/>
                      </a:lnTo>
                      <a:lnTo>
                        <a:pt x="479" y="130"/>
                      </a:lnTo>
                      <a:lnTo>
                        <a:pt x="479" y="132"/>
                      </a:lnTo>
                      <a:lnTo>
                        <a:pt x="477" y="134"/>
                      </a:lnTo>
                      <a:lnTo>
                        <a:pt x="475" y="135"/>
                      </a:lnTo>
                      <a:lnTo>
                        <a:pt x="473" y="135"/>
                      </a:lnTo>
                      <a:lnTo>
                        <a:pt x="471" y="135"/>
                      </a:lnTo>
                      <a:lnTo>
                        <a:pt x="471" y="137"/>
                      </a:lnTo>
                      <a:lnTo>
                        <a:pt x="471" y="139"/>
                      </a:lnTo>
                      <a:lnTo>
                        <a:pt x="473" y="141"/>
                      </a:lnTo>
                      <a:lnTo>
                        <a:pt x="475" y="141"/>
                      </a:lnTo>
                      <a:lnTo>
                        <a:pt x="475" y="143"/>
                      </a:lnTo>
                      <a:lnTo>
                        <a:pt x="477" y="145"/>
                      </a:lnTo>
                      <a:lnTo>
                        <a:pt x="480" y="145"/>
                      </a:lnTo>
                      <a:lnTo>
                        <a:pt x="482" y="146"/>
                      </a:lnTo>
                      <a:lnTo>
                        <a:pt x="484" y="148"/>
                      </a:lnTo>
                      <a:lnTo>
                        <a:pt x="484" y="150"/>
                      </a:lnTo>
                      <a:lnTo>
                        <a:pt x="484" y="152"/>
                      </a:lnTo>
                      <a:lnTo>
                        <a:pt x="482" y="152"/>
                      </a:lnTo>
                      <a:lnTo>
                        <a:pt x="484" y="152"/>
                      </a:lnTo>
                      <a:lnTo>
                        <a:pt x="484" y="156"/>
                      </a:lnTo>
                      <a:lnTo>
                        <a:pt x="486" y="156"/>
                      </a:lnTo>
                      <a:lnTo>
                        <a:pt x="488" y="156"/>
                      </a:lnTo>
                      <a:lnTo>
                        <a:pt x="490" y="156"/>
                      </a:lnTo>
                      <a:lnTo>
                        <a:pt x="491" y="156"/>
                      </a:lnTo>
                      <a:lnTo>
                        <a:pt x="493" y="156"/>
                      </a:lnTo>
                      <a:lnTo>
                        <a:pt x="495" y="156"/>
                      </a:lnTo>
                      <a:lnTo>
                        <a:pt x="493" y="154"/>
                      </a:lnTo>
                      <a:lnTo>
                        <a:pt x="495" y="154"/>
                      </a:lnTo>
                      <a:lnTo>
                        <a:pt x="497" y="154"/>
                      </a:lnTo>
                      <a:lnTo>
                        <a:pt x="495" y="154"/>
                      </a:lnTo>
                      <a:lnTo>
                        <a:pt x="495" y="156"/>
                      </a:lnTo>
                      <a:lnTo>
                        <a:pt x="495" y="157"/>
                      </a:lnTo>
                      <a:lnTo>
                        <a:pt x="495" y="159"/>
                      </a:lnTo>
                      <a:lnTo>
                        <a:pt x="495" y="161"/>
                      </a:lnTo>
                      <a:lnTo>
                        <a:pt x="493" y="161"/>
                      </a:lnTo>
                      <a:lnTo>
                        <a:pt x="495" y="161"/>
                      </a:lnTo>
                      <a:lnTo>
                        <a:pt x="493" y="163"/>
                      </a:lnTo>
                      <a:lnTo>
                        <a:pt x="495" y="163"/>
                      </a:lnTo>
                      <a:lnTo>
                        <a:pt x="493" y="163"/>
                      </a:lnTo>
                      <a:lnTo>
                        <a:pt x="495" y="163"/>
                      </a:lnTo>
                      <a:lnTo>
                        <a:pt x="495" y="165"/>
                      </a:lnTo>
                      <a:lnTo>
                        <a:pt x="497" y="165"/>
                      </a:lnTo>
                      <a:lnTo>
                        <a:pt x="497" y="166"/>
                      </a:lnTo>
                      <a:lnTo>
                        <a:pt x="499" y="166"/>
                      </a:lnTo>
                      <a:lnTo>
                        <a:pt x="500" y="166"/>
                      </a:lnTo>
                      <a:lnTo>
                        <a:pt x="500" y="165"/>
                      </a:lnTo>
                      <a:lnTo>
                        <a:pt x="502" y="165"/>
                      </a:lnTo>
                      <a:lnTo>
                        <a:pt x="502" y="166"/>
                      </a:lnTo>
                      <a:lnTo>
                        <a:pt x="504" y="166"/>
                      </a:lnTo>
                      <a:lnTo>
                        <a:pt x="506" y="166"/>
                      </a:lnTo>
                      <a:lnTo>
                        <a:pt x="508" y="166"/>
                      </a:lnTo>
                      <a:lnTo>
                        <a:pt x="508" y="165"/>
                      </a:lnTo>
                      <a:lnTo>
                        <a:pt x="508" y="166"/>
                      </a:lnTo>
                      <a:lnTo>
                        <a:pt x="510" y="166"/>
                      </a:lnTo>
                      <a:lnTo>
                        <a:pt x="511" y="166"/>
                      </a:lnTo>
                      <a:lnTo>
                        <a:pt x="510" y="166"/>
                      </a:lnTo>
                      <a:lnTo>
                        <a:pt x="511" y="166"/>
                      </a:lnTo>
                      <a:lnTo>
                        <a:pt x="511" y="168"/>
                      </a:lnTo>
                      <a:lnTo>
                        <a:pt x="513" y="168"/>
                      </a:lnTo>
                      <a:lnTo>
                        <a:pt x="515" y="168"/>
                      </a:lnTo>
                      <a:lnTo>
                        <a:pt x="515" y="170"/>
                      </a:lnTo>
                      <a:lnTo>
                        <a:pt x="517" y="170"/>
                      </a:lnTo>
                      <a:lnTo>
                        <a:pt x="519" y="170"/>
                      </a:lnTo>
                      <a:lnTo>
                        <a:pt x="519" y="172"/>
                      </a:lnTo>
                      <a:lnTo>
                        <a:pt x="519" y="174"/>
                      </a:lnTo>
                      <a:lnTo>
                        <a:pt x="521" y="174"/>
                      </a:lnTo>
                      <a:lnTo>
                        <a:pt x="521" y="176"/>
                      </a:lnTo>
                      <a:lnTo>
                        <a:pt x="519" y="176"/>
                      </a:lnTo>
                      <a:lnTo>
                        <a:pt x="517" y="176"/>
                      </a:lnTo>
                      <a:lnTo>
                        <a:pt x="519" y="177"/>
                      </a:lnTo>
                      <a:lnTo>
                        <a:pt x="517" y="177"/>
                      </a:lnTo>
                      <a:lnTo>
                        <a:pt x="517" y="179"/>
                      </a:lnTo>
                      <a:lnTo>
                        <a:pt x="515" y="179"/>
                      </a:lnTo>
                      <a:lnTo>
                        <a:pt x="513" y="179"/>
                      </a:lnTo>
                      <a:lnTo>
                        <a:pt x="515" y="179"/>
                      </a:lnTo>
                      <a:lnTo>
                        <a:pt x="513" y="179"/>
                      </a:lnTo>
                      <a:lnTo>
                        <a:pt x="513" y="181"/>
                      </a:lnTo>
                      <a:lnTo>
                        <a:pt x="511" y="181"/>
                      </a:lnTo>
                      <a:lnTo>
                        <a:pt x="510" y="181"/>
                      </a:lnTo>
                      <a:lnTo>
                        <a:pt x="508" y="181"/>
                      </a:lnTo>
                      <a:lnTo>
                        <a:pt x="506" y="181"/>
                      </a:lnTo>
                      <a:lnTo>
                        <a:pt x="504" y="181"/>
                      </a:lnTo>
                      <a:lnTo>
                        <a:pt x="502" y="181"/>
                      </a:lnTo>
                      <a:lnTo>
                        <a:pt x="504" y="181"/>
                      </a:lnTo>
                      <a:lnTo>
                        <a:pt x="502" y="181"/>
                      </a:lnTo>
                      <a:lnTo>
                        <a:pt x="500" y="181"/>
                      </a:lnTo>
                      <a:lnTo>
                        <a:pt x="502" y="183"/>
                      </a:lnTo>
                      <a:lnTo>
                        <a:pt x="500" y="183"/>
                      </a:lnTo>
                      <a:lnTo>
                        <a:pt x="500" y="185"/>
                      </a:lnTo>
                      <a:lnTo>
                        <a:pt x="499" y="185"/>
                      </a:lnTo>
                      <a:lnTo>
                        <a:pt x="497" y="185"/>
                      </a:lnTo>
                      <a:lnTo>
                        <a:pt x="497" y="187"/>
                      </a:lnTo>
                      <a:lnTo>
                        <a:pt x="495" y="185"/>
                      </a:lnTo>
                      <a:lnTo>
                        <a:pt x="495" y="187"/>
                      </a:lnTo>
                      <a:lnTo>
                        <a:pt x="493" y="187"/>
                      </a:lnTo>
                      <a:lnTo>
                        <a:pt x="493" y="188"/>
                      </a:lnTo>
                      <a:lnTo>
                        <a:pt x="491" y="188"/>
                      </a:lnTo>
                      <a:lnTo>
                        <a:pt x="491" y="190"/>
                      </a:lnTo>
                      <a:lnTo>
                        <a:pt x="490" y="190"/>
                      </a:lnTo>
                      <a:lnTo>
                        <a:pt x="491" y="190"/>
                      </a:lnTo>
                      <a:lnTo>
                        <a:pt x="491" y="192"/>
                      </a:lnTo>
                      <a:lnTo>
                        <a:pt x="490" y="192"/>
                      </a:lnTo>
                      <a:lnTo>
                        <a:pt x="488" y="192"/>
                      </a:lnTo>
                      <a:lnTo>
                        <a:pt x="488" y="194"/>
                      </a:lnTo>
                      <a:lnTo>
                        <a:pt x="490" y="194"/>
                      </a:lnTo>
                      <a:lnTo>
                        <a:pt x="490" y="196"/>
                      </a:lnTo>
                      <a:lnTo>
                        <a:pt x="491" y="196"/>
                      </a:lnTo>
                      <a:lnTo>
                        <a:pt x="491" y="198"/>
                      </a:lnTo>
                      <a:lnTo>
                        <a:pt x="493" y="198"/>
                      </a:lnTo>
                      <a:lnTo>
                        <a:pt x="493" y="199"/>
                      </a:lnTo>
                      <a:lnTo>
                        <a:pt x="491" y="199"/>
                      </a:lnTo>
                      <a:lnTo>
                        <a:pt x="491" y="201"/>
                      </a:lnTo>
                      <a:lnTo>
                        <a:pt x="493" y="201"/>
                      </a:lnTo>
                      <a:lnTo>
                        <a:pt x="493" y="203"/>
                      </a:lnTo>
                      <a:lnTo>
                        <a:pt x="495" y="203"/>
                      </a:lnTo>
                      <a:lnTo>
                        <a:pt x="493" y="203"/>
                      </a:lnTo>
                      <a:lnTo>
                        <a:pt x="495" y="203"/>
                      </a:lnTo>
                      <a:lnTo>
                        <a:pt x="493" y="203"/>
                      </a:lnTo>
                      <a:lnTo>
                        <a:pt x="491" y="203"/>
                      </a:lnTo>
                      <a:lnTo>
                        <a:pt x="491" y="205"/>
                      </a:lnTo>
                      <a:lnTo>
                        <a:pt x="490" y="205"/>
                      </a:lnTo>
                      <a:lnTo>
                        <a:pt x="491" y="207"/>
                      </a:lnTo>
                      <a:lnTo>
                        <a:pt x="490" y="207"/>
                      </a:lnTo>
                      <a:lnTo>
                        <a:pt x="490" y="209"/>
                      </a:lnTo>
                      <a:lnTo>
                        <a:pt x="490" y="210"/>
                      </a:lnTo>
                      <a:lnTo>
                        <a:pt x="490" y="212"/>
                      </a:lnTo>
                      <a:lnTo>
                        <a:pt x="490" y="214"/>
                      </a:lnTo>
                      <a:lnTo>
                        <a:pt x="490" y="216"/>
                      </a:lnTo>
                      <a:lnTo>
                        <a:pt x="491" y="216"/>
                      </a:lnTo>
                      <a:lnTo>
                        <a:pt x="493" y="216"/>
                      </a:lnTo>
                      <a:lnTo>
                        <a:pt x="493" y="214"/>
                      </a:lnTo>
                      <a:lnTo>
                        <a:pt x="491" y="214"/>
                      </a:lnTo>
                      <a:lnTo>
                        <a:pt x="493" y="214"/>
                      </a:lnTo>
                      <a:lnTo>
                        <a:pt x="491" y="214"/>
                      </a:lnTo>
                      <a:lnTo>
                        <a:pt x="493" y="214"/>
                      </a:lnTo>
                      <a:lnTo>
                        <a:pt x="495" y="214"/>
                      </a:lnTo>
                      <a:lnTo>
                        <a:pt x="495" y="216"/>
                      </a:lnTo>
                      <a:lnTo>
                        <a:pt x="495" y="218"/>
                      </a:lnTo>
                      <a:lnTo>
                        <a:pt x="493" y="218"/>
                      </a:lnTo>
                      <a:lnTo>
                        <a:pt x="491" y="218"/>
                      </a:lnTo>
                      <a:lnTo>
                        <a:pt x="491" y="216"/>
                      </a:lnTo>
                      <a:lnTo>
                        <a:pt x="491" y="218"/>
                      </a:lnTo>
                      <a:lnTo>
                        <a:pt x="490" y="218"/>
                      </a:lnTo>
                      <a:lnTo>
                        <a:pt x="490" y="219"/>
                      </a:lnTo>
                      <a:lnTo>
                        <a:pt x="488" y="219"/>
                      </a:lnTo>
                      <a:lnTo>
                        <a:pt x="488" y="221"/>
                      </a:lnTo>
                      <a:lnTo>
                        <a:pt x="486" y="221"/>
                      </a:lnTo>
                      <a:lnTo>
                        <a:pt x="484" y="221"/>
                      </a:lnTo>
                      <a:lnTo>
                        <a:pt x="484" y="223"/>
                      </a:lnTo>
                      <a:lnTo>
                        <a:pt x="484" y="225"/>
                      </a:lnTo>
                      <a:lnTo>
                        <a:pt x="484" y="223"/>
                      </a:lnTo>
                      <a:lnTo>
                        <a:pt x="482" y="223"/>
                      </a:lnTo>
                      <a:lnTo>
                        <a:pt x="482" y="225"/>
                      </a:lnTo>
                      <a:lnTo>
                        <a:pt x="482" y="227"/>
                      </a:lnTo>
                      <a:lnTo>
                        <a:pt x="480" y="227"/>
                      </a:lnTo>
                      <a:lnTo>
                        <a:pt x="480" y="229"/>
                      </a:lnTo>
                      <a:lnTo>
                        <a:pt x="479" y="229"/>
                      </a:lnTo>
                      <a:lnTo>
                        <a:pt x="479" y="230"/>
                      </a:lnTo>
                      <a:lnTo>
                        <a:pt x="477" y="230"/>
                      </a:lnTo>
                      <a:lnTo>
                        <a:pt x="477" y="232"/>
                      </a:lnTo>
                      <a:lnTo>
                        <a:pt x="475" y="232"/>
                      </a:lnTo>
                      <a:lnTo>
                        <a:pt x="475" y="234"/>
                      </a:lnTo>
                      <a:lnTo>
                        <a:pt x="473" y="234"/>
                      </a:lnTo>
                      <a:lnTo>
                        <a:pt x="473" y="236"/>
                      </a:lnTo>
                      <a:lnTo>
                        <a:pt x="471" y="236"/>
                      </a:lnTo>
                      <a:lnTo>
                        <a:pt x="469" y="236"/>
                      </a:lnTo>
                      <a:lnTo>
                        <a:pt x="469" y="238"/>
                      </a:lnTo>
                      <a:lnTo>
                        <a:pt x="468" y="238"/>
                      </a:lnTo>
                      <a:lnTo>
                        <a:pt x="468" y="240"/>
                      </a:lnTo>
                      <a:lnTo>
                        <a:pt x="469" y="240"/>
                      </a:lnTo>
                      <a:lnTo>
                        <a:pt x="469" y="238"/>
                      </a:lnTo>
                      <a:lnTo>
                        <a:pt x="469" y="240"/>
                      </a:lnTo>
                      <a:lnTo>
                        <a:pt x="468" y="240"/>
                      </a:lnTo>
                      <a:lnTo>
                        <a:pt x="468" y="241"/>
                      </a:lnTo>
                      <a:lnTo>
                        <a:pt x="466" y="241"/>
                      </a:lnTo>
                      <a:lnTo>
                        <a:pt x="468" y="241"/>
                      </a:lnTo>
                      <a:lnTo>
                        <a:pt x="468" y="243"/>
                      </a:lnTo>
                      <a:lnTo>
                        <a:pt x="469" y="243"/>
                      </a:lnTo>
                      <a:lnTo>
                        <a:pt x="469" y="245"/>
                      </a:lnTo>
                      <a:lnTo>
                        <a:pt x="469" y="247"/>
                      </a:lnTo>
                      <a:lnTo>
                        <a:pt x="466" y="251"/>
                      </a:lnTo>
                      <a:lnTo>
                        <a:pt x="464" y="251"/>
                      </a:lnTo>
                      <a:lnTo>
                        <a:pt x="464" y="252"/>
                      </a:lnTo>
                      <a:lnTo>
                        <a:pt x="457" y="254"/>
                      </a:lnTo>
                      <a:lnTo>
                        <a:pt x="449" y="256"/>
                      </a:lnTo>
                      <a:lnTo>
                        <a:pt x="448" y="262"/>
                      </a:lnTo>
                      <a:lnTo>
                        <a:pt x="446" y="267"/>
                      </a:lnTo>
                      <a:lnTo>
                        <a:pt x="446" y="269"/>
                      </a:lnTo>
                      <a:lnTo>
                        <a:pt x="446" y="271"/>
                      </a:lnTo>
                      <a:lnTo>
                        <a:pt x="438" y="282"/>
                      </a:lnTo>
                      <a:lnTo>
                        <a:pt x="437" y="283"/>
                      </a:lnTo>
                      <a:lnTo>
                        <a:pt x="435" y="285"/>
                      </a:lnTo>
                      <a:lnTo>
                        <a:pt x="433" y="289"/>
                      </a:lnTo>
                      <a:lnTo>
                        <a:pt x="426" y="293"/>
                      </a:lnTo>
                      <a:lnTo>
                        <a:pt x="417" y="296"/>
                      </a:lnTo>
                      <a:lnTo>
                        <a:pt x="413" y="298"/>
                      </a:lnTo>
                      <a:lnTo>
                        <a:pt x="411" y="300"/>
                      </a:lnTo>
                      <a:lnTo>
                        <a:pt x="409" y="302"/>
                      </a:lnTo>
                      <a:lnTo>
                        <a:pt x="409" y="305"/>
                      </a:lnTo>
                      <a:lnTo>
                        <a:pt x="407" y="309"/>
                      </a:lnTo>
                      <a:lnTo>
                        <a:pt x="407" y="313"/>
                      </a:lnTo>
                      <a:lnTo>
                        <a:pt x="404" y="315"/>
                      </a:lnTo>
                      <a:lnTo>
                        <a:pt x="402" y="316"/>
                      </a:lnTo>
                      <a:lnTo>
                        <a:pt x="400" y="318"/>
                      </a:lnTo>
                      <a:lnTo>
                        <a:pt x="396" y="322"/>
                      </a:lnTo>
                      <a:lnTo>
                        <a:pt x="396" y="325"/>
                      </a:lnTo>
                      <a:lnTo>
                        <a:pt x="396" y="327"/>
                      </a:lnTo>
                      <a:lnTo>
                        <a:pt x="393" y="329"/>
                      </a:lnTo>
                      <a:lnTo>
                        <a:pt x="387" y="331"/>
                      </a:lnTo>
                      <a:lnTo>
                        <a:pt x="384" y="331"/>
                      </a:lnTo>
                      <a:lnTo>
                        <a:pt x="380" y="331"/>
                      </a:lnTo>
                      <a:lnTo>
                        <a:pt x="376" y="331"/>
                      </a:lnTo>
                      <a:lnTo>
                        <a:pt x="371" y="333"/>
                      </a:lnTo>
                      <a:lnTo>
                        <a:pt x="367" y="335"/>
                      </a:lnTo>
                      <a:lnTo>
                        <a:pt x="364" y="335"/>
                      </a:lnTo>
                      <a:lnTo>
                        <a:pt x="362" y="336"/>
                      </a:lnTo>
                      <a:lnTo>
                        <a:pt x="360" y="336"/>
                      </a:lnTo>
                      <a:lnTo>
                        <a:pt x="358" y="336"/>
                      </a:lnTo>
                      <a:lnTo>
                        <a:pt x="354" y="336"/>
                      </a:lnTo>
                      <a:lnTo>
                        <a:pt x="354" y="335"/>
                      </a:lnTo>
                      <a:lnTo>
                        <a:pt x="353" y="333"/>
                      </a:lnTo>
                      <a:lnTo>
                        <a:pt x="353" y="331"/>
                      </a:lnTo>
                      <a:lnTo>
                        <a:pt x="353" y="329"/>
                      </a:lnTo>
                      <a:lnTo>
                        <a:pt x="349" y="327"/>
                      </a:lnTo>
                      <a:lnTo>
                        <a:pt x="349" y="325"/>
                      </a:lnTo>
                      <a:lnTo>
                        <a:pt x="347" y="325"/>
                      </a:lnTo>
                      <a:lnTo>
                        <a:pt x="345" y="325"/>
                      </a:lnTo>
                      <a:lnTo>
                        <a:pt x="343" y="325"/>
                      </a:lnTo>
                      <a:lnTo>
                        <a:pt x="342" y="325"/>
                      </a:lnTo>
                      <a:lnTo>
                        <a:pt x="340" y="327"/>
                      </a:lnTo>
                      <a:lnTo>
                        <a:pt x="338" y="329"/>
                      </a:lnTo>
                      <a:lnTo>
                        <a:pt x="336" y="329"/>
                      </a:lnTo>
                      <a:lnTo>
                        <a:pt x="334" y="331"/>
                      </a:lnTo>
                      <a:lnTo>
                        <a:pt x="334" y="333"/>
                      </a:lnTo>
                      <a:lnTo>
                        <a:pt x="333" y="333"/>
                      </a:lnTo>
                      <a:lnTo>
                        <a:pt x="329" y="340"/>
                      </a:lnTo>
                      <a:lnTo>
                        <a:pt x="329" y="342"/>
                      </a:lnTo>
                      <a:lnTo>
                        <a:pt x="327" y="344"/>
                      </a:lnTo>
                      <a:lnTo>
                        <a:pt x="325" y="344"/>
                      </a:lnTo>
                      <a:lnTo>
                        <a:pt x="325" y="346"/>
                      </a:lnTo>
                      <a:lnTo>
                        <a:pt x="323" y="347"/>
                      </a:lnTo>
                      <a:lnTo>
                        <a:pt x="320" y="349"/>
                      </a:lnTo>
                      <a:lnTo>
                        <a:pt x="320" y="351"/>
                      </a:lnTo>
                      <a:lnTo>
                        <a:pt x="318" y="351"/>
                      </a:lnTo>
                      <a:lnTo>
                        <a:pt x="314" y="355"/>
                      </a:lnTo>
                      <a:lnTo>
                        <a:pt x="312" y="357"/>
                      </a:lnTo>
                      <a:lnTo>
                        <a:pt x="311" y="362"/>
                      </a:lnTo>
                      <a:lnTo>
                        <a:pt x="311" y="366"/>
                      </a:lnTo>
                      <a:lnTo>
                        <a:pt x="309" y="368"/>
                      </a:lnTo>
                      <a:lnTo>
                        <a:pt x="309" y="369"/>
                      </a:lnTo>
                      <a:lnTo>
                        <a:pt x="311" y="371"/>
                      </a:lnTo>
                      <a:lnTo>
                        <a:pt x="314" y="373"/>
                      </a:lnTo>
                      <a:lnTo>
                        <a:pt x="318" y="375"/>
                      </a:lnTo>
                      <a:lnTo>
                        <a:pt x="320" y="377"/>
                      </a:lnTo>
                      <a:lnTo>
                        <a:pt x="322" y="377"/>
                      </a:lnTo>
                      <a:lnTo>
                        <a:pt x="323" y="377"/>
                      </a:lnTo>
                      <a:lnTo>
                        <a:pt x="325" y="377"/>
                      </a:lnTo>
                      <a:lnTo>
                        <a:pt x="329" y="377"/>
                      </a:lnTo>
                      <a:lnTo>
                        <a:pt x="331" y="377"/>
                      </a:lnTo>
                      <a:lnTo>
                        <a:pt x="333" y="377"/>
                      </a:lnTo>
                      <a:lnTo>
                        <a:pt x="334" y="378"/>
                      </a:lnTo>
                      <a:lnTo>
                        <a:pt x="334" y="380"/>
                      </a:lnTo>
                      <a:lnTo>
                        <a:pt x="334" y="382"/>
                      </a:lnTo>
                      <a:lnTo>
                        <a:pt x="334" y="384"/>
                      </a:lnTo>
                      <a:lnTo>
                        <a:pt x="334" y="386"/>
                      </a:lnTo>
                      <a:lnTo>
                        <a:pt x="334" y="388"/>
                      </a:lnTo>
                      <a:lnTo>
                        <a:pt x="334" y="389"/>
                      </a:lnTo>
                      <a:lnTo>
                        <a:pt x="334" y="391"/>
                      </a:lnTo>
                      <a:lnTo>
                        <a:pt x="333" y="391"/>
                      </a:lnTo>
                      <a:lnTo>
                        <a:pt x="333" y="393"/>
                      </a:lnTo>
                      <a:lnTo>
                        <a:pt x="331" y="395"/>
                      </a:lnTo>
                      <a:lnTo>
                        <a:pt x="331" y="400"/>
                      </a:lnTo>
                      <a:lnTo>
                        <a:pt x="334" y="404"/>
                      </a:lnTo>
                      <a:lnTo>
                        <a:pt x="336" y="406"/>
                      </a:lnTo>
                      <a:lnTo>
                        <a:pt x="336" y="408"/>
                      </a:lnTo>
                      <a:lnTo>
                        <a:pt x="338" y="408"/>
                      </a:lnTo>
                      <a:lnTo>
                        <a:pt x="340" y="410"/>
                      </a:lnTo>
                      <a:lnTo>
                        <a:pt x="342" y="410"/>
                      </a:lnTo>
                      <a:lnTo>
                        <a:pt x="343" y="410"/>
                      </a:lnTo>
                      <a:lnTo>
                        <a:pt x="345" y="410"/>
                      </a:lnTo>
                      <a:lnTo>
                        <a:pt x="347" y="410"/>
                      </a:lnTo>
                      <a:lnTo>
                        <a:pt x="349" y="408"/>
                      </a:lnTo>
                      <a:lnTo>
                        <a:pt x="351" y="408"/>
                      </a:lnTo>
                      <a:lnTo>
                        <a:pt x="353" y="410"/>
                      </a:lnTo>
                      <a:lnTo>
                        <a:pt x="353" y="411"/>
                      </a:lnTo>
                      <a:lnTo>
                        <a:pt x="351" y="411"/>
                      </a:lnTo>
                      <a:lnTo>
                        <a:pt x="351" y="413"/>
                      </a:lnTo>
                      <a:lnTo>
                        <a:pt x="351" y="415"/>
                      </a:lnTo>
                      <a:lnTo>
                        <a:pt x="353" y="415"/>
                      </a:lnTo>
                      <a:lnTo>
                        <a:pt x="353" y="417"/>
                      </a:lnTo>
                      <a:lnTo>
                        <a:pt x="351" y="419"/>
                      </a:lnTo>
                      <a:lnTo>
                        <a:pt x="353" y="421"/>
                      </a:lnTo>
                      <a:lnTo>
                        <a:pt x="354" y="422"/>
                      </a:lnTo>
                      <a:lnTo>
                        <a:pt x="354" y="424"/>
                      </a:lnTo>
                      <a:lnTo>
                        <a:pt x="356" y="426"/>
                      </a:lnTo>
                      <a:lnTo>
                        <a:pt x="358" y="426"/>
                      </a:lnTo>
                      <a:lnTo>
                        <a:pt x="358" y="428"/>
                      </a:lnTo>
                      <a:lnTo>
                        <a:pt x="360" y="428"/>
                      </a:lnTo>
                      <a:lnTo>
                        <a:pt x="360" y="431"/>
                      </a:lnTo>
                      <a:lnTo>
                        <a:pt x="360" y="433"/>
                      </a:lnTo>
                      <a:lnTo>
                        <a:pt x="362" y="435"/>
                      </a:lnTo>
                      <a:lnTo>
                        <a:pt x="362" y="437"/>
                      </a:lnTo>
                      <a:lnTo>
                        <a:pt x="364" y="439"/>
                      </a:lnTo>
                      <a:lnTo>
                        <a:pt x="364" y="441"/>
                      </a:lnTo>
                      <a:lnTo>
                        <a:pt x="365" y="442"/>
                      </a:lnTo>
                      <a:lnTo>
                        <a:pt x="365" y="444"/>
                      </a:lnTo>
                      <a:lnTo>
                        <a:pt x="367" y="444"/>
                      </a:lnTo>
                      <a:lnTo>
                        <a:pt x="367" y="446"/>
                      </a:lnTo>
                      <a:lnTo>
                        <a:pt x="365" y="446"/>
                      </a:lnTo>
                      <a:lnTo>
                        <a:pt x="364" y="446"/>
                      </a:lnTo>
                      <a:lnTo>
                        <a:pt x="364" y="448"/>
                      </a:lnTo>
                      <a:lnTo>
                        <a:pt x="362" y="448"/>
                      </a:lnTo>
                      <a:lnTo>
                        <a:pt x="364" y="448"/>
                      </a:lnTo>
                      <a:lnTo>
                        <a:pt x="364" y="450"/>
                      </a:lnTo>
                      <a:lnTo>
                        <a:pt x="362" y="450"/>
                      </a:lnTo>
                      <a:lnTo>
                        <a:pt x="364" y="450"/>
                      </a:lnTo>
                      <a:lnTo>
                        <a:pt x="362" y="450"/>
                      </a:lnTo>
                      <a:lnTo>
                        <a:pt x="364" y="450"/>
                      </a:lnTo>
                      <a:lnTo>
                        <a:pt x="364" y="452"/>
                      </a:lnTo>
                      <a:lnTo>
                        <a:pt x="364" y="453"/>
                      </a:lnTo>
                      <a:lnTo>
                        <a:pt x="362" y="452"/>
                      </a:lnTo>
                      <a:lnTo>
                        <a:pt x="362" y="453"/>
                      </a:lnTo>
                      <a:lnTo>
                        <a:pt x="362" y="452"/>
                      </a:lnTo>
                      <a:lnTo>
                        <a:pt x="362" y="450"/>
                      </a:lnTo>
                      <a:lnTo>
                        <a:pt x="360" y="450"/>
                      </a:lnTo>
                      <a:lnTo>
                        <a:pt x="362" y="450"/>
                      </a:lnTo>
                      <a:lnTo>
                        <a:pt x="360" y="450"/>
                      </a:lnTo>
                      <a:lnTo>
                        <a:pt x="358" y="450"/>
                      </a:lnTo>
                      <a:lnTo>
                        <a:pt x="358" y="448"/>
                      </a:lnTo>
                      <a:lnTo>
                        <a:pt x="356" y="448"/>
                      </a:lnTo>
                      <a:lnTo>
                        <a:pt x="356" y="450"/>
                      </a:lnTo>
                      <a:lnTo>
                        <a:pt x="358" y="450"/>
                      </a:lnTo>
                      <a:lnTo>
                        <a:pt x="356" y="450"/>
                      </a:lnTo>
                      <a:lnTo>
                        <a:pt x="358" y="450"/>
                      </a:lnTo>
                      <a:lnTo>
                        <a:pt x="360" y="452"/>
                      </a:lnTo>
                      <a:lnTo>
                        <a:pt x="360" y="453"/>
                      </a:lnTo>
                      <a:lnTo>
                        <a:pt x="362" y="453"/>
                      </a:lnTo>
                      <a:lnTo>
                        <a:pt x="364" y="453"/>
                      </a:lnTo>
                      <a:lnTo>
                        <a:pt x="365" y="453"/>
                      </a:lnTo>
                      <a:lnTo>
                        <a:pt x="367" y="453"/>
                      </a:lnTo>
                      <a:lnTo>
                        <a:pt x="367" y="455"/>
                      </a:lnTo>
                      <a:lnTo>
                        <a:pt x="365" y="455"/>
                      </a:lnTo>
                      <a:lnTo>
                        <a:pt x="365" y="457"/>
                      </a:lnTo>
                      <a:lnTo>
                        <a:pt x="364" y="457"/>
                      </a:lnTo>
                      <a:lnTo>
                        <a:pt x="362" y="457"/>
                      </a:lnTo>
                      <a:lnTo>
                        <a:pt x="360" y="457"/>
                      </a:lnTo>
                      <a:lnTo>
                        <a:pt x="360" y="459"/>
                      </a:lnTo>
                      <a:lnTo>
                        <a:pt x="358" y="459"/>
                      </a:lnTo>
                      <a:lnTo>
                        <a:pt x="358" y="457"/>
                      </a:lnTo>
                      <a:lnTo>
                        <a:pt x="358" y="459"/>
                      </a:lnTo>
                      <a:lnTo>
                        <a:pt x="360" y="459"/>
                      </a:lnTo>
                      <a:lnTo>
                        <a:pt x="360" y="461"/>
                      </a:lnTo>
                      <a:lnTo>
                        <a:pt x="358" y="461"/>
                      </a:lnTo>
                      <a:lnTo>
                        <a:pt x="356" y="461"/>
                      </a:lnTo>
                      <a:lnTo>
                        <a:pt x="354" y="461"/>
                      </a:lnTo>
                      <a:lnTo>
                        <a:pt x="354" y="463"/>
                      </a:lnTo>
                      <a:lnTo>
                        <a:pt x="353" y="463"/>
                      </a:lnTo>
                      <a:lnTo>
                        <a:pt x="353" y="461"/>
                      </a:lnTo>
                      <a:lnTo>
                        <a:pt x="353" y="463"/>
                      </a:lnTo>
                      <a:lnTo>
                        <a:pt x="353" y="461"/>
                      </a:lnTo>
                      <a:lnTo>
                        <a:pt x="351" y="463"/>
                      </a:lnTo>
                      <a:lnTo>
                        <a:pt x="351" y="461"/>
                      </a:lnTo>
                      <a:lnTo>
                        <a:pt x="349" y="461"/>
                      </a:lnTo>
                      <a:lnTo>
                        <a:pt x="347" y="461"/>
                      </a:lnTo>
                      <a:lnTo>
                        <a:pt x="349" y="461"/>
                      </a:lnTo>
                      <a:lnTo>
                        <a:pt x="349" y="459"/>
                      </a:lnTo>
                      <a:lnTo>
                        <a:pt x="349" y="457"/>
                      </a:lnTo>
                      <a:lnTo>
                        <a:pt x="347" y="457"/>
                      </a:lnTo>
                      <a:lnTo>
                        <a:pt x="349" y="457"/>
                      </a:lnTo>
                      <a:lnTo>
                        <a:pt x="349" y="455"/>
                      </a:lnTo>
                      <a:lnTo>
                        <a:pt x="349" y="453"/>
                      </a:lnTo>
                      <a:lnTo>
                        <a:pt x="351" y="453"/>
                      </a:lnTo>
                      <a:lnTo>
                        <a:pt x="353" y="453"/>
                      </a:lnTo>
                      <a:lnTo>
                        <a:pt x="353" y="452"/>
                      </a:lnTo>
                      <a:lnTo>
                        <a:pt x="351" y="452"/>
                      </a:lnTo>
                      <a:lnTo>
                        <a:pt x="351" y="453"/>
                      </a:lnTo>
                      <a:lnTo>
                        <a:pt x="351" y="452"/>
                      </a:lnTo>
                      <a:lnTo>
                        <a:pt x="351" y="453"/>
                      </a:lnTo>
                      <a:lnTo>
                        <a:pt x="349" y="453"/>
                      </a:lnTo>
                      <a:lnTo>
                        <a:pt x="347" y="453"/>
                      </a:lnTo>
                      <a:lnTo>
                        <a:pt x="349" y="453"/>
                      </a:lnTo>
                      <a:lnTo>
                        <a:pt x="347" y="455"/>
                      </a:lnTo>
                      <a:lnTo>
                        <a:pt x="345" y="455"/>
                      </a:lnTo>
                      <a:lnTo>
                        <a:pt x="343" y="455"/>
                      </a:lnTo>
                      <a:lnTo>
                        <a:pt x="342" y="455"/>
                      </a:lnTo>
                      <a:lnTo>
                        <a:pt x="342" y="457"/>
                      </a:lnTo>
                      <a:lnTo>
                        <a:pt x="340" y="457"/>
                      </a:lnTo>
                      <a:lnTo>
                        <a:pt x="338" y="457"/>
                      </a:lnTo>
                      <a:lnTo>
                        <a:pt x="336" y="457"/>
                      </a:lnTo>
                      <a:lnTo>
                        <a:pt x="334" y="459"/>
                      </a:lnTo>
                      <a:lnTo>
                        <a:pt x="333" y="459"/>
                      </a:lnTo>
                      <a:lnTo>
                        <a:pt x="331" y="459"/>
                      </a:lnTo>
                      <a:lnTo>
                        <a:pt x="329" y="459"/>
                      </a:lnTo>
                      <a:lnTo>
                        <a:pt x="327" y="459"/>
                      </a:lnTo>
                      <a:lnTo>
                        <a:pt x="325" y="459"/>
                      </a:lnTo>
                      <a:lnTo>
                        <a:pt x="323" y="459"/>
                      </a:lnTo>
                      <a:lnTo>
                        <a:pt x="322" y="459"/>
                      </a:lnTo>
                      <a:lnTo>
                        <a:pt x="320" y="459"/>
                      </a:lnTo>
                      <a:lnTo>
                        <a:pt x="318" y="459"/>
                      </a:lnTo>
                      <a:lnTo>
                        <a:pt x="316" y="459"/>
                      </a:lnTo>
                      <a:lnTo>
                        <a:pt x="314" y="459"/>
                      </a:lnTo>
                      <a:lnTo>
                        <a:pt x="312" y="459"/>
                      </a:lnTo>
                      <a:lnTo>
                        <a:pt x="311" y="459"/>
                      </a:lnTo>
                      <a:lnTo>
                        <a:pt x="309" y="459"/>
                      </a:lnTo>
                      <a:lnTo>
                        <a:pt x="307" y="459"/>
                      </a:lnTo>
                      <a:lnTo>
                        <a:pt x="305" y="459"/>
                      </a:lnTo>
                      <a:lnTo>
                        <a:pt x="303" y="459"/>
                      </a:lnTo>
                      <a:lnTo>
                        <a:pt x="302" y="459"/>
                      </a:lnTo>
                      <a:lnTo>
                        <a:pt x="300" y="459"/>
                      </a:lnTo>
                      <a:lnTo>
                        <a:pt x="298" y="459"/>
                      </a:lnTo>
                      <a:lnTo>
                        <a:pt x="296" y="459"/>
                      </a:lnTo>
                      <a:lnTo>
                        <a:pt x="294" y="459"/>
                      </a:lnTo>
                      <a:lnTo>
                        <a:pt x="294" y="457"/>
                      </a:lnTo>
                      <a:lnTo>
                        <a:pt x="294" y="459"/>
                      </a:lnTo>
                      <a:lnTo>
                        <a:pt x="292" y="459"/>
                      </a:lnTo>
                      <a:lnTo>
                        <a:pt x="292" y="461"/>
                      </a:lnTo>
                      <a:lnTo>
                        <a:pt x="291" y="461"/>
                      </a:lnTo>
                      <a:lnTo>
                        <a:pt x="291" y="459"/>
                      </a:lnTo>
                      <a:lnTo>
                        <a:pt x="289" y="459"/>
                      </a:lnTo>
                      <a:lnTo>
                        <a:pt x="289" y="461"/>
                      </a:lnTo>
                      <a:lnTo>
                        <a:pt x="287" y="461"/>
                      </a:lnTo>
                      <a:lnTo>
                        <a:pt x="287" y="463"/>
                      </a:lnTo>
                      <a:lnTo>
                        <a:pt x="287" y="461"/>
                      </a:lnTo>
                      <a:lnTo>
                        <a:pt x="287" y="459"/>
                      </a:lnTo>
                      <a:lnTo>
                        <a:pt x="285" y="459"/>
                      </a:lnTo>
                      <a:lnTo>
                        <a:pt x="283" y="459"/>
                      </a:lnTo>
                      <a:lnTo>
                        <a:pt x="283" y="461"/>
                      </a:lnTo>
                      <a:lnTo>
                        <a:pt x="283" y="463"/>
                      </a:lnTo>
                      <a:lnTo>
                        <a:pt x="283" y="468"/>
                      </a:lnTo>
                      <a:lnTo>
                        <a:pt x="283" y="466"/>
                      </a:lnTo>
                      <a:lnTo>
                        <a:pt x="281" y="468"/>
                      </a:lnTo>
                      <a:lnTo>
                        <a:pt x="280" y="468"/>
                      </a:lnTo>
                      <a:lnTo>
                        <a:pt x="278" y="468"/>
                      </a:lnTo>
                      <a:lnTo>
                        <a:pt x="278" y="470"/>
                      </a:lnTo>
                      <a:lnTo>
                        <a:pt x="276" y="470"/>
                      </a:lnTo>
                      <a:lnTo>
                        <a:pt x="274" y="47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8" name="Freeform 83">
                  <a:extLst>
                    <a:ext uri="{FF2B5EF4-FFF2-40B4-BE49-F238E27FC236}">
                      <a16:creationId xmlns:a16="http://schemas.microsoft.com/office/drawing/2014/main" id="{0473CB7E-E1FC-AB4F-ADA1-69AA4021ECEF}"/>
                    </a:ext>
                  </a:extLst>
                </p:cNvPr>
                <p:cNvSpPr>
                  <a:spLocks noEditPoints="1"/>
                </p:cNvSpPr>
                <p:nvPr/>
              </p:nvSpPr>
              <p:spPr bwMode="auto">
                <a:xfrm>
                  <a:off x="3277749" y="3427901"/>
                  <a:ext cx="283734" cy="92169"/>
                </a:xfrm>
                <a:custGeom>
                  <a:avLst/>
                  <a:gdLst>
                    <a:gd name="T0" fmla="*/ 152 w 157"/>
                    <a:gd name="T1" fmla="*/ 49 h 51"/>
                    <a:gd name="T2" fmla="*/ 155 w 157"/>
                    <a:gd name="T3" fmla="*/ 47 h 51"/>
                    <a:gd name="T4" fmla="*/ 141 w 157"/>
                    <a:gd name="T5" fmla="*/ 44 h 51"/>
                    <a:gd name="T6" fmla="*/ 137 w 157"/>
                    <a:gd name="T7" fmla="*/ 45 h 51"/>
                    <a:gd name="T8" fmla="*/ 137 w 157"/>
                    <a:gd name="T9" fmla="*/ 44 h 51"/>
                    <a:gd name="T10" fmla="*/ 137 w 157"/>
                    <a:gd name="T11" fmla="*/ 42 h 51"/>
                    <a:gd name="T12" fmla="*/ 135 w 157"/>
                    <a:gd name="T13" fmla="*/ 42 h 51"/>
                    <a:gd name="T14" fmla="*/ 154 w 157"/>
                    <a:gd name="T15" fmla="*/ 45 h 51"/>
                    <a:gd name="T16" fmla="*/ 155 w 157"/>
                    <a:gd name="T17" fmla="*/ 42 h 51"/>
                    <a:gd name="T18" fmla="*/ 154 w 157"/>
                    <a:gd name="T19" fmla="*/ 40 h 51"/>
                    <a:gd name="T20" fmla="*/ 139 w 157"/>
                    <a:gd name="T21" fmla="*/ 40 h 51"/>
                    <a:gd name="T22" fmla="*/ 150 w 157"/>
                    <a:gd name="T23" fmla="*/ 42 h 51"/>
                    <a:gd name="T24" fmla="*/ 148 w 157"/>
                    <a:gd name="T25" fmla="*/ 45 h 51"/>
                    <a:gd name="T26" fmla="*/ 146 w 157"/>
                    <a:gd name="T27" fmla="*/ 42 h 51"/>
                    <a:gd name="T28" fmla="*/ 148 w 157"/>
                    <a:gd name="T29" fmla="*/ 40 h 51"/>
                    <a:gd name="T30" fmla="*/ 152 w 157"/>
                    <a:gd name="T31" fmla="*/ 42 h 51"/>
                    <a:gd name="T32" fmla="*/ 141 w 157"/>
                    <a:gd name="T33" fmla="*/ 38 h 51"/>
                    <a:gd name="T34" fmla="*/ 130 w 157"/>
                    <a:gd name="T35" fmla="*/ 38 h 51"/>
                    <a:gd name="T36" fmla="*/ 146 w 157"/>
                    <a:gd name="T37" fmla="*/ 40 h 51"/>
                    <a:gd name="T38" fmla="*/ 130 w 157"/>
                    <a:gd name="T39" fmla="*/ 36 h 51"/>
                    <a:gd name="T40" fmla="*/ 128 w 157"/>
                    <a:gd name="T41" fmla="*/ 33 h 51"/>
                    <a:gd name="T42" fmla="*/ 128 w 157"/>
                    <a:gd name="T43" fmla="*/ 33 h 51"/>
                    <a:gd name="T44" fmla="*/ 126 w 157"/>
                    <a:gd name="T45" fmla="*/ 31 h 51"/>
                    <a:gd name="T46" fmla="*/ 130 w 157"/>
                    <a:gd name="T47" fmla="*/ 29 h 51"/>
                    <a:gd name="T48" fmla="*/ 128 w 157"/>
                    <a:gd name="T49" fmla="*/ 29 h 51"/>
                    <a:gd name="T50" fmla="*/ 132 w 157"/>
                    <a:gd name="T51" fmla="*/ 29 h 51"/>
                    <a:gd name="T52" fmla="*/ 128 w 157"/>
                    <a:gd name="T53" fmla="*/ 29 h 51"/>
                    <a:gd name="T54" fmla="*/ 126 w 157"/>
                    <a:gd name="T55" fmla="*/ 29 h 51"/>
                    <a:gd name="T56" fmla="*/ 128 w 157"/>
                    <a:gd name="T57" fmla="*/ 25 h 51"/>
                    <a:gd name="T58" fmla="*/ 128 w 157"/>
                    <a:gd name="T59" fmla="*/ 25 h 51"/>
                    <a:gd name="T60" fmla="*/ 130 w 157"/>
                    <a:gd name="T61" fmla="*/ 27 h 51"/>
                    <a:gd name="T62" fmla="*/ 126 w 157"/>
                    <a:gd name="T63" fmla="*/ 23 h 51"/>
                    <a:gd name="T64" fmla="*/ 128 w 157"/>
                    <a:gd name="T65" fmla="*/ 23 h 51"/>
                    <a:gd name="T66" fmla="*/ 124 w 157"/>
                    <a:gd name="T67" fmla="*/ 22 h 51"/>
                    <a:gd name="T68" fmla="*/ 126 w 157"/>
                    <a:gd name="T69" fmla="*/ 20 h 51"/>
                    <a:gd name="T70" fmla="*/ 126 w 157"/>
                    <a:gd name="T71" fmla="*/ 20 h 51"/>
                    <a:gd name="T72" fmla="*/ 128 w 157"/>
                    <a:gd name="T73" fmla="*/ 22 h 51"/>
                    <a:gd name="T74" fmla="*/ 124 w 157"/>
                    <a:gd name="T75" fmla="*/ 22 h 51"/>
                    <a:gd name="T76" fmla="*/ 124 w 157"/>
                    <a:gd name="T77" fmla="*/ 20 h 51"/>
                    <a:gd name="T78" fmla="*/ 124 w 157"/>
                    <a:gd name="T79" fmla="*/ 18 h 51"/>
                    <a:gd name="T80" fmla="*/ 124 w 157"/>
                    <a:gd name="T81" fmla="*/ 18 h 51"/>
                    <a:gd name="T82" fmla="*/ 123 w 157"/>
                    <a:gd name="T83" fmla="*/ 18 h 51"/>
                    <a:gd name="T84" fmla="*/ 128 w 157"/>
                    <a:gd name="T85" fmla="*/ 16 h 51"/>
                    <a:gd name="T86" fmla="*/ 123 w 157"/>
                    <a:gd name="T87" fmla="*/ 16 h 51"/>
                    <a:gd name="T88" fmla="*/ 126 w 157"/>
                    <a:gd name="T89" fmla="*/ 16 h 51"/>
                    <a:gd name="T90" fmla="*/ 121 w 157"/>
                    <a:gd name="T91" fmla="*/ 16 h 51"/>
                    <a:gd name="T92" fmla="*/ 126 w 157"/>
                    <a:gd name="T93" fmla="*/ 16 h 51"/>
                    <a:gd name="T94" fmla="*/ 124 w 157"/>
                    <a:gd name="T95" fmla="*/ 14 h 51"/>
                    <a:gd name="T96" fmla="*/ 126 w 157"/>
                    <a:gd name="T97" fmla="*/ 12 h 51"/>
                    <a:gd name="T98" fmla="*/ 124 w 157"/>
                    <a:gd name="T99" fmla="*/ 14 h 51"/>
                    <a:gd name="T100" fmla="*/ 124 w 157"/>
                    <a:gd name="T101" fmla="*/ 14 h 51"/>
                    <a:gd name="T102" fmla="*/ 126 w 157"/>
                    <a:gd name="T103" fmla="*/ 12 h 51"/>
                    <a:gd name="T104" fmla="*/ 123 w 157"/>
                    <a:gd name="T105" fmla="*/ 14 h 51"/>
                    <a:gd name="T106" fmla="*/ 128 w 157"/>
                    <a:gd name="T107" fmla="*/ 12 h 51"/>
                    <a:gd name="T108" fmla="*/ 126 w 157"/>
                    <a:gd name="T109" fmla="*/ 12 h 51"/>
                    <a:gd name="T110" fmla="*/ 126 w 157"/>
                    <a:gd name="T111" fmla="*/ 12 h 51"/>
                    <a:gd name="T112" fmla="*/ 123 w 157"/>
                    <a:gd name="T113" fmla="*/ 12 h 51"/>
                    <a:gd name="T114" fmla="*/ 123 w 157"/>
                    <a:gd name="T115" fmla="*/ 12 h 51"/>
                    <a:gd name="T116" fmla="*/ 2 w 157"/>
                    <a:gd name="T1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7" h="51">
                      <a:moveTo>
                        <a:pt x="157" y="45"/>
                      </a:moveTo>
                      <a:lnTo>
                        <a:pt x="157" y="47"/>
                      </a:lnTo>
                      <a:lnTo>
                        <a:pt x="157" y="49"/>
                      </a:lnTo>
                      <a:lnTo>
                        <a:pt x="155" y="49"/>
                      </a:lnTo>
                      <a:lnTo>
                        <a:pt x="155" y="51"/>
                      </a:lnTo>
                      <a:lnTo>
                        <a:pt x="155" y="49"/>
                      </a:lnTo>
                      <a:lnTo>
                        <a:pt x="154" y="49"/>
                      </a:lnTo>
                      <a:lnTo>
                        <a:pt x="152" y="49"/>
                      </a:lnTo>
                      <a:lnTo>
                        <a:pt x="154" y="49"/>
                      </a:lnTo>
                      <a:lnTo>
                        <a:pt x="152" y="51"/>
                      </a:lnTo>
                      <a:lnTo>
                        <a:pt x="152" y="49"/>
                      </a:lnTo>
                      <a:lnTo>
                        <a:pt x="154" y="49"/>
                      </a:lnTo>
                      <a:lnTo>
                        <a:pt x="154" y="47"/>
                      </a:lnTo>
                      <a:lnTo>
                        <a:pt x="154" y="49"/>
                      </a:lnTo>
                      <a:lnTo>
                        <a:pt x="154" y="47"/>
                      </a:lnTo>
                      <a:lnTo>
                        <a:pt x="155" y="47"/>
                      </a:lnTo>
                      <a:lnTo>
                        <a:pt x="154" y="47"/>
                      </a:lnTo>
                      <a:lnTo>
                        <a:pt x="154" y="45"/>
                      </a:lnTo>
                      <a:lnTo>
                        <a:pt x="155" y="45"/>
                      </a:lnTo>
                      <a:lnTo>
                        <a:pt x="157" y="45"/>
                      </a:lnTo>
                      <a:close/>
                      <a:moveTo>
                        <a:pt x="141" y="44"/>
                      </a:moveTo>
                      <a:lnTo>
                        <a:pt x="141" y="45"/>
                      </a:lnTo>
                      <a:lnTo>
                        <a:pt x="139" y="44"/>
                      </a:lnTo>
                      <a:lnTo>
                        <a:pt x="141" y="44"/>
                      </a:lnTo>
                      <a:close/>
                      <a:moveTo>
                        <a:pt x="139" y="44"/>
                      </a:moveTo>
                      <a:lnTo>
                        <a:pt x="139" y="45"/>
                      </a:lnTo>
                      <a:lnTo>
                        <a:pt x="141" y="45"/>
                      </a:lnTo>
                      <a:lnTo>
                        <a:pt x="139" y="47"/>
                      </a:lnTo>
                      <a:lnTo>
                        <a:pt x="139" y="45"/>
                      </a:lnTo>
                      <a:lnTo>
                        <a:pt x="139" y="47"/>
                      </a:lnTo>
                      <a:lnTo>
                        <a:pt x="139" y="45"/>
                      </a:lnTo>
                      <a:lnTo>
                        <a:pt x="137" y="45"/>
                      </a:lnTo>
                      <a:lnTo>
                        <a:pt x="139" y="45"/>
                      </a:lnTo>
                      <a:lnTo>
                        <a:pt x="137" y="45"/>
                      </a:lnTo>
                      <a:lnTo>
                        <a:pt x="137" y="44"/>
                      </a:lnTo>
                      <a:lnTo>
                        <a:pt x="139" y="44"/>
                      </a:lnTo>
                      <a:close/>
                      <a:moveTo>
                        <a:pt x="137" y="42"/>
                      </a:moveTo>
                      <a:lnTo>
                        <a:pt x="137" y="44"/>
                      </a:lnTo>
                      <a:lnTo>
                        <a:pt x="137" y="45"/>
                      </a:lnTo>
                      <a:lnTo>
                        <a:pt x="137" y="44"/>
                      </a:lnTo>
                      <a:lnTo>
                        <a:pt x="137" y="45"/>
                      </a:lnTo>
                      <a:lnTo>
                        <a:pt x="135" y="44"/>
                      </a:lnTo>
                      <a:lnTo>
                        <a:pt x="137" y="44"/>
                      </a:lnTo>
                      <a:lnTo>
                        <a:pt x="135" y="44"/>
                      </a:lnTo>
                      <a:lnTo>
                        <a:pt x="137" y="44"/>
                      </a:lnTo>
                      <a:lnTo>
                        <a:pt x="135" y="44"/>
                      </a:lnTo>
                      <a:lnTo>
                        <a:pt x="137" y="44"/>
                      </a:lnTo>
                      <a:lnTo>
                        <a:pt x="137" y="42"/>
                      </a:lnTo>
                      <a:close/>
                      <a:moveTo>
                        <a:pt x="139" y="44"/>
                      </a:moveTo>
                      <a:lnTo>
                        <a:pt x="141" y="44"/>
                      </a:lnTo>
                      <a:lnTo>
                        <a:pt x="139" y="44"/>
                      </a:lnTo>
                      <a:lnTo>
                        <a:pt x="137" y="44"/>
                      </a:lnTo>
                      <a:lnTo>
                        <a:pt x="137" y="42"/>
                      </a:lnTo>
                      <a:lnTo>
                        <a:pt x="139" y="42"/>
                      </a:lnTo>
                      <a:lnTo>
                        <a:pt x="139" y="44"/>
                      </a:lnTo>
                      <a:close/>
                      <a:moveTo>
                        <a:pt x="135" y="42"/>
                      </a:moveTo>
                      <a:lnTo>
                        <a:pt x="135" y="44"/>
                      </a:lnTo>
                      <a:lnTo>
                        <a:pt x="135" y="42"/>
                      </a:lnTo>
                      <a:lnTo>
                        <a:pt x="133" y="44"/>
                      </a:lnTo>
                      <a:lnTo>
                        <a:pt x="133" y="42"/>
                      </a:lnTo>
                      <a:lnTo>
                        <a:pt x="133" y="44"/>
                      </a:lnTo>
                      <a:lnTo>
                        <a:pt x="133" y="42"/>
                      </a:lnTo>
                      <a:lnTo>
                        <a:pt x="135" y="42"/>
                      </a:lnTo>
                      <a:close/>
                      <a:moveTo>
                        <a:pt x="154" y="45"/>
                      </a:moveTo>
                      <a:lnTo>
                        <a:pt x="152" y="45"/>
                      </a:lnTo>
                      <a:lnTo>
                        <a:pt x="152" y="44"/>
                      </a:lnTo>
                      <a:lnTo>
                        <a:pt x="154" y="42"/>
                      </a:lnTo>
                      <a:lnTo>
                        <a:pt x="154" y="40"/>
                      </a:lnTo>
                      <a:lnTo>
                        <a:pt x="154" y="42"/>
                      </a:lnTo>
                      <a:lnTo>
                        <a:pt x="155" y="42"/>
                      </a:lnTo>
                      <a:lnTo>
                        <a:pt x="154" y="42"/>
                      </a:lnTo>
                      <a:lnTo>
                        <a:pt x="155" y="42"/>
                      </a:lnTo>
                      <a:lnTo>
                        <a:pt x="155" y="44"/>
                      </a:lnTo>
                      <a:lnTo>
                        <a:pt x="154" y="44"/>
                      </a:lnTo>
                      <a:lnTo>
                        <a:pt x="154" y="45"/>
                      </a:lnTo>
                      <a:lnTo>
                        <a:pt x="155" y="45"/>
                      </a:lnTo>
                      <a:lnTo>
                        <a:pt x="154" y="45"/>
                      </a:lnTo>
                      <a:close/>
                      <a:moveTo>
                        <a:pt x="152" y="42"/>
                      </a:moveTo>
                      <a:lnTo>
                        <a:pt x="154" y="42"/>
                      </a:lnTo>
                      <a:lnTo>
                        <a:pt x="154" y="40"/>
                      </a:lnTo>
                      <a:lnTo>
                        <a:pt x="154" y="42"/>
                      </a:lnTo>
                      <a:lnTo>
                        <a:pt x="152" y="42"/>
                      </a:lnTo>
                      <a:close/>
                      <a:moveTo>
                        <a:pt x="141" y="40"/>
                      </a:moveTo>
                      <a:lnTo>
                        <a:pt x="139" y="40"/>
                      </a:lnTo>
                      <a:lnTo>
                        <a:pt x="139" y="42"/>
                      </a:lnTo>
                      <a:lnTo>
                        <a:pt x="137" y="42"/>
                      </a:lnTo>
                      <a:lnTo>
                        <a:pt x="139" y="42"/>
                      </a:lnTo>
                      <a:lnTo>
                        <a:pt x="139" y="40"/>
                      </a:lnTo>
                      <a:lnTo>
                        <a:pt x="137" y="40"/>
                      </a:lnTo>
                      <a:lnTo>
                        <a:pt x="139" y="40"/>
                      </a:lnTo>
                      <a:lnTo>
                        <a:pt x="141" y="38"/>
                      </a:lnTo>
                      <a:lnTo>
                        <a:pt x="141" y="40"/>
                      </a:lnTo>
                      <a:close/>
                      <a:moveTo>
                        <a:pt x="150" y="40"/>
                      </a:moveTo>
                      <a:lnTo>
                        <a:pt x="152" y="40"/>
                      </a:lnTo>
                      <a:lnTo>
                        <a:pt x="150" y="40"/>
                      </a:lnTo>
                      <a:lnTo>
                        <a:pt x="150" y="42"/>
                      </a:lnTo>
                      <a:lnTo>
                        <a:pt x="152" y="44"/>
                      </a:lnTo>
                      <a:lnTo>
                        <a:pt x="152" y="45"/>
                      </a:lnTo>
                      <a:lnTo>
                        <a:pt x="152" y="47"/>
                      </a:lnTo>
                      <a:lnTo>
                        <a:pt x="150" y="47"/>
                      </a:lnTo>
                      <a:lnTo>
                        <a:pt x="148" y="47"/>
                      </a:lnTo>
                      <a:lnTo>
                        <a:pt x="148" y="45"/>
                      </a:lnTo>
                      <a:lnTo>
                        <a:pt x="150" y="45"/>
                      </a:lnTo>
                      <a:lnTo>
                        <a:pt x="148" y="45"/>
                      </a:lnTo>
                      <a:lnTo>
                        <a:pt x="150" y="45"/>
                      </a:lnTo>
                      <a:lnTo>
                        <a:pt x="150" y="44"/>
                      </a:lnTo>
                      <a:lnTo>
                        <a:pt x="148" y="44"/>
                      </a:lnTo>
                      <a:lnTo>
                        <a:pt x="148" y="45"/>
                      </a:lnTo>
                      <a:lnTo>
                        <a:pt x="146" y="45"/>
                      </a:lnTo>
                      <a:lnTo>
                        <a:pt x="146" y="44"/>
                      </a:lnTo>
                      <a:lnTo>
                        <a:pt x="144" y="44"/>
                      </a:lnTo>
                      <a:lnTo>
                        <a:pt x="146" y="42"/>
                      </a:lnTo>
                      <a:lnTo>
                        <a:pt x="146" y="44"/>
                      </a:lnTo>
                      <a:lnTo>
                        <a:pt x="148" y="44"/>
                      </a:lnTo>
                      <a:lnTo>
                        <a:pt x="148" y="42"/>
                      </a:lnTo>
                      <a:lnTo>
                        <a:pt x="148" y="44"/>
                      </a:lnTo>
                      <a:lnTo>
                        <a:pt x="146" y="44"/>
                      </a:lnTo>
                      <a:lnTo>
                        <a:pt x="146" y="42"/>
                      </a:lnTo>
                      <a:lnTo>
                        <a:pt x="146" y="40"/>
                      </a:lnTo>
                      <a:lnTo>
                        <a:pt x="148" y="40"/>
                      </a:lnTo>
                      <a:lnTo>
                        <a:pt x="150" y="38"/>
                      </a:lnTo>
                      <a:lnTo>
                        <a:pt x="150" y="40"/>
                      </a:lnTo>
                      <a:close/>
                      <a:moveTo>
                        <a:pt x="152" y="40"/>
                      </a:moveTo>
                      <a:lnTo>
                        <a:pt x="154" y="40"/>
                      </a:lnTo>
                      <a:lnTo>
                        <a:pt x="152" y="40"/>
                      </a:lnTo>
                      <a:lnTo>
                        <a:pt x="152" y="42"/>
                      </a:lnTo>
                      <a:lnTo>
                        <a:pt x="152" y="44"/>
                      </a:lnTo>
                      <a:lnTo>
                        <a:pt x="152" y="42"/>
                      </a:lnTo>
                      <a:lnTo>
                        <a:pt x="150" y="42"/>
                      </a:lnTo>
                      <a:lnTo>
                        <a:pt x="152" y="42"/>
                      </a:lnTo>
                      <a:lnTo>
                        <a:pt x="152" y="40"/>
                      </a:lnTo>
                      <a:lnTo>
                        <a:pt x="152" y="38"/>
                      </a:lnTo>
                      <a:lnTo>
                        <a:pt x="152" y="40"/>
                      </a:lnTo>
                      <a:close/>
                      <a:moveTo>
                        <a:pt x="141" y="38"/>
                      </a:moveTo>
                      <a:lnTo>
                        <a:pt x="141" y="40"/>
                      </a:lnTo>
                      <a:lnTo>
                        <a:pt x="141" y="38"/>
                      </a:lnTo>
                      <a:close/>
                      <a:moveTo>
                        <a:pt x="132" y="36"/>
                      </a:moveTo>
                      <a:lnTo>
                        <a:pt x="132" y="38"/>
                      </a:lnTo>
                      <a:lnTo>
                        <a:pt x="130" y="40"/>
                      </a:lnTo>
                      <a:lnTo>
                        <a:pt x="130" y="38"/>
                      </a:lnTo>
                      <a:lnTo>
                        <a:pt x="130" y="40"/>
                      </a:lnTo>
                      <a:lnTo>
                        <a:pt x="130" y="38"/>
                      </a:lnTo>
                      <a:lnTo>
                        <a:pt x="128" y="38"/>
                      </a:lnTo>
                      <a:lnTo>
                        <a:pt x="130" y="38"/>
                      </a:lnTo>
                      <a:lnTo>
                        <a:pt x="128" y="38"/>
                      </a:lnTo>
                      <a:lnTo>
                        <a:pt x="130" y="38"/>
                      </a:lnTo>
                      <a:lnTo>
                        <a:pt x="130" y="36"/>
                      </a:lnTo>
                      <a:lnTo>
                        <a:pt x="132" y="36"/>
                      </a:lnTo>
                      <a:close/>
                      <a:moveTo>
                        <a:pt x="146" y="38"/>
                      </a:moveTo>
                      <a:lnTo>
                        <a:pt x="148" y="38"/>
                      </a:lnTo>
                      <a:lnTo>
                        <a:pt x="148" y="40"/>
                      </a:lnTo>
                      <a:lnTo>
                        <a:pt x="146" y="40"/>
                      </a:lnTo>
                      <a:lnTo>
                        <a:pt x="144" y="40"/>
                      </a:lnTo>
                      <a:lnTo>
                        <a:pt x="146" y="40"/>
                      </a:lnTo>
                      <a:lnTo>
                        <a:pt x="146" y="38"/>
                      </a:lnTo>
                      <a:lnTo>
                        <a:pt x="146" y="36"/>
                      </a:lnTo>
                      <a:lnTo>
                        <a:pt x="146" y="38"/>
                      </a:lnTo>
                      <a:close/>
                      <a:moveTo>
                        <a:pt x="128" y="34"/>
                      </a:moveTo>
                      <a:lnTo>
                        <a:pt x="130" y="34"/>
                      </a:lnTo>
                      <a:lnTo>
                        <a:pt x="130" y="36"/>
                      </a:lnTo>
                      <a:lnTo>
                        <a:pt x="128" y="36"/>
                      </a:lnTo>
                      <a:lnTo>
                        <a:pt x="128" y="34"/>
                      </a:lnTo>
                      <a:close/>
                      <a:moveTo>
                        <a:pt x="126" y="34"/>
                      </a:moveTo>
                      <a:lnTo>
                        <a:pt x="126" y="33"/>
                      </a:lnTo>
                      <a:lnTo>
                        <a:pt x="128" y="33"/>
                      </a:lnTo>
                      <a:lnTo>
                        <a:pt x="126" y="33"/>
                      </a:lnTo>
                      <a:lnTo>
                        <a:pt x="126" y="34"/>
                      </a:lnTo>
                      <a:close/>
                      <a:moveTo>
                        <a:pt x="128" y="33"/>
                      </a:moveTo>
                      <a:lnTo>
                        <a:pt x="130" y="33"/>
                      </a:lnTo>
                      <a:lnTo>
                        <a:pt x="130" y="34"/>
                      </a:lnTo>
                      <a:lnTo>
                        <a:pt x="128" y="34"/>
                      </a:lnTo>
                      <a:lnTo>
                        <a:pt x="126" y="34"/>
                      </a:lnTo>
                      <a:lnTo>
                        <a:pt x="128" y="34"/>
                      </a:lnTo>
                      <a:lnTo>
                        <a:pt x="126" y="34"/>
                      </a:lnTo>
                      <a:lnTo>
                        <a:pt x="126" y="33"/>
                      </a:lnTo>
                      <a:lnTo>
                        <a:pt x="128" y="33"/>
                      </a:lnTo>
                      <a:close/>
                      <a:moveTo>
                        <a:pt x="126" y="33"/>
                      </a:moveTo>
                      <a:lnTo>
                        <a:pt x="126" y="31"/>
                      </a:lnTo>
                      <a:lnTo>
                        <a:pt x="126" y="33"/>
                      </a:lnTo>
                      <a:close/>
                      <a:moveTo>
                        <a:pt x="126" y="31"/>
                      </a:moveTo>
                      <a:lnTo>
                        <a:pt x="128" y="31"/>
                      </a:lnTo>
                      <a:lnTo>
                        <a:pt x="128" y="33"/>
                      </a:lnTo>
                      <a:lnTo>
                        <a:pt x="126" y="33"/>
                      </a:lnTo>
                      <a:lnTo>
                        <a:pt x="126" y="31"/>
                      </a:lnTo>
                      <a:close/>
                      <a:moveTo>
                        <a:pt x="132" y="31"/>
                      </a:moveTo>
                      <a:lnTo>
                        <a:pt x="130" y="31"/>
                      </a:lnTo>
                      <a:lnTo>
                        <a:pt x="130" y="29"/>
                      </a:lnTo>
                      <a:lnTo>
                        <a:pt x="132" y="29"/>
                      </a:lnTo>
                      <a:lnTo>
                        <a:pt x="132" y="31"/>
                      </a:lnTo>
                      <a:close/>
                      <a:moveTo>
                        <a:pt x="128" y="29"/>
                      </a:moveTo>
                      <a:lnTo>
                        <a:pt x="128" y="31"/>
                      </a:lnTo>
                      <a:lnTo>
                        <a:pt x="130" y="29"/>
                      </a:lnTo>
                      <a:lnTo>
                        <a:pt x="130" y="31"/>
                      </a:lnTo>
                      <a:lnTo>
                        <a:pt x="130" y="33"/>
                      </a:lnTo>
                      <a:lnTo>
                        <a:pt x="130" y="31"/>
                      </a:lnTo>
                      <a:lnTo>
                        <a:pt x="128" y="31"/>
                      </a:lnTo>
                      <a:lnTo>
                        <a:pt x="126" y="31"/>
                      </a:lnTo>
                      <a:lnTo>
                        <a:pt x="126" y="29"/>
                      </a:lnTo>
                      <a:lnTo>
                        <a:pt x="128" y="29"/>
                      </a:lnTo>
                      <a:close/>
                      <a:moveTo>
                        <a:pt x="128" y="29"/>
                      </a:moveTo>
                      <a:lnTo>
                        <a:pt x="130" y="29"/>
                      </a:lnTo>
                      <a:lnTo>
                        <a:pt x="128" y="29"/>
                      </a:lnTo>
                      <a:close/>
                      <a:moveTo>
                        <a:pt x="130" y="29"/>
                      </a:moveTo>
                      <a:lnTo>
                        <a:pt x="130" y="31"/>
                      </a:lnTo>
                      <a:lnTo>
                        <a:pt x="130" y="29"/>
                      </a:lnTo>
                      <a:lnTo>
                        <a:pt x="128" y="29"/>
                      </a:lnTo>
                      <a:lnTo>
                        <a:pt x="130" y="29"/>
                      </a:lnTo>
                      <a:close/>
                      <a:moveTo>
                        <a:pt x="132" y="29"/>
                      </a:moveTo>
                      <a:lnTo>
                        <a:pt x="130" y="29"/>
                      </a:lnTo>
                      <a:lnTo>
                        <a:pt x="130" y="27"/>
                      </a:lnTo>
                      <a:lnTo>
                        <a:pt x="130" y="29"/>
                      </a:lnTo>
                      <a:lnTo>
                        <a:pt x="130" y="27"/>
                      </a:lnTo>
                      <a:lnTo>
                        <a:pt x="132" y="27"/>
                      </a:lnTo>
                      <a:lnTo>
                        <a:pt x="132" y="29"/>
                      </a:lnTo>
                      <a:close/>
                      <a:moveTo>
                        <a:pt x="128" y="27"/>
                      </a:moveTo>
                      <a:lnTo>
                        <a:pt x="128" y="29"/>
                      </a:lnTo>
                      <a:lnTo>
                        <a:pt x="130" y="29"/>
                      </a:lnTo>
                      <a:lnTo>
                        <a:pt x="128" y="29"/>
                      </a:lnTo>
                      <a:lnTo>
                        <a:pt x="126" y="29"/>
                      </a:lnTo>
                      <a:lnTo>
                        <a:pt x="126" y="31"/>
                      </a:lnTo>
                      <a:lnTo>
                        <a:pt x="124" y="29"/>
                      </a:lnTo>
                      <a:lnTo>
                        <a:pt x="126" y="29"/>
                      </a:lnTo>
                      <a:lnTo>
                        <a:pt x="124" y="29"/>
                      </a:lnTo>
                      <a:lnTo>
                        <a:pt x="126" y="29"/>
                      </a:lnTo>
                      <a:lnTo>
                        <a:pt x="126" y="27"/>
                      </a:lnTo>
                      <a:lnTo>
                        <a:pt x="128" y="27"/>
                      </a:lnTo>
                      <a:close/>
                      <a:moveTo>
                        <a:pt x="128" y="25"/>
                      </a:moveTo>
                      <a:lnTo>
                        <a:pt x="126" y="27"/>
                      </a:lnTo>
                      <a:lnTo>
                        <a:pt x="128" y="27"/>
                      </a:lnTo>
                      <a:lnTo>
                        <a:pt x="126" y="27"/>
                      </a:lnTo>
                      <a:lnTo>
                        <a:pt x="126" y="25"/>
                      </a:lnTo>
                      <a:lnTo>
                        <a:pt x="128" y="25"/>
                      </a:lnTo>
                      <a:close/>
                      <a:moveTo>
                        <a:pt x="130" y="25"/>
                      </a:moveTo>
                      <a:lnTo>
                        <a:pt x="130" y="27"/>
                      </a:lnTo>
                      <a:lnTo>
                        <a:pt x="128" y="27"/>
                      </a:lnTo>
                      <a:lnTo>
                        <a:pt x="128" y="25"/>
                      </a:lnTo>
                      <a:lnTo>
                        <a:pt x="128" y="27"/>
                      </a:lnTo>
                      <a:lnTo>
                        <a:pt x="128" y="25"/>
                      </a:lnTo>
                      <a:lnTo>
                        <a:pt x="130" y="25"/>
                      </a:lnTo>
                      <a:close/>
                      <a:moveTo>
                        <a:pt x="128" y="25"/>
                      </a:moveTo>
                      <a:lnTo>
                        <a:pt x="126" y="25"/>
                      </a:lnTo>
                      <a:lnTo>
                        <a:pt x="128" y="25"/>
                      </a:lnTo>
                      <a:close/>
                      <a:moveTo>
                        <a:pt x="130" y="23"/>
                      </a:moveTo>
                      <a:lnTo>
                        <a:pt x="130" y="25"/>
                      </a:lnTo>
                      <a:lnTo>
                        <a:pt x="132" y="23"/>
                      </a:lnTo>
                      <a:lnTo>
                        <a:pt x="132" y="25"/>
                      </a:lnTo>
                      <a:lnTo>
                        <a:pt x="130" y="25"/>
                      </a:lnTo>
                      <a:lnTo>
                        <a:pt x="130" y="27"/>
                      </a:lnTo>
                      <a:lnTo>
                        <a:pt x="130" y="25"/>
                      </a:lnTo>
                      <a:lnTo>
                        <a:pt x="128" y="25"/>
                      </a:lnTo>
                      <a:lnTo>
                        <a:pt x="128" y="23"/>
                      </a:lnTo>
                      <a:lnTo>
                        <a:pt x="130" y="23"/>
                      </a:lnTo>
                      <a:close/>
                      <a:moveTo>
                        <a:pt x="128" y="23"/>
                      </a:moveTo>
                      <a:lnTo>
                        <a:pt x="128" y="25"/>
                      </a:lnTo>
                      <a:lnTo>
                        <a:pt x="126" y="25"/>
                      </a:lnTo>
                      <a:lnTo>
                        <a:pt x="126" y="23"/>
                      </a:lnTo>
                      <a:lnTo>
                        <a:pt x="126" y="25"/>
                      </a:lnTo>
                      <a:lnTo>
                        <a:pt x="126" y="23"/>
                      </a:lnTo>
                      <a:lnTo>
                        <a:pt x="128" y="23"/>
                      </a:lnTo>
                      <a:close/>
                      <a:moveTo>
                        <a:pt x="128" y="23"/>
                      </a:moveTo>
                      <a:lnTo>
                        <a:pt x="126" y="23"/>
                      </a:lnTo>
                      <a:lnTo>
                        <a:pt x="124" y="23"/>
                      </a:lnTo>
                      <a:lnTo>
                        <a:pt x="126" y="23"/>
                      </a:lnTo>
                      <a:lnTo>
                        <a:pt x="128" y="23"/>
                      </a:lnTo>
                      <a:close/>
                      <a:moveTo>
                        <a:pt x="128" y="23"/>
                      </a:moveTo>
                      <a:lnTo>
                        <a:pt x="130" y="23"/>
                      </a:lnTo>
                      <a:lnTo>
                        <a:pt x="128" y="23"/>
                      </a:lnTo>
                      <a:close/>
                      <a:moveTo>
                        <a:pt x="124" y="22"/>
                      </a:moveTo>
                      <a:lnTo>
                        <a:pt x="126" y="22"/>
                      </a:lnTo>
                      <a:lnTo>
                        <a:pt x="126" y="23"/>
                      </a:lnTo>
                      <a:lnTo>
                        <a:pt x="124" y="23"/>
                      </a:lnTo>
                      <a:lnTo>
                        <a:pt x="124" y="22"/>
                      </a:lnTo>
                      <a:lnTo>
                        <a:pt x="123" y="22"/>
                      </a:lnTo>
                      <a:lnTo>
                        <a:pt x="124" y="22"/>
                      </a:lnTo>
                      <a:close/>
                      <a:moveTo>
                        <a:pt x="124" y="22"/>
                      </a:moveTo>
                      <a:lnTo>
                        <a:pt x="126" y="22"/>
                      </a:lnTo>
                      <a:lnTo>
                        <a:pt x="124" y="22"/>
                      </a:lnTo>
                      <a:lnTo>
                        <a:pt x="124" y="20"/>
                      </a:lnTo>
                      <a:lnTo>
                        <a:pt x="124" y="22"/>
                      </a:lnTo>
                      <a:close/>
                      <a:moveTo>
                        <a:pt x="126" y="20"/>
                      </a:moveTo>
                      <a:lnTo>
                        <a:pt x="126" y="22"/>
                      </a:lnTo>
                      <a:lnTo>
                        <a:pt x="126" y="23"/>
                      </a:lnTo>
                      <a:lnTo>
                        <a:pt x="126" y="22"/>
                      </a:lnTo>
                      <a:lnTo>
                        <a:pt x="124" y="22"/>
                      </a:lnTo>
                      <a:lnTo>
                        <a:pt x="126" y="22"/>
                      </a:lnTo>
                      <a:lnTo>
                        <a:pt x="126" y="20"/>
                      </a:lnTo>
                      <a:lnTo>
                        <a:pt x="126" y="22"/>
                      </a:lnTo>
                      <a:lnTo>
                        <a:pt x="126" y="20"/>
                      </a:lnTo>
                      <a:close/>
                      <a:moveTo>
                        <a:pt x="124" y="20"/>
                      </a:moveTo>
                      <a:lnTo>
                        <a:pt x="123" y="22"/>
                      </a:lnTo>
                      <a:lnTo>
                        <a:pt x="123" y="20"/>
                      </a:lnTo>
                      <a:lnTo>
                        <a:pt x="124" y="20"/>
                      </a:lnTo>
                      <a:close/>
                      <a:moveTo>
                        <a:pt x="128" y="20"/>
                      </a:moveTo>
                      <a:lnTo>
                        <a:pt x="128" y="22"/>
                      </a:lnTo>
                      <a:lnTo>
                        <a:pt x="126" y="22"/>
                      </a:lnTo>
                      <a:lnTo>
                        <a:pt x="128" y="22"/>
                      </a:lnTo>
                      <a:lnTo>
                        <a:pt x="126" y="22"/>
                      </a:lnTo>
                      <a:lnTo>
                        <a:pt x="126" y="20"/>
                      </a:lnTo>
                      <a:lnTo>
                        <a:pt x="128" y="20"/>
                      </a:lnTo>
                      <a:lnTo>
                        <a:pt x="126" y="20"/>
                      </a:lnTo>
                      <a:lnTo>
                        <a:pt x="126" y="22"/>
                      </a:lnTo>
                      <a:lnTo>
                        <a:pt x="126" y="20"/>
                      </a:lnTo>
                      <a:lnTo>
                        <a:pt x="126" y="22"/>
                      </a:lnTo>
                      <a:lnTo>
                        <a:pt x="124" y="22"/>
                      </a:lnTo>
                      <a:lnTo>
                        <a:pt x="124" y="20"/>
                      </a:lnTo>
                      <a:lnTo>
                        <a:pt x="124" y="22"/>
                      </a:lnTo>
                      <a:lnTo>
                        <a:pt x="124" y="20"/>
                      </a:lnTo>
                      <a:lnTo>
                        <a:pt x="126" y="20"/>
                      </a:lnTo>
                      <a:lnTo>
                        <a:pt x="124" y="20"/>
                      </a:lnTo>
                      <a:lnTo>
                        <a:pt x="126" y="20"/>
                      </a:lnTo>
                      <a:lnTo>
                        <a:pt x="128" y="20"/>
                      </a:lnTo>
                      <a:close/>
                      <a:moveTo>
                        <a:pt x="124" y="20"/>
                      </a:moveTo>
                      <a:lnTo>
                        <a:pt x="126" y="20"/>
                      </a:lnTo>
                      <a:lnTo>
                        <a:pt x="124" y="20"/>
                      </a:lnTo>
                      <a:lnTo>
                        <a:pt x="124" y="22"/>
                      </a:lnTo>
                      <a:lnTo>
                        <a:pt x="124" y="20"/>
                      </a:lnTo>
                      <a:close/>
                      <a:moveTo>
                        <a:pt x="124" y="20"/>
                      </a:moveTo>
                      <a:lnTo>
                        <a:pt x="123" y="20"/>
                      </a:lnTo>
                      <a:lnTo>
                        <a:pt x="124" y="20"/>
                      </a:lnTo>
                      <a:lnTo>
                        <a:pt x="124" y="18"/>
                      </a:lnTo>
                      <a:lnTo>
                        <a:pt x="124" y="20"/>
                      </a:lnTo>
                      <a:close/>
                      <a:moveTo>
                        <a:pt x="130" y="20"/>
                      </a:moveTo>
                      <a:lnTo>
                        <a:pt x="130" y="18"/>
                      </a:lnTo>
                      <a:lnTo>
                        <a:pt x="130" y="20"/>
                      </a:lnTo>
                      <a:close/>
                      <a:moveTo>
                        <a:pt x="126" y="18"/>
                      </a:moveTo>
                      <a:lnTo>
                        <a:pt x="126" y="20"/>
                      </a:lnTo>
                      <a:lnTo>
                        <a:pt x="126" y="18"/>
                      </a:lnTo>
                      <a:lnTo>
                        <a:pt x="124" y="18"/>
                      </a:lnTo>
                      <a:lnTo>
                        <a:pt x="126" y="18"/>
                      </a:lnTo>
                      <a:lnTo>
                        <a:pt x="124" y="18"/>
                      </a:lnTo>
                      <a:lnTo>
                        <a:pt x="126" y="18"/>
                      </a:lnTo>
                      <a:lnTo>
                        <a:pt x="124" y="18"/>
                      </a:lnTo>
                      <a:lnTo>
                        <a:pt x="124" y="16"/>
                      </a:lnTo>
                      <a:lnTo>
                        <a:pt x="126" y="16"/>
                      </a:lnTo>
                      <a:lnTo>
                        <a:pt x="126" y="18"/>
                      </a:lnTo>
                      <a:close/>
                      <a:moveTo>
                        <a:pt x="123" y="18"/>
                      </a:moveTo>
                      <a:lnTo>
                        <a:pt x="123" y="16"/>
                      </a:lnTo>
                      <a:lnTo>
                        <a:pt x="123" y="18"/>
                      </a:lnTo>
                      <a:close/>
                      <a:moveTo>
                        <a:pt x="123" y="18"/>
                      </a:moveTo>
                      <a:lnTo>
                        <a:pt x="123" y="16"/>
                      </a:lnTo>
                      <a:lnTo>
                        <a:pt x="123" y="18"/>
                      </a:lnTo>
                      <a:close/>
                      <a:moveTo>
                        <a:pt x="128" y="16"/>
                      </a:moveTo>
                      <a:lnTo>
                        <a:pt x="128" y="18"/>
                      </a:lnTo>
                      <a:lnTo>
                        <a:pt x="128" y="16"/>
                      </a:lnTo>
                      <a:lnTo>
                        <a:pt x="126" y="16"/>
                      </a:lnTo>
                      <a:lnTo>
                        <a:pt x="126" y="18"/>
                      </a:lnTo>
                      <a:lnTo>
                        <a:pt x="126" y="16"/>
                      </a:lnTo>
                      <a:lnTo>
                        <a:pt x="128" y="16"/>
                      </a:lnTo>
                      <a:close/>
                      <a:moveTo>
                        <a:pt x="124" y="16"/>
                      </a:moveTo>
                      <a:lnTo>
                        <a:pt x="124" y="18"/>
                      </a:lnTo>
                      <a:lnTo>
                        <a:pt x="123" y="18"/>
                      </a:lnTo>
                      <a:lnTo>
                        <a:pt x="123" y="16"/>
                      </a:lnTo>
                      <a:lnTo>
                        <a:pt x="123" y="18"/>
                      </a:lnTo>
                      <a:lnTo>
                        <a:pt x="123" y="16"/>
                      </a:lnTo>
                      <a:lnTo>
                        <a:pt x="124" y="16"/>
                      </a:lnTo>
                      <a:close/>
                      <a:moveTo>
                        <a:pt x="124" y="16"/>
                      </a:moveTo>
                      <a:lnTo>
                        <a:pt x="126" y="16"/>
                      </a:lnTo>
                      <a:lnTo>
                        <a:pt x="124" y="16"/>
                      </a:lnTo>
                      <a:close/>
                      <a:moveTo>
                        <a:pt x="128" y="16"/>
                      </a:moveTo>
                      <a:lnTo>
                        <a:pt x="126" y="16"/>
                      </a:lnTo>
                      <a:lnTo>
                        <a:pt x="128" y="16"/>
                      </a:lnTo>
                      <a:close/>
                      <a:moveTo>
                        <a:pt x="126" y="16"/>
                      </a:moveTo>
                      <a:lnTo>
                        <a:pt x="124" y="16"/>
                      </a:lnTo>
                      <a:lnTo>
                        <a:pt x="126" y="16"/>
                      </a:lnTo>
                      <a:close/>
                      <a:moveTo>
                        <a:pt x="123" y="16"/>
                      </a:moveTo>
                      <a:lnTo>
                        <a:pt x="124" y="16"/>
                      </a:lnTo>
                      <a:lnTo>
                        <a:pt x="123" y="16"/>
                      </a:lnTo>
                      <a:lnTo>
                        <a:pt x="121" y="16"/>
                      </a:lnTo>
                      <a:lnTo>
                        <a:pt x="121" y="14"/>
                      </a:lnTo>
                      <a:lnTo>
                        <a:pt x="123" y="16"/>
                      </a:lnTo>
                      <a:close/>
                      <a:moveTo>
                        <a:pt x="126" y="16"/>
                      </a:moveTo>
                      <a:lnTo>
                        <a:pt x="126" y="14"/>
                      </a:lnTo>
                      <a:lnTo>
                        <a:pt x="126" y="16"/>
                      </a:lnTo>
                      <a:lnTo>
                        <a:pt x="124" y="16"/>
                      </a:lnTo>
                      <a:lnTo>
                        <a:pt x="124" y="14"/>
                      </a:lnTo>
                      <a:lnTo>
                        <a:pt x="126" y="16"/>
                      </a:lnTo>
                      <a:close/>
                      <a:moveTo>
                        <a:pt x="124" y="14"/>
                      </a:moveTo>
                      <a:lnTo>
                        <a:pt x="124" y="16"/>
                      </a:lnTo>
                      <a:lnTo>
                        <a:pt x="124" y="14"/>
                      </a:lnTo>
                      <a:lnTo>
                        <a:pt x="124" y="16"/>
                      </a:lnTo>
                      <a:lnTo>
                        <a:pt x="123" y="16"/>
                      </a:lnTo>
                      <a:lnTo>
                        <a:pt x="123" y="14"/>
                      </a:lnTo>
                      <a:lnTo>
                        <a:pt x="123" y="16"/>
                      </a:lnTo>
                      <a:lnTo>
                        <a:pt x="124" y="14"/>
                      </a:lnTo>
                      <a:close/>
                      <a:moveTo>
                        <a:pt x="130" y="14"/>
                      </a:moveTo>
                      <a:lnTo>
                        <a:pt x="130" y="16"/>
                      </a:lnTo>
                      <a:lnTo>
                        <a:pt x="128" y="16"/>
                      </a:lnTo>
                      <a:lnTo>
                        <a:pt x="126" y="16"/>
                      </a:lnTo>
                      <a:lnTo>
                        <a:pt x="126" y="14"/>
                      </a:lnTo>
                      <a:lnTo>
                        <a:pt x="128" y="14"/>
                      </a:lnTo>
                      <a:lnTo>
                        <a:pt x="130" y="14"/>
                      </a:lnTo>
                      <a:close/>
                      <a:moveTo>
                        <a:pt x="126" y="12"/>
                      </a:moveTo>
                      <a:lnTo>
                        <a:pt x="126" y="14"/>
                      </a:lnTo>
                      <a:lnTo>
                        <a:pt x="128" y="14"/>
                      </a:lnTo>
                      <a:lnTo>
                        <a:pt x="126" y="14"/>
                      </a:lnTo>
                      <a:lnTo>
                        <a:pt x="126" y="16"/>
                      </a:lnTo>
                      <a:lnTo>
                        <a:pt x="126" y="14"/>
                      </a:lnTo>
                      <a:lnTo>
                        <a:pt x="126" y="16"/>
                      </a:lnTo>
                      <a:lnTo>
                        <a:pt x="126" y="14"/>
                      </a:lnTo>
                      <a:lnTo>
                        <a:pt x="124" y="14"/>
                      </a:lnTo>
                      <a:lnTo>
                        <a:pt x="126" y="14"/>
                      </a:lnTo>
                      <a:lnTo>
                        <a:pt x="124" y="14"/>
                      </a:lnTo>
                      <a:lnTo>
                        <a:pt x="126" y="14"/>
                      </a:lnTo>
                      <a:lnTo>
                        <a:pt x="126" y="12"/>
                      </a:lnTo>
                      <a:lnTo>
                        <a:pt x="126" y="14"/>
                      </a:lnTo>
                      <a:lnTo>
                        <a:pt x="126" y="12"/>
                      </a:lnTo>
                      <a:close/>
                      <a:moveTo>
                        <a:pt x="126" y="14"/>
                      </a:moveTo>
                      <a:lnTo>
                        <a:pt x="124" y="14"/>
                      </a:lnTo>
                      <a:lnTo>
                        <a:pt x="123" y="14"/>
                      </a:lnTo>
                      <a:lnTo>
                        <a:pt x="123" y="16"/>
                      </a:lnTo>
                      <a:lnTo>
                        <a:pt x="123" y="14"/>
                      </a:lnTo>
                      <a:lnTo>
                        <a:pt x="121" y="14"/>
                      </a:lnTo>
                      <a:lnTo>
                        <a:pt x="123" y="14"/>
                      </a:lnTo>
                      <a:lnTo>
                        <a:pt x="124" y="14"/>
                      </a:lnTo>
                      <a:lnTo>
                        <a:pt x="124" y="12"/>
                      </a:lnTo>
                      <a:lnTo>
                        <a:pt x="126" y="12"/>
                      </a:lnTo>
                      <a:lnTo>
                        <a:pt x="126" y="14"/>
                      </a:lnTo>
                      <a:lnTo>
                        <a:pt x="124" y="14"/>
                      </a:lnTo>
                      <a:lnTo>
                        <a:pt x="126" y="14"/>
                      </a:lnTo>
                      <a:close/>
                      <a:moveTo>
                        <a:pt x="128" y="12"/>
                      </a:moveTo>
                      <a:lnTo>
                        <a:pt x="128" y="14"/>
                      </a:lnTo>
                      <a:lnTo>
                        <a:pt x="128" y="12"/>
                      </a:lnTo>
                      <a:close/>
                      <a:moveTo>
                        <a:pt x="123" y="12"/>
                      </a:moveTo>
                      <a:lnTo>
                        <a:pt x="123" y="14"/>
                      </a:lnTo>
                      <a:lnTo>
                        <a:pt x="121" y="14"/>
                      </a:lnTo>
                      <a:lnTo>
                        <a:pt x="121" y="12"/>
                      </a:lnTo>
                      <a:lnTo>
                        <a:pt x="123" y="12"/>
                      </a:lnTo>
                      <a:close/>
                      <a:moveTo>
                        <a:pt x="128" y="12"/>
                      </a:moveTo>
                      <a:lnTo>
                        <a:pt x="126" y="12"/>
                      </a:lnTo>
                      <a:lnTo>
                        <a:pt x="128" y="12"/>
                      </a:lnTo>
                      <a:lnTo>
                        <a:pt x="126" y="12"/>
                      </a:lnTo>
                      <a:lnTo>
                        <a:pt x="128" y="12"/>
                      </a:lnTo>
                      <a:close/>
                      <a:moveTo>
                        <a:pt x="126" y="12"/>
                      </a:moveTo>
                      <a:lnTo>
                        <a:pt x="124" y="12"/>
                      </a:lnTo>
                      <a:lnTo>
                        <a:pt x="123" y="14"/>
                      </a:lnTo>
                      <a:lnTo>
                        <a:pt x="123" y="12"/>
                      </a:lnTo>
                      <a:lnTo>
                        <a:pt x="123" y="14"/>
                      </a:lnTo>
                      <a:lnTo>
                        <a:pt x="123" y="12"/>
                      </a:lnTo>
                      <a:lnTo>
                        <a:pt x="124" y="12"/>
                      </a:lnTo>
                      <a:lnTo>
                        <a:pt x="126" y="12"/>
                      </a:lnTo>
                      <a:close/>
                      <a:moveTo>
                        <a:pt x="130" y="12"/>
                      </a:moveTo>
                      <a:lnTo>
                        <a:pt x="128" y="12"/>
                      </a:lnTo>
                      <a:lnTo>
                        <a:pt x="130" y="12"/>
                      </a:lnTo>
                      <a:close/>
                      <a:moveTo>
                        <a:pt x="128" y="12"/>
                      </a:moveTo>
                      <a:lnTo>
                        <a:pt x="128" y="14"/>
                      </a:lnTo>
                      <a:lnTo>
                        <a:pt x="128" y="12"/>
                      </a:lnTo>
                      <a:lnTo>
                        <a:pt x="128" y="14"/>
                      </a:lnTo>
                      <a:lnTo>
                        <a:pt x="126" y="12"/>
                      </a:lnTo>
                      <a:lnTo>
                        <a:pt x="128" y="12"/>
                      </a:lnTo>
                      <a:lnTo>
                        <a:pt x="126" y="12"/>
                      </a:lnTo>
                      <a:lnTo>
                        <a:pt x="128" y="12"/>
                      </a:lnTo>
                      <a:close/>
                      <a:moveTo>
                        <a:pt x="124" y="11"/>
                      </a:moveTo>
                      <a:lnTo>
                        <a:pt x="124" y="12"/>
                      </a:lnTo>
                      <a:lnTo>
                        <a:pt x="123" y="12"/>
                      </a:lnTo>
                      <a:lnTo>
                        <a:pt x="123" y="11"/>
                      </a:lnTo>
                      <a:lnTo>
                        <a:pt x="123" y="12"/>
                      </a:lnTo>
                      <a:lnTo>
                        <a:pt x="123" y="11"/>
                      </a:lnTo>
                      <a:lnTo>
                        <a:pt x="124" y="11"/>
                      </a:lnTo>
                      <a:close/>
                      <a:moveTo>
                        <a:pt x="123" y="11"/>
                      </a:moveTo>
                      <a:lnTo>
                        <a:pt x="123" y="12"/>
                      </a:lnTo>
                      <a:lnTo>
                        <a:pt x="123" y="11"/>
                      </a:lnTo>
                      <a:lnTo>
                        <a:pt x="123" y="12"/>
                      </a:lnTo>
                      <a:lnTo>
                        <a:pt x="123" y="11"/>
                      </a:lnTo>
                      <a:lnTo>
                        <a:pt x="123" y="12"/>
                      </a:lnTo>
                      <a:lnTo>
                        <a:pt x="121" y="12"/>
                      </a:lnTo>
                      <a:lnTo>
                        <a:pt x="121" y="11"/>
                      </a:lnTo>
                      <a:lnTo>
                        <a:pt x="121" y="12"/>
                      </a:lnTo>
                      <a:lnTo>
                        <a:pt x="121" y="11"/>
                      </a:lnTo>
                      <a:lnTo>
                        <a:pt x="123" y="11"/>
                      </a:lnTo>
                      <a:close/>
                      <a:moveTo>
                        <a:pt x="2" y="0"/>
                      </a:moveTo>
                      <a:lnTo>
                        <a:pt x="0"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89" name="Freeform 84">
                  <a:extLst>
                    <a:ext uri="{FF2B5EF4-FFF2-40B4-BE49-F238E27FC236}">
                      <a16:creationId xmlns:a16="http://schemas.microsoft.com/office/drawing/2014/main" id="{8D00C4EA-3EB0-F68F-4A5D-33A789DE74F7}"/>
                    </a:ext>
                  </a:extLst>
                </p:cNvPr>
                <p:cNvSpPr>
                  <a:spLocks noEditPoints="1"/>
                </p:cNvSpPr>
                <p:nvPr/>
              </p:nvSpPr>
              <p:spPr bwMode="auto">
                <a:xfrm>
                  <a:off x="3142207" y="3397179"/>
                  <a:ext cx="442769" cy="122891"/>
                </a:xfrm>
                <a:custGeom>
                  <a:avLst/>
                  <a:gdLst>
                    <a:gd name="T0" fmla="*/ 229 w 245"/>
                    <a:gd name="T1" fmla="*/ 68 h 68"/>
                    <a:gd name="T2" fmla="*/ 229 w 245"/>
                    <a:gd name="T3" fmla="*/ 68 h 68"/>
                    <a:gd name="T4" fmla="*/ 229 w 245"/>
                    <a:gd name="T5" fmla="*/ 68 h 68"/>
                    <a:gd name="T6" fmla="*/ 229 w 245"/>
                    <a:gd name="T7" fmla="*/ 66 h 68"/>
                    <a:gd name="T8" fmla="*/ 225 w 245"/>
                    <a:gd name="T9" fmla="*/ 64 h 68"/>
                    <a:gd name="T10" fmla="*/ 225 w 245"/>
                    <a:gd name="T11" fmla="*/ 64 h 68"/>
                    <a:gd name="T12" fmla="*/ 223 w 245"/>
                    <a:gd name="T13" fmla="*/ 64 h 68"/>
                    <a:gd name="T14" fmla="*/ 223 w 245"/>
                    <a:gd name="T15" fmla="*/ 64 h 68"/>
                    <a:gd name="T16" fmla="*/ 212 w 245"/>
                    <a:gd name="T17" fmla="*/ 62 h 68"/>
                    <a:gd name="T18" fmla="*/ 212 w 245"/>
                    <a:gd name="T19" fmla="*/ 61 h 68"/>
                    <a:gd name="T20" fmla="*/ 219 w 245"/>
                    <a:gd name="T21" fmla="*/ 61 h 68"/>
                    <a:gd name="T22" fmla="*/ 208 w 245"/>
                    <a:gd name="T23" fmla="*/ 61 h 68"/>
                    <a:gd name="T24" fmla="*/ 208 w 245"/>
                    <a:gd name="T25" fmla="*/ 61 h 68"/>
                    <a:gd name="T26" fmla="*/ 208 w 245"/>
                    <a:gd name="T27" fmla="*/ 61 h 68"/>
                    <a:gd name="T28" fmla="*/ 212 w 245"/>
                    <a:gd name="T29" fmla="*/ 59 h 68"/>
                    <a:gd name="T30" fmla="*/ 205 w 245"/>
                    <a:gd name="T31" fmla="*/ 57 h 68"/>
                    <a:gd name="T32" fmla="*/ 245 w 245"/>
                    <a:gd name="T33" fmla="*/ 57 h 68"/>
                    <a:gd name="T34" fmla="*/ 205 w 245"/>
                    <a:gd name="T35" fmla="*/ 57 h 68"/>
                    <a:gd name="T36" fmla="*/ 227 w 245"/>
                    <a:gd name="T37" fmla="*/ 55 h 68"/>
                    <a:gd name="T38" fmla="*/ 207 w 245"/>
                    <a:gd name="T39" fmla="*/ 55 h 68"/>
                    <a:gd name="T40" fmla="*/ 207 w 245"/>
                    <a:gd name="T41" fmla="*/ 55 h 68"/>
                    <a:gd name="T42" fmla="*/ 205 w 245"/>
                    <a:gd name="T43" fmla="*/ 51 h 68"/>
                    <a:gd name="T44" fmla="*/ 205 w 245"/>
                    <a:gd name="T45" fmla="*/ 51 h 68"/>
                    <a:gd name="T46" fmla="*/ 201 w 245"/>
                    <a:gd name="T47" fmla="*/ 51 h 68"/>
                    <a:gd name="T48" fmla="*/ 201 w 245"/>
                    <a:gd name="T49" fmla="*/ 51 h 68"/>
                    <a:gd name="T50" fmla="*/ 214 w 245"/>
                    <a:gd name="T51" fmla="*/ 50 h 68"/>
                    <a:gd name="T52" fmla="*/ 207 w 245"/>
                    <a:gd name="T53" fmla="*/ 46 h 68"/>
                    <a:gd name="T54" fmla="*/ 199 w 245"/>
                    <a:gd name="T55" fmla="*/ 44 h 68"/>
                    <a:gd name="T56" fmla="*/ 199 w 245"/>
                    <a:gd name="T57" fmla="*/ 44 h 68"/>
                    <a:gd name="T58" fmla="*/ 199 w 245"/>
                    <a:gd name="T59" fmla="*/ 42 h 68"/>
                    <a:gd name="T60" fmla="*/ 203 w 245"/>
                    <a:gd name="T61" fmla="*/ 42 h 68"/>
                    <a:gd name="T62" fmla="*/ 203 w 245"/>
                    <a:gd name="T63" fmla="*/ 40 h 68"/>
                    <a:gd name="T64" fmla="*/ 223 w 245"/>
                    <a:gd name="T65" fmla="*/ 40 h 68"/>
                    <a:gd name="T66" fmla="*/ 203 w 245"/>
                    <a:gd name="T67" fmla="*/ 40 h 68"/>
                    <a:gd name="T68" fmla="*/ 199 w 245"/>
                    <a:gd name="T69" fmla="*/ 40 h 68"/>
                    <a:gd name="T70" fmla="*/ 199 w 245"/>
                    <a:gd name="T71" fmla="*/ 40 h 68"/>
                    <a:gd name="T72" fmla="*/ 198 w 245"/>
                    <a:gd name="T73" fmla="*/ 39 h 68"/>
                    <a:gd name="T74" fmla="*/ 198 w 245"/>
                    <a:gd name="T75" fmla="*/ 39 h 68"/>
                    <a:gd name="T76" fmla="*/ 199 w 245"/>
                    <a:gd name="T77" fmla="*/ 39 h 68"/>
                    <a:gd name="T78" fmla="*/ 199 w 245"/>
                    <a:gd name="T79" fmla="*/ 35 h 68"/>
                    <a:gd name="T80" fmla="*/ 201 w 245"/>
                    <a:gd name="T81" fmla="*/ 35 h 68"/>
                    <a:gd name="T82" fmla="*/ 201 w 245"/>
                    <a:gd name="T83" fmla="*/ 31 h 68"/>
                    <a:gd name="T84" fmla="*/ 203 w 245"/>
                    <a:gd name="T85" fmla="*/ 31 h 68"/>
                    <a:gd name="T86" fmla="*/ 196 w 245"/>
                    <a:gd name="T87" fmla="*/ 29 h 68"/>
                    <a:gd name="T88" fmla="*/ 196 w 245"/>
                    <a:gd name="T89" fmla="*/ 29 h 68"/>
                    <a:gd name="T90" fmla="*/ 188 w 245"/>
                    <a:gd name="T91" fmla="*/ 28 h 68"/>
                    <a:gd name="T92" fmla="*/ 188 w 245"/>
                    <a:gd name="T93" fmla="*/ 28 h 68"/>
                    <a:gd name="T94" fmla="*/ 188 w 245"/>
                    <a:gd name="T95" fmla="*/ 28 h 68"/>
                    <a:gd name="T96" fmla="*/ 188 w 245"/>
                    <a:gd name="T97" fmla="*/ 26 h 68"/>
                    <a:gd name="T98" fmla="*/ 188 w 245"/>
                    <a:gd name="T99" fmla="*/ 26 h 68"/>
                    <a:gd name="T100" fmla="*/ 187 w 245"/>
                    <a:gd name="T101" fmla="*/ 26 h 68"/>
                    <a:gd name="T102" fmla="*/ 187 w 245"/>
                    <a:gd name="T103" fmla="*/ 26 h 68"/>
                    <a:gd name="T104" fmla="*/ 0 w 245"/>
                    <a:gd name="T105" fmla="*/ 17 h 68"/>
                    <a:gd name="T106" fmla="*/ 86 w 245"/>
                    <a:gd name="T107" fmla="*/ 9 h 68"/>
                    <a:gd name="T108" fmla="*/ 84 w 245"/>
                    <a:gd name="T109" fmla="*/ 9 h 68"/>
                    <a:gd name="T110" fmla="*/ 86 w 245"/>
                    <a:gd name="T111" fmla="*/ 6 h 68"/>
                    <a:gd name="T112" fmla="*/ 174 w 245"/>
                    <a:gd name="T113" fmla="*/ 6 h 68"/>
                    <a:gd name="T114" fmla="*/ 174 w 245"/>
                    <a:gd name="T115" fmla="*/ 6 h 68"/>
                    <a:gd name="T116" fmla="*/ 174 w 245"/>
                    <a:gd name="T117" fmla="*/ 6 h 68"/>
                    <a:gd name="T118" fmla="*/ 166 w 245"/>
                    <a:gd name="T119" fmla="*/ 2 h 68"/>
                    <a:gd name="T120" fmla="*/ 166 w 245"/>
                    <a:gd name="T12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68">
                      <a:moveTo>
                        <a:pt x="229" y="68"/>
                      </a:moveTo>
                      <a:lnTo>
                        <a:pt x="229" y="68"/>
                      </a:lnTo>
                      <a:lnTo>
                        <a:pt x="229" y="68"/>
                      </a:lnTo>
                      <a:lnTo>
                        <a:pt x="229" y="68"/>
                      </a:lnTo>
                      <a:lnTo>
                        <a:pt x="229" y="68"/>
                      </a:lnTo>
                      <a:close/>
                      <a:moveTo>
                        <a:pt x="229" y="68"/>
                      </a:moveTo>
                      <a:lnTo>
                        <a:pt x="229" y="68"/>
                      </a:lnTo>
                      <a:lnTo>
                        <a:pt x="229" y="68"/>
                      </a:lnTo>
                      <a:lnTo>
                        <a:pt x="229" y="68"/>
                      </a:lnTo>
                      <a:lnTo>
                        <a:pt x="229" y="68"/>
                      </a:lnTo>
                      <a:lnTo>
                        <a:pt x="229" y="68"/>
                      </a:lnTo>
                      <a:lnTo>
                        <a:pt x="229" y="68"/>
                      </a:lnTo>
                      <a:lnTo>
                        <a:pt x="229" y="66"/>
                      </a:lnTo>
                      <a:lnTo>
                        <a:pt x="229" y="68"/>
                      </a:lnTo>
                      <a:lnTo>
                        <a:pt x="229" y="68"/>
                      </a:lnTo>
                      <a:lnTo>
                        <a:pt x="229" y="68"/>
                      </a:lnTo>
                      <a:close/>
                      <a:moveTo>
                        <a:pt x="229" y="66"/>
                      </a:moveTo>
                      <a:lnTo>
                        <a:pt x="229" y="68"/>
                      </a:lnTo>
                      <a:lnTo>
                        <a:pt x="229" y="68"/>
                      </a:lnTo>
                      <a:lnTo>
                        <a:pt x="229" y="68"/>
                      </a:lnTo>
                      <a:lnTo>
                        <a:pt x="229" y="68"/>
                      </a:lnTo>
                      <a:lnTo>
                        <a:pt x="229" y="66"/>
                      </a:lnTo>
                      <a:lnTo>
                        <a:pt x="229" y="66"/>
                      </a:lnTo>
                      <a:lnTo>
                        <a:pt x="229" y="66"/>
                      </a:lnTo>
                      <a:lnTo>
                        <a:pt x="229" y="66"/>
                      </a:lnTo>
                      <a:lnTo>
                        <a:pt x="229" y="66"/>
                      </a:lnTo>
                      <a:lnTo>
                        <a:pt x="229" y="66"/>
                      </a:lnTo>
                      <a:lnTo>
                        <a:pt x="229" y="66"/>
                      </a:lnTo>
                      <a:close/>
                      <a:moveTo>
                        <a:pt x="229" y="66"/>
                      </a:moveTo>
                      <a:lnTo>
                        <a:pt x="229" y="66"/>
                      </a:lnTo>
                      <a:lnTo>
                        <a:pt x="229" y="66"/>
                      </a:lnTo>
                      <a:lnTo>
                        <a:pt x="229" y="66"/>
                      </a:lnTo>
                      <a:lnTo>
                        <a:pt x="229" y="66"/>
                      </a:lnTo>
                      <a:lnTo>
                        <a:pt x="229" y="66"/>
                      </a:lnTo>
                      <a:close/>
                      <a:moveTo>
                        <a:pt x="225" y="64"/>
                      </a:moveTo>
                      <a:lnTo>
                        <a:pt x="225" y="64"/>
                      </a:lnTo>
                      <a:lnTo>
                        <a:pt x="225" y="64"/>
                      </a:lnTo>
                      <a:lnTo>
                        <a:pt x="225" y="64"/>
                      </a:lnTo>
                      <a:lnTo>
                        <a:pt x="225" y="66"/>
                      </a:lnTo>
                      <a:lnTo>
                        <a:pt x="225" y="66"/>
                      </a:lnTo>
                      <a:lnTo>
                        <a:pt x="225" y="64"/>
                      </a:lnTo>
                      <a:lnTo>
                        <a:pt x="225" y="64"/>
                      </a:lnTo>
                      <a:lnTo>
                        <a:pt x="225" y="64"/>
                      </a:lnTo>
                      <a:lnTo>
                        <a:pt x="225" y="64"/>
                      </a:lnTo>
                      <a:lnTo>
                        <a:pt x="225" y="64"/>
                      </a:lnTo>
                      <a:close/>
                      <a:moveTo>
                        <a:pt x="223" y="64"/>
                      </a:moveTo>
                      <a:lnTo>
                        <a:pt x="223" y="64"/>
                      </a:lnTo>
                      <a:lnTo>
                        <a:pt x="223" y="64"/>
                      </a:lnTo>
                      <a:lnTo>
                        <a:pt x="223" y="64"/>
                      </a:lnTo>
                      <a:lnTo>
                        <a:pt x="223" y="64"/>
                      </a:lnTo>
                      <a:close/>
                      <a:moveTo>
                        <a:pt x="223" y="64"/>
                      </a:moveTo>
                      <a:lnTo>
                        <a:pt x="223" y="64"/>
                      </a:lnTo>
                      <a:lnTo>
                        <a:pt x="223" y="64"/>
                      </a:lnTo>
                      <a:lnTo>
                        <a:pt x="223" y="64"/>
                      </a:lnTo>
                      <a:lnTo>
                        <a:pt x="223" y="64"/>
                      </a:lnTo>
                      <a:lnTo>
                        <a:pt x="223" y="64"/>
                      </a:lnTo>
                      <a:close/>
                      <a:moveTo>
                        <a:pt x="218" y="62"/>
                      </a:moveTo>
                      <a:lnTo>
                        <a:pt x="218" y="62"/>
                      </a:lnTo>
                      <a:lnTo>
                        <a:pt x="216" y="62"/>
                      </a:lnTo>
                      <a:lnTo>
                        <a:pt x="218" y="62"/>
                      </a:lnTo>
                      <a:close/>
                      <a:moveTo>
                        <a:pt x="212" y="62"/>
                      </a:moveTo>
                      <a:lnTo>
                        <a:pt x="212" y="62"/>
                      </a:lnTo>
                      <a:lnTo>
                        <a:pt x="212" y="62"/>
                      </a:lnTo>
                      <a:lnTo>
                        <a:pt x="212" y="62"/>
                      </a:lnTo>
                      <a:lnTo>
                        <a:pt x="212" y="62"/>
                      </a:lnTo>
                      <a:lnTo>
                        <a:pt x="212" y="62"/>
                      </a:lnTo>
                      <a:lnTo>
                        <a:pt x="212" y="62"/>
                      </a:lnTo>
                      <a:close/>
                      <a:moveTo>
                        <a:pt x="212" y="61"/>
                      </a:moveTo>
                      <a:lnTo>
                        <a:pt x="212" y="61"/>
                      </a:lnTo>
                      <a:lnTo>
                        <a:pt x="212" y="61"/>
                      </a:lnTo>
                      <a:lnTo>
                        <a:pt x="212" y="61"/>
                      </a:lnTo>
                      <a:lnTo>
                        <a:pt x="212" y="61"/>
                      </a:lnTo>
                      <a:close/>
                      <a:moveTo>
                        <a:pt x="219" y="61"/>
                      </a:moveTo>
                      <a:lnTo>
                        <a:pt x="219" y="61"/>
                      </a:lnTo>
                      <a:lnTo>
                        <a:pt x="219" y="61"/>
                      </a:lnTo>
                      <a:lnTo>
                        <a:pt x="219" y="61"/>
                      </a:lnTo>
                      <a:lnTo>
                        <a:pt x="219" y="61"/>
                      </a:lnTo>
                      <a:lnTo>
                        <a:pt x="219" y="61"/>
                      </a:lnTo>
                      <a:lnTo>
                        <a:pt x="219" y="61"/>
                      </a:lnTo>
                      <a:close/>
                      <a:moveTo>
                        <a:pt x="208" y="61"/>
                      </a:moveTo>
                      <a:lnTo>
                        <a:pt x="208" y="61"/>
                      </a:lnTo>
                      <a:lnTo>
                        <a:pt x="208" y="61"/>
                      </a:lnTo>
                      <a:lnTo>
                        <a:pt x="208" y="61"/>
                      </a:lnTo>
                      <a:lnTo>
                        <a:pt x="208" y="61"/>
                      </a:lnTo>
                      <a:lnTo>
                        <a:pt x="208" y="61"/>
                      </a:lnTo>
                      <a:close/>
                      <a:moveTo>
                        <a:pt x="208" y="61"/>
                      </a:moveTo>
                      <a:lnTo>
                        <a:pt x="208" y="61"/>
                      </a:lnTo>
                      <a:lnTo>
                        <a:pt x="208" y="61"/>
                      </a:lnTo>
                      <a:lnTo>
                        <a:pt x="208" y="61"/>
                      </a:lnTo>
                      <a:close/>
                      <a:moveTo>
                        <a:pt x="208" y="61"/>
                      </a:moveTo>
                      <a:lnTo>
                        <a:pt x="208" y="61"/>
                      </a:lnTo>
                      <a:lnTo>
                        <a:pt x="208" y="61"/>
                      </a:lnTo>
                      <a:lnTo>
                        <a:pt x="208" y="61"/>
                      </a:lnTo>
                      <a:lnTo>
                        <a:pt x="208" y="61"/>
                      </a:lnTo>
                      <a:lnTo>
                        <a:pt x="208" y="61"/>
                      </a:lnTo>
                      <a:lnTo>
                        <a:pt x="208" y="61"/>
                      </a:lnTo>
                      <a:close/>
                      <a:moveTo>
                        <a:pt x="208" y="61"/>
                      </a:moveTo>
                      <a:lnTo>
                        <a:pt x="208" y="61"/>
                      </a:lnTo>
                      <a:lnTo>
                        <a:pt x="208" y="61"/>
                      </a:lnTo>
                      <a:lnTo>
                        <a:pt x="208" y="61"/>
                      </a:lnTo>
                      <a:lnTo>
                        <a:pt x="208" y="61"/>
                      </a:lnTo>
                      <a:lnTo>
                        <a:pt x="208" y="61"/>
                      </a:lnTo>
                      <a:lnTo>
                        <a:pt x="208" y="61"/>
                      </a:lnTo>
                      <a:close/>
                      <a:moveTo>
                        <a:pt x="212" y="59"/>
                      </a:moveTo>
                      <a:lnTo>
                        <a:pt x="212" y="59"/>
                      </a:lnTo>
                      <a:lnTo>
                        <a:pt x="212" y="59"/>
                      </a:lnTo>
                      <a:lnTo>
                        <a:pt x="212" y="59"/>
                      </a:lnTo>
                      <a:lnTo>
                        <a:pt x="212" y="59"/>
                      </a:lnTo>
                      <a:close/>
                      <a:moveTo>
                        <a:pt x="205" y="57"/>
                      </a:moveTo>
                      <a:lnTo>
                        <a:pt x="205" y="57"/>
                      </a:lnTo>
                      <a:lnTo>
                        <a:pt x="205" y="57"/>
                      </a:lnTo>
                      <a:lnTo>
                        <a:pt x="205" y="57"/>
                      </a:lnTo>
                      <a:lnTo>
                        <a:pt x="205" y="57"/>
                      </a:lnTo>
                      <a:lnTo>
                        <a:pt x="205" y="57"/>
                      </a:lnTo>
                      <a:close/>
                      <a:moveTo>
                        <a:pt x="245" y="57"/>
                      </a:moveTo>
                      <a:lnTo>
                        <a:pt x="245" y="57"/>
                      </a:lnTo>
                      <a:lnTo>
                        <a:pt x="245" y="57"/>
                      </a:lnTo>
                      <a:lnTo>
                        <a:pt x="245" y="57"/>
                      </a:lnTo>
                      <a:lnTo>
                        <a:pt x="245" y="57"/>
                      </a:lnTo>
                      <a:lnTo>
                        <a:pt x="245" y="57"/>
                      </a:lnTo>
                      <a:lnTo>
                        <a:pt x="245" y="57"/>
                      </a:lnTo>
                      <a:close/>
                      <a:moveTo>
                        <a:pt x="205" y="57"/>
                      </a:moveTo>
                      <a:lnTo>
                        <a:pt x="205" y="57"/>
                      </a:lnTo>
                      <a:lnTo>
                        <a:pt x="205" y="57"/>
                      </a:lnTo>
                      <a:lnTo>
                        <a:pt x="205" y="57"/>
                      </a:lnTo>
                      <a:lnTo>
                        <a:pt x="205" y="57"/>
                      </a:lnTo>
                      <a:lnTo>
                        <a:pt x="205" y="57"/>
                      </a:lnTo>
                      <a:close/>
                      <a:moveTo>
                        <a:pt x="227" y="57"/>
                      </a:moveTo>
                      <a:lnTo>
                        <a:pt x="227" y="57"/>
                      </a:lnTo>
                      <a:lnTo>
                        <a:pt x="227" y="55"/>
                      </a:lnTo>
                      <a:lnTo>
                        <a:pt x="227" y="55"/>
                      </a:lnTo>
                      <a:lnTo>
                        <a:pt x="227" y="55"/>
                      </a:lnTo>
                      <a:lnTo>
                        <a:pt x="227" y="55"/>
                      </a:lnTo>
                      <a:lnTo>
                        <a:pt x="227" y="55"/>
                      </a:lnTo>
                      <a:lnTo>
                        <a:pt x="227" y="55"/>
                      </a:lnTo>
                      <a:lnTo>
                        <a:pt x="227" y="57"/>
                      </a:lnTo>
                      <a:close/>
                      <a:moveTo>
                        <a:pt x="207" y="55"/>
                      </a:moveTo>
                      <a:lnTo>
                        <a:pt x="207" y="55"/>
                      </a:lnTo>
                      <a:lnTo>
                        <a:pt x="207" y="55"/>
                      </a:lnTo>
                      <a:lnTo>
                        <a:pt x="207" y="55"/>
                      </a:lnTo>
                      <a:lnTo>
                        <a:pt x="207" y="55"/>
                      </a:lnTo>
                      <a:lnTo>
                        <a:pt x="207" y="55"/>
                      </a:lnTo>
                      <a:lnTo>
                        <a:pt x="207" y="55"/>
                      </a:lnTo>
                      <a:lnTo>
                        <a:pt x="207" y="55"/>
                      </a:lnTo>
                      <a:lnTo>
                        <a:pt x="207" y="55"/>
                      </a:lnTo>
                      <a:lnTo>
                        <a:pt x="207" y="55"/>
                      </a:lnTo>
                      <a:close/>
                      <a:moveTo>
                        <a:pt x="207" y="55"/>
                      </a:moveTo>
                      <a:lnTo>
                        <a:pt x="207" y="55"/>
                      </a:lnTo>
                      <a:lnTo>
                        <a:pt x="207" y="55"/>
                      </a:lnTo>
                      <a:lnTo>
                        <a:pt x="207" y="55"/>
                      </a:lnTo>
                      <a:lnTo>
                        <a:pt x="207" y="55"/>
                      </a:lnTo>
                      <a:lnTo>
                        <a:pt x="207" y="55"/>
                      </a:lnTo>
                      <a:lnTo>
                        <a:pt x="207" y="55"/>
                      </a:lnTo>
                      <a:close/>
                      <a:moveTo>
                        <a:pt x="205" y="51"/>
                      </a:moveTo>
                      <a:lnTo>
                        <a:pt x="205" y="51"/>
                      </a:lnTo>
                      <a:lnTo>
                        <a:pt x="205" y="51"/>
                      </a:lnTo>
                      <a:lnTo>
                        <a:pt x="205" y="51"/>
                      </a:lnTo>
                      <a:lnTo>
                        <a:pt x="205" y="51"/>
                      </a:lnTo>
                      <a:lnTo>
                        <a:pt x="205" y="51"/>
                      </a:lnTo>
                      <a:close/>
                      <a:moveTo>
                        <a:pt x="205" y="51"/>
                      </a:moveTo>
                      <a:lnTo>
                        <a:pt x="205" y="51"/>
                      </a:lnTo>
                      <a:lnTo>
                        <a:pt x="205" y="51"/>
                      </a:lnTo>
                      <a:lnTo>
                        <a:pt x="205" y="51"/>
                      </a:lnTo>
                      <a:lnTo>
                        <a:pt x="205" y="51"/>
                      </a:lnTo>
                      <a:lnTo>
                        <a:pt x="205" y="51"/>
                      </a:lnTo>
                      <a:lnTo>
                        <a:pt x="205" y="51"/>
                      </a:lnTo>
                      <a:close/>
                      <a:moveTo>
                        <a:pt x="201" y="51"/>
                      </a:moveTo>
                      <a:lnTo>
                        <a:pt x="201" y="51"/>
                      </a:lnTo>
                      <a:lnTo>
                        <a:pt x="201" y="51"/>
                      </a:lnTo>
                      <a:lnTo>
                        <a:pt x="201" y="51"/>
                      </a:lnTo>
                      <a:lnTo>
                        <a:pt x="201" y="51"/>
                      </a:lnTo>
                      <a:lnTo>
                        <a:pt x="201" y="51"/>
                      </a:lnTo>
                      <a:lnTo>
                        <a:pt x="201" y="51"/>
                      </a:lnTo>
                      <a:lnTo>
                        <a:pt x="201" y="51"/>
                      </a:lnTo>
                      <a:lnTo>
                        <a:pt x="201" y="51"/>
                      </a:lnTo>
                      <a:lnTo>
                        <a:pt x="201" y="51"/>
                      </a:lnTo>
                      <a:lnTo>
                        <a:pt x="201" y="51"/>
                      </a:lnTo>
                      <a:lnTo>
                        <a:pt x="201" y="51"/>
                      </a:lnTo>
                      <a:close/>
                      <a:moveTo>
                        <a:pt x="214" y="50"/>
                      </a:moveTo>
                      <a:lnTo>
                        <a:pt x="214" y="50"/>
                      </a:lnTo>
                      <a:lnTo>
                        <a:pt x="214" y="50"/>
                      </a:lnTo>
                      <a:lnTo>
                        <a:pt x="214" y="50"/>
                      </a:lnTo>
                      <a:close/>
                      <a:moveTo>
                        <a:pt x="201" y="48"/>
                      </a:moveTo>
                      <a:lnTo>
                        <a:pt x="201" y="48"/>
                      </a:lnTo>
                      <a:lnTo>
                        <a:pt x="201" y="48"/>
                      </a:lnTo>
                      <a:lnTo>
                        <a:pt x="201" y="48"/>
                      </a:lnTo>
                      <a:lnTo>
                        <a:pt x="201" y="48"/>
                      </a:lnTo>
                      <a:lnTo>
                        <a:pt x="201" y="48"/>
                      </a:lnTo>
                      <a:close/>
                      <a:moveTo>
                        <a:pt x="207" y="46"/>
                      </a:moveTo>
                      <a:lnTo>
                        <a:pt x="207" y="46"/>
                      </a:lnTo>
                      <a:lnTo>
                        <a:pt x="207" y="46"/>
                      </a:lnTo>
                      <a:lnTo>
                        <a:pt x="207" y="46"/>
                      </a:lnTo>
                      <a:lnTo>
                        <a:pt x="207" y="46"/>
                      </a:lnTo>
                      <a:lnTo>
                        <a:pt x="207" y="46"/>
                      </a:lnTo>
                      <a:lnTo>
                        <a:pt x="207" y="46"/>
                      </a:lnTo>
                      <a:close/>
                      <a:moveTo>
                        <a:pt x="199" y="44"/>
                      </a:moveTo>
                      <a:lnTo>
                        <a:pt x="199" y="44"/>
                      </a:lnTo>
                      <a:lnTo>
                        <a:pt x="199" y="44"/>
                      </a:lnTo>
                      <a:lnTo>
                        <a:pt x="199" y="44"/>
                      </a:lnTo>
                      <a:lnTo>
                        <a:pt x="199" y="44"/>
                      </a:lnTo>
                      <a:lnTo>
                        <a:pt x="199" y="44"/>
                      </a:lnTo>
                      <a:lnTo>
                        <a:pt x="199" y="44"/>
                      </a:lnTo>
                      <a:lnTo>
                        <a:pt x="199" y="44"/>
                      </a:lnTo>
                      <a:lnTo>
                        <a:pt x="199" y="44"/>
                      </a:lnTo>
                      <a:close/>
                      <a:moveTo>
                        <a:pt x="201" y="42"/>
                      </a:moveTo>
                      <a:lnTo>
                        <a:pt x="201" y="42"/>
                      </a:lnTo>
                      <a:lnTo>
                        <a:pt x="201" y="42"/>
                      </a:lnTo>
                      <a:lnTo>
                        <a:pt x="199" y="42"/>
                      </a:lnTo>
                      <a:lnTo>
                        <a:pt x="199" y="42"/>
                      </a:lnTo>
                      <a:lnTo>
                        <a:pt x="199" y="42"/>
                      </a:lnTo>
                      <a:lnTo>
                        <a:pt x="201" y="42"/>
                      </a:lnTo>
                      <a:close/>
                      <a:moveTo>
                        <a:pt x="203" y="42"/>
                      </a:moveTo>
                      <a:lnTo>
                        <a:pt x="203" y="42"/>
                      </a:lnTo>
                      <a:lnTo>
                        <a:pt x="203" y="42"/>
                      </a:lnTo>
                      <a:lnTo>
                        <a:pt x="203" y="42"/>
                      </a:lnTo>
                      <a:lnTo>
                        <a:pt x="203" y="42"/>
                      </a:lnTo>
                      <a:lnTo>
                        <a:pt x="203" y="42"/>
                      </a:lnTo>
                      <a:close/>
                      <a:moveTo>
                        <a:pt x="203" y="42"/>
                      </a:moveTo>
                      <a:lnTo>
                        <a:pt x="203" y="42"/>
                      </a:lnTo>
                      <a:lnTo>
                        <a:pt x="203" y="42"/>
                      </a:lnTo>
                      <a:lnTo>
                        <a:pt x="203" y="42"/>
                      </a:lnTo>
                      <a:lnTo>
                        <a:pt x="203" y="42"/>
                      </a:lnTo>
                      <a:close/>
                      <a:moveTo>
                        <a:pt x="203" y="40"/>
                      </a:moveTo>
                      <a:lnTo>
                        <a:pt x="203" y="40"/>
                      </a:lnTo>
                      <a:lnTo>
                        <a:pt x="203" y="40"/>
                      </a:lnTo>
                      <a:lnTo>
                        <a:pt x="203" y="40"/>
                      </a:lnTo>
                      <a:lnTo>
                        <a:pt x="203" y="40"/>
                      </a:lnTo>
                      <a:close/>
                      <a:moveTo>
                        <a:pt x="223" y="40"/>
                      </a:moveTo>
                      <a:lnTo>
                        <a:pt x="223" y="40"/>
                      </a:lnTo>
                      <a:lnTo>
                        <a:pt x="223" y="40"/>
                      </a:lnTo>
                      <a:lnTo>
                        <a:pt x="223" y="40"/>
                      </a:lnTo>
                      <a:close/>
                      <a:moveTo>
                        <a:pt x="203" y="40"/>
                      </a:moveTo>
                      <a:lnTo>
                        <a:pt x="203" y="40"/>
                      </a:lnTo>
                      <a:lnTo>
                        <a:pt x="203" y="40"/>
                      </a:lnTo>
                      <a:lnTo>
                        <a:pt x="203" y="40"/>
                      </a:lnTo>
                      <a:lnTo>
                        <a:pt x="203" y="40"/>
                      </a:lnTo>
                      <a:lnTo>
                        <a:pt x="203" y="40"/>
                      </a:lnTo>
                      <a:lnTo>
                        <a:pt x="203" y="40"/>
                      </a:lnTo>
                      <a:close/>
                      <a:moveTo>
                        <a:pt x="199" y="40"/>
                      </a:moveTo>
                      <a:lnTo>
                        <a:pt x="199" y="40"/>
                      </a:lnTo>
                      <a:lnTo>
                        <a:pt x="199" y="40"/>
                      </a:lnTo>
                      <a:lnTo>
                        <a:pt x="199" y="40"/>
                      </a:lnTo>
                      <a:lnTo>
                        <a:pt x="199" y="40"/>
                      </a:lnTo>
                      <a:lnTo>
                        <a:pt x="199" y="40"/>
                      </a:lnTo>
                      <a:lnTo>
                        <a:pt x="199" y="40"/>
                      </a:lnTo>
                      <a:lnTo>
                        <a:pt x="199" y="40"/>
                      </a:lnTo>
                      <a:lnTo>
                        <a:pt x="199" y="40"/>
                      </a:lnTo>
                      <a:close/>
                      <a:moveTo>
                        <a:pt x="199" y="40"/>
                      </a:moveTo>
                      <a:lnTo>
                        <a:pt x="199" y="40"/>
                      </a:lnTo>
                      <a:lnTo>
                        <a:pt x="199" y="40"/>
                      </a:lnTo>
                      <a:lnTo>
                        <a:pt x="199" y="39"/>
                      </a:lnTo>
                      <a:lnTo>
                        <a:pt x="199" y="40"/>
                      </a:lnTo>
                      <a:lnTo>
                        <a:pt x="199" y="40"/>
                      </a:lnTo>
                      <a:close/>
                      <a:moveTo>
                        <a:pt x="199" y="39"/>
                      </a:moveTo>
                      <a:lnTo>
                        <a:pt x="199" y="40"/>
                      </a:lnTo>
                      <a:lnTo>
                        <a:pt x="199" y="39"/>
                      </a:lnTo>
                      <a:lnTo>
                        <a:pt x="199" y="39"/>
                      </a:lnTo>
                      <a:lnTo>
                        <a:pt x="198" y="39"/>
                      </a:lnTo>
                      <a:lnTo>
                        <a:pt x="198" y="39"/>
                      </a:lnTo>
                      <a:lnTo>
                        <a:pt x="199" y="39"/>
                      </a:lnTo>
                      <a:lnTo>
                        <a:pt x="199" y="39"/>
                      </a:lnTo>
                      <a:lnTo>
                        <a:pt x="199" y="39"/>
                      </a:lnTo>
                      <a:close/>
                      <a:moveTo>
                        <a:pt x="198" y="39"/>
                      </a:moveTo>
                      <a:lnTo>
                        <a:pt x="198" y="39"/>
                      </a:lnTo>
                      <a:lnTo>
                        <a:pt x="198" y="39"/>
                      </a:lnTo>
                      <a:lnTo>
                        <a:pt x="198" y="39"/>
                      </a:lnTo>
                      <a:lnTo>
                        <a:pt x="198" y="39"/>
                      </a:lnTo>
                      <a:lnTo>
                        <a:pt x="198" y="39"/>
                      </a:lnTo>
                      <a:lnTo>
                        <a:pt x="198" y="39"/>
                      </a:lnTo>
                      <a:close/>
                      <a:moveTo>
                        <a:pt x="199" y="39"/>
                      </a:moveTo>
                      <a:lnTo>
                        <a:pt x="199" y="39"/>
                      </a:lnTo>
                      <a:lnTo>
                        <a:pt x="199" y="39"/>
                      </a:lnTo>
                      <a:lnTo>
                        <a:pt x="199" y="39"/>
                      </a:lnTo>
                      <a:lnTo>
                        <a:pt x="199" y="39"/>
                      </a:lnTo>
                      <a:lnTo>
                        <a:pt x="199" y="39"/>
                      </a:lnTo>
                      <a:lnTo>
                        <a:pt x="199" y="39"/>
                      </a:lnTo>
                      <a:lnTo>
                        <a:pt x="199" y="39"/>
                      </a:lnTo>
                      <a:close/>
                      <a:moveTo>
                        <a:pt x="199" y="35"/>
                      </a:moveTo>
                      <a:lnTo>
                        <a:pt x="199" y="35"/>
                      </a:lnTo>
                      <a:lnTo>
                        <a:pt x="199" y="35"/>
                      </a:lnTo>
                      <a:lnTo>
                        <a:pt x="199" y="35"/>
                      </a:lnTo>
                      <a:lnTo>
                        <a:pt x="199" y="35"/>
                      </a:lnTo>
                      <a:lnTo>
                        <a:pt x="199" y="35"/>
                      </a:lnTo>
                      <a:lnTo>
                        <a:pt x="199" y="35"/>
                      </a:lnTo>
                      <a:close/>
                      <a:moveTo>
                        <a:pt x="201" y="35"/>
                      </a:moveTo>
                      <a:lnTo>
                        <a:pt x="201" y="35"/>
                      </a:lnTo>
                      <a:lnTo>
                        <a:pt x="201" y="35"/>
                      </a:lnTo>
                      <a:lnTo>
                        <a:pt x="201" y="35"/>
                      </a:lnTo>
                      <a:lnTo>
                        <a:pt x="201" y="35"/>
                      </a:lnTo>
                      <a:lnTo>
                        <a:pt x="201" y="35"/>
                      </a:lnTo>
                      <a:close/>
                      <a:moveTo>
                        <a:pt x="201" y="31"/>
                      </a:moveTo>
                      <a:lnTo>
                        <a:pt x="201" y="31"/>
                      </a:lnTo>
                      <a:lnTo>
                        <a:pt x="201" y="31"/>
                      </a:lnTo>
                      <a:lnTo>
                        <a:pt x="201" y="31"/>
                      </a:lnTo>
                      <a:lnTo>
                        <a:pt x="201" y="31"/>
                      </a:lnTo>
                      <a:lnTo>
                        <a:pt x="201" y="31"/>
                      </a:lnTo>
                      <a:lnTo>
                        <a:pt x="201" y="31"/>
                      </a:lnTo>
                      <a:lnTo>
                        <a:pt x="201" y="31"/>
                      </a:lnTo>
                      <a:close/>
                      <a:moveTo>
                        <a:pt x="203" y="31"/>
                      </a:moveTo>
                      <a:lnTo>
                        <a:pt x="203" y="31"/>
                      </a:lnTo>
                      <a:lnTo>
                        <a:pt x="203" y="31"/>
                      </a:lnTo>
                      <a:lnTo>
                        <a:pt x="203" y="31"/>
                      </a:lnTo>
                      <a:lnTo>
                        <a:pt x="203" y="31"/>
                      </a:lnTo>
                      <a:close/>
                      <a:moveTo>
                        <a:pt x="196" y="29"/>
                      </a:moveTo>
                      <a:lnTo>
                        <a:pt x="196" y="29"/>
                      </a:lnTo>
                      <a:lnTo>
                        <a:pt x="196" y="29"/>
                      </a:lnTo>
                      <a:lnTo>
                        <a:pt x="196" y="29"/>
                      </a:lnTo>
                      <a:lnTo>
                        <a:pt x="196" y="29"/>
                      </a:lnTo>
                      <a:close/>
                      <a:moveTo>
                        <a:pt x="196" y="29"/>
                      </a:moveTo>
                      <a:lnTo>
                        <a:pt x="196" y="29"/>
                      </a:lnTo>
                      <a:lnTo>
                        <a:pt x="196" y="29"/>
                      </a:lnTo>
                      <a:lnTo>
                        <a:pt x="196" y="29"/>
                      </a:lnTo>
                      <a:lnTo>
                        <a:pt x="196" y="29"/>
                      </a:lnTo>
                      <a:lnTo>
                        <a:pt x="196" y="29"/>
                      </a:lnTo>
                      <a:lnTo>
                        <a:pt x="196" y="29"/>
                      </a:lnTo>
                      <a:close/>
                      <a:moveTo>
                        <a:pt x="188" y="28"/>
                      </a:moveTo>
                      <a:lnTo>
                        <a:pt x="188" y="28"/>
                      </a:lnTo>
                      <a:lnTo>
                        <a:pt x="188" y="28"/>
                      </a:lnTo>
                      <a:lnTo>
                        <a:pt x="188" y="28"/>
                      </a:lnTo>
                      <a:lnTo>
                        <a:pt x="188" y="28"/>
                      </a:lnTo>
                      <a:close/>
                      <a:moveTo>
                        <a:pt x="188" y="28"/>
                      </a:moveTo>
                      <a:lnTo>
                        <a:pt x="188" y="28"/>
                      </a:lnTo>
                      <a:lnTo>
                        <a:pt x="188" y="28"/>
                      </a:lnTo>
                      <a:lnTo>
                        <a:pt x="188" y="28"/>
                      </a:lnTo>
                      <a:lnTo>
                        <a:pt x="188" y="28"/>
                      </a:lnTo>
                      <a:lnTo>
                        <a:pt x="188" y="28"/>
                      </a:lnTo>
                      <a:close/>
                      <a:moveTo>
                        <a:pt x="188" y="28"/>
                      </a:moveTo>
                      <a:lnTo>
                        <a:pt x="188" y="28"/>
                      </a:lnTo>
                      <a:lnTo>
                        <a:pt x="188" y="28"/>
                      </a:lnTo>
                      <a:lnTo>
                        <a:pt x="188" y="28"/>
                      </a:lnTo>
                      <a:lnTo>
                        <a:pt x="188" y="28"/>
                      </a:lnTo>
                      <a:close/>
                      <a:moveTo>
                        <a:pt x="188" y="28"/>
                      </a:moveTo>
                      <a:lnTo>
                        <a:pt x="188" y="28"/>
                      </a:lnTo>
                      <a:lnTo>
                        <a:pt x="188" y="28"/>
                      </a:lnTo>
                      <a:lnTo>
                        <a:pt x="188" y="28"/>
                      </a:lnTo>
                      <a:lnTo>
                        <a:pt x="188" y="28"/>
                      </a:lnTo>
                      <a:close/>
                      <a:moveTo>
                        <a:pt x="188" y="26"/>
                      </a:moveTo>
                      <a:lnTo>
                        <a:pt x="188" y="26"/>
                      </a:lnTo>
                      <a:lnTo>
                        <a:pt x="188" y="26"/>
                      </a:lnTo>
                      <a:lnTo>
                        <a:pt x="188" y="26"/>
                      </a:lnTo>
                      <a:lnTo>
                        <a:pt x="188" y="26"/>
                      </a:lnTo>
                      <a:lnTo>
                        <a:pt x="188" y="26"/>
                      </a:lnTo>
                      <a:close/>
                      <a:moveTo>
                        <a:pt x="188" y="26"/>
                      </a:moveTo>
                      <a:lnTo>
                        <a:pt x="188" y="26"/>
                      </a:lnTo>
                      <a:lnTo>
                        <a:pt x="188" y="26"/>
                      </a:lnTo>
                      <a:lnTo>
                        <a:pt x="188" y="26"/>
                      </a:lnTo>
                      <a:lnTo>
                        <a:pt x="188" y="26"/>
                      </a:lnTo>
                      <a:close/>
                      <a:moveTo>
                        <a:pt x="188" y="26"/>
                      </a:moveTo>
                      <a:lnTo>
                        <a:pt x="188" y="26"/>
                      </a:lnTo>
                      <a:lnTo>
                        <a:pt x="188" y="26"/>
                      </a:lnTo>
                      <a:lnTo>
                        <a:pt x="188" y="26"/>
                      </a:lnTo>
                      <a:lnTo>
                        <a:pt x="188" y="26"/>
                      </a:lnTo>
                      <a:close/>
                      <a:moveTo>
                        <a:pt x="187" y="26"/>
                      </a:moveTo>
                      <a:lnTo>
                        <a:pt x="187" y="26"/>
                      </a:lnTo>
                      <a:lnTo>
                        <a:pt x="187" y="26"/>
                      </a:lnTo>
                      <a:lnTo>
                        <a:pt x="187" y="26"/>
                      </a:lnTo>
                      <a:close/>
                      <a:moveTo>
                        <a:pt x="187" y="26"/>
                      </a:moveTo>
                      <a:lnTo>
                        <a:pt x="187" y="26"/>
                      </a:lnTo>
                      <a:lnTo>
                        <a:pt x="187" y="26"/>
                      </a:lnTo>
                      <a:lnTo>
                        <a:pt x="187" y="26"/>
                      </a:lnTo>
                      <a:lnTo>
                        <a:pt x="187" y="26"/>
                      </a:lnTo>
                      <a:lnTo>
                        <a:pt x="187" y="26"/>
                      </a:lnTo>
                      <a:lnTo>
                        <a:pt x="187" y="26"/>
                      </a:lnTo>
                      <a:lnTo>
                        <a:pt x="187" y="26"/>
                      </a:lnTo>
                      <a:close/>
                      <a:moveTo>
                        <a:pt x="0" y="17"/>
                      </a:moveTo>
                      <a:lnTo>
                        <a:pt x="0" y="17"/>
                      </a:lnTo>
                      <a:lnTo>
                        <a:pt x="0" y="17"/>
                      </a:lnTo>
                      <a:lnTo>
                        <a:pt x="0" y="17"/>
                      </a:lnTo>
                      <a:lnTo>
                        <a:pt x="0" y="15"/>
                      </a:lnTo>
                      <a:lnTo>
                        <a:pt x="0" y="15"/>
                      </a:lnTo>
                      <a:lnTo>
                        <a:pt x="0" y="17"/>
                      </a:lnTo>
                      <a:lnTo>
                        <a:pt x="0" y="17"/>
                      </a:lnTo>
                      <a:close/>
                      <a:moveTo>
                        <a:pt x="86" y="9"/>
                      </a:moveTo>
                      <a:lnTo>
                        <a:pt x="86" y="9"/>
                      </a:lnTo>
                      <a:lnTo>
                        <a:pt x="86" y="9"/>
                      </a:lnTo>
                      <a:lnTo>
                        <a:pt x="86" y="9"/>
                      </a:lnTo>
                      <a:lnTo>
                        <a:pt x="86" y="9"/>
                      </a:lnTo>
                      <a:close/>
                      <a:moveTo>
                        <a:pt x="86" y="9"/>
                      </a:moveTo>
                      <a:lnTo>
                        <a:pt x="86" y="9"/>
                      </a:lnTo>
                      <a:lnTo>
                        <a:pt x="86" y="9"/>
                      </a:lnTo>
                      <a:lnTo>
                        <a:pt x="86" y="9"/>
                      </a:lnTo>
                      <a:lnTo>
                        <a:pt x="86" y="9"/>
                      </a:lnTo>
                      <a:lnTo>
                        <a:pt x="86" y="9"/>
                      </a:lnTo>
                      <a:close/>
                      <a:moveTo>
                        <a:pt x="84" y="9"/>
                      </a:moveTo>
                      <a:lnTo>
                        <a:pt x="84" y="9"/>
                      </a:lnTo>
                      <a:lnTo>
                        <a:pt x="84" y="9"/>
                      </a:lnTo>
                      <a:lnTo>
                        <a:pt x="84" y="9"/>
                      </a:lnTo>
                      <a:lnTo>
                        <a:pt x="84" y="9"/>
                      </a:lnTo>
                      <a:lnTo>
                        <a:pt x="84" y="9"/>
                      </a:lnTo>
                      <a:lnTo>
                        <a:pt x="84" y="9"/>
                      </a:lnTo>
                      <a:lnTo>
                        <a:pt x="84" y="9"/>
                      </a:lnTo>
                      <a:close/>
                      <a:moveTo>
                        <a:pt x="86" y="6"/>
                      </a:moveTo>
                      <a:lnTo>
                        <a:pt x="86" y="6"/>
                      </a:lnTo>
                      <a:lnTo>
                        <a:pt x="86" y="6"/>
                      </a:lnTo>
                      <a:lnTo>
                        <a:pt x="86" y="6"/>
                      </a:lnTo>
                      <a:lnTo>
                        <a:pt x="86" y="6"/>
                      </a:lnTo>
                      <a:close/>
                      <a:moveTo>
                        <a:pt x="174" y="6"/>
                      </a:moveTo>
                      <a:lnTo>
                        <a:pt x="174" y="6"/>
                      </a:lnTo>
                      <a:lnTo>
                        <a:pt x="174" y="6"/>
                      </a:lnTo>
                      <a:lnTo>
                        <a:pt x="174" y="6"/>
                      </a:lnTo>
                      <a:lnTo>
                        <a:pt x="174" y="6"/>
                      </a:lnTo>
                      <a:lnTo>
                        <a:pt x="174" y="6"/>
                      </a:lnTo>
                      <a:lnTo>
                        <a:pt x="174" y="6"/>
                      </a:lnTo>
                      <a:lnTo>
                        <a:pt x="174" y="6"/>
                      </a:lnTo>
                      <a:lnTo>
                        <a:pt x="174" y="6"/>
                      </a:lnTo>
                      <a:close/>
                      <a:moveTo>
                        <a:pt x="174" y="6"/>
                      </a:moveTo>
                      <a:lnTo>
                        <a:pt x="174" y="6"/>
                      </a:lnTo>
                      <a:lnTo>
                        <a:pt x="174" y="6"/>
                      </a:lnTo>
                      <a:lnTo>
                        <a:pt x="174" y="6"/>
                      </a:lnTo>
                      <a:lnTo>
                        <a:pt x="174" y="6"/>
                      </a:lnTo>
                      <a:lnTo>
                        <a:pt x="174" y="6"/>
                      </a:lnTo>
                      <a:lnTo>
                        <a:pt x="174" y="6"/>
                      </a:lnTo>
                      <a:lnTo>
                        <a:pt x="174" y="6"/>
                      </a:lnTo>
                      <a:close/>
                      <a:moveTo>
                        <a:pt x="166" y="2"/>
                      </a:moveTo>
                      <a:lnTo>
                        <a:pt x="166" y="2"/>
                      </a:lnTo>
                      <a:lnTo>
                        <a:pt x="166" y="0"/>
                      </a:lnTo>
                      <a:lnTo>
                        <a:pt x="166" y="0"/>
                      </a:lnTo>
                      <a:lnTo>
                        <a:pt x="166" y="0"/>
                      </a:lnTo>
                      <a:lnTo>
                        <a:pt x="166" y="2"/>
                      </a:lnTo>
                      <a:lnTo>
                        <a:pt x="166" y="2"/>
                      </a:lnTo>
                      <a:close/>
                      <a:moveTo>
                        <a:pt x="163" y="0"/>
                      </a:moveTo>
                      <a:lnTo>
                        <a:pt x="163" y="0"/>
                      </a:lnTo>
                      <a:lnTo>
                        <a:pt x="163" y="0"/>
                      </a:lnTo>
                      <a:lnTo>
                        <a:pt x="163" y="0"/>
                      </a:lnTo>
                      <a:lnTo>
                        <a:pt x="163" y="0"/>
                      </a:lnTo>
                      <a:lnTo>
                        <a:pt x="163" y="0"/>
                      </a:lnTo>
                      <a:close/>
                      <a:moveTo>
                        <a:pt x="166" y="0"/>
                      </a:moveTo>
                      <a:lnTo>
                        <a:pt x="166" y="0"/>
                      </a:lnTo>
                      <a:lnTo>
                        <a:pt x="166" y="0"/>
                      </a:lnTo>
                      <a:lnTo>
                        <a:pt x="166" y="0"/>
                      </a:lnTo>
                      <a:lnTo>
                        <a:pt x="166" y="0"/>
                      </a:lnTo>
                      <a:lnTo>
                        <a:pt x="16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0" name="Freeform 85">
                  <a:extLst>
                    <a:ext uri="{FF2B5EF4-FFF2-40B4-BE49-F238E27FC236}">
                      <a16:creationId xmlns:a16="http://schemas.microsoft.com/office/drawing/2014/main" id="{59ECE041-19F7-EC73-E3A2-7A3CDFD3A89D}"/>
                    </a:ext>
                  </a:extLst>
                </p:cNvPr>
                <p:cNvSpPr>
                  <a:spLocks noEditPoints="1"/>
                </p:cNvSpPr>
                <p:nvPr/>
              </p:nvSpPr>
              <p:spPr bwMode="auto">
                <a:xfrm>
                  <a:off x="1365714" y="2945375"/>
                  <a:ext cx="88554" cy="84940"/>
                </a:xfrm>
                <a:custGeom>
                  <a:avLst/>
                  <a:gdLst>
                    <a:gd name="T0" fmla="*/ 5 w 49"/>
                    <a:gd name="T1" fmla="*/ 42 h 47"/>
                    <a:gd name="T2" fmla="*/ 5 w 49"/>
                    <a:gd name="T3" fmla="*/ 46 h 47"/>
                    <a:gd name="T4" fmla="*/ 3 w 49"/>
                    <a:gd name="T5" fmla="*/ 47 h 47"/>
                    <a:gd name="T6" fmla="*/ 1 w 49"/>
                    <a:gd name="T7" fmla="*/ 46 h 47"/>
                    <a:gd name="T8" fmla="*/ 0 w 49"/>
                    <a:gd name="T9" fmla="*/ 44 h 47"/>
                    <a:gd name="T10" fmla="*/ 3 w 49"/>
                    <a:gd name="T11" fmla="*/ 42 h 47"/>
                    <a:gd name="T12" fmla="*/ 5 w 49"/>
                    <a:gd name="T13" fmla="*/ 40 h 47"/>
                    <a:gd name="T14" fmla="*/ 7 w 49"/>
                    <a:gd name="T15" fmla="*/ 38 h 47"/>
                    <a:gd name="T16" fmla="*/ 9 w 49"/>
                    <a:gd name="T17" fmla="*/ 35 h 47"/>
                    <a:gd name="T18" fmla="*/ 12 w 49"/>
                    <a:gd name="T19" fmla="*/ 38 h 47"/>
                    <a:gd name="T20" fmla="*/ 9 w 49"/>
                    <a:gd name="T21" fmla="*/ 40 h 47"/>
                    <a:gd name="T22" fmla="*/ 7 w 49"/>
                    <a:gd name="T23" fmla="*/ 42 h 47"/>
                    <a:gd name="T24" fmla="*/ 40 w 49"/>
                    <a:gd name="T25" fmla="*/ 2 h 47"/>
                    <a:gd name="T26" fmla="*/ 43 w 49"/>
                    <a:gd name="T27" fmla="*/ 3 h 47"/>
                    <a:gd name="T28" fmla="*/ 45 w 49"/>
                    <a:gd name="T29" fmla="*/ 5 h 47"/>
                    <a:gd name="T30" fmla="*/ 47 w 49"/>
                    <a:gd name="T31" fmla="*/ 7 h 47"/>
                    <a:gd name="T32" fmla="*/ 49 w 49"/>
                    <a:gd name="T33" fmla="*/ 9 h 47"/>
                    <a:gd name="T34" fmla="*/ 49 w 49"/>
                    <a:gd name="T35" fmla="*/ 11 h 47"/>
                    <a:gd name="T36" fmla="*/ 49 w 49"/>
                    <a:gd name="T37" fmla="*/ 11 h 47"/>
                    <a:gd name="T38" fmla="*/ 47 w 49"/>
                    <a:gd name="T39" fmla="*/ 13 h 47"/>
                    <a:gd name="T40" fmla="*/ 47 w 49"/>
                    <a:gd name="T41" fmla="*/ 13 h 47"/>
                    <a:gd name="T42" fmla="*/ 47 w 49"/>
                    <a:gd name="T43" fmla="*/ 13 h 47"/>
                    <a:gd name="T44" fmla="*/ 47 w 49"/>
                    <a:gd name="T45" fmla="*/ 16 h 47"/>
                    <a:gd name="T46" fmla="*/ 47 w 49"/>
                    <a:gd name="T47" fmla="*/ 20 h 47"/>
                    <a:gd name="T48" fmla="*/ 47 w 49"/>
                    <a:gd name="T49" fmla="*/ 24 h 47"/>
                    <a:gd name="T50" fmla="*/ 47 w 49"/>
                    <a:gd name="T51" fmla="*/ 27 h 47"/>
                    <a:gd name="T52" fmla="*/ 47 w 49"/>
                    <a:gd name="T53" fmla="*/ 31 h 47"/>
                    <a:gd name="T54" fmla="*/ 45 w 49"/>
                    <a:gd name="T55" fmla="*/ 35 h 47"/>
                    <a:gd name="T56" fmla="*/ 45 w 49"/>
                    <a:gd name="T57" fmla="*/ 38 h 47"/>
                    <a:gd name="T58" fmla="*/ 42 w 49"/>
                    <a:gd name="T59" fmla="*/ 38 h 47"/>
                    <a:gd name="T60" fmla="*/ 38 w 49"/>
                    <a:gd name="T61" fmla="*/ 40 h 47"/>
                    <a:gd name="T62" fmla="*/ 34 w 49"/>
                    <a:gd name="T63" fmla="*/ 44 h 47"/>
                    <a:gd name="T64" fmla="*/ 31 w 49"/>
                    <a:gd name="T65" fmla="*/ 44 h 47"/>
                    <a:gd name="T66" fmla="*/ 25 w 49"/>
                    <a:gd name="T67" fmla="*/ 44 h 47"/>
                    <a:gd name="T68" fmla="*/ 23 w 49"/>
                    <a:gd name="T69" fmla="*/ 42 h 47"/>
                    <a:gd name="T70" fmla="*/ 25 w 49"/>
                    <a:gd name="T71" fmla="*/ 40 h 47"/>
                    <a:gd name="T72" fmla="*/ 25 w 49"/>
                    <a:gd name="T73" fmla="*/ 36 h 47"/>
                    <a:gd name="T74" fmla="*/ 27 w 49"/>
                    <a:gd name="T75" fmla="*/ 35 h 47"/>
                    <a:gd name="T76" fmla="*/ 29 w 49"/>
                    <a:gd name="T77" fmla="*/ 31 h 47"/>
                    <a:gd name="T78" fmla="*/ 31 w 49"/>
                    <a:gd name="T79" fmla="*/ 29 h 47"/>
                    <a:gd name="T80" fmla="*/ 34 w 49"/>
                    <a:gd name="T81" fmla="*/ 29 h 47"/>
                    <a:gd name="T82" fmla="*/ 36 w 49"/>
                    <a:gd name="T83" fmla="*/ 27 h 47"/>
                    <a:gd name="T84" fmla="*/ 31 w 49"/>
                    <a:gd name="T85" fmla="*/ 25 h 47"/>
                    <a:gd name="T86" fmla="*/ 29 w 49"/>
                    <a:gd name="T87" fmla="*/ 27 h 47"/>
                    <a:gd name="T88" fmla="*/ 27 w 49"/>
                    <a:gd name="T89" fmla="*/ 25 h 47"/>
                    <a:gd name="T90" fmla="*/ 29 w 49"/>
                    <a:gd name="T91" fmla="*/ 24 h 47"/>
                    <a:gd name="T92" fmla="*/ 27 w 49"/>
                    <a:gd name="T93" fmla="*/ 20 h 47"/>
                    <a:gd name="T94" fmla="*/ 27 w 49"/>
                    <a:gd name="T95" fmla="*/ 18 h 47"/>
                    <a:gd name="T96" fmla="*/ 27 w 49"/>
                    <a:gd name="T97" fmla="*/ 14 h 47"/>
                    <a:gd name="T98" fmla="*/ 29 w 49"/>
                    <a:gd name="T99" fmla="*/ 13 h 47"/>
                    <a:gd name="T100" fmla="*/ 29 w 49"/>
                    <a:gd name="T101" fmla="*/ 9 h 47"/>
                    <a:gd name="T102" fmla="*/ 29 w 49"/>
                    <a:gd name="T103" fmla="*/ 5 h 47"/>
                    <a:gd name="T104" fmla="*/ 31 w 49"/>
                    <a:gd name="T105" fmla="*/ 3 h 47"/>
                    <a:gd name="T106" fmla="*/ 32 w 49"/>
                    <a:gd name="T107" fmla="*/ 2 h 47"/>
                    <a:gd name="T108" fmla="*/ 36 w 49"/>
                    <a:gd name="T109" fmla="*/ 0 h 47"/>
                    <a:gd name="T110" fmla="*/ 38 w 49"/>
                    <a:gd name="T11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 h="47">
                      <a:moveTo>
                        <a:pt x="7" y="42"/>
                      </a:moveTo>
                      <a:lnTo>
                        <a:pt x="5" y="42"/>
                      </a:lnTo>
                      <a:lnTo>
                        <a:pt x="5" y="44"/>
                      </a:lnTo>
                      <a:lnTo>
                        <a:pt x="5" y="46"/>
                      </a:lnTo>
                      <a:lnTo>
                        <a:pt x="3" y="46"/>
                      </a:lnTo>
                      <a:lnTo>
                        <a:pt x="3" y="47"/>
                      </a:lnTo>
                      <a:lnTo>
                        <a:pt x="1" y="47"/>
                      </a:lnTo>
                      <a:lnTo>
                        <a:pt x="1" y="46"/>
                      </a:lnTo>
                      <a:lnTo>
                        <a:pt x="0" y="46"/>
                      </a:lnTo>
                      <a:lnTo>
                        <a:pt x="0" y="44"/>
                      </a:lnTo>
                      <a:lnTo>
                        <a:pt x="1" y="44"/>
                      </a:lnTo>
                      <a:lnTo>
                        <a:pt x="3" y="42"/>
                      </a:lnTo>
                      <a:lnTo>
                        <a:pt x="3" y="40"/>
                      </a:lnTo>
                      <a:lnTo>
                        <a:pt x="5" y="40"/>
                      </a:lnTo>
                      <a:lnTo>
                        <a:pt x="5" y="38"/>
                      </a:lnTo>
                      <a:lnTo>
                        <a:pt x="7" y="38"/>
                      </a:lnTo>
                      <a:lnTo>
                        <a:pt x="9" y="36"/>
                      </a:lnTo>
                      <a:lnTo>
                        <a:pt x="9" y="35"/>
                      </a:lnTo>
                      <a:lnTo>
                        <a:pt x="12" y="36"/>
                      </a:lnTo>
                      <a:lnTo>
                        <a:pt x="12" y="38"/>
                      </a:lnTo>
                      <a:lnTo>
                        <a:pt x="11" y="38"/>
                      </a:lnTo>
                      <a:lnTo>
                        <a:pt x="9" y="40"/>
                      </a:lnTo>
                      <a:lnTo>
                        <a:pt x="7" y="40"/>
                      </a:lnTo>
                      <a:lnTo>
                        <a:pt x="7" y="42"/>
                      </a:lnTo>
                      <a:close/>
                      <a:moveTo>
                        <a:pt x="38" y="2"/>
                      </a:moveTo>
                      <a:lnTo>
                        <a:pt x="40" y="2"/>
                      </a:lnTo>
                      <a:lnTo>
                        <a:pt x="42" y="2"/>
                      </a:lnTo>
                      <a:lnTo>
                        <a:pt x="43" y="3"/>
                      </a:lnTo>
                      <a:lnTo>
                        <a:pt x="43" y="5"/>
                      </a:lnTo>
                      <a:lnTo>
                        <a:pt x="45" y="5"/>
                      </a:lnTo>
                      <a:lnTo>
                        <a:pt x="47" y="5"/>
                      </a:lnTo>
                      <a:lnTo>
                        <a:pt x="47" y="7"/>
                      </a:lnTo>
                      <a:lnTo>
                        <a:pt x="47" y="9"/>
                      </a:lnTo>
                      <a:lnTo>
                        <a:pt x="49" y="9"/>
                      </a:lnTo>
                      <a:lnTo>
                        <a:pt x="47" y="11"/>
                      </a:lnTo>
                      <a:lnTo>
                        <a:pt x="49" y="11"/>
                      </a:lnTo>
                      <a:lnTo>
                        <a:pt x="47" y="11"/>
                      </a:lnTo>
                      <a:lnTo>
                        <a:pt x="49" y="11"/>
                      </a:lnTo>
                      <a:lnTo>
                        <a:pt x="47" y="11"/>
                      </a:lnTo>
                      <a:lnTo>
                        <a:pt x="47" y="13"/>
                      </a:lnTo>
                      <a:lnTo>
                        <a:pt x="49" y="13"/>
                      </a:lnTo>
                      <a:lnTo>
                        <a:pt x="47" y="13"/>
                      </a:lnTo>
                      <a:lnTo>
                        <a:pt x="49" y="13"/>
                      </a:lnTo>
                      <a:lnTo>
                        <a:pt x="47" y="13"/>
                      </a:lnTo>
                      <a:lnTo>
                        <a:pt x="47" y="14"/>
                      </a:lnTo>
                      <a:lnTo>
                        <a:pt x="47" y="16"/>
                      </a:lnTo>
                      <a:lnTo>
                        <a:pt x="47" y="18"/>
                      </a:lnTo>
                      <a:lnTo>
                        <a:pt x="47" y="20"/>
                      </a:lnTo>
                      <a:lnTo>
                        <a:pt x="47" y="22"/>
                      </a:lnTo>
                      <a:lnTo>
                        <a:pt x="47" y="24"/>
                      </a:lnTo>
                      <a:lnTo>
                        <a:pt x="47" y="25"/>
                      </a:lnTo>
                      <a:lnTo>
                        <a:pt x="47" y="27"/>
                      </a:lnTo>
                      <a:lnTo>
                        <a:pt x="47" y="29"/>
                      </a:lnTo>
                      <a:lnTo>
                        <a:pt x="47" y="31"/>
                      </a:lnTo>
                      <a:lnTo>
                        <a:pt x="45" y="33"/>
                      </a:lnTo>
                      <a:lnTo>
                        <a:pt x="45" y="35"/>
                      </a:lnTo>
                      <a:lnTo>
                        <a:pt x="45" y="36"/>
                      </a:lnTo>
                      <a:lnTo>
                        <a:pt x="45" y="38"/>
                      </a:lnTo>
                      <a:lnTo>
                        <a:pt x="43" y="38"/>
                      </a:lnTo>
                      <a:lnTo>
                        <a:pt x="42" y="38"/>
                      </a:lnTo>
                      <a:lnTo>
                        <a:pt x="40" y="40"/>
                      </a:lnTo>
                      <a:lnTo>
                        <a:pt x="38" y="40"/>
                      </a:lnTo>
                      <a:lnTo>
                        <a:pt x="36" y="42"/>
                      </a:lnTo>
                      <a:lnTo>
                        <a:pt x="34" y="44"/>
                      </a:lnTo>
                      <a:lnTo>
                        <a:pt x="32" y="44"/>
                      </a:lnTo>
                      <a:lnTo>
                        <a:pt x="31" y="44"/>
                      </a:lnTo>
                      <a:lnTo>
                        <a:pt x="27" y="44"/>
                      </a:lnTo>
                      <a:lnTo>
                        <a:pt x="25" y="44"/>
                      </a:lnTo>
                      <a:lnTo>
                        <a:pt x="23" y="44"/>
                      </a:lnTo>
                      <a:lnTo>
                        <a:pt x="23" y="42"/>
                      </a:lnTo>
                      <a:lnTo>
                        <a:pt x="23" y="40"/>
                      </a:lnTo>
                      <a:lnTo>
                        <a:pt x="25" y="40"/>
                      </a:lnTo>
                      <a:lnTo>
                        <a:pt x="25" y="38"/>
                      </a:lnTo>
                      <a:lnTo>
                        <a:pt x="25" y="36"/>
                      </a:lnTo>
                      <a:lnTo>
                        <a:pt x="25" y="35"/>
                      </a:lnTo>
                      <a:lnTo>
                        <a:pt x="27" y="35"/>
                      </a:lnTo>
                      <a:lnTo>
                        <a:pt x="27" y="33"/>
                      </a:lnTo>
                      <a:lnTo>
                        <a:pt x="29" y="31"/>
                      </a:lnTo>
                      <a:lnTo>
                        <a:pt x="31" y="31"/>
                      </a:lnTo>
                      <a:lnTo>
                        <a:pt x="31" y="29"/>
                      </a:lnTo>
                      <a:lnTo>
                        <a:pt x="32" y="29"/>
                      </a:lnTo>
                      <a:lnTo>
                        <a:pt x="34" y="29"/>
                      </a:lnTo>
                      <a:lnTo>
                        <a:pt x="36" y="29"/>
                      </a:lnTo>
                      <a:lnTo>
                        <a:pt x="36" y="27"/>
                      </a:lnTo>
                      <a:lnTo>
                        <a:pt x="34" y="27"/>
                      </a:lnTo>
                      <a:lnTo>
                        <a:pt x="31" y="25"/>
                      </a:lnTo>
                      <a:lnTo>
                        <a:pt x="29" y="25"/>
                      </a:lnTo>
                      <a:lnTo>
                        <a:pt x="29" y="27"/>
                      </a:lnTo>
                      <a:lnTo>
                        <a:pt x="27" y="27"/>
                      </a:lnTo>
                      <a:lnTo>
                        <a:pt x="27" y="25"/>
                      </a:lnTo>
                      <a:lnTo>
                        <a:pt x="29" y="25"/>
                      </a:lnTo>
                      <a:lnTo>
                        <a:pt x="29" y="24"/>
                      </a:lnTo>
                      <a:lnTo>
                        <a:pt x="27" y="22"/>
                      </a:lnTo>
                      <a:lnTo>
                        <a:pt x="27" y="20"/>
                      </a:lnTo>
                      <a:lnTo>
                        <a:pt x="29" y="18"/>
                      </a:lnTo>
                      <a:lnTo>
                        <a:pt x="27" y="18"/>
                      </a:lnTo>
                      <a:lnTo>
                        <a:pt x="27" y="16"/>
                      </a:lnTo>
                      <a:lnTo>
                        <a:pt x="27" y="14"/>
                      </a:lnTo>
                      <a:lnTo>
                        <a:pt x="27" y="13"/>
                      </a:lnTo>
                      <a:lnTo>
                        <a:pt x="29" y="13"/>
                      </a:lnTo>
                      <a:lnTo>
                        <a:pt x="29" y="11"/>
                      </a:lnTo>
                      <a:lnTo>
                        <a:pt x="29" y="9"/>
                      </a:lnTo>
                      <a:lnTo>
                        <a:pt x="29" y="7"/>
                      </a:lnTo>
                      <a:lnTo>
                        <a:pt x="29" y="5"/>
                      </a:lnTo>
                      <a:lnTo>
                        <a:pt x="31" y="5"/>
                      </a:lnTo>
                      <a:lnTo>
                        <a:pt x="31" y="3"/>
                      </a:lnTo>
                      <a:lnTo>
                        <a:pt x="32" y="3"/>
                      </a:lnTo>
                      <a:lnTo>
                        <a:pt x="32" y="2"/>
                      </a:lnTo>
                      <a:lnTo>
                        <a:pt x="34" y="2"/>
                      </a:lnTo>
                      <a:lnTo>
                        <a:pt x="36" y="0"/>
                      </a:lnTo>
                      <a:lnTo>
                        <a:pt x="36" y="2"/>
                      </a:lnTo>
                      <a:lnTo>
                        <a:pt x="38"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1" name="Freeform 86">
                  <a:extLst>
                    <a:ext uri="{FF2B5EF4-FFF2-40B4-BE49-F238E27FC236}">
                      <a16:creationId xmlns:a16="http://schemas.microsoft.com/office/drawing/2014/main" id="{AD1BABA2-E639-7DB0-C32B-775285F13FFE}"/>
                    </a:ext>
                  </a:extLst>
                </p:cNvPr>
                <p:cNvSpPr>
                  <a:spLocks noEditPoints="1"/>
                </p:cNvSpPr>
                <p:nvPr/>
              </p:nvSpPr>
              <p:spPr bwMode="auto">
                <a:xfrm>
                  <a:off x="6895798" y="4078499"/>
                  <a:ext cx="383130" cy="646983"/>
                </a:xfrm>
                <a:custGeom>
                  <a:avLst/>
                  <a:gdLst>
                    <a:gd name="T0" fmla="*/ 15 w 212"/>
                    <a:gd name="T1" fmla="*/ 352 h 358"/>
                    <a:gd name="T2" fmla="*/ 8 w 212"/>
                    <a:gd name="T3" fmla="*/ 354 h 358"/>
                    <a:gd name="T4" fmla="*/ 2 w 212"/>
                    <a:gd name="T5" fmla="*/ 354 h 358"/>
                    <a:gd name="T6" fmla="*/ 15 w 212"/>
                    <a:gd name="T7" fmla="*/ 347 h 358"/>
                    <a:gd name="T8" fmla="*/ 55 w 212"/>
                    <a:gd name="T9" fmla="*/ 323 h 358"/>
                    <a:gd name="T10" fmla="*/ 52 w 212"/>
                    <a:gd name="T11" fmla="*/ 327 h 358"/>
                    <a:gd name="T12" fmla="*/ 41 w 212"/>
                    <a:gd name="T13" fmla="*/ 327 h 358"/>
                    <a:gd name="T14" fmla="*/ 84 w 212"/>
                    <a:gd name="T15" fmla="*/ 299 h 358"/>
                    <a:gd name="T16" fmla="*/ 84 w 212"/>
                    <a:gd name="T17" fmla="*/ 309 h 358"/>
                    <a:gd name="T18" fmla="*/ 73 w 212"/>
                    <a:gd name="T19" fmla="*/ 301 h 358"/>
                    <a:gd name="T20" fmla="*/ 165 w 212"/>
                    <a:gd name="T21" fmla="*/ 177 h 358"/>
                    <a:gd name="T22" fmla="*/ 172 w 212"/>
                    <a:gd name="T23" fmla="*/ 184 h 358"/>
                    <a:gd name="T24" fmla="*/ 163 w 212"/>
                    <a:gd name="T25" fmla="*/ 195 h 358"/>
                    <a:gd name="T26" fmla="*/ 146 w 212"/>
                    <a:gd name="T27" fmla="*/ 190 h 358"/>
                    <a:gd name="T28" fmla="*/ 146 w 212"/>
                    <a:gd name="T29" fmla="*/ 183 h 358"/>
                    <a:gd name="T30" fmla="*/ 210 w 212"/>
                    <a:gd name="T31" fmla="*/ 166 h 358"/>
                    <a:gd name="T32" fmla="*/ 210 w 212"/>
                    <a:gd name="T33" fmla="*/ 179 h 358"/>
                    <a:gd name="T34" fmla="*/ 208 w 212"/>
                    <a:gd name="T35" fmla="*/ 181 h 358"/>
                    <a:gd name="T36" fmla="*/ 203 w 212"/>
                    <a:gd name="T37" fmla="*/ 177 h 358"/>
                    <a:gd name="T38" fmla="*/ 205 w 212"/>
                    <a:gd name="T39" fmla="*/ 170 h 358"/>
                    <a:gd name="T40" fmla="*/ 152 w 212"/>
                    <a:gd name="T41" fmla="*/ 140 h 358"/>
                    <a:gd name="T42" fmla="*/ 152 w 212"/>
                    <a:gd name="T43" fmla="*/ 159 h 358"/>
                    <a:gd name="T44" fmla="*/ 146 w 212"/>
                    <a:gd name="T45" fmla="*/ 172 h 358"/>
                    <a:gd name="T46" fmla="*/ 139 w 212"/>
                    <a:gd name="T47" fmla="*/ 179 h 358"/>
                    <a:gd name="T48" fmla="*/ 132 w 212"/>
                    <a:gd name="T49" fmla="*/ 193 h 358"/>
                    <a:gd name="T50" fmla="*/ 126 w 212"/>
                    <a:gd name="T51" fmla="*/ 192 h 358"/>
                    <a:gd name="T52" fmla="*/ 130 w 212"/>
                    <a:gd name="T53" fmla="*/ 181 h 358"/>
                    <a:gd name="T54" fmla="*/ 137 w 212"/>
                    <a:gd name="T55" fmla="*/ 166 h 358"/>
                    <a:gd name="T56" fmla="*/ 146 w 212"/>
                    <a:gd name="T57" fmla="*/ 153 h 358"/>
                    <a:gd name="T58" fmla="*/ 150 w 212"/>
                    <a:gd name="T59" fmla="*/ 139 h 358"/>
                    <a:gd name="T60" fmla="*/ 11 w 212"/>
                    <a:gd name="T61" fmla="*/ 104 h 358"/>
                    <a:gd name="T62" fmla="*/ 20 w 212"/>
                    <a:gd name="T63" fmla="*/ 106 h 358"/>
                    <a:gd name="T64" fmla="*/ 13 w 212"/>
                    <a:gd name="T65" fmla="*/ 109 h 358"/>
                    <a:gd name="T66" fmla="*/ 8 w 212"/>
                    <a:gd name="T67" fmla="*/ 108 h 358"/>
                    <a:gd name="T68" fmla="*/ 4 w 212"/>
                    <a:gd name="T69" fmla="*/ 100 h 358"/>
                    <a:gd name="T70" fmla="*/ 128 w 212"/>
                    <a:gd name="T71" fmla="*/ 93 h 358"/>
                    <a:gd name="T72" fmla="*/ 137 w 212"/>
                    <a:gd name="T73" fmla="*/ 97 h 358"/>
                    <a:gd name="T74" fmla="*/ 148 w 212"/>
                    <a:gd name="T75" fmla="*/ 102 h 358"/>
                    <a:gd name="T76" fmla="*/ 154 w 212"/>
                    <a:gd name="T77" fmla="*/ 115 h 358"/>
                    <a:gd name="T78" fmla="*/ 143 w 212"/>
                    <a:gd name="T79" fmla="*/ 111 h 358"/>
                    <a:gd name="T80" fmla="*/ 137 w 212"/>
                    <a:gd name="T81" fmla="*/ 106 h 358"/>
                    <a:gd name="T82" fmla="*/ 130 w 212"/>
                    <a:gd name="T83" fmla="*/ 104 h 358"/>
                    <a:gd name="T84" fmla="*/ 121 w 212"/>
                    <a:gd name="T85" fmla="*/ 109 h 358"/>
                    <a:gd name="T86" fmla="*/ 125 w 212"/>
                    <a:gd name="T87" fmla="*/ 102 h 358"/>
                    <a:gd name="T88" fmla="*/ 125 w 212"/>
                    <a:gd name="T89" fmla="*/ 95 h 358"/>
                    <a:gd name="T90" fmla="*/ 84 w 212"/>
                    <a:gd name="T91" fmla="*/ 87 h 358"/>
                    <a:gd name="T92" fmla="*/ 83 w 212"/>
                    <a:gd name="T93" fmla="*/ 104 h 358"/>
                    <a:gd name="T94" fmla="*/ 79 w 212"/>
                    <a:gd name="T95" fmla="*/ 100 h 358"/>
                    <a:gd name="T96" fmla="*/ 81 w 212"/>
                    <a:gd name="T97" fmla="*/ 87 h 358"/>
                    <a:gd name="T98" fmla="*/ 79 w 212"/>
                    <a:gd name="T99" fmla="*/ 53 h 358"/>
                    <a:gd name="T100" fmla="*/ 81 w 212"/>
                    <a:gd name="T101" fmla="*/ 66 h 358"/>
                    <a:gd name="T102" fmla="*/ 75 w 212"/>
                    <a:gd name="T103" fmla="*/ 53 h 358"/>
                    <a:gd name="T104" fmla="*/ 165 w 212"/>
                    <a:gd name="T105" fmla="*/ 42 h 358"/>
                    <a:gd name="T106" fmla="*/ 165 w 212"/>
                    <a:gd name="T107" fmla="*/ 47 h 358"/>
                    <a:gd name="T108" fmla="*/ 163 w 212"/>
                    <a:gd name="T109" fmla="*/ 55 h 358"/>
                    <a:gd name="T110" fmla="*/ 152 w 212"/>
                    <a:gd name="T111" fmla="*/ 53 h 358"/>
                    <a:gd name="T112" fmla="*/ 156 w 212"/>
                    <a:gd name="T113" fmla="*/ 40 h 358"/>
                    <a:gd name="T114" fmla="*/ 79 w 212"/>
                    <a:gd name="T115" fmla="*/ 2 h 358"/>
                    <a:gd name="T116" fmla="*/ 79 w 212"/>
                    <a:gd name="T117" fmla="*/ 13 h 358"/>
                    <a:gd name="T118" fmla="*/ 73 w 212"/>
                    <a:gd name="T119" fmla="*/ 3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358">
                      <a:moveTo>
                        <a:pt x="17" y="352"/>
                      </a:moveTo>
                      <a:lnTo>
                        <a:pt x="17" y="354"/>
                      </a:lnTo>
                      <a:lnTo>
                        <a:pt x="15" y="354"/>
                      </a:lnTo>
                      <a:lnTo>
                        <a:pt x="15" y="356"/>
                      </a:lnTo>
                      <a:lnTo>
                        <a:pt x="17" y="356"/>
                      </a:lnTo>
                      <a:lnTo>
                        <a:pt x="15" y="356"/>
                      </a:lnTo>
                      <a:lnTo>
                        <a:pt x="15" y="354"/>
                      </a:lnTo>
                      <a:lnTo>
                        <a:pt x="15" y="356"/>
                      </a:lnTo>
                      <a:lnTo>
                        <a:pt x="15" y="354"/>
                      </a:lnTo>
                      <a:lnTo>
                        <a:pt x="13" y="354"/>
                      </a:lnTo>
                      <a:lnTo>
                        <a:pt x="15" y="354"/>
                      </a:lnTo>
                      <a:lnTo>
                        <a:pt x="15" y="352"/>
                      </a:lnTo>
                      <a:lnTo>
                        <a:pt x="15" y="354"/>
                      </a:lnTo>
                      <a:lnTo>
                        <a:pt x="15" y="352"/>
                      </a:lnTo>
                      <a:lnTo>
                        <a:pt x="13" y="352"/>
                      </a:lnTo>
                      <a:lnTo>
                        <a:pt x="13" y="354"/>
                      </a:lnTo>
                      <a:lnTo>
                        <a:pt x="13" y="352"/>
                      </a:lnTo>
                      <a:lnTo>
                        <a:pt x="11" y="352"/>
                      </a:lnTo>
                      <a:lnTo>
                        <a:pt x="13" y="351"/>
                      </a:lnTo>
                      <a:lnTo>
                        <a:pt x="11" y="351"/>
                      </a:lnTo>
                      <a:lnTo>
                        <a:pt x="11" y="352"/>
                      </a:lnTo>
                      <a:lnTo>
                        <a:pt x="11" y="354"/>
                      </a:lnTo>
                      <a:lnTo>
                        <a:pt x="11" y="352"/>
                      </a:lnTo>
                      <a:lnTo>
                        <a:pt x="11" y="354"/>
                      </a:lnTo>
                      <a:lnTo>
                        <a:pt x="10" y="354"/>
                      </a:lnTo>
                      <a:lnTo>
                        <a:pt x="11" y="354"/>
                      </a:lnTo>
                      <a:lnTo>
                        <a:pt x="10" y="354"/>
                      </a:lnTo>
                      <a:lnTo>
                        <a:pt x="8" y="354"/>
                      </a:lnTo>
                      <a:lnTo>
                        <a:pt x="8" y="356"/>
                      </a:lnTo>
                      <a:lnTo>
                        <a:pt x="8" y="354"/>
                      </a:lnTo>
                      <a:lnTo>
                        <a:pt x="8" y="356"/>
                      </a:lnTo>
                      <a:lnTo>
                        <a:pt x="6" y="356"/>
                      </a:lnTo>
                      <a:lnTo>
                        <a:pt x="6" y="358"/>
                      </a:lnTo>
                      <a:lnTo>
                        <a:pt x="6" y="356"/>
                      </a:lnTo>
                      <a:lnTo>
                        <a:pt x="6" y="358"/>
                      </a:lnTo>
                      <a:lnTo>
                        <a:pt x="4" y="358"/>
                      </a:lnTo>
                      <a:lnTo>
                        <a:pt x="2" y="358"/>
                      </a:lnTo>
                      <a:lnTo>
                        <a:pt x="0" y="358"/>
                      </a:lnTo>
                      <a:lnTo>
                        <a:pt x="0" y="356"/>
                      </a:lnTo>
                      <a:lnTo>
                        <a:pt x="2" y="356"/>
                      </a:lnTo>
                      <a:lnTo>
                        <a:pt x="0" y="356"/>
                      </a:lnTo>
                      <a:lnTo>
                        <a:pt x="2" y="354"/>
                      </a:lnTo>
                      <a:lnTo>
                        <a:pt x="4" y="354"/>
                      </a:lnTo>
                      <a:lnTo>
                        <a:pt x="6" y="354"/>
                      </a:lnTo>
                      <a:lnTo>
                        <a:pt x="6" y="352"/>
                      </a:lnTo>
                      <a:lnTo>
                        <a:pt x="8" y="352"/>
                      </a:lnTo>
                      <a:lnTo>
                        <a:pt x="8" y="351"/>
                      </a:lnTo>
                      <a:lnTo>
                        <a:pt x="8" y="352"/>
                      </a:lnTo>
                      <a:lnTo>
                        <a:pt x="10" y="351"/>
                      </a:lnTo>
                      <a:lnTo>
                        <a:pt x="10" y="352"/>
                      </a:lnTo>
                      <a:lnTo>
                        <a:pt x="10" y="351"/>
                      </a:lnTo>
                      <a:lnTo>
                        <a:pt x="11" y="351"/>
                      </a:lnTo>
                      <a:lnTo>
                        <a:pt x="11" y="349"/>
                      </a:lnTo>
                      <a:lnTo>
                        <a:pt x="13" y="349"/>
                      </a:lnTo>
                      <a:lnTo>
                        <a:pt x="13" y="347"/>
                      </a:lnTo>
                      <a:lnTo>
                        <a:pt x="15" y="347"/>
                      </a:lnTo>
                      <a:lnTo>
                        <a:pt x="15" y="349"/>
                      </a:lnTo>
                      <a:lnTo>
                        <a:pt x="17" y="349"/>
                      </a:lnTo>
                      <a:lnTo>
                        <a:pt x="17" y="351"/>
                      </a:lnTo>
                      <a:lnTo>
                        <a:pt x="17" y="349"/>
                      </a:lnTo>
                      <a:lnTo>
                        <a:pt x="17" y="351"/>
                      </a:lnTo>
                      <a:lnTo>
                        <a:pt x="17" y="352"/>
                      </a:lnTo>
                      <a:close/>
                      <a:moveTo>
                        <a:pt x="48" y="321"/>
                      </a:moveTo>
                      <a:lnTo>
                        <a:pt x="50" y="321"/>
                      </a:lnTo>
                      <a:lnTo>
                        <a:pt x="50" y="323"/>
                      </a:lnTo>
                      <a:lnTo>
                        <a:pt x="52" y="323"/>
                      </a:lnTo>
                      <a:lnTo>
                        <a:pt x="52" y="325"/>
                      </a:lnTo>
                      <a:lnTo>
                        <a:pt x="52" y="323"/>
                      </a:lnTo>
                      <a:lnTo>
                        <a:pt x="53" y="323"/>
                      </a:lnTo>
                      <a:lnTo>
                        <a:pt x="55" y="323"/>
                      </a:lnTo>
                      <a:lnTo>
                        <a:pt x="57" y="323"/>
                      </a:lnTo>
                      <a:lnTo>
                        <a:pt x="57" y="325"/>
                      </a:lnTo>
                      <a:lnTo>
                        <a:pt x="57" y="323"/>
                      </a:lnTo>
                      <a:lnTo>
                        <a:pt x="59" y="323"/>
                      </a:lnTo>
                      <a:lnTo>
                        <a:pt x="59" y="325"/>
                      </a:lnTo>
                      <a:lnTo>
                        <a:pt x="59" y="327"/>
                      </a:lnTo>
                      <a:lnTo>
                        <a:pt x="57" y="327"/>
                      </a:lnTo>
                      <a:lnTo>
                        <a:pt x="55" y="327"/>
                      </a:lnTo>
                      <a:lnTo>
                        <a:pt x="55" y="329"/>
                      </a:lnTo>
                      <a:lnTo>
                        <a:pt x="53" y="329"/>
                      </a:lnTo>
                      <a:lnTo>
                        <a:pt x="55" y="329"/>
                      </a:lnTo>
                      <a:lnTo>
                        <a:pt x="53" y="329"/>
                      </a:lnTo>
                      <a:lnTo>
                        <a:pt x="52" y="329"/>
                      </a:lnTo>
                      <a:lnTo>
                        <a:pt x="52" y="327"/>
                      </a:lnTo>
                      <a:lnTo>
                        <a:pt x="52" y="325"/>
                      </a:lnTo>
                      <a:lnTo>
                        <a:pt x="50" y="325"/>
                      </a:lnTo>
                      <a:lnTo>
                        <a:pt x="50" y="327"/>
                      </a:lnTo>
                      <a:lnTo>
                        <a:pt x="48" y="327"/>
                      </a:lnTo>
                      <a:lnTo>
                        <a:pt x="48" y="329"/>
                      </a:lnTo>
                      <a:lnTo>
                        <a:pt x="46" y="329"/>
                      </a:lnTo>
                      <a:lnTo>
                        <a:pt x="46" y="327"/>
                      </a:lnTo>
                      <a:lnTo>
                        <a:pt x="46" y="329"/>
                      </a:lnTo>
                      <a:lnTo>
                        <a:pt x="46" y="327"/>
                      </a:lnTo>
                      <a:lnTo>
                        <a:pt x="44" y="327"/>
                      </a:lnTo>
                      <a:lnTo>
                        <a:pt x="42" y="327"/>
                      </a:lnTo>
                      <a:lnTo>
                        <a:pt x="42" y="329"/>
                      </a:lnTo>
                      <a:lnTo>
                        <a:pt x="41" y="329"/>
                      </a:lnTo>
                      <a:lnTo>
                        <a:pt x="41" y="327"/>
                      </a:lnTo>
                      <a:lnTo>
                        <a:pt x="39" y="327"/>
                      </a:lnTo>
                      <a:lnTo>
                        <a:pt x="39" y="325"/>
                      </a:lnTo>
                      <a:lnTo>
                        <a:pt x="41" y="325"/>
                      </a:lnTo>
                      <a:lnTo>
                        <a:pt x="41" y="323"/>
                      </a:lnTo>
                      <a:lnTo>
                        <a:pt x="42" y="323"/>
                      </a:lnTo>
                      <a:lnTo>
                        <a:pt x="42" y="321"/>
                      </a:lnTo>
                      <a:lnTo>
                        <a:pt x="44" y="321"/>
                      </a:lnTo>
                      <a:lnTo>
                        <a:pt x="46" y="321"/>
                      </a:lnTo>
                      <a:lnTo>
                        <a:pt x="48" y="321"/>
                      </a:lnTo>
                      <a:close/>
                      <a:moveTo>
                        <a:pt x="83" y="298"/>
                      </a:moveTo>
                      <a:lnTo>
                        <a:pt x="83" y="299"/>
                      </a:lnTo>
                      <a:lnTo>
                        <a:pt x="83" y="298"/>
                      </a:lnTo>
                      <a:lnTo>
                        <a:pt x="84" y="298"/>
                      </a:lnTo>
                      <a:lnTo>
                        <a:pt x="84" y="299"/>
                      </a:lnTo>
                      <a:lnTo>
                        <a:pt x="86" y="299"/>
                      </a:lnTo>
                      <a:lnTo>
                        <a:pt x="88" y="301"/>
                      </a:lnTo>
                      <a:lnTo>
                        <a:pt x="88" y="299"/>
                      </a:lnTo>
                      <a:lnTo>
                        <a:pt x="88" y="301"/>
                      </a:lnTo>
                      <a:lnTo>
                        <a:pt x="90" y="301"/>
                      </a:lnTo>
                      <a:lnTo>
                        <a:pt x="92" y="301"/>
                      </a:lnTo>
                      <a:lnTo>
                        <a:pt x="92" y="303"/>
                      </a:lnTo>
                      <a:lnTo>
                        <a:pt x="90" y="303"/>
                      </a:lnTo>
                      <a:lnTo>
                        <a:pt x="88" y="303"/>
                      </a:lnTo>
                      <a:lnTo>
                        <a:pt x="86" y="303"/>
                      </a:lnTo>
                      <a:lnTo>
                        <a:pt x="86" y="305"/>
                      </a:lnTo>
                      <a:lnTo>
                        <a:pt x="86" y="307"/>
                      </a:lnTo>
                      <a:lnTo>
                        <a:pt x="86" y="309"/>
                      </a:lnTo>
                      <a:lnTo>
                        <a:pt x="84" y="309"/>
                      </a:lnTo>
                      <a:lnTo>
                        <a:pt x="83" y="309"/>
                      </a:lnTo>
                      <a:lnTo>
                        <a:pt x="81" y="309"/>
                      </a:lnTo>
                      <a:lnTo>
                        <a:pt x="79" y="309"/>
                      </a:lnTo>
                      <a:lnTo>
                        <a:pt x="79" y="310"/>
                      </a:lnTo>
                      <a:lnTo>
                        <a:pt x="77" y="310"/>
                      </a:lnTo>
                      <a:lnTo>
                        <a:pt x="77" y="309"/>
                      </a:lnTo>
                      <a:lnTo>
                        <a:pt x="77" y="307"/>
                      </a:lnTo>
                      <a:lnTo>
                        <a:pt x="75" y="307"/>
                      </a:lnTo>
                      <a:lnTo>
                        <a:pt x="75" y="305"/>
                      </a:lnTo>
                      <a:lnTo>
                        <a:pt x="75" y="303"/>
                      </a:lnTo>
                      <a:lnTo>
                        <a:pt x="73" y="303"/>
                      </a:lnTo>
                      <a:lnTo>
                        <a:pt x="72" y="303"/>
                      </a:lnTo>
                      <a:lnTo>
                        <a:pt x="72" y="301"/>
                      </a:lnTo>
                      <a:lnTo>
                        <a:pt x="73" y="301"/>
                      </a:lnTo>
                      <a:lnTo>
                        <a:pt x="73" y="299"/>
                      </a:lnTo>
                      <a:lnTo>
                        <a:pt x="75" y="299"/>
                      </a:lnTo>
                      <a:lnTo>
                        <a:pt x="75" y="301"/>
                      </a:lnTo>
                      <a:lnTo>
                        <a:pt x="75" y="299"/>
                      </a:lnTo>
                      <a:lnTo>
                        <a:pt x="77" y="299"/>
                      </a:lnTo>
                      <a:lnTo>
                        <a:pt x="79" y="299"/>
                      </a:lnTo>
                      <a:lnTo>
                        <a:pt x="79" y="298"/>
                      </a:lnTo>
                      <a:lnTo>
                        <a:pt x="81" y="298"/>
                      </a:lnTo>
                      <a:lnTo>
                        <a:pt x="83" y="298"/>
                      </a:lnTo>
                      <a:close/>
                      <a:moveTo>
                        <a:pt x="161" y="175"/>
                      </a:moveTo>
                      <a:lnTo>
                        <a:pt x="163" y="175"/>
                      </a:lnTo>
                      <a:lnTo>
                        <a:pt x="163" y="177"/>
                      </a:lnTo>
                      <a:lnTo>
                        <a:pt x="165" y="175"/>
                      </a:lnTo>
                      <a:lnTo>
                        <a:pt x="165" y="177"/>
                      </a:lnTo>
                      <a:lnTo>
                        <a:pt x="167" y="177"/>
                      </a:lnTo>
                      <a:lnTo>
                        <a:pt x="167" y="179"/>
                      </a:lnTo>
                      <a:lnTo>
                        <a:pt x="168" y="179"/>
                      </a:lnTo>
                      <a:lnTo>
                        <a:pt x="170" y="179"/>
                      </a:lnTo>
                      <a:lnTo>
                        <a:pt x="170" y="181"/>
                      </a:lnTo>
                      <a:lnTo>
                        <a:pt x="172" y="181"/>
                      </a:lnTo>
                      <a:lnTo>
                        <a:pt x="172" y="183"/>
                      </a:lnTo>
                      <a:lnTo>
                        <a:pt x="170" y="183"/>
                      </a:lnTo>
                      <a:lnTo>
                        <a:pt x="170" y="181"/>
                      </a:lnTo>
                      <a:lnTo>
                        <a:pt x="170" y="183"/>
                      </a:lnTo>
                      <a:lnTo>
                        <a:pt x="170" y="181"/>
                      </a:lnTo>
                      <a:lnTo>
                        <a:pt x="170" y="183"/>
                      </a:lnTo>
                      <a:lnTo>
                        <a:pt x="170" y="184"/>
                      </a:lnTo>
                      <a:lnTo>
                        <a:pt x="172" y="184"/>
                      </a:lnTo>
                      <a:lnTo>
                        <a:pt x="170" y="186"/>
                      </a:lnTo>
                      <a:lnTo>
                        <a:pt x="170" y="188"/>
                      </a:lnTo>
                      <a:lnTo>
                        <a:pt x="172" y="188"/>
                      </a:lnTo>
                      <a:lnTo>
                        <a:pt x="172" y="190"/>
                      </a:lnTo>
                      <a:lnTo>
                        <a:pt x="170" y="190"/>
                      </a:lnTo>
                      <a:lnTo>
                        <a:pt x="170" y="192"/>
                      </a:lnTo>
                      <a:lnTo>
                        <a:pt x="168" y="192"/>
                      </a:lnTo>
                      <a:lnTo>
                        <a:pt x="168" y="190"/>
                      </a:lnTo>
                      <a:lnTo>
                        <a:pt x="167" y="190"/>
                      </a:lnTo>
                      <a:lnTo>
                        <a:pt x="167" y="192"/>
                      </a:lnTo>
                      <a:lnTo>
                        <a:pt x="165" y="192"/>
                      </a:lnTo>
                      <a:lnTo>
                        <a:pt x="165" y="193"/>
                      </a:lnTo>
                      <a:lnTo>
                        <a:pt x="163" y="193"/>
                      </a:lnTo>
                      <a:lnTo>
                        <a:pt x="163" y="195"/>
                      </a:lnTo>
                      <a:lnTo>
                        <a:pt x="161" y="195"/>
                      </a:lnTo>
                      <a:lnTo>
                        <a:pt x="159" y="195"/>
                      </a:lnTo>
                      <a:lnTo>
                        <a:pt x="157" y="195"/>
                      </a:lnTo>
                      <a:lnTo>
                        <a:pt x="156" y="195"/>
                      </a:lnTo>
                      <a:lnTo>
                        <a:pt x="154" y="195"/>
                      </a:lnTo>
                      <a:lnTo>
                        <a:pt x="152" y="195"/>
                      </a:lnTo>
                      <a:lnTo>
                        <a:pt x="150" y="195"/>
                      </a:lnTo>
                      <a:lnTo>
                        <a:pt x="148" y="195"/>
                      </a:lnTo>
                      <a:lnTo>
                        <a:pt x="146" y="193"/>
                      </a:lnTo>
                      <a:lnTo>
                        <a:pt x="145" y="193"/>
                      </a:lnTo>
                      <a:lnTo>
                        <a:pt x="146" y="192"/>
                      </a:lnTo>
                      <a:lnTo>
                        <a:pt x="145" y="192"/>
                      </a:lnTo>
                      <a:lnTo>
                        <a:pt x="146" y="192"/>
                      </a:lnTo>
                      <a:lnTo>
                        <a:pt x="146" y="190"/>
                      </a:lnTo>
                      <a:lnTo>
                        <a:pt x="146" y="192"/>
                      </a:lnTo>
                      <a:lnTo>
                        <a:pt x="146" y="190"/>
                      </a:lnTo>
                      <a:lnTo>
                        <a:pt x="145" y="190"/>
                      </a:lnTo>
                      <a:lnTo>
                        <a:pt x="143" y="190"/>
                      </a:lnTo>
                      <a:lnTo>
                        <a:pt x="143" y="188"/>
                      </a:lnTo>
                      <a:lnTo>
                        <a:pt x="145" y="188"/>
                      </a:lnTo>
                      <a:lnTo>
                        <a:pt x="143" y="188"/>
                      </a:lnTo>
                      <a:lnTo>
                        <a:pt x="145" y="188"/>
                      </a:lnTo>
                      <a:lnTo>
                        <a:pt x="145" y="186"/>
                      </a:lnTo>
                      <a:lnTo>
                        <a:pt x="143" y="186"/>
                      </a:lnTo>
                      <a:lnTo>
                        <a:pt x="145" y="186"/>
                      </a:lnTo>
                      <a:lnTo>
                        <a:pt x="145" y="184"/>
                      </a:lnTo>
                      <a:lnTo>
                        <a:pt x="146" y="184"/>
                      </a:lnTo>
                      <a:lnTo>
                        <a:pt x="146" y="183"/>
                      </a:lnTo>
                      <a:lnTo>
                        <a:pt x="146" y="184"/>
                      </a:lnTo>
                      <a:lnTo>
                        <a:pt x="148" y="184"/>
                      </a:lnTo>
                      <a:lnTo>
                        <a:pt x="148" y="183"/>
                      </a:lnTo>
                      <a:lnTo>
                        <a:pt x="150" y="183"/>
                      </a:lnTo>
                      <a:lnTo>
                        <a:pt x="152" y="183"/>
                      </a:lnTo>
                      <a:lnTo>
                        <a:pt x="152" y="181"/>
                      </a:lnTo>
                      <a:lnTo>
                        <a:pt x="154" y="181"/>
                      </a:lnTo>
                      <a:lnTo>
                        <a:pt x="154" y="179"/>
                      </a:lnTo>
                      <a:lnTo>
                        <a:pt x="156" y="177"/>
                      </a:lnTo>
                      <a:lnTo>
                        <a:pt x="156" y="175"/>
                      </a:lnTo>
                      <a:lnTo>
                        <a:pt x="157" y="175"/>
                      </a:lnTo>
                      <a:lnTo>
                        <a:pt x="159" y="175"/>
                      </a:lnTo>
                      <a:lnTo>
                        <a:pt x="161" y="175"/>
                      </a:lnTo>
                      <a:close/>
                      <a:moveTo>
                        <a:pt x="210" y="166"/>
                      </a:moveTo>
                      <a:lnTo>
                        <a:pt x="210" y="168"/>
                      </a:lnTo>
                      <a:lnTo>
                        <a:pt x="210" y="170"/>
                      </a:lnTo>
                      <a:lnTo>
                        <a:pt x="210" y="172"/>
                      </a:lnTo>
                      <a:lnTo>
                        <a:pt x="208" y="172"/>
                      </a:lnTo>
                      <a:lnTo>
                        <a:pt x="210" y="172"/>
                      </a:lnTo>
                      <a:lnTo>
                        <a:pt x="210" y="173"/>
                      </a:lnTo>
                      <a:lnTo>
                        <a:pt x="210" y="175"/>
                      </a:lnTo>
                      <a:lnTo>
                        <a:pt x="208" y="175"/>
                      </a:lnTo>
                      <a:lnTo>
                        <a:pt x="210" y="175"/>
                      </a:lnTo>
                      <a:lnTo>
                        <a:pt x="210" y="173"/>
                      </a:lnTo>
                      <a:lnTo>
                        <a:pt x="210" y="175"/>
                      </a:lnTo>
                      <a:lnTo>
                        <a:pt x="210" y="177"/>
                      </a:lnTo>
                      <a:lnTo>
                        <a:pt x="212" y="179"/>
                      </a:lnTo>
                      <a:lnTo>
                        <a:pt x="210" y="179"/>
                      </a:lnTo>
                      <a:lnTo>
                        <a:pt x="210" y="181"/>
                      </a:lnTo>
                      <a:lnTo>
                        <a:pt x="212" y="181"/>
                      </a:lnTo>
                      <a:lnTo>
                        <a:pt x="210" y="181"/>
                      </a:lnTo>
                      <a:lnTo>
                        <a:pt x="210" y="183"/>
                      </a:lnTo>
                      <a:lnTo>
                        <a:pt x="210" y="184"/>
                      </a:lnTo>
                      <a:lnTo>
                        <a:pt x="212" y="184"/>
                      </a:lnTo>
                      <a:lnTo>
                        <a:pt x="212" y="186"/>
                      </a:lnTo>
                      <a:lnTo>
                        <a:pt x="210" y="186"/>
                      </a:lnTo>
                      <a:lnTo>
                        <a:pt x="210" y="184"/>
                      </a:lnTo>
                      <a:lnTo>
                        <a:pt x="210" y="183"/>
                      </a:lnTo>
                      <a:lnTo>
                        <a:pt x="208" y="183"/>
                      </a:lnTo>
                      <a:lnTo>
                        <a:pt x="208" y="181"/>
                      </a:lnTo>
                      <a:lnTo>
                        <a:pt x="208" y="183"/>
                      </a:lnTo>
                      <a:lnTo>
                        <a:pt x="208" y="181"/>
                      </a:lnTo>
                      <a:lnTo>
                        <a:pt x="207" y="181"/>
                      </a:lnTo>
                      <a:lnTo>
                        <a:pt x="207" y="183"/>
                      </a:lnTo>
                      <a:lnTo>
                        <a:pt x="207" y="181"/>
                      </a:lnTo>
                      <a:lnTo>
                        <a:pt x="208" y="181"/>
                      </a:lnTo>
                      <a:lnTo>
                        <a:pt x="208" y="179"/>
                      </a:lnTo>
                      <a:lnTo>
                        <a:pt x="207" y="179"/>
                      </a:lnTo>
                      <a:lnTo>
                        <a:pt x="208" y="179"/>
                      </a:lnTo>
                      <a:lnTo>
                        <a:pt x="207" y="177"/>
                      </a:lnTo>
                      <a:lnTo>
                        <a:pt x="207" y="179"/>
                      </a:lnTo>
                      <a:lnTo>
                        <a:pt x="207" y="177"/>
                      </a:lnTo>
                      <a:lnTo>
                        <a:pt x="207" y="179"/>
                      </a:lnTo>
                      <a:lnTo>
                        <a:pt x="205" y="179"/>
                      </a:lnTo>
                      <a:lnTo>
                        <a:pt x="205" y="177"/>
                      </a:lnTo>
                      <a:lnTo>
                        <a:pt x="203" y="177"/>
                      </a:lnTo>
                      <a:lnTo>
                        <a:pt x="203" y="175"/>
                      </a:lnTo>
                      <a:lnTo>
                        <a:pt x="203" y="177"/>
                      </a:lnTo>
                      <a:lnTo>
                        <a:pt x="205" y="177"/>
                      </a:lnTo>
                      <a:lnTo>
                        <a:pt x="205" y="175"/>
                      </a:lnTo>
                      <a:lnTo>
                        <a:pt x="205" y="173"/>
                      </a:lnTo>
                      <a:lnTo>
                        <a:pt x="205" y="175"/>
                      </a:lnTo>
                      <a:lnTo>
                        <a:pt x="205" y="173"/>
                      </a:lnTo>
                      <a:lnTo>
                        <a:pt x="207" y="173"/>
                      </a:lnTo>
                      <a:lnTo>
                        <a:pt x="205" y="173"/>
                      </a:lnTo>
                      <a:lnTo>
                        <a:pt x="205" y="172"/>
                      </a:lnTo>
                      <a:lnTo>
                        <a:pt x="207" y="172"/>
                      </a:lnTo>
                      <a:lnTo>
                        <a:pt x="205" y="172"/>
                      </a:lnTo>
                      <a:lnTo>
                        <a:pt x="207" y="170"/>
                      </a:lnTo>
                      <a:lnTo>
                        <a:pt x="205" y="170"/>
                      </a:lnTo>
                      <a:lnTo>
                        <a:pt x="205" y="172"/>
                      </a:lnTo>
                      <a:lnTo>
                        <a:pt x="205" y="170"/>
                      </a:lnTo>
                      <a:lnTo>
                        <a:pt x="207" y="170"/>
                      </a:lnTo>
                      <a:lnTo>
                        <a:pt x="207" y="168"/>
                      </a:lnTo>
                      <a:lnTo>
                        <a:pt x="208" y="168"/>
                      </a:lnTo>
                      <a:lnTo>
                        <a:pt x="208" y="166"/>
                      </a:lnTo>
                      <a:lnTo>
                        <a:pt x="208" y="164"/>
                      </a:lnTo>
                      <a:lnTo>
                        <a:pt x="210" y="164"/>
                      </a:lnTo>
                      <a:lnTo>
                        <a:pt x="210" y="166"/>
                      </a:lnTo>
                      <a:close/>
                      <a:moveTo>
                        <a:pt x="154" y="135"/>
                      </a:moveTo>
                      <a:lnTo>
                        <a:pt x="154" y="137"/>
                      </a:lnTo>
                      <a:lnTo>
                        <a:pt x="152" y="137"/>
                      </a:lnTo>
                      <a:lnTo>
                        <a:pt x="152" y="139"/>
                      </a:lnTo>
                      <a:lnTo>
                        <a:pt x="152" y="140"/>
                      </a:lnTo>
                      <a:lnTo>
                        <a:pt x="150" y="142"/>
                      </a:lnTo>
                      <a:lnTo>
                        <a:pt x="150" y="144"/>
                      </a:lnTo>
                      <a:lnTo>
                        <a:pt x="152" y="142"/>
                      </a:lnTo>
                      <a:lnTo>
                        <a:pt x="152" y="144"/>
                      </a:lnTo>
                      <a:lnTo>
                        <a:pt x="152" y="146"/>
                      </a:lnTo>
                      <a:lnTo>
                        <a:pt x="152" y="148"/>
                      </a:lnTo>
                      <a:lnTo>
                        <a:pt x="152" y="150"/>
                      </a:lnTo>
                      <a:lnTo>
                        <a:pt x="154" y="150"/>
                      </a:lnTo>
                      <a:lnTo>
                        <a:pt x="152" y="150"/>
                      </a:lnTo>
                      <a:lnTo>
                        <a:pt x="152" y="151"/>
                      </a:lnTo>
                      <a:lnTo>
                        <a:pt x="152" y="153"/>
                      </a:lnTo>
                      <a:lnTo>
                        <a:pt x="152" y="155"/>
                      </a:lnTo>
                      <a:lnTo>
                        <a:pt x="152" y="157"/>
                      </a:lnTo>
                      <a:lnTo>
                        <a:pt x="152" y="159"/>
                      </a:lnTo>
                      <a:lnTo>
                        <a:pt x="152" y="161"/>
                      </a:lnTo>
                      <a:lnTo>
                        <a:pt x="152" y="162"/>
                      </a:lnTo>
                      <a:lnTo>
                        <a:pt x="152" y="164"/>
                      </a:lnTo>
                      <a:lnTo>
                        <a:pt x="152" y="166"/>
                      </a:lnTo>
                      <a:lnTo>
                        <a:pt x="150" y="166"/>
                      </a:lnTo>
                      <a:lnTo>
                        <a:pt x="152" y="166"/>
                      </a:lnTo>
                      <a:lnTo>
                        <a:pt x="152" y="168"/>
                      </a:lnTo>
                      <a:lnTo>
                        <a:pt x="150" y="168"/>
                      </a:lnTo>
                      <a:lnTo>
                        <a:pt x="150" y="170"/>
                      </a:lnTo>
                      <a:lnTo>
                        <a:pt x="150" y="168"/>
                      </a:lnTo>
                      <a:lnTo>
                        <a:pt x="150" y="170"/>
                      </a:lnTo>
                      <a:lnTo>
                        <a:pt x="148" y="170"/>
                      </a:lnTo>
                      <a:lnTo>
                        <a:pt x="146" y="170"/>
                      </a:lnTo>
                      <a:lnTo>
                        <a:pt x="146" y="172"/>
                      </a:lnTo>
                      <a:lnTo>
                        <a:pt x="145" y="172"/>
                      </a:lnTo>
                      <a:lnTo>
                        <a:pt x="145" y="173"/>
                      </a:lnTo>
                      <a:lnTo>
                        <a:pt x="145" y="172"/>
                      </a:lnTo>
                      <a:lnTo>
                        <a:pt x="145" y="173"/>
                      </a:lnTo>
                      <a:lnTo>
                        <a:pt x="145" y="172"/>
                      </a:lnTo>
                      <a:lnTo>
                        <a:pt x="143" y="172"/>
                      </a:lnTo>
                      <a:lnTo>
                        <a:pt x="143" y="173"/>
                      </a:lnTo>
                      <a:lnTo>
                        <a:pt x="141" y="173"/>
                      </a:lnTo>
                      <a:lnTo>
                        <a:pt x="141" y="175"/>
                      </a:lnTo>
                      <a:lnTo>
                        <a:pt x="139" y="175"/>
                      </a:lnTo>
                      <a:lnTo>
                        <a:pt x="139" y="177"/>
                      </a:lnTo>
                      <a:lnTo>
                        <a:pt x="139" y="179"/>
                      </a:lnTo>
                      <a:lnTo>
                        <a:pt x="139" y="177"/>
                      </a:lnTo>
                      <a:lnTo>
                        <a:pt x="139" y="179"/>
                      </a:lnTo>
                      <a:lnTo>
                        <a:pt x="139" y="177"/>
                      </a:lnTo>
                      <a:lnTo>
                        <a:pt x="137" y="177"/>
                      </a:lnTo>
                      <a:lnTo>
                        <a:pt x="137" y="179"/>
                      </a:lnTo>
                      <a:lnTo>
                        <a:pt x="137" y="181"/>
                      </a:lnTo>
                      <a:lnTo>
                        <a:pt x="137" y="183"/>
                      </a:lnTo>
                      <a:lnTo>
                        <a:pt x="137" y="184"/>
                      </a:lnTo>
                      <a:lnTo>
                        <a:pt x="137" y="186"/>
                      </a:lnTo>
                      <a:lnTo>
                        <a:pt x="135" y="186"/>
                      </a:lnTo>
                      <a:lnTo>
                        <a:pt x="135" y="188"/>
                      </a:lnTo>
                      <a:lnTo>
                        <a:pt x="134" y="188"/>
                      </a:lnTo>
                      <a:lnTo>
                        <a:pt x="134" y="190"/>
                      </a:lnTo>
                      <a:lnTo>
                        <a:pt x="134" y="192"/>
                      </a:lnTo>
                      <a:lnTo>
                        <a:pt x="134" y="193"/>
                      </a:lnTo>
                      <a:lnTo>
                        <a:pt x="132" y="193"/>
                      </a:lnTo>
                      <a:lnTo>
                        <a:pt x="132" y="195"/>
                      </a:lnTo>
                      <a:lnTo>
                        <a:pt x="132" y="197"/>
                      </a:lnTo>
                      <a:lnTo>
                        <a:pt x="130" y="197"/>
                      </a:lnTo>
                      <a:lnTo>
                        <a:pt x="130" y="199"/>
                      </a:lnTo>
                      <a:lnTo>
                        <a:pt x="128" y="199"/>
                      </a:lnTo>
                      <a:lnTo>
                        <a:pt x="128" y="201"/>
                      </a:lnTo>
                      <a:lnTo>
                        <a:pt x="128" y="203"/>
                      </a:lnTo>
                      <a:lnTo>
                        <a:pt x="126" y="203"/>
                      </a:lnTo>
                      <a:lnTo>
                        <a:pt x="126" y="201"/>
                      </a:lnTo>
                      <a:lnTo>
                        <a:pt x="126" y="199"/>
                      </a:lnTo>
                      <a:lnTo>
                        <a:pt x="126" y="197"/>
                      </a:lnTo>
                      <a:lnTo>
                        <a:pt x="126" y="195"/>
                      </a:lnTo>
                      <a:lnTo>
                        <a:pt x="126" y="193"/>
                      </a:lnTo>
                      <a:lnTo>
                        <a:pt x="126" y="192"/>
                      </a:lnTo>
                      <a:lnTo>
                        <a:pt x="128" y="190"/>
                      </a:lnTo>
                      <a:lnTo>
                        <a:pt x="128" y="188"/>
                      </a:lnTo>
                      <a:lnTo>
                        <a:pt x="128" y="186"/>
                      </a:lnTo>
                      <a:lnTo>
                        <a:pt x="130" y="186"/>
                      </a:lnTo>
                      <a:lnTo>
                        <a:pt x="130" y="184"/>
                      </a:lnTo>
                      <a:lnTo>
                        <a:pt x="130" y="183"/>
                      </a:lnTo>
                      <a:lnTo>
                        <a:pt x="128" y="183"/>
                      </a:lnTo>
                      <a:lnTo>
                        <a:pt x="128" y="181"/>
                      </a:lnTo>
                      <a:lnTo>
                        <a:pt x="130" y="181"/>
                      </a:lnTo>
                      <a:lnTo>
                        <a:pt x="128" y="183"/>
                      </a:lnTo>
                      <a:lnTo>
                        <a:pt x="130" y="183"/>
                      </a:lnTo>
                      <a:lnTo>
                        <a:pt x="128" y="183"/>
                      </a:lnTo>
                      <a:lnTo>
                        <a:pt x="130" y="183"/>
                      </a:lnTo>
                      <a:lnTo>
                        <a:pt x="130" y="181"/>
                      </a:lnTo>
                      <a:lnTo>
                        <a:pt x="130" y="179"/>
                      </a:lnTo>
                      <a:lnTo>
                        <a:pt x="132" y="179"/>
                      </a:lnTo>
                      <a:lnTo>
                        <a:pt x="132" y="177"/>
                      </a:lnTo>
                      <a:lnTo>
                        <a:pt x="134" y="177"/>
                      </a:lnTo>
                      <a:lnTo>
                        <a:pt x="132" y="177"/>
                      </a:lnTo>
                      <a:lnTo>
                        <a:pt x="134" y="177"/>
                      </a:lnTo>
                      <a:lnTo>
                        <a:pt x="134" y="175"/>
                      </a:lnTo>
                      <a:lnTo>
                        <a:pt x="134" y="173"/>
                      </a:lnTo>
                      <a:lnTo>
                        <a:pt x="135" y="173"/>
                      </a:lnTo>
                      <a:lnTo>
                        <a:pt x="135" y="172"/>
                      </a:lnTo>
                      <a:lnTo>
                        <a:pt x="135" y="170"/>
                      </a:lnTo>
                      <a:lnTo>
                        <a:pt x="135" y="168"/>
                      </a:lnTo>
                      <a:lnTo>
                        <a:pt x="137" y="168"/>
                      </a:lnTo>
                      <a:lnTo>
                        <a:pt x="137" y="166"/>
                      </a:lnTo>
                      <a:lnTo>
                        <a:pt x="139" y="166"/>
                      </a:lnTo>
                      <a:lnTo>
                        <a:pt x="139" y="164"/>
                      </a:lnTo>
                      <a:lnTo>
                        <a:pt x="141" y="164"/>
                      </a:lnTo>
                      <a:lnTo>
                        <a:pt x="141" y="162"/>
                      </a:lnTo>
                      <a:lnTo>
                        <a:pt x="141" y="161"/>
                      </a:lnTo>
                      <a:lnTo>
                        <a:pt x="141" y="159"/>
                      </a:lnTo>
                      <a:lnTo>
                        <a:pt x="143" y="159"/>
                      </a:lnTo>
                      <a:lnTo>
                        <a:pt x="141" y="159"/>
                      </a:lnTo>
                      <a:lnTo>
                        <a:pt x="143" y="159"/>
                      </a:lnTo>
                      <a:lnTo>
                        <a:pt x="143" y="157"/>
                      </a:lnTo>
                      <a:lnTo>
                        <a:pt x="143" y="155"/>
                      </a:lnTo>
                      <a:lnTo>
                        <a:pt x="145" y="155"/>
                      </a:lnTo>
                      <a:lnTo>
                        <a:pt x="145" y="153"/>
                      </a:lnTo>
                      <a:lnTo>
                        <a:pt x="146" y="153"/>
                      </a:lnTo>
                      <a:lnTo>
                        <a:pt x="146" y="151"/>
                      </a:lnTo>
                      <a:lnTo>
                        <a:pt x="146" y="150"/>
                      </a:lnTo>
                      <a:lnTo>
                        <a:pt x="146" y="148"/>
                      </a:lnTo>
                      <a:lnTo>
                        <a:pt x="148" y="148"/>
                      </a:lnTo>
                      <a:lnTo>
                        <a:pt x="148" y="146"/>
                      </a:lnTo>
                      <a:lnTo>
                        <a:pt x="148" y="144"/>
                      </a:lnTo>
                      <a:lnTo>
                        <a:pt x="148" y="142"/>
                      </a:lnTo>
                      <a:lnTo>
                        <a:pt x="148" y="140"/>
                      </a:lnTo>
                      <a:lnTo>
                        <a:pt x="148" y="142"/>
                      </a:lnTo>
                      <a:lnTo>
                        <a:pt x="150" y="142"/>
                      </a:lnTo>
                      <a:lnTo>
                        <a:pt x="150" y="140"/>
                      </a:lnTo>
                      <a:lnTo>
                        <a:pt x="148" y="140"/>
                      </a:lnTo>
                      <a:lnTo>
                        <a:pt x="148" y="139"/>
                      </a:lnTo>
                      <a:lnTo>
                        <a:pt x="150" y="139"/>
                      </a:lnTo>
                      <a:lnTo>
                        <a:pt x="150" y="137"/>
                      </a:lnTo>
                      <a:lnTo>
                        <a:pt x="150" y="135"/>
                      </a:lnTo>
                      <a:lnTo>
                        <a:pt x="152" y="135"/>
                      </a:lnTo>
                      <a:lnTo>
                        <a:pt x="154" y="135"/>
                      </a:lnTo>
                      <a:close/>
                      <a:moveTo>
                        <a:pt x="4" y="98"/>
                      </a:moveTo>
                      <a:lnTo>
                        <a:pt x="6" y="98"/>
                      </a:lnTo>
                      <a:lnTo>
                        <a:pt x="6" y="100"/>
                      </a:lnTo>
                      <a:lnTo>
                        <a:pt x="8" y="100"/>
                      </a:lnTo>
                      <a:lnTo>
                        <a:pt x="10" y="100"/>
                      </a:lnTo>
                      <a:lnTo>
                        <a:pt x="10" y="102"/>
                      </a:lnTo>
                      <a:lnTo>
                        <a:pt x="11" y="102"/>
                      </a:lnTo>
                      <a:lnTo>
                        <a:pt x="11" y="104"/>
                      </a:lnTo>
                      <a:lnTo>
                        <a:pt x="11" y="102"/>
                      </a:lnTo>
                      <a:lnTo>
                        <a:pt x="11" y="104"/>
                      </a:lnTo>
                      <a:lnTo>
                        <a:pt x="13" y="104"/>
                      </a:lnTo>
                      <a:lnTo>
                        <a:pt x="13" y="106"/>
                      </a:lnTo>
                      <a:lnTo>
                        <a:pt x="15" y="106"/>
                      </a:lnTo>
                      <a:lnTo>
                        <a:pt x="15" y="104"/>
                      </a:lnTo>
                      <a:lnTo>
                        <a:pt x="15" y="102"/>
                      </a:lnTo>
                      <a:lnTo>
                        <a:pt x="15" y="100"/>
                      </a:lnTo>
                      <a:lnTo>
                        <a:pt x="15" y="102"/>
                      </a:lnTo>
                      <a:lnTo>
                        <a:pt x="17" y="102"/>
                      </a:lnTo>
                      <a:lnTo>
                        <a:pt x="17" y="104"/>
                      </a:lnTo>
                      <a:lnTo>
                        <a:pt x="19" y="104"/>
                      </a:lnTo>
                      <a:lnTo>
                        <a:pt x="19" y="106"/>
                      </a:lnTo>
                      <a:lnTo>
                        <a:pt x="20" y="106"/>
                      </a:lnTo>
                      <a:lnTo>
                        <a:pt x="19" y="106"/>
                      </a:lnTo>
                      <a:lnTo>
                        <a:pt x="20" y="106"/>
                      </a:lnTo>
                      <a:lnTo>
                        <a:pt x="20" y="108"/>
                      </a:lnTo>
                      <a:lnTo>
                        <a:pt x="19" y="108"/>
                      </a:lnTo>
                      <a:lnTo>
                        <a:pt x="20" y="108"/>
                      </a:lnTo>
                      <a:lnTo>
                        <a:pt x="20" y="109"/>
                      </a:lnTo>
                      <a:lnTo>
                        <a:pt x="20" y="108"/>
                      </a:lnTo>
                      <a:lnTo>
                        <a:pt x="20" y="109"/>
                      </a:lnTo>
                      <a:lnTo>
                        <a:pt x="19" y="109"/>
                      </a:lnTo>
                      <a:lnTo>
                        <a:pt x="17" y="109"/>
                      </a:lnTo>
                      <a:lnTo>
                        <a:pt x="15" y="109"/>
                      </a:lnTo>
                      <a:lnTo>
                        <a:pt x="15" y="108"/>
                      </a:lnTo>
                      <a:lnTo>
                        <a:pt x="13" y="108"/>
                      </a:lnTo>
                      <a:lnTo>
                        <a:pt x="13" y="109"/>
                      </a:lnTo>
                      <a:lnTo>
                        <a:pt x="13" y="108"/>
                      </a:lnTo>
                      <a:lnTo>
                        <a:pt x="13" y="109"/>
                      </a:lnTo>
                      <a:lnTo>
                        <a:pt x="11" y="109"/>
                      </a:lnTo>
                      <a:lnTo>
                        <a:pt x="11" y="111"/>
                      </a:lnTo>
                      <a:lnTo>
                        <a:pt x="11" y="109"/>
                      </a:lnTo>
                      <a:lnTo>
                        <a:pt x="10" y="109"/>
                      </a:lnTo>
                      <a:lnTo>
                        <a:pt x="8" y="109"/>
                      </a:lnTo>
                      <a:lnTo>
                        <a:pt x="8" y="108"/>
                      </a:lnTo>
                      <a:lnTo>
                        <a:pt x="8" y="109"/>
                      </a:lnTo>
                      <a:lnTo>
                        <a:pt x="8" y="108"/>
                      </a:lnTo>
                      <a:lnTo>
                        <a:pt x="8" y="109"/>
                      </a:lnTo>
                      <a:lnTo>
                        <a:pt x="8" y="108"/>
                      </a:lnTo>
                      <a:lnTo>
                        <a:pt x="6" y="108"/>
                      </a:lnTo>
                      <a:lnTo>
                        <a:pt x="8" y="108"/>
                      </a:lnTo>
                      <a:lnTo>
                        <a:pt x="6" y="108"/>
                      </a:lnTo>
                      <a:lnTo>
                        <a:pt x="8" y="108"/>
                      </a:lnTo>
                      <a:lnTo>
                        <a:pt x="6" y="108"/>
                      </a:lnTo>
                      <a:lnTo>
                        <a:pt x="6" y="106"/>
                      </a:lnTo>
                      <a:lnTo>
                        <a:pt x="6" y="104"/>
                      </a:lnTo>
                      <a:lnTo>
                        <a:pt x="4" y="104"/>
                      </a:lnTo>
                      <a:lnTo>
                        <a:pt x="4" y="102"/>
                      </a:lnTo>
                      <a:lnTo>
                        <a:pt x="2" y="102"/>
                      </a:lnTo>
                      <a:lnTo>
                        <a:pt x="2" y="104"/>
                      </a:lnTo>
                      <a:lnTo>
                        <a:pt x="2" y="102"/>
                      </a:lnTo>
                      <a:lnTo>
                        <a:pt x="4" y="102"/>
                      </a:lnTo>
                      <a:lnTo>
                        <a:pt x="4" y="100"/>
                      </a:lnTo>
                      <a:lnTo>
                        <a:pt x="2" y="100"/>
                      </a:lnTo>
                      <a:lnTo>
                        <a:pt x="4" y="100"/>
                      </a:lnTo>
                      <a:lnTo>
                        <a:pt x="4" y="98"/>
                      </a:lnTo>
                      <a:lnTo>
                        <a:pt x="4" y="100"/>
                      </a:lnTo>
                      <a:lnTo>
                        <a:pt x="2" y="100"/>
                      </a:lnTo>
                      <a:lnTo>
                        <a:pt x="4" y="100"/>
                      </a:lnTo>
                      <a:lnTo>
                        <a:pt x="4" y="98"/>
                      </a:lnTo>
                      <a:lnTo>
                        <a:pt x="2" y="98"/>
                      </a:lnTo>
                      <a:lnTo>
                        <a:pt x="4" y="98"/>
                      </a:lnTo>
                      <a:lnTo>
                        <a:pt x="2" y="98"/>
                      </a:lnTo>
                      <a:lnTo>
                        <a:pt x="4" y="98"/>
                      </a:lnTo>
                      <a:lnTo>
                        <a:pt x="4" y="97"/>
                      </a:lnTo>
                      <a:lnTo>
                        <a:pt x="4" y="98"/>
                      </a:lnTo>
                      <a:close/>
                      <a:moveTo>
                        <a:pt x="125" y="89"/>
                      </a:moveTo>
                      <a:lnTo>
                        <a:pt x="126" y="89"/>
                      </a:lnTo>
                      <a:lnTo>
                        <a:pt x="128" y="89"/>
                      </a:lnTo>
                      <a:lnTo>
                        <a:pt x="128" y="91"/>
                      </a:lnTo>
                      <a:lnTo>
                        <a:pt x="128" y="93"/>
                      </a:lnTo>
                      <a:lnTo>
                        <a:pt x="128" y="91"/>
                      </a:lnTo>
                      <a:lnTo>
                        <a:pt x="128" y="93"/>
                      </a:lnTo>
                      <a:lnTo>
                        <a:pt x="128" y="91"/>
                      </a:lnTo>
                      <a:lnTo>
                        <a:pt x="128" y="93"/>
                      </a:lnTo>
                      <a:lnTo>
                        <a:pt x="126" y="93"/>
                      </a:lnTo>
                      <a:lnTo>
                        <a:pt x="128" y="93"/>
                      </a:lnTo>
                      <a:lnTo>
                        <a:pt x="128" y="91"/>
                      </a:lnTo>
                      <a:lnTo>
                        <a:pt x="130" y="91"/>
                      </a:lnTo>
                      <a:lnTo>
                        <a:pt x="132" y="91"/>
                      </a:lnTo>
                      <a:lnTo>
                        <a:pt x="134" y="93"/>
                      </a:lnTo>
                      <a:lnTo>
                        <a:pt x="135" y="93"/>
                      </a:lnTo>
                      <a:lnTo>
                        <a:pt x="135" y="95"/>
                      </a:lnTo>
                      <a:lnTo>
                        <a:pt x="137" y="95"/>
                      </a:lnTo>
                      <a:lnTo>
                        <a:pt x="137" y="97"/>
                      </a:lnTo>
                      <a:lnTo>
                        <a:pt x="137" y="95"/>
                      </a:lnTo>
                      <a:lnTo>
                        <a:pt x="135" y="97"/>
                      </a:lnTo>
                      <a:lnTo>
                        <a:pt x="137" y="97"/>
                      </a:lnTo>
                      <a:lnTo>
                        <a:pt x="139" y="97"/>
                      </a:lnTo>
                      <a:lnTo>
                        <a:pt x="141" y="97"/>
                      </a:lnTo>
                      <a:lnTo>
                        <a:pt x="141" y="98"/>
                      </a:lnTo>
                      <a:lnTo>
                        <a:pt x="141" y="100"/>
                      </a:lnTo>
                      <a:lnTo>
                        <a:pt x="143" y="100"/>
                      </a:lnTo>
                      <a:lnTo>
                        <a:pt x="143" y="102"/>
                      </a:lnTo>
                      <a:lnTo>
                        <a:pt x="143" y="100"/>
                      </a:lnTo>
                      <a:lnTo>
                        <a:pt x="145" y="100"/>
                      </a:lnTo>
                      <a:lnTo>
                        <a:pt x="145" y="102"/>
                      </a:lnTo>
                      <a:lnTo>
                        <a:pt x="146" y="102"/>
                      </a:lnTo>
                      <a:lnTo>
                        <a:pt x="148" y="102"/>
                      </a:lnTo>
                      <a:lnTo>
                        <a:pt x="148" y="104"/>
                      </a:lnTo>
                      <a:lnTo>
                        <a:pt x="148" y="106"/>
                      </a:lnTo>
                      <a:lnTo>
                        <a:pt x="150" y="106"/>
                      </a:lnTo>
                      <a:lnTo>
                        <a:pt x="150" y="108"/>
                      </a:lnTo>
                      <a:lnTo>
                        <a:pt x="152" y="108"/>
                      </a:lnTo>
                      <a:lnTo>
                        <a:pt x="152" y="109"/>
                      </a:lnTo>
                      <a:lnTo>
                        <a:pt x="152" y="111"/>
                      </a:lnTo>
                      <a:lnTo>
                        <a:pt x="152" y="109"/>
                      </a:lnTo>
                      <a:lnTo>
                        <a:pt x="150" y="109"/>
                      </a:lnTo>
                      <a:lnTo>
                        <a:pt x="152" y="109"/>
                      </a:lnTo>
                      <a:lnTo>
                        <a:pt x="152" y="111"/>
                      </a:lnTo>
                      <a:lnTo>
                        <a:pt x="152" y="113"/>
                      </a:lnTo>
                      <a:lnTo>
                        <a:pt x="154" y="113"/>
                      </a:lnTo>
                      <a:lnTo>
                        <a:pt x="154" y="115"/>
                      </a:lnTo>
                      <a:lnTo>
                        <a:pt x="154" y="117"/>
                      </a:lnTo>
                      <a:lnTo>
                        <a:pt x="154" y="119"/>
                      </a:lnTo>
                      <a:lnTo>
                        <a:pt x="152" y="119"/>
                      </a:lnTo>
                      <a:lnTo>
                        <a:pt x="152" y="117"/>
                      </a:lnTo>
                      <a:lnTo>
                        <a:pt x="150" y="117"/>
                      </a:lnTo>
                      <a:lnTo>
                        <a:pt x="150" y="115"/>
                      </a:lnTo>
                      <a:lnTo>
                        <a:pt x="148" y="115"/>
                      </a:lnTo>
                      <a:lnTo>
                        <a:pt x="148" y="113"/>
                      </a:lnTo>
                      <a:lnTo>
                        <a:pt x="148" y="115"/>
                      </a:lnTo>
                      <a:lnTo>
                        <a:pt x="146" y="115"/>
                      </a:lnTo>
                      <a:lnTo>
                        <a:pt x="146" y="113"/>
                      </a:lnTo>
                      <a:lnTo>
                        <a:pt x="145" y="113"/>
                      </a:lnTo>
                      <a:lnTo>
                        <a:pt x="145" y="111"/>
                      </a:lnTo>
                      <a:lnTo>
                        <a:pt x="143" y="111"/>
                      </a:lnTo>
                      <a:lnTo>
                        <a:pt x="141" y="111"/>
                      </a:lnTo>
                      <a:lnTo>
                        <a:pt x="141" y="109"/>
                      </a:lnTo>
                      <a:lnTo>
                        <a:pt x="143" y="109"/>
                      </a:lnTo>
                      <a:lnTo>
                        <a:pt x="141" y="109"/>
                      </a:lnTo>
                      <a:lnTo>
                        <a:pt x="139" y="108"/>
                      </a:lnTo>
                      <a:lnTo>
                        <a:pt x="137" y="108"/>
                      </a:lnTo>
                      <a:lnTo>
                        <a:pt x="139" y="108"/>
                      </a:lnTo>
                      <a:lnTo>
                        <a:pt x="139" y="106"/>
                      </a:lnTo>
                      <a:lnTo>
                        <a:pt x="139" y="108"/>
                      </a:lnTo>
                      <a:lnTo>
                        <a:pt x="139" y="106"/>
                      </a:lnTo>
                      <a:lnTo>
                        <a:pt x="139" y="108"/>
                      </a:lnTo>
                      <a:lnTo>
                        <a:pt x="139" y="106"/>
                      </a:lnTo>
                      <a:lnTo>
                        <a:pt x="137" y="108"/>
                      </a:lnTo>
                      <a:lnTo>
                        <a:pt x="137" y="106"/>
                      </a:lnTo>
                      <a:lnTo>
                        <a:pt x="137" y="108"/>
                      </a:lnTo>
                      <a:lnTo>
                        <a:pt x="137" y="106"/>
                      </a:lnTo>
                      <a:lnTo>
                        <a:pt x="137" y="104"/>
                      </a:lnTo>
                      <a:lnTo>
                        <a:pt x="135" y="104"/>
                      </a:lnTo>
                      <a:lnTo>
                        <a:pt x="135" y="102"/>
                      </a:lnTo>
                      <a:lnTo>
                        <a:pt x="134" y="102"/>
                      </a:lnTo>
                      <a:lnTo>
                        <a:pt x="135" y="102"/>
                      </a:lnTo>
                      <a:lnTo>
                        <a:pt x="135" y="100"/>
                      </a:lnTo>
                      <a:lnTo>
                        <a:pt x="134" y="102"/>
                      </a:lnTo>
                      <a:lnTo>
                        <a:pt x="134" y="100"/>
                      </a:lnTo>
                      <a:lnTo>
                        <a:pt x="134" y="102"/>
                      </a:lnTo>
                      <a:lnTo>
                        <a:pt x="132" y="102"/>
                      </a:lnTo>
                      <a:lnTo>
                        <a:pt x="130" y="102"/>
                      </a:lnTo>
                      <a:lnTo>
                        <a:pt x="130" y="104"/>
                      </a:lnTo>
                      <a:lnTo>
                        <a:pt x="128" y="104"/>
                      </a:lnTo>
                      <a:lnTo>
                        <a:pt x="128" y="106"/>
                      </a:lnTo>
                      <a:lnTo>
                        <a:pt x="126" y="106"/>
                      </a:lnTo>
                      <a:lnTo>
                        <a:pt x="126" y="108"/>
                      </a:lnTo>
                      <a:lnTo>
                        <a:pt x="126" y="106"/>
                      </a:lnTo>
                      <a:lnTo>
                        <a:pt x="126" y="108"/>
                      </a:lnTo>
                      <a:lnTo>
                        <a:pt x="126" y="109"/>
                      </a:lnTo>
                      <a:lnTo>
                        <a:pt x="125" y="109"/>
                      </a:lnTo>
                      <a:lnTo>
                        <a:pt x="125" y="111"/>
                      </a:lnTo>
                      <a:lnTo>
                        <a:pt x="123" y="111"/>
                      </a:lnTo>
                      <a:lnTo>
                        <a:pt x="121" y="111"/>
                      </a:lnTo>
                      <a:lnTo>
                        <a:pt x="121" y="113"/>
                      </a:lnTo>
                      <a:lnTo>
                        <a:pt x="121" y="111"/>
                      </a:lnTo>
                      <a:lnTo>
                        <a:pt x="121" y="109"/>
                      </a:lnTo>
                      <a:lnTo>
                        <a:pt x="123" y="109"/>
                      </a:lnTo>
                      <a:lnTo>
                        <a:pt x="123" y="108"/>
                      </a:lnTo>
                      <a:lnTo>
                        <a:pt x="123" y="106"/>
                      </a:lnTo>
                      <a:lnTo>
                        <a:pt x="123" y="104"/>
                      </a:lnTo>
                      <a:lnTo>
                        <a:pt x="123" y="106"/>
                      </a:lnTo>
                      <a:lnTo>
                        <a:pt x="125" y="106"/>
                      </a:lnTo>
                      <a:lnTo>
                        <a:pt x="125" y="104"/>
                      </a:lnTo>
                      <a:lnTo>
                        <a:pt x="125" y="106"/>
                      </a:lnTo>
                      <a:lnTo>
                        <a:pt x="125" y="104"/>
                      </a:lnTo>
                      <a:lnTo>
                        <a:pt x="125" y="106"/>
                      </a:lnTo>
                      <a:lnTo>
                        <a:pt x="125" y="104"/>
                      </a:lnTo>
                      <a:lnTo>
                        <a:pt x="125" y="102"/>
                      </a:lnTo>
                      <a:lnTo>
                        <a:pt x="126" y="102"/>
                      </a:lnTo>
                      <a:lnTo>
                        <a:pt x="125" y="102"/>
                      </a:lnTo>
                      <a:lnTo>
                        <a:pt x="126" y="102"/>
                      </a:lnTo>
                      <a:lnTo>
                        <a:pt x="126" y="100"/>
                      </a:lnTo>
                      <a:lnTo>
                        <a:pt x="126" y="102"/>
                      </a:lnTo>
                      <a:lnTo>
                        <a:pt x="125" y="102"/>
                      </a:lnTo>
                      <a:lnTo>
                        <a:pt x="125" y="100"/>
                      </a:lnTo>
                      <a:lnTo>
                        <a:pt x="125" y="102"/>
                      </a:lnTo>
                      <a:lnTo>
                        <a:pt x="123" y="102"/>
                      </a:lnTo>
                      <a:lnTo>
                        <a:pt x="123" y="100"/>
                      </a:lnTo>
                      <a:lnTo>
                        <a:pt x="123" y="98"/>
                      </a:lnTo>
                      <a:lnTo>
                        <a:pt x="125" y="98"/>
                      </a:lnTo>
                      <a:lnTo>
                        <a:pt x="125" y="97"/>
                      </a:lnTo>
                      <a:lnTo>
                        <a:pt x="125" y="95"/>
                      </a:lnTo>
                      <a:lnTo>
                        <a:pt x="126" y="95"/>
                      </a:lnTo>
                      <a:lnTo>
                        <a:pt x="125" y="95"/>
                      </a:lnTo>
                      <a:lnTo>
                        <a:pt x="125" y="93"/>
                      </a:lnTo>
                      <a:lnTo>
                        <a:pt x="126" y="93"/>
                      </a:lnTo>
                      <a:lnTo>
                        <a:pt x="125" y="93"/>
                      </a:lnTo>
                      <a:lnTo>
                        <a:pt x="125" y="91"/>
                      </a:lnTo>
                      <a:lnTo>
                        <a:pt x="125" y="89"/>
                      </a:lnTo>
                      <a:lnTo>
                        <a:pt x="123" y="89"/>
                      </a:lnTo>
                      <a:lnTo>
                        <a:pt x="125" y="87"/>
                      </a:lnTo>
                      <a:lnTo>
                        <a:pt x="123" y="87"/>
                      </a:lnTo>
                      <a:lnTo>
                        <a:pt x="125" y="87"/>
                      </a:lnTo>
                      <a:lnTo>
                        <a:pt x="123" y="87"/>
                      </a:lnTo>
                      <a:lnTo>
                        <a:pt x="125" y="87"/>
                      </a:lnTo>
                      <a:lnTo>
                        <a:pt x="125" y="89"/>
                      </a:lnTo>
                      <a:close/>
                      <a:moveTo>
                        <a:pt x="84" y="86"/>
                      </a:moveTo>
                      <a:lnTo>
                        <a:pt x="84" y="87"/>
                      </a:lnTo>
                      <a:lnTo>
                        <a:pt x="84" y="86"/>
                      </a:lnTo>
                      <a:lnTo>
                        <a:pt x="84" y="87"/>
                      </a:lnTo>
                      <a:lnTo>
                        <a:pt x="84" y="89"/>
                      </a:lnTo>
                      <a:lnTo>
                        <a:pt x="84" y="91"/>
                      </a:lnTo>
                      <a:lnTo>
                        <a:pt x="83" y="91"/>
                      </a:lnTo>
                      <a:lnTo>
                        <a:pt x="83" y="93"/>
                      </a:lnTo>
                      <a:lnTo>
                        <a:pt x="83" y="95"/>
                      </a:lnTo>
                      <a:lnTo>
                        <a:pt x="83" y="97"/>
                      </a:lnTo>
                      <a:lnTo>
                        <a:pt x="83" y="98"/>
                      </a:lnTo>
                      <a:lnTo>
                        <a:pt x="83" y="100"/>
                      </a:lnTo>
                      <a:lnTo>
                        <a:pt x="81" y="100"/>
                      </a:lnTo>
                      <a:lnTo>
                        <a:pt x="81" y="102"/>
                      </a:lnTo>
                      <a:lnTo>
                        <a:pt x="83" y="102"/>
                      </a:lnTo>
                      <a:lnTo>
                        <a:pt x="83" y="104"/>
                      </a:lnTo>
                      <a:lnTo>
                        <a:pt x="81" y="104"/>
                      </a:lnTo>
                      <a:lnTo>
                        <a:pt x="81" y="102"/>
                      </a:lnTo>
                      <a:lnTo>
                        <a:pt x="81" y="104"/>
                      </a:lnTo>
                      <a:lnTo>
                        <a:pt x="81" y="106"/>
                      </a:lnTo>
                      <a:lnTo>
                        <a:pt x="79" y="106"/>
                      </a:lnTo>
                      <a:lnTo>
                        <a:pt x="79" y="104"/>
                      </a:lnTo>
                      <a:lnTo>
                        <a:pt x="77" y="104"/>
                      </a:lnTo>
                      <a:lnTo>
                        <a:pt x="77" y="102"/>
                      </a:lnTo>
                      <a:lnTo>
                        <a:pt x="79" y="102"/>
                      </a:lnTo>
                      <a:lnTo>
                        <a:pt x="79" y="100"/>
                      </a:lnTo>
                      <a:lnTo>
                        <a:pt x="79" y="102"/>
                      </a:lnTo>
                      <a:lnTo>
                        <a:pt x="81" y="102"/>
                      </a:lnTo>
                      <a:lnTo>
                        <a:pt x="81" y="100"/>
                      </a:lnTo>
                      <a:lnTo>
                        <a:pt x="79" y="100"/>
                      </a:lnTo>
                      <a:lnTo>
                        <a:pt x="79" y="98"/>
                      </a:lnTo>
                      <a:lnTo>
                        <a:pt x="77" y="98"/>
                      </a:lnTo>
                      <a:lnTo>
                        <a:pt x="77" y="97"/>
                      </a:lnTo>
                      <a:lnTo>
                        <a:pt x="77" y="95"/>
                      </a:lnTo>
                      <a:lnTo>
                        <a:pt x="79" y="95"/>
                      </a:lnTo>
                      <a:lnTo>
                        <a:pt x="79" y="93"/>
                      </a:lnTo>
                      <a:lnTo>
                        <a:pt x="79" y="91"/>
                      </a:lnTo>
                      <a:lnTo>
                        <a:pt x="81" y="91"/>
                      </a:lnTo>
                      <a:lnTo>
                        <a:pt x="79" y="91"/>
                      </a:lnTo>
                      <a:lnTo>
                        <a:pt x="81" y="91"/>
                      </a:lnTo>
                      <a:lnTo>
                        <a:pt x="79" y="91"/>
                      </a:lnTo>
                      <a:lnTo>
                        <a:pt x="79" y="89"/>
                      </a:lnTo>
                      <a:lnTo>
                        <a:pt x="79" y="87"/>
                      </a:lnTo>
                      <a:lnTo>
                        <a:pt x="81" y="87"/>
                      </a:lnTo>
                      <a:lnTo>
                        <a:pt x="83" y="87"/>
                      </a:lnTo>
                      <a:lnTo>
                        <a:pt x="83" y="86"/>
                      </a:lnTo>
                      <a:lnTo>
                        <a:pt x="84" y="86"/>
                      </a:lnTo>
                      <a:lnTo>
                        <a:pt x="83" y="86"/>
                      </a:lnTo>
                      <a:lnTo>
                        <a:pt x="84" y="86"/>
                      </a:lnTo>
                      <a:close/>
                      <a:moveTo>
                        <a:pt x="75" y="53"/>
                      </a:moveTo>
                      <a:lnTo>
                        <a:pt x="75" y="55"/>
                      </a:lnTo>
                      <a:lnTo>
                        <a:pt x="75" y="53"/>
                      </a:lnTo>
                      <a:lnTo>
                        <a:pt x="75" y="55"/>
                      </a:lnTo>
                      <a:lnTo>
                        <a:pt x="75" y="53"/>
                      </a:lnTo>
                      <a:lnTo>
                        <a:pt x="75" y="55"/>
                      </a:lnTo>
                      <a:lnTo>
                        <a:pt x="77" y="55"/>
                      </a:lnTo>
                      <a:lnTo>
                        <a:pt x="79" y="55"/>
                      </a:lnTo>
                      <a:lnTo>
                        <a:pt x="79" y="53"/>
                      </a:lnTo>
                      <a:lnTo>
                        <a:pt x="79" y="55"/>
                      </a:lnTo>
                      <a:lnTo>
                        <a:pt x="81" y="55"/>
                      </a:lnTo>
                      <a:lnTo>
                        <a:pt x="81" y="56"/>
                      </a:lnTo>
                      <a:lnTo>
                        <a:pt x="83" y="56"/>
                      </a:lnTo>
                      <a:lnTo>
                        <a:pt x="84" y="56"/>
                      </a:lnTo>
                      <a:lnTo>
                        <a:pt x="84" y="58"/>
                      </a:lnTo>
                      <a:lnTo>
                        <a:pt x="83" y="58"/>
                      </a:lnTo>
                      <a:lnTo>
                        <a:pt x="84" y="58"/>
                      </a:lnTo>
                      <a:lnTo>
                        <a:pt x="84" y="60"/>
                      </a:lnTo>
                      <a:lnTo>
                        <a:pt x="84" y="62"/>
                      </a:lnTo>
                      <a:lnTo>
                        <a:pt x="83" y="62"/>
                      </a:lnTo>
                      <a:lnTo>
                        <a:pt x="83" y="64"/>
                      </a:lnTo>
                      <a:lnTo>
                        <a:pt x="81" y="64"/>
                      </a:lnTo>
                      <a:lnTo>
                        <a:pt x="81" y="66"/>
                      </a:lnTo>
                      <a:lnTo>
                        <a:pt x="79" y="66"/>
                      </a:lnTo>
                      <a:lnTo>
                        <a:pt x="77" y="66"/>
                      </a:lnTo>
                      <a:lnTo>
                        <a:pt x="77" y="64"/>
                      </a:lnTo>
                      <a:lnTo>
                        <a:pt x="75" y="64"/>
                      </a:lnTo>
                      <a:lnTo>
                        <a:pt x="73" y="62"/>
                      </a:lnTo>
                      <a:lnTo>
                        <a:pt x="73" y="60"/>
                      </a:lnTo>
                      <a:lnTo>
                        <a:pt x="73" y="58"/>
                      </a:lnTo>
                      <a:lnTo>
                        <a:pt x="73" y="56"/>
                      </a:lnTo>
                      <a:lnTo>
                        <a:pt x="73" y="55"/>
                      </a:lnTo>
                      <a:lnTo>
                        <a:pt x="75" y="55"/>
                      </a:lnTo>
                      <a:lnTo>
                        <a:pt x="73" y="55"/>
                      </a:lnTo>
                      <a:lnTo>
                        <a:pt x="75" y="55"/>
                      </a:lnTo>
                      <a:lnTo>
                        <a:pt x="73" y="53"/>
                      </a:lnTo>
                      <a:lnTo>
                        <a:pt x="75" y="53"/>
                      </a:lnTo>
                      <a:close/>
                      <a:moveTo>
                        <a:pt x="159" y="34"/>
                      </a:moveTo>
                      <a:lnTo>
                        <a:pt x="159" y="36"/>
                      </a:lnTo>
                      <a:lnTo>
                        <a:pt x="161" y="36"/>
                      </a:lnTo>
                      <a:lnTo>
                        <a:pt x="161" y="38"/>
                      </a:lnTo>
                      <a:lnTo>
                        <a:pt x="161" y="40"/>
                      </a:lnTo>
                      <a:lnTo>
                        <a:pt x="163" y="40"/>
                      </a:lnTo>
                      <a:lnTo>
                        <a:pt x="161" y="40"/>
                      </a:lnTo>
                      <a:lnTo>
                        <a:pt x="163" y="40"/>
                      </a:lnTo>
                      <a:lnTo>
                        <a:pt x="163" y="42"/>
                      </a:lnTo>
                      <a:lnTo>
                        <a:pt x="163" y="40"/>
                      </a:lnTo>
                      <a:lnTo>
                        <a:pt x="165" y="40"/>
                      </a:lnTo>
                      <a:lnTo>
                        <a:pt x="163" y="40"/>
                      </a:lnTo>
                      <a:lnTo>
                        <a:pt x="163" y="42"/>
                      </a:lnTo>
                      <a:lnTo>
                        <a:pt x="165" y="42"/>
                      </a:lnTo>
                      <a:lnTo>
                        <a:pt x="167" y="42"/>
                      </a:lnTo>
                      <a:lnTo>
                        <a:pt x="165" y="42"/>
                      </a:lnTo>
                      <a:lnTo>
                        <a:pt x="165" y="44"/>
                      </a:lnTo>
                      <a:lnTo>
                        <a:pt x="167" y="42"/>
                      </a:lnTo>
                      <a:lnTo>
                        <a:pt x="167" y="44"/>
                      </a:lnTo>
                      <a:lnTo>
                        <a:pt x="165" y="44"/>
                      </a:lnTo>
                      <a:lnTo>
                        <a:pt x="167" y="44"/>
                      </a:lnTo>
                      <a:lnTo>
                        <a:pt x="165" y="44"/>
                      </a:lnTo>
                      <a:lnTo>
                        <a:pt x="167" y="44"/>
                      </a:lnTo>
                      <a:lnTo>
                        <a:pt x="167" y="45"/>
                      </a:lnTo>
                      <a:lnTo>
                        <a:pt x="165" y="45"/>
                      </a:lnTo>
                      <a:lnTo>
                        <a:pt x="165" y="47"/>
                      </a:lnTo>
                      <a:lnTo>
                        <a:pt x="167" y="47"/>
                      </a:lnTo>
                      <a:lnTo>
                        <a:pt x="165" y="47"/>
                      </a:lnTo>
                      <a:lnTo>
                        <a:pt x="165" y="49"/>
                      </a:lnTo>
                      <a:lnTo>
                        <a:pt x="167" y="49"/>
                      </a:lnTo>
                      <a:lnTo>
                        <a:pt x="165" y="49"/>
                      </a:lnTo>
                      <a:lnTo>
                        <a:pt x="167" y="49"/>
                      </a:lnTo>
                      <a:lnTo>
                        <a:pt x="165" y="49"/>
                      </a:lnTo>
                      <a:lnTo>
                        <a:pt x="167" y="49"/>
                      </a:lnTo>
                      <a:lnTo>
                        <a:pt x="165" y="49"/>
                      </a:lnTo>
                      <a:lnTo>
                        <a:pt x="165" y="51"/>
                      </a:lnTo>
                      <a:lnTo>
                        <a:pt x="165" y="49"/>
                      </a:lnTo>
                      <a:lnTo>
                        <a:pt x="165" y="51"/>
                      </a:lnTo>
                      <a:lnTo>
                        <a:pt x="165" y="49"/>
                      </a:lnTo>
                      <a:lnTo>
                        <a:pt x="163" y="51"/>
                      </a:lnTo>
                      <a:lnTo>
                        <a:pt x="163" y="53"/>
                      </a:lnTo>
                      <a:lnTo>
                        <a:pt x="163" y="55"/>
                      </a:lnTo>
                      <a:lnTo>
                        <a:pt x="163" y="53"/>
                      </a:lnTo>
                      <a:lnTo>
                        <a:pt x="163" y="55"/>
                      </a:lnTo>
                      <a:lnTo>
                        <a:pt x="163" y="53"/>
                      </a:lnTo>
                      <a:lnTo>
                        <a:pt x="161" y="53"/>
                      </a:lnTo>
                      <a:lnTo>
                        <a:pt x="161" y="51"/>
                      </a:lnTo>
                      <a:lnTo>
                        <a:pt x="161" y="53"/>
                      </a:lnTo>
                      <a:lnTo>
                        <a:pt x="159" y="53"/>
                      </a:lnTo>
                      <a:lnTo>
                        <a:pt x="159" y="55"/>
                      </a:lnTo>
                      <a:lnTo>
                        <a:pt x="157" y="55"/>
                      </a:lnTo>
                      <a:lnTo>
                        <a:pt x="156" y="53"/>
                      </a:lnTo>
                      <a:lnTo>
                        <a:pt x="154" y="53"/>
                      </a:lnTo>
                      <a:lnTo>
                        <a:pt x="154" y="51"/>
                      </a:lnTo>
                      <a:lnTo>
                        <a:pt x="154" y="53"/>
                      </a:lnTo>
                      <a:lnTo>
                        <a:pt x="152" y="53"/>
                      </a:lnTo>
                      <a:lnTo>
                        <a:pt x="152" y="51"/>
                      </a:lnTo>
                      <a:lnTo>
                        <a:pt x="154" y="53"/>
                      </a:lnTo>
                      <a:lnTo>
                        <a:pt x="154" y="51"/>
                      </a:lnTo>
                      <a:lnTo>
                        <a:pt x="152" y="51"/>
                      </a:lnTo>
                      <a:lnTo>
                        <a:pt x="152" y="49"/>
                      </a:lnTo>
                      <a:lnTo>
                        <a:pt x="154" y="49"/>
                      </a:lnTo>
                      <a:lnTo>
                        <a:pt x="154" y="47"/>
                      </a:lnTo>
                      <a:lnTo>
                        <a:pt x="156" y="47"/>
                      </a:lnTo>
                      <a:lnTo>
                        <a:pt x="154" y="47"/>
                      </a:lnTo>
                      <a:lnTo>
                        <a:pt x="156" y="47"/>
                      </a:lnTo>
                      <a:lnTo>
                        <a:pt x="156" y="45"/>
                      </a:lnTo>
                      <a:lnTo>
                        <a:pt x="156" y="44"/>
                      </a:lnTo>
                      <a:lnTo>
                        <a:pt x="156" y="42"/>
                      </a:lnTo>
                      <a:lnTo>
                        <a:pt x="156" y="40"/>
                      </a:lnTo>
                      <a:lnTo>
                        <a:pt x="156" y="42"/>
                      </a:lnTo>
                      <a:lnTo>
                        <a:pt x="156" y="40"/>
                      </a:lnTo>
                      <a:lnTo>
                        <a:pt x="156" y="38"/>
                      </a:lnTo>
                      <a:lnTo>
                        <a:pt x="156" y="36"/>
                      </a:lnTo>
                      <a:lnTo>
                        <a:pt x="156" y="34"/>
                      </a:lnTo>
                      <a:lnTo>
                        <a:pt x="156" y="36"/>
                      </a:lnTo>
                      <a:lnTo>
                        <a:pt x="157" y="36"/>
                      </a:lnTo>
                      <a:lnTo>
                        <a:pt x="157" y="34"/>
                      </a:lnTo>
                      <a:lnTo>
                        <a:pt x="157" y="36"/>
                      </a:lnTo>
                      <a:lnTo>
                        <a:pt x="157" y="34"/>
                      </a:lnTo>
                      <a:lnTo>
                        <a:pt x="159" y="34"/>
                      </a:lnTo>
                      <a:close/>
                      <a:moveTo>
                        <a:pt x="79" y="0"/>
                      </a:moveTo>
                      <a:lnTo>
                        <a:pt x="81" y="2"/>
                      </a:lnTo>
                      <a:lnTo>
                        <a:pt x="79" y="2"/>
                      </a:lnTo>
                      <a:lnTo>
                        <a:pt x="81" y="2"/>
                      </a:lnTo>
                      <a:lnTo>
                        <a:pt x="81" y="3"/>
                      </a:lnTo>
                      <a:lnTo>
                        <a:pt x="81" y="2"/>
                      </a:lnTo>
                      <a:lnTo>
                        <a:pt x="79" y="2"/>
                      </a:lnTo>
                      <a:lnTo>
                        <a:pt x="79" y="3"/>
                      </a:lnTo>
                      <a:lnTo>
                        <a:pt x="81" y="3"/>
                      </a:lnTo>
                      <a:lnTo>
                        <a:pt x="81" y="5"/>
                      </a:lnTo>
                      <a:lnTo>
                        <a:pt x="79" y="5"/>
                      </a:lnTo>
                      <a:lnTo>
                        <a:pt x="79" y="7"/>
                      </a:lnTo>
                      <a:lnTo>
                        <a:pt x="79" y="9"/>
                      </a:lnTo>
                      <a:lnTo>
                        <a:pt x="81" y="9"/>
                      </a:lnTo>
                      <a:lnTo>
                        <a:pt x="81" y="11"/>
                      </a:lnTo>
                      <a:lnTo>
                        <a:pt x="81" y="13"/>
                      </a:lnTo>
                      <a:lnTo>
                        <a:pt x="79" y="13"/>
                      </a:lnTo>
                      <a:lnTo>
                        <a:pt x="79" y="14"/>
                      </a:lnTo>
                      <a:lnTo>
                        <a:pt x="77" y="14"/>
                      </a:lnTo>
                      <a:lnTo>
                        <a:pt x="75" y="14"/>
                      </a:lnTo>
                      <a:lnTo>
                        <a:pt x="75" y="13"/>
                      </a:lnTo>
                      <a:lnTo>
                        <a:pt x="77" y="13"/>
                      </a:lnTo>
                      <a:lnTo>
                        <a:pt x="77" y="11"/>
                      </a:lnTo>
                      <a:lnTo>
                        <a:pt x="77" y="9"/>
                      </a:lnTo>
                      <a:lnTo>
                        <a:pt x="75" y="9"/>
                      </a:lnTo>
                      <a:lnTo>
                        <a:pt x="75" y="7"/>
                      </a:lnTo>
                      <a:lnTo>
                        <a:pt x="75" y="5"/>
                      </a:lnTo>
                      <a:lnTo>
                        <a:pt x="73" y="5"/>
                      </a:lnTo>
                      <a:lnTo>
                        <a:pt x="73" y="3"/>
                      </a:lnTo>
                      <a:lnTo>
                        <a:pt x="73" y="5"/>
                      </a:lnTo>
                      <a:lnTo>
                        <a:pt x="73" y="3"/>
                      </a:lnTo>
                      <a:lnTo>
                        <a:pt x="73" y="5"/>
                      </a:lnTo>
                      <a:lnTo>
                        <a:pt x="72" y="5"/>
                      </a:lnTo>
                      <a:lnTo>
                        <a:pt x="72" y="3"/>
                      </a:lnTo>
                      <a:lnTo>
                        <a:pt x="73" y="3"/>
                      </a:lnTo>
                      <a:lnTo>
                        <a:pt x="73" y="2"/>
                      </a:lnTo>
                      <a:lnTo>
                        <a:pt x="73" y="0"/>
                      </a:lnTo>
                      <a:lnTo>
                        <a:pt x="75" y="0"/>
                      </a:lnTo>
                      <a:lnTo>
                        <a:pt x="75" y="2"/>
                      </a:lnTo>
                      <a:lnTo>
                        <a:pt x="75" y="0"/>
                      </a:lnTo>
                      <a:lnTo>
                        <a:pt x="75" y="2"/>
                      </a:lnTo>
                      <a:lnTo>
                        <a:pt x="75" y="0"/>
                      </a:lnTo>
                      <a:lnTo>
                        <a:pt x="77" y="0"/>
                      </a:lnTo>
                      <a:lnTo>
                        <a:pt x="79"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2" name="Freeform 87">
                  <a:extLst>
                    <a:ext uri="{FF2B5EF4-FFF2-40B4-BE49-F238E27FC236}">
                      <a16:creationId xmlns:a16="http://schemas.microsoft.com/office/drawing/2014/main" id="{1D08E423-C76D-D525-7A44-181BA4BC0A97}"/>
                    </a:ext>
                  </a:extLst>
                </p:cNvPr>
                <p:cNvSpPr>
                  <a:spLocks noEditPoints="1"/>
                </p:cNvSpPr>
                <p:nvPr/>
              </p:nvSpPr>
              <p:spPr bwMode="auto">
                <a:xfrm>
                  <a:off x="6727726" y="3847175"/>
                  <a:ext cx="610839" cy="845777"/>
                </a:xfrm>
                <a:custGeom>
                  <a:avLst/>
                  <a:gdLst>
                    <a:gd name="T0" fmla="*/ 292 w 338"/>
                    <a:gd name="T1" fmla="*/ 468 h 468"/>
                    <a:gd name="T2" fmla="*/ 254 w 338"/>
                    <a:gd name="T3" fmla="*/ 446 h 468"/>
                    <a:gd name="T4" fmla="*/ 252 w 338"/>
                    <a:gd name="T5" fmla="*/ 404 h 468"/>
                    <a:gd name="T6" fmla="*/ 225 w 338"/>
                    <a:gd name="T7" fmla="*/ 404 h 468"/>
                    <a:gd name="T8" fmla="*/ 201 w 338"/>
                    <a:gd name="T9" fmla="*/ 400 h 468"/>
                    <a:gd name="T10" fmla="*/ 174 w 338"/>
                    <a:gd name="T11" fmla="*/ 402 h 468"/>
                    <a:gd name="T12" fmla="*/ 208 w 338"/>
                    <a:gd name="T13" fmla="*/ 365 h 468"/>
                    <a:gd name="T14" fmla="*/ 238 w 338"/>
                    <a:gd name="T15" fmla="*/ 371 h 468"/>
                    <a:gd name="T16" fmla="*/ 260 w 338"/>
                    <a:gd name="T17" fmla="*/ 358 h 468"/>
                    <a:gd name="T18" fmla="*/ 298 w 338"/>
                    <a:gd name="T19" fmla="*/ 343 h 468"/>
                    <a:gd name="T20" fmla="*/ 301 w 338"/>
                    <a:gd name="T21" fmla="*/ 321 h 468"/>
                    <a:gd name="T22" fmla="*/ 327 w 338"/>
                    <a:gd name="T23" fmla="*/ 345 h 468"/>
                    <a:gd name="T24" fmla="*/ 331 w 338"/>
                    <a:gd name="T25" fmla="*/ 380 h 468"/>
                    <a:gd name="T26" fmla="*/ 327 w 338"/>
                    <a:gd name="T27" fmla="*/ 417 h 468"/>
                    <a:gd name="T28" fmla="*/ 314 w 338"/>
                    <a:gd name="T29" fmla="*/ 418 h 468"/>
                    <a:gd name="T30" fmla="*/ 318 w 338"/>
                    <a:gd name="T31" fmla="*/ 309 h 468"/>
                    <a:gd name="T32" fmla="*/ 214 w 338"/>
                    <a:gd name="T33" fmla="*/ 318 h 468"/>
                    <a:gd name="T34" fmla="*/ 190 w 338"/>
                    <a:gd name="T35" fmla="*/ 325 h 468"/>
                    <a:gd name="T36" fmla="*/ 214 w 338"/>
                    <a:gd name="T37" fmla="*/ 274 h 468"/>
                    <a:gd name="T38" fmla="*/ 48 w 338"/>
                    <a:gd name="T39" fmla="*/ 334 h 468"/>
                    <a:gd name="T40" fmla="*/ 2 w 338"/>
                    <a:gd name="T41" fmla="*/ 367 h 468"/>
                    <a:gd name="T42" fmla="*/ 30 w 338"/>
                    <a:gd name="T43" fmla="*/ 336 h 468"/>
                    <a:gd name="T44" fmla="*/ 59 w 338"/>
                    <a:gd name="T45" fmla="*/ 303 h 468"/>
                    <a:gd name="T46" fmla="*/ 73 w 338"/>
                    <a:gd name="T47" fmla="*/ 276 h 468"/>
                    <a:gd name="T48" fmla="*/ 82 w 338"/>
                    <a:gd name="T49" fmla="*/ 258 h 468"/>
                    <a:gd name="T50" fmla="*/ 82 w 338"/>
                    <a:gd name="T51" fmla="*/ 296 h 468"/>
                    <a:gd name="T52" fmla="*/ 280 w 338"/>
                    <a:gd name="T53" fmla="*/ 259 h 468"/>
                    <a:gd name="T54" fmla="*/ 289 w 338"/>
                    <a:gd name="T55" fmla="*/ 311 h 468"/>
                    <a:gd name="T56" fmla="*/ 272 w 338"/>
                    <a:gd name="T57" fmla="*/ 281 h 468"/>
                    <a:gd name="T58" fmla="*/ 212 w 338"/>
                    <a:gd name="T59" fmla="*/ 254 h 468"/>
                    <a:gd name="T60" fmla="*/ 174 w 338"/>
                    <a:gd name="T61" fmla="*/ 290 h 468"/>
                    <a:gd name="T62" fmla="*/ 181 w 338"/>
                    <a:gd name="T63" fmla="*/ 245 h 468"/>
                    <a:gd name="T64" fmla="*/ 197 w 338"/>
                    <a:gd name="T65" fmla="*/ 252 h 468"/>
                    <a:gd name="T66" fmla="*/ 298 w 338"/>
                    <a:gd name="T67" fmla="*/ 230 h 468"/>
                    <a:gd name="T68" fmla="*/ 301 w 338"/>
                    <a:gd name="T69" fmla="*/ 259 h 468"/>
                    <a:gd name="T70" fmla="*/ 285 w 338"/>
                    <a:gd name="T71" fmla="*/ 263 h 468"/>
                    <a:gd name="T72" fmla="*/ 265 w 338"/>
                    <a:gd name="T73" fmla="*/ 236 h 468"/>
                    <a:gd name="T74" fmla="*/ 274 w 338"/>
                    <a:gd name="T75" fmla="*/ 217 h 468"/>
                    <a:gd name="T76" fmla="*/ 130 w 338"/>
                    <a:gd name="T77" fmla="*/ 210 h 468"/>
                    <a:gd name="T78" fmla="*/ 141 w 338"/>
                    <a:gd name="T79" fmla="*/ 186 h 468"/>
                    <a:gd name="T80" fmla="*/ 154 w 338"/>
                    <a:gd name="T81" fmla="*/ 219 h 468"/>
                    <a:gd name="T82" fmla="*/ 155 w 338"/>
                    <a:gd name="T83" fmla="*/ 7 h 468"/>
                    <a:gd name="T84" fmla="*/ 185 w 338"/>
                    <a:gd name="T85" fmla="*/ 9 h 468"/>
                    <a:gd name="T86" fmla="*/ 190 w 338"/>
                    <a:gd name="T87" fmla="*/ 55 h 468"/>
                    <a:gd name="T88" fmla="*/ 177 w 338"/>
                    <a:gd name="T89" fmla="*/ 84 h 468"/>
                    <a:gd name="T90" fmla="*/ 155 w 338"/>
                    <a:gd name="T91" fmla="*/ 128 h 468"/>
                    <a:gd name="T92" fmla="*/ 183 w 338"/>
                    <a:gd name="T93" fmla="*/ 166 h 468"/>
                    <a:gd name="T94" fmla="*/ 192 w 338"/>
                    <a:gd name="T95" fmla="*/ 153 h 468"/>
                    <a:gd name="T96" fmla="*/ 218 w 338"/>
                    <a:gd name="T97" fmla="*/ 173 h 468"/>
                    <a:gd name="T98" fmla="*/ 227 w 338"/>
                    <a:gd name="T99" fmla="*/ 170 h 468"/>
                    <a:gd name="T100" fmla="*/ 230 w 338"/>
                    <a:gd name="T101" fmla="*/ 183 h 468"/>
                    <a:gd name="T102" fmla="*/ 239 w 338"/>
                    <a:gd name="T103" fmla="*/ 214 h 468"/>
                    <a:gd name="T104" fmla="*/ 223 w 338"/>
                    <a:gd name="T105" fmla="*/ 201 h 468"/>
                    <a:gd name="T106" fmla="*/ 187 w 338"/>
                    <a:gd name="T107" fmla="*/ 168 h 468"/>
                    <a:gd name="T108" fmla="*/ 183 w 338"/>
                    <a:gd name="T109" fmla="*/ 181 h 468"/>
                    <a:gd name="T110" fmla="*/ 135 w 338"/>
                    <a:gd name="T111" fmla="*/ 173 h 468"/>
                    <a:gd name="T112" fmla="*/ 132 w 338"/>
                    <a:gd name="T113" fmla="*/ 150 h 468"/>
                    <a:gd name="T114" fmla="*/ 119 w 338"/>
                    <a:gd name="T115" fmla="*/ 150 h 468"/>
                    <a:gd name="T116" fmla="*/ 97 w 338"/>
                    <a:gd name="T117" fmla="*/ 113 h 468"/>
                    <a:gd name="T118" fmla="*/ 101 w 338"/>
                    <a:gd name="T119" fmla="*/ 88 h 468"/>
                    <a:gd name="T120" fmla="*/ 110 w 338"/>
                    <a:gd name="T121" fmla="*/ 95 h 468"/>
                    <a:gd name="T122" fmla="*/ 117 w 338"/>
                    <a:gd name="T123" fmla="*/ 45 h 468"/>
                    <a:gd name="T124" fmla="*/ 128 w 338"/>
                    <a:gd name="T125" fmla="*/ 3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8" h="468">
                      <a:moveTo>
                        <a:pt x="294" y="422"/>
                      </a:moveTo>
                      <a:lnTo>
                        <a:pt x="294" y="424"/>
                      </a:lnTo>
                      <a:lnTo>
                        <a:pt x="292" y="424"/>
                      </a:lnTo>
                      <a:lnTo>
                        <a:pt x="294" y="424"/>
                      </a:lnTo>
                      <a:lnTo>
                        <a:pt x="294" y="426"/>
                      </a:lnTo>
                      <a:lnTo>
                        <a:pt x="292" y="426"/>
                      </a:lnTo>
                      <a:lnTo>
                        <a:pt x="292" y="427"/>
                      </a:lnTo>
                      <a:lnTo>
                        <a:pt x="294" y="427"/>
                      </a:lnTo>
                      <a:lnTo>
                        <a:pt x="294" y="429"/>
                      </a:lnTo>
                      <a:lnTo>
                        <a:pt x="292" y="429"/>
                      </a:lnTo>
                      <a:lnTo>
                        <a:pt x="292" y="431"/>
                      </a:lnTo>
                      <a:lnTo>
                        <a:pt x="294" y="431"/>
                      </a:lnTo>
                      <a:lnTo>
                        <a:pt x="294" y="429"/>
                      </a:lnTo>
                      <a:lnTo>
                        <a:pt x="294" y="431"/>
                      </a:lnTo>
                      <a:lnTo>
                        <a:pt x="296" y="431"/>
                      </a:lnTo>
                      <a:lnTo>
                        <a:pt x="294" y="431"/>
                      </a:lnTo>
                      <a:lnTo>
                        <a:pt x="294" y="429"/>
                      </a:lnTo>
                      <a:lnTo>
                        <a:pt x="296" y="429"/>
                      </a:lnTo>
                      <a:lnTo>
                        <a:pt x="296" y="431"/>
                      </a:lnTo>
                      <a:lnTo>
                        <a:pt x="298" y="431"/>
                      </a:lnTo>
                      <a:lnTo>
                        <a:pt x="296" y="431"/>
                      </a:lnTo>
                      <a:lnTo>
                        <a:pt x="298" y="431"/>
                      </a:lnTo>
                      <a:lnTo>
                        <a:pt x="298" y="433"/>
                      </a:lnTo>
                      <a:lnTo>
                        <a:pt x="300" y="433"/>
                      </a:lnTo>
                      <a:lnTo>
                        <a:pt x="300" y="435"/>
                      </a:lnTo>
                      <a:lnTo>
                        <a:pt x="301" y="435"/>
                      </a:lnTo>
                      <a:lnTo>
                        <a:pt x="300" y="435"/>
                      </a:lnTo>
                      <a:lnTo>
                        <a:pt x="300" y="437"/>
                      </a:lnTo>
                      <a:lnTo>
                        <a:pt x="301" y="437"/>
                      </a:lnTo>
                      <a:lnTo>
                        <a:pt x="301" y="438"/>
                      </a:lnTo>
                      <a:lnTo>
                        <a:pt x="303" y="438"/>
                      </a:lnTo>
                      <a:lnTo>
                        <a:pt x="303" y="440"/>
                      </a:lnTo>
                      <a:lnTo>
                        <a:pt x="303" y="442"/>
                      </a:lnTo>
                      <a:lnTo>
                        <a:pt x="303" y="444"/>
                      </a:lnTo>
                      <a:lnTo>
                        <a:pt x="305" y="444"/>
                      </a:lnTo>
                      <a:lnTo>
                        <a:pt x="305" y="446"/>
                      </a:lnTo>
                      <a:lnTo>
                        <a:pt x="305" y="448"/>
                      </a:lnTo>
                      <a:lnTo>
                        <a:pt x="305" y="449"/>
                      </a:lnTo>
                      <a:lnTo>
                        <a:pt x="305" y="451"/>
                      </a:lnTo>
                      <a:lnTo>
                        <a:pt x="305" y="453"/>
                      </a:lnTo>
                      <a:lnTo>
                        <a:pt x="303" y="453"/>
                      </a:lnTo>
                      <a:lnTo>
                        <a:pt x="303" y="455"/>
                      </a:lnTo>
                      <a:lnTo>
                        <a:pt x="301" y="457"/>
                      </a:lnTo>
                      <a:lnTo>
                        <a:pt x="301" y="459"/>
                      </a:lnTo>
                      <a:lnTo>
                        <a:pt x="300" y="459"/>
                      </a:lnTo>
                      <a:lnTo>
                        <a:pt x="300" y="460"/>
                      </a:lnTo>
                      <a:lnTo>
                        <a:pt x="298" y="460"/>
                      </a:lnTo>
                      <a:lnTo>
                        <a:pt x="298" y="462"/>
                      </a:lnTo>
                      <a:lnTo>
                        <a:pt x="298" y="464"/>
                      </a:lnTo>
                      <a:lnTo>
                        <a:pt x="296" y="464"/>
                      </a:lnTo>
                      <a:lnTo>
                        <a:pt x="296" y="466"/>
                      </a:lnTo>
                      <a:lnTo>
                        <a:pt x="294" y="466"/>
                      </a:lnTo>
                      <a:lnTo>
                        <a:pt x="296" y="466"/>
                      </a:lnTo>
                      <a:lnTo>
                        <a:pt x="294" y="466"/>
                      </a:lnTo>
                      <a:lnTo>
                        <a:pt x="294" y="468"/>
                      </a:lnTo>
                      <a:lnTo>
                        <a:pt x="292" y="468"/>
                      </a:lnTo>
                      <a:lnTo>
                        <a:pt x="291" y="468"/>
                      </a:lnTo>
                      <a:lnTo>
                        <a:pt x="292" y="468"/>
                      </a:lnTo>
                      <a:lnTo>
                        <a:pt x="291" y="468"/>
                      </a:lnTo>
                      <a:lnTo>
                        <a:pt x="291" y="466"/>
                      </a:lnTo>
                      <a:lnTo>
                        <a:pt x="291" y="464"/>
                      </a:lnTo>
                      <a:lnTo>
                        <a:pt x="291" y="462"/>
                      </a:lnTo>
                      <a:lnTo>
                        <a:pt x="289" y="462"/>
                      </a:lnTo>
                      <a:lnTo>
                        <a:pt x="289" y="460"/>
                      </a:lnTo>
                      <a:lnTo>
                        <a:pt x="287" y="460"/>
                      </a:lnTo>
                      <a:lnTo>
                        <a:pt x="285" y="459"/>
                      </a:lnTo>
                      <a:lnTo>
                        <a:pt x="287" y="459"/>
                      </a:lnTo>
                      <a:lnTo>
                        <a:pt x="285" y="459"/>
                      </a:lnTo>
                      <a:lnTo>
                        <a:pt x="287" y="459"/>
                      </a:lnTo>
                      <a:lnTo>
                        <a:pt x="287" y="457"/>
                      </a:lnTo>
                      <a:lnTo>
                        <a:pt x="289" y="457"/>
                      </a:lnTo>
                      <a:lnTo>
                        <a:pt x="289" y="455"/>
                      </a:lnTo>
                      <a:lnTo>
                        <a:pt x="291" y="453"/>
                      </a:lnTo>
                      <a:lnTo>
                        <a:pt x="291" y="451"/>
                      </a:lnTo>
                      <a:lnTo>
                        <a:pt x="289" y="451"/>
                      </a:lnTo>
                      <a:lnTo>
                        <a:pt x="291" y="451"/>
                      </a:lnTo>
                      <a:lnTo>
                        <a:pt x="289" y="451"/>
                      </a:lnTo>
                      <a:lnTo>
                        <a:pt x="291" y="451"/>
                      </a:lnTo>
                      <a:lnTo>
                        <a:pt x="289" y="451"/>
                      </a:lnTo>
                      <a:lnTo>
                        <a:pt x="289" y="449"/>
                      </a:lnTo>
                      <a:lnTo>
                        <a:pt x="291" y="449"/>
                      </a:lnTo>
                      <a:lnTo>
                        <a:pt x="289" y="449"/>
                      </a:lnTo>
                      <a:lnTo>
                        <a:pt x="287" y="449"/>
                      </a:lnTo>
                      <a:lnTo>
                        <a:pt x="287" y="448"/>
                      </a:lnTo>
                      <a:lnTo>
                        <a:pt x="287" y="449"/>
                      </a:lnTo>
                      <a:lnTo>
                        <a:pt x="287" y="448"/>
                      </a:lnTo>
                      <a:lnTo>
                        <a:pt x="287" y="449"/>
                      </a:lnTo>
                      <a:lnTo>
                        <a:pt x="287" y="448"/>
                      </a:lnTo>
                      <a:lnTo>
                        <a:pt x="285" y="448"/>
                      </a:lnTo>
                      <a:lnTo>
                        <a:pt x="285" y="449"/>
                      </a:lnTo>
                      <a:lnTo>
                        <a:pt x="285" y="451"/>
                      </a:lnTo>
                      <a:lnTo>
                        <a:pt x="285" y="453"/>
                      </a:lnTo>
                      <a:lnTo>
                        <a:pt x="283" y="453"/>
                      </a:lnTo>
                      <a:lnTo>
                        <a:pt x="283" y="455"/>
                      </a:lnTo>
                      <a:lnTo>
                        <a:pt x="283" y="457"/>
                      </a:lnTo>
                      <a:lnTo>
                        <a:pt x="281" y="457"/>
                      </a:lnTo>
                      <a:lnTo>
                        <a:pt x="280" y="457"/>
                      </a:lnTo>
                      <a:lnTo>
                        <a:pt x="278" y="457"/>
                      </a:lnTo>
                      <a:lnTo>
                        <a:pt x="276" y="457"/>
                      </a:lnTo>
                      <a:lnTo>
                        <a:pt x="274" y="457"/>
                      </a:lnTo>
                      <a:lnTo>
                        <a:pt x="272" y="455"/>
                      </a:lnTo>
                      <a:lnTo>
                        <a:pt x="270" y="455"/>
                      </a:lnTo>
                      <a:lnTo>
                        <a:pt x="269" y="455"/>
                      </a:lnTo>
                      <a:lnTo>
                        <a:pt x="269" y="453"/>
                      </a:lnTo>
                      <a:lnTo>
                        <a:pt x="267" y="453"/>
                      </a:lnTo>
                      <a:lnTo>
                        <a:pt x="265" y="453"/>
                      </a:lnTo>
                      <a:lnTo>
                        <a:pt x="265" y="451"/>
                      </a:lnTo>
                      <a:lnTo>
                        <a:pt x="263" y="451"/>
                      </a:lnTo>
                      <a:lnTo>
                        <a:pt x="261" y="451"/>
                      </a:lnTo>
                      <a:lnTo>
                        <a:pt x="261" y="449"/>
                      </a:lnTo>
                      <a:lnTo>
                        <a:pt x="260" y="449"/>
                      </a:lnTo>
                      <a:lnTo>
                        <a:pt x="258" y="449"/>
                      </a:lnTo>
                      <a:lnTo>
                        <a:pt x="258" y="448"/>
                      </a:lnTo>
                      <a:lnTo>
                        <a:pt x="256" y="448"/>
                      </a:lnTo>
                      <a:lnTo>
                        <a:pt x="254" y="448"/>
                      </a:lnTo>
                      <a:lnTo>
                        <a:pt x="254" y="446"/>
                      </a:lnTo>
                      <a:lnTo>
                        <a:pt x="254" y="448"/>
                      </a:lnTo>
                      <a:lnTo>
                        <a:pt x="254" y="446"/>
                      </a:lnTo>
                      <a:lnTo>
                        <a:pt x="252" y="446"/>
                      </a:lnTo>
                      <a:lnTo>
                        <a:pt x="250" y="444"/>
                      </a:lnTo>
                      <a:lnTo>
                        <a:pt x="250" y="442"/>
                      </a:lnTo>
                      <a:lnTo>
                        <a:pt x="249" y="442"/>
                      </a:lnTo>
                      <a:lnTo>
                        <a:pt x="249" y="440"/>
                      </a:lnTo>
                      <a:lnTo>
                        <a:pt x="247" y="440"/>
                      </a:lnTo>
                      <a:lnTo>
                        <a:pt x="247" y="438"/>
                      </a:lnTo>
                      <a:lnTo>
                        <a:pt x="245" y="438"/>
                      </a:lnTo>
                      <a:lnTo>
                        <a:pt x="245" y="437"/>
                      </a:lnTo>
                      <a:lnTo>
                        <a:pt x="245" y="435"/>
                      </a:lnTo>
                      <a:lnTo>
                        <a:pt x="245" y="437"/>
                      </a:lnTo>
                      <a:lnTo>
                        <a:pt x="245" y="435"/>
                      </a:lnTo>
                      <a:lnTo>
                        <a:pt x="245" y="433"/>
                      </a:lnTo>
                      <a:lnTo>
                        <a:pt x="247" y="433"/>
                      </a:lnTo>
                      <a:lnTo>
                        <a:pt x="245" y="433"/>
                      </a:lnTo>
                      <a:lnTo>
                        <a:pt x="245" y="431"/>
                      </a:lnTo>
                      <a:lnTo>
                        <a:pt x="247" y="431"/>
                      </a:lnTo>
                      <a:lnTo>
                        <a:pt x="245" y="429"/>
                      </a:lnTo>
                      <a:lnTo>
                        <a:pt x="245" y="427"/>
                      </a:lnTo>
                      <a:lnTo>
                        <a:pt x="245" y="426"/>
                      </a:lnTo>
                      <a:lnTo>
                        <a:pt x="245" y="424"/>
                      </a:lnTo>
                      <a:lnTo>
                        <a:pt x="243" y="424"/>
                      </a:lnTo>
                      <a:lnTo>
                        <a:pt x="243" y="422"/>
                      </a:lnTo>
                      <a:lnTo>
                        <a:pt x="241" y="422"/>
                      </a:lnTo>
                      <a:lnTo>
                        <a:pt x="243" y="422"/>
                      </a:lnTo>
                      <a:lnTo>
                        <a:pt x="243" y="420"/>
                      </a:lnTo>
                      <a:lnTo>
                        <a:pt x="243" y="418"/>
                      </a:lnTo>
                      <a:lnTo>
                        <a:pt x="243" y="417"/>
                      </a:lnTo>
                      <a:lnTo>
                        <a:pt x="243" y="415"/>
                      </a:lnTo>
                      <a:lnTo>
                        <a:pt x="245" y="415"/>
                      </a:lnTo>
                      <a:lnTo>
                        <a:pt x="245" y="413"/>
                      </a:lnTo>
                      <a:lnTo>
                        <a:pt x="245" y="411"/>
                      </a:lnTo>
                      <a:lnTo>
                        <a:pt x="247" y="411"/>
                      </a:lnTo>
                      <a:lnTo>
                        <a:pt x="249" y="411"/>
                      </a:lnTo>
                      <a:lnTo>
                        <a:pt x="250" y="411"/>
                      </a:lnTo>
                      <a:lnTo>
                        <a:pt x="250" y="409"/>
                      </a:lnTo>
                      <a:lnTo>
                        <a:pt x="252" y="409"/>
                      </a:lnTo>
                      <a:lnTo>
                        <a:pt x="252" y="411"/>
                      </a:lnTo>
                      <a:lnTo>
                        <a:pt x="252" y="409"/>
                      </a:lnTo>
                      <a:lnTo>
                        <a:pt x="250" y="409"/>
                      </a:lnTo>
                      <a:lnTo>
                        <a:pt x="250" y="407"/>
                      </a:lnTo>
                      <a:lnTo>
                        <a:pt x="250" y="409"/>
                      </a:lnTo>
                      <a:lnTo>
                        <a:pt x="250" y="407"/>
                      </a:lnTo>
                      <a:lnTo>
                        <a:pt x="252" y="407"/>
                      </a:lnTo>
                      <a:lnTo>
                        <a:pt x="254" y="407"/>
                      </a:lnTo>
                      <a:lnTo>
                        <a:pt x="254" y="409"/>
                      </a:lnTo>
                      <a:lnTo>
                        <a:pt x="254" y="407"/>
                      </a:lnTo>
                      <a:lnTo>
                        <a:pt x="254" y="409"/>
                      </a:lnTo>
                      <a:lnTo>
                        <a:pt x="254" y="407"/>
                      </a:lnTo>
                      <a:lnTo>
                        <a:pt x="252" y="407"/>
                      </a:lnTo>
                      <a:lnTo>
                        <a:pt x="250" y="407"/>
                      </a:lnTo>
                      <a:lnTo>
                        <a:pt x="252" y="407"/>
                      </a:lnTo>
                      <a:lnTo>
                        <a:pt x="250" y="407"/>
                      </a:lnTo>
                      <a:lnTo>
                        <a:pt x="252" y="407"/>
                      </a:lnTo>
                      <a:lnTo>
                        <a:pt x="252" y="406"/>
                      </a:lnTo>
                      <a:lnTo>
                        <a:pt x="252" y="404"/>
                      </a:lnTo>
                      <a:lnTo>
                        <a:pt x="250" y="404"/>
                      </a:lnTo>
                      <a:lnTo>
                        <a:pt x="252" y="404"/>
                      </a:lnTo>
                      <a:lnTo>
                        <a:pt x="254" y="404"/>
                      </a:lnTo>
                      <a:lnTo>
                        <a:pt x="252" y="404"/>
                      </a:lnTo>
                      <a:lnTo>
                        <a:pt x="254" y="404"/>
                      </a:lnTo>
                      <a:lnTo>
                        <a:pt x="252" y="402"/>
                      </a:lnTo>
                      <a:lnTo>
                        <a:pt x="252" y="404"/>
                      </a:lnTo>
                      <a:lnTo>
                        <a:pt x="252" y="402"/>
                      </a:lnTo>
                      <a:lnTo>
                        <a:pt x="250" y="402"/>
                      </a:lnTo>
                      <a:lnTo>
                        <a:pt x="249" y="402"/>
                      </a:lnTo>
                      <a:lnTo>
                        <a:pt x="250" y="402"/>
                      </a:lnTo>
                      <a:lnTo>
                        <a:pt x="250" y="400"/>
                      </a:lnTo>
                      <a:lnTo>
                        <a:pt x="249" y="400"/>
                      </a:lnTo>
                      <a:lnTo>
                        <a:pt x="249" y="398"/>
                      </a:lnTo>
                      <a:lnTo>
                        <a:pt x="247" y="396"/>
                      </a:lnTo>
                      <a:lnTo>
                        <a:pt x="247" y="395"/>
                      </a:lnTo>
                      <a:lnTo>
                        <a:pt x="245" y="395"/>
                      </a:lnTo>
                      <a:lnTo>
                        <a:pt x="245" y="393"/>
                      </a:lnTo>
                      <a:lnTo>
                        <a:pt x="243" y="393"/>
                      </a:lnTo>
                      <a:lnTo>
                        <a:pt x="241" y="393"/>
                      </a:lnTo>
                      <a:lnTo>
                        <a:pt x="241" y="391"/>
                      </a:lnTo>
                      <a:lnTo>
                        <a:pt x="239" y="391"/>
                      </a:lnTo>
                      <a:lnTo>
                        <a:pt x="238" y="391"/>
                      </a:lnTo>
                      <a:lnTo>
                        <a:pt x="236" y="391"/>
                      </a:lnTo>
                      <a:lnTo>
                        <a:pt x="236" y="389"/>
                      </a:lnTo>
                      <a:lnTo>
                        <a:pt x="236" y="391"/>
                      </a:lnTo>
                      <a:lnTo>
                        <a:pt x="234" y="391"/>
                      </a:lnTo>
                      <a:lnTo>
                        <a:pt x="234" y="389"/>
                      </a:lnTo>
                      <a:lnTo>
                        <a:pt x="234" y="387"/>
                      </a:lnTo>
                      <a:lnTo>
                        <a:pt x="232" y="387"/>
                      </a:lnTo>
                      <a:lnTo>
                        <a:pt x="230" y="387"/>
                      </a:lnTo>
                      <a:lnTo>
                        <a:pt x="228" y="387"/>
                      </a:lnTo>
                      <a:lnTo>
                        <a:pt x="228" y="385"/>
                      </a:lnTo>
                      <a:lnTo>
                        <a:pt x="227" y="385"/>
                      </a:lnTo>
                      <a:lnTo>
                        <a:pt x="227" y="387"/>
                      </a:lnTo>
                      <a:lnTo>
                        <a:pt x="225" y="387"/>
                      </a:lnTo>
                      <a:lnTo>
                        <a:pt x="223" y="387"/>
                      </a:lnTo>
                      <a:lnTo>
                        <a:pt x="223" y="389"/>
                      </a:lnTo>
                      <a:lnTo>
                        <a:pt x="225" y="389"/>
                      </a:lnTo>
                      <a:lnTo>
                        <a:pt x="225" y="391"/>
                      </a:lnTo>
                      <a:lnTo>
                        <a:pt x="225" y="393"/>
                      </a:lnTo>
                      <a:lnTo>
                        <a:pt x="225" y="395"/>
                      </a:lnTo>
                      <a:lnTo>
                        <a:pt x="223" y="395"/>
                      </a:lnTo>
                      <a:lnTo>
                        <a:pt x="221" y="395"/>
                      </a:lnTo>
                      <a:lnTo>
                        <a:pt x="223" y="395"/>
                      </a:lnTo>
                      <a:lnTo>
                        <a:pt x="223" y="396"/>
                      </a:lnTo>
                      <a:lnTo>
                        <a:pt x="221" y="396"/>
                      </a:lnTo>
                      <a:lnTo>
                        <a:pt x="219" y="396"/>
                      </a:lnTo>
                      <a:lnTo>
                        <a:pt x="221" y="396"/>
                      </a:lnTo>
                      <a:lnTo>
                        <a:pt x="221" y="398"/>
                      </a:lnTo>
                      <a:lnTo>
                        <a:pt x="223" y="400"/>
                      </a:lnTo>
                      <a:lnTo>
                        <a:pt x="225" y="400"/>
                      </a:lnTo>
                      <a:lnTo>
                        <a:pt x="225" y="402"/>
                      </a:lnTo>
                      <a:lnTo>
                        <a:pt x="223" y="402"/>
                      </a:lnTo>
                      <a:lnTo>
                        <a:pt x="225" y="402"/>
                      </a:lnTo>
                      <a:lnTo>
                        <a:pt x="223" y="402"/>
                      </a:lnTo>
                      <a:lnTo>
                        <a:pt x="225" y="402"/>
                      </a:lnTo>
                      <a:lnTo>
                        <a:pt x="225" y="404"/>
                      </a:lnTo>
                      <a:lnTo>
                        <a:pt x="223" y="404"/>
                      </a:lnTo>
                      <a:lnTo>
                        <a:pt x="221" y="404"/>
                      </a:lnTo>
                      <a:lnTo>
                        <a:pt x="221" y="402"/>
                      </a:lnTo>
                      <a:lnTo>
                        <a:pt x="219" y="402"/>
                      </a:lnTo>
                      <a:lnTo>
                        <a:pt x="219" y="400"/>
                      </a:lnTo>
                      <a:lnTo>
                        <a:pt x="218" y="400"/>
                      </a:lnTo>
                      <a:lnTo>
                        <a:pt x="219" y="398"/>
                      </a:lnTo>
                      <a:lnTo>
                        <a:pt x="219" y="396"/>
                      </a:lnTo>
                      <a:lnTo>
                        <a:pt x="218" y="398"/>
                      </a:lnTo>
                      <a:lnTo>
                        <a:pt x="218" y="396"/>
                      </a:lnTo>
                      <a:lnTo>
                        <a:pt x="218" y="398"/>
                      </a:lnTo>
                      <a:lnTo>
                        <a:pt x="218" y="396"/>
                      </a:lnTo>
                      <a:lnTo>
                        <a:pt x="216" y="396"/>
                      </a:lnTo>
                      <a:lnTo>
                        <a:pt x="216" y="398"/>
                      </a:lnTo>
                      <a:lnTo>
                        <a:pt x="214" y="398"/>
                      </a:lnTo>
                      <a:lnTo>
                        <a:pt x="216" y="398"/>
                      </a:lnTo>
                      <a:lnTo>
                        <a:pt x="216" y="400"/>
                      </a:lnTo>
                      <a:lnTo>
                        <a:pt x="214" y="400"/>
                      </a:lnTo>
                      <a:lnTo>
                        <a:pt x="214" y="398"/>
                      </a:lnTo>
                      <a:lnTo>
                        <a:pt x="212" y="398"/>
                      </a:lnTo>
                      <a:lnTo>
                        <a:pt x="212" y="396"/>
                      </a:lnTo>
                      <a:lnTo>
                        <a:pt x="212" y="395"/>
                      </a:lnTo>
                      <a:lnTo>
                        <a:pt x="212" y="396"/>
                      </a:lnTo>
                      <a:lnTo>
                        <a:pt x="214" y="396"/>
                      </a:lnTo>
                      <a:lnTo>
                        <a:pt x="214" y="395"/>
                      </a:lnTo>
                      <a:lnTo>
                        <a:pt x="214" y="396"/>
                      </a:lnTo>
                      <a:lnTo>
                        <a:pt x="214" y="395"/>
                      </a:lnTo>
                      <a:lnTo>
                        <a:pt x="216" y="395"/>
                      </a:lnTo>
                      <a:lnTo>
                        <a:pt x="214" y="395"/>
                      </a:lnTo>
                      <a:lnTo>
                        <a:pt x="214" y="393"/>
                      </a:lnTo>
                      <a:lnTo>
                        <a:pt x="212" y="393"/>
                      </a:lnTo>
                      <a:lnTo>
                        <a:pt x="214" y="393"/>
                      </a:lnTo>
                      <a:lnTo>
                        <a:pt x="214" y="391"/>
                      </a:lnTo>
                      <a:lnTo>
                        <a:pt x="212" y="391"/>
                      </a:lnTo>
                      <a:lnTo>
                        <a:pt x="210" y="393"/>
                      </a:lnTo>
                      <a:lnTo>
                        <a:pt x="212" y="393"/>
                      </a:lnTo>
                      <a:lnTo>
                        <a:pt x="210" y="393"/>
                      </a:lnTo>
                      <a:lnTo>
                        <a:pt x="210" y="395"/>
                      </a:lnTo>
                      <a:lnTo>
                        <a:pt x="208" y="395"/>
                      </a:lnTo>
                      <a:lnTo>
                        <a:pt x="210" y="395"/>
                      </a:lnTo>
                      <a:lnTo>
                        <a:pt x="208" y="395"/>
                      </a:lnTo>
                      <a:lnTo>
                        <a:pt x="210" y="395"/>
                      </a:lnTo>
                      <a:lnTo>
                        <a:pt x="210" y="396"/>
                      </a:lnTo>
                      <a:lnTo>
                        <a:pt x="208" y="396"/>
                      </a:lnTo>
                      <a:lnTo>
                        <a:pt x="210" y="396"/>
                      </a:lnTo>
                      <a:lnTo>
                        <a:pt x="208" y="396"/>
                      </a:lnTo>
                      <a:lnTo>
                        <a:pt x="208" y="398"/>
                      </a:lnTo>
                      <a:lnTo>
                        <a:pt x="208" y="400"/>
                      </a:lnTo>
                      <a:lnTo>
                        <a:pt x="207" y="400"/>
                      </a:lnTo>
                      <a:lnTo>
                        <a:pt x="207" y="398"/>
                      </a:lnTo>
                      <a:lnTo>
                        <a:pt x="207" y="400"/>
                      </a:lnTo>
                      <a:lnTo>
                        <a:pt x="207" y="398"/>
                      </a:lnTo>
                      <a:lnTo>
                        <a:pt x="205" y="398"/>
                      </a:lnTo>
                      <a:lnTo>
                        <a:pt x="205" y="396"/>
                      </a:lnTo>
                      <a:lnTo>
                        <a:pt x="205" y="398"/>
                      </a:lnTo>
                      <a:lnTo>
                        <a:pt x="203" y="398"/>
                      </a:lnTo>
                      <a:lnTo>
                        <a:pt x="203" y="400"/>
                      </a:lnTo>
                      <a:lnTo>
                        <a:pt x="201" y="400"/>
                      </a:lnTo>
                      <a:lnTo>
                        <a:pt x="201" y="398"/>
                      </a:lnTo>
                      <a:lnTo>
                        <a:pt x="201" y="400"/>
                      </a:lnTo>
                      <a:lnTo>
                        <a:pt x="201" y="398"/>
                      </a:lnTo>
                      <a:lnTo>
                        <a:pt x="201" y="396"/>
                      </a:lnTo>
                      <a:lnTo>
                        <a:pt x="201" y="398"/>
                      </a:lnTo>
                      <a:lnTo>
                        <a:pt x="203" y="398"/>
                      </a:lnTo>
                      <a:lnTo>
                        <a:pt x="201" y="398"/>
                      </a:lnTo>
                      <a:lnTo>
                        <a:pt x="203" y="398"/>
                      </a:lnTo>
                      <a:lnTo>
                        <a:pt x="203" y="396"/>
                      </a:lnTo>
                      <a:lnTo>
                        <a:pt x="201" y="396"/>
                      </a:lnTo>
                      <a:lnTo>
                        <a:pt x="201" y="395"/>
                      </a:lnTo>
                      <a:lnTo>
                        <a:pt x="201" y="393"/>
                      </a:lnTo>
                      <a:lnTo>
                        <a:pt x="201" y="391"/>
                      </a:lnTo>
                      <a:lnTo>
                        <a:pt x="201" y="389"/>
                      </a:lnTo>
                      <a:lnTo>
                        <a:pt x="199" y="389"/>
                      </a:lnTo>
                      <a:lnTo>
                        <a:pt x="197" y="389"/>
                      </a:lnTo>
                      <a:lnTo>
                        <a:pt x="197" y="387"/>
                      </a:lnTo>
                      <a:lnTo>
                        <a:pt x="197" y="389"/>
                      </a:lnTo>
                      <a:lnTo>
                        <a:pt x="197" y="387"/>
                      </a:lnTo>
                      <a:lnTo>
                        <a:pt x="197" y="389"/>
                      </a:lnTo>
                      <a:lnTo>
                        <a:pt x="196" y="389"/>
                      </a:lnTo>
                      <a:lnTo>
                        <a:pt x="196" y="387"/>
                      </a:lnTo>
                      <a:lnTo>
                        <a:pt x="196" y="389"/>
                      </a:lnTo>
                      <a:lnTo>
                        <a:pt x="194" y="389"/>
                      </a:lnTo>
                      <a:lnTo>
                        <a:pt x="196" y="389"/>
                      </a:lnTo>
                      <a:lnTo>
                        <a:pt x="194" y="389"/>
                      </a:lnTo>
                      <a:lnTo>
                        <a:pt x="192" y="389"/>
                      </a:lnTo>
                      <a:lnTo>
                        <a:pt x="192" y="391"/>
                      </a:lnTo>
                      <a:lnTo>
                        <a:pt x="192" y="389"/>
                      </a:lnTo>
                      <a:lnTo>
                        <a:pt x="192" y="391"/>
                      </a:lnTo>
                      <a:lnTo>
                        <a:pt x="190" y="391"/>
                      </a:lnTo>
                      <a:lnTo>
                        <a:pt x="190" y="393"/>
                      </a:lnTo>
                      <a:lnTo>
                        <a:pt x="190" y="395"/>
                      </a:lnTo>
                      <a:lnTo>
                        <a:pt x="188" y="395"/>
                      </a:lnTo>
                      <a:lnTo>
                        <a:pt x="188" y="396"/>
                      </a:lnTo>
                      <a:lnTo>
                        <a:pt x="190" y="396"/>
                      </a:lnTo>
                      <a:lnTo>
                        <a:pt x="190" y="398"/>
                      </a:lnTo>
                      <a:lnTo>
                        <a:pt x="188" y="398"/>
                      </a:lnTo>
                      <a:lnTo>
                        <a:pt x="188" y="396"/>
                      </a:lnTo>
                      <a:lnTo>
                        <a:pt x="188" y="398"/>
                      </a:lnTo>
                      <a:lnTo>
                        <a:pt x="187" y="398"/>
                      </a:lnTo>
                      <a:lnTo>
                        <a:pt x="187" y="400"/>
                      </a:lnTo>
                      <a:lnTo>
                        <a:pt x="185" y="400"/>
                      </a:lnTo>
                      <a:lnTo>
                        <a:pt x="181" y="400"/>
                      </a:lnTo>
                      <a:lnTo>
                        <a:pt x="179" y="404"/>
                      </a:lnTo>
                      <a:lnTo>
                        <a:pt x="179" y="406"/>
                      </a:lnTo>
                      <a:lnTo>
                        <a:pt x="179" y="407"/>
                      </a:lnTo>
                      <a:lnTo>
                        <a:pt x="176" y="411"/>
                      </a:lnTo>
                      <a:lnTo>
                        <a:pt x="168" y="411"/>
                      </a:lnTo>
                      <a:lnTo>
                        <a:pt x="170" y="411"/>
                      </a:lnTo>
                      <a:lnTo>
                        <a:pt x="170" y="409"/>
                      </a:lnTo>
                      <a:lnTo>
                        <a:pt x="172" y="407"/>
                      </a:lnTo>
                      <a:lnTo>
                        <a:pt x="174" y="407"/>
                      </a:lnTo>
                      <a:lnTo>
                        <a:pt x="174" y="406"/>
                      </a:lnTo>
                      <a:lnTo>
                        <a:pt x="176" y="406"/>
                      </a:lnTo>
                      <a:lnTo>
                        <a:pt x="174" y="406"/>
                      </a:lnTo>
                      <a:lnTo>
                        <a:pt x="174" y="404"/>
                      </a:lnTo>
                      <a:lnTo>
                        <a:pt x="174" y="402"/>
                      </a:lnTo>
                      <a:lnTo>
                        <a:pt x="174" y="400"/>
                      </a:lnTo>
                      <a:lnTo>
                        <a:pt x="176" y="400"/>
                      </a:lnTo>
                      <a:lnTo>
                        <a:pt x="176" y="398"/>
                      </a:lnTo>
                      <a:lnTo>
                        <a:pt x="176" y="396"/>
                      </a:lnTo>
                      <a:lnTo>
                        <a:pt x="177" y="396"/>
                      </a:lnTo>
                      <a:lnTo>
                        <a:pt x="177" y="395"/>
                      </a:lnTo>
                      <a:lnTo>
                        <a:pt x="177" y="396"/>
                      </a:lnTo>
                      <a:lnTo>
                        <a:pt x="177" y="395"/>
                      </a:lnTo>
                      <a:lnTo>
                        <a:pt x="176" y="395"/>
                      </a:lnTo>
                      <a:lnTo>
                        <a:pt x="177" y="395"/>
                      </a:lnTo>
                      <a:lnTo>
                        <a:pt x="177" y="393"/>
                      </a:lnTo>
                      <a:lnTo>
                        <a:pt x="177" y="391"/>
                      </a:lnTo>
                      <a:lnTo>
                        <a:pt x="176" y="391"/>
                      </a:lnTo>
                      <a:lnTo>
                        <a:pt x="176" y="389"/>
                      </a:lnTo>
                      <a:lnTo>
                        <a:pt x="177" y="389"/>
                      </a:lnTo>
                      <a:lnTo>
                        <a:pt x="176" y="389"/>
                      </a:lnTo>
                      <a:lnTo>
                        <a:pt x="176" y="387"/>
                      </a:lnTo>
                      <a:lnTo>
                        <a:pt x="176" y="389"/>
                      </a:lnTo>
                      <a:lnTo>
                        <a:pt x="177" y="389"/>
                      </a:lnTo>
                      <a:lnTo>
                        <a:pt x="177" y="387"/>
                      </a:lnTo>
                      <a:lnTo>
                        <a:pt x="177" y="385"/>
                      </a:lnTo>
                      <a:lnTo>
                        <a:pt x="179" y="385"/>
                      </a:lnTo>
                      <a:lnTo>
                        <a:pt x="179" y="384"/>
                      </a:lnTo>
                      <a:lnTo>
                        <a:pt x="181" y="384"/>
                      </a:lnTo>
                      <a:lnTo>
                        <a:pt x="181" y="382"/>
                      </a:lnTo>
                      <a:lnTo>
                        <a:pt x="181" y="380"/>
                      </a:lnTo>
                      <a:lnTo>
                        <a:pt x="183" y="380"/>
                      </a:lnTo>
                      <a:lnTo>
                        <a:pt x="185" y="380"/>
                      </a:lnTo>
                      <a:lnTo>
                        <a:pt x="185" y="378"/>
                      </a:lnTo>
                      <a:lnTo>
                        <a:pt x="187" y="378"/>
                      </a:lnTo>
                      <a:lnTo>
                        <a:pt x="188" y="378"/>
                      </a:lnTo>
                      <a:lnTo>
                        <a:pt x="190" y="378"/>
                      </a:lnTo>
                      <a:lnTo>
                        <a:pt x="192" y="378"/>
                      </a:lnTo>
                      <a:lnTo>
                        <a:pt x="194" y="378"/>
                      </a:lnTo>
                      <a:lnTo>
                        <a:pt x="194" y="376"/>
                      </a:lnTo>
                      <a:lnTo>
                        <a:pt x="196" y="376"/>
                      </a:lnTo>
                      <a:lnTo>
                        <a:pt x="196" y="374"/>
                      </a:lnTo>
                      <a:lnTo>
                        <a:pt x="197" y="374"/>
                      </a:lnTo>
                      <a:lnTo>
                        <a:pt x="196" y="376"/>
                      </a:lnTo>
                      <a:lnTo>
                        <a:pt x="197" y="376"/>
                      </a:lnTo>
                      <a:lnTo>
                        <a:pt x="199" y="376"/>
                      </a:lnTo>
                      <a:lnTo>
                        <a:pt x="201" y="376"/>
                      </a:lnTo>
                      <a:lnTo>
                        <a:pt x="203" y="376"/>
                      </a:lnTo>
                      <a:lnTo>
                        <a:pt x="203" y="374"/>
                      </a:lnTo>
                      <a:lnTo>
                        <a:pt x="203" y="376"/>
                      </a:lnTo>
                      <a:lnTo>
                        <a:pt x="205" y="374"/>
                      </a:lnTo>
                      <a:lnTo>
                        <a:pt x="207" y="374"/>
                      </a:lnTo>
                      <a:lnTo>
                        <a:pt x="207" y="373"/>
                      </a:lnTo>
                      <a:lnTo>
                        <a:pt x="208" y="373"/>
                      </a:lnTo>
                      <a:lnTo>
                        <a:pt x="208" y="371"/>
                      </a:lnTo>
                      <a:lnTo>
                        <a:pt x="207" y="371"/>
                      </a:lnTo>
                      <a:lnTo>
                        <a:pt x="207" y="369"/>
                      </a:lnTo>
                      <a:lnTo>
                        <a:pt x="208" y="369"/>
                      </a:lnTo>
                      <a:lnTo>
                        <a:pt x="208" y="367"/>
                      </a:lnTo>
                      <a:lnTo>
                        <a:pt x="207" y="367"/>
                      </a:lnTo>
                      <a:lnTo>
                        <a:pt x="208" y="367"/>
                      </a:lnTo>
                      <a:lnTo>
                        <a:pt x="207" y="365"/>
                      </a:lnTo>
                      <a:lnTo>
                        <a:pt x="208" y="365"/>
                      </a:lnTo>
                      <a:lnTo>
                        <a:pt x="208" y="364"/>
                      </a:lnTo>
                      <a:lnTo>
                        <a:pt x="210" y="364"/>
                      </a:lnTo>
                      <a:lnTo>
                        <a:pt x="210" y="362"/>
                      </a:lnTo>
                      <a:lnTo>
                        <a:pt x="212" y="362"/>
                      </a:lnTo>
                      <a:lnTo>
                        <a:pt x="214" y="362"/>
                      </a:lnTo>
                      <a:lnTo>
                        <a:pt x="216" y="362"/>
                      </a:lnTo>
                      <a:lnTo>
                        <a:pt x="218" y="362"/>
                      </a:lnTo>
                      <a:lnTo>
                        <a:pt x="219" y="362"/>
                      </a:lnTo>
                      <a:lnTo>
                        <a:pt x="219" y="360"/>
                      </a:lnTo>
                      <a:lnTo>
                        <a:pt x="221" y="360"/>
                      </a:lnTo>
                      <a:lnTo>
                        <a:pt x="219" y="360"/>
                      </a:lnTo>
                      <a:lnTo>
                        <a:pt x="221" y="360"/>
                      </a:lnTo>
                      <a:lnTo>
                        <a:pt x="221" y="358"/>
                      </a:lnTo>
                      <a:lnTo>
                        <a:pt x="223" y="358"/>
                      </a:lnTo>
                      <a:lnTo>
                        <a:pt x="223" y="356"/>
                      </a:lnTo>
                      <a:lnTo>
                        <a:pt x="221" y="356"/>
                      </a:lnTo>
                      <a:lnTo>
                        <a:pt x="223" y="356"/>
                      </a:lnTo>
                      <a:lnTo>
                        <a:pt x="221" y="356"/>
                      </a:lnTo>
                      <a:lnTo>
                        <a:pt x="221" y="354"/>
                      </a:lnTo>
                      <a:lnTo>
                        <a:pt x="223" y="354"/>
                      </a:lnTo>
                      <a:lnTo>
                        <a:pt x="225" y="354"/>
                      </a:lnTo>
                      <a:lnTo>
                        <a:pt x="225" y="356"/>
                      </a:lnTo>
                      <a:lnTo>
                        <a:pt x="227" y="356"/>
                      </a:lnTo>
                      <a:lnTo>
                        <a:pt x="225" y="356"/>
                      </a:lnTo>
                      <a:lnTo>
                        <a:pt x="225" y="358"/>
                      </a:lnTo>
                      <a:lnTo>
                        <a:pt x="227" y="358"/>
                      </a:lnTo>
                      <a:lnTo>
                        <a:pt x="228" y="358"/>
                      </a:lnTo>
                      <a:lnTo>
                        <a:pt x="228" y="360"/>
                      </a:lnTo>
                      <a:lnTo>
                        <a:pt x="228" y="358"/>
                      </a:lnTo>
                      <a:lnTo>
                        <a:pt x="230" y="358"/>
                      </a:lnTo>
                      <a:lnTo>
                        <a:pt x="230" y="356"/>
                      </a:lnTo>
                      <a:lnTo>
                        <a:pt x="228" y="356"/>
                      </a:lnTo>
                      <a:lnTo>
                        <a:pt x="230" y="356"/>
                      </a:lnTo>
                      <a:lnTo>
                        <a:pt x="230" y="358"/>
                      </a:lnTo>
                      <a:lnTo>
                        <a:pt x="232" y="358"/>
                      </a:lnTo>
                      <a:lnTo>
                        <a:pt x="234" y="358"/>
                      </a:lnTo>
                      <a:lnTo>
                        <a:pt x="234" y="360"/>
                      </a:lnTo>
                      <a:lnTo>
                        <a:pt x="234" y="358"/>
                      </a:lnTo>
                      <a:lnTo>
                        <a:pt x="234" y="360"/>
                      </a:lnTo>
                      <a:lnTo>
                        <a:pt x="234" y="358"/>
                      </a:lnTo>
                      <a:lnTo>
                        <a:pt x="236" y="358"/>
                      </a:lnTo>
                      <a:lnTo>
                        <a:pt x="236" y="360"/>
                      </a:lnTo>
                      <a:lnTo>
                        <a:pt x="234" y="360"/>
                      </a:lnTo>
                      <a:lnTo>
                        <a:pt x="236" y="360"/>
                      </a:lnTo>
                      <a:lnTo>
                        <a:pt x="234" y="360"/>
                      </a:lnTo>
                      <a:lnTo>
                        <a:pt x="236" y="360"/>
                      </a:lnTo>
                      <a:lnTo>
                        <a:pt x="236" y="362"/>
                      </a:lnTo>
                      <a:lnTo>
                        <a:pt x="238" y="364"/>
                      </a:lnTo>
                      <a:lnTo>
                        <a:pt x="238" y="365"/>
                      </a:lnTo>
                      <a:lnTo>
                        <a:pt x="238" y="367"/>
                      </a:lnTo>
                      <a:lnTo>
                        <a:pt x="239" y="367"/>
                      </a:lnTo>
                      <a:lnTo>
                        <a:pt x="238" y="367"/>
                      </a:lnTo>
                      <a:lnTo>
                        <a:pt x="239" y="369"/>
                      </a:lnTo>
                      <a:lnTo>
                        <a:pt x="238" y="369"/>
                      </a:lnTo>
                      <a:lnTo>
                        <a:pt x="239" y="369"/>
                      </a:lnTo>
                      <a:lnTo>
                        <a:pt x="238" y="369"/>
                      </a:lnTo>
                      <a:lnTo>
                        <a:pt x="239" y="371"/>
                      </a:lnTo>
                      <a:lnTo>
                        <a:pt x="238" y="371"/>
                      </a:lnTo>
                      <a:lnTo>
                        <a:pt x="239" y="371"/>
                      </a:lnTo>
                      <a:lnTo>
                        <a:pt x="238" y="371"/>
                      </a:lnTo>
                      <a:lnTo>
                        <a:pt x="239" y="371"/>
                      </a:lnTo>
                      <a:lnTo>
                        <a:pt x="239" y="373"/>
                      </a:lnTo>
                      <a:lnTo>
                        <a:pt x="239" y="374"/>
                      </a:lnTo>
                      <a:lnTo>
                        <a:pt x="239" y="376"/>
                      </a:lnTo>
                      <a:lnTo>
                        <a:pt x="238" y="376"/>
                      </a:lnTo>
                      <a:lnTo>
                        <a:pt x="236" y="376"/>
                      </a:lnTo>
                      <a:lnTo>
                        <a:pt x="236" y="378"/>
                      </a:lnTo>
                      <a:lnTo>
                        <a:pt x="234" y="378"/>
                      </a:lnTo>
                      <a:lnTo>
                        <a:pt x="232" y="378"/>
                      </a:lnTo>
                      <a:lnTo>
                        <a:pt x="232" y="380"/>
                      </a:lnTo>
                      <a:lnTo>
                        <a:pt x="230" y="380"/>
                      </a:lnTo>
                      <a:lnTo>
                        <a:pt x="232" y="380"/>
                      </a:lnTo>
                      <a:lnTo>
                        <a:pt x="230" y="380"/>
                      </a:lnTo>
                      <a:lnTo>
                        <a:pt x="232" y="380"/>
                      </a:lnTo>
                      <a:lnTo>
                        <a:pt x="230" y="380"/>
                      </a:lnTo>
                      <a:lnTo>
                        <a:pt x="230" y="382"/>
                      </a:lnTo>
                      <a:lnTo>
                        <a:pt x="230" y="380"/>
                      </a:lnTo>
                      <a:lnTo>
                        <a:pt x="232" y="382"/>
                      </a:lnTo>
                      <a:lnTo>
                        <a:pt x="230" y="382"/>
                      </a:lnTo>
                      <a:lnTo>
                        <a:pt x="232" y="382"/>
                      </a:lnTo>
                      <a:lnTo>
                        <a:pt x="230" y="382"/>
                      </a:lnTo>
                      <a:lnTo>
                        <a:pt x="232" y="382"/>
                      </a:lnTo>
                      <a:lnTo>
                        <a:pt x="230" y="382"/>
                      </a:lnTo>
                      <a:lnTo>
                        <a:pt x="232" y="382"/>
                      </a:lnTo>
                      <a:lnTo>
                        <a:pt x="234" y="382"/>
                      </a:lnTo>
                      <a:lnTo>
                        <a:pt x="234" y="380"/>
                      </a:lnTo>
                      <a:lnTo>
                        <a:pt x="236" y="380"/>
                      </a:lnTo>
                      <a:lnTo>
                        <a:pt x="236" y="378"/>
                      </a:lnTo>
                      <a:lnTo>
                        <a:pt x="238" y="378"/>
                      </a:lnTo>
                      <a:lnTo>
                        <a:pt x="238" y="376"/>
                      </a:lnTo>
                      <a:lnTo>
                        <a:pt x="239" y="376"/>
                      </a:lnTo>
                      <a:lnTo>
                        <a:pt x="241" y="376"/>
                      </a:lnTo>
                      <a:lnTo>
                        <a:pt x="241" y="374"/>
                      </a:lnTo>
                      <a:lnTo>
                        <a:pt x="243" y="374"/>
                      </a:lnTo>
                      <a:lnTo>
                        <a:pt x="241" y="374"/>
                      </a:lnTo>
                      <a:lnTo>
                        <a:pt x="243" y="374"/>
                      </a:lnTo>
                      <a:lnTo>
                        <a:pt x="245" y="374"/>
                      </a:lnTo>
                      <a:lnTo>
                        <a:pt x="245" y="373"/>
                      </a:lnTo>
                      <a:lnTo>
                        <a:pt x="247" y="373"/>
                      </a:lnTo>
                      <a:lnTo>
                        <a:pt x="247" y="374"/>
                      </a:lnTo>
                      <a:lnTo>
                        <a:pt x="249" y="374"/>
                      </a:lnTo>
                      <a:lnTo>
                        <a:pt x="250" y="374"/>
                      </a:lnTo>
                      <a:lnTo>
                        <a:pt x="250" y="373"/>
                      </a:lnTo>
                      <a:lnTo>
                        <a:pt x="252" y="373"/>
                      </a:lnTo>
                      <a:lnTo>
                        <a:pt x="252" y="371"/>
                      </a:lnTo>
                      <a:lnTo>
                        <a:pt x="254" y="371"/>
                      </a:lnTo>
                      <a:lnTo>
                        <a:pt x="252" y="369"/>
                      </a:lnTo>
                      <a:lnTo>
                        <a:pt x="254" y="369"/>
                      </a:lnTo>
                      <a:lnTo>
                        <a:pt x="254" y="367"/>
                      </a:lnTo>
                      <a:lnTo>
                        <a:pt x="254" y="365"/>
                      </a:lnTo>
                      <a:lnTo>
                        <a:pt x="254" y="364"/>
                      </a:lnTo>
                      <a:lnTo>
                        <a:pt x="254" y="362"/>
                      </a:lnTo>
                      <a:lnTo>
                        <a:pt x="256" y="362"/>
                      </a:lnTo>
                      <a:lnTo>
                        <a:pt x="256" y="360"/>
                      </a:lnTo>
                      <a:lnTo>
                        <a:pt x="258" y="360"/>
                      </a:lnTo>
                      <a:lnTo>
                        <a:pt x="260" y="358"/>
                      </a:lnTo>
                      <a:lnTo>
                        <a:pt x="261" y="358"/>
                      </a:lnTo>
                      <a:lnTo>
                        <a:pt x="261" y="360"/>
                      </a:lnTo>
                      <a:lnTo>
                        <a:pt x="263" y="360"/>
                      </a:lnTo>
                      <a:lnTo>
                        <a:pt x="263" y="362"/>
                      </a:lnTo>
                      <a:lnTo>
                        <a:pt x="265" y="362"/>
                      </a:lnTo>
                      <a:lnTo>
                        <a:pt x="267" y="362"/>
                      </a:lnTo>
                      <a:lnTo>
                        <a:pt x="267" y="364"/>
                      </a:lnTo>
                      <a:lnTo>
                        <a:pt x="267" y="362"/>
                      </a:lnTo>
                      <a:lnTo>
                        <a:pt x="267" y="364"/>
                      </a:lnTo>
                      <a:lnTo>
                        <a:pt x="269" y="364"/>
                      </a:lnTo>
                      <a:lnTo>
                        <a:pt x="270" y="364"/>
                      </a:lnTo>
                      <a:lnTo>
                        <a:pt x="270" y="362"/>
                      </a:lnTo>
                      <a:lnTo>
                        <a:pt x="270" y="360"/>
                      </a:lnTo>
                      <a:lnTo>
                        <a:pt x="270" y="362"/>
                      </a:lnTo>
                      <a:lnTo>
                        <a:pt x="270" y="360"/>
                      </a:lnTo>
                      <a:lnTo>
                        <a:pt x="272" y="360"/>
                      </a:lnTo>
                      <a:lnTo>
                        <a:pt x="270" y="360"/>
                      </a:lnTo>
                      <a:lnTo>
                        <a:pt x="270" y="358"/>
                      </a:lnTo>
                      <a:lnTo>
                        <a:pt x="270" y="356"/>
                      </a:lnTo>
                      <a:lnTo>
                        <a:pt x="270" y="354"/>
                      </a:lnTo>
                      <a:lnTo>
                        <a:pt x="272" y="354"/>
                      </a:lnTo>
                      <a:lnTo>
                        <a:pt x="270" y="353"/>
                      </a:lnTo>
                      <a:lnTo>
                        <a:pt x="272" y="353"/>
                      </a:lnTo>
                      <a:lnTo>
                        <a:pt x="272" y="351"/>
                      </a:lnTo>
                      <a:lnTo>
                        <a:pt x="272" y="349"/>
                      </a:lnTo>
                      <a:lnTo>
                        <a:pt x="272" y="347"/>
                      </a:lnTo>
                      <a:lnTo>
                        <a:pt x="272" y="345"/>
                      </a:lnTo>
                      <a:lnTo>
                        <a:pt x="274" y="345"/>
                      </a:lnTo>
                      <a:lnTo>
                        <a:pt x="276" y="345"/>
                      </a:lnTo>
                      <a:lnTo>
                        <a:pt x="278" y="345"/>
                      </a:lnTo>
                      <a:lnTo>
                        <a:pt x="278" y="347"/>
                      </a:lnTo>
                      <a:lnTo>
                        <a:pt x="280" y="347"/>
                      </a:lnTo>
                      <a:lnTo>
                        <a:pt x="281" y="347"/>
                      </a:lnTo>
                      <a:lnTo>
                        <a:pt x="281" y="349"/>
                      </a:lnTo>
                      <a:lnTo>
                        <a:pt x="281" y="351"/>
                      </a:lnTo>
                      <a:lnTo>
                        <a:pt x="283" y="351"/>
                      </a:lnTo>
                      <a:lnTo>
                        <a:pt x="285" y="351"/>
                      </a:lnTo>
                      <a:lnTo>
                        <a:pt x="285" y="349"/>
                      </a:lnTo>
                      <a:lnTo>
                        <a:pt x="287" y="349"/>
                      </a:lnTo>
                      <a:lnTo>
                        <a:pt x="287" y="347"/>
                      </a:lnTo>
                      <a:lnTo>
                        <a:pt x="287" y="345"/>
                      </a:lnTo>
                      <a:lnTo>
                        <a:pt x="285" y="345"/>
                      </a:lnTo>
                      <a:lnTo>
                        <a:pt x="285" y="343"/>
                      </a:lnTo>
                      <a:lnTo>
                        <a:pt x="287" y="343"/>
                      </a:lnTo>
                      <a:lnTo>
                        <a:pt x="287" y="342"/>
                      </a:lnTo>
                      <a:lnTo>
                        <a:pt x="287" y="343"/>
                      </a:lnTo>
                      <a:lnTo>
                        <a:pt x="289" y="343"/>
                      </a:lnTo>
                      <a:lnTo>
                        <a:pt x="289" y="345"/>
                      </a:lnTo>
                      <a:lnTo>
                        <a:pt x="291" y="345"/>
                      </a:lnTo>
                      <a:lnTo>
                        <a:pt x="292" y="345"/>
                      </a:lnTo>
                      <a:lnTo>
                        <a:pt x="291" y="345"/>
                      </a:lnTo>
                      <a:lnTo>
                        <a:pt x="292" y="345"/>
                      </a:lnTo>
                      <a:lnTo>
                        <a:pt x="294" y="345"/>
                      </a:lnTo>
                      <a:lnTo>
                        <a:pt x="296" y="345"/>
                      </a:lnTo>
                      <a:lnTo>
                        <a:pt x="298" y="345"/>
                      </a:lnTo>
                      <a:lnTo>
                        <a:pt x="298" y="343"/>
                      </a:lnTo>
                      <a:lnTo>
                        <a:pt x="298" y="345"/>
                      </a:lnTo>
                      <a:lnTo>
                        <a:pt x="298" y="343"/>
                      </a:lnTo>
                      <a:lnTo>
                        <a:pt x="298" y="345"/>
                      </a:lnTo>
                      <a:lnTo>
                        <a:pt x="300" y="345"/>
                      </a:lnTo>
                      <a:lnTo>
                        <a:pt x="300" y="347"/>
                      </a:lnTo>
                      <a:lnTo>
                        <a:pt x="300" y="349"/>
                      </a:lnTo>
                      <a:lnTo>
                        <a:pt x="300" y="351"/>
                      </a:lnTo>
                      <a:lnTo>
                        <a:pt x="301" y="353"/>
                      </a:lnTo>
                      <a:lnTo>
                        <a:pt x="300" y="353"/>
                      </a:lnTo>
                      <a:lnTo>
                        <a:pt x="301" y="353"/>
                      </a:lnTo>
                      <a:lnTo>
                        <a:pt x="300" y="353"/>
                      </a:lnTo>
                      <a:lnTo>
                        <a:pt x="301" y="353"/>
                      </a:lnTo>
                      <a:lnTo>
                        <a:pt x="301" y="354"/>
                      </a:lnTo>
                      <a:lnTo>
                        <a:pt x="301" y="353"/>
                      </a:lnTo>
                      <a:lnTo>
                        <a:pt x="301" y="354"/>
                      </a:lnTo>
                      <a:lnTo>
                        <a:pt x="301" y="353"/>
                      </a:lnTo>
                      <a:lnTo>
                        <a:pt x="300" y="353"/>
                      </a:lnTo>
                      <a:lnTo>
                        <a:pt x="301" y="353"/>
                      </a:lnTo>
                      <a:lnTo>
                        <a:pt x="300" y="351"/>
                      </a:lnTo>
                      <a:lnTo>
                        <a:pt x="300" y="349"/>
                      </a:lnTo>
                      <a:lnTo>
                        <a:pt x="300" y="347"/>
                      </a:lnTo>
                      <a:lnTo>
                        <a:pt x="300" y="345"/>
                      </a:lnTo>
                      <a:lnTo>
                        <a:pt x="298" y="345"/>
                      </a:lnTo>
                      <a:lnTo>
                        <a:pt x="298" y="343"/>
                      </a:lnTo>
                      <a:lnTo>
                        <a:pt x="300" y="343"/>
                      </a:lnTo>
                      <a:lnTo>
                        <a:pt x="298" y="343"/>
                      </a:lnTo>
                      <a:lnTo>
                        <a:pt x="298" y="342"/>
                      </a:lnTo>
                      <a:lnTo>
                        <a:pt x="300" y="342"/>
                      </a:lnTo>
                      <a:lnTo>
                        <a:pt x="298" y="342"/>
                      </a:lnTo>
                      <a:lnTo>
                        <a:pt x="298" y="340"/>
                      </a:lnTo>
                      <a:lnTo>
                        <a:pt x="298" y="338"/>
                      </a:lnTo>
                      <a:lnTo>
                        <a:pt x="298" y="336"/>
                      </a:lnTo>
                      <a:lnTo>
                        <a:pt x="298" y="334"/>
                      </a:lnTo>
                      <a:lnTo>
                        <a:pt x="298" y="332"/>
                      </a:lnTo>
                      <a:lnTo>
                        <a:pt x="296" y="332"/>
                      </a:lnTo>
                      <a:lnTo>
                        <a:pt x="296" y="331"/>
                      </a:lnTo>
                      <a:lnTo>
                        <a:pt x="296" y="329"/>
                      </a:lnTo>
                      <a:lnTo>
                        <a:pt x="296" y="327"/>
                      </a:lnTo>
                      <a:lnTo>
                        <a:pt x="294" y="327"/>
                      </a:lnTo>
                      <a:lnTo>
                        <a:pt x="294" y="325"/>
                      </a:lnTo>
                      <a:lnTo>
                        <a:pt x="294" y="323"/>
                      </a:lnTo>
                      <a:lnTo>
                        <a:pt x="294" y="321"/>
                      </a:lnTo>
                      <a:lnTo>
                        <a:pt x="294" y="320"/>
                      </a:lnTo>
                      <a:lnTo>
                        <a:pt x="294" y="318"/>
                      </a:lnTo>
                      <a:lnTo>
                        <a:pt x="294" y="316"/>
                      </a:lnTo>
                      <a:lnTo>
                        <a:pt x="296" y="316"/>
                      </a:lnTo>
                      <a:lnTo>
                        <a:pt x="298" y="316"/>
                      </a:lnTo>
                      <a:lnTo>
                        <a:pt x="298" y="318"/>
                      </a:lnTo>
                      <a:lnTo>
                        <a:pt x="298" y="316"/>
                      </a:lnTo>
                      <a:lnTo>
                        <a:pt x="300" y="316"/>
                      </a:lnTo>
                      <a:lnTo>
                        <a:pt x="300" y="318"/>
                      </a:lnTo>
                      <a:lnTo>
                        <a:pt x="300" y="316"/>
                      </a:lnTo>
                      <a:lnTo>
                        <a:pt x="300" y="318"/>
                      </a:lnTo>
                      <a:lnTo>
                        <a:pt x="300" y="316"/>
                      </a:lnTo>
                      <a:lnTo>
                        <a:pt x="300" y="318"/>
                      </a:lnTo>
                      <a:lnTo>
                        <a:pt x="301" y="318"/>
                      </a:lnTo>
                      <a:lnTo>
                        <a:pt x="300" y="318"/>
                      </a:lnTo>
                      <a:lnTo>
                        <a:pt x="300" y="320"/>
                      </a:lnTo>
                      <a:lnTo>
                        <a:pt x="301" y="320"/>
                      </a:lnTo>
                      <a:lnTo>
                        <a:pt x="301" y="321"/>
                      </a:lnTo>
                      <a:lnTo>
                        <a:pt x="301" y="320"/>
                      </a:lnTo>
                      <a:lnTo>
                        <a:pt x="301" y="321"/>
                      </a:lnTo>
                      <a:lnTo>
                        <a:pt x="301" y="323"/>
                      </a:lnTo>
                      <a:lnTo>
                        <a:pt x="301" y="321"/>
                      </a:lnTo>
                      <a:lnTo>
                        <a:pt x="301" y="323"/>
                      </a:lnTo>
                      <a:lnTo>
                        <a:pt x="303" y="323"/>
                      </a:lnTo>
                      <a:lnTo>
                        <a:pt x="305" y="323"/>
                      </a:lnTo>
                      <a:lnTo>
                        <a:pt x="307" y="323"/>
                      </a:lnTo>
                      <a:lnTo>
                        <a:pt x="307" y="325"/>
                      </a:lnTo>
                      <a:lnTo>
                        <a:pt x="309" y="325"/>
                      </a:lnTo>
                      <a:lnTo>
                        <a:pt x="311" y="325"/>
                      </a:lnTo>
                      <a:lnTo>
                        <a:pt x="311" y="327"/>
                      </a:lnTo>
                      <a:lnTo>
                        <a:pt x="312" y="327"/>
                      </a:lnTo>
                      <a:lnTo>
                        <a:pt x="312" y="329"/>
                      </a:lnTo>
                      <a:lnTo>
                        <a:pt x="314" y="329"/>
                      </a:lnTo>
                      <a:lnTo>
                        <a:pt x="312" y="329"/>
                      </a:lnTo>
                      <a:lnTo>
                        <a:pt x="312" y="327"/>
                      </a:lnTo>
                      <a:lnTo>
                        <a:pt x="314" y="329"/>
                      </a:lnTo>
                      <a:lnTo>
                        <a:pt x="314" y="327"/>
                      </a:lnTo>
                      <a:lnTo>
                        <a:pt x="314" y="329"/>
                      </a:lnTo>
                      <a:lnTo>
                        <a:pt x="312" y="329"/>
                      </a:lnTo>
                      <a:lnTo>
                        <a:pt x="312" y="331"/>
                      </a:lnTo>
                      <a:lnTo>
                        <a:pt x="314" y="331"/>
                      </a:lnTo>
                      <a:lnTo>
                        <a:pt x="314" y="332"/>
                      </a:lnTo>
                      <a:lnTo>
                        <a:pt x="314" y="331"/>
                      </a:lnTo>
                      <a:lnTo>
                        <a:pt x="314" y="332"/>
                      </a:lnTo>
                      <a:lnTo>
                        <a:pt x="314" y="331"/>
                      </a:lnTo>
                      <a:lnTo>
                        <a:pt x="314" y="332"/>
                      </a:lnTo>
                      <a:lnTo>
                        <a:pt x="314" y="334"/>
                      </a:lnTo>
                      <a:lnTo>
                        <a:pt x="316" y="334"/>
                      </a:lnTo>
                      <a:lnTo>
                        <a:pt x="316" y="336"/>
                      </a:lnTo>
                      <a:lnTo>
                        <a:pt x="318" y="336"/>
                      </a:lnTo>
                      <a:lnTo>
                        <a:pt x="320" y="336"/>
                      </a:lnTo>
                      <a:lnTo>
                        <a:pt x="320" y="334"/>
                      </a:lnTo>
                      <a:lnTo>
                        <a:pt x="322" y="334"/>
                      </a:lnTo>
                      <a:lnTo>
                        <a:pt x="323" y="334"/>
                      </a:lnTo>
                      <a:lnTo>
                        <a:pt x="322" y="334"/>
                      </a:lnTo>
                      <a:lnTo>
                        <a:pt x="323" y="334"/>
                      </a:lnTo>
                      <a:lnTo>
                        <a:pt x="322" y="334"/>
                      </a:lnTo>
                      <a:lnTo>
                        <a:pt x="322" y="336"/>
                      </a:lnTo>
                      <a:lnTo>
                        <a:pt x="322" y="338"/>
                      </a:lnTo>
                      <a:lnTo>
                        <a:pt x="322" y="340"/>
                      </a:lnTo>
                      <a:lnTo>
                        <a:pt x="322" y="342"/>
                      </a:lnTo>
                      <a:lnTo>
                        <a:pt x="323" y="342"/>
                      </a:lnTo>
                      <a:lnTo>
                        <a:pt x="322" y="342"/>
                      </a:lnTo>
                      <a:lnTo>
                        <a:pt x="323" y="342"/>
                      </a:lnTo>
                      <a:lnTo>
                        <a:pt x="323" y="343"/>
                      </a:lnTo>
                      <a:lnTo>
                        <a:pt x="323" y="345"/>
                      </a:lnTo>
                      <a:lnTo>
                        <a:pt x="323" y="343"/>
                      </a:lnTo>
                      <a:lnTo>
                        <a:pt x="323" y="345"/>
                      </a:lnTo>
                      <a:lnTo>
                        <a:pt x="322" y="345"/>
                      </a:lnTo>
                      <a:lnTo>
                        <a:pt x="323" y="345"/>
                      </a:lnTo>
                      <a:lnTo>
                        <a:pt x="323" y="343"/>
                      </a:lnTo>
                      <a:lnTo>
                        <a:pt x="325" y="345"/>
                      </a:lnTo>
                      <a:lnTo>
                        <a:pt x="323" y="345"/>
                      </a:lnTo>
                      <a:lnTo>
                        <a:pt x="323" y="343"/>
                      </a:lnTo>
                      <a:lnTo>
                        <a:pt x="325" y="345"/>
                      </a:lnTo>
                      <a:lnTo>
                        <a:pt x="327" y="345"/>
                      </a:lnTo>
                      <a:lnTo>
                        <a:pt x="327" y="347"/>
                      </a:lnTo>
                      <a:lnTo>
                        <a:pt x="325" y="347"/>
                      </a:lnTo>
                      <a:lnTo>
                        <a:pt x="327" y="347"/>
                      </a:lnTo>
                      <a:lnTo>
                        <a:pt x="327" y="349"/>
                      </a:lnTo>
                      <a:lnTo>
                        <a:pt x="327" y="351"/>
                      </a:lnTo>
                      <a:lnTo>
                        <a:pt x="327" y="353"/>
                      </a:lnTo>
                      <a:lnTo>
                        <a:pt x="325" y="353"/>
                      </a:lnTo>
                      <a:lnTo>
                        <a:pt x="323" y="353"/>
                      </a:lnTo>
                      <a:lnTo>
                        <a:pt x="323" y="354"/>
                      </a:lnTo>
                      <a:lnTo>
                        <a:pt x="323" y="356"/>
                      </a:lnTo>
                      <a:lnTo>
                        <a:pt x="322" y="356"/>
                      </a:lnTo>
                      <a:lnTo>
                        <a:pt x="320" y="356"/>
                      </a:lnTo>
                      <a:lnTo>
                        <a:pt x="320" y="358"/>
                      </a:lnTo>
                      <a:lnTo>
                        <a:pt x="318" y="358"/>
                      </a:lnTo>
                      <a:lnTo>
                        <a:pt x="320" y="360"/>
                      </a:lnTo>
                      <a:lnTo>
                        <a:pt x="320" y="362"/>
                      </a:lnTo>
                      <a:lnTo>
                        <a:pt x="322" y="362"/>
                      </a:lnTo>
                      <a:lnTo>
                        <a:pt x="323" y="362"/>
                      </a:lnTo>
                      <a:lnTo>
                        <a:pt x="322" y="362"/>
                      </a:lnTo>
                      <a:lnTo>
                        <a:pt x="322" y="360"/>
                      </a:lnTo>
                      <a:lnTo>
                        <a:pt x="323" y="360"/>
                      </a:lnTo>
                      <a:lnTo>
                        <a:pt x="323" y="362"/>
                      </a:lnTo>
                      <a:lnTo>
                        <a:pt x="325" y="362"/>
                      </a:lnTo>
                      <a:lnTo>
                        <a:pt x="327" y="362"/>
                      </a:lnTo>
                      <a:lnTo>
                        <a:pt x="329" y="362"/>
                      </a:lnTo>
                      <a:lnTo>
                        <a:pt x="329" y="364"/>
                      </a:lnTo>
                      <a:lnTo>
                        <a:pt x="329" y="365"/>
                      </a:lnTo>
                      <a:lnTo>
                        <a:pt x="327" y="365"/>
                      </a:lnTo>
                      <a:lnTo>
                        <a:pt x="329" y="365"/>
                      </a:lnTo>
                      <a:lnTo>
                        <a:pt x="329" y="367"/>
                      </a:lnTo>
                      <a:lnTo>
                        <a:pt x="327" y="367"/>
                      </a:lnTo>
                      <a:lnTo>
                        <a:pt x="327" y="369"/>
                      </a:lnTo>
                      <a:lnTo>
                        <a:pt x="329" y="369"/>
                      </a:lnTo>
                      <a:lnTo>
                        <a:pt x="329" y="371"/>
                      </a:lnTo>
                      <a:lnTo>
                        <a:pt x="327" y="371"/>
                      </a:lnTo>
                      <a:lnTo>
                        <a:pt x="327" y="373"/>
                      </a:lnTo>
                      <a:lnTo>
                        <a:pt x="325" y="373"/>
                      </a:lnTo>
                      <a:lnTo>
                        <a:pt x="327" y="373"/>
                      </a:lnTo>
                      <a:lnTo>
                        <a:pt x="325" y="373"/>
                      </a:lnTo>
                      <a:lnTo>
                        <a:pt x="327" y="373"/>
                      </a:lnTo>
                      <a:lnTo>
                        <a:pt x="327" y="374"/>
                      </a:lnTo>
                      <a:lnTo>
                        <a:pt x="329" y="374"/>
                      </a:lnTo>
                      <a:lnTo>
                        <a:pt x="329" y="373"/>
                      </a:lnTo>
                      <a:lnTo>
                        <a:pt x="331" y="373"/>
                      </a:lnTo>
                      <a:lnTo>
                        <a:pt x="331" y="371"/>
                      </a:lnTo>
                      <a:lnTo>
                        <a:pt x="331" y="373"/>
                      </a:lnTo>
                      <a:lnTo>
                        <a:pt x="333" y="373"/>
                      </a:lnTo>
                      <a:lnTo>
                        <a:pt x="331" y="373"/>
                      </a:lnTo>
                      <a:lnTo>
                        <a:pt x="333" y="373"/>
                      </a:lnTo>
                      <a:lnTo>
                        <a:pt x="331" y="373"/>
                      </a:lnTo>
                      <a:lnTo>
                        <a:pt x="331" y="374"/>
                      </a:lnTo>
                      <a:lnTo>
                        <a:pt x="331" y="376"/>
                      </a:lnTo>
                      <a:lnTo>
                        <a:pt x="333" y="376"/>
                      </a:lnTo>
                      <a:lnTo>
                        <a:pt x="331" y="376"/>
                      </a:lnTo>
                      <a:lnTo>
                        <a:pt x="331" y="378"/>
                      </a:lnTo>
                      <a:lnTo>
                        <a:pt x="331" y="380"/>
                      </a:lnTo>
                      <a:lnTo>
                        <a:pt x="331" y="382"/>
                      </a:lnTo>
                      <a:lnTo>
                        <a:pt x="331" y="380"/>
                      </a:lnTo>
                      <a:lnTo>
                        <a:pt x="331" y="382"/>
                      </a:lnTo>
                      <a:lnTo>
                        <a:pt x="331" y="380"/>
                      </a:lnTo>
                      <a:lnTo>
                        <a:pt x="331" y="382"/>
                      </a:lnTo>
                      <a:lnTo>
                        <a:pt x="329" y="382"/>
                      </a:lnTo>
                      <a:lnTo>
                        <a:pt x="329" y="384"/>
                      </a:lnTo>
                      <a:lnTo>
                        <a:pt x="329" y="385"/>
                      </a:lnTo>
                      <a:lnTo>
                        <a:pt x="329" y="387"/>
                      </a:lnTo>
                      <a:lnTo>
                        <a:pt x="331" y="387"/>
                      </a:lnTo>
                      <a:lnTo>
                        <a:pt x="333" y="387"/>
                      </a:lnTo>
                      <a:lnTo>
                        <a:pt x="331" y="387"/>
                      </a:lnTo>
                      <a:lnTo>
                        <a:pt x="333" y="387"/>
                      </a:lnTo>
                      <a:lnTo>
                        <a:pt x="331" y="387"/>
                      </a:lnTo>
                      <a:lnTo>
                        <a:pt x="333" y="389"/>
                      </a:lnTo>
                      <a:lnTo>
                        <a:pt x="333" y="387"/>
                      </a:lnTo>
                      <a:lnTo>
                        <a:pt x="333" y="389"/>
                      </a:lnTo>
                      <a:lnTo>
                        <a:pt x="334" y="389"/>
                      </a:lnTo>
                      <a:lnTo>
                        <a:pt x="334" y="391"/>
                      </a:lnTo>
                      <a:lnTo>
                        <a:pt x="334" y="389"/>
                      </a:lnTo>
                      <a:lnTo>
                        <a:pt x="334" y="391"/>
                      </a:lnTo>
                      <a:lnTo>
                        <a:pt x="336" y="391"/>
                      </a:lnTo>
                      <a:lnTo>
                        <a:pt x="334" y="391"/>
                      </a:lnTo>
                      <a:lnTo>
                        <a:pt x="336" y="391"/>
                      </a:lnTo>
                      <a:lnTo>
                        <a:pt x="336" y="393"/>
                      </a:lnTo>
                      <a:lnTo>
                        <a:pt x="334" y="393"/>
                      </a:lnTo>
                      <a:lnTo>
                        <a:pt x="336" y="393"/>
                      </a:lnTo>
                      <a:lnTo>
                        <a:pt x="334" y="393"/>
                      </a:lnTo>
                      <a:lnTo>
                        <a:pt x="336" y="393"/>
                      </a:lnTo>
                      <a:lnTo>
                        <a:pt x="334" y="393"/>
                      </a:lnTo>
                      <a:lnTo>
                        <a:pt x="336" y="395"/>
                      </a:lnTo>
                      <a:lnTo>
                        <a:pt x="336" y="396"/>
                      </a:lnTo>
                      <a:lnTo>
                        <a:pt x="336" y="398"/>
                      </a:lnTo>
                      <a:lnTo>
                        <a:pt x="336" y="400"/>
                      </a:lnTo>
                      <a:lnTo>
                        <a:pt x="334" y="400"/>
                      </a:lnTo>
                      <a:lnTo>
                        <a:pt x="334" y="402"/>
                      </a:lnTo>
                      <a:lnTo>
                        <a:pt x="336" y="402"/>
                      </a:lnTo>
                      <a:lnTo>
                        <a:pt x="336" y="404"/>
                      </a:lnTo>
                      <a:lnTo>
                        <a:pt x="336" y="406"/>
                      </a:lnTo>
                      <a:lnTo>
                        <a:pt x="336" y="404"/>
                      </a:lnTo>
                      <a:lnTo>
                        <a:pt x="336" y="406"/>
                      </a:lnTo>
                      <a:lnTo>
                        <a:pt x="334" y="406"/>
                      </a:lnTo>
                      <a:lnTo>
                        <a:pt x="336" y="406"/>
                      </a:lnTo>
                      <a:lnTo>
                        <a:pt x="338" y="406"/>
                      </a:lnTo>
                      <a:lnTo>
                        <a:pt x="336" y="407"/>
                      </a:lnTo>
                      <a:lnTo>
                        <a:pt x="336" y="409"/>
                      </a:lnTo>
                      <a:lnTo>
                        <a:pt x="334" y="409"/>
                      </a:lnTo>
                      <a:lnTo>
                        <a:pt x="334" y="411"/>
                      </a:lnTo>
                      <a:lnTo>
                        <a:pt x="333" y="413"/>
                      </a:lnTo>
                      <a:lnTo>
                        <a:pt x="333" y="415"/>
                      </a:lnTo>
                      <a:lnTo>
                        <a:pt x="331" y="415"/>
                      </a:lnTo>
                      <a:lnTo>
                        <a:pt x="333" y="415"/>
                      </a:lnTo>
                      <a:lnTo>
                        <a:pt x="331" y="415"/>
                      </a:lnTo>
                      <a:lnTo>
                        <a:pt x="333" y="415"/>
                      </a:lnTo>
                      <a:lnTo>
                        <a:pt x="331" y="415"/>
                      </a:lnTo>
                      <a:lnTo>
                        <a:pt x="331" y="417"/>
                      </a:lnTo>
                      <a:lnTo>
                        <a:pt x="333" y="417"/>
                      </a:lnTo>
                      <a:lnTo>
                        <a:pt x="331" y="417"/>
                      </a:lnTo>
                      <a:lnTo>
                        <a:pt x="329" y="417"/>
                      </a:lnTo>
                      <a:lnTo>
                        <a:pt x="327" y="417"/>
                      </a:lnTo>
                      <a:lnTo>
                        <a:pt x="327" y="418"/>
                      </a:lnTo>
                      <a:lnTo>
                        <a:pt x="325" y="418"/>
                      </a:lnTo>
                      <a:lnTo>
                        <a:pt x="325" y="420"/>
                      </a:lnTo>
                      <a:lnTo>
                        <a:pt x="327" y="420"/>
                      </a:lnTo>
                      <a:lnTo>
                        <a:pt x="327" y="422"/>
                      </a:lnTo>
                      <a:lnTo>
                        <a:pt x="329" y="422"/>
                      </a:lnTo>
                      <a:lnTo>
                        <a:pt x="327" y="424"/>
                      </a:lnTo>
                      <a:lnTo>
                        <a:pt x="329" y="424"/>
                      </a:lnTo>
                      <a:lnTo>
                        <a:pt x="327" y="424"/>
                      </a:lnTo>
                      <a:lnTo>
                        <a:pt x="325" y="424"/>
                      </a:lnTo>
                      <a:lnTo>
                        <a:pt x="325" y="422"/>
                      </a:lnTo>
                      <a:lnTo>
                        <a:pt x="327" y="422"/>
                      </a:lnTo>
                      <a:lnTo>
                        <a:pt x="325" y="420"/>
                      </a:lnTo>
                      <a:lnTo>
                        <a:pt x="325" y="418"/>
                      </a:lnTo>
                      <a:lnTo>
                        <a:pt x="325" y="420"/>
                      </a:lnTo>
                      <a:lnTo>
                        <a:pt x="325" y="418"/>
                      </a:lnTo>
                      <a:lnTo>
                        <a:pt x="323" y="418"/>
                      </a:lnTo>
                      <a:lnTo>
                        <a:pt x="322" y="418"/>
                      </a:lnTo>
                      <a:lnTo>
                        <a:pt x="322" y="420"/>
                      </a:lnTo>
                      <a:lnTo>
                        <a:pt x="322" y="422"/>
                      </a:lnTo>
                      <a:lnTo>
                        <a:pt x="323" y="422"/>
                      </a:lnTo>
                      <a:lnTo>
                        <a:pt x="323" y="424"/>
                      </a:lnTo>
                      <a:lnTo>
                        <a:pt x="325" y="424"/>
                      </a:lnTo>
                      <a:lnTo>
                        <a:pt x="325" y="426"/>
                      </a:lnTo>
                      <a:lnTo>
                        <a:pt x="323" y="426"/>
                      </a:lnTo>
                      <a:lnTo>
                        <a:pt x="325" y="426"/>
                      </a:lnTo>
                      <a:lnTo>
                        <a:pt x="325" y="427"/>
                      </a:lnTo>
                      <a:lnTo>
                        <a:pt x="323" y="427"/>
                      </a:lnTo>
                      <a:lnTo>
                        <a:pt x="323" y="429"/>
                      </a:lnTo>
                      <a:lnTo>
                        <a:pt x="323" y="431"/>
                      </a:lnTo>
                      <a:lnTo>
                        <a:pt x="323" y="433"/>
                      </a:lnTo>
                      <a:lnTo>
                        <a:pt x="323" y="435"/>
                      </a:lnTo>
                      <a:lnTo>
                        <a:pt x="323" y="437"/>
                      </a:lnTo>
                      <a:lnTo>
                        <a:pt x="323" y="438"/>
                      </a:lnTo>
                      <a:lnTo>
                        <a:pt x="323" y="440"/>
                      </a:lnTo>
                      <a:lnTo>
                        <a:pt x="323" y="442"/>
                      </a:lnTo>
                      <a:lnTo>
                        <a:pt x="322" y="442"/>
                      </a:lnTo>
                      <a:lnTo>
                        <a:pt x="322" y="440"/>
                      </a:lnTo>
                      <a:lnTo>
                        <a:pt x="322" y="438"/>
                      </a:lnTo>
                      <a:lnTo>
                        <a:pt x="320" y="438"/>
                      </a:lnTo>
                      <a:lnTo>
                        <a:pt x="322" y="438"/>
                      </a:lnTo>
                      <a:lnTo>
                        <a:pt x="322" y="437"/>
                      </a:lnTo>
                      <a:lnTo>
                        <a:pt x="320" y="437"/>
                      </a:lnTo>
                      <a:lnTo>
                        <a:pt x="320" y="435"/>
                      </a:lnTo>
                      <a:lnTo>
                        <a:pt x="318" y="435"/>
                      </a:lnTo>
                      <a:lnTo>
                        <a:pt x="318" y="433"/>
                      </a:lnTo>
                      <a:lnTo>
                        <a:pt x="318" y="431"/>
                      </a:lnTo>
                      <a:lnTo>
                        <a:pt x="318" y="429"/>
                      </a:lnTo>
                      <a:lnTo>
                        <a:pt x="318" y="427"/>
                      </a:lnTo>
                      <a:lnTo>
                        <a:pt x="318" y="426"/>
                      </a:lnTo>
                      <a:lnTo>
                        <a:pt x="320" y="426"/>
                      </a:lnTo>
                      <a:lnTo>
                        <a:pt x="318" y="426"/>
                      </a:lnTo>
                      <a:lnTo>
                        <a:pt x="318" y="424"/>
                      </a:lnTo>
                      <a:lnTo>
                        <a:pt x="318" y="422"/>
                      </a:lnTo>
                      <a:lnTo>
                        <a:pt x="316" y="422"/>
                      </a:lnTo>
                      <a:lnTo>
                        <a:pt x="316" y="420"/>
                      </a:lnTo>
                      <a:lnTo>
                        <a:pt x="314" y="420"/>
                      </a:lnTo>
                      <a:lnTo>
                        <a:pt x="314" y="418"/>
                      </a:lnTo>
                      <a:lnTo>
                        <a:pt x="314" y="417"/>
                      </a:lnTo>
                      <a:lnTo>
                        <a:pt x="314" y="415"/>
                      </a:lnTo>
                      <a:lnTo>
                        <a:pt x="314" y="413"/>
                      </a:lnTo>
                      <a:lnTo>
                        <a:pt x="312" y="413"/>
                      </a:lnTo>
                      <a:lnTo>
                        <a:pt x="311" y="413"/>
                      </a:lnTo>
                      <a:lnTo>
                        <a:pt x="311" y="411"/>
                      </a:lnTo>
                      <a:lnTo>
                        <a:pt x="312" y="411"/>
                      </a:lnTo>
                      <a:lnTo>
                        <a:pt x="311" y="411"/>
                      </a:lnTo>
                      <a:lnTo>
                        <a:pt x="311" y="409"/>
                      </a:lnTo>
                      <a:lnTo>
                        <a:pt x="311" y="407"/>
                      </a:lnTo>
                      <a:lnTo>
                        <a:pt x="309" y="407"/>
                      </a:lnTo>
                      <a:lnTo>
                        <a:pt x="311" y="407"/>
                      </a:lnTo>
                      <a:lnTo>
                        <a:pt x="311" y="406"/>
                      </a:lnTo>
                      <a:lnTo>
                        <a:pt x="311" y="404"/>
                      </a:lnTo>
                      <a:lnTo>
                        <a:pt x="309" y="404"/>
                      </a:lnTo>
                      <a:lnTo>
                        <a:pt x="307" y="404"/>
                      </a:lnTo>
                      <a:lnTo>
                        <a:pt x="307" y="406"/>
                      </a:lnTo>
                      <a:lnTo>
                        <a:pt x="305" y="406"/>
                      </a:lnTo>
                      <a:lnTo>
                        <a:pt x="303" y="407"/>
                      </a:lnTo>
                      <a:lnTo>
                        <a:pt x="303" y="409"/>
                      </a:lnTo>
                      <a:lnTo>
                        <a:pt x="303" y="411"/>
                      </a:lnTo>
                      <a:lnTo>
                        <a:pt x="303" y="413"/>
                      </a:lnTo>
                      <a:lnTo>
                        <a:pt x="301" y="413"/>
                      </a:lnTo>
                      <a:lnTo>
                        <a:pt x="301" y="415"/>
                      </a:lnTo>
                      <a:lnTo>
                        <a:pt x="300" y="415"/>
                      </a:lnTo>
                      <a:lnTo>
                        <a:pt x="298" y="415"/>
                      </a:lnTo>
                      <a:lnTo>
                        <a:pt x="298" y="417"/>
                      </a:lnTo>
                      <a:lnTo>
                        <a:pt x="298" y="418"/>
                      </a:lnTo>
                      <a:lnTo>
                        <a:pt x="298" y="420"/>
                      </a:lnTo>
                      <a:lnTo>
                        <a:pt x="296" y="420"/>
                      </a:lnTo>
                      <a:lnTo>
                        <a:pt x="296" y="422"/>
                      </a:lnTo>
                      <a:lnTo>
                        <a:pt x="294" y="422"/>
                      </a:lnTo>
                      <a:close/>
                      <a:moveTo>
                        <a:pt x="318" y="309"/>
                      </a:moveTo>
                      <a:lnTo>
                        <a:pt x="318" y="311"/>
                      </a:lnTo>
                      <a:lnTo>
                        <a:pt x="320" y="311"/>
                      </a:lnTo>
                      <a:lnTo>
                        <a:pt x="320" y="312"/>
                      </a:lnTo>
                      <a:lnTo>
                        <a:pt x="320" y="314"/>
                      </a:lnTo>
                      <a:lnTo>
                        <a:pt x="318" y="314"/>
                      </a:lnTo>
                      <a:lnTo>
                        <a:pt x="320" y="314"/>
                      </a:lnTo>
                      <a:lnTo>
                        <a:pt x="318" y="314"/>
                      </a:lnTo>
                      <a:lnTo>
                        <a:pt x="320" y="314"/>
                      </a:lnTo>
                      <a:lnTo>
                        <a:pt x="320" y="316"/>
                      </a:lnTo>
                      <a:lnTo>
                        <a:pt x="322" y="316"/>
                      </a:lnTo>
                      <a:lnTo>
                        <a:pt x="320" y="318"/>
                      </a:lnTo>
                      <a:lnTo>
                        <a:pt x="318" y="318"/>
                      </a:lnTo>
                      <a:lnTo>
                        <a:pt x="316" y="318"/>
                      </a:lnTo>
                      <a:lnTo>
                        <a:pt x="316" y="316"/>
                      </a:lnTo>
                      <a:lnTo>
                        <a:pt x="314" y="316"/>
                      </a:lnTo>
                      <a:lnTo>
                        <a:pt x="314" y="314"/>
                      </a:lnTo>
                      <a:lnTo>
                        <a:pt x="316" y="314"/>
                      </a:lnTo>
                      <a:lnTo>
                        <a:pt x="314" y="314"/>
                      </a:lnTo>
                      <a:lnTo>
                        <a:pt x="314" y="312"/>
                      </a:lnTo>
                      <a:lnTo>
                        <a:pt x="314" y="311"/>
                      </a:lnTo>
                      <a:lnTo>
                        <a:pt x="316" y="311"/>
                      </a:lnTo>
                      <a:lnTo>
                        <a:pt x="316" y="309"/>
                      </a:lnTo>
                      <a:lnTo>
                        <a:pt x="316" y="307"/>
                      </a:lnTo>
                      <a:lnTo>
                        <a:pt x="318" y="307"/>
                      </a:lnTo>
                      <a:lnTo>
                        <a:pt x="318" y="309"/>
                      </a:lnTo>
                      <a:close/>
                      <a:moveTo>
                        <a:pt x="216" y="272"/>
                      </a:moveTo>
                      <a:lnTo>
                        <a:pt x="216" y="274"/>
                      </a:lnTo>
                      <a:lnTo>
                        <a:pt x="218" y="274"/>
                      </a:lnTo>
                      <a:lnTo>
                        <a:pt x="219" y="274"/>
                      </a:lnTo>
                      <a:lnTo>
                        <a:pt x="219" y="276"/>
                      </a:lnTo>
                      <a:lnTo>
                        <a:pt x="219" y="274"/>
                      </a:lnTo>
                      <a:lnTo>
                        <a:pt x="221" y="274"/>
                      </a:lnTo>
                      <a:lnTo>
                        <a:pt x="223" y="274"/>
                      </a:lnTo>
                      <a:lnTo>
                        <a:pt x="223" y="276"/>
                      </a:lnTo>
                      <a:lnTo>
                        <a:pt x="221" y="276"/>
                      </a:lnTo>
                      <a:lnTo>
                        <a:pt x="223" y="276"/>
                      </a:lnTo>
                      <a:lnTo>
                        <a:pt x="221" y="276"/>
                      </a:lnTo>
                      <a:lnTo>
                        <a:pt x="223" y="276"/>
                      </a:lnTo>
                      <a:lnTo>
                        <a:pt x="223" y="274"/>
                      </a:lnTo>
                      <a:lnTo>
                        <a:pt x="223" y="276"/>
                      </a:lnTo>
                      <a:lnTo>
                        <a:pt x="225" y="276"/>
                      </a:lnTo>
                      <a:lnTo>
                        <a:pt x="227" y="276"/>
                      </a:lnTo>
                      <a:lnTo>
                        <a:pt x="227" y="278"/>
                      </a:lnTo>
                      <a:lnTo>
                        <a:pt x="227" y="279"/>
                      </a:lnTo>
                      <a:lnTo>
                        <a:pt x="228" y="279"/>
                      </a:lnTo>
                      <a:lnTo>
                        <a:pt x="227" y="279"/>
                      </a:lnTo>
                      <a:lnTo>
                        <a:pt x="228" y="279"/>
                      </a:lnTo>
                      <a:lnTo>
                        <a:pt x="228" y="281"/>
                      </a:lnTo>
                      <a:lnTo>
                        <a:pt x="227" y="281"/>
                      </a:lnTo>
                      <a:lnTo>
                        <a:pt x="227" y="283"/>
                      </a:lnTo>
                      <a:lnTo>
                        <a:pt x="227" y="285"/>
                      </a:lnTo>
                      <a:lnTo>
                        <a:pt x="227" y="287"/>
                      </a:lnTo>
                      <a:lnTo>
                        <a:pt x="225" y="287"/>
                      </a:lnTo>
                      <a:lnTo>
                        <a:pt x="227" y="287"/>
                      </a:lnTo>
                      <a:lnTo>
                        <a:pt x="225" y="287"/>
                      </a:lnTo>
                      <a:lnTo>
                        <a:pt x="225" y="289"/>
                      </a:lnTo>
                      <a:lnTo>
                        <a:pt x="225" y="290"/>
                      </a:lnTo>
                      <a:lnTo>
                        <a:pt x="223" y="290"/>
                      </a:lnTo>
                      <a:lnTo>
                        <a:pt x="223" y="292"/>
                      </a:lnTo>
                      <a:lnTo>
                        <a:pt x="221" y="292"/>
                      </a:lnTo>
                      <a:lnTo>
                        <a:pt x="221" y="294"/>
                      </a:lnTo>
                      <a:lnTo>
                        <a:pt x="221" y="296"/>
                      </a:lnTo>
                      <a:lnTo>
                        <a:pt x="219" y="296"/>
                      </a:lnTo>
                      <a:lnTo>
                        <a:pt x="219" y="298"/>
                      </a:lnTo>
                      <a:lnTo>
                        <a:pt x="219" y="300"/>
                      </a:lnTo>
                      <a:lnTo>
                        <a:pt x="219" y="301"/>
                      </a:lnTo>
                      <a:lnTo>
                        <a:pt x="218" y="303"/>
                      </a:lnTo>
                      <a:lnTo>
                        <a:pt x="218" y="305"/>
                      </a:lnTo>
                      <a:lnTo>
                        <a:pt x="218" y="307"/>
                      </a:lnTo>
                      <a:lnTo>
                        <a:pt x="218" y="309"/>
                      </a:lnTo>
                      <a:lnTo>
                        <a:pt x="216" y="309"/>
                      </a:lnTo>
                      <a:lnTo>
                        <a:pt x="218" y="309"/>
                      </a:lnTo>
                      <a:lnTo>
                        <a:pt x="216" y="309"/>
                      </a:lnTo>
                      <a:lnTo>
                        <a:pt x="216" y="311"/>
                      </a:lnTo>
                      <a:lnTo>
                        <a:pt x="214" y="311"/>
                      </a:lnTo>
                      <a:lnTo>
                        <a:pt x="214" y="312"/>
                      </a:lnTo>
                      <a:lnTo>
                        <a:pt x="214" y="314"/>
                      </a:lnTo>
                      <a:lnTo>
                        <a:pt x="212" y="314"/>
                      </a:lnTo>
                      <a:lnTo>
                        <a:pt x="214" y="314"/>
                      </a:lnTo>
                      <a:lnTo>
                        <a:pt x="212" y="314"/>
                      </a:lnTo>
                      <a:lnTo>
                        <a:pt x="214" y="314"/>
                      </a:lnTo>
                      <a:lnTo>
                        <a:pt x="214" y="316"/>
                      </a:lnTo>
                      <a:lnTo>
                        <a:pt x="214" y="318"/>
                      </a:lnTo>
                      <a:lnTo>
                        <a:pt x="214" y="320"/>
                      </a:lnTo>
                      <a:lnTo>
                        <a:pt x="214" y="321"/>
                      </a:lnTo>
                      <a:lnTo>
                        <a:pt x="212" y="321"/>
                      </a:lnTo>
                      <a:lnTo>
                        <a:pt x="212" y="323"/>
                      </a:lnTo>
                      <a:lnTo>
                        <a:pt x="214" y="323"/>
                      </a:lnTo>
                      <a:lnTo>
                        <a:pt x="214" y="325"/>
                      </a:lnTo>
                      <a:lnTo>
                        <a:pt x="214" y="323"/>
                      </a:lnTo>
                      <a:lnTo>
                        <a:pt x="212" y="323"/>
                      </a:lnTo>
                      <a:lnTo>
                        <a:pt x="212" y="325"/>
                      </a:lnTo>
                      <a:lnTo>
                        <a:pt x="212" y="323"/>
                      </a:lnTo>
                      <a:lnTo>
                        <a:pt x="212" y="325"/>
                      </a:lnTo>
                      <a:lnTo>
                        <a:pt x="214" y="325"/>
                      </a:lnTo>
                      <a:lnTo>
                        <a:pt x="214" y="327"/>
                      </a:lnTo>
                      <a:lnTo>
                        <a:pt x="216" y="327"/>
                      </a:lnTo>
                      <a:lnTo>
                        <a:pt x="216" y="329"/>
                      </a:lnTo>
                      <a:lnTo>
                        <a:pt x="218" y="329"/>
                      </a:lnTo>
                      <a:lnTo>
                        <a:pt x="216" y="329"/>
                      </a:lnTo>
                      <a:lnTo>
                        <a:pt x="218" y="329"/>
                      </a:lnTo>
                      <a:lnTo>
                        <a:pt x="218" y="331"/>
                      </a:lnTo>
                      <a:lnTo>
                        <a:pt x="218" y="332"/>
                      </a:lnTo>
                      <a:lnTo>
                        <a:pt x="219" y="332"/>
                      </a:lnTo>
                      <a:lnTo>
                        <a:pt x="219" y="334"/>
                      </a:lnTo>
                      <a:lnTo>
                        <a:pt x="219" y="336"/>
                      </a:lnTo>
                      <a:lnTo>
                        <a:pt x="218" y="338"/>
                      </a:lnTo>
                      <a:lnTo>
                        <a:pt x="218" y="340"/>
                      </a:lnTo>
                      <a:lnTo>
                        <a:pt x="216" y="340"/>
                      </a:lnTo>
                      <a:lnTo>
                        <a:pt x="216" y="342"/>
                      </a:lnTo>
                      <a:lnTo>
                        <a:pt x="214" y="342"/>
                      </a:lnTo>
                      <a:lnTo>
                        <a:pt x="214" y="343"/>
                      </a:lnTo>
                      <a:lnTo>
                        <a:pt x="212" y="343"/>
                      </a:lnTo>
                      <a:lnTo>
                        <a:pt x="212" y="342"/>
                      </a:lnTo>
                      <a:lnTo>
                        <a:pt x="212" y="343"/>
                      </a:lnTo>
                      <a:lnTo>
                        <a:pt x="212" y="342"/>
                      </a:lnTo>
                      <a:lnTo>
                        <a:pt x="210" y="342"/>
                      </a:lnTo>
                      <a:lnTo>
                        <a:pt x="210" y="343"/>
                      </a:lnTo>
                      <a:lnTo>
                        <a:pt x="208" y="343"/>
                      </a:lnTo>
                      <a:lnTo>
                        <a:pt x="207" y="343"/>
                      </a:lnTo>
                      <a:lnTo>
                        <a:pt x="207" y="342"/>
                      </a:lnTo>
                      <a:lnTo>
                        <a:pt x="205" y="342"/>
                      </a:lnTo>
                      <a:lnTo>
                        <a:pt x="205" y="340"/>
                      </a:lnTo>
                      <a:lnTo>
                        <a:pt x="205" y="338"/>
                      </a:lnTo>
                      <a:lnTo>
                        <a:pt x="205" y="336"/>
                      </a:lnTo>
                      <a:lnTo>
                        <a:pt x="203" y="336"/>
                      </a:lnTo>
                      <a:lnTo>
                        <a:pt x="205" y="336"/>
                      </a:lnTo>
                      <a:lnTo>
                        <a:pt x="203" y="336"/>
                      </a:lnTo>
                      <a:lnTo>
                        <a:pt x="203" y="334"/>
                      </a:lnTo>
                      <a:lnTo>
                        <a:pt x="203" y="332"/>
                      </a:lnTo>
                      <a:lnTo>
                        <a:pt x="201" y="332"/>
                      </a:lnTo>
                      <a:lnTo>
                        <a:pt x="199" y="332"/>
                      </a:lnTo>
                      <a:lnTo>
                        <a:pt x="199" y="331"/>
                      </a:lnTo>
                      <a:lnTo>
                        <a:pt x="197" y="331"/>
                      </a:lnTo>
                      <a:lnTo>
                        <a:pt x="196" y="331"/>
                      </a:lnTo>
                      <a:lnTo>
                        <a:pt x="196" y="329"/>
                      </a:lnTo>
                      <a:lnTo>
                        <a:pt x="194" y="329"/>
                      </a:lnTo>
                      <a:lnTo>
                        <a:pt x="192" y="329"/>
                      </a:lnTo>
                      <a:lnTo>
                        <a:pt x="192" y="327"/>
                      </a:lnTo>
                      <a:lnTo>
                        <a:pt x="192" y="325"/>
                      </a:lnTo>
                      <a:lnTo>
                        <a:pt x="190" y="325"/>
                      </a:lnTo>
                      <a:lnTo>
                        <a:pt x="190" y="323"/>
                      </a:lnTo>
                      <a:lnTo>
                        <a:pt x="188" y="323"/>
                      </a:lnTo>
                      <a:lnTo>
                        <a:pt x="188" y="321"/>
                      </a:lnTo>
                      <a:lnTo>
                        <a:pt x="188" y="323"/>
                      </a:lnTo>
                      <a:lnTo>
                        <a:pt x="188" y="321"/>
                      </a:lnTo>
                      <a:lnTo>
                        <a:pt x="187" y="321"/>
                      </a:lnTo>
                      <a:lnTo>
                        <a:pt x="187" y="320"/>
                      </a:lnTo>
                      <a:lnTo>
                        <a:pt x="188" y="320"/>
                      </a:lnTo>
                      <a:lnTo>
                        <a:pt x="187" y="320"/>
                      </a:lnTo>
                      <a:lnTo>
                        <a:pt x="187" y="318"/>
                      </a:lnTo>
                      <a:lnTo>
                        <a:pt x="187" y="316"/>
                      </a:lnTo>
                      <a:lnTo>
                        <a:pt x="187" y="314"/>
                      </a:lnTo>
                      <a:lnTo>
                        <a:pt x="187" y="312"/>
                      </a:lnTo>
                      <a:lnTo>
                        <a:pt x="188" y="312"/>
                      </a:lnTo>
                      <a:lnTo>
                        <a:pt x="188" y="311"/>
                      </a:lnTo>
                      <a:lnTo>
                        <a:pt x="188" y="309"/>
                      </a:lnTo>
                      <a:lnTo>
                        <a:pt x="190" y="309"/>
                      </a:lnTo>
                      <a:lnTo>
                        <a:pt x="192" y="309"/>
                      </a:lnTo>
                      <a:lnTo>
                        <a:pt x="192" y="311"/>
                      </a:lnTo>
                      <a:lnTo>
                        <a:pt x="194" y="311"/>
                      </a:lnTo>
                      <a:lnTo>
                        <a:pt x="194" y="309"/>
                      </a:lnTo>
                      <a:lnTo>
                        <a:pt x="194" y="311"/>
                      </a:lnTo>
                      <a:lnTo>
                        <a:pt x="196" y="311"/>
                      </a:lnTo>
                      <a:lnTo>
                        <a:pt x="197" y="309"/>
                      </a:lnTo>
                      <a:lnTo>
                        <a:pt x="199" y="309"/>
                      </a:lnTo>
                      <a:lnTo>
                        <a:pt x="199" y="307"/>
                      </a:lnTo>
                      <a:lnTo>
                        <a:pt x="201" y="307"/>
                      </a:lnTo>
                      <a:lnTo>
                        <a:pt x="203" y="307"/>
                      </a:lnTo>
                      <a:lnTo>
                        <a:pt x="203" y="305"/>
                      </a:lnTo>
                      <a:lnTo>
                        <a:pt x="203" y="303"/>
                      </a:lnTo>
                      <a:lnTo>
                        <a:pt x="203" y="305"/>
                      </a:lnTo>
                      <a:lnTo>
                        <a:pt x="203" y="303"/>
                      </a:lnTo>
                      <a:lnTo>
                        <a:pt x="203" y="301"/>
                      </a:lnTo>
                      <a:lnTo>
                        <a:pt x="203" y="300"/>
                      </a:lnTo>
                      <a:lnTo>
                        <a:pt x="203" y="298"/>
                      </a:lnTo>
                      <a:lnTo>
                        <a:pt x="203" y="296"/>
                      </a:lnTo>
                      <a:lnTo>
                        <a:pt x="203" y="294"/>
                      </a:lnTo>
                      <a:lnTo>
                        <a:pt x="201" y="294"/>
                      </a:lnTo>
                      <a:lnTo>
                        <a:pt x="201" y="292"/>
                      </a:lnTo>
                      <a:lnTo>
                        <a:pt x="201" y="290"/>
                      </a:lnTo>
                      <a:lnTo>
                        <a:pt x="201" y="289"/>
                      </a:lnTo>
                      <a:lnTo>
                        <a:pt x="203" y="289"/>
                      </a:lnTo>
                      <a:lnTo>
                        <a:pt x="203" y="290"/>
                      </a:lnTo>
                      <a:lnTo>
                        <a:pt x="203" y="289"/>
                      </a:lnTo>
                      <a:lnTo>
                        <a:pt x="205" y="289"/>
                      </a:lnTo>
                      <a:lnTo>
                        <a:pt x="205" y="287"/>
                      </a:lnTo>
                      <a:lnTo>
                        <a:pt x="205" y="285"/>
                      </a:lnTo>
                      <a:lnTo>
                        <a:pt x="207" y="285"/>
                      </a:lnTo>
                      <a:lnTo>
                        <a:pt x="207" y="283"/>
                      </a:lnTo>
                      <a:lnTo>
                        <a:pt x="207" y="281"/>
                      </a:lnTo>
                      <a:lnTo>
                        <a:pt x="207" y="279"/>
                      </a:lnTo>
                      <a:lnTo>
                        <a:pt x="207" y="278"/>
                      </a:lnTo>
                      <a:lnTo>
                        <a:pt x="207" y="276"/>
                      </a:lnTo>
                      <a:lnTo>
                        <a:pt x="208" y="276"/>
                      </a:lnTo>
                      <a:lnTo>
                        <a:pt x="210" y="276"/>
                      </a:lnTo>
                      <a:lnTo>
                        <a:pt x="212" y="276"/>
                      </a:lnTo>
                      <a:lnTo>
                        <a:pt x="212" y="274"/>
                      </a:lnTo>
                      <a:lnTo>
                        <a:pt x="214" y="274"/>
                      </a:lnTo>
                      <a:lnTo>
                        <a:pt x="216" y="274"/>
                      </a:lnTo>
                      <a:lnTo>
                        <a:pt x="216" y="272"/>
                      </a:lnTo>
                      <a:close/>
                      <a:moveTo>
                        <a:pt x="62" y="309"/>
                      </a:moveTo>
                      <a:lnTo>
                        <a:pt x="61" y="309"/>
                      </a:lnTo>
                      <a:lnTo>
                        <a:pt x="61" y="311"/>
                      </a:lnTo>
                      <a:lnTo>
                        <a:pt x="61" y="309"/>
                      </a:lnTo>
                      <a:lnTo>
                        <a:pt x="61" y="311"/>
                      </a:lnTo>
                      <a:lnTo>
                        <a:pt x="59" y="311"/>
                      </a:lnTo>
                      <a:lnTo>
                        <a:pt x="57" y="311"/>
                      </a:lnTo>
                      <a:lnTo>
                        <a:pt x="57" y="312"/>
                      </a:lnTo>
                      <a:lnTo>
                        <a:pt x="57" y="311"/>
                      </a:lnTo>
                      <a:lnTo>
                        <a:pt x="57" y="312"/>
                      </a:lnTo>
                      <a:lnTo>
                        <a:pt x="57" y="311"/>
                      </a:lnTo>
                      <a:lnTo>
                        <a:pt x="57" y="312"/>
                      </a:lnTo>
                      <a:lnTo>
                        <a:pt x="55" y="312"/>
                      </a:lnTo>
                      <a:lnTo>
                        <a:pt x="57" y="312"/>
                      </a:lnTo>
                      <a:lnTo>
                        <a:pt x="55" y="312"/>
                      </a:lnTo>
                      <a:lnTo>
                        <a:pt x="57" y="312"/>
                      </a:lnTo>
                      <a:lnTo>
                        <a:pt x="55" y="314"/>
                      </a:lnTo>
                      <a:lnTo>
                        <a:pt x="57" y="314"/>
                      </a:lnTo>
                      <a:lnTo>
                        <a:pt x="55" y="314"/>
                      </a:lnTo>
                      <a:lnTo>
                        <a:pt x="57" y="314"/>
                      </a:lnTo>
                      <a:lnTo>
                        <a:pt x="55" y="314"/>
                      </a:lnTo>
                      <a:lnTo>
                        <a:pt x="57" y="316"/>
                      </a:lnTo>
                      <a:lnTo>
                        <a:pt x="57" y="318"/>
                      </a:lnTo>
                      <a:lnTo>
                        <a:pt x="57" y="320"/>
                      </a:lnTo>
                      <a:lnTo>
                        <a:pt x="57" y="318"/>
                      </a:lnTo>
                      <a:lnTo>
                        <a:pt x="55" y="318"/>
                      </a:lnTo>
                      <a:lnTo>
                        <a:pt x="55" y="316"/>
                      </a:lnTo>
                      <a:lnTo>
                        <a:pt x="55" y="318"/>
                      </a:lnTo>
                      <a:lnTo>
                        <a:pt x="55" y="316"/>
                      </a:lnTo>
                      <a:lnTo>
                        <a:pt x="55" y="318"/>
                      </a:lnTo>
                      <a:lnTo>
                        <a:pt x="55" y="316"/>
                      </a:lnTo>
                      <a:lnTo>
                        <a:pt x="55" y="318"/>
                      </a:lnTo>
                      <a:lnTo>
                        <a:pt x="55" y="316"/>
                      </a:lnTo>
                      <a:lnTo>
                        <a:pt x="55" y="318"/>
                      </a:lnTo>
                      <a:lnTo>
                        <a:pt x="53" y="318"/>
                      </a:lnTo>
                      <a:lnTo>
                        <a:pt x="55" y="318"/>
                      </a:lnTo>
                      <a:lnTo>
                        <a:pt x="53" y="320"/>
                      </a:lnTo>
                      <a:lnTo>
                        <a:pt x="55" y="320"/>
                      </a:lnTo>
                      <a:lnTo>
                        <a:pt x="57" y="320"/>
                      </a:lnTo>
                      <a:lnTo>
                        <a:pt x="57" y="321"/>
                      </a:lnTo>
                      <a:lnTo>
                        <a:pt x="55" y="321"/>
                      </a:lnTo>
                      <a:lnTo>
                        <a:pt x="55" y="323"/>
                      </a:lnTo>
                      <a:lnTo>
                        <a:pt x="53" y="323"/>
                      </a:lnTo>
                      <a:lnTo>
                        <a:pt x="53" y="325"/>
                      </a:lnTo>
                      <a:lnTo>
                        <a:pt x="53" y="327"/>
                      </a:lnTo>
                      <a:lnTo>
                        <a:pt x="51" y="327"/>
                      </a:lnTo>
                      <a:lnTo>
                        <a:pt x="51" y="329"/>
                      </a:lnTo>
                      <a:lnTo>
                        <a:pt x="50" y="329"/>
                      </a:lnTo>
                      <a:lnTo>
                        <a:pt x="50" y="331"/>
                      </a:lnTo>
                      <a:lnTo>
                        <a:pt x="48" y="331"/>
                      </a:lnTo>
                      <a:lnTo>
                        <a:pt x="50" y="331"/>
                      </a:lnTo>
                      <a:lnTo>
                        <a:pt x="50" y="332"/>
                      </a:lnTo>
                      <a:lnTo>
                        <a:pt x="48" y="332"/>
                      </a:lnTo>
                      <a:lnTo>
                        <a:pt x="48" y="334"/>
                      </a:lnTo>
                      <a:lnTo>
                        <a:pt x="46" y="334"/>
                      </a:lnTo>
                      <a:lnTo>
                        <a:pt x="48" y="334"/>
                      </a:lnTo>
                      <a:lnTo>
                        <a:pt x="46" y="334"/>
                      </a:lnTo>
                      <a:lnTo>
                        <a:pt x="44" y="334"/>
                      </a:lnTo>
                      <a:lnTo>
                        <a:pt x="44" y="336"/>
                      </a:lnTo>
                      <a:lnTo>
                        <a:pt x="42" y="336"/>
                      </a:lnTo>
                      <a:lnTo>
                        <a:pt x="44" y="336"/>
                      </a:lnTo>
                      <a:lnTo>
                        <a:pt x="42" y="336"/>
                      </a:lnTo>
                      <a:lnTo>
                        <a:pt x="42" y="338"/>
                      </a:lnTo>
                      <a:lnTo>
                        <a:pt x="42" y="336"/>
                      </a:lnTo>
                      <a:lnTo>
                        <a:pt x="42" y="338"/>
                      </a:lnTo>
                      <a:lnTo>
                        <a:pt x="40" y="338"/>
                      </a:lnTo>
                      <a:lnTo>
                        <a:pt x="39" y="338"/>
                      </a:lnTo>
                      <a:lnTo>
                        <a:pt x="37" y="340"/>
                      </a:lnTo>
                      <a:lnTo>
                        <a:pt x="37" y="338"/>
                      </a:lnTo>
                      <a:lnTo>
                        <a:pt x="37" y="340"/>
                      </a:lnTo>
                      <a:lnTo>
                        <a:pt x="35" y="340"/>
                      </a:lnTo>
                      <a:lnTo>
                        <a:pt x="33" y="340"/>
                      </a:lnTo>
                      <a:lnTo>
                        <a:pt x="33" y="342"/>
                      </a:lnTo>
                      <a:lnTo>
                        <a:pt x="33" y="343"/>
                      </a:lnTo>
                      <a:lnTo>
                        <a:pt x="31" y="343"/>
                      </a:lnTo>
                      <a:lnTo>
                        <a:pt x="33" y="343"/>
                      </a:lnTo>
                      <a:lnTo>
                        <a:pt x="31" y="343"/>
                      </a:lnTo>
                      <a:lnTo>
                        <a:pt x="33" y="343"/>
                      </a:lnTo>
                      <a:lnTo>
                        <a:pt x="31" y="343"/>
                      </a:lnTo>
                      <a:lnTo>
                        <a:pt x="31" y="345"/>
                      </a:lnTo>
                      <a:lnTo>
                        <a:pt x="31" y="347"/>
                      </a:lnTo>
                      <a:lnTo>
                        <a:pt x="30" y="347"/>
                      </a:lnTo>
                      <a:lnTo>
                        <a:pt x="30" y="349"/>
                      </a:lnTo>
                      <a:lnTo>
                        <a:pt x="28" y="349"/>
                      </a:lnTo>
                      <a:lnTo>
                        <a:pt x="28" y="351"/>
                      </a:lnTo>
                      <a:lnTo>
                        <a:pt x="26" y="351"/>
                      </a:lnTo>
                      <a:lnTo>
                        <a:pt x="24" y="351"/>
                      </a:lnTo>
                      <a:lnTo>
                        <a:pt x="24" y="353"/>
                      </a:lnTo>
                      <a:lnTo>
                        <a:pt x="22" y="353"/>
                      </a:lnTo>
                      <a:lnTo>
                        <a:pt x="22" y="354"/>
                      </a:lnTo>
                      <a:lnTo>
                        <a:pt x="20" y="354"/>
                      </a:lnTo>
                      <a:lnTo>
                        <a:pt x="20" y="356"/>
                      </a:lnTo>
                      <a:lnTo>
                        <a:pt x="19" y="356"/>
                      </a:lnTo>
                      <a:lnTo>
                        <a:pt x="17" y="356"/>
                      </a:lnTo>
                      <a:lnTo>
                        <a:pt x="15" y="356"/>
                      </a:lnTo>
                      <a:lnTo>
                        <a:pt x="13" y="356"/>
                      </a:lnTo>
                      <a:lnTo>
                        <a:pt x="13" y="358"/>
                      </a:lnTo>
                      <a:lnTo>
                        <a:pt x="13" y="360"/>
                      </a:lnTo>
                      <a:lnTo>
                        <a:pt x="11" y="362"/>
                      </a:lnTo>
                      <a:lnTo>
                        <a:pt x="11" y="364"/>
                      </a:lnTo>
                      <a:lnTo>
                        <a:pt x="11" y="362"/>
                      </a:lnTo>
                      <a:lnTo>
                        <a:pt x="9" y="362"/>
                      </a:lnTo>
                      <a:lnTo>
                        <a:pt x="9" y="364"/>
                      </a:lnTo>
                      <a:lnTo>
                        <a:pt x="9" y="362"/>
                      </a:lnTo>
                      <a:lnTo>
                        <a:pt x="8" y="362"/>
                      </a:lnTo>
                      <a:lnTo>
                        <a:pt x="9" y="362"/>
                      </a:lnTo>
                      <a:lnTo>
                        <a:pt x="9" y="364"/>
                      </a:lnTo>
                      <a:lnTo>
                        <a:pt x="8" y="364"/>
                      </a:lnTo>
                      <a:lnTo>
                        <a:pt x="6" y="364"/>
                      </a:lnTo>
                      <a:lnTo>
                        <a:pt x="8" y="364"/>
                      </a:lnTo>
                      <a:lnTo>
                        <a:pt x="6" y="364"/>
                      </a:lnTo>
                      <a:lnTo>
                        <a:pt x="4" y="365"/>
                      </a:lnTo>
                      <a:lnTo>
                        <a:pt x="2" y="365"/>
                      </a:lnTo>
                      <a:lnTo>
                        <a:pt x="2" y="367"/>
                      </a:lnTo>
                      <a:lnTo>
                        <a:pt x="0" y="367"/>
                      </a:lnTo>
                      <a:lnTo>
                        <a:pt x="2" y="367"/>
                      </a:lnTo>
                      <a:lnTo>
                        <a:pt x="0" y="369"/>
                      </a:lnTo>
                      <a:lnTo>
                        <a:pt x="0" y="367"/>
                      </a:lnTo>
                      <a:lnTo>
                        <a:pt x="0" y="365"/>
                      </a:lnTo>
                      <a:lnTo>
                        <a:pt x="2" y="365"/>
                      </a:lnTo>
                      <a:lnTo>
                        <a:pt x="2" y="364"/>
                      </a:lnTo>
                      <a:lnTo>
                        <a:pt x="0" y="364"/>
                      </a:lnTo>
                      <a:lnTo>
                        <a:pt x="2" y="364"/>
                      </a:lnTo>
                      <a:lnTo>
                        <a:pt x="0" y="364"/>
                      </a:lnTo>
                      <a:lnTo>
                        <a:pt x="0" y="362"/>
                      </a:lnTo>
                      <a:lnTo>
                        <a:pt x="2" y="362"/>
                      </a:lnTo>
                      <a:lnTo>
                        <a:pt x="2" y="360"/>
                      </a:lnTo>
                      <a:lnTo>
                        <a:pt x="2" y="358"/>
                      </a:lnTo>
                      <a:lnTo>
                        <a:pt x="4" y="360"/>
                      </a:lnTo>
                      <a:lnTo>
                        <a:pt x="4" y="358"/>
                      </a:lnTo>
                      <a:lnTo>
                        <a:pt x="4" y="356"/>
                      </a:lnTo>
                      <a:lnTo>
                        <a:pt x="6" y="356"/>
                      </a:lnTo>
                      <a:lnTo>
                        <a:pt x="6" y="354"/>
                      </a:lnTo>
                      <a:lnTo>
                        <a:pt x="8" y="354"/>
                      </a:lnTo>
                      <a:lnTo>
                        <a:pt x="8" y="353"/>
                      </a:lnTo>
                      <a:lnTo>
                        <a:pt x="9" y="353"/>
                      </a:lnTo>
                      <a:lnTo>
                        <a:pt x="8" y="353"/>
                      </a:lnTo>
                      <a:lnTo>
                        <a:pt x="9" y="353"/>
                      </a:lnTo>
                      <a:lnTo>
                        <a:pt x="9" y="351"/>
                      </a:lnTo>
                      <a:lnTo>
                        <a:pt x="11" y="351"/>
                      </a:lnTo>
                      <a:lnTo>
                        <a:pt x="11" y="349"/>
                      </a:lnTo>
                      <a:lnTo>
                        <a:pt x="11" y="347"/>
                      </a:lnTo>
                      <a:lnTo>
                        <a:pt x="13" y="347"/>
                      </a:lnTo>
                      <a:lnTo>
                        <a:pt x="15" y="347"/>
                      </a:lnTo>
                      <a:lnTo>
                        <a:pt x="15" y="345"/>
                      </a:lnTo>
                      <a:lnTo>
                        <a:pt x="17" y="345"/>
                      </a:lnTo>
                      <a:lnTo>
                        <a:pt x="15" y="343"/>
                      </a:lnTo>
                      <a:lnTo>
                        <a:pt x="17" y="343"/>
                      </a:lnTo>
                      <a:lnTo>
                        <a:pt x="15" y="343"/>
                      </a:lnTo>
                      <a:lnTo>
                        <a:pt x="17" y="343"/>
                      </a:lnTo>
                      <a:lnTo>
                        <a:pt x="17" y="342"/>
                      </a:lnTo>
                      <a:lnTo>
                        <a:pt x="19" y="342"/>
                      </a:lnTo>
                      <a:lnTo>
                        <a:pt x="19" y="343"/>
                      </a:lnTo>
                      <a:lnTo>
                        <a:pt x="19" y="342"/>
                      </a:lnTo>
                      <a:lnTo>
                        <a:pt x="20" y="342"/>
                      </a:lnTo>
                      <a:lnTo>
                        <a:pt x="20" y="340"/>
                      </a:lnTo>
                      <a:lnTo>
                        <a:pt x="22" y="340"/>
                      </a:lnTo>
                      <a:lnTo>
                        <a:pt x="20" y="340"/>
                      </a:lnTo>
                      <a:lnTo>
                        <a:pt x="22" y="340"/>
                      </a:lnTo>
                      <a:lnTo>
                        <a:pt x="20" y="340"/>
                      </a:lnTo>
                      <a:lnTo>
                        <a:pt x="20" y="338"/>
                      </a:lnTo>
                      <a:lnTo>
                        <a:pt x="22" y="338"/>
                      </a:lnTo>
                      <a:lnTo>
                        <a:pt x="24" y="338"/>
                      </a:lnTo>
                      <a:lnTo>
                        <a:pt x="24" y="336"/>
                      </a:lnTo>
                      <a:lnTo>
                        <a:pt x="24" y="338"/>
                      </a:lnTo>
                      <a:lnTo>
                        <a:pt x="24" y="336"/>
                      </a:lnTo>
                      <a:lnTo>
                        <a:pt x="26" y="336"/>
                      </a:lnTo>
                      <a:lnTo>
                        <a:pt x="28" y="336"/>
                      </a:lnTo>
                      <a:lnTo>
                        <a:pt x="28" y="334"/>
                      </a:lnTo>
                      <a:lnTo>
                        <a:pt x="30" y="334"/>
                      </a:lnTo>
                      <a:lnTo>
                        <a:pt x="28" y="336"/>
                      </a:lnTo>
                      <a:lnTo>
                        <a:pt x="30" y="336"/>
                      </a:lnTo>
                      <a:lnTo>
                        <a:pt x="30" y="334"/>
                      </a:lnTo>
                      <a:lnTo>
                        <a:pt x="31" y="334"/>
                      </a:lnTo>
                      <a:lnTo>
                        <a:pt x="31" y="332"/>
                      </a:lnTo>
                      <a:lnTo>
                        <a:pt x="33" y="334"/>
                      </a:lnTo>
                      <a:lnTo>
                        <a:pt x="33" y="332"/>
                      </a:lnTo>
                      <a:lnTo>
                        <a:pt x="33" y="331"/>
                      </a:lnTo>
                      <a:lnTo>
                        <a:pt x="35" y="331"/>
                      </a:lnTo>
                      <a:lnTo>
                        <a:pt x="37" y="331"/>
                      </a:lnTo>
                      <a:lnTo>
                        <a:pt x="37" y="329"/>
                      </a:lnTo>
                      <a:lnTo>
                        <a:pt x="37" y="327"/>
                      </a:lnTo>
                      <a:lnTo>
                        <a:pt x="39" y="327"/>
                      </a:lnTo>
                      <a:lnTo>
                        <a:pt x="39" y="325"/>
                      </a:lnTo>
                      <a:lnTo>
                        <a:pt x="40" y="325"/>
                      </a:lnTo>
                      <a:lnTo>
                        <a:pt x="40" y="323"/>
                      </a:lnTo>
                      <a:lnTo>
                        <a:pt x="42" y="323"/>
                      </a:lnTo>
                      <a:lnTo>
                        <a:pt x="40" y="323"/>
                      </a:lnTo>
                      <a:lnTo>
                        <a:pt x="42" y="323"/>
                      </a:lnTo>
                      <a:lnTo>
                        <a:pt x="40" y="321"/>
                      </a:lnTo>
                      <a:lnTo>
                        <a:pt x="42" y="321"/>
                      </a:lnTo>
                      <a:lnTo>
                        <a:pt x="44" y="321"/>
                      </a:lnTo>
                      <a:lnTo>
                        <a:pt x="44" y="320"/>
                      </a:lnTo>
                      <a:lnTo>
                        <a:pt x="46" y="320"/>
                      </a:lnTo>
                      <a:lnTo>
                        <a:pt x="46" y="318"/>
                      </a:lnTo>
                      <a:lnTo>
                        <a:pt x="48" y="318"/>
                      </a:lnTo>
                      <a:lnTo>
                        <a:pt x="48" y="316"/>
                      </a:lnTo>
                      <a:lnTo>
                        <a:pt x="50" y="316"/>
                      </a:lnTo>
                      <a:lnTo>
                        <a:pt x="50" y="314"/>
                      </a:lnTo>
                      <a:lnTo>
                        <a:pt x="51" y="314"/>
                      </a:lnTo>
                      <a:lnTo>
                        <a:pt x="51" y="312"/>
                      </a:lnTo>
                      <a:lnTo>
                        <a:pt x="51" y="311"/>
                      </a:lnTo>
                      <a:lnTo>
                        <a:pt x="53" y="311"/>
                      </a:lnTo>
                      <a:lnTo>
                        <a:pt x="51" y="311"/>
                      </a:lnTo>
                      <a:lnTo>
                        <a:pt x="53" y="311"/>
                      </a:lnTo>
                      <a:lnTo>
                        <a:pt x="51" y="311"/>
                      </a:lnTo>
                      <a:lnTo>
                        <a:pt x="53" y="311"/>
                      </a:lnTo>
                      <a:lnTo>
                        <a:pt x="51" y="311"/>
                      </a:lnTo>
                      <a:lnTo>
                        <a:pt x="53" y="311"/>
                      </a:lnTo>
                      <a:lnTo>
                        <a:pt x="53" y="309"/>
                      </a:lnTo>
                      <a:lnTo>
                        <a:pt x="55" y="309"/>
                      </a:lnTo>
                      <a:lnTo>
                        <a:pt x="53" y="309"/>
                      </a:lnTo>
                      <a:lnTo>
                        <a:pt x="53" y="307"/>
                      </a:lnTo>
                      <a:lnTo>
                        <a:pt x="55" y="307"/>
                      </a:lnTo>
                      <a:lnTo>
                        <a:pt x="55" y="309"/>
                      </a:lnTo>
                      <a:lnTo>
                        <a:pt x="55" y="307"/>
                      </a:lnTo>
                      <a:lnTo>
                        <a:pt x="55" y="305"/>
                      </a:lnTo>
                      <a:lnTo>
                        <a:pt x="57" y="305"/>
                      </a:lnTo>
                      <a:lnTo>
                        <a:pt x="55" y="305"/>
                      </a:lnTo>
                      <a:lnTo>
                        <a:pt x="57" y="305"/>
                      </a:lnTo>
                      <a:lnTo>
                        <a:pt x="57" y="307"/>
                      </a:lnTo>
                      <a:lnTo>
                        <a:pt x="55" y="307"/>
                      </a:lnTo>
                      <a:lnTo>
                        <a:pt x="57" y="307"/>
                      </a:lnTo>
                      <a:lnTo>
                        <a:pt x="57" y="309"/>
                      </a:lnTo>
                      <a:lnTo>
                        <a:pt x="57" y="307"/>
                      </a:lnTo>
                      <a:lnTo>
                        <a:pt x="59" y="307"/>
                      </a:lnTo>
                      <a:lnTo>
                        <a:pt x="59" y="309"/>
                      </a:lnTo>
                      <a:lnTo>
                        <a:pt x="59" y="307"/>
                      </a:lnTo>
                      <a:lnTo>
                        <a:pt x="59" y="305"/>
                      </a:lnTo>
                      <a:lnTo>
                        <a:pt x="59" y="303"/>
                      </a:lnTo>
                      <a:lnTo>
                        <a:pt x="59" y="301"/>
                      </a:lnTo>
                      <a:lnTo>
                        <a:pt x="61" y="301"/>
                      </a:lnTo>
                      <a:lnTo>
                        <a:pt x="62" y="301"/>
                      </a:lnTo>
                      <a:lnTo>
                        <a:pt x="62" y="300"/>
                      </a:lnTo>
                      <a:lnTo>
                        <a:pt x="64" y="300"/>
                      </a:lnTo>
                      <a:lnTo>
                        <a:pt x="62" y="300"/>
                      </a:lnTo>
                      <a:lnTo>
                        <a:pt x="64" y="300"/>
                      </a:lnTo>
                      <a:lnTo>
                        <a:pt x="62" y="300"/>
                      </a:lnTo>
                      <a:lnTo>
                        <a:pt x="64" y="300"/>
                      </a:lnTo>
                      <a:lnTo>
                        <a:pt x="62" y="300"/>
                      </a:lnTo>
                      <a:lnTo>
                        <a:pt x="62" y="298"/>
                      </a:lnTo>
                      <a:lnTo>
                        <a:pt x="64" y="298"/>
                      </a:lnTo>
                      <a:lnTo>
                        <a:pt x="64" y="300"/>
                      </a:lnTo>
                      <a:lnTo>
                        <a:pt x="64" y="298"/>
                      </a:lnTo>
                      <a:lnTo>
                        <a:pt x="66" y="298"/>
                      </a:lnTo>
                      <a:lnTo>
                        <a:pt x="64" y="298"/>
                      </a:lnTo>
                      <a:lnTo>
                        <a:pt x="66" y="298"/>
                      </a:lnTo>
                      <a:lnTo>
                        <a:pt x="66" y="296"/>
                      </a:lnTo>
                      <a:lnTo>
                        <a:pt x="66" y="298"/>
                      </a:lnTo>
                      <a:lnTo>
                        <a:pt x="66" y="296"/>
                      </a:lnTo>
                      <a:lnTo>
                        <a:pt x="64" y="296"/>
                      </a:lnTo>
                      <a:lnTo>
                        <a:pt x="64" y="294"/>
                      </a:lnTo>
                      <a:lnTo>
                        <a:pt x="66" y="294"/>
                      </a:lnTo>
                      <a:lnTo>
                        <a:pt x="68" y="296"/>
                      </a:lnTo>
                      <a:lnTo>
                        <a:pt x="68" y="294"/>
                      </a:lnTo>
                      <a:lnTo>
                        <a:pt x="70" y="294"/>
                      </a:lnTo>
                      <a:lnTo>
                        <a:pt x="68" y="294"/>
                      </a:lnTo>
                      <a:lnTo>
                        <a:pt x="68" y="292"/>
                      </a:lnTo>
                      <a:lnTo>
                        <a:pt x="70" y="292"/>
                      </a:lnTo>
                      <a:lnTo>
                        <a:pt x="70" y="294"/>
                      </a:lnTo>
                      <a:lnTo>
                        <a:pt x="70" y="296"/>
                      </a:lnTo>
                      <a:lnTo>
                        <a:pt x="70" y="294"/>
                      </a:lnTo>
                      <a:lnTo>
                        <a:pt x="72" y="294"/>
                      </a:lnTo>
                      <a:lnTo>
                        <a:pt x="72" y="292"/>
                      </a:lnTo>
                      <a:lnTo>
                        <a:pt x="73" y="292"/>
                      </a:lnTo>
                      <a:lnTo>
                        <a:pt x="75" y="292"/>
                      </a:lnTo>
                      <a:lnTo>
                        <a:pt x="75" y="290"/>
                      </a:lnTo>
                      <a:lnTo>
                        <a:pt x="73" y="290"/>
                      </a:lnTo>
                      <a:lnTo>
                        <a:pt x="73" y="289"/>
                      </a:lnTo>
                      <a:lnTo>
                        <a:pt x="73" y="290"/>
                      </a:lnTo>
                      <a:lnTo>
                        <a:pt x="75" y="290"/>
                      </a:lnTo>
                      <a:lnTo>
                        <a:pt x="75" y="289"/>
                      </a:lnTo>
                      <a:lnTo>
                        <a:pt x="77" y="289"/>
                      </a:lnTo>
                      <a:lnTo>
                        <a:pt x="77" y="287"/>
                      </a:lnTo>
                      <a:lnTo>
                        <a:pt x="77" y="285"/>
                      </a:lnTo>
                      <a:lnTo>
                        <a:pt x="77" y="283"/>
                      </a:lnTo>
                      <a:lnTo>
                        <a:pt x="77" y="281"/>
                      </a:lnTo>
                      <a:lnTo>
                        <a:pt x="77" y="283"/>
                      </a:lnTo>
                      <a:lnTo>
                        <a:pt x="77" y="281"/>
                      </a:lnTo>
                      <a:lnTo>
                        <a:pt x="75" y="281"/>
                      </a:lnTo>
                      <a:lnTo>
                        <a:pt x="75" y="279"/>
                      </a:lnTo>
                      <a:lnTo>
                        <a:pt x="73" y="279"/>
                      </a:lnTo>
                      <a:lnTo>
                        <a:pt x="73" y="278"/>
                      </a:lnTo>
                      <a:lnTo>
                        <a:pt x="73" y="279"/>
                      </a:lnTo>
                      <a:lnTo>
                        <a:pt x="73" y="278"/>
                      </a:lnTo>
                      <a:lnTo>
                        <a:pt x="75" y="278"/>
                      </a:lnTo>
                      <a:lnTo>
                        <a:pt x="73" y="278"/>
                      </a:lnTo>
                      <a:lnTo>
                        <a:pt x="73" y="276"/>
                      </a:lnTo>
                      <a:lnTo>
                        <a:pt x="73" y="274"/>
                      </a:lnTo>
                      <a:lnTo>
                        <a:pt x="73" y="276"/>
                      </a:lnTo>
                      <a:lnTo>
                        <a:pt x="73" y="274"/>
                      </a:lnTo>
                      <a:lnTo>
                        <a:pt x="73" y="276"/>
                      </a:lnTo>
                      <a:lnTo>
                        <a:pt x="75" y="276"/>
                      </a:lnTo>
                      <a:lnTo>
                        <a:pt x="73" y="276"/>
                      </a:lnTo>
                      <a:lnTo>
                        <a:pt x="75" y="276"/>
                      </a:lnTo>
                      <a:lnTo>
                        <a:pt x="75" y="278"/>
                      </a:lnTo>
                      <a:lnTo>
                        <a:pt x="77" y="278"/>
                      </a:lnTo>
                      <a:lnTo>
                        <a:pt x="75" y="278"/>
                      </a:lnTo>
                      <a:lnTo>
                        <a:pt x="77" y="278"/>
                      </a:lnTo>
                      <a:lnTo>
                        <a:pt x="75" y="278"/>
                      </a:lnTo>
                      <a:lnTo>
                        <a:pt x="75" y="279"/>
                      </a:lnTo>
                      <a:lnTo>
                        <a:pt x="77" y="279"/>
                      </a:lnTo>
                      <a:lnTo>
                        <a:pt x="79" y="279"/>
                      </a:lnTo>
                      <a:lnTo>
                        <a:pt x="79" y="281"/>
                      </a:lnTo>
                      <a:lnTo>
                        <a:pt x="81" y="281"/>
                      </a:lnTo>
                      <a:lnTo>
                        <a:pt x="81" y="283"/>
                      </a:lnTo>
                      <a:lnTo>
                        <a:pt x="82" y="283"/>
                      </a:lnTo>
                      <a:lnTo>
                        <a:pt x="81" y="283"/>
                      </a:lnTo>
                      <a:lnTo>
                        <a:pt x="81" y="281"/>
                      </a:lnTo>
                      <a:lnTo>
                        <a:pt x="81" y="279"/>
                      </a:lnTo>
                      <a:lnTo>
                        <a:pt x="81" y="278"/>
                      </a:lnTo>
                      <a:lnTo>
                        <a:pt x="81" y="279"/>
                      </a:lnTo>
                      <a:lnTo>
                        <a:pt x="81" y="278"/>
                      </a:lnTo>
                      <a:lnTo>
                        <a:pt x="79" y="278"/>
                      </a:lnTo>
                      <a:lnTo>
                        <a:pt x="77" y="278"/>
                      </a:lnTo>
                      <a:lnTo>
                        <a:pt x="77" y="276"/>
                      </a:lnTo>
                      <a:lnTo>
                        <a:pt x="79" y="276"/>
                      </a:lnTo>
                      <a:lnTo>
                        <a:pt x="77" y="276"/>
                      </a:lnTo>
                      <a:lnTo>
                        <a:pt x="77" y="274"/>
                      </a:lnTo>
                      <a:lnTo>
                        <a:pt x="75" y="272"/>
                      </a:lnTo>
                      <a:lnTo>
                        <a:pt x="77" y="272"/>
                      </a:lnTo>
                      <a:lnTo>
                        <a:pt x="77" y="274"/>
                      </a:lnTo>
                      <a:lnTo>
                        <a:pt x="77" y="272"/>
                      </a:lnTo>
                      <a:lnTo>
                        <a:pt x="77" y="274"/>
                      </a:lnTo>
                      <a:lnTo>
                        <a:pt x="79" y="272"/>
                      </a:lnTo>
                      <a:lnTo>
                        <a:pt x="77" y="272"/>
                      </a:lnTo>
                      <a:lnTo>
                        <a:pt x="77" y="270"/>
                      </a:lnTo>
                      <a:lnTo>
                        <a:pt x="77" y="272"/>
                      </a:lnTo>
                      <a:lnTo>
                        <a:pt x="77" y="270"/>
                      </a:lnTo>
                      <a:lnTo>
                        <a:pt x="77" y="268"/>
                      </a:lnTo>
                      <a:lnTo>
                        <a:pt x="77" y="270"/>
                      </a:lnTo>
                      <a:lnTo>
                        <a:pt x="77" y="268"/>
                      </a:lnTo>
                      <a:lnTo>
                        <a:pt x="77" y="270"/>
                      </a:lnTo>
                      <a:lnTo>
                        <a:pt x="79" y="270"/>
                      </a:lnTo>
                      <a:lnTo>
                        <a:pt x="79" y="272"/>
                      </a:lnTo>
                      <a:lnTo>
                        <a:pt x="81" y="272"/>
                      </a:lnTo>
                      <a:lnTo>
                        <a:pt x="81" y="270"/>
                      </a:lnTo>
                      <a:lnTo>
                        <a:pt x="81" y="268"/>
                      </a:lnTo>
                      <a:lnTo>
                        <a:pt x="79" y="268"/>
                      </a:lnTo>
                      <a:lnTo>
                        <a:pt x="79" y="267"/>
                      </a:lnTo>
                      <a:lnTo>
                        <a:pt x="81" y="265"/>
                      </a:lnTo>
                      <a:lnTo>
                        <a:pt x="81" y="263"/>
                      </a:lnTo>
                      <a:lnTo>
                        <a:pt x="81" y="261"/>
                      </a:lnTo>
                      <a:lnTo>
                        <a:pt x="82" y="261"/>
                      </a:lnTo>
                      <a:lnTo>
                        <a:pt x="82" y="259"/>
                      </a:lnTo>
                      <a:lnTo>
                        <a:pt x="82" y="258"/>
                      </a:lnTo>
                      <a:lnTo>
                        <a:pt x="82" y="259"/>
                      </a:lnTo>
                      <a:lnTo>
                        <a:pt x="82" y="261"/>
                      </a:lnTo>
                      <a:lnTo>
                        <a:pt x="84" y="261"/>
                      </a:lnTo>
                      <a:lnTo>
                        <a:pt x="82" y="261"/>
                      </a:lnTo>
                      <a:lnTo>
                        <a:pt x="84" y="261"/>
                      </a:lnTo>
                      <a:lnTo>
                        <a:pt x="86" y="261"/>
                      </a:lnTo>
                      <a:lnTo>
                        <a:pt x="84" y="261"/>
                      </a:lnTo>
                      <a:lnTo>
                        <a:pt x="84" y="263"/>
                      </a:lnTo>
                      <a:lnTo>
                        <a:pt x="86" y="263"/>
                      </a:lnTo>
                      <a:lnTo>
                        <a:pt x="84" y="265"/>
                      </a:lnTo>
                      <a:lnTo>
                        <a:pt x="84" y="267"/>
                      </a:lnTo>
                      <a:lnTo>
                        <a:pt x="84" y="268"/>
                      </a:lnTo>
                      <a:lnTo>
                        <a:pt x="82" y="268"/>
                      </a:lnTo>
                      <a:lnTo>
                        <a:pt x="84" y="268"/>
                      </a:lnTo>
                      <a:lnTo>
                        <a:pt x="84" y="270"/>
                      </a:lnTo>
                      <a:lnTo>
                        <a:pt x="84" y="272"/>
                      </a:lnTo>
                      <a:lnTo>
                        <a:pt x="86" y="272"/>
                      </a:lnTo>
                      <a:lnTo>
                        <a:pt x="86" y="274"/>
                      </a:lnTo>
                      <a:lnTo>
                        <a:pt x="84" y="274"/>
                      </a:lnTo>
                      <a:lnTo>
                        <a:pt x="84" y="272"/>
                      </a:lnTo>
                      <a:lnTo>
                        <a:pt x="84" y="274"/>
                      </a:lnTo>
                      <a:lnTo>
                        <a:pt x="84" y="272"/>
                      </a:lnTo>
                      <a:lnTo>
                        <a:pt x="82" y="272"/>
                      </a:lnTo>
                      <a:lnTo>
                        <a:pt x="82" y="274"/>
                      </a:lnTo>
                      <a:lnTo>
                        <a:pt x="82" y="276"/>
                      </a:lnTo>
                      <a:lnTo>
                        <a:pt x="82" y="278"/>
                      </a:lnTo>
                      <a:lnTo>
                        <a:pt x="84" y="278"/>
                      </a:lnTo>
                      <a:lnTo>
                        <a:pt x="84" y="279"/>
                      </a:lnTo>
                      <a:lnTo>
                        <a:pt x="82" y="279"/>
                      </a:lnTo>
                      <a:lnTo>
                        <a:pt x="84" y="279"/>
                      </a:lnTo>
                      <a:lnTo>
                        <a:pt x="86" y="279"/>
                      </a:lnTo>
                      <a:lnTo>
                        <a:pt x="86" y="281"/>
                      </a:lnTo>
                      <a:lnTo>
                        <a:pt x="86" y="283"/>
                      </a:lnTo>
                      <a:lnTo>
                        <a:pt x="86" y="285"/>
                      </a:lnTo>
                      <a:lnTo>
                        <a:pt x="88" y="285"/>
                      </a:lnTo>
                      <a:lnTo>
                        <a:pt x="90" y="285"/>
                      </a:lnTo>
                      <a:lnTo>
                        <a:pt x="88" y="285"/>
                      </a:lnTo>
                      <a:lnTo>
                        <a:pt x="88" y="287"/>
                      </a:lnTo>
                      <a:lnTo>
                        <a:pt x="88" y="289"/>
                      </a:lnTo>
                      <a:lnTo>
                        <a:pt x="90" y="289"/>
                      </a:lnTo>
                      <a:lnTo>
                        <a:pt x="90" y="290"/>
                      </a:lnTo>
                      <a:lnTo>
                        <a:pt x="90" y="289"/>
                      </a:lnTo>
                      <a:lnTo>
                        <a:pt x="90" y="290"/>
                      </a:lnTo>
                      <a:lnTo>
                        <a:pt x="90" y="289"/>
                      </a:lnTo>
                      <a:lnTo>
                        <a:pt x="90" y="290"/>
                      </a:lnTo>
                      <a:lnTo>
                        <a:pt x="90" y="289"/>
                      </a:lnTo>
                      <a:lnTo>
                        <a:pt x="90" y="290"/>
                      </a:lnTo>
                      <a:lnTo>
                        <a:pt x="92" y="290"/>
                      </a:lnTo>
                      <a:lnTo>
                        <a:pt x="90" y="290"/>
                      </a:lnTo>
                      <a:lnTo>
                        <a:pt x="92" y="290"/>
                      </a:lnTo>
                      <a:lnTo>
                        <a:pt x="90" y="290"/>
                      </a:lnTo>
                      <a:lnTo>
                        <a:pt x="90" y="292"/>
                      </a:lnTo>
                      <a:lnTo>
                        <a:pt x="88" y="292"/>
                      </a:lnTo>
                      <a:lnTo>
                        <a:pt x="88" y="294"/>
                      </a:lnTo>
                      <a:lnTo>
                        <a:pt x="86" y="294"/>
                      </a:lnTo>
                      <a:lnTo>
                        <a:pt x="86" y="296"/>
                      </a:lnTo>
                      <a:lnTo>
                        <a:pt x="84" y="296"/>
                      </a:lnTo>
                      <a:lnTo>
                        <a:pt x="82" y="296"/>
                      </a:lnTo>
                      <a:lnTo>
                        <a:pt x="81" y="296"/>
                      </a:lnTo>
                      <a:lnTo>
                        <a:pt x="79" y="296"/>
                      </a:lnTo>
                      <a:lnTo>
                        <a:pt x="79" y="298"/>
                      </a:lnTo>
                      <a:lnTo>
                        <a:pt x="77" y="298"/>
                      </a:lnTo>
                      <a:lnTo>
                        <a:pt x="75" y="298"/>
                      </a:lnTo>
                      <a:lnTo>
                        <a:pt x="75" y="300"/>
                      </a:lnTo>
                      <a:lnTo>
                        <a:pt x="75" y="301"/>
                      </a:lnTo>
                      <a:lnTo>
                        <a:pt x="73" y="301"/>
                      </a:lnTo>
                      <a:lnTo>
                        <a:pt x="73" y="303"/>
                      </a:lnTo>
                      <a:lnTo>
                        <a:pt x="73" y="305"/>
                      </a:lnTo>
                      <a:lnTo>
                        <a:pt x="73" y="307"/>
                      </a:lnTo>
                      <a:lnTo>
                        <a:pt x="72" y="307"/>
                      </a:lnTo>
                      <a:lnTo>
                        <a:pt x="73" y="307"/>
                      </a:lnTo>
                      <a:lnTo>
                        <a:pt x="72" y="307"/>
                      </a:lnTo>
                      <a:lnTo>
                        <a:pt x="72" y="309"/>
                      </a:lnTo>
                      <a:lnTo>
                        <a:pt x="70" y="309"/>
                      </a:lnTo>
                      <a:lnTo>
                        <a:pt x="68" y="309"/>
                      </a:lnTo>
                      <a:lnTo>
                        <a:pt x="66" y="309"/>
                      </a:lnTo>
                      <a:lnTo>
                        <a:pt x="64" y="309"/>
                      </a:lnTo>
                      <a:lnTo>
                        <a:pt x="62" y="309"/>
                      </a:lnTo>
                      <a:lnTo>
                        <a:pt x="62" y="311"/>
                      </a:lnTo>
                      <a:lnTo>
                        <a:pt x="61" y="309"/>
                      </a:lnTo>
                      <a:lnTo>
                        <a:pt x="62" y="309"/>
                      </a:lnTo>
                      <a:close/>
                      <a:moveTo>
                        <a:pt x="256" y="254"/>
                      </a:moveTo>
                      <a:lnTo>
                        <a:pt x="258" y="254"/>
                      </a:lnTo>
                      <a:lnTo>
                        <a:pt x="258" y="256"/>
                      </a:lnTo>
                      <a:lnTo>
                        <a:pt x="260" y="256"/>
                      </a:lnTo>
                      <a:lnTo>
                        <a:pt x="260" y="258"/>
                      </a:lnTo>
                      <a:lnTo>
                        <a:pt x="260" y="259"/>
                      </a:lnTo>
                      <a:lnTo>
                        <a:pt x="261" y="259"/>
                      </a:lnTo>
                      <a:lnTo>
                        <a:pt x="261" y="261"/>
                      </a:lnTo>
                      <a:lnTo>
                        <a:pt x="261" y="259"/>
                      </a:lnTo>
                      <a:lnTo>
                        <a:pt x="261" y="258"/>
                      </a:lnTo>
                      <a:lnTo>
                        <a:pt x="263" y="258"/>
                      </a:lnTo>
                      <a:lnTo>
                        <a:pt x="263" y="259"/>
                      </a:lnTo>
                      <a:lnTo>
                        <a:pt x="263" y="261"/>
                      </a:lnTo>
                      <a:lnTo>
                        <a:pt x="265" y="261"/>
                      </a:lnTo>
                      <a:lnTo>
                        <a:pt x="265" y="263"/>
                      </a:lnTo>
                      <a:lnTo>
                        <a:pt x="265" y="261"/>
                      </a:lnTo>
                      <a:lnTo>
                        <a:pt x="267" y="263"/>
                      </a:lnTo>
                      <a:lnTo>
                        <a:pt x="269" y="263"/>
                      </a:lnTo>
                      <a:lnTo>
                        <a:pt x="269" y="261"/>
                      </a:lnTo>
                      <a:lnTo>
                        <a:pt x="270" y="261"/>
                      </a:lnTo>
                      <a:lnTo>
                        <a:pt x="272" y="261"/>
                      </a:lnTo>
                      <a:lnTo>
                        <a:pt x="272" y="259"/>
                      </a:lnTo>
                      <a:lnTo>
                        <a:pt x="272" y="258"/>
                      </a:lnTo>
                      <a:lnTo>
                        <a:pt x="274" y="258"/>
                      </a:lnTo>
                      <a:lnTo>
                        <a:pt x="276" y="258"/>
                      </a:lnTo>
                      <a:lnTo>
                        <a:pt x="276" y="259"/>
                      </a:lnTo>
                      <a:lnTo>
                        <a:pt x="276" y="258"/>
                      </a:lnTo>
                      <a:lnTo>
                        <a:pt x="276" y="259"/>
                      </a:lnTo>
                      <a:lnTo>
                        <a:pt x="278" y="258"/>
                      </a:lnTo>
                      <a:lnTo>
                        <a:pt x="278" y="259"/>
                      </a:lnTo>
                      <a:lnTo>
                        <a:pt x="280" y="259"/>
                      </a:lnTo>
                      <a:lnTo>
                        <a:pt x="278" y="259"/>
                      </a:lnTo>
                      <a:lnTo>
                        <a:pt x="280" y="259"/>
                      </a:lnTo>
                      <a:lnTo>
                        <a:pt x="278" y="259"/>
                      </a:lnTo>
                      <a:lnTo>
                        <a:pt x="280" y="259"/>
                      </a:lnTo>
                      <a:lnTo>
                        <a:pt x="278" y="259"/>
                      </a:lnTo>
                      <a:lnTo>
                        <a:pt x="278" y="261"/>
                      </a:lnTo>
                      <a:lnTo>
                        <a:pt x="278" y="263"/>
                      </a:lnTo>
                      <a:lnTo>
                        <a:pt x="280" y="263"/>
                      </a:lnTo>
                      <a:lnTo>
                        <a:pt x="280" y="265"/>
                      </a:lnTo>
                      <a:lnTo>
                        <a:pt x="280" y="263"/>
                      </a:lnTo>
                      <a:lnTo>
                        <a:pt x="280" y="265"/>
                      </a:lnTo>
                      <a:lnTo>
                        <a:pt x="281" y="265"/>
                      </a:lnTo>
                      <a:lnTo>
                        <a:pt x="280" y="265"/>
                      </a:lnTo>
                      <a:lnTo>
                        <a:pt x="281" y="265"/>
                      </a:lnTo>
                      <a:lnTo>
                        <a:pt x="280" y="265"/>
                      </a:lnTo>
                      <a:lnTo>
                        <a:pt x="281" y="265"/>
                      </a:lnTo>
                      <a:lnTo>
                        <a:pt x="281" y="267"/>
                      </a:lnTo>
                      <a:lnTo>
                        <a:pt x="280" y="267"/>
                      </a:lnTo>
                      <a:lnTo>
                        <a:pt x="280" y="268"/>
                      </a:lnTo>
                      <a:lnTo>
                        <a:pt x="281" y="268"/>
                      </a:lnTo>
                      <a:lnTo>
                        <a:pt x="280" y="268"/>
                      </a:lnTo>
                      <a:lnTo>
                        <a:pt x="280" y="270"/>
                      </a:lnTo>
                      <a:lnTo>
                        <a:pt x="281" y="270"/>
                      </a:lnTo>
                      <a:lnTo>
                        <a:pt x="281" y="272"/>
                      </a:lnTo>
                      <a:lnTo>
                        <a:pt x="281" y="274"/>
                      </a:lnTo>
                      <a:lnTo>
                        <a:pt x="281" y="276"/>
                      </a:lnTo>
                      <a:lnTo>
                        <a:pt x="280" y="276"/>
                      </a:lnTo>
                      <a:lnTo>
                        <a:pt x="280" y="278"/>
                      </a:lnTo>
                      <a:lnTo>
                        <a:pt x="280" y="279"/>
                      </a:lnTo>
                      <a:lnTo>
                        <a:pt x="280" y="281"/>
                      </a:lnTo>
                      <a:lnTo>
                        <a:pt x="281" y="283"/>
                      </a:lnTo>
                      <a:lnTo>
                        <a:pt x="280" y="283"/>
                      </a:lnTo>
                      <a:lnTo>
                        <a:pt x="281" y="283"/>
                      </a:lnTo>
                      <a:lnTo>
                        <a:pt x="283" y="283"/>
                      </a:lnTo>
                      <a:lnTo>
                        <a:pt x="283" y="285"/>
                      </a:lnTo>
                      <a:lnTo>
                        <a:pt x="285" y="285"/>
                      </a:lnTo>
                      <a:lnTo>
                        <a:pt x="285" y="287"/>
                      </a:lnTo>
                      <a:lnTo>
                        <a:pt x="287" y="287"/>
                      </a:lnTo>
                      <a:lnTo>
                        <a:pt x="287" y="289"/>
                      </a:lnTo>
                      <a:lnTo>
                        <a:pt x="285" y="289"/>
                      </a:lnTo>
                      <a:lnTo>
                        <a:pt x="285" y="290"/>
                      </a:lnTo>
                      <a:lnTo>
                        <a:pt x="287" y="290"/>
                      </a:lnTo>
                      <a:lnTo>
                        <a:pt x="287" y="292"/>
                      </a:lnTo>
                      <a:lnTo>
                        <a:pt x="287" y="294"/>
                      </a:lnTo>
                      <a:lnTo>
                        <a:pt x="287" y="296"/>
                      </a:lnTo>
                      <a:lnTo>
                        <a:pt x="289" y="294"/>
                      </a:lnTo>
                      <a:lnTo>
                        <a:pt x="289" y="296"/>
                      </a:lnTo>
                      <a:lnTo>
                        <a:pt x="289" y="298"/>
                      </a:lnTo>
                      <a:lnTo>
                        <a:pt x="289" y="300"/>
                      </a:lnTo>
                      <a:lnTo>
                        <a:pt x="287" y="300"/>
                      </a:lnTo>
                      <a:lnTo>
                        <a:pt x="285" y="300"/>
                      </a:lnTo>
                      <a:lnTo>
                        <a:pt x="285" y="301"/>
                      </a:lnTo>
                      <a:lnTo>
                        <a:pt x="285" y="303"/>
                      </a:lnTo>
                      <a:lnTo>
                        <a:pt x="285" y="305"/>
                      </a:lnTo>
                      <a:lnTo>
                        <a:pt x="285" y="303"/>
                      </a:lnTo>
                      <a:lnTo>
                        <a:pt x="287" y="303"/>
                      </a:lnTo>
                      <a:lnTo>
                        <a:pt x="287" y="305"/>
                      </a:lnTo>
                      <a:lnTo>
                        <a:pt x="289" y="307"/>
                      </a:lnTo>
                      <a:lnTo>
                        <a:pt x="289" y="309"/>
                      </a:lnTo>
                      <a:lnTo>
                        <a:pt x="291" y="309"/>
                      </a:lnTo>
                      <a:lnTo>
                        <a:pt x="289" y="309"/>
                      </a:lnTo>
                      <a:lnTo>
                        <a:pt x="289" y="311"/>
                      </a:lnTo>
                      <a:lnTo>
                        <a:pt x="291" y="311"/>
                      </a:lnTo>
                      <a:lnTo>
                        <a:pt x="291" y="312"/>
                      </a:lnTo>
                      <a:lnTo>
                        <a:pt x="289" y="312"/>
                      </a:lnTo>
                      <a:lnTo>
                        <a:pt x="289" y="311"/>
                      </a:lnTo>
                      <a:lnTo>
                        <a:pt x="287" y="311"/>
                      </a:lnTo>
                      <a:lnTo>
                        <a:pt x="287" y="309"/>
                      </a:lnTo>
                      <a:lnTo>
                        <a:pt x="287" y="307"/>
                      </a:lnTo>
                      <a:lnTo>
                        <a:pt x="285" y="307"/>
                      </a:lnTo>
                      <a:lnTo>
                        <a:pt x="285" y="305"/>
                      </a:lnTo>
                      <a:lnTo>
                        <a:pt x="283" y="305"/>
                      </a:lnTo>
                      <a:lnTo>
                        <a:pt x="283" y="303"/>
                      </a:lnTo>
                      <a:lnTo>
                        <a:pt x="285" y="303"/>
                      </a:lnTo>
                      <a:lnTo>
                        <a:pt x="283" y="303"/>
                      </a:lnTo>
                      <a:lnTo>
                        <a:pt x="283" y="301"/>
                      </a:lnTo>
                      <a:lnTo>
                        <a:pt x="281" y="300"/>
                      </a:lnTo>
                      <a:lnTo>
                        <a:pt x="281" y="298"/>
                      </a:lnTo>
                      <a:lnTo>
                        <a:pt x="281" y="296"/>
                      </a:lnTo>
                      <a:lnTo>
                        <a:pt x="280" y="296"/>
                      </a:lnTo>
                      <a:lnTo>
                        <a:pt x="278" y="296"/>
                      </a:lnTo>
                      <a:lnTo>
                        <a:pt x="280" y="296"/>
                      </a:lnTo>
                      <a:lnTo>
                        <a:pt x="280" y="298"/>
                      </a:lnTo>
                      <a:lnTo>
                        <a:pt x="280" y="300"/>
                      </a:lnTo>
                      <a:lnTo>
                        <a:pt x="280" y="301"/>
                      </a:lnTo>
                      <a:lnTo>
                        <a:pt x="280" y="303"/>
                      </a:lnTo>
                      <a:lnTo>
                        <a:pt x="280" y="305"/>
                      </a:lnTo>
                      <a:lnTo>
                        <a:pt x="281" y="305"/>
                      </a:lnTo>
                      <a:lnTo>
                        <a:pt x="281" y="307"/>
                      </a:lnTo>
                      <a:lnTo>
                        <a:pt x="280" y="309"/>
                      </a:lnTo>
                      <a:lnTo>
                        <a:pt x="281" y="309"/>
                      </a:lnTo>
                      <a:lnTo>
                        <a:pt x="280" y="309"/>
                      </a:lnTo>
                      <a:lnTo>
                        <a:pt x="280" y="307"/>
                      </a:lnTo>
                      <a:lnTo>
                        <a:pt x="278" y="307"/>
                      </a:lnTo>
                      <a:lnTo>
                        <a:pt x="278" y="305"/>
                      </a:lnTo>
                      <a:lnTo>
                        <a:pt x="276" y="305"/>
                      </a:lnTo>
                      <a:lnTo>
                        <a:pt x="274" y="305"/>
                      </a:lnTo>
                      <a:lnTo>
                        <a:pt x="272" y="305"/>
                      </a:lnTo>
                      <a:lnTo>
                        <a:pt x="272" y="303"/>
                      </a:lnTo>
                      <a:lnTo>
                        <a:pt x="272" y="305"/>
                      </a:lnTo>
                      <a:lnTo>
                        <a:pt x="272" y="303"/>
                      </a:lnTo>
                      <a:lnTo>
                        <a:pt x="270" y="303"/>
                      </a:lnTo>
                      <a:lnTo>
                        <a:pt x="270" y="301"/>
                      </a:lnTo>
                      <a:lnTo>
                        <a:pt x="272" y="301"/>
                      </a:lnTo>
                      <a:lnTo>
                        <a:pt x="270" y="301"/>
                      </a:lnTo>
                      <a:lnTo>
                        <a:pt x="272" y="301"/>
                      </a:lnTo>
                      <a:lnTo>
                        <a:pt x="270" y="301"/>
                      </a:lnTo>
                      <a:lnTo>
                        <a:pt x="272" y="301"/>
                      </a:lnTo>
                      <a:lnTo>
                        <a:pt x="272" y="300"/>
                      </a:lnTo>
                      <a:lnTo>
                        <a:pt x="272" y="298"/>
                      </a:lnTo>
                      <a:lnTo>
                        <a:pt x="272" y="296"/>
                      </a:lnTo>
                      <a:lnTo>
                        <a:pt x="270" y="296"/>
                      </a:lnTo>
                      <a:lnTo>
                        <a:pt x="270" y="294"/>
                      </a:lnTo>
                      <a:lnTo>
                        <a:pt x="270" y="292"/>
                      </a:lnTo>
                      <a:lnTo>
                        <a:pt x="270" y="290"/>
                      </a:lnTo>
                      <a:lnTo>
                        <a:pt x="270" y="289"/>
                      </a:lnTo>
                      <a:lnTo>
                        <a:pt x="272" y="287"/>
                      </a:lnTo>
                      <a:lnTo>
                        <a:pt x="272" y="285"/>
                      </a:lnTo>
                      <a:lnTo>
                        <a:pt x="272" y="283"/>
                      </a:lnTo>
                      <a:lnTo>
                        <a:pt x="272" y="281"/>
                      </a:lnTo>
                      <a:lnTo>
                        <a:pt x="270" y="279"/>
                      </a:lnTo>
                      <a:lnTo>
                        <a:pt x="270" y="278"/>
                      </a:lnTo>
                      <a:lnTo>
                        <a:pt x="269" y="278"/>
                      </a:lnTo>
                      <a:lnTo>
                        <a:pt x="269" y="276"/>
                      </a:lnTo>
                      <a:lnTo>
                        <a:pt x="267" y="276"/>
                      </a:lnTo>
                      <a:lnTo>
                        <a:pt x="267" y="274"/>
                      </a:lnTo>
                      <a:lnTo>
                        <a:pt x="265" y="272"/>
                      </a:lnTo>
                      <a:lnTo>
                        <a:pt x="265" y="274"/>
                      </a:lnTo>
                      <a:lnTo>
                        <a:pt x="263" y="274"/>
                      </a:lnTo>
                      <a:lnTo>
                        <a:pt x="263" y="276"/>
                      </a:lnTo>
                      <a:lnTo>
                        <a:pt x="263" y="278"/>
                      </a:lnTo>
                      <a:lnTo>
                        <a:pt x="261" y="278"/>
                      </a:lnTo>
                      <a:lnTo>
                        <a:pt x="260" y="278"/>
                      </a:lnTo>
                      <a:lnTo>
                        <a:pt x="260" y="276"/>
                      </a:lnTo>
                      <a:lnTo>
                        <a:pt x="258" y="276"/>
                      </a:lnTo>
                      <a:lnTo>
                        <a:pt x="258" y="274"/>
                      </a:lnTo>
                      <a:lnTo>
                        <a:pt x="258" y="272"/>
                      </a:lnTo>
                      <a:lnTo>
                        <a:pt x="258" y="270"/>
                      </a:lnTo>
                      <a:lnTo>
                        <a:pt x="258" y="268"/>
                      </a:lnTo>
                      <a:lnTo>
                        <a:pt x="258" y="267"/>
                      </a:lnTo>
                      <a:lnTo>
                        <a:pt x="258" y="265"/>
                      </a:lnTo>
                      <a:lnTo>
                        <a:pt x="258" y="263"/>
                      </a:lnTo>
                      <a:lnTo>
                        <a:pt x="256" y="263"/>
                      </a:lnTo>
                      <a:lnTo>
                        <a:pt x="256" y="261"/>
                      </a:lnTo>
                      <a:lnTo>
                        <a:pt x="256" y="259"/>
                      </a:lnTo>
                      <a:lnTo>
                        <a:pt x="258" y="259"/>
                      </a:lnTo>
                      <a:lnTo>
                        <a:pt x="256" y="259"/>
                      </a:lnTo>
                      <a:lnTo>
                        <a:pt x="256" y="258"/>
                      </a:lnTo>
                      <a:lnTo>
                        <a:pt x="256" y="259"/>
                      </a:lnTo>
                      <a:lnTo>
                        <a:pt x="256" y="258"/>
                      </a:lnTo>
                      <a:lnTo>
                        <a:pt x="254" y="258"/>
                      </a:lnTo>
                      <a:lnTo>
                        <a:pt x="256" y="258"/>
                      </a:lnTo>
                      <a:lnTo>
                        <a:pt x="254" y="258"/>
                      </a:lnTo>
                      <a:lnTo>
                        <a:pt x="256" y="258"/>
                      </a:lnTo>
                      <a:lnTo>
                        <a:pt x="254" y="258"/>
                      </a:lnTo>
                      <a:lnTo>
                        <a:pt x="254" y="256"/>
                      </a:lnTo>
                      <a:lnTo>
                        <a:pt x="254" y="254"/>
                      </a:lnTo>
                      <a:lnTo>
                        <a:pt x="256" y="254"/>
                      </a:lnTo>
                      <a:lnTo>
                        <a:pt x="256" y="252"/>
                      </a:lnTo>
                      <a:lnTo>
                        <a:pt x="256" y="254"/>
                      </a:lnTo>
                      <a:close/>
                      <a:moveTo>
                        <a:pt x="203" y="258"/>
                      </a:moveTo>
                      <a:lnTo>
                        <a:pt x="205" y="258"/>
                      </a:lnTo>
                      <a:lnTo>
                        <a:pt x="205" y="256"/>
                      </a:lnTo>
                      <a:lnTo>
                        <a:pt x="207" y="256"/>
                      </a:lnTo>
                      <a:lnTo>
                        <a:pt x="205" y="256"/>
                      </a:lnTo>
                      <a:lnTo>
                        <a:pt x="207" y="256"/>
                      </a:lnTo>
                      <a:lnTo>
                        <a:pt x="208" y="256"/>
                      </a:lnTo>
                      <a:lnTo>
                        <a:pt x="210" y="256"/>
                      </a:lnTo>
                      <a:lnTo>
                        <a:pt x="210" y="254"/>
                      </a:lnTo>
                      <a:lnTo>
                        <a:pt x="212" y="254"/>
                      </a:lnTo>
                      <a:lnTo>
                        <a:pt x="212" y="252"/>
                      </a:lnTo>
                      <a:lnTo>
                        <a:pt x="214" y="252"/>
                      </a:lnTo>
                      <a:lnTo>
                        <a:pt x="214" y="254"/>
                      </a:lnTo>
                      <a:lnTo>
                        <a:pt x="214" y="256"/>
                      </a:lnTo>
                      <a:lnTo>
                        <a:pt x="212" y="256"/>
                      </a:lnTo>
                      <a:lnTo>
                        <a:pt x="212" y="254"/>
                      </a:lnTo>
                      <a:lnTo>
                        <a:pt x="214" y="254"/>
                      </a:lnTo>
                      <a:lnTo>
                        <a:pt x="212" y="254"/>
                      </a:lnTo>
                      <a:lnTo>
                        <a:pt x="212" y="256"/>
                      </a:lnTo>
                      <a:lnTo>
                        <a:pt x="214" y="256"/>
                      </a:lnTo>
                      <a:lnTo>
                        <a:pt x="212" y="256"/>
                      </a:lnTo>
                      <a:lnTo>
                        <a:pt x="214" y="256"/>
                      </a:lnTo>
                      <a:lnTo>
                        <a:pt x="214" y="258"/>
                      </a:lnTo>
                      <a:lnTo>
                        <a:pt x="212" y="258"/>
                      </a:lnTo>
                      <a:lnTo>
                        <a:pt x="214" y="258"/>
                      </a:lnTo>
                      <a:lnTo>
                        <a:pt x="214" y="259"/>
                      </a:lnTo>
                      <a:lnTo>
                        <a:pt x="212" y="259"/>
                      </a:lnTo>
                      <a:lnTo>
                        <a:pt x="212" y="261"/>
                      </a:lnTo>
                      <a:lnTo>
                        <a:pt x="212" y="263"/>
                      </a:lnTo>
                      <a:lnTo>
                        <a:pt x="212" y="265"/>
                      </a:lnTo>
                      <a:lnTo>
                        <a:pt x="212" y="267"/>
                      </a:lnTo>
                      <a:lnTo>
                        <a:pt x="210" y="267"/>
                      </a:lnTo>
                      <a:lnTo>
                        <a:pt x="212" y="267"/>
                      </a:lnTo>
                      <a:lnTo>
                        <a:pt x="212" y="268"/>
                      </a:lnTo>
                      <a:lnTo>
                        <a:pt x="210" y="268"/>
                      </a:lnTo>
                      <a:lnTo>
                        <a:pt x="210" y="267"/>
                      </a:lnTo>
                      <a:lnTo>
                        <a:pt x="208" y="267"/>
                      </a:lnTo>
                      <a:lnTo>
                        <a:pt x="208" y="268"/>
                      </a:lnTo>
                      <a:lnTo>
                        <a:pt x="208" y="270"/>
                      </a:lnTo>
                      <a:lnTo>
                        <a:pt x="207" y="270"/>
                      </a:lnTo>
                      <a:lnTo>
                        <a:pt x="207" y="272"/>
                      </a:lnTo>
                      <a:lnTo>
                        <a:pt x="207" y="270"/>
                      </a:lnTo>
                      <a:lnTo>
                        <a:pt x="205" y="270"/>
                      </a:lnTo>
                      <a:lnTo>
                        <a:pt x="205" y="272"/>
                      </a:lnTo>
                      <a:lnTo>
                        <a:pt x="203" y="272"/>
                      </a:lnTo>
                      <a:lnTo>
                        <a:pt x="203" y="274"/>
                      </a:lnTo>
                      <a:lnTo>
                        <a:pt x="203" y="272"/>
                      </a:lnTo>
                      <a:lnTo>
                        <a:pt x="201" y="272"/>
                      </a:lnTo>
                      <a:lnTo>
                        <a:pt x="201" y="274"/>
                      </a:lnTo>
                      <a:lnTo>
                        <a:pt x="199" y="274"/>
                      </a:lnTo>
                      <a:lnTo>
                        <a:pt x="199" y="276"/>
                      </a:lnTo>
                      <a:lnTo>
                        <a:pt x="201" y="276"/>
                      </a:lnTo>
                      <a:lnTo>
                        <a:pt x="201" y="278"/>
                      </a:lnTo>
                      <a:lnTo>
                        <a:pt x="199" y="279"/>
                      </a:lnTo>
                      <a:lnTo>
                        <a:pt x="199" y="281"/>
                      </a:lnTo>
                      <a:lnTo>
                        <a:pt x="197" y="281"/>
                      </a:lnTo>
                      <a:lnTo>
                        <a:pt x="196" y="281"/>
                      </a:lnTo>
                      <a:lnTo>
                        <a:pt x="194" y="281"/>
                      </a:lnTo>
                      <a:lnTo>
                        <a:pt x="194" y="283"/>
                      </a:lnTo>
                      <a:lnTo>
                        <a:pt x="194" y="285"/>
                      </a:lnTo>
                      <a:lnTo>
                        <a:pt x="194" y="283"/>
                      </a:lnTo>
                      <a:lnTo>
                        <a:pt x="194" y="285"/>
                      </a:lnTo>
                      <a:lnTo>
                        <a:pt x="192" y="285"/>
                      </a:lnTo>
                      <a:lnTo>
                        <a:pt x="190" y="285"/>
                      </a:lnTo>
                      <a:lnTo>
                        <a:pt x="188" y="285"/>
                      </a:lnTo>
                      <a:lnTo>
                        <a:pt x="187" y="285"/>
                      </a:lnTo>
                      <a:lnTo>
                        <a:pt x="185" y="285"/>
                      </a:lnTo>
                      <a:lnTo>
                        <a:pt x="183" y="285"/>
                      </a:lnTo>
                      <a:lnTo>
                        <a:pt x="181" y="285"/>
                      </a:lnTo>
                      <a:lnTo>
                        <a:pt x="181" y="287"/>
                      </a:lnTo>
                      <a:lnTo>
                        <a:pt x="179" y="287"/>
                      </a:lnTo>
                      <a:lnTo>
                        <a:pt x="177" y="287"/>
                      </a:lnTo>
                      <a:lnTo>
                        <a:pt x="177" y="289"/>
                      </a:lnTo>
                      <a:lnTo>
                        <a:pt x="176" y="289"/>
                      </a:lnTo>
                      <a:lnTo>
                        <a:pt x="176" y="290"/>
                      </a:lnTo>
                      <a:lnTo>
                        <a:pt x="174" y="290"/>
                      </a:lnTo>
                      <a:lnTo>
                        <a:pt x="174" y="292"/>
                      </a:lnTo>
                      <a:lnTo>
                        <a:pt x="172" y="292"/>
                      </a:lnTo>
                      <a:lnTo>
                        <a:pt x="172" y="294"/>
                      </a:lnTo>
                      <a:lnTo>
                        <a:pt x="170" y="294"/>
                      </a:lnTo>
                      <a:lnTo>
                        <a:pt x="172" y="294"/>
                      </a:lnTo>
                      <a:lnTo>
                        <a:pt x="170" y="294"/>
                      </a:lnTo>
                      <a:lnTo>
                        <a:pt x="170" y="292"/>
                      </a:lnTo>
                      <a:lnTo>
                        <a:pt x="170" y="290"/>
                      </a:lnTo>
                      <a:lnTo>
                        <a:pt x="170" y="289"/>
                      </a:lnTo>
                      <a:lnTo>
                        <a:pt x="172" y="289"/>
                      </a:lnTo>
                      <a:lnTo>
                        <a:pt x="172" y="287"/>
                      </a:lnTo>
                      <a:lnTo>
                        <a:pt x="172" y="285"/>
                      </a:lnTo>
                      <a:lnTo>
                        <a:pt x="172" y="283"/>
                      </a:lnTo>
                      <a:lnTo>
                        <a:pt x="170" y="283"/>
                      </a:lnTo>
                      <a:lnTo>
                        <a:pt x="170" y="281"/>
                      </a:lnTo>
                      <a:lnTo>
                        <a:pt x="170" y="279"/>
                      </a:lnTo>
                      <a:lnTo>
                        <a:pt x="172" y="278"/>
                      </a:lnTo>
                      <a:lnTo>
                        <a:pt x="172" y="276"/>
                      </a:lnTo>
                      <a:lnTo>
                        <a:pt x="172" y="274"/>
                      </a:lnTo>
                      <a:lnTo>
                        <a:pt x="174" y="274"/>
                      </a:lnTo>
                      <a:lnTo>
                        <a:pt x="174" y="272"/>
                      </a:lnTo>
                      <a:lnTo>
                        <a:pt x="174" y="270"/>
                      </a:lnTo>
                      <a:lnTo>
                        <a:pt x="174" y="268"/>
                      </a:lnTo>
                      <a:lnTo>
                        <a:pt x="174" y="267"/>
                      </a:lnTo>
                      <a:lnTo>
                        <a:pt x="174" y="265"/>
                      </a:lnTo>
                      <a:lnTo>
                        <a:pt x="174" y="263"/>
                      </a:lnTo>
                      <a:lnTo>
                        <a:pt x="174" y="261"/>
                      </a:lnTo>
                      <a:lnTo>
                        <a:pt x="174" y="259"/>
                      </a:lnTo>
                      <a:lnTo>
                        <a:pt x="174" y="258"/>
                      </a:lnTo>
                      <a:lnTo>
                        <a:pt x="174" y="256"/>
                      </a:lnTo>
                      <a:lnTo>
                        <a:pt x="176" y="256"/>
                      </a:lnTo>
                      <a:lnTo>
                        <a:pt x="176" y="254"/>
                      </a:lnTo>
                      <a:lnTo>
                        <a:pt x="176" y="252"/>
                      </a:lnTo>
                      <a:lnTo>
                        <a:pt x="176" y="250"/>
                      </a:lnTo>
                      <a:lnTo>
                        <a:pt x="176" y="248"/>
                      </a:lnTo>
                      <a:lnTo>
                        <a:pt x="176" y="247"/>
                      </a:lnTo>
                      <a:lnTo>
                        <a:pt x="174" y="247"/>
                      </a:lnTo>
                      <a:lnTo>
                        <a:pt x="172" y="247"/>
                      </a:lnTo>
                      <a:lnTo>
                        <a:pt x="170" y="247"/>
                      </a:lnTo>
                      <a:lnTo>
                        <a:pt x="170" y="245"/>
                      </a:lnTo>
                      <a:lnTo>
                        <a:pt x="170" y="247"/>
                      </a:lnTo>
                      <a:lnTo>
                        <a:pt x="168" y="247"/>
                      </a:lnTo>
                      <a:lnTo>
                        <a:pt x="166" y="247"/>
                      </a:lnTo>
                      <a:lnTo>
                        <a:pt x="166" y="245"/>
                      </a:lnTo>
                      <a:lnTo>
                        <a:pt x="168" y="245"/>
                      </a:lnTo>
                      <a:lnTo>
                        <a:pt x="168" y="243"/>
                      </a:lnTo>
                      <a:lnTo>
                        <a:pt x="168" y="241"/>
                      </a:lnTo>
                      <a:lnTo>
                        <a:pt x="170" y="241"/>
                      </a:lnTo>
                      <a:lnTo>
                        <a:pt x="170" y="239"/>
                      </a:lnTo>
                      <a:lnTo>
                        <a:pt x="172" y="239"/>
                      </a:lnTo>
                      <a:lnTo>
                        <a:pt x="172" y="241"/>
                      </a:lnTo>
                      <a:lnTo>
                        <a:pt x="174" y="241"/>
                      </a:lnTo>
                      <a:lnTo>
                        <a:pt x="174" y="243"/>
                      </a:lnTo>
                      <a:lnTo>
                        <a:pt x="176" y="243"/>
                      </a:lnTo>
                      <a:lnTo>
                        <a:pt x="177" y="243"/>
                      </a:lnTo>
                      <a:lnTo>
                        <a:pt x="179" y="243"/>
                      </a:lnTo>
                      <a:lnTo>
                        <a:pt x="179" y="245"/>
                      </a:lnTo>
                      <a:lnTo>
                        <a:pt x="181" y="245"/>
                      </a:lnTo>
                      <a:lnTo>
                        <a:pt x="183" y="245"/>
                      </a:lnTo>
                      <a:lnTo>
                        <a:pt x="183" y="247"/>
                      </a:lnTo>
                      <a:lnTo>
                        <a:pt x="185" y="247"/>
                      </a:lnTo>
                      <a:lnTo>
                        <a:pt x="187" y="247"/>
                      </a:lnTo>
                      <a:lnTo>
                        <a:pt x="187" y="248"/>
                      </a:lnTo>
                      <a:lnTo>
                        <a:pt x="187" y="247"/>
                      </a:lnTo>
                      <a:lnTo>
                        <a:pt x="187" y="248"/>
                      </a:lnTo>
                      <a:lnTo>
                        <a:pt x="188" y="250"/>
                      </a:lnTo>
                      <a:lnTo>
                        <a:pt x="190" y="252"/>
                      </a:lnTo>
                      <a:lnTo>
                        <a:pt x="188" y="252"/>
                      </a:lnTo>
                      <a:lnTo>
                        <a:pt x="188" y="250"/>
                      </a:lnTo>
                      <a:lnTo>
                        <a:pt x="187" y="250"/>
                      </a:lnTo>
                      <a:lnTo>
                        <a:pt x="187" y="252"/>
                      </a:lnTo>
                      <a:lnTo>
                        <a:pt x="187" y="250"/>
                      </a:lnTo>
                      <a:lnTo>
                        <a:pt x="187" y="252"/>
                      </a:lnTo>
                      <a:lnTo>
                        <a:pt x="188" y="252"/>
                      </a:lnTo>
                      <a:lnTo>
                        <a:pt x="187" y="252"/>
                      </a:lnTo>
                      <a:lnTo>
                        <a:pt x="188" y="252"/>
                      </a:lnTo>
                      <a:lnTo>
                        <a:pt x="187" y="252"/>
                      </a:lnTo>
                      <a:lnTo>
                        <a:pt x="188" y="252"/>
                      </a:lnTo>
                      <a:lnTo>
                        <a:pt x="190" y="252"/>
                      </a:lnTo>
                      <a:lnTo>
                        <a:pt x="190" y="254"/>
                      </a:lnTo>
                      <a:lnTo>
                        <a:pt x="190" y="252"/>
                      </a:lnTo>
                      <a:lnTo>
                        <a:pt x="188" y="252"/>
                      </a:lnTo>
                      <a:lnTo>
                        <a:pt x="188" y="254"/>
                      </a:lnTo>
                      <a:lnTo>
                        <a:pt x="190" y="254"/>
                      </a:lnTo>
                      <a:lnTo>
                        <a:pt x="190" y="252"/>
                      </a:lnTo>
                      <a:lnTo>
                        <a:pt x="192" y="252"/>
                      </a:lnTo>
                      <a:lnTo>
                        <a:pt x="190" y="252"/>
                      </a:lnTo>
                      <a:lnTo>
                        <a:pt x="190" y="254"/>
                      </a:lnTo>
                      <a:lnTo>
                        <a:pt x="190" y="252"/>
                      </a:lnTo>
                      <a:lnTo>
                        <a:pt x="192" y="252"/>
                      </a:lnTo>
                      <a:lnTo>
                        <a:pt x="194" y="252"/>
                      </a:lnTo>
                      <a:lnTo>
                        <a:pt x="194" y="254"/>
                      </a:lnTo>
                      <a:lnTo>
                        <a:pt x="192" y="254"/>
                      </a:lnTo>
                      <a:lnTo>
                        <a:pt x="194" y="254"/>
                      </a:lnTo>
                      <a:lnTo>
                        <a:pt x="192" y="252"/>
                      </a:lnTo>
                      <a:lnTo>
                        <a:pt x="192" y="254"/>
                      </a:lnTo>
                      <a:lnTo>
                        <a:pt x="192" y="252"/>
                      </a:lnTo>
                      <a:lnTo>
                        <a:pt x="192" y="254"/>
                      </a:lnTo>
                      <a:lnTo>
                        <a:pt x="192" y="252"/>
                      </a:lnTo>
                      <a:lnTo>
                        <a:pt x="192" y="254"/>
                      </a:lnTo>
                      <a:lnTo>
                        <a:pt x="192" y="252"/>
                      </a:lnTo>
                      <a:lnTo>
                        <a:pt x="192" y="254"/>
                      </a:lnTo>
                      <a:lnTo>
                        <a:pt x="194" y="254"/>
                      </a:lnTo>
                      <a:lnTo>
                        <a:pt x="192" y="254"/>
                      </a:lnTo>
                      <a:lnTo>
                        <a:pt x="194" y="254"/>
                      </a:lnTo>
                      <a:lnTo>
                        <a:pt x="192" y="254"/>
                      </a:lnTo>
                      <a:lnTo>
                        <a:pt x="192" y="256"/>
                      </a:lnTo>
                      <a:lnTo>
                        <a:pt x="194" y="256"/>
                      </a:lnTo>
                      <a:lnTo>
                        <a:pt x="194" y="254"/>
                      </a:lnTo>
                      <a:lnTo>
                        <a:pt x="196" y="254"/>
                      </a:lnTo>
                      <a:lnTo>
                        <a:pt x="196" y="252"/>
                      </a:lnTo>
                      <a:lnTo>
                        <a:pt x="196" y="254"/>
                      </a:lnTo>
                      <a:lnTo>
                        <a:pt x="197" y="254"/>
                      </a:lnTo>
                      <a:lnTo>
                        <a:pt x="196" y="254"/>
                      </a:lnTo>
                      <a:lnTo>
                        <a:pt x="197" y="254"/>
                      </a:lnTo>
                      <a:lnTo>
                        <a:pt x="197" y="252"/>
                      </a:lnTo>
                      <a:lnTo>
                        <a:pt x="199" y="252"/>
                      </a:lnTo>
                      <a:lnTo>
                        <a:pt x="197" y="252"/>
                      </a:lnTo>
                      <a:lnTo>
                        <a:pt x="199" y="252"/>
                      </a:lnTo>
                      <a:lnTo>
                        <a:pt x="201" y="252"/>
                      </a:lnTo>
                      <a:lnTo>
                        <a:pt x="203" y="252"/>
                      </a:lnTo>
                      <a:lnTo>
                        <a:pt x="201" y="252"/>
                      </a:lnTo>
                      <a:lnTo>
                        <a:pt x="203" y="252"/>
                      </a:lnTo>
                      <a:lnTo>
                        <a:pt x="201" y="252"/>
                      </a:lnTo>
                      <a:lnTo>
                        <a:pt x="203" y="252"/>
                      </a:lnTo>
                      <a:lnTo>
                        <a:pt x="203" y="254"/>
                      </a:lnTo>
                      <a:lnTo>
                        <a:pt x="203" y="252"/>
                      </a:lnTo>
                      <a:lnTo>
                        <a:pt x="203" y="254"/>
                      </a:lnTo>
                      <a:lnTo>
                        <a:pt x="205" y="254"/>
                      </a:lnTo>
                      <a:lnTo>
                        <a:pt x="207" y="254"/>
                      </a:lnTo>
                      <a:lnTo>
                        <a:pt x="205" y="254"/>
                      </a:lnTo>
                      <a:lnTo>
                        <a:pt x="205" y="256"/>
                      </a:lnTo>
                      <a:lnTo>
                        <a:pt x="205" y="254"/>
                      </a:lnTo>
                      <a:lnTo>
                        <a:pt x="205" y="256"/>
                      </a:lnTo>
                      <a:lnTo>
                        <a:pt x="205" y="254"/>
                      </a:lnTo>
                      <a:lnTo>
                        <a:pt x="205" y="256"/>
                      </a:lnTo>
                      <a:lnTo>
                        <a:pt x="203" y="256"/>
                      </a:lnTo>
                      <a:lnTo>
                        <a:pt x="203" y="258"/>
                      </a:lnTo>
                      <a:close/>
                      <a:moveTo>
                        <a:pt x="285" y="215"/>
                      </a:moveTo>
                      <a:lnTo>
                        <a:pt x="285" y="217"/>
                      </a:lnTo>
                      <a:lnTo>
                        <a:pt x="287" y="217"/>
                      </a:lnTo>
                      <a:lnTo>
                        <a:pt x="287" y="219"/>
                      </a:lnTo>
                      <a:lnTo>
                        <a:pt x="289" y="219"/>
                      </a:lnTo>
                      <a:lnTo>
                        <a:pt x="289" y="221"/>
                      </a:lnTo>
                      <a:lnTo>
                        <a:pt x="291" y="221"/>
                      </a:lnTo>
                      <a:lnTo>
                        <a:pt x="291" y="223"/>
                      </a:lnTo>
                      <a:lnTo>
                        <a:pt x="292" y="223"/>
                      </a:lnTo>
                      <a:lnTo>
                        <a:pt x="291" y="223"/>
                      </a:lnTo>
                      <a:lnTo>
                        <a:pt x="291" y="225"/>
                      </a:lnTo>
                      <a:lnTo>
                        <a:pt x="291" y="226"/>
                      </a:lnTo>
                      <a:lnTo>
                        <a:pt x="291" y="225"/>
                      </a:lnTo>
                      <a:lnTo>
                        <a:pt x="291" y="226"/>
                      </a:lnTo>
                      <a:lnTo>
                        <a:pt x="292" y="226"/>
                      </a:lnTo>
                      <a:lnTo>
                        <a:pt x="292" y="228"/>
                      </a:lnTo>
                      <a:lnTo>
                        <a:pt x="292" y="226"/>
                      </a:lnTo>
                      <a:lnTo>
                        <a:pt x="291" y="226"/>
                      </a:lnTo>
                      <a:lnTo>
                        <a:pt x="291" y="228"/>
                      </a:lnTo>
                      <a:lnTo>
                        <a:pt x="292" y="228"/>
                      </a:lnTo>
                      <a:lnTo>
                        <a:pt x="292" y="226"/>
                      </a:lnTo>
                      <a:lnTo>
                        <a:pt x="294" y="226"/>
                      </a:lnTo>
                      <a:lnTo>
                        <a:pt x="292" y="226"/>
                      </a:lnTo>
                      <a:lnTo>
                        <a:pt x="292" y="228"/>
                      </a:lnTo>
                      <a:lnTo>
                        <a:pt x="294" y="228"/>
                      </a:lnTo>
                      <a:lnTo>
                        <a:pt x="294" y="226"/>
                      </a:lnTo>
                      <a:lnTo>
                        <a:pt x="294" y="228"/>
                      </a:lnTo>
                      <a:lnTo>
                        <a:pt x="294" y="226"/>
                      </a:lnTo>
                      <a:lnTo>
                        <a:pt x="294" y="228"/>
                      </a:lnTo>
                      <a:lnTo>
                        <a:pt x="294" y="226"/>
                      </a:lnTo>
                      <a:lnTo>
                        <a:pt x="296" y="228"/>
                      </a:lnTo>
                      <a:lnTo>
                        <a:pt x="298" y="230"/>
                      </a:lnTo>
                      <a:lnTo>
                        <a:pt x="296" y="230"/>
                      </a:lnTo>
                      <a:lnTo>
                        <a:pt x="298" y="230"/>
                      </a:lnTo>
                      <a:lnTo>
                        <a:pt x="298" y="232"/>
                      </a:lnTo>
                      <a:lnTo>
                        <a:pt x="298" y="230"/>
                      </a:lnTo>
                      <a:lnTo>
                        <a:pt x="298" y="232"/>
                      </a:lnTo>
                      <a:lnTo>
                        <a:pt x="298" y="230"/>
                      </a:lnTo>
                      <a:lnTo>
                        <a:pt x="296" y="230"/>
                      </a:lnTo>
                      <a:lnTo>
                        <a:pt x="296" y="232"/>
                      </a:lnTo>
                      <a:lnTo>
                        <a:pt x="294" y="232"/>
                      </a:lnTo>
                      <a:lnTo>
                        <a:pt x="296" y="232"/>
                      </a:lnTo>
                      <a:lnTo>
                        <a:pt x="296" y="234"/>
                      </a:lnTo>
                      <a:lnTo>
                        <a:pt x="298" y="234"/>
                      </a:lnTo>
                      <a:lnTo>
                        <a:pt x="296" y="234"/>
                      </a:lnTo>
                      <a:lnTo>
                        <a:pt x="298" y="234"/>
                      </a:lnTo>
                      <a:lnTo>
                        <a:pt x="296" y="234"/>
                      </a:lnTo>
                      <a:lnTo>
                        <a:pt x="298" y="234"/>
                      </a:lnTo>
                      <a:lnTo>
                        <a:pt x="298" y="236"/>
                      </a:lnTo>
                      <a:lnTo>
                        <a:pt x="296" y="236"/>
                      </a:lnTo>
                      <a:lnTo>
                        <a:pt x="296" y="237"/>
                      </a:lnTo>
                      <a:lnTo>
                        <a:pt x="296" y="236"/>
                      </a:lnTo>
                      <a:lnTo>
                        <a:pt x="298" y="236"/>
                      </a:lnTo>
                      <a:lnTo>
                        <a:pt x="296" y="237"/>
                      </a:lnTo>
                      <a:lnTo>
                        <a:pt x="294" y="237"/>
                      </a:lnTo>
                      <a:lnTo>
                        <a:pt x="296" y="237"/>
                      </a:lnTo>
                      <a:lnTo>
                        <a:pt x="296" y="239"/>
                      </a:lnTo>
                      <a:lnTo>
                        <a:pt x="294" y="239"/>
                      </a:lnTo>
                      <a:lnTo>
                        <a:pt x="296" y="239"/>
                      </a:lnTo>
                      <a:lnTo>
                        <a:pt x="294" y="239"/>
                      </a:lnTo>
                      <a:lnTo>
                        <a:pt x="296" y="239"/>
                      </a:lnTo>
                      <a:lnTo>
                        <a:pt x="294" y="239"/>
                      </a:lnTo>
                      <a:lnTo>
                        <a:pt x="294" y="241"/>
                      </a:lnTo>
                      <a:lnTo>
                        <a:pt x="296" y="241"/>
                      </a:lnTo>
                      <a:lnTo>
                        <a:pt x="296" y="243"/>
                      </a:lnTo>
                      <a:lnTo>
                        <a:pt x="296" y="245"/>
                      </a:lnTo>
                      <a:lnTo>
                        <a:pt x="296" y="243"/>
                      </a:lnTo>
                      <a:lnTo>
                        <a:pt x="296" y="245"/>
                      </a:lnTo>
                      <a:lnTo>
                        <a:pt x="296" y="247"/>
                      </a:lnTo>
                      <a:lnTo>
                        <a:pt x="294" y="245"/>
                      </a:lnTo>
                      <a:lnTo>
                        <a:pt x="294" y="247"/>
                      </a:lnTo>
                      <a:lnTo>
                        <a:pt x="296" y="247"/>
                      </a:lnTo>
                      <a:lnTo>
                        <a:pt x="294" y="247"/>
                      </a:lnTo>
                      <a:lnTo>
                        <a:pt x="296" y="247"/>
                      </a:lnTo>
                      <a:lnTo>
                        <a:pt x="296" y="248"/>
                      </a:lnTo>
                      <a:lnTo>
                        <a:pt x="298" y="248"/>
                      </a:lnTo>
                      <a:lnTo>
                        <a:pt x="296" y="248"/>
                      </a:lnTo>
                      <a:lnTo>
                        <a:pt x="298" y="248"/>
                      </a:lnTo>
                      <a:lnTo>
                        <a:pt x="298" y="250"/>
                      </a:lnTo>
                      <a:lnTo>
                        <a:pt x="296" y="250"/>
                      </a:lnTo>
                      <a:lnTo>
                        <a:pt x="296" y="248"/>
                      </a:lnTo>
                      <a:lnTo>
                        <a:pt x="296" y="250"/>
                      </a:lnTo>
                      <a:lnTo>
                        <a:pt x="296" y="252"/>
                      </a:lnTo>
                      <a:lnTo>
                        <a:pt x="296" y="254"/>
                      </a:lnTo>
                      <a:lnTo>
                        <a:pt x="296" y="256"/>
                      </a:lnTo>
                      <a:lnTo>
                        <a:pt x="296" y="254"/>
                      </a:lnTo>
                      <a:lnTo>
                        <a:pt x="298" y="254"/>
                      </a:lnTo>
                      <a:lnTo>
                        <a:pt x="298" y="256"/>
                      </a:lnTo>
                      <a:lnTo>
                        <a:pt x="298" y="258"/>
                      </a:lnTo>
                      <a:lnTo>
                        <a:pt x="300" y="258"/>
                      </a:lnTo>
                      <a:lnTo>
                        <a:pt x="300" y="259"/>
                      </a:lnTo>
                      <a:lnTo>
                        <a:pt x="300" y="258"/>
                      </a:lnTo>
                      <a:lnTo>
                        <a:pt x="300" y="259"/>
                      </a:lnTo>
                      <a:lnTo>
                        <a:pt x="301" y="259"/>
                      </a:lnTo>
                      <a:lnTo>
                        <a:pt x="301" y="261"/>
                      </a:lnTo>
                      <a:lnTo>
                        <a:pt x="301" y="263"/>
                      </a:lnTo>
                      <a:lnTo>
                        <a:pt x="300" y="263"/>
                      </a:lnTo>
                      <a:lnTo>
                        <a:pt x="300" y="265"/>
                      </a:lnTo>
                      <a:lnTo>
                        <a:pt x="300" y="267"/>
                      </a:lnTo>
                      <a:lnTo>
                        <a:pt x="301" y="267"/>
                      </a:lnTo>
                      <a:lnTo>
                        <a:pt x="301" y="265"/>
                      </a:lnTo>
                      <a:lnTo>
                        <a:pt x="301" y="267"/>
                      </a:lnTo>
                      <a:lnTo>
                        <a:pt x="301" y="265"/>
                      </a:lnTo>
                      <a:lnTo>
                        <a:pt x="303" y="265"/>
                      </a:lnTo>
                      <a:lnTo>
                        <a:pt x="303" y="267"/>
                      </a:lnTo>
                      <a:lnTo>
                        <a:pt x="305" y="267"/>
                      </a:lnTo>
                      <a:lnTo>
                        <a:pt x="303" y="267"/>
                      </a:lnTo>
                      <a:lnTo>
                        <a:pt x="305" y="268"/>
                      </a:lnTo>
                      <a:lnTo>
                        <a:pt x="305" y="270"/>
                      </a:lnTo>
                      <a:lnTo>
                        <a:pt x="307" y="270"/>
                      </a:lnTo>
                      <a:lnTo>
                        <a:pt x="307" y="272"/>
                      </a:lnTo>
                      <a:lnTo>
                        <a:pt x="305" y="272"/>
                      </a:lnTo>
                      <a:lnTo>
                        <a:pt x="305" y="270"/>
                      </a:lnTo>
                      <a:lnTo>
                        <a:pt x="303" y="270"/>
                      </a:lnTo>
                      <a:lnTo>
                        <a:pt x="305" y="270"/>
                      </a:lnTo>
                      <a:lnTo>
                        <a:pt x="305" y="268"/>
                      </a:lnTo>
                      <a:lnTo>
                        <a:pt x="303" y="268"/>
                      </a:lnTo>
                      <a:lnTo>
                        <a:pt x="301" y="268"/>
                      </a:lnTo>
                      <a:lnTo>
                        <a:pt x="300" y="268"/>
                      </a:lnTo>
                      <a:lnTo>
                        <a:pt x="301" y="270"/>
                      </a:lnTo>
                      <a:lnTo>
                        <a:pt x="300" y="270"/>
                      </a:lnTo>
                      <a:lnTo>
                        <a:pt x="300" y="268"/>
                      </a:lnTo>
                      <a:lnTo>
                        <a:pt x="298" y="268"/>
                      </a:lnTo>
                      <a:lnTo>
                        <a:pt x="300" y="268"/>
                      </a:lnTo>
                      <a:lnTo>
                        <a:pt x="298" y="268"/>
                      </a:lnTo>
                      <a:lnTo>
                        <a:pt x="298" y="270"/>
                      </a:lnTo>
                      <a:lnTo>
                        <a:pt x="296" y="270"/>
                      </a:lnTo>
                      <a:lnTo>
                        <a:pt x="298" y="270"/>
                      </a:lnTo>
                      <a:lnTo>
                        <a:pt x="298" y="268"/>
                      </a:lnTo>
                      <a:lnTo>
                        <a:pt x="296" y="268"/>
                      </a:lnTo>
                      <a:lnTo>
                        <a:pt x="296" y="270"/>
                      </a:lnTo>
                      <a:lnTo>
                        <a:pt x="296" y="268"/>
                      </a:lnTo>
                      <a:lnTo>
                        <a:pt x="296" y="270"/>
                      </a:lnTo>
                      <a:lnTo>
                        <a:pt x="294" y="270"/>
                      </a:lnTo>
                      <a:lnTo>
                        <a:pt x="294" y="268"/>
                      </a:lnTo>
                      <a:lnTo>
                        <a:pt x="292" y="270"/>
                      </a:lnTo>
                      <a:lnTo>
                        <a:pt x="292" y="268"/>
                      </a:lnTo>
                      <a:lnTo>
                        <a:pt x="291" y="268"/>
                      </a:lnTo>
                      <a:lnTo>
                        <a:pt x="289" y="268"/>
                      </a:lnTo>
                      <a:lnTo>
                        <a:pt x="289" y="270"/>
                      </a:lnTo>
                      <a:lnTo>
                        <a:pt x="287" y="270"/>
                      </a:lnTo>
                      <a:lnTo>
                        <a:pt x="287" y="268"/>
                      </a:lnTo>
                      <a:lnTo>
                        <a:pt x="287" y="267"/>
                      </a:lnTo>
                      <a:lnTo>
                        <a:pt x="287" y="265"/>
                      </a:lnTo>
                      <a:lnTo>
                        <a:pt x="285" y="265"/>
                      </a:lnTo>
                      <a:lnTo>
                        <a:pt x="287" y="265"/>
                      </a:lnTo>
                      <a:lnTo>
                        <a:pt x="285" y="265"/>
                      </a:lnTo>
                      <a:lnTo>
                        <a:pt x="287" y="265"/>
                      </a:lnTo>
                      <a:lnTo>
                        <a:pt x="285" y="265"/>
                      </a:lnTo>
                      <a:lnTo>
                        <a:pt x="287" y="265"/>
                      </a:lnTo>
                      <a:lnTo>
                        <a:pt x="285" y="265"/>
                      </a:lnTo>
                      <a:lnTo>
                        <a:pt x="285" y="263"/>
                      </a:lnTo>
                      <a:lnTo>
                        <a:pt x="283" y="263"/>
                      </a:lnTo>
                      <a:lnTo>
                        <a:pt x="285" y="263"/>
                      </a:lnTo>
                      <a:lnTo>
                        <a:pt x="283" y="263"/>
                      </a:lnTo>
                      <a:lnTo>
                        <a:pt x="281" y="263"/>
                      </a:lnTo>
                      <a:lnTo>
                        <a:pt x="280" y="263"/>
                      </a:lnTo>
                      <a:lnTo>
                        <a:pt x="280" y="261"/>
                      </a:lnTo>
                      <a:lnTo>
                        <a:pt x="280" y="259"/>
                      </a:lnTo>
                      <a:lnTo>
                        <a:pt x="280" y="258"/>
                      </a:lnTo>
                      <a:lnTo>
                        <a:pt x="278" y="258"/>
                      </a:lnTo>
                      <a:lnTo>
                        <a:pt x="276" y="256"/>
                      </a:lnTo>
                      <a:lnTo>
                        <a:pt x="274" y="256"/>
                      </a:lnTo>
                      <a:lnTo>
                        <a:pt x="274" y="254"/>
                      </a:lnTo>
                      <a:lnTo>
                        <a:pt x="274" y="256"/>
                      </a:lnTo>
                      <a:lnTo>
                        <a:pt x="274" y="254"/>
                      </a:lnTo>
                      <a:lnTo>
                        <a:pt x="276" y="254"/>
                      </a:lnTo>
                      <a:lnTo>
                        <a:pt x="276" y="252"/>
                      </a:lnTo>
                      <a:lnTo>
                        <a:pt x="278" y="252"/>
                      </a:lnTo>
                      <a:lnTo>
                        <a:pt x="280" y="250"/>
                      </a:lnTo>
                      <a:lnTo>
                        <a:pt x="280" y="252"/>
                      </a:lnTo>
                      <a:lnTo>
                        <a:pt x="280" y="250"/>
                      </a:lnTo>
                      <a:lnTo>
                        <a:pt x="280" y="248"/>
                      </a:lnTo>
                      <a:lnTo>
                        <a:pt x="281" y="248"/>
                      </a:lnTo>
                      <a:lnTo>
                        <a:pt x="281" y="247"/>
                      </a:lnTo>
                      <a:lnTo>
                        <a:pt x="280" y="248"/>
                      </a:lnTo>
                      <a:lnTo>
                        <a:pt x="280" y="247"/>
                      </a:lnTo>
                      <a:lnTo>
                        <a:pt x="281" y="247"/>
                      </a:lnTo>
                      <a:lnTo>
                        <a:pt x="281" y="248"/>
                      </a:lnTo>
                      <a:lnTo>
                        <a:pt x="281" y="247"/>
                      </a:lnTo>
                      <a:lnTo>
                        <a:pt x="280" y="247"/>
                      </a:lnTo>
                      <a:lnTo>
                        <a:pt x="280" y="245"/>
                      </a:lnTo>
                      <a:lnTo>
                        <a:pt x="278" y="245"/>
                      </a:lnTo>
                      <a:lnTo>
                        <a:pt x="278" y="247"/>
                      </a:lnTo>
                      <a:lnTo>
                        <a:pt x="278" y="245"/>
                      </a:lnTo>
                      <a:lnTo>
                        <a:pt x="278" y="247"/>
                      </a:lnTo>
                      <a:lnTo>
                        <a:pt x="276" y="247"/>
                      </a:lnTo>
                      <a:lnTo>
                        <a:pt x="276" y="245"/>
                      </a:lnTo>
                      <a:lnTo>
                        <a:pt x="274" y="245"/>
                      </a:lnTo>
                      <a:lnTo>
                        <a:pt x="274" y="243"/>
                      </a:lnTo>
                      <a:lnTo>
                        <a:pt x="272" y="243"/>
                      </a:lnTo>
                      <a:lnTo>
                        <a:pt x="272" y="241"/>
                      </a:lnTo>
                      <a:lnTo>
                        <a:pt x="272" y="243"/>
                      </a:lnTo>
                      <a:lnTo>
                        <a:pt x="272" y="241"/>
                      </a:lnTo>
                      <a:lnTo>
                        <a:pt x="274" y="241"/>
                      </a:lnTo>
                      <a:lnTo>
                        <a:pt x="272" y="241"/>
                      </a:lnTo>
                      <a:lnTo>
                        <a:pt x="270" y="241"/>
                      </a:lnTo>
                      <a:lnTo>
                        <a:pt x="272" y="241"/>
                      </a:lnTo>
                      <a:lnTo>
                        <a:pt x="270" y="241"/>
                      </a:lnTo>
                      <a:lnTo>
                        <a:pt x="270" y="239"/>
                      </a:lnTo>
                      <a:lnTo>
                        <a:pt x="272" y="239"/>
                      </a:lnTo>
                      <a:lnTo>
                        <a:pt x="270" y="239"/>
                      </a:lnTo>
                      <a:lnTo>
                        <a:pt x="269" y="239"/>
                      </a:lnTo>
                      <a:lnTo>
                        <a:pt x="270" y="239"/>
                      </a:lnTo>
                      <a:lnTo>
                        <a:pt x="270" y="237"/>
                      </a:lnTo>
                      <a:lnTo>
                        <a:pt x="269" y="237"/>
                      </a:lnTo>
                      <a:lnTo>
                        <a:pt x="270" y="237"/>
                      </a:lnTo>
                      <a:lnTo>
                        <a:pt x="269" y="237"/>
                      </a:lnTo>
                      <a:lnTo>
                        <a:pt x="267" y="236"/>
                      </a:lnTo>
                      <a:lnTo>
                        <a:pt x="265" y="236"/>
                      </a:lnTo>
                      <a:lnTo>
                        <a:pt x="263" y="236"/>
                      </a:lnTo>
                      <a:lnTo>
                        <a:pt x="263" y="234"/>
                      </a:lnTo>
                      <a:lnTo>
                        <a:pt x="261" y="234"/>
                      </a:lnTo>
                      <a:lnTo>
                        <a:pt x="263" y="234"/>
                      </a:lnTo>
                      <a:lnTo>
                        <a:pt x="261" y="234"/>
                      </a:lnTo>
                      <a:lnTo>
                        <a:pt x="261" y="232"/>
                      </a:lnTo>
                      <a:lnTo>
                        <a:pt x="260" y="232"/>
                      </a:lnTo>
                      <a:lnTo>
                        <a:pt x="260" y="230"/>
                      </a:lnTo>
                      <a:lnTo>
                        <a:pt x="258" y="230"/>
                      </a:lnTo>
                      <a:lnTo>
                        <a:pt x="258" y="228"/>
                      </a:lnTo>
                      <a:lnTo>
                        <a:pt x="256" y="226"/>
                      </a:lnTo>
                      <a:lnTo>
                        <a:pt x="256" y="225"/>
                      </a:lnTo>
                      <a:lnTo>
                        <a:pt x="256" y="223"/>
                      </a:lnTo>
                      <a:lnTo>
                        <a:pt x="256" y="225"/>
                      </a:lnTo>
                      <a:lnTo>
                        <a:pt x="256" y="223"/>
                      </a:lnTo>
                      <a:lnTo>
                        <a:pt x="256" y="221"/>
                      </a:lnTo>
                      <a:lnTo>
                        <a:pt x="254" y="221"/>
                      </a:lnTo>
                      <a:lnTo>
                        <a:pt x="254" y="219"/>
                      </a:lnTo>
                      <a:lnTo>
                        <a:pt x="254" y="217"/>
                      </a:lnTo>
                      <a:lnTo>
                        <a:pt x="254" y="215"/>
                      </a:lnTo>
                      <a:lnTo>
                        <a:pt x="254" y="217"/>
                      </a:lnTo>
                      <a:lnTo>
                        <a:pt x="254" y="215"/>
                      </a:lnTo>
                      <a:lnTo>
                        <a:pt x="254" y="217"/>
                      </a:lnTo>
                      <a:lnTo>
                        <a:pt x="256" y="217"/>
                      </a:lnTo>
                      <a:lnTo>
                        <a:pt x="258" y="217"/>
                      </a:lnTo>
                      <a:lnTo>
                        <a:pt x="256" y="217"/>
                      </a:lnTo>
                      <a:lnTo>
                        <a:pt x="258" y="217"/>
                      </a:lnTo>
                      <a:lnTo>
                        <a:pt x="260" y="217"/>
                      </a:lnTo>
                      <a:lnTo>
                        <a:pt x="260" y="219"/>
                      </a:lnTo>
                      <a:lnTo>
                        <a:pt x="260" y="217"/>
                      </a:lnTo>
                      <a:lnTo>
                        <a:pt x="260" y="219"/>
                      </a:lnTo>
                      <a:lnTo>
                        <a:pt x="260" y="217"/>
                      </a:lnTo>
                      <a:lnTo>
                        <a:pt x="260" y="219"/>
                      </a:lnTo>
                      <a:lnTo>
                        <a:pt x="260" y="217"/>
                      </a:lnTo>
                      <a:lnTo>
                        <a:pt x="260" y="219"/>
                      </a:lnTo>
                      <a:lnTo>
                        <a:pt x="260" y="217"/>
                      </a:lnTo>
                      <a:lnTo>
                        <a:pt x="261" y="217"/>
                      </a:lnTo>
                      <a:lnTo>
                        <a:pt x="261" y="219"/>
                      </a:lnTo>
                      <a:lnTo>
                        <a:pt x="260" y="219"/>
                      </a:lnTo>
                      <a:lnTo>
                        <a:pt x="261" y="219"/>
                      </a:lnTo>
                      <a:lnTo>
                        <a:pt x="260" y="219"/>
                      </a:lnTo>
                      <a:lnTo>
                        <a:pt x="261" y="219"/>
                      </a:lnTo>
                      <a:lnTo>
                        <a:pt x="261" y="217"/>
                      </a:lnTo>
                      <a:lnTo>
                        <a:pt x="261" y="219"/>
                      </a:lnTo>
                      <a:lnTo>
                        <a:pt x="261" y="217"/>
                      </a:lnTo>
                      <a:lnTo>
                        <a:pt x="261" y="219"/>
                      </a:lnTo>
                      <a:lnTo>
                        <a:pt x="263" y="219"/>
                      </a:lnTo>
                      <a:lnTo>
                        <a:pt x="265" y="219"/>
                      </a:lnTo>
                      <a:lnTo>
                        <a:pt x="267" y="219"/>
                      </a:lnTo>
                      <a:lnTo>
                        <a:pt x="269" y="219"/>
                      </a:lnTo>
                      <a:lnTo>
                        <a:pt x="270" y="219"/>
                      </a:lnTo>
                      <a:lnTo>
                        <a:pt x="272" y="219"/>
                      </a:lnTo>
                      <a:lnTo>
                        <a:pt x="272" y="217"/>
                      </a:lnTo>
                      <a:lnTo>
                        <a:pt x="272" y="219"/>
                      </a:lnTo>
                      <a:lnTo>
                        <a:pt x="274" y="219"/>
                      </a:lnTo>
                      <a:lnTo>
                        <a:pt x="274" y="217"/>
                      </a:lnTo>
                      <a:lnTo>
                        <a:pt x="274" y="219"/>
                      </a:lnTo>
                      <a:lnTo>
                        <a:pt x="274" y="217"/>
                      </a:lnTo>
                      <a:lnTo>
                        <a:pt x="276" y="217"/>
                      </a:lnTo>
                      <a:lnTo>
                        <a:pt x="274" y="217"/>
                      </a:lnTo>
                      <a:lnTo>
                        <a:pt x="276" y="217"/>
                      </a:lnTo>
                      <a:lnTo>
                        <a:pt x="274" y="217"/>
                      </a:lnTo>
                      <a:lnTo>
                        <a:pt x="274" y="215"/>
                      </a:lnTo>
                      <a:lnTo>
                        <a:pt x="274" y="217"/>
                      </a:lnTo>
                      <a:lnTo>
                        <a:pt x="276" y="217"/>
                      </a:lnTo>
                      <a:lnTo>
                        <a:pt x="278" y="217"/>
                      </a:lnTo>
                      <a:lnTo>
                        <a:pt x="278" y="215"/>
                      </a:lnTo>
                      <a:lnTo>
                        <a:pt x="278" y="217"/>
                      </a:lnTo>
                      <a:lnTo>
                        <a:pt x="280" y="217"/>
                      </a:lnTo>
                      <a:lnTo>
                        <a:pt x="281" y="219"/>
                      </a:lnTo>
                      <a:lnTo>
                        <a:pt x="281" y="217"/>
                      </a:lnTo>
                      <a:lnTo>
                        <a:pt x="281" y="219"/>
                      </a:lnTo>
                      <a:lnTo>
                        <a:pt x="281" y="217"/>
                      </a:lnTo>
                      <a:lnTo>
                        <a:pt x="283" y="217"/>
                      </a:lnTo>
                      <a:lnTo>
                        <a:pt x="281" y="217"/>
                      </a:lnTo>
                      <a:lnTo>
                        <a:pt x="283" y="217"/>
                      </a:lnTo>
                      <a:lnTo>
                        <a:pt x="281" y="217"/>
                      </a:lnTo>
                      <a:lnTo>
                        <a:pt x="283" y="217"/>
                      </a:lnTo>
                      <a:lnTo>
                        <a:pt x="285" y="217"/>
                      </a:lnTo>
                      <a:lnTo>
                        <a:pt x="285" y="215"/>
                      </a:lnTo>
                      <a:close/>
                      <a:moveTo>
                        <a:pt x="146" y="230"/>
                      </a:moveTo>
                      <a:lnTo>
                        <a:pt x="146" y="221"/>
                      </a:lnTo>
                      <a:lnTo>
                        <a:pt x="146" y="228"/>
                      </a:lnTo>
                      <a:lnTo>
                        <a:pt x="146" y="230"/>
                      </a:lnTo>
                      <a:lnTo>
                        <a:pt x="145" y="230"/>
                      </a:lnTo>
                      <a:lnTo>
                        <a:pt x="145" y="228"/>
                      </a:lnTo>
                      <a:lnTo>
                        <a:pt x="143" y="228"/>
                      </a:lnTo>
                      <a:lnTo>
                        <a:pt x="141" y="228"/>
                      </a:lnTo>
                      <a:lnTo>
                        <a:pt x="143" y="228"/>
                      </a:lnTo>
                      <a:lnTo>
                        <a:pt x="141" y="228"/>
                      </a:lnTo>
                      <a:lnTo>
                        <a:pt x="141" y="226"/>
                      </a:lnTo>
                      <a:lnTo>
                        <a:pt x="143" y="226"/>
                      </a:lnTo>
                      <a:lnTo>
                        <a:pt x="141" y="226"/>
                      </a:lnTo>
                      <a:lnTo>
                        <a:pt x="141" y="225"/>
                      </a:lnTo>
                      <a:lnTo>
                        <a:pt x="141" y="226"/>
                      </a:lnTo>
                      <a:lnTo>
                        <a:pt x="141" y="225"/>
                      </a:lnTo>
                      <a:lnTo>
                        <a:pt x="141" y="226"/>
                      </a:lnTo>
                      <a:lnTo>
                        <a:pt x="141" y="225"/>
                      </a:lnTo>
                      <a:lnTo>
                        <a:pt x="139" y="225"/>
                      </a:lnTo>
                      <a:lnTo>
                        <a:pt x="141" y="225"/>
                      </a:lnTo>
                      <a:lnTo>
                        <a:pt x="139" y="225"/>
                      </a:lnTo>
                      <a:lnTo>
                        <a:pt x="139" y="226"/>
                      </a:lnTo>
                      <a:lnTo>
                        <a:pt x="139" y="225"/>
                      </a:lnTo>
                      <a:lnTo>
                        <a:pt x="137" y="225"/>
                      </a:lnTo>
                      <a:lnTo>
                        <a:pt x="137" y="223"/>
                      </a:lnTo>
                      <a:lnTo>
                        <a:pt x="135" y="223"/>
                      </a:lnTo>
                      <a:lnTo>
                        <a:pt x="135" y="221"/>
                      </a:lnTo>
                      <a:lnTo>
                        <a:pt x="135" y="219"/>
                      </a:lnTo>
                      <a:lnTo>
                        <a:pt x="134" y="219"/>
                      </a:lnTo>
                      <a:lnTo>
                        <a:pt x="134" y="217"/>
                      </a:lnTo>
                      <a:lnTo>
                        <a:pt x="134" y="215"/>
                      </a:lnTo>
                      <a:lnTo>
                        <a:pt x="134" y="214"/>
                      </a:lnTo>
                      <a:lnTo>
                        <a:pt x="132" y="214"/>
                      </a:lnTo>
                      <a:lnTo>
                        <a:pt x="132" y="212"/>
                      </a:lnTo>
                      <a:lnTo>
                        <a:pt x="130" y="212"/>
                      </a:lnTo>
                      <a:lnTo>
                        <a:pt x="130" y="210"/>
                      </a:lnTo>
                      <a:lnTo>
                        <a:pt x="128" y="210"/>
                      </a:lnTo>
                      <a:lnTo>
                        <a:pt x="130" y="208"/>
                      </a:lnTo>
                      <a:lnTo>
                        <a:pt x="128" y="208"/>
                      </a:lnTo>
                      <a:lnTo>
                        <a:pt x="128" y="206"/>
                      </a:lnTo>
                      <a:lnTo>
                        <a:pt x="128" y="204"/>
                      </a:lnTo>
                      <a:lnTo>
                        <a:pt x="130" y="204"/>
                      </a:lnTo>
                      <a:lnTo>
                        <a:pt x="128" y="204"/>
                      </a:lnTo>
                      <a:lnTo>
                        <a:pt x="130" y="204"/>
                      </a:lnTo>
                      <a:lnTo>
                        <a:pt x="128" y="204"/>
                      </a:lnTo>
                      <a:lnTo>
                        <a:pt x="128" y="203"/>
                      </a:lnTo>
                      <a:lnTo>
                        <a:pt x="128" y="201"/>
                      </a:lnTo>
                      <a:lnTo>
                        <a:pt x="128" y="203"/>
                      </a:lnTo>
                      <a:lnTo>
                        <a:pt x="128" y="201"/>
                      </a:lnTo>
                      <a:lnTo>
                        <a:pt x="128" y="199"/>
                      </a:lnTo>
                      <a:lnTo>
                        <a:pt x="126" y="199"/>
                      </a:lnTo>
                      <a:lnTo>
                        <a:pt x="126" y="197"/>
                      </a:lnTo>
                      <a:lnTo>
                        <a:pt x="124" y="197"/>
                      </a:lnTo>
                      <a:lnTo>
                        <a:pt x="124" y="195"/>
                      </a:lnTo>
                      <a:lnTo>
                        <a:pt x="124" y="194"/>
                      </a:lnTo>
                      <a:lnTo>
                        <a:pt x="123" y="194"/>
                      </a:lnTo>
                      <a:lnTo>
                        <a:pt x="121" y="194"/>
                      </a:lnTo>
                      <a:lnTo>
                        <a:pt x="119" y="194"/>
                      </a:lnTo>
                      <a:lnTo>
                        <a:pt x="119" y="192"/>
                      </a:lnTo>
                      <a:lnTo>
                        <a:pt x="119" y="190"/>
                      </a:lnTo>
                      <a:lnTo>
                        <a:pt x="117" y="190"/>
                      </a:lnTo>
                      <a:lnTo>
                        <a:pt x="117" y="188"/>
                      </a:lnTo>
                      <a:lnTo>
                        <a:pt x="117" y="186"/>
                      </a:lnTo>
                      <a:lnTo>
                        <a:pt x="115" y="186"/>
                      </a:lnTo>
                      <a:lnTo>
                        <a:pt x="115" y="188"/>
                      </a:lnTo>
                      <a:lnTo>
                        <a:pt x="113" y="188"/>
                      </a:lnTo>
                      <a:lnTo>
                        <a:pt x="112" y="186"/>
                      </a:lnTo>
                      <a:lnTo>
                        <a:pt x="112" y="184"/>
                      </a:lnTo>
                      <a:lnTo>
                        <a:pt x="113" y="184"/>
                      </a:lnTo>
                      <a:lnTo>
                        <a:pt x="113" y="183"/>
                      </a:lnTo>
                      <a:lnTo>
                        <a:pt x="115" y="183"/>
                      </a:lnTo>
                      <a:lnTo>
                        <a:pt x="117" y="183"/>
                      </a:lnTo>
                      <a:lnTo>
                        <a:pt x="119" y="183"/>
                      </a:lnTo>
                      <a:lnTo>
                        <a:pt x="121" y="183"/>
                      </a:lnTo>
                      <a:lnTo>
                        <a:pt x="123" y="184"/>
                      </a:lnTo>
                      <a:lnTo>
                        <a:pt x="124" y="184"/>
                      </a:lnTo>
                      <a:lnTo>
                        <a:pt x="126" y="184"/>
                      </a:lnTo>
                      <a:lnTo>
                        <a:pt x="128" y="184"/>
                      </a:lnTo>
                      <a:lnTo>
                        <a:pt x="130" y="184"/>
                      </a:lnTo>
                      <a:lnTo>
                        <a:pt x="132" y="184"/>
                      </a:lnTo>
                      <a:lnTo>
                        <a:pt x="134" y="184"/>
                      </a:lnTo>
                      <a:lnTo>
                        <a:pt x="134" y="183"/>
                      </a:lnTo>
                      <a:lnTo>
                        <a:pt x="135" y="183"/>
                      </a:lnTo>
                      <a:lnTo>
                        <a:pt x="137" y="183"/>
                      </a:lnTo>
                      <a:lnTo>
                        <a:pt x="135" y="183"/>
                      </a:lnTo>
                      <a:lnTo>
                        <a:pt x="135" y="184"/>
                      </a:lnTo>
                      <a:lnTo>
                        <a:pt x="135" y="183"/>
                      </a:lnTo>
                      <a:lnTo>
                        <a:pt x="135" y="184"/>
                      </a:lnTo>
                      <a:lnTo>
                        <a:pt x="135" y="183"/>
                      </a:lnTo>
                      <a:lnTo>
                        <a:pt x="135" y="184"/>
                      </a:lnTo>
                      <a:lnTo>
                        <a:pt x="137" y="184"/>
                      </a:lnTo>
                      <a:lnTo>
                        <a:pt x="137" y="186"/>
                      </a:lnTo>
                      <a:lnTo>
                        <a:pt x="139" y="186"/>
                      </a:lnTo>
                      <a:lnTo>
                        <a:pt x="141" y="186"/>
                      </a:lnTo>
                      <a:lnTo>
                        <a:pt x="143" y="188"/>
                      </a:lnTo>
                      <a:lnTo>
                        <a:pt x="141" y="188"/>
                      </a:lnTo>
                      <a:lnTo>
                        <a:pt x="143" y="188"/>
                      </a:lnTo>
                      <a:lnTo>
                        <a:pt x="141" y="188"/>
                      </a:lnTo>
                      <a:lnTo>
                        <a:pt x="143" y="188"/>
                      </a:lnTo>
                      <a:lnTo>
                        <a:pt x="141" y="188"/>
                      </a:lnTo>
                      <a:lnTo>
                        <a:pt x="143" y="188"/>
                      </a:lnTo>
                      <a:lnTo>
                        <a:pt x="143" y="186"/>
                      </a:lnTo>
                      <a:lnTo>
                        <a:pt x="143" y="188"/>
                      </a:lnTo>
                      <a:lnTo>
                        <a:pt x="141" y="186"/>
                      </a:lnTo>
                      <a:lnTo>
                        <a:pt x="143" y="186"/>
                      </a:lnTo>
                      <a:lnTo>
                        <a:pt x="145" y="186"/>
                      </a:lnTo>
                      <a:lnTo>
                        <a:pt x="145" y="188"/>
                      </a:lnTo>
                      <a:lnTo>
                        <a:pt x="145" y="190"/>
                      </a:lnTo>
                      <a:lnTo>
                        <a:pt x="143" y="190"/>
                      </a:lnTo>
                      <a:lnTo>
                        <a:pt x="143" y="192"/>
                      </a:lnTo>
                      <a:lnTo>
                        <a:pt x="141" y="194"/>
                      </a:lnTo>
                      <a:lnTo>
                        <a:pt x="143" y="194"/>
                      </a:lnTo>
                      <a:lnTo>
                        <a:pt x="143" y="192"/>
                      </a:lnTo>
                      <a:lnTo>
                        <a:pt x="143" y="194"/>
                      </a:lnTo>
                      <a:lnTo>
                        <a:pt x="143" y="192"/>
                      </a:lnTo>
                      <a:lnTo>
                        <a:pt x="143" y="190"/>
                      </a:lnTo>
                      <a:lnTo>
                        <a:pt x="145" y="190"/>
                      </a:lnTo>
                      <a:lnTo>
                        <a:pt x="145" y="188"/>
                      </a:lnTo>
                      <a:lnTo>
                        <a:pt x="146" y="188"/>
                      </a:lnTo>
                      <a:lnTo>
                        <a:pt x="148" y="190"/>
                      </a:lnTo>
                      <a:lnTo>
                        <a:pt x="150" y="192"/>
                      </a:lnTo>
                      <a:lnTo>
                        <a:pt x="150" y="194"/>
                      </a:lnTo>
                      <a:lnTo>
                        <a:pt x="152" y="194"/>
                      </a:lnTo>
                      <a:lnTo>
                        <a:pt x="152" y="195"/>
                      </a:lnTo>
                      <a:lnTo>
                        <a:pt x="152" y="197"/>
                      </a:lnTo>
                      <a:lnTo>
                        <a:pt x="154" y="197"/>
                      </a:lnTo>
                      <a:lnTo>
                        <a:pt x="152" y="197"/>
                      </a:lnTo>
                      <a:lnTo>
                        <a:pt x="154" y="197"/>
                      </a:lnTo>
                      <a:lnTo>
                        <a:pt x="154" y="195"/>
                      </a:lnTo>
                      <a:lnTo>
                        <a:pt x="155" y="195"/>
                      </a:lnTo>
                      <a:lnTo>
                        <a:pt x="155" y="197"/>
                      </a:lnTo>
                      <a:lnTo>
                        <a:pt x="157" y="197"/>
                      </a:lnTo>
                      <a:lnTo>
                        <a:pt x="157" y="199"/>
                      </a:lnTo>
                      <a:lnTo>
                        <a:pt x="155" y="199"/>
                      </a:lnTo>
                      <a:lnTo>
                        <a:pt x="154" y="201"/>
                      </a:lnTo>
                      <a:lnTo>
                        <a:pt x="154" y="203"/>
                      </a:lnTo>
                      <a:lnTo>
                        <a:pt x="154" y="204"/>
                      </a:lnTo>
                      <a:lnTo>
                        <a:pt x="154" y="206"/>
                      </a:lnTo>
                      <a:lnTo>
                        <a:pt x="154" y="208"/>
                      </a:lnTo>
                      <a:lnTo>
                        <a:pt x="154" y="210"/>
                      </a:lnTo>
                      <a:lnTo>
                        <a:pt x="155" y="212"/>
                      </a:lnTo>
                      <a:lnTo>
                        <a:pt x="154" y="212"/>
                      </a:lnTo>
                      <a:lnTo>
                        <a:pt x="155" y="212"/>
                      </a:lnTo>
                      <a:lnTo>
                        <a:pt x="155" y="214"/>
                      </a:lnTo>
                      <a:lnTo>
                        <a:pt x="157" y="215"/>
                      </a:lnTo>
                      <a:lnTo>
                        <a:pt x="155" y="214"/>
                      </a:lnTo>
                      <a:lnTo>
                        <a:pt x="155" y="215"/>
                      </a:lnTo>
                      <a:lnTo>
                        <a:pt x="157" y="215"/>
                      </a:lnTo>
                      <a:lnTo>
                        <a:pt x="155" y="215"/>
                      </a:lnTo>
                      <a:lnTo>
                        <a:pt x="155" y="217"/>
                      </a:lnTo>
                      <a:lnTo>
                        <a:pt x="154" y="217"/>
                      </a:lnTo>
                      <a:lnTo>
                        <a:pt x="154" y="219"/>
                      </a:lnTo>
                      <a:lnTo>
                        <a:pt x="152" y="219"/>
                      </a:lnTo>
                      <a:lnTo>
                        <a:pt x="152" y="221"/>
                      </a:lnTo>
                      <a:lnTo>
                        <a:pt x="152" y="223"/>
                      </a:lnTo>
                      <a:lnTo>
                        <a:pt x="152" y="225"/>
                      </a:lnTo>
                      <a:lnTo>
                        <a:pt x="154" y="225"/>
                      </a:lnTo>
                      <a:lnTo>
                        <a:pt x="152" y="225"/>
                      </a:lnTo>
                      <a:lnTo>
                        <a:pt x="150" y="225"/>
                      </a:lnTo>
                      <a:lnTo>
                        <a:pt x="150" y="226"/>
                      </a:lnTo>
                      <a:lnTo>
                        <a:pt x="152" y="226"/>
                      </a:lnTo>
                      <a:lnTo>
                        <a:pt x="150" y="226"/>
                      </a:lnTo>
                      <a:lnTo>
                        <a:pt x="150" y="225"/>
                      </a:lnTo>
                      <a:lnTo>
                        <a:pt x="150" y="226"/>
                      </a:lnTo>
                      <a:lnTo>
                        <a:pt x="148" y="226"/>
                      </a:lnTo>
                      <a:lnTo>
                        <a:pt x="146" y="226"/>
                      </a:lnTo>
                      <a:lnTo>
                        <a:pt x="146" y="228"/>
                      </a:lnTo>
                      <a:lnTo>
                        <a:pt x="146" y="230"/>
                      </a:lnTo>
                      <a:close/>
                      <a:moveTo>
                        <a:pt x="132" y="0"/>
                      </a:moveTo>
                      <a:lnTo>
                        <a:pt x="132" y="2"/>
                      </a:lnTo>
                      <a:lnTo>
                        <a:pt x="134" y="2"/>
                      </a:lnTo>
                      <a:lnTo>
                        <a:pt x="135" y="2"/>
                      </a:lnTo>
                      <a:lnTo>
                        <a:pt x="137" y="2"/>
                      </a:lnTo>
                      <a:lnTo>
                        <a:pt x="137" y="0"/>
                      </a:lnTo>
                      <a:lnTo>
                        <a:pt x="139" y="0"/>
                      </a:lnTo>
                      <a:lnTo>
                        <a:pt x="139" y="2"/>
                      </a:lnTo>
                      <a:lnTo>
                        <a:pt x="139" y="0"/>
                      </a:lnTo>
                      <a:lnTo>
                        <a:pt x="141" y="0"/>
                      </a:lnTo>
                      <a:lnTo>
                        <a:pt x="143" y="0"/>
                      </a:lnTo>
                      <a:lnTo>
                        <a:pt x="145" y="0"/>
                      </a:lnTo>
                      <a:lnTo>
                        <a:pt x="145" y="2"/>
                      </a:lnTo>
                      <a:lnTo>
                        <a:pt x="146" y="2"/>
                      </a:lnTo>
                      <a:lnTo>
                        <a:pt x="145" y="2"/>
                      </a:lnTo>
                      <a:lnTo>
                        <a:pt x="146" y="3"/>
                      </a:lnTo>
                      <a:lnTo>
                        <a:pt x="148" y="3"/>
                      </a:lnTo>
                      <a:lnTo>
                        <a:pt x="148" y="5"/>
                      </a:lnTo>
                      <a:lnTo>
                        <a:pt x="150" y="5"/>
                      </a:lnTo>
                      <a:lnTo>
                        <a:pt x="152" y="5"/>
                      </a:lnTo>
                      <a:lnTo>
                        <a:pt x="152" y="7"/>
                      </a:lnTo>
                      <a:lnTo>
                        <a:pt x="152" y="9"/>
                      </a:lnTo>
                      <a:lnTo>
                        <a:pt x="152" y="11"/>
                      </a:lnTo>
                      <a:lnTo>
                        <a:pt x="150" y="11"/>
                      </a:lnTo>
                      <a:lnTo>
                        <a:pt x="150" y="13"/>
                      </a:lnTo>
                      <a:lnTo>
                        <a:pt x="152" y="11"/>
                      </a:lnTo>
                      <a:lnTo>
                        <a:pt x="152" y="13"/>
                      </a:lnTo>
                      <a:lnTo>
                        <a:pt x="150" y="13"/>
                      </a:lnTo>
                      <a:lnTo>
                        <a:pt x="152" y="13"/>
                      </a:lnTo>
                      <a:lnTo>
                        <a:pt x="152" y="11"/>
                      </a:lnTo>
                      <a:lnTo>
                        <a:pt x="150" y="11"/>
                      </a:lnTo>
                      <a:lnTo>
                        <a:pt x="150" y="13"/>
                      </a:lnTo>
                      <a:lnTo>
                        <a:pt x="150" y="11"/>
                      </a:lnTo>
                      <a:lnTo>
                        <a:pt x="152" y="11"/>
                      </a:lnTo>
                      <a:lnTo>
                        <a:pt x="152" y="9"/>
                      </a:lnTo>
                      <a:lnTo>
                        <a:pt x="152" y="7"/>
                      </a:lnTo>
                      <a:lnTo>
                        <a:pt x="152" y="5"/>
                      </a:lnTo>
                      <a:lnTo>
                        <a:pt x="152" y="7"/>
                      </a:lnTo>
                      <a:lnTo>
                        <a:pt x="154" y="7"/>
                      </a:lnTo>
                      <a:lnTo>
                        <a:pt x="154" y="5"/>
                      </a:lnTo>
                      <a:lnTo>
                        <a:pt x="154" y="7"/>
                      </a:lnTo>
                      <a:lnTo>
                        <a:pt x="155" y="7"/>
                      </a:lnTo>
                      <a:lnTo>
                        <a:pt x="157" y="9"/>
                      </a:lnTo>
                      <a:lnTo>
                        <a:pt x="159" y="9"/>
                      </a:lnTo>
                      <a:lnTo>
                        <a:pt x="157" y="9"/>
                      </a:lnTo>
                      <a:lnTo>
                        <a:pt x="159" y="9"/>
                      </a:lnTo>
                      <a:lnTo>
                        <a:pt x="159" y="11"/>
                      </a:lnTo>
                      <a:lnTo>
                        <a:pt x="161" y="13"/>
                      </a:lnTo>
                      <a:lnTo>
                        <a:pt x="159" y="13"/>
                      </a:lnTo>
                      <a:lnTo>
                        <a:pt x="161" y="13"/>
                      </a:lnTo>
                      <a:lnTo>
                        <a:pt x="161" y="14"/>
                      </a:lnTo>
                      <a:lnTo>
                        <a:pt x="159" y="14"/>
                      </a:lnTo>
                      <a:lnTo>
                        <a:pt x="159" y="16"/>
                      </a:lnTo>
                      <a:lnTo>
                        <a:pt x="159" y="14"/>
                      </a:lnTo>
                      <a:lnTo>
                        <a:pt x="159" y="16"/>
                      </a:lnTo>
                      <a:lnTo>
                        <a:pt x="161" y="18"/>
                      </a:lnTo>
                      <a:lnTo>
                        <a:pt x="159" y="18"/>
                      </a:lnTo>
                      <a:lnTo>
                        <a:pt x="159" y="20"/>
                      </a:lnTo>
                      <a:lnTo>
                        <a:pt x="159" y="22"/>
                      </a:lnTo>
                      <a:lnTo>
                        <a:pt x="157" y="22"/>
                      </a:lnTo>
                      <a:lnTo>
                        <a:pt x="157" y="24"/>
                      </a:lnTo>
                      <a:lnTo>
                        <a:pt x="159" y="24"/>
                      </a:lnTo>
                      <a:lnTo>
                        <a:pt x="157" y="24"/>
                      </a:lnTo>
                      <a:lnTo>
                        <a:pt x="157" y="22"/>
                      </a:lnTo>
                      <a:lnTo>
                        <a:pt x="159" y="22"/>
                      </a:lnTo>
                      <a:lnTo>
                        <a:pt x="159" y="20"/>
                      </a:lnTo>
                      <a:lnTo>
                        <a:pt x="159" y="18"/>
                      </a:lnTo>
                      <a:lnTo>
                        <a:pt x="161" y="18"/>
                      </a:lnTo>
                      <a:lnTo>
                        <a:pt x="161" y="16"/>
                      </a:lnTo>
                      <a:lnTo>
                        <a:pt x="159" y="16"/>
                      </a:lnTo>
                      <a:lnTo>
                        <a:pt x="161" y="16"/>
                      </a:lnTo>
                      <a:lnTo>
                        <a:pt x="161" y="14"/>
                      </a:lnTo>
                      <a:lnTo>
                        <a:pt x="161" y="13"/>
                      </a:lnTo>
                      <a:lnTo>
                        <a:pt x="161" y="11"/>
                      </a:lnTo>
                      <a:lnTo>
                        <a:pt x="159" y="11"/>
                      </a:lnTo>
                      <a:lnTo>
                        <a:pt x="159" y="9"/>
                      </a:lnTo>
                      <a:lnTo>
                        <a:pt x="161" y="11"/>
                      </a:lnTo>
                      <a:lnTo>
                        <a:pt x="163" y="11"/>
                      </a:lnTo>
                      <a:lnTo>
                        <a:pt x="165" y="11"/>
                      </a:lnTo>
                      <a:lnTo>
                        <a:pt x="166" y="11"/>
                      </a:lnTo>
                      <a:lnTo>
                        <a:pt x="168" y="13"/>
                      </a:lnTo>
                      <a:lnTo>
                        <a:pt x="166" y="13"/>
                      </a:lnTo>
                      <a:lnTo>
                        <a:pt x="168" y="13"/>
                      </a:lnTo>
                      <a:lnTo>
                        <a:pt x="170" y="13"/>
                      </a:lnTo>
                      <a:lnTo>
                        <a:pt x="172" y="13"/>
                      </a:lnTo>
                      <a:lnTo>
                        <a:pt x="174" y="13"/>
                      </a:lnTo>
                      <a:lnTo>
                        <a:pt x="174" y="11"/>
                      </a:lnTo>
                      <a:lnTo>
                        <a:pt x="176" y="11"/>
                      </a:lnTo>
                      <a:lnTo>
                        <a:pt x="176" y="9"/>
                      </a:lnTo>
                      <a:lnTo>
                        <a:pt x="177" y="9"/>
                      </a:lnTo>
                      <a:lnTo>
                        <a:pt x="177" y="7"/>
                      </a:lnTo>
                      <a:lnTo>
                        <a:pt x="177" y="5"/>
                      </a:lnTo>
                      <a:lnTo>
                        <a:pt x="177" y="3"/>
                      </a:lnTo>
                      <a:lnTo>
                        <a:pt x="179" y="3"/>
                      </a:lnTo>
                      <a:lnTo>
                        <a:pt x="181" y="3"/>
                      </a:lnTo>
                      <a:lnTo>
                        <a:pt x="181" y="5"/>
                      </a:lnTo>
                      <a:lnTo>
                        <a:pt x="181" y="7"/>
                      </a:lnTo>
                      <a:lnTo>
                        <a:pt x="183" y="7"/>
                      </a:lnTo>
                      <a:lnTo>
                        <a:pt x="183" y="9"/>
                      </a:lnTo>
                      <a:lnTo>
                        <a:pt x="185" y="9"/>
                      </a:lnTo>
                      <a:lnTo>
                        <a:pt x="185" y="11"/>
                      </a:lnTo>
                      <a:lnTo>
                        <a:pt x="185" y="13"/>
                      </a:lnTo>
                      <a:lnTo>
                        <a:pt x="183" y="14"/>
                      </a:lnTo>
                      <a:lnTo>
                        <a:pt x="183" y="16"/>
                      </a:lnTo>
                      <a:lnTo>
                        <a:pt x="181" y="16"/>
                      </a:lnTo>
                      <a:lnTo>
                        <a:pt x="183" y="16"/>
                      </a:lnTo>
                      <a:lnTo>
                        <a:pt x="181" y="16"/>
                      </a:lnTo>
                      <a:lnTo>
                        <a:pt x="179" y="18"/>
                      </a:lnTo>
                      <a:lnTo>
                        <a:pt x="179" y="20"/>
                      </a:lnTo>
                      <a:lnTo>
                        <a:pt x="179" y="22"/>
                      </a:lnTo>
                      <a:lnTo>
                        <a:pt x="179" y="24"/>
                      </a:lnTo>
                      <a:lnTo>
                        <a:pt x="179" y="25"/>
                      </a:lnTo>
                      <a:lnTo>
                        <a:pt x="179" y="27"/>
                      </a:lnTo>
                      <a:lnTo>
                        <a:pt x="177" y="27"/>
                      </a:lnTo>
                      <a:lnTo>
                        <a:pt x="179" y="27"/>
                      </a:lnTo>
                      <a:lnTo>
                        <a:pt x="177" y="27"/>
                      </a:lnTo>
                      <a:lnTo>
                        <a:pt x="177" y="29"/>
                      </a:lnTo>
                      <a:lnTo>
                        <a:pt x="177" y="31"/>
                      </a:lnTo>
                      <a:lnTo>
                        <a:pt x="177" y="33"/>
                      </a:lnTo>
                      <a:lnTo>
                        <a:pt x="179" y="33"/>
                      </a:lnTo>
                      <a:lnTo>
                        <a:pt x="177" y="33"/>
                      </a:lnTo>
                      <a:lnTo>
                        <a:pt x="177" y="35"/>
                      </a:lnTo>
                      <a:lnTo>
                        <a:pt x="179" y="35"/>
                      </a:lnTo>
                      <a:lnTo>
                        <a:pt x="177" y="35"/>
                      </a:lnTo>
                      <a:lnTo>
                        <a:pt x="179" y="35"/>
                      </a:lnTo>
                      <a:lnTo>
                        <a:pt x="177" y="35"/>
                      </a:lnTo>
                      <a:lnTo>
                        <a:pt x="179" y="35"/>
                      </a:lnTo>
                      <a:lnTo>
                        <a:pt x="177" y="35"/>
                      </a:lnTo>
                      <a:lnTo>
                        <a:pt x="179" y="36"/>
                      </a:lnTo>
                      <a:lnTo>
                        <a:pt x="177" y="36"/>
                      </a:lnTo>
                      <a:lnTo>
                        <a:pt x="179" y="36"/>
                      </a:lnTo>
                      <a:lnTo>
                        <a:pt x="179" y="38"/>
                      </a:lnTo>
                      <a:lnTo>
                        <a:pt x="179" y="40"/>
                      </a:lnTo>
                      <a:lnTo>
                        <a:pt x="179" y="42"/>
                      </a:lnTo>
                      <a:lnTo>
                        <a:pt x="181" y="44"/>
                      </a:lnTo>
                      <a:lnTo>
                        <a:pt x="181" y="45"/>
                      </a:lnTo>
                      <a:lnTo>
                        <a:pt x="183" y="45"/>
                      </a:lnTo>
                      <a:lnTo>
                        <a:pt x="185" y="45"/>
                      </a:lnTo>
                      <a:lnTo>
                        <a:pt x="187" y="45"/>
                      </a:lnTo>
                      <a:lnTo>
                        <a:pt x="187" y="47"/>
                      </a:lnTo>
                      <a:lnTo>
                        <a:pt x="187" y="45"/>
                      </a:lnTo>
                      <a:lnTo>
                        <a:pt x="187" y="47"/>
                      </a:lnTo>
                      <a:lnTo>
                        <a:pt x="188" y="47"/>
                      </a:lnTo>
                      <a:lnTo>
                        <a:pt x="188" y="49"/>
                      </a:lnTo>
                      <a:lnTo>
                        <a:pt x="188" y="47"/>
                      </a:lnTo>
                      <a:lnTo>
                        <a:pt x="187" y="47"/>
                      </a:lnTo>
                      <a:lnTo>
                        <a:pt x="187" y="49"/>
                      </a:lnTo>
                      <a:lnTo>
                        <a:pt x="188" y="49"/>
                      </a:lnTo>
                      <a:lnTo>
                        <a:pt x="187" y="49"/>
                      </a:lnTo>
                      <a:lnTo>
                        <a:pt x="188" y="49"/>
                      </a:lnTo>
                      <a:lnTo>
                        <a:pt x="188" y="51"/>
                      </a:lnTo>
                      <a:lnTo>
                        <a:pt x="187" y="51"/>
                      </a:lnTo>
                      <a:lnTo>
                        <a:pt x="188" y="51"/>
                      </a:lnTo>
                      <a:lnTo>
                        <a:pt x="187" y="51"/>
                      </a:lnTo>
                      <a:lnTo>
                        <a:pt x="187" y="53"/>
                      </a:lnTo>
                      <a:lnTo>
                        <a:pt x="188" y="53"/>
                      </a:lnTo>
                      <a:lnTo>
                        <a:pt x="188" y="55"/>
                      </a:lnTo>
                      <a:lnTo>
                        <a:pt x="190" y="55"/>
                      </a:lnTo>
                      <a:lnTo>
                        <a:pt x="188" y="55"/>
                      </a:lnTo>
                      <a:lnTo>
                        <a:pt x="190" y="55"/>
                      </a:lnTo>
                      <a:lnTo>
                        <a:pt x="190" y="53"/>
                      </a:lnTo>
                      <a:lnTo>
                        <a:pt x="190" y="55"/>
                      </a:lnTo>
                      <a:lnTo>
                        <a:pt x="192" y="55"/>
                      </a:lnTo>
                      <a:lnTo>
                        <a:pt x="190" y="55"/>
                      </a:lnTo>
                      <a:lnTo>
                        <a:pt x="192" y="55"/>
                      </a:lnTo>
                      <a:lnTo>
                        <a:pt x="190" y="55"/>
                      </a:lnTo>
                      <a:lnTo>
                        <a:pt x="190" y="56"/>
                      </a:lnTo>
                      <a:lnTo>
                        <a:pt x="190" y="58"/>
                      </a:lnTo>
                      <a:lnTo>
                        <a:pt x="188" y="58"/>
                      </a:lnTo>
                      <a:lnTo>
                        <a:pt x="188" y="60"/>
                      </a:lnTo>
                      <a:lnTo>
                        <a:pt x="190" y="60"/>
                      </a:lnTo>
                      <a:lnTo>
                        <a:pt x="188" y="60"/>
                      </a:lnTo>
                      <a:lnTo>
                        <a:pt x="188" y="62"/>
                      </a:lnTo>
                      <a:lnTo>
                        <a:pt x="188" y="64"/>
                      </a:lnTo>
                      <a:lnTo>
                        <a:pt x="188" y="66"/>
                      </a:lnTo>
                      <a:lnTo>
                        <a:pt x="187" y="66"/>
                      </a:lnTo>
                      <a:lnTo>
                        <a:pt x="187" y="67"/>
                      </a:lnTo>
                      <a:lnTo>
                        <a:pt x="187" y="69"/>
                      </a:lnTo>
                      <a:lnTo>
                        <a:pt x="185" y="69"/>
                      </a:lnTo>
                      <a:lnTo>
                        <a:pt x="185" y="71"/>
                      </a:lnTo>
                      <a:lnTo>
                        <a:pt x="185" y="73"/>
                      </a:lnTo>
                      <a:lnTo>
                        <a:pt x="183" y="73"/>
                      </a:lnTo>
                      <a:lnTo>
                        <a:pt x="183" y="75"/>
                      </a:lnTo>
                      <a:lnTo>
                        <a:pt x="181" y="75"/>
                      </a:lnTo>
                      <a:lnTo>
                        <a:pt x="181" y="77"/>
                      </a:lnTo>
                      <a:lnTo>
                        <a:pt x="181" y="78"/>
                      </a:lnTo>
                      <a:lnTo>
                        <a:pt x="179" y="78"/>
                      </a:lnTo>
                      <a:lnTo>
                        <a:pt x="179" y="80"/>
                      </a:lnTo>
                      <a:lnTo>
                        <a:pt x="181" y="80"/>
                      </a:lnTo>
                      <a:lnTo>
                        <a:pt x="181" y="78"/>
                      </a:lnTo>
                      <a:lnTo>
                        <a:pt x="181" y="80"/>
                      </a:lnTo>
                      <a:lnTo>
                        <a:pt x="181" y="82"/>
                      </a:lnTo>
                      <a:lnTo>
                        <a:pt x="179" y="82"/>
                      </a:lnTo>
                      <a:lnTo>
                        <a:pt x="179" y="84"/>
                      </a:lnTo>
                      <a:lnTo>
                        <a:pt x="181" y="84"/>
                      </a:lnTo>
                      <a:lnTo>
                        <a:pt x="181" y="82"/>
                      </a:lnTo>
                      <a:lnTo>
                        <a:pt x="181" y="84"/>
                      </a:lnTo>
                      <a:lnTo>
                        <a:pt x="179" y="84"/>
                      </a:lnTo>
                      <a:lnTo>
                        <a:pt x="179" y="86"/>
                      </a:lnTo>
                      <a:lnTo>
                        <a:pt x="179" y="88"/>
                      </a:lnTo>
                      <a:lnTo>
                        <a:pt x="177" y="88"/>
                      </a:lnTo>
                      <a:lnTo>
                        <a:pt x="176" y="88"/>
                      </a:lnTo>
                      <a:lnTo>
                        <a:pt x="176" y="89"/>
                      </a:lnTo>
                      <a:lnTo>
                        <a:pt x="176" y="91"/>
                      </a:lnTo>
                      <a:lnTo>
                        <a:pt x="174" y="91"/>
                      </a:lnTo>
                      <a:lnTo>
                        <a:pt x="174" y="93"/>
                      </a:lnTo>
                      <a:lnTo>
                        <a:pt x="172" y="93"/>
                      </a:lnTo>
                      <a:lnTo>
                        <a:pt x="174" y="91"/>
                      </a:lnTo>
                      <a:lnTo>
                        <a:pt x="174" y="89"/>
                      </a:lnTo>
                      <a:lnTo>
                        <a:pt x="176" y="89"/>
                      </a:lnTo>
                      <a:lnTo>
                        <a:pt x="176" y="88"/>
                      </a:lnTo>
                      <a:lnTo>
                        <a:pt x="176" y="86"/>
                      </a:lnTo>
                      <a:lnTo>
                        <a:pt x="177" y="86"/>
                      </a:lnTo>
                      <a:lnTo>
                        <a:pt x="177" y="84"/>
                      </a:lnTo>
                      <a:lnTo>
                        <a:pt x="177" y="86"/>
                      </a:lnTo>
                      <a:lnTo>
                        <a:pt x="177" y="84"/>
                      </a:lnTo>
                      <a:lnTo>
                        <a:pt x="176" y="84"/>
                      </a:lnTo>
                      <a:lnTo>
                        <a:pt x="176" y="86"/>
                      </a:lnTo>
                      <a:lnTo>
                        <a:pt x="176" y="88"/>
                      </a:lnTo>
                      <a:lnTo>
                        <a:pt x="174" y="88"/>
                      </a:lnTo>
                      <a:lnTo>
                        <a:pt x="172" y="88"/>
                      </a:lnTo>
                      <a:lnTo>
                        <a:pt x="172" y="89"/>
                      </a:lnTo>
                      <a:lnTo>
                        <a:pt x="170" y="89"/>
                      </a:lnTo>
                      <a:lnTo>
                        <a:pt x="168" y="89"/>
                      </a:lnTo>
                      <a:lnTo>
                        <a:pt x="166" y="89"/>
                      </a:lnTo>
                      <a:lnTo>
                        <a:pt x="166" y="91"/>
                      </a:lnTo>
                      <a:lnTo>
                        <a:pt x="165" y="91"/>
                      </a:lnTo>
                      <a:lnTo>
                        <a:pt x="163" y="91"/>
                      </a:lnTo>
                      <a:lnTo>
                        <a:pt x="163" y="93"/>
                      </a:lnTo>
                      <a:lnTo>
                        <a:pt x="161" y="93"/>
                      </a:lnTo>
                      <a:lnTo>
                        <a:pt x="161" y="95"/>
                      </a:lnTo>
                      <a:lnTo>
                        <a:pt x="159" y="95"/>
                      </a:lnTo>
                      <a:lnTo>
                        <a:pt x="161" y="95"/>
                      </a:lnTo>
                      <a:lnTo>
                        <a:pt x="159" y="95"/>
                      </a:lnTo>
                      <a:lnTo>
                        <a:pt x="159" y="97"/>
                      </a:lnTo>
                      <a:lnTo>
                        <a:pt x="159" y="95"/>
                      </a:lnTo>
                      <a:lnTo>
                        <a:pt x="159" y="97"/>
                      </a:lnTo>
                      <a:lnTo>
                        <a:pt x="157" y="97"/>
                      </a:lnTo>
                      <a:lnTo>
                        <a:pt x="157" y="98"/>
                      </a:lnTo>
                      <a:lnTo>
                        <a:pt x="155" y="98"/>
                      </a:lnTo>
                      <a:lnTo>
                        <a:pt x="155" y="100"/>
                      </a:lnTo>
                      <a:lnTo>
                        <a:pt x="157" y="102"/>
                      </a:lnTo>
                      <a:lnTo>
                        <a:pt x="159" y="102"/>
                      </a:lnTo>
                      <a:lnTo>
                        <a:pt x="159" y="104"/>
                      </a:lnTo>
                      <a:lnTo>
                        <a:pt x="159" y="106"/>
                      </a:lnTo>
                      <a:lnTo>
                        <a:pt x="157" y="106"/>
                      </a:lnTo>
                      <a:lnTo>
                        <a:pt x="159" y="106"/>
                      </a:lnTo>
                      <a:lnTo>
                        <a:pt x="159" y="108"/>
                      </a:lnTo>
                      <a:lnTo>
                        <a:pt x="157" y="108"/>
                      </a:lnTo>
                      <a:lnTo>
                        <a:pt x="157" y="109"/>
                      </a:lnTo>
                      <a:lnTo>
                        <a:pt x="155" y="109"/>
                      </a:lnTo>
                      <a:lnTo>
                        <a:pt x="155" y="111"/>
                      </a:lnTo>
                      <a:lnTo>
                        <a:pt x="155" y="109"/>
                      </a:lnTo>
                      <a:lnTo>
                        <a:pt x="155" y="111"/>
                      </a:lnTo>
                      <a:lnTo>
                        <a:pt x="155" y="109"/>
                      </a:lnTo>
                      <a:lnTo>
                        <a:pt x="155" y="111"/>
                      </a:lnTo>
                      <a:lnTo>
                        <a:pt x="154" y="111"/>
                      </a:lnTo>
                      <a:lnTo>
                        <a:pt x="155" y="111"/>
                      </a:lnTo>
                      <a:lnTo>
                        <a:pt x="154" y="111"/>
                      </a:lnTo>
                      <a:lnTo>
                        <a:pt x="154" y="113"/>
                      </a:lnTo>
                      <a:lnTo>
                        <a:pt x="154" y="115"/>
                      </a:lnTo>
                      <a:lnTo>
                        <a:pt x="152" y="115"/>
                      </a:lnTo>
                      <a:lnTo>
                        <a:pt x="152" y="117"/>
                      </a:lnTo>
                      <a:lnTo>
                        <a:pt x="150" y="117"/>
                      </a:lnTo>
                      <a:lnTo>
                        <a:pt x="150" y="119"/>
                      </a:lnTo>
                      <a:lnTo>
                        <a:pt x="150" y="120"/>
                      </a:lnTo>
                      <a:lnTo>
                        <a:pt x="152" y="120"/>
                      </a:lnTo>
                      <a:lnTo>
                        <a:pt x="152" y="122"/>
                      </a:lnTo>
                      <a:lnTo>
                        <a:pt x="154" y="122"/>
                      </a:lnTo>
                      <a:lnTo>
                        <a:pt x="154" y="124"/>
                      </a:lnTo>
                      <a:lnTo>
                        <a:pt x="154" y="126"/>
                      </a:lnTo>
                      <a:lnTo>
                        <a:pt x="155" y="126"/>
                      </a:lnTo>
                      <a:lnTo>
                        <a:pt x="154" y="128"/>
                      </a:lnTo>
                      <a:lnTo>
                        <a:pt x="155" y="128"/>
                      </a:lnTo>
                      <a:lnTo>
                        <a:pt x="155" y="130"/>
                      </a:lnTo>
                      <a:lnTo>
                        <a:pt x="157" y="131"/>
                      </a:lnTo>
                      <a:lnTo>
                        <a:pt x="157" y="133"/>
                      </a:lnTo>
                      <a:lnTo>
                        <a:pt x="157" y="135"/>
                      </a:lnTo>
                      <a:lnTo>
                        <a:pt x="159" y="135"/>
                      </a:lnTo>
                      <a:lnTo>
                        <a:pt x="157" y="135"/>
                      </a:lnTo>
                      <a:lnTo>
                        <a:pt x="157" y="137"/>
                      </a:lnTo>
                      <a:lnTo>
                        <a:pt x="159" y="137"/>
                      </a:lnTo>
                      <a:lnTo>
                        <a:pt x="159" y="139"/>
                      </a:lnTo>
                      <a:lnTo>
                        <a:pt x="161" y="139"/>
                      </a:lnTo>
                      <a:lnTo>
                        <a:pt x="163" y="141"/>
                      </a:lnTo>
                      <a:lnTo>
                        <a:pt x="161" y="141"/>
                      </a:lnTo>
                      <a:lnTo>
                        <a:pt x="163" y="141"/>
                      </a:lnTo>
                      <a:lnTo>
                        <a:pt x="161" y="141"/>
                      </a:lnTo>
                      <a:lnTo>
                        <a:pt x="159" y="142"/>
                      </a:lnTo>
                      <a:lnTo>
                        <a:pt x="159" y="141"/>
                      </a:lnTo>
                      <a:lnTo>
                        <a:pt x="159" y="142"/>
                      </a:lnTo>
                      <a:lnTo>
                        <a:pt x="159" y="141"/>
                      </a:lnTo>
                      <a:lnTo>
                        <a:pt x="159" y="142"/>
                      </a:lnTo>
                      <a:lnTo>
                        <a:pt x="159" y="144"/>
                      </a:lnTo>
                      <a:lnTo>
                        <a:pt x="159" y="146"/>
                      </a:lnTo>
                      <a:lnTo>
                        <a:pt x="159" y="148"/>
                      </a:lnTo>
                      <a:lnTo>
                        <a:pt x="159" y="150"/>
                      </a:lnTo>
                      <a:lnTo>
                        <a:pt x="161" y="150"/>
                      </a:lnTo>
                      <a:lnTo>
                        <a:pt x="159" y="150"/>
                      </a:lnTo>
                      <a:lnTo>
                        <a:pt x="161" y="150"/>
                      </a:lnTo>
                      <a:lnTo>
                        <a:pt x="161" y="151"/>
                      </a:lnTo>
                      <a:lnTo>
                        <a:pt x="161" y="153"/>
                      </a:lnTo>
                      <a:lnTo>
                        <a:pt x="163" y="153"/>
                      </a:lnTo>
                      <a:lnTo>
                        <a:pt x="163" y="155"/>
                      </a:lnTo>
                      <a:lnTo>
                        <a:pt x="163" y="157"/>
                      </a:lnTo>
                      <a:lnTo>
                        <a:pt x="165" y="157"/>
                      </a:lnTo>
                      <a:lnTo>
                        <a:pt x="163" y="157"/>
                      </a:lnTo>
                      <a:lnTo>
                        <a:pt x="163" y="159"/>
                      </a:lnTo>
                      <a:lnTo>
                        <a:pt x="163" y="161"/>
                      </a:lnTo>
                      <a:lnTo>
                        <a:pt x="163" y="159"/>
                      </a:lnTo>
                      <a:lnTo>
                        <a:pt x="163" y="161"/>
                      </a:lnTo>
                      <a:lnTo>
                        <a:pt x="165" y="161"/>
                      </a:lnTo>
                      <a:lnTo>
                        <a:pt x="165" y="162"/>
                      </a:lnTo>
                      <a:lnTo>
                        <a:pt x="166" y="162"/>
                      </a:lnTo>
                      <a:lnTo>
                        <a:pt x="166" y="164"/>
                      </a:lnTo>
                      <a:lnTo>
                        <a:pt x="168" y="164"/>
                      </a:lnTo>
                      <a:lnTo>
                        <a:pt x="170" y="166"/>
                      </a:lnTo>
                      <a:lnTo>
                        <a:pt x="172" y="166"/>
                      </a:lnTo>
                      <a:lnTo>
                        <a:pt x="172" y="168"/>
                      </a:lnTo>
                      <a:lnTo>
                        <a:pt x="174" y="168"/>
                      </a:lnTo>
                      <a:lnTo>
                        <a:pt x="176" y="168"/>
                      </a:lnTo>
                      <a:lnTo>
                        <a:pt x="177" y="168"/>
                      </a:lnTo>
                      <a:lnTo>
                        <a:pt x="179" y="168"/>
                      </a:lnTo>
                      <a:lnTo>
                        <a:pt x="179" y="170"/>
                      </a:lnTo>
                      <a:lnTo>
                        <a:pt x="181" y="170"/>
                      </a:lnTo>
                      <a:lnTo>
                        <a:pt x="181" y="168"/>
                      </a:lnTo>
                      <a:lnTo>
                        <a:pt x="179" y="168"/>
                      </a:lnTo>
                      <a:lnTo>
                        <a:pt x="179" y="166"/>
                      </a:lnTo>
                      <a:lnTo>
                        <a:pt x="181" y="166"/>
                      </a:lnTo>
                      <a:lnTo>
                        <a:pt x="183" y="166"/>
                      </a:lnTo>
                      <a:lnTo>
                        <a:pt x="183" y="168"/>
                      </a:lnTo>
                      <a:lnTo>
                        <a:pt x="183" y="166"/>
                      </a:lnTo>
                      <a:lnTo>
                        <a:pt x="183" y="168"/>
                      </a:lnTo>
                      <a:lnTo>
                        <a:pt x="183" y="166"/>
                      </a:lnTo>
                      <a:lnTo>
                        <a:pt x="185" y="166"/>
                      </a:lnTo>
                      <a:lnTo>
                        <a:pt x="183" y="166"/>
                      </a:lnTo>
                      <a:lnTo>
                        <a:pt x="185" y="164"/>
                      </a:lnTo>
                      <a:lnTo>
                        <a:pt x="183" y="164"/>
                      </a:lnTo>
                      <a:lnTo>
                        <a:pt x="183" y="166"/>
                      </a:lnTo>
                      <a:lnTo>
                        <a:pt x="183" y="164"/>
                      </a:lnTo>
                      <a:lnTo>
                        <a:pt x="181" y="164"/>
                      </a:lnTo>
                      <a:lnTo>
                        <a:pt x="181" y="162"/>
                      </a:lnTo>
                      <a:lnTo>
                        <a:pt x="179" y="162"/>
                      </a:lnTo>
                      <a:lnTo>
                        <a:pt x="179" y="161"/>
                      </a:lnTo>
                      <a:lnTo>
                        <a:pt x="177" y="161"/>
                      </a:lnTo>
                      <a:lnTo>
                        <a:pt x="179" y="161"/>
                      </a:lnTo>
                      <a:lnTo>
                        <a:pt x="177" y="161"/>
                      </a:lnTo>
                      <a:lnTo>
                        <a:pt x="179" y="161"/>
                      </a:lnTo>
                      <a:lnTo>
                        <a:pt x="179" y="159"/>
                      </a:lnTo>
                      <a:lnTo>
                        <a:pt x="179" y="161"/>
                      </a:lnTo>
                      <a:lnTo>
                        <a:pt x="179" y="159"/>
                      </a:lnTo>
                      <a:lnTo>
                        <a:pt x="181" y="159"/>
                      </a:lnTo>
                      <a:lnTo>
                        <a:pt x="181" y="157"/>
                      </a:lnTo>
                      <a:lnTo>
                        <a:pt x="183" y="157"/>
                      </a:lnTo>
                      <a:lnTo>
                        <a:pt x="183" y="159"/>
                      </a:lnTo>
                      <a:lnTo>
                        <a:pt x="181" y="159"/>
                      </a:lnTo>
                      <a:lnTo>
                        <a:pt x="183" y="161"/>
                      </a:lnTo>
                      <a:lnTo>
                        <a:pt x="181" y="161"/>
                      </a:lnTo>
                      <a:lnTo>
                        <a:pt x="183" y="161"/>
                      </a:lnTo>
                      <a:lnTo>
                        <a:pt x="183" y="162"/>
                      </a:lnTo>
                      <a:lnTo>
                        <a:pt x="183" y="161"/>
                      </a:lnTo>
                      <a:lnTo>
                        <a:pt x="183" y="162"/>
                      </a:lnTo>
                      <a:lnTo>
                        <a:pt x="185" y="162"/>
                      </a:lnTo>
                      <a:lnTo>
                        <a:pt x="185" y="161"/>
                      </a:lnTo>
                      <a:lnTo>
                        <a:pt x="185" y="162"/>
                      </a:lnTo>
                      <a:lnTo>
                        <a:pt x="185" y="161"/>
                      </a:lnTo>
                      <a:lnTo>
                        <a:pt x="185" y="162"/>
                      </a:lnTo>
                      <a:lnTo>
                        <a:pt x="185" y="161"/>
                      </a:lnTo>
                      <a:lnTo>
                        <a:pt x="185" y="159"/>
                      </a:lnTo>
                      <a:lnTo>
                        <a:pt x="185" y="157"/>
                      </a:lnTo>
                      <a:lnTo>
                        <a:pt x="185" y="159"/>
                      </a:lnTo>
                      <a:lnTo>
                        <a:pt x="185" y="157"/>
                      </a:lnTo>
                      <a:lnTo>
                        <a:pt x="185" y="159"/>
                      </a:lnTo>
                      <a:lnTo>
                        <a:pt x="187" y="159"/>
                      </a:lnTo>
                      <a:lnTo>
                        <a:pt x="187" y="157"/>
                      </a:lnTo>
                      <a:lnTo>
                        <a:pt x="185" y="157"/>
                      </a:lnTo>
                      <a:lnTo>
                        <a:pt x="187" y="157"/>
                      </a:lnTo>
                      <a:lnTo>
                        <a:pt x="187" y="155"/>
                      </a:lnTo>
                      <a:lnTo>
                        <a:pt x="188" y="155"/>
                      </a:lnTo>
                      <a:lnTo>
                        <a:pt x="188" y="153"/>
                      </a:lnTo>
                      <a:lnTo>
                        <a:pt x="188" y="155"/>
                      </a:lnTo>
                      <a:lnTo>
                        <a:pt x="188" y="153"/>
                      </a:lnTo>
                      <a:lnTo>
                        <a:pt x="190" y="153"/>
                      </a:lnTo>
                      <a:lnTo>
                        <a:pt x="190" y="155"/>
                      </a:lnTo>
                      <a:lnTo>
                        <a:pt x="190" y="153"/>
                      </a:lnTo>
                      <a:lnTo>
                        <a:pt x="192" y="153"/>
                      </a:lnTo>
                      <a:lnTo>
                        <a:pt x="192" y="155"/>
                      </a:lnTo>
                      <a:lnTo>
                        <a:pt x="192" y="153"/>
                      </a:lnTo>
                      <a:lnTo>
                        <a:pt x="192" y="155"/>
                      </a:lnTo>
                      <a:lnTo>
                        <a:pt x="192" y="153"/>
                      </a:lnTo>
                      <a:lnTo>
                        <a:pt x="190" y="153"/>
                      </a:lnTo>
                      <a:lnTo>
                        <a:pt x="192" y="153"/>
                      </a:lnTo>
                      <a:lnTo>
                        <a:pt x="194" y="153"/>
                      </a:lnTo>
                      <a:lnTo>
                        <a:pt x="194" y="155"/>
                      </a:lnTo>
                      <a:lnTo>
                        <a:pt x="196" y="155"/>
                      </a:lnTo>
                      <a:lnTo>
                        <a:pt x="196" y="153"/>
                      </a:lnTo>
                      <a:lnTo>
                        <a:pt x="196" y="155"/>
                      </a:lnTo>
                      <a:lnTo>
                        <a:pt x="197" y="155"/>
                      </a:lnTo>
                      <a:lnTo>
                        <a:pt x="196" y="155"/>
                      </a:lnTo>
                      <a:lnTo>
                        <a:pt x="196" y="153"/>
                      </a:lnTo>
                      <a:lnTo>
                        <a:pt x="197" y="153"/>
                      </a:lnTo>
                      <a:lnTo>
                        <a:pt x="197" y="155"/>
                      </a:lnTo>
                      <a:lnTo>
                        <a:pt x="199" y="155"/>
                      </a:lnTo>
                      <a:lnTo>
                        <a:pt x="199" y="153"/>
                      </a:lnTo>
                      <a:lnTo>
                        <a:pt x="201" y="155"/>
                      </a:lnTo>
                      <a:lnTo>
                        <a:pt x="201" y="157"/>
                      </a:lnTo>
                      <a:lnTo>
                        <a:pt x="201" y="155"/>
                      </a:lnTo>
                      <a:lnTo>
                        <a:pt x="203" y="155"/>
                      </a:lnTo>
                      <a:lnTo>
                        <a:pt x="203" y="157"/>
                      </a:lnTo>
                      <a:lnTo>
                        <a:pt x="205" y="157"/>
                      </a:lnTo>
                      <a:lnTo>
                        <a:pt x="205" y="159"/>
                      </a:lnTo>
                      <a:lnTo>
                        <a:pt x="205" y="157"/>
                      </a:lnTo>
                      <a:lnTo>
                        <a:pt x="205" y="159"/>
                      </a:lnTo>
                      <a:lnTo>
                        <a:pt x="205" y="157"/>
                      </a:lnTo>
                      <a:lnTo>
                        <a:pt x="205" y="159"/>
                      </a:lnTo>
                      <a:lnTo>
                        <a:pt x="203" y="159"/>
                      </a:lnTo>
                      <a:lnTo>
                        <a:pt x="205" y="159"/>
                      </a:lnTo>
                      <a:lnTo>
                        <a:pt x="207" y="159"/>
                      </a:lnTo>
                      <a:lnTo>
                        <a:pt x="205" y="159"/>
                      </a:lnTo>
                      <a:lnTo>
                        <a:pt x="207" y="159"/>
                      </a:lnTo>
                      <a:lnTo>
                        <a:pt x="207" y="161"/>
                      </a:lnTo>
                      <a:lnTo>
                        <a:pt x="208" y="161"/>
                      </a:lnTo>
                      <a:lnTo>
                        <a:pt x="208" y="162"/>
                      </a:lnTo>
                      <a:lnTo>
                        <a:pt x="207" y="162"/>
                      </a:lnTo>
                      <a:lnTo>
                        <a:pt x="208" y="162"/>
                      </a:lnTo>
                      <a:lnTo>
                        <a:pt x="207" y="162"/>
                      </a:lnTo>
                      <a:lnTo>
                        <a:pt x="208" y="162"/>
                      </a:lnTo>
                      <a:lnTo>
                        <a:pt x="210" y="162"/>
                      </a:lnTo>
                      <a:lnTo>
                        <a:pt x="208" y="164"/>
                      </a:lnTo>
                      <a:lnTo>
                        <a:pt x="210" y="164"/>
                      </a:lnTo>
                      <a:lnTo>
                        <a:pt x="210" y="166"/>
                      </a:lnTo>
                      <a:lnTo>
                        <a:pt x="212" y="166"/>
                      </a:lnTo>
                      <a:lnTo>
                        <a:pt x="210" y="168"/>
                      </a:lnTo>
                      <a:lnTo>
                        <a:pt x="212" y="168"/>
                      </a:lnTo>
                      <a:lnTo>
                        <a:pt x="212" y="170"/>
                      </a:lnTo>
                      <a:lnTo>
                        <a:pt x="210" y="170"/>
                      </a:lnTo>
                      <a:lnTo>
                        <a:pt x="210" y="172"/>
                      </a:lnTo>
                      <a:lnTo>
                        <a:pt x="210" y="173"/>
                      </a:lnTo>
                      <a:lnTo>
                        <a:pt x="210" y="175"/>
                      </a:lnTo>
                      <a:lnTo>
                        <a:pt x="212" y="175"/>
                      </a:lnTo>
                      <a:lnTo>
                        <a:pt x="212" y="177"/>
                      </a:lnTo>
                      <a:lnTo>
                        <a:pt x="210" y="177"/>
                      </a:lnTo>
                      <a:lnTo>
                        <a:pt x="212" y="177"/>
                      </a:lnTo>
                      <a:lnTo>
                        <a:pt x="212" y="175"/>
                      </a:lnTo>
                      <a:lnTo>
                        <a:pt x="214" y="175"/>
                      </a:lnTo>
                      <a:lnTo>
                        <a:pt x="216" y="175"/>
                      </a:lnTo>
                      <a:lnTo>
                        <a:pt x="218" y="175"/>
                      </a:lnTo>
                      <a:lnTo>
                        <a:pt x="218" y="173"/>
                      </a:lnTo>
                      <a:lnTo>
                        <a:pt x="219" y="173"/>
                      </a:lnTo>
                      <a:lnTo>
                        <a:pt x="218" y="173"/>
                      </a:lnTo>
                      <a:lnTo>
                        <a:pt x="219" y="173"/>
                      </a:lnTo>
                      <a:lnTo>
                        <a:pt x="219" y="172"/>
                      </a:lnTo>
                      <a:lnTo>
                        <a:pt x="219" y="170"/>
                      </a:lnTo>
                      <a:lnTo>
                        <a:pt x="218" y="170"/>
                      </a:lnTo>
                      <a:lnTo>
                        <a:pt x="219" y="170"/>
                      </a:lnTo>
                      <a:lnTo>
                        <a:pt x="218" y="170"/>
                      </a:lnTo>
                      <a:lnTo>
                        <a:pt x="219" y="170"/>
                      </a:lnTo>
                      <a:lnTo>
                        <a:pt x="219" y="168"/>
                      </a:lnTo>
                      <a:lnTo>
                        <a:pt x="221" y="168"/>
                      </a:lnTo>
                      <a:lnTo>
                        <a:pt x="221" y="166"/>
                      </a:lnTo>
                      <a:lnTo>
                        <a:pt x="219" y="166"/>
                      </a:lnTo>
                      <a:lnTo>
                        <a:pt x="219" y="168"/>
                      </a:lnTo>
                      <a:lnTo>
                        <a:pt x="219" y="166"/>
                      </a:lnTo>
                      <a:lnTo>
                        <a:pt x="219" y="168"/>
                      </a:lnTo>
                      <a:lnTo>
                        <a:pt x="218" y="168"/>
                      </a:lnTo>
                      <a:lnTo>
                        <a:pt x="218" y="166"/>
                      </a:lnTo>
                      <a:lnTo>
                        <a:pt x="218" y="168"/>
                      </a:lnTo>
                      <a:lnTo>
                        <a:pt x="218" y="166"/>
                      </a:lnTo>
                      <a:lnTo>
                        <a:pt x="218" y="168"/>
                      </a:lnTo>
                      <a:lnTo>
                        <a:pt x="218" y="166"/>
                      </a:lnTo>
                      <a:lnTo>
                        <a:pt x="216" y="166"/>
                      </a:lnTo>
                      <a:lnTo>
                        <a:pt x="218" y="166"/>
                      </a:lnTo>
                      <a:lnTo>
                        <a:pt x="216" y="166"/>
                      </a:lnTo>
                      <a:lnTo>
                        <a:pt x="218" y="166"/>
                      </a:lnTo>
                      <a:lnTo>
                        <a:pt x="218" y="164"/>
                      </a:lnTo>
                      <a:lnTo>
                        <a:pt x="216" y="164"/>
                      </a:lnTo>
                      <a:lnTo>
                        <a:pt x="218" y="164"/>
                      </a:lnTo>
                      <a:lnTo>
                        <a:pt x="218" y="162"/>
                      </a:lnTo>
                      <a:lnTo>
                        <a:pt x="219" y="162"/>
                      </a:lnTo>
                      <a:lnTo>
                        <a:pt x="219" y="164"/>
                      </a:lnTo>
                      <a:lnTo>
                        <a:pt x="219" y="162"/>
                      </a:lnTo>
                      <a:lnTo>
                        <a:pt x="221" y="162"/>
                      </a:lnTo>
                      <a:lnTo>
                        <a:pt x="219" y="162"/>
                      </a:lnTo>
                      <a:lnTo>
                        <a:pt x="221" y="162"/>
                      </a:lnTo>
                      <a:lnTo>
                        <a:pt x="221" y="164"/>
                      </a:lnTo>
                      <a:lnTo>
                        <a:pt x="221" y="166"/>
                      </a:lnTo>
                      <a:lnTo>
                        <a:pt x="221" y="164"/>
                      </a:lnTo>
                      <a:lnTo>
                        <a:pt x="223" y="164"/>
                      </a:lnTo>
                      <a:lnTo>
                        <a:pt x="221" y="164"/>
                      </a:lnTo>
                      <a:lnTo>
                        <a:pt x="223" y="164"/>
                      </a:lnTo>
                      <a:lnTo>
                        <a:pt x="221" y="166"/>
                      </a:lnTo>
                      <a:lnTo>
                        <a:pt x="223" y="166"/>
                      </a:lnTo>
                      <a:lnTo>
                        <a:pt x="223" y="168"/>
                      </a:lnTo>
                      <a:lnTo>
                        <a:pt x="223" y="170"/>
                      </a:lnTo>
                      <a:lnTo>
                        <a:pt x="223" y="168"/>
                      </a:lnTo>
                      <a:lnTo>
                        <a:pt x="225" y="168"/>
                      </a:lnTo>
                      <a:lnTo>
                        <a:pt x="225" y="166"/>
                      </a:lnTo>
                      <a:lnTo>
                        <a:pt x="225" y="168"/>
                      </a:lnTo>
                      <a:lnTo>
                        <a:pt x="225" y="166"/>
                      </a:lnTo>
                      <a:lnTo>
                        <a:pt x="225" y="168"/>
                      </a:lnTo>
                      <a:lnTo>
                        <a:pt x="227" y="168"/>
                      </a:lnTo>
                      <a:lnTo>
                        <a:pt x="225" y="168"/>
                      </a:lnTo>
                      <a:lnTo>
                        <a:pt x="227" y="168"/>
                      </a:lnTo>
                      <a:lnTo>
                        <a:pt x="225" y="168"/>
                      </a:lnTo>
                      <a:lnTo>
                        <a:pt x="227" y="168"/>
                      </a:lnTo>
                      <a:lnTo>
                        <a:pt x="227" y="170"/>
                      </a:lnTo>
                      <a:lnTo>
                        <a:pt x="228" y="170"/>
                      </a:lnTo>
                      <a:lnTo>
                        <a:pt x="228" y="168"/>
                      </a:lnTo>
                      <a:lnTo>
                        <a:pt x="227" y="168"/>
                      </a:lnTo>
                      <a:lnTo>
                        <a:pt x="228" y="168"/>
                      </a:lnTo>
                      <a:lnTo>
                        <a:pt x="227" y="168"/>
                      </a:lnTo>
                      <a:lnTo>
                        <a:pt x="228" y="168"/>
                      </a:lnTo>
                      <a:lnTo>
                        <a:pt x="228" y="170"/>
                      </a:lnTo>
                      <a:lnTo>
                        <a:pt x="228" y="168"/>
                      </a:lnTo>
                      <a:lnTo>
                        <a:pt x="230" y="168"/>
                      </a:lnTo>
                      <a:lnTo>
                        <a:pt x="230" y="170"/>
                      </a:lnTo>
                      <a:lnTo>
                        <a:pt x="228" y="170"/>
                      </a:lnTo>
                      <a:lnTo>
                        <a:pt x="230" y="170"/>
                      </a:lnTo>
                      <a:lnTo>
                        <a:pt x="228" y="170"/>
                      </a:lnTo>
                      <a:lnTo>
                        <a:pt x="230" y="170"/>
                      </a:lnTo>
                      <a:lnTo>
                        <a:pt x="232" y="170"/>
                      </a:lnTo>
                      <a:lnTo>
                        <a:pt x="234" y="170"/>
                      </a:lnTo>
                      <a:lnTo>
                        <a:pt x="234" y="168"/>
                      </a:lnTo>
                      <a:lnTo>
                        <a:pt x="234" y="170"/>
                      </a:lnTo>
                      <a:lnTo>
                        <a:pt x="236" y="170"/>
                      </a:lnTo>
                      <a:lnTo>
                        <a:pt x="236" y="172"/>
                      </a:lnTo>
                      <a:lnTo>
                        <a:pt x="236" y="170"/>
                      </a:lnTo>
                      <a:lnTo>
                        <a:pt x="236" y="172"/>
                      </a:lnTo>
                      <a:lnTo>
                        <a:pt x="238" y="172"/>
                      </a:lnTo>
                      <a:lnTo>
                        <a:pt x="239" y="172"/>
                      </a:lnTo>
                      <a:lnTo>
                        <a:pt x="238" y="172"/>
                      </a:lnTo>
                      <a:lnTo>
                        <a:pt x="239" y="172"/>
                      </a:lnTo>
                      <a:lnTo>
                        <a:pt x="239" y="173"/>
                      </a:lnTo>
                      <a:lnTo>
                        <a:pt x="241" y="173"/>
                      </a:lnTo>
                      <a:lnTo>
                        <a:pt x="243" y="173"/>
                      </a:lnTo>
                      <a:lnTo>
                        <a:pt x="241" y="175"/>
                      </a:lnTo>
                      <a:lnTo>
                        <a:pt x="243" y="175"/>
                      </a:lnTo>
                      <a:lnTo>
                        <a:pt x="243" y="173"/>
                      </a:lnTo>
                      <a:lnTo>
                        <a:pt x="243" y="175"/>
                      </a:lnTo>
                      <a:lnTo>
                        <a:pt x="241" y="175"/>
                      </a:lnTo>
                      <a:lnTo>
                        <a:pt x="239" y="175"/>
                      </a:lnTo>
                      <a:lnTo>
                        <a:pt x="238" y="175"/>
                      </a:lnTo>
                      <a:lnTo>
                        <a:pt x="238" y="177"/>
                      </a:lnTo>
                      <a:lnTo>
                        <a:pt x="236" y="177"/>
                      </a:lnTo>
                      <a:lnTo>
                        <a:pt x="236" y="175"/>
                      </a:lnTo>
                      <a:lnTo>
                        <a:pt x="234" y="177"/>
                      </a:lnTo>
                      <a:lnTo>
                        <a:pt x="234" y="175"/>
                      </a:lnTo>
                      <a:lnTo>
                        <a:pt x="232" y="175"/>
                      </a:lnTo>
                      <a:lnTo>
                        <a:pt x="230" y="175"/>
                      </a:lnTo>
                      <a:lnTo>
                        <a:pt x="228" y="175"/>
                      </a:lnTo>
                      <a:lnTo>
                        <a:pt x="228" y="177"/>
                      </a:lnTo>
                      <a:lnTo>
                        <a:pt x="228" y="179"/>
                      </a:lnTo>
                      <a:lnTo>
                        <a:pt x="227" y="179"/>
                      </a:lnTo>
                      <a:lnTo>
                        <a:pt x="228" y="179"/>
                      </a:lnTo>
                      <a:lnTo>
                        <a:pt x="228" y="181"/>
                      </a:lnTo>
                      <a:lnTo>
                        <a:pt x="227" y="179"/>
                      </a:lnTo>
                      <a:lnTo>
                        <a:pt x="227" y="181"/>
                      </a:lnTo>
                      <a:lnTo>
                        <a:pt x="228" y="181"/>
                      </a:lnTo>
                      <a:lnTo>
                        <a:pt x="227" y="181"/>
                      </a:lnTo>
                      <a:lnTo>
                        <a:pt x="228" y="181"/>
                      </a:lnTo>
                      <a:lnTo>
                        <a:pt x="228" y="183"/>
                      </a:lnTo>
                      <a:lnTo>
                        <a:pt x="228" y="181"/>
                      </a:lnTo>
                      <a:lnTo>
                        <a:pt x="228" y="183"/>
                      </a:lnTo>
                      <a:lnTo>
                        <a:pt x="230" y="183"/>
                      </a:lnTo>
                      <a:lnTo>
                        <a:pt x="230" y="184"/>
                      </a:lnTo>
                      <a:lnTo>
                        <a:pt x="232" y="184"/>
                      </a:lnTo>
                      <a:lnTo>
                        <a:pt x="234" y="186"/>
                      </a:lnTo>
                      <a:lnTo>
                        <a:pt x="234" y="188"/>
                      </a:lnTo>
                      <a:lnTo>
                        <a:pt x="234" y="190"/>
                      </a:lnTo>
                      <a:lnTo>
                        <a:pt x="236" y="190"/>
                      </a:lnTo>
                      <a:lnTo>
                        <a:pt x="236" y="192"/>
                      </a:lnTo>
                      <a:lnTo>
                        <a:pt x="238" y="190"/>
                      </a:lnTo>
                      <a:lnTo>
                        <a:pt x="238" y="192"/>
                      </a:lnTo>
                      <a:lnTo>
                        <a:pt x="238" y="194"/>
                      </a:lnTo>
                      <a:lnTo>
                        <a:pt x="238" y="192"/>
                      </a:lnTo>
                      <a:lnTo>
                        <a:pt x="239" y="192"/>
                      </a:lnTo>
                      <a:lnTo>
                        <a:pt x="238" y="192"/>
                      </a:lnTo>
                      <a:lnTo>
                        <a:pt x="239" y="192"/>
                      </a:lnTo>
                      <a:lnTo>
                        <a:pt x="239" y="194"/>
                      </a:lnTo>
                      <a:lnTo>
                        <a:pt x="238" y="194"/>
                      </a:lnTo>
                      <a:lnTo>
                        <a:pt x="236" y="194"/>
                      </a:lnTo>
                      <a:lnTo>
                        <a:pt x="236" y="195"/>
                      </a:lnTo>
                      <a:lnTo>
                        <a:pt x="236" y="197"/>
                      </a:lnTo>
                      <a:lnTo>
                        <a:pt x="236" y="199"/>
                      </a:lnTo>
                      <a:lnTo>
                        <a:pt x="238" y="199"/>
                      </a:lnTo>
                      <a:lnTo>
                        <a:pt x="238" y="197"/>
                      </a:lnTo>
                      <a:lnTo>
                        <a:pt x="239" y="197"/>
                      </a:lnTo>
                      <a:lnTo>
                        <a:pt x="241" y="197"/>
                      </a:lnTo>
                      <a:lnTo>
                        <a:pt x="243" y="197"/>
                      </a:lnTo>
                      <a:lnTo>
                        <a:pt x="243" y="199"/>
                      </a:lnTo>
                      <a:lnTo>
                        <a:pt x="245" y="199"/>
                      </a:lnTo>
                      <a:lnTo>
                        <a:pt x="245" y="201"/>
                      </a:lnTo>
                      <a:lnTo>
                        <a:pt x="247" y="201"/>
                      </a:lnTo>
                      <a:lnTo>
                        <a:pt x="249" y="201"/>
                      </a:lnTo>
                      <a:lnTo>
                        <a:pt x="249" y="199"/>
                      </a:lnTo>
                      <a:lnTo>
                        <a:pt x="250" y="199"/>
                      </a:lnTo>
                      <a:lnTo>
                        <a:pt x="250" y="201"/>
                      </a:lnTo>
                      <a:lnTo>
                        <a:pt x="249" y="201"/>
                      </a:lnTo>
                      <a:lnTo>
                        <a:pt x="249" y="203"/>
                      </a:lnTo>
                      <a:lnTo>
                        <a:pt x="249" y="204"/>
                      </a:lnTo>
                      <a:lnTo>
                        <a:pt x="249" y="206"/>
                      </a:lnTo>
                      <a:lnTo>
                        <a:pt x="250" y="206"/>
                      </a:lnTo>
                      <a:lnTo>
                        <a:pt x="249" y="206"/>
                      </a:lnTo>
                      <a:lnTo>
                        <a:pt x="249" y="208"/>
                      </a:lnTo>
                      <a:lnTo>
                        <a:pt x="250" y="208"/>
                      </a:lnTo>
                      <a:lnTo>
                        <a:pt x="249" y="208"/>
                      </a:lnTo>
                      <a:lnTo>
                        <a:pt x="250" y="208"/>
                      </a:lnTo>
                      <a:lnTo>
                        <a:pt x="249" y="208"/>
                      </a:lnTo>
                      <a:lnTo>
                        <a:pt x="249" y="210"/>
                      </a:lnTo>
                      <a:lnTo>
                        <a:pt x="249" y="212"/>
                      </a:lnTo>
                      <a:lnTo>
                        <a:pt x="249" y="214"/>
                      </a:lnTo>
                      <a:lnTo>
                        <a:pt x="247" y="214"/>
                      </a:lnTo>
                      <a:lnTo>
                        <a:pt x="247" y="215"/>
                      </a:lnTo>
                      <a:lnTo>
                        <a:pt x="249" y="215"/>
                      </a:lnTo>
                      <a:lnTo>
                        <a:pt x="247" y="215"/>
                      </a:lnTo>
                      <a:lnTo>
                        <a:pt x="247" y="217"/>
                      </a:lnTo>
                      <a:lnTo>
                        <a:pt x="245" y="217"/>
                      </a:lnTo>
                      <a:lnTo>
                        <a:pt x="243" y="217"/>
                      </a:lnTo>
                      <a:lnTo>
                        <a:pt x="243" y="215"/>
                      </a:lnTo>
                      <a:lnTo>
                        <a:pt x="241" y="215"/>
                      </a:lnTo>
                      <a:lnTo>
                        <a:pt x="241" y="214"/>
                      </a:lnTo>
                      <a:lnTo>
                        <a:pt x="239" y="214"/>
                      </a:lnTo>
                      <a:lnTo>
                        <a:pt x="239" y="212"/>
                      </a:lnTo>
                      <a:lnTo>
                        <a:pt x="238" y="210"/>
                      </a:lnTo>
                      <a:lnTo>
                        <a:pt x="238" y="208"/>
                      </a:lnTo>
                      <a:lnTo>
                        <a:pt x="239" y="208"/>
                      </a:lnTo>
                      <a:lnTo>
                        <a:pt x="238" y="208"/>
                      </a:lnTo>
                      <a:lnTo>
                        <a:pt x="238" y="206"/>
                      </a:lnTo>
                      <a:lnTo>
                        <a:pt x="238" y="208"/>
                      </a:lnTo>
                      <a:lnTo>
                        <a:pt x="238" y="206"/>
                      </a:lnTo>
                      <a:lnTo>
                        <a:pt x="239" y="206"/>
                      </a:lnTo>
                      <a:lnTo>
                        <a:pt x="238" y="206"/>
                      </a:lnTo>
                      <a:lnTo>
                        <a:pt x="239" y="206"/>
                      </a:lnTo>
                      <a:lnTo>
                        <a:pt x="241" y="206"/>
                      </a:lnTo>
                      <a:lnTo>
                        <a:pt x="243" y="206"/>
                      </a:lnTo>
                      <a:lnTo>
                        <a:pt x="245" y="206"/>
                      </a:lnTo>
                      <a:lnTo>
                        <a:pt x="245" y="204"/>
                      </a:lnTo>
                      <a:lnTo>
                        <a:pt x="245" y="203"/>
                      </a:lnTo>
                      <a:lnTo>
                        <a:pt x="243" y="203"/>
                      </a:lnTo>
                      <a:lnTo>
                        <a:pt x="241" y="203"/>
                      </a:lnTo>
                      <a:lnTo>
                        <a:pt x="239" y="203"/>
                      </a:lnTo>
                      <a:lnTo>
                        <a:pt x="239" y="204"/>
                      </a:lnTo>
                      <a:lnTo>
                        <a:pt x="238" y="204"/>
                      </a:lnTo>
                      <a:lnTo>
                        <a:pt x="238" y="206"/>
                      </a:lnTo>
                      <a:lnTo>
                        <a:pt x="238" y="204"/>
                      </a:lnTo>
                      <a:lnTo>
                        <a:pt x="238" y="206"/>
                      </a:lnTo>
                      <a:lnTo>
                        <a:pt x="236" y="206"/>
                      </a:lnTo>
                      <a:lnTo>
                        <a:pt x="234" y="206"/>
                      </a:lnTo>
                      <a:lnTo>
                        <a:pt x="234" y="204"/>
                      </a:lnTo>
                      <a:lnTo>
                        <a:pt x="234" y="206"/>
                      </a:lnTo>
                      <a:lnTo>
                        <a:pt x="232" y="204"/>
                      </a:lnTo>
                      <a:lnTo>
                        <a:pt x="234" y="204"/>
                      </a:lnTo>
                      <a:lnTo>
                        <a:pt x="232" y="204"/>
                      </a:lnTo>
                      <a:lnTo>
                        <a:pt x="232" y="206"/>
                      </a:lnTo>
                      <a:lnTo>
                        <a:pt x="234" y="206"/>
                      </a:lnTo>
                      <a:lnTo>
                        <a:pt x="232" y="206"/>
                      </a:lnTo>
                      <a:lnTo>
                        <a:pt x="232" y="204"/>
                      </a:lnTo>
                      <a:lnTo>
                        <a:pt x="234" y="204"/>
                      </a:lnTo>
                      <a:lnTo>
                        <a:pt x="232" y="204"/>
                      </a:lnTo>
                      <a:lnTo>
                        <a:pt x="234" y="204"/>
                      </a:lnTo>
                      <a:lnTo>
                        <a:pt x="234" y="203"/>
                      </a:lnTo>
                      <a:lnTo>
                        <a:pt x="234" y="204"/>
                      </a:lnTo>
                      <a:lnTo>
                        <a:pt x="232" y="203"/>
                      </a:lnTo>
                      <a:lnTo>
                        <a:pt x="234" y="203"/>
                      </a:lnTo>
                      <a:lnTo>
                        <a:pt x="232" y="203"/>
                      </a:lnTo>
                      <a:lnTo>
                        <a:pt x="234" y="204"/>
                      </a:lnTo>
                      <a:lnTo>
                        <a:pt x="232" y="204"/>
                      </a:lnTo>
                      <a:lnTo>
                        <a:pt x="232" y="206"/>
                      </a:lnTo>
                      <a:lnTo>
                        <a:pt x="230" y="206"/>
                      </a:lnTo>
                      <a:lnTo>
                        <a:pt x="230" y="204"/>
                      </a:lnTo>
                      <a:lnTo>
                        <a:pt x="228" y="204"/>
                      </a:lnTo>
                      <a:lnTo>
                        <a:pt x="228" y="203"/>
                      </a:lnTo>
                      <a:lnTo>
                        <a:pt x="227" y="203"/>
                      </a:lnTo>
                      <a:lnTo>
                        <a:pt x="227" y="204"/>
                      </a:lnTo>
                      <a:lnTo>
                        <a:pt x="227" y="203"/>
                      </a:lnTo>
                      <a:lnTo>
                        <a:pt x="225" y="203"/>
                      </a:lnTo>
                      <a:lnTo>
                        <a:pt x="225" y="201"/>
                      </a:lnTo>
                      <a:lnTo>
                        <a:pt x="223" y="201"/>
                      </a:lnTo>
                      <a:lnTo>
                        <a:pt x="223" y="199"/>
                      </a:lnTo>
                      <a:lnTo>
                        <a:pt x="223" y="201"/>
                      </a:lnTo>
                      <a:lnTo>
                        <a:pt x="221" y="201"/>
                      </a:lnTo>
                      <a:lnTo>
                        <a:pt x="219" y="201"/>
                      </a:lnTo>
                      <a:lnTo>
                        <a:pt x="219" y="199"/>
                      </a:lnTo>
                      <a:lnTo>
                        <a:pt x="218" y="199"/>
                      </a:lnTo>
                      <a:lnTo>
                        <a:pt x="219" y="199"/>
                      </a:lnTo>
                      <a:lnTo>
                        <a:pt x="219" y="197"/>
                      </a:lnTo>
                      <a:lnTo>
                        <a:pt x="219" y="195"/>
                      </a:lnTo>
                      <a:lnTo>
                        <a:pt x="219" y="194"/>
                      </a:lnTo>
                      <a:lnTo>
                        <a:pt x="219" y="192"/>
                      </a:lnTo>
                      <a:lnTo>
                        <a:pt x="218" y="192"/>
                      </a:lnTo>
                      <a:lnTo>
                        <a:pt x="216" y="190"/>
                      </a:lnTo>
                      <a:lnTo>
                        <a:pt x="216" y="188"/>
                      </a:lnTo>
                      <a:lnTo>
                        <a:pt x="216" y="186"/>
                      </a:lnTo>
                      <a:lnTo>
                        <a:pt x="214" y="186"/>
                      </a:lnTo>
                      <a:lnTo>
                        <a:pt x="214" y="184"/>
                      </a:lnTo>
                      <a:lnTo>
                        <a:pt x="212" y="184"/>
                      </a:lnTo>
                      <a:lnTo>
                        <a:pt x="210" y="184"/>
                      </a:lnTo>
                      <a:lnTo>
                        <a:pt x="210" y="183"/>
                      </a:lnTo>
                      <a:lnTo>
                        <a:pt x="210" y="184"/>
                      </a:lnTo>
                      <a:lnTo>
                        <a:pt x="210" y="183"/>
                      </a:lnTo>
                      <a:lnTo>
                        <a:pt x="208" y="183"/>
                      </a:lnTo>
                      <a:lnTo>
                        <a:pt x="207" y="183"/>
                      </a:lnTo>
                      <a:lnTo>
                        <a:pt x="205" y="181"/>
                      </a:lnTo>
                      <a:lnTo>
                        <a:pt x="203" y="181"/>
                      </a:lnTo>
                      <a:lnTo>
                        <a:pt x="203" y="179"/>
                      </a:lnTo>
                      <a:lnTo>
                        <a:pt x="201" y="179"/>
                      </a:lnTo>
                      <a:lnTo>
                        <a:pt x="203" y="177"/>
                      </a:lnTo>
                      <a:lnTo>
                        <a:pt x="203" y="175"/>
                      </a:lnTo>
                      <a:lnTo>
                        <a:pt x="201" y="175"/>
                      </a:lnTo>
                      <a:lnTo>
                        <a:pt x="201" y="173"/>
                      </a:lnTo>
                      <a:lnTo>
                        <a:pt x="199" y="173"/>
                      </a:lnTo>
                      <a:lnTo>
                        <a:pt x="201" y="173"/>
                      </a:lnTo>
                      <a:lnTo>
                        <a:pt x="199" y="173"/>
                      </a:lnTo>
                      <a:lnTo>
                        <a:pt x="199" y="172"/>
                      </a:lnTo>
                      <a:lnTo>
                        <a:pt x="197" y="172"/>
                      </a:lnTo>
                      <a:lnTo>
                        <a:pt x="199" y="172"/>
                      </a:lnTo>
                      <a:lnTo>
                        <a:pt x="197" y="172"/>
                      </a:lnTo>
                      <a:lnTo>
                        <a:pt x="197" y="173"/>
                      </a:lnTo>
                      <a:lnTo>
                        <a:pt x="197" y="172"/>
                      </a:lnTo>
                      <a:lnTo>
                        <a:pt x="196" y="172"/>
                      </a:lnTo>
                      <a:lnTo>
                        <a:pt x="196" y="170"/>
                      </a:lnTo>
                      <a:lnTo>
                        <a:pt x="194" y="170"/>
                      </a:lnTo>
                      <a:lnTo>
                        <a:pt x="192" y="170"/>
                      </a:lnTo>
                      <a:lnTo>
                        <a:pt x="192" y="168"/>
                      </a:lnTo>
                      <a:lnTo>
                        <a:pt x="192" y="170"/>
                      </a:lnTo>
                      <a:lnTo>
                        <a:pt x="192" y="168"/>
                      </a:lnTo>
                      <a:lnTo>
                        <a:pt x="192" y="170"/>
                      </a:lnTo>
                      <a:lnTo>
                        <a:pt x="194" y="170"/>
                      </a:lnTo>
                      <a:lnTo>
                        <a:pt x="194" y="168"/>
                      </a:lnTo>
                      <a:lnTo>
                        <a:pt x="194" y="170"/>
                      </a:lnTo>
                      <a:lnTo>
                        <a:pt x="192" y="168"/>
                      </a:lnTo>
                      <a:lnTo>
                        <a:pt x="194" y="168"/>
                      </a:lnTo>
                      <a:lnTo>
                        <a:pt x="192" y="168"/>
                      </a:lnTo>
                      <a:lnTo>
                        <a:pt x="192" y="166"/>
                      </a:lnTo>
                      <a:lnTo>
                        <a:pt x="192" y="168"/>
                      </a:lnTo>
                      <a:lnTo>
                        <a:pt x="190" y="168"/>
                      </a:lnTo>
                      <a:lnTo>
                        <a:pt x="188" y="168"/>
                      </a:lnTo>
                      <a:lnTo>
                        <a:pt x="187" y="168"/>
                      </a:lnTo>
                      <a:lnTo>
                        <a:pt x="187" y="166"/>
                      </a:lnTo>
                      <a:lnTo>
                        <a:pt x="187" y="168"/>
                      </a:lnTo>
                      <a:lnTo>
                        <a:pt x="188" y="168"/>
                      </a:lnTo>
                      <a:lnTo>
                        <a:pt x="188" y="170"/>
                      </a:lnTo>
                      <a:lnTo>
                        <a:pt x="190" y="170"/>
                      </a:lnTo>
                      <a:lnTo>
                        <a:pt x="190" y="172"/>
                      </a:lnTo>
                      <a:lnTo>
                        <a:pt x="192" y="172"/>
                      </a:lnTo>
                      <a:lnTo>
                        <a:pt x="190" y="172"/>
                      </a:lnTo>
                      <a:lnTo>
                        <a:pt x="190" y="173"/>
                      </a:lnTo>
                      <a:lnTo>
                        <a:pt x="190" y="175"/>
                      </a:lnTo>
                      <a:lnTo>
                        <a:pt x="192" y="175"/>
                      </a:lnTo>
                      <a:lnTo>
                        <a:pt x="190" y="175"/>
                      </a:lnTo>
                      <a:lnTo>
                        <a:pt x="190" y="177"/>
                      </a:lnTo>
                      <a:lnTo>
                        <a:pt x="190" y="179"/>
                      </a:lnTo>
                      <a:lnTo>
                        <a:pt x="192" y="179"/>
                      </a:lnTo>
                      <a:lnTo>
                        <a:pt x="192" y="181"/>
                      </a:lnTo>
                      <a:lnTo>
                        <a:pt x="194" y="181"/>
                      </a:lnTo>
                      <a:lnTo>
                        <a:pt x="194" y="183"/>
                      </a:lnTo>
                      <a:lnTo>
                        <a:pt x="196" y="183"/>
                      </a:lnTo>
                      <a:lnTo>
                        <a:pt x="194" y="183"/>
                      </a:lnTo>
                      <a:lnTo>
                        <a:pt x="194" y="181"/>
                      </a:lnTo>
                      <a:lnTo>
                        <a:pt x="192" y="181"/>
                      </a:lnTo>
                      <a:lnTo>
                        <a:pt x="192" y="183"/>
                      </a:lnTo>
                      <a:lnTo>
                        <a:pt x="194" y="183"/>
                      </a:lnTo>
                      <a:lnTo>
                        <a:pt x="194" y="184"/>
                      </a:lnTo>
                      <a:lnTo>
                        <a:pt x="196" y="184"/>
                      </a:lnTo>
                      <a:lnTo>
                        <a:pt x="196" y="186"/>
                      </a:lnTo>
                      <a:lnTo>
                        <a:pt x="196" y="188"/>
                      </a:lnTo>
                      <a:lnTo>
                        <a:pt x="197" y="188"/>
                      </a:lnTo>
                      <a:lnTo>
                        <a:pt x="196" y="190"/>
                      </a:lnTo>
                      <a:lnTo>
                        <a:pt x="197" y="190"/>
                      </a:lnTo>
                      <a:lnTo>
                        <a:pt x="197" y="192"/>
                      </a:lnTo>
                      <a:lnTo>
                        <a:pt x="197" y="194"/>
                      </a:lnTo>
                      <a:lnTo>
                        <a:pt x="196" y="194"/>
                      </a:lnTo>
                      <a:lnTo>
                        <a:pt x="196" y="195"/>
                      </a:lnTo>
                      <a:lnTo>
                        <a:pt x="194" y="195"/>
                      </a:lnTo>
                      <a:lnTo>
                        <a:pt x="192" y="195"/>
                      </a:lnTo>
                      <a:lnTo>
                        <a:pt x="192" y="194"/>
                      </a:lnTo>
                      <a:lnTo>
                        <a:pt x="190" y="194"/>
                      </a:lnTo>
                      <a:lnTo>
                        <a:pt x="190" y="192"/>
                      </a:lnTo>
                      <a:lnTo>
                        <a:pt x="192" y="192"/>
                      </a:lnTo>
                      <a:lnTo>
                        <a:pt x="190" y="192"/>
                      </a:lnTo>
                      <a:lnTo>
                        <a:pt x="190" y="190"/>
                      </a:lnTo>
                      <a:lnTo>
                        <a:pt x="192" y="190"/>
                      </a:lnTo>
                      <a:lnTo>
                        <a:pt x="190" y="190"/>
                      </a:lnTo>
                      <a:lnTo>
                        <a:pt x="192" y="190"/>
                      </a:lnTo>
                      <a:lnTo>
                        <a:pt x="190" y="190"/>
                      </a:lnTo>
                      <a:lnTo>
                        <a:pt x="190" y="188"/>
                      </a:lnTo>
                      <a:lnTo>
                        <a:pt x="190" y="186"/>
                      </a:lnTo>
                      <a:lnTo>
                        <a:pt x="188" y="186"/>
                      </a:lnTo>
                      <a:lnTo>
                        <a:pt x="188" y="184"/>
                      </a:lnTo>
                      <a:lnTo>
                        <a:pt x="187" y="184"/>
                      </a:lnTo>
                      <a:lnTo>
                        <a:pt x="187" y="183"/>
                      </a:lnTo>
                      <a:lnTo>
                        <a:pt x="185" y="183"/>
                      </a:lnTo>
                      <a:lnTo>
                        <a:pt x="185" y="181"/>
                      </a:lnTo>
                      <a:lnTo>
                        <a:pt x="183" y="181"/>
                      </a:lnTo>
                      <a:lnTo>
                        <a:pt x="181" y="181"/>
                      </a:lnTo>
                      <a:lnTo>
                        <a:pt x="183" y="181"/>
                      </a:lnTo>
                      <a:lnTo>
                        <a:pt x="181" y="179"/>
                      </a:lnTo>
                      <a:lnTo>
                        <a:pt x="181" y="181"/>
                      </a:lnTo>
                      <a:lnTo>
                        <a:pt x="181" y="179"/>
                      </a:lnTo>
                      <a:lnTo>
                        <a:pt x="179" y="179"/>
                      </a:lnTo>
                      <a:lnTo>
                        <a:pt x="179" y="181"/>
                      </a:lnTo>
                      <a:lnTo>
                        <a:pt x="179" y="179"/>
                      </a:lnTo>
                      <a:lnTo>
                        <a:pt x="179" y="177"/>
                      </a:lnTo>
                      <a:lnTo>
                        <a:pt x="177" y="177"/>
                      </a:lnTo>
                      <a:lnTo>
                        <a:pt x="177" y="175"/>
                      </a:lnTo>
                      <a:lnTo>
                        <a:pt x="176" y="173"/>
                      </a:lnTo>
                      <a:lnTo>
                        <a:pt x="174" y="173"/>
                      </a:lnTo>
                      <a:lnTo>
                        <a:pt x="172" y="173"/>
                      </a:lnTo>
                      <a:lnTo>
                        <a:pt x="172" y="172"/>
                      </a:lnTo>
                      <a:lnTo>
                        <a:pt x="172" y="173"/>
                      </a:lnTo>
                      <a:lnTo>
                        <a:pt x="172" y="172"/>
                      </a:lnTo>
                      <a:lnTo>
                        <a:pt x="170" y="172"/>
                      </a:lnTo>
                      <a:lnTo>
                        <a:pt x="168" y="172"/>
                      </a:lnTo>
                      <a:lnTo>
                        <a:pt x="168" y="170"/>
                      </a:lnTo>
                      <a:lnTo>
                        <a:pt x="166" y="170"/>
                      </a:lnTo>
                      <a:lnTo>
                        <a:pt x="166" y="168"/>
                      </a:lnTo>
                      <a:lnTo>
                        <a:pt x="165" y="168"/>
                      </a:lnTo>
                      <a:lnTo>
                        <a:pt x="165" y="166"/>
                      </a:lnTo>
                      <a:lnTo>
                        <a:pt x="163" y="166"/>
                      </a:lnTo>
                      <a:lnTo>
                        <a:pt x="163" y="168"/>
                      </a:lnTo>
                      <a:lnTo>
                        <a:pt x="161" y="166"/>
                      </a:lnTo>
                      <a:lnTo>
                        <a:pt x="161" y="168"/>
                      </a:lnTo>
                      <a:lnTo>
                        <a:pt x="163" y="168"/>
                      </a:lnTo>
                      <a:lnTo>
                        <a:pt x="161" y="168"/>
                      </a:lnTo>
                      <a:lnTo>
                        <a:pt x="159" y="168"/>
                      </a:lnTo>
                      <a:lnTo>
                        <a:pt x="159" y="170"/>
                      </a:lnTo>
                      <a:lnTo>
                        <a:pt x="157" y="170"/>
                      </a:lnTo>
                      <a:lnTo>
                        <a:pt x="159" y="170"/>
                      </a:lnTo>
                      <a:lnTo>
                        <a:pt x="157" y="170"/>
                      </a:lnTo>
                      <a:lnTo>
                        <a:pt x="155" y="170"/>
                      </a:lnTo>
                      <a:lnTo>
                        <a:pt x="155" y="172"/>
                      </a:lnTo>
                      <a:lnTo>
                        <a:pt x="154" y="172"/>
                      </a:lnTo>
                      <a:lnTo>
                        <a:pt x="152" y="172"/>
                      </a:lnTo>
                      <a:lnTo>
                        <a:pt x="154" y="172"/>
                      </a:lnTo>
                      <a:lnTo>
                        <a:pt x="152" y="173"/>
                      </a:lnTo>
                      <a:lnTo>
                        <a:pt x="152" y="175"/>
                      </a:lnTo>
                      <a:lnTo>
                        <a:pt x="152" y="177"/>
                      </a:lnTo>
                      <a:lnTo>
                        <a:pt x="154" y="177"/>
                      </a:lnTo>
                      <a:lnTo>
                        <a:pt x="152" y="177"/>
                      </a:lnTo>
                      <a:lnTo>
                        <a:pt x="150" y="177"/>
                      </a:lnTo>
                      <a:lnTo>
                        <a:pt x="148" y="179"/>
                      </a:lnTo>
                      <a:lnTo>
                        <a:pt x="146" y="181"/>
                      </a:lnTo>
                      <a:lnTo>
                        <a:pt x="146" y="179"/>
                      </a:lnTo>
                      <a:lnTo>
                        <a:pt x="145" y="179"/>
                      </a:lnTo>
                      <a:lnTo>
                        <a:pt x="143" y="179"/>
                      </a:lnTo>
                      <a:lnTo>
                        <a:pt x="141" y="179"/>
                      </a:lnTo>
                      <a:lnTo>
                        <a:pt x="139" y="179"/>
                      </a:lnTo>
                      <a:lnTo>
                        <a:pt x="137" y="179"/>
                      </a:lnTo>
                      <a:lnTo>
                        <a:pt x="139" y="179"/>
                      </a:lnTo>
                      <a:lnTo>
                        <a:pt x="139" y="177"/>
                      </a:lnTo>
                      <a:lnTo>
                        <a:pt x="139" y="175"/>
                      </a:lnTo>
                      <a:lnTo>
                        <a:pt x="137" y="175"/>
                      </a:lnTo>
                      <a:lnTo>
                        <a:pt x="137" y="173"/>
                      </a:lnTo>
                      <a:lnTo>
                        <a:pt x="135" y="173"/>
                      </a:lnTo>
                      <a:lnTo>
                        <a:pt x="135" y="175"/>
                      </a:lnTo>
                      <a:lnTo>
                        <a:pt x="134" y="175"/>
                      </a:lnTo>
                      <a:lnTo>
                        <a:pt x="134" y="177"/>
                      </a:lnTo>
                      <a:lnTo>
                        <a:pt x="132" y="177"/>
                      </a:lnTo>
                      <a:lnTo>
                        <a:pt x="132" y="175"/>
                      </a:lnTo>
                      <a:lnTo>
                        <a:pt x="134" y="175"/>
                      </a:lnTo>
                      <a:lnTo>
                        <a:pt x="134" y="173"/>
                      </a:lnTo>
                      <a:lnTo>
                        <a:pt x="134" y="172"/>
                      </a:lnTo>
                      <a:lnTo>
                        <a:pt x="134" y="170"/>
                      </a:lnTo>
                      <a:lnTo>
                        <a:pt x="132" y="170"/>
                      </a:lnTo>
                      <a:lnTo>
                        <a:pt x="130" y="168"/>
                      </a:lnTo>
                      <a:lnTo>
                        <a:pt x="128" y="168"/>
                      </a:lnTo>
                      <a:lnTo>
                        <a:pt x="126" y="168"/>
                      </a:lnTo>
                      <a:lnTo>
                        <a:pt x="126" y="170"/>
                      </a:lnTo>
                      <a:lnTo>
                        <a:pt x="126" y="172"/>
                      </a:lnTo>
                      <a:lnTo>
                        <a:pt x="124" y="172"/>
                      </a:lnTo>
                      <a:lnTo>
                        <a:pt x="124" y="170"/>
                      </a:lnTo>
                      <a:lnTo>
                        <a:pt x="124" y="172"/>
                      </a:lnTo>
                      <a:lnTo>
                        <a:pt x="124" y="170"/>
                      </a:lnTo>
                      <a:lnTo>
                        <a:pt x="124" y="172"/>
                      </a:lnTo>
                      <a:lnTo>
                        <a:pt x="124" y="173"/>
                      </a:lnTo>
                      <a:lnTo>
                        <a:pt x="123" y="173"/>
                      </a:lnTo>
                      <a:lnTo>
                        <a:pt x="123" y="172"/>
                      </a:lnTo>
                      <a:lnTo>
                        <a:pt x="123" y="173"/>
                      </a:lnTo>
                      <a:lnTo>
                        <a:pt x="123" y="172"/>
                      </a:lnTo>
                      <a:lnTo>
                        <a:pt x="123" y="170"/>
                      </a:lnTo>
                      <a:lnTo>
                        <a:pt x="123" y="168"/>
                      </a:lnTo>
                      <a:lnTo>
                        <a:pt x="123" y="166"/>
                      </a:lnTo>
                      <a:lnTo>
                        <a:pt x="123" y="164"/>
                      </a:lnTo>
                      <a:lnTo>
                        <a:pt x="124" y="164"/>
                      </a:lnTo>
                      <a:lnTo>
                        <a:pt x="123" y="164"/>
                      </a:lnTo>
                      <a:lnTo>
                        <a:pt x="123" y="162"/>
                      </a:lnTo>
                      <a:lnTo>
                        <a:pt x="123" y="161"/>
                      </a:lnTo>
                      <a:lnTo>
                        <a:pt x="123" y="162"/>
                      </a:lnTo>
                      <a:lnTo>
                        <a:pt x="123" y="161"/>
                      </a:lnTo>
                      <a:lnTo>
                        <a:pt x="121" y="161"/>
                      </a:lnTo>
                      <a:lnTo>
                        <a:pt x="123" y="161"/>
                      </a:lnTo>
                      <a:lnTo>
                        <a:pt x="123" y="159"/>
                      </a:lnTo>
                      <a:lnTo>
                        <a:pt x="121" y="159"/>
                      </a:lnTo>
                      <a:lnTo>
                        <a:pt x="123" y="159"/>
                      </a:lnTo>
                      <a:lnTo>
                        <a:pt x="121" y="159"/>
                      </a:lnTo>
                      <a:lnTo>
                        <a:pt x="123" y="159"/>
                      </a:lnTo>
                      <a:lnTo>
                        <a:pt x="123" y="157"/>
                      </a:lnTo>
                      <a:lnTo>
                        <a:pt x="123" y="155"/>
                      </a:lnTo>
                      <a:lnTo>
                        <a:pt x="123" y="157"/>
                      </a:lnTo>
                      <a:lnTo>
                        <a:pt x="124" y="157"/>
                      </a:lnTo>
                      <a:lnTo>
                        <a:pt x="124" y="155"/>
                      </a:lnTo>
                      <a:lnTo>
                        <a:pt x="126" y="155"/>
                      </a:lnTo>
                      <a:lnTo>
                        <a:pt x="128" y="155"/>
                      </a:lnTo>
                      <a:lnTo>
                        <a:pt x="128" y="153"/>
                      </a:lnTo>
                      <a:lnTo>
                        <a:pt x="130" y="153"/>
                      </a:lnTo>
                      <a:lnTo>
                        <a:pt x="130" y="151"/>
                      </a:lnTo>
                      <a:lnTo>
                        <a:pt x="132" y="151"/>
                      </a:lnTo>
                      <a:lnTo>
                        <a:pt x="132" y="150"/>
                      </a:lnTo>
                      <a:lnTo>
                        <a:pt x="132" y="148"/>
                      </a:lnTo>
                      <a:lnTo>
                        <a:pt x="134" y="148"/>
                      </a:lnTo>
                      <a:lnTo>
                        <a:pt x="134" y="150"/>
                      </a:lnTo>
                      <a:lnTo>
                        <a:pt x="132" y="150"/>
                      </a:lnTo>
                      <a:lnTo>
                        <a:pt x="134" y="150"/>
                      </a:lnTo>
                      <a:lnTo>
                        <a:pt x="135" y="150"/>
                      </a:lnTo>
                      <a:lnTo>
                        <a:pt x="135" y="148"/>
                      </a:lnTo>
                      <a:lnTo>
                        <a:pt x="135" y="150"/>
                      </a:lnTo>
                      <a:lnTo>
                        <a:pt x="137" y="151"/>
                      </a:lnTo>
                      <a:lnTo>
                        <a:pt x="137" y="153"/>
                      </a:lnTo>
                      <a:lnTo>
                        <a:pt x="139" y="151"/>
                      </a:lnTo>
                      <a:lnTo>
                        <a:pt x="141" y="151"/>
                      </a:lnTo>
                      <a:lnTo>
                        <a:pt x="143" y="151"/>
                      </a:lnTo>
                      <a:lnTo>
                        <a:pt x="141" y="148"/>
                      </a:lnTo>
                      <a:lnTo>
                        <a:pt x="141" y="139"/>
                      </a:lnTo>
                      <a:lnTo>
                        <a:pt x="139" y="139"/>
                      </a:lnTo>
                      <a:lnTo>
                        <a:pt x="139" y="137"/>
                      </a:lnTo>
                      <a:lnTo>
                        <a:pt x="137" y="137"/>
                      </a:lnTo>
                      <a:lnTo>
                        <a:pt x="137" y="139"/>
                      </a:lnTo>
                      <a:lnTo>
                        <a:pt x="137" y="141"/>
                      </a:lnTo>
                      <a:lnTo>
                        <a:pt x="135" y="141"/>
                      </a:lnTo>
                      <a:lnTo>
                        <a:pt x="134" y="141"/>
                      </a:lnTo>
                      <a:lnTo>
                        <a:pt x="134" y="139"/>
                      </a:lnTo>
                      <a:lnTo>
                        <a:pt x="134" y="141"/>
                      </a:lnTo>
                      <a:lnTo>
                        <a:pt x="132" y="141"/>
                      </a:lnTo>
                      <a:lnTo>
                        <a:pt x="132" y="139"/>
                      </a:lnTo>
                      <a:lnTo>
                        <a:pt x="130" y="139"/>
                      </a:lnTo>
                      <a:lnTo>
                        <a:pt x="132" y="139"/>
                      </a:lnTo>
                      <a:lnTo>
                        <a:pt x="130" y="139"/>
                      </a:lnTo>
                      <a:lnTo>
                        <a:pt x="128" y="139"/>
                      </a:lnTo>
                      <a:lnTo>
                        <a:pt x="128" y="137"/>
                      </a:lnTo>
                      <a:lnTo>
                        <a:pt x="128" y="139"/>
                      </a:lnTo>
                      <a:lnTo>
                        <a:pt x="126" y="139"/>
                      </a:lnTo>
                      <a:lnTo>
                        <a:pt x="124" y="139"/>
                      </a:lnTo>
                      <a:lnTo>
                        <a:pt x="124" y="137"/>
                      </a:lnTo>
                      <a:lnTo>
                        <a:pt x="124" y="139"/>
                      </a:lnTo>
                      <a:lnTo>
                        <a:pt x="124" y="137"/>
                      </a:lnTo>
                      <a:lnTo>
                        <a:pt x="126" y="135"/>
                      </a:lnTo>
                      <a:lnTo>
                        <a:pt x="124" y="135"/>
                      </a:lnTo>
                      <a:lnTo>
                        <a:pt x="124" y="137"/>
                      </a:lnTo>
                      <a:lnTo>
                        <a:pt x="124" y="139"/>
                      </a:lnTo>
                      <a:lnTo>
                        <a:pt x="124" y="137"/>
                      </a:lnTo>
                      <a:lnTo>
                        <a:pt x="123" y="137"/>
                      </a:lnTo>
                      <a:lnTo>
                        <a:pt x="123" y="135"/>
                      </a:lnTo>
                      <a:lnTo>
                        <a:pt x="124" y="135"/>
                      </a:lnTo>
                      <a:lnTo>
                        <a:pt x="123" y="135"/>
                      </a:lnTo>
                      <a:lnTo>
                        <a:pt x="123" y="137"/>
                      </a:lnTo>
                      <a:lnTo>
                        <a:pt x="121" y="135"/>
                      </a:lnTo>
                      <a:lnTo>
                        <a:pt x="123" y="137"/>
                      </a:lnTo>
                      <a:lnTo>
                        <a:pt x="121" y="137"/>
                      </a:lnTo>
                      <a:lnTo>
                        <a:pt x="121" y="139"/>
                      </a:lnTo>
                      <a:lnTo>
                        <a:pt x="121" y="141"/>
                      </a:lnTo>
                      <a:lnTo>
                        <a:pt x="121" y="142"/>
                      </a:lnTo>
                      <a:lnTo>
                        <a:pt x="123" y="142"/>
                      </a:lnTo>
                      <a:lnTo>
                        <a:pt x="123" y="144"/>
                      </a:lnTo>
                      <a:lnTo>
                        <a:pt x="121" y="144"/>
                      </a:lnTo>
                      <a:lnTo>
                        <a:pt x="123" y="144"/>
                      </a:lnTo>
                      <a:lnTo>
                        <a:pt x="123" y="146"/>
                      </a:lnTo>
                      <a:lnTo>
                        <a:pt x="123" y="148"/>
                      </a:lnTo>
                      <a:lnTo>
                        <a:pt x="123" y="150"/>
                      </a:lnTo>
                      <a:lnTo>
                        <a:pt x="121" y="150"/>
                      </a:lnTo>
                      <a:lnTo>
                        <a:pt x="119" y="150"/>
                      </a:lnTo>
                      <a:lnTo>
                        <a:pt x="119" y="151"/>
                      </a:lnTo>
                      <a:lnTo>
                        <a:pt x="117" y="151"/>
                      </a:lnTo>
                      <a:lnTo>
                        <a:pt x="117" y="150"/>
                      </a:lnTo>
                      <a:lnTo>
                        <a:pt x="117" y="151"/>
                      </a:lnTo>
                      <a:lnTo>
                        <a:pt x="117" y="150"/>
                      </a:lnTo>
                      <a:lnTo>
                        <a:pt x="115" y="150"/>
                      </a:lnTo>
                      <a:lnTo>
                        <a:pt x="115" y="148"/>
                      </a:lnTo>
                      <a:lnTo>
                        <a:pt x="113" y="148"/>
                      </a:lnTo>
                      <a:lnTo>
                        <a:pt x="115" y="148"/>
                      </a:lnTo>
                      <a:lnTo>
                        <a:pt x="113" y="148"/>
                      </a:lnTo>
                      <a:lnTo>
                        <a:pt x="113" y="146"/>
                      </a:lnTo>
                      <a:lnTo>
                        <a:pt x="115" y="146"/>
                      </a:lnTo>
                      <a:lnTo>
                        <a:pt x="115" y="144"/>
                      </a:lnTo>
                      <a:lnTo>
                        <a:pt x="113" y="144"/>
                      </a:lnTo>
                      <a:lnTo>
                        <a:pt x="113" y="142"/>
                      </a:lnTo>
                      <a:lnTo>
                        <a:pt x="113" y="144"/>
                      </a:lnTo>
                      <a:lnTo>
                        <a:pt x="113" y="142"/>
                      </a:lnTo>
                      <a:lnTo>
                        <a:pt x="112" y="142"/>
                      </a:lnTo>
                      <a:lnTo>
                        <a:pt x="110" y="142"/>
                      </a:lnTo>
                      <a:lnTo>
                        <a:pt x="110" y="141"/>
                      </a:lnTo>
                      <a:lnTo>
                        <a:pt x="110" y="139"/>
                      </a:lnTo>
                      <a:lnTo>
                        <a:pt x="112" y="139"/>
                      </a:lnTo>
                      <a:lnTo>
                        <a:pt x="110" y="139"/>
                      </a:lnTo>
                      <a:lnTo>
                        <a:pt x="112" y="137"/>
                      </a:lnTo>
                      <a:lnTo>
                        <a:pt x="110" y="137"/>
                      </a:lnTo>
                      <a:lnTo>
                        <a:pt x="112" y="137"/>
                      </a:lnTo>
                      <a:lnTo>
                        <a:pt x="110" y="137"/>
                      </a:lnTo>
                      <a:lnTo>
                        <a:pt x="110" y="135"/>
                      </a:lnTo>
                      <a:lnTo>
                        <a:pt x="108" y="135"/>
                      </a:lnTo>
                      <a:lnTo>
                        <a:pt x="108" y="137"/>
                      </a:lnTo>
                      <a:lnTo>
                        <a:pt x="108" y="139"/>
                      </a:lnTo>
                      <a:lnTo>
                        <a:pt x="106" y="139"/>
                      </a:lnTo>
                      <a:lnTo>
                        <a:pt x="104" y="139"/>
                      </a:lnTo>
                      <a:lnTo>
                        <a:pt x="106" y="139"/>
                      </a:lnTo>
                      <a:lnTo>
                        <a:pt x="104" y="137"/>
                      </a:lnTo>
                      <a:lnTo>
                        <a:pt x="104" y="135"/>
                      </a:lnTo>
                      <a:lnTo>
                        <a:pt x="103" y="135"/>
                      </a:lnTo>
                      <a:lnTo>
                        <a:pt x="104" y="135"/>
                      </a:lnTo>
                      <a:lnTo>
                        <a:pt x="103" y="135"/>
                      </a:lnTo>
                      <a:lnTo>
                        <a:pt x="103" y="133"/>
                      </a:lnTo>
                      <a:lnTo>
                        <a:pt x="103" y="135"/>
                      </a:lnTo>
                      <a:lnTo>
                        <a:pt x="103" y="133"/>
                      </a:lnTo>
                      <a:lnTo>
                        <a:pt x="103" y="131"/>
                      </a:lnTo>
                      <a:lnTo>
                        <a:pt x="103" y="130"/>
                      </a:lnTo>
                      <a:lnTo>
                        <a:pt x="103" y="128"/>
                      </a:lnTo>
                      <a:lnTo>
                        <a:pt x="103" y="126"/>
                      </a:lnTo>
                      <a:lnTo>
                        <a:pt x="103" y="124"/>
                      </a:lnTo>
                      <a:lnTo>
                        <a:pt x="103" y="122"/>
                      </a:lnTo>
                      <a:lnTo>
                        <a:pt x="101" y="122"/>
                      </a:lnTo>
                      <a:lnTo>
                        <a:pt x="101" y="120"/>
                      </a:lnTo>
                      <a:lnTo>
                        <a:pt x="101" y="119"/>
                      </a:lnTo>
                      <a:lnTo>
                        <a:pt x="99" y="119"/>
                      </a:lnTo>
                      <a:lnTo>
                        <a:pt x="99" y="117"/>
                      </a:lnTo>
                      <a:lnTo>
                        <a:pt x="99" y="115"/>
                      </a:lnTo>
                      <a:lnTo>
                        <a:pt x="99" y="117"/>
                      </a:lnTo>
                      <a:lnTo>
                        <a:pt x="99" y="115"/>
                      </a:lnTo>
                      <a:lnTo>
                        <a:pt x="97" y="115"/>
                      </a:lnTo>
                      <a:lnTo>
                        <a:pt x="97" y="113"/>
                      </a:lnTo>
                      <a:lnTo>
                        <a:pt x="97" y="115"/>
                      </a:lnTo>
                      <a:lnTo>
                        <a:pt x="97" y="113"/>
                      </a:lnTo>
                      <a:lnTo>
                        <a:pt x="97" y="111"/>
                      </a:lnTo>
                      <a:lnTo>
                        <a:pt x="97" y="113"/>
                      </a:lnTo>
                      <a:lnTo>
                        <a:pt x="99" y="113"/>
                      </a:lnTo>
                      <a:lnTo>
                        <a:pt x="99" y="111"/>
                      </a:lnTo>
                      <a:lnTo>
                        <a:pt x="99" y="109"/>
                      </a:lnTo>
                      <a:lnTo>
                        <a:pt x="97" y="109"/>
                      </a:lnTo>
                      <a:lnTo>
                        <a:pt x="99" y="109"/>
                      </a:lnTo>
                      <a:lnTo>
                        <a:pt x="97" y="109"/>
                      </a:lnTo>
                      <a:lnTo>
                        <a:pt x="97" y="108"/>
                      </a:lnTo>
                      <a:lnTo>
                        <a:pt x="99" y="108"/>
                      </a:lnTo>
                      <a:lnTo>
                        <a:pt x="97" y="108"/>
                      </a:lnTo>
                      <a:lnTo>
                        <a:pt x="99" y="108"/>
                      </a:lnTo>
                      <a:lnTo>
                        <a:pt x="99" y="106"/>
                      </a:lnTo>
                      <a:lnTo>
                        <a:pt x="99" y="104"/>
                      </a:lnTo>
                      <a:lnTo>
                        <a:pt x="97" y="104"/>
                      </a:lnTo>
                      <a:lnTo>
                        <a:pt x="97" y="102"/>
                      </a:lnTo>
                      <a:lnTo>
                        <a:pt x="97" y="100"/>
                      </a:lnTo>
                      <a:lnTo>
                        <a:pt x="97" y="98"/>
                      </a:lnTo>
                      <a:lnTo>
                        <a:pt x="97" y="97"/>
                      </a:lnTo>
                      <a:lnTo>
                        <a:pt x="95" y="97"/>
                      </a:lnTo>
                      <a:lnTo>
                        <a:pt x="95" y="95"/>
                      </a:lnTo>
                      <a:lnTo>
                        <a:pt x="93" y="95"/>
                      </a:lnTo>
                      <a:lnTo>
                        <a:pt x="93" y="97"/>
                      </a:lnTo>
                      <a:lnTo>
                        <a:pt x="92" y="97"/>
                      </a:lnTo>
                      <a:lnTo>
                        <a:pt x="92" y="95"/>
                      </a:lnTo>
                      <a:lnTo>
                        <a:pt x="92" y="93"/>
                      </a:lnTo>
                      <a:lnTo>
                        <a:pt x="93" y="93"/>
                      </a:lnTo>
                      <a:lnTo>
                        <a:pt x="92" y="93"/>
                      </a:lnTo>
                      <a:lnTo>
                        <a:pt x="92" y="91"/>
                      </a:lnTo>
                      <a:lnTo>
                        <a:pt x="93" y="91"/>
                      </a:lnTo>
                      <a:lnTo>
                        <a:pt x="92" y="91"/>
                      </a:lnTo>
                      <a:lnTo>
                        <a:pt x="92" y="89"/>
                      </a:lnTo>
                      <a:lnTo>
                        <a:pt x="93" y="89"/>
                      </a:lnTo>
                      <a:lnTo>
                        <a:pt x="93" y="88"/>
                      </a:lnTo>
                      <a:lnTo>
                        <a:pt x="92" y="88"/>
                      </a:lnTo>
                      <a:lnTo>
                        <a:pt x="92" y="86"/>
                      </a:lnTo>
                      <a:lnTo>
                        <a:pt x="93" y="86"/>
                      </a:lnTo>
                      <a:lnTo>
                        <a:pt x="93" y="84"/>
                      </a:lnTo>
                      <a:lnTo>
                        <a:pt x="93" y="82"/>
                      </a:lnTo>
                      <a:lnTo>
                        <a:pt x="95" y="80"/>
                      </a:lnTo>
                      <a:lnTo>
                        <a:pt x="95" y="82"/>
                      </a:lnTo>
                      <a:lnTo>
                        <a:pt x="95" y="80"/>
                      </a:lnTo>
                      <a:lnTo>
                        <a:pt x="97" y="80"/>
                      </a:lnTo>
                      <a:lnTo>
                        <a:pt x="99" y="80"/>
                      </a:lnTo>
                      <a:lnTo>
                        <a:pt x="99" y="82"/>
                      </a:lnTo>
                      <a:lnTo>
                        <a:pt x="97" y="84"/>
                      </a:lnTo>
                      <a:lnTo>
                        <a:pt x="99" y="84"/>
                      </a:lnTo>
                      <a:lnTo>
                        <a:pt x="97" y="84"/>
                      </a:lnTo>
                      <a:lnTo>
                        <a:pt x="99" y="84"/>
                      </a:lnTo>
                      <a:lnTo>
                        <a:pt x="99" y="86"/>
                      </a:lnTo>
                      <a:lnTo>
                        <a:pt x="97" y="86"/>
                      </a:lnTo>
                      <a:lnTo>
                        <a:pt x="99" y="86"/>
                      </a:lnTo>
                      <a:lnTo>
                        <a:pt x="101" y="86"/>
                      </a:lnTo>
                      <a:lnTo>
                        <a:pt x="101" y="88"/>
                      </a:lnTo>
                      <a:lnTo>
                        <a:pt x="101" y="86"/>
                      </a:lnTo>
                      <a:lnTo>
                        <a:pt x="101" y="88"/>
                      </a:lnTo>
                      <a:lnTo>
                        <a:pt x="103" y="88"/>
                      </a:lnTo>
                      <a:lnTo>
                        <a:pt x="104" y="88"/>
                      </a:lnTo>
                      <a:lnTo>
                        <a:pt x="103" y="88"/>
                      </a:lnTo>
                      <a:lnTo>
                        <a:pt x="104" y="88"/>
                      </a:lnTo>
                      <a:lnTo>
                        <a:pt x="104" y="89"/>
                      </a:lnTo>
                      <a:lnTo>
                        <a:pt x="104" y="91"/>
                      </a:lnTo>
                      <a:lnTo>
                        <a:pt x="104" y="93"/>
                      </a:lnTo>
                      <a:lnTo>
                        <a:pt x="106" y="93"/>
                      </a:lnTo>
                      <a:lnTo>
                        <a:pt x="108" y="93"/>
                      </a:lnTo>
                      <a:lnTo>
                        <a:pt x="108" y="95"/>
                      </a:lnTo>
                      <a:lnTo>
                        <a:pt x="110" y="95"/>
                      </a:lnTo>
                      <a:lnTo>
                        <a:pt x="108" y="95"/>
                      </a:lnTo>
                      <a:lnTo>
                        <a:pt x="110" y="95"/>
                      </a:lnTo>
                      <a:lnTo>
                        <a:pt x="108" y="95"/>
                      </a:lnTo>
                      <a:lnTo>
                        <a:pt x="110" y="95"/>
                      </a:lnTo>
                      <a:lnTo>
                        <a:pt x="110" y="97"/>
                      </a:lnTo>
                      <a:lnTo>
                        <a:pt x="110" y="98"/>
                      </a:lnTo>
                      <a:lnTo>
                        <a:pt x="112" y="98"/>
                      </a:lnTo>
                      <a:lnTo>
                        <a:pt x="112" y="100"/>
                      </a:lnTo>
                      <a:lnTo>
                        <a:pt x="113" y="100"/>
                      </a:lnTo>
                      <a:lnTo>
                        <a:pt x="112" y="100"/>
                      </a:lnTo>
                      <a:lnTo>
                        <a:pt x="113" y="100"/>
                      </a:lnTo>
                      <a:lnTo>
                        <a:pt x="113" y="102"/>
                      </a:lnTo>
                      <a:lnTo>
                        <a:pt x="115" y="102"/>
                      </a:lnTo>
                      <a:lnTo>
                        <a:pt x="117" y="102"/>
                      </a:lnTo>
                      <a:lnTo>
                        <a:pt x="117" y="100"/>
                      </a:lnTo>
                      <a:lnTo>
                        <a:pt x="119" y="100"/>
                      </a:lnTo>
                      <a:lnTo>
                        <a:pt x="121" y="98"/>
                      </a:lnTo>
                      <a:lnTo>
                        <a:pt x="123" y="98"/>
                      </a:lnTo>
                      <a:lnTo>
                        <a:pt x="123" y="97"/>
                      </a:lnTo>
                      <a:lnTo>
                        <a:pt x="124" y="97"/>
                      </a:lnTo>
                      <a:lnTo>
                        <a:pt x="123" y="97"/>
                      </a:lnTo>
                      <a:lnTo>
                        <a:pt x="124" y="97"/>
                      </a:lnTo>
                      <a:lnTo>
                        <a:pt x="124" y="95"/>
                      </a:lnTo>
                      <a:lnTo>
                        <a:pt x="124" y="97"/>
                      </a:lnTo>
                      <a:lnTo>
                        <a:pt x="123" y="97"/>
                      </a:lnTo>
                      <a:lnTo>
                        <a:pt x="124" y="97"/>
                      </a:lnTo>
                      <a:lnTo>
                        <a:pt x="123" y="97"/>
                      </a:lnTo>
                      <a:lnTo>
                        <a:pt x="123" y="98"/>
                      </a:lnTo>
                      <a:lnTo>
                        <a:pt x="121" y="98"/>
                      </a:lnTo>
                      <a:lnTo>
                        <a:pt x="119" y="98"/>
                      </a:lnTo>
                      <a:lnTo>
                        <a:pt x="119" y="100"/>
                      </a:lnTo>
                      <a:lnTo>
                        <a:pt x="119" y="98"/>
                      </a:lnTo>
                      <a:lnTo>
                        <a:pt x="119" y="100"/>
                      </a:lnTo>
                      <a:lnTo>
                        <a:pt x="117" y="100"/>
                      </a:lnTo>
                      <a:lnTo>
                        <a:pt x="117" y="102"/>
                      </a:lnTo>
                      <a:lnTo>
                        <a:pt x="115" y="102"/>
                      </a:lnTo>
                      <a:lnTo>
                        <a:pt x="113" y="102"/>
                      </a:lnTo>
                      <a:lnTo>
                        <a:pt x="113" y="100"/>
                      </a:lnTo>
                      <a:lnTo>
                        <a:pt x="112" y="100"/>
                      </a:lnTo>
                      <a:lnTo>
                        <a:pt x="113" y="100"/>
                      </a:lnTo>
                      <a:lnTo>
                        <a:pt x="112" y="100"/>
                      </a:lnTo>
                      <a:lnTo>
                        <a:pt x="112" y="98"/>
                      </a:lnTo>
                      <a:lnTo>
                        <a:pt x="110" y="98"/>
                      </a:lnTo>
                      <a:lnTo>
                        <a:pt x="110" y="97"/>
                      </a:lnTo>
                      <a:lnTo>
                        <a:pt x="110" y="95"/>
                      </a:lnTo>
                      <a:lnTo>
                        <a:pt x="110" y="93"/>
                      </a:lnTo>
                      <a:lnTo>
                        <a:pt x="110" y="95"/>
                      </a:lnTo>
                      <a:lnTo>
                        <a:pt x="108" y="95"/>
                      </a:lnTo>
                      <a:lnTo>
                        <a:pt x="108" y="93"/>
                      </a:lnTo>
                      <a:lnTo>
                        <a:pt x="110" y="93"/>
                      </a:lnTo>
                      <a:lnTo>
                        <a:pt x="112" y="91"/>
                      </a:lnTo>
                      <a:lnTo>
                        <a:pt x="113" y="91"/>
                      </a:lnTo>
                      <a:lnTo>
                        <a:pt x="112" y="91"/>
                      </a:lnTo>
                      <a:lnTo>
                        <a:pt x="113" y="91"/>
                      </a:lnTo>
                      <a:lnTo>
                        <a:pt x="113" y="89"/>
                      </a:lnTo>
                      <a:lnTo>
                        <a:pt x="115" y="89"/>
                      </a:lnTo>
                      <a:lnTo>
                        <a:pt x="113" y="89"/>
                      </a:lnTo>
                      <a:lnTo>
                        <a:pt x="115" y="89"/>
                      </a:lnTo>
                      <a:lnTo>
                        <a:pt x="115" y="88"/>
                      </a:lnTo>
                      <a:lnTo>
                        <a:pt x="115" y="86"/>
                      </a:lnTo>
                      <a:lnTo>
                        <a:pt x="115" y="84"/>
                      </a:lnTo>
                      <a:lnTo>
                        <a:pt x="113" y="84"/>
                      </a:lnTo>
                      <a:lnTo>
                        <a:pt x="113" y="86"/>
                      </a:lnTo>
                      <a:lnTo>
                        <a:pt x="115" y="86"/>
                      </a:lnTo>
                      <a:lnTo>
                        <a:pt x="113" y="86"/>
                      </a:lnTo>
                      <a:lnTo>
                        <a:pt x="113" y="84"/>
                      </a:lnTo>
                      <a:lnTo>
                        <a:pt x="113" y="82"/>
                      </a:lnTo>
                      <a:lnTo>
                        <a:pt x="113" y="80"/>
                      </a:lnTo>
                      <a:lnTo>
                        <a:pt x="112" y="80"/>
                      </a:lnTo>
                      <a:lnTo>
                        <a:pt x="113" y="80"/>
                      </a:lnTo>
                      <a:lnTo>
                        <a:pt x="112" y="80"/>
                      </a:lnTo>
                      <a:lnTo>
                        <a:pt x="113" y="80"/>
                      </a:lnTo>
                      <a:lnTo>
                        <a:pt x="113" y="78"/>
                      </a:lnTo>
                      <a:lnTo>
                        <a:pt x="113" y="77"/>
                      </a:lnTo>
                      <a:lnTo>
                        <a:pt x="112" y="77"/>
                      </a:lnTo>
                      <a:lnTo>
                        <a:pt x="112" y="75"/>
                      </a:lnTo>
                      <a:lnTo>
                        <a:pt x="113" y="75"/>
                      </a:lnTo>
                      <a:lnTo>
                        <a:pt x="112" y="75"/>
                      </a:lnTo>
                      <a:lnTo>
                        <a:pt x="112" y="73"/>
                      </a:lnTo>
                      <a:lnTo>
                        <a:pt x="112" y="71"/>
                      </a:lnTo>
                      <a:lnTo>
                        <a:pt x="112" y="73"/>
                      </a:lnTo>
                      <a:lnTo>
                        <a:pt x="112" y="71"/>
                      </a:lnTo>
                      <a:lnTo>
                        <a:pt x="113" y="69"/>
                      </a:lnTo>
                      <a:lnTo>
                        <a:pt x="113" y="67"/>
                      </a:lnTo>
                      <a:lnTo>
                        <a:pt x="113" y="66"/>
                      </a:lnTo>
                      <a:lnTo>
                        <a:pt x="112" y="66"/>
                      </a:lnTo>
                      <a:lnTo>
                        <a:pt x="113" y="66"/>
                      </a:lnTo>
                      <a:lnTo>
                        <a:pt x="113" y="64"/>
                      </a:lnTo>
                      <a:lnTo>
                        <a:pt x="115" y="62"/>
                      </a:lnTo>
                      <a:lnTo>
                        <a:pt x="115" y="60"/>
                      </a:lnTo>
                      <a:lnTo>
                        <a:pt x="117" y="60"/>
                      </a:lnTo>
                      <a:lnTo>
                        <a:pt x="117" y="58"/>
                      </a:lnTo>
                      <a:lnTo>
                        <a:pt x="117" y="56"/>
                      </a:lnTo>
                      <a:lnTo>
                        <a:pt x="117" y="55"/>
                      </a:lnTo>
                      <a:lnTo>
                        <a:pt x="117" y="53"/>
                      </a:lnTo>
                      <a:lnTo>
                        <a:pt x="115" y="53"/>
                      </a:lnTo>
                      <a:lnTo>
                        <a:pt x="115" y="51"/>
                      </a:lnTo>
                      <a:lnTo>
                        <a:pt x="115" y="49"/>
                      </a:lnTo>
                      <a:lnTo>
                        <a:pt x="115" y="47"/>
                      </a:lnTo>
                      <a:lnTo>
                        <a:pt x="117" y="47"/>
                      </a:lnTo>
                      <a:lnTo>
                        <a:pt x="115" y="47"/>
                      </a:lnTo>
                      <a:lnTo>
                        <a:pt x="115" y="45"/>
                      </a:lnTo>
                      <a:lnTo>
                        <a:pt x="117" y="45"/>
                      </a:lnTo>
                      <a:lnTo>
                        <a:pt x="117" y="44"/>
                      </a:lnTo>
                      <a:lnTo>
                        <a:pt x="117" y="45"/>
                      </a:lnTo>
                      <a:lnTo>
                        <a:pt x="117" y="44"/>
                      </a:lnTo>
                      <a:lnTo>
                        <a:pt x="117" y="42"/>
                      </a:lnTo>
                      <a:lnTo>
                        <a:pt x="117" y="40"/>
                      </a:lnTo>
                      <a:lnTo>
                        <a:pt x="115" y="40"/>
                      </a:lnTo>
                      <a:lnTo>
                        <a:pt x="117" y="40"/>
                      </a:lnTo>
                      <a:lnTo>
                        <a:pt x="117" y="38"/>
                      </a:lnTo>
                      <a:lnTo>
                        <a:pt x="115" y="38"/>
                      </a:lnTo>
                      <a:lnTo>
                        <a:pt x="115" y="40"/>
                      </a:lnTo>
                      <a:lnTo>
                        <a:pt x="115" y="38"/>
                      </a:lnTo>
                      <a:lnTo>
                        <a:pt x="115" y="40"/>
                      </a:lnTo>
                      <a:lnTo>
                        <a:pt x="113" y="40"/>
                      </a:lnTo>
                      <a:lnTo>
                        <a:pt x="113" y="38"/>
                      </a:lnTo>
                      <a:lnTo>
                        <a:pt x="113" y="40"/>
                      </a:lnTo>
                      <a:lnTo>
                        <a:pt x="113" y="38"/>
                      </a:lnTo>
                      <a:lnTo>
                        <a:pt x="113" y="36"/>
                      </a:lnTo>
                      <a:lnTo>
                        <a:pt x="113" y="35"/>
                      </a:lnTo>
                      <a:lnTo>
                        <a:pt x="113" y="33"/>
                      </a:lnTo>
                      <a:lnTo>
                        <a:pt x="113" y="35"/>
                      </a:lnTo>
                      <a:lnTo>
                        <a:pt x="115" y="33"/>
                      </a:lnTo>
                      <a:lnTo>
                        <a:pt x="117" y="33"/>
                      </a:lnTo>
                      <a:lnTo>
                        <a:pt x="117" y="31"/>
                      </a:lnTo>
                      <a:lnTo>
                        <a:pt x="115" y="31"/>
                      </a:lnTo>
                      <a:lnTo>
                        <a:pt x="115" y="29"/>
                      </a:lnTo>
                      <a:lnTo>
                        <a:pt x="117" y="29"/>
                      </a:lnTo>
                      <a:lnTo>
                        <a:pt x="115" y="29"/>
                      </a:lnTo>
                      <a:lnTo>
                        <a:pt x="117" y="29"/>
                      </a:lnTo>
                      <a:lnTo>
                        <a:pt x="117" y="27"/>
                      </a:lnTo>
                      <a:lnTo>
                        <a:pt x="117" y="25"/>
                      </a:lnTo>
                      <a:lnTo>
                        <a:pt x="117" y="24"/>
                      </a:lnTo>
                      <a:lnTo>
                        <a:pt x="119" y="24"/>
                      </a:lnTo>
                      <a:lnTo>
                        <a:pt x="119" y="22"/>
                      </a:lnTo>
                      <a:lnTo>
                        <a:pt x="117" y="22"/>
                      </a:lnTo>
                      <a:lnTo>
                        <a:pt x="117" y="20"/>
                      </a:lnTo>
                      <a:lnTo>
                        <a:pt x="119" y="20"/>
                      </a:lnTo>
                      <a:lnTo>
                        <a:pt x="117" y="20"/>
                      </a:lnTo>
                      <a:lnTo>
                        <a:pt x="119" y="20"/>
                      </a:lnTo>
                      <a:lnTo>
                        <a:pt x="117" y="20"/>
                      </a:lnTo>
                      <a:lnTo>
                        <a:pt x="119" y="18"/>
                      </a:lnTo>
                      <a:lnTo>
                        <a:pt x="119" y="16"/>
                      </a:lnTo>
                      <a:lnTo>
                        <a:pt x="121" y="16"/>
                      </a:lnTo>
                      <a:lnTo>
                        <a:pt x="121" y="14"/>
                      </a:lnTo>
                      <a:lnTo>
                        <a:pt x="121" y="16"/>
                      </a:lnTo>
                      <a:lnTo>
                        <a:pt x="119" y="16"/>
                      </a:lnTo>
                      <a:lnTo>
                        <a:pt x="119" y="14"/>
                      </a:lnTo>
                      <a:lnTo>
                        <a:pt x="121" y="14"/>
                      </a:lnTo>
                      <a:lnTo>
                        <a:pt x="119" y="14"/>
                      </a:lnTo>
                      <a:lnTo>
                        <a:pt x="121" y="14"/>
                      </a:lnTo>
                      <a:lnTo>
                        <a:pt x="121" y="13"/>
                      </a:lnTo>
                      <a:lnTo>
                        <a:pt x="123" y="11"/>
                      </a:lnTo>
                      <a:lnTo>
                        <a:pt x="123" y="9"/>
                      </a:lnTo>
                      <a:lnTo>
                        <a:pt x="123" y="7"/>
                      </a:lnTo>
                      <a:lnTo>
                        <a:pt x="121" y="7"/>
                      </a:lnTo>
                      <a:lnTo>
                        <a:pt x="121" y="5"/>
                      </a:lnTo>
                      <a:lnTo>
                        <a:pt x="121" y="3"/>
                      </a:lnTo>
                      <a:lnTo>
                        <a:pt x="123" y="3"/>
                      </a:lnTo>
                      <a:lnTo>
                        <a:pt x="124" y="3"/>
                      </a:lnTo>
                      <a:lnTo>
                        <a:pt x="126" y="3"/>
                      </a:lnTo>
                      <a:lnTo>
                        <a:pt x="128" y="3"/>
                      </a:lnTo>
                      <a:lnTo>
                        <a:pt x="128" y="2"/>
                      </a:lnTo>
                      <a:lnTo>
                        <a:pt x="130" y="2"/>
                      </a:lnTo>
                      <a:lnTo>
                        <a:pt x="128" y="2"/>
                      </a:lnTo>
                      <a:lnTo>
                        <a:pt x="128" y="0"/>
                      </a:lnTo>
                      <a:lnTo>
                        <a:pt x="130" y="0"/>
                      </a:lnTo>
                      <a:lnTo>
                        <a:pt x="13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3" name="Freeform 88">
                  <a:extLst>
                    <a:ext uri="{FF2B5EF4-FFF2-40B4-BE49-F238E27FC236}">
                      <a16:creationId xmlns:a16="http://schemas.microsoft.com/office/drawing/2014/main" id="{9AA640A9-7B2B-7A18-9E5C-EDF2C8B8FFB6}"/>
                    </a:ext>
                  </a:extLst>
                </p:cNvPr>
                <p:cNvSpPr>
                  <a:spLocks noEditPoints="1"/>
                </p:cNvSpPr>
                <p:nvPr/>
              </p:nvSpPr>
              <p:spPr bwMode="auto">
                <a:xfrm>
                  <a:off x="6711461" y="3684526"/>
                  <a:ext cx="614454" cy="1069872"/>
                </a:xfrm>
                <a:custGeom>
                  <a:avLst/>
                  <a:gdLst>
                    <a:gd name="T0" fmla="*/ 112 w 340"/>
                    <a:gd name="T1" fmla="*/ 578 h 592"/>
                    <a:gd name="T2" fmla="*/ 121 w 340"/>
                    <a:gd name="T3" fmla="*/ 574 h 592"/>
                    <a:gd name="T4" fmla="*/ 122 w 340"/>
                    <a:gd name="T5" fmla="*/ 569 h 592"/>
                    <a:gd name="T6" fmla="*/ 137 w 340"/>
                    <a:gd name="T7" fmla="*/ 561 h 592"/>
                    <a:gd name="T8" fmla="*/ 139 w 340"/>
                    <a:gd name="T9" fmla="*/ 558 h 592"/>
                    <a:gd name="T10" fmla="*/ 139 w 340"/>
                    <a:gd name="T11" fmla="*/ 549 h 592"/>
                    <a:gd name="T12" fmla="*/ 166 w 340"/>
                    <a:gd name="T13" fmla="*/ 545 h 592"/>
                    <a:gd name="T14" fmla="*/ 170 w 340"/>
                    <a:gd name="T15" fmla="*/ 539 h 592"/>
                    <a:gd name="T16" fmla="*/ 124 w 340"/>
                    <a:gd name="T17" fmla="*/ 536 h 592"/>
                    <a:gd name="T18" fmla="*/ 179 w 340"/>
                    <a:gd name="T19" fmla="*/ 532 h 592"/>
                    <a:gd name="T20" fmla="*/ 174 w 340"/>
                    <a:gd name="T21" fmla="*/ 521 h 592"/>
                    <a:gd name="T22" fmla="*/ 314 w 340"/>
                    <a:gd name="T23" fmla="*/ 508 h 592"/>
                    <a:gd name="T24" fmla="*/ 314 w 340"/>
                    <a:gd name="T25" fmla="*/ 501 h 592"/>
                    <a:gd name="T26" fmla="*/ 11 w 340"/>
                    <a:gd name="T27" fmla="*/ 477 h 592"/>
                    <a:gd name="T28" fmla="*/ 2 w 340"/>
                    <a:gd name="T29" fmla="*/ 466 h 592"/>
                    <a:gd name="T30" fmla="*/ 338 w 340"/>
                    <a:gd name="T31" fmla="*/ 455 h 592"/>
                    <a:gd name="T32" fmla="*/ 236 w 340"/>
                    <a:gd name="T33" fmla="*/ 430 h 592"/>
                    <a:gd name="T34" fmla="*/ 154 w 340"/>
                    <a:gd name="T35" fmla="*/ 413 h 592"/>
                    <a:gd name="T36" fmla="*/ 321 w 340"/>
                    <a:gd name="T37" fmla="*/ 408 h 592"/>
                    <a:gd name="T38" fmla="*/ 314 w 340"/>
                    <a:gd name="T39" fmla="*/ 406 h 592"/>
                    <a:gd name="T40" fmla="*/ 309 w 340"/>
                    <a:gd name="T41" fmla="*/ 404 h 592"/>
                    <a:gd name="T42" fmla="*/ 309 w 340"/>
                    <a:gd name="T43" fmla="*/ 399 h 592"/>
                    <a:gd name="T44" fmla="*/ 261 w 340"/>
                    <a:gd name="T45" fmla="*/ 391 h 592"/>
                    <a:gd name="T46" fmla="*/ 75 w 340"/>
                    <a:gd name="T47" fmla="*/ 382 h 592"/>
                    <a:gd name="T48" fmla="*/ 81 w 340"/>
                    <a:gd name="T49" fmla="*/ 379 h 592"/>
                    <a:gd name="T50" fmla="*/ 119 w 340"/>
                    <a:gd name="T51" fmla="*/ 377 h 592"/>
                    <a:gd name="T52" fmla="*/ 205 w 340"/>
                    <a:gd name="T53" fmla="*/ 384 h 592"/>
                    <a:gd name="T54" fmla="*/ 272 w 340"/>
                    <a:gd name="T55" fmla="*/ 373 h 592"/>
                    <a:gd name="T56" fmla="*/ 312 w 340"/>
                    <a:gd name="T57" fmla="*/ 364 h 592"/>
                    <a:gd name="T58" fmla="*/ 97 w 340"/>
                    <a:gd name="T59" fmla="*/ 364 h 592"/>
                    <a:gd name="T60" fmla="*/ 144 w 340"/>
                    <a:gd name="T61" fmla="*/ 358 h 592"/>
                    <a:gd name="T62" fmla="*/ 143 w 340"/>
                    <a:gd name="T63" fmla="*/ 355 h 592"/>
                    <a:gd name="T64" fmla="*/ 241 w 340"/>
                    <a:gd name="T65" fmla="*/ 355 h 592"/>
                    <a:gd name="T66" fmla="*/ 88 w 340"/>
                    <a:gd name="T67" fmla="*/ 351 h 592"/>
                    <a:gd name="T68" fmla="*/ 225 w 340"/>
                    <a:gd name="T69" fmla="*/ 344 h 592"/>
                    <a:gd name="T70" fmla="*/ 99 w 340"/>
                    <a:gd name="T71" fmla="*/ 346 h 592"/>
                    <a:gd name="T72" fmla="*/ 230 w 340"/>
                    <a:gd name="T73" fmla="*/ 342 h 592"/>
                    <a:gd name="T74" fmla="*/ 283 w 340"/>
                    <a:gd name="T75" fmla="*/ 340 h 592"/>
                    <a:gd name="T76" fmla="*/ 115 w 340"/>
                    <a:gd name="T77" fmla="*/ 337 h 592"/>
                    <a:gd name="T78" fmla="*/ 221 w 340"/>
                    <a:gd name="T79" fmla="*/ 333 h 592"/>
                    <a:gd name="T80" fmla="*/ 263 w 340"/>
                    <a:gd name="T81" fmla="*/ 329 h 592"/>
                    <a:gd name="T82" fmla="*/ 110 w 340"/>
                    <a:gd name="T83" fmla="*/ 337 h 592"/>
                    <a:gd name="T84" fmla="*/ 110 w 340"/>
                    <a:gd name="T85" fmla="*/ 327 h 592"/>
                    <a:gd name="T86" fmla="*/ 179 w 340"/>
                    <a:gd name="T87" fmla="*/ 327 h 592"/>
                    <a:gd name="T88" fmla="*/ 159 w 340"/>
                    <a:gd name="T89" fmla="*/ 324 h 592"/>
                    <a:gd name="T90" fmla="*/ 159 w 340"/>
                    <a:gd name="T91" fmla="*/ 318 h 592"/>
                    <a:gd name="T92" fmla="*/ 227 w 340"/>
                    <a:gd name="T93" fmla="*/ 315 h 592"/>
                    <a:gd name="T94" fmla="*/ 197 w 340"/>
                    <a:gd name="T95" fmla="*/ 309 h 592"/>
                    <a:gd name="T96" fmla="*/ 267 w 340"/>
                    <a:gd name="T97" fmla="*/ 305 h 592"/>
                    <a:gd name="T98" fmla="*/ 245 w 340"/>
                    <a:gd name="T99" fmla="*/ 309 h 592"/>
                    <a:gd name="T100" fmla="*/ 170 w 340"/>
                    <a:gd name="T101" fmla="*/ 293 h 592"/>
                    <a:gd name="T102" fmla="*/ 223 w 340"/>
                    <a:gd name="T103" fmla="*/ 296 h 592"/>
                    <a:gd name="T104" fmla="*/ 254 w 340"/>
                    <a:gd name="T105" fmla="*/ 282 h 592"/>
                    <a:gd name="T106" fmla="*/ 245 w 340"/>
                    <a:gd name="T107" fmla="*/ 278 h 592"/>
                    <a:gd name="T108" fmla="*/ 206 w 340"/>
                    <a:gd name="T109" fmla="*/ 263 h 592"/>
                    <a:gd name="T110" fmla="*/ 112 w 340"/>
                    <a:gd name="T111" fmla="*/ 260 h 592"/>
                    <a:gd name="T112" fmla="*/ 265 w 340"/>
                    <a:gd name="T113" fmla="*/ 256 h 592"/>
                    <a:gd name="T114" fmla="*/ 175 w 340"/>
                    <a:gd name="T115" fmla="*/ 245 h 592"/>
                    <a:gd name="T116" fmla="*/ 188 w 340"/>
                    <a:gd name="T117" fmla="*/ 227 h 592"/>
                    <a:gd name="T118" fmla="*/ 102 w 340"/>
                    <a:gd name="T119" fmla="*/ 192 h 592"/>
                    <a:gd name="T120" fmla="*/ 186 w 340"/>
                    <a:gd name="T121" fmla="*/ 92 h 592"/>
                    <a:gd name="T122" fmla="*/ 154 w 340"/>
                    <a:gd name="T123" fmla="*/ 72 h 592"/>
                    <a:gd name="T124" fmla="*/ 179 w 340"/>
                    <a:gd name="T125" fmla="*/ 28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592">
                      <a:moveTo>
                        <a:pt x="88" y="592"/>
                      </a:moveTo>
                      <a:lnTo>
                        <a:pt x="88" y="591"/>
                      </a:lnTo>
                      <a:lnTo>
                        <a:pt x="88" y="592"/>
                      </a:lnTo>
                      <a:close/>
                      <a:moveTo>
                        <a:pt x="88" y="591"/>
                      </a:moveTo>
                      <a:lnTo>
                        <a:pt x="88" y="589"/>
                      </a:lnTo>
                      <a:lnTo>
                        <a:pt x="88" y="587"/>
                      </a:lnTo>
                      <a:lnTo>
                        <a:pt x="90" y="587"/>
                      </a:lnTo>
                      <a:lnTo>
                        <a:pt x="90" y="585"/>
                      </a:lnTo>
                      <a:lnTo>
                        <a:pt x="90" y="587"/>
                      </a:lnTo>
                      <a:lnTo>
                        <a:pt x="90" y="589"/>
                      </a:lnTo>
                      <a:lnTo>
                        <a:pt x="88" y="589"/>
                      </a:lnTo>
                      <a:lnTo>
                        <a:pt x="88" y="591"/>
                      </a:lnTo>
                      <a:close/>
                      <a:moveTo>
                        <a:pt x="104" y="585"/>
                      </a:moveTo>
                      <a:lnTo>
                        <a:pt x="106" y="585"/>
                      </a:lnTo>
                      <a:lnTo>
                        <a:pt x="104" y="585"/>
                      </a:lnTo>
                      <a:lnTo>
                        <a:pt x="102" y="585"/>
                      </a:lnTo>
                      <a:lnTo>
                        <a:pt x="104" y="585"/>
                      </a:lnTo>
                      <a:close/>
                      <a:moveTo>
                        <a:pt x="90" y="581"/>
                      </a:moveTo>
                      <a:lnTo>
                        <a:pt x="90" y="583"/>
                      </a:lnTo>
                      <a:lnTo>
                        <a:pt x="88" y="583"/>
                      </a:lnTo>
                      <a:lnTo>
                        <a:pt x="88" y="581"/>
                      </a:lnTo>
                      <a:lnTo>
                        <a:pt x="90" y="581"/>
                      </a:lnTo>
                      <a:close/>
                      <a:moveTo>
                        <a:pt x="91" y="587"/>
                      </a:moveTo>
                      <a:lnTo>
                        <a:pt x="91" y="589"/>
                      </a:lnTo>
                      <a:lnTo>
                        <a:pt x="91" y="591"/>
                      </a:lnTo>
                      <a:lnTo>
                        <a:pt x="90" y="591"/>
                      </a:lnTo>
                      <a:lnTo>
                        <a:pt x="90" y="589"/>
                      </a:lnTo>
                      <a:lnTo>
                        <a:pt x="91" y="587"/>
                      </a:lnTo>
                      <a:lnTo>
                        <a:pt x="91" y="585"/>
                      </a:lnTo>
                      <a:lnTo>
                        <a:pt x="90" y="583"/>
                      </a:lnTo>
                      <a:lnTo>
                        <a:pt x="90" y="581"/>
                      </a:lnTo>
                      <a:lnTo>
                        <a:pt x="91" y="581"/>
                      </a:lnTo>
                      <a:lnTo>
                        <a:pt x="91" y="583"/>
                      </a:lnTo>
                      <a:lnTo>
                        <a:pt x="91" y="585"/>
                      </a:lnTo>
                      <a:lnTo>
                        <a:pt x="91" y="587"/>
                      </a:lnTo>
                      <a:close/>
                      <a:moveTo>
                        <a:pt x="104" y="581"/>
                      </a:moveTo>
                      <a:lnTo>
                        <a:pt x="104" y="583"/>
                      </a:lnTo>
                      <a:lnTo>
                        <a:pt x="102" y="583"/>
                      </a:lnTo>
                      <a:lnTo>
                        <a:pt x="102" y="581"/>
                      </a:lnTo>
                      <a:lnTo>
                        <a:pt x="104" y="581"/>
                      </a:lnTo>
                      <a:close/>
                      <a:moveTo>
                        <a:pt x="110" y="578"/>
                      </a:moveTo>
                      <a:lnTo>
                        <a:pt x="112" y="578"/>
                      </a:lnTo>
                      <a:lnTo>
                        <a:pt x="110" y="578"/>
                      </a:lnTo>
                      <a:lnTo>
                        <a:pt x="110" y="580"/>
                      </a:lnTo>
                      <a:lnTo>
                        <a:pt x="110" y="578"/>
                      </a:lnTo>
                      <a:close/>
                      <a:moveTo>
                        <a:pt x="101" y="576"/>
                      </a:moveTo>
                      <a:lnTo>
                        <a:pt x="102" y="576"/>
                      </a:lnTo>
                      <a:lnTo>
                        <a:pt x="102" y="578"/>
                      </a:lnTo>
                      <a:lnTo>
                        <a:pt x="101" y="578"/>
                      </a:lnTo>
                      <a:lnTo>
                        <a:pt x="101" y="576"/>
                      </a:lnTo>
                      <a:close/>
                      <a:moveTo>
                        <a:pt x="115" y="578"/>
                      </a:moveTo>
                      <a:lnTo>
                        <a:pt x="113" y="578"/>
                      </a:lnTo>
                      <a:lnTo>
                        <a:pt x="113" y="576"/>
                      </a:lnTo>
                      <a:lnTo>
                        <a:pt x="115" y="578"/>
                      </a:lnTo>
                      <a:close/>
                      <a:moveTo>
                        <a:pt x="102" y="576"/>
                      </a:moveTo>
                      <a:lnTo>
                        <a:pt x="102" y="578"/>
                      </a:lnTo>
                      <a:lnTo>
                        <a:pt x="102" y="576"/>
                      </a:lnTo>
                      <a:close/>
                      <a:moveTo>
                        <a:pt x="117" y="578"/>
                      </a:moveTo>
                      <a:lnTo>
                        <a:pt x="117" y="576"/>
                      </a:lnTo>
                      <a:lnTo>
                        <a:pt x="119" y="576"/>
                      </a:lnTo>
                      <a:lnTo>
                        <a:pt x="117" y="578"/>
                      </a:lnTo>
                      <a:lnTo>
                        <a:pt x="119" y="578"/>
                      </a:lnTo>
                      <a:lnTo>
                        <a:pt x="117" y="578"/>
                      </a:lnTo>
                      <a:close/>
                      <a:moveTo>
                        <a:pt x="108" y="576"/>
                      </a:moveTo>
                      <a:lnTo>
                        <a:pt x="108" y="574"/>
                      </a:lnTo>
                      <a:lnTo>
                        <a:pt x="108" y="576"/>
                      </a:lnTo>
                      <a:close/>
                      <a:moveTo>
                        <a:pt x="119" y="576"/>
                      </a:moveTo>
                      <a:lnTo>
                        <a:pt x="119" y="574"/>
                      </a:lnTo>
                      <a:lnTo>
                        <a:pt x="119" y="576"/>
                      </a:lnTo>
                      <a:close/>
                      <a:moveTo>
                        <a:pt x="102" y="574"/>
                      </a:moveTo>
                      <a:lnTo>
                        <a:pt x="102" y="576"/>
                      </a:lnTo>
                      <a:lnTo>
                        <a:pt x="104" y="576"/>
                      </a:lnTo>
                      <a:lnTo>
                        <a:pt x="102" y="576"/>
                      </a:lnTo>
                      <a:lnTo>
                        <a:pt x="101" y="576"/>
                      </a:lnTo>
                      <a:lnTo>
                        <a:pt x="101" y="574"/>
                      </a:lnTo>
                      <a:lnTo>
                        <a:pt x="102" y="574"/>
                      </a:lnTo>
                      <a:close/>
                      <a:moveTo>
                        <a:pt x="121" y="574"/>
                      </a:moveTo>
                      <a:lnTo>
                        <a:pt x="119" y="574"/>
                      </a:lnTo>
                      <a:lnTo>
                        <a:pt x="121" y="574"/>
                      </a:lnTo>
                      <a:lnTo>
                        <a:pt x="121" y="572"/>
                      </a:lnTo>
                      <a:lnTo>
                        <a:pt x="121" y="574"/>
                      </a:lnTo>
                      <a:close/>
                      <a:moveTo>
                        <a:pt x="122" y="572"/>
                      </a:moveTo>
                      <a:lnTo>
                        <a:pt x="122" y="574"/>
                      </a:lnTo>
                      <a:lnTo>
                        <a:pt x="121" y="574"/>
                      </a:lnTo>
                      <a:lnTo>
                        <a:pt x="121" y="572"/>
                      </a:lnTo>
                      <a:lnTo>
                        <a:pt x="122" y="572"/>
                      </a:lnTo>
                      <a:close/>
                      <a:moveTo>
                        <a:pt x="128" y="570"/>
                      </a:moveTo>
                      <a:lnTo>
                        <a:pt x="128" y="572"/>
                      </a:lnTo>
                      <a:lnTo>
                        <a:pt x="128" y="570"/>
                      </a:lnTo>
                      <a:lnTo>
                        <a:pt x="128" y="572"/>
                      </a:lnTo>
                      <a:lnTo>
                        <a:pt x="128" y="570"/>
                      </a:lnTo>
                      <a:close/>
                      <a:moveTo>
                        <a:pt x="132" y="570"/>
                      </a:moveTo>
                      <a:lnTo>
                        <a:pt x="130" y="570"/>
                      </a:lnTo>
                      <a:lnTo>
                        <a:pt x="132" y="570"/>
                      </a:lnTo>
                      <a:lnTo>
                        <a:pt x="130" y="570"/>
                      </a:lnTo>
                      <a:lnTo>
                        <a:pt x="132" y="570"/>
                      </a:lnTo>
                      <a:close/>
                      <a:moveTo>
                        <a:pt x="135" y="570"/>
                      </a:moveTo>
                      <a:lnTo>
                        <a:pt x="133" y="570"/>
                      </a:lnTo>
                      <a:lnTo>
                        <a:pt x="135" y="570"/>
                      </a:lnTo>
                      <a:close/>
                      <a:moveTo>
                        <a:pt x="122" y="570"/>
                      </a:moveTo>
                      <a:lnTo>
                        <a:pt x="122" y="572"/>
                      </a:lnTo>
                      <a:lnTo>
                        <a:pt x="122" y="570"/>
                      </a:lnTo>
                      <a:lnTo>
                        <a:pt x="121" y="570"/>
                      </a:lnTo>
                      <a:lnTo>
                        <a:pt x="122" y="570"/>
                      </a:lnTo>
                      <a:lnTo>
                        <a:pt x="122" y="569"/>
                      </a:lnTo>
                      <a:lnTo>
                        <a:pt x="122" y="570"/>
                      </a:lnTo>
                      <a:close/>
                      <a:moveTo>
                        <a:pt x="133" y="570"/>
                      </a:moveTo>
                      <a:lnTo>
                        <a:pt x="132" y="570"/>
                      </a:lnTo>
                      <a:lnTo>
                        <a:pt x="133" y="569"/>
                      </a:lnTo>
                      <a:lnTo>
                        <a:pt x="133" y="570"/>
                      </a:lnTo>
                      <a:close/>
                      <a:moveTo>
                        <a:pt x="108" y="569"/>
                      </a:moveTo>
                      <a:lnTo>
                        <a:pt x="108" y="570"/>
                      </a:lnTo>
                      <a:lnTo>
                        <a:pt x="108" y="569"/>
                      </a:lnTo>
                      <a:close/>
                      <a:moveTo>
                        <a:pt x="121" y="569"/>
                      </a:moveTo>
                      <a:lnTo>
                        <a:pt x="121" y="570"/>
                      </a:lnTo>
                      <a:lnTo>
                        <a:pt x="121" y="569"/>
                      </a:lnTo>
                      <a:close/>
                      <a:moveTo>
                        <a:pt x="121" y="570"/>
                      </a:moveTo>
                      <a:lnTo>
                        <a:pt x="121" y="572"/>
                      </a:lnTo>
                      <a:lnTo>
                        <a:pt x="119" y="572"/>
                      </a:lnTo>
                      <a:lnTo>
                        <a:pt x="119" y="570"/>
                      </a:lnTo>
                      <a:lnTo>
                        <a:pt x="119" y="572"/>
                      </a:lnTo>
                      <a:lnTo>
                        <a:pt x="119" y="570"/>
                      </a:lnTo>
                      <a:lnTo>
                        <a:pt x="119" y="569"/>
                      </a:lnTo>
                      <a:lnTo>
                        <a:pt x="121" y="569"/>
                      </a:lnTo>
                      <a:lnTo>
                        <a:pt x="121" y="570"/>
                      </a:lnTo>
                      <a:close/>
                      <a:moveTo>
                        <a:pt x="122" y="569"/>
                      </a:moveTo>
                      <a:lnTo>
                        <a:pt x="122" y="570"/>
                      </a:lnTo>
                      <a:lnTo>
                        <a:pt x="122" y="569"/>
                      </a:lnTo>
                      <a:close/>
                      <a:moveTo>
                        <a:pt x="124" y="569"/>
                      </a:moveTo>
                      <a:lnTo>
                        <a:pt x="122" y="569"/>
                      </a:lnTo>
                      <a:lnTo>
                        <a:pt x="124" y="569"/>
                      </a:lnTo>
                      <a:close/>
                      <a:moveTo>
                        <a:pt x="119" y="567"/>
                      </a:moveTo>
                      <a:lnTo>
                        <a:pt x="121" y="567"/>
                      </a:lnTo>
                      <a:lnTo>
                        <a:pt x="119" y="567"/>
                      </a:lnTo>
                      <a:close/>
                      <a:moveTo>
                        <a:pt x="119" y="567"/>
                      </a:moveTo>
                      <a:lnTo>
                        <a:pt x="117" y="567"/>
                      </a:lnTo>
                      <a:lnTo>
                        <a:pt x="119" y="567"/>
                      </a:lnTo>
                      <a:close/>
                      <a:moveTo>
                        <a:pt x="119" y="565"/>
                      </a:moveTo>
                      <a:lnTo>
                        <a:pt x="119" y="567"/>
                      </a:lnTo>
                      <a:lnTo>
                        <a:pt x="117" y="565"/>
                      </a:lnTo>
                      <a:lnTo>
                        <a:pt x="119" y="565"/>
                      </a:lnTo>
                      <a:close/>
                      <a:moveTo>
                        <a:pt x="121" y="565"/>
                      </a:moveTo>
                      <a:lnTo>
                        <a:pt x="122" y="565"/>
                      </a:lnTo>
                      <a:lnTo>
                        <a:pt x="121" y="565"/>
                      </a:lnTo>
                      <a:close/>
                      <a:moveTo>
                        <a:pt x="124" y="563"/>
                      </a:moveTo>
                      <a:lnTo>
                        <a:pt x="122" y="563"/>
                      </a:lnTo>
                      <a:lnTo>
                        <a:pt x="124" y="563"/>
                      </a:lnTo>
                      <a:close/>
                      <a:moveTo>
                        <a:pt x="132" y="563"/>
                      </a:moveTo>
                      <a:lnTo>
                        <a:pt x="130" y="563"/>
                      </a:lnTo>
                      <a:lnTo>
                        <a:pt x="132" y="563"/>
                      </a:lnTo>
                      <a:lnTo>
                        <a:pt x="130" y="563"/>
                      </a:lnTo>
                      <a:lnTo>
                        <a:pt x="132" y="563"/>
                      </a:lnTo>
                      <a:lnTo>
                        <a:pt x="130" y="563"/>
                      </a:lnTo>
                      <a:lnTo>
                        <a:pt x="132" y="563"/>
                      </a:lnTo>
                      <a:close/>
                      <a:moveTo>
                        <a:pt x="303" y="563"/>
                      </a:moveTo>
                      <a:lnTo>
                        <a:pt x="303" y="565"/>
                      </a:lnTo>
                      <a:lnTo>
                        <a:pt x="301" y="565"/>
                      </a:lnTo>
                      <a:lnTo>
                        <a:pt x="300" y="563"/>
                      </a:lnTo>
                      <a:lnTo>
                        <a:pt x="301" y="563"/>
                      </a:lnTo>
                      <a:lnTo>
                        <a:pt x="303" y="563"/>
                      </a:lnTo>
                      <a:close/>
                      <a:moveTo>
                        <a:pt x="119" y="561"/>
                      </a:moveTo>
                      <a:lnTo>
                        <a:pt x="117" y="561"/>
                      </a:lnTo>
                      <a:lnTo>
                        <a:pt x="119" y="561"/>
                      </a:lnTo>
                      <a:close/>
                      <a:moveTo>
                        <a:pt x="132" y="561"/>
                      </a:moveTo>
                      <a:lnTo>
                        <a:pt x="130" y="561"/>
                      </a:lnTo>
                      <a:lnTo>
                        <a:pt x="132" y="561"/>
                      </a:lnTo>
                      <a:close/>
                      <a:moveTo>
                        <a:pt x="135" y="561"/>
                      </a:moveTo>
                      <a:lnTo>
                        <a:pt x="137" y="561"/>
                      </a:lnTo>
                      <a:lnTo>
                        <a:pt x="135" y="561"/>
                      </a:lnTo>
                      <a:lnTo>
                        <a:pt x="137" y="561"/>
                      </a:lnTo>
                      <a:lnTo>
                        <a:pt x="135" y="561"/>
                      </a:lnTo>
                      <a:close/>
                      <a:moveTo>
                        <a:pt x="307" y="560"/>
                      </a:moveTo>
                      <a:lnTo>
                        <a:pt x="307" y="561"/>
                      </a:lnTo>
                      <a:lnTo>
                        <a:pt x="307" y="563"/>
                      </a:lnTo>
                      <a:lnTo>
                        <a:pt x="305" y="563"/>
                      </a:lnTo>
                      <a:lnTo>
                        <a:pt x="305" y="561"/>
                      </a:lnTo>
                      <a:lnTo>
                        <a:pt x="307" y="561"/>
                      </a:lnTo>
                      <a:lnTo>
                        <a:pt x="305" y="561"/>
                      </a:lnTo>
                      <a:lnTo>
                        <a:pt x="305" y="560"/>
                      </a:lnTo>
                      <a:lnTo>
                        <a:pt x="307" y="560"/>
                      </a:lnTo>
                      <a:close/>
                      <a:moveTo>
                        <a:pt x="143" y="560"/>
                      </a:moveTo>
                      <a:lnTo>
                        <a:pt x="143" y="561"/>
                      </a:lnTo>
                      <a:lnTo>
                        <a:pt x="143" y="560"/>
                      </a:lnTo>
                      <a:close/>
                      <a:moveTo>
                        <a:pt x="126" y="561"/>
                      </a:moveTo>
                      <a:lnTo>
                        <a:pt x="126" y="560"/>
                      </a:lnTo>
                      <a:lnTo>
                        <a:pt x="126" y="561"/>
                      </a:lnTo>
                      <a:close/>
                      <a:moveTo>
                        <a:pt x="144" y="560"/>
                      </a:moveTo>
                      <a:lnTo>
                        <a:pt x="144" y="561"/>
                      </a:lnTo>
                      <a:lnTo>
                        <a:pt x="143" y="561"/>
                      </a:lnTo>
                      <a:lnTo>
                        <a:pt x="143" y="560"/>
                      </a:lnTo>
                      <a:lnTo>
                        <a:pt x="143" y="561"/>
                      </a:lnTo>
                      <a:lnTo>
                        <a:pt x="144" y="561"/>
                      </a:lnTo>
                      <a:lnTo>
                        <a:pt x="144" y="560"/>
                      </a:lnTo>
                      <a:lnTo>
                        <a:pt x="144" y="561"/>
                      </a:lnTo>
                      <a:lnTo>
                        <a:pt x="144" y="560"/>
                      </a:lnTo>
                      <a:close/>
                      <a:moveTo>
                        <a:pt x="139" y="558"/>
                      </a:moveTo>
                      <a:lnTo>
                        <a:pt x="139" y="560"/>
                      </a:lnTo>
                      <a:lnTo>
                        <a:pt x="137" y="560"/>
                      </a:lnTo>
                      <a:lnTo>
                        <a:pt x="137" y="558"/>
                      </a:lnTo>
                      <a:lnTo>
                        <a:pt x="139" y="558"/>
                      </a:lnTo>
                      <a:close/>
                      <a:moveTo>
                        <a:pt x="141" y="558"/>
                      </a:moveTo>
                      <a:lnTo>
                        <a:pt x="143" y="558"/>
                      </a:lnTo>
                      <a:lnTo>
                        <a:pt x="143" y="560"/>
                      </a:lnTo>
                      <a:lnTo>
                        <a:pt x="141" y="560"/>
                      </a:lnTo>
                      <a:lnTo>
                        <a:pt x="141" y="561"/>
                      </a:lnTo>
                      <a:lnTo>
                        <a:pt x="141" y="560"/>
                      </a:lnTo>
                      <a:lnTo>
                        <a:pt x="141" y="561"/>
                      </a:lnTo>
                      <a:lnTo>
                        <a:pt x="141" y="560"/>
                      </a:lnTo>
                      <a:lnTo>
                        <a:pt x="139" y="560"/>
                      </a:lnTo>
                      <a:lnTo>
                        <a:pt x="139" y="558"/>
                      </a:lnTo>
                      <a:lnTo>
                        <a:pt x="139" y="560"/>
                      </a:lnTo>
                      <a:lnTo>
                        <a:pt x="139" y="558"/>
                      </a:lnTo>
                      <a:lnTo>
                        <a:pt x="141" y="558"/>
                      </a:lnTo>
                      <a:lnTo>
                        <a:pt x="141" y="556"/>
                      </a:lnTo>
                      <a:lnTo>
                        <a:pt x="141" y="558"/>
                      </a:lnTo>
                      <a:close/>
                      <a:moveTo>
                        <a:pt x="141" y="556"/>
                      </a:moveTo>
                      <a:lnTo>
                        <a:pt x="141" y="558"/>
                      </a:lnTo>
                      <a:lnTo>
                        <a:pt x="141" y="556"/>
                      </a:lnTo>
                      <a:close/>
                      <a:moveTo>
                        <a:pt x="121" y="556"/>
                      </a:moveTo>
                      <a:lnTo>
                        <a:pt x="119" y="556"/>
                      </a:lnTo>
                      <a:lnTo>
                        <a:pt x="121" y="556"/>
                      </a:lnTo>
                      <a:close/>
                      <a:moveTo>
                        <a:pt x="148" y="554"/>
                      </a:moveTo>
                      <a:lnTo>
                        <a:pt x="146" y="554"/>
                      </a:lnTo>
                      <a:lnTo>
                        <a:pt x="148" y="554"/>
                      </a:lnTo>
                      <a:lnTo>
                        <a:pt x="148" y="552"/>
                      </a:lnTo>
                      <a:lnTo>
                        <a:pt x="148" y="554"/>
                      </a:lnTo>
                      <a:close/>
                      <a:moveTo>
                        <a:pt x="146" y="554"/>
                      </a:moveTo>
                      <a:lnTo>
                        <a:pt x="146" y="552"/>
                      </a:lnTo>
                      <a:lnTo>
                        <a:pt x="146" y="554"/>
                      </a:lnTo>
                      <a:close/>
                      <a:moveTo>
                        <a:pt x="141" y="552"/>
                      </a:moveTo>
                      <a:lnTo>
                        <a:pt x="141" y="554"/>
                      </a:lnTo>
                      <a:lnTo>
                        <a:pt x="143" y="554"/>
                      </a:lnTo>
                      <a:lnTo>
                        <a:pt x="141" y="554"/>
                      </a:lnTo>
                      <a:lnTo>
                        <a:pt x="139" y="554"/>
                      </a:lnTo>
                      <a:lnTo>
                        <a:pt x="139" y="552"/>
                      </a:lnTo>
                      <a:lnTo>
                        <a:pt x="141" y="552"/>
                      </a:lnTo>
                      <a:close/>
                      <a:moveTo>
                        <a:pt x="143" y="550"/>
                      </a:moveTo>
                      <a:lnTo>
                        <a:pt x="143" y="552"/>
                      </a:lnTo>
                      <a:lnTo>
                        <a:pt x="143" y="554"/>
                      </a:lnTo>
                      <a:lnTo>
                        <a:pt x="143" y="552"/>
                      </a:lnTo>
                      <a:lnTo>
                        <a:pt x="141" y="552"/>
                      </a:lnTo>
                      <a:lnTo>
                        <a:pt x="141" y="550"/>
                      </a:lnTo>
                      <a:lnTo>
                        <a:pt x="143" y="550"/>
                      </a:lnTo>
                      <a:close/>
                      <a:moveTo>
                        <a:pt x="99" y="550"/>
                      </a:moveTo>
                      <a:lnTo>
                        <a:pt x="101" y="550"/>
                      </a:lnTo>
                      <a:lnTo>
                        <a:pt x="99" y="550"/>
                      </a:lnTo>
                      <a:close/>
                      <a:moveTo>
                        <a:pt x="124" y="550"/>
                      </a:moveTo>
                      <a:lnTo>
                        <a:pt x="124" y="549"/>
                      </a:lnTo>
                      <a:lnTo>
                        <a:pt x="124" y="550"/>
                      </a:lnTo>
                      <a:close/>
                      <a:moveTo>
                        <a:pt x="139" y="549"/>
                      </a:moveTo>
                      <a:lnTo>
                        <a:pt x="137" y="549"/>
                      </a:lnTo>
                      <a:lnTo>
                        <a:pt x="139" y="549"/>
                      </a:lnTo>
                      <a:close/>
                      <a:moveTo>
                        <a:pt x="152" y="549"/>
                      </a:moveTo>
                      <a:lnTo>
                        <a:pt x="154" y="549"/>
                      </a:lnTo>
                      <a:lnTo>
                        <a:pt x="154" y="550"/>
                      </a:lnTo>
                      <a:lnTo>
                        <a:pt x="152" y="550"/>
                      </a:lnTo>
                      <a:lnTo>
                        <a:pt x="150" y="550"/>
                      </a:lnTo>
                      <a:lnTo>
                        <a:pt x="150" y="549"/>
                      </a:lnTo>
                      <a:lnTo>
                        <a:pt x="152" y="549"/>
                      </a:lnTo>
                      <a:lnTo>
                        <a:pt x="152" y="547"/>
                      </a:lnTo>
                      <a:lnTo>
                        <a:pt x="152" y="549"/>
                      </a:lnTo>
                      <a:close/>
                      <a:moveTo>
                        <a:pt x="154" y="549"/>
                      </a:moveTo>
                      <a:lnTo>
                        <a:pt x="154" y="547"/>
                      </a:lnTo>
                      <a:lnTo>
                        <a:pt x="154" y="549"/>
                      </a:lnTo>
                      <a:close/>
                      <a:moveTo>
                        <a:pt x="150" y="549"/>
                      </a:moveTo>
                      <a:lnTo>
                        <a:pt x="148" y="549"/>
                      </a:lnTo>
                      <a:lnTo>
                        <a:pt x="148" y="547"/>
                      </a:lnTo>
                      <a:lnTo>
                        <a:pt x="148" y="549"/>
                      </a:lnTo>
                      <a:lnTo>
                        <a:pt x="148" y="547"/>
                      </a:lnTo>
                      <a:lnTo>
                        <a:pt x="150" y="547"/>
                      </a:lnTo>
                      <a:lnTo>
                        <a:pt x="148" y="549"/>
                      </a:lnTo>
                      <a:lnTo>
                        <a:pt x="150" y="549"/>
                      </a:lnTo>
                      <a:close/>
                      <a:moveTo>
                        <a:pt x="108" y="547"/>
                      </a:moveTo>
                      <a:lnTo>
                        <a:pt x="106" y="547"/>
                      </a:lnTo>
                      <a:lnTo>
                        <a:pt x="108" y="547"/>
                      </a:lnTo>
                      <a:close/>
                      <a:moveTo>
                        <a:pt x="110" y="547"/>
                      </a:moveTo>
                      <a:lnTo>
                        <a:pt x="108" y="547"/>
                      </a:lnTo>
                      <a:lnTo>
                        <a:pt x="110" y="547"/>
                      </a:lnTo>
                      <a:lnTo>
                        <a:pt x="108" y="547"/>
                      </a:lnTo>
                      <a:lnTo>
                        <a:pt x="110" y="547"/>
                      </a:lnTo>
                      <a:lnTo>
                        <a:pt x="108" y="547"/>
                      </a:lnTo>
                      <a:lnTo>
                        <a:pt x="110" y="547"/>
                      </a:lnTo>
                      <a:lnTo>
                        <a:pt x="108" y="547"/>
                      </a:lnTo>
                      <a:lnTo>
                        <a:pt x="110" y="547"/>
                      </a:lnTo>
                      <a:close/>
                      <a:moveTo>
                        <a:pt x="112" y="547"/>
                      </a:moveTo>
                      <a:lnTo>
                        <a:pt x="113" y="547"/>
                      </a:lnTo>
                      <a:lnTo>
                        <a:pt x="112" y="547"/>
                      </a:lnTo>
                      <a:lnTo>
                        <a:pt x="113" y="547"/>
                      </a:lnTo>
                      <a:lnTo>
                        <a:pt x="112" y="547"/>
                      </a:lnTo>
                      <a:close/>
                      <a:moveTo>
                        <a:pt x="110" y="545"/>
                      </a:moveTo>
                      <a:lnTo>
                        <a:pt x="110" y="547"/>
                      </a:lnTo>
                      <a:lnTo>
                        <a:pt x="110" y="545"/>
                      </a:lnTo>
                      <a:close/>
                      <a:moveTo>
                        <a:pt x="166" y="543"/>
                      </a:moveTo>
                      <a:lnTo>
                        <a:pt x="166" y="545"/>
                      </a:lnTo>
                      <a:lnTo>
                        <a:pt x="166" y="543"/>
                      </a:lnTo>
                      <a:close/>
                      <a:moveTo>
                        <a:pt x="113" y="543"/>
                      </a:moveTo>
                      <a:lnTo>
                        <a:pt x="115" y="543"/>
                      </a:lnTo>
                      <a:lnTo>
                        <a:pt x="113" y="543"/>
                      </a:lnTo>
                      <a:lnTo>
                        <a:pt x="115" y="543"/>
                      </a:lnTo>
                      <a:lnTo>
                        <a:pt x="113" y="543"/>
                      </a:lnTo>
                      <a:lnTo>
                        <a:pt x="113" y="545"/>
                      </a:lnTo>
                      <a:lnTo>
                        <a:pt x="113" y="543"/>
                      </a:lnTo>
                      <a:close/>
                      <a:moveTo>
                        <a:pt x="164" y="541"/>
                      </a:moveTo>
                      <a:lnTo>
                        <a:pt x="164" y="543"/>
                      </a:lnTo>
                      <a:lnTo>
                        <a:pt x="164" y="541"/>
                      </a:lnTo>
                      <a:lnTo>
                        <a:pt x="166" y="541"/>
                      </a:lnTo>
                      <a:lnTo>
                        <a:pt x="164" y="541"/>
                      </a:lnTo>
                      <a:close/>
                      <a:moveTo>
                        <a:pt x="164" y="541"/>
                      </a:moveTo>
                      <a:lnTo>
                        <a:pt x="164" y="539"/>
                      </a:lnTo>
                      <a:lnTo>
                        <a:pt x="164" y="541"/>
                      </a:lnTo>
                      <a:close/>
                      <a:moveTo>
                        <a:pt x="161" y="541"/>
                      </a:moveTo>
                      <a:lnTo>
                        <a:pt x="159" y="541"/>
                      </a:lnTo>
                      <a:lnTo>
                        <a:pt x="159" y="539"/>
                      </a:lnTo>
                      <a:lnTo>
                        <a:pt x="161" y="539"/>
                      </a:lnTo>
                      <a:lnTo>
                        <a:pt x="161" y="541"/>
                      </a:lnTo>
                      <a:close/>
                      <a:moveTo>
                        <a:pt x="170" y="539"/>
                      </a:moveTo>
                      <a:lnTo>
                        <a:pt x="170" y="541"/>
                      </a:lnTo>
                      <a:lnTo>
                        <a:pt x="170" y="539"/>
                      </a:lnTo>
                      <a:lnTo>
                        <a:pt x="170" y="541"/>
                      </a:lnTo>
                      <a:lnTo>
                        <a:pt x="172" y="541"/>
                      </a:lnTo>
                      <a:lnTo>
                        <a:pt x="170" y="541"/>
                      </a:lnTo>
                      <a:lnTo>
                        <a:pt x="170" y="543"/>
                      </a:lnTo>
                      <a:lnTo>
                        <a:pt x="168" y="543"/>
                      </a:lnTo>
                      <a:lnTo>
                        <a:pt x="170" y="541"/>
                      </a:lnTo>
                      <a:lnTo>
                        <a:pt x="170" y="539"/>
                      </a:lnTo>
                      <a:close/>
                      <a:moveTo>
                        <a:pt x="128" y="541"/>
                      </a:moveTo>
                      <a:lnTo>
                        <a:pt x="126" y="539"/>
                      </a:lnTo>
                      <a:lnTo>
                        <a:pt x="128" y="539"/>
                      </a:lnTo>
                      <a:lnTo>
                        <a:pt x="128" y="541"/>
                      </a:lnTo>
                      <a:close/>
                      <a:moveTo>
                        <a:pt x="163" y="539"/>
                      </a:moveTo>
                      <a:lnTo>
                        <a:pt x="161" y="539"/>
                      </a:lnTo>
                      <a:lnTo>
                        <a:pt x="161" y="541"/>
                      </a:lnTo>
                      <a:lnTo>
                        <a:pt x="161" y="539"/>
                      </a:lnTo>
                      <a:lnTo>
                        <a:pt x="163" y="539"/>
                      </a:lnTo>
                      <a:close/>
                      <a:moveTo>
                        <a:pt x="172" y="539"/>
                      </a:moveTo>
                      <a:lnTo>
                        <a:pt x="170" y="539"/>
                      </a:lnTo>
                      <a:lnTo>
                        <a:pt x="172" y="539"/>
                      </a:lnTo>
                      <a:close/>
                      <a:moveTo>
                        <a:pt x="174" y="539"/>
                      </a:moveTo>
                      <a:lnTo>
                        <a:pt x="174" y="541"/>
                      </a:lnTo>
                      <a:lnTo>
                        <a:pt x="175" y="541"/>
                      </a:lnTo>
                      <a:lnTo>
                        <a:pt x="177" y="541"/>
                      </a:lnTo>
                      <a:lnTo>
                        <a:pt x="179" y="541"/>
                      </a:lnTo>
                      <a:lnTo>
                        <a:pt x="177" y="541"/>
                      </a:lnTo>
                      <a:lnTo>
                        <a:pt x="179" y="541"/>
                      </a:lnTo>
                      <a:lnTo>
                        <a:pt x="179" y="539"/>
                      </a:lnTo>
                      <a:lnTo>
                        <a:pt x="179" y="541"/>
                      </a:lnTo>
                      <a:lnTo>
                        <a:pt x="177" y="541"/>
                      </a:lnTo>
                      <a:lnTo>
                        <a:pt x="175" y="543"/>
                      </a:lnTo>
                      <a:lnTo>
                        <a:pt x="175" y="541"/>
                      </a:lnTo>
                      <a:lnTo>
                        <a:pt x="174" y="541"/>
                      </a:lnTo>
                      <a:lnTo>
                        <a:pt x="174" y="539"/>
                      </a:lnTo>
                      <a:lnTo>
                        <a:pt x="174" y="541"/>
                      </a:lnTo>
                      <a:lnTo>
                        <a:pt x="174" y="539"/>
                      </a:lnTo>
                      <a:lnTo>
                        <a:pt x="172" y="539"/>
                      </a:lnTo>
                      <a:lnTo>
                        <a:pt x="174" y="539"/>
                      </a:lnTo>
                      <a:close/>
                      <a:moveTo>
                        <a:pt x="128" y="539"/>
                      </a:moveTo>
                      <a:lnTo>
                        <a:pt x="128" y="538"/>
                      </a:lnTo>
                      <a:lnTo>
                        <a:pt x="128" y="539"/>
                      </a:lnTo>
                      <a:close/>
                      <a:moveTo>
                        <a:pt x="146" y="538"/>
                      </a:moveTo>
                      <a:lnTo>
                        <a:pt x="144" y="538"/>
                      </a:lnTo>
                      <a:lnTo>
                        <a:pt x="146" y="538"/>
                      </a:lnTo>
                      <a:lnTo>
                        <a:pt x="144" y="538"/>
                      </a:lnTo>
                      <a:lnTo>
                        <a:pt x="146" y="538"/>
                      </a:lnTo>
                      <a:close/>
                      <a:moveTo>
                        <a:pt x="130" y="538"/>
                      </a:moveTo>
                      <a:lnTo>
                        <a:pt x="128" y="538"/>
                      </a:lnTo>
                      <a:lnTo>
                        <a:pt x="130" y="538"/>
                      </a:lnTo>
                      <a:close/>
                      <a:moveTo>
                        <a:pt x="128" y="538"/>
                      </a:moveTo>
                      <a:lnTo>
                        <a:pt x="126" y="538"/>
                      </a:lnTo>
                      <a:lnTo>
                        <a:pt x="128" y="538"/>
                      </a:lnTo>
                      <a:close/>
                      <a:moveTo>
                        <a:pt x="146" y="536"/>
                      </a:moveTo>
                      <a:lnTo>
                        <a:pt x="144" y="536"/>
                      </a:lnTo>
                      <a:lnTo>
                        <a:pt x="146" y="536"/>
                      </a:lnTo>
                      <a:close/>
                      <a:moveTo>
                        <a:pt x="126" y="536"/>
                      </a:moveTo>
                      <a:lnTo>
                        <a:pt x="126" y="538"/>
                      </a:lnTo>
                      <a:lnTo>
                        <a:pt x="124" y="538"/>
                      </a:lnTo>
                      <a:lnTo>
                        <a:pt x="126" y="538"/>
                      </a:lnTo>
                      <a:lnTo>
                        <a:pt x="124" y="538"/>
                      </a:lnTo>
                      <a:lnTo>
                        <a:pt x="124" y="536"/>
                      </a:lnTo>
                      <a:lnTo>
                        <a:pt x="126" y="536"/>
                      </a:lnTo>
                      <a:close/>
                      <a:moveTo>
                        <a:pt x="175" y="538"/>
                      </a:moveTo>
                      <a:lnTo>
                        <a:pt x="174" y="538"/>
                      </a:lnTo>
                      <a:lnTo>
                        <a:pt x="174" y="536"/>
                      </a:lnTo>
                      <a:lnTo>
                        <a:pt x="175" y="536"/>
                      </a:lnTo>
                      <a:lnTo>
                        <a:pt x="175" y="538"/>
                      </a:lnTo>
                      <a:close/>
                      <a:moveTo>
                        <a:pt x="143" y="536"/>
                      </a:moveTo>
                      <a:lnTo>
                        <a:pt x="143" y="538"/>
                      </a:lnTo>
                      <a:lnTo>
                        <a:pt x="143" y="536"/>
                      </a:lnTo>
                      <a:lnTo>
                        <a:pt x="143" y="538"/>
                      </a:lnTo>
                      <a:lnTo>
                        <a:pt x="141" y="538"/>
                      </a:lnTo>
                      <a:lnTo>
                        <a:pt x="143" y="536"/>
                      </a:lnTo>
                      <a:close/>
                      <a:moveTo>
                        <a:pt x="146" y="536"/>
                      </a:moveTo>
                      <a:lnTo>
                        <a:pt x="144" y="536"/>
                      </a:lnTo>
                      <a:lnTo>
                        <a:pt x="144" y="534"/>
                      </a:lnTo>
                      <a:lnTo>
                        <a:pt x="144" y="536"/>
                      </a:lnTo>
                      <a:lnTo>
                        <a:pt x="146" y="536"/>
                      </a:lnTo>
                      <a:close/>
                      <a:moveTo>
                        <a:pt x="148" y="536"/>
                      </a:moveTo>
                      <a:lnTo>
                        <a:pt x="146" y="536"/>
                      </a:lnTo>
                      <a:lnTo>
                        <a:pt x="146" y="534"/>
                      </a:lnTo>
                      <a:lnTo>
                        <a:pt x="148" y="534"/>
                      </a:lnTo>
                      <a:lnTo>
                        <a:pt x="148" y="536"/>
                      </a:lnTo>
                      <a:close/>
                      <a:moveTo>
                        <a:pt x="40" y="532"/>
                      </a:moveTo>
                      <a:lnTo>
                        <a:pt x="42" y="532"/>
                      </a:lnTo>
                      <a:lnTo>
                        <a:pt x="40" y="532"/>
                      </a:lnTo>
                      <a:close/>
                      <a:moveTo>
                        <a:pt x="181" y="530"/>
                      </a:moveTo>
                      <a:lnTo>
                        <a:pt x="181" y="532"/>
                      </a:lnTo>
                      <a:lnTo>
                        <a:pt x="183" y="532"/>
                      </a:lnTo>
                      <a:lnTo>
                        <a:pt x="181" y="532"/>
                      </a:lnTo>
                      <a:lnTo>
                        <a:pt x="179" y="532"/>
                      </a:lnTo>
                      <a:lnTo>
                        <a:pt x="179" y="530"/>
                      </a:lnTo>
                      <a:lnTo>
                        <a:pt x="181" y="530"/>
                      </a:lnTo>
                      <a:close/>
                      <a:moveTo>
                        <a:pt x="133" y="532"/>
                      </a:moveTo>
                      <a:lnTo>
                        <a:pt x="133" y="534"/>
                      </a:lnTo>
                      <a:lnTo>
                        <a:pt x="132" y="534"/>
                      </a:lnTo>
                      <a:lnTo>
                        <a:pt x="132" y="532"/>
                      </a:lnTo>
                      <a:lnTo>
                        <a:pt x="133" y="532"/>
                      </a:lnTo>
                      <a:lnTo>
                        <a:pt x="133" y="530"/>
                      </a:lnTo>
                      <a:lnTo>
                        <a:pt x="133" y="532"/>
                      </a:lnTo>
                      <a:close/>
                      <a:moveTo>
                        <a:pt x="179" y="532"/>
                      </a:moveTo>
                      <a:lnTo>
                        <a:pt x="179" y="530"/>
                      </a:lnTo>
                      <a:lnTo>
                        <a:pt x="179" y="532"/>
                      </a:lnTo>
                      <a:close/>
                      <a:moveTo>
                        <a:pt x="181" y="530"/>
                      </a:moveTo>
                      <a:lnTo>
                        <a:pt x="179" y="530"/>
                      </a:lnTo>
                      <a:lnTo>
                        <a:pt x="181" y="528"/>
                      </a:lnTo>
                      <a:lnTo>
                        <a:pt x="181" y="530"/>
                      </a:lnTo>
                      <a:close/>
                      <a:moveTo>
                        <a:pt x="132" y="528"/>
                      </a:moveTo>
                      <a:lnTo>
                        <a:pt x="132" y="530"/>
                      </a:lnTo>
                      <a:lnTo>
                        <a:pt x="130" y="530"/>
                      </a:lnTo>
                      <a:lnTo>
                        <a:pt x="132" y="530"/>
                      </a:lnTo>
                      <a:lnTo>
                        <a:pt x="132" y="532"/>
                      </a:lnTo>
                      <a:lnTo>
                        <a:pt x="130" y="532"/>
                      </a:lnTo>
                      <a:lnTo>
                        <a:pt x="130" y="534"/>
                      </a:lnTo>
                      <a:lnTo>
                        <a:pt x="128" y="534"/>
                      </a:lnTo>
                      <a:lnTo>
                        <a:pt x="126" y="532"/>
                      </a:lnTo>
                      <a:lnTo>
                        <a:pt x="128" y="532"/>
                      </a:lnTo>
                      <a:lnTo>
                        <a:pt x="130" y="532"/>
                      </a:lnTo>
                      <a:lnTo>
                        <a:pt x="130" y="530"/>
                      </a:lnTo>
                      <a:lnTo>
                        <a:pt x="130" y="528"/>
                      </a:lnTo>
                      <a:lnTo>
                        <a:pt x="132" y="528"/>
                      </a:lnTo>
                      <a:close/>
                      <a:moveTo>
                        <a:pt x="135" y="528"/>
                      </a:moveTo>
                      <a:lnTo>
                        <a:pt x="133" y="528"/>
                      </a:lnTo>
                      <a:lnTo>
                        <a:pt x="133" y="527"/>
                      </a:lnTo>
                      <a:lnTo>
                        <a:pt x="135" y="527"/>
                      </a:lnTo>
                      <a:lnTo>
                        <a:pt x="135" y="528"/>
                      </a:lnTo>
                      <a:close/>
                      <a:moveTo>
                        <a:pt x="139" y="527"/>
                      </a:moveTo>
                      <a:lnTo>
                        <a:pt x="137" y="527"/>
                      </a:lnTo>
                      <a:lnTo>
                        <a:pt x="139" y="527"/>
                      </a:lnTo>
                      <a:close/>
                      <a:moveTo>
                        <a:pt x="190" y="527"/>
                      </a:moveTo>
                      <a:lnTo>
                        <a:pt x="190" y="525"/>
                      </a:lnTo>
                      <a:lnTo>
                        <a:pt x="190" y="527"/>
                      </a:lnTo>
                      <a:close/>
                      <a:moveTo>
                        <a:pt x="175" y="527"/>
                      </a:moveTo>
                      <a:lnTo>
                        <a:pt x="175" y="525"/>
                      </a:lnTo>
                      <a:lnTo>
                        <a:pt x="175" y="527"/>
                      </a:lnTo>
                      <a:close/>
                      <a:moveTo>
                        <a:pt x="190" y="525"/>
                      </a:moveTo>
                      <a:lnTo>
                        <a:pt x="190" y="527"/>
                      </a:lnTo>
                      <a:lnTo>
                        <a:pt x="188" y="527"/>
                      </a:lnTo>
                      <a:lnTo>
                        <a:pt x="188" y="525"/>
                      </a:lnTo>
                      <a:lnTo>
                        <a:pt x="190" y="525"/>
                      </a:lnTo>
                      <a:close/>
                      <a:moveTo>
                        <a:pt x="174" y="523"/>
                      </a:moveTo>
                      <a:lnTo>
                        <a:pt x="172" y="523"/>
                      </a:lnTo>
                      <a:lnTo>
                        <a:pt x="174" y="523"/>
                      </a:lnTo>
                      <a:close/>
                      <a:moveTo>
                        <a:pt x="174" y="523"/>
                      </a:moveTo>
                      <a:lnTo>
                        <a:pt x="174" y="521"/>
                      </a:lnTo>
                      <a:lnTo>
                        <a:pt x="174" y="523"/>
                      </a:lnTo>
                      <a:close/>
                      <a:moveTo>
                        <a:pt x="174" y="521"/>
                      </a:moveTo>
                      <a:lnTo>
                        <a:pt x="174" y="519"/>
                      </a:lnTo>
                      <a:lnTo>
                        <a:pt x="174" y="521"/>
                      </a:lnTo>
                      <a:close/>
                      <a:moveTo>
                        <a:pt x="168" y="519"/>
                      </a:moveTo>
                      <a:lnTo>
                        <a:pt x="168" y="521"/>
                      </a:lnTo>
                      <a:lnTo>
                        <a:pt x="168" y="523"/>
                      </a:lnTo>
                      <a:lnTo>
                        <a:pt x="168" y="521"/>
                      </a:lnTo>
                      <a:lnTo>
                        <a:pt x="166" y="519"/>
                      </a:lnTo>
                      <a:lnTo>
                        <a:pt x="166" y="517"/>
                      </a:lnTo>
                      <a:lnTo>
                        <a:pt x="168" y="517"/>
                      </a:lnTo>
                      <a:lnTo>
                        <a:pt x="168" y="519"/>
                      </a:lnTo>
                      <a:close/>
                      <a:moveTo>
                        <a:pt x="172" y="519"/>
                      </a:moveTo>
                      <a:lnTo>
                        <a:pt x="170" y="519"/>
                      </a:lnTo>
                      <a:lnTo>
                        <a:pt x="170" y="517"/>
                      </a:lnTo>
                      <a:lnTo>
                        <a:pt x="172" y="517"/>
                      </a:lnTo>
                      <a:lnTo>
                        <a:pt x="172" y="519"/>
                      </a:lnTo>
                      <a:close/>
                      <a:moveTo>
                        <a:pt x="181" y="516"/>
                      </a:moveTo>
                      <a:lnTo>
                        <a:pt x="181" y="517"/>
                      </a:lnTo>
                      <a:lnTo>
                        <a:pt x="179" y="517"/>
                      </a:lnTo>
                      <a:lnTo>
                        <a:pt x="179" y="516"/>
                      </a:lnTo>
                      <a:lnTo>
                        <a:pt x="179" y="517"/>
                      </a:lnTo>
                      <a:lnTo>
                        <a:pt x="179" y="516"/>
                      </a:lnTo>
                      <a:lnTo>
                        <a:pt x="181" y="516"/>
                      </a:lnTo>
                      <a:close/>
                      <a:moveTo>
                        <a:pt x="196" y="514"/>
                      </a:moveTo>
                      <a:lnTo>
                        <a:pt x="196" y="516"/>
                      </a:lnTo>
                      <a:lnTo>
                        <a:pt x="194" y="516"/>
                      </a:lnTo>
                      <a:lnTo>
                        <a:pt x="194" y="514"/>
                      </a:lnTo>
                      <a:lnTo>
                        <a:pt x="196" y="514"/>
                      </a:lnTo>
                      <a:close/>
                      <a:moveTo>
                        <a:pt x="161" y="516"/>
                      </a:moveTo>
                      <a:lnTo>
                        <a:pt x="161" y="514"/>
                      </a:lnTo>
                      <a:lnTo>
                        <a:pt x="161" y="516"/>
                      </a:lnTo>
                      <a:close/>
                      <a:moveTo>
                        <a:pt x="164" y="514"/>
                      </a:moveTo>
                      <a:lnTo>
                        <a:pt x="164" y="512"/>
                      </a:lnTo>
                      <a:lnTo>
                        <a:pt x="164" y="514"/>
                      </a:lnTo>
                      <a:close/>
                      <a:moveTo>
                        <a:pt x="166" y="512"/>
                      </a:moveTo>
                      <a:lnTo>
                        <a:pt x="164" y="512"/>
                      </a:lnTo>
                      <a:lnTo>
                        <a:pt x="166" y="512"/>
                      </a:lnTo>
                      <a:close/>
                      <a:moveTo>
                        <a:pt x="186" y="510"/>
                      </a:moveTo>
                      <a:lnTo>
                        <a:pt x="188" y="510"/>
                      </a:lnTo>
                      <a:lnTo>
                        <a:pt x="186" y="510"/>
                      </a:lnTo>
                      <a:close/>
                      <a:moveTo>
                        <a:pt x="314" y="508"/>
                      </a:moveTo>
                      <a:lnTo>
                        <a:pt x="314" y="510"/>
                      </a:lnTo>
                      <a:lnTo>
                        <a:pt x="312" y="510"/>
                      </a:lnTo>
                      <a:lnTo>
                        <a:pt x="312" y="508"/>
                      </a:lnTo>
                      <a:lnTo>
                        <a:pt x="314" y="508"/>
                      </a:lnTo>
                      <a:close/>
                      <a:moveTo>
                        <a:pt x="57" y="505"/>
                      </a:moveTo>
                      <a:lnTo>
                        <a:pt x="57" y="507"/>
                      </a:lnTo>
                      <a:lnTo>
                        <a:pt x="57" y="508"/>
                      </a:lnTo>
                      <a:lnTo>
                        <a:pt x="57" y="507"/>
                      </a:lnTo>
                      <a:lnTo>
                        <a:pt x="57" y="508"/>
                      </a:lnTo>
                      <a:lnTo>
                        <a:pt x="55" y="508"/>
                      </a:lnTo>
                      <a:lnTo>
                        <a:pt x="55" y="507"/>
                      </a:lnTo>
                      <a:lnTo>
                        <a:pt x="53" y="507"/>
                      </a:lnTo>
                      <a:lnTo>
                        <a:pt x="53" y="505"/>
                      </a:lnTo>
                      <a:lnTo>
                        <a:pt x="53" y="507"/>
                      </a:lnTo>
                      <a:lnTo>
                        <a:pt x="53" y="505"/>
                      </a:lnTo>
                      <a:lnTo>
                        <a:pt x="55" y="505"/>
                      </a:lnTo>
                      <a:lnTo>
                        <a:pt x="57" y="505"/>
                      </a:lnTo>
                      <a:close/>
                      <a:moveTo>
                        <a:pt x="53" y="501"/>
                      </a:moveTo>
                      <a:lnTo>
                        <a:pt x="53" y="499"/>
                      </a:lnTo>
                      <a:lnTo>
                        <a:pt x="53" y="501"/>
                      </a:lnTo>
                      <a:close/>
                      <a:moveTo>
                        <a:pt x="314" y="501"/>
                      </a:moveTo>
                      <a:lnTo>
                        <a:pt x="316" y="501"/>
                      </a:lnTo>
                      <a:lnTo>
                        <a:pt x="318" y="501"/>
                      </a:lnTo>
                      <a:lnTo>
                        <a:pt x="318" y="503"/>
                      </a:lnTo>
                      <a:lnTo>
                        <a:pt x="316" y="503"/>
                      </a:lnTo>
                      <a:lnTo>
                        <a:pt x="316" y="505"/>
                      </a:lnTo>
                      <a:lnTo>
                        <a:pt x="316" y="507"/>
                      </a:lnTo>
                      <a:lnTo>
                        <a:pt x="318" y="508"/>
                      </a:lnTo>
                      <a:lnTo>
                        <a:pt x="316" y="508"/>
                      </a:lnTo>
                      <a:lnTo>
                        <a:pt x="316" y="510"/>
                      </a:lnTo>
                      <a:lnTo>
                        <a:pt x="316" y="508"/>
                      </a:lnTo>
                      <a:lnTo>
                        <a:pt x="314" y="508"/>
                      </a:lnTo>
                      <a:lnTo>
                        <a:pt x="314" y="507"/>
                      </a:lnTo>
                      <a:lnTo>
                        <a:pt x="314" y="505"/>
                      </a:lnTo>
                      <a:lnTo>
                        <a:pt x="314" y="503"/>
                      </a:lnTo>
                      <a:lnTo>
                        <a:pt x="314" y="505"/>
                      </a:lnTo>
                      <a:lnTo>
                        <a:pt x="312" y="505"/>
                      </a:lnTo>
                      <a:lnTo>
                        <a:pt x="312" y="503"/>
                      </a:lnTo>
                      <a:lnTo>
                        <a:pt x="312" y="501"/>
                      </a:lnTo>
                      <a:lnTo>
                        <a:pt x="314" y="501"/>
                      </a:lnTo>
                      <a:lnTo>
                        <a:pt x="314" y="499"/>
                      </a:lnTo>
                      <a:lnTo>
                        <a:pt x="314" y="501"/>
                      </a:lnTo>
                      <a:close/>
                      <a:moveTo>
                        <a:pt x="212" y="496"/>
                      </a:moveTo>
                      <a:lnTo>
                        <a:pt x="212" y="497"/>
                      </a:lnTo>
                      <a:lnTo>
                        <a:pt x="212" y="496"/>
                      </a:lnTo>
                      <a:close/>
                      <a:moveTo>
                        <a:pt x="318" y="497"/>
                      </a:moveTo>
                      <a:lnTo>
                        <a:pt x="318" y="496"/>
                      </a:lnTo>
                      <a:lnTo>
                        <a:pt x="318" y="497"/>
                      </a:lnTo>
                      <a:close/>
                      <a:moveTo>
                        <a:pt x="256" y="494"/>
                      </a:moveTo>
                      <a:lnTo>
                        <a:pt x="254" y="494"/>
                      </a:lnTo>
                      <a:lnTo>
                        <a:pt x="254" y="496"/>
                      </a:lnTo>
                      <a:lnTo>
                        <a:pt x="254" y="494"/>
                      </a:lnTo>
                      <a:lnTo>
                        <a:pt x="256" y="494"/>
                      </a:lnTo>
                      <a:close/>
                      <a:moveTo>
                        <a:pt x="214" y="490"/>
                      </a:moveTo>
                      <a:lnTo>
                        <a:pt x="214" y="492"/>
                      </a:lnTo>
                      <a:lnTo>
                        <a:pt x="216" y="492"/>
                      </a:lnTo>
                      <a:lnTo>
                        <a:pt x="216" y="494"/>
                      </a:lnTo>
                      <a:lnTo>
                        <a:pt x="214" y="494"/>
                      </a:lnTo>
                      <a:lnTo>
                        <a:pt x="216" y="494"/>
                      </a:lnTo>
                      <a:lnTo>
                        <a:pt x="214" y="494"/>
                      </a:lnTo>
                      <a:lnTo>
                        <a:pt x="214" y="496"/>
                      </a:lnTo>
                      <a:lnTo>
                        <a:pt x="212" y="496"/>
                      </a:lnTo>
                      <a:lnTo>
                        <a:pt x="210" y="496"/>
                      </a:lnTo>
                      <a:lnTo>
                        <a:pt x="210" y="494"/>
                      </a:lnTo>
                      <a:lnTo>
                        <a:pt x="210" y="492"/>
                      </a:lnTo>
                      <a:lnTo>
                        <a:pt x="210" y="490"/>
                      </a:lnTo>
                      <a:lnTo>
                        <a:pt x="212" y="490"/>
                      </a:lnTo>
                      <a:lnTo>
                        <a:pt x="212" y="492"/>
                      </a:lnTo>
                      <a:lnTo>
                        <a:pt x="212" y="494"/>
                      </a:lnTo>
                      <a:lnTo>
                        <a:pt x="214" y="494"/>
                      </a:lnTo>
                      <a:lnTo>
                        <a:pt x="214" y="492"/>
                      </a:lnTo>
                      <a:lnTo>
                        <a:pt x="214" y="490"/>
                      </a:lnTo>
                      <a:close/>
                      <a:moveTo>
                        <a:pt x="210" y="479"/>
                      </a:moveTo>
                      <a:lnTo>
                        <a:pt x="210" y="481"/>
                      </a:lnTo>
                      <a:lnTo>
                        <a:pt x="210" y="479"/>
                      </a:lnTo>
                      <a:close/>
                      <a:moveTo>
                        <a:pt x="210" y="481"/>
                      </a:moveTo>
                      <a:lnTo>
                        <a:pt x="210" y="479"/>
                      </a:lnTo>
                      <a:lnTo>
                        <a:pt x="210" y="481"/>
                      </a:lnTo>
                      <a:close/>
                      <a:moveTo>
                        <a:pt x="210" y="479"/>
                      </a:moveTo>
                      <a:lnTo>
                        <a:pt x="208" y="479"/>
                      </a:lnTo>
                      <a:lnTo>
                        <a:pt x="210" y="479"/>
                      </a:lnTo>
                      <a:close/>
                      <a:moveTo>
                        <a:pt x="11" y="477"/>
                      </a:moveTo>
                      <a:lnTo>
                        <a:pt x="9" y="477"/>
                      </a:lnTo>
                      <a:lnTo>
                        <a:pt x="11" y="477"/>
                      </a:lnTo>
                      <a:lnTo>
                        <a:pt x="9" y="477"/>
                      </a:lnTo>
                      <a:lnTo>
                        <a:pt x="11" y="477"/>
                      </a:lnTo>
                      <a:close/>
                      <a:moveTo>
                        <a:pt x="4" y="468"/>
                      </a:moveTo>
                      <a:lnTo>
                        <a:pt x="2" y="468"/>
                      </a:lnTo>
                      <a:lnTo>
                        <a:pt x="4" y="468"/>
                      </a:lnTo>
                      <a:close/>
                      <a:moveTo>
                        <a:pt x="6" y="468"/>
                      </a:moveTo>
                      <a:lnTo>
                        <a:pt x="6" y="470"/>
                      </a:lnTo>
                      <a:lnTo>
                        <a:pt x="4" y="470"/>
                      </a:lnTo>
                      <a:lnTo>
                        <a:pt x="4" y="472"/>
                      </a:lnTo>
                      <a:lnTo>
                        <a:pt x="6" y="472"/>
                      </a:lnTo>
                      <a:lnTo>
                        <a:pt x="6" y="470"/>
                      </a:lnTo>
                      <a:lnTo>
                        <a:pt x="6" y="472"/>
                      </a:lnTo>
                      <a:lnTo>
                        <a:pt x="6" y="474"/>
                      </a:lnTo>
                      <a:lnTo>
                        <a:pt x="6" y="475"/>
                      </a:lnTo>
                      <a:lnTo>
                        <a:pt x="4" y="475"/>
                      </a:lnTo>
                      <a:lnTo>
                        <a:pt x="4" y="477"/>
                      </a:lnTo>
                      <a:lnTo>
                        <a:pt x="2" y="477"/>
                      </a:lnTo>
                      <a:lnTo>
                        <a:pt x="2" y="475"/>
                      </a:lnTo>
                      <a:lnTo>
                        <a:pt x="2" y="474"/>
                      </a:lnTo>
                      <a:lnTo>
                        <a:pt x="0" y="474"/>
                      </a:lnTo>
                      <a:lnTo>
                        <a:pt x="0" y="472"/>
                      </a:lnTo>
                      <a:lnTo>
                        <a:pt x="0" y="474"/>
                      </a:lnTo>
                      <a:lnTo>
                        <a:pt x="2" y="472"/>
                      </a:lnTo>
                      <a:lnTo>
                        <a:pt x="0" y="472"/>
                      </a:lnTo>
                      <a:lnTo>
                        <a:pt x="2" y="472"/>
                      </a:lnTo>
                      <a:lnTo>
                        <a:pt x="0" y="470"/>
                      </a:lnTo>
                      <a:lnTo>
                        <a:pt x="2" y="468"/>
                      </a:lnTo>
                      <a:lnTo>
                        <a:pt x="2" y="470"/>
                      </a:lnTo>
                      <a:lnTo>
                        <a:pt x="2" y="468"/>
                      </a:lnTo>
                      <a:lnTo>
                        <a:pt x="4" y="468"/>
                      </a:lnTo>
                      <a:lnTo>
                        <a:pt x="6" y="468"/>
                      </a:lnTo>
                      <a:close/>
                      <a:moveTo>
                        <a:pt x="6" y="468"/>
                      </a:moveTo>
                      <a:lnTo>
                        <a:pt x="6" y="466"/>
                      </a:lnTo>
                      <a:lnTo>
                        <a:pt x="6" y="468"/>
                      </a:lnTo>
                      <a:close/>
                      <a:moveTo>
                        <a:pt x="2" y="468"/>
                      </a:moveTo>
                      <a:lnTo>
                        <a:pt x="2" y="466"/>
                      </a:lnTo>
                      <a:lnTo>
                        <a:pt x="2" y="468"/>
                      </a:lnTo>
                      <a:close/>
                      <a:moveTo>
                        <a:pt x="4" y="466"/>
                      </a:moveTo>
                      <a:lnTo>
                        <a:pt x="6" y="468"/>
                      </a:lnTo>
                      <a:lnTo>
                        <a:pt x="4" y="468"/>
                      </a:lnTo>
                      <a:lnTo>
                        <a:pt x="2" y="468"/>
                      </a:lnTo>
                      <a:lnTo>
                        <a:pt x="2" y="466"/>
                      </a:lnTo>
                      <a:lnTo>
                        <a:pt x="2" y="468"/>
                      </a:lnTo>
                      <a:lnTo>
                        <a:pt x="2" y="466"/>
                      </a:lnTo>
                      <a:lnTo>
                        <a:pt x="4" y="466"/>
                      </a:lnTo>
                      <a:close/>
                      <a:moveTo>
                        <a:pt x="4" y="464"/>
                      </a:moveTo>
                      <a:lnTo>
                        <a:pt x="2" y="464"/>
                      </a:lnTo>
                      <a:lnTo>
                        <a:pt x="4" y="464"/>
                      </a:lnTo>
                      <a:close/>
                      <a:moveTo>
                        <a:pt x="8" y="464"/>
                      </a:moveTo>
                      <a:lnTo>
                        <a:pt x="9" y="464"/>
                      </a:lnTo>
                      <a:lnTo>
                        <a:pt x="8" y="464"/>
                      </a:lnTo>
                      <a:close/>
                      <a:moveTo>
                        <a:pt x="8" y="463"/>
                      </a:moveTo>
                      <a:lnTo>
                        <a:pt x="6" y="463"/>
                      </a:lnTo>
                      <a:lnTo>
                        <a:pt x="6" y="461"/>
                      </a:lnTo>
                      <a:lnTo>
                        <a:pt x="8" y="463"/>
                      </a:lnTo>
                      <a:close/>
                      <a:moveTo>
                        <a:pt x="340" y="459"/>
                      </a:moveTo>
                      <a:lnTo>
                        <a:pt x="338" y="459"/>
                      </a:lnTo>
                      <a:lnTo>
                        <a:pt x="340" y="459"/>
                      </a:lnTo>
                      <a:close/>
                      <a:moveTo>
                        <a:pt x="15" y="459"/>
                      </a:moveTo>
                      <a:lnTo>
                        <a:pt x="15" y="461"/>
                      </a:lnTo>
                      <a:lnTo>
                        <a:pt x="15" y="463"/>
                      </a:lnTo>
                      <a:lnTo>
                        <a:pt x="15" y="464"/>
                      </a:lnTo>
                      <a:lnTo>
                        <a:pt x="13" y="464"/>
                      </a:lnTo>
                      <a:lnTo>
                        <a:pt x="13" y="463"/>
                      </a:lnTo>
                      <a:lnTo>
                        <a:pt x="11" y="463"/>
                      </a:lnTo>
                      <a:lnTo>
                        <a:pt x="13" y="463"/>
                      </a:lnTo>
                      <a:lnTo>
                        <a:pt x="11" y="463"/>
                      </a:lnTo>
                      <a:lnTo>
                        <a:pt x="13" y="463"/>
                      </a:lnTo>
                      <a:lnTo>
                        <a:pt x="13" y="461"/>
                      </a:lnTo>
                      <a:lnTo>
                        <a:pt x="13" y="459"/>
                      </a:lnTo>
                      <a:lnTo>
                        <a:pt x="15" y="459"/>
                      </a:lnTo>
                      <a:close/>
                      <a:moveTo>
                        <a:pt x="11" y="459"/>
                      </a:moveTo>
                      <a:lnTo>
                        <a:pt x="11" y="461"/>
                      </a:lnTo>
                      <a:lnTo>
                        <a:pt x="9" y="461"/>
                      </a:lnTo>
                      <a:lnTo>
                        <a:pt x="8" y="461"/>
                      </a:lnTo>
                      <a:lnTo>
                        <a:pt x="9" y="461"/>
                      </a:lnTo>
                      <a:lnTo>
                        <a:pt x="9" y="459"/>
                      </a:lnTo>
                      <a:lnTo>
                        <a:pt x="11" y="459"/>
                      </a:lnTo>
                      <a:close/>
                      <a:moveTo>
                        <a:pt x="338" y="457"/>
                      </a:moveTo>
                      <a:lnTo>
                        <a:pt x="338" y="455"/>
                      </a:lnTo>
                      <a:lnTo>
                        <a:pt x="338" y="457"/>
                      </a:lnTo>
                      <a:close/>
                      <a:moveTo>
                        <a:pt x="338" y="455"/>
                      </a:moveTo>
                      <a:lnTo>
                        <a:pt x="338" y="454"/>
                      </a:lnTo>
                      <a:lnTo>
                        <a:pt x="338" y="455"/>
                      </a:lnTo>
                      <a:lnTo>
                        <a:pt x="338" y="454"/>
                      </a:lnTo>
                      <a:lnTo>
                        <a:pt x="338" y="455"/>
                      </a:lnTo>
                      <a:close/>
                      <a:moveTo>
                        <a:pt x="232" y="441"/>
                      </a:moveTo>
                      <a:lnTo>
                        <a:pt x="232" y="439"/>
                      </a:lnTo>
                      <a:lnTo>
                        <a:pt x="232" y="441"/>
                      </a:lnTo>
                      <a:close/>
                      <a:moveTo>
                        <a:pt x="285" y="435"/>
                      </a:moveTo>
                      <a:lnTo>
                        <a:pt x="285" y="433"/>
                      </a:lnTo>
                      <a:lnTo>
                        <a:pt x="285" y="435"/>
                      </a:lnTo>
                      <a:close/>
                      <a:moveTo>
                        <a:pt x="44" y="433"/>
                      </a:moveTo>
                      <a:lnTo>
                        <a:pt x="44" y="432"/>
                      </a:lnTo>
                      <a:lnTo>
                        <a:pt x="44" y="433"/>
                      </a:lnTo>
                      <a:close/>
                      <a:moveTo>
                        <a:pt x="55" y="426"/>
                      </a:moveTo>
                      <a:lnTo>
                        <a:pt x="55" y="428"/>
                      </a:lnTo>
                      <a:lnTo>
                        <a:pt x="53" y="428"/>
                      </a:lnTo>
                      <a:lnTo>
                        <a:pt x="53" y="426"/>
                      </a:lnTo>
                      <a:lnTo>
                        <a:pt x="55" y="426"/>
                      </a:lnTo>
                      <a:close/>
                      <a:moveTo>
                        <a:pt x="281" y="430"/>
                      </a:moveTo>
                      <a:lnTo>
                        <a:pt x="281" y="432"/>
                      </a:lnTo>
                      <a:lnTo>
                        <a:pt x="279" y="432"/>
                      </a:lnTo>
                      <a:lnTo>
                        <a:pt x="278" y="432"/>
                      </a:lnTo>
                      <a:lnTo>
                        <a:pt x="278" y="430"/>
                      </a:lnTo>
                      <a:lnTo>
                        <a:pt x="276" y="430"/>
                      </a:lnTo>
                      <a:lnTo>
                        <a:pt x="276" y="428"/>
                      </a:lnTo>
                      <a:lnTo>
                        <a:pt x="276" y="426"/>
                      </a:lnTo>
                      <a:lnTo>
                        <a:pt x="278" y="426"/>
                      </a:lnTo>
                      <a:lnTo>
                        <a:pt x="279" y="426"/>
                      </a:lnTo>
                      <a:lnTo>
                        <a:pt x="279" y="428"/>
                      </a:lnTo>
                      <a:lnTo>
                        <a:pt x="281" y="428"/>
                      </a:lnTo>
                      <a:lnTo>
                        <a:pt x="281" y="430"/>
                      </a:lnTo>
                      <a:close/>
                      <a:moveTo>
                        <a:pt x="37" y="424"/>
                      </a:moveTo>
                      <a:lnTo>
                        <a:pt x="37" y="426"/>
                      </a:lnTo>
                      <a:lnTo>
                        <a:pt x="37" y="424"/>
                      </a:lnTo>
                      <a:close/>
                      <a:moveTo>
                        <a:pt x="241" y="426"/>
                      </a:moveTo>
                      <a:lnTo>
                        <a:pt x="241" y="428"/>
                      </a:lnTo>
                      <a:lnTo>
                        <a:pt x="241" y="430"/>
                      </a:lnTo>
                      <a:lnTo>
                        <a:pt x="243" y="430"/>
                      </a:lnTo>
                      <a:lnTo>
                        <a:pt x="241" y="430"/>
                      </a:lnTo>
                      <a:lnTo>
                        <a:pt x="239" y="430"/>
                      </a:lnTo>
                      <a:lnTo>
                        <a:pt x="239" y="432"/>
                      </a:lnTo>
                      <a:lnTo>
                        <a:pt x="237" y="432"/>
                      </a:lnTo>
                      <a:lnTo>
                        <a:pt x="237" y="430"/>
                      </a:lnTo>
                      <a:lnTo>
                        <a:pt x="236" y="430"/>
                      </a:lnTo>
                      <a:lnTo>
                        <a:pt x="234" y="428"/>
                      </a:lnTo>
                      <a:lnTo>
                        <a:pt x="234" y="426"/>
                      </a:lnTo>
                      <a:lnTo>
                        <a:pt x="236" y="428"/>
                      </a:lnTo>
                      <a:lnTo>
                        <a:pt x="236" y="426"/>
                      </a:lnTo>
                      <a:lnTo>
                        <a:pt x="237" y="426"/>
                      </a:lnTo>
                      <a:lnTo>
                        <a:pt x="239" y="424"/>
                      </a:lnTo>
                      <a:lnTo>
                        <a:pt x="241" y="424"/>
                      </a:lnTo>
                      <a:lnTo>
                        <a:pt x="241" y="426"/>
                      </a:lnTo>
                      <a:close/>
                      <a:moveTo>
                        <a:pt x="321" y="421"/>
                      </a:moveTo>
                      <a:lnTo>
                        <a:pt x="323" y="421"/>
                      </a:lnTo>
                      <a:lnTo>
                        <a:pt x="321" y="421"/>
                      </a:lnTo>
                      <a:close/>
                      <a:moveTo>
                        <a:pt x="325" y="421"/>
                      </a:moveTo>
                      <a:lnTo>
                        <a:pt x="323" y="421"/>
                      </a:lnTo>
                      <a:lnTo>
                        <a:pt x="325" y="421"/>
                      </a:lnTo>
                      <a:lnTo>
                        <a:pt x="325" y="419"/>
                      </a:lnTo>
                      <a:lnTo>
                        <a:pt x="325" y="421"/>
                      </a:lnTo>
                      <a:close/>
                      <a:moveTo>
                        <a:pt x="329" y="413"/>
                      </a:moveTo>
                      <a:lnTo>
                        <a:pt x="331" y="413"/>
                      </a:lnTo>
                      <a:lnTo>
                        <a:pt x="329" y="413"/>
                      </a:lnTo>
                      <a:close/>
                      <a:moveTo>
                        <a:pt x="155" y="413"/>
                      </a:moveTo>
                      <a:lnTo>
                        <a:pt x="154" y="413"/>
                      </a:lnTo>
                      <a:lnTo>
                        <a:pt x="155" y="413"/>
                      </a:lnTo>
                      <a:lnTo>
                        <a:pt x="155" y="411"/>
                      </a:lnTo>
                      <a:lnTo>
                        <a:pt x="155" y="413"/>
                      </a:lnTo>
                      <a:close/>
                      <a:moveTo>
                        <a:pt x="331" y="411"/>
                      </a:moveTo>
                      <a:lnTo>
                        <a:pt x="331" y="413"/>
                      </a:lnTo>
                      <a:lnTo>
                        <a:pt x="331" y="411"/>
                      </a:lnTo>
                      <a:close/>
                      <a:moveTo>
                        <a:pt x="248" y="411"/>
                      </a:moveTo>
                      <a:lnTo>
                        <a:pt x="248" y="413"/>
                      </a:lnTo>
                      <a:lnTo>
                        <a:pt x="247" y="413"/>
                      </a:lnTo>
                      <a:lnTo>
                        <a:pt x="247" y="415"/>
                      </a:lnTo>
                      <a:lnTo>
                        <a:pt x="245" y="415"/>
                      </a:lnTo>
                      <a:lnTo>
                        <a:pt x="243" y="415"/>
                      </a:lnTo>
                      <a:lnTo>
                        <a:pt x="245" y="415"/>
                      </a:lnTo>
                      <a:lnTo>
                        <a:pt x="243" y="413"/>
                      </a:lnTo>
                      <a:lnTo>
                        <a:pt x="245" y="413"/>
                      </a:lnTo>
                      <a:lnTo>
                        <a:pt x="243" y="413"/>
                      </a:lnTo>
                      <a:lnTo>
                        <a:pt x="245" y="413"/>
                      </a:lnTo>
                      <a:lnTo>
                        <a:pt x="245" y="411"/>
                      </a:lnTo>
                      <a:lnTo>
                        <a:pt x="247" y="411"/>
                      </a:lnTo>
                      <a:lnTo>
                        <a:pt x="248" y="411"/>
                      </a:lnTo>
                      <a:close/>
                      <a:moveTo>
                        <a:pt x="154" y="413"/>
                      </a:moveTo>
                      <a:lnTo>
                        <a:pt x="152" y="413"/>
                      </a:lnTo>
                      <a:lnTo>
                        <a:pt x="152" y="415"/>
                      </a:lnTo>
                      <a:lnTo>
                        <a:pt x="152" y="413"/>
                      </a:lnTo>
                      <a:lnTo>
                        <a:pt x="154" y="413"/>
                      </a:lnTo>
                      <a:lnTo>
                        <a:pt x="154" y="411"/>
                      </a:lnTo>
                      <a:lnTo>
                        <a:pt x="154" y="413"/>
                      </a:lnTo>
                      <a:close/>
                      <a:moveTo>
                        <a:pt x="310" y="410"/>
                      </a:moveTo>
                      <a:lnTo>
                        <a:pt x="312" y="410"/>
                      </a:lnTo>
                      <a:lnTo>
                        <a:pt x="312" y="408"/>
                      </a:lnTo>
                      <a:lnTo>
                        <a:pt x="312" y="410"/>
                      </a:lnTo>
                      <a:lnTo>
                        <a:pt x="312" y="408"/>
                      </a:lnTo>
                      <a:lnTo>
                        <a:pt x="312" y="410"/>
                      </a:lnTo>
                      <a:lnTo>
                        <a:pt x="312" y="411"/>
                      </a:lnTo>
                      <a:lnTo>
                        <a:pt x="312" y="410"/>
                      </a:lnTo>
                      <a:lnTo>
                        <a:pt x="310" y="410"/>
                      </a:lnTo>
                      <a:lnTo>
                        <a:pt x="312" y="410"/>
                      </a:lnTo>
                      <a:lnTo>
                        <a:pt x="310" y="410"/>
                      </a:lnTo>
                      <a:lnTo>
                        <a:pt x="310" y="408"/>
                      </a:lnTo>
                      <a:lnTo>
                        <a:pt x="310" y="410"/>
                      </a:lnTo>
                      <a:close/>
                      <a:moveTo>
                        <a:pt x="323" y="408"/>
                      </a:moveTo>
                      <a:lnTo>
                        <a:pt x="325" y="408"/>
                      </a:lnTo>
                      <a:lnTo>
                        <a:pt x="325" y="410"/>
                      </a:lnTo>
                      <a:lnTo>
                        <a:pt x="325" y="408"/>
                      </a:lnTo>
                      <a:lnTo>
                        <a:pt x="327" y="408"/>
                      </a:lnTo>
                      <a:lnTo>
                        <a:pt x="327" y="410"/>
                      </a:lnTo>
                      <a:lnTo>
                        <a:pt x="325" y="410"/>
                      </a:lnTo>
                      <a:lnTo>
                        <a:pt x="323" y="410"/>
                      </a:lnTo>
                      <a:lnTo>
                        <a:pt x="323" y="408"/>
                      </a:lnTo>
                      <a:close/>
                      <a:moveTo>
                        <a:pt x="310" y="408"/>
                      </a:moveTo>
                      <a:lnTo>
                        <a:pt x="310" y="410"/>
                      </a:lnTo>
                      <a:lnTo>
                        <a:pt x="310" y="408"/>
                      </a:lnTo>
                      <a:lnTo>
                        <a:pt x="310" y="410"/>
                      </a:lnTo>
                      <a:lnTo>
                        <a:pt x="310" y="408"/>
                      </a:lnTo>
                      <a:close/>
                      <a:moveTo>
                        <a:pt x="325" y="408"/>
                      </a:moveTo>
                      <a:lnTo>
                        <a:pt x="327" y="408"/>
                      </a:lnTo>
                      <a:lnTo>
                        <a:pt x="325" y="408"/>
                      </a:lnTo>
                      <a:close/>
                      <a:moveTo>
                        <a:pt x="314" y="408"/>
                      </a:moveTo>
                      <a:lnTo>
                        <a:pt x="312" y="408"/>
                      </a:lnTo>
                      <a:lnTo>
                        <a:pt x="314" y="408"/>
                      </a:lnTo>
                      <a:close/>
                      <a:moveTo>
                        <a:pt x="321" y="408"/>
                      </a:moveTo>
                      <a:lnTo>
                        <a:pt x="323" y="408"/>
                      </a:lnTo>
                      <a:lnTo>
                        <a:pt x="321" y="408"/>
                      </a:lnTo>
                      <a:lnTo>
                        <a:pt x="323" y="408"/>
                      </a:lnTo>
                      <a:lnTo>
                        <a:pt x="321" y="408"/>
                      </a:lnTo>
                      <a:lnTo>
                        <a:pt x="323" y="408"/>
                      </a:lnTo>
                      <a:lnTo>
                        <a:pt x="323" y="410"/>
                      </a:lnTo>
                      <a:lnTo>
                        <a:pt x="323" y="408"/>
                      </a:lnTo>
                      <a:lnTo>
                        <a:pt x="323" y="410"/>
                      </a:lnTo>
                      <a:lnTo>
                        <a:pt x="323" y="411"/>
                      </a:lnTo>
                      <a:lnTo>
                        <a:pt x="323" y="413"/>
                      </a:lnTo>
                      <a:lnTo>
                        <a:pt x="323" y="415"/>
                      </a:lnTo>
                      <a:lnTo>
                        <a:pt x="321" y="415"/>
                      </a:lnTo>
                      <a:lnTo>
                        <a:pt x="321" y="413"/>
                      </a:lnTo>
                      <a:lnTo>
                        <a:pt x="320" y="413"/>
                      </a:lnTo>
                      <a:lnTo>
                        <a:pt x="321" y="413"/>
                      </a:lnTo>
                      <a:lnTo>
                        <a:pt x="321" y="411"/>
                      </a:lnTo>
                      <a:lnTo>
                        <a:pt x="321" y="413"/>
                      </a:lnTo>
                      <a:lnTo>
                        <a:pt x="321" y="411"/>
                      </a:lnTo>
                      <a:lnTo>
                        <a:pt x="321" y="413"/>
                      </a:lnTo>
                      <a:lnTo>
                        <a:pt x="321" y="411"/>
                      </a:lnTo>
                      <a:lnTo>
                        <a:pt x="321" y="410"/>
                      </a:lnTo>
                      <a:lnTo>
                        <a:pt x="321" y="408"/>
                      </a:lnTo>
                      <a:close/>
                      <a:moveTo>
                        <a:pt x="312" y="408"/>
                      </a:moveTo>
                      <a:lnTo>
                        <a:pt x="310" y="408"/>
                      </a:lnTo>
                      <a:lnTo>
                        <a:pt x="312" y="408"/>
                      </a:lnTo>
                      <a:close/>
                      <a:moveTo>
                        <a:pt x="312" y="406"/>
                      </a:moveTo>
                      <a:lnTo>
                        <a:pt x="312" y="408"/>
                      </a:lnTo>
                      <a:lnTo>
                        <a:pt x="310" y="408"/>
                      </a:lnTo>
                      <a:lnTo>
                        <a:pt x="312" y="408"/>
                      </a:lnTo>
                      <a:lnTo>
                        <a:pt x="312" y="406"/>
                      </a:lnTo>
                      <a:lnTo>
                        <a:pt x="312" y="408"/>
                      </a:lnTo>
                      <a:lnTo>
                        <a:pt x="312" y="406"/>
                      </a:lnTo>
                      <a:lnTo>
                        <a:pt x="310" y="406"/>
                      </a:lnTo>
                      <a:lnTo>
                        <a:pt x="310" y="408"/>
                      </a:lnTo>
                      <a:lnTo>
                        <a:pt x="310" y="406"/>
                      </a:lnTo>
                      <a:lnTo>
                        <a:pt x="312" y="406"/>
                      </a:lnTo>
                      <a:lnTo>
                        <a:pt x="310" y="406"/>
                      </a:lnTo>
                      <a:lnTo>
                        <a:pt x="312" y="406"/>
                      </a:lnTo>
                      <a:close/>
                      <a:moveTo>
                        <a:pt x="314" y="406"/>
                      </a:moveTo>
                      <a:lnTo>
                        <a:pt x="316" y="406"/>
                      </a:lnTo>
                      <a:lnTo>
                        <a:pt x="316" y="408"/>
                      </a:lnTo>
                      <a:lnTo>
                        <a:pt x="314" y="406"/>
                      </a:lnTo>
                      <a:lnTo>
                        <a:pt x="314" y="408"/>
                      </a:lnTo>
                      <a:lnTo>
                        <a:pt x="314" y="406"/>
                      </a:lnTo>
                      <a:close/>
                      <a:moveTo>
                        <a:pt x="274" y="404"/>
                      </a:moveTo>
                      <a:lnTo>
                        <a:pt x="272" y="404"/>
                      </a:lnTo>
                      <a:lnTo>
                        <a:pt x="274" y="404"/>
                      </a:lnTo>
                      <a:close/>
                      <a:moveTo>
                        <a:pt x="196" y="402"/>
                      </a:moveTo>
                      <a:lnTo>
                        <a:pt x="196" y="404"/>
                      </a:lnTo>
                      <a:lnTo>
                        <a:pt x="196" y="402"/>
                      </a:lnTo>
                      <a:close/>
                      <a:moveTo>
                        <a:pt x="245" y="402"/>
                      </a:moveTo>
                      <a:lnTo>
                        <a:pt x="245" y="404"/>
                      </a:lnTo>
                      <a:lnTo>
                        <a:pt x="245" y="402"/>
                      </a:lnTo>
                      <a:close/>
                      <a:moveTo>
                        <a:pt x="323" y="402"/>
                      </a:moveTo>
                      <a:lnTo>
                        <a:pt x="323" y="404"/>
                      </a:lnTo>
                      <a:lnTo>
                        <a:pt x="321" y="404"/>
                      </a:lnTo>
                      <a:lnTo>
                        <a:pt x="321" y="402"/>
                      </a:lnTo>
                      <a:lnTo>
                        <a:pt x="323" y="402"/>
                      </a:lnTo>
                      <a:close/>
                      <a:moveTo>
                        <a:pt x="230" y="404"/>
                      </a:moveTo>
                      <a:lnTo>
                        <a:pt x="230" y="402"/>
                      </a:lnTo>
                      <a:lnTo>
                        <a:pt x="230" y="404"/>
                      </a:lnTo>
                      <a:close/>
                      <a:moveTo>
                        <a:pt x="247" y="402"/>
                      </a:moveTo>
                      <a:lnTo>
                        <a:pt x="248" y="402"/>
                      </a:lnTo>
                      <a:lnTo>
                        <a:pt x="247" y="402"/>
                      </a:lnTo>
                      <a:close/>
                      <a:moveTo>
                        <a:pt x="310" y="402"/>
                      </a:moveTo>
                      <a:lnTo>
                        <a:pt x="310" y="404"/>
                      </a:lnTo>
                      <a:lnTo>
                        <a:pt x="309" y="404"/>
                      </a:lnTo>
                      <a:lnTo>
                        <a:pt x="309" y="402"/>
                      </a:lnTo>
                      <a:lnTo>
                        <a:pt x="310" y="402"/>
                      </a:lnTo>
                      <a:close/>
                      <a:moveTo>
                        <a:pt x="312" y="402"/>
                      </a:moveTo>
                      <a:lnTo>
                        <a:pt x="312" y="404"/>
                      </a:lnTo>
                      <a:lnTo>
                        <a:pt x="314" y="404"/>
                      </a:lnTo>
                      <a:lnTo>
                        <a:pt x="312" y="404"/>
                      </a:lnTo>
                      <a:lnTo>
                        <a:pt x="312" y="406"/>
                      </a:lnTo>
                      <a:lnTo>
                        <a:pt x="312" y="404"/>
                      </a:lnTo>
                      <a:lnTo>
                        <a:pt x="312" y="406"/>
                      </a:lnTo>
                      <a:lnTo>
                        <a:pt x="312" y="404"/>
                      </a:lnTo>
                      <a:lnTo>
                        <a:pt x="310" y="406"/>
                      </a:lnTo>
                      <a:lnTo>
                        <a:pt x="310" y="404"/>
                      </a:lnTo>
                      <a:lnTo>
                        <a:pt x="310" y="406"/>
                      </a:lnTo>
                      <a:lnTo>
                        <a:pt x="309" y="406"/>
                      </a:lnTo>
                      <a:lnTo>
                        <a:pt x="309" y="404"/>
                      </a:lnTo>
                      <a:lnTo>
                        <a:pt x="310" y="404"/>
                      </a:lnTo>
                      <a:lnTo>
                        <a:pt x="310" y="402"/>
                      </a:lnTo>
                      <a:lnTo>
                        <a:pt x="312" y="402"/>
                      </a:lnTo>
                      <a:close/>
                      <a:moveTo>
                        <a:pt x="309" y="404"/>
                      </a:moveTo>
                      <a:lnTo>
                        <a:pt x="307" y="404"/>
                      </a:lnTo>
                      <a:lnTo>
                        <a:pt x="307" y="402"/>
                      </a:lnTo>
                      <a:lnTo>
                        <a:pt x="309" y="402"/>
                      </a:lnTo>
                      <a:lnTo>
                        <a:pt x="309" y="404"/>
                      </a:lnTo>
                      <a:close/>
                      <a:moveTo>
                        <a:pt x="248" y="402"/>
                      </a:moveTo>
                      <a:lnTo>
                        <a:pt x="248" y="401"/>
                      </a:lnTo>
                      <a:lnTo>
                        <a:pt x="248" y="402"/>
                      </a:lnTo>
                      <a:close/>
                      <a:moveTo>
                        <a:pt x="321" y="402"/>
                      </a:moveTo>
                      <a:lnTo>
                        <a:pt x="321" y="401"/>
                      </a:lnTo>
                      <a:lnTo>
                        <a:pt x="323" y="402"/>
                      </a:lnTo>
                      <a:lnTo>
                        <a:pt x="321" y="402"/>
                      </a:lnTo>
                      <a:close/>
                      <a:moveTo>
                        <a:pt x="307" y="402"/>
                      </a:moveTo>
                      <a:lnTo>
                        <a:pt x="307" y="401"/>
                      </a:lnTo>
                      <a:lnTo>
                        <a:pt x="307" y="402"/>
                      </a:lnTo>
                      <a:close/>
                      <a:moveTo>
                        <a:pt x="312" y="402"/>
                      </a:moveTo>
                      <a:lnTo>
                        <a:pt x="310" y="402"/>
                      </a:lnTo>
                      <a:lnTo>
                        <a:pt x="310" y="401"/>
                      </a:lnTo>
                      <a:lnTo>
                        <a:pt x="312" y="402"/>
                      </a:lnTo>
                      <a:close/>
                      <a:moveTo>
                        <a:pt x="71" y="402"/>
                      </a:moveTo>
                      <a:lnTo>
                        <a:pt x="71" y="401"/>
                      </a:lnTo>
                      <a:lnTo>
                        <a:pt x="71" y="402"/>
                      </a:lnTo>
                      <a:close/>
                      <a:moveTo>
                        <a:pt x="323" y="401"/>
                      </a:moveTo>
                      <a:lnTo>
                        <a:pt x="323" y="402"/>
                      </a:lnTo>
                      <a:lnTo>
                        <a:pt x="321" y="402"/>
                      </a:lnTo>
                      <a:lnTo>
                        <a:pt x="321" y="404"/>
                      </a:lnTo>
                      <a:lnTo>
                        <a:pt x="321" y="402"/>
                      </a:lnTo>
                      <a:lnTo>
                        <a:pt x="321" y="404"/>
                      </a:lnTo>
                      <a:lnTo>
                        <a:pt x="321" y="402"/>
                      </a:lnTo>
                      <a:lnTo>
                        <a:pt x="323" y="402"/>
                      </a:lnTo>
                      <a:lnTo>
                        <a:pt x="323" y="401"/>
                      </a:lnTo>
                      <a:close/>
                      <a:moveTo>
                        <a:pt x="292" y="402"/>
                      </a:moveTo>
                      <a:lnTo>
                        <a:pt x="290" y="402"/>
                      </a:lnTo>
                      <a:lnTo>
                        <a:pt x="292" y="402"/>
                      </a:lnTo>
                      <a:lnTo>
                        <a:pt x="290" y="402"/>
                      </a:lnTo>
                      <a:lnTo>
                        <a:pt x="290" y="401"/>
                      </a:lnTo>
                      <a:lnTo>
                        <a:pt x="292" y="401"/>
                      </a:lnTo>
                      <a:lnTo>
                        <a:pt x="292" y="402"/>
                      </a:lnTo>
                      <a:close/>
                      <a:moveTo>
                        <a:pt x="309" y="401"/>
                      </a:moveTo>
                      <a:lnTo>
                        <a:pt x="309" y="399"/>
                      </a:lnTo>
                      <a:lnTo>
                        <a:pt x="309" y="401"/>
                      </a:lnTo>
                      <a:close/>
                      <a:moveTo>
                        <a:pt x="307" y="399"/>
                      </a:moveTo>
                      <a:lnTo>
                        <a:pt x="309" y="399"/>
                      </a:lnTo>
                      <a:lnTo>
                        <a:pt x="307" y="399"/>
                      </a:lnTo>
                      <a:close/>
                      <a:moveTo>
                        <a:pt x="82" y="397"/>
                      </a:moveTo>
                      <a:lnTo>
                        <a:pt x="82" y="395"/>
                      </a:lnTo>
                      <a:lnTo>
                        <a:pt x="82" y="397"/>
                      </a:lnTo>
                      <a:close/>
                      <a:moveTo>
                        <a:pt x="307" y="397"/>
                      </a:moveTo>
                      <a:lnTo>
                        <a:pt x="305" y="397"/>
                      </a:lnTo>
                      <a:lnTo>
                        <a:pt x="305" y="395"/>
                      </a:lnTo>
                      <a:lnTo>
                        <a:pt x="307" y="395"/>
                      </a:lnTo>
                      <a:lnTo>
                        <a:pt x="307" y="397"/>
                      </a:lnTo>
                      <a:close/>
                      <a:moveTo>
                        <a:pt x="272" y="395"/>
                      </a:moveTo>
                      <a:lnTo>
                        <a:pt x="270" y="395"/>
                      </a:lnTo>
                      <a:lnTo>
                        <a:pt x="272" y="395"/>
                      </a:lnTo>
                      <a:close/>
                      <a:moveTo>
                        <a:pt x="307" y="395"/>
                      </a:moveTo>
                      <a:lnTo>
                        <a:pt x="305" y="395"/>
                      </a:lnTo>
                      <a:lnTo>
                        <a:pt x="307" y="395"/>
                      </a:lnTo>
                      <a:close/>
                      <a:moveTo>
                        <a:pt x="274" y="395"/>
                      </a:moveTo>
                      <a:lnTo>
                        <a:pt x="274" y="397"/>
                      </a:lnTo>
                      <a:lnTo>
                        <a:pt x="274" y="395"/>
                      </a:lnTo>
                      <a:lnTo>
                        <a:pt x="272" y="395"/>
                      </a:lnTo>
                      <a:lnTo>
                        <a:pt x="272" y="397"/>
                      </a:lnTo>
                      <a:lnTo>
                        <a:pt x="272" y="395"/>
                      </a:lnTo>
                      <a:lnTo>
                        <a:pt x="274" y="395"/>
                      </a:lnTo>
                      <a:lnTo>
                        <a:pt x="272" y="395"/>
                      </a:lnTo>
                      <a:lnTo>
                        <a:pt x="274" y="395"/>
                      </a:lnTo>
                      <a:lnTo>
                        <a:pt x="274" y="393"/>
                      </a:lnTo>
                      <a:lnTo>
                        <a:pt x="274" y="395"/>
                      </a:lnTo>
                      <a:lnTo>
                        <a:pt x="274" y="393"/>
                      </a:lnTo>
                      <a:lnTo>
                        <a:pt x="276" y="393"/>
                      </a:lnTo>
                      <a:lnTo>
                        <a:pt x="274" y="393"/>
                      </a:lnTo>
                      <a:lnTo>
                        <a:pt x="274" y="395"/>
                      </a:lnTo>
                      <a:close/>
                      <a:moveTo>
                        <a:pt x="267" y="393"/>
                      </a:moveTo>
                      <a:lnTo>
                        <a:pt x="265" y="393"/>
                      </a:lnTo>
                      <a:lnTo>
                        <a:pt x="267" y="393"/>
                      </a:lnTo>
                      <a:lnTo>
                        <a:pt x="267" y="391"/>
                      </a:lnTo>
                      <a:lnTo>
                        <a:pt x="267" y="393"/>
                      </a:lnTo>
                      <a:close/>
                      <a:moveTo>
                        <a:pt x="263" y="391"/>
                      </a:moveTo>
                      <a:lnTo>
                        <a:pt x="261" y="391"/>
                      </a:lnTo>
                      <a:lnTo>
                        <a:pt x="261" y="393"/>
                      </a:lnTo>
                      <a:lnTo>
                        <a:pt x="261" y="391"/>
                      </a:lnTo>
                      <a:lnTo>
                        <a:pt x="259" y="393"/>
                      </a:lnTo>
                      <a:lnTo>
                        <a:pt x="259" y="391"/>
                      </a:lnTo>
                      <a:lnTo>
                        <a:pt x="261" y="391"/>
                      </a:lnTo>
                      <a:lnTo>
                        <a:pt x="263" y="391"/>
                      </a:lnTo>
                      <a:close/>
                      <a:moveTo>
                        <a:pt x="259" y="391"/>
                      </a:moveTo>
                      <a:lnTo>
                        <a:pt x="258" y="391"/>
                      </a:lnTo>
                      <a:lnTo>
                        <a:pt x="259" y="391"/>
                      </a:lnTo>
                      <a:close/>
                      <a:moveTo>
                        <a:pt x="267" y="391"/>
                      </a:moveTo>
                      <a:lnTo>
                        <a:pt x="267" y="390"/>
                      </a:lnTo>
                      <a:lnTo>
                        <a:pt x="267" y="391"/>
                      </a:lnTo>
                      <a:close/>
                      <a:moveTo>
                        <a:pt x="88" y="390"/>
                      </a:moveTo>
                      <a:lnTo>
                        <a:pt x="86" y="390"/>
                      </a:lnTo>
                      <a:lnTo>
                        <a:pt x="88" y="390"/>
                      </a:lnTo>
                      <a:close/>
                      <a:moveTo>
                        <a:pt x="256" y="388"/>
                      </a:moveTo>
                      <a:lnTo>
                        <a:pt x="256" y="390"/>
                      </a:lnTo>
                      <a:lnTo>
                        <a:pt x="254" y="390"/>
                      </a:lnTo>
                      <a:lnTo>
                        <a:pt x="256" y="390"/>
                      </a:lnTo>
                      <a:lnTo>
                        <a:pt x="254" y="390"/>
                      </a:lnTo>
                      <a:lnTo>
                        <a:pt x="256" y="390"/>
                      </a:lnTo>
                      <a:lnTo>
                        <a:pt x="254" y="390"/>
                      </a:lnTo>
                      <a:lnTo>
                        <a:pt x="256" y="390"/>
                      </a:lnTo>
                      <a:lnTo>
                        <a:pt x="256" y="388"/>
                      </a:lnTo>
                      <a:close/>
                      <a:moveTo>
                        <a:pt x="252" y="388"/>
                      </a:moveTo>
                      <a:lnTo>
                        <a:pt x="254" y="388"/>
                      </a:lnTo>
                      <a:lnTo>
                        <a:pt x="252" y="390"/>
                      </a:lnTo>
                      <a:lnTo>
                        <a:pt x="250" y="390"/>
                      </a:lnTo>
                      <a:lnTo>
                        <a:pt x="252" y="390"/>
                      </a:lnTo>
                      <a:lnTo>
                        <a:pt x="250" y="390"/>
                      </a:lnTo>
                      <a:lnTo>
                        <a:pt x="250" y="388"/>
                      </a:lnTo>
                      <a:lnTo>
                        <a:pt x="252" y="388"/>
                      </a:lnTo>
                      <a:close/>
                      <a:moveTo>
                        <a:pt x="203" y="384"/>
                      </a:moveTo>
                      <a:lnTo>
                        <a:pt x="205" y="384"/>
                      </a:lnTo>
                      <a:lnTo>
                        <a:pt x="203" y="386"/>
                      </a:lnTo>
                      <a:lnTo>
                        <a:pt x="203" y="384"/>
                      </a:lnTo>
                      <a:close/>
                      <a:moveTo>
                        <a:pt x="201" y="384"/>
                      </a:moveTo>
                      <a:lnTo>
                        <a:pt x="203" y="384"/>
                      </a:lnTo>
                      <a:lnTo>
                        <a:pt x="201" y="384"/>
                      </a:lnTo>
                      <a:close/>
                      <a:moveTo>
                        <a:pt x="296" y="384"/>
                      </a:moveTo>
                      <a:lnTo>
                        <a:pt x="298" y="384"/>
                      </a:lnTo>
                      <a:lnTo>
                        <a:pt x="296" y="384"/>
                      </a:lnTo>
                      <a:close/>
                      <a:moveTo>
                        <a:pt x="305" y="382"/>
                      </a:moveTo>
                      <a:lnTo>
                        <a:pt x="305" y="384"/>
                      </a:lnTo>
                      <a:lnTo>
                        <a:pt x="305" y="382"/>
                      </a:lnTo>
                      <a:close/>
                      <a:moveTo>
                        <a:pt x="75" y="384"/>
                      </a:moveTo>
                      <a:lnTo>
                        <a:pt x="75" y="382"/>
                      </a:lnTo>
                      <a:lnTo>
                        <a:pt x="75" y="384"/>
                      </a:lnTo>
                      <a:close/>
                      <a:moveTo>
                        <a:pt x="73" y="382"/>
                      </a:moveTo>
                      <a:lnTo>
                        <a:pt x="75" y="382"/>
                      </a:lnTo>
                      <a:lnTo>
                        <a:pt x="73" y="382"/>
                      </a:lnTo>
                      <a:lnTo>
                        <a:pt x="75" y="382"/>
                      </a:lnTo>
                      <a:lnTo>
                        <a:pt x="73" y="382"/>
                      </a:lnTo>
                      <a:close/>
                      <a:moveTo>
                        <a:pt x="305" y="382"/>
                      </a:moveTo>
                      <a:lnTo>
                        <a:pt x="307" y="382"/>
                      </a:lnTo>
                      <a:lnTo>
                        <a:pt x="307" y="384"/>
                      </a:lnTo>
                      <a:lnTo>
                        <a:pt x="305" y="384"/>
                      </a:lnTo>
                      <a:lnTo>
                        <a:pt x="305" y="382"/>
                      </a:lnTo>
                      <a:close/>
                      <a:moveTo>
                        <a:pt x="298" y="382"/>
                      </a:moveTo>
                      <a:lnTo>
                        <a:pt x="296" y="382"/>
                      </a:lnTo>
                      <a:lnTo>
                        <a:pt x="298" y="382"/>
                      </a:lnTo>
                      <a:lnTo>
                        <a:pt x="296" y="382"/>
                      </a:lnTo>
                      <a:lnTo>
                        <a:pt x="298" y="382"/>
                      </a:lnTo>
                      <a:close/>
                      <a:moveTo>
                        <a:pt x="206" y="382"/>
                      </a:moveTo>
                      <a:lnTo>
                        <a:pt x="208" y="382"/>
                      </a:lnTo>
                      <a:lnTo>
                        <a:pt x="206" y="382"/>
                      </a:lnTo>
                      <a:close/>
                      <a:moveTo>
                        <a:pt x="234" y="382"/>
                      </a:moveTo>
                      <a:lnTo>
                        <a:pt x="232" y="382"/>
                      </a:lnTo>
                      <a:lnTo>
                        <a:pt x="232" y="384"/>
                      </a:lnTo>
                      <a:lnTo>
                        <a:pt x="232" y="382"/>
                      </a:lnTo>
                      <a:lnTo>
                        <a:pt x="234" y="382"/>
                      </a:lnTo>
                      <a:close/>
                      <a:moveTo>
                        <a:pt x="278" y="382"/>
                      </a:moveTo>
                      <a:lnTo>
                        <a:pt x="278" y="380"/>
                      </a:lnTo>
                      <a:lnTo>
                        <a:pt x="278" y="382"/>
                      </a:lnTo>
                      <a:close/>
                      <a:moveTo>
                        <a:pt x="110" y="380"/>
                      </a:moveTo>
                      <a:lnTo>
                        <a:pt x="110" y="382"/>
                      </a:lnTo>
                      <a:lnTo>
                        <a:pt x="110" y="380"/>
                      </a:lnTo>
                      <a:close/>
                      <a:moveTo>
                        <a:pt x="208" y="380"/>
                      </a:moveTo>
                      <a:lnTo>
                        <a:pt x="206" y="380"/>
                      </a:lnTo>
                      <a:lnTo>
                        <a:pt x="208" y="380"/>
                      </a:lnTo>
                      <a:close/>
                      <a:moveTo>
                        <a:pt x="77" y="380"/>
                      </a:moveTo>
                      <a:lnTo>
                        <a:pt x="77" y="382"/>
                      </a:lnTo>
                      <a:lnTo>
                        <a:pt x="77" y="380"/>
                      </a:lnTo>
                      <a:close/>
                      <a:moveTo>
                        <a:pt x="101" y="380"/>
                      </a:moveTo>
                      <a:lnTo>
                        <a:pt x="101" y="379"/>
                      </a:lnTo>
                      <a:lnTo>
                        <a:pt x="101" y="380"/>
                      </a:lnTo>
                      <a:close/>
                      <a:moveTo>
                        <a:pt x="81" y="379"/>
                      </a:moveTo>
                      <a:lnTo>
                        <a:pt x="79" y="379"/>
                      </a:lnTo>
                      <a:lnTo>
                        <a:pt x="81" y="379"/>
                      </a:lnTo>
                      <a:lnTo>
                        <a:pt x="81" y="377"/>
                      </a:lnTo>
                      <a:lnTo>
                        <a:pt x="81" y="379"/>
                      </a:lnTo>
                      <a:close/>
                      <a:moveTo>
                        <a:pt x="104" y="375"/>
                      </a:moveTo>
                      <a:lnTo>
                        <a:pt x="104" y="377"/>
                      </a:lnTo>
                      <a:lnTo>
                        <a:pt x="106" y="377"/>
                      </a:lnTo>
                      <a:lnTo>
                        <a:pt x="108" y="377"/>
                      </a:lnTo>
                      <a:lnTo>
                        <a:pt x="110" y="377"/>
                      </a:lnTo>
                      <a:lnTo>
                        <a:pt x="110" y="379"/>
                      </a:lnTo>
                      <a:lnTo>
                        <a:pt x="108" y="379"/>
                      </a:lnTo>
                      <a:lnTo>
                        <a:pt x="110" y="379"/>
                      </a:lnTo>
                      <a:lnTo>
                        <a:pt x="110" y="380"/>
                      </a:lnTo>
                      <a:lnTo>
                        <a:pt x="108" y="380"/>
                      </a:lnTo>
                      <a:lnTo>
                        <a:pt x="106" y="380"/>
                      </a:lnTo>
                      <a:lnTo>
                        <a:pt x="106" y="379"/>
                      </a:lnTo>
                      <a:lnTo>
                        <a:pt x="106" y="380"/>
                      </a:lnTo>
                      <a:lnTo>
                        <a:pt x="106" y="379"/>
                      </a:lnTo>
                      <a:lnTo>
                        <a:pt x="106" y="380"/>
                      </a:lnTo>
                      <a:lnTo>
                        <a:pt x="106" y="379"/>
                      </a:lnTo>
                      <a:lnTo>
                        <a:pt x="106" y="380"/>
                      </a:lnTo>
                      <a:lnTo>
                        <a:pt x="108" y="382"/>
                      </a:lnTo>
                      <a:lnTo>
                        <a:pt x="106" y="382"/>
                      </a:lnTo>
                      <a:lnTo>
                        <a:pt x="104" y="382"/>
                      </a:lnTo>
                      <a:lnTo>
                        <a:pt x="106" y="382"/>
                      </a:lnTo>
                      <a:lnTo>
                        <a:pt x="104" y="382"/>
                      </a:lnTo>
                      <a:lnTo>
                        <a:pt x="102" y="382"/>
                      </a:lnTo>
                      <a:lnTo>
                        <a:pt x="101" y="382"/>
                      </a:lnTo>
                      <a:lnTo>
                        <a:pt x="102" y="382"/>
                      </a:lnTo>
                      <a:lnTo>
                        <a:pt x="101" y="382"/>
                      </a:lnTo>
                      <a:lnTo>
                        <a:pt x="102" y="382"/>
                      </a:lnTo>
                      <a:lnTo>
                        <a:pt x="101" y="380"/>
                      </a:lnTo>
                      <a:lnTo>
                        <a:pt x="102" y="380"/>
                      </a:lnTo>
                      <a:lnTo>
                        <a:pt x="101" y="380"/>
                      </a:lnTo>
                      <a:lnTo>
                        <a:pt x="101" y="379"/>
                      </a:lnTo>
                      <a:lnTo>
                        <a:pt x="102" y="379"/>
                      </a:lnTo>
                      <a:lnTo>
                        <a:pt x="101" y="379"/>
                      </a:lnTo>
                      <a:lnTo>
                        <a:pt x="102" y="379"/>
                      </a:lnTo>
                      <a:lnTo>
                        <a:pt x="102" y="377"/>
                      </a:lnTo>
                      <a:lnTo>
                        <a:pt x="104" y="377"/>
                      </a:lnTo>
                      <a:lnTo>
                        <a:pt x="104" y="375"/>
                      </a:lnTo>
                      <a:close/>
                      <a:moveTo>
                        <a:pt x="119" y="377"/>
                      </a:moveTo>
                      <a:lnTo>
                        <a:pt x="119" y="375"/>
                      </a:lnTo>
                      <a:lnTo>
                        <a:pt x="119" y="377"/>
                      </a:lnTo>
                      <a:close/>
                      <a:moveTo>
                        <a:pt x="86" y="373"/>
                      </a:moveTo>
                      <a:lnTo>
                        <a:pt x="86" y="375"/>
                      </a:lnTo>
                      <a:lnTo>
                        <a:pt x="84" y="375"/>
                      </a:lnTo>
                      <a:lnTo>
                        <a:pt x="84" y="373"/>
                      </a:lnTo>
                      <a:lnTo>
                        <a:pt x="86" y="373"/>
                      </a:lnTo>
                      <a:close/>
                      <a:moveTo>
                        <a:pt x="270" y="375"/>
                      </a:moveTo>
                      <a:lnTo>
                        <a:pt x="270" y="377"/>
                      </a:lnTo>
                      <a:lnTo>
                        <a:pt x="269" y="377"/>
                      </a:lnTo>
                      <a:lnTo>
                        <a:pt x="267" y="377"/>
                      </a:lnTo>
                      <a:lnTo>
                        <a:pt x="267" y="375"/>
                      </a:lnTo>
                      <a:lnTo>
                        <a:pt x="267" y="377"/>
                      </a:lnTo>
                      <a:lnTo>
                        <a:pt x="265" y="377"/>
                      </a:lnTo>
                      <a:lnTo>
                        <a:pt x="265" y="379"/>
                      </a:lnTo>
                      <a:lnTo>
                        <a:pt x="263" y="379"/>
                      </a:lnTo>
                      <a:lnTo>
                        <a:pt x="263" y="377"/>
                      </a:lnTo>
                      <a:lnTo>
                        <a:pt x="263" y="375"/>
                      </a:lnTo>
                      <a:lnTo>
                        <a:pt x="265" y="375"/>
                      </a:lnTo>
                      <a:lnTo>
                        <a:pt x="265" y="373"/>
                      </a:lnTo>
                      <a:lnTo>
                        <a:pt x="267" y="375"/>
                      </a:lnTo>
                      <a:lnTo>
                        <a:pt x="267" y="373"/>
                      </a:lnTo>
                      <a:lnTo>
                        <a:pt x="269" y="373"/>
                      </a:lnTo>
                      <a:lnTo>
                        <a:pt x="270" y="373"/>
                      </a:lnTo>
                      <a:lnTo>
                        <a:pt x="270" y="375"/>
                      </a:lnTo>
                      <a:lnTo>
                        <a:pt x="272" y="375"/>
                      </a:lnTo>
                      <a:lnTo>
                        <a:pt x="270" y="375"/>
                      </a:lnTo>
                      <a:close/>
                      <a:moveTo>
                        <a:pt x="119" y="373"/>
                      </a:moveTo>
                      <a:lnTo>
                        <a:pt x="119" y="375"/>
                      </a:lnTo>
                      <a:lnTo>
                        <a:pt x="119" y="373"/>
                      </a:lnTo>
                      <a:close/>
                      <a:moveTo>
                        <a:pt x="99" y="375"/>
                      </a:moveTo>
                      <a:lnTo>
                        <a:pt x="99" y="373"/>
                      </a:lnTo>
                      <a:lnTo>
                        <a:pt x="99" y="375"/>
                      </a:lnTo>
                      <a:close/>
                      <a:moveTo>
                        <a:pt x="205" y="371"/>
                      </a:moveTo>
                      <a:lnTo>
                        <a:pt x="206" y="373"/>
                      </a:lnTo>
                      <a:lnTo>
                        <a:pt x="206" y="375"/>
                      </a:lnTo>
                      <a:lnTo>
                        <a:pt x="206" y="377"/>
                      </a:lnTo>
                      <a:lnTo>
                        <a:pt x="208" y="377"/>
                      </a:lnTo>
                      <a:lnTo>
                        <a:pt x="206" y="377"/>
                      </a:lnTo>
                      <a:lnTo>
                        <a:pt x="206" y="379"/>
                      </a:lnTo>
                      <a:lnTo>
                        <a:pt x="206" y="380"/>
                      </a:lnTo>
                      <a:lnTo>
                        <a:pt x="205" y="380"/>
                      </a:lnTo>
                      <a:lnTo>
                        <a:pt x="205" y="382"/>
                      </a:lnTo>
                      <a:lnTo>
                        <a:pt x="205" y="384"/>
                      </a:lnTo>
                      <a:lnTo>
                        <a:pt x="203" y="384"/>
                      </a:lnTo>
                      <a:lnTo>
                        <a:pt x="203" y="382"/>
                      </a:lnTo>
                      <a:lnTo>
                        <a:pt x="201" y="382"/>
                      </a:lnTo>
                      <a:lnTo>
                        <a:pt x="201" y="384"/>
                      </a:lnTo>
                      <a:lnTo>
                        <a:pt x="199" y="384"/>
                      </a:lnTo>
                      <a:lnTo>
                        <a:pt x="199" y="382"/>
                      </a:lnTo>
                      <a:lnTo>
                        <a:pt x="199" y="380"/>
                      </a:lnTo>
                      <a:lnTo>
                        <a:pt x="201" y="380"/>
                      </a:lnTo>
                      <a:lnTo>
                        <a:pt x="199" y="380"/>
                      </a:lnTo>
                      <a:lnTo>
                        <a:pt x="201" y="380"/>
                      </a:lnTo>
                      <a:lnTo>
                        <a:pt x="201" y="379"/>
                      </a:lnTo>
                      <a:lnTo>
                        <a:pt x="201" y="380"/>
                      </a:lnTo>
                      <a:lnTo>
                        <a:pt x="201" y="379"/>
                      </a:lnTo>
                      <a:lnTo>
                        <a:pt x="201" y="380"/>
                      </a:lnTo>
                      <a:lnTo>
                        <a:pt x="199" y="379"/>
                      </a:lnTo>
                      <a:lnTo>
                        <a:pt x="201" y="379"/>
                      </a:lnTo>
                      <a:lnTo>
                        <a:pt x="199" y="379"/>
                      </a:lnTo>
                      <a:lnTo>
                        <a:pt x="201" y="379"/>
                      </a:lnTo>
                      <a:lnTo>
                        <a:pt x="199" y="379"/>
                      </a:lnTo>
                      <a:lnTo>
                        <a:pt x="201" y="379"/>
                      </a:lnTo>
                      <a:lnTo>
                        <a:pt x="199" y="379"/>
                      </a:lnTo>
                      <a:lnTo>
                        <a:pt x="201" y="379"/>
                      </a:lnTo>
                      <a:lnTo>
                        <a:pt x="199" y="379"/>
                      </a:lnTo>
                      <a:lnTo>
                        <a:pt x="199" y="377"/>
                      </a:lnTo>
                      <a:lnTo>
                        <a:pt x="201" y="377"/>
                      </a:lnTo>
                      <a:lnTo>
                        <a:pt x="201" y="375"/>
                      </a:lnTo>
                      <a:lnTo>
                        <a:pt x="203" y="375"/>
                      </a:lnTo>
                      <a:lnTo>
                        <a:pt x="203" y="373"/>
                      </a:lnTo>
                      <a:lnTo>
                        <a:pt x="205" y="373"/>
                      </a:lnTo>
                      <a:lnTo>
                        <a:pt x="205" y="371"/>
                      </a:lnTo>
                      <a:close/>
                      <a:moveTo>
                        <a:pt x="323" y="371"/>
                      </a:moveTo>
                      <a:lnTo>
                        <a:pt x="321" y="371"/>
                      </a:lnTo>
                      <a:lnTo>
                        <a:pt x="323" y="371"/>
                      </a:lnTo>
                      <a:close/>
                      <a:moveTo>
                        <a:pt x="272" y="373"/>
                      </a:moveTo>
                      <a:lnTo>
                        <a:pt x="270" y="373"/>
                      </a:lnTo>
                      <a:lnTo>
                        <a:pt x="270" y="371"/>
                      </a:lnTo>
                      <a:lnTo>
                        <a:pt x="272" y="371"/>
                      </a:lnTo>
                      <a:lnTo>
                        <a:pt x="272" y="369"/>
                      </a:lnTo>
                      <a:lnTo>
                        <a:pt x="274" y="369"/>
                      </a:lnTo>
                      <a:lnTo>
                        <a:pt x="274" y="371"/>
                      </a:lnTo>
                      <a:lnTo>
                        <a:pt x="272" y="371"/>
                      </a:lnTo>
                      <a:lnTo>
                        <a:pt x="272" y="373"/>
                      </a:lnTo>
                      <a:close/>
                      <a:moveTo>
                        <a:pt x="314" y="373"/>
                      </a:moveTo>
                      <a:lnTo>
                        <a:pt x="316" y="373"/>
                      </a:lnTo>
                      <a:lnTo>
                        <a:pt x="318" y="373"/>
                      </a:lnTo>
                      <a:lnTo>
                        <a:pt x="318" y="375"/>
                      </a:lnTo>
                      <a:lnTo>
                        <a:pt x="316" y="375"/>
                      </a:lnTo>
                      <a:lnTo>
                        <a:pt x="314" y="373"/>
                      </a:lnTo>
                      <a:lnTo>
                        <a:pt x="312" y="373"/>
                      </a:lnTo>
                      <a:lnTo>
                        <a:pt x="312" y="371"/>
                      </a:lnTo>
                      <a:lnTo>
                        <a:pt x="312" y="369"/>
                      </a:lnTo>
                      <a:lnTo>
                        <a:pt x="314" y="369"/>
                      </a:lnTo>
                      <a:lnTo>
                        <a:pt x="314" y="371"/>
                      </a:lnTo>
                      <a:lnTo>
                        <a:pt x="314" y="373"/>
                      </a:lnTo>
                      <a:close/>
                      <a:moveTo>
                        <a:pt x="154" y="368"/>
                      </a:moveTo>
                      <a:lnTo>
                        <a:pt x="152" y="368"/>
                      </a:lnTo>
                      <a:lnTo>
                        <a:pt x="154" y="368"/>
                      </a:lnTo>
                      <a:close/>
                      <a:moveTo>
                        <a:pt x="148" y="366"/>
                      </a:moveTo>
                      <a:lnTo>
                        <a:pt x="148" y="368"/>
                      </a:lnTo>
                      <a:lnTo>
                        <a:pt x="148" y="369"/>
                      </a:lnTo>
                      <a:lnTo>
                        <a:pt x="146" y="369"/>
                      </a:lnTo>
                      <a:lnTo>
                        <a:pt x="146" y="368"/>
                      </a:lnTo>
                      <a:lnTo>
                        <a:pt x="148" y="368"/>
                      </a:lnTo>
                      <a:lnTo>
                        <a:pt x="148" y="366"/>
                      </a:lnTo>
                      <a:close/>
                      <a:moveTo>
                        <a:pt x="148" y="366"/>
                      </a:moveTo>
                      <a:lnTo>
                        <a:pt x="146" y="366"/>
                      </a:lnTo>
                      <a:lnTo>
                        <a:pt x="148" y="366"/>
                      </a:lnTo>
                      <a:close/>
                      <a:moveTo>
                        <a:pt x="320" y="366"/>
                      </a:moveTo>
                      <a:lnTo>
                        <a:pt x="318" y="366"/>
                      </a:lnTo>
                      <a:lnTo>
                        <a:pt x="320" y="366"/>
                      </a:lnTo>
                      <a:close/>
                      <a:moveTo>
                        <a:pt x="99" y="366"/>
                      </a:moveTo>
                      <a:lnTo>
                        <a:pt x="99" y="364"/>
                      </a:lnTo>
                      <a:lnTo>
                        <a:pt x="101" y="364"/>
                      </a:lnTo>
                      <a:lnTo>
                        <a:pt x="99" y="364"/>
                      </a:lnTo>
                      <a:lnTo>
                        <a:pt x="101" y="364"/>
                      </a:lnTo>
                      <a:lnTo>
                        <a:pt x="99" y="366"/>
                      </a:lnTo>
                      <a:close/>
                      <a:moveTo>
                        <a:pt x="144" y="364"/>
                      </a:moveTo>
                      <a:lnTo>
                        <a:pt x="143" y="364"/>
                      </a:lnTo>
                      <a:lnTo>
                        <a:pt x="144" y="364"/>
                      </a:lnTo>
                      <a:close/>
                      <a:moveTo>
                        <a:pt x="137" y="362"/>
                      </a:moveTo>
                      <a:lnTo>
                        <a:pt x="137" y="364"/>
                      </a:lnTo>
                      <a:lnTo>
                        <a:pt x="137" y="362"/>
                      </a:lnTo>
                      <a:close/>
                      <a:moveTo>
                        <a:pt x="312" y="362"/>
                      </a:moveTo>
                      <a:lnTo>
                        <a:pt x="312" y="364"/>
                      </a:lnTo>
                      <a:lnTo>
                        <a:pt x="310" y="364"/>
                      </a:lnTo>
                      <a:lnTo>
                        <a:pt x="310" y="362"/>
                      </a:lnTo>
                      <a:lnTo>
                        <a:pt x="312" y="362"/>
                      </a:lnTo>
                      <a:close/>
                      <a:moveTo>
                        <a:pt x="84" y="362"/>
                      </a:moveTo>
                      <a:lnTo>
                        <a:pt x="84" y="364"/>
                      </a:lnTo>
                      <a:lnTo>
                        <a:pt x="84" y="366"/>
                      </a:lnTo>
                      <a:lnTo>
                        <a:pt x="84" y="364"/>
                      </a:lnTo>
                      <a:lnTo>
                        <a:pt x="84" y="362"/>
                      </a:lnTo>
                      <a:close/>
                      <a:moveTo>
                        <a:pt x="318" y="364"/>
                      </a:moveTo>
                      <a:lnTo>
                        <a:pt x="318" y="366"/>
                      </a:lnTo>
                      <a:lnTo>
                        <a:pt x="318" y="364"/>
                      </a:lnTo>
                      <a:lnTo>
                        <a:pt x="316" y="364"/>
                      </a:lnTo>
                      <a:lnTo>
                        <a:pt x="316" y="362"/>
                      </a:lnTo>
                      <a:lnTo>
                        <a:pt x="318" y="362"/>
                      </a:lnTo>
                      <a:lnTo>
                        <a:pt x="318" y="364"/>
                      </a:lnTo>
                      <a:close/>
                      <a:moveTo>
                        <a:pt x="99" y="360"/>
                      </a:moveTo>
                      <a:lnTo>
                        <a:pt x="101" y="362"/>
                      </a:lnTo>
                      <a:lnTo>
                        <a:pt x="99" y="362"/>
                      </a:lnTo>
                      <a:lnTo>
                        <a:pt x="101" y="362"/>
                      </a:lnTo>
                      <a:lnTo>
                        <a:pt x="99" y="362"/>
                      </a:lnTo>
                      <a:lnTo>
                        <a:pt x="99" y="360"/>
                      </a:lnTo>
                      <a:close/>
                      <a:moveTo>
                        <a:pt x="312" y="360"/>
                      </a:moveTo>
                      <a:lnTo>
                        <a:pt x="314" y="360"/>
                      </a:lnTo>
                      <a:lnTo>
                        <a:pt x="314" y="362"/>
                      </a:lnTo>
                      <a:lnTo>
                        <a:pt x="312" y="362"/>
                      </a:lnTo>
                      <a:lnTo>
                        <a:pt x="312" y="360"/>
                      </a:lnTo>
                      <a:close/>
                      <a:moveTo>
                        <a:pt x="239" y="362"/>
                      </a:moveTo>
                      <a:lnTo>
                        <a:pt x="239" y="360"/>
                      </a:lnTo>
                      <a:lnTo>
                        <a:pt x="239" y="362"/>
                      </a:lnTo>
                      <a:close/>
                      <a:moveTo>
                        <a:pt x="99" y="360"/>
                      </a:moveTo>
                      <a:lnTo>
                        <a:pt x="99" y="362"/>
                      </a:lnTo>
                      <a:lnTo>
                        <a:pt x="99" y="360"/>
                      </a:lnTo>
                      <a:close/>
                      <a:moveTo>
                        <a:pt x="241" y="360"/>
                      </a:moveTo>
                      <a:lnTo>
                        <a:pt x="239" y="360"/>
                      </a:lnTo>
                      <a:lnTo>
                        <a:pt x="241" y="360"/>
                      </a:lnTo>
                      <a:close/>
                      <a:moveTo>
                        <a:pt x="88" y="360"/>
                      </a:moveTo>
                      <a:lnTo>
                        <a:pt x="90" y="360"/>
                      </a:lnTo>
                      <a:lnTo>
                        <a:pt x="88" y="360"/>
                      </a:lnTo>
                      <a:close/>
                      <a:moveTo>
                        <a:pt x="95" y="360"/>
                      </a:moveTo>
                      <a:lnTo>
                        <a:pt x="97" y="360"/>
                      </a:lnTo>
                      <a:lnTo>
                        <a:pt x="97" y="362"/>
                      </a:lnTo>
                      <a:lnTo>
                        <a:pt x="97" y="364"/>
                      </a:lnTo>
                      <a:lnTo>
                        <a:pt x="97" y="362"/>
                      </a:lnTo>
                      <a:lnTo>
                        <a:pt x="95" y="362"/>
                      </a:lnTo>
                      <a:lnTo>
                        <a:pt x="93" y="362"/>
                      </a:lnTo>
                      <a:lnTo>
                        <a:pt x="93" y="360"/>
                      </a:lnTo>
                      <a:lnTo>
                        <a:pt x="95" y="360"/>
                      </a:lnTo>
                      <a:close/>
                      <a:moveTo>
                        <a:pt x="241" y="360"/>
                      </a:moveTo>
                      <a:lnTo>
                        <a:pt x="241" y="358"/>
                      </a:lnTo>
                      <a:lnTo>
                        <a:pt x="241" y="360"/>
                      </a:lnTo>
                      <a:close/>
                      <a:moveTo>
                        <a:pt x="312" y="358"/>
                      </a:moveTo>
                      <a:lnTo>
                        <a:pt x="312" y="360"/>
                      </a:lnTo>
                      <a:lnTo>
                        <a:pt x="312" y="358"/>
                      </a:lnTo>
                      <a:close/>
                      <a:moveTo>
                        <a:pt x="99" y="358"/>
                      </a:moveTo>
                      <a:lnTo>
                        <a:pt x="99" y="360"/>
                      </a:lnTo>
                      <a:lnTo>
                        <a:pt x="99" y="358"/>
                      </a:lnTo>
                      <a:close/>
                      <a:moveTo>
                        <a:pt x="84" y="358"/>
                      </a:moveTo>
                      <a:lnTo>
                        <a:pt x="82" y="358"/>
                      </a:lnTo>
                      <a:lnTo>
                        <a:pt x="84" y="358"/>
                      </a:lnTo>
                      <a:close/>
                      <a:moveTo>
                        <a:pt x="152" y="358"/>
                      </a:moveTo>
                      <a:lnTo>
                        <a:pt x="150" y="358"/>
                      </a:lnTo>
                      <a:lnTo>
                        <a:pt x="152" y="358"/>
                      </a:lnTo>
                      <a:close/>
                      <a:moveTo>
                        <a:pt x="243" y="358"/>
                      </a:moveTo>
                      <a:lnTo>
                        <a:pt x="241" y="358"/>
                      </a:lnTo>
                      <a:lnTo>
                        <a:pt x="243" y="358"/>
                      </a:lnTo>
                      <a:lnTo>
                        <a:pt x="241" y="358"/>
                      </a:lnTo>
                      <a:lnTo>
                        <a:pt x="243" y="358"/>
                      </a:lnTo>
                      <a:close/>
                      <a:moveTo>
                        <a:pt x="290" y="358"/>
                      </a:moveTo>
                      <a:lnTo>
                        <a:pt x="289" y="358"/>
                      </a:lnTo>
                      <a:lnTo>
                        <a:pt x="290" y="358"/>
                      </a:lnTo>
                      <a:close/>
                      <a:moveTo>
                        <a:pt x="223" y="358"/>
                      </a:moveTo>
                      <a:lnTo>
                        <a:pt x="221" y="358"/>
                      </a:lnTo>
                      <a:lnTo>
                        <a:pt x="221" y="360"/>
                      </a:lnTo>
                      <a:lnTo>
                        <a:pt x="221" y="358"/>
                      </a:lnTo>
                      <a:lnTo>
                        <a:pt x="223" y="358"/>
                      </a:lnTo>
                      <a:lnTo>
                        <a:pt x="223" y="357"/>
                      </a:lnTo>
                      <a:lnTo>
                        <a:pt x="223" y="358"/>
                      </a:lnTo>
                      <a:close/>
                      <a:moveTo>
                        <a:pt x="86" y="357"/>
                      </a:moveTo>
                      <a:lnTo>
                        <a:pt x="86" y="358"/>
                      </a:lnTo>
                      <a:lnTo>
                        <a:pt x="84" y="358"/>
                      </a:lnTo>
                      <a:lnTo>
                        <a:pt x="86" y="358"/>
                      </a:lnTo>
                      <a:lnTo>
                        <a:pt x="86" y="357"/>
                      </a:lnTo>
                      <a:close/>
                      <a:moveTo>
                        <a:pt x="144" y="357"/>
                      </a:moveTo>
                      <a:lnTo>
                        <a:pt x="144" y="358"/>
                      </a:lnTo>
                      <a:lnTo>
                        <a:pt x="143" y="358"/>
                      </a:lnTo>
                      <a:lnTo>
                        <a:pt x="144" y="357"/>
                      </a:lnTo>
                      <a:close/>
                      <a:moveTo>
                        <a:pt x="95" y="357"/>
                      </a:moveTo>
                      <a:lnTo>
                        <a:pt x="97" y="357"/>
                      </a:lnTo>
                      <a:lnTo>
                        <a:pt x="95" y="357"/>
                      </a:lnTo>
                      <a:lnTo>
                        <a:pt x="95" y="358"/>
                      </a:lnTo>
                      <a:lnTo>
                        <a:pt x="95" y="357"/>
                      </a:lnTo>
                      <a:lnTo>
                        <a:pt x="95" y="358"/>
                      </a:lnTo>
                      <a:lnTo>
                        <a:pt x="93" y="358"/>
                      </a:lnTo>
                      <a:lnTo>
                        <a:pt x="93" y="357"/>
                      </a:lnTo>
                      <a:lnTo>
                        <a:pt x="95" y="357"/>
                      </a:lnTo>
                      <a:close/>
                      <a:moveTo>
                        <a:pt x="84" y="358"/>
                      </a:moveTo>
                      <a:lnTo>
                        <a:pt x="84" y="357"/>
                      </a:lnTo>
                      <a:lnTo>
                        <a:pt x="84" y="355"/>
                      </a:lnTo>
                      <a:lnTo>
                        <a:pt x="84" y="357"/>
                      </a:lnTo>
                      <a:lnTo>
                        <a:pt x="84" y="358"/>
                      </a:lnTo>
                      <a:close/>
                      <a:moveTo>
                        <a:pt x="247" y="357"/>
                      </a:moveTo>
                      <a:lnTo>
                        <a:pt x="247" y="355"/>
                      </a:lnTo>
                      <a:lnTo>
                        <a:pt x="247" y="357"/>
                      </a:lnTo>
                      <a:close/>
                      <a:moveTo>
                        <a:pt x="84" y="357"/>
                      </a:moveTo>
                      <a:lnTo>
                        <a:pt x="84" y="355"/>
                      </a:lnTo>
                      <a:lnTo>
                        <a:pt x="84" y="357"/>
                      </a:lnTo>
                      <a:close/>
                      <a:moveTo>
                        <a:pt x="223" y="355"/>
                      </a:moveTo>
                      <a:lnTo>
                        <a:pt x="225" y="355"/>
                      </a:lnTo>
                      <a:lnTo>
                        <a:pt x="223" y="357"/>
                      </a:lnTo>
                      <a:lnTo>
                        <a:pt x="223" y="355"/>
                      </a:lnTo>
                      <a:close/>
                      <a:moveTo>
                        <a:pt x="84" y="355"/>
                      </a:moveTo>
                      <a:lnTo>
                        <a:pt x="84" y="357"/>
                      </a:lnTo>
                      <a:lnTo>
                        <a:pt x="84" y="355"/>
                      </a:lnTo>
                      <a:lnTo>
                        <a:pt x="82" y="355"/>
                      </a:lnTo>
                      <a:lnTo>
                        <a:pt x="84" y="355"/>
                      </a:lnTo>
                      <a:lnTo>
                        <a:pt x="82" y="355"/>
                      </a:lnTo>
                      <a:lnTo>
                        <a:pt x="84" y="355"/>
                      </a:lnTo>
                      <a:close/>
                      <a:moveTo>
                        <a:pt x="86" y="355"/>
                      </a:moveTo>
                      <a:lnTo>
                        <a:pt x="88" y="355"/>
                      </a:lnTo>
                      <a:lnTo>
                        <a:pt x="88" y="357"/>
                      </a:lnTo>
                      <a:lnTo>
                        <a:pt x="88" y="355"/>
                      </a:lnTo>
                      <a:lnTo>
                        <a:pt x="86" y="355"/>
                      </a:lnTo>
                      <a:close/>
                      <a:moveTo>
                        <a:pt x="143" y="355"/>
                      </a:moveTo>
                      <a:lnTo>
                        <a:pt x="143" y="353"/>
                      </a:lnTo>
                      <a:lnTo>
                        <a:pt x="144" y="355"/>
                      </a:lnTo>
                      <a:lnTo>
                        <a:pt x="143" y="355"/>
                      </a:lnTo>
                      <a:close/>
                      <a:moveTo>
                        <a:pt x="99" y="353"/>
                      </a:moveTo>
                      <a:lnTo>
                        <a:pt x="101" y="353"/>
                      </a:lnTo>
                      <a:lnTo>
                        <a:pt x="101" y="355"/>
                      </a:lnTo>
                      <a:lnTo>
                        <a:pt x="101" y="353"/>
                      </a:lnTo>
                      <a:lnTo>
                        <a:pt x="101" y="355"/>
                      </a:lnTo>
                      <a:lnTo>
                        <a:pt x="99" y="355"/>
                      </a:lnTo>
                      <a:lnTo>
                        <a:pt x="99" y="353"/>
                      </a:lnTo>
                      <a:close/>
                      <a:moveTo>
                        <a:pt x="309" y="355"/>
                      </a:moveTo>
                      <a:lnTo>
                        <a:pt x="309" y="353"/>
                      </a:lnTo>
                      <a:lnTo>
                        <a:pt x="309" y="355"/>
                      </a:lnTo>
                      <a:lnTo>
                        <a:pt x="309" y="353"/>
                      </a:lnTo>
                      <a:lnTo>
                        <a:pt x="309" y="355"/>
                      </a:lnTo>
                      <a:close/>
                      <a:moveTo>
                        <a:pt x="97" y="355"/>
                      </a:moveTo>
                      <a:lnTo>
                        <a:pt x="97" y="353"/>
                      </a:lnTo>
                      <a:lnTo>
                        <a:pt x="97" y="355"/>
                      </a:lnTo>
                      <a:close/>
                      <a:moveTo>
                        <a:pt x="223" y="353"/>
                      </a:moveTo>
                      <a:lnTo>
                        <a:pt x="223" y="355"/>
                      </a:lnTo>
                      <a:lnTo>
                        <a:pt x="221" y="355"/>
                      </a:lnTo>
                      <a:lnTo>
                        <a:pt x="223" y="355"/>
                      </a:lnTo>
                      <a:lnTo>
                        <a:pt x="221" y="355"/>
                      </a:lnTo>
                      <a:lnTo>
                        <a:pt x="223" y="355"/>
                      </a:lnTo>
                      <a:lnTo>
                        <a:pt x="223" y="353"/>
                      </a:lnTo>
                      <a:lnTo>
                        <a:pt x="221" y="353"/>
                      </a:lnTo>
                      <a:lnTo>
                        <a:pt x="223" y="353"/>
                      </a:lnTo>
                      <a:close/>
                      <a:moveTo>
                        <a:pt x="292" y="355"/>
                      </a:moveTo>
                      <a:lnTo>
                        <a:pt x="290" y="353"/>
                      </a:lnTo>
                      <a:lnTo>
                        <a:pt x="292" y="353"/>
                      </a:lnTo>
                      <a:lnTo>
                        <a:pt x="292" y="355"/>
                      </a:lnTo>
                      <a:close/>
                      <a:moveTo>
                        <a:pt x="88" y="353"/>
                      </a:moveTo>
                      <a:lnTo>
                        <a:pt x="88" y="355"/>
                      </a:lnTo>
                      <a:lnTo>
                        <a:pt x="86" y="353"/>
                      </a:lnTo>
                      <a:lnTo>
                        <a:pt x="88" y="353"/>
                      </a:lnTo>
                      <a:close/>
                      <a:moveTo>
                        <a:pt x="245" y="353"/>
                      </a:moveTo>
                      <a:lnTo>
                        <a:pt x="245" y="355"/>
                      </a:lnTo>
                      <a:lnTo>
                        <a:pt x="245" y="357"/>
                      </a:lnTo>
                      <a:lnTo>
                        <a:pt x="247" y="357"/>
                      </a:lnTo>
                      <a:lnTo>
                        <a:pt x="247" y="358"/>
                      </a:lnTo>
                      <a:lnTo>
                        <a:pt x="245" y="358"/>
                      </a:lnTo>
                      <a:lnTo>
                        <a:pt x="243" y="358"/>
                      </a:lnTo>
                      <a:lnTo>
                        <a:pt x="243" y="357"/>
                      </a:lnTo>
                      <a:lnTo>
                        <a:pt x="243" y="355"/>
                      </a:lnTo>
                      <a:lnTo>
                        <a:pt x="241" y="355"/>
                      </a:lnTo>
                      <a:lnTo>
                        <a:pt x="243" y="355"/>
                      </a:lnTo>
                      <a:lnTo>
                        <a:pt x="243" y="353"/>
                      </a:lnTo>
                      <a:lnTo>
                        <a:pt x="245" y="353"/>
                      </a:lnTo>
                      <a:close/>
                      <a:moveTo>
                        <a:pt x="223" y="351"/>
                      </a:moveTo>
                      <a:lnTo>
                        <a:pt x="223" y="353"/>
                      </a:lnTo>
                      <a:lnTo>
                        <a:pt x="225" y="353"/>
                      </a:lnTo>
                      <a:lnTo>
                        <a:pt x="223" y="353"/>
                      </a:lnTo>
                      <a:lnTo>
                        <a:pt x="223" y="355"/>
                      </a:lnTo>
                      <a:lnTo>
                        <a:pt x="223" y="353"/>
                      </a:lnTo>
                      <a:lnTo>
                        <a:pt x="223" y="355"/>
                      </a:lnTo>
                      <a:lnTo>
                        <a:pt x="223" y="353"/>
                      </a:lnTo>
                      <a:lnTo>
                        <a:pt x="223" y="351"/>
                      </a:lnTo>
                      <a:close/>
                      <a:moveTo>
                        <a:pt x="135" y="351"/>
                      </a:moveTo>
                      <a:lnTo>
                        <a:pt x="135" y="353"/>
                      </a:lnTo>
                      <a:lnTo>
                        <a:pt x="133" y="353"/>
                      </a:lnTo>
                      <a:lnTo>
                        <a:pt x="135" y="353"/>
                      </a:lnTo>
                      <a:lnTo>
                        <a:pt x="133" y="353"/>
                      </a:lnTo>
                      <a:lnTo>
                        <a:pt x="133" y="351"/>
                      </a:lnTo>
                      <a:lnTo>
                        <a:pt x="133" y="353"/>
                      </a:lnTo>
                      <a:lnTo>
                        <a:pt x="133" y="351"/>
                      </a:lnTo>
                      <a:lnTo>
                        <a:pt x="135" y="351"/>
                      </a:lnTo>
                      <a:close/>
                      <a:moveTo>
                        <a:pt x="99" y="351"/>
                      </a:moveTo>
                      <a:lnTo>
                        <a:pt x="99" y="353"/>
                      </a:lnTo>
                      <a:lnTo>
                        <a:pt x="97" y="353"/>
                      </a:lnTo>
                      <a:lnTo>
                        <a:pt x="97" y="351"/>
                      </a:lnTo>
                      <a:lnTo>
                        <a:pt x="99" y="351"/>
                      </a:lnTo>
                      <a:close/>
                      <a:moveTo>
                        <a:pt x="248" y="353"/>
                      </a:moveTo>
                      <a:lnTo>
                        <a:pt x="248" y="351"/>
                      </a:lnTo>
                      <a:lnTo>
                        <a:pt x="250" y="351"/>
                      </a:lnTo>
                      <a:lnTo>
                        <a:pt x="248" y="351"/>
                      </a:lnTo>
                      <a:lnTo>
                        <a:pt x="248" y="353"/>
                      </a:lnTo>
                      <a:close/>
                      <a:moveTo>
                        <a:pt x="137" y="351"/>
                      </a:moveTo>
                      <a:lnTo>
                        <a:pt x="135" y="351"/>
                      </a:lnTo>
                      <a:lnTo>
                        <a:pt x="135" y="349"/>
                      </a:lnTo>
                      <a:lnTo>
                        <a:pt x="135" y="351"/>
                      </a:lnTo>
                      <a:lnTo>
                        <a:pt x="137" y="351"/>
                      </a:lnTo>
                      <a:close/>
                      <a:moveTo>
                        <a:pt x="88" y="351"/>
                      </a:moveTo>
                      <a:lnTo>
                        <a:pt x="90" y="349"/>
                      </a:lnTo>
                      <a:lnTo>
                        <a:pt x="88" y="349"/>
                      </a:lnTo>
                      <a:lnTo>
                        <a:pt x="90" y="349"/>
                      </a:lnTo>
                      <a:lnTo>
                        <a:pt x="90" y="351"/>
                      </a:lnTo>
                      <a:lnTo>
                        <a:pt x="88" y="351"/>
                      </a:lnTo>
                      <a:close/>
                      <a:moveTo>
                        <a:pt x="101" y="349"/>
                      </a:moveTo>
                      <a:lnTo>
                        <a:pt x="101" y="348"/>
                      </a:lnTo>
                      <a:lnTo>
                        <a:pt x="101" y="349"/>
                      </a:lnTo>
                      <a:close/>
                      <a:moveTo>
                        <a:pt x="287" y="348"/>
                      </a:moveTo>
                      <a:lnTo>
                        <a:pt x="289" y="348"/>
                      </a:lnTo>
                      <a:lnTo>
                        <a:pt x="289" y="349"/>
                      </a:lnTo>
                      <a:lnTo>
                        <a:pt x="287" y="349"/>
                      </a:lnTo>
                      <a:lnTo>
                        <a:pt x="287" y="348"/>
                      </a:lnTo>
                      <a:close/>
                      <a:moveTo>
                        <a:pt x="117" y="348"/>
                      </a:moveTo>
                      <a:lnTo>
                        <a:pt x="115" y="348"/>
                      </a:lnTo>
                      <a:lnTo>
                        <a:pt x="117" y="348"/>
                      </a:lnTo>
                      <a:close/>
                      <a:moveTo>
                        <a:pt x="97" y="348"/>
                      </a:moveTo>
                      <a:lnTo>
                        <a:pt x="99" y="348"/>
                      </a:lnTo>
                      <a:lnTo>
                        <a:pt x="97" y="348"/>
                      </a:lnTo>
                      <a:lnTo>
                        <a:pt x="97" y="349"/>
                      </a:lnTo>
                      <a:lnTo>
                        <a:pt x="97" y="348"/>
                      </a:lnTo>
                      <a:close/>
                      <a:moveTo>
                        <a:pt x="223" y="348"/>
                      </a:moveTo>
                      <a:lnTo>
                        <a:pt x="225" y="348"/>
                      </a:lnTo>
                      <a:lnTo>
                        <a:pt x="223" y="348"/>
                      </a:lnTo>
                      <a:close/>
                      <a:moveTo>
                        <a:pt x="141" y="348"/>
                      </a:moveTo>
                      <a:lnTo>
                        <a:pt x="139" y="348"/>
                      </a:lnTo>
                      <a:lnTo>
                        <a:pt x="141" y="348"/>
                      </a:lnTo>
                      <a:close/>
                      <a:moveTo>
                        <a:pt x="117" y="348"/>
                      </a:moveTo>
                      <a:lnTo>
                        <a:pt x="115" y="348"/>
                      </a:lnTo>
                      <a:lnTo>
                        <a:pt x="117" y="346"/>
                      </a:lnTo>
                      <a:lnTo>
                        <a:pt x="117" y="348"/>
                      </a:lnTo>
                      <a:close/>
                      <a:moveTo>
                        <a:pt x="139" y="348"/>
                      </a:moveTo>
                      <a:lnTo>
                        <a:pt x="139" y="346"/>
                      </a:lnTo>
                      <a:lnTo>
                        <a:pt x="139" y="348"/>
                      </a:lnTo>
                      <a:close/>
                      <a:moveTo>
                        <a:pt x="227" y="348"/>
                      </a:moveTo>
                      <a:lnTo>
                        <a:pt x="227" y="346"/>
                      </a:lnTo>
                      <a:lnTo>
                        <a:pt x="227" y="348"/>
                      </a:lnTo>
                      <a:close/>
                      <a:moveTo>
                        <a:pt x="223" y="346"/>
                      </a:moveTo>
                      <a:lnTo>
                        <a:pt x="223" y="348"/>
                      </a:lnTo>
                      <a:lnTo>
                        <a:pt x="223" y="346"/>
                      </a:lnTo>
                      <a:close/>
                      <a:moveTo>
                        <a:pt x="179" y="346"/>
                      </a:moveTo>
                      <a:lnTo>
                        <a:pt x="177" y="346"/>
                      </a:lnTo>
                      <a:lnTo>
                        <a:pt x="179" y="346"/>
                      </a:lnTo>
                      <a:close/>
                      <a:moveTo>
                        <a:pt x="225" y="346"/>
                      </a:moveTo>
                      <a:lnTo>
                        <a:pt x="223" y="346"/>
                      </a:lnTo>
                      <a:lnTo>
                        <a:pt x="225" y="346"/>
                      </a:lnTo>
                      <a:close/>
                      <a:moveTo>
                        <a:pt x="225" y="344"/>
                      </a:moveTo>
                      <a:lnTo>
                        <a:pt x="227" y="346"/>
                      </a:lnTo>
                      <a:lnTo>
                        <a:pt x="225" y="346"/>
                      </a:lnTo>
                      <a:lnTo>
                        <a:pt x="227" y="346"/>
                      </a:lnTo>
                      <a:lnTo>
                        <a:pt x="225" y="346"/>
                      </a:lnTo>
                      <a:lnTo>
                        <a:pt x="227" y="346"/>
                      </a:lnTo>
                      <a:lnTo>
                        <a:pt x="225" y="346"/>
                      </a:lnTo>
                      <a:lnTo>
                        <a:pt x="225" y="348"/>
                      </a:lnTo>
                      <a:lnTo>
                        <a:pt x="225" y="346"/>
                      </a:lnTo>
                      <a:lnTo>
                        <a:pt x="225" y="344"/>
                      </a:lnTo>
                      <a:close/>
                      <a:moveTo>
                        <a:pt x="99" y="346"/>
                      </a:moveTo>
                      <a:lnTo>
                        <a:pt x="99" y="344"/>
                      </a:lnTo>
                      <a:lnTo>
                        <a:pt x="99" y="346"/>
                      </a:lnTo>
                      <a:close/>
                      <a:moveTo>
                        <a:pt x="221" y="346"/>
                      </a:moveTo>
                      <a:lnTo>
                        <a:pt x="223" y="346"/>
                      </a:lnTo>
                      <a:lnTo>
                        <a:pt x="221" y="346"/>
                      </a:lnTo>
                      <a:lnTo>
                        <a:pt x="221" y="344"/>
                      </a:lnTo>
                      <a:lnTo>
                        <a:pt x="221" y="346"/>
                      </a:lnTo>
                      <a:close/>
                      <a:moveTo>
                        <a:pt x="102" y="344"/>
                      </a:moveTo>
                      <a:lnTo>
                        <a:pt x="104" y="344"/>
                      </a:lnTo>
                      <a:lnTo>
                        <a:pt x="104" y="346"/>
                      </a:lnTo>
                      <a:lnTo>
                        <a:pt x="104" y="344"/>
                      </a:lnTo>
                      <a:lnTo>
                        <a:pt x="104" y="346"/>
                      </a:lnTo>
                      <a:lnTo>
                        <a:pt x="104" y="344"/>
                      </a:lnTo>
                      <a:lnTo>
                        <a:pt x="104" y="346"/>
                      </a:lnTo>
                      <a:lnTo>
                        <a:pt x="106" y="346"/>
                      </a:lnTo>
                      <a:lnTo>
                        <a:pt x="104" y="346"/>
                      </a:lnTo>
                      <a:lnTo>
                        <a:pt x="106" y="346"/>
                      </a:lnTo>
                      <a:lnTo>
                        <a:pt x="104" y="346"/>
                      </a:lnTo>
                      <a:lnTo>
                        <a:pt x="104" y="348"/>
                      </a:lnTo>
                      <a:lnTo>
                        <a:pt x="106" y="348"/>
                      </a:lnTo>
                      <a:lnTo>
                        <a:pt x="104" y="348"/>
                      </a:lnTo>
                      <a:lnTo>
                        <a:pt x="104" y="349"/>
                      </a:lnTo>
                      <a:lnTo>
                        <a:pt x="102" y="349"/>
                      </a:lnTo>
                      <a:lnTo>
                        <a:pt x="102" y="348"/>
                      </a:lnTo>
                      <a:lnTo>
                        <a:pt x="104" y="348"/>
                      </a:lnTo>
                      <a:lnTo>
                        <a:pt x="102" y="348"/>
                      </a:lnTo>
                      <a:lnTo>
                        <a:pt x="102" y="349"/>
                      </a:lnTo>
                      <a:lnTo>
                        <a:pt x="101" y="349"/>
                      </a:lnTo>
                      <a:lnTo>
                        <a:pt x="101" y="348"/>
                      </a:lnTo>
                      <a:lnTo>
                        <a:pt x="101" y="346"/>
                      </a:lnTo>
                      <a:lnTo>
                        <a:pt x="101" y="348"/>
                      </a:lnTo>
                      <a:lnTo>
                        <a:pt x="99" y="346"/>
                      </a:lnTo>
                      <a:lnTo>
                        <a:pt x="101" y="346"/>
                      </a:lnTo>
                      <a:lnTo>
                        <a:pt x="101" y="348"/>
                      </a:lnTo>
                      <a:lnTo>
                        <a:pt x="102" y="348"/>
                      </a:lnTo>
                      <a:lnTo>
                        <a:pt x="101" y="348"/>
                      </a:lnTo>
                      <a:lnTo>
                        <a:pt x="102" y="348"/>
                      </a:lnTo>
                      <a:lnTo>
                        <a:pt x="102" y="346"/>
                      </a:lnTo>
                      <a:lnTo>
                        <a:pt x="101" y="346"/>
                      </a:lnTo>
                      <a:lnTo>
                        <a:pt x="102" y="346"/>
                      </a:lnTo>
                      <a:lnTo>
                        <a:pt x="102" y="348"/>
                      </a:lnTo>
                      <a:lnTo>
                        <a:pt x="102" y="346"/>
                      </a:lnTo>
                      <a:lnTo>
                        <a:pt x="104" y="346"/>
                      </a:lnTo>
                      <a:lnTo>
                        <a:pt x="104" y="348"/>
                      </a:lnTo>
                      <a:lnTo>
                        <a:pt x="104" y="346"/>
                      </a:lnTo>
                      <a:lnTo>
                        <a:pt x="102" y="346"/>
                      </a:lnTo>
                      <a:lnTo>
                        <a:pt x="102" y="344"/>
                      </a:lnTo>
                      <a:close/>
                      <a:moveTo>
                        <a:pt x="258" y="346"/>
                      </a:moveTo>
                      <a:lnTo>
                        <a:pt x="256" y="346"/>
                      </a:lnTo>
                      <a:lnTo>
                        <a:pt x="256" y="344"/>
                      </a:lnTo>
                      <a:lnTo>
                        <a:pt x="258" y="344"/>
                      </a:lnTo>
                      <a:lnTo>
                        <a:pt x="256" y="346"/>
                      </a:lnTo>
                      <a:lnTo>
                        <a:pt x="258" y="346"/>
                      </a:lnTo>
                      <a:close/>
                      <a:moveTo>
                        <a:pt x="225" y="344"/>
                      </a:moveTo>
                      <a:lnTo>
                        <a:pt x="223" y="346"/>
                      </a:lnTo>
                      <a:lnTo>
                        <a:pt x="223" y="344"/>
                      </a:lnTo>
                      <a:lnTo>
                        <a:pt x="225" y="344"/>
                      </a:lnTo>
                      <a:close/>
                      <a:moveTo>
                        <a:pt x="102" y="344"/>
                      </a:moveTo>
                      <a:lnTo>
                        <a:pt x="104" y="344"/>
                      </a:lnTo>
                      <a:lnTo>
                        <a:pt x="102" y="344"/>
                      </a:lnTo>
                      <a:close/>
                      <a:moveTo>
                        <a:pt x="227" y="344"/>
                      </a:moveTo>
                      <a:lnTo>
                        <a:pt x="225" y="344"/>
                      </a:lnTo>
                      <a:lnTo>
                        <a:pt x="227" y="344"/>
                      </a:lnTo>
                      <a:close/>
                      <a:moveTo>
                        <a:pt x="263" y="344"/>
                      </a:moveTo>
                      <a:lnTo>
                        <a:pt x="263" y="342"/>
                      </a:lnTo>
                      <a:lnTo>
                        <a:pt x="261" y="342"/>
                      </a:lnTo>
                      <a:lnTo>
                        <a:pt x="263" y="342"/>
                      </a:lnTo>
                      <a:lnTo>
                        <a:pt x="263" y="344"/>
                      </a:lnTo>
                      <a:close/>
                      <a:moveTo>
                        <a:pt x="285" y="342"/>
                      </a:moveTo>
                      <a:lnTo>
                        <a:pt x="287" y="342"/>
                      </a:lnTo>
                      <a:lnTo>
                        <a:pt x="285" y="342"/>
                      </a:lnTo>
                      <a:close/>
                      <a:moveTo>
                        <a:pt x="230" y="342"/>
                      </a:moveTo>
                      <a:lnTo>
                        <a:pt x="228" y="342"/>
                      </a:lnTo>
                      <a:lnTo>
                        <a:pt x="230" y="342"/>
                      </a:lnTo>
                      <a:close/>
                      <a:moveTo>
                        <a:pt x="197" y="342"/>
                      </a:moveTo>
                      <a:lnTo>
                        <a:pt x="197" y="340"/>
                      </a:lnTo>
                      <a:lnTo>
                        <a:pt x="197" y="342"/>
                      </a:lnTo>
                      <a:close/>
                      <a:moveTo>
                        <a:pt x="230" y="340"/>
                      </a:moveTo>
                      <a:lnTo>
                        <a:pt x="230" y="342"/>
                      </a:lnTo>
                      <a:lnTo>
                        <a:pt x="230" y="340"/>
                      </a:lnTo>
                      <a:close/>
                      <a:moveTo>
                        <a:pt x="305" y="340"/>
                      </a:moveTo>
                      <a:lnTo>
                        <a:pt x="307" y="340"/>
                      </a:lnTo>
                      <a:lnTo>
                        <a:pt x="305" y="340"/>
                      </a:lnTo>
                      <a:close/>
                      <a:moveTo>
                        <a:pt x="197" y="342"/>
                      </a:moveTo>
                      <a:lnTo>
                        <a:pt x="197" y="340"/>
                      </a:lnTo>
                      <a:lnTo>
                        <a:pt x="197" y="342"/>
                      </a:lnTo>
                      <a:close/>
                      <a:moveTo>
                        <a:pt x="108" y="340"/>
                      </a:moveTo>
                      <a:lnTo>
                        <a:pt x="110" y="340"/>
                      </a:lnTo>
                      <a:lnTo>
                        <a:pt x="108" y="340"/>
                      </a:lnTo>
                      <a:close/>
                      <a:moveTo>
                        <a:pt x="269" y="338"/>
                      </a:moveTo>
                      <a:lnTo>
                        <a:pt x="270" y="338"/>
                      </a:lnTo>
                      <a:lnTo>
                        <a:pt x="272" y="338"/>
                      </a:lnTo>
                      <a:lnTo>
                        <a:pt x="272" y="340"/>
                      </a:lnTo>
                      <a:lnTo>
                        <a:pt x="274" y="340"/>
                      </a:lnTo>
                      <a:lnTo>
                        <a:pt x="274" y="342"/>
                      </a:lnTo>
                      <a:lnTo>
                        <a:pt x="274" y="344"/>
                      </a:lnTo>
                      <a:lnTo>
                        <a:pt x="276" y="344"/>
                      </a:lnTo>
                      <a:lnTo>
                        <a:pt x="276" y="346"/>
                      </a:lnTo>
                      <a:lnTo>
                        <a:pt x="274" y="346"/>
                      </a:lnTo>
                      <a:lnTo>
                        <a:pt x="272" y="346"/>
                      </a:lnTo>
                      <a:lnTo>
                        <a:pt x="270" y="346"/>
                      </a:lnTo>
                      <a:lnTo>
                        <a:pt x="269" y="346"/>
                      </a:lnTo>
                      <a:lnTo>
                        <a:pt x="269" y="344"/>
                      </a:lnTo>
                      <a:lnTo>
                        <a:pt x="267" y="344"/>
                      </a:lnTo>
                      <a:lnTo>
                        <a:pt x="267" y="342"/>
                      </a:lnTo>
                      <a:lnTo>
                        <a:pt x="267" y="340"/>
                      </a:lnTo>
                      <a:lnTo>
                        <a:pt x="265" y="340"/>
                      </a:lnTo>
                      <a:lnTo>
                        <a:pt x="267" y="340"/>
                      </a:lnTo>
                      <a:lnTo>
                        <a:pt x="265" y="340"/>
                      </a:lnTo>
                      <a:lnTo>
                        <a:pt x="265" y="338"/>
                      </a:lnTo>
                      <a:lnTo>
                        <a:pt x="267" y="338"/>
                      </a:lnTo>
                      <a:lnTo>
                        <a:pt x="269" y="338"/>
                      </a:lnTo>
                      <a:close/>
                      <a:moveTo>
                        <a:pt x="283" y="338"/>
                      </a:moveTo>
                      <a:lnTo>
                        <a:pt x="285" y="338"/>
                      </a:lnTo>
                      <a:lnTo>
                        <a:pt x="285" y="340"/>
                      </a:lnTo>
                      <a:lnTo>
                        <a:pt x="283" y="340"/>
                      </a:lnTo>
                      <a:lnTo>
                        <a:pt x="283" y="338"/>
                      </a:lnTo>
                      <a:close/>
                      <a:moveTo>
                        <a:pt x="279" y="337"/>
                      </a:moveTo>
                      <a:lnTo>
                        <a:pt x="279" y="338"/>
                      </a:lnTo>
                      <a:lnTo>
                        <a:pt x="279" y="337"/>
                      </a:lnTo>
                      <a:lnTo>
                        <a:pt x="279" y="338"/>
                      </a:lnTo>
                      <a:lnTo>
                        <a:pt x="281" y="338"/>
                      </a:lnTo>
                      <a:lnTo>
                        <a:pt x="281" y="340"/>
                      </a:lnTo>
                      <a:lnTo>
                        <a:pt x="281" y="342"/>
                      </a:lnTo>
                      <a:lnTo>
                        <a:pt x="283" y="342"/>
                      </a:lnTo>
                      <a:lnTo>
                        <a:pt x="283" y="344"/>
                      </a:lnTo>
                      <a:lnTo>
                        <a:pt x="281" y="344"/>
                      </a:lnTo>
                      <a:lnTo>
                        <a:pt x="283" y="344"/>
                      </a:lnTo>
                      <a:lnTo>
                        <a:pt x="281" y="344"/>
                      </a:lnTo>
                      <a:lnTo>
                        <a:pt x="281" y="342"/>
                      </a:lnTo>
                      <a:lnTo>
                        <a:pt x="279" y="342"/>
                      </a:lnTo>
                      <a:lnTo>
                        <a:pt x="281" y="342"/>
                      </a:lnTo>
                      <a:lnTo>
                        <a:pt x="281" y="340"/>
                      </a:lnTo>
                      <a:lnTo>
                        <a:pt x="279" y="340"/>
                      </a:lnTo>
                      <a:lnTo>
                        <a:pt x="281" y="340"/>
                      </a:lnTo>
                      <a:lnTo>
                        <a:pt x="279" y="340"/>
                      </a:lnTo>
                      <a:lnTo>
                        <a:pt x="279" y="338"/>
                      </a:lnTo>
                      <a:lnTo>
                        <a:pt x="279" y="340"/>
                      </a:lnTo>
                      <a:lnTo>
                        <a:pt x="279" y="338"/>
                      </a:lnTo>
                      <a:lnTo>
                        <a:pt x="278" y="338"/>
                      </a:lnTo>
                      <a:lnTo>
                        <a:pt x="279" y="338"/>
                      </a:lnTo>
                      <a:lnTo>
                        <a:pt x="279" y="337"/>
                      </a:lnTo>
                      <a:lnTo>
                        <a:pt x="278" y="337"/>
                      </a:lnTo>
                      <a:lnTo>
                        <a:pt x="279" y="337"/>
                      </a:lnTo>
                      <a:close/>
                      <a:moveTo>
                        <a:pt x="279" y="337"/>
                      </a:moveTo>
                      <a:lnTo>
                        <a:pt x="281" y="337"/>
                      </a:lnTo>
                      <a:lnTo>
                        <a:pt x="281" y="338"/>
                      </a:lnTo>
                      <a:lnTo>
                        <a:pt x="279" y="338"/>
                      </a:lnTo>
                      <a:lnTo>
                        <a:pt x="279" y="337"/>
                      </a:lnTo>
                      <a:lnTo>
                        <a:pt x="279" y="338"/>
                      </a:lnTo>
                      <a:lnTo>
                        <a:pt x="279" y="337"/>
                      </a:lnTo>
                      <a:close/>
                      <a:moveTo>
                        <a:pt x="112" y="335"/>
                      </a:moveTo>
                      <a:lnTo>
                        <a:pt x="112" y="337"/>
                      </a:lnTo>
                      <a:lnTo>
                        <a:pt x="112" y="335"/>
                      </a:lnTo>
                      <a:close/>
                      <a:moveTo>
                        <a:pt x="115" y="335"/>
                      </a:moveTo>
                      <a:lnTo>
                        <a:pt x="115" y="337"/>
                      </a:lnTo>
                      <a:lnTo>
                        <a:pt x="115" y="335"/>
                      </a:lnTo>
                      <a:lnTo>
                        <a:pt x="115" y="337"/>
                      </a:lnTo>
                      <a:lnTo>
                        <a:pt x="115" y="335"/>
                      </a:lnTo>
                      <a:lnTo>
                        <a:pt x="115" y="337"/>
                      </a:lnTo>
                      <a:lnTo>
                        <a:pt x="117" y="337"/>
                      </a:lnTo>
                      <a:lnTo>
                        <a:pt x="115" y="337"/>
                      </a:lnTo>
                      <a:lnTo>
                        <a:pt x="117" y="337"/>
                      </a:lnTo>
                      <a:lnTo>
                        <a:pt x="115" y="337"/>
                      </a:lnTo>
                      <a:lnTo>
                        <a:pt x="115" y="335"/>
                      </a:lnTo>
                      <a:close/>
                      <a:moveTo>
                        <a:pt x="117" y="335"/>
                      </a:moveTo>
                      <a:lnTo>
                        <a:pt x="117" y="337"/>
                      </a:lnTo>
                      <a:lnTo>
                        <a:pt x="117" y="335"/>
                      </a:lnTo>
                      <a:lnTo>
                        <a:pt x="115" y="335"/>
                      </a:lnTo>
                      <a:lnTo>
                        <a:pt x="117" y="335"/>
                      </a:lnTo>
                      <a:close/>
                      <a:moveTo>
                        <a:pt x="265" y="335"/>
                      </a:moveTo>
                      <a:lnTo>
                        <a:pt x="265" y="337"/>
                      </a:lnTo>
                      <a:lnTo>
                        <a:pt x="263" y="335"/>
                      </a:lnTo>
                      <a:lnTo>
                        <a:pt x="265" y="335"/>
                      </a:lnTo>
                      <a:close/>
                      <a:moveTo>
                        <a:pt x="250" y="335"/>
                      </a:moveTo>
                      <a:lnTo>
                        <a:pt x="250" y="333"/>
                      </a:lnTo>
                      <a:lnTo>
                        <a:pt x="250" y="335"/>
                      </a:lnTo>
                      <a:close/>
                      <a:moveTo>
                        <a:pt x="119" y="333"/>
                      </a:moveTo>
                      <a:lnTo>
                        <a:pt x="119" y="335"/>
                      </a:lnTo>
                      <a:lnTo>
                        <a:pt x="119" y="333"/>
                      </a:lnTo>
                      <a:close/>
                      <a:moveTo>
                        <a:pt x="115" y="335"/>
                      </a:moveTo>
                      <a:lnTo>
                        <a:pt x="113" y="335"/>
                      </a:lnTo>
                      <a:lnTo>
                        <a:pt x="115" y="335"/>
                      </a:lnTo>
                      <a:lnTo>
                        <a:pt x="113" y="335"/>
                      </a:lnTo>
                      <a:lnTo>
                        <a:pt x="115" y="335"/>
                      </a:lnTo>
                      <a:lnTo>
                        <a:pt x="115" y="333"/>
                      </a:lnTo>
                      <a:lnTo>
                        <a:pt x="115" y="335"/>
                      </a:lnTo>
                      <a:close/>
                      <a:moveTo>
                        <a:pt x="278" y="333"/>
                      </a:moveTo>
                      <a:lnTo>
                        <a:pt x="278" y="335"/>
                      </a:lnTo>
                      <a:lnTo>
                        <a:pt x="278" y="333"/>
                      </a:lnTo>
                      <a:lnTo>
                        <a:pt x="278" y="335"/>
                      </a:lnTo>
                      <a:lnTo>
                        <a:pt x="278" y="333"/>
                      </a:lnTo>
                      <a:close/>
                      <a:moveTo>
                        <a:pt x="113" y="333"/>
                      </a:moveTo>
                      <a:lnTo>
                        <a:pt x="113" y="335"/>
                      </a:lnTo>
                      <a:lnTo>
                        <a:pt x="113" y="333"/>
                      </a:lnTo>
                      <a:lnTo>
                        <a:pt x="113" y="335"/>
                      </a:lnTo>
                      <a:lnTo>
                        <a:pt x="113" y="333"/>
                      </a:lnTo>
                      <a:lnTo>
                        <a:pt x="112" y="333"/>
                      </a:lnTo>
                      <a:lnTo>
                        <a:pt x="113" y="333"/>
                      </a:lnTo>
                      <a:close/>
                      <a:moveTo>
                        <a:pt x="221" y="333"/>
                      </a:moveTo>
                      <a:lnTo>
                        <a:pt x="223" y="333"/>
                      </a:lnTo>
                      <a:lnTo>
                        <a:pt x="221" y="333"/>
                      </a:lnTo>
                      <a:close/>
                      <a:moveTo>
                        <a:pt x="113" y="333"/>
                      </a:moveTo>
                      <a:lnTo>
                        <a:pt x="113" y="331"/>
                      </a:lnTo>
                      <a:lnTo>
                        <a:pt x="113" y="333"/>
                      </a:lnTo>
                      <a:close/>
                      <a:moveTo>
                        <a:pt x="161" y="333"/>
                      </a:moveTo>
                      <a:lnTo>
                        <a:pt x="163" y="331"/>
                      </a:lnTo>
                      <a:lnTo>
                        <a:pt x="163" y="333"/>
                      </a:lnTo>
                      <a:lnTo>
                        <a:pt x="163" y="331"/>
                      </a:lnTo>
                      <a:lnTo>
                        <a:pt x="163" y="333"/>
                      </a:lnTo>
                      <a:lnTo>
                        <a:pt x="164" y="333"/>
                      </a:lnTo>
                      <a:lnTo>
                        <a:pt x="163" y="333"/>
                      </a:lnTo>
                      <a:lnTo>
                        <a:pt x="161" y="333"/>
                      </a:lnTo>
                      <a:lnTo>
                        <a:pt x="161" y="331"/>
                      </a:lnTo>
                      <a:lnTo>
                        <a:pt x="161" y="333"/>
                      </a:lnTo>
                      <a:close/>
                      <a:moveTo>
                        <a:pt x="256" y="331"/>
                      </a:moveTo>
                      <a:lnTo>
                        <a:pt x="256" y="333"/>
                      </a:lnTo>
                      <a:lnTo>
                        <a:pt x="256" y="331"/>
                      </a:lnTo>
                      <a:close/>
                      <a:moveTo>
                        <a:pt x="239" y="331"/>
                      </a:moveTo>
                      <a:lnTo>
                        <a:pt x="237" y="331"/>
                      </a:lnTo>
                      <a:lnTo>
                        <a:pt x="239" y="331"/>
                      </a:lnTo>
                      <a:close/>
                      <a:moveTo>
                        <a:pt x="276" y="329"/>
                      </a:moveTo>
                      <a:lnTo>
                        <a:pt x="276" y="331"/>
                      </a:lnTo>
                      <a:lnTo>
                        <a:pt x="276" y="329"/>
                      </a:lnTo>
                      <a:close/>
                      <a:moveTo>
                        <a:pt x="269" y="329"/>
                      </a:moveTo>
                      <a:lnTo>
                        <a:pt x="270" y="331"/>
                      </a:lnTo>
                      <a:lnTo>
                        <a:pt x="269" y="331"/>
                      </a:lnTo>
                      <a:lnTo>
                        <a:pt x="270" y="331"/>
                      </a:lnTo>
                      <a:lnTo>
                        <a:pt x="269" y="331"/>
                      </a:lnTo>
                      <a:lnTo>
                        <a:pt x="269" y="329"/>
                      </a:lnTo>
                      <a:close/>
                      <a:moveTo>
                        <a:pt x="112" y="329"/>
                      </a:moveTo>
                      <a:lnTo>
                        <a:pt x="112" y="331"/>
                      </a:lnTo>
                      <a:lnTo>
                        <a:pt x="112" y="329"/>
                      </a:lnTo>
                      <a:close/>
                      <a:moveTo>
                        <a:pt x="166" y="331"/>
                      </a:moveTo>
                      <a:lnTo>
                        <a:pt x="164" y="331"/>
                      </a:lnTo>
                      <a:lnTo>
                        <a:pt x="164" y="329"/>
                      </a:lnTo>
                      <a:lnTo>
                        <a:pt x="166" y="329"/>
                      </a:lnTo>
                      <a:lnTo>
                        <a:pt x="166" y="331"/>
                      </a:lnTo>
                      <a:close/>
                      <a:moveTo>
                        <a:pt x="265" y="329"/>
                      </a:moveTo>
                      <a:lnTo>
                        <a:pt x="265" y="331"/>
                      </a:lnTo>
                      <a:lnTo>
                        <a:pt x="263" y="331"/>
                      </a:lnTo>
                      <a:lnTo>
                        <a:pt x="263" y="329"/>
                      </a:lnTo>
                      <a:lnTo>
                        <a:pt x="265" y="329"/>
                      </a:lnTo>
                      <a:close/>
                      <a:moveTo>
                        <a:pt x="110" y="329"/>
                      </a:moveTo>
                      <a:lnTo>
                        <a:pt x="112" y="329"/>
                      </a:lnTo>
                      <a:lnTo>
                        <a:pt x="110" y="329"/>
                      </a:lnTo>
                      <a:close/>
                      <a:moveTo>
                        <a:pt x="106" y="327"/>
                      </a:moveTo>
                      <a:lnTo>
                        <a:pt x="106" y="329"/>
                      </a:lnTo>
                      <a:lnTo>
                        <a:pt x="108" y="329"/>
                      </a:lnTo>
                      <a:lnTo>
                        <a:pt x="110" y="329"/>
                      </a:lnTo>
                      <a:lnTo>
                        <a:pt x="108" y="329"/>
                      </a:lnTo>
                      <a:lnTo>
                        <a:pt x="108" y="331"/>
                      </a:lnTo>
                      <a:lnTo>
                        <a:pt x="108" y="329"/>
                      </a:lnTo>
                      <a:lnTo>
                        <a:pt x="108" y="331"/>
                      </a:lnTo>
                      <a:lnTo>
                        <a:pt x="108" y="329"/>
                      </a:lnTo>
                      <a:lnTo>
                        <a:pt x="110" y="331"/>
                      </a:lnTo>
                      <a:lnTo>
                        <a:pt x="110" y="329"/>
                      </a:lnTo>
                      <a:lnTo>
                        <a:pt x="112" y="329"/>
                      </a:lnTo>
                      <a:lnTo>
                        <a:pt x="112" y="331"/>
                      </a:lnTo>
                      <a:lnTo>
                        <a:pt x="110" y="331"/>
                      </a:lnTo>
                      <a:lnTo>
                        <a:pt x="112" y="331"/>
                      </a:lnTo>
                      <a:lnTo>
                        <a:pt x="110" y="331"/>
                      </a:lnTo>
                      <a:lnTo>
                        <a:pt x="112" y="331"/>
                      </a:lnTo>
                      <a:lnTo>
                        <a:pt x="112" y="333"/>
                      </a:lnTo>
                      <a:lnTo>
                        <a:pt x="112" y="331"/>
                      </a:lnTo>
                      <a:lnTo>
                        <a:pt x="112" y="333"/>
                      </a:lnTo>
                      <a:lnTo>
                        <a:pt x="112" y="331"/>
                      </a:lnTo>
                      <a:lnTo>
                        <a:pt x="112" y="333"/>
                      </a:lnTo>
                      <a:lnTo>
                        <a:pt x="113" y="333"/>
                      </a:lnTo>
                      <a:lnTo>
                        <a:pt x="112" y="333"/>
                      </a:lnTo>
                      <a:lnTo>
                        <a:pt x="112" y="335"/>
                      </a:lnTo>
                      <a:lnTo>
                        <a:pt x="113" y="335"/>
                      </a:lnTo>
                      <a:lnTo>
                        <a:pt x="112" y="335"/>
                      </a:lnTo>
                      <a:lnTo>
                        <a:pt x="112" y="337"/>
                      </a:lnTo>
                      <a:lnTo>
                        <a:pt x="112" y="338"/>
                      </a:lnTo>
                      <a:lnTo>
                        <a:pt x="110" y="338"/>
                      </a:lnTo>
                      <a:lnTo>
                        <a:pt x="108" y="338"/>
                      </a:lnTo>
                      <a:lnTo>
                        <a:pt x="108" y="340"/>
                      </a:lnTo>
                      <a:lnTo>
                        <a:pt x="108" y="338"/>
                      </a:lnTo>
                      <a:lnTo>
                        <a:pt x="108" y="340"/>
                      </a:lnTo>
                      <a:lnTo>
                        <a:pt x="108" y="338"/>
                      </a:lnTo>
                      <a:lnTo>
                        <a:pt x="108" y="337"/>
                      </a:lnTo>
                      <a:lnTo>
                        <a:pt x="110" y="338"/>
                      </a:lnTo>
                      <a:lnTo>
                        <a:pt x="110" y="337"/>
                      </a:lnTo>
                      <a:lnTo>
                        <a:pt x="108" y="337"/>
                      </a:lnTo>
                      <a:lnTo>
                        <a:pt x="110" y="337"/>
                      </a:lnTo>
                      <a:lnTo>
                        <a:pt x="108" y="337"/>
                      </a:lnTo>
                      <a:lnTo>
                        <a:pt x="110" y="337"/>
                      </a:lnTo>
                      <a:lnTo>
                        <a:pt x="110" y="335"/>
                      </a:lnTo>
                      <a:lnTo>
                        <a:pt x="110" y="337"/>
                      </a:lnTo>
                      <a:lnTo>
                        <a:pt x="110" y="335"/>
                      </a:lnTo>
                      <a:lnTo>
                        <a:pt x="108" y="335"/>
                      </a:lnTo>
                      <a:lnTo>
                        <a:pt x="108" y="337"/>
                      </a:lnTo>
                      <a:lnTo>
                        <a:pt x="108" y="335"/>
                      </a:lnTo>
                      <a:lnTo>
                        <a:pt x="106" y="335"/>
                      </a:lnTo>
                      <a:lnTo>
                        <a:pt x="106" y="333"/>
                      </a:lnTo>
                      <a:lnTo>
                        <a:pt x="106" y="331"/>
                      </a:lnTo>
                      <a:lnTo>
                        <a:pt x="104" y="331"/>
                      </a:lnTo>
                      <a:lnTo>
                        <a:pt x="106" y="331"/>
                      </a:lnTo>
                      <a:lnTo>
                        <a:pt x="106" y="329"/>
                      </a:lnTo>
                      <a:lnTo>
                        <a:pt x="104" y="329"/>
                      </a:lnTo>
                      <a:lnTo>
                        <a:pt x="106" y="329"/>
                      </a:lnTo>
                      <a:lnTo>
                        <a:pt x="106" y="327"/>
                      </a:lnTo>
                      <a:lnTo>
                        <a:pt x="106" y="329"/>
                      </a:lnTo>
                      <a:lnTo>
                        <a:pt x="106" y="327"/>
                      </a:lnTo>
                      <a:lnTo>
                        <a:pt x="106" y="329"/>
                      </a:lnTo>
                      <a:lnTo>
                        <a:pt x="106" y="327"/>
                      </a:lnTo>
                      <a:close/>
                      <a:moveTo>
                        <a:pt x="108" y="327"/>
                      </a:moveTo>
                      <a:lnTo>
                        <a:pt x="108" y="329"/>
                      </a:lnTo>
                      <a:lnTo>
                        <a:pt x="108" y="327"/>
                      </a:lnTo>
                      <a:lnTo>
                        <a:pt x="110" y="329"/>
                      </a:lnTo>
                      <a:lnTo>
                        <a:pt x="108" y="329"/>
                      </a:lnTo>
                      <a:lnTo>
                        <a:pt x="108" y="327"/>
                      </a:lnTo>
                      <a:close/>
                      <a:moveTo>
                        <a:pt x="278" y="327"/>
                      </a:moveTo>
                      <a:lnTo>
                        <a:pt x="278" y="329"/>
                      </a:lnTo>
                      <a:lnTo>
                        <a:pt x="279" y="329"/>
                      </a:lnTo>
                      <a:lnTo>
                        <a:pt x="278" y="329"/>
                      </a:lnTo>
                      <a:lnTo>
                        <a:pt x="278" y="327"/>
                      </a:lnTo>
                      <a:close/>
                      <a:moveTo>
                        <a:pt x="106" y="327"/>
                      </a:moveTo>
                      <a:lnTo>
                        <a:pt x="104" y="327"/>
                      </a:lnTo>
                      <a:lnTo>
                        <a:pt x="104" y="329"/>
                      </a:lnTo>
                      <a:lnTo>
                        <a:pt x="104" y="327"/>
                      </a:lnTo>
                      <a:lnTo>
                        <a:pt x="106" y="327"/>
                      </a:lnTo>
                      <a:close/>
                      <a:moveTo>
                        <a:pt x="110" y="327"/>
                      </a:moveTo>
                      <a:lnTo>
                        <a:pt x="112" y="327"/>
                      </a:lnTo>
                      <a:lnTo>
                        <a:pt x="110" y="327"/>
                      </a:lnTo>
                      <a:close/>
                      <a:moveTo>
                        <a:pt x="119" y="327"/>
                      </a:moveTo>
                      <a:lnTo>
                        <a:pt x="119" y="329"/>
                      </a:lnTo>
                      <a:lnTo>
                        <a:pt x="121" y="329"/>
                      </a:lnTo>
                      <a:lnTo>
                        <a:pt x="119" y="329"/>
                      </a:lnTo>
                      <a:lnTo>
                        <a:pt x="121" y="329"/>
                      </a:lnTo>
                      <a:lnTo>
                        <a:pt x="119" y="329"/>
                      </a:lnTo>
                      <a:lnTo>
                        <a:pt x="119" y="331"/>
                      </a:lnTo>
                      <a:lnTo>
                        <a:pt x="119" y="333"/>
                      </a:lnTo>
                      <a:lnTo>
                        <a:pt x="119" y="335"/>
                      </a:lnTo>
                      <a:lnTo>
                        <a:pt x="119" y="333"/>
                      </a:lnTo>
                      <a:lnTo>
                        <a:pt x="119" y="331"/>
                      </a:lnTo>
                      <a:lnTo>
                        <a:pt x="117" y="331"/>
                      </a:lnTo>
                      <a:lnTo>
                        <a:pt x="117" y="329"/>
                      </a:lnTo>
                      <a:lnTo>
                        <a:pt x="119" y="329"/>
                      </a:lnTo>
                      <a:lnTo>
                        <a:pt x="119" y="327"/>
                      </a:lnTo>
                      <a:close/>
                      <a:moveTo>
                        <a:pt x="166" y="327"/>
                      </a:moveTo>
                      <a:lnTo>
                        <a:pt x="166" y="329"/>
                      </a:lnTo>
                      <a:lnTo>
                        <a:pt x="166" y="327"/>
                      </a:lnTo>
                      <a:close/>
                      <a:moveTo>
                        <a:pt x="269" y="327"/>
                      </a:moveTo>
                      <a:lnTo>
                        <a:pt x="269" y="329"/>
                      </a:lnTo>
                      <a:lnTo>
                        <a:pt x="267" y="329"/>
                      </a:lnTo>
                      <a:lnTo>
                        <a:pt x="267" y="327"/>
                      </a:lnTo>
                      <a:lnTo>
                        <a:pt x="269" y="327"/>
                      </a:lnTo>
                      <a:close/>
                      <a:moveTo>
                        <a:pt x="115" y="327"/>
                      </a:moveTo>
                      <a:lnTo>
                        <a:pt x="117" y="327"/>
                      </a:lnTo>
                      <a:lnTo>
                        <a:pt x="117" y="329"/>
                      </a:lnTo>
                      <a:lnTo>
                        <a:pt x="117" y="327"/>
                      </a:lnTo>
                      <a:lnTo>
                        <a:pt x="117" y="329"/>
                      </a:lnTo>
                      <a:lnTo>
                        <a:pt x="117" y="327"/>
                      </a:lnTo>
                      <a:lnTo>
                        <a:pt x="115" y="327"/>
                      </a:lnTo>
                      <a:lnTo>
                        <a:pt x="117" y="327"/>
                      </a:lnTo>
                      <a:lnTo>
                        <a:pt x="115" y="327"/>
                      </a:lnTo>
                      <a:lnTo>
                        <a:pt x="115" y="329"/>
                      </a:lnTo>
                      <a:lnTo>
                        <a:pt x="115" y="327"/>
                      </a:lnTo>
                      <a:lnTo>
                        <a:pt x="115" y="329"/>
                      </a:lnTo>
                      <a:lnTo>
                        <a:pt x="115" y="327"/>
                      </a:lnTo>
                      <a:close/>
                      <a:moveTo>
                        <a:pt x="113" y="329"/>
                      </a:moveTo>
                      <a:lnTo>
                        <a:pt x="112" y="329"/>
                      </a:lnTo>
                      <a:lnTo>
                        <a:pt x="112" y="327"/>
                      </a:lnTo>
                      <a:lnTo>
                        <a:pt x="113" y="327"/>
                      </a:lnTo>
                      <a:lnTo>
                        <a:pt x="113" y="329"/>
                      </a:lnTo>
                      <a:close/>
                      <a:moveTo>
                        <a:pt x="179" y="327"/>
                      </a:moveTo>
                      <a:lnTo>
                        <a:pt x="179" y="329"/>
                      </a:lnTo>
                      <a:lnTo>
                        <a:pt x="179" y="327"/>
                      </a:lnTo>
                      <a:lnTo>
                        <a:pt x="177" y="327"/>
                      </a:lnTo>
                      <a:lnTo>
                        <a:pt x="179" y="327"/>
                      </a:lnTo>
                      <a:close/>
                      <a:moveTo>
                        <a:pt x="104" y="327"/>
                      </a:moveTo>
                      <a:lnTo>
                        <a:pt x="106" y="327"/>
                      </a:lnTo>
                      <a:lnTo>
                        <a:pt x="104" y="327"/>
                      </a:lnTo>
                      <a:close/>
                      <a:moveTo>
                        <a:pt x="115" y="327"/>
                      </a:moveTo>
                      <a:lnTo>
                        <a:pt x="117" y="327"/>
                      </a:lnTo>
                      <a:lnTo>
                        <a:pt x="115" y="327"/>
                      </a:lnTo>
                      <a:close/>
                      <a:moveTo>
                        <a:pt x="106" y="326"/>
                      </a:moveTo>
                      <a:lnTo>
                        <a:pt x="106" y="327"/>
                      </a:lnTo>
                      <a:lnTo>
                        <a:pt x="106" y="326"/>
                      </a:lnTo>
                      <a:close/>
                      <a:moveTo>
                        <a:pt x="106" y="326"/>
                      </a:moveTo>
                      <a:lnTo>
                        <a:pt x="106" y="327"/>
                      </a:lnTo>
                      <a:lnTo>
                        <a:pt x="106" y="326"/>
                      </a:lnTo>
                      <a:close/>
                      <a:moveTo>
                        <a:pt x="261" y="324"/>
                      </a:moveTo>
                      <a:lnTo>
                        <a:pt x="261" y="326"/>
                      </a:lnTo>
                      <a:lnTo>
                        <a:pt x="259" y="326"/>
                      </a:lnTo>
                      <a:lnTo>
                        <a:pt x="258" y="326"/>
                      </a:lnTo>
                      <a:lnTo>
                        <a:pt x="259" y="326"/>
                      </a:lnTo>
                      <a:lnTo>
                        <a:pt x="258" y="326"/>
                      </a:lnTo>
                      <a:lnTo>
                        <a:pt x="259" y="326"/>
                      </a:lnTo>
                      <a:lnTo>
                        <a:pt x="259" y="324"/>
                      </a:lnTo>
                      <a:lnTo>
                        <a:pt x="261" y="324"/>
                      </a:lnTo>
                      <a:close/>
                      <a:moveTo>
                        <a:pt x="179" y="324"/>
                      </a:moveTo>
                      <a:lnTo>
                        <a:pt x="179" y="326"/>
                      </a:lnTo>
                      <a:lnTo>
                        <a:pt x="181" y="326"/>
                      </a:lnTo>
                      <a:lnTo>
                        <a:pt x="179" y="326"/>
                      </a:lnTo>
                      <a:lnTo>
                        <a:pt x="181" y="326"/>
                      </a:lnTo>
                      <a:lnTo>
                        <a:pt x="179" y="326"/>
                      </a:lnTo>
                      <a:lnTo>
                        <a:pt x="181" y="326"/>
                      </a:lnTo>
                      <a:lnTo>
                        <a:pt x="179" y="326"/>
                      </a:lnTo>
                      <a:lnTo>
                        <a:pt x="179" y="324"/>
                      </a:lnTo>
                      <a:close/>
                      <a:moveTo>
                        <a:pt x="159" y="324"/>
                      </a:moveTo>
                      <a:lnTo>
                        <a:pt x="161" y="326"/>
                      </a:lnTo>
                      <a:lnTo>
                        <a:pt x="161" y="327"/>
                      </a:lnTo>
                      <a:lnTo>
                        <a:pt x="159" y="327"/>
                      </a:lnTo>
                      <a:lnTo>
                        <a:pt x="159" y="326"/>
                      </a:lnTo>
                      <a:lnTo>
                        <a:pt x="159" y="324"/>
                      </a:lnTo>
                      <a:lnTo>
                        <a:pt x="159" y="326"/>
                      </a:lnTo>
                      <a:lnTo>
                        <a:pt x="159" y="324"/>
                      </a:lnTo>
                      <a:lnTo>
                        <a:pt x="159" y="326"/>
                      </a:lnTo>
                      <a:lnTo>
                        <a:pt x="159" y="324"/>
                      </a:lnTo>
                      <a:lnTo>
                        <a:pt x="157" y="324"/>
                      </a:lnTo>
                      <a:lnTo>
                        <a:pt x="159" y="324"/>
                      </a:lnTo>
                      <a:close/>
                      <a:moveTo>
                        <a:pt x="104" y="324"/>
                      </a:moveTo>
                      <a:lnTo>
                        <a:pt x="104" y="322"/>
                      </a:lnTo>
                      <a:lnTo>
                        <a:pt x="104" y="324"/>
                      </a:lnTo>
                      <a:close/>
                      <a:moveTo>
                        <a:pt x="104" y="322"/>
                      </a:moveTo>
                      <a:lnTo>
                        <a:pt x="102" y="322"/>
                      </a:lnTo>
                      <a:lnTo>
                        <a:pt x="104" y="322"/>
                      </a:lnTo>
                      <a:close/>
                      <a:moveTo>
                        <a:pt x="106" y="322"/>
                      </a:moveTo>
                      <a:lnTo>
                        <a:pt x="106" y="324"/>
                      </a:lnTo>
                      <a:lnTo>
                        <a:pt x="104" y="324"/>
                      </a:lnTo>
                      <a:lnTo>
                        <a:pt x="104" y="322"/>
                      </a:lnTo>
                      <a:lnTo>
                        <a:pt x="106" y="322"/>
                      </a:lnTo>
                      <a:close/>
                      <a:moveTo>
                        <a:pt x="106" y="320"/>
                      </a:moveTo>
                      <a:lnTo>
                        <a:pt x="106" y="322"/>
                      </a:lnTo>
                      <a:lnTo>
                        <a:pt x="106" y="320"/>
                      </a:lnTo>
                      <a:close/>
                      <a:moveTo>
                        <a:pt x="119" y="322"/>
                      </a:moveTo>
                      <a:lnTo>
                        <a:pt x="119" y="320"/>
                      </a:lnTo>
                      <a:lnTo>
                        <a:pt x="119" y="322"/>
                      </a:lnTo>
                      <a:close/>
                      <a:moveTo>
                        <a:pt x="227" y="320"/>
                      </a:moveTo>
                      <a:lnTo>
                        <a:pt x="227" y="322"/>
                      </a:lnTo>
                      <a:lnTo>
                        <a:pt x="225" y="322"/>
                      </a:lnTo>
                      <a:lnTo>
                        <a:pt x="227" y="320"/>
                      </a:lnTo>
                      <a:lnTo>
                        <a:pt x="227" y="322"/>
                      </a:lnTo>
                      <a:lnTo>
                        <a:pt x="227" y="320"/>
                      </a:lnTo>
                      <a:close/>
                      <a:moveTo>
                        <a:pt x="115" y="322"/>
                      </a:moveTo>
                      <a:lnTo>
                        <a:pt x="117" y="322"/>
                      </a:lnTo>
                      <a:lnTo>
                        <a:pt x="115" y="322"/>
                      </a:lnTo>
                      <a:lnTo>
                        <a:pt x="115" y="320"/>
                      </a:lnTo>
                      <a:lnTo>
                        <a:pt x="115" y="322"/>
                      </a:lnTo>
                      <a:close/>
                      <a:moveTo>
                        <a:pt x="124" y="318"/>
                      </a:moveTo>
                      <a:lnTo>
                        <a:pt x="124" y="320"/>
                      </a:lnTo>
                      <a:lnTo>
                        <a:pt x="124" y="318"/>
                      </a:lnTo>
                      <a:close/>
                      <a:moveTo>
                        <a:pt x="146" y="320"/>
                      </a:moveTo>
                      <a:lnTo>
                        <a:pt x="146" y="318"/>
                      </a:lnTo>
                      <a:lnTo>
                        <a:pt x="146" y="320"/>
                      </a:lnTo>
                      <a:close/>
                      <a:moveTo>
                        <a:pt x="248" y="318"/>
                      </a:moveTo>
                      <a:lnTo>
                        <a:pt x="247" y="318"/>
                      </a:lnTo>
                      <a:lnTo>
                        <a:pt x="248" y="318"/>
                      </a:lnTo>
                      <a:close/>
                      <a:moveTo>
                        <a:pt x="159" y="318"/>
                      </a:moveTo>
                      <a:lnTo>
                        <a:pt x="159" y="316"/>
                      </a:lnTo>
                      <a:lnTo>
                        <a:pt x="159" y="318"/>
                      </a:lnTo>
                      <a:close/>
                      <a:moveTo>
                        <a:pt x="258" y="316"/>
                      </a:moveTo>
                      <a:lnTo>
                        <a:pt x="258" y="318"/>
                      </a:lnTo>
                      <a:lnTo>
                        <a:pt x="256" y="318"/>
                      </a:lnTo>
                      <a:lnTo>
                        <a:pt x="256" y="316"/>
                      </a:lnTo>
                      <a:lnTo>
                        <a:pt x="258" y="316"/>
                      </a:lnTo>
                      <a:close/>
                      <a:moveTo>
                        <a:pt x="148" y="316"/>
                      </a:moveTo>
                      <a:lnTo>
                        <a:pt x="148" y="318"/>
                      </a:lnTo>
                      <a:lnTo>
                        <a:pt x="150" y="318"/>
                      </a:lnTo>
                      <a:lnTo>
                        <a:pt x="150" y="320"/>
                      </a:lnTo>
                      <a:lnTo>
                        <a:pt x="150" y="322"/>
                      </a:lnTo>
                      <a:lnTo>
                        <a:pt x="148" y="322"/>
                      </a:lnTo>
                      <a:lnTo>
                        <a:pt x="148" y="320"/>
                      </a:lnTo>
                      <a:lnTo>
                        <a:pt x="146" y="320"/>
                      </a:lnTo>
                      <a:lnTo>
                        <a:pt x="146" y="318"/>
                      </a:lnTo>
                      <a:lnTo>
                        <a:pt x="146" y="316"/>
                      </a:lnTo>
                      <a:lnTo>
                        <a:pt x="148" y="316"/>
                      </a:lnTo>
                      <a:close/>
                      <a:moveTo>
                        <a:pt x="122" y="316"/>
                      </a:moveTo>
                      <a:lnTo>
                        <a:pt x="122" y="318"/>
                      </a:lnTo>
                      <a:lnTo>
                        <a:pt x="122" y="316"/>
                      </a:lnTo>
                      <a:close/>
                      <a:moveTo>
                        <a:pt x="247" y="316"/>
                      </a:moveTo>
                      <a:lnTo>
                        <a:pt x="245" y="315"/>
                      </a:lnTo>
                      <a:lnTo>
                        <a:pt x="247" y="315"/>
                      </a:lnTo>
                      <a:lnTo>
                        <a:pt x="247" y="316"/>
                      </a:lnTo>
                      <a:close/>
                      <a:moveTo>
                        <a:pt x="150" y="315"/>
                      </a:moveTo>
                      <a:lnTo>
                        <a:pt x="148" y="315"/>
                      </a:lnTo>
                      <a:lnTo>
                        <a:pt x="150" y="315"/>
                      </a:lnTo>
                      <a:close/>
                      <a:moveTo>
                        <a:pt x="161" y="315"/>
                      </a:moveTo>
                      <a:lnTo>
                        <a:pt x="159" y="315"/>
                      </a:lnTo>
                      <a:lnTo>
                        <a:pt x="161" y="315"/>
                      </a:lnTo>
                      <a:close/>
                      <a:moveTo>
                        <a:pt x="256" y="315"/>
                      </a:moveTo>
                      <a:lnTo>
                        <a:pt x="254" y="315"/>
                      </a:lnTo>
                      <a:lnTo>
                        <a:pt x="256" y="315"/>
                      </a:lnTo>
                      <a:close/>
                      <a:moveTo>
                        <a:pt x="161" y="313"/>
                      </a:moveTo>
                      <a:lnTo>
                        <a:pt x="163" y="313"/>
                      </a:lnTo>
                      <a:lnTo>
                        <a:pt x="163" y="315"/>
                      </a:lnTo>
                      <a:lnTo>
                        <a:pt x="161" y="315"/>
                      </a:lnTo>
                      <a:lnTo>
                        <a:pt x="161" y="313"/>
                      </a:lnTo>
                      <a:close/>
                      <a:moveTo>
                        <a:pt x="227" y="315"/>
                      </a:moveTo>
                      <a:lnTo>
                        <a:pt x="225" y="315"/>
                      </a:lnTo>
                      <a:lnTo>
                        <a:pt x="227" y="315"/>
                      </a:lnTo>
                      <a:lnTo>
                        <a:pt x="227" y="313"/>
                      </a:lnTo>
                      <a:lnTo>
                        <a:pt x="227" y="315"/>
                      </a:lnTo>
                      <a:close/>
                      <a:moveTo>
                        <a:pt x="256" y="313"/>
                      </a:moveTo>
                      <a:lnTo>
                        <a:pt x="256" y="315"/>
                      </a:lnTo>
                      <a:lnTo>
                        <a:pt x="256" y="313"/>
                      </a:lnTo>
                      <a:close/>
                      <a:moveTo>
                        <a:pt x="254" y="313"/>
                      </a:moveTo>
                      <a:lnTo>
                        <a:pt x="254" y="315"/>
                      </a:lnTo>
                      <a:lnTo>
                        <a:pt x="254" y="313"/>
                      </a:lnTo>
                      <a:close/>
                      <a:moveTo>
                        <a:pt x="227" y="313"/>
                      </a:moveTo>
                      <a:lnTo>
                        <a:pt x="227" y="311"/>
                      </a:lnTo>
                      <a:lnTo>
                        <a:pt x="227" y="313"/>
                      </a:lnTo>
                      <a:close/>
                      <a:moveTo>
                        <a:pt x="263" y="315"/>
                      </a:moveTo>
                      <a:lnTo>
                        <a:pt x="261" y="313"/>
                      </a:lnTo>
                      <a:lnTo>
                        <a:pt x="261" y="311"/>
                      </a:lnTo>
                      <a:lnTo>
                        <a:pt x="263" y="311"/>
                      </a:lnTo>
                      <a:lnTo>
                        <a:pt x="263" y="313"/>
                      </a:lnTo>
                      <a:lnTo>
                        <a:pt x="263" y="315"/>
                      </a:lnTo>
                      <a:close/>
                      <a:moveTo>
                        <a:pt x="259" y="313"/>
                      </a:moveTo>
                      <a:lnTo>
                        <a:pt x="258" y="313"/>
                      </a:lnTo>
                      <a:lnTo>
                        <a:pt x="258" y="311"/>
                      </a:lnTo>
                      <a:lnTo>
                        <a:pt x="258" y="309"/>
                      </a:lnTo>
                      <a:lnTo>
                        <a:pt x="258" y="311"/>
                      </a:lnTo>
                      <a:lnTo>
                        <a:pt x="259" y="311"/>
                      </a:lnTo>
                      <a:lnTo>
                        <a:pt x="259" y="313"/>
                      </a:lnTo>
                      <a:close/>
                      <a:moveTo>
                        <a:pt x="201" y="309"/>
                      </a:moveTo>
                      <a:lnTo>
                        <a:pt x="203" y="309"/>
                      </a:lnTo>
                      <a:lnTo>
                        <a:pt x="205" y="309"/>
                      </a:lnTo>
                      <a:lnTo>
                        <a:pt x="205" y="311"/>
                      </a:lnTo>
                      <a:lnTo>
                        <a:pt x="206" y="311"/>
                      </a:lnTo>
                      <a:lnTo>
                        <a:pt x="206" y="313"/>
                      </a:lnTo>
                      <a:lnTo>
                        <a:pt x="206" y="315"/>
                      </a:lnTo>
                      <a:lnTo>
                        <a:pt x="206" y="316"/>
                      </a:lnTo>
                      <a:lnTo>
                        <a:pt x="205" y="316"/>
                      </a:lnTo>
                      <a:lnTo>
                        <a:pt x="205" y="318"/>
                      </a:lnTo>
                      <a:lnTo>
                        <a:pt x="203" y="316"/>
                      </a:lnTo>
                      <a:lnTo>
                        <a:pt x="201" y="316"/>
                      </a:lnTo>
                      <a:lnTo>
                        <a:pt x="201" y="315"/>
                      </a:lnTo>
                      <a:lnTo>
                        <a:pt x="199" y="315"/>
                      </a:lnTo>
                      <a:lnTo>
                        <a:pt x="199" y="313"/>
                      </a:lnTo>
                      <a:lnTo>
                        <a:pt x="197" y="313"/>
                      </a:lnTo>
                      <a:lnTo>
                        <a:pt x="197" y="311"/>
                      </a:lnTo>
                      <a:lnTo>
                        <a:pt x="197" y="309"/>
                      </a:lnTo>
                      <a:lnTo>
                        <a:pt x="199" y="309"/>
                      </a:lnTo>
                      <a:lnTo>
                        <a:pt x="201" y="309"/>
                      </a:lnTo>
                      <a:close/>
                      <a:moveTo>
                        <a:pt x="258" y="307"/>
                      </a:moveTo>
                      <a:lnTo>
                        <a:pt x="256" y="307"/>
                      </a:lnTo>
                      <a:lnTo>
                        <a:pt x="258" y="307"/>
                      </a:lnTo>
                      <a:lnTo>
                        <a:pt x="258" y="309"/>
                      </a:lnTo>
                      <a:lnTo>
                        <a:pt x="256" y="309"/>
                      </a:lnTo>
                      <a:lnTo>
                        <a:pt x="256" y="307"/>
                      </a:lnTo>
                      <a:lnTo>
                        <a:pt x="258" y="307"/>
                      </a:lnTo>
                      <a:close/>
                      <a:moveTo>
                        <a:pt x="270" y="305"/>
                      </a:moveTo>
                      <a:lnTo>
                        <a:pt x="270" y="307"/>
                      </a:lnTo>
                      <a:lnTo>
                        <a:pt x="272" y="307"/>
                      </a:lnTo>
                      <a:lnTo>
                        <a:pt x="270" y="307"/>
                      </a:lnTo>
                      <a:lnTo>
                        <a:pt x="270" y="305"/>
                      </a:lnTo>
                      <a:close/>
                      <a:moveTo>
                        <a:pt x="267" y="305"/>
                      </a:moveTo>
                      <a:lnTo>
                        <a:pt x="267" y="307"/>
                      </a:lnTo>
                      <a:lnTo>
                        <a:pt x="267" y="305"/>
                      </a:lnTo>
                      <a:lnTo>
                        <a:pt x="267" y="307"/>
                      </a:lnTo>
                      <a:lnTo>
                        <a:pt x="265" y="307"/>
                      </a:lnTo>
                      <a:lnTo>
                        <a:pt x="265" y="305"/>
                      </a:lnTo>
                      <a:lnTo>
                        <a:pt x="267" y="305"/>
                      </a:lnTo>
                      <a:close/>
                      <a:moveTo>
                        <a:pt x="267" y="305"/>
                      </a:moveTo>
                      <a:lnTo>
                        <a:pt x="265" y="305"/>
                      </a:lnTo>
                      <a:lnTo>
                        <a:pt x="267" y="305"/>
                      </a:lnTo>
                      <a:lnTo>
                        <a:pt x="265" y="305"/>
                      </a:lnTo>
                      <a:lnTo>
                        <a:pt x="267" y="305"/>
                      </a:lnTo>
                      <a:close/>
                      <a:moveTo>
                        <a:pt x="192" y="305"/>
                      </a:moveTo>
                      <a:lnTo>
                        <a:pt x="192" y="307"/>
                      </a:lnTo>
                      <a:lnTo>
                        <a:pt x="194" y="307"/>
                      </a:lnTo>
                      <a:lnTo>
                        <a:pt x="194" y="309"/>
                      </a:lnTo>
                      <a:lnTo>
                        <a:pt x="192" y="309"/>
                      </a:lnTo>
                      <a:lnTo>
                        <a:pt x="192" y="311"/>
                      </a:lnTo>
                      <a:lnTo>
                        <a:pt x="192" y="309"/>
                      </a:lnTo>
                      <a:lnTo>
                        <a:pt x="190" y="309"/>
                      </a:lnTo>
                      <a:lnTo>
                        <a:pt x="190" y="307"/>
                      </a:lnTo>
                      <a:lnTo>
                        <a:pt x="192" y="307"/>
                      </a:lnTo>
                      <a:lnTo>
                        <a:pt x="192" y="305"/>
                      </a:lnTo>
                      <a:lnTo>
                        <a:pt x="190" y="305"/>
                      </a:lnTo>
                      <a:lnTo>
                        <a:pt x="192" y="305"/>
                      </a:lnTo>
                      <a:close/>
                      <a:moveTo>
                        <a:pt x="267" y="305"/>
                      </a:moveTo>
                      <a:lnTo>
                        <a:pt x="267" y="307"/>
                      </a:lnTo>
                      <a:lnTo>
                        <a:pt x="267" y="305"/>
                      </a:lnTo>
                      <a:lnTo>
                        <a:pt x="267" y="307"/>
                      </a:lnTo>
                      <a:lnTo>
                        <a:pt x="267" y="305"/>
                      </a:lnTo>
                      <a:lnTo>
                        <a:pt x="265" y="305"/>
                      </a:lnTo>
                      <a:lnTo>
                        <a:pt x="267" y="305"/>
                      </a:lnTo>
                      <a:close/>
                      <a:moveTo>
                        <a:pt x="289" y="305"/>
                      </a:moveTo>
                      <a:lnTo>
                        <a:pt x="290" y="305"/>
                      </a:lnTo>
                      <a:lnTo>
                        <a:pt x="290" y="307"/>
                      </a:lnTo>
                      <a:lnTo>
                        <a:pt x="289" y="307"/>
                      </a:lnTo>
                      <a:lnTo>
                        <a:pt x="289" y="305"/>
                      </a:lnTo>
                      <a:lnTo>
                        <a:pt x="289" y="304"/>
                      </a:lnTo>
                      <a:lnTo>
                        <a:pt x="289" y="305"/>
                      </a:lnTo>
                      <a:close/>
                      <a:moveTo>
                        <a:pt x="269" y="304"/>
                      </a:moveTo>
                      <a:lnTo>
                        <a:pt x="269" y="305"/>
                      </a:lnTo>
                      <a:lnTo>
                        <a:pt x="269" y="304"/>
                      </a:lnTo>
                      <a:lnTo>
                        <a:pt x="269" y="305"/>
                      </a:lnTo>
                      <a:lnTo>
                        <a:pt x="269" y="304"/>
                      </a:lnTo>
                      <a:close/>
                      <a:moveTo>
                        <a:pt x="267" y="305"/>
                      </a:moveTo>
                      <a:lnTo>
                        <a:pt x="267" y="304"/>
                      </a:lnTo>
                      <a:lnTo>
                        <a:pt x="267" y="305"/>
                      </a:lnTo>
                      <a:close/>
                      <a:moveTo>
                        <a:pt x="267" y="304"/>
                      </a:moveTo>
                      <a:lnTo>
                        <a:pt x="265" y="304"/>
                      </a:lnTo>
                      <a:lnTo>
                        <a:pt x="267" y="304"/>
                      </a:lnTo>
                      <a:close/>
                      <a:moveTo>
                        <a:pt x="269" y="304"/>
                      </a:moveTo>
                      <a:lnTo>
                        <a:pt x="267" y="304"/>
                      </a:lnTo>
                      <a:lnTo>
                        <a:pt x="269" y="304"/>
                      </a:lnTo>
                      <a:close/>
                      <a:moveTo>
                        <a:pt x="290" y="304"/>
                      </a:moveTo>
                      <a:lnTo>
                        <a:pt x="292" y="304"/>
                      </a:lnTo>
                      <a:lnTo>
                        <a:pt x="290" y="304"/>
                      </a:lnTo>
                      <a:lnTo>
                        <a:pt x="292" y="304"/>
                      </a:lnTo>
                      <a:lnTo>
                        <a:pt x="292" y="305"/>
                      </a:lnTo>
                      <a:lnTo>
                        <a:pt x="290" y="305"/>
                      </a:lnTo>
                      <a:lnTo>
                        <a:pt x="290" y="304"/>
                      </a:lnTo>
                      <a:lnTo>
                        <a:pt x="290" y="302"/>
                      </a:lnTo>
                      <a:lnTo>
                        <a:pt x="290" y="304"/>
                      </a:lnTo>
                      <a:close/>
                      <a:moveTo>
                        <a:pt x="239" y="304"/>
                      </a:moveTo>
                      <a:lnTo>
                        <a:pt x="241" y="304"/>
                      </a:lnTo>
                      <a:lnTo>
                        <a:pt x="243" y="305"/>
                      </a:lnTo>
                      <a:lnTo>
                        <a:pt x="243" y="307"/>
                      </a:lnTo>
                      <a:lnTo>
                        <a:pt x="245" y="307"/>
                      </a:lnTo>
                      <a:lnTo>
                        <a:pt x="243" y="307"/>
                      </a:lnTo>
                      <a:lnTo>
                        <a:pt x="243" y="309"/>
                      </a:lnTo>
                      <a:lnTo>
                        <a:pt x="245" y="309"/>
                      </a:lnTo>
                      <a:lnTo>
                        <a:pt x="245" y="311"/>
                      </a:lnTo>
                      <a:lnTo>
                        <a:pt x="245" y="313"/>
                      </a:lnTo>
                      <a:lnTo>
                        <a:pt x="245" y="315"/>
                      </a:lnTo>
                      <a:lnTo>
                        <a:pt x="247" y="315"/>
                      </a:lnTo>
                      <a:lnTo>
                        <a:pt x="245" y="315"/>
                      </a:lnTo>
                      <a:lnTo>
                        <a:pt x="245" y="313"/>
                      </a:lnTo>
                      <a:lnTo>
                        <a:pt x="243" y="313"/>
                      </a:lnTo>
                      <a:lnTo>
                        <a:pt x="243" y="311"/>
                      </a:lnTo>
                      <a:lnTo>
                        <a:pt x="241" y="311"/>
                      </a:lnTo>
                      <a:lnTo>
                        <a:pt x="241" y="309"/>
                      </a:lnTo>
                      <a:lnTo>
                        <a:pt x="239" y="307"/>
                      </a:lnTo>
                      <a:lnTo>
                        <a:pt x="239" y="305"/>
                      </a:lnTo>
                      <a:lnTo>
                        <a:pt x="237" y="305"/>
                      </a:lnTo>
                      <a:lnTo>
                        <a:pt x="237" y="304"/>
                      </a:lnTo>
                      <a:lnTo>
                        <a:pt x="237" y="305"/>
                      </a:lnTo>
                      <a:lnTo>
                        <a:pt x="239" y="305"/>
                      </a:lnTo>
                      <a:lnTo>
                        <a:pt x="239" y="304"/>
                      </a:lnTo>
                      <a:lnTo>
                        <a:pt x="239" y="302"/>
                      </a:lnTo>
                      <a:lnTo>
                        <a:pt x="239" y="304"/>
                      </a:lnTo>
                      <a:close/>
                      <a:moveTo>
                        <a:pt x="267" y="304"/>
                      </a:moveTo>
                      <a:lnTo>
                        <a:pt x="265" y="302"/>
                      </a:lnTo>
                      <a:lnTo>
                        <a:pt x="267" y="302"/>
                      </a:lnTo>
                      <a:lnTo>
                        <a:pt x="267" y="304"/>
                      </a:lnTo>
                      <a:lnTo>
                        <a:pt x="267" y="302"/>
                      </a:lnTo>
                      <a:lnTo>
                        <a:pt x="267" y="304"/>
                      </a:lnTo>
                      <a:close/>
                      <a:moveTo>
                        <a:pt x="185" y="298"/>
                      </a:moveTo>
                      <a:lnTo>
                        <a:pt x="185" y="300"/>
                      </a:lnTo>
                      <a:lnTo>
                        <a:pt x="183" y="300"/>
                      </a:lnTo>
                      <a:lnTo>
                        <a:pt x="183" y="298"/>
                      </a:lnTo>
                      <a:lnTo>
                        <a:pt x="185" y="298"/>
                      </a:lnTo>
                      <a:close/>
                      <a:moveTo>
                        <a:pt x="247" y="296"/>
                      </a:moveTo>
                      <a:lnTo>
                        <a:pt x="247" y="298"/>
                      </a:lnTo>
                      <a:lnTo>
                        <a:pt x="245" y="298"/>
                      </a:lnTo>
                      <a:lnTo>
                        <a:pt x="245" y="296"/>
                      </a:lnTo>
                      <a:lnTo>
                        <a:pt x="247" y="296"/>
                      </a:lnTo>
                      <a:close/>
                      <a:moveTo>
                        <a:pt x="248" y="296"/>
                      </a:moveTo>
                      <a:lnTo>
                        <a:pt x="250" y="296"/>
                      </a:lnTo>
                      <a:lnTo>
                        <a:pt x="248" y="296"/>
                      </a:lnTo>
                      <a:close/>
                      <a:moveTo>
                        <a:pt x="172" y="293"/>
                      </a:moveTo>
                      <a:lnTo>
                        <a:pt x="172" y="294"/>
                      </a:lnTo>
                      <a:lnTo>
                        <a:pt x="170" y="294"/>
                      </a:lnTo>
                      <a:lnTo>
                        <a:pt x="170" y="293"/>
                      </a:lnTo>
                      <a:lnTo>
                        <a:pt x="172" y="293"/>
                      </a:lnTo>
                      <a:close/>
                      <a:moveTo>
                        <a:pt x="183" y="293"/>
                      </a:moveTo>
                      <a:lnTo>
                        <a:pt x="185" y="293"/>
                      </a:lnTo>
                      <a:lnTo>
                        <a:pt x="185" y="294"/>
                      </a:lnTo>
                      <a:lnTo>
                        <a:pt x="183" y="294"/>
                      </a:lnTo>
                      <a:lnTo>
                        <a:pt x="183" y="293"/>
                      </a:lnTo>
                      <a:close/>
                      <a:moveTo>
                        <a:pt x="216" y="287"/>
                      </a:moveTo>
                      <a:lnTo>
                        <a:pt x="216" y="285"/>
                      </a:lnTo>
                      <a:lnTo>
                        <a:pt x="216" y="287"/>
                      </a:lnTo>
                      <a:close/>
                      <a:moveTo>
                        <a:pt x="217" y="285"/>
                      </a:moveTo>
                      <a:lnTo>
                        <a:pt x="217" y="287"/>
                      </a:lnTo>
                      <a:lnTo>
                        <a:pt x="219" y="287"/>
                      </a:lnTo>
                      <a:lnTo>
                        <a:pt x="217" y="287"/>
                      </a:lnTo>
                      <a:lnTo>
                        <a:pt x="219" y="287"/>
                      </a:lnTo>
                      <a:lnTo>
                        <a:pt x="219" y="289"/>
                      </a:lnTo>
                      <a:lnTo>
                        <a:pt x="221" y="289"/>
                      </a:lnTo>
                      <a:lnTo>
                        <a:pt x="221" y="291"/>
                      </a:lnTo>
                      <a:lnTo>
                        <a:pt x="223" y="291"/>
                      </a:lnTo>
                      <a:lnTo>
                        <a:pt x="223" y="293"/>
                      </a:lnTo>
                      <a:lnTo>
                        <a:pt x="223" y="294"/>
                      </a:lnTo>
                      <a:lnTo>
                        <a:pt x="225" y="294"/>
                      </a:lnTo>
                      <a:lnTo>
                        <a:pt x="227" y="294"/>
                      </a:lnTo>
                      <a:lnTo>
                        <a:pt x="227" y="296"/>
                      </a:lnTo>
                      <a:lnTo>
                        <a:pt x="227" y="298"/>
                      </a:lnTo>
                      <a:lnTo>
                        <a:pt x="228" y="298"/>
                      </a:lnTo>
                      <a:lnTo>
                        <a:pt x="228" y="300"/>
                      </a:lnTo>
                      <a:lnTo>
                        <a:pt x="228" y="298"/>
                      </a:lnTo>
                      <a:lnTo>
                        <a:pt x="228" y="300"/>
                      </a:lnTo>
                      <a:lnTo>
                        <a:pt x="230" y="300"/>
                      </a:lnTo>
                      <a:lnTo>
                        <a:pt x="230" y="302"/>
                      </a:lnTo>
                      <a:lnTo>
                        <a:pt x="228" y="302"/>
                      </a:lnTo>
                      <a:lnTo>
                        <a:pt x="228" y="300"/>
                      </a:lnTo>
                      <a:lnTo>
                        <a:pt x="228" y="298"/>
                      </a:lnTo>
                      <a:lnTo>
                        <a:pt x="227" y="298"/>
                      </a:lnTo>
                      <a:lnTo>
                        <a:pt x="227" y="296"/>
                      </a:lnTo>
                      <a:lnTo>
                        <a:pt x="225" y="298"/>
                      </a:lnTo>
                      <a:lnTo>
                        <a:pt x="225" y="296"/>
                      </a:lnTo>
                      <a:lnTo>
                        <a:pt x="225" y="298"/>
                      </a:lnTo>
                      <a:lnTo>
                        <a:pt x="225" y="296"/>
                      </a:lnTo>
                      <a:lnTo>
                        <a:pt x="223" y="296"/>
                      </a:lnTo>
                      <a:lnTo>
                        <a:pt x="223" y="294"/>
                      </a:lnTo>
                      <a:lnTo>
                        <a:pt x="223" y="296"/>
                      </a:lnTo>
                      <a:lnTo>
                        <a:pt x="223" y="294"/>
                      </a:lnTo>
                      <a:lnTo>
                        <a:pt x="221" y="294"/>
                      </a:lnTo>
                      <a:lnTo>
                        <a:pt x="221" y="293"/>
                      </a:lnTo>
                      <a:lnTo>
                        <a:pt x="221" y="294"/>
                      </a:lnTo>
                      <a:lnTo>
                        <a:pt x="221" y="293"/>
                      </a:lnTo>
                      <a:lnTo>
                        <a:pt x="219" y="293"/>
                      </a:lnTo>
                      <a:lnTo>
                        <a:pt x="219" y="291"/>
                      </a:lnTo>
                      <a:lnTo>
                        <a:pt x="219" y="293"/>
                      </a:lnTo>
                      <a:lnTo>
                        <a:pt x="219" y="291"/>
                      </a:lnTo>
                      <a:lnTo>
                        <a:pt x="217" y="291"/>
                      </a:lnTo>
                      <a:lnTo>
                        <a:pt x="216" y="291"/>
                      </a:lnTo>
                      <a:lnTo>
                        <a:pt x="216" y="289"/>
                      </a:lnTo>
                      <a:lnTo>
                        <a:pt x="216" y="287"/>
                      </a:lnTo>
                      <a:lnTo>
                        <a:pt x="214" y="287"/>
                      </a:lnTo>
                      <a:lnTo>
                        <a:pt x="216" y="287"/>
                      </a:lnTo>
                      <a:lnTo>
                        <a:pt x="217" y="287"/>
                      </a:lnTo>
                      <a:lnTo>
                        <a:pt x="217" y="285"/>
                      </a:lnTo>
                      <a:close/>
                      <a:moveTo>
                        <a:pt x="212" y="285"/>
                      </a:moveTo>
                      <a:lnTo>
                        <a:pt x="214" y="285"/>
                      </a:lnTo>
                      <a:lnTo>
                        <a:pt x="214" y="287"/>
                      </a:lnTo>
                      <a:lnTo>
                        <a:pt x="212" y="287"/>
                      </a:lnTo>
                      <a:lnTo>
                        <a:pt x="212" y="285"/>
                      </a:lnTo>
                      <a:close/>
                      <a:moveTo>
                        <a:pt x="175" y="284"/>
                      </a:moveTo>
                      <a:lnTo>
                        <a:pt x="174" y="284"/>
                      </a:lnTo>
                      <a:lnTo>
                        <a:pt x="175" y="284"/>
                      </a:lnTo>
                      <a:close/>
                      <a:moveTo>
                        <a:pt x="258" y="284"/>
                      </a:moveTo>
                      <a:lnTo>
                        <a:pt x="259" y="284"/>
                      </a:lnTo>
                      <a:lnTo>
                        <a:pt x="261" y="284"/>
                      </a:lnTo>
                      <a:lnTo>
                        <a:pt x="261" y="285"/>
                      </a:lnTo>
                      <a:lnTo>
                        <a:pt x="259" y="285"/>
                      </a:lnTo>
                      <a:lnTo>
                        <a:pt x="258" y="285"/>
                      </a:lnTo>
                      <a:lnTo>
                        <a:pt x="256" y="285"/>
                      </a:lnTo>
                      <a:lnTo>
                        <a:pt x="256" y="284"/>
                      </a:lnTo>
                      <a:lnTo>
                        <a:pt x="258" y="284"/>
                      </a:lnTo>
                      <a:close/>
                      <a:moveTo>
                        <a:pt x="177" y="282"/>
                      </a:moveTo>
                      <a:lnTo>
                        <a:pt x="177" y="284"/>
                      </a:lnTo>
                      <a:lnTo>
                        <a:pt x="177" y="282"/>
                      </a:lnTo>
                      <a:lnTo>
                        <a:pt x="175" y="284"/>
                      </a:lnTo>
                      <a:lnTo>
                        <a:pt x="175" y="282"/>
                      </a:lnTo>
                      <a:lnTo>
                        <a:pt x="177" y="282"/>
                      </a:lnTo>
                      <a:close/>
                      <a:moveTo>
                        <a:pt x="252" y="282"/>
                      </a:moveTo>
                      <a:lnTo>
                        <a:pt x="254" y="282"/>
                      </a:lnTo>
                      <a:lnTo>
                        <a:pt x="256" y="282"/>
                      </a:lnTo>
                      <a:lnTo>
                        <a:pt x="256" y="284"/>
                      </a:lnTo>
                      <a:lnTo>
                        <a:pt x="254" y="284"/>
                      </a:lnTo>
                      <a:lnTo>
                        <a:pt x="252" y="284"/>
                      </a:lnTo>
                      <a:lnTo>
                        <a:pt x="250" y="284"/>
                      </a:lnTo>
                      <a:lnTo>
                        <a:pt x="250" y="282"/>
                      </a:lnTo>
                      <a:lnTo>
                        <a:pt x="252" y="282"/>
                      </a:lnTo>
                      <a:close/>
                      <a:moveTo>
                        <a:pt x="252" y="282"/>
                      </a:moveTo>
                      <a:lnTo>
                        <a:pt x="252" y="280"/>
                      </a:lnTo>
                      <a:lnTo>
                        <a:pt x="252" y="282"/>
                      </a:lnTo>
                      <a:close/>
                      <a:moveTo>
                        <a:pt x="248" y="278"/>
                      </a:moveTo>
                      <a:lnTo>
                        <a:pt x="248" y="280"/>
                      </a:lnTo>
                      <a:lnTo>
                        <a:pt x="250" y="280"/>
                      </a:lnTo>
                      <a:lnTo>
                        <a:pt x="250" y="282"/>
                      </a:lnTo>
                      <a:lnTo>
                        <a:pt x="248" y="282"/>
                      </a:lnTo>
                      <a:lnTo>
                        <a:pt x="250" y="282"/>
                      </a:lnTo>
                      <a:lnTo>
                        <a:pt x="250" y="284"/>
                      </a:lnTo>
                      <a:lnTo>
                        <a:pt x="248" y="284"/>
                      </a:lnTo>
                      <a:lnTo>
                        <a:pt x="248" y="282"/>
                      </a:lnTo>
                      <a:lnTo>
                        <a:pt x="248" y="284"/>
                      </a:lnTo>
                      <a:lnTo>
                        <a:pt x="248" y="282"/>
                      </a:lnTo>
                      <a:lnTo>
                        <a:pt x="247" y="282"/>
                      </a:lnTo>
                      <a:lnTo>
                        <a:pt x="248" y="282"/>
                      </a:lnTo>
                      <a:lnTo>
                        <a:pt x="247" y="282"/>
                      </a:lnTo>
                      <a:lnTo>
                        <a:pt x="248" y="282"/>
                      </a:lnTo>
                      <a:lnTo>
                        <a:pt x="248" y="280"/>
                      </a:lnTo>
                      <a:lnTo>
                        <a:pt x="247" y="280"/>
                      </a:lnTo>
                      <a:lnTo>
                        <a:pt x="247" y="278"/>
                      </a:lnTo>
                      <a:lnTo>
                        <a:pt x="248" y="278"/>
                      </a:lnTo>
                      <a:close/>
                      <a:moveTo>
                        <a:pt x="206" y="280"/>
                      </a:moveTo>
                      <a:lnTo>
                        <a:pt x="206" y="278"/>
                      </a:lnTo>
                      <a:lnTo>
                        <a:pt x="206" y="280"/>
                      </a:lnTo>
                      <a:close/>
                      <a:moveTo>
                        <a:pt x="245" y="276"/>
                      </a:moveTo>
                      <a:lnTo>
                        <a:pt x="245" y="278"/>
                      </a:lnTo>
                      <a:lnTo>
                        <a:pt x="247" y="278"/>
                      </a:lnTo>
                      <a:lnTo>
                        <a:pt x="248" y="278"/>
                      </a:lnTo>
                      <a:lnTo>
                        <a:pt x="247" y="278"/>
                      </a:lnTo>
                      <a:lnTo>
                        <a:pt x="248" y="278"/>
                      </a:lnTo>
                      <a:lnTo>
                        <a:pt x="247" y="278"/>
                      </a:lnTo>
                      <a:lnTo>
                        <a:pt x="247" y="280"/>
                      </a:lnTo>
                      <a:lnTo>
                        <a:pt x="247" y="278"/>
                      </a:lnTo>
                      <a:lnTo>
                        <a:pt x="245" y="278"/>
                      </a:lnTo>
                      <a:lnTo>
                        <a:pt x="245" y="276"/>
                      </a:lnTo>
                      <a:close/>
                      <a:moveTo>
                        <a:pt x="186" y="276"/>
                      </a:moveTo>
                      <a:lnTo>
                        <a:pt x="186" y="278"/>
                      </a:lnTo>
                      <a:lnTo>
                        <a:pt x="186" y="276"/>
                      </a:lnTo>
                      <a:lnTo>
                        <a:pt x="186" y="278"/>
                      </a:lnTo>
                      <a:lnTo>
                        <a:pt x="186" y="276"/>
                      </a:lnTo>
                      <a:close/>
                      <a:moveTo>
                        <a:pt x="185" y="274"/>
                      </a:moveTo>
                      <a:lnTo>
                        <a:pt x="185" y="273"/>
                      </a:lnTo>
                      <a:lnTo>
                        <a:pt x="185" y="274"/>
                      </a:lnTo>
                      <a:close/>
                      <a:moveTo>
                        <a:pt x="185" y="273"/>
                      </a:moveTo>
                      <a:lnTo>
                        <a:pt x="186" y="273"/>
                      </a:lnTo>
                      <a:lnTo>
                        <a:pt x="185" y="273"/>
                      </a:lnTo>
                      <a:close/>
                      <a:moveTo>
                        <a:pt x="150" y="271"/>
                      </a:moveTo>
                      <a:lnTo>
                        <a:pt x="150" y="273"/>
                      </a:lnTo>
                      <a:lnTo>
                        <a:pt x="148" y="273"/>
                      </a:lnTo>
                      <a:lnTo>
                        <a:pt x="148" y="271"/>
                      </a:lnTo>
                      <a:lnTo>
                        <a:pt x="150" y="271"/>
                      </a:lnTo>
                      <a:close/>
                      <a:moveTo>
                        <a:pt x="121" y="267"/>
                      </a:moveTo>
                      <a:lnTo>
                        <a:pt x="122" y="267"/>
                      </a:lnTo>
                      <a:lnTo>
                        <a:pt x="124" y="269"/>
                      </a:lnTo>
                      <a:lnTo>
                        <a:pt x="124" y="267"/>
                      </a:lnTo>
                      <a:lnTo>
                        <a:pt x="124" y="269"/>
                      </a:lnTo>
                      <a:lnTo>
                        <a:pt x="124" y="267"/>
                      </a:lnTo>
                      <a:lnTo>
                        <a:pt x="124" y="269"/>
                      </a:lnTo>
                      <a:lnTo>
                        <a:pt x="124" y="267"/>
                      </a:lnTo>
                      <a:lnTo>
                        <a:pt x="124" y="269"/>
                      </a:lnTo>
                      <a:lnTo>
                        <a:pt x="124" y="267"/>
                      </a:lnTo>
                      <a:lnTo>
                        <a:pt x="124" y="269"/>
                      </a:lnTo>
                      <a:lnTo>
                        <a:pt x="122" y="269"/>
                      </a:lnTo>
                      <a:lnTo>
                        <a:pt x="122" y="267"/>
                      </a:lnTo>
                      <a:lnTo>
                        <a:pt x="121" y="267"/>
                      </a:lnTo>
                      <a:close/>
                      <a:moveTo>
                        <a:pt x="141" y="267"/>
                      </a:moveTo>
                      <a:lnTo>
                        <a:pt x="143" y="267"/>
                      </a:lnTo>
                      <a:lnTo>
                        <a:pt x="143" y="269"/>
                      </a:lnTo>
                      <a:lnTo>
                        <a:pt x="144" y="269"/>
                      </a:lnTo>
                      <a:lnTo>
                        <a:pt x="143" y="269"/>
                      </a:lnTo>
                      <a:lnTo>
                        <a:pt x="141" y="269"/>
                      </a:lnTo>
                      <a:lnTo>
                        <a:pt x="141" y="267"/>
                      </a:lnTo>
                      <a:lnTo>
                        <a:pt x="139" y="267"/>
                      </a:lnTo>
                      <a:lnTo>
                        <a:pt x="141" y="267"/>
                      </a:lnTo>
                      <a:close/>
                      <a:moveTo>
                        <a:pt x="208" y="263"/>
                      </a:moveTo>
                      <a:lnTo>
                        <a:pt x="206" y="263"/>
                      </a:lnTo>
                      <a:lnTo>
                        <a:pt x="208" y="263"/>
                      </a:lnTo>
                      <a:close/>
                      <a:moveTo>
                        <a:pt x="121" y="262"/>
                      </a:moveTo>
                      <a:lnTo>
                        <a:pt x="122" y="263"/>
                      </a:lnTo>
                      <a:lnTo>
                        <a:pt x="122" y="262"/>
                      </a:lnTo>
                      <a:lnTo>
                        <a:pt x="122" y="263"/>
                      </a:lnTo>
                      <a:lnTo>
                        <a:pt x="121" y="263"/>
                      </a:lnTo>
                      <a:lnTo>
                        <a:pt x="119" y="263"/>
                      </a:lnTo>
                      <a:lnTo>
                        <a:pt x="119" y="262"/>
                      </a:lnTo>
                      <a:lnTo>
                        <a:pt x="121" y="262"/>
                      </a:lnTo>
                      <a:close/>
                      <a:moveTo>
                        <a:pt x="248" y="262"/>
                      </a:moveTo>
                      <a:lnTo>
                        <a:pt x="247" y="262"/>
                      </a:lnTo>
                      <a:lnTo>
                        <a:pt x="248" y="262"/>
                      </a:lnTo>
                      <a:close/>
                      <a:moveTo>
                        <a:pt x="113" y="260"/>
                      </a:moveTo>
                      <a:lnTo>
                        <a:pt x="115" y="262"/>
                      </a:lnTo>
                      <a:lnTo>
                        <a:pt x="117" y="262"/>
                      </a:lnTo>
                      <a:lnTo>
                        <a:pt x="119" y="262"/>
                      </a:lnTo>
                      <a:lnTo>
                        <a:pt x="119" y="263"/>
                      </a:lnTo>
                      <a:lnTo>
                        <a:pt x="119" y="265"/>
                      </a:lnTo>
                      <a:lnTo>
                        <a:pt x="121" y="265"/>
                      </a:lnTo>
                      <a:lnTo>
                        <a:pt x="119" y="265"/>
                      </a:lnTo>
                      <a:lnTo>
                        <a:pt x="121" y="265"/>
                      </a:lnTo>
                      <a:lnTo>
                        <a:pt x="119" y="265"/>
                      </a:lnTo>
                      <a:lnTo>
                        <a:pt x="119" y="267"/>
                      </a:lnTo>
                      <a:lnTo>
                        <a:pt x="121" y="265"/>
                      </a:lnTo>
                      <a:lnTo>
                        <a:pt x="121" y="267"/>
                      </a:lnTo>
                      <a:lnTo>
                        <a:pt x="119" y="267"/>
                      </a:lnTo>
                      <a:lnTo>
                        <a:pt x="119" y="265"/>
                      </a:lnTo>
                      <a:lnTo>
                        <a:pt x="119" y="267"/>
                      </a:lnTo>
                      <a:lnTo>
                        <a:pt x="119" y="265"/>
                      </a:lnTo>
                      <a:lnTo>
                        <a:pt x="117" y="265"/>
                      </a:lnTo>
                      <a:lnTo>
                        <a:pt x="115" y="265"/>
                      </a:lnTo>
                      <a:lnTo>
                        <a:pt x="115" y="263"/>
                      </a:lnTo>
                      <a:lnTo>
                        <a:pt x="113" y="263"/>
                      </a:lnTo>
                      <a:lnTo>
                        <a:pt x="113" y="262"/>
                      </a:lnTo>
                      <a:lnTo>
                        <a:pt x="113" y="260"/>
                      </a:lnTo>
                      <a:close/>
                      <a:moveTo>
                        <a:pt x="248" y="260"/>
                      </a:moveTo>
                      <a:lnTo>
                        <a:pt x="248" y="262"/>
                      </a:lnTo>
                      <a:lnTo>
                        <a:pt x="247" y="260"/>
                      </a:lnTo>
                      <a:lnTo>
                        <a:pt x="248" y="260"/>
                      </a:lnTo>
                      <a:close/>
                      <a:moveTo>
                        <a:pt x="112" y="260"/>
                      </a:moveTo>
                      <a:lnTo>
                        <a:pt x="110" y="260"/>
                      </a:lnTo>
                      <a:lnTo>
                        <a:pt x="112" y="260"/>
                      </a:lnTo>
                      <a:close/>
                      <a:moveTo>
                        <a:pt x="239" y="258"/>
                      </a:moveTo>
                      <a:lnTo>
                        <a:pt x="237" y="258"/>
                      </a:lnTo>
                      <a:lnTo>
                        <a:pt x="239" y="258"/>
                      </a:lnTo>
                      <a:close/>
                      <a:moveTo>
                        <a:pt x="174" y="258"/>
                      </a:moveTo>
                      <a:lnTo>
                        <a:pt x="174" y="260"/>
                      </a:lnTo>
                      <a:lnTo>
                        <a:pt x="172" y="260"/>
                      </a:lnTo>
                      <a:lnTo>
                        <a:pt x="174" y="260"/>
                      </a:lnTo>
                      <a:lnTo>
                        <a:pt x="172" y="260"/>
                      </a:lnTo>
                      <a:lnTo>
                        <a:pt x="172" y="258"/>
                      </a:lnTo>
                      <a:lnTo>
                        <a:pt x="174" y="258"/>
                      </a:lnTo>
                      <a:close/>
                      <a:moveTo>
                        <a:pt x="263" y="258"/>
                      </a:moveTo>
                      <a:lnTo>
                        <a:pt x="263" y="256"/>
                      </a:lnTo>
                      <a:lnTo>
                        <a:pt x="263" y="258"/>
                      </a:lnTo>
                      <a:close/>
                      <a:moveTo>
                        <a:pt x="248" y="258"/>
                      </a:moveTo>
                      <a:lnTo>
                        <a:pt x="248" y="256"/>
                      </a:lnTo>
                      <a:lnTo>
                        <a:pt x="248" y="258"/>
                      </a:lnTo>
                      <a:close/>
                      <a:moveTo>
                        <a:pt x="247" y="256"/>
                      </a:moveTo>
                      <a:lnTo>
                        <a:pt x="247" y="258"/>
                      </a:lnTo>
                      <a:lnTo>
                        <a:pt x="247" y="260"/>
                      </a:lnTo>
                      <a:lnTo>
                        <a:pt x="247" y="258"/>
                      </a:lnTo>
                      <a:lnTo>
                        <a:pt x="247" y="260"/>
                      </a:lnTo>
                      <a:lnTo>
                        <a:pt x="247" y="258"/>
                      </a:lnTo>
                      <a:lnTo>
                        <a:pt x="247" y="256"/>
                      </a:lnTo>
                      <a:close/>
                      <a:moveTo>
                        <a:pt x="241" y="256"/>
                      </a:moveTo>
                      <a:lnTo>
                        <a:pt x="241" y="258"/>
                      </a:lnTo>
                      <a:lnTo>
                        <a:pt x="241" y="256"/>
                      </a:lnTo>
                      <a:lnTo>
                        <a:pt x="241" y="258"/>
                      </a:lnTo>
                      <a:lnTo>
                        <a:pt x="239" y="258"/>
                      </a:lnTo>
                      <a:lnTo>
                        <a:pt x="239" y="260"/>
                      </a:lnTo>
                      <a:lnTo>
                        <a:pt x="239" y="258"/>
                      </a:lnTo>
                      <a:lnTo>
                        <a:pt x="239" y="256"/>
                      </a:lnTo>
                      <a:lnTo>
                        <a:pt x="239" y="258"/>
                      </a:lnTo>
                      <a:lnTo>
                        <a:pt x="239" y="256"/>
                      </a:lnTo>
                      <a:lnTo>
                        <a:pt x="241" y="258"/>
                      </a:lnTo>
                      <a:lnTo>
                        <a:pt x="241" y="256"/>
                      </a:lnTo>
                      <a:lnTo>
                        <a:pt x="239" y="256"/>
                      </a:lnTo>
                      <a:lnTo>
                        <a:pt x="241" y="256"/>
                      </a:lnTo>
                      <a:lnTo>
                        <a:pt x="239" y="256"/>
                      </a:lnTo>
                      <a:lnTo>
                        <a:pt x="241" y="256"/>
                      </a:lnTo>
                      <a:close/>
                      <a:moveTo>
                        <a:pt x="265" y="256"/>
                      </a:moveTo>
                      <a:lnTo>
                        <a:pt x="265" y="258"/>
                      </a:lnTo>
                      <a:lnTo>
                        <a:pt x="265" y="256"/>
                      </a:lnTo>
                      <a:lnTo>
                        <a:pt x="263" y="256"/>
                      </a:lnTo>
                      <a:lnTo>
                        <a:pt x="265" y="256"/>
                      </a:lnTo>
                      <a:close/>
                      <a:moveTo>
                        <a:pt x="237" y="256"/>
                      </a:moveTo>
                      <a:lnTo>
                        <a:pt x="237" y="258"/>
                      </a:lnTo>
                      <a:lnTo>
                        <a:pt x="237" y="256"/>
                      </a:lnTo>
                      <a:close/>
                      <a:moveTo>
                        <a:pt x="254" y="254"/>
                      </a:moveTo>
                      <a:lnTo>
                        <a:pt x="256" y="254"/>
                      </a:lnTo>
                      <a:lnTo>
                        <a:pt x="254" y="254"/>
                      </a:lnTo>
                      <a:close/>
                      <a:moveTo>
                        <a:pt x="228" y="252"/>
                      </a:moveTo>
                      <a:lnTo>
                        <a:pt x="228" y="251"/>
                      </a:lnTo>
                      <a:lnTo>
                        <a:pt x="228" y="252"/>
                      </a:lnTo>
                      <a:close/>
                      <a:moveTo>
                        <a:pt x="219" y="252"/>
                      </a:moveTo>
                      <a:lnTo>
                        <a:pt x="219" y="251"/>
                      </a:lnTo>
                      <a:lnTo>
                        <a:pt x="219" y="252"/>
                      </a:lnTo>
                      <a:close/>
                      <a:moveTo>
                        <a:pt x="214" y="247"/>
                      </a:moveTo>
                      <a:lnTo>
                        <a:pt x="214" y="249"/>
                      </a:lnTo>
                      <a:lnTo>
                        <a:pt x="216" y="249"/>
                      </a:lnTo>
                      <a:lnTo>
                        <a:pt x="214" y="249"/>
                      </a:lnTo>
                      <a:lnTo>
                        <a:pt x="214" y="247"/>
                      </a:lnTo>
                      <a:lnTo>
                        <a:pt x="214" y="249"/>
                      </a:lnTo>
                      <a:lnTo>
                        <a:pt x="214" y="247"/>
                      </a:lnTo>
                      <a:close/>
                      <a:moveTo>
                        <a:pt x="181" y="249"/>
                      </a:moveTo>
                      <a:lnTo>
                        <a:pt x="183" y="251"/>
                      </a:lnTo>
                      <a:lnTo>
                        <a:pt x="185" y="251"/>
                      </a:lnTo>
                      <a:lnTo>
                        <a:pt x="185" y="252"/>
                      </a:lnTo>
                      <a:lnTo>
                        <a:pt x="186" y="252"/>
                      </a:lnTo>
                      <a:lnTo>
                        <a:pt x="186" y="254"/>
                      </a:lnTo>
                      <a:lnTo>
                        <a:pt x="188" y="254"/>
                      </a:lnTo>
                      <a:lnTo>
                        <a:pt x="188" y="256"/>
                      </a:lnTo>
                      <a:lnTo>
                        <a:pt x="186" y="256"/>
                      </a:lnTo>
                      <a:lnTo>
                        <a:pt x="186" y="254"/>
                      </a:lnTo>
                      <a:lnTo>
                        <a:pt x="185" y="254"/>
                      </a:lnTo>
                      <a:lnTo>
                        <a:pt x="183" y="254"/>
                      </a:lnTo>
                      <a:lnTo>
                        <a:pt x="183" y="252"/>
                      </a:lnTo>
                      <a:lnTo>
                        <a:pt x="181" y="252"/>
                      </a:lnTo>
                      <a:lnTo>
                        <a:pt x="181" y="251"/>
                      </a:lnTo>
                      <a:lnTo>
                        <a:pt x="179" y="251"/>
                      </a:lnTo>
                      <a:lnTo>
                        <a:pt x="179" y="249"/>
                      </a:lnTo>
                      <a:lnTo>
                        <a:pt x="179" y="247"/>
                      </a:lnTo>
                      <a:lnTo>
                        <a:pt x="179" y="249"/>
                      </a:lnTo>
                      <a:lnTo>
                        <a:pt x="181" y="249"/>
                      </a:lnTo>
                      <a:close/>
                      <a:moveTo>
                        <a:pt x="175" y="245"/>
                      </a:moveTo>
                      <a:lnTo>
                        <a:pt x="175" y="247"/>
                      </a:lnTo>
                      <a:lnTo>
                        <a:pt x="175" y="245"/>
                      </a:lnTo>
                      <a:lnTo>
                        <a:pt x="174" y="245"/>
                      </a:lnTo>
                      <a:lnTo>
                        <a:pt x="175" y="245"/>
                      </a:lnTo>
                      <a:lnTo>
                        <a:pt x="174" y="245"/>
                      </a:lnTo>
                      <a:lnTo>
                        <a:pt x="175" y="245"/>
                      </a:lnTo>
                      <a:close/>
                      <a:moveTo>
                        <a:pt x="216" y="241"/>
                      </a:moveTo>
                      <a:lnTo>
                        <a:pt x="216" y="243"/>
                      </a:lnTo>
                      <a:lnTo>
                        <a:pt x="216" y="241"/>
                      </a:lnTo>
                      <a:close/>
                      <a:moveTo>
                        <a:pt x="132" y="241"/>
                      </a:moveTo>
                      <a:lnTo>
                        <a:pt x="130" y="241"/>
                      </a:lnTo>
                      <a:lnTo>
                        <a:pt x="132" y="241"/>
                      </a:lnTo>
                      <a:close/>
                      <a:moveTo>
                        <a:pt x="216" y="240"/>
                      </a:moveTo>
                      <a:lnTo>
                        <a:pt x="216" y="241"/>
                      </a:lnTo>
                      <a:lnTo>
                        <a:pt x="216" y="240"/>
                      </a:lnTo>
                      <a:lnTo>
                        <a:pt x="214" y="240"/>
                      </a:lnTo>
                      <a:lnTo>
                        <a:pt x="216" y="240"/>
                      </a:lnTo>
                      <a:close/>
                      <a:moveTo>
                        <a:pt x="183" y="241"/>
                      </a:moveTo>
                      <a:lnTo>
                        <a:pt x="183" y="240"/>
                      </a:lnTo>
                      <a:lnTo>
                        <a:pt x="183" y="241"/>
                      </a:lnTo>
                      <a:close/>
                      <a:moveTo>
                        <a:pt x="216" y="238"/>
                      </a:moveTo>
                      <a:lnTo>
                        <a:pt x="216" y="240"/>
                      </a:lnTo>
                      <a:lnTo>
                        <a:pt x="216" y="238"/>
                      </a:lnTo>
                      <a:lnTo>
                        <a:pt x="216" y="240"/>
                      </a:lnTo>
                      <a:lnTo>
                        <a:pt x="214" y="240"/>
                      </a:lnTo>
                      <a:lnTo>
                        <a:pt x="216" y="240"/>
                      </a:lnTo>
                      <a:lnTo>
                        <a:pt x="216" y="238"/>
                      </a:lnTo>
                      <a:close/>
                      <a:moveTo>
                        <a:pt x="196" y="229"/>
                      </a:moveTo>
                      <a:lnTo>
                        <a:pt x="196" y="231"/>
                      </a:lnTo>
                      <a:lnTo>
                        <a:pt x="197" y="231"/>
                      </a:lnTo>
                      <a:lnTo>
                        <a:pt x="196" y="231"/>
                      </a:lnTo>
                      <a:lnTo>
                        <a:pt x="194" y="231"/>
                      </a:lnTo>
                      <a:lnTo>
                        <a:pt x="194" y="232"/>
                      </a:lnTo>
                      <a:lnTo>
                        <a:pt x="194" y="231"/>
                      </a:lnTo>
                      <a:lnTo>
                        <a:pt x="194" y="232"/>
                      </a:lnTo>
                      <a:lnTo>
                        <a:pt x="192" y="231"/>
                      </a:lnTo>
                      <a:lnTo>
                        <a:pt x="194" y="231"/>
                      </a:lnTo>
                      <a:lnTo>
                        <a:pt x="196" y="231"/>
                      </a:lnTo>
                      <a:lnTo>
                        <a:pt x="196" y="229"/>
                      </a:lnTo>
                      <a:close/>
                      <a:moveTo>
                        <a:pt x="186" y="225"/>
                      </a:moveTo>
                      <a:lnTo>
                        <a:pt x="188" y="225"/>
                      </a:lnTo>
                      <a:lnTo>
                        <a:pt x="188" y="227"/>
                      </a:lnTo>
                      <a:lnTo>
                        <a:pt x="190" y="227"/>
                      </a:lnTo>
                      <a:lnTo>
                        <a:pt x="190" y="229"/>
                      </a:lnTo>
                      <a:lnTo>
                        <a:pt x="190" y="231"/>
                      </a:lnTo>
                      <a:lnTo>
                        <a:pt x="190" y="229"/>
                      </a:lnTo>
                      <a:lnTo>
                        <a:pt x="188" y="229"/>
                      </a:lnTo>
                      <a:lnTo>
                        <a:pt x="188" y="227"/>
                      </a:lnTo>
                      <a:lnTo>
                        <a:pt x="186" y="227"/>
                      </a:lnTo>
                      <a:lnTo>
                        <a:pt x="185" y="227"/>
                      </a:lnTo>
                      <a:lnTo>
                        <a:pt x="185" y="225"/>
                      </a:lnTo>
                      <a:lnTo>
                        <a:pt x="186" y="225"/>
                      </a:lnTo>
                      <a:close/>
                      <a:moveTo>
                        <a:pt x="183" y="225"/>
                      </a:moveTo>
                      <a:lnTo>
                        <a:pt x="185" y="225"/>
                      </a:lnTo>
                      <a:lnTo>
                        <a:pt x="183" y="225"/>
                      </a:lnTo>
                      <a:lnTo>
                        <a:pt x="183" y="223"/>
                      </a:lnTo>
                      <a:lnTo>
                        <a:pt x="183" y="225"/>
                      </a:lnTo>
                      <a:close/>
                      <a:moveTo>
                        <a:pt x="183" y="223"/>
                      </a:moveTo>
                      <a:lnTo>
                        <a:pt x="183" y="225"/>
                      </a:lnTo>
                      <a:lnTo>
                        <a:pt x="181" y="225"/>
                      </a:lnTo>
                      <a:lnTo>
                        <a:pt x="181" y="223"/>
                      </a:lnTo>
                      <a:lnTo>
                        <a:pt x="181" y="225"/>
                      </a:lnTo>
                      <a:lnTo>
                        <a:pt x="181" y="223"/>
                      </a:lnTo>
                      <a:lnTo>
                        <a:pt x="183" y="223"/>
                      </a:lnTo>
                      <a:close/>
                      <a:moveTo>
                        <a:pt x="183" y="223"/>
                      </a:moveTo>
                      <a:lnTo>
                        <a:pt x="181" y="223"/>
                      </a:lnTo>
                      <a:lnTo>
                        <a:pt x="183" y="223"/>
                      </a:lnTo>
                      <a:close/>
                      <a:moveTo>
                        <a:pt x="110" y="223"/>
                      </a:moveTo>
                      <a:lnTo>
                        <a:pt x="112" y="223"/>
                      </a:lnTo>
                      <a:lnTo>
                        <a:pt x="110" y="223"/>
                      </a:lnTo>
                      <a:close/>
                      <a:moveTo>
                        <a:pt x="188" y="223"/>
                      </a:moveTo>
                      <a:lnTo>
                        <a:pt x="188" y="221"/>
                      </a:lnTo>
                      <a:lnTo>
                        <a:pt x="188" y="223"/>
                      </a:lnTo>
                      <a:close/>
                      <a:moveTo>
                        <a:pt x="186" y="223"/>
                      </a:moveTo>
                      <a:lnTo>
                        <a:pt x="186" y="221"/>
                      </a:lnTo>
                      <a:lnTo>
                        <a:pt x="186" y="223"/>
                      </a:lnTo>
                      <a:close/>
                      <a:moveTo>
                        <a:pt x="108" y="203"/>
                      </a:moveTo>
                      <a:lnTo>
                        <a:pt x="106" y="203"/>
                      </a:lnTo>
                      <a:lnTo>
                        <a:pt x="108" y="201"/>
                      </a:lnTo>
                      <a:lnTo>
                        <a:pt x="108" y="203"/>
                      </a:lnTo>
                      <a:close/>
                      <a:moveTo>
                        <a:pt x="108" y="201"/>
                      </a:moveTo>
                      <a:lnTo>
                        <a:pt x="106" y="201"/>
                      </a:lnTo>
                      <a:lnTo>
                        <a:pt x="108" y="201"/>
                      </a:lnTo>
                      <a:close/>
                      <a:moveTo>
                        <a:pt x="102" y="192"/>
                      </a:moveTo>
                      <a:lnTo>
                        <a:pt x="102" y="190"/>
                      </a:lnTo>
                      <a:lnTo>
                        <a:pt x="102" y="192"/>
                      </a:lnTo>
                      <a:close/>
                      <a:moveTo>
                        <a:pt x="113" y="179"/>
                      </a:moveTo>
                      <a:lnTo>
                        <a:pt x="115" y="179"/>
                      </a:lnTo>
                      <a:lnTo>
                        <a:pt x="113" y="179"/>
                      </a:lnTo>
                      <a:close/>
                      <a:moveTo>
                        <a:pt x="110" y="172"/>
                      </a:moveTo>
                      <a:lnTo>
                        <a:pt x="112" y="172"/>
                      </a:lnTo>
                      <a:lnTo>
                        <a:pt x="110" y="172"/>
                      </a:lnTo>
                      <a:lnTo>
                        <a:pt x="110" y="174"/>
                      </a:lnTo>
                      <a:lnTo>
                        <a:pt x="110" y="176"/>
                      </a:lnTo>
                      <a:lnTo>
                        <a:pt x="108" y="174"/>
                      </a:lnTo>
                      <a:lnTo>
                        <a:pt x="106" y="174"/>
                      </a:lnTo>
                      <a:lnTo>
                        <a:pt x="108" y="174"/>
                      </a:lnTo>
                      <a:lnTo>
                        <a:pt x="106" y="174"/>
                      </a:lnTo>
                      <a:lnTo>
                        <a:pt x="108" y="174"/>
                      </a:lnTo>
                      <a:lnTo>
                        <a:pt x="108" y="172"/>
                      </a:lnTo>
                      <a:lnTo>
                        <a:pt x="108" y="174"/>
                      </a:lnTo>
                      <a:lnTo>
                        <a:pt x="108" y="172"/>
                      </a:lnTo>
                      <a:lnTo>
                        <a:pt x="108" y="174"/>
                      </a:lnTo>
                      <a:lnTo>
                        <a:pt x="108" y="172"/>
                      </a:lnTo>
                      <a:lnTo>
                        <a:pt x="108" y="174"/>
                      </a:lnTo>
                      <a:lnTo>
                        <a:pt x="108" y="172"/>
                      </a:lnTo>
                      <a:lnTo>
                        <a:pt x="110" y="172"/>
                      </a:lnTo>
                      <a:close/>
                      <a:moveTo>
                        <a:pt x="108" y="170"/>
                      </a:moveTo>
                      <a:lnTo>
                        <a:pt x="108" y="172"/>
                      </a:lnTo>
                      <a:lnTo>
                        <a:pt x="108" y="170"/>
                      </a:lnTo>
                      <a:close/>
                      <a:moveTo>
                        <a:pt x="108" y="168"/>
                      </a:moveTo>
                      <a:lnTo>
                        <a:pt x="108" y="170"/>
                      </a:lnTo>
                      <a:lnTo>
                        <a:pt x="106" y="170"/>
                      </a:lnTo>
                      <a:lnTo>
                        <a:pt x="106" y="168"/>
                      </a:lnTo>
                      <a:lnTo>
                        <a:pt x="108" y="168"/>
                      </a:lnTo>
                      <a:close/>
                      <a:moveTo>
                        <a:pt x="170" y="103"/>
                      </a:moveTo>
                      <a:lnTo>
                        <a:pt x="170" y="104"/>
                      </a:lnTo>
                      <a:lnTo>
                        <a:pt x="170" y="103"/>
                      </a:lnTo>
                      <a:close/>
                      <a:moveTo>
                        <a:pt x="186" y="92"/>
                      </a:moveTo>
                      <a:lnTo>
                        <a:pt x="186" y="93"/>
                      </a:lnTo>
                      <a:lnTo>
                        <a:pt x="186" y="95"/>
                      </a:lnTo>
                      <a:lnTo>
                        <a:pt x="185" y="95"/>
                      </a:lnTo>
                      <a:lnTo>
                        <a:pt x="186" y="93"/>
                      </a:lnTo>
                      <a:lnTo>
                        <a:pt x="185" y="93"/>
                      </a:lnTo>
                      <a:lnTo>
                        <a:pt x="185" y="92"/>
                      </a:lnTo>
                      <a:lnTo>
                        <a:pt x="186" y="92"/>
                      </a:lnTo>
                      <a:close/>
                      <a:moveTo>
                        <a:pt x="155" y="82"/>
                      </a:moveTo>
                      <a:lnTo>
                        <a:pt x="154" y="82"/>
                      </a:lnTo>
                      <a:lnTo>
                        <a:pt x="154" y="81"/>
                      </a:lnTo>
                      <a:lnTo>
                        <a:pt x="155" y="81"/>
                      </a:lnTo>
                      <a:lnTo>
                        <a:pt x="155" y="82"/>
                      </a:lnTo>
                      <a:close/>
                      <a:moveTo>
                        <a:pt x="161" y="81"/>
                      </a:moveTo>
                      <a:lnTo>
                        <a:pt x="163" y="81"/>
                      </a:lnTo>
                      <a:lnTo>
                        <a:pt x="163" y="82"/>
                      </a:lnTo>
                      <a:lnTo>
                        <a:pt x="161" y="82"/>
                      </a:lnTo>
                      <a:lnTo>
                        <a:pt x="159" y="82"/>
                      </a:lnTo>
                      <a:lnTo>
                        <a:pt x="157" y="82"/>
                      </a:lnTo>
                      <a:lnTo>
                        <a:pt x="155" y="82"/>
                      </a:lnTo>
                      <a:lnTo>
                        <a:pt x="155" y="81"/>
                      </a:lnTo>
                      <a:lnTo>
                        <a:pt x="157" y="81"/>
                      </a:lnTo>
                      <a:lnTo>
                        <a:pt x="159" y="81"/>
                      </a:lnTo>
                      <a:lnTo>
                        <a:pt x="161" y="81"/>
                      </a:lnTo>
                      <a:close/>
                      <a:moveTo>
                        <a:pt x="179" y="77"/>
                      </a:moveTo>
                      <a:lnTo>
                        <a:pt x="181" y="77"/>
                      </a:lnTo>
                      <a:lnTo>
                        <a:pt x="181" y="79"/>
                      </a:lnTo>
                      <a:lnTo>
                        <a:pt x="179" y="79"/>
                      </a:lnTo>
                      <a:lnTo>
                        <a:pt x="179" y="81"/>
                      </a:lnTo>
                      <a:lnTo>
                        <a:pt x="177" y="81"/>
                      </a:lnTo>
                      <a:lnTo>
                        <a:pt x="177" y="82"/>
                      </a:lnTo>
                      <a:lnTo>
                        <a:pt x="175" y="82"/>
                      </a:lnTo>
                      <a:lnTo>
                        <a:pt x="175" y="81"/>
                      </a:lnTo>
                      <a:lnTo>
                        <a:pt x="177" y="81"/>
                      </a:lnTo>
                      <a:lnTo>
                        <a:pt x="177" y="79"/>
                      </a:lnTo>
                      <a:lnTo>
                        <a:pt x="175" y="79"/>
                      </a:lnTo>
                      <a:lnTo>
                        <a:pt x="177" y="79"/>
                      </a:lnTo>
                      <a:lnTo>
                        <a:pt x="177" y="77"/>
                      </a:lnTo>
                      <a:lnTo>
                        <a:pt x="179" y="77"/>
                      </a:lnTo>
                      <a:close/>
                      <a:moveTo>
                        <a:pt x="154" y="72"/>
                      </a:moveTo>
                      <a:lnTo>
                        <a:pt x="154" y="73"/>
                      </a:lnTo>
                      <a:lnTo>
                        <a:pt x="155" y="73"/>
                      </a:lnTo>
                      <a:lnTo>
                        <a:pt x="154" y="73"/>
                      </a:lnTo>
                      <a:lnTo>
                        <a:pt x="155" y="73"/>
                      </a:lnTo>
                      <a:lnTo>
                        <a:pt x="155" y="75"/>
                      </a:lnTo>
                      <a:lnTo>
                        <a:pt x="154" y="75"/>
                      </a:lnTo>
                      <a:lnTo>
                        <a:pt x="154" y="77"/>
                      </a:lnTo>
                      <a:lnTo>
                        <a:pt x="154" y="75"/>
                      </a:lnTo>
                      <a:lnTo>
                        <a:pt x="154" y="73"/>
                      </a:lnTo>
                      <a:lnTo>
                        <a:pt x="154" y="72"/>
                      </a:lnTo>
                      <a:lnTo>
                        <a:pt x="154" y="70"/>
                      </a:lnTo>
                      <a:lnTo>
                        <a:pt x="154" y="72"/>
                      </a:lnTo>
                      <a:close/>
                      <a:moveTo>
                        <a:pt x="161" y="62"/>
                      </a:moveTo>
                      <a:lnTo>
                        <a:pt x="163" y="62"/>
                      </a:lnTo>
                      <a:lnTo>
                        <a:pt x="163" y="64"/>
                      </a:lnTo>
                      <a:lnTo>
                        <a:pt x="163" y="62"/>
                      </a:lnTo>
                      <a:lnTo>
                        <a:pt x="164" y="62"/>
                      </a:lnTo>
                      <a:lnTo>
                        <a:pt x="164" y="64"/>
                      </a:lnTo>
                      <a:lnTo>
                        <a:pt x="164" y="66"/>
                      </a:lnTo>
                      <a:lnTo>
                        <a:pt x="164" y="68"/>
                      </a:lnTo>
                      <a:lnTo>
                        <a:pt x="163" y="68"/>
                      </a:lnTo>
                      <a:lnTo>
                        <a:pt x="161" y="68"/>
                      </a:lnTo>
                      <a:lnTo>
                        <a:pt x="161" y="66"/>
                      </a:lnTo>
                      <a:lnTo>
                        <a:pt x="159" y="66"/>
                      </a:lnTo>
                      <a:lnTo>
                        <a:pt x="159" y="64"/>
                      </a:lnTo>
                      <a:lnTo>
                        <a:pt x="157" y="64"/>
                      </a:lnTo>
                      <a:lnTo>
                        <a:pt x="159" y="64"/>
                      </a:lnTo>
                      <a:lnTo>
                        <a:pt x="159" y="62"/>
                      </a:lnTo>
                      <a:lnTo>
                        <a:pt x="161" y="62"/>
                      </a:lnTo>
                      <a:close/>
                      <a:moveTo>
                        <a:pt x="181" y="57"/>
                      </a:moveTo>
                      <a:lnTo>
                        <a:pt x="181" y="59"/>
                      </a:lnTo>
                      <a:lnTo>
                        <a:pt x="179" y="59"/>
                      </a:lnTo>
                      <a:lnTo>
                        <a:pt x="177" y="59"/>
                      </a:lnTo>
                      <a:lnTo>
                        <a:pt x="177" y="57"/>
                      </a:lnTo>
                      <a:lnTo>
                        <a:pt x="179" y="57"/>
                      </a:lnTo>
                      <a:lnTo>
                        <a:pt x="181" y="57"/>
                      </a:lnTo>
                      <a:close/>
                      <a:moveTo>
                        <a:pt x="175" y="29"/>
                      </a:moveTo>
                      <a:lnTo>
                        <a:pt x="174" y="29"/>
                      </a:lnTo>
                      <a:lnTo>
                        <a:pt x="175" y="29"/>
                      </a:lnTo>
                      <a:close/>
                      <a:moveTo>
                        <a:pt x="177" y="28"/>
                      </a:moveTo>
                      <a:lnTo>
                        <a:pt x="177" y="29"/>
                      </a:lnTo>
                      <a:lnTo>
                        <a:pt x="177" y="31"/>
                      </a:lnTo>
                      <a:lnTo>
                        <a:pt x="175" y="31"/>
                      </a:lnTo>
                      <a:lnTo>
                        <a:pt x="175" y="29"/>
                      </a:lnTo>
                      <a:lnTo>
                        <a:pt x="175" y="28"/>
                      </a:lnTo>
                      <a:lnTo>
                        <a:pt x="177" y="28"/>
                      </a:lnTo>
                      <a:close/>
                      <a:moveTo>
                        <a:pt x="181" y="24"/>
                      </a:moveTo>
                      <a:lnTo>
                        <a:pt x="183" y="24"/>
                      </a:lnTo>
                      <a:lnTo>
                        <a:pt x="181" y="24"/>
                      </a:lnTo>
                      <a:lnTo>
                        <a:pt x="181" y="26"/>
                      </a:lnTo>
                      <a:lnTo>
                        <a:pt x="181" y="28"/>
                      </a:lnTo>
                      <a:lnTo>
                        <a:pt x="179" y="28"/>
                      </a:lnTo>
                      <a:lnTo>
                        <a:pt x="179" y="26"/>
                      </a:lnTo>
                      <a:lnTo>
                        <a:pt x="181" y="26"/>
                      </a:lnTo>
                      <a:lnTo>
                        <a:pt x="181" y="24"/>
                      </a:lnTo>
                      <a:lnTo>
                        <a:pt x="179" y="24"/>
                      </a:lnTo>
                      <a:lnTo>
                        <a:pt x="181" y="24"/>
                      </a:lnTo>
                      <a:close/>
                      <a:moveTo>
                        <a:pt x="179" y="15"/>
                      </a:moveTo>
                      <a:lnTo>
                        <a:pt x="179" y="17"/>
                      </a:lnTo>
                      <a:lnTo>
                        <a:pt x="179" y="15"/>
                      </a:lnTo>
                      <a:close/>
                      <a:moveTo>
                        <a:pt x="177" y="11"/>
                      </a:moveTo>
                      <a:lnTo>
                        <a:pt x="177" y="13"/>
                      </a:lnTo>
                      <a:lnTo>
                        <a:pt x="175" y="13"/>
                      </a:lnTo>
                      <a:lnTo>
                        <a:pt x="175" y="15"/>
                      </a:lnTo>
                      <a:lnTo>
                        <a:pt x="177" y="15"/>
                      </a:lnTo>
                      <a:lnTo>
                        <a:pt x="175" y="15"/>
                      </a:lnTo>
                      <a:lnTo>
                        <a:pt x="175" y="17"/>
                      </a:lnTo>
                      <a:lnTo>
                        <a:pt x="174" y="17"/>
                      </a:lnTo>
                      <a:lnTo>
                        <a:pt x="174" y="15"/>
                      </a:lnTo>
                      <a:lnTo>
                        <a:pt x="174" y="13"/>
                      </a:lnTo>
                      <a:lnTo>
                        <a:pt x="175" y="13"/>
                      </a:lnTo>
                      <a:lnTo>
                        <a:pt x="175" y="11"/>
                      </a:lnTo>
                      <a:lnTo>
                        <a:pt x="177" y="11"/>
                      </a:lnTo>
                      <a:close/>
                      <a:moveTo>
                        <a:pt x="177" y="9"/>
                      </a:moveTo>
                      <a:lnTo>
                        <a:pt x="177" y="8"/>
                      </a:lnTo>
                      <a:lnTo>
                        <a:pt x="177" y="9"/>
                      </a:lnTo>
                      <a:close/>
                      <a:moveTo>
                        <a:pt x="179" y="0"/>
                      </a:moveTo>
                      <a:lnTo>
                        <a:pt x="179" y="2"/>
                      </a:lnTo>
                      <a:lnTo>
                        <a:pt x="179" y="0"/>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4" name="Freeform 89">
                  <a:extLst>
                    <a:ext uri="{FF2B5EF4-FFF2-40B4-BE49-F238E27FC236}">
                      <a16:creationId xmlns:a16="http://schemas.microsoft.com/office/drawing/2014/main" id="{03C98882-7415-3CB6-E2C0-701CDF08019A}"/>
                    </a:ext>
                  </a:extLst>
                </p:cNvPr>
                <p:cNvSpPr>
                  <a:spLocks noEditPoints="1"/>
                </p:cNvSpPr>
                <p:nvPr/>
              </p:nvSpPr>
              <p:spPr bwMode="auto">
                <a:xfrm>
                  <a:off x="6539775" y="3698983"/>
                  <a:ext cx="782526" cy="1035536"/>
                </a:xfrm>
                <a:custGeom>
                  <a:avLst/>
                  <a:gdLst>
                    <a:gd name="T0" fmla="*/ 205 w 433"/>
                    <a:gd name="T1" fmla="*/ 568 h 573"/>
                    <a:gd name="T2" fmla="*/ 223 w 433"/>
                    <a:gd name="T3" fmla="*/ 562 h 573"/>
                    <a:gd name="T4" fmla="*/ 217 w 433"/>
                    <a:gd name="T5" fmla="*/ 561 h 573"/>
                    <a:gd name="T6" fmla="*/ 216 w 433"/>
                    <a:gd name="T7" fmla="*/ 561 h 573"/>
                    <a:gd name="T8" fmla="*/ 236 w 433"/>
                    <a:gd name="T9" fmla="*/ 552 h 573"/>
                    <a:gd name="T10" fmla="*/ 212 w 433"/>
                    <a:gd name="T11" fmla="*/ 546 h 573"/>
                    <a:gd name="T12" fmla="*/ 205 w 433"/>
                    <a:gd name="T13" fmla="*/ 539 h 573"/>
                    <a:gd name="T14" fmla="*/ 217 w 433"/>
                    <a:gd name="T15" fmla="*/ 530 h 573"/>
                    <a:gd name="T16" fmla="*/ 139 w 433"/>
                    <a:gd name="T17" fmla="*/ 528 h 573"/>
                    <a:gd name="T18" fmla="*/ 269 w 433"/>
                    <a:gd name="T19" fmla="*/ 513 h 573"/>
                    <a:gd name="T20" fmla="*/ 150 w 433"/>
                    <a:gd name="T21" fmla="*/ 495 h 573"/>
                    <a:gd name="T22" fmla="*/ 291 w 433"/>
                    <a:gd name="T23" fmla="*/ 480 h 573"/>
                    <a:gd name="T24" fmla="*/ 296 w 433"/>
                    <a:gd name="T25" fmla="*/ 473 h 573"/>
                    <a:gd name="T26" fmla="*/ 106 w 433"/>
                    <a:gd name="T27" fmla="*/ 449 h 573"/>
                    <a:gd name="T28" fmla="*/ 137 w 433"/>
                    <a:gd name="T29" fmla="*/ 424 h 573"/>
                    <a:gd name="T30" fmla="*/ 415 w 433"/>
                    <a:gd name="T31" fmla="*/ 407 h 573"/>
                    <a:gd name="T32" fmla="*/ 407 w 433"/>
                    <a:gd name="T33" fmla="*/ 403 h 573"/>
                    <a:gd name="T34" fmla="*/ 289 w 433"/>
                    <a:gd name="T35" fmla="*/ 396 h 573"/>
                    <a:gd name="T36" fmla="*/ 407 w 433"/>
                    <a:gd name="T37" fmla="*/ 393 h 573"/>
                    <a:gd name="T38" fmla="*/ 369 w 433"/>
                    <a:gd name="T39" fmla="*/ 391 h 573"/>
                    <a:gd name="T40" fmla="*/ 351 w 433"/>
                    <a:gd name="T41" fmla="*/ 387 h 573"/>
                    <a:gd name="T42" fmla="*/ 364 w 433"/>
                    <a:gd name="T43" fmla="*/ 385 h 573"/>
                    <a:gd name="T44" fmla="*/ 349 w 433"/>
                    <a:gd name="T45" fmla="*/ 383 h 573"/>
                    <a:gd name="T46" fmla="*/ 183 w 433"/>
                    <a:gd name="T47" fmla="*/ 380 h 573"/>
                    <a:gd name="T48" fmla="*/ 174 w 433"/>
                    <a:gd name="T49" fmla="*/ 371 h 573"/>
                    <a:gd name="T50" fmla="*/ 199 w 433"/>
                    <a:gd name="T51" fmla="*/ 367 h 573"/>
                    <a:gd name="T52" fmla="*/ 192 w 433"/>
                    <a:gd name="T53" fmla="*/ 365 h 573"/>
                    <a:gd name="T54" fmla="*/ 239 w 433"/>
                    <a:gd name="T55" fmla="*/ 360 h 573"/>
                    <a:gd name="T56" fmla="*/ 192 w 433"/>
                    <a:gd name="T57" fmla="*/ 356 h 573"/>
                    <a:gd name="T58" fmla="*/ 179 w 433"/>
                    <a:gd name="T59" fmla="*/ 354 h 573"/>
                    <a:gd name="T60" fmla="*/ 230 w 433"/>
                    <a:gd name="T61" fmla="*/ 352 h 573"/>
                    <a:gd name="T62" fmla="*/ 405 w 433"/>
                    <a:gd name="T63" fmla="*/ 349 h 573"/>
                    <a:gd name="T64" fmla="*/ 183 w 433"/>
                    <a:gd name="T65" fmla="*/ 347 h 573"/>
                    <a:gd name="T66" fmla="*/ 384 w 433"/>
                    <a:gd name="T67" fmla="*/ 343 h 573"/>
                    <a:gd name="T68" fmla="*/ 309 w 433"/>
                    <a:gd name="T69" fmla="*/ 340 h 573"/>
                    <a:gd name="T70" fmla="*/ 318 w 433"/>
                    <a:gd name="T71" fmla="*/ 338 h 573"/>
                    <a:gd name="T72" fmla="*/ 378 w 433"/>
                    <a:gd name="T73" fmla="*/ 336 h 573"/>
                    <a:gd name="T74" fmla="*/ 292 w 433"/>
                    <a:gd name="T75" fmla="*/ 332 h 573"/>
                    <a:gd name="T76" fmla="*/ 362 w 433"/>
                    <a:gd name="T77" fmla="*/ 330 h 573"/>
                    <a:gd name="T78" fmla="*/ 201 w 433"/>
                    <a:gd name="T79" fmla="*/ 327 h 573"/>
                    <a:gd name="T80" fmla="*/ 205 w 433"/>
                    <a:gd name="T81" fmla="*/ 327 h 573"/>
                    <a:gd name="T82" fmla="*/ 374 w 433"/>
                    <a:gd name="T83" fmla="*/ 325 h 573"/>
                    <a:gd name="T84" fmla="*/ 374 w 433"/>
                    <a:gd name="T85" fmla="*/ 323 h 573"/>
                    <a:gd name="T86" fmla="*/ 210 w 433"/>
                    <a:gd name="T87" fmla="*/ 321 h 573"/>
                    <a:gd name="T88" fmla="*/ 334 w 433"/>
                    <a:gd name="T89" fmla="*/ 318 h 573"/>
                    <a:gd name="T90" fmla="*/ 254 w 433"/>
                    <a:gd name="T91" fmla="*/ 318 h 573"/>
                    <a:gd name="T92" fmla="*/ 402 w 433"/>
                    <a:gd name="T93" fmla="*/ 318 h 573"/>
                    <a:gd name="T94" fmla="*/ 325 w 433"/>
                    <a:gd name="T95" fmla="*/ 303 h 573"/>
                    <a:gd name="T96" fmla="*/ 281 w 433"/>
                    <a:gd name="T97" fmla="*/ 297 h 573"/>
                    <a:gd name="T98" fmla="*/ 232 w 433"/>
                    <a:gd name="T99" fmla="*/ 288 h 573"/>
                    <a:gd name="T100" fmla="*/ 322 w 433"/>
                    <a:gd name="T101" fmla="*/ 281 h 573"/>
                    <a:gd name="T102" fmla="*/ 274 w 433"/>
                    <a:gd name="T103" fmla="*/ 265 h 573"/>
                    <a:gd name="T104" fmla="*/ 349 w 433"/>
                    <a:gd name="T105" fmla="*/ 257 h 573"/>
                    <a:gd name="T106" fmla="*/ 343 w 433"/>
                    <a:gd name="T107" fmla="*/ 255 h 573"/>
                    <a:gd name="T108" fmla="*/ 342 w 433"/>
                    <a:gd name="T109" fmla="*/ 250 h 573"/>
                    <a:gd name="T110" fmla="*/ 227 w 433"/>
                    <a:gd name="T111" fmla="*/ 239 h 573"/>
                    <a:gd name="T112" fmla="*/ 309 w 433"/>
                    <a:gd name="T113" fmla="*/ 230 h 573"/>
                    <a:gd name="T114" fmla="*/ 280 w 433"/>
                    <a:gd name="T115" fmla="*/ 215 h 573"/>
                    <a:gd name="T116" fmla="*/ 207 w 433"/>
                    <a:gd name="T117" fmla="*/ 170 h 573"/>
                    <a:gd name="T118" fmla="*/ 221 w 433"/>
                    <a:gd name="T119" fmla="*/ 122 h 573"/>
                    <a:gd name="T120" fmla="*/ 274 w 433"/>
                    <a:gd name="T121" fmla="*/ 0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3" h="573">
                      <a:moveTo>
                        <a:pt x="185" y="573"/>
                      </a:moveTo>
                      <a:lnTo>
                        <a:pt x="183" y="573"/>
                      </a:lnTo>
                      <a:lnTo>
                        <a:pt x="185" y="573"/>
                      </a:lnTo>
                      <a:close/>
                      <a:moveTo>
                        <a:pt x="205" y="572"/>
                      </a:moveTo>
                      <a:lnTo>
                        <a:pt x="203" y="572"/>
                      </a:lnTo>
                      <a:lnTo>
                        <a:pt x="205" y="572"/>
                      </a:lnTo>
                      <a:close/>
                      <a:moveTo>
                        <a:pt x="201" y="572"/>
                      </a:moveTo>
                      <a:lnTo>
                        <a:pt x="199" y="572"/>
                      </a:lnTo>
                      <a:lnTo>
                        <a:pt x="201" y="572"/>
                      </a:lnTo>
                      <a:close/>
                      <a:moveTo>
                        <a:pt x="212" y="570"/>
                      </a:moveTo>
                      <a:lnTo>
                        <a:pt x="210" y="570"/>
                      </a:lnTo>
                      <a:lnTo>
                        <a:pt x="212" y="570"/>
                      </a:lnTo>
                      <a:close/>
                      <a:moveTo>
                        <a:pt x="205" y="568"/>
                      </a:moveTo>
                      <a:lnTo>
                        <a:pt x="205" y="570"/>
                      </a:lnTo>
                      <a:lnTo>
                        <a:pt x="205" y="568"/>
                      </a:lnTo>
                      <a:close/>
                      <a:moveTo>
                        <a:pt x="208" y="568"/>
                      </a:moveTo>
                      <a:lnTo>
                        <a:pt x="207" y="568"/>
                      </a:lnTo>
                      <a:lnTo>
                        <a:pt x="208" y="568"/>
                      </a:lnTo>
                      <a:close/>
                      <a:moveTo>
                        <a:pt x="203" y="568"/>
                      </a:moveTo>
                      <a:lnTo>
                        <a:pt x="201" y="568"/>
                      </a:lnTo>
                      <a:lnTo>
                        <a:pt x="203" y="568"/>
                      </a:lnTo>
                      <a:close/>
                      <a:moveTo>
                        <a:pt x="197" y="566"/>
                      </a:moveTo>
                      <a:lnTo>
                        <a:pt x="197" y="564"/>
                      </a:lnTo>
                      <a:lnTo>
                        <a:pt x="197" y="566"/>
                      </a:lnTo>
                      <a:close/>
                      <a:moveTo>
                        <a:pt x="223" y="564"/>
                      </a:moveTo>
                      <a:lnTo>
                        <a:pt x="223" y="562"/>
                      </a:lnTo>
                      <a:lnTo>
                        <a:pt x="223" y="564"/>
                      </a:lnTo>
                      <a:close/>
                      <a:moveTo>
                        <a:pt x="230" y="562"/>
                      </a:moveTo>
                      <a:lnTo>
                        <a:pt x="228" y="562"/>
                      </a:lnTo>
                      <a:lnTo>
                        <a:pt x="230" y="562"/>
                      </a:lnTo>
                      <a:close/>
                      <a:moveTo>
                        <a:pt x="230" y="562"/>
                      </a:moveTo>
                      <a:lnTo>
                        <a:pt x="228" y="562"/>
                      </a:lnTo>
                      <a:lnTo>
                        <a:pt x="230" y="562"/>
                      </a:lnTo>
                      <a:close/>
                      <a:moveTo>
                        <a:pt x="201" y="562"/>
                      </a:moveTo>
                      <a:lnTo>
                        <a:pt x="203" y="562"/>
                      </a:lnTo>
                      <a:lnTo>
                        <a:pt x="201" y="562"/>
                      </a:lnTo>
                      <a:close/>
                      <a:moveTo>
                        <a:pt x="219" y="562"/>
                      </a:moveTo>
                      <a:lnTo>
                        <a:pt x="217" y="562"/>
                      </a:lnTo>
                      <a:lnTo>
                        <a:pt x="217" y="561"/>
                      </a:lnTo>
                      <a:lnTo>
                        <a:pt x="217" y="562"/>
                      </a:lnTo>
                      <a:lnTo>
                        <a:pt x="219" y="562"/>
                      </a:lnTo>
                      <a:close/>
                      <a:moveTo>
                        <a:pt x="201" y="561"/>
                      </a:moveTo>
                      <a:lnTo>
                        <a:pt x="201" y="562"/>
                      </a:lnTo>
                      <a:lnTo>
                        <a:pt x="201" y="561"/>
                      </a:lnTo>
                      <a:close/>
                      <a:moveTo>
                        <a:pt x="219" y="561"/>
                      </a:moveTo>
                      <a:lnTo>
                        <a:pt x="219" y="562"/>
                      </a:lnTo>
                      <a:lnTo>
                        <a:pt x="219" y="561"/>
                      </a:lnTo>
                      <a:close/>
                      <a:moveTo>
                        <a:pt x="203" y="561"/>
                      </a:moveTo>
                      <a:lnTo>
                        <a:pt x="201" y="561"/>
                      </a:lnTo>
                      <a:lnTo>
                        <a:pt x="203" y="561"/>
                      </a:lnTo>
                      <a:close/>
                      <a:moveTo>
                        <a:pt x="217" y="561"/>
                      </a:moveTo>
                      <a:lnTo>
                        <a:pt x="216" y="561"/>
                      </a:lnTo>
                      <a:lnTo>
                        <a:pt x="217" y="561"/>
                      </a:lnTo>
                      <a:close/>
                      <a:moveTo>
                        <a:pt x="214" y="561"/>
                      </a:moveTo>
                      <a:lnTo>
                        <a:pt x="214" y="559"/>
                      </a:lnTo>
                      <a:lnTo>
                        <a:pt x="214" y="561"/>
                      </a:lnTo>
                      <a:close/>
                      <a:moveTo>
                        <a:pt x="216" y="559"/>
                      </a:moveTo>
                      <a:lnTo>
                        <a:pt x="214" y="561"/>
                      </a:lnTo>
                      <a:lnTo>
                        <a:pt x="214" y="559"/>
                      </a:lnTo>
                      <a:lnTo>
                        <a:pt x="216" y="559"/>
                      </a:lnTo>
                      <a:close/>
                      <a:moveTo>
                        <a:pt x="238" y="552"/>
                      </a:moveTo>
                      <a:lnTo>
                        <a:pt x="238" y="553"/>
                      </a:lnTo>
                      <a:lnTo>
                        <a:pt x="238" y="552"/>
                      </a:lnTo>
                      <a:close/>
                      <a:moveTo>
                        <a:pt x="236" y="553"/>
                      </a:moveTo>
                      <a:lnTo>
                        <a:pt x="236" y="552"/>
                      </a:lnTo>
                      <a:lnTo>
                        <a:pt x="236" y="553"/>
                      </a:lnTo>
                      <a:close/>
                      <a:moveTo>
                        <a:pt x="239" y="552"/>
                      </a:moveTo>
                      <a:lnTo>
                        <a:pt x="238" y="552"/>
                      </a:lnTo>
                      <a:lnTo>
                        <a:pt x="239" y="552"/>
                      </a:lnTo>
                      <a:close/>
                      <a:moveTo>
                        <a:pt x="216" y="548"/>
                      </a:moveTo>
                      <a:lnTo>
                        <a:pt x="214" y="548"/>
                      </a:lnTo>
                      <a:lnTo>
                        <a:pt x="216" y="548"/>
                      </a:lnTo>
                      <a:close/>
                      <a:moveTo>
                        <a:pt x="241" y="546"/>
                      </a:moveTo>
                      <a:lnTo>
                        <a:pt x="241" y="544"/>
                      </a:lnTo>
                      <a:lnTo>
                        <a:pt x="241" y="546"/>
                      </a:lnTo>
                      <a:close/>
                      <a:moveTo>
                        <a:pt x="212" y="546"/>
                      </a:moveTo>
                      <a:lnTo>
                        <a:pt x="212" y="544"/>
                      </a:lnTo>
                      <a:lnTo>
                        <a:pt x="212" y="546"/>
                      </a:lnTo>
                      <a:close/>
                      <a:moveTo>
                        <a:pt x="247" y="542"/>
                      </a:moveTo>
                      <a:lnTo>
                        <a:pt x="249" y="542"/>
                      </a:lnTo>
                      <a:lnTo>
                        <a:pt x="247" y="542"/>
                      </a:lnTo>
                      <a:close/>
                      <a:moveTo>
                        <a:pt x="249" y="541"/>
                      </a:moveTo>
                      <a:lnTo>
                        <a:pt x="249" y="542"/>
                      </a:lnTo>
                      <a:lnTo>
                        <a:pt x="249" y="541"/>
                      </a:lnTo>
                      <a:close/>
                      <a:moveTo>
                        <a:pt x="196" y="542"/>
                      </a:moveTo>
                      <a:lnTo>
                        <a:pt x="196" y="541"/>
                      </a:lnTo>
                      <a:lnTo>
                        <a:pt x="196" y="542"/>
                      </a:lnTo>
                      <a:close/>
                      <a:moveTo>
                        <a:pt x="196" y="539"/>
                      </a:moveTo>
                      <a:lnTo>
                        <a:pt x="196" y="541"/>
                      </a:lnTo>
                      <a:lnTo>
                        <a:pt x="196" y="539"/>
                      </a:lnTo>
                      <a:close/>
                      <a:moveTo>
                        <a:pt x="205" y="539"/>
                      </a:moveTo>
                      <a:lnTo>
                        <a:pt x="205" y="537"/>
                      </a:lnTo>
                      <a:lnTo>
                        <a:pt x="205" y="539"/>
                      </a:lnTo>
                      <a:close/>
                      <a:moveTo>
                        <a:pt x="216" y="539"/>
                      </a:moveTo>
                      <a:lnTo>
                        <a:pt x="216" y="537"/>
                      </a:lnTo>
                      <a:lnTo>
                        <a:pt x="216" y="539"/>
                      </a:lnTo>
                      <a:close/>
                      <a:moveTo>
                        <a:pt x="259" y="533"/>
                      </a:moveTo>
                      <a:lnTo>
                        <a:pt x="261" y="533"/>
                      </a:lnTo>
                      <a:lnTo>
                        <a:pt x="259" y="533"/>
                      </a:lnTo>
                      <a:close/>
                      <a:moveTo>
                        <a:pt x="150" y="531"/>
                      </a:moveTo>
                      <a:lnTo>
                        <a:pt x="150" y="530"/>
                      </a:lnTo>
                      <a:lnTo>
                        <a:pt x="150" y="531"/>
                      </a:lnTo>
                      <a:close/>
                      <a:moveTo>
                        <a:pt x="219" y="531"/>
                      </a:moveTo>
                      <a:lnTo>
                        <a:pt x="217" y="530"/>
                      </a:lnTo>
                      <a:lnTo>
                        <a:pt x="219" y="531"/>
                      </a:lnTo>
                      <a:close/>
                      <a:moveTo>
                        <a:pt x="239" y="530"/>
                      </a:moveTo>
                      <a:lnTo>
                        <a:pt x="239" y="531"/>
                      </a:lnTo>
                      <a:lnTo>
                        <a:pt x="239" y="530"/>
                      </a:lnTo>
                      <a:close/>
                      <a:moveTo>
                        <a:pt x="238" y="530"/>
                      </a:moveTo>
                      <a:lnTo>
                        <a:pt x="236" y="530"/>
                      </a:lnTo>
                      <a:lnTo>
                        <a:pt x="238" y="530"/>
                      </a:lnTo>
                      <a:close/>
                      <a:moveTo>
                        <a:pt x="239" y="528"/>
                      </a:moveTo>
                      <a:lnTo>
                        <a:pt x="238" y="528"/>
                      </a:lnTo>
                      <a:lnTo>
                        <a:pt x="239" y="528"/>
                      </a:lnTo>
                      <a:close/>
                      <a:moveTo>
                        <a:pt x="139" y="528"/>
                      </a:moveTo>
                      <a:lnTo>
                        <a:pt x="139" y="526"/>
                      </a:lnTo>
                      <a:lnTo>
                        <a:pt x="139" y="528"/>
                      </a:lnTo>
                      <a:close/>
                      <a:moveTo>
                        <a:pt x="139" y="528"/>
                      </a:moveTo>
                      <a:lnTo>
                        <a:pt x="139" y="526"/>
                      </a:lnTo>
                      <a:lnTo>
                        <a:pt x="139" y="528"/>
                      </a:lnTo>
                      <a:close/>
                      <a:moveTo>
                        <a:pt x="274" y="519"/>
                      </a:moveTo>
                      <a:lnTo>
                        <a:pt x="272" y="519"/>
                      </a:lnTo>
                      <a:lnTo>
                        <a:pt x="274" y="519"/>
                      </a:lnTo>
                      <a:close/>
                      <a:moveTo>
                        <a:pt x="349" y="519"/>
                      </a:moveTo>
                      <a:lnTo>
                        <a:pt x="349" y="517"/>
                      </a:lnTo>
                      <a:lnTo>
                        <a:pt x="349" y="519"/>
                      </a:lnTo>
                      <a:close/>
                      <a:moveTo>
                        <a:pt x="285" y="517"/>
                      </a:moveTo>
                      <a:lnTo>
                        <a:pt x="283" y="517"/>
                      </a:lnTo>
                      <a:lnTo>
                        <a:pt x="285" y="517"/>
                      </a:lnTo>
                      <a:close/>
                      <a:moveTo>
                        <a:pt x="269" y="513"/>
                      </a:moveTo>
                      <a:lnTo>
                        <a:pt x="267" y="513"/>
                      </a:lnTo>
                      <a:lnTo>
                        <a:pt x="267" y="511"/>
                      </a:lnTo>
                      <a:lnTo>
                        <a:pt x="269" y="513"/>
                      </a:lnTo>
                      <a:close/>
                      <a:moveTo>
                        <a:pt x="259" y="511"/>
                      </a:moveTo>
                      <a:lnTo>
                        <a:pt x="261" y="511"/>
                      </a:lnTo>
                      <a:lnTo>
                        <a:pt x="259" y="511"/>
                      </a:lnTo>
                      <a:close/>
                      <a:moveTo>
                        <a:pt x="261" y="511"/>
                      </a:moveTo>
                      <a:lnTo>
                        <a:pt x="261" y="509"/>
                      </a:lnTo>
                      <a:lnTo>
                        <a:pt x="261" y="511"/>
                      </a:lnTo>
                      <a:close/>
                      <a:moveTo>
                        <a:pt x="283" y="502"/>
                      </a:moveTo>
                      <a:lnTo>
                        <a:pt x="283" y="500"/>
                      </a:lnTo>
                      <a:lnTo>
                        <a:pt x="283" y="502"/>
                      </a:lnTo>
                      <a:close/>
                      <a:moveTo>
                        <a:pt x="150" y="495"/>
                      </a:moveTo>
                      <a:lnTo>
                        <a:pt x="148" y="495"/>
                      </a:lnTo>
                      <a:lnTo>
                        <a:pt x="150" y="495"/>
                      </a:lnTo>
                      <a:close/>
                      <a:moveTo>
                        <a:pt x="148" y="495"/>
                      </a:moveTo>
                      <a:lnTo>
                        <a:pt x="148" y="493"/>
                      </a:lnTo>
                      <a:lnTo>
                        <a:pt x="148" y="495"/>
                      </a:lnTo>
                      <a:close/>
                      <a:moveTo>
                        <a:pt x="411" y="493"/>
                      </a:moveTo>
                      <a:lnTo>
                        <a:pt x="411" y="491"/>
                      </a:lnTo>
                      <a:lnTo>
                        <a:pt x="411" y="493"/>
                      </a:lnTo>
                      <a:close/>
                      <a:moveTo>
                        <a:pt x="305" y="482"/>
                      </a:moveTo>
                      <a:lnTo>
                        <a:pt x="305" y="480"/>
                      </a:lnTo>
                      <a:lnTo>
                        <a:pt x="305" y="482"/>
                      </a:lnTo>
                      <a:close/>
                      <a:moveTo>
                        <a:pt x="292" y="480"/>
                      </a:moveTo>
                      <a:lnTo>
                        <a:pt x="291" y="480"/>
                      </a:lnTo>
                      <a:lnTo>
                        <a:pt x="292" y="480"/>
                      </a:lnTo>
                      <a:close/>
                      <a:moveTo>
                        <a:pt x="280" y="480"/>
                      </a:moveTo>
                      <a:lnTo>
                        <a:pt x="280" y="478"/>
                      </a:lnTo>
                      <a:lnTo>
                        <a:pt x="280" y="480"/>
                      </a:lnTo>
                      <a:close/>
                      <a:moveTo>
                        <a:pt x="314" y="477"/>
                      </a:moveTo>
                      <a:lnTo>
                        <a:pt x="314" y="478"/>
                      </a:lnTo>
                      <a:lnTo>
                        <a:pt x="314" y="477"/>
                      </a:lnTo>
                      <a:close/>
                      <a:moveTo>
                        <a:pt x="349" y="477"/>
                      </a:moveTo>
                      <a:lnTo>
                        <a:pt x="349" y="475"/>
                      </a:lnTo>
                      <a:lnTo>
                        <a:pt x="349" y="477"/>
                      </a:lnTo>
                      <a:close/>
                      <a:moveTo>
                        <a:pt x="296" y="473"/>
                      </a:moveTo>
                      <a:lnTo>
                        <a:pt x="296" y="475"/>
                      </a:lnTo>
                      <a:lnTo>
                        <a:pt x="296" y="473"/>
                      </a:lnTo>
                      <a:close/>
                      <a:moveTo>
                        <a:pt x="433" y="451"/>
                      </a:moveTo>
                      <a:lnTo>
                        <a:pt x="431" y="451"/>
                      </a:lnTo>
                      <a:lnTo>
                        <a:pt x="433" y="451"/>
                      </a:lnTo>
                      <a:close/>
                      <a:moveTo>
                        <a:pt x="108" y="451"/>
                      </a:moveTo>
                      <a:lnTo>
                        <a:pt x="108" y="449"/>
                      </a:lnTo>
                      <a:lnTo>
                        <a:pt x="110" y="449"/>
                      </a:lnTo>
                      <a:lnTo>
                        <a:pt x="110" y="451"/>
                      </a:lnTo>
                      <a:lnTo>
                        <a:pt x="108" y="451"/>
                      </a:lnTo>
                      <a:close/>
                      <a:moveTo>
                        <a:pt x="106" y="449"/>
                      </a:moveTo>
                      <a:lnTo>
                        <a:pt x="108" y="449"/>
                      </a:lnTo>
                      <a:lnTo>
                        <a:pt x="106" y="449"/>
                      </a:lnTo>
                      <a:close/>
                      <a:moveTo>
                        <a:pt x="108" y="449"/>
                      </a:moveTo>
                      <a:lnTo>
                        <a:pt x="106" y="449"/>
                      </a:lnTo>
                      <a:lnTo>
                        <a:pt x="108" y="447"/>
                      </a:lnTo>
                      <a:lnTo>
                        <a:pt x="108" y="449"/>
                      </a:lnTo>
                      <a:close/>
                      <a:moveTo>
                        <a:pt x="332" y="442"/>
                      </a:moveTo>
                      <a:lnTo>
                        <a:pt x="332" y="440"/>
                      </a:lnTo>
                      <a:lnTo>
                        <a:pt x="332" y="442"/>
                      </a:lnTo>
                      <a:close/>
                      <a:moveTo>
                        <a:pt x="331" y="440"/>
                      </a:moveTo>
                      <a:lnTo>
                        <a:pt x="331" y="438"/>
                      </a:lnTo>
                      <a:lnTo>
                        <a:pt x="331" y="440"/>
                      </a:lnTo>
                      <a:close/>
                      <a:moveTo>
                        <a:pt x="112" y="436"/>
                      </a:moveTo>
                      <a:lnTo>
                        <a:pt x="112" y="435"/>
                      </a:lnTo>
                      <a:lnTo>
                        <a:pt x="112" y="436"/>
                      </a:lnTo>
                      <a:close/>
                      <a:moveTo>
                        <a:pt x="139" y="424"/>
                      </a:moveTo>
                      <a:lnTo>
                        <a:pt x="137" y="424"/>
                      </a:lnTo>
                      <a:lnTo>
                        <a:pt x="139" y="424"/>
                      </a:lnTo>
                      <a:close/>
                      <a:moveTo>
                        <a:pt x="426" y="418"/>
                      </a:moveTo>
                      <a:lnTo>
                        <a:pt x="427" y="418"/>
                      </a:lnTo>
                      <a:lnTo>
                        <a:pt x="426" y="418"/>
                      </a:lnTo>
                      <a:close/>
                      <a:moveTo>
                        <a:pt x="154" y="411"/>
                      </a:moveTo>
                      <a:lnTo>
                        <a:pt x="154" y="413"/>
                      </a:lnTo>
                      <a:lnTo>
                        <a:pt x="154" y="411"/>
                      </a:lnTo>
                      <a:close/>
                      <a:moveTo>
                        <a:pt x="327" y="411"/>
                      </a:moveTo>
                      <a:lnTo>
                        <a:pt x="325" y="411"/>
                      </a:lnTo>
                      <a:lnTo>
                        <a:pt x="327" y="411"/>
                      </a:lnTo>
                      <a:close/>
                      <a:moveTo>
                        <a:pt x="415" y="407"/>
                      </a:moveTo>
                      <a:lnTo>
                        <a:pt x="413" y="407"/>
                      </a:lnTo>
                      <a:lnTo>
                        <a:pt x="415" y="407"/>
                      </a:lnTo>
                      <a:close/>
                      <a:moveTo>
                        <a:pt x="411" y="407"/>
                      </a:moveTo>
                      <a:lnTo>
                        <a:pt x="413" y="407"/>
                      </a:lnTo>
                      <a:lnTo>
                        <a:pt x="411" y="407"/>
                      </a:lnTo>
                      <a:lnTo>
                        <a:pt x="411" y="405"/>
                      </a:lnTo>
                      <a:lnTo>
                        <a:pt x="411" y="407"/>
                      </a:lnTo>
                      <a:close/>
                      <a:moveTo>
                        <a:pt x="416" y="407"/>
                      </a:moveTo>
                      <a:lnTo>
                        <a:pt x="416" y="405"/>
                      </a:lnTo>
                      <a:lnTo>
                        <a:pt x="416" y="407"/>
                      </a:lnTo>
                      <a:close/>
                      <a:moveTo>
                        <a:pt x="349" y="405"/>
                      </a:moveTo>
                      <a:lnTo>
                        <a:pt x="347" y="405"/>
                      </a:lnTo>
                      <a:lnTo>
                        <a:pt x="349" y="405"/>
                      </a:lnTo>
                      <a:close/>
                      <a:moveTo>
                        <a:pt x="407" y="402"/>
                      </a:moveTo>
                      <a:lnTo>
                        <a:pt x="407" y="403"/>
                      </a:lnTo>
                      <a:lnTo>
                        <a:pt x="407" y="402"/>
                      </a:lnTo>
                      <a:close/>
                      <a:moveTo>
                        <a:pt x="405" y="402"/>
                      </a:moveTo>
                      <a:lnTo>
                        <a:pt x="404" y="400"/>
                      </a:lnTo>
                      <a:lnTo>
                        <a:pt x="405" y="400"/>
                      </a:lnTo>
                      <a:lnTo>
                        <a:pt x="405" y="402"/>
                      </a:lnTo>
                      <a:close/>
                      <a:moveTo>
                        <a:pt x="422" y="400"/>
                      </a:moveTo>
                      <a:lnTo>
                        <a:pt x="420" y="400"/>
                      </a:lnTo>
                      <a:lnTo>
                        <a:pt x="422" y="400"/>
                      </a:lnTo>
                      <a:close/>
                      <a:moveTo>
                        <a:pt x="405" y="398"/>
                      </a:moveTo>
                      <a:lnTo>
                        <a:pt x="404" y="398"/>
                      </a:lnTo>
                      <a:lnTo>
                        <a:pt x="405" y="398"/>
                      </a:lnTo>
                      <a:close/>
                      <a:moveTo>
                        <a:pt x="291" y="396"/>
                      </a:moveTo>
                      <a:lnTo>
                        <a:pt x="289" y="396"/>
                      </a:lnTo>
                      <a:lnTo>
                        <a:pt x="291" y="396"/>
                      </a:lnTo>
                      <a:close/>
                      <a:moveTo>
                        <a:pt x="369" y="396"/>
                      </a:moveTo>
                      <a:lnTo>
                        <a:pt x="367" y="396"/>
                      </a:lnTo>
                      <a:lnTo>
                        <a:pt x="369" y="396"/>
                      </a:lnTo>
                      <a:close/>
                      <a:moveTo>
                        <a:pt x="413" y="394"/>
                      </a:moveTo>
                      <a:lnTo>
                        <a:pt x="413" y="393"/>
                      </a:lnTo>
                      <a:lnTo>
                        <a:pt x="413" y="394"/>
                      </a:lnTo>
                      <a:close/>
                      <a:moveTo>
                        <a:pt x="161" y="394"/>
                      </a:moveTo>
                      <a:lnTo>
                        <a:pt x="161" y="393"/>
                      </a:lnTo>
                      <a:lnTo>
                        <a:pt x="161" y="394"/>
                      </a:lnTo>
                      <a:close/>
                      <a:moveTo>
                        <a:pt x="407" y="393"/>
                      </a:moveTo>
                      <a:lnTo>
                        <a:pt x="407" y="394"/>
                      </a:lnTo>
                      <a:lnTo>
                        <a:pt x="407" y="393"/>
                      </a:lnTo>
                      <a:close/>
                      <a:moveTo>
                        <a:pt x="165" y="394"/>
                      </a:moveTo>
                      <a:lnTo>
                        <a:pt x="165" y="393"/>
                      </a:lnTo>
                      <a:lnTo>
                        <a:pt x="165" y="394"/>
                      </a:lnTo>
                      <a:close/>
                      <a:moveTo>
                        <a:pt x="345" y="393"/>
                      </a:moveTo>
                      <a:lnTo>
                        <a:pt x="343" y="393"/>
                      </a:lnTo>
                      <a:lnTo>
                        <a:pt x="345" y="393"/>
                      </a:lnTo>
                      <a:close/>
                      <a:moveTo>
                        <a:pt x="347" y="393"/>
                      </a:moveTo>
                      <a:lnTo>
                        <a:pt x="347" y="391"/>
                      </a:lnTo>
                      <a:lnTo>
                        <a:pt x="347" y="393"/>
                      </a:lnTo>
                      <a:close/>
                      <a:moveTo>
                        <a:pt x="367" y="393"/>
                      </a:moveTo>
                      <a:lnTo>
                        <a:pt x="367" y="391"/>
                      </a:lnTo>
                      <a:lnTo>
                        <a:pt x="367" y="393"/>
                      </a:lnTo>
                      <a:close/>
                      <a:moveTo>
                        <a:pt x="369" y="391"/>
                      </a:moveTo>
                      <a:lnTo>
                        <a:pt x="367" y="391"/>
                      </a:lnTo>
                      <a:lnTo>
                        <a:pt x="369" y="391"/>
                      </a:lnTo>
                      <a:close/>
                      <a:moveTo>
                        <a:pt x="345" y="389"/>
                      </a:moveTo>
                      <a:lnTo>
                        <a:pt x="343" y="389"/>
                      </a:lnTo>
                      <a:lnTo>
                        <a:pt x="345" y="389"/>
                      </a:lnTo>
                      <a:close/>
                      <a:moveTo>
                        <a:pt x="405" y="389"/>
                      </a:moveTo>
                      <a:lnTo>
                        <a:pt x="404" y="389"/>
                      </a:lnTo>
                      <a:lnTo>
                        <a:pt x="405" y="389"/>
                      </a:lnTo>
                      <a:close/>
                      <a:moveTo>
                        <a:pt x="402" y="389"/>
                      </a:moveTo>
                      <a:lnTo>
                        <a:pt x="402" y="387"/>
                      </a:lnTo>
                      <a:lnTo>
                        <a:pt x="402" y="389"/>
                      </a:lnTo>
                      <a:close/>
                      <a:moveTo>
                        <a:pt x="351" y="389"/>
                      </a:moveTo>
                      <a:lnTo>
                        <a:pt x="351" y="387"/>
                      </a:lnTo>
                      <a:lnTo>
                        <a:pt x="351" y="389"/>
                      </a:lnTo>
                      <a:close/>
                      <a:moveTo>
                        <a:pt x="161" y="389"/>
                      </a:moveTo>
                      <a:lnTo>
                        <a:pt x="161" y="387"/>
                      </a:lnTo>
                      <a:lnTo>
                        <a:pt x="161" y="389"/>
                      </a:lnTo>
                      <a:close/>
                      <a:moveTo>
                        <a:pt x="376" y="387"/>
                      </a:moveTo>
                      <a:lnTo>
                        <a:pt x="376" y="385"/>
                      </a:lnTo>
                      <a:lnTo>
                        <a:pt x="376" y="387"/>
                      </a:lnTo>
                      <a:close/>
                      <a:moveTo>
                        <a:pt x="402" y="385"/>
                      </a:moveTo>
                      <a:lnTo>
                        <a:pt x="400" y="385"/>
                      </a:lnTo>
                      <a:lnTo>
                        <a:pt x="402" y="385"/>
                      </a:lnTo>
                      <a:close/>
                      <a:moveTo>
                        <a:pt x="364" y="385"/>
                      </a:moveTo>
                      <a:lnTo>
                        <a:pt x="365" y="385"/>
                      </a:lnTo>
                      <a:lnTo>
                        <a:pt x="364" y="385"/>
                      </a:lnTo>
                      <a:close/>
                      <a:moveTo>
                        <a:pt x="353" y="383"/>
                      </a:moveTo>
                      <a:lnTo>
                        <a:pt x="353" y="385"/>
                      </a:lnTo>
                      <a:lnTo>
                        <a:pt x="353" y="383"/>
                      </a:lnTo>
                      <a:close/>
                      <a:moveTo>
                        <a:pt x="358" y="385"/>
                      </a:moveTo>
                      <a:lnTo>
                        <a:pt x="358" y="383"/>
                      </a:lnTo>
                      <a:lnTo>
                        <a:pt x="358" y="385"/>
                      </a:lnTo>
                      <a:close/>
                      <a:moveTo>
                        <a:pt x="367" y="383"/>
                      </a:moveTo>
                      <a:lnTo>
                        <a:pt x="369" y="383"/>
                      </a:lnTo>
                      <a:lnTo>
                        <a:pt x="367" y="383"/>
                      </a:lnTo>
                      <a:close/>
                      <a:moveTo>
                        <a:pt x="349" y="382"/>
                      </a:moveTo>
                      <a:lnTo>
                        <a:pt x="349" y="383"/>
                      </a:lnTo>
                      <a:lnTo>
                        <a:pt x="349" y="382"/>
                      </a:lnTo>
                      <a:close/>
                      <a:moveTo>
                        <a:pt x="349" y="383"/>
                      </a:moveTo>
                      <a:lnTo>
                        <a:pt x="349" y="382"/>
                      </a:lnTo>
                      <a:lnTo>
                        <a:pt x="349" y="383"/>
                      </a:lnTo>
                      <a:close/>
                      <a:moveTo>
                        <a:pt x="179" y="383"/>
                      </a:moveTo>
                      <a:lnTo>
                        <a:pt x="179" y="382"/>
                      </a:lnTo>
                      <a:lnTo>
                        <a:pt x="179" y="383"/>
                      </a:lnTo>
                      <a:close/>
                      <a:moveTo>
                        <a:pt x="365" y="382"/>
                      </a:moveTo>
                      <a:lnTo>
                        <a:pt x="364" y="382"/>
                      </a:lnTo>
                      <a:lnTo>
                        <a:pt x="365" y="382"/>
                      </a:lnTo>
                      <a:close/>
                      <a:moveTo>
                        <a:pt x="354" y="382"/>
                      </a:moveTo>
                      <a:lnTo>
                        <a:pt x="354" y="380"/>
                      </a:lnTo>
                      <a:lnTo>
                        <a:pt x="354" y="382"/>
                      </a:lnTo>
                      <a:close/>
                      <a:moveTo>
                        <a:pt x="183" y="382"/>
                      </a:moveTo>
                      <a:lnTo>
                        <a:pt x="183" y="380"/>
                      </a:lnTo>
                      <a:lnTo>
                        <a:pt x="183" y="382"/>
                      </a:lnTo>
                      <a:close/>
                      <a:moveTo>
                        <a:pt x="168" y="380"/>
                      </a:moveTo>
                      <a:lnTo>
                        <a:pt x="166" y="380"/>
                      </a:lnTo>
                      <a:lnTo>
                        <a:pt x="168" y="380"/>
                      </a:lnTo>
                      <a:close/>
                      <a:moveTo>
                        <a:pt x="176" y="374"/>
                      </a:moveTo>
                      <a:lnTo>
                        <a:pt x="174" y="374"/>
                      </a:lnTo>
                      <a:lnTo>
                        <a:pt x="174" y="372"/>
                      </a:lnTo>
                      <a:lnTo>
                        <a:pt x="176" y="374"/>
                      </a:lnTo>
                      <a:close/>
                      <a:moveTo>
                        <a:pt x="207" y="372"/>
                      </a:moveTo>
                      <a:lnTo>
                        <a:pt x="205" y="372"/>
                      </a:lnTo>
                      <a:lnTo>
                        <a:pt x="207" y="372"/>
                      </a:lnTo>
                      <a:close/>
                      <a:moveTo>
                        <a:pt x="174" y="372"/>
                      </a:moveTo>
                      <a:lnTo>
                        <a:pt x="174" y="371"/>
                      </a:lnTo>
                      <a:lnTo>
                        <a:pt x="174" y="372"/>
                      </a:lnTo>
                      <a:close/>
                      <a:moveTo>
                        <a:pt x="205" y="371"/>
                      </a:moveTo>
                      <a:lnTo>
                        <a:pt x="205" y="372"/>
                      </a:lnTo>
                      <a:lnTo>
                        <a:pt x="205" y="371"/>
                      </a:lnTo>
                      <a:close/>
                      <a:moveTo>
                        <a:pt x="196" y="371"/>
                      </a:moveTo>
                      <a:lnTo>
                        <a:pt x="196" y="369"/>
                      </a:lnTo>
                      <a:lnTo>
                        <a:pt x="196" y="371"/>
                      </a:lnTo>
                      <a:close/>
                      <a:moveTo>
                        <a:pt x="217" y="367"/>
                      </a:moveTo>
                      <a:lnTo>
                        <a:pt x="216" y="367"/>
                      </a:lnTo>
                      <a:lnTo>
                        <a:pt x="217" y="367"/>
                      </a:lnTo>
                      <a:close/>
                      <a:moveTo>
                        <a:pt x="199" y="367"/>
                      </a:moveTo>
                      <a:lnTo>
                        <a:pt x="199" y="365"/>
                      </a:lnTo>
                      <a:lnTo>
                        <a:pt x="199" y="367"/>
                      </a:lnTo>
                      <a:close/>
                      <a:moveTo>
                        <a:pt x="236" y="367"/>
                      </a:moveTo>
                      <a:lnTo>
                        <a:pt x="236" y="365"/>
                      </a:lnTo>
                      <a:lnTo>
                        <a:pt x="236" y="367"/>
                      </a:lnTo>
                      <a:close/>
                      <a:moveTo>
                        <a:pt x="214" y="367"/>
                      </a:moveTo>
                      <a:lnTo>
                        <a:pt x="214" y="365"/>
                      </a:lnTo>
                      <a:lnTo>
                        <a:pt x="214" y="367"/>
                      </a:lnTo>
                      <a:close/>
                      <a:moveTo>
                        <a:pt x="238" y="365"/>
                      </a:moveTo>
                      <a:lnTo>
                        <a:pt x="236" y="365"/>
                      </a:lnTo>
                      <a:lnTo>
                        <a:pt x="238" y="365"/>
                      </a:lnTo>
                      <a:close/>
                      <a:moveTo>
                        <a:pt x="177" y="365"/>
                      </a:moveTo>
                      <a:lnTo>
                        <a:pt x="176" y="365"/>
                      </a:lnTo>
                      <a:lnTo>
                        <a:pt x="177" y="365"/>
                      </a:lnTo>
                      <a:close/>
                      <a:moveTo>
                        <a:pt x="192" y="365"/>
                      </a:moveTo>
                      <a:lnTo>
                        <a:pt x="192" y="363"/>
                      </a:lnTo>
                      <a:lnTo>
                        <a:pt x="192" y="365"/>
                      </a:lnTo>
                      <a:close/>
                      <a:moveTo>
                        <a:pt x="192" y="361"/>
                      </a:moveTo>
                      <a:lnTo>
                        <a:pt x="192" y="363"/>
                      </a:lnTo>
                      <a:lnTo>
                        <a:pt x="192" y="361"/>
                      </a:lnTo>
                      <a:close/>
                      <a:moveTo>
                        <a:pt x="179" y="360"/>
                      </a:moveTo>
                      <a:lnTo>
                        <a:pt x="179" y="361"/>
                      </a:lnTo>
                      <a:lnTo>
                        <a:pt x="179" y="360"/>
                      </a:lnTo>
                      <a:close/>
                      <a:moveTo>
                        <a:pt x="181" y="361"/>
                      </a:moveTo>
                      <a:lnTo>
                        <a:pt x="181" y="360"/>
                      </a:lnTo>
                      <a:lnTo>
                        <a:pt x="181" y="361"/>
                      </a:lnTo>
                      <a:close/>
                      <a:moveTo>
                        <a:pt x="238" y="360"/>
                      </a:moveTo>
                      <a:lnTo>
                        <a:pt x="239" y="360"/>
                      </a:lnTo>
                      <a:lnTo>
                        <a:pt x="238" y="360"/>
                      </a:lnTo>
                      <a:close/>
                      <a:moveTo>
                        <a:pt x="192" y="360"/>
                      </a:moveTo>
                      <a:lnTo>
                        <a:pt x="192" y="358"/>
                      </a:lnTo>
                      <a:lnTo>
                        <a:pt x="192" y="360"/>
                      </a:lnTo>
                      <a:close/>
                      <a:moveTo>
                        <a:pt x="349" y="358"/>
                      </a:moveTo>
                      <a:lnTo>
                        <a:pt x="349" y="356"/>
                      </a:lnTo>
                      <a:lnTo>
                        <a:pt x="349" y="358"/>
                      </a:lnTo>
                      <a:close/>
                      <a:moveTo>
                        <a:pt x="329" y="358"/>
                      </a:moveTo>
                      <a:lnTo>
                        <a:pt x="329" y="356"/>
                      </a:lnTo>
                      <a:lnTo>
                        <a:pt x="329" y="358"/>
                      </a:lnTo>
                      <a:close/>
                      <a:moveTo>
                        <a:pt x="192" y="356"/>
                      </a:moveTo>
                      <a:lnTo>
                        <a:pt x="192" y="358"/>
                      </a:lnTo>
                      <a:lnTo>
                        <a:pt x="192" y="356"/>
                      </a:lnTo>
                      <a:lnTo>
                        <a:pt x="190" y="356"/>
                      </a:lnTo>
                      <a:lnTo>
                        <a:pt x="192" y="356"/>
                      </a:lnTo>
                      <a:close/>
                      <a:moveTo>
                        <a:pt x="332" y="356"/>
                      </a:moveTo>
                      <a:lnTo>
                        <a:pt x="331" y="356"/>
                      </a:lnTo>
                      <a:lnTo>
                        <a:pt x="332" y="356"/>
                      </a:lnTo>
                      <a:close/>
                      <a:moveTo>
                        <a:pt x="332" y="356"/>
                      </a:moveTo>
                      <a:lnTo>
                        <a:pt x="331" y="356"/>
                      </a:lnTo>
                      <a:lnTo>
                        <a:pt x="332" y="356"/>
                      </a:lnTo>
                      <a:close/>
                      <a:moveTo>
                        <a:pt x="194" y="356"/>
                      </a:moveTo>
                      <a:lnTo>
                        <a:pt x="194" y="354"/>
                      </a:lnTo>
                      <a:lnTo>
                        <a:pt x="194" y="356"/>
                      </a:lnTo>
                      <a:close/>
                      <a:moveTo>
                        <a:pt x="181" y="354"/>
                      </a:moveTo>
                      <a:lnTo>
                        <a:pt x="179" y="354"/>
                      </a:lnTo>
                      <a:lnTo>
                        <a:pt x="181" y="354"/>
                      </a:lnTo>
                      <a:close/>
                      <a:moveTo>
                        <a:pt x="179" y="354"/>
                      </a:moveTo>
                      <a:lnTo>
                        <a:pt x="181" y="354"/>
                      </a:lnTo>
                      <a:lnTo>
                        <a:pt x="179" y="354"/>
                      </a:lnTo>
                      <a:close/>
                      <a:moveTo>
                        <a:pt x="0" y="354"/>
                      </a:moveTo>
                      <a:lnTo>
                        <a:pt x="0" y="352"/>
                      </a:lnTo>
                      <a:lnTo>
                        <a:pt x="0" y="354"/>
                      </a:lnTo>
                      <a:close/>
                      <a:moveTo>
                        <a:pt x="409" y="352"/>
                      </a:moveTo>
                      <a:lnTo>
                        <a:pt x="407" y="352"/>
                      </a:lnTo>
                      <a:lnTo>
                        <a:pt x="409" y="352"/>
                      </a:lnTo>
                      <a:close/>
                      <a:moveTo>
                        <a:pt x="230" y="352"/>
                      </a:moveTo>
                      <a:lnTo>
                        <a:pt x="230" y="350"/>
                      </a:lnTo>
                      <a:lnTo>
                        <a:pt x="230" y="352"/>
                      </a:lnTo>
                      <a:close/>
                      <a:moveTo>
                        <a:pt x="183" y="350"/>
                      </a:moveTo>
                      <a:lnTo>
                        <a:pt x="183" y="352"/>
                      </a:lnTo>
                      <a:lnTo>
                        <a:pt x="183" y="350"/>
                      </a:lnTo>
                      <a:close/>
                      <a:moveTo>
                        <a:pt x="402" y="350"/>
                      </a:moveTo>
                      <a:lnTo>
                        <a:pt x="404" y="350"/>
                      </a:lnTo>
                      <a:lnTo>
                        <a:pt x="402" y="350"/>
                      </a:lnTo>
                      <a:close/>
                      <a:moveTo>
                        <a:pt x="336" y="350"/>
                      </a:moveTo>
                      <a:lnTo>
                        <a:pt x="334" y="350"/>
                      </a:lnTo>
                      <a:lnTo>
                        <a:pt x="336" y="350"/>
                      </a:lnTo>
                      <a:close/>
                      <a:moveTo>
                        <a:pt x="194" y="350"/>
                      </a:moveTo>
                      <a:lnTo>
                        <a:pt x="194" y="349"/>
                      </a:lnTo>
                      <a:lnTo>
                        <a:pt x="194" y="350"/>
                      </a:lnTo>
                      <a:close/>
                      <a:moveTo>
                        <a:pt x="405" y="349"/>
                      </a:moveTo>
                      <a:lnTo>
                        <a:pt x="404" y="349"/>
                      </a:lnTo>
                      <a:lnTo>
                        <a:pt x="405" y="349"/>
                      </a:lnTo>
                      <a:close/>
                      <a:moveTo>
                        <a:pt x="325" y="349"/>
                      </a:moveTo>
                      <a:lnTo>
                        <a:pt x="323" y="349"/>
                      </a:lnTo>
                      <a:lnTo>
                        <a:pt x="325" y="349"/>
                      </a:lnTo>
                      <a:close/>
                      <a:moveTo>
                        <a:pt x="318" y="349"/>
                      </a:moveTo>
                      <a:lnTo>
                        <a:pt x="316" y="349"/>
                      </a:lnTo>
                      <a:lnTo>
                        <a:pt x="318" y="349"/>
                      </a:lnTo>
                      <a:close/>
                      <a:moveTo>
                        <a:pt x="181" y="349"/>
                      </a:moveTo>
                      <a:lnTo>
                        <a:pt x="181" y="347"/>
                      </a:lnTo>
                      <a:lnTo>
                        <a:pt x="181" y="349"/>
                      </a:lnTo>
                      <a:close/>
                      <a:moveTo>
                        <a:pt x="185" y="347"/>
                      </a:moveTo>
                      <a:lnTo>
                        <a:pt x="183" y="347"/>
                      </a:lnTo>
                      <a:lnTo>
                        <a:pt x="185" y="347"/>
                      </a:lnTo>
                      <a:close/>
                      <a:moveTo>
                        <a:pt x="318" y="345"/>
                      </a:moveTo>
                      <a:lnTo>
                        <a:pt x="318" y="347"/>
                      </a:lnTo>
                      <a:lnTo>
                        <a:pt x="318" y="345"/>
                      </a:lnTo>
                      <a:close/>
                      <a:moveTo>
                        <a:pt x="384" y="345"/>
                      </a:moveTo>
                      <a:lnTo>
                        <a:pt x="382" y="345"/>
                      </a:lnTo>
                      <a:lnTo>
                        <a:pt x="384" y="345"/>
                      </a:lnTo>
                      <a:close/>
                      <a:moveTo>
                        <a:pt x="318" y="345"/>
                      </a:moveTo>
                      <a:lnTo>
                        <a:pt x="318" y="343"/>
                      </a:lnTo>
                      <a:lnTo>
                        <a:pt x="318" y="345"/>
                      </a:lnTo>
                      <a:close/>
                      <a:moveTo>
                        <a:pt x="384" y="343"/>
                      </a:moveTo>
                      <a:lnTo>
                        <a:pt x="384" y="341"/>
                      </a:lnTo>
                      <a:lnTo>
                        <a:pt x="384" y="343"/>
                      </a:lnTo>
                      <a:close/>
                      <a:moveTo>
                        <a:pt x="384" y="340"/>
                      </a:moveTo>
                      <a:lnTo>
                        <a:pt x="384" y="341"/>
                      </a:lnTo>
                      <a:lnTo>
                        <a:pt x="384" y="340"/>
                      </a:lnTo>
                      <a:close/>
                      <a:moveTo>
                        <a:pt x="210" y="341"/>
                      </a:moveTo>
                      <a:lnTo>
                        <a:pt x="210" y="340"/>
                      </a:lnTo>
                      <a:lnTo>
                        <a:pt x="210" y="341"/>
                      </a:lnTo>
                      <a:close/>
                      <a:moveTo>
                        <a:pt x="384" y="340"/>
                      </a:moveTo>
                      <a:lnTo>
                        <a:pt x="382" y="340"/>
                      </a:lnTo>
                      <a:lnTo>
                        <a:pt x="384" y="340"/>
                      </a:lnTo>
                      <a:close/>
                      <a:moveTo>
                        <a:pt x="2" y="340"/>
                      </a:moveTo>
                      <a:lnTo>
                        <a:pt x="4" y="340"/>
                      </a:lnTo>
                      <a:lnTo>
                        <a:pt x="2" y="340"/>
                      </a:lnTo>
                      <a:close/>
                      <a:moveTo>
                        <a:pt x="309" y="340"/>
                      </a:moveTo>
                      <a:lnTo>
                        <a:pt x="307" y="340"/>
                      </a:lnTo>
                      <a:lnTo>
                        <a:pt x="309" y="340"/>
                      </a:lnTo>
                      <a:close/>
                      <a:moveTo>
                        <a:pt x="365" y="340"/>
                      </a:moveTo>
                      <a:lnTo>
                        <a:pt x="365" y="338"/>
                      </a:lnTo>
                      <a:lnTo>
                        <a:pt x="365" y="340"/>
                      </a:lnTo>
                      <a:close/>
                      <a:moveTo>
                        <a:pt x="380" y="338"/>
                      </a:moveTo>
                      <a:lnTo>
                        <a:pt x="380" y="340"/>
                      </a:lnTo>
                      <a:lnTo>
                        <a:pt x="380" y="338"/>
                      </a:lnTo>
                      <a:close/>
                      <a:moveTo>
                        <a:pt x="194" y="338"/>
                      </a:moveTo>
                      <a:lnTo>
                        <a:pt x="192" y="338"/>
                      </a:lnTo>
                      <a:lnTo>
                        <a:pt x="194" y="338"/>
                      </a:lnTo>
                      <a:close/>
                      <a:moveTo>
                        <a:pt x="320" y="338"/>
                      </a:moveTo>
                      <a:lnTo>
                        <a:pt x="318" y="338"/>
                      </a:lnTo>
                      <a:lnTo>
                        <a:pt x="320" y="338"/>
                      </a:lnTo>
                      <a:close/>
                      <a:moveTo>
                        <a:pt x="320" y="338"/>
                      </a:moveTo>
                      <a:lnTo>
                        <a:pt x="318" y="338"/>
                      </a:lnTo>
                      <a:lnTo>
                        <a:pt x="320" y="338"/>
                      </a:lnTo>
                      <a:lnTo>
                        <a:pt x="318" y="338"/>
                      </a:lnTo>
                      <a:lnTo>
                        <a:pt x="320" y="338"/>
                      </a:lnTo>
                      <a:close/>
                      <a:moveTo>
                        <a:pt x="201" y="338"/>
                      </a:moveTo>
                      <a:lnTo>
                        <a:pt x="201" y="336"/>
                      </a:lnTo>
                      <a:lnTo>
                        <a:pt x="201" y="338"/>
                      </a:lnTo>
                      <a:close/>
                      <a:moveTo>
                        <a:pt x="320" y="336"/>
                      </a:moveTo>
                      <a:lnTo>
                        <a:pt x="322" y="336"/>
                      </a:lnTo>
                      <a:lnTo>
                        <a:pt x="320" y="336"/>
                      </a:lnTo>
                      <a:close/>
                      <a:moveTo>
                        <a:pt x="378" y="336"/>
                      </a:moveTo>
                      <a:lnTo>
                        <a:pt x="378" y="334"/>
                      </a:lnTo>
                      <a:lnTo>
                        <a:pt x="378" y="336"/>
                      </a:lnTo>
                      <a:close/>
                      <a:moveTo>
                        <a:pt x="203" y="336"/>
                      </a:moveTo>
                      <a:lnTo>
                        <a:pt x="203" y="334"/>
                      </a:lnTo>
                      <a:lnTo>
                        <a:pt x="203" y="336"/>
                      </a:lnTo>
                      <a:close/>
                      <a:moveTo>
                        <a:pt x="201" y="336"/>
                      </a:moveTo>
                      <a:lnTo>
                        <a:pt x="199" y="334"/>
                      </a:lnTo>
                      <a:lnTo>
                        <a:pt x="201" y="334"/>
                      </a:lnTo>
                      <a:lnTo>
                        <a:pt x="201" y="336"/>
                      </a:lnTo>
                      <a:close/>
                      <a:moveTo>
                        <a:pt x="203" y="334"/>
                      </a:moveTo>
                      <a:lnTo>
                        <a:pt x="201" y="334"/>
                      </a:lnTo>
                      <a:lnTo>
                        <a:pt x="203" y="334"/>
                      </a:lnTo>
                      <a:close/>
                      <a:moveTo>
                        <a:pt x="292" y="332"/>
                      </a:moveTo>
                      <a:lnTo>
                        <a:pt x="292" y="334"/>
                      </a:lnTo>
                      <a:lnTo>
                        <a:pt x="292" y="332"/>
                      </a:lnTo>
                      <a:lnTo>
                        <a:pt x="292" y="334"/>
                      </a:lnTo>
                      <a:lnTo>
                        <a:pt x="292" y="332"/>
                      </a:lnTo>
                      <a:close/>
                      <a:moveTo>
                        <a:pt x="292" y="332"/>
                      </a:moveTo>
                      <a:lnTo>
                        <a:pt x="291" y="332"/>
                      </a:lnTo>
                      <a:lnTo>
                        <a:pt x="292" y="332"/>
                      </a:lnTo>
                      <a:close/>
                      <a:moveTo>
                        <a:pt x="205" y="330"/>
                      </a:moveTo>
                      <a:lnTo>
                        <a:pt x="207" y="330"/>
                      </a:lnTo>
                      <a:lnTo>
                        <a:pt x="205" y="330"/>
                      </a:lnTo>
                      <a:close/>
                      <a:moveTo>
                        <a:pt x="362" y="330"/>
                      </a:moveTo>
                      <a:lnTo>
                        <a:pt x="360" y="330"/>
                      </a:lnTo>
                      <a:lnTo>
                        <a:pt x="362" y="330"/>
                      </a:lnTo>
                      <a:close/>
                      <a:moveTo>
                        <a:pt x="400" y="330"/>
                      </a:moveTo>
                      <a:lnTo>
                        <a:pt x="402" y="330"/>
                      </a:lnTo>
                      <a:lnTo>
                        <a:pt x="400" y="330"/>
                      </a:lnTo>
                      <a:close/>
                      <a:moveTo>
                        <a:pt x="312" y="330"/>
                      </a:moveTo>
                      <a:lnTo>
                        <a:pt x="312" y="329"/>
                      </a:lnTo>
                      <a:lnTo>
                        <a:pt x="312" y="330"/>
                      </a:lnTo>
                      <a:close/>
                      <a:moveTo>
                        <a:pt x="205" y="330"/>
                      </a:moveTo>
                      <a:lnTo>
                        <a:pt x="205" y="329"/>
                      </a:lnTo>
                      <a:lnTo>
                        <a:pt x="205" y="330"/>
                      </a:lnTo>
                      <a:close/>
                      <a:moveTo>
                        <a:pt x="374" y="329"/>
                      </a:moveTo>
                      <a:lnTo>
                        <a:pt x="373" y="329"/>
                      </a:lnTo>
                      <a:lnTo>
                        <a:pt x="374" y="329"/>
                      </a:lnTo>
                      <a:close/>
                      <a:moveTo>
                        <a:pt x="201" y="327"/>
                      </a:moveTo>
                      <a:lnTo>
                        <a:pt x="201" y="329"/>
                      </a:lnTo>
                      <a:lnTo>
                        <a:pt x="201" y="327"/>
                      </a:lnTo>
                      <a:close/>
                      <a:moveTo>
                        <a:pt x="212" y="327"/>
                      </a:moveTo>
                      <a:lnTo>
                        <a:pt x="212" y="329"/>
                      </a:lnTo>
                      <a:lnTo>
                        <a:pt x="212" y="327"/>
                      </a:lnTo>
                      <a:lnTo>
                        <a:pt x="214" y="327"/>
                      </a:lnTo>
                      <a:lnTo>
                        <a:pt x="212" y="327"/>
                      </a:lnTo>
                      <a:close/>
                      <a:moveTo>
                        <a:pt x="358" y="329"/>
                      </a:moveTo>
                      <a:lnTo>
                        <a:pt x="358" y="327"/>
                      </a:lnTo>
                      <a:lnTo>
                        <a:pt x="358" y="329"/>
                      </a:lnTo>
                      <a:close/>
                      <a:moveTo>
                        <a:pt x="205" y="327"/>
                      </a:moveTo>
                      <a:lnTo>
                        <a:pt x="203" y="327"/>
                      </a:lnTo>
                      <a:lnTo>
                        <a:pt x="205" y="327"/>
                      </a:lnTo>
                      <a:close/>
                      <a:moveTo>
                        <a:pt x="210" y="327"/>
                      </a:moveTo>
                      <a:lnTo>
                        <a:pt x="208" y="327"/>
                      </a:lnTo>
                      <a:lnTo>
                        <a:pt x="210" y="327"/>
                      </a:lnTo>
                      <a:close/>
                      <a:moveTo>
                        <a:pt x="378" y="325"/>
                      </a:moveTo>
                      <a:lnTo>
                        <a:pt x="378" y="327"/>
                      </a:lnTo>
                      <a:lnTo>
                        <a:pt x="376" y="327"/>
                      </a:lnTo>
                      <a:lnTo>
                        <a:pt x="376" y="325"/>
                      </a:lnTo>
                      <a:lnTo>
                        <a:pt x="378" y="325"/>
                      </a:lnTo>
                      <a:close/>
                      <a:moveTo>
                        <a:pt x="342" y="327"/>
                      </a:moveTo>
                      <a:lnTo>
                        <a:pt x="342" y="325"/>
                      </a:lnTo>
                      <a:lnTo>
                        <a:pt x="342" y="327"/>
                      </a:lnTo>
                      <a:close/>
                      <a:moveTo>
                        <a:pt x="374" y="327"/>
                      </a:moveTo>
                      <a:lnTo>
                        <a:pt x="374" y="325"/>
                      </a:lnTo>
                      <a:lnTo>
                        <a:pt x="374" y="327"/>
                      </a:lnTo>
                      <a:close/>
                      <a:moveTo>
                        <a:pt x="207" y="327"/>
                      </a:moveTo>
                      <a:lnTo>
                        <a:pt x="207" y="325"/>
                      </a:lnTo>
                      <a:lnTo>
                        <a:pt x="207" y="327"/>
                      </a:lnTo>
                      <a:lnTo>
                        <a:pt x="207" y="325"/>
                      </a:lnTo>
                      <a:lnTo>
                        <a:pt x="207" y="327"/>
                      </a:lnTo>
                      <a:close/>
                      <a:moveTo>
                        <a:pt x="400" y="325"/>
                      </a:moveTo>
                      <a:lnTo>
                        <a:pt x="400" y="323"/>
                      </a:lnTo>
                      <a:lnTo>
                        <a:pt x="400" y="325"/>
                      </a:lnTo>
                      <a:close/>
                      <a:moveTo>
                        <a:pt x="376" y="323"/>
                      </a:moveTo>
                      <a:lnTo>
                        <a:pt x="374" y="323"/>
                      </a:lnTo>
                      <a:lnTo>
                        <a:pt x="376" y="323"/>
                      </a:lnTo>
                      <a:close/>
                      <a:moveTo>
                        <a:pt x="374" y="323"/>
                      </a:moveTo>
                      <a:lnTo>
                        <a:pt x="373" y="323"/>
                      </a:lnTo>
                      <a:lnTo>
                        <a:pt x="374" y="323"/>
                      </a:lnTo>
                      <a:close/>
                      <a:moveTo>
                        <a:pt x="207" y="321"/>
                      </a:moveTo>
                      <a:lnTo>
                        <a:pt x="205" y="321"/>
                      </a:lnTo>
                      <a:lnTo>
                        <a:pt x="207" y="321"/>
                      </a:lnTo>
                      <a:close/>
                      <a:moveTo>
                        <a:pt x="205" y="321"/>
                      </a:moveTo>
                      <a:lnTo>
                        <a:pt x="203" y="321"/>
                      </a:lnTo>
                      <a:lnTo>
                        <a:pt x="205" y="321"/>
                      </a:lnTo>
                      <a:close/>
                      <a:moveTo>
                        <a:pt x="216" y="321"/>
                      </a:moveTo>
                      <a:lnTo>
                        <a:pt x="216" y="319"/>
                      </a:lnTo>
                      <a:lnTo>
                        <a:pt x="216" y="321"/>
                      </a:lnTo>
                      <a:close/>
                      <a:moveTo>
                        <a:pt x="210" y="319"/>
                      </a:moveTo>
                      <a:lnTo>
                        <a:pt x="210" y="321"/>
                      </a:lnTo>
                      <a:lnTo>
                        <a:pt x="210" y="319"/>
                      </a:lnTo>
                      <a:close/>
                      <a:moveTo>
                        <a:pt x="210" y="319"/>
                      </a:moveTo>
                      <a:lnTo>
                        <a:pt x="208" y="319"/>
                      </a:lnTo>
                      <a:lnTo>
                        <a:pt x="210" y="319"/>
                      </a:lnTo>
                      <a:close/>
                      <a:moveTo>
                        <a:pt x="199" y="319"/>
                      </a:moveTo>
                      <a:lnTo>
                        <a:pt x="201" y="319"/>
                      </a:lnTo>
                      <a:lnTo>
                        <a:pt x="199" y="319"/>
                      </a:lnTo>
                      <a:close/>
                      <a:moveTo>
                        <a:pt x="404" y="319"/>
                      </a:moveTo>
                      <a:lnTo>
                        <a:pt x="404" y="318"/>
                      </a:lnTo>
                      <a:lnTo>
                        <a:pt x="404" y="319"/>
                      </a:lnTo>
                      <a:close/>
                      <a:moveTo>
                        <a:pt x="334" y="318"/>
                      </a:moveTo>
                      <a:lnTo>
                        <a:pt x="334" y="319"/>
                      </a:lnTo>
                      <a:lnTo>
                        <a:pt x="334" y="318"/>
                      </a:lnTo>
                      <a:close/>
                      <a:moveTo>
                        <a:pt x="203" y="319"/>
                      </a:moveTo>
                      <a:lnTo>
                        <a:pt x="201" y="319"/>
                      </a:lnTo>
                      <a:lnTo>
                        <a:pt x="203" y="318"/>
                      </a:lnTo>
                      <a:lnTo>
                        <a:pt x="201" y="318"/>
                      </a:lnTo>
                      <a:lnTo>
                        <a:pt x="203" y="318"/>
                      </a:lnTo>
                      <a:lnTo>
                        <a:pt x="203" y="319"/>
                      </a:lnTo>
                      <a:close/>
                      <a:moveTo>
                        <a:pt x="203" y="318"/>
                      </a:moveTo>
                      <a:lnTo>
                        <a:pt x="203" y="319"/>
                      </a:lnTo>
                      <a:lnTo>
                        <a:pt x="203" y="318"/>
                      </a:lnTo>
                      <a:close/>
                      <a:moveTo>
                        <a:pt x="199" y="318"/>
                      </a:moveTo>
                      <a:lnTo>
                        <a:pt x="201" y="318"/>
                      </a:lnTo>
                      <a:lnTo>
                        <a:pt x="199" y="318"/>
                      </a:lnTo>
                      <a:close/>
                      <a:moveTo>
                        <a:pt x="254" y="318"/>
                      </a:moveTo>
                      <a:lnTo>
                        <a:pt x="252" y="318"/>
                      </a:lnTo>
                      <a:lnTo>
                        <a:pt x="252" y="316"/>
                      </a:lnTo>
                      <a:lnTo>
                        <a:pt x="254" y="318"/>
                      </a:lnTo>
                      <a:close/>
                      <a:moveTo>
                        <a:pt x="402" y="318"/>
                      </a:moveTo>
                      <a:lnTo>
                        <a:pt x="402" y="316"/>
                      </a:lnTo>
                      <a:lnTo>
                        <a:pt x="402" y="318"/>
                      </a:lnTo>
                      <a:close/>
                      <a:moveTo>
                        <a:pt x="199" y="316"/>
                      </a:moveTo>
                      <a:lnTo>
                        <a:pt x="199" y="318"/>
                      </a:lnTo>
                      <a:lnTo>
                        <a:pt x="199" y="316"/>
                      </a:lnTo>
                      <a:close/>
                      <a:moveTo>
                        <a:pt x="402" y="316"/>
                      </a:moveTo>
                      <a:lnTo>
                        <a:pt x="402" y="318"/>
                      </a:lnTo>
                      <a:lnTo>
                        <a:pt x="402" y="316"/>
                      </a:lnTo>
                      <a:lnTo>
                        <a:pt x="402" y="318"/>
                      </a:lnTo>
                      <a:lnTo>
                        <a:pt x="402" y="316"/>
                      </a:lnTo>
                      <a:close/>
                      <a:moveTo>
                        <a:pt x="203" y="314"/>
                      </a:moveTo>
                      <a:lnTo>
                        <a:pt x="201" y="314"/>
                      </a:lnTo>
                      <a:lnTo>
                        <a:pt x="203" y="314"/>
                      </a:lnTo>
                      <a:close/>
                      <a:moveTo>
                        <a:pt x="216" y="307"/>
                      </a:moveTo>
                      <a:lnTo>
                        <a:pt x="214" y="307"/>
                      </a:lnTo>
                      <a:lnTo>
                        <a:pt x="216" y="307"/>
                      </a:lnTo>
                      <a:close/>
                      <a:moveTo>
                        <a:pt x="349" y="305"/>
                      </a:moveTo>
                      <a:lnTo>
                        <a:pt x="349" y="307"/>
                      </a:lnTo>
                      <a:lnTo>
                        <a:pt x="349" y="305"/>
                      </a:lnTo>
                      <a:close/>
                      <a:moveTo>
                        <a:pt x="325" y="303"/>
                      </a:moveTo>
                      <a:lnTo>
                        <a:pt x="325" y="301"/>
                      </a:lnTo>
                      <a:lnTo>
                        <a:pt x="325" y="303"/>
                      </a:lnTo>
                      <a:close/>
                      <a:moveTo>
                        <a:pt x="365" y="301"/>
                      </a:moveTo>
                      <a:lnTo>
                        <a:pt x="365" y="299"/>
                      </a:lnTo>
                      <a:lnTo>
                        <a:pt x="365" y="301"/>
                      </a:lnTo>
                      <a:close/>
                      <a:moveTo>
                        <a:pt x="373" y="301"/>
                      </a:moveTo>
                      <a:lnTo>
                        <a:pt x="373" y="299"/>
                      </a:lnTo>
                      <a:lnTo>
                        <a:pt x="373" y="301"/>
                      </a:lnTo>
                      <a:close/>
                      <a:moveTo>
                        <a:pt x="353" y="299"/>
                      </a:moveTo>
                      <a:lnTo>
                        <a:pt x="353" y="297"/>
                      </a:lnTo>
                      <a:lnTo>
                        <a:pt x="353" y="299"/>
                      </a:lnTo>
                      <a:close/>
                      <a:moveTo>
                        <a:pt x="385" y="297"/>
                      </a:moveTo>
                      <a:lnTo>
                        <a:pt x="384" y="297"/>
                      </a:lnTo>
                      <a:lnTo>
                        <a:pt x="385" y="297"/>
                      </a:lnTo>
                      <a:close/>
                      <a:moveTo>
                        <a:pt x="281" y="297"/>
                      </a:moveTo>
                      <a:lnTo>
                        <a:pt x="283" y="297"/>
                      </a:lnTo>
                      <a:lnTo>
                        <a:pt x="281" y="297"/>
                      </a:lnTo>
                      <a:close/>
                      <a:moveTo>
                        <a:pt x="362" y="297"/>
                      </a:moveTo>
                      <a:lnTo>
                        <a:pt x="362" y="296"/>
                      </a:lnTo>
                      <a:lnTo>
                        <a:pt x="362" y="297"/>
                      </a:lnTo>
                      <a:close/>
                      <a:moveTo>
                        <a:pt x="334" y="296"/>
                      </a:moveTo>
                      <a:lnTo>
                        <a:pt x="332" y="296"/>
                      </a:lnTo>
                      <a:lnTo>
                        <a:pt x="334" y="294"/>
                      </a:lnTo>
                      <a:lnTo>
                        <a:pt x="334" y="296"/>
                      </a:lnTo>
                      <a:close/>
                      <a:moveTo>
                        <a:pt x="332" y="294"/>
                      </a:moveTo>
                      <a:lnTo>
                        <a:pt x="334" y="294"/>
                      </a:lnTo>
                      <a:lnTo>
                        <a:pt x="332" y="294"/>
                      </a:lnTo>
                      <a:close/>
                      <a:moveTo>
                        <a:pt x="232" y="288"/>
                      </a:moveTo>
                      <a:lnTo>
                        <a:pt x="232" y="290"/>
                      </a:lnTo>
                      <a:lnTo>
                        <a:pt x="232" y="288"/>
                      </a:lnTo>
                      <a:close/>
                      <a:moveTo>
                        <a:pt x="340" y="288"/>
                      </a:moveTo>
                      <a:lnTo>
                        <a:pt x="340" y="290"/>
                      </a:lnTo>
                      <a:lnTo>
                        <a:pt x="340" y="288"/>
                      </a:lnTo>
                      <a:close/>
                      <a:moveTo>
                        <a:pt x="345" y="288"/>
                      </a:moveTo>
                      <a:lnTo>
                        <a:pt x="343" y="288"/>
                      </a:lnTo>
                      <a:lnTo>
                        <a:pt x="345" y="288"/>
                      </a:lnTo>
                      <a:close/>
                      <a:moveTo>
                        <a:pt x="276" y="288"/>
                      </a:moveTo>
                      <a:lnTo>
                        <a:pt x="276" y="286"/>
                      </a:lnTo>
                      <a:lnTo>
                        <a:pt x="276" y="288"/>
                      </a:lnTo>
                      <a:close/>
                      <a:moveTo>
                        <a:pt x="323" y="281"/>
                      </a:moveTo>
                      <a:lnTo>
                        <a:pt x="322" y="281"/>
                      </a:lnTo>
                      <a:lnTo>
                        <a:pt x="323" y="281"/>
                      </a:lnTo>
                      <a:close/>
                      <a:moveTo>
                        <a:pt x="351" y="276"/>
                      </a:moveTo>
                      <a:lnTo>
                        <a:pt x="349" y="276"/>
                      </a:lnTo>
                      <a:lnTo>
                        <a:pt x="351" y="276"/>
                      </a:lnTo>
                      <a:close/>
                      <a:moveTo>
                        <a:pt x="343" y="274"/>
                      </a:moveTo>
                      <a:lnTo>
                        <a:pt x="343" y="276"/>
                      </a:lnTo>
                      <a:lnTo>
                        <a:pt x="343" y="274"/>
                      </a:lnTo>
                      <a:close/>
                      <a:moveTo>
                        <a:pt x="345" y="274"/>
                      </a:moveTo>
                      <a:lnTo>
                        <a:pt x="345" y="272"/>
                      </a:lnTo>
                      <a:lnTo>
                        <a:pt x="345" y="274"/>
                      </a:lnTo>
                      <a:close/>
                      <a:moveTo>
                        <a:pt x="274" y="265"/>
                      </a:moveTo>
                      <a:lnTo>
                        <a:pt x="276" y="265"/>
                      </a:lnTo>
                      <a:lnTo>
                        <a:pt x="274" y="265"/>
                      </a:lnTo>
                      <a:close/>
                      <a:moveTo>
                        <a:pt x="274" y="263"/>
                      </a:moveTo>
                      <a:lnTo>
                        <a:pt x="274" y="265"/>
                      </a:lnTo>
                      <a:lnTo>
                        <a:pt x="274" y="263"/>
                      </a:lnTo>
                      <a:close/>
                      <a:moveTo>
                        <a:pt x="305" y="261"/>
                      </a:moveTo>
                      <a:lnTo>
                        <a:pt x="305" y="259"/>
                      </a:lnTo>
                      <a:lnTo>
                        <a:pt x="305" y="261"/>
                      </a:lnTo>
                      <a:close/>
                      <a:moveTo>
                        <a:pt x="316" y="259"/>
                      </a:moveTo>
                      <a:lnTo>
                        <a:pt x="314" y="259"/>
                      </a:lnTo>
                      <a:lnTo>
                        <a:pt x="316" y="259"/>
                      </a:lnTo>
                      <a:close/>
                      <a:moveTo>
                        <a:pt x="216" y="257"/>
                      </a:moveTo>
                      <a:lnTo>
                        <a:pt x="216" y="259"/>
                      </a:lnTo>
                      <a:lnTo>
                        <a:pt x="216" y="257"/>
                      </a:lnTo>
                      <a:close/>
                      <a:moveTo>
                        <a:pt x="349" y="257"/>
                      </a:moveTo>
                      <a:lnTo>
                        <a:pt x="347" y="257"/>
                      </a:lnTo>
                      <a:lnTo>
                        <a:pt x="349" y="257"/>
                      </a:lnTo>
                      <a:close/>
                      <a:moveTo>
                        <a:pt x="362" y="255"/>
                      </a:moveTo>
                      <a:lnTo>
                        <a:pt x="364" y="255"/>
                      </a:lnTo>
                      <a:lnTo>
                        <a:pt x="362" y="255"/>
                      </a:lnTo>
                      <a:close/>
                      <a:moveTo>
                        <a:pt x="345" y="255"/>
                      </a:moveTo>
                      <a:lnTo>
                        <a:pt x="347" y="255"/>
                      </a:lnTo>
                      <a:lnTo>
                        <a:pt x="345" y="255"/>
                      </a:lnTo>
                      <a:close/>
                      <a:moveTo>
                        <a:pt x="345" y="255"/>
                      </a:moveTo>
                      <a:lnTo>
                        <a:pt x="345" y="254"/>
                      </a:lnTo>
                      <a:lnTo>
                        <a:pt x="345" y="255"/>
                      </a:lnTo>
                      <a:close/>
                      <a:moveTo>
                        <a:pt x="343" y="254"/>
                      </a:moveTo>
                      <a:lnTo>
                        <a:pt x="343" y="255"/>
                      </a:lnTo>
                      <a:lnTo>
                        <a:pt x="343" y="254"/>
                      </a:lnTo>
                      <a:close/>
                      <a:moveTo>
                        <a:pt x="343" y="252"/>
                      </a:moveTo>
                      <a:lnTo>
                        <a:pt x="342" y="252"/>
                      </a:lnTo>
                      <a:lnTo>
                        <a:pt x="343" y="252"/>
                      </a:lnTo>
                      <a:close/>
                      <a:moveTo>
                        <a:pt x="285" y="250"/>
                      </a:moveTo>
                      <a:lnTo>
                        <a:pt x="283" y="250"/>
                      </a:lnTo>
                      <a:lnTo>
                        <a:pt x="285" y="250"/>
                      </a:lnTo>
                      <a:close/>
                      <a:moveTo>
                        <a:pt x="343" y="250"/>
                      </a:moveTo>
                      <a:lnTo>
                        <a:pt x="342" y="250"/>
                      </a:lnTo>
                      <a:lnTo>
                        <a:pt x="343" y="250"/>
                      </a:lnTo>
                      <a:close/>
                      <a:moveTo>
                        <a:pt x="342" y="250"/>
                      </a:moveTo>
                      <a:lnTo>
                        <a:pt x="342" y="248"/>
                      </a:lnTo>
                      <a:lnTo>
                        <a:pt x="342" y="250"/>
                      </a:lnTo>
                      <a:close/>
                      <a:moveTo>
                        <a:pt x="332" y="248"/>
                      </a:moveTo>
                      <a:lnTo>
                        <a:pt x="331" y="248"/>
                      </a:lnTo>
                      <a:lnTo>
                        <a:pt x="332" y="248"/>
                      </a:lnTo>
                      <a:close/>
                      <a:moveTo>
                        <a:pt x="336" y="248"/>
                      </a:moveTo>
                      <a:lnTo>
                        <a:pt x="334" y="248"/>
                      </a:lnTo>
                      <a:lnTo>
                        <a:pt x="336" y="248"/>
                      </a:lnTo>
                      <a:close/>
                      <a:moveTo>
                        <a:pt x="353" y="244"/>
                      </a:moveTo>
                      <a:lnTo>
                        <a:pt x="353" y="246"/>
                      </a:lnTo>
                      <a:lnTo>
                        <a:pt x="353" y="244"/>
                      </a:lnTo>
                      <a:close/>
                      <a:moveTo>
                        <a:pt x="316" y="244"/>
                      </a:moveTo>
                      <a:lnTo>
                        <a:pt x="314" y="244"/>
                      </a:lnTo>
                      <a:lnTo>
                        <a:pt x="316" y="244"/>
                      </a:lnTo>
                      <a:close/>
                      <a:moveTo>
                        <a:pt x="227" y="239"/>
                      </a:moveTo>
                      <a:lnTo>
                        <a:pt x="227" y="237"/>
                      </a:lnTo>
                      <a:lnTo>
                        <a:pt x="227" y="239"/>
                      </a:lnTo>
                      <a:close/>
                      <a:moveTo>
                        <a:pt x="227" y="235"/>
                      </a:moveTo>
                      <a:lnTo>
                        <a:pt x="227" y="233"/>
                      </a:lnTo>
                      <a:lnTo>
                        <a:pt x="227" y="235"/>
                      </a:lnTo>
                      <a:close/>
                      <a:moveTo>
                        <a:pt x="309" y="233"/>
                      </a:moveTo>
                      <a:lnTo>
                        <a:pt x="311" y="233"/>
                      </a:lnTo>
                      <a:lnTo>
                        <a:pt x="309" y="233"/>
                      </a:lnTo>
                      <a:close/>
                      <a:moveTo>
                        <a:pt x="312" y="232"/>
                      </a:moveTo>
                      <a:lnTo>
                        <a:pt x="311" y="232"/>
                      </a:lnTo>
                      <a:lnTo>
                        <a:pt x="312" y="232"/>
                      </a:lnTo>
                      <a:close/>
                      <a:moveTo>
                        <a:pt x="311" y="230"/>
                      </a:moveTo>
                      <a:lnTo>
                        <a:pt x="309" y="230"/>
                      </a:lnTo>
                      <a:lnTo>
                        <a:pt x="311" y="230"/>
                      </a:lnTo>
                      <a:close/>
                      <a:moveTo>
                        <a:pt x="214" y="221"/>
                      </a:moveTo>
                      <a:lnTo>
                        <a:pt x="212" y="221"/>
                      </a:lnTo>
                      <a:lnTo>
                        <a:pt x="214" y="221"/>
                      </a:lnTo>
                      <a:close/>
                      <a:moveTo>
                        <a:pt x="212" y="221"/>
                      </a:moveTo>
                      <a:lnTo>
                        <a:pt x="214" y="221"/>
                      </a:lnTo>
                      <a:lnTo>
                        <a:pt x="212" y="221"/>
                      </a:lnTo>
                      <a:close/>
                      <a:moveTo>
                        <a:pt x="281" y="217"/>
                      </a:moveTo>
                      <a:lnTo>
                        <a:pt x="281" y="215"/>
                      </a:lnTo>
                      <a:lnTo>
                        <a:pt x="283" y="215"/>
                      </a:lnTo>
                      <a:lnTo>
                        <a:pt x="281" y="217"/>
                      </a:lnTo>
                      <a:close/>
                      <a:moveTo>
                        <a:pt x="281" y="215"/>
                      </a:moveTo>
                      <a:lnTo>
                        <a:pt x="280" y="215"/>
                      </a:lnTo>
                      <a:lnTo>
                        <a:pt x="281" y="215"/>
                      </a:lnTo>
                      <a:close/>
                      <a:moveTo>
                        <a:pt x="278" y="215"/>
                      </a:moveTo>
                      <a:lnTo>
                        <a:pt x="278" y="213"/>
                      </a:lnTo>
                      <a:lnTo>
                        <a:pt x="278" y="215"/>
                      </a:lnTo>
                      <a:close/>
                      <a:moveTo>
                        <a:pt x="280" y="213"/>
                      </a:moveTo>
                      <a:lnTo>
                        <a:pt x="278" y="213"/>
                      </a:lnTo>
                      <a:lnTo>
                        <a:pt x="280" y="213"/>
                      </a:lnTo>
                      <a:close/>
                      <a:moveTo>
                        <a:pt x="201" y="195"/>
                      </a:moveTo>
                      <a:lnTo>
                        <a:pt x="201" y="193"/>
                      </a:lnTo>
                      <a:lnTo>
                        <a:pt x="201" y="195"/>
                      </a:lnTo>
                      <a:close/>
                      <a:moveTo>
                        <a:pt x="207" y="170"/>
                      </a:moveTo>
                      <a:lnTo>
                        <a:pt x="207" y="168"/>
                      </a:lnTo>
                      <a:lnTo>
                        <a:pt x="207" y="170"/>
                      </a:lnTo>
                      <a:close/>
                      <a:moveTo>
                        <a:pt x="205" y="164"/>
                      </a:moveTo>
                      <a:lnTo>
                        <a:pt x="205" y="162"/>
                      </a:lnTo>
                      <a:lnTo>
                        <a:pt x="205" y="164"/>
                      </a:lnTo>
                      <a:close/>
                      <a:moveTo>
                        <a:pt x="292" y="144"/>
                      </a:moveTo>
                      <a:lnTo>
                        <a:pt x="292" y="142"/>
                      </a:lnTo>
                      <a:lnTo>
                        <a:pt x="292" y="144"/>
                      </a:lnTo>
                      <a:close/>
                      <a:moveTo>
                        <a:pt x="296" y="137"/>
                      </a:moveTo>
                      <a:lnTo>
                        <a:pt x="294" y="137"/>
                      </a:lnTo>
                      <a:lnTo>
                        <a:pt x="296" y="137"/>
                      </a:lnTo>
                      <a:close/>
                      <a:moveTo>
                        <a:pt x="289" y="127"/>
                      </a:moveTo>
                      <a:lnTo>
                        <a:pt x="291" y="127"/>
                      </a:lnTo>
                      <a:lnTo>
                        <a:pt x="289" y="127"/>
                      </a:lnTo>
                      <a:close/>
                      <a:moveTo>
                        <a:pt x="221" y="122"/>
                      </a:moveTo>
                      <a:lnTo>
                        <a:pt x="221" y="120"/>
                      </a:lnTo>
                      <a:lnTo>
                        <a:pt x="221" y="122"/>
                      </a:lnTo>
                      <a:close/>
                      <a:moveTo>
                        <a:pt x="289" y="96"/>
                      </a:moveTo>
                      <a:lnTo>
                        <a:pt x="289" y="95"/>
                      </a:lnTo>
                      <a:lnTo>
                        <a:pt x="289" y="96"/>
                      </a:lnTo>
                      <a:close/>
                      <a:moveTo>
                        <a:pt x="258" y="87"/>
                      </a:moveTo>
                      <a:lnTo>
                        <a:pt x="256" y="87"/>
                      </a:lnTo>
                      <a:lnTo>
                        <a:pt x="258" y="87"/>
                      </a:lnTo>
                      <a:close/>
                      <a:moveTo>
                        <a:pt x="281" y="85"/>
                      </a:moveTo>
                      <a:lnTo>
                        <a:pt x="281" y="87"/>
                      </a:lnTo>
                      <a:lnTo>
                        <a:pt x="281" y="85"/>
                      </a:lnTo>
                      <a:close/>
                      <a:moveTo>
                        <a:pt x="272" y="0"/>
                      </a:moveTo>
                      <a:lnTo>
                        <a:pt x="274" y="0"/>
                      </a:lnTo>
                      <a:lnTo>
                        <a:pt x="272" y="0"/>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5" name="Freeform 90">
                  <a:extLst>
                    <a:ext uri="{FF2B5EF4-FFF2-40B4-BE49-F238E27FC236}">
                      <a16:creationId xmlns:a16="http://schemas.microsoft.com/office/drawing/2014/main" id="{AEDA2A6D-4715-99A5-50D2-B4887C7B8DFA}"/>
                    </a:ext>
                  </a:extLst>
                </p:cNvPr>
                <p:cNvSpPr>
                  <a:spLocks/>
                </p:cNvSpPr>
                <p:nvPr/>
              </p:nvSpPr>
              <p:spPr bwMode="auto">
                <a:xfrm>
                  <a:off x="2433778" y="3357420"/>
                  <a:ext cx="56024" cy="106626"/>
                </a:xfrm>
                <a:custGeom>
                  <a:avLst/>
                  <a:gdLst>
                    <a:gd name="T0" fmla="*/ 22 w 31"/>
                    <a:gd name="T1" fmla="*/ 2 h 59"/>
                    <a:gd name="T2" fmla="*/ 24 w 31"/>
                    <a:gd name="T3" fmla="*/ 6 h 59"/>
                    <a:gd name="T4" fmla="*/ 26 w 31"/>
                    <a:gd name="T5" fmla="*/ 8 h 59"/>
                    <a:gd name="T6" fmla="*/ 27 w 31"/>
                    <a:gd name="T7" fmla="*/ 9 h 59"/>
                    <a:gd name="T8" fmla="*/ 29 w 31"/>
                    <a:gd name="T9" fmla="*/ 9 h 59"/>
                    <a:gd name="T10" fmla="*/ 29 w 31"/>
                    <a:gd name="T11" fmla="*/ 11 h 59"/>
                    <a:gd name="T12" fmla="*/ 29 w 31"/>
                    <a:gd name="T13" fmla="*/ 13 h 59"/>
                    <a:gd name="T14" fmla="*/ 31 w 31"/>
                    <a:gd name="T15" fmla="*/ 13 h 59"/>
                    <a:gd name="T16" fmla="*/ 31 w 31"/>
                    <a:gd name="T17" fmla="*/ 15 h 59"/>
                    <a:gd name="T18" fmla="*/ 31 w 31"/>
                    <a:gd name="T19" fmla="*/ 17 h 59"/>
                    <a:gd name="T20" fmla="*/ 29 w 31"/>
                    <a:gd name="T21" fmla="*/ 17 h 59"/>
                    <a:gd name="T22" fmla="*/ 27 w 31"/>
                    <a:gd name="T23" fmla="*/ 17 h 59"/>
                    <a:gd name="T24" fmla="*/ 27 w 31"/>
                    <a:gd name="T25" fmla="*/ 19 h 59"/>
                    <a:gd name="T26" fmla="*/ 27 w 31"/>
                    <a:gd name="T27" fmla="*/ 20 h 59"/>
                    <a:gd name="T28" fmla="*/ 26 w 31"/>
                    <a:gd name="T29" fmla="*/ 24 h 59"/>
                    <a:gd name="T30" fmla="*/ 29 w 31"/>
                    <a:gd name="T31" fmla="*/ 26 h 59"/>
                    <a:gd name="T32" fmla="*/ 27 w 31"/>
                    <a:gd name="T33" fmla="*/ 30 h 59"/>
                    <a:gd name="T34" fmla="*/ 27 w 31"/>
                    <a:gd name="T35" fmla="*/ 31 h 59"/>
                    <a:gd name="T36" fmla="*/ 29 w 31"/>
                    <a:gd name="T37" fmla="*/ 31 h 59"/>
                    <a:gd name="T38" fmla="*/ 29 w 31"/>
                    <a:gd name="T39" fmla="*/ 33 h 59"/>
                    <a:gd name="T40" fmla="*/ 31 w 31"/>
                    <a:gd name="T41" fmla="*/ 33 h 59"/>
                    <a:gd name="T42" fmla="*/ 31 w 31"/>
                    <a:gd name="T43" fmla="*/ 31 h 59"/>
                    <a:gd name="T44" fmla="*/ 31 w 31"/>
                    <a:gd name="T45" fmla="*/ 37 h 59"/>
                    <a:gd name="T46" fmla="*/ 31 w 31"/>
                    <a:gd name="T47" fmla="*/ 42 h 59"/>
                    <a:gd name="T48" fmla="*/ 31 w 31"/>
                    <a:gd name="T49" fmla="*/ 44 h 59"/>
                    <a:gd name="T50" fmla="*/ 29 w 31"/>
                    <a:gd name="T51" fmla="*/ 44 h 59"/>
                    <a:gd name="T52" fmla="*/ 27 w 31"/>
                    <a:gd name="T53" fmla="*/ 48 h 59"/>
                    <a:gd name="T54" fmla="*/ 26 w 31"/>
                    <a:gd name="T55" fmla="*/ 51 h 59"/>
                    <a:gd name="T56" fmla="*/ 24 w 31"/>
                    <a:gd name="T57" fmla="*/ 55 h 59"/>
                    <a:gd name="T58" fmla="*/ 22 w 31"/>
                    <a:gd name="T59" fmla="*/ 59 h 59"/>
                    <a:gd name="T60" fmla="*/ 22 w 31"/>
                    <a:gd name="T61" fmla="*/ 57 h 59"/>
                    <a:gd name="T62" fmla="*/ 22 w 31"/>
                    <a:gd name="T63" fmla="*/ 55 h 59"/>
                    <a:gd name="T64" fmla="*/ 22 w 31"/>
                    <a:gd name="T65" fmla="*/ 57 h 59"/>
                    <a:gd name="T66" fmla="*/ 18 w 31"/>
                    <a:gd name="T67" fmla="*/ 55 h 59"/>
                    <a:gd name="T68" fmla="*/ 15 w 31"/>
                    <a:gd name="T69" fmla="*/ 57 h 59"/>
                    <a:gd name="T70" fmla="*/ 7 w 31"/>
                    <a:gd name="T71" fmla="*/ 57 h 59"/>
                    <a:gd name="T72" fmla="*/ 4 w 31"/>
                    <a:gd name="T73" fmla="*/ 51 h 59"/>
                    <a:gd name="T74" fmla="*/ 4 w 31"/>
                    <a:gd name="T75" fmla="*/ 46 h 59"/>
                    <a:gd name="T76" fmla="*/ 2 w 31"/>
                    <a:gd name="T77" fmla="*/ 42 h 59"/>
                    <a:gd name="T78" fmla="*/ 0 w 31"/>
                    <a:gd name="T79" fmla="*/ 39 h 59"/>
                    <a:gd name="T80" fmla="*/ 0 w 31"/>
                    <a:gd name="T81" fmla="*/ 37 h 59"/>
                    <a:gd name="T82" fmla="*/ 0 w 31"/>
                    <a:gd name="T83" fmla="*/ 31 h 59"/>
                    <a:gd name="T84" fmla="*/ 0 w 31"/>
                    <a:gd name="T85" fmla="*/ 26 h 59"/>
                    <a:gd name="T86" fmla="*/ 4 w 31"/>
                    <a:gd name="T87" fmla="*/ 26 h 59"/>
                    <a:gd name="T88" fmla="*/ 4 w 31"/>
                    <a:gd name="T89" fmla="*/ 24 h 59"/>
                    <a:gd name="T90" fmla="*/ 4 w 31"/>
                    <a:gd name="T91" fmla="*/ 22 h 59"/>
                    <a:gd name="T92" fmla="*/ 2 w 31"/>
                    <a:gd name="T93" fmla="*/ 22 h 59"/>
                    <a:gd name="T94" fmla="*/ 4 w 31"/>
                    <a:gd name="T95" fmla="*/ 19 h 59"/>
                    <a:gd name="T96" fmla="*/ 4 w 31"/>
                    <a:gd name="T97" fmla="*/ 20 h 59"/>
                    <a:gd name="T98" fmla="*/ 5 w 31"/>
                    <a:gd name="T99" fmla="*/ 24 h 59"/>
                    <a:gd name="T100" fmla="*/ 5 w 31"/>
                    <a:gd name="T101" fmla="*/ 22 h 59"/>
                    <a:gd name="T102" fmla="*/ 7 w 31"/>
                    <a:gd name="T103" fmla="*/ 22 h 59"/>
                    <a:gd name="T104" fmla="*/ 7 w 31"/>
                    <a:gd name="T105" fmla="*/ 20 h 59"/>
                    <a:gd name="T106" fmla="*/ 5 w 31"/>
                    <a:gd name="T107" fmla="*/ 17 h 59"/>
                    <a:gd name="T108" fmla="*/ 7 w 31"/>
                    <a:gd name="T109" fmla="*/ 13 h 59"/>
                    <a:gd name="T110" fmla="*/ 9 w 31"/>
                    <a:gd name="T111" fmla="*/ 13 h 59"/>
                    <a:gd name="T112" fmla="*/ 9 w 31"/>
                    <a:gd name="T113" fmla="*/ 11 h 59"/>
                    <a:gd name="T114" fmla="*/ 9 w 31"/>
                    <a:gd name="T115" fmla="*/ 9 h 59"/>
                    <a:gd name="T116" fmla="*/ 11 w 31"/>
                    <a:gd name="T117" fmla="*/ 6 h 59"/>
                    <a:gd name="T118" fmla="*/ 15 w 31"/>
                    <a:gd name="T119" fmla="*/ 4 h 59"/>
                    <a:gd name="T120" fmla="*/ 18 w 31"/>
                    <a:gd name="T121"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 h="59">
                      <a:moveTo>
                        <a:pt x="18" y="2"/>
                      </a:moveTo>
                      <a:lnTo>
                        <a:pt x="20" y="2"/>
                      </a:lnTo>
                      <a:lnTo>
                        <a:pt x="22" y="2"/>
                      </a:lnTo>
                      <a:lnTo>
                        <a:pt x="22" y="4"/>
                      </a:lnTo>
                      <a:lnTo>
                        <a:pt x="22" y="6"/>
                      </a:lnTo>
                      <a:lnTo>
                        <a:pt x="24" y="6"/>
                      </a:lnTo>
                      <a:lnTo>
                        <a:pt x="24" y="8"/>
                      </a:lnTo>
                      <a:lnTo>
                        <a:pt x="26" y="9"/>
                      </a:lnTo>
                      <a:lnTo>
                        <a:pt x="26" y="8"/>
                      </a:lnTo>
                      <a:lnTo>
                        <a:pt x="26" y="9"/>
                      </a:lnTo>
                      <a:lnTo>
                        <a:pt x="27" y="8"/>
                      </a:lnTo>
                      <a:lnTo>
                        <a:pt x="27" y="9"/>
                      </a:lnTo>
                      <a:lnTo>
                        <a:pt x="29" y="9"/>
                      </a:lnTo>
                      <a:lnTo>
                        <a:pt x="31" y="9"/>
                      </a:lnTo>
                      <a:lnTo>
                        <a:pt x="29" y="9"/>
                      </a:lnTo>
                      <a:lnTo>
                        <a:pt x="31" y="9"/>
                      </a:lnTo>
                      <a:lnTo>
                        <a:pt x="29" y="9"/>
                      </a:lnTo>
                      <a:lnTo>
                        <a:pt x="29" y="11"/>
                      </a:lnTo>
                      <a:lnTo>
                        <a:pt x="31" y="11"/>
                      </a:lnTo>
                      <a:lnTo>
                        <a:pt x="29" y="11"/>
                      </a:lnTo>
                      <a:lnTo>
                        <a:pt x="29" y="13"/>
                      </a:lnTo>
                      <a:lnTo>
                        <a:pt x="31" y="13"/>
                      </a:lnTo>
                      <a:lnTo>
                        <a:pt x="29" y="13"/>
                      </a:lnTo>
                      <a:lnTo>
                        <a:pt x="31" y="13"/>
                      </a:lnTo>
                      <a:lnTo>
                        <a:pt x="31" y="15"/>
                      </a:lnTo>
                      <a:lnTo>
                        <a:pt x="29" y="15"/>
                      </a:lnTo>
                      <a:lnTo>
                        <a:pt x="31" y="15"/>
                      </a:lnTo>
                      <a:lnTo>
                        <a:pt x="29" y="15"/>
                      </a:lnTo>
                      <a:lnTo>
                        <a:pt x="29" y="17"/>
                      </a:lnTo>
                      <a:lnTo>
                        <a:pt x="31" y="17"/>
                      </a:lnTo>
                      <a:lnTo>
                        <a:pt x="29" y="17"/>
                      </a:lnTo>
                      <a:lnTo>
                        <a:pt x="31" y="17"/>
                      </a:lnTo>
                      <a:lnTo>
                        <a:pt x="29" y="17"/>
                      </a:lnTo>
                      <a:lnTo>
                        <a:pt x="29" y="19"/>
                      </a:lnTo>
                      <a:lnTo>
                        <a:pt x="29" y="17"/>
                      </a:lnTo>
                      <a:lnTo>
                        <a:pt x="27" y="17"/>
                      </a:lnTo>
                      <a:lnTo>
                        <a:pt x="27" y="19"/>
                      </a:lnTo>
                      <a:lnTo>
                        <a:pt x="29" y="19"/>
                      </a:lnTo>
                      <a:lnTo>
                        <a:pt x="27" y="19"/>
                      </a:lnTo>
                      <a:lnTo>
                        <a:pt x="29" y="19"/>
                      </a:lnTo>
                      <a:lnTo>
                        <a:pt x="29" y="20"/>
                      </a:lnTo>
                      <a:lnTo>
                        <a:pt x="27" y="20"/>
                      </a:lnTo>
                      <a:lnTo>
                        <a:pt x="27" y="22"/>
                      </a:lnTo>
                      <a:lnTo>
                        <a:pt x="27" y="24"/>
                      </a:lnTo>
                      <a:lnTo>
                        <a:pt x="26" y="24"/>
                      </a:lnTo>
                      <a:lnTo>
                        <a:pt x="27" y="24"/>
                      </a:lnTo>
                      <a:lnTo>
                        <a:pt x="27" y="26"/>
                      </a:lnTo>
                      <a:lnTo>
                        <a:pt x="29" y="26"/>
                      </a:lnTo>
                      <a:lnTo>
                        <a:pt x="27" y="26"/>
                      </a:lnTo>
                      <a:lnTo>
                        <a:pt x="27" y="28"/>
                      </a:lnTo>
                      <a:lnTo>
                        <a:pt x="27" y="30"/>
                      </a:lnTo>
                      <a:lnTo>
                        <a:pt x="29" y="30"/>
                      </a:lnTo>
                      <a:lnTo>
                        <a:pt x="27" y="30"/>
                      </a:lnTo>
                      <a:lnTo>
                        <a:pt x="27" y="31"/>
                      </a:lnTo>
                      <a:lnTo>
                        <a:pt x="29" y="31"/>
                      </a:lnTo>
                      <a:lnTo>
                        <a:pt x="27" y="31"/>
                      </a:lnTo>
                      <a:lnTo>
                        <a:pt x="29" y="31"/>
                      </a:lnTo>
                      <a:lnTo>
                        <a:pt x="29" y="33"/>
                      </a:lnTo>
                      <a:lnTo>
                        <a:pt x="29" y="31"/>
                      </a:lnTo>
                      <a:lnTo>
                        <a:pt x="29" y="33"/>
                      </a:lnTo>
                      <a:lnTo>
                        <a:pt x="31" y="33"/>
                      </a:lnTo>
                      <a:lnTo>
                        <a:pt x="31" y="31"/>
                      </a:lnTo>
                      <a:lnTo>
                        <a:pt x="31" y="33"/>
                      </a:lnTo>
                      <a:lnTo>
                        <a:pt x="31" y="31"/>
                      </a:lnTo>
                      <a:lnTo>
                        <a:pt x="31" y="33"/>
                      </a:lnTo>
                      <a:lnTo>
                        <a:pt x="31" y="31"/>
                      </a:lnTo>
                      <a:lnTo>
                        <a:pt x="31" y="33"/>
                      </a:lnTo>
                      <a:lnTo>
                        <a:pt x="31" y="35"/>
                      </a:lnTo>
                      <a:lnTo>
                        <a:pt x="31" y="37"/>
                      </a:lnTo>
                      <a:lnTo>
                        <a:pt x="31" y="39"/>
                      </a:lnTo>
                      <a:lnTo>
                        <a:pt x="31" y="40"/>
                      </a:lnTo>
                      <a:lnTo>
                        <a:pt x="31" y="42"/>
                      </a:lnTo>
                      <a:lnTo>
                        <a:pt x="31" y="44"/>
                      </a:lnTo>
                      <a:lnTo>
                        <a:pt x="31" y="42"/>
                      </a:lnTo>
                      <a:lnTo>
                        <a:pt x="31" y="44"/>
                      </a:lnTo>
                      <a:lnTo>
                        <a:pt x="29" y="44"/>
                      </a:lnTo>
                      <a:lnTo>
                        <a:pt x="31" y="44"/>
                      </a:lnTo>
                      <a:lnTo>
                        <a:pt x="29" y="44"/>
                      </a:lnTo>
                      <a:lnTo>
                        <a:pt x="29" y="46"/>
                      </a:lnTo>
                      <a:lnTo>
                        <a:pt x="29" y="48"/>
                      </a:lnTo>
                      <a:lnTo>
                        <a:pt x="27" y="48"/>
                      </a:lnTo>
                      <a:lnTo>
                        <a:pt x="27" y="50"/>
                      </a:lnTo>
                      <a:lnTo>
                        <a:pt x="26" y="50"/>
                      </a:lnTo>
                      <a:lnTo>
                        <a:pt x="26" y="51"/>
                      </a:lnTo>
                      <a:lnTo>
                        <a:pt x="26" y="53"/>
                      </a:lnTo>
                      <a:lnTo>
                        <a:pt x="26" y="55"/>
                      </a:lnTo>
                      <a:lnTo>
                        <a:pt x="24" y="55"/>
                      </a:lnTo>
                      <a:lnTo>
                        <a:pt x="22" y="55"/>
                      </a:lnTo>
                      <a:lnTo>
                        <a:pt x="22" y="57"/>
                      </a:lnTo>
                      <a:lnTo>
                        <a:pt x="22" y="59"/>
                      </a:lnTo>
                      <a:lnTo>
                        <a:pt x="20" y="59"/>
                      </a:lnTo>
                      <a:lnTo>
                        <a:pt x="22" y="59"/>
                      </a:lnTo>
                      <a:lnTo>
                        <a:pt x="22" y="57"/>
                      </a:lnTo>
                      <a:lnTo>
                        <a:pt x="20" y="57"/>
                      </a:lnTo>
                      <a:lnTo>
                        <a:pt x="22" y="57"/>
                      </a:lnTo>
                      <a:lnTo>
                        <a:pt x="22" y="55"/>
                      </a:lnTo>
                      <a:lnTo>
                        <a:pt x="22" y="57"/>
                      </a:lnTo>
                      <a:lnTo>
                        <a:pt x="22" y="55"/>
                      </a:lnTo>
                      <a:lnTo>
                        <a:pt x="22" y="57"/>
                      </a:lnTo>
                      <a:lnTo>
                        <a:pt x="22" y="55"/>
                      </a:lnTo>
                      <a:lnTo>
                        <a:pt x="20" y="55"/>
                      </a:lnTo>
                      <a:lnTo>
                        <a:pt x="18" y="55"/>
                      </a:lnTo>
                      <a:lnTo>
                        <a:pt x="16" y="55"/>
                      </a:lnTo>
                      <a:lnTo>
                        <a:pt x="16" y="57"/>
                      </a:lnTo>
                      <a:lnTo>
                        <a:pt x="15" y="57"/>
                      </a:lnTo>
                      <a:lnTo>
                        <a:pt x="13" y="59"/>
                      </a:lnTo>
                      <a:lnTo>
                        <a:pt x="11" y="59"/>
                      </a:lnTo>
                      <a:lnTo>
                        <a:pt x="7" y="57"/>
                      </a:lnTo>
                      <a:lnTo>
                        <a:pt x="5" y="53"/>
                      </a:lnTo>
                      <a:lnTo>
                        <a:pt x="4" y="53"/>
                      </a:lnTo>
                      <a:lnTo>
                        <a:pt x="4" y="51"/>
                      </a:lnTo>
                      <a:lnTo>
                        <a:pt x="4" y="50"/>
                      </a:lnTo>
                      <a:lnTo>
                        <a:pt x="4" y="48"/>
                      </a:lnTo>
                      <a:lnTo>
                        <a:pt x="4" y="46"/>
                      </a:lnTo>
                      <a:lnTo>
                        <a:pt x="4" y="44"/>
                      </a:lnTo>
                      <a:lnTo>
                        <a:pt x="2" y="44"/>
                      </a:lnTo>
                      <a:lnTo>
                        <a:pt x="2" y="42"/>
                      </a:lnTo>
                      <a:lnTo>
                        <a:pt x="2" y="40"/>
                      </a:lnTo>
                      <a:lnTo>
                        <a:pt x="2" y="39"/>
                      </a:lnTo>
                      <a:lnTo>
                        <a:pt x="0" y="39"/>
                      </a:lnTo>
                      <a:lnTo>
                        <a:pt x="2" y="39"/>
                      </a:lnTo>
                      <a:lnTo>
                        <a:pt x="2" y="37"/>
                      </a:lnTo>
                      <a:lnTo>
                        <a:pt x="0" y="37"/>
                      </a:lnTo>
                      <a:lnTo>
                        <a:pt x="0" y="35"/>
                      </a:lnTo>
                      <a:lnTo>
                        <a:pt x="0" y="33"/>
                      </a:lnTo>
                      <a:lnTo>
                        <a:pt x="0" y="31"/>
                      </a:lnTo>
                      <a:lnTo>
                        <a:pt x="0" y="30"/>
                      </a:lnTo>
                      <a:lnTo>
                        <a:pt x="0" y="28"/>
                      </a:lnTo>
                      <a:lnTo>
                        <a:pt x="0" y="26"/>
                      </a:lnTo>
                      <a:lnTo>
                        <a:pt x="0" y="24"/>
                      </a:lnTo>
                      <a:lnTo>
                        <a:pt x="2" y="24"/>
                      </a:lnTo>
                      <a:lnTo>
                        <a:pt x="4" y="26"/>
                      </a:lnTo>
                      <a:lnTo>
                        <a:pt x="2" y="26"/>
                      </a:lnTo>
                      <a:lnTo>
                        <a:pt x="4" y="26"/>
                      </a:lnTo>
                      <a:lnTo>
                        <a:pt x="4" y="24"/>
                      </a:lnTo>
                      <a:lnTo>
                        <a:pt x="2" y="24"/>
                      </a:lnTo>
                      <a:lnTo>
                        <a:pt x="4" y="24"/>
                      </a:lnTo>
                      <a:lnTo>
                        <a:pt x="4" y="22"/>
                      </a:lnTo>
                      <a:lnTo>
                        <a:pt x="4" y="20"/>
                      </a:lnTo>
                      <a:lnTo>
                        <a:pt x="2" y="20"/>
                      </a:lnTo>
                      <a:lnTo>
                        <a:pt x="2" y="22"/>
                      </a:lnTo>
                      <a:lnTo>
                        <a:pt x="2" y="20"/>
                      </a:lnTo>
                      <a:lnTo>
                        <a:pt x="4" y="20"/>
                      </a:lnTo>
                      <a:lnTo>
                        <a:pt x="4" y="19"/>
                      </a:lnTo>
                      <a:lnTo>
                        <a:pt x="4" y="20"/>
                      </a:lnTo>
                      <a:lnTo>
                        <a:pt x="5" y="20"/>
                      </a:lnTo>
                      <a:lnTo>
                        <a:pt x="4" y="20"/>
                      </a:lnTo>
                      <a:lnTo>
                        <a:pt x="4" y="22"/>
                      </a:lnTo>
                      <a:lnTo>
                        <a:pt x="4" y="24"/>
                      </a:lnTo>
                      <a:lnTo>
                        <a:pt x="5" y="24"/>
                      </a:lnTo>
                      <a:lnTo>
                        <a:pt x="5" y="22"/>
                      </a:lnTo>
                      <a:lnTo>
                        <a:pt x="7" y="22"/>
                      </a:lnTo>
                      <a:lnTo>
                        <a:pt x="5" y="22"/>
                      </a:lnTo>
                      <a:lnTo>
                        <a:pt x="5" y="20"/>
                      </a:lnTo>
                      <a:lnTo>
                        <a:pt x="7" y="20"/>
                      </a:lnTo>
                      <a:lnTo>
                        <a:pt x="7" y="22"/>
                      </a:lnTo>
                      <a:lnTo>
                        <a:pt x="7" y="20"/>
                      </a:lnTo>
                      <a:lnTo>
                        <a:pt x="9" y="20"/>
                      </a:lnTo>
                      <a:lnTo>
                        <a:pt x="7" y="20"/>
                      </a:lnTo>
                      <a:lnTo>
                        <a:pt x="5" y="20"/>
                      </a:lnTo>
                      <a:lnTo>
                        <a:pt x="5" y="19"/>
                      </a:lnTo>
                      <a:lnTo>
                        <a:pt x="5" y="17"/>
                      </a:lnTo>
                      <a:lnTo>
                        <a:pt x="5" y="15"/>
                      </a:lnTo>
                      <a:lnTo>
                        <a:pt x="7" y="15"/>
                      </a:lnTo>
                      <a:lnTo>
                        <a:pt x="7" y="13"/>
                      </a:lnTo>
                      <a:lnTo>
                        <a:pt x="7" y="15"/>
                      </a:lnTo>
                      <a:lnTo>
                        <a:pt x="9" y="15"/>
                      </a:lnTo>
                      <a:lnTo>
                        <a:pt x="9" y="13"/>
                      </a:lnTo>
                      <a:lnTo>
                        <a:pt x="7" y="13"/>
                      </a:lnTo>
                      <a:lnTo>
                        <a:pt x="7" y="11"/>
                      </a:lnTo>
                      <a:lnTo>
                        <a:pt x="9" y="11"/>
                      </a:lnTo>
                      <a:lnTo>
                        <a:pt x="7" y="11"/>
                      </a:lnTo>
                      <a:lnTo>
                        <a:pt x="9" y="11"/>
                      </a:lnTo>
                      <a:lnTo>
                        <a:pt x="9" y="9"/>
                      </a:lnTo>
                      <a:lnTo>
                        <a:pt x="9" y="8"/>
                      </a:lnTo>
                      <a:lnTo>
                        <a:pt x="11" y="8"/>
                      </a:lnTo>
                      <a:lnTo>
                        <a:pt x="11" y="6"/>
                      </a:lnTo>
                      <a:lnTo>
                        <a:pt x="11" y="4"/>
                      </a:lnTo>
                      <a:lnTo>
                        <a:pt x="13" y="4"/>
                      </a:lnTo>
                      <a:lnTo>
                        <a:pt x="15" y="4"/>
                      </a:lnTo>
                      <a:lnTo>
                        <a:pt x="15" y="2"/>
                      </a:lnTo>
                      <a:lnTo>
                        <a:pt x="16" y="2"/>
                      </a:lnTo>
                      <a:lnTo>
                        <a:pt x="18" y="2"/>
                      </a:lnTo>
                      <a:lnTo>
                        <a:pt x="18" y="0"/>
                      </a:lnTo>
                      <a:lnTo>
                        <a:pt x="18"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6" name="Freeform 91">
                  <a:extLst>
                    <a:ext uri="{FF2B5EF4-FFF2-40B4-BE49-F238E27FC236}">
                      <a16:creationId xmlns:a16="http://schemas.microsoft.com/office/drawing/2014/main" id="{9BDE9F22-B1A4-6C87-12CD-D37FF6A8987E}"/>
                    </a:ext>
                  </a:extLst>
                </p:cNvPr>
                <p:cNvSpPr>
                  <a:spLocks noEditPoints="1"/>
                </p:cNvSpPr>
                <p:nvPr/>
              </p:nvSpPr>
              <p:spPr bwMode="auto">
                <a:xfrm>
                  <a:off x="2462694" y="3357420"/>
                  <a:ext cx="79518" cy="56024"/>
                </a:xfrm>
                <a:custGeom>
                  <a:avLst/>
                  <a:gdLst>
                    <a:gd name="T0" fmla="*/ 13 w 44"/>
                    <a:gd name="T1" fmla="*/ 30 h 31"/>
                    <a:gd name="T2" fmla="*/ 13 w 44"/>
                    <a:gd name="T3" fmla="*/ 30 h 31"/>
                    <a:gd name="T4" fmla="*/ 13 w 44"/>
                    <a:gd name="T5" fmla="*/ 31 h 31"/>
                    <a:gd name="T6" fmla="*/ 13 w 44"/>
                    <a:gd name="T7" fmla="*/ 31 h 31"/>
                    <a:gd name="T8" fmla="*/ 13 w 44"/>
                    <a:gd name="T9" fmla="*/ 30 h 31"/>
                    <a:gd name="T10" fmla="*/ 13 w 44"/>
                    <a:gd name="T11" fmla="*/ 30 h 31"/>
                    <a:gd name="T12" fmla="*/ 13 w 44"/>
                    <a:gd name="T13" fmla="*/ 30 h 31"/>
                    <a:gd name="T14" fmla="*/ 13 w 44"/>
                    <a:gd name="T15" fmla="*/ 30 h 31"/>
                    <a:gd name="T16" fmla="*/ 13 w 44"/>
                    <a:gd name="T17" fmla="*/ 30 h 31"/>
                    <a:gd name="T18" fmla="*/ 13 w 44"/>
                    <a:gd name="T19" fmla="*/ 30 h 31"/>
                    <a:gd name="T20" fmla="*/ 13 w 44"/>
                    <a:gd name="T21" fmla="*/ 30 h 31"/>
                    <a:gd name="T22" fmla="*/ 13 w 44"/>
                    <a:gd name="T23" fmla="*/ 30 h 31"/>
                    <a:gd name="T24" fmla="*/ 13 w 44"/>
                    <a:gd name="T25" fmla="*/ 30 h 31"/>
                    <a:gd name="T26" fmla="*/ 13 w 44"/>
                    <a:gd name="T27" fmla="*/ 28 h 31"/>
                    <a:gd name="T28" fmla="*/ 13 w 44"/>
                    <a:gd name="T29" fmla="*/ 28 h 31"/>
                    <a:gd name="T30" fmla="*/ 13 w 44"/>
                    <a:gd name="T31" fmla="*/ 28 h 31"/>
                    <a:gd name="T32" fmla="*/ 13 w 44"/>
                    <a:gd name="T33" fmla="*/ 28 h 31"/>
                    <a:gd name="T34" fmla="*/ 13 w 44"/>
                    <a:gd name="T35" fmla="*/ 28 h 31"/>
                    <a:gd name="T36" fmla="*/ 13 w 44"/>
                    <a:gd name="T37" fmla="*/ 28 h 31"/>
                    <a:gd name="T38" fmla="*/ 13 w 44"/>
                    <a:gd name="T39" fmla="*/ 28 h 31"/>
                    <a:gd name="T40" fmla="*/ 13 w 44"/>
                    <a:gd name="T41" fmla="*/ 28 h 31"/>
                    <a:gd name="T42" fmla="*/ 13 w 44"/>
                    <a:gd name="T43" fmla="*/ 28 h 31"/>
                    <a:gd name="T44" fmla="*/ 13 w 44"/>
                    <a:gd name="T45" fmla="*/ 28 h 31"/>
                    <a:gd name="T46" fmla="*/ 44 w 44"/>
                    <a:gd name="T47" fmla="*/ 19 h 31"/>
                    <a:gd name="T48" fmla="*/ 44 w 44"/>
                    <a:gd name="T49" fmla="*/ 19 h 31"/>
                    <a:gd name="T50" fmla="*/ 44 w 44"/>
                    <a:gd name="T51" fmla="*/ 19 h 31"/>
                    <a:gd name="T52" fmla="*/ 44 w 44"/>
                    <a:gd name="T53" fmla="*/ 19 h 31"/>
                    <a:gd name="T54" fmla="*/ 44 w 44"/>
                    <a:gd name="T55" fmla="*/ 19 h 31"/>
                    <a:gd name="T56" fmla="*/ 44 w 44"/>
                    <a:gd name="T57" fmla="*/ 19 h 31"/>
                    <a:gd name="T58" fmla="*/ 44 w 44"/>
                    <a:gd name="T59" fmla="*/ 19 h 31"/>
                    <a:gd name="T60" fmla="*/ 44 w 44"/>
                    <a:gd name="T61" fmla="*/ 19 h 31"/>
                    <a:gd name="T62" fmla="*/ 44 w 44"/>
                    <a:gd name="T63" fmla="*/ 19 h 31"/>
                    <a:gd name="T64" fmla="*/ 44 w 44"/>
                    <a:gd name="T65" fmla="*/ 19 h 31"/>
                    <a:gd name="T66" fmla="*/ 0 w 44"/>
                    <a:gd name="T67" fmla="*/ 0 h 31"/>
                    <a:gd name="T68" fmla="*/ 0 w 44"/>
                    <a:gd name="T69" fmla="*/ 0 h 31"/>
                    <a:gd name="T70" fmla="*/ 0 w 44"/>
                    <a:gd name="T71" fmla="*/ 0 h 31"/>
                    <a:gd name="T72" fmla="*/ 2 w 44"/>
                    <a:gd name="T73" fmla="*/ 0 h 31"/>
                    <a:gd name="T74" fmla="*/ 2 w 44"/>
                    <a:gd name="T75" fmla="*/ 0 h 31"/>
                    <a:gd name="T76" fmla="*/ 2 w 44"/>
                    <a:gd name="T77" fmla="*/ 0 h 31"/>
                    <a:gd name="T78" fmla="*/ 2 w 44"/>
                    <a:gd name="T79" fmla="*/ 0 h 31"/>
                    <a:gd name="T80" fmla="*/ 2 w 44"/>
                    <a:gd name="T81" fmla="*/ 0 h 31"/>
                    <a:gd name="T82" fmla="*/ 0 w 44"/>
                    <a:gd name="T83" fmla="*/ 0 h 31"/>
                    <a:gd name="T84" fmla="*/ 0 w 44"/>
                    <a:gd name="T85" fmla="*/ 0 h 31"/>
                    <a:gd name="T86" fmla="*/ 0 w 44"/>
                    <a:gd name="T87" fmla="*/ 0 h 31"/>
                    <a:gd name="T88" fmla="*/ 0 w 44"/>
                    <a:gd name="T89" fmla="*/ 0 h 31"/>
                    <a:gd name="T90" fmla="*/ 0 w 44"/>
                    <a:gd name="T91" fmla="*/ 0 h 31"/>
                    <a:gd name="T92" fmla="*/ 0 w 44"/>
                    <a:gd name="T93" fmla="*/ 0 h 31"/>
                    <a:gd name="T94" fmla="*/ 0 w 44"/>
                    <a:gd name="T95" fmla="*/ 0 h 31"/>
                    <a:gd name="T96" fmla="*/ 0 w 44"/>
                    <a:gd name="T97" fmla="*/ 0 h 31"/>
                    <a:gd name="T98" fmla="*/ 0 w 44"/>
                    <a:gd name="T99" fmla="*/ 0 h 31"/>
                    <a:gd name="T100" fmla="*/ 0 w 44"/>
                    <a:gd name="T101" fmla="*/ 0 h 31"/>
                    <a:gd name="T102" fmla="*/ 0 w 44"/>
                    <a:gd name="T103" fmla="*/ 0 h 31"/>
                    <a:gd name="T104" fmla="*/ 0 w 44"/>
                    <a:gd name="T105" fmla="*/ 0 h 31"/>
                    <a:gd name="T106" fmla="*/ 0 w 44"/>
                    <a:gd name="T10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 h="31">
                      <a:moveTo>
                        <a:pt x="13" y="30"/>
                      </a:moveTo>
                      <a:lnTo>
                        <a:pt x="13" y="30"/>
                      </a:lnTo>
                      <a:lnTo>
                        <a:pt x="13" y="31"/>
                      </a:lnTo>
                      <a:lnTo>
                        <a:pt x="13" y="31"/>
                      </a:lnTo>
                      <a:lnTo>
                        <a:pt x="13" y="30"/>
                      </a:lnTo>
                      <a:lnTo>
                        <a:pt x="13" y="30"/>
                      </a:lnTo>
                      <a:lnTo>
                        <a:pt x="13" y="30"/>
                      </a:lnTo>
                      <a:lnTo>
                        <a:pt x="13" y="30"/>
                      </a:lnTo>
                      <a:lnTo>
                        <a:pt x="13" y="30"/>
                      </a:lnTo>
                      <a:lnTo>
                        <a:pt x="13" y="30"/>
                      </a:lnTo>
                      <a:lnTo>
                        <a:pt x="13" y="30"/>
                      </a:lnTo>
                      <a:lnTo>
                        <a:pt x="13" y="30"/>
                      </a:lnTo>
                      <a:lnTo>
                        <a:pt x="13" y="30"/>
                      </a:lnTo>
                      <a:close/>
                      <a:moveTo>
                        <a:pt x="13" y="28"/>
                      </a:moveTo>
                      <a:lnTo>
                        <a:pt x="13" y="28"/>
                      </a:lnTo>
                      <a:lnTo>
                        <a:pt x="13" y="28"/>
                      </a:lnTo>
                      <a:lnTo>
                        <a:pt x="13" y="28"/>
                      </a:lnTo>
                      <a:lnTo>
                        <a:pt x="13" y="28"/>
                      </a:lnTo>
                      <a:lnTo>
                        <a:pt x="13" y="28"/>
                      </a:lnTo>
                      <a:lnTo>
                        <a:pt x="13" y="28"/>
                      </a:lnTo>
                      <a:lnTo>
                        <a:pt x="13" y="28"/>
                      </a:lnTo>
                      <a:lnTo>
                        <a:pt x="13" y="28"/>
                      </a:lnTo>
                      <a:lnTo>
                        <a:pt x="13" y="28"/>
                      </a:lnTo>
                      <a:close/>
                      <a:moveTo>
                        <a:pt x="44" y="19"/>
                      </a:moveTo>
                      <a:lnTo>
                        <a:pt x="44" y="19"/>
                      </a:lnTo>
                      <a:lnTo>
                        <a:pt x="44" y="19"/>
                      </a:lnTo>
                      <a:lnTo>
                        <a:pt x="44" y="19"/>
                      </a:lnTo>
                      <a:lnTo>
                        <a:pt x="44" y="19"/>
                      </a:lnTo>
                      <a:lnTo>
                        <a:pt x="44" y="19"/>
                      </a:lnTo>
                      <a:lnTo>
                        <a:pt x="44" y="19"/>
                      </a:lnTo>
                      <a:lnTo>
                        <a:pt x="44" y="19"/>
                      </a:lnTo>
                      <a:lnTo>
                        <a:pt x="44" y="19"/>
                      </a:lnTo>
                      <a:lnTo>
                        <a:pt x="44" y="19"/>
                      </a:lnTo>
                      <a:close/>
                      <a:moveTo>
                        <a:pt x="0" y="0"/>
                      </a:moveTo>
                      <a:lnTo>
                        <a:pt x="0" y="0"/>
                      </a:lnTo>
                      <a:lnTo>
                        <a:pt x="0" y="0"/>
                      </a:lnTo>
                      <a:lnTo>
                        <a:pt x="2" y="0"/>
                      </a:lnTo>
                      <a:lnTo>
                        <a:pt x="2" y="0"/>
                      </a:lnTo>
                      <a:lnTo>
                        <a:pt x="2" y="0"/>
                      </a:lnTo>
                      <a:lnTo>
                        <a:pt x="2" y="0"/>
                      </a:lnTo>
                      <a:lnTo>
                        <a:pt x="2"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7" name="Freeform 92">
                  <a:extLst>
                    <a:ext uri="{FF2B5EF4-FFF2-40B4-BE49-F238E27FC236}">
                      <a16:creationId xmlns:a16="http://schemas.microsoft.com/office/drawing/2014/main" id="{507CA410-F2D2-BAE2-DD0B-7BA59B141785}"/>
                    </a:ext>
                  </a:extLst>
                </p:cNvPr>
                <p:cNvSpPr>
                  <a:spLocks noEditPoints="1"/>
                </p:cNvSpPr>
                <p:nvPr/>
              </p:nvSpPr>
              <p:spPr bwMode="auto">
                <a:xfrm>
                  <a:off x="2437393" y="3361034"/>
                  <a:ext cx="56024" cy="95783"/>
                </a:xfrm>
                <a:custGeom>
                  <a:avLst/>
                  <a:gdLst>
                    <a:gd name="T0" fmla="*/ 16 w 31"/>
                    <a:gd name="T1" fmla="*/ 53 h 53"/>
                    <a:gd name="T2" fmla="*/ 16 w 31"/>
                    <a:gd name="T3" fmla="*/ 53 h 53"/>
                    <a:gd name="T4" fmla="*/ 16 w 31"/>
                    <a:gd name="T5" fmla="*/ 53 h 53"/>
                    <a:gd name="T6" fmla="*/ 29 w 31"/>
                    <a:gd name="T7" fmla="*/ 49 h 53"/>
                    <a:gd name="T8" fmla="*/ 29 w 31"/>
                    <a:gd name="T9" fmla="*/ 49 h 53"/>
                    <a:gd name="T10" fmla="*/ 29 w 31"/>
                    <a:gd name="T11" fmla="*/ 49 h 53"/>
                    <a:gd name="T12" fmla="*/ 29 w 31"/>
                    <a:gd name="T13" fmla="*/ 49 h 53"/>
                    <a:gd name="T14" fmla="*/ 29 w 31"/>
                    <a:gd name="T15" fmla="*/ 49 h 53"/>
                    <a:gd name="T16" fmla="*/ 29 w 31"/>
                    <a:gd name="T17" fmla="*/ 49 h 53"/>
                    <a:gd name="T18" fmla="*/ 29 w 31"/>
                    <a:gd name="T19" fmla="*/ 49 h 53"/>
                    <a:gd name="T20" fmla="*/ 29 w 31"/>
                    <a:gd name="T21" fmla="*/ 49 h 53"/>
                    <a:gd name="T22" fmla="*/ 31 w 31"/>
                    <a:gd name="T23" fmla="*/ 29 h 53"/>
                    <a:gd name="T24" fmla="*/ 31 w 31"/>
                    <a:gd name="T25" fmla="*/ 29 h 53"/>
                    <a:gd name="T26" fmla="*/ 31 w 31"/>
                    <a:gd name="T27" fmla="*/ 29 h 53"/>
                    <a:gd name="T28" fmla="*/ 31 w 31"/>
                    <a:gd name="T29" fmla="*/ 29 h 53"/>
                    <a:gd name="T30" fmla="*/ 31 w 31"/>
                    <a:gd name="T31" fmla="*/ 29 h 53"/>
                    <a:gd name="T32" fmla="*/ 31 w 31"/>
                    <a:gd name="T33" fmla="*/ 29 h 53"/>
                    <a:gd name="T34" fmla="*/ 31 w 31"/>
                    <a:gd name="T35" fmla="*/ 29 h 53"/>
                    <a:gd name="T36" fmla="*/ 25 w 31"/>
                    <a:gd name="T37" fmla="*/ 29 h 53"/>
                    <a:gd name="T38" fmla="*/ 25 w 31"/>
                    <a:gd name="T39" fmla="*/ 29 h 53"/>
                    <a:gd name="T40" fmla="*/ 25 w 31"/>
                    <a:gd name="T41" fmla="*/ 29 h 53"/>
                    <a:gd name="T42" fmla="*/ 25 w 31"/>
                    <a:gd name="T43" fmla="*/ 29 h 53"/>
                    <a:gd name="T44" fmla="*/ 25 w 31"/>
                    <a:gd name="T45" fmla="*/ 29 h 53"/>
                    <a:gd name="T46" fmla="*/ 25 w 31"/>
                    <a:gd name="T47" fmla="*/ 26 h 53"/>
                    <a:gd name="T48" fmla="*/ 25 w 31"/>
                    <a:gd name="T49" fmla="*/ 26 h 53"/>
                    <a:gd name="T50" fmla="*/ 0 w 31"/>
                    <a:gd name="T51" fmla="*/ 22 h 53"/>
                    <a:gd name="T52" fmla="*/ 0 w 31"/>
                    <a:gd name="T53" fmla="*/ 22 h 53"/>
                    <a:gd name="T54" fmla="*/ 0 w 31"/>
                    <a:gd name="T55" fmla="*/ 22 h 53"/>
                    <a:gd name="T56" fmla="*/ 5 w 31"/>
                    <a:gd name="T57" fmla="*/ 18 h 53"/>
                    <a:gd name="T58" fmla="*/ 3 w 31"/>
                    <a:gd name="T59" fmla="*/ 18 h 53"/>
                    <a:gd name="T60" fmla="*/ 3 w 31"/>
                    <a:gd name="T61" fmla="*/ 18 h 53"/>
                    <a:gd name="T62" fmla="*/ 3 w 31"/>
                    <a:gd name="T63" fmla="*/ 18 h 53"/>
                    <a:gd name="T64" fmla="*/ 5 w 31"/>
                    <a:gd name="T65" fmla="*/ 18 h 53"/>
                    <a:gd name="T66" fmla="*/ 5 w 31"/>
                    <a:gd name="T67" fmla="*/ 18 h 53"/>
                    <a:gd name="T68" fmla="*/ 27 w 31"/>
                    <a:gd name="T69" fmla="*/ 15 h 53"/>
                    <a:gd name="T70" fmla="*/ 27 w 31"/>
                    <a:gd name="T71" fmla="*/ 15 h 53"/>
                    <a:gd name="T72" fmla="*/ 27 w 31"/>
                    <a:gd name="T73" fmla="*/ 15 h 53"/>
                    <a:gd name="T74" fmla="*/ 7 w 31"/>
                    <a:gd name="T75" fmla="*/ 9 h 53"/>
                    <a:gd name="T76" fmla="*/ 7 w 31"/>
                    <a:gd name="T77" fmla="*/ 9 h 53"/>
                    <a:gd name="T78" fmla="*/ 7 w 31"/>
                    <a:gd name="T79" fmla="*/ 6 h 53"/>
                    <a:gd name="T80" fmla="*/ 7 w 31"/>
                    <a:gd name="T81" fmla="*/ 6 h 53"/>
                    <a:gd name="T82" fmla="*/ 7 w 31"/>
                    <a:gd name="T83" fmla="*/ 6 h 53"/>
                    <a:gd name="T84" fmla="*/ 7 w 31"/>
                    <a:gd name="T85" fmla="*/ 6 h 53"/>
                    <a:gd name="T86" fmla="*/ 11 w 31"/>
                    <a:gd name="T87" fmla="*/ 2 h 53"/>
                    <a:gd name="T88" fmla="*/ 11 w 31"/>
                    <a:gd name="T89" fmla="*/ 2 h 53"/>
                    <a:gd name="T90" fmla="*/ 11 w 31"/>
                    <a:gd name="T91" fmla="*/ 2 h 53"/>
                    <a:gd name="T92" fmla="*/ 14 w 31"/>
                    <a:gd name="T93" fmla="*/ 0 h 53"/>
                    <a:gd name="T94" fmla="*/ 14 w 31"/>
                    <a:gd name="T95" fmla="*/ 0 h 53"/>
                    <a:gd name="T96" fmla="*/ 14 w 31"/>
                    <a:gd name="T97" fmla="*/ 0 h 53"/>
                    <a:gd name="T98" fmla="*/ 16 w 31"/>
                    <a:gd name="T99" fmla="*/ 0 h 53"/>
                    <a:gd name="T100" fmla="*/ 16 w 31"/>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 h="53">
                      <a:moveTo>
                        <a:pt x="16" y="53"/>
                      </a:moveTo>
                      <a:lnTo>
                        <a:pt x="16" y="53"/>
                      </a:lnTo>
                      <a:lnTo>
                        <a:pt x="16" y="53"/>
                      </a:lnTo>
                      <a:lnTo>
                        <a:pt x="16" y="53"/>
                      </a:lnTo>
                      <a:lnTo>
                        <a:pt x="16" y="53"/>
                      </a:lnTo>
                      <a:lnTo>
                        <a:pt x="16" y="53"/>
                      </a:lnTo>
                      <a:lnTo>
                        <a:pt x="16" y="53"/>
                      </a:lnTo>
                      <a:close/>
                      <a:moveTo>
                        <a:pt x="29" y="49"/>
                      </a:moveTo>
                      <a:lnTo>
                        <a:pt x="29" y="49"/>
                      </a:lnTo>
                      <a:lnTo>
                        <a:pt x="29" y="49"/>
                      </a:lnTo>
                      <a:lnTo>
                        <a:pt x="29" y="49"/>
                      </a:lnTo>
                      <a:lnTo>
                        <a:pt x="29" y="49"/>
                      </a:lnTo>
                      <a:lnTo>
                        <a:pt x="29" y="49"/>
                      </a:lnTo>
                      <a:close/>
                      <a:moveTo>
                        <a:pt x="29" y="49"/>
                      </a:moveTo>
                      <a:lnTo>
                        <a:pt x="29" y="49"/>
                      </a:lnTo>
                      <a:lnTo>
                        <a:pt x="29" y="49"/>
                      </a:lnTo>
                      <a:lnTo>
                        <a:pt x="29" y="49"/>
                      </a:lnTo>
                      <a:lnTo>
                        <a:pt x="29" y="49"/>
                      </a:lnTo>
                      <a:lnTo>
                        <a:pt x="29" y="49"/>
                      </a:lnTo>
                      <a:lnTo>
                        <a:pt x="29" y="49"/>
                      </a:lnTo>
                      <a:lnTo>
                        <a:pt x="29" y="49"/>
                      </a:lnTo>
                      <a:lnTo>
                        <a:pt x="29" y="49"/>
                      </a:lnTo>
                      <a:lnTo>
                        <a:pt x="29" y="49"/>
                      </a:lnTo>
                      <a:close/>
                      <a:moveTo>
                        <a:pt x="31" y="29"/>
                      </a:moveTo>
                      <a:lnTo>
                        <a:pt x="31" y="29"/>
                      </a:lnTo>
                      <a:lnTo>
                        <a:pt x="31" y="29"/>
                      </a:lnTo>
                      <a:lnTo>
                        <a:pt x="31" y="29"/>
                      </a:lnTo>
                      <a:close/>
                      <a:moveTo>
                        <a:pt x="31" y="29"/>
                      </a:moveTo>
                      <a:lnTo>
                        <a:pt x="31" y="29"/>
                      </a:lnTo>
                      <a:lnTo>
                        <a:pt x="31" y="29"/>
                      </a:lnTo>
                      <a:lnTo>
                        <a:pt x="31" y="29"/>
                      </a:lnTo>
                      <a:lnTo>
                        <a:pt x="31" y="29"/>
                      </a:lnTo>
                      <a:lnTo>
                        <a:pt x="31" y="29"/>
                      </a:lnTo>
                      <a:lnTo>
                        <a:pt x="31" y="29"/>
                      </a:lnTo>
                      <a:lnTo>
                        <a:pt x="31" y="29"/>
                      </a:lnTo>
                      <a:lnTo>
                        <a:pt x="31" y="29"/>
                      </a:lnTo>
                      <a:close/>
                      <a:moveTo>
                        <a:pt x="25" y="29"/>
                      </a:moveTo>
                      <a:lnTo>
                        <a:pt x="25" y="29"/>
                      </a:lnTo>
                      <a:lnTo>
                        <a:pt x="25" y="29"/>
                      </a:lnTo>
                      <a:lnTo>
                        <a:pt x="25" y="29"/>
                      </a:lnTo>
                      <a:lnTo>
                        <a:pt x="25" y="29"/>
                      </a:lnTo>
                      <a:close/>
                      <a:moveTo>
                        <a:pt x="25" y="29"/>
                      </a:moveTo>
                      <a:lnTo>
                        <a:pt x="25" y="29"/>
                      </a:lnTo>
                      <a:lnTo>
                        <a:pt x="25" y="29"/>
                      </a:lnTo>
                      <a:lnTo>
                        <a:pt x="25" y="29"/>
                      </a:lnTo>
                      <a:lnTo>
                        <a:pt x="25" y="29"/>
                      </a:lnTo>
                      <a:close/>
                      <a:moveTo>
                        <a:pt x="25" y="26"/>
                      </a:moveTo>
                      <a:lnTo>
                        <a:pt x="25" y="26"/>
                      </a:lnTo>
                      <a:lnTo>
                        <a:pt x="25" y="26"/>
                      </a:lnTo>
                      <a:lnTo>
                        <a:pt x="25" y="26"/>
                      </a:lnTo>
                      <a:lnTo>
                        <a:pt x="25" y="26"/>
                      </a:lnTo>
                      <a:close/>
                      <a:moveTo>
                        <a:pt x="0" y="22"/>
                      </a:moveTo>
                      <a:lnTo>
                        <a:pt x="0" y="22"/>
                      </a:lnTo>
                      <a:lnTo>
                        <a:pt x="0" y="22"/>
                      </a:lnTo>
                      <a:lnTo>
                        <a:pt x="0" y="22"/>
                      </a:lnTo>
                      <a:lnTo>
                        <a:pt x="0" y="22"/>
                      </a:lnTo>
                      <a:close/>
                      <a:moveTo>
                        <a:pt x="5" y="18"/>
                      </a:moveTo>
                      <a:lnTo>
                        <a:pt x="5" y="18"/>
                      </a:lnTo>
                      <a:lnTo>
                        <a:pt x="3" y="18"/>
                      </a:lnTo>
                      <a:lnTo>
                        <a:pt x="3" y="18"/>
                      </a:lnTo>
                      <a:lnTo>
                        <a:pt x="3" y="18"/>
                      </a:lnTo>
                      <a:lnTo>
                        <a:pt x="3" y="18"/>
                      </a:lnTo>
                      <a:lnTo>
                        <a:pt x="3" y="18"/>
                      </a:lnTo>
                      <a:lnTo>
                        <a:pt x="3" y="18"/>
                      </a:lnTo>
                      <a:lnTo>
                        <a:pt x="3" y="18"/>
                      </a:lnTo>
                      <a:lnTo>
                        <a:pt x="5" y="18"/>
                      </a:lnTo>
                      <a:lnTo>
                        <a:pt x="5" y="18"/>
                      </a:lnTo>
                      <a:lnTo>
                        <a:pt x="5" y="18"/>
                      </a:lnTo>
                      <a:close/>
                      <a:moveTo>
                        <a:pt x="27" y="15"/>
                      </a:moveTo>
                      <a:lnTo>
                        <a:pt x="27" y="15"/>
                      </a:lnTo>
                      <a:lnTo>
                        <a:pt x="27" y="15"/>
                      </a:lnTo>
                      <a:lnTo>
                        <a:pt x="27" y="15"/>
                      </a:lnTo>
                      <a:lnTo>
                        <a:pt x="27" y="15"/>
                      </a:lnTo>
                      <a:lnTo>
                        <a:pt x="27" y="15"/>
                      </a:lnTo>
                      <a:close/>
                      <a:moveTo>
                        <a:pt x="7" y="9"/>
                      </a:moveTo>
                      <a:lnTo>
                        <a:pt x="7" y="9"/>
                      </a:lnTo>
                      <a:lnTo>
                        <a:pt x="7" y="9"/>
                      </a:lnTo>
                      <a:lnTo>
                        <a:pt x="7" y="9"/>
                      </a:lnTo>
                      <a:lnTo>
                        <a:pt x="7" y="9"/>
                      </a:lnTo>
                      <a:close/>
                      <a:moveTo>
                        <a:pt x="7" y="6"/>
                      </a:moveTo>
                      <a:lnTo>
                        <a:pt x="7" y="6"/>
                      </a:lnTo>
                      <a:lnTo>
                        <a:pt x="7" y="6"/>
                      </a:lnTo>
                      <a:lnTo>
                        <a:pt x="7" y="6"/>
                      </a:lnTo>
                      <a:lnTo>
                        <a:pt x="7" y="6"/>
                      </a:lnTo>
                      <a:lnTo>
                        <a:pt x="7" y="6"/>
                      </a:lnTo>
                      <a:lnTo>
                        <a:pt x="7" y="6"/>
                      </a:lnTo>
                      <a:lnTo>
                        <a:pt x="7" y="6"/>
                      </a:lnTo>
                      <a:close/>
                      <a:moveTo>
                        <a:pt x="11" y="2"/>
                      </a:moveTo>
                      <a:lnTo>
                        <a:pt x="11" y="2"/>
                      </a:lnTo>
                      <a:lnTo>
                        <a:pt x="11" y="2"/>
                      </a:lnTo>
                      <a:lnTo>
                        <a:pt x="11" y="2"/>
                      </a:lnTo>
                      <a:lnTo>
                        <a:pt x="11" y="2"/>
                      </a:lnTo>
                      <a:close/>
                      <a:moveTo>
                        <a:pt x="14" y="0"/>
                      </a:moveTo>
                      <a:lnTo>
                        <a:pt x="14" y="0"/>
                      </a:lnTo>
                      <a:lnTo>
                        <a:pt x="14" y="0"/>
                      </a:lnTo>
                      <a:lnTo>
                        <a:pt x="14" y="0"/>
                      </a:lnTo>
                      <a:lnTo>
                        <a:pt x="14" y="0"/>
                      </a:lnTo>
                      <a:lnTo>
                        <a:pt x="14" y="0"/>
                      </a:lnTo>
                      <a:close/>
                      <a:moveTo>
                        <a:pt x="16" y="0"/>
                      </a:moveTo>
                      <a:lnTo>
                        <a:pt x="16" y="0"/>
                      </a:lnTo>
                      <a:lnTo>
                        <a:pt x="16" y="0"/>
                      </a:lnTo>
                      <a:lnTo>
                        <a:pt x="1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8" name="Freeform 93">
                  <a:extLst>
                    <a:ext uri="{FF2B5EF4-FFF2-40B4-BE49-F238E27FC236}">
                      <a16:creationId xmlns:a16="http://schemas.microsoft.com/office/drawing/2014/main" id="{9E866B95-A114-EC48-5B85-B4770EA49FBC}"/>
                    </a:ext>
                  </a:extLst>
                </p:cNvPr>
                <p:cNvSpPr>
                  <a:spLocks/>
                </p:cNvSpPr>
                <p:nvPr/>
              </p:nvSpPr>
              <p:spPr bwMode="auto">
                <a:xfrm>
                  <a:off x="1387400" y="2970676"/>
                  <a:ext cx="1362642" cy="1021078"/>
                </a:xfrm>
                <a:custGeom>
                  <a:avLst/>
                  <a:gdLst>
                    <a:gd name="T0" fmla="*/ 555 w 754"/>
                    <a:gd name="T1" fmla="*/ 222 h 565"/>
                    <a:gd name="T2" fmla="*/ 557 w 754"/>
                    <a:gd name="T3" fmla="*/ 233 h 565"/>
                    <a:gd name="T4" fmla="*/ 568 w 754"/>
                    <a:gd name="T5" fmla="*/ 242 h 565"/>
                    <a:gd name="T6" fmla="*/ 577 w 754"/>
                    <a:gd name="T7" fmla="*/ 262 h 565"/>
                    <a:gd name="T8" fmla="*/ 599 w 754"/>
                    <a:gd name="T9" fmla="*/ 275 h 565"/>
                    <a:gd name="T10" fmla="*/ 601 w 754"/>
                    <a:gd name="T11" fmla="*/ 282 h 565"/>
                    <a:gd name="T12" fmla="*/ 751 w 754"/>
                    <a:gd name="T13" fmla="*/ 357 h 565"/>
                    <a:gd name="T14" fmla="*/ 687 w 754"/>
                    <a:gd name="T15" fmla="*/ 450 h 565"/>
                    <a:gd name="T16" fmla="*/ 588 w 754"/>
                    <a:gd name="T17" fmla="*/ 479 h 565"/>
                    <a:gd name="T18" fmla="*/ 457 w 754"/>
                    <a:gd name="T19" fmla="*/ 543 h 565"/>
                    <a:gd name="T20" fmla="*/ 340 w 754"/>
                    <a:gd name="T21" fmla="*/ 530 h 565"/>
                    <a:gd name="T22" fmla="*/ 318 w 754"/>
                    <a:gd name="T23" fmla="*/ 525 h 565"/>
                    <a:gd name="T24" fmla="*/ 307 w 754"/>
                    <a:gd name="T25" fmla="*/ 541 h 565"/>
                    <a:gd name="T26" fmla="*/ 298 w 754"/>
                    <a:gd name="T27" fmla="*/ 562 h 565"/>
                    <a:gd name="T28" fmla="*/ 289 w 754"/>
                    <a:gd name="T29" fmla="*/ 549 h 565"/>
                    <a:gd name="T30" fmla="*/ 280 w 754"/>
                    <a:gd name="T31" fmla="*/ 540 h 565"/>
                    <a:gd name="T32" fmla="*/ 265 w 754"/>
                    <a:gd name="T33" fmla="*/ 518 h 565"/>
                    <a:gd name="T34" fmla="*/ 252 w 754"/>
                    <a:gd name="T35" fmla="*/ 505 h 565"/>
                    <a:gd name="T36" fmla="*/ 243 w 754"/>
                    <a:gd name="T37" fmla="*/ 487 h 565"/>
                    <a:gd name="T38" fmla="*/ 232 w 754"/>
                    <a:gd name="T39" fmla="*/ 465 h 565"/>
                    <a:gd name="T40" fmla="*/ 218 w 754"/>
                    <a:gd name="T41" fmla="*/ 445 h 565"/>
                    <a:gd name="T42" fmla="*/ 199 w 754"/>
                    <a:gd name="T43" fmla="*/ 426 h 565"/>
                    <a:gd name="T44" fmla="*/ 181 w 754"/>
                    <a:gd name="T45" fmla="*/ 417 h 565"/>
                    <a:gd name="T46" fmla="*/ 176 w 754"/>
                    <a:gd name="T47" fmla="*/ 408 h 565"/>
                    <a:gd name="T48" fmla="*/ 163 w 754"/>
                    <a:gd name="T49" fmla="*/ 388 h 565"/>
                    <a:gd name="T50" fmla="*/ 163 w 754"/>
                    <a:gd name="T51" fmla="*/ 373 h 565"/>
                    <a:gd name="T52" fmla="*/ 161 w 754"/>
                    <a:gd name="T53" fmla="*/ 362 h 565"/>
                    <a:gd name="T54" fmla="*/ 163 w 754"/>
                    <a:gd name="T55" fmla="*/ 351 h 565"/>
                    <a:gd name="T56" fmla="*/ 156 w 754"/>
                    <a:gd name="T57" fmla="*/ 331 h 565"/>
                    <a:gd name="T58" fmla="*/ 152 w 754"/>
                    <a:gd name="T59" fmla="*/ 322 h 565"/>
                    <a:gd name="T60" fmla="*/ 143 w 754"/>
                    <a:gd name="T61" fmla="*/ 306 h 565"/>
                    <a:gd name="T62" fmla="*/ 125 w 754"/>
                    <a:gd name="T63" fmla="*/ 289 h 565"/>
                    <a:gd name="T64" fmla="*/ 110 w 754"/>
                    <a:gd name="T65" fmla="*/ 282 h 565"/>
                    <a:gd name="T66" fmla="*/ 99 w 754"/>
                    <a:gd name="T67" fmla="*/ 271 h 565"/>
                    <a:gd name="T68" fmla="*/ 97 w 754"/>
                    <a:gd name="T69" fmla="*/ 254 h 565"/>
                    <a:gd name="T70" fmla="*/ 83 w 754"/>
                    <a:gd name="T71" fmla="*/ 231 h 565"/>
                    <a:gd name="T72" fmla="*/ 68 w 754"/>
                    <a:gd name="T73" fmla="*/ 214 h 565"/>
                    <a:gd name="T74" fmla="*/ 55 w 754"/>
                    <a:gd name="T75" fmla="*/ 192 h 565"/>
                    <a:gd name="T76" fmla="*/ 39 w 754"/>
                    <a:gd name="T77" fmla="*/ 170 h 565"/>
                    <a:gd name="T78" fmla="*/ 26 w 754"/>
                    <a:gd name="T79" fmla="*/ 150 h 565"/>
                    <a:gd name="T80" fmla="*/ 8 w 754"/>
                    <a:gd name="T81" fmla="*/ 145 h 565"/>
                    <a:gd name="T82" fmla="*/ 4 w 754"/>
                    <a:gd name="T83" fmla="*/ 143 h 565"/>
                    <a:gd name="T84" fmla="*/ 10 w 754"/>
                    <a:gd name="T85" fmla="*/ 114 h 565"/>
                    <a:gd name="T86" fmla="*/ 59 w 754"/>
                    <a:gd name="T87" fmla="*/ 105 h 565"/>
                    <a:gd name="T88" fmla="*/ 99 w 754"/>
                    <a:gd name="T89" fmla="*/ 79 h 565"/>
                    <a:gd name="T90" fmla="*/ 112 w 754"/>
                    <a:gd name="T91" fmla="*/ 17 h 565"/>
                    <a:gd name="T92" fmla="*/ 225 w 754"/>
                    <a:gd name="T93" fmla="*/ 19 h 565"/>
                    <a:gd name="T94" fmla="*/ 274 w 754"/>
                    <a:gd name="T95" fmla="*/ 41 h 565"/>
                    <a:gd name="T96" fmla="*/ 331 w 754"/>
                    <a:gd name="T97" fmla="*/ 81 h 565"/>
                    <a:gd name="T98" fmla="*/ 386 w 754"/>
                    <a:gd name="T99" fmla="*/ 108 h 565"/>
                    <a:gd name="T100" fmla="*/ 453 w 754"/>
                    <a:gd name="T101" fmla="*/ 112 h 565"/>
                    <a:gd name="T102" fmla="*/ 499 w 754"/>
                    <a:gd name="T103" fmla="*/ 136 h 565"/>
                    <a:gd name="T104" fmla="*/ 504 w 754"/>
                    <a:gd name="T105" fmla="*/ 148 h 565"/>
                    <a:gd name="T106" fmla="*/ 510 w 754"/>
                    <a:gd name="T107" fmla="*/ 158 h 565"/>
                    <a:gd name="T108" fmla="*/ 521 w 754"/>
                    <a:gd name="T109" fmla="*/ 165 h 565"/>
                    <a:gd name="T110" fmla="*/ 522 w 754"/>
                    <a:gd name="T111" fmla="*/ 170 h 565"/>
                    <a:gd name="T112" fmla="*/ 532 w 754"/>
                    <a:gd name="T113" fmla="*/ 180 h 565"/>
                    <a:gd name="T114" fmla="*/ 533 w 754"/>
                    <a:gd name="T115" fmla="*/ 174 h 565"/>
                    <a:gd name="T116" fmla="*/ 539 w 754"/>
                    <a:gd name="T117" fmla="*/ 183 h 565"/>
                    <a:gd name="T118" fmla="*/ 542 w 754"/>
                    <a:gd name="T119" fmla="*/ 183 h 565"/>
                    <a:gd name="T120" fmla="*/ 555 w 754"/>
                    <a:gd name="T121" fmla="*/ 194 h 565"/>
                    <a:gd name="T122" fmla="*/ 555 w 754"/>
                    <a:gd name="T123" fmla="*/ 205 h 565"/>
                    <a:gd name="T124" fmla="*/ 563 w 754"/>
                    <a:gd name="T125" fmla="*/ 212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4" h="565">
                      <a:moveTo>
                        <a:pt x="559" y="216"/>
                      </a:moveTo>
                      <a:lnTo>
                        <a:pt x="557" y="216"/>
                      </a:lnTo>
                      <a:lnTo>
                        <a:pt x="557" y="218"/>
                      </a:lnTo>
                      <a:lnTo>
                        <a:pt x="559" y="218"/>
                      </a:lnTo>
                      <a:lnTo>
                        <a:pt x="557" y="218"/>
                      </a:lnTo>
                      <a:lnTo>
                        <a:pt x="557" y="220"/>
                      </a:lnTo>
                      <a:lnTo>
                        <a:pt x="557" y="218"/>
                      </a:lnTo>
                      <a:lnTo>
                        <a:pt x="555" y="218"/>
                      </a:lnTo>
                      <a:lnTo>
                        <a:pt x="555" y="216"/>
                      </a:lnTo>
                      <a:lnTo>
                        <a:pt x="555" y="214"/>
                      </a:lnTo>
                      <a:lnTo>
                        <a:pt x="553" y="214"/>
                      </a:lnTo>
                      <a:lnTo>
                        <a:pt x="553" y="216"/>
                      </a:lnTo>
                      <a:lnTo>
                        <a:pt x="552" y="216"/>
                      </a:lnTo>
                      <a:lnTo>
                        <a:pt x="552" y="218"/>
                      </a:lnTo>
                      <a:lnTo>
                        <a:pt x="553" y="218"/>
                      </a:lnTo>
                      <a:lnTo>
                        <a:pt x="552" y="218"/>
                      </a:lnTo>
                      <a:lnTo>
                        <a:pt x="552" y="220"/>
                      </a:lnTo>
                      <a:lnTo>
                        <a:pt x="552" y="222"/>
                      </a:lnTo>
                      <a:lnTo>
                        <a:pt x="553" y="222"/>
                      </a:lnTo>
                      <a:lnTo>
                        <a:pt x="553" y="220"/>
                      </a:lnTo>
                      <a:lnTo>
                        <a:pt x="553" y="222"/>
                      </a:lnTo>
                      <a:lnTo>
                        <a:pt x="555" y="222"/>
                      </a:lnTo>
                      <a:lnTo>
                        <a:pt x="557" y="222"/>
                      </a:lnTo>
                      <a:lnTo>
                        <a:pt x="557" y="223"/>
                      </a:lnTo>
                      <a:lnTo>
                        <a:pt x="555" y="223"/>
                      </a:lnTo>
                      <a:lnTo>
                        <a:pt x="555" y="225"/>
                      </a:lnTo>
                      <a:lnTo>
                        <a:pt x="557" y="225"/>
                      </a:lnTo>
                      <a:lnTo>
                        <a:pt x="555" y="225"/>
                      </a:lnTo>
                      <a:lnTo>
                        <a:pt x="557" y="225"/>
                      </a:lnTo>
                      <a:lnTo>
                        <a:pt x="557" y="227"/>
                      </a:lnTo>
                      <a:lnTo>
                        <a:pt x="559" y="229"/>
                      </a:lnTo>
                      <a:lnTo>
                        <a:pt x="559" y="231"/>
                      </a:lnTo>
                      <a:lnTo>
                        <a:pt x="561" y="231"/>
                      </a:lnTo>
                      <a:lnTo>
                        <a:pt x="561" y="233"/>
                      </a:lnTo>
                      <a:lnTo>
                        <a:pt x="563" y="233"/>
                      </a:lnTo>
                      <a:lnTo>
                        <a:pt x="563" y="234"/>
                      </a:lnTo>
                      <a:lnTo>
                        <a:pt x="561" y="234"/>
                      </a:lnTo>
                      <a:lnTo>
                        <a:pt x="561" y="233"/>
                      </a:lnTo>
                      <a:lnTo>
                        <a:pt x="561" y="234"/>
                      </a:lnTo>
                      <a:lnTo>
                        <a:pt x="561" y="233"/>
                      </a:lnTo>
                      <a:lnTo>
                        <a:pt x="559" y="233"/>
                      </a:lnTo>
                      <a:lnTo>
                        <a:pt x="559" y="231"/>
                      </a:lnTo>
                      <a:lnTo>
                        <a:pt x="557" y="231"/>
                      </a:lnTo>
                      <a:lnTo>
                        <a:pt x="557" y="233"/>
                      </a:lnTo>
                      <a:lnTo>
                        <a:pt x="559" y="233"/>
                      </a:lnTo>
                      <a:lnTo>
                        <a:pt x="561" y="233"/>
                      </a:lnTo>
                      <a:lnTo>
                        <a:pt x="559" y="233"/>
                      </a:lnTo>
                      <a:lnTo>
                        <a:pt x="561" y="233"/>
                      </a:lnTo>
                      <a:lnTo>
                        <a:pt x="561" y="234"/>
                      </a:lnTo>
                      <a:lnTo>
                        <a:pt x="561" y="236"/>
                      </a:lnTo>
                      <a:lnTo>
                        <a:pt x="563" y="236"/>
                      </a:lnTo>
                      <a:lnTo>
                        <a:pt x="563" y="238"/>
                      </a:lnTo>
                      <a:lnTo>
                        <a:pt x="564" y="238"/>
                      </a:lnTo>
                      <a:lnTo>
                        <a:pt x="563" y="238"/>
                      </a:lnTo>
                      <a:lnTo>
                        <a:pt x="564" y="238"/>
                      </a:lnTo>
                      <a:lnTo>
                        <a:pt x="564" y="240"/>
                      </a:lnTo>
                      <a:lnTo>
                        <a:pt x="566" y="240"/>
                      </a:lnTo>
                      <a:lnTo>
                        <a:pt x="566" y="242"/>
                      </a:lnTo>
                      <a:lnTo>
                        <a:pt x="566" y="240"/>
                      </a:lnTo>
                      <a:lnTo>
                        <a:pt x="566" y="242"/>
                      </a:lnTo>
                      <a:lnTo>
                        <a:pt x="566" y="240"/>
                      </a:lnTo>
                      <a:lnTo>
                        <a:pt x="564" y="238"/>
                      </a:lnTo>
                      <a:lnTo>
                        <a:pt x="566" y="238"/>
                      </a:lnTo>
                      <a:lnTo>
                        <a:pt x="566" y="240"/>
                      </a:lnTo>
                      <a:lnTo>
                        <a:pt x="568" y="240"/>
                      </a:lnTo>
                      <a:lnTo>
                        <a:pt x="568" y="242"/>
                      </a:lnTo>
                      <a:lnTo>
                        <a:pt x="568" y="240"/>
                      </a:lnTo>
                      <a:lnTo>
                        <a:pt x="568" y="242"/>
                      </a:lnTo>
                      <a:lnTo>
                        <a:pt x="570" y="242"/>
                      </a:lnTo>
                      <a:lnTo>
                        <a:pt x="570" y="244"/>
                      </a:lnTo>
                      <a:lnTo>
                        <a:pt x="570" y="245"/>
                      </a:lnTo>
                      <a:lnTo>
                        <a:pt x="572" y="245"/>
                      </a:lnTo>
                      <a:lnTo>
                        <a:pt x="572" y="247"/>
                      </a:lnTo>
                      <a:lnTo>
                        <a:pt x="572" y="249"/>
                      </a:lnTo>
                      <a:lnTo>
                        <a:pt x="572" y="251"/>
                      </a:lnTo>
                      <a:lnTo>
                        <a:pt x="572" y="253"/>
                      </a:lnTo>
                      <a:lnTo>
                        <a:pt x="572" y="254"/>
                      </a:lnTo>
                      <a:lnTo>
                        <a:pt x="574" y="254"/>
                      </a:lnTo>
                      <a:lnTo>
                        <a:pt x="572" y="254"/>
                      </a:lnTo>
                      <a:lnTo>
                        <a:pt x="574" y="254"/>
                      </a:lnTo>
                      <a:lnTo>
                        <a:pt x="574" y="256"/>
                      </a:lnTo>
                      <a:lnTo>
                        <a:pt x="574" y="254"/>
                      </a:lnTo>
                      <a:lnTo>
                        <a:pt x="574" y="256"/>
                      </a:lnTo>
                      <a:lnTo>
                        <a:pt x="575" y="256"/>
                      </a:lnTo>
                      <a:lnTo>
                        <a:pt x="575" y="258"/>
                      </a:lnTo>
                      <a:lnTo>
                        <a:pt x="577" y="258"/>
                      </a:lnTo>
                      <a:lnTo>
                        <a:pt x="577" y="260"/>
                      </a:lnTo>
                      <a:lnTo>
                        <a:pt x="577" y="262"/>
                      </a:lnTo>
                      <a:lnTo>
                        <a:pt x="579" y="262"/>
                      </a:lnTo>
                      <a:lnTo>
                        <a:pt x="579" y="264"/>
                      </a:lnTo>
                      <a:lnTo>
                        <a:pt x="579" y="265"/>
                      </a:lnTo>
                      <a:lnTo>
                        <a:pt x="579" y="267"/>
                      </a:lnTo>
                      <a:lnTo>
                        <a:pt x="581" y="267"/>
                      </a:lnTo>
                      <a:lnTo>
                        <a:pt x="579" y="267"/>
                      </a:lnTo>
                      <a:lnTo>
                        <a:pt x="581" y="267"/>
                      </a:lnTo>
                      <a:lnTo>
                        <a:pt x="581" y="265"/>
                      </a:lnTo>
                      <a:lnTo>
                        <a:pt x="583" y="265"/>
                      </a:lnTo>
                      <a:lnTo>
                        <a:pt x="583" y="267"/>
                      </a:lnTo>
                      <a:lnTo>
                        <a:pt x="584" y="267"/>
                      </a:lnTo>
                      <a:lnTo>
                        <a:pt x="586" y="271"/>
                      </a:lnTo>
                      <a:lnTo>
                        <a:pt x="590" y="273"/>
                      </a:lnTo>
                      <a:lnTo>
                        <a:pt x="592" y="273"/>
                      </a:lnTo>
                      <a:lnTo>
                        <a:pt x="594" y="271"/>
                      </a:lnTo>
                      <a:lnTo>
                        <a:pt x="595" y="271"/>
                      </a:lnTo>
                      <a:lnTo>
                        <a:pt x="597" y="271"/>
                      </a:lnTo>
                      <a:lnTo>
                        <a:pt x="599" y="271"/>
                      </a:lnTo>
                      <a:lnTo>
                        <a:pt x="597" y="271"/>
                      </a:lnTo>
                      <a:lnTo>
                        <a:pt x="599" y="271"/>
                      </a:lnTo>
                      <a:lnTo>
                        <a:pt x="599" y="273"/>
                      </a:lnTo>
                      <a:lnTo>
                        <a:pt x="599" y="275"/>
                      </a:lnTo>
                      <a:lnTo>
                        <a:pt x="599" y="273"/>
                      </a:lnTo>
                      <a:lnTo>
                        <a:pt x="601" y="273"/>
                      </a:lnTo>
                      <a:lnTo>
                        <a:pt x="601" y="271"/>
                      </a:lnTo>
                      <a:lnTo>
                        <a:pt x="603" y="271"/>
                      </a:lnTo>
                      <a:lnTo>
                        <a:pt x="605" y="271"/>
                      </a:lnTo>
                      <a:lnTo>
                        <a:pt x="606" y="271"/>
                      </a:lnTo>
                      <a:lnTo>
                        <a:pt x="605" y="271"/>
                      </a:lnTo>
                      <a:lnTo>
                        <a:pt x="606" y="271"/>
                      </a:lnTo>
                      <a:lnTo>
                        <a:pt x="606" y="273"/>
                      </a:lnTo>
                      <a:lnTo>
                        <a:pt x="605" y="273"/>
                      </a:lnTo>
                      <a:lnTo>
                        <a:pt x="606" y="273"/>
                      </a:lnTo>
                      <a:lnTo>
                        <a:pt x="605" y="273"/>
                      </a:lnTo>
                      <a:lnTo>
                        <a:pt x="603" y="273"/>
                      </a:lnTo>
                      <a:lnTo>
                        <a:pt x="605" y="273"/>
                      </a:lnTo>
                      <a:lnTo>
                        <a:pt x="603" y="273"/>
                      </a:lnTo>
                      <a:lnTo>
                        <a:pt x="603" y="275"/>
                      </a:lnTo>
                      <a:lnTo>
                        <a:pt x="601" y="276"/>
                      </a:lnTo>
                      <a:lnTo>
                        <a:pt x="599" y="276"/>
                      </a:lnTo>
                      <a:lnTo>
                        <a:pt x="599" y="278"/>
                      </a:lnTo>
                      <a:lnTo>
                        <a:pt x="599" y="280"/>
                      </a:lnTo>
                      <a:lnTo>
                        <a:pt x="599" y="282"/>
                      </a:lnTo>
                      <a:lnTo>
                        <a:pt x="601" y="282"/>
                      </a:lnTo>
                      <a:lnTo>
                        <a:pt x="603" y="280"/>
                      </a:lnTo>
                      <a:lnTo>
                        <a:pt x="605" y="280"/>
                      </a:lnTo>
                      <a:lnTo>
                        <a:pt x="605" y="282"/>
                      </a:lnTo>
                      <a:lnTo>
                        <a:pt x="606" y="282"/>
                      </a:lnTo>
                      <a:lnTo>
                        <a:pt x="606" y="284"/>
                      </a:lnTo>
                      <a:lnTo>
                        <a:pt x="608" y="284"/>
                      </a:lnTo>
                      <a:lnTo>
                        <a:pt x="610" y="284"/>
                      </a:lnTo>
                      <a:lnTo>
                        <a:pt x="610" y="287"/>
                      </a:lnTo>
                      <a:lnTo>
                        <a:pt x="614" y="293"/>
                      </a:lnTo>
                      <a:lnTo>
                        <a:pt x="621" y="302"/>
                      </a:lnTo>
                      <a:lnTo>
                        <a:pt x="623" y="304"/>
                      </a:lnTo>
                      <a:lnTo>
                        <a:pt x="625" y="308"/>
                      </a:lnTo>
                      <a:lnTo>
                        <a:pt x="645" y="331"/>
                      </a:lnTo>
                      <a:lnTo>
                        <a:pt x="667" y="333"/>
                      </a:lnTo>
                      <a:lnTo>
                        <a:pt x="701" y="337"/>
                      </a:lnTo>
                      <a:lnTo>
                        <a:pt x="732" y="342"/>
                      </a:lnTo>
                      <a:lnTo>
                        <a:pt x="734" y="342"/>
                      </a:lnTo>
                      <a:lnTo>
                        <a:pt x="738" y="339"/>
                      </a:lnTo>
                      <a:lnTo>
                        <a:pt x="740" y="339"/>
                      </a:lnTo>
                      <a:lnTo>
                        <a:pt x="743" y="346"/>
                      </a:lnTo>
                      <a:lnTo>
                        <a:pt x="749" y="355"/>
                      </a:lnTo>
                      <a:lnTo>
                        <a:pt x="751" y="357"/>
                      </a:lnTo>
                      <a:lnTo>
                        <a:pt x="754" y="364"/>
                      </a:lnTo>
                      <a:lnTo>
                        <a:pt x="749" y="381"/>
                      </a:lnTo>
                      <a:lnTo>
                        <a:pt x="747" y="390"/>
                      </a:lnTo>
                      <a:lnTo>
                        <a:pt x="745" y="392"/>
                      </a:lnTo>
                      <a:lnTo>
                        <a:pt x="745" y="395"/>
                      </a:lnTo>
                      <a:lnTo>
                        <a:pt x="740" y="408"/>
                      </a:lnTo>
                      <a:lnTo>
                        <a:pt x="736" y="421"/>
                      </a:lnTo>
                      <a:lnTo>
                        <a:pt x="730" y="435"/>
                      </a:lnTo>
                      <a:lnTo>
                        <a:pt x="718" y="439"/>
                      </a:lnTo>
                      <a:lnTo>
                        <a:pt x="712" y="441"/>
                      </a:lnTo>
                      <a:lnTo>
                        <a:pt x="707" y="443"/>
                      </a:lnTo>
                      <a:lnTo>
                        <a:pt x="707" y="445"/>
                      </a:lnTo>
                      <a:lnTo>
                        <a:pt x="705" y="445"/>
                      </a:lnTo>
                      <a:lnTo>
                        <a:pt x="703" y="445"/>
                      </a:lnTo>
                      <a:lnTo>
                        <a:pt x="698" y="446"/>
                      </a:lnTo>
                      <a:lnTo>
                        <a:pt x="696" y="446"/>
                      </a:lnTo>
                      <a:lnTo>
                        <a:pt x="696" y="448"/>
                      </a:lnTo>
                      <a:lnTo>
                        <a:pt x="694" y="448"/>
                      </a:lnTo>
                      <a:lnTo>
                        <a:pt x="692" y="448"/>
                      </a:lnTo>
                      <a:lnTo>
                        <a:pt x="690" y="448"/>
                      </a:lnTo>
                      <a:lnTo>
                        <a:pt x="689" y="450"/>
                      </a:lnTo>
                      <a:lnTo>
                        <a:pt x="687" y="450"/>
                      </a:lnTo>
                      <a:lnTo>
                        <a:pt x="685" y="450"/>
                      </a:lnTo>
                      <a:lnTo>
                        <a:pt x="681" y="452"/>
                      </a:lnTo>
                      <a:lnTo>
                        <a:pt x="678" y="454"/>
                      </a:lnTo>
                      <a:lnTo>
                        <a:pt x="674" y="454"/>
                      </a:lnTo>
                      <a:lnTo>
                        <a:pt x="674" y="456"/>
                      </a:lnTo>
                      <a:lnTo>
                        <a:pt x="672" y="456"/>
                      </a:lnTo>
                      <a:lnTo>
                        <a:pt x="670" y="456"/>
                      </a:lnTo>
                      <a:lnTo>
                        <a:pt x="661" y="459"/>
                      </a:lnTo>
                      <a:lnTo>
                        <a:pt x="657" y="459"/>
                      </a:lnTo>
                      <a:lnTo>
                        <a:pt x="650" y="463"/>
                      </a:lnTo>
                      <a:lnTo>
                        <a:pt x="636" y="467"/>
                      </a:lnTo>
                      <a:lnTo>
                        <a:pt x="634" y="468"/>
                      </a:lnTo>
                      <a:lnTo>
                        <a:pt x="632" y="468"/>
                      </a:lnTo>
                      <a:lnTo>
                        <a:pt x="630" y="468"/>
                      </a:lnTo>
                      <a:lnTo>
                        <a:pt x="628" y="470"/>
                      </a:lnTo>
                      <a:lnTo>
                        <a:pt x="626" y="470"/>
                      </a:lnTo>
                      <a:lnTo>
                        <a:pt x="625" y="470"/>
                      </a:lnTo>
                      <a:lnTo>
                        <a:pt x="625" y="472"/>
                      </a:lnTo>
                      <a:lnTo>
                        <a:pt x="623" y="472"/>
                      </a:lnTo>
                      <a:lnTo>
                        <a:pt x="599" y="477"/>
                      </a:lnTo>
                      <a:lnTo>
                        <a:pt x="595" y="477"/>
                      </a:lnTo>
                      <a:lnTo>
                        <a:pt x="588" y="479"/>
                      </a:lnTo>
                      <a:lnTo>
                        <a:pt x="581" y="481"/>
                      </a:lnTo>
                      <a:lnTo>
                        <a:pt x="566" y="485"/>
                      </a:lnTo>
                      <a:lnTo>
                        <a:pt x="563" y="485"/>
                      </a:lnTo>
                      <a:lnTo>
                        <a:pt x="555" y="487"/>
                      </a:lnTo>
                      <a:lnTo>
                        <a:pt x="553" y="487"/>
                      </a:lnTo>
                      <a:lnTo>
                        <a:pt x="552" y="487"/>
                      </a:lnTo>
                      <a:lnTo>
                        <a:pt x="542" y="488"/>
                      </a:lnTo>
                      <a:lnTo>
                        <a:pt x="535" y="488"/>
                      </a:lnTo>
                      <a:lnTo>
                        <a:pt x="524" y="490"/>
                      </a:lnTo>
                      <a:lnTo>
                        <a:pt x="511" y="494"/>
                      </a:lnTo>
                      <a:lnTo>
                        <a:pt x="504" y="496"/>
                      </a:lnTo>
                      <a:lnTo>
                        <a:pt x="499" y="498"/>
                      </a:lnTo>
                      <a:lnTo>
                        <a:pt x="493" y="501"/>
                      </a:lnTo>
                      <a:lnTo>
                        <a:pt x="490" y="503"/>
                      </a:lnTo>
                      <a:lnTo>
                        <a:pt x="480" y="510"/>
                      </a:lnTo>
                      <a:lnTo>
                        <a:pt x="479" y="510"/>
                      </a:lnTo>
                      <a:lnTo>
                        <a:pt x="469" y="521"/>
                      </a:lnTo>
                      <a:lnTo>
                        <a:pt x="466" y="529"/>
                      </a:lnTo>
                      <a:lnTo>
                        <a:pt x="464" y="532"/>
                      </a:lnTo>
                      <a:lnTo>
                        <a:pt x="462" y="538"/>
                      </a:lnTo>
                      <a:lnTo>
                        <a:pt x="460" y="540"/>
                      </a:lnTo>
                      <a:lnTo>
                        <a:pt x="457" y="543"/>
                      </a:lnTo>
                      <a:lnTo>
                        <a:pt x="453" y="543"/>
                      </a:lnTo>
                      <a:lnTo>
                        <a:pt x="451" y="545"/>
                      </a:lnTo>
                      <a:lnTo>
                        <a:pt x="446" y="545"/>
                      </a:lnTo>
                      <a:lnTo>
                        <a:pt x="438" y="536"/>
                      </a:lnTo>
                      <a:lnTo>
                        <a:pt x="437" y="534"/>
                      </a:lnTo>
                      <a:lnTo>
                        <a:pt x="431" y="540"/>
                      </a:lnTo>
                      <a:lnTo>
                        <a:pt x="418" y="541"/>
                      </a:lnTo>
                      <a:lnTo>
                        <a:pt x="407" y="541"/>
                      </a:lnTo>
                      <a:lnTo>
                        <a:pt x="400" y="540"/>
                      </a:lnTo>
                      <a:lnTo>
                        <a:pt x="396" y="540"/>
                      </a:lnTo>
                      <a:lnTo>
                        <a:pt x="376" y="532"/>
                      </a:lnTo>
                      <a:lnTo>
                        <a:pt x="373" y="532"/>
                      </a:lnTo>
                      <a:lnTo>
                        <a:pt x="371" y="532"/>
                      </a:lnTo>
                      <a:lnTo>
                        <a:pt x="356" y="532"/>
                      </a:lnTo>
                      <a:lnTo>
                        <a:pt x="351" y="529"/>
                      </a:lnTo>
                      <a:lnTo>
                        <a:pt x="349" y="529"/>
                      </a:lnTo>
                      <a:lnTo>
                        <a:pt x="347" y="529"/>
                      </a:lnTo>
                      <a:lnTo>
                        <a:pt x="345" y="529"/>
                      </a:lnTo>
                      <a:lnTo>
                        <a:pt x="344" y="529"/>
                      </a:lnTo>
                      <a:lnTo>
                        <a:pt x="342" y="529"/>
                      </a:lnTo>
                      <a:lnTo>
                        <a:pt x="342" y="530"/>
                      </a:lnTo>
                      <a:lnTo>
                        <a:pt x="340" y="530"/>
                      </a:lnTo>
                      <a:lnTo>
                        <a:pt x="338" y="530"/>
                      </a:lnTo>
                      <a:lnTo>
                        <a:pt x="336" y="530"/>
                      </a:lnTo>
                      <a:lnTo>
                        <a:pt x="336" y="532"/>
                      </a:lnTo>
                      <a:lnTo>
                        <a:pt x="336" y="530"/>
                      </a:lnTo>
                      <a:lnTo>
                        <a:pt x="336" y="532"/>
                      </a:lnTo>
                      <a:lnTo>
                        <a:pt x="334" y="532"/>
                      </a:lnTo>
                      <a:lnTo>
                        <a:pt x="334" y="530"/>
                      </a:lnTo>
                      <a:lnTo>
                        <a:pt x="334" y="529"/>
                      </a:lnTo>
                      <a:lnTo>
                        <a:pt x="334" y="530"/>
                      </a:lnTo>
                      <a:lnTo>
                        <a:pt x="333" y="530"/>
                      </a:lnTo>
                      <a:lnTo>
                        <a:pt x="331" y="530"/>
                      </a:lnTo>
                      <a:lnTo>
                        <a:pt x="331" y="529"/>
                      </a:lnTo>
                      <a:lnTo>
                        <a:pt x="329" y="529"/>
                      </a:lnTo>
                      <a:lnTo>
                        <a:pt x="329" y="530"/>
                      </a:lnTo>
                      <a:lnTo>
                        <a:pt x="327" y="529"/>
                      </a:lnTo>
                      <a:lnTo>
                        <a:pt x="325" y="529"/>
                      </a:lnTo>
                      <a:lnTo>
                        <a:pt x="325" y="527"/>
                      </a:lnTo>
                      <a:lnTo>
                        <a:pt x="323" y="527"/>
                      </a:lnTo>
                      <a:lnTo>
                        <a:pt x="323" y="525"/>
                      </a:lnTo>
                      <a:lnTo>
                        <a:pt x="322" y="525"/>
                      </a:lnTo>
                      <a:lnTo>
                        <a:pt x="320" y="523"/>
                      </a:lnTo>
                      <a:lnTo>
                        <a:pt x="318" y="525"/>
                      </a:lnTo>
                      <a:lnTo>
                        <a:pt x="318" y="523"/>
                      </a:lnTo>
                      <a:lnTo>
                        <a:pt x="316" y="525"/>
                      </a:lnTo>
                      <a:lnTo>
                        <a:pt x="314" y="525"/>
                      </a:lnTo>
                      <a:lnTo>
                        <a:pt x="313" y="525"/>
                      </a:lnTo>
                      <a:lnTo>
                        <a:pt x="313" y="527"/>
                      </a:lnTo>
                      <a:lnTo>
                        <a:pt x="311" y="527"/>
                      </a:lnTo>
                      <a:lnTo>
                        <a:pt x="311" y="529"/>
                      </a:lnTo>
                      <a:lnTo>
                        <a:pt x="309" y="529"/>
                      </a:lnTo>
                      <a:lnTo>
                        <a:pt x="309" y="530"/>
                      </a:lnTo>
                      <a:lnTo>
                        <a:pt x="307" y="530"/>
                      </a:lnTo>
                      <a:lnTo>
                        <a:pt x="307" y="532"/>
                      </a:lnTo>
                      <a:lnTo>
                        <a:pt x="309" y="532"/>
                      </a:lnTo>
                      <a:lnTo>
                        <a:pt x="311" y="532"/>
                      </a:lnTo>
                      <a:lnTo>
                        <a:pt x="311" y="534"/>
                      </a:lnTo>
                      <a:lnTo>
                        <a:pt x="309" y="534"/>
                      </a:lnTo>
                      <a:lnTo>
                        <a:pt x="309" y="536"/>
                      </a:lnTo>
                      <a:lnTo>
                        <a:pt x="307" y="536"/>
                      </a:lnTo>
                      <a:lnTo>
                        <a:pt x="307" y="538"/>
                      </a:lnTo>
                      <a:lnTo>
                        <a:pt x="307" y="540"/>
                      </a:lnTo>
                      <a:lnTo>
                        <a:pt x="305" y="540"/>
                      </a:lnTo>
                      <a:lnTo>
                        <a:pt x="305" y="541"/>
                      </a:lnTo>
                      <a:lnTo>
                        <a:pt x="307" y="541"/>
                      </a:lnTo>
                      <a:lnTo>
                        <a:pt x="307" y="543"/>
                      </a:lnTo>
                      <a:lnTo>
                        <a:pt x="307" y="545"/>
                      </a:lnTo>
                      <a:lnTo>
                        <a:pt x="305" y="545"/>
                      </a:lnTo>
                      <a:lnTo>
                        <a:pt x="305" y="547"/>
                      </a:lnTo>
                      <a:lnTo>
                        <a:pt x="307" y="547"/>
                      </a:lnTo>
                      <a:lnTo>
                        <a:pt x="307" y="549"/>
                      </a:lnTo>
                      <a:lnTo>
                        <a:pt x="309" y="551"/>
                      </a:lnTo>
                      <a:lnTo>
                        <a:pt x="309" y="552"/>
                      </a:lnTo>
                      <a:lnTo>
                        <a:pt x="307" y="552"/>
                      </a:lnTo>
                      <a:lnTo>
                        <a:pt x="309" y="554"/>
                      </a:lnTo>
                      <a:lnTo>
                        <a:pt x="309" y="556"/>
                      </a:lnTo>
                      <a:lnTo>
                        <a:pt x="307" y="556"/>
                      </a:lnTo>
                      <a:lnTo>
                        <a:pt x="307" y="554"/>
                      </a:lnTo>
                      <a:lnTo>
                        <a:pt x="305" y="554"/>
                      </a:lnTo>
                      <a:lnTo>
                        <a:pt x="305" y="556"/>
                      </a:lnTo>
                      <a:lnTo>
                        <a:pt x="305" y="558"/>
                      </a:lnTo>
                      <a:lnTo>
                        <a:pt x="305" y="560"/>
                      </a:lnTo>
                      <a:lnTo>
                        <a:pt x="303" y="560"/>
                      </a:lnTo>
                      <a:lnTo>
                        <a:pt x="302" y="560"/>
                      </a:lnTo>
                      <a:lnTo>
                        <a:pt x="302" y="562"/>
                      </a:lnTo>
                      <a:lnTo>
                        <a:pt x="300" y="562"/>
                      </a:lnTo>
                      <a:lnTo>
                        <a:pt x="298" y="562"/>
                      </a:lnTo>
                      <a:lnTo>
                        <a:pt x="300" y="563"/>
                      </a:lnTo>
                      <a:lnTo>
                        <a:pt x="298" y="563"/>
                      </a:lnTo>
                      <a:lnTo>
                        <a:pt x="298" y="565"/>
                      </a:lnTo>
                      <a:lnTo>
                        <a:pt x="296" y="565"/>
                      </a:lnTo>
                      <a:lnTo>
                        <a:pt x="294" y="565"/>
                      </a:lnTo>
                      <a:lnTo>
                        <a:pt x="294" y="563"/>
                      </a:lnTo>
                      <a:lnTo>
                        <a:pt x="292" y="563"/>
                      </a:lnTo>
                      <a:lnTo>
                        <a:pt x="294" y="563"/>
                      </a:lnTo>
                      <a:lnTo>
                        <a:pt x="294" y="562"/>
                      </a:lnTo>
                      <a:lnTo>
                        <a:pt x="292" y="562"/>
                      </a:lnTo>
                      <a:lnTo>
                        <a:pt x="292" y="560"/>
                      </a:lnTo>
                      <a:lnTo>
                        <a:pt x="292" y="558"/>
                      </a:lnTo>
                      <a:lnTo>
                        <a:pt x="292" y="556"/>
                      </a:lnTo>
                      <a:lnTo>
                        <a:pt x="292" y="554"/>
                      </a:lnTo>
                      <a:lnTo>
                        <a:pt x="291" y="556"/>
                      </a:lnTo>
                      <a:lnTo>
                        <a:pt x="291" y="554"/>
                      </a:lnTo>
                      <a:lnTo>
                        <a:pt x="292" y="554"/>
                      </a:lnTo>
                      <a:lnTo>
                        <a:pt x="291" y="554"/>
                      </a:lnTo>
                      <a:lnTo>
                        <a:pt x="291" y="552"/>
                      </a:lnTo>
                      <a:lnTo>
                        <a:pt x="291" y="551"/>
                      </a:lnTo>
                      <a:lnTo>
                        <a:pt x="289" y="551"/>
                      </a:lnTo>
                      <a:lnTo>
                        <a:pt x="289" y="549"/>
                      </a:lnTo>
                      <a:lnTo>
                        <a:pt x="287" y="549"/>
                      </a:lnTo>
                      <a:lnTo>
                        <a:pt x="287" y="547"/>
                      </a:lnTo>
                      <a:lnTo>
                        <a:pt x="285" y="547"/>
                      </a:lnTo>
                      <a:lnTo>
                        <a:pt x="285" y="549"/>
                      </a:lnTo>
                      <a:lnTo>
                        <a:pt x="285" y="547"/>
                      </a:lnTo>
                      <a:lnTo>
                        <a:pt x="285" y="545"/>
                      </a:lnTo>
                      <a:lnTo>
                        <a:pt x="285" y="543"/>
                      </a:lnTo>
                      <a:lnTo>
                        <a:pt x="285" y="541"/>
                      </a:lnTo>
                      <a:lnTo>
                        <a:pt x="283" y="541"/>
                      </a:lnTo>
                      <a:lnTo>
                        <a:pt x="281" y="541"/>
                      </a:lnTo>
                      <a:lnTo>
                        <a:pt x="281" y="540"/>
                      </a:lnTo>
                      <a:lnTo>
                        <a:pt x="281" y="538"/>
                      </a:lnTo>
                      <a:lnTo>
                        <a:pt x="280" y="538"/>
                      </a:lnTo>
                      <a:lnTo>
                        <a:pt x="281" y="538"/>
                      </a:lnTo>
                      <a:lnTo>
                        <a:pt x="280" y="538"/>
                      </a:lnTo>
                      <a:lnTo>
                        <a:pt x="280" y="536"/>
                      </a:lnTo>
                      <a:lnTo>
                        <a:pt x="280" y="538"/>
                      </a:lnTo>
                      <a:lnTo>
                        <a:pt x="280" y="540"/>
                      </a:lnTo>
                      <a:lnTo>
                        <a:pt x="280" y="541"/>
                      </a:lnTo>
                      <a:lnTo>
                        <a:pt x="280" y="543"/>
                      </a:lnTo>
                      <a:lnTo>
                        <a:pt x="280" y="541"/>
                      </a:lnTo>
                      <a:lnTo>
                        <a:pt x="280" y="540"/>
                      </a:lnTo>
                      <a:lnTo>
                        <a:pt x="280" y="538"/>
                      </a:lnTo>
                      <a:lnTo>
                        <a:pt x="278" y="536"/>
                      </a:lnTo>
                      <a:lnTo>
                        <a:pt x="278" y="534"/>
                      </a:lnTo>
                      <a:lnTo>
                        <a:pt x="278" y="532"/>
                      </a:lnTo>
                      <a:lnTo>
                        <a:pt x="278" y="530"/>
                      </a:lnTo>
                      <a:lnTo>
                        <a:pt x="278" y="532"/>
                      </a:lnTo>
                      <a:lnTo>
                        <a:pt x="278" y="530"/>
                      </a:lnTo>
                      <a:lnTo>
                        <a:pt x="278" y="529"/>
                      </a:lnTo>
                      <a:lnTo>
                        <a:pt x="278" y="527"/>
                      </a:lnTo>
                      <a:lnTo>
                        <a:pt x="276" y="527"/>
                      </a:lnTo>
                      <a:lnTo>
                        <a:pt x="276" y="525"/>
                      </a:lnTo>
                      <a:lnTo>
                        <a:pt x="274" y="525"/>
                      </a:lnTo>
                      <a:lnTo>
                        <a:pt x="274" y="523"/>
                      </a:lnTo>
                      <a:lnTo>
                        <a:pt x="274" y="525"/>
                      </a:lnTo>
                      <a:lnTo>
                        <a:pt x="274" y="523"/>
                      </a:lnTo>
                      <a:lnTo>
                        <a:pt x="272" y="523"/>
                      </a:lnTo>
                      <a:lnTo>
                        <a:pt x="271" y="523"/>
                      </a:lnTo>
                      <a:lnTo>
                        <a:pt x="271" y="521"/>
                      </a:lnTo>
                      <a:lnTo>
                        <a:pt x="269" y="520"/>
                      </a:lnTo>
                      <a:lnTo>
                        <a:pt x="267" y="520"/>
                      </a:lnTo>
                      <a:lnTo>
                        <a:pt x="267" y="518"/>
                      </a:lnTo>
                      <a:lnTo>
                        <a:pt x="265" y="518"/>
                      </a:lnTo>
                      <a:lnTo>
                        <a:pt x="265" y="516"/>
                      </a:lnTo>
                      <a:lnTo>
                        <a:pt x="263" y="516"/>
                      </a:lnTo>
                      <a:lnTo>
                        <a:pt x="261" y="514"/>
                      </a:lnTo>
                      <a:lnTo>
                        <a:pt x="260" y="514"/>
                      </a:lnTo>
                      <a:lnTo>
                        <a:pt x="260" y="512"/>
                      </a:lnTo>
                      <a:lnTo>
                        <a:pt x="260" y="514"/>
                      </a:lnTo>
                      <a:lnTo>
                        <a:pt x="258" y="512"/>
                      </a:lnTo>
                      <a:lnTo>
                        <a:pt x="258" y="514"/>
                      </a:lnTo>
                      <a:lnTo>
                        <a:pt x="258" y="512"/>
                      </a:lnTo>
                      <a:lnTo>
                        <a:pt x="258" y="510"/>
                      </a:lnTo>
                      <a:lnTo>
                        <a:pt x="256" y="510"/>
                      </a:lnTo>
                      <a:lnTo>
                        <a:pt x="256" y="509"/>
                      </a:lnTo>
                      <a:lnTo>
                        <a:pt x="254" y="509"/>
                      </a:lnTo>
                      <a:lnTo>
                        <a:pt x="256" y="509"/>
                      </a:lnTo>
                      <a:lnTo>
                        <a:pt x="254" y="509"/>
                      </a:lnTo>
                      <a:lnTo>
                        <a:pt x="254" y="507"/>
                      </a:lnTo>
                      <a:lnTo>
                        <a:pt x="254" y="509"/>
                      </a:lnTo>
                      <a:lnTo>
                        <a:pt x="254" y="507"/>
                      </a:lnTo>
                      <a:lnTo>
                        <a:pt x="252" y="507"/>
                      </a:lnTo>
                      <a:lnTo>
                        <a:pt x="254" y="507"/>
                      </a:lnTo>
                      <a:lnTo>
                        <a:pt x="254" y="505"/>
                      </a:lnTo>
                      <a:lnTo>
                        <a:pt x="252" y="505"/>
                      </a:lnTo>
                      <a:lnTo>
                        <a:pt x="254" y="505"/>
                      </a:lnTo>
                      <a:lnTo>
                        <a:pt x="252" y="505"/>
                      </a:lnTo>
                      <a:lnTo>
                        <a:pt x="250" y="503"/>
                      </a:lnTo>
                      <a:lnTo>
                        <a:pt x="250" y="501"/>
                      </a:lnTo>
                      <a:lnTo>
                        <a:pt x="250" y="499"/>
                      </a:lnTo>
                      <a:lnTo>
                        <a:pt x="250" y="501"/>
                      </a:lnTo>
                      <a:lnTo>
                        <a:pt x="250" y="499"/>
                      </a:lnTo>
                      <a:lnTo>
                        <a:pt x="249" y="499"/>
                      </a:lnTo>
                      <a:lnTo>
                        <a:pt x="250" y="499"/>
                      </a:lnTo>
                      <a:lnTo>
                        <a:pt x="249" y="499"/>
                      </a:lnTo>
                      <a:lnTo>
                        <a:pt x="249" y="498"/>
                      </a:lnTo>
                      <a:lnTo>
                        <a:pt x="247" y="498"/>
                      </a:lnTo>
                      <a:lnTo>
                        <a:pt x="249" y="498"/>
                      </a:lnTo>
                      <a:lnTo>
                        <a:pt x="247" y="498"/>
                      </a:lnTo>
                      <a:lnTo>
                        <a:pt x="247" y="496"/>
                      </a:lnTo>
                      <a:lnTo>
                        <a:pt x="247" y="494"/>
                      </a:lnTo>
                      <a:lnTo>
                        <a:pt x="247" y="492"/>
                      </a:lnTo>
                      <a:lnTo>
                        <a:pt x="247" y="490"/>
                      </a:lnTo>
                      <a:lnTo>
                        <a:pt x="245" y="490"/>
                      </a:lnTo>
                      <a:lnTo>
                        <a:pt x="245" y="488"/>
                      </a:lnTo>
                      <a:lnTo>
                        <a:pt x="243" y="488"/>
                      </a:lnTo>
                      <a:lnTo>
                        <a:pt x="243" y="487"/>
                      </a:lnTo>
                      <a:lnTo>
                        <a:pt x="241" y="487"/>
                      </a:lnTo>
                      <a:lnTo>
                        <a:pt x="240" y="487"/>
                      </a:lnTo>
                      <a:lnTo>
                        <a:pt x="240" y="485"/>
                      </a:lnTo>
                      <a:lnTo>
                        <a:pt x="240" y="483"/>
                      </a:lnTo>
                      <a:lnTo>
                        <a:pt x="238" y="483"/>
                      </a:lnTo>
                      <a:lnTo>
                        <a:pt x="238" y="481"/>
                      </a:lnTo>
                      <a:lnTo>
                        <a:pt x="238" y="479"/>
                      </a:lnTo>
                      <a:lnTo>
                        <a:pt x="240" y="479"/>
                      </a:lnTo>
                      <a:lnTo>
                        <a:pt x="240" y="477"/>
                      </a:lnTo>
                      <a:lnTo>
                        <a:pt x="238" y="477"/>
                      </a:lnTo>
                      <a:lnTo>
                        <a:pt x="238" y="476"/>
                      </a:lnTo>
                      <a:lnTo>
                        <a:pt x="236" y="476"/>
                      </a:lnTo>
                      <a:lnTo>
                        <a:pt x="236" y="474"/>
                      </a:lnTo>
                      <a:lnTo>
                        <a:pt x="236" y="472"/>
                      </a:lnTo>
                      <a:lnTo>
                        <a:pt x="236" y="470"/>
                      </a:lnTo>
                      <a:lnTo>
                        <a:pt x="236" y="468"/>
                      </a:lnTo>
                      <a:lnTo>
                        <a:pt x="234" y="468"/>
                      </a:lnTo>
                      <a:lnTo>
                        <a:pt x="234" y="467"/>
                      </a:lnTo>
                      <a:lnTo>
                        <a:pt x="234" y="468"/>
                      </a:lnTo>
                      <a:lnTo>
                        <a:pt x="234" y="467"/>
                      </a:lnTo>
                      <a:lnTo>
                        <a:pt x="232" y="467"/>
                      </a:lnTo>
                      <a:lnTo>
                        <a:pt x="232" y="465"/>
                      </a:lnTo>
                      <a:lnTo>
                        <a:pt x="232" y="463"/>
                      </a:lnTo>
                      <a:lnTo>
                        <a:pt x="232" y="461"/>
                      </a:lnTo>
                      <a:lnTo>
                        <a:pt x="230" y="461"/>
                      </a:lnTo>
                      <a:lnTo>
                        <a:pt x="230" y="459"/>
                      </a:lnTo>
                      <a:lnTo>
                        <a:pt x="229" y="459"/>
                      </a:lnTo>
                      <a:lnTo>
                        <a:pt x="229" y="457"/>
                      </a:lnTo>
                      <a:lnTo>
                        <a:pt x="229" y="456"/>
                      </a:lnTo>
                      <a:lnTo>
                        <a:pt x="229" y="454"/>
                      </a:lnTo>
                      <a:lnTo>
                        <a:pt x="229" y="452"/>
                      </a:lnTo>
                      <a:lnTo>
                        <a:pt x="227" y="452"/>
                      </a:lnTo>
                      <a:lnTo>
                        <a:pt x="225" y="452"/>
                      </a:lnTo>
                      <a:lnTo>
                        <a:pt x="223" y="450"/>
                      </a:lnTo>
                      <a:lnTo>
                        <a:pt x="223" y="448"/>
                      </a:lnTo>
                      <a:lnTo>
                        <a:pt x="223" y="450"/>
                      </a:lnTo>
                      <a:lnTo>
                        <a:pt x="223" y="448"/>
                      </a:lnTo>
                      <a:lnTo>
                        <a:pt x="223" y="446"/>
                      </a:lnTo>
                      <a:lnTo>
                        <a:pt x="223" y="445"/>
                      </a:lnTo>
                      <a:lnTo>
                        <a:pt x="221" y="445"/>
                      </a:lnTo>
                      <a:lnTo>
                        <a:pt x="221" y="443"/>
                      </a:lnTo>
                      <a:lnTo>
                        <a:pt x="219" y="443"/>
                      </a:lnTo>
                      <a:lnTo>
                        <a:pt x="218" y="443"/>
                      </a:lnTo>
                      <a:lnTo>
                        <a:pt x="218" y="445"/>
                      </a:lnTo>
                      <a:lnTo>
                        <a:pt x="219" y="445"/>
                      </a:lnTo>
                      <a:lnTo>
                        <a:pt x="218" y="445"/>
                      </a:lnTo>
                      <a:lnTo>
                        <a:pt x="218" y="443"/>
                      </a:lnTo>
                      <a:lnTo>
                        <a:pt x="216" y="443"/>
                      </a:lnTo>
                      <a:lnTo>
                        <a:pt x="216" y="441"/>
                      </a:lnTo>
                      <a:lnTo>
                        <a:pt x="216" y="439"/>
                      </a:lnTo>
                      <a:lnTo>
                        <a:pt x="214" y="439"/>
                      </a:lnTo>
                      <a:lnTo>
                        <a:pt x="214" y="437"/>
                      </a:lnTo>
                      <a:lnTo>
                        <a:pt x="212" y="437"/>
                      </a:lnTo>
                      <a:lnTo>
                        <a:pt x="212" y="435"/>
                      </a:lnTo>
                      <a:lnTo>
                        <a:pt x="210" y="435"/>
                      </a:lnTo>
                      <a:lnTo>
                        <a:pt x="210" y="434"/>
                      </a:lnTo>
                      <a:lnTo>
                        <a:pt x="208" y="434"/>
                      </a:lnTo>
                      <a:lnTo>
                        <a:pt x="207" y="434"/>
                      </a:lnTo>
                      <a:lnTo>
                        <a:pt x="207" y="432"/>
                      </a:lnTo>
                      <a:lnTo>
                        <a:pt x="205" y="432"/>
                      </a:lnTo>
                      <a:lnTo>
                        <a:pt x="205" y="430"/>
                      </a:lnTo>
                      <a:lnTo>
                        <a:pt x="203" y="430"/>
                      </a:lnTo>
                      <a:lnTo>
                        <a:pt x="203" y="428"/>
                      </a:lnTo>
                      <a:lnTo>
                        <a:pt x="201" y="428"/>
                      </a:lnTo>
                      <a:lnTo>
                        <a:pt x="199" y="428"/>
                      </a:lnTo>
                      <a:lnTo>
                        <a:pt x="199" y="426"/>
                      </a:lnTo>
                      <a:lnTo>
                        <a:pt x="198" y="426"/>
                      </a:lnTo>
                      <a:lnTo>
                        <a:pt x="198" y="424"/>
                      </a:lnTo>
                      <a:lnTo>
                        <a:pt x="198" y="426"/>
                      </a:lnTo>
                      <a:lnTo>
                        <a:pt x="196" y="426"/>
                      </a:lnTo>
                      <a:lnTo>
                        <a:pt x="194" y="426"/>
                      </a:lnTo>
                      <a:lnTo>
                        <a:pt x="194" y="424"/>
                      </a:lnTo>
                      <a:lnTo>
                        <a:pt x="192" y="424"/>
                      </a:lnTo>
                      <a:lnTo>
                        <a:pt x="190" y="424"/>
                      </a:lnTo>
                      <a:lnTo>
                        <a:pt x="192" y="424"/>
                      </a:lnTo>
                      <a:lnTo>
                        <a:pt x="192" y="426"/>
                      </a:lnTo>
                      <a:lnTo>
                        <a:pt x="192" y="424"/>
                      </a:lnTo>
                      <a:lnTo>
                        <a:pt x="192" y="426"/>
                      </a:lnTo>
                      <a:lnTo>
                        <a:pt x="190" y="424"/>
                      </a:lnTo>
                      <a:lnTo>
                        <a:pt x="188" y="424"/>
                      </a:lnTo>
                      <a:lnTo>
                        <a:pt x="188" y="423"/>
                      </a:lnTo>
                      <a:lnTo>
                        <a:pt x="187" y="423"/>
                      </a:lnTo>
                      <a:lnTo>
                        <a:pt x="185" y="423"/>
                      </a:lnTo>
                      <a:lnTo>
                        <a:pt x="185" y="421"/>
                      </a:lnTo>
                      <a:lnTo>
                        <a:pt x="183" y="421"/>
                      </a:lnTo>
                      <a:lnTo>
                        <a:pt x="183" y="419"/>
                      </a:lnTo>
                      <a:lnTo>
                        <a:pt x="183" y="417"/>
                      </a:lnTo>
                      <a:lnTo>
                        <a:pt x="181" y="417"/>
                      </a:lnTo>
                      <a:lnTo>
                        <a:pt x="181" y="415"/>
                      </a:lnTo>
                      <a:lnTo>
                        <a:pt x="181" y="417"/>
                      </a:lnTo>
                      <a:lnTo>
                        <a:pt x="181" y="415"/>
                      </a:lnTo>
                      <a:lnTo>
                        <a:pt x="179" y="415"/>
                      </a:lnTo>
                      <a:lnTo>
                        <a:pt x="181" y="415"/>
                      </a:lnTo>
                      <a:lnTo>
                        <a:pt x="179" y="415"/>
                      </a:lnTo>
                      <a:lnTo>
                        <a:pt x="179" y="414"/>
                      </a:lnTo>
                      <a:lnTo>
                        <a:pt x="177" y="414"/>
                      </a:lnTo>
                      <a:lnTo>
                        <a:pt x="177" y="412"/>
                      </a:lnTo>
                      <a:lnTo>
                        <a:pt x="177" y="410"/>
                      </a:lnTo>
                      <a:lnTo>
                        <a:pt x="176" y="410"/>
                      </a:lnTo>
                      <a:lnTo>
                        <a:pt x="177" y="410"/>
                      </a:lnTo>
                      <a:lnTo>
                        <a:pt x="177" y="408"/>
                      </a:lnTo>
                      <a:lnTo>
                        <a:pt x="176" y="408"/>
                      </a:lnTo>
                      <a:lnTo>
                        <a:pt x="177" y="408"/>
                      </a:lnTo>
                      <a:lnTo>
                        <a:pt x="176" y="408"/>
                      </a:lnTo>
                      <a:lnTo>
                        <a:pt x="176" y="410"/>
                      </a:lnTo>
                      <a:lnTo>
                        <a:pt x="176" y="408"/>
                      </a:lnTo>
                      <a:lnTo>
                        <a:pt x="174" y="408"/>
                      </a:lnTo>
                      <a:lnTo>
                        <a:pt x="174" y="406"/>
                      </a:lnTo>
                      <a:lnTo>
                        <a:pt x="176" y="406"/>
                      </a:lnTo>
                      <a:lnTo>
                        <a:pt x="176" y="408"/>
                      </a:lnTo>
                      <a:lnTo>
                        <a:pt x="176" y="406"/>
                      </a:lnTo>
                      <a:lnTo>
                        <a:pt x="174" y="406"/>
                      </a:lnTo>
                      <a:lnTo>
                        <a:pt x="176" y="406"/>
                      </a:lnTo>
                      <a:lnTo>
                        <a:pt x="174" y="406"/>
                      </a:lnTo>
                      <a:lnTo>
                        <a:pt x="172" y="404"/>
                      </a:lnTo>
                      <a:lnTo>
                        <a:pt x="172" y="403"/>
                      </a:lnTo>
                      <a:lnTo>
                        <a:pt x="170" y="403"/>
                      </a:lnTo>
                      <a:lnTo>
                        <a:pt x="170" y="401"/>
                      </a:lnTo>
                      <a:lnTo>
                        <a:pt x="168" y="401"/>
                      </a:lnTo>
                      <a:lnTo>
                        <a:pt x="168" y="399"/>
                      </a:lnTo>
                      <a:lnTo>
                        <a:pt x="168" y="397"/>
                      </a:lnTo>
                      <a:lnTo>
                        <a:pt x="167" y="397"/>
                      </a:lnTo>
                      <a:lnTo>
                        <a:pt x="165" y="395"/>
                      </a:lnTo>
                      <a:lnTo>
                        <a:pt x="167" y="395"/>
                      </a:lnTo>
                      <a:lnTo>
                        <a:pt x="165" y="395"/>
                      </a:lnTo>
                      <a:lnTo>
                        <a:pt x="165" y="393"/>
                      </a:lnTo>
                      <a:lnTo>
                        <a:pt x="165" y="392"/>
                      </a:lnTo>
                      <a:lnTo>
                        <a:pt x="163" y="392"/>
                      </a:lnTo>
                      <a:lnTo>
                        <a:pt x="163" y="390"/>
                      </a:lnTo>
                      <a:lnTo>
                        <a:pt x="163" y="388"/>
                      </a:lnTo>
                      <a:lnTo>
                        <a:pt x="163" y="386"/>
                      </a:lnTo>
                      <a:lnTo>
                        <a:pt x="163" y="388"/>
                      </a:lnTo>
                      <a:lnTo>
                        <a:pt x="165" y="388"/>
                      </a:lnTo>
                      <a:lnTo>
                        <a:pt x="165" y="386"/>
                      </a:lnTo>
                      <a:lnTo>
                        <a:pt x="167" y="384"/>
                      </a:lnTo>
                      <a:lnTo>
                        <a:pt x="165" y="384"/>
                      </a:lnTo>
                      <a:lnTo>
                        <a:pt x="165" y="382"/>
                      </a:lnTo>
                      <a:lnTo>
                        <a:pt x="165" y="384"/>
                      </a:lnTo>
                      <a:lnTo>
                        <a:pt x="165" y="382"/>
                      </a:lnTo>
                      <a:lnTo>
                        <a:pt x="165" y="381"/>
                      </a:lnTo>
                      <a:lnTo>
                        <a:pt x="163" y="381"/>
                      </a:lnTo>
                      <a:lnTo>
                        <a:pt x="165" y="382"/>
                      </a:lnTo>
                      <a:lnTo>
                        <a:pt x="163" y="382"/>
                      </a:lnTo>
                      <a:lnTo>
                        <a:pt x="163" y="381"/>
                      </a:lnTo>
                      <a:lnTo>
                        <a:pt x="163" y="382"/>
                      </a:lnTo>
                      <a:lnTo>
                        <a:pt x="163" y="381"/>
                      </a:lnTo>
                      <a:lnTo>
                        <a:pt x="163" y="379"/>
                      </a:lnTo>
                      <a:lnTo>
                        <a:pt x="163" y="377"/>
                      </a:lnTo>
                      <a:lnTo>
                        <a:pt x="163" y="375"/>
                      </a:lnTo>
                      <a:lnTo>
                        <a:pt x="163" y="373"/>
                      </a:lnTo>
                      <a:lnTo>
                        <a:pt x="165" y="373"/>
                      </a:lnTo>
                      <a:lnTo>
                        <a:pt x="163" y="373"/>
                      </a:lnTo>
                      <a:lnTo>
                        <a:pt x="165" y="373"/>
                      </a:lnTo>
                      <a:lnTo>
                        <a:pt x="163" y="373"/>
                      </a:lnTo>
                      <a:lnTo>
                        <a:pt x="163" y="375"/>
                      </a:lnTo>
                      <a:lnTo>
                        <a:pt x="161" y="375"/>
                      </a:lnTo>
                      <a:lnTo>
                        <a:pt x="161" y="373"/>
                      </a:lnTo>
                      <a:lnTo>
                        <a:pt x="161" y="371"/>
                      </a:lnTo>
                      <a:lnTo>
                        <a:pt x="159" y="371"/>
                      </a:lnTo>
                      <a:lnTo>
                        <a:pt x="159" y="370"/>
                      </a:lnTo>
                      <a:lnTo>
                        <a:pt x="159" y="371"/>
                      </a:lnTo>
                      <a:lnTo>
                        <a:pt x="159" y="370"/>
                      </a:lnTo>
                      <a:lnTo>
                        <a:pt x="157" y="370"/>
                      </a:lnTo>
                      <a:lnTo>
                        <a:pt x="157" y="368"/>
                      </a:lnTo>
                      <a:lnTo>
                        <a:pt x="157" y="366"/>
                      </a:lnTo>
                      <a:lnTo>
                        <a:pt x="157" y="364"/>
                      </a:lnTo>
                      <a:lnTo>
                        <a:pt x="157" y="362"/>
                      </a:lnTo>
                      <a:lnTo>
                        <a:pt x="157" y="364"/>
                      </a:lnTo>
                      <a:lnTo>
                        <a:pt x="157" y="362"/>
                      </a:lnTo>
                      <a:lnTo>
                        <a:pt x="159" y="362"/>
                      </a:lnTo>
                      <a:lnTo>
                        <a:pt x="157" y="364"/>
                      </a:lnTo>
                      <a:lnTo>
                        <a:pt x="157" y="366"/>
                      </a:lnTo>
                      <a:lnTo>
                        <a:pt x="157" y="364"/>
                      </a:lnTo>
                      <a:lnTo>
                        <a:pt x="159" y="364"/>
                      </a:lnTo>
                      <a:lnTo>
                        <a:pt x="159" y="362"/>
                      </a:lnTo>
                      <a:lnTo>
                        <a:pt x="161" y="362"/>
                      </a:lnTo>
                      <a:lnTo>
                        <a:pt x="161" y="361"/>
                      </a:lnTo>
                      <a:lnTo>
                        <a:pt x="161" y="359"/>
                      </a:lnTo>
                      <a:lnTo>
                        <a:pt x="161" y="361"/>
                      </a:lnTo>
                      <a:lnTo>
                        <a:pt x="159" y="361"/>
                      </a:lnTo>
                      <a:lnTo>
                        <a:pt x="161" y="361"/>
                      </a:lnTo>
                      <a:lnTo>
                        <a:pt x="159" y="361"/>
                      </a:lnTo>
                      <a:lnTo>
                        <a:pt x="161" y="361"/>
                      </a:lnTo>
                      <a:lnTo>
                        <a:pt x="159" y="361"/>
                      </a:lnTo>
                      <a:lnTo>
                        <a:pt x="161" y="359"/>
                      </a:lnTo>
                      <a:lnTo>
                        <a:pt x="161" y="357"/>
                      </a:lnTo>
                      <a:lnTo>
                        <a:pt x="159" y="357"/>
                      </a:lnTo>
                      <a:lnTo>
                        <a:pt x="161" y="357"/>
                      </a:lnTo>
                      <a:lnTo>
                        <a:pt x="161" y="355"/>
                      </a:lnTo>
                      <a:lnTo>
                        <a:pt x="163" y="355"/>
                      </a:lnTo>
                      <a:lnTo>
                        <a:pt x="163" y="353"/>
                      </a:lnTo>
                      <a:lnTo>
                        <a:pt x="163" y="351"/>
                      </a:lnTo>
                      <a:lnTo>
                        <a:pt x="163" y="353"/>
                      </a:lnTo>
                      <a:lnTo>
                        <a:pt x="163" y="351"/>
                      </a:lnTo>
                      <a:lnTo>
                        <a:pt x="165" y="351"/>
                      </a:lnTo>
                      <a:lnTo>
                        <a:pt x="165" y="350"/>
                      </a:lnTo>
                      <a:lnTo>
                        <a:pt x="163" y="350"/>
                      </a:lnTo>
                      <a:lnTo>
                        <a:pt x="163" y="351"/>
                      </a:lnTo>
                      <a:lnTo>
                        <a:pt x="163" y="350"/>
                      </a:lnTo>
                      <a:lnTo>
                        <a:pt x="163" y="351"/>
                      </a:lnTo>
                      <a:lnTo>
                        <a:pt x="163" y="350"/>
                      </a:lnTo>
                      <a:lnTo>
                        <a:pt x="161" y="350"/>
                      </a:lnTo>
                      <a:lnTo>
                        <a:pt x="161" y="348"/>
                      </a:lnTo>
                      <a:lnTo>
                        <a:pt x="163" y="348"/>
                      </a:lnTo>
                      <a:lnTo>
                        <a:pt x="161" y="346"/>
                      </a:lnTo>
                      <a:lnTo>
                        <a:pt x="163" y="346"/>
                      </a:lnTo>
                      <a:lnTo>
                        <a:pt x="161" y="344"/>
                      </a:lnTo>
                      <a:lnTo>
                        <a:pt x="163" y="344"/>
                      </a:lnTo>
                      <a:lnTo>
                        <a:pt x="161" y="344"/>
                      </a:lnTo>
                      <a:lnTo>
                        <a:pt x="161" y="342"/>
                      </a:lnTo>
                      <a:lnTo>
                        <a:pt x="159" y="340"/>
                      </a:lnTo>
                      <a:lnTo>
                        <a:pt x="159" y="339"/>
                      </a:lnTo>
                      <a:lnTo>
                        <a:pt x="159" y="337"/>
                      </a:lnTo>
                      <a:lnTo>
                        <a:pt x="157" y="337"/>
                      </a:lnTo>
                      <a:lnTo>
                        <a:pt x="157" y="335"/>
                      </a:lnTo>
                      <a:lnTo>
                        <a:pt x="156" y="335"/>
                      </a:lnTo>
                      <a:lnTo>
                        <a:pt x="156" y="333"/>
                      </a:lnTo>
                      <a:lnTo>
                        <a:pt x="156" y="331"/>
                      </a:lnTo>
                      <a:lnTo>
                        <a:pt x="154" y="331"/>
                      </a:lnTo>
                      <a:lnTo>
                        <a:pt x="156" y="331"/>
                      </a:lnTo>
                      <a:lnTo>
                        <a:pt x="156" y="333"/>
                      </a:lnTo>
                      <a:lnTo>
                        <a:pt x="157" y="333"/>
                      </a:lnTo>
                      <a:lnTo>
                        <a:pt x="157" y="331"/>
                      </a:lnTo>
                      <a:lnTo>
                        <a:pt x="156" y="331"/>
                      </a:lnTo>
                      <a:lnTo>
                        <a:pt x="156" y="329"/>
                      </a:lnTo>
                      <a:lnTo>
                        <a:pt x="154" y="329"/>
                      </a:lnTo>
                      <a:lnTo>
                        <a:pt x="154" y="328"/>
                      </a:lnTo>
                      <a:lnTo>
                        <a:pt x="152" y="328"/>
                      </a:lnTo>
                      <a:lnTo>
                        <a:pt x="152" y="329"/>
                      </a:lnTo>
                      <a:lnTo>
                        <a:pt x="154" y="329"/>
                      </a:lnTo>
                      <a:lnTo>
                        <a:pt x="152" y="329"/>
                      </a:lnTo>
                      <a:lnTo>
                        <a:pt x="152" y="328"/>
                      </a:lnTo>
                      <a:lnTo>
                        <a:pt x="152" y="326"/>
                      </a:lnTo>
                      <a:lnTo>
                        <a:pt x="152" y="324"/>
                      </a:lnTo>
                      <a:lnTo>
                        <a:pt x="152" y="322"/>
                      </a:lnTo>
                      <a:lnTo>
                        <a:pt x="152" y="324"/>
                      </a:lnTo>
                      <a:lnTo>
                        <a:pt x="150" y="322"/>
                      </a:lnTo>
                      <a:lnTo>
                        <a:pt x="152" y="322"/>
                      </a:lnTo>
                      <a:lnTo>
                        <a:pt x="150" y="322"/>
                      </a:lnTo>
                      <a:lnTo>
                        <a:pt x="152" y="322"/>
                      </a:lnTo>
                      <a:lnTo>
                        <a:pt x="150" y="322"/>
                      </a:lnTo>
                      <a:lnTo>
                        <a:pt x="152" y="322"/>
                      </a:lnTo>
                      <a:lnTo>
                        <a:pt x="150" y="322"/>
                      </a:lnTo>
                      <a:lnTo>
                        <a:pt x="150" y="320"/>
                      </a:lnTo>
                      <a:lnTo>
                        <a:pt x="148" y="320"/>
                      </a:lnTo>
                      <a:lnTo>
                        <a:pt x="148" y="318"/>
                      </a:lnTo>
                      <a:lnTo>
                        <a:pt x="148" y="317"/>
                      </a:lnTo>
                      <a:lnTo>
                        <a:pt x="148" y="318"/>
                      </a:lnTo>
                      <a:lnTo>
                        <a:pt x="148" y="317"/>
                      </a:lnTo>
                      <a:lnTo>
                        <a:pt x="146" y="317"/>
                      </a:lnTo>
                      <a:lnTo>
                        <a:pt x="146" y="315"/>
                      </a:lnTo>
                      <a:lnTo>
                        <a:pt x="146" y="317"/>
                      </a:lnTo>
                      <a:lnTo>
                        <a:pt x="146" y="315"/>
                      </a:lnTo>
                      <a:lnTo>
                        <a:pt x="146" y="313"/>
                      </a:lnTo>
                      <a:lnTo>
                        <a:pt x="146" y="311"/>
                      </a:lnTo>
                      <a:lnTo>
                        <a:pt x="146" y="309"/>
                      </a:lnTo>
                      <a:lnTo>
                        <a:pt x="145" y="309"/>
                      </a:lnTo>
                      <a:lnTo>
                        <a:pt x="145" y="308"/>
                      </a:lnTo>
                      <a:lnTo>
                        <a:pt x="143" y="308"/>
                      </a:lnTo>
                      <a:lnTo>
                        <a:pt x="143" y="309"/>
                      </a:lnTo>
                      <a:lnTo>
                        <a:pt x="145" y="309"/>
                      </a:lnTo>
                      <a:lnTo>
                        <a:pt x="143" y="309"/>
                      </a:lnTo>
                      <a:lnTo>
                        <a:pt x="143" y="308"/>
                      </a:lnTo>
                      <a:lnTo>
                        <a:pt x="143" y="306"/>
                      </a:lnTo>
                      <a:lnTo>
                        <a:pt x="141" y="306"/>
                      </a:lnTo>
                      <a:lnTo>
                        <a:pt x="143" y="306"/>
                      </a:lnTo>
                      <a:lnTo>
                        <a:pt x="141" y="306"/>
                      </a:lnTo>
                      <a:lnTo>
                        <a:pt x="141" y="304"/>
                      </a:lnTo>
                      <a:lnTo>
                        <a:pt x="139" y="302"/>
                      </a:lnTo>
                      <a:lnTo>
                        <a:pt x="139" y="300"/>
                      </a:lnTo>
                      <a:lnTo>
                        <a:pt x="139" y="298"/>
                      </a:lnTo>
                      <a:lnTo>
                        <a:pt x="137" y="298"/>
                      </a:lnTo>
                      <a:lnTo>
                        <a:pt x="137" y="300"/>
                      </a:lnTo>
                      <a:lnTo>
                        <a:pt x="137" y="298"/>
                      </a:lnTo>
                      <a:lnTo>
                        <a:pt x="137" y="297"/>
                      </a:lnTo>
                      <a:lnTo>
                        <a:pt x="135" y="297"/>
                      </a:lnTo>
                      <a:lnTo>
                        <a:pt x="134" y="297"/>
                      </a:lnTo>
                      <a:lnTo>
                        <a:pt x="134" y="295"/>
                      </a:lnTo>
                      <a:lnTo>
                        <a:pt x="132" y="295"/>
                      </a:lnTo>
                      <a:lnTo>
                        <a:pt x="130" y="295"/>
                      </a:lnTo>
                      <a:lnTo>
                        <a:pt x="130" y="293"/>
                      </a:lnTo>
                      <a:lnTo>
                        <a:pt x="128" y="293"/>
                      </a:lnTo>
                      <a:lnTo>
                        <a:pt x="128" y="291"/>
                      </a:lnTo>
                      <a:lnTo>
                        <a:pt x="126" y="291"/>
                      </a:lnTo>
                      <a:lnTo>
                        <a:pt x="126" y="289"/>
                      </a:lnTo>
                      <a:lnTo>
                        <a:pt x="125" y="289"/>
                      </a:lnTo>
                      <a:lnTo>
                        <a:pt x="123" y="289"/>
                      </a:lnTo>
                      <a:lnTo>
                        <a:pt x="123" y="287"/>
                      </a:lnTo>
                      <a:lnTo>
                        <a:pt x="121" y="287"/>
                      </a:lnTo>
                      <a:lnTo>
                        <a:pt x="121" y="286"/>
                      </a:lnTo>
                      <a:lnTo>
                        <a:pt x="123" y="286"/>
                      </a:lnTo>
                      <a:lnTo>
                        <a:pt x="123" y="287"/>
                      </a:lnTo>
                      <a:lnTo>
                        <a:pt x="123" y="286"/>
                      </a:lnTo>
                      <a:lnTo>
                        <a:pt x="121" y="286"/>
                      </a:lnTo>
                      <a:lnTo>
                        <a:pt x="121" y="287"/>
                      </a:lnTo>
                      <a:lnTo>
                        <a:pt x="121" y="286"/>
                      </a:lnTo>
                      <a:lnTo>
                        <a:pt x="119" y="286"/>
                      </a:lnTo>
                      <a:lnTo>
                        <a:pt x="121" y="286"/>
                      </a:lnTo>
                      <a:lnTo>
                        <a:pt x="121" y="287"/>
                      </a:lnTo>
                      <a:lnTo>
                        <a:pt x="119" y="287"/>
                      </a:lnTo>
                      <a:lnTo>
                        <a:pt x="117" y="287"/>
                      </a:lnTo>
                      <a:lnTo>
                        <a:pt x="117" y="286"/>
                      </a:lnTo>
                      <a:lnTo>
                        <a:pt x="115" y="286"/>
                      </a:lnTo>
                      <a:lnTo>
                        <a:pt x="115" y="284"/>
                      </a:lnTo>
                      <a:lnTo>
                        <a:pt x="114" y="284"/>
                      </a:lnTo>
                      <a:lnTo>
                        <a:pt x="114" y="282"/>
                      </a:lnTo>
                      <a:lnTo>
                        <a:pt x="112" y="282"/>
                      </a:lnTo>
                      <a:lnTo>
                        <a:pt x="110" y="282"/>
                      </a:lnTo>
                      <a:lnTo>
                        <a:pt x="110" y="284"/>
                      </a:lnTo>
                      <a:lnTo>
                        <a:pt x="108" y="284"/>
                      </a:lnTo>
                      <a:lnTo>
                        <a:pt x="108" y="282"/>
                      </a:lnTo>
                      <a:lnTo>
                        <a:pt x="108" y="284"/>
                      </a:lnTo>
                      <a:lnTo>
                        <a:pt x="108" y="282"/>
                      </a:lnTo>
                      <a:lnTo>
                        <a:pt x="106" y="282"/>
                      </a:lnTo>
                      <a:lnTo>
                        <a:pt x="106" y="284"/>
                      </a:lnTo>
                      <a:lnTo>
                        <a:pt x="106" y="282"/>
                      </a:lnTo>
                      <a:lnTo>
                        <a:pt x="104" y="282"/>
                      </a:lnTo>
                      <a:lnTo>
                        <a:pt x="104" y="280"/>
                      </a:lnTo>
                      <a:lnTo>
                        <a:pt x="103" y="280"/>
                      </a:lnTo>
                      <a:lnTo>
                        <a:pt x="103" y="278"/>
                      </a:lnTo>
                      <a:lnTo>
                        <a:pt x="104" y="278"/>
                      </a:lnTo>
                      <a:lnTo>
                        <a:pt x="104" y="276"/>
                      </a:lnTo>
                      <a:lnTo>
                        <a:pt x="103" y="276"/>
                      </a:lnTo>
                      <a:lnTo>
                        <a:pt x="103" y="275"/>
                      </a:lnTo>
                      <a:lnTo>
                        <a:pt x="101" y="275"/>
                      </a:lnTo>
                      <a:lnTo>
                        <a:pt x="101" y="273"/>
                      </a:lnTo>
                      <a:lnTo>
                        <a:pt x="101" y="271"/>
                      </a:lnTo>
                      <a:lnTo>
                        <a:pt x="99" y="271"/>
                      </a:lnTo>
                      <a:lnTo>
                        <a:pt x="99" y="269"/>
                      </a:lnTo>
                      <a:lnTo>
                        <a:pt x="99" y="271"/>
                      </a:lnTo>
                      <a:lnTo>
                        <a:pt x="99" y="269"/>
                      </a:lnTo>
                      <a:lnTo>
                        <a:pt x="97" y="269"/>
                      </a:lnTo>
                      <a:lnTo>
                        <a:pt x="97" y="267"/>
                      </a:lnTo>
                      <a:lnTo>
                        <a:pt x="95" y="267"/>
                      </a:lnTo>
                      <a:lnTo>
                        <a:pt x="95" y="265"/>
                      </a:lnTo>
                      <a:lnTo>
                        <a:pt x="95" y="264"/>
                      </a:lnTo>
                      <a:lnTo>
                        <a:pt x="94" y="264"/>
                      </a:lnTo>
                      <a:lnTo>
                        <a:pt x="95" y="264"/>
                      </a:lnTo>
                      <a:lnTo>
                        <a:pt x="95" y="265"/>
                      </a:lnTo>
                      <a:lnTo>
                        <a:pt x="94" y="265"/>
                      </a:lnTo>
                      <a:lnTo>
                        <a:pt x="94" y="264"/>
                      </a:lnTo>
                      <a:lnTo>
                        <a:pt x="94" y="262"/>
                      </a:lnTo>
                      <a:lnTo>
                        <a:pt x="95" y="262"/>
                      </a:lnTo>
                      <a:lnTo>
                        <a:pt x="95" y="264"/>
                      </a:lnTo>
                      <a:lnTo>
                        <a:pt x="94" y="264"/>
                      </a:lnTo>
                      <a:lnTo>
                        <a:pt x="95" y="264"/>
                      </a:lnTo>
                      <a:lnTo>
                        <a:pt x="95" y="262"/>
                      </a:lnTo>
                      <a:lnTo>
                        <a:pt x="97" y="262"/>
                      </a:lnTo>
                      <a:lnTo>
                        <a:pt x="97" y="260"/>
                      </a:lnTo>
                      <a:lnTo>
                        <a:pt x="97" y="258"/>
                      </a:lnTo>
                      <a:lnTo>
                        <a:pt x="97" y="256"/>
                      </a:lnTo>
                      <a:lnTo>
                        <a:pt x="97" y="254"/>
                      </a:lnTo>
                      <a:lnTo>
                        <a:pt x="95" y="254"/>
                      </a:lnTo>
                      <a:lnTo>
                        <a:pt x="97" y="254"/>
                      </a:lnTo>
                      <a:lnTo>
                        <a:pt x="97" y="253"/>
                      </a:lnTo>
                      <a:lnTo>
                        <a:pt x="97" y="251"/>
                      </a:lnTo>
                      <a:lnTo>
                        <a:pt x="95" y="251"/>
                      </a:lnTo>
                      <a:lnTo>
                        <a:pt x="95" y="249"/>
                      </a:lnTo>
                      <a:lnTo>
                        <a:pt x="94" y="249"/>
                      </a:lnTo>
                      <a:lnTo>
                        <a:pt x="94" y="247"/>
                      </a:lnTo>
                      <a:lnTo>
                        <a:pt x="92" y="245"/>
                      </a:lnTo>
                      <a:lnTo>
                        <a:pt x="92" y="244"/>
                      </a:lnTo>
                      <a:lnTo>
                        <a:pt x="90" y="244"/>
                      </a:lnTo>
                      <a:lnTo>
                        <a:pt x="90" y="242"/>
                      </a:lnTo>
                      <a:lnTo>
                        <a:pt x="90" y="240"/>
                      </a:lnTo>
                      <a:lnTo>
                        <a:pt x="88" y="240"/>
                      </a:lnTo>
                      <a:lnTo>
                        <a:pt x="88" y="238"/>
                      </a:lnTo>
                      <a:lnTo>
                        <a:pt x="88" y="236"/>
                      </a:lnTo>
                      <a:lnTo>
                        <a:pt x="86" y="236"/>
                      </a:lnTo>
                      <a:lnTo>
                        <a:pt x="86" y="234"/>
                      </a:lnTo>
                      <a:lnTo>
                        <a:pt x="84" y="234"/>
                      </a:lnTo>
                      <a:lnTo>
                        <a:pt x="84" y="233"/>
                      </a:lnTo>
                      <a:lnTo>
                        <a:pt x="83" y="233"/>
                      </a:lnTo>
                      <a:lnTo>
                        <a:pt x="83" y="231"/>
                      </a:lnTo>
                      <a:lnTo>
                        <a:pt x="81" y="231"/>
                      </a:lnTo>
                      <a:lnTo>
                        <a:pt x="81" y="229"/>
                      </a:lnTo>
                      <a:lnTo>
                        <a:pt x="81" y="231"/>
                      </a:lnTo>
                      <a:lnTo>
                        <a:pt x="79" y="231"/>
                      </a:lnTo>
                      <a:lnTo>
                        <a:pt x="77" y="231"/>
                      </a:lnTo>
                      <a:lnTo>
                        <a:pt x="77" y="229"/>
                      </a:lnTo>
                      <a:lnTo>
                        <a:pt x="77" y="227"/>
                      </a:lnTo>
                      <a:lnTo>
                        <a:pt x="75" y="227"/>
                      </a:lnTo>
                      <a:lnTo>
                        <a:pt x="75" y="225"/>
                      </a:lnTo>
                      <a:lnTo>
                        <a:pt x="77" y="223"/>
                      </a:lnTo>
                      <a:lnTo>
                        <a:pt x="77" y="222"/>
                      </a:lnTo>
                      <a:lnTo>
                        <a:pt x="77" y="220"/>
                      </a:lnTo>
                      <a:lnTo>
                        <a:pt x="75" y="220"/>
                      </a:lnTo>
                      <a:lnTo>
                        <a:pt x="75" y="218"/>
                      </a:lnTo>
                      <a:lnTo>
                        <a:pt x="73" y="218"/>
                      </a:lnTo>
                      <a:lnTo>
                        <a:pt x="75" y="218"/>
                      </a:lnTo>
                      <a:lnTo>
                        <a:pt x="73" y="218"/>
                      </a:lnTo>
                      <a:lnTo>
                        <a:pt x="72" y="218"/>
                      </a:lnTo>
                      <a:lnTo>
                        <a:pt x="70" y="218"/>
                      </a:lnTo>
                      <a:lnTo>
                        <a:pt x="70" y="216"/>
                      </a:lnTo>
                      <a:lnTo>
                        <a:pt x="70" y="214"/>
                      </a:lnTo>
                      <a:lnTo>
                        <a:pt x="68" y="214"/>
                      </a:lnTo>
                      <a:lnTo>
                        <a:pt x="68" y="212"/>
                      </a:lnTo>
                      <a:lnTo>
                        <a:pt x="66" y="211"/>
                      </a:lnTo>
                      <a:lnTo>
                        <a:pt x="66" y="209"/>
                      </a:lnTo>
                      <a:lnTo>
                        <a:pt x="64" y="209"/>
                      </a:lnTo>
                      <a:lnTo>
                        <a:pt x="64" y="207"/>
                      </a:lnTo>
                      <a:lnTo>
                        <a:pt x="64" y="205"/>
                      </a:lnTo>
                      <a:lnTo>
                        <a:pt x="62" y="205"/>
                      </a:lnTo>
                      <a:lnTo>
                        <a:pt x="62" y="203"/>
                      </a:lnTo>
                      <a:lnTo>
                        <a:pt x="62" y="201"/>
                      </a:lnTo>
                      <a:lnTo>
                        <a:pt x="61" y="201"/>
                      </a:lnTo>
                      <a:lnTo>
                        <a:pt x="61" y="200"/>
                      </a:lnTo>
                      <a:lnTo>
                        <a:pt x="61" y="198"/>
                      </a:lnTo>
                      <a:lnTo>
                        <a:pt x="61" y="200"/>
                      </a:lnTo>
                      <a:lnTo>
                        <a:pt x="61" y="198"/>
                      </a:lnTo>
                      <a:lnTo>
                        <a:pt x="59" y="198"/>
                      </a:lnTo>
                      <a:lnTo>
                        <a:pt x="61" y="198"/>
                      </a:lnTo>
                      <a:lnTo>
                        <a:pt x="59" y="198"/>
                      </a:lnTo>
                      <a:lnTo>
                        <a:pt x="59" y="196"/>
                      </a:lnTo>
                      <a:lnTo>
                        <a:pt x="57" y="196"/>
                      </a:lnTo>
                      <a:lnTo>
                        <a:pt x="57" y="194"/>
                      </a:lnTo>
                      <a:lnTo>
                        <a:pt x="55" y="194"/>
                      </a:lnTo>
                      <a:lnTo>
                        <a:pt x="55" y="192"/>
                      </a:lnTo>
                      <a:lnTo>
                        <a:pt x="53" y="192"/>
                      </a:lnTo>
                      <a:lnTo>
                        <a:pt x="53" y="191"/>
                      </a:lnTo>
                      <a:lnTo>
                        <a:pt x="53" y="189"/>
                      </a:lnTo>
                      <a:lnTo>
                        <a:pt x="52" y="189"/>
                      </a:lnTo>
                      <a:lnTo>
                        <a:pt x="52" y="187"/>
                      </a:lnTo>
                      <a:lnTo>
                        <a:pt x="50" y="187"/>
                      </a:lnTo>
                      <a:lnTo>
                        <a:pt x="50" y="185"/>
                      </a:lnTo>
                      <a:lnTo>
                        <a:pt x="48" y="185"/>
                      </a:lnTo>
                      <a:lnTo>
                        <a:pt x="48" y="183"/>
                      </a:lnTo>
                      <a:lnTo>
                        <a:pt x="46" y="183"/>
                      </a:lnTo>
                      <a:lnTo>
                        <a:pt x="46" y="181"/>
                      </a:lnTo>
                      <a:lnTo>
                        <a:pt x="44" y="181"/>
                      </a:lnTo>
                      <a:lnTo>
                        <a:pt x="44" y="180"/>
                      </a:lnTo>
                      <a:lnTo>
                        <a:pt x="44" y="178"/>
                      </a:lnTo>
                      <a:lnTo>
                        <a:pt x="44" y="176"/>
                      </a:lnTo>
                      <a:lnTo>
                        <a:pt x="42" y="176"/>
                      </a:lnTo>
                      <a:lnTo>
                        <a:pt x="42" y="174"/>
                      </a:lnTo>
                      <a:lnTo>
                        <a:pt x="42" y="172"/>
                      </a:lnTo>
                      <a:lnTo>
                        <a:pt x="42" y="174"/>
                      </a:lnTo>
                      <a:lnTo>
                        <a:pt x="41" y="172"/>
                      </a:lnTo>
                      <a:lnTo>
                        <a:pt x="39" y="172"/>
                      </a:lnTo>
                      <a:lnTo>
                        <a:pt x="39" y="170"/>
                      </a:lnTo>
                      <a:lnTo>
                        <a:pt x="37" y="170"/>
                      </a:lnTo>
                      <a:lnTo>
                        <a:pt x="37" y="169"/>
                      </a:lnTo>
                      <a:lnTo>
                        <a:pt x="37" y="167"/>
                      </a:lnTo>
                      <a:lnTo>
                        <a:pt x="35" y="167"/>
                      </a:lnTo>
                      <a:lnTo>
                        <a:pt x="35" y="165"/>
                      </a:lnTo>
                      <a:lnTo>
                        <a:pt x="35" y="163"/>
                      </a:lnTo>
                      <a:lnTo>
                        <a:pt x="35" y="165"/>
                      </a:lnTo>
                      <a:lnTo>
                        <a:pt x="35" y="163"/>
                      </a:lnTo>
                      <a:lnTo>
                        <a:pt x="33" y="163"/>
                      </a:lnTo>
                      <a:lnTo>
                        <a:pt x="33" y="161"/>
                      </a:lnTo>
                      <a:lnTo>
                        <a:pt x="33" y="159"/>
                      </a:lnTo>
                      <a:lnTo>
                        <a:pt x="31" y="159"/>
                      </a:lnTo>
                      <a:lnTo>
                        <a:pt x="31" y="158"/>
                      </a:lnTo>
                      <a:lnTo>
                        <a:pt x="30" y="158"/>
                      </a:lnTo>
                      <a:lnTo>
                        <a:pt x="30" y="156"/>
                      </a:lnTo>
                      <a:lnTo>
                        <a:pt x="30" y="158"/>
                      </a:lnTo>
                      <a:lnTo>
                        <a:pt x="30" y="156"/>
                      </a:lnTo>
                      <a:lnTo>
                        <a:pt x="28" y="156"/>
                      </a:lnTo>
                      <a:lnTo>
                        <a:pt x="28" y="154"/>
                      </a:lnTo>
                      <a:lnTo>
                        <a:pt x="26" y="154"/>
                      </a:lnTo>
                      <a:lnTo>
                        <a:pt x="26" y="152"/>
                      </a:lnTo>
                      <a:lnTo>
                        <a:pt x="26" y="150"/>
                      </a:lnTo>
                      <a:lnTo>
                        <a:pt x="24" y="150"/>
                      </a:lnTo>
                      <a:lnTo>
                        <a:pt x="22" y="150"/>
                      </a:lnTo>
                      <a:lnTo>
                        <a:pt x="22" y="148"/>
                      </a:lnTo>
                      <a:lnTo>
                        <a:pt x="24" y="148"/>
                      </a:lnTo>
                      <a:lnTo>
                        <a:pt x="24" y="147"/>
                      </a:lnTo>
                      <a:lnTo>
                        <a:pt x="22" y="147"/>
                      </a:lnTo>
                      <a:lnTo>
                        <a:pt x="20" y="147"/>
                      </a:lnTo>
                      <a:lnTo>
                        <a:pt x="19" y="147"/>
                      </a:lnTo>
                      <a:lnTo>
                        <a:pt x="19" y="145"/>
                      </a:lnTo>
                      <a:lnTo>
                        <a:pt x="17" y="145"/>
                      </a:lnTo>
                      <a:lnTo>
                        <a:pt x="17" y="147"/>
                      </a:lnTo>
                      <a:lnTo>
                        <a:pt x="17" y="145"/>
                      </a:lnTo>
                      <a:lnTo>
                        <a:pt x="15" y="145"/>
                      </a:lnTo>
                      <a:lnTo>
                        <a:pt x="15" y="147"/>
                      </a:lnTo>
                      <a:lnTo>
                        <a:pt x="13" y="147"/>
                      </a:lnTo>
                      <a:lnTo>
                        <a:pt x="11" y="147"/>
                      </a:lnTo>
                      <a:lnTo>
                        <a:pt x="10" y="147"/>
                      </a:lnTo>
                      <a:lnTo>
                        <a:pt x="11" y="145"/>
                      </a:lnTo>
                      <a:lnTo>
                        <a:pt x="10" y="145"/>
                      </a:lnTo>
                      <a:lnTo>
                        <a:pt x="10" y="147"/>
                      </a:lnTo>
                      <a:lnTo>
                        <a:pt x="10" y="145"/>
                      </a:lnTo>
                      <a:lnTo>
                        <a:pt x="8" y="145"/>
                      </a:lnTo>
                      <a:lnTo>
                        <a:pt x="8" y="147"/>
                      </a:lnTo>
                      <a:lnTo>
                        <a:pt x="8" y="145"/>
                      </a:lnTo>
                      <a:lnTo>
                        <a:pt x="8" y="147"/>
                      </a:lnTo>
                      <a:lnTo>
                        <a:pt x="6" y="147"/>
                      </a:lnTo>
                      <a:lnTo>
                        <a:pt x="8" y="147"/>
                      </a:lnTo>
                      <a:lnTo>
                        <a:pt x="8" y="145"/>
                      </a:lnTo>
                      <a:lnTo>
                        <a:pt x="6" y="145"/>
                      </a:lnTo>
                      <a:lnTo>
                        <a:pt x="4" y="145"/>
                      </a:lnTo>
                      <a:lnTo>
                        <a:pt x="4" y="147"/>
                      </a:lnTo>
                      <a:lnTo>
                        <a:pt x="2" y="147"/>
                      </a:lnTo>
                      <a:lnTo>
                        <a:pt x="4" y="147"/>
                      </a:lnTo>
                      <a:lnTo>
                        <a:pt x="2" y="148"/>
                      </a:lnTo>
                      <a:lnTo>
                        <a:pt x="2" y="147"/>
                      </a:lnTo>
                      <a:lnTo>
                        <a:pt x="2" y="145"/>
                      </a:lnTo>
                      <a:lnTo>
                        <a:pt x="0" y="145"/>
                      </a:lnTo>
                      <a:lnTo>
                        <a:pt x="0" y="147"/>
                      </a:lnTo>
                      <a:lnTo>
                        <a:pt x="0" y="145"/>
                      </a:lnTo>
                      <a:lnTo>
                        <a:pt x="2" y="145"/>
                      </a:lnTo>
                      <a:lnTo>
                        <a:pt x="2" y="143"/>
                      </a:lnTo>
                      <a:lnTo>
                        <a:pt x="4" y="143"/>
                      </a:lnTo>
                      <a:lnTo>
                        <a:pt x="2" y="143"/>
                      </a:lnTo>
                      <a:lnTo>
                        <a:pt x="4" y="143"/>
                      </a:lnTo>
                      <a:lnTo>
                        <a:pt x="2" y="143"/>
                      </a:lnTo>
                      <a:lnTo>
                        <a:pt x="4" y="143"/>
                      </a:lnTo>
                      <a:lnTo>
                        <a:pt x="4" y="141"/>
                      </a:lnTo>
                      <a:lnTo>
                        <a:pt x="4" y="139"/>
                      </a:lnTo>
                      <a:lnTo>
                        <a:pt x="4" y="138"/>
                      </a:lnTo>
                      <a:lnTo>
                        <a:pt x="6" y="138"/>
                      </a:lnTo>
                      <a:lnTo>
                        <a:pt x="6" y="136"/>
                      </a:lnTo>
                      <a:lnTo>
                        <a:pt x="6" y="134"/>
                      </a:lnTo>
                      <a:lnTo>
                        <a:pt x="8" y="134"/>
                      </a:lnTo>
                      <a:lnTo>
                        <a:pt x="8" y="132"/>
                      </a:lnTo>
                      <a:lnTo>
                        <a:pt x="8" y="130"/>
                      </a:lnTo>
                      <a:lnTo>
                        <a:pt x="10" y="130"/>
                      </a:lnTo>
                      <a:lnTo>
                        <a:pt x="8" y="128"/>
                      </a:lnTo>
                      <a:lnTo>
                        <a:pt x="8" y="127"/>
                      </a:lnTo>
                      <a:lnTo>
                        <a:pt x="8" y="125"/>
                      </a:lnTo>
                      <a:lnTo>
                        <a:pt x="8" y="123"/>
                      </a:lnTo>
                      <a:lnTo>
                        <a:pt x="10" y="123"/>
                      </a:lnTo>
                      <a:lnTo>
                        <a:pt x="10" y="121"/>
                      </a:lnTo>
                      <a:lnTo>
                        <a:pt x="10" y="119"/>
                      </a:lnTo>
                      <a:lnTo>
                        <a:pt x="10" y="117"/>
                      </a:lnTo>
                      <a:lnTo>
                        <a:pt x="10" y="116"/>
                      </a:lnTo>
                      <a:lnTo>
                        <a:pt x="10" y="114"/>
                      </a:lnTo>
                      <a:lnTo>
                        <a:pt x="11" y="114"/>
                      </a:lnTo>
                      <a:lnTo>
                        <a:pt x="11" y="112"/>
                      </a:lnTo>
                      <a:lnTo>
                        <a:pt x="10" y="112"/>
                      </a:lnTo>
                      <a:lnTo>
                        <a:pt x="11" y="112"/>
                      </a:lnTo>
                      <a:lnTo>
                        <a:pt x="11" y="110"/>
                      </a:lnTo>
                      <a:lnTo>
                        <a:pt x="11" y="108"/>
                      </a:lnTo>
                      <a:lnTo>
                        <a:pt x="11" y="106"/>
                      </a:lnTo>
                      <a:lnTo>
                        <a:pt x="13" y="106"/>
                      </a:lnTo>
                      <a:lnTo>
                        <a:pt x="13" y="105"/>
                      </a:lnTo>
                      <a:lnTo>
                        <a:pt x="13" y="103"/>
                      </a:lnTo>
                      <a:lnTo>
                        <a:pt x="13" y="101"/>
                      </a:lnTo>
                      <a:lnTo>
                        <a:pt x="15" y="101"/>
                      </a:lnTo>
                      <a:lnTo>
                        <a:pt x="13" y="101"/>
                      </a:lnTo>
                      <a:lnTo>
                        <a:pt x="15" y="101"/>
                      </a:lnTo>
                      <a:lnTo>
                        <a:pt x="26" y="103"/>
                      </a:lnTo>
                      <a:lnTo>
                        <a:pt x="42" y="105"/>
                      </a:lnTo>
                      <a:lnTo>
                        <a:pt x="46" y="105"/>
                      </a:lnTo>
                      <a:lnTo>
                        <a:pt x="48" y="106"/>
                      </a:lnTo>
                      <a:lnTo>
                        <a:pt x="53" y="106"/>
                      </a:lnTo>
                      <a:lnTo>
                        <a:pt x="55" y="106"/>
                      </a:lnTo>
                      <a:lnTo>
                        <a:pt x="57" y="105"/>
                      </a:lnTo>
                      <a:lnTo>
                        <a:pt x="59" y="105"/>
                      </a:lnTo>
                      <a:lnTo>
                        <a:pt x="59" y="103"/>
                      </a:lnTo>
                      <a:lnTo>
                        <a:pt x="61" y="103"/>
                      </a:lnTo>
                      <a:lnTo>
                        <a:pt x="62" y="101"/>
                      </a:lnTo>
                      <a:lnTo>
                        <a:pt x="64" y="101"/>
                      </a:lnTo>
                      <a:lnTo>
                        <a:pt x="64" y="99"/>
                      </a:lnTo>
                      <a:lnTo>
                        <a:pt x="66" y="99"/>
                      </a:lnTo>
                      <a:lnTo>
                        <a:pt x="68" y="99"/>
                      </a:lnTo>
                      <a:lnTo>
                        <a:pt x="68" y="97"/>
                      </a:lnTo>
                      <a:lnTo>
                        <a:pt x="70" y="95"/>
                      </a:lnTo>
                      <a:lnTo>
                        <a:pt x="72" y="94"/>
                      </a:lnTo>
                      <a:lnTo>
                        <a:pt x="73" y="90"/>
                      </a:lnTo>
                      <a:lnTo>
                        <a:pt x="75" y="90"/>
                      </a:lnTo>
                      <a:lnTo>
                        <a:pt x="75" y="88"/>
                      </a:lnTo>
                      <a:lnTo>
                        <a:pt x="75" y="86"/>
                      </a:lnTo>
                      <a:lnTo>
                        <a:pt x="77" y="85"/>
                      </a:lnTo>
                      <a:lnTo>
                        <a:pt x="79" y="85"/>
                      </a:lnTo>
                      <a:lnTo>
                        <a:pt x="79" y="83"/>
                      </a:lnTo>
                      <a:lnTo>
                        <a:pt x="83" y="83"/>
                      </a:lnTo>
                      <a:lnTo>
                        <a:pt x="88" y="81"/>
                      </a:lnTo>
                      <a:lnTo>
                        <a:pt x="90" y="81"/>
                      </a:lnTo>
                      <a:lnTo>
                        <a:pt x="95" y="79"/>
                      </a:lnTo>
                      <a:lnTo>
                        <a:pt x="99" y="79"/>
                      </a:lnTo>
                      <a:lnTo>
                        <a:pt x="103" y="79"/>
                      </a:lnTo>
                      <a:lnTo>
                        <a:pt x="104" y="77"/>
                      </a:lnTo>
                      <a:lnTo>
                        <a:pt x="106" y="77"/>
                      </a:lnTo>
                      <a:lnTo>
                        <a:pt x="106" y="75"/>
                      </a:lnTo>
                      <a:lnTo>
                        <a:pt x="108" y="74"/>
                      </a:lnTo>
                      <a:lnTo>
                        <a:pt x="108" y="72"/>
                      </a:lnTo>
                      <a:lnTo>
                        <a:pt x="112" y="66"/>
                      </a:lnTo>
                      <a:lnTo>
                        <a:pt x="123" y="59"/>
                      </a:lnTo>
                      <a:lnTo>
                        <a:pt x="119" y="55"/>
                      </a:lnTo>
                      <a:lnTo>
                        <a:pt x="112" y="48"/>
                      </a:lnTo>
                      <a:lnTo>
                        <a:pt x="104" y="41"/>
                      </a:lnTo>
                      <a:lnTo>
                        <a:pt x="103" y="39"/>
                      </a:lnTo>
                      <a:lnTo>
                        <a:pt x="101" y="37"/>
                      </a:lnTo>
                      <a:lnTo>
                        <a:pt x="99" y="35"/>
                      </a:lnTo>
                      <a:lnTo>
                        <a:pt x="97" y="33"/>
                      </a:lnTo>
                      <a:lnTo>
                        <a:pt x="95" y="32"/>
                      </a:lnTo>
                      <a:lnTo>
                        <a:pt x="94" y="30"/>
                      </a:lnTo>
                      <a:lnTo>
                        <a:pt x="88" y="24"/>
                      </a:lnTo>
                      <a:lnTo>
                        <a:pt x="99" y="21"/>
                      </a:lnTo>
                      <a:lnTo>
                        <a:pt x="104" y="19"/>
                      </a:lnTo>
                      <a:lnTo>
                        <a:pt x="108" y="19"/>
                      </a:lnTo>
                      <a:lnTo>
                        <a:pt x="112" y="17"/>
                      </a:lnTo>
                      <a:lnTo>
                        <a:pt x="114" y="17"/>
                      </a:lnTo>
                      <a:lnTo>
                        <a:pt x="123" y="15"/>
                      </a:lnTo>
                      <a:lnTo>
                        <a:pt x="125" y="15"/>
                      </a:lnTo>
                      <a:lnTo>
                        <a:pt x="135" y="11"/>
                      </a:lnTo>
                      <a:lnTo>
                        <a:pt x="159" y="6"/>
                      </a:lnTo>
                      <a:lnTo>
                        <a:pt x="163" y="4"/>
                      </a:lnTo>
                      <a:lnTo>
                        <a:pt x="163" y="2"/>
                      </a:lnTo>
                      <a:lnTo>
                        <a:pt x="167" y="0"/>
                      </a:lnTo>
                      <a:lnTo>
                        <a:pt x="168" y="0"/>
                      </a:lnTo>
                      <a:lnTo>
                        <a:pt x="172" y="2"/>
                      </a:lnTo>
                      <a:lnTo>
                        <a:pt x="187" y="4"/>
                      </a:lnTo>
                      <a:lnTo>
                        <a:pt x="194" y="6"/>
                      </a:lnTo>
                      <a:lnTo>
                        <a:pt x="198" y="6"/>
                      </a:lnTo>
                      <a:lnTo>
                        <a:pt x="207" y="8"/>
                      </a:lnTo>
                      <a:lnTo>
                        <a:pt x="208" y="8"/>
                      </a:lnTo>
                      <a:lnTo>
                        <a:pt x="208" y="10"/>
                      </a:lnTo>
                      <a:lnTo>
                        <a:pt x="212" y="11"/>
                      </a:lnTo>
                      <a:lnTo>
                        <a:pt x="214" y="11"/>
                      </a:lnTo>
                      <a:lnTo>
                        <a:pt x="218" y="13"/>
                      </a:lnTo>
                      <a:lnTo>
                        <a:pt x="219" y="15"/>
                      </a:lnTo>
                      <a:lnTo>
                        <a:pt x="223" y="17"/>
                      </a:lnTo>
                      <a:lnTo>
                        <a:pt x="225" y="19"/>
                      </a:lnTo>
                      <a:lnTo>
                        <a:pt x="227" y="19"/>
                      </a:lnTo>
                      <a:lnTo>
                        <a:pt x="230" y="19"/>
                      </a:lnTo>
                      <a:lnTo>
                        <a:pt x="234" y="22"/>
                      </a:lnTo>
                      <a:lnTo>
                        <a:pt x="236" y="22"/>
                      </a:lnTo>
                      <a:lnTo>
                        <a:pt x="236" y="24"/>
                      </a:lnTo>
                      <a:lnTo>
                        <a:pt x="238" y="24"/>
                      </a:lnTo>
                      <a:lnTo>
                        <a:pt x="241" y="28"/>
                      </a:lnTo>
                      <a:lnTo>
                        <a:pt x="243" y="28"/>
                      </a:lnTo>
                      <a:lnTo>
                        <a:pt x="247" y="30"/>
                      </a:lnTo>
                      <a:lnTo>
                        <a:pt x="249" y="30"/>
                      </a:lnTo>
                      <a:lnTo>
                        <a:pt x="252" y="32"/>
                      </a:lnTo>
                      <a:lnTo>
                        <a:pt x="254" y="32"/>
                      </a:lnTo>
                      <a:lnTo>
                        <a:pt x="256" y="33"/>
                      </a:lnTo>
                      <a:lnTo>
                        <a:pt x="258" y="33"/>
                      </a:lnTo>
                      <a:lnTo>
                        <a:pt x="260" y="33"/>
                      </a:lnTo>
                      <a:lnTo>
                        <a:pt x="261" y="35"/>
                      </a:lnTo>
                      <a:lnTo>
                        <a:pt x="263" y="35"/>
                      </a:lnTo>
                      <a:lnTo>
                        <a:pt x="265" y="37"/>
                      </a:lnTo>
                      <a:lnTo>
                        <a:pt x="269" y="39"/>
                      </a:lnTo>
                      <a:lnTo>
                        <a:pt x="271" y="39"/>
                      </a:lnTo>
                      <a:lnTo>
                        <a:pt x="272" y="41"/>
                      </a:lnTo>
                      <a:lnTo>
                        <a:pt x="274" y="41"/>
                      </a:lnTo>
                      <a:lnTo>
                        <a:pt x="276" y="42"/>
                      </a:lnTo>
                      <a:lnTo>
                        <a:pt x="280" y="46"/>
                      </a:lnTo>
                      <a:lnTo>
                        <a:pt x="281" y="46"/>
                      </a:lnTo>
                      <a:lnTo>
                        <a:pt x="283" y="48"/>
                      </a:lnTo>
                      <a:lnTo>
                        <a:pt x="287" y="50"/>
                      </a:lnTo>
                      <a:lnTo>
                        <a:pt x="291" y="53"/>
                      </a:lnTo>
                      <a:lnTo>
                        <a:pt x="294" y="55"/>
                      </a:lnTo>
                      <a:lnTo>
                        <a:pt x="296" y="57"/>
                      </a:lnTo>
                      <a:lnTo>
                        <a:pt x="298" y="59"/>
                      </a:lnTo>
                      <a:lnTo>
                        <a:pt x="300" y="59"/>
                      </a:lnTo>
                      <a:lnTo>
                        <a:pt x="302" y="61"/>
                      </a:lnTo>
                      <a:lnTo>
                        <a:pt x="303" y="63"/>
                      </a:lnTo>
                      <a:lnTo>
                        <a:pt x="307" y="64"/>
                      </a:lnTo>
                      <a:lnTo>
                        <a:pt x="309" y="66"/>
                      </a:lnTo>
                      <a:lnTo>
                        <a:pt x="311" y="66"/>
                      </a:lnTo>
                      <a:lnTo>
                        <a:pt x="313" y="70"/>
                      </a:lnTo>
                      <a:lnTo>
                        <a:pt x="314" y="70"/>
                      </a:lnTo>
                      <a:lnTo>
                        <a:pt x="318" y="74"/>
                      </a:lnTo>
                      <a:lnTo>
                        <a:pt x="320" y="74"/>
                      </a:lnTo>
                      <a:lnTo>
                        <a:pt x="325" y="77"/>
                      </a:lnTo>
                      <a:lnTo>
                        <a:pt x="329" y="81"/>
                      </a:lnTo>
                      <a:lnTo>
                        <a:pt x="331" y="81"/>
                      </a:lnTo>
                      <a:lnTo>
                        <a:pt x="331" y="83"/>
                      </a:lnTo>
                      <a:lnTo>
                        <a:pt x="334" y="85"/>
                      </a:lnTo>
                      <a:lnTo>
                        <a:pt x="336" y="86"/>
                      </a:lnTo>
                      <a:lnTo>
                        <a:pt x="338" y="86"/>
                      </a:lnTo>
                      <a:lnTo>
                        <a:pt x="338" y="88"/>
                      </a:lnTo>
                      <a:lnTo>
                        <a:pt x="340" y="88"/>
                      </a:lnTo>
                      <a:lnTo>
                        <a:pt x="342" y="90"/>
                      </a:lnTo>
                      <a:lnTo>
                        <a:pt x="345" y="92"/>
                      </a:lnTo>
                      <a:lnTo>
                        <a:pt x="345" y="94"/>
                      </a:lnTo>
                      <a:lnTo>
                        <a:pt x="347" y="94"/>
                      </a:lnTo>
                      <a:lnTo>
                        <a:pt x="347" y="95"/>
                      </a:lnTo>
                      <a:lnTo>
                        <a:pt x="349" y="95"/>
                      </a:lnTo>
                      <a:lnTo>
                        <a:pt x="351" y="97"/>
                      </a:lnTo>
                      <a:lnTo>
                        <a:pt x="360" y="105"/>
                      </a:lnTo>
                      <a:lnTo>
                        <a:pt x="362" y="106"/>
                      </a:lnTo>
                      <a:lnTo>
                        <a:pt x="364" y="106"/>
                      </a:lnTo>
                      <a:lnTo>
                        <a:pt x="371" y="106"/>
                      </a:lnTo>
                      <a:lnTo>
                        <a:pt x="375" y="108"/>
                      </a:lnTo>
                      <a:lnTo>
                        <a:pt x="376" y="108"/>
                      </a:lnTo>
                      <a:lnTo>
                        <a:pt x="380" y="108"/>
                      </a:lnTo>
                      <a:lnTo>
                        <a:pt x="384" y="108"/>
                      </a:lnTo>
                      <a:lnTo>
                        <a:pt x="386" y="108"/>
                      </a:lnTo>
                      <a:lnTo>
                        <a:pt x="391" y="108"/>
                      </a:lnTo>
                      <a:lnTo>
                        <a:pt x="396" y="108"/>
                      </a:lnTo>
                      <a:lnTo>
                        <a:pt x="402" y="110"/>
                      </a:lnTo>
                      <a:lnTo>
                        <a:pt x="404" y="110"/>
                      </a:lnTo>
                      <a:lnTo>
                        <a:pt x="407" y="110"/>
                      </a:lnTo>
                      <a:lnTo>
                        <a:pt x="411" y="110"/>
                      </a:lnTo>
                      <a:lnTo>
                        <a:pt x="413" y="110"/>
                      </a:lnTo>
                      <a:lnTo>
                        <a:pt x="424" y="112"/>
                      </a:lnTo>
                      <a:lnTo>
                        <a:pt x="426" y="112"/>
                      </a:lnTo>
                      <a:lnTo>
                        <a:pt x="426" y="110"/>
                      </a:lnTo>
                      <a:lnTo>
                        <a:pt x="429" y="110"/>
                      </a:lnTo>
                      <a:lnTo>
                        <a:pt x="431" y="110"/>
                      </a:lnTo>
                      <a:lnTo>
                        <a:pt x="433" y="110"/>
                      </a:lnTo>
                      <a:lnTo>
                        <a:pt x="435" y="110"/>
                      </a:lnTo>
                      <a:lnTo>
                        <a:pt x="438" y="110"/>
                      </a:lnTo>
                      <a:lnTo>
                        <a:pt x="440" y="112"/>
                      </a:lnTo>
                      <a:lnTo>
                        <a:pt x="442" y="112"/>
                      </a:lnTo>
                      <a:lnTo>
                        <a:pt x="444" y="112"/>
                      </a:lnTo>
                      <a:lnTo>
                        <a:pt x="446" y="112"/>
                      </a:lnTo>
                      <a:lnTo>
                        <a:pt x="449" y="112"/>
                      </a:lnTo>
                      <a:lnTo>
                        <a:pt x="451" y="112"/>
                      </a:lnTo>
                      <a:lnTo>
                        <a:pt x="453" y="112"/>
                      </a:lnTo>
                      <a:lnTo>
                        <a:pt x="459" y="114"/>
                      </a:lnTo>
                      <a:lnTo>
                        <a:pt x="462" y="114"/>
                      </a:lnTo>
                      <a:lnTo>
                        <a:pt x="464" y="117"/>
                      </a:lnTo>
                      <a:lnTo>
                        <a:pt x="466" y="119"/>
                      </a:lnTo>
                      <a:lnTo>
                        <a:pt x="466" y="121"/>
                      </a:lnTo>
                      <a:lnTo>
                        <a:pt x="466" y="123"/>
                      </a:lnTo>
                      <a:lnTo>
                        <a:pt x="466" y="125"/>
                      </a:lnTo>
                      <a:lnTo>
                        <a:pt x="466" y="127"/>
                      </a:lnTo>
                      <a:lnTo>
                        <a:pt x="468" y="127"/>
                      </a:lnTo>
                      <a:lnTo>
                        <a:pt x="468" y="128"/>
                      </a:lnTo>
                      <a:lnTo>
                        <a:pt x="469" y="130"/>
                      </a:lnTo>
                      <a:lnTo>
                        <a:pt x="477" y="130"/>
                      </a:lnTo>
                      <a:lnTo>
                        <a:pt x="480" y="130"/>
                      </a:lnTo>
                      <a:lnTo>
                        <a:pt x="486" y="130"/>
                      </a:lnTo>
                      <a:lnTo>
                        <a:pt x="497" y="130"/>
                      </a:lnTo>
                      <a:lnTo>
                        <a:pt x="499" y="132"/>
                      </a:lnTo>
                      <a:lnTo>
                        <a:pt x="499" y="134"/>
                      </a:lnTo>
                      <a:lnTo>
                        <a:pt x="501" y="134"/>
                      </a:lnTo>
                      <a:lnTo>
                        <a:pt x="499" y="134"/>
                      </a:lnTo>
                      <a:lnTo>
                        <a:pt x="499" y="136"/>
                      </a:lnTo>
                      <a:lnTo>
                        <a:pt x="497" y="136"/>
                      </a:lnTo>
                      <a:lnTo>
                        <a:pt x="499" y="136"/>
                      </a:lnTo>
                      <a:lnTo>
                        <a:pt x="499" y="134"/>
                      </a:lnTo>
                      <a:lnTo>
                        <a:pt x="501" y="134"/>
                      </a:lnTo>
                      <a:lnTo>
                        <a:pt x="501" y="136"/>
                      </a:lnTo>
                      <a:lnTo>
                        <a:pt x="499" y="136"/>
                      </a:lnTo>
                      <a:lnTo>
                        <a:pt x="499" y="138"/>
                      </a:lnTo>
                      <a:lnTo>
                        <a:pt x="501" y="138"/>
                      </a:lnTo>
                      <a:lnTo>
                        <a:pt x="501" y="139"/>
                      </a:lnTo>
                      <a:lnTo>
                        <a:pt x="502" y="139"/>
                      </a:lnTo>
                      <a:lnTo>
                        <a:pt x="502" y="141"/>
                      </a:lnTo>
                      <a:lnTo>
                        <a:pt x="504" y="141"/>
                      </a:lnTo>
                      <a:lnTo>
                        <a:pt x="502" y="141"/>
                      </a:lnTo>
                      <a:lnTo>
                        <a:pt x="504" y="141"/>
                      </a:lnTo>
                      <a:lnTo>
                        <a:pt x="504" y="143"/>
                      </a:lnTo>
                      <a:lnTo>
                        <a:pt x="502" y="143"/>
                      </a:lnTo>
                      <a:lnTo>
                        <a:pt x="502" y="145"/>
                      </a:lnTo>
                      <a:lnTo>
                        <a:pt x="504" y="145"/>
                      </a:lnTo>
                      <a:lnTo>
                        <a:pt x="502" y="145"/>
                      </a:lnTo>
                      <a:lnTo>
                        <a:pt x="502" y="147"/>
                      </a:lnTo>
                      <a:lnTo>
                        <a:pt x="504" y="147"/>
                      </a:lnTo>
                      <a:lnTo>
                        <a:pt x="504" y="148"/>
                      </a:lnTo>
                      <a:lnTo>
                        <a:pt x="506" y="148"/>
                      </a:lnTo>
                      <a:lnTo>
                        <a:pt x="504" y="148"/>
                      </a:lnTo>
                      <a:lnTo>
                        <a:pt x="506" y="148"/>
                      </a:lnTo>
                      <a:lnTo>
                        <a:pt x="508" y="148"/>
                      </a:lnTo>
                      <a:lnTo>
                        <a:pt x="510" y="148"/>
                      </a:lnTo>
                      <a:lnTo>
                        <a:pt x="510" y="150"/>
                      </a:lnTo>
                      <a:lnTo>
                        <a:pt x="508" y="150"/>
                      </a:lnTo>
                      <a:lnTo>
                        <a:pt x="508" y="152"/>
                      </a:lnTo>
                      <a:lnTo>
                        <a:pt x="510" y="152"/>
                      </a:lnTo>
                      <a:lnTo>
                        <a:pt x="510" y="154"/>
                      </a:lnTo>
                      <a:lnTo>
                        <a:pt x="511" y="154"/>
                      </a:lnTo>
                      <a:lnTo>
                        <a:pt x="511" y="156"/>
                      </a:lnTo>
                      <a:lnTo>
                        <a:pt x="513" y="156"/>
                      </a:lnTo>
                      <a:lnTo>
                        <a:pt x="511" y="156"/>
                      </a:lnTo>
                      <a:lnTo>
                        <a:pt x="513" y="156"/>
                      </a:lnTo>
                      <a:lnTo>
                        <a:pt x="511" y="156"/>
                      </a:lnTo>
                      <a:lnTo>
                        <a:pt x="511" y="158"/>
                      </a:lnTo>
                      <a:lnTo>
                        <a:pt x="513" y="158"/>
                      </a:lnTo>
                      <a:lnTo>
                        <a:pt x="511" y="158"/>
                      </a:lnTo>
                      <a:lnTo>
                        <a:pt x="511" y="159"/>
                      </a:lnTo>
                      <a:lnTo>
                        <a:pt x="511" y="158"/>
                      </a:lnTo>
                      <a:lnTo>
                        <a:pt x="511" y="156"/>
                      </a:lnTo>
                      <a:lnTo>
                        <a:pt x="511" y="158"/>
                      </a:lnTo>
                      <a:lnTo>
                        <a:pt x="510" y="158"/>
                      </a:lnTo>
                      <a:lnTo>
                        <a:pt x="511" y="158"/>
                      </a:lnTo>
                      <a:lnTo>
                        <a:pt x="510" y="158"/>
                      </a:lnTo>
                      <a:lnTo>
                        <a:pt x="510" y="156"/>
                      </a:lnTo>
                      <a:lnTo>
                        <a:pt x="510" y="158"/>
                      </a:lnTo>
                      <a:lnTo>
                        <a:pt x="510" y="159"/>
                      </a:lnTo>
                      <a:lnTo>
                        <a:pt x="510" y="158"/>
                      </a:lnTo>
                      <a:lnTo>
                        <a:pt x="510" y="159"/>
                      </a:lnTo>
                      <a:lnTo>
                        <a:pt x="510" y="161"/>
                      </a:lnTo>
                      <a:lnTo>
                        <a:pt x="511" y="161"/>
                      </a:lnTo>
                      <a:lnTo>
                        <a:pt x="511" y="159"/>
                      </a:lnTo>
                      <a:lnTo>
                        <a:pt x="511" y="161"/>
                      </a:lnTo>
                      <a:lnTo>
                        <a:pt x="513" y="161"/>
                      </a:lnTo>
                      <a:lnTo>
                        <a:pt x="511" y="161"/>
                      </a:lnTo>
                      <a:lnTo>
                        <a:pt x="511" y="163"/>
                      </a:lnTo>
                      <a:lnTo>
                        <a:pt x="513" y="163"/>
                      </a:lnTo>
                      <a:lnTo>
                        <a:pt x="513" y="165"/>
                      </a:lnTo>
                      <a:lnTo>
                        <a:pt x="513" y="163"/>
                      </a:lnTo>
                      <a:lnTo>
                        <a:pt x="515" y="163"/>
                      </a:lnTo>
                      <a:lnTo>
                        <a:pt x="517" y="163"/>
                      </a:lnTo>
                      <a:lnTo>
                        <a:pt x="517" y="165"/>
                      </a:lnTo>
                      <a:lnTo>
                        <a:pt x="519" y="165"/>
                      </a:lnTo>
                      <a:lnTo>
                        <a:pt x="521" y="165"/>
                      </a:lnTo>
                      <a:lnTo>
                        <a:pt x="522" y="165"/>
                      </a:lnTo>
                      <a:lnTo>
                        <a:pt x="524" y="165"/>
                      </a:lnTo>
                      <a:lnTo>
                        <a:pt x="524" y="167"/>
                      </a:lnTo>
                      <a:lnTo>
                        <a:pt x="526" y="167"/>
                      </a:lnTo>
                      <a:lnTo>
                        <a:pt x="526" y="169"/>
                      </a:lnTo>
                      <a:lnTo>
                        <a:pt x="528" y="169"/>
                      </a:lnTo>
                      <a:lnTo>
                        <a:pt x="528" y="170"/>
                      </a:lnTo>
                      <a:lnTo>
                        <a:pt x="528" y="169"/>
                      </a:lnTo>
                      <a:lnTo>
                        <a:pt x="526" y="169"/>
                      </a:lnTo>
                      <a:lnTo>
                        <a:pt x="526" y="170"/>
                      </a:lnTo>
                      <a:lnTo>
                        <a:pt x="526" y="169"/>
                      </a:lnTo>
                      <a:lnTo>
                        <a:pt x="526" y="170"/>
                      </a:lnTo>
                      <a:lnTo>
                        <a:pt x="524" y="170"/>
                      </a:lnTo>
                      <a:lnTo>
                        <a:pt x="524" y="169"/>
                      </a:lnTo>
                      <a:lnTo>
                        <a:pt x="524" y="170"/>
                      </a:lnTo>
                      <a:lnTo>
                        <a:pt x="522" y="170"/>
                      </a:lnTo>
                      <a:lnTo>
                        <a:pt x="524" y="170"/>
                      </a:lnTo>
                      <a:lnTo>
                        <a:pt x="524" y="169"/>
                      </a:lnTo>
                      <a:lnTo>
                        <a:pt x="522" y="169"/>
                      </a:lnTo>
                      <a:lnTo>
                        <a:pt x="522" y="170"/>
                      </a:lnTo>
                      <a:lnTo>
                        <a:pt x="522" y="169"/>
                      </a:lnTo>
                      <a:lnTo>
                        <a:pt x="522" y="170"/>
                      </a:lnTo>
                      <a:lnTo>
                        <a:pt x="521" y="170"/>
                      </a:lnTo>
                      <a:lnTo>
                        <a:pt x="522" y="170"/>
                      </a:lnTo>
                      <a:lnTo>
                        <a:pt x="524" y="170"/>
                      </a:lnTo>
                      <a:lnTo>
                        <a:pt x="524" y="172"/>
                      </a:lnTo>
                      <a:lnTo>
                        <a:pt x="524" y="170"/>
                      </a:lnTo>
                      <a:lnTo>
                        <a:pt x="526" y="170"/>
                      </a:lnTo>
                      <a:lnTo>
                        <a:pt x="526" y="172"/>
                      </a:lnTo>
                      <a:lnTo>
                        <a:pt x="524" y="172"/>
                      </a:lnTo>
                      <a:lnTo>
                        <a:pt x="526" y="172"/>
                      </a:lnTo>
                      <a:lnTo>
                        <a:pt x="524" y="172"/>
                      </a:lnTo>
                      <a:lnTo>
                        <a:pt x="524" y="174"/>
                      </a:lnTo>
                      <a:lnTo>
                        <a:pt x="526" y="174"/>
                      </a:lnTo>
                      <a:lnTo>
                        <a:pt x="526" y="172"/>
                      </a:lnTo>
                      <a:lnTo>
                        <a:pt x="528" y="172"/>
                      </a:lnTo>
                      <a:lnTo>
                        <a:pt x="528" y="174"/>
                      </a:lnTo>
                      <a:lnTo>
                        <a:pt x="528" y="176"/>
                      </a:lnTo>
                      <a:lnTo>
                        <a:pt x="528" y="178"/>
                      </a:lnTo>
                      <a:lnTo>
                        <a:pt x="530" y="178"/>
                      </a:lnTo>
                      <a:lnTo>
                        <a:pt x="530" y="180"/>
                      </a:lnTo>
                      <a:lnTo>
                        <a:pt x="530" y="178"/>
                      </a:lnTo>
                      <a:lnTo>
                        <a:pt x="532" y="178"/>
                      </a:lnTo>
                      <a:lnTo>
                        <a:pt x="532" y="180"/>
                      </a:lnTo>
                      <a:lnTo>
                        <a:pt x="530" y="180"/>
                      </a:lnTo>
                      <a:lnTo>
                        <a:pt x="530" y="181"/>
                      </a:lnTo>
                      <a:lnTo>
                        <a:pt x="532" y="180"/>
                      </a:lnTo>
                      <a:lnTo>
                        <a:pt x="532" y="181"/>
                      </a:lnTo>
                      <a:lnTo>
                        <a:pt x="532" y="180"/>
                      </a:lnTo>
                      <a:lnTo>
                        <a:pt x="532" y="181"/>
                      </a:lnTo>
                      <a:lnTo>
                        <a:pt x="532" y="180"/>
                      </a:lnTo>
                      <a:lnTo>
                        <a:pt x="533" y="180"/>
                      </a:lnTo>
                      <a:lnTo>
                        <a:pt x="532" y="180"/>
                      </a:lnTo>
                      <a:lnTo>
                        <a:pt x="532" y="181"/>
                      </a:lnTo>
                      <a:lnTo>
                        <a:pt x="533" y="181"/>
                      </a:lnTo>
                      <a:lnTo>
                        <a:pt x="533" y="180"/>
                      </a:lnTo>
                      <a:lnTo>
                        <a:pt x="535" y="181"/>
                      </a:lnTo>
                      <a:lnTo>
                        <a:pt x="535" y="180"/>
                      </a:lnTo>
                      <a:lnTo>
                        <a:pt x="533" y="180"/>
                      </a:lnTo>
                      <a:lnTo>
                        <a:pt x="535" y="180"/>
                      </a:lnTo>
                      <a:lnTo>
                        <a:pt x="535" y="178"/>
                      </a:lnTo>
                      <a:lnTo>
                        <a:pt x="533" y="178"/>
                      </a:lnTo>
                      <a:lnTo>
                        <a:pt x="533" y="176"/>
                      </a:lnTo>
                      <a:lnTo>
                        <a:pt x="533" y="174"/>
                      </a:lnTo>
                      <a:lnTo>
                        <a:pt x="535" y="174"/>
                      </a:lnTo>
                      <a:lnTo>
                        <a:pt x="533" y="174"/>
                      </a:lnTo>
                      <a:lnTo>
                        <a:pt x="533" y="176"/>
                      </a:lnTo>
                      <a:lnTo>
                        <a:pt x="535" y="176"/>
                      </a:lnTo>
                      <a:lnTo>
                        <a:pt x="535" y="178"/>
                      </a:lnTo>
                      <a:lnTo>
                        <a:pt x="537" y="178"/>
                      </a:lnTo>
                      <a:lnTo>
                        <a:pt x="535" y="178"/>
                      </a:lnTo>
                      <a:lnTo>
                        <a:pt x="535" y="180"/>
                      </a:lnTo>
                      <a:lnTo>
                        <a:pt x="537" y="180"/>
                      </a:lnTo>
                      <a:lnTo>
                        <a:pt x="537" y="178"/>
                      </a:lnTo>
                      <a:lnTo>
                        <a:pt x="539" y="176"/>
                      </a:lnTo>
                      <a:lnTo>
                        <a:pt x="539" y="174"/>
                      </a:lnTo>
                      <a:lnTo>
                        <a:pt x="539" y="176"/>
                      </a:lnTo>
                      <a:lnTo>
                        <a:pt x="537" y="176"/>
                      </a:lnTo>
                      <a:lnTo>
                        <a:pt x="537" y="178"/>
                      </a:lnTo>
                      <a:lnTo>
                        <a:pt x="539" y="178"/>
                      </a:lnTo>
                      <a:lnTo>
                        <a:pt x="539" y="180"/>
                      </a:lnTo>
                      <a:lnTo>
                        <a:pt x="539" y="178"/>
                      </a:lnTo>
                      <a:lnTo>
                        <a:pt x="537" y="178"/>
                      </a:lnTo>
                      <a:lnTo>
                        <a:pt x="537" y="180"/>
                      </a:lnTo>
                      <a:lnTo>
                        <a:pt x="537" y="181"/>
                      </a:lnTo>
                      <a:lnTo>
                        <a:pt x="539" y="183"/>
                      </a:lnTo>
                      <a:lnTo>
                        <a:pt x="539" y="181"/>
                      </a:lnTo>
                      <a:lnTo>
                        <a:pt x="539" y="183"/>
                      </a:lnTo>
                      <a:lnTo>
                        <a:pt x="541" y="181"/>
                      </a:lnTo>
                      <a:lnTo>
                        <a:pt x="542" y="181"/>
                      </a:lnTo>
                      <a:lnTo>
                        <a:pt x="542" y="183"/>
                      </a:lnTo>
                      <a:lnTo>
                        <a:pt x="542" y="181"/>
                      </a:lnTo>
                      <a:lnTo>
                        <a:pt x="542" y="183"/>
                      </a:lnTo>
                      <a:lnTo>
                        <a:pt x="542" y="181"/>
                      </a:lnTo>
                      <a:lnTo>
                        <a:pt x="541" y="181"/>
                      </a:lnTo>
                      <a:lnTo>
                        <a:pt x="541" y="183"/>
                      </a:lnTo>
                      <a:lnTo>
                        <a:pt x="541" y="181"/>
                      </a:lnTo>
                      <a:lnTo>
                        <a:pt x="541" y="183"/>
                      </a:lnTo>
                      <a:lnTo>
                        <a:pt x="541" y="181"/>
                      </a:lnTo>
                      <a:lnTo>
                        <a:pt x="541" y="183"/>
                      </a:lnTo>
                      <a:lnTo>
                        <a:pt x="539" y="183"/>
                      </a:lnTo>
                      <a:lnTo>
                        <a:pt x="539" y="185"/>
                      </a:lnTo>
                      <a:lnTo>
                        <a:pt x="541" y="185"/>
                      </a:lnTo>
                      <a:lnTo>
                        <a:pt x="541" y="183"/>
                      </a:lnTo>
                      <a:lnTo>
                        <a:pt x="541" y="185"/>
                      </a:lnTo>
                      <a:lnTo>
                        <a:pt x="541" y="183"/>
                      </a:lnTo>
                      <a:lnTo>
                        <a:pt x="541" y="185"/>
                      </a:lnTo>
                      <a:lnTo>
                        <a:pt x="541" y="183"/>
                      </a:lnTo>
                      <a:lnTo>
                        <a:pt x="541" y="185"/>
                      </a:lnTo>
                      <a:lnTo>
                        <a:pt x="542" y="183"/>
                      </a:lnTo>
                      <a:lnTo>
                        <a:pt x="541" y="185"/>
                      </a:lnTo>
                      <a:lnTo>
                        <a:pt x="542" y="185"/>
                      </a:lnTo>
                      <a:lnTo>
                        <a:pt x="541" y="185"/>
                      </a:lnTo>
                      <a:lnTo>
                        <a:pt x="541" y="187"/>
                      </a:lnTo>
                      <a:lnTo>
                        <a:pt x="542" y="187"/>
                      </a:lnTo>
                      <a:lnTo>
                        <a:pt x="541" y="187"/>
                      </a:lnTo>
                      <a:lnTo>
                        <a:pt x="542" y="187"/>
                      </a:lnTo>
                      <a:lnTo>
                        <a:pt x="544" y="189"/>
                      </a:lnTo>
                      <a:lnTo>
                        <a:pt x="546" y="189"/>
                      </a:lnTo>
                      <a:lnTo>
                        <a:pt x="548" y="189"/>
                      </a:lnTo>
                      <a:lnTo>
                        <a:pt x="546" y="189"/>
                      </a:lnTo>
                      <a:lnTo>
                        <a:pt x="548" y="191"/>
                      </a:lnTo>
                      <a:lnTo>
                        <a:pt x="550" y="191"/>
                      </a:lnTo>
                      <a:lnTo>
                        <a:pt x="552" y="191"/>
                      </a:lnTo>
                      <a:lnTo>
                        <a:pt x="552" y="192"/>
                      </a:lnTo>
                      <a:lnTo>
                        <a:pt x="553" y="192"/>
                      </a:lnTo>
                      <a:lnTo>
                        <a:pt x="553" y="191"/>
                      </a:lnTo>
                      <a:lnTo>
                        <a:pt x="553" y="189"/>
                      </a:lnTo>
                      <a:lnTo>
                        <a:pt x="553" y="191"/>
                      </a:lnTo>
                      <a:lnTo>
                        <a:pt x="553" y="192"/>
                      </a:lnTo>
                      <a:lnTo>
                        <a:pt x="553" y="194"/>
                      </a:lnTo>
                      <a:lnTo>
                        <a:pt x="555" y="194"/>
                      </a:lnTo>
                      <a:lnTo>
                        <a:pt x="555" y="196"/>
                      </a:lnTo>
                      <a:lnTo>
                        <a:pt x="557" y="196"/>
                      </a:lnTo>
                      <a:lnTo>
                        <a:pt x="557" y="198"/>
                      </a:lnTo>
                      <a:lnTo>
                        <a:pt x="559" y="198"/>
                      </a:lnTo>
                      <a:lnTo>
                        <a:pt x="557" y="198"/>
                      </a:lnTo>
                      <a:lnTo>
                        <a:pt x="557" y="196"/>
                      </a:lnTo>
                      <a:lnTo>
                        <a:pt x="555" y="196"/>
                      </a:lnTo>
                      <a:lnTo>
                        <a:pt x="553" y="196"/>
                      </a:lnTo>
                      <a:lnTo>
                        <a:pt x="553" y="194"/>
                      </a:lnTo>
                      <a:lnTo>
                        <a:pt x="552" y="194"/>
                      </a:lnTo>
                      <a:lnTo>
                        <a:pt x="552" y="196"/>
                      </a:lnTo>
                      <a:lnTo>
                        <a:pt x="552" y="198"/>
                      </a:lnTo>
                      <a:lnTo>
                        <a:pt x="553" y="198"/>
                      </a:lnTo>
                      <a:lnTo>
                        <a:pt x="552" y="198"/>
                      </a:lnTo>
                      <a:lnTo>
                        <a:pt x="552" y="200"/>
                      </a:lnTo>
                      <a:lnTo>
                        <a:pt x="553" y="200"/>
                      </a:lnTo>
                      <a:lnTo>
                        <a:pt x="553" y="201"/>
                      </a:lnTo>
                      <a:lnTo>
                        <a:pt x="553" y="203"/>
                      </a:lnTo>
                      <a:lnTo>
                        <a:pt x="555" y="203"/>
                      </a:lnTo>
                      <a:lnTo>
                        <a:pt x="555" y="205"/>
                      </a:lnTo>
                      <a:lnTo>
                        <a:pt x="555" y="203"/>
                      </a:lnTo>
                      <a:lnTo>
                        <a:pt x="555" y="205"/>
                      </a:lnTo>
                      <a:lnTo>
                        <a:pt x="557" y="205"/>
                      </a:lnTo>
                      <a:lnTo>
                        <a:pt x="557" y="203"/>
                      </a:lnTo>
                      <a:lnTo>
                        <a:pt x="557" y="205"/>
                      </a:lnTo>
                      <a:lnTo>
                        <a:pt x="559" y="205"/>
                      </a:lnTo>
                      <a:lnTo>
                        <a:pt x="559" y="203"/>
                      </a:lnTo>
                      <a:lnTo>
                        <a:pt x="559" y="201"/>
                      </a:lnTo>
                      <a:lnTo>
                        <a:pt x="559" y="203"/>
                      </a:lnTo>
                      <a:lnTo>
                        <a:pt x="559" y="201"/>
                      </a:lnTo>
                      <a:lnTo>
                        <a:pt x="559" y="203"/>
                      </a:lnTo>
                      <a:lnTo>
                        <a:pt x="561" y="203"/>
                      </a:lnTo>
                      <a:lnTo>
                        <a:pt x="559" y="203"/>
                      </a:lnTo>
                      <a:lnTo>
                        <a:pt x="561" y="203"/>
                      </a:lnTo>
                      <a:lnTo>
                        <a:pt x="559" y="203"/>
                      </a:lnTo>
                      <a:lnTo>
                        <a:pt x="559" y="205"/>
                      </a:lnTo>
                      <a:lnTo>
                        <a:pt x="559" y="207"/>
                      </a:lnTo>
                      <a:lnTo>
                        <a:pt x="561" y="207"/>
                      </a:lnTo>
                      <a:lnTo>
                        <a:pt x="561" y="209"/>
                      </a:lnTo>
                      <a:lnTo>
                        <a:pt x="561" y="211"/>
                      </a:lnTo>
                      <a:lnTo>
                        <a:pt x="561" y="212"/>
                      </a:lnTo>
                      <a:lnTo>
                        <a:pt x="563" y="212"/>
                      </a:lnTo>
                      <a:lnTo>
                        <a:pt x="563" y="214"/>
                      </a:lnTo>
                      <a:lnTo>
                        <a:pt x="563" y="212"/>
                      </a:lnTo>
                      <a:lnTo>
                        <a:pt x="561" y="212"/>
                      </a:lnTo>
                      <a:lnTo>
                        <a:pt x="561" y="214"/>
                      </a:lnTo>
                      <a:lnTo>
                        <a:pt x="559" y="214"/>
                      </a:lnTo>
                      <a:lnTo>
                        <a:pt x="559" y="216"/>
                      </a:lnTo>
                      <a:lnTo>
                        <a:pt x="559" y="214"/>
                      </a:lnTo>
                      <a:lnTo>
                        <a:pt x="559" y="216"/>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399" name="Freeform 94">
                  <a:extLst>
                    <a:ext uri="{FF2B5EF4-FFF2-40B4-BE49-F238E27FC236}">
                      <a16:creationId xmlns:a16="http://schemas.microsoft.com/office/drawing/2014/main" id="{2B8079D1-EE0E-DDAF-B416-D6676E32EE31}"/>
                    </a:ext>
                  </a:extLst>
                </p:cNvPr>
                <p:cNvSpPr>
                  <a:spLocks noEditPoints="1"/>
                </p:cNvSpPr>
                <p:nvPr/>
              </p:nvSpPr>
              <p:spPr bwMode="auto">
                <a:xfrm>
                  <a:off x="1385593" y="3229107"/>
                  <a:ext cx="1021078" cy="769874"/>
                </a:xfrm>
                <a:custGeom>
                  <a:avLst/>
                  <a:gdLst>
                    <a:gd name="T0" fmla="*/ 277 w 565"/>
                    <a:gd name="T1" fmla="*/ 420 h 426"/>
                    <a:gd name="T2" fmla="*/ 270 w 565"/>
                    <a:gd name="T3" fmla="*/ 417 h 426"/>
                    <a:gd name="T4" fmla="*/ 264 w 565"/>
                    <a:gd name="T5" fmla="*/ 415 h 426"/>
                    <a:gd name="T6" fmla="*/ 268 w 565"/>
                    <a:gd name="T7" fmla="*/ 413 h 426"/>
                    <a:gd name="T8" fmla="*/ 286 w 565"/>
                    <a:gd name="T9" fmla="*/ 411 h 426"/>
                    <a:gd name="T10" fmla="*/ 259 w 565"/>
                    <a:gd name="T11" fmla="*/ 411 h 426"/>
                    <a:gd name="T12" fmla="*/ 284 w 565"/>
                    <a:gd name="T13" fmla="*/ 408 h 426"/>
                    <a:gd name="T14" fmla="*/ 268 w 565"/>
                    <a:gd name="T15" fmla="*/ 408 h 426"/>
                    <a:gd name="T16" fmla="*/ 257 w 565"/>
                    <a:gd name="T17" fmla="*/ 408 h 426"/>
                    <a:gd name="T18" fmla="*/ 253 w 565"/>
                    <a:gd name="T19" fmla="*/ 404 h 426"/>
                    <a:gd name="T20" fmla="*/ 262 w 565"/>
                    <a:gd name="T21" fmla="*/ 408 h 426"/>
                    <a:gd name="T22" fmla="*/ 270 w 565"/>
                    <a:gd name="T23" fmla="*/ 411 h 426"/>
                    <a:gd name="T24" fmla="*/ 272 w 565"/>
                    <a:gd name="T25" fmla="*/ 408 h 426"/>
                    <a:gd name="T26" fmla="*/ 272 w 565"/>
                    <a:gd name="T27" fmla="*/ 415 h 426"/>
                    <a:gd name="T28" fmla="*/ 266 w 565"/>
                    <a:gd name="T29" fmla="*/ 411 h 426"/>
                    <a:gd name="T30" fmla="*/ 259 w 565"/>
                    <a:gd name="T31" fmla="*/ 408 h 426"/>
                    <a:gd name="T32" fmla="*/ 251 w 565"/>
                    <a:gd name="T33" fmla="*/ 406 h 426"/>
                    <a:gd name="T34" fmla="*/ 257 w 565"/>
                    <a:gd name="T35" fmla="*/ 404 h 426"/>
                    <a:gd name="T36" fmla="*/ 268 w 565"/>
                    <a:gd name="T37" fmla="*/ 408 h 426"/>
                    <a:gd name="T38" fmla="*/ 262 w 565"/>
                    <a:gd name="T39" fmla="*/ 404 h 426"/>
                    <a:gd name="T40" fmla="*/ 264 w 565"/>
                    <a:gd name="T41" fmla="*/ 404 h 426"/>
                    <a:gd name="T42" fmla="*/ 261 w 565"/>
                    <a:gd name="T43" fmla="*/ 400 h 426"/>
                    <a:gd name="T44" fmla="*/ 264 w 565"/>
                    <a:gd name="T45" fmla="*/ 400 h 426"/>
                    <a:gd name="T46" fmla="*/ 257 w 565"/>
                    <a:gd name="T47" fmla="*/ 398 h 426"/>
                    <a:gd name="T48" fmla="*/ 251 w 565"/>
                    <a:gd name="T49" fmla="*/ 358 h 426"/>
                    <a:gd name="T50" fmla="*/ 233 w 565"/>
                    <a:gd name="T51" fmla="*/ 347 h 426"/>
                    <a:gd name="T52" fmla="*/ 233 w 565"/>
                    <a:gd name="T53" fmla="*/ 344 h 426"/>
                    <a:gd name="T54" fmla="*/ 226 w 565"/>
                    <a:gd name="T55" fmla="*/ 313 h 426"/>
                    <a:gd name="T56" fmla="*/ 224 w 565"/>
                    <a:gd name="T57" fmla="*/ 313 h 426"/>
                    <a:gd name="T58" fmla="*/ 217 w 565"/>
                    <a:gd name="T59" fmla="*/ 305 h 426"/>
                    <a:gd name="T60" fmla="*/ 202 w 565"/>
                    <a:gd name="T61" fmla="*/ 287 h 426"/>
                    <a:gd name="T62" fmla="*/ 199 w 565"/>
                    <a:gd name="T63" fmla="*/ 283 h 426"/>
                    <a:gd name="T64" fmla="*/ 197 w 565"/>
                    <a:gd name="T65" fmla="*/ 283 h 426"/>
                    <a:gd name="T66" fmla="*/ 157 w 565"/>
                    <a:gd name="T67" fmla="*/ 190 h 426"/>
                    <a:gd name="T68" fmla="*/ 155 w 565"/>
                    <a:gd name="T69" fmla="*/ 186 h 426"/>
                    <a:gd name="T70" fmla="*/ 93 w 565"/>
                    <a:gd name="T71" fmla="*/ 115 h 426"/>
                    <a:gd name="T72" fmla="*/ 95 w 565"/>
                    <a:gd name="T73" fmla="*/ 108 h 426"/>
                    <a:gd name="T74" fmla="*/ 84 w 565"/>
                    <a:gd name="T75" fmla="*/ 101 h 426"/>
                    <a:gd name="T76" fmla="*/ 89 w 565"/>
                    <a:gd name="T77" fmla="*/ 97 h 426"/>
                    <a:gd name="T78" fmla="*/ 87 w 565"/>
                    <a:gd name="T79" fmla="*/ 97 h 426"/>
                    <a:gd name="T80" fmla="*/ 82 w 565"/>
                    <a:gd name="T81" fmla="*/ 97 h 426"/>
                    <a:gd name="T82" fmla="*/ 84 w 565"/>
                    <a:gd name="T83" fmla="*/ 93 h 426"/>
                    <a:gd name="T84" fmla="*/ 564 w 565"/>
                    <a:gd name="T85" fmla="*/ 93 h 426"/>
                    <a:gd name="T86" fmla="*/ 85 w 565"/>
                    <a:gd name="T87" fmla="*/ 93 h 426"/>
                    <a:gd name="T88" fmla="*/ 69 w 565"/>
                    <a:gd name="T89" fmla="*/ 91 h 426"/>
                    <a:gd name="T90" fmla="*/ 73 w 565"/>
                    <a:gd name="T91" fmla="*/ 88 h 426"/>
                    <a:gd name="T92" fmla="*/ 556 w 565"/>
                    <a:gd name="T93" fmla="*/ 58 h 426"/>
                    <a:gd name="T94" fmla="*/ 54 w 565"/>
                    <a:gd name="T95" fmla="*/ 46 h 426"/>
                    <a:gd name="T96" fmla="*/ 45 w 565"/>
                    <a:gd name="T97" fmla="*/ 38 h 426"/>
                    <a:gd name="T98" fmla="*/ 536 w 565"/>
                    <a:gd name="T99" fmla="*/ 37 h 426"/>
                    <a:gd name="T100" fmla="*/ 529 w 565"/>
                    <a:gd name="T101" fmla="*/ 33 h 426"/>
                    <a:gd name="T102" fmla="*/ 540 w 565"/>
                    <a:gd name="T103" fmla="*/ 31 h 426"/>
                    <a:gd name="T104" fmla="*/ 536 w 565"/>
                    <a:gd name="T105" fmla="*/ 29 h 426"/>
                    <a:gd name="T106" fmla="*/ 529 w 565"/>
                    <a:gd name="T107" fmla="*/ 27 h 426"/>
                    <a:gd name="T108" fmla="*/ 21 w 565"/>
                    <a:gd name="T109" fmla="*/ 13 h 426"/>
                    <a:gd name="T110" fmla="*/ 7 w 565"/>
                    <a:gd name="T111" fmla="*/ 7 h 426"/>
                    <a:gd name="T112" fmla="*/ 25 w 565"/>
                    <a:gd name="T113" fmla="*/ 7 h 426"/>
                    <a:gd name="T114" fmla="*/ 0 w 565"/>
                    <a:gd name="T115" fmla="*/ 7 h 426"/>
                    <a:gd name="T116" fmla="*/ 0 w 565"/>
                    <a:gd name="T117" fmla="*/ 7 h 426"/>
                    <a:gd name="T118" fmla="*/ 7 w 565"/>
                    <a:gd name="T119" fmla="*/ 4 h 426"/>
                    <a:gd name="T120" fmla="*/ 503 w 565"/>
                    <a:gd name="T121"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5" h="426">
                      <a:moveTo>
                        <a:pt x="266" y="426"/>
                      </a:moveTo>
                      <a:lnTo>
                        <a:pt x="266" y="424"/>
                      </a:lnTo>
                      <a:lnTo>
                        <a:pt x="266" y="426"/>
                      </a:lnTo>
                      <a:close/>
                      <a:moveTo>
                        <a:pt x="277" y="422"/>
                      </a:moveTo>
                      <a:lnTo>
                        <a:pt x="279" y="422"/>
                      </a:lnTo>
                      <a:lnTo>
                        <a:pt x="277" y="422"/>
                      </a:lnTo>
                      <a:close/>
                      <a:moveTo>
                        <a:pt x="277" y="420"/>
                      </a:moveTo>
                      <a:lnTo>
                        <a:pt x="277" y="422"/>
                      </a:lnTo>
                      <a:lnTo>
                        <a:pt x="277" y="420"/>
                      </a:lnTo>
                      <a:lnTo>
                        <a:pt x="275" y="420"/>
                      </a:lnTo>
                      <a:lnTo>
                        <a:pt x="277" y="420"/>
                      </a:lnTo>
                      <a:close/>
                      <a:moveTo>
                        <a:pt x="270" y="417"/>
                      </a:moveTo>
                      <a:lnTo>
                        <a:pt x="270" y="415"/>
                      </a:lnTo>
                      <a:lnTo>
                        <a:pt x="270" y="417"/>
                      </a:lnTo>
                      <a:lnTo>
                        <a:pt x="270" y="415"/>
                      </a:lnTo>
                      <a:lnTo>
                        <a:pt x="270" y="417"/>
                      </a:lnTo>
                      <a:lnTo>
                        <a:pt x="268" y="417"/>
                      </a:lnTo>
                      <a:lnTo>
                        <a:pt x="268" y="415"/>
                      </a:lnTo>
                      <a:lnTo>
                        <a:pt x="270" y="415"/>
                      </a:lnTo>
                      <a:lnTo>
                        <a:pt x="270" y="417"/>
                      </a:lnTo>
                      <a:close/>
                      <a:moveTo>
                        <a:pt x="264" y="415"/>
                      </a:moveTo>
                      <a:lnTo>
                        <a:pt x="264" y="413"/>
                      </a:lnTo>
                      <a:lnTo>
                        <a:pt x="264" y="415"/>
                      </a:lnTo>
                      <a:close/>
                      <a:moveTo>
                        <a:pt x="268" y="413"/>
                      </a:moveTo>
                      <a:lnTo>
                        <a:pt x="268" y="415"/>
                      </a:lnTo>
                      <a:lnTo>
                        <a:pt x="268" y="413"/>
                      </a:lnTo>
                      <a:lnTo>
                        <a:pt x="268" y="415"/>
                      </a:lnTo>
                      <a:lnTo>
                        <a:pt x="268" y="413"/>
                      </a:lnTo>
                      <a:close/>
                      <a:moveTo>
                        <a:pt x="262" y="413"/>
                      </a:moveTo>
                      <a:lnTo>
                        <a:pt x="262" y="411"/>
                      </a:lnTo>
                      <a:lnTo>
                        <a:pt x="262" y="413"/>
                      </a:lnTo>
                      <a:close/>
                      <a:moveTo>
                        <a:pt x="253" y="411"/>
                      </a:moveTo>
                      <a:lnTo>
                        <a:pt x="251" y="411"/>
                      </a:lnTo>
                      <a:lnTo>
                        <a:pt x="253" y="411"/>
                      </a:lnTo>
                      <a:close/>
                      <a:moveTo>
                        <a:pt x="286" y="411"/>
                      </a:moveTo>
                      <a:lnTo>
                        <a:pt x="288" y="411"/>
                      </a:lnTo>
                      <a:lnTo>
                        <a:pt x="286" y="411"/>
                      </a:lnTo>
                      <a:close/>
                      <a:moveTo>
                        <a:pt x="261" y="409"/>
                      </a:moveTo>
                      <a:lnTo>
                        <a:pt x="261" y="411"/>
                      </a:lnTo>
                      <a:lnTo>
                        <a:pt x="261" y="409"/>
                      </a:lnTo>
                      <a:lnTo>
                        <a:pt x="261" y="411"/>
                      </a:lnTo>
                      <a:lnTo>
                        <a:pt x="259" y="411"/>
                      </a:lnTo>
                      <a:lnTo>
                        <a:pt x="257" y="409"/>
                      </a:lnTo>
                      <a:lnTo>
                        <a:pt x="259" y="409"/>
                      </a:lnTo>
                      <a:lnTo>
                        <a:pt x="261" y="409"/>
                      </a:lnTo>
                      <a:close/>
                      <a:moveTo>
                        <a:pt x="275" y="409"/>
                      </a:moveTo>
                      <a:lnTo>
                        <a:pt x="273" y="409"/>
                      </a:lnTo>
                      <a:lnTo>
                        <a:pt x="275" y="409"/>
                      </a:lnTo>
                      <a:close/>
                      <a:moveTo>
                        <a:pt x="284" y="408"/>
                      </a:moveTo>
                      <a:lnTo>
                        <a:pt x="282" y="408"/>
                      </a:lnTo>
                      <a:lnTo>
                        <a:pt x="284" y="408"/>
                      </a:lnTo>
                      <a:close/>
                      <a:moveTo>
                        <a:pt x="268" y="408"/>
                      </a:moveTo>
                      <a:lnTo>
                        <a:pt x="268" y="409"/>
                      </a:lnTo>
                      <a:lnTo>
                        <a:pt x="268" y="408"/>
                      </a:lnTo>
                      <a:lnTo>
                        <a:pt x="268" y="409"/>
                      </a:lnTo>
                      <a:lnTo>
                        <a:pt x="268" y="408"/>
                      </a:lnTo>
                      <a:close/>
                      <a:moveTo>
                        <a:pt x="268" y="408"/>
                      </a:moveTo>
                      <a:lnTo>
                        <a:pt x="266" y="408"/>
                      </a:lnTo>
                      <a:lnTo>
                        <a:pt x="268" y="408"/>
                      </a:lnTo>
                      <a:close/>
                      <a:moveTo>
                        <a:pt x="259" y="408"/>
                      </a:moveTo>
                      <a:lnTo>
                        <a:pt x="257" y="408"/>
                      </a:lnTo>
                      <a:lnTo>
                        <a:pt x="259" y="408"/>
                      </a:lnTo>
                      <a:lnTo>
                        <a:pt x="257" y="408"/>
                      </a:lnTo>
                      <a:lnTo>
                        <a:pt x="259" y="408"/>
                      </a:lnTo>
                      <a:close/>
                      <a:moveTo>
                        <a:pt x="268" y="406"/>
                      </a:moveTo>
                      <a:lnTo>
                        <a:pt x="266" y="406"/>
                      </a:lnTo>
                      <a:lnTo>
                        <a:pt x="268" y="406"/>
                      </a:lnTo>
                      <a:close/>
                      <a:moveTo>
                        <a:pt x="253" y="404"/>
                      </a:moveTo>
                      <a:lnTo>
                        <a:pt x="253" y="406"/>
                      </a:lnTo>
                      <a:lnTo>
                        <a:pt x="253" y="404"/>
                      </a:lnTo>
                      <a:lnTo>
                        <a:pt x="251" y="404"/>
                      </a:lnTo>
                      <a:lnTo>
                        <a:pt x="253" y="404"/>
                      </a:lnTo>
                      <a:close/>
                      <a:moveTo>
                        <a:pt x="259" y="404"/>
                      </a:moveTo>
                      <a:lnTo>
                        <a:pt x="261" y="404"/>
                      </a:lnTo>
                      <a:lnTo>
                        <a:pt x="261" y="406"/>
                      </a:lnTo>
                      <a:lnTo>
                        <a:pt x="262" y="406"/>
                      </a:lnTo>
                      <a:lnTo>
                        <a:pt x="262" y="408"/>
                      </a:lnTo>
                      <a:lnTo>
                        <a:pt x="262" y="409"/>
                      </a:lnTo>
                      <a:lnTo>
                        <a:pt x="264" y="409"/>
                      </a:lnTo>
                      <a:lnTo>
                        <a:pt x="266" y="409"/>
                      </a:lnTo>
                      <a:lnTo>
                        <a:pt x="268" y="409"/>
                      </a:lnTo>
                      <a:lnTo>
                        <a:pt x="268" y="411"/>
                      </a:lnTo>
                      <a:lnTo>
                        <a:pt x="270" y="409"/>
                      </a:lnTo>
                      <a:lnTo>
                        <a:pt x="270" y="411"/>
                      </a:lnTo>
                      <a:lnTo>
                        <a:pt x="270" y="409"/>
                      </a:lnTo>
                      <a:lnTo>
                        <a:pt x="268" y="409"/>
                      </a:lnTo>
                      <a:lnTo>
                        <a:pt x="270" y="409"/>
                      </a:lnTo>
                      <a:lnTo>
                        <a:pt x="270" y="408"/>
                      </a:lnTo>
                      <a:lnTo>
                        <a:pt x="270" y="406"/>
                      </a:lnTo>
                      <a:lnTo>
                        <a:pt x="270" y="408"/>
                      </a:lnTo>
                      <a:lnTo>
                        <a:pt x="272" y="408"/>
                      </a:lnTo>
                      <a:lnTo>
                        <a:pt x="270" y="408"/>
                      </a:lnTo>
                      <a:lnTo>
                        <a:pt x="272" y="408"/>
                      </a:lnTo>
                      <a:lnTo>
                        <a:pt x="272" y="409"/>
                      </a:lnTo>
                      <a:lnTo>
                        <a:pt x="273" y="409"/>
                      </a:lnTo>
                      <a:lnTo>
                        <a:pt x="273" y="411"/>
                      </a:lnTo>
                      <a:lnTo>
                        <a:pt x="273" y="415"/>
                      </a:lnTo>
                      <a:lnTo>
                        <a:pt x="272" y="415"/>
                      </a:lnTo>
                      <a:lnTo>
                        <a:pt x="272" y="413"/>
                      </a:lnTo>
                      <a:lnTo>
                        <a:pt x="270" y="413"/>
                      </a:lnTo>
                      <a:lnTo>
                        <a:pt x="272" y="413"/>
                      </a:lnTo>
                      <a:lnTo>
                        <a:pt x="272" y="411"/>
                      </a:lnTo>
                      <a:lnTo>
                        <a:pt x="270" y="411"/>
                      </a:lnTo>
                      <a:lnTo>
                        <a:pt x="268" y="411"/>
                      </a:lnTo>
                      <a:lnTo>
                        <a:pt x="266" y="411"/>
                      </a:lnTo>
                      <a:lnTo>
                        <a:pt x="264" y="411"/>
                      </a:lnTo>
                      <a:lnTo>
                        <a:pt x="262" y="409"/>
                      </a:lnTo>
                      <a:lnTo>
                        <a:pt x="261" y="409"/>
                      </a:lnTo>
                      <a:lnTo>
                        <a:pt x="261" y="408"/>
                      </a:lnTo>
                      <a:lnTo>
                        <a:pt x="259" y="408"/>
                      </a:lnTo>
                      <a:lnTo>
                        <a:pt x="261" y="408"/>
                      </a:lnTo>
                      <a:lnTo>
                        <a:pt x="259" y="408"/>
                      </a:lnTo>
                      <a:lnTo>
                        <a:pt x="259" y="406"/>
                      </a:lnTo>
                      <a:lnTo>
                        <a:pt x="259" y="404"/>
                      </a:lnTo>
                      <a:close/>
                      <a:moveTo>
                        <a:pt x="253" y="408"/>
                      </a:moveTo>
                      <a:lnTo>
                        <a:pt x="253" y="406"/>
                      </a:lnTo>
                      <a:lnTo>
                        <a:pt x="251" y="406"/>
                      </a:lnTo>
                      <a:lnTo>
                        <a:pt x="253" y="406"/>
                      </a:lnTo>
                      <a:lnTo>
                        <a:pt x="251" y="406"/>
                      </a:lnTo>
                      <a:lnTo>
                        <a:pt x="251" y="404"/>
                      </a:lnTo>
                      <a:lnTo>
                        <a:pt x="253" y="404"/>
                      </a:lnTo>
                      <a:lnTo>
                        <a:pt x="253" y="406"/>
                      </a:lnTo>
                      <a:lnTo>
                        <a:pt x="253" y="408"/>
                      </a:lnTo>
                      <a:close/>
                      <a:moveTo>
                        <a:pt x="257" y="404"/>
                      </a:moveTo>
                      <a:lnTo>
                        <a:pt x="257" y="402"/>
                      </a:lnTo>
                      <a:lnTo>
                        <a:pt x="257" y="404"/>
                      </a:lnTo>
                      <a:close/>
                      <a:moveTo>
                        <a:pt x="264" y="404"/>
                      </a:moveTo>
                      <a:lnTo>
                        <a:pt x="266" y="404"/>
                      </a:lnTo>
                      <a:lnTo>
                        <a:pt x="266" y="406"/>
                      </a:lnTo>
                      <a:lnTo>
                        <a:pt x="264" y="406"/>
                      </a:lnTo>
                      <a:lnTo>
                        <a:pt x="266" y="406"/>
                      </a:lnTo>
                      <a:lnTo>
                        <a:pt x="266" y="408"/>
                      </a:lnTo>
                      <a:lnTo>
                        <a:pt x="268" y="408"/>
                      </a:lnTo>
                      <a:lnTo>
                        <a:pt x="268" y="409"/>
                      </a:lnTo>
                      <a:lnTo>
                        <a:pt x="266" y="409"/>
                      </a:lnTo>
                      <a:lnTo>
                        <a:pt x="266" y="408"/>
                      </a:lnTo>
                      <a:lnTo>
                        <a:pt x="264" y="408"/>
                      </a:lnTo>
                      <a:lnTo>
                        <a:pt x="262" y="408"/>
                      </a:lnTo>
                      <a:lnTo>
                        <a:pt x="262" y="406"/>
                      </a:lnTo>
                      <a:lnTo>
                        <a:pt x="262" y="404"/>
                      </a:lnTo>
                      <a:lnTo>
                        <a:pt x="261" y="404"/>
                      </a:lnTo>
                      <a:lnTo>
                        <a:pt x="262" y="404"/>
                      </a:lnTo>
                      <a:lnTo>
                        <a:pt x="262" y="402"/>
                      </a:lnTo>
                      <a:lnTo>
                        <a:pt x="264" y="402"/>
                      </a:lnTo>
                      <a:lnTo>
                        <a:pt x="266" y="402"/>
                      </a:lnTo>
                      <a:lnTo>
                        <a:pt x="264" y="402"/>
                      </a:lnTo>
                      <a:lnTo>
                        <a:pt x="264" y="404"/>
                      </a:lnTo>
                      <a:close/>
                      <a:moveTo>
                        <a:pt x="255" y="404"/>
                      </a:moveTo>
                      <a:lnTo>
                        <a:pt x="255" y="402"/>
                      </a:lnTo>
                      <a:lnTo>
                        <a:pt x="257" y="402"/>
                      </a:lnTo>
                      <a:lnTo>
                        <a:pt x="257" y="404"/>
                      </a:lnTo>
                      <a:lnTo>
                        <a:pt x="255" y="404"/>
                      </a:lnTo>
                      <a:close/>
                      <a:moveTo>
                        <a:pt x="259" y="400"/>
                      </a:moveTo>
                      <a:lnTo>
                        <a:pt x="261" y="400"/>
                      </a:lnTo>
                      <a:lnTo>
                        <a:pt x="261" y="402"/>
                      </a:lnTo>
                      <a:lnTo>
                        <a:pt x="259" y="402"/>
                      </a:lnTo>
                      <a:lnTo>
                        <a:pt x="261" y="402"/>
                      </a:lnTo>
                      <a:lnTo>
                        <a:pt x="261" y="400"/>
                      </a:lnTo>
                      <a:lnTo>
                        <a:pt x="259" y="400"/>
                      </a:lnTo>
                      <a:close/>
                      <a:moveTo>
                        <a:pt x="262" y="400"/>
                      </a:moveTo>
                      <a:lnTo>
                        <a:pt x="264" y="400"/>
                      </a:lnTo>
                      <a:lnTo>
                        <a:pt x="264" y="402"/>
                      </a:lnTo>
                      <a:lnTo>
                        <a:pt x="266" y="402"/>
                      </a:lnTo>
                      <a:lnTo>
                        <a:pt x="264" y="402"/>
                      </a:lnTo>
                      <a:lnTo>
                        <a:pt x="264" y="400"/>
                      </a:lnTo>
                      <a:lnTo>
                        <a:pt x="262" y="400"/>
                      </a:lnTo>
                      <a:close/>
                      <a:moveTo>
                        <a:pt x="259" y="398"/>
                      </a:moveTo>
                      <a:lnTo>
                        <a:pt x="257" y="398"/>
                      </a:lnTo>
                      <a:lnTo>
                        <a:pt x="259" y="398"/>
                      </a:lnTo>
                      <a:close/>
                      <a:moveTo>
                        <a:pt x="264" y="398"/>
                      </a:moveTo>
                      <a:lnTo>
                        <a:pt x="264" y="397"/>
                      </a:lnTo>
                      <a:lnTo>
                        <a:pt x="264" y="398"/>
                      </a:lnTo>
                      <a:close/>
                      <a:moveTo>
                        <a:pt x="251" y="358"/>
                      </a:moveTo>
                      <a:lnTo>
                        <a:pt x="251" y="360"/>
                      </a:lnTo>
                      <a:lnTo>
                        <a:pt x="251" y="358"/>
                      </a:lnTo>
                      <a:lnTo>
                        <a:pt x="250" y="358"/>
                      </a:lnTo>
                      <a:lnTo>
                        <a:pt x="251" y="358"/>
                      </a:lnTo>
                      <a:close/>
                      <a:moveTo>
                        <a:pt x="241" y="349"/>
                      </a:moveTo>
                      <a:lnTo>
                        <a:pt x="239" y="349"/>
                      </a:lnTo>
                      <a:lnTo>
                        <a:pt x="241" y="349"/>
                      </a:lnTo>
                      <a:close/>
                      <a:moveTo>
                        <a:pt x="235" y="345"/>
                      </a:moveTo>
                      <a:lnTo>
                        <a:pt x="233" y="347"/>
                      </a:lnTo>
                      <a:lnTo>
                        <a:pt x="233" y="345"/>
                      </a:lnTo>
                      <a:lnTo>
                        <a:pt x="235" y="345"/>
                      </a:lnTo>
                      <a:close/>
                      <a:moveTo>
                        <a:pt x="233" y="344"/>
                      </a:moveTo>
                      <a:lnTo>
                        <a:pt x="233" y="342"/>
                      </a:lnTo>
                      <a:lnTo>
                        <a:pt x="233" y="344"/>
                      </a:lnTo>
                      <a:lnTo>
                        <a:pt x="235" y="344"/>
                      </a:lnTo>
                      <a:lnTo>
                        <a:pt x="233" y="344"/>
                      </a:lnTo>
                      <a:lnTo>
                        <a:pt x="235" y="344"/>
                      </a:lnTo>
                      <a:lnTo>
                        <a:pt x="233" y="344"/>
                      </a:lnTo>
                      <a:close/>
                      <a:moveTo>
                        <a:pt x="228" y="316"/>
                      </a:moveTo>
                      <a:lnTo>
                        <a:pt x="228" y="318"/>
                      </a:lnTo>
                      <a:lnTo>
                        <a:pt x="228" y="316"/>
                      </a:lnTo>
                      <a:close/>
                      <a:moveTo>
                        <a:pt x="226" y="314"/>
                      </a:moveTo>
                      <a:lnTo>
                        <a:pt x="226" y="313"/>
                      </a:lnTo>
                      <a:lnTo>
                        <a:pt x="224" y="313"/>
                      </a:lnTo>
                      <a:lnTo>
                        <a:pt x="226" y="313"/>
                      </a:lnTo>
                      <a:lnTo>
                        <a:pt x="224" y="313"/>
                      </a:lnTo>
                      <a:lnTo>
                        <a:pt x="224" y="311"/>
                      </a:lnTo>
                      <a:lnTo>
                        <a:pt x="226" y="311"/>
                      </a:lnTo>
                      <a:lnTo>
                        <a:pt x="226" y="313"/>
                      </a:lnTo>
                      <a:lnTo>
                        <a:pt x="224" y="313"/>
                      </a:lnTo>
                      <a:lnTo>
                        <a:pt x="226" y="313"/>
                      </a:lnTo>
                      <a:lnTo>
                        <a:pt x="226" y="314"/>
                      </a:lnTo>
                      <a:close/>
                      <a:moveTo>
                        <a:pt x="217" y="305"/>
                      </a:moveTo>
                      <a:lnTo>
                        <a:pt x="219" y="305"/>
                      </a:lnTo>
                      <a:lnTo>
                        <a:pt x="219" y="307"/>
                      </a:lnTo>
                      <a:lnTo>
                        <a:pt x="217" y="307"/>
                      </a:lnTo>
                      <a:lnTo>
                        <a:pt x="217" y="305"/>
                      </a:lnTo>
                      <a:close/>
                      <a:moveTo>
                        <a:pt x="222" y="305"/>
                      </a:moveTo>
                      <a:lnTo>
                        <a:pt x="222" y="303"/>
                      </a:lnTo>
                      <a:lnTo>
                        <a:pt x="222" y="305"/>
                      </a:lnTo>
                      <a:close/>
                      <a:moveTo>
                        <a:pt x="200" y="294"/>
                      </a:moveTo>
                      <a:lnTo>
                        <a:pt x="200" y="292"/>
                      </a:lnTo>
                      <a:lnTo>
                        <a:pt x="200" y="294"/>
                      </a:lnTo>
                      <a:close/>
                      <a:moveTo>
                        <a:pt x="202" y="287"/>
                      </a:moveTo>
                      <a:lnTo>
                        <a:pt x="204" y="287"/>
                      </a:lnTo>
                      <a:lnTo>
                        <a:pt x="202" y="287"/>
                      </a:lnTo>
                      <a:close/>
                      <a:moveTo>
                        <a:pt x="195" y="283"/>
                      </a:moveTo>
                      <a:lnTo>
                        <a:pt x="197" y="283"/>
                      </a:lnTo>
                      <a:lnTo>
                        <a:pt x="199" y="283"/>
                      </a:lnTo>
                      <a:lnTo>
                        <a:pt x="197" y="283"/>
                      </a:lnTo>
                      <a:lnTo>
                        <a:pt x="199" y="283"/>
                      </a:lnTo>
                      <a:lnTo>
                        <a:pt x="199" y="285"/>
                      </a:lnTo>
                      <a:lnTo>
                        <a:pt x="200" y="285"/>
                      </a:lnTo>
                      <a:lnTo>
                        <a:pt x="202" y="287"/>
                      </a:lnTo>
                      <a:lnTo>
                        <a:pt x="200" y="285"/>
                      </a:lnTo>
                      <a:lnTo>
                        <a:pt x="199" y="285"/>
                      </a:lnTo>
                      <a:lnTo>
                        <a:pt x="197" y="285"/>
                      </a:lnTo>
                      <a:lnTo>
                        <a:pt x="197" y="283"/>
                      </a:lnTo>
                      <a:lnTo>
                        <a:pt x="195" y="283"/>
                      </a:lnTo>
                      <a:close/>
                      <a:moveTo>
                        <a:pt x="197" y="283"/>
                      </a:moveTo>
                      <a:lnTo>
                        <a:pt x="199" y="283"/>
                      </a:lnTo>
                      <a:lnTo>
                        <a:pt x="197" y="283"/>
                      </a:lnTo>
                      <a:close/>
                      <a:moveTo>
                        <a:pt x="157" y="188"/>
                      </a:moveTo>
                      <a:lnTo>
                        <a:pt x="158" y="190"/>
                      </a:lnTo>
                      <a:lnTo>
                        <a:pt x="157" y="190"/>
                      </a:lnTo>
                      <a:lnTo>
                        <a:pt x="157" y="188"/>
                      </a:lnTo>
                      <a:close/>
                      <a:moveTo>
                        <a:pt x="155" y="188"/>
                      </a:moveTo>
                      <a:lnTo>
                        <a:pt x="157" y="188"/>
                      </a:lnTo>
                      <a:lnTo>
                        <a:pt x="155" y="188"/>
                      </a:lnTo>
                      <a:lnTo>
                        <a:pt x="155" y="186"/>
                      </a:lnTo>
                      <a:lnTo>
                        <a:pt x="155" y="188"/>
                      </a:lnTo>
                      <a:close/>
                      <a:moveTo>
                        <a:pt x="155" y="186"/>
                      </a:moveTo>
                      <a:lnTo>
                        <a:pt x="155" y="188"/>
                      </a:lnTo>
                      <a:lnTo>
                        <a:pt x="155" y="186"/>
                      </a:lnTo>
                      <a:close/>
                      <a:moveTo>
                        <a:pt x="127" y="146"/>
                      </a:moveTo>
                      <a:lnTo>
                        <a:pt x="127" y="148"/>
                      </a:lnTo>
                      <a:lnTo>
                        <a:pt x="126" y="146"/>
                      </a:lnTo>
                      <a:lnTo>
                        <a:pt x="127" y="146"/>
                      </a:lnTo>
                      <a:close/>
                      <a:moveTo>
                        <a:pt x="93" y="115"/>
                      </a:moveTo>
                      <a:lnTo>
                        <a:pt x="91" y="115"/>
                      </a:lnTo>
                      <a:lnTo>
                        <a:pt x="91" y="113"/>
                      </a:lnTo>
                      <a:lnTo>
                        <a:pt x="91" y="115"/>
                      </a:lnTo>
                      <a:lnTo>
                        <a:pt x="93" y="115"/>
                      </a:lnTo>
                      <a:close/>
                      <a:moveTo>
                        <a:pt x="95" y="108"/>
                      </a:moveTo>
                      <a:lnTo>
                        <a:pt x="95" y="106"/>
                      </a:lnTo>
                      <a:lnTo>
                        <a:pt x="95" y="108"/>
                      </a:lnTo>
                      <a:close/>
                      <a:moveTo>
                        <a:pt x="84" y="99"/>
                      </a:moveTo>
                      <a:lnTo>
                        <a:pt x="85" y="99"/>
                      </a:lnTo>
                      <a:lnTo>
                        <a:pt x="85" y="101"/>
                      </a:lnTo>
                      <a:lnTo>
                        <a:pt x="84" y="101"/>
                      </a:lnTo>
                      <a:lnTo>
                        <a:pt x="85" y="101"/>
                      </a:lnTo>
                      <a:lnTo>
                        <a:pt x="84" y="99"/>
                      </a:lnTo>
                      <a:lnTo>
                        <a:pt x="84" y="101"/>
                      </a:lnTo>
                      <a:lnTo>
                        <a:pt x="84" y="99"/>
                      </a:lnTo>
                      <a:lnTo>
                        <a:pt x="82" y="99"/>
                      </a:lnTo>
                      <a:lnTo>
                        <a:pt x="84" y="99"/>
                      </a:lnTo>
                      <a:lnTo>
                        <a:pt x="82" y="99"/>
                      </a:lnTo>
                      <a:lnTo>
                        <a:pt x="84" y="99"/>
                      </a:lnTo>
                      <a:close/>
                      <a:moveTo>
                        <a:pt x="87" y="97"/>
                      </a:moveTo>
                      <a:lnTo>
                        <a:pt x="89" y="97"/>
                      </a:lnTo>
                      <a:lnTo>
                        <a:pt x="87" y="97"/>
                      </a:lnTo>
                      <a:lnTo>
                        <a:pt x="89" y="97"/>
                      </a:lnTo>
                      <a:lnTo>
                        <a:pt x="89" y="99"/>
                      </a:lnTo>
                      <a:lnTo>
                        <a:pt x="89" y="97"/>
                      </a:lnTo>
                      <a:lnTo>
                        <a:pt x="89" y="99"/>
                      </a:lnTo>
                      <a:lnTo>
                        <a:pt x="87" y="99"/>
                      </a:lnTo>
                      <a:lnTo>
                        <a:pt x="87" y="97"/>
                      </a:lnTo>
                      <a:lnTo>
                        <a:pt x="87" y="99"/>
                      </a:lnTo>
                      <a:lnTo>
                        <a:pt x="87" y="97"/>
                      </a:lnTo>
                      <a:close/>
                      <a:moveTo>
                        <a:pt x="84" y="97"/>
                      </a:moveTo>
                      <a:lnTo>
                        <a:pt x="82" y="97"/>
                      </a:lnTo>
                      <a:lnTo>
                        <a:pt x="84" y="97"/>
                      </a:lnTo>
                      <a:close/>
                      <a:moveTo>
                        <a:pt x="82" y="95"/>
                      </a:moveTo>
                      <a:lnTo>
                        <a:pt x="82" y="97"/>
                      </a:lnTo>
                      <a:lnTo>
                        <a:pt x="82" y="95"/>
                      </a:lnTo>
                      <a:close/>
                      <a:moveTo>
                        <a:pt x="87" y="95"/>
                      </a:moveTo>
                      <a:lnTo>
                        <a:pt x="87" y="97"/>
                      </a:lnTo>
                      <a:lnTo>
                        <a:pt x="87" y="95"/>
                      </a:lnTo>
                      <a:lnTo>
                        <a:pt x="85" y="95"/>
                      </a:lnTo>
                      <a:lnTo>
                        <a:pt x="87" y="95"/>
                      </a:lnTo>
                      <a:close/>
                      <a:moveTo>
                        <a:pt x="84" y="93"/>
                      </a:moveTo>
                      <a:lnTo>
                        <a:pt x="84" y="95"/>
                      </a:lnTo>
                      <a:lnTo>
                        <a:pt x="84" y="93"/>
                      </a:lnTo>
                      <a:lnTo>
                        <a:pt x="84" y="95"/>
                      </a:lnTo>
                      <a:lnTo>
                        <a:pt x="82" y="95"/>
                      </a:lnTo>
                      <a:lnTo>
                        <a:pt x="82" y="93"/>
                      </a:lnTo>
                      <a:lnTo>
                        <a:pt x="84" y="93"/>
                      </a:lnTo>
                      <a:close/>
                      <a:moveTo>
                        <a:pt x="564" y="93"/>
                      </a:moveTo>
                      <a:lnTo>
                        <a:pt x="565" y="93"/>
                      </a:lnTo>
                      <a:lnTo>
                        <a:pt x="565" y="95"/>
                      </a:lnTo>
                      <a:lnTo>
                        <a:pt x="565" y="93"/>
                      </a:lnTo>
                      <a:lnTo>
                        <a:pt x="564" y="93"/>
                      </a:lnTo>
                      <a:close/>
                      <a:moveTo>
                        <a:pt x="85" y="93"/>
                      </a:moveTo>
                      <a:lnTo>
                        <a:pt x="85" y="95"/>
                      </a:lnTo>
                      <a:lnTo>
                        <a:pt x="85" y="93"/>
                      </a:lnTo>
                      <a:close/>
                      <a:moveTo>
                        <a:pt x="85" y="93"/>
                      </a:moveTo>
                      <a:lnTo>
                        <a:pt x="85" y="91"/>
                      </a:lnTo>
                      <a:lnTo>
                        <a:pt x="85" y="93"/>
                      </a:lnTo>
                      <a:close/>
                      <a:moveTo>
                        <a:pt x="71" y="91"/>
                      </a:moveTo>
                      <a:lnTo>
                        <a:pt x="73" y="91"/>
                      </a:lnTo>
                      <a:lnTo>
                        <a:pt x="71" y="91"/>
                      </a:lnTo>
                      <a:lnTo>
                        <a:pt x="69" y="91"/>
                      </a:lnTo>
                      <a:lnTo>
                        <a:pt x="71" y="90"/>
                      </a:lnTo>
                      <a:lnTo>
                        <a:pt x="71" y="91"/>
                      </a:lnTo>
                      <a:close/>
                      <a:moveTo>
                        <a:pt x="73" y="88"/>
                      </a:moveTo>
                      <a:lnTo>
                        <a:pt x="73" y="86"/>
                      </a:lnTo>
                      <a:lnTo>
                        <a:pt x="73" y="88"/>
                      </a:lnTo>
                      <a:lnTo>
                        <a:pt x="74" y="88"/>
                      </a:lnTo>
                      <a:lnTo>
                        <a:pt x="73" y="88"/>
                      </a:lnTo>
                      <a:lnTo>
                        <a:pt x="73" y="86"/>
                      </a:lnTo>
                      <a:lnTo>
                        <a:pt x="73" y="88"/>
                      </a:lnTo>
                      <a:close/>
                      <a:moveTo>
                        <a:pt x="67" y="71"/>
                      </a:moveTo>
                      <a:lnTo>
                        <a:pt x="65" y="71"/>
                      </a:lnTo>
                      <a:lnTo>
                        <a:pt x="67" y="71"/>
                      </a:lnTo>
                      <a:close/>
                      <a:moveTo>
                        <a:pt x="556" y="57"/>
                      </a:moveTo>
                      <a:lnTo>
                        <a:pt x="556" y="58"/>
                      </a:lnTo>
                      <a:lnTo>
                        <a:pt x="554" y="58"/>
                      </a:lnTo>
                      <a:lnTo>
                        <a:pt x="554" y="57"/>
                      </a:lnTo>
                      <a:lnTo>
                        <a:pt x="554" y="58"/>
                      </a:lnTo>
                      <a:lnTo>
                        <a:pt x="554" y="57"/>
                      </a:lnTo>
                      <a:lnTo>
                        <a:pt x="556" y="57"/>
                      </a:lnTo>
                      <a:close/>
                      <a:moveTo>
                        <a:pt x="53" y="46"/>
                      </a:moveTo>
                      <a:lnTo>
                        <a:pt x="54" y="46"/>
                      </a:lnTo>
                      <a:lnTo>
                        <a:pt x="53" y="46"/>
                      </a:lnTo>
                      <a:close/>
                      <a:moveTo>
                        <a:pt x="538" y="38"/>
                      </a:moveTo>
                      <a:lnTo>
                        <a:pt x="538" y="37"/>
                      </a:lnTo>
                      <a:lnTo>
                        <a:pt x="538" y="38"/>
                      </a:lnTo>
                      <a:close/>
                      <a:moveTo>
                        <a:pt x="43" y="37"/>
                      </a:moveTo>
                      <a:lnTo>
                        <a:pt x="43" y="38"/>
                      </a:lnTo>
                      <a:lnTo>
                        <a:pt x="45" y="38"/>
                      </a:lnTo>
                      <a:lnTo>
                        <a:pt x="43" y="38"/>
                      </a:lnTo>
                      <a:lnTo>
                        <a:pt x="43" y="37"/>
                      </a:lnTo>
                      <a:close/>
                      <a:moveTo>
                        <a:pt x="536" y="37"/>
                      </a:moveTo>
                      <a:lnTo>
                        <a:pt x="536" y="38"/>
                      </a:lnTo>
                      <a:lnTo>
                        <a:pt x="536" y="37"/>
                      </a:lnTo>
                      <a:lnTo>
                        <a:pt x="534" y="37"/>
                      </a:lnTo>
                      <a:lnTo>
                        <a:pt x="536" y="37"/>
                      </a:lnTo>
                      <a:close/>
                      <a:moveTo>
                        <a:pt x="531" y="35"/>
                      </a:moveTo>
                      <a:lnTo>
                        <a:pt x="529" y="35"/>
                      </a:lnTo>
                      <a:lnTo>
                        <a:pt x="531" y="35"/>
                      </a:lnTo>
                      <a:lnTo>
                        <a:pt x="531" y="33"/>
                      </a:lnTo>
                      <a:lnTo>
                        <a:pt x="531" y="35"/>
                      </a:lnTo>
                      <a:close/>
                      <a:moveTo>
                        <a:pt x="531" y="33"/>
                      </a:moveTo>
                      <a:lnTo>
                        <a:pt x="529" y="33"/>
                      </a:lnTo>
                      <a:lnTo>
                        <a:pt x="529" y="35"/>
                      </a:lnTo>
                      <a:lnTo>
                        <a:pt x="529" y="33"/>
                      </a:lnTo>
                      <a:lnTo>
                        <a:pt x="531" y="33"/>
                      </a:lnTo>
                      <a:close/>
                      <a:moveTo>
                        <a:pt x="536" y="29"/>
                      </a:moveTo>
                      <a:lnTo>
                        <a:pt x="538" y="29"/>
                      </a:lnTo>
                      <a:lnTo>
                        <a:pt x="538" y="31"/>
                      </a:lnTo>
                      <a:lnTo>
                        <a:pt x="540" y="31"/>
                      </a:lnTo>
                      <a:lnTo>
                        <a:pt x="542" y="31"/>
                      </a:lnTo>
                      <a:lnTo>
                        <a:pt x="540" y="31"/>
                      </a:lnTo>
                      <a:lnTo>
                        <a:pt x="538" y="31"/>
                      </a:lnTo>
                      <a:lnTo>
                        <a:pt x="536" y="31"/>
                      </a:lnTo>
                      <a:lnTo>
                        <a:pt x="538" y="31"/>
                      </a:lnTo>
                      <a:lnTo>
                        <a:pt x="536" y="31"/>
                      </a:lnTo>
                      <a:lnTo>
                        <a:pt x="536" y="29"/>
                      </a:lnTo>
                      <a:lnTo>
                        <a:pt x="536" y="31"/>
                      </a:lnTo>
                      <a:lnTo>
                        <a:pt x="534" y="31"/>
                      </a:lnTo>
                      <a:lnTo>
                        <a:pt x="534" y="33"/>
                      </a:lnTo>
                      <a:lnTo>
                        <a:pt x="534" y="31"/>
                      </a:lnTo>
                      <a:lnTo>
                        <a:pt x="534" y="29"/>
                      </a:lnTo>
                      <a:lnTo>
                        <a:pt x="536" y="29"/>
                      </a:lnTo>
                      <a:close/>
                      <a:moveTo>
                        <a:pt x="529" y="27"/>
                      </a:moveTo>
                      <a:lnTo>
                        <a:pt x="529" y="29"/>
                      </a:lnTo>
                      <a:lnTo>
                        <a:pt x="527" y="29"/>
                      </a:lnTo>
                      <a:lnTo>
                        <a:pt x="529" y="29"/>
                      </a:lnTo>
                      <a:lnTo>
                        <a:pt x="529" y="27"/>
                      </a:lnTo>
                      <a:lnTo>
                        <a:pt x="529" y="29"/>
                      </a:lnTo>
                      <a:lnTo>
                        <a:pt x="529" y="27"/>
                      </a:lnTo>
                      <a:close/>
                      <a:moveTo>
                        <a:pt x="21" y="13"/>
                      </a:moveTo>
                      <a:lnTo>
                        <a:pt x="21" y="15"/>
                      </a:lnTo>
                      <a:lnTo>
                        <a:pt x="21" y="13"/>
                      </a:lnTo>
                      <a:close/>
                      <a:moveTo>
                        <a:pt x="14" y="9"/>
                      </a:moveTo>
                      <a:lnTo>
                        <a:pt x="12" y="9"/>
                      </a:lnTo>
                      <a:lnTo>
                        <a:pt x="14" y="9"/>
                      </a:lnTo>
                      <a:close/>
                      <a:moveTo>
                        <a:pt x="5" y="7"/>
                      </a:moveTo>
                      <a:lnTo>
                        <a:pt x="7" y="7"/>
                      </a:lnTo>
                      <a:lnTo>
                        <a:pt x="7" y="9"/>
                      </a:lnTo>
                      <a:lnTo>
                        <a:pt x="5" y="9"/>
                      </a:lnTo>
                      <a:lnTo>
                        <a:pt x="7" y="9"/>
                      </a:lnTo>
                      <a:lnTo>
                        <a:pt x="5" y="9"/>
                      </a:lnTo>
                      <a:lnTo>
                        <a:pt x="5" y="7"/>
                      </a:lnTo>
                      <a:close/>
                      <a:moveTo>
                        <a:pt x="23" y="7"/>
                      </a:moveTo>
                      <a:lnTo>
                        <a:pt x="25" y="7"/>
                      </a:lnTo>
                      <a:lnTo>
                        <a:pt x="25" y="9"/>
                      </a:lnTo>
                      <a:lnTo>
                        <a:pt x="23" y="9"/>
                      </a:lnTo>
                      <a:lnTo>
                        <a:pt x="23" y="7"/>
                      </a:lnTo>
                      <a:close/>
                      <a:moveTo>
                        <a:pt x="1" y="5"/>
                      </a:moveTo>
                      <a:lnTo>
                        <a:pt x="1" y="7"/>
                      </a:lnTo>
                      <a:lnTo>
                        <a:pt x="0" y="5"/>
                      </a:lnTo>
                      <a:lnTo>
                        <a:pt x="0" y="7"/>
                      </a:lnTo>
                      <a:lnTo>
                        <a:pt x="1" y="7"/>
                      </a:lnTo>
                      <a:lnTo>
                        <a:pt x="3" y="9"/>
                      </a:lnTo>
                      <a:lnTo>
                        <a:pt x="1" y="9"/>
                      </a:lnTo>
                      <a:lnTo>
                        <a:pt x="0" y="9"/>
                      </a:lnTo>
                      <a:lnTo>
                        <a:pt x="0" y="7"/>
                      </a:lnTo>
                      <a:lnTo>
                        <a:pt x="0" y="5"/>
                      </a:lnTo>
                      <a:lnTo>
                        <a:pt x="0" y="7"/>
                      </a:lnTo>
                      <a:lnTo>
                        <a:pt x="0" y="5"/>
                      </a:lnTo>
                      <a:lnTo>
                        <a:pt x="1" y="5"/>
                      </a:lnTo>
                      <a:close/>
                      <a:moveTo>
                        <a:pt x="7" y="4"/>
                      </a:moveTo>
                      <a:lnTo>
                        <a:pt x="7" y="5"/>
                      </a:lnTo>
                      <a:lnTo>
                        <a:pt x="7" y="4"/>
                      </a:lnTo>
                      <a:lnTo>
                        <a:pt x="7" y="5"/>
                      </a:lnTo>
                      <a:lnTo>
                        <a:pt x="7" y="4"/>
                      </a:lnTo>
                      <a:close/>
                      <a:moveTo>
                        <a:pt x="5" y="4"/>
                      </a:moveTo>
                      <a:lnTo>
                        <a:pt x="5" y="5"/>
                      </a:lnTo>
                      <a:lnTo>
                        <a:pt x="5" y="4"/>
                      </a:lnTo>
                      <a:close/>
                      <a:moveTo>
                        <a:pt x="9" y="4"/>
                      </a:moveTo>
                      <a:lnTo>
                        <a:pt x="7" y="4"/>
                      </a:lnTo>
                      <a:lnTo>
                        <a:pt x="9" y="4"/>
                      </a:lnTo>
                      <a:close/>
                      <a:moveTo>
                        <a:pt x="503" y="0"/>
                      </a:moveTo>
                      <a:lnTo>
                        <a:pt x="505" y="0"/>
                      </a:lnTo>
                      <a:lnTo>
                        <a:pt x="503"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0" name="Freeform 95">
                  <a:extLst>
                    <a:ext uri="{FF2B5EF4-FFF2-40B4-BE49-F238E27FC236}">
                      <a16:creationId xmlns:a16="http://schemas.microsoft.com/office/drawing/2014/main" id="{7D628469-D209-609A-73BD-CB7BDF0B793C}"/>
                    </a:ext>
                  </a:extLst>
                </p:cNvPr>
                <p:cNvSpPr>
                  <a:spLocks noEditPoints="1"/>
                </p:cNvSpPr>
                <p:nvPr/>
              </p:nvSpPr>
              <p:spPr bwMode="auto">
                <a:xfrm>
                  <a:off x="1391015" y="3229107"/>
                  <a:ext cx="1091559" cy="757224"/>
                </a:xfrm>
                <a:custGeom>
                  <a:avLst/>
                  <a:gdLst>
                    <a:gd name="T0" fmla="*/ 272 w 604"/>
                    <a:gd name="T1" fmla="*/ 419 h 419"/>
                    <a:gd name="T2" fmla="*/ 278 w 604"/>
                    <a:gd name="T3" fmla="*/ 415 h 419"/>
                    <a:gd name="T4" fmla="*/ 254 w 604"/>
                    <a:gd name="T5" fmla="*/ 413 h 419"/>
                    <a:gd name="T6" fmla="*/ 290 w 604"/>
                    <a:gd name="T7" fmla="*/ 413 h 419"/>
                    <a:gd name="T8" fmla="*/ 274 w 604"/>
                    <a:gd name="T9" fmla="*/ 409 h 419"/>
                    <a:gd name="T10" fmla="*/ 272 w 604"/>
                    <a:gd name="T11" fmla="*/ 409 h 419"/>
                    <a:gd name="T12" fmla="*/ 281 w 604"/>
                    <a:gd name="T13" fmla="*/ 408 h 419"/>
                    <a:gd name="T14" fmla="*/ 248 w 604"/>
                    <a:gd name="T15" fmla="*/ 408 h 419"/>
                    <a:gd name="T16" fmla="*/ 274 w 604"/>
                    <a:gd name="T17" fmla="*/ 404 h 419"/>
                    <a:gd name="T18" fmla="*/ 258 w 604"/>
                    <a:gd name="T19" fmla="*/ 400 h 419"/>
                    <a:gd name="T20" fmla="*/ 263 w 604"/>
                    <a:gd name="T21" fmla="*/ 398 h 419"/>
                    <a:gd name="T22" fmla="*/ 228 w 604"/>
                    <a:gd name="T23" fmla="*/ 377 h 419"/>
                    <a:gd name="T24" fmla="*/ 245 w 604"/>
                    <a:gd name="T25" fmla="*/ 373 h 419"/>
                    <a:gd name="T26" fmla="*/ 254 w 604"/>
                    <a:gd name="T27" fmla="*/ 367 h 419"/>
                    <a:gd name="T28" fmla="*/ 250 w 604"/>
                    <a:gd name="T29" fmla="*/ 364 h 419"/>
                    <a:gd name="T30" fmla="*/ 241 w 604"/>
                    <a:gd name="T31" fmla="*/ 356 h 419"/>
                    <a:gd name="T32" fmla="*/ 206 w 604"/>
                    <a:gd name="T33" fmla="*/ 334 h 419"/>
                    <a:gd name="T34" fmla="*/ 197 w 604"/>
                    <a:gd name="T35" fmla="*/ 327 h 419"/>
                    <a:gd name="T36" fmla="*/ 203 w 604"/>
                    <a:gd name="T37" fmla="*/ 329 h 419"/>
                    <a:gd name="T38" fmla="*/ 205 w 604"/>
                    <a:gd name="T39" fmla="*/ 320 h 419"/>
                    <a:gd name="T40" fmla="*/ 223 w 604"/>
                    <a:gd name="T41" fmla="*/ 314 h 419"/>
                    <a:gd name="T42" fmla="*/ 196 w 604"/>
                    <a:gd name="T43" fmla="*/ 311 h 419"/>
                    <a:gd name="T44" fmla="*/ 219 w 604"/>
                    <a:gd name="T45" fmla="*/ 309 h 419"/>
                    <a:gd name="T46" fmla="*/ 194 w 604"/>
                    <a:gd name="T47" fmla="*/ 309 h 419"/>
                    <a:gd name="T48" fmla="*/ 219 w 604"/>
                    <a:gd name="T49" fmla="*/ 305 h 419"/>
                    <a:gd name="T50" fmla="*/ 188 w 604"/>
                    <a:gd name="T51" fmla="*/ 300 h 419"/>
                    <a:gd name="T52" fmla="*/ 188 w 604"/>
                    <a:gd name="T53" fmla="*/ 300 h 419"/>
                    <a:gd name="T54" fmla="*/ 190 w 604"/>
                    <a:gd name="T55" fmla="*/ 296 h 419"/>
                    <a:gd name="T56" fmla="*/ 172 w 604"/>
                    <a:gd name="T57" fmla="*/ 263 h 419"/>
                    <a:gd name="T58" fmla="*/ 150 w 604"/>
                    <a:gd name="T59" fmla="*/ 228 h 419"/>
                    <a:gd name="T60" fmla="*/ 148 w 604"/>
                    <a:gd name="T61" fmla="*/ 227 h 419"/>
                    <a:gd name="T62" fmla="*/ 157 w 604"/>
                    <a:gd name="T63" fmla="*/ 219 h 419"/>
                    <a:gd name="T64" fmla="*/ 155 w 604"/>
                    <a:gd name="T65" fmla="*/ 219 h 419"/>
                    <a:gd name="T66" fmla="*/ 159 w 604"/>
                    <a:gd name="T67" fmla="*/ 210 h 419"/>
                    <a:gd name="T68" fmla="*/ 150 w 604"/>
                    <a:gd name="T69" fmla="*/ 194 h 419"/>
                    <a:gd name="T70" fmla="*/ 603 w 604"/>
                    <a:gd name="T71" fmla="*/ 132 h 419"/>
                    <a:gd name="T72" fmla="*/ 577 w 604"/>
                    <a:gd name="T73" fmla="*/ 122 h 419"/>
                    <a:gd name="T74" fmla="*/ 577 w 604"/>
                    <a:gd name="T75" fmla="*/ 115 h 419"/>
                    <a:gd name="T76" fmla="*/ 88 w 604"/>
                    <a:gd name="T77" fmla="*/ 99 h 419"/>
                    <a:gd name="T78" fmla="*/ 84 w 604"/>
                    <a:gd name="T79" fmla="*/ 95 h 419"/>
                    <a:gd name="T80" fmla="*/ 77 w 604"/>
                    <a:gd name="T81" fmla="*/ 95 h 419"/>
                    <a:gd name="T82" fmla="*/ 82 w 604"/>
                    <a:gd name="T83" fmla="*/ 91 h 419"/>
                    <a:gd name="T84" fmla="*/ 70 w 604"/>
                    <a:gd name="T85" fmla="*/ 86 h 419"/>
                    <a:gd name="T86" fmla="*/ 66 w 604"/>
                    <a:gd name="T87" fmla="*/ 75 h 419"/>
                    <a:gd name="T88" fmla="*/ 540 w 604"/>
                    <a:gd name="T89" fmla="*/ 42 h 419"/>
                    <a:gd name="T90" fmla="*/ 535 w 604"/>
                    <a:gd name="T91" fmla="*/ 37 h 419"/>
                    <a:gd name="T92" fmla="*/ 535 w 604"/>
                    <a:gd name="T93" fmla="*/ 35 h 419"/>
                    <a:gd name="T94" fmla="*/ 511 w 604"/>
                    <a:gd name="T95" fmla="*/ 22 h 419"/>
                    <a:gd name="T96" fmla="*/ 509 w 604"/>
                    <a:gd name="T97" fmla="*/ 18 h 419"/>
                    <a:gd name="T98" fmla="*/ 0 w 604"/>
                    <a:gd name="T99" fmla="*/ 4 h 419"/>
                    <a:gd name="T100" fmla="*/ 500 w 604"/>
                    <a:gd name="T101" fmla="*/ 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4" h="419">
                      <a:moveTo>
                        <a:pt x="274" y="419"/>
                      </a:moveTo>
                      <a:lnTo>
                        <a:pt x="276" y="419"/>
                      </a:lnTo>
                      <a:lnTo>
                        <a:pt x="274" y="419"/>
                      </a:lnTo>
                      <a:close/>
                      <a:moveTo>
                        <a:pt x="274" y="417"/>
                      </a:moveTo>
                      <a:lnTo>
                        <a:pt x="272" y="419"/>
                      </a:lnTo>
                      <a:lnTo>
                        <a:pt x="272" y="417"/>
                      </a:lnTo>
                      <a:lnTo>
                        <a:pt x="274" y="417"/>
                      </a:lnTo>
                      <a:close/>
                      <a:moveTo>
                        <a:pt x="278" y="415"/>
                      </a:moveTo>
                      <a:lnTo>
                        <a:pt x="276" y="415"/>
                      </a:lnTo>
                      <a:lnTo>
                        <a:pt x="278" y="415"/>
                      </a:lnTo>
                      <a:close/>
                      <a:moveTo>
                        <a:pt x="274" y="415"/>
                      </a:moveTo>
                      <a:lnTo>
                        <a:pt x="274" y="413"/>
                      </a:lnTo>
                      <a:lnTo>
                        <a:pt x="274" y="415"/>
                      </a:lnTo>
                      <a:close/>
                      <a:moveTo>
                        <a:pt x="256" y="413"/>
                      </a:moveTo>
                      <a:lnTo>
                        <a:pt x="254" y="413"/>
                      </a:lnTo>
                      <a:lnTo>
                        <a:pt x="256" y="413"/>
                      </a:lnTo>
                      <a:close/>
                      <a:moveTo>
                        <a:pt x="258" y="413"/>
                      </a:moveTo>
                      <a:lnTo>
                        <a:pt x="256" y="413"/>
                      </a:lnTo>
                      <a:lnTo>
                        <a:pt x="258" y="413"/>
                      </a:lnTo>
                      <a:close/>
                      <a:moveTo>
                        <a:pt x="290" y="413"/>
                      </a:moveTo>
                      <a:lnTo>
                        <a:pt x="289" y="413"/>
                      </a:lnTo>
                      <a:lnTo>
                        <a:pt x="290" y="413"/>
                      </a:lnTo>
                      <a:close/>
                      <a:moveTo>
                        <a:pt x="274" y="409"/>
                      </a:moveTo>
                      <a:lnTo>
                        <a:pt x="274" y="411"/>
                      </a:lnTo>
                      <a:lnTo>
                        <a:pt x="274" y="409"/>
                      </a:lnTo>
                      <a:close/>
                      <a:moveTo>
                        <a:pt x="272" y="411"/>
                      </a:moveTo>
                      <a:lnTo>
                        <a:pt x="272" y="409"/>
                      </a:lnTo>
                      <a:lnTo>
                        <a:pt x="272" y="411"/>
                      </a:lnTo>
                      <a:close/>
                      <a:moveTo>
                        <a:pt x="270" y="409"/>
                      </a:moveTo>
                      <a:lnTo>
                        <a:pt x="272" y="409"/>
                      </a:lnTo>
                      <a:lnTo>
                        <a:pt x="270" y="409"/>
                      </a:lnTo>
                      <a:close/>
                      <a:moveTo>
                        <a:pt x="272" y="409"/>
                      </a:moveTo>
                      <a:lnTo>
                        <a:pt x="270" y="409"/>
                      </a:lnTo>
                      <a:lnTo>
                        <a:pt x="272" y="409"/>
                      </a:lnTo>
                      <a:close/>
                      <a:moveTo>
                        <a:pt x="281" y="408"/>
                      </a:moveTo>
                      <a:lnTo>
                        <a:pt x="279" y="408"/>
                      </a:lnTo>
                      <a:lnTo>
                        <a:pt x="281" y="408"/>
                      </a:lnTo>
                      <a:close/>
                      <a:moveTo>
                        <a:pt x="248" y="408"/>
                      </a:moveTo>
                      <a:lnTo>
                        <a:pt x="248" y="406"/>
                      </a:lnTo>
                      <a:lnTo>
                        <a:pt x="248" y="408"/>
                      </a:lnTo>
                      <a:close/>
                      <a:moveTo>
                        <a:pt x="281" y="406"/>
                      </a:moveTo>
                      <a:lnTo>
                        <a:pt x="279" y="406"/>
                      </a:lnTo>
                      <a:lnTo>
                        <a:pt x="281" y="406"/>
                      </a:lnTo>
                      <a:close/>
                      <a:moveTo>
                        <a:pt x="276" y="404"/>
                      </a:moveTo>
                      <a:lnTo>
                        <a:pt x="274" y="404"/>
                      </a:lnTo>
                      <a:lnTo>
                        <a:pt x="276" y="404"/>
                      </a:lnTo>
                      <a:close/>
                      <a:moveTo>
                        <a:pt x="261" y="400"/>
                      </a:moveTo>
                      <a:lnTo>
                        <a:pt x="259" y="400"/>
                      </a:lnTo>
                      <a:lnTo>
                        <a:pt x="261" y="400"/>
                      </a:lnTo>
                      <a:close/>
                      <a:moveTo>
                        <a:pt x="258" y="400"/>
                      </a:moveTo>
                      <a:lnTo>
                        <a:pt x="256" y="400"/>
                      </a:lnTo>
                      <a:lnTo>
                        <a:pt x="258" y="400"/>
                      </a:lnTo>
                      <a:close/>
                      <a:moveTo>
                        <a:pt x="263" y="398"/>
                      </a:moveTo>
                      <a:lnTo>
                        <a:pt x="261" y="398"/>
                      </a:lnTo>
                      <a:lnTo>
                        <a:pt x="263" y="398"/>
                      </a:lnTo>
                      <a:close/>
                      <a:moveTo>
                        <a:pt x="272" y="393"/>
                      </a:moveTo>
                      <a:lnTo>
                        <a:pt x="272" y="395"/>
                      </a:lnTo>
                      <a:lnTo>
                        <a:pt x="272" y="393"/>
                      </a:lnTo>
                      <a:close/>
                      <a:moveTo>
                        <a:pt x="230" y="377"/>
                      </a:moveTo>
                      <a:lnTo>
                        <a:pt x="228" y="377"/>
                      </a:lnTo>
                      <a:lnTo>
                        <a:pt x="230" y="377"/>
                      </a:lnTo>
                      <a:close/>
                      <a:moveTo>
                        <a:pt x="230" y="375"/>
                      </a:moveTo>
                      <a:lnTo>
                        <a:pt x="228" y="375"/>
                      </a:lnTo>
                      <a:lnTo>
                        <a:pt x="230" y="375"/>
                      </a:lnTo>
                      <a:close/>
                      <a:moveTo>
                        <a:pt x="245" y="373"/>
                      </a:moveTo>
                      <a:lnTo>
                        <a:pt x="243" y="373"/>
                      </a:lnTo>
                      <a:lnTo>
                        <a:pt x="243" y="371"/>
                      </a:lnTo>
                      <a:lnTo>
                        <a:pt x="245" y="371"/>
                      </a:lnTo>
                      <a:lnTo>
                        <a:pt x="245" y="373"/>
                      </a:lnTo>
                      <a:close/>
                      <a:moveTo>
                        <a:pt x="254" y="367"/>
                      </a:moveTo>
                      <a:lnTo>
                        <a:pt x="254" y="369"/>
                      </a:lnTo>
                      <a:lnTo>
                        <a:pt x="254" y="367"/>
                      </a:lnTo>
                      <a:close/>
                      <a:moveTo>
                        <a:pt x="250" y="364"/>
                      </a:moveTo>
                      <a:lnTo>
                        <a:pt x="250" y="362"/>
                      </a:lnTo>
                      <a:lnTo>
                        <a:pt x="250" y="364"/>
                      </a:lnTo>
                      <a:close/>
                      <a:moveTo>
                        <a:pt x="252" y="362"/>
                      </a:moveTo>
                      <a:lnTo>
                        <a:pt x="250" y="362"/>
                      </a:lnTo>
                      <a:lnTo>
                        <a:pt x="252" y="362"/>
                      </a:lnTo>
                      <a:close/>
                      <a:moveTo>
                        <a:pt x="239" y="356"/>
                      </a:moveTo>
                      <a:lnTo>
                        <a:pt x="241" y="356"/>
                      </a:lnTo>
                      <a:lnTo>
                        <a:pt x="239" y="356"/>
                      </a:lnTo>
                      <a:close/>
                      <a:moveTo>
                        <a:pt x="206" y="333"/>
                      </a:moveTo>
                      <a:lnTo>
                        <a:pt x="208" y="333"/>
                      </a:lnTo>
                      <a:lnTo>
                        <a:pt x="206" y="333"/>
                      </a:lnTo>
                      <a:lnTo>
                        <a:pt x="206" y="334"/>
                      </a:lnTo>
                      <a:lnTo>
                        <a:pt x="206" y="333"/>
                      </a:lnTo>
                      <a:close/>
                      <a:moveTo>
                        <a:pt x="206" y="333"/>
                      </a:moveTo>
                      <a:lnTo>
                        <a:pt x="206" y="334"/>
                      </a:lnTo>
                      <a:lnTo>
                        <a:pt x="206" y="333"/>
                      </a:lnTo>
                      <a:close/>
                      <a:moveTo>
                        <a:pt x="197" y="327"/>
                      </a:moveTo>
                      <a:lnTo>
                        <a:pt x="197" y="329"/>
                      </a:lnTo>
                      <a:lnTo>
                        <a:pt x="197" y="327"/>
                      </a:lnTo>
                      <a:lnTo>
                        <a:pt x="197" y="329"/>
                      </a:lnTo>
                      <a:lnTo>
                        <a:pt x="197" y="327"/>
                      </a:lnTo>
                      <a:close/>
                      <a:moveTo>
                        <a:pt x="203" y="329"/>
                      </a:moveTo>
                      <a:lnTo>
                        <a:pt x="203" y="327"/>
                      </a:lnTo>
                      <a:lnTo>
                        <a:pt x="203" y="329"/>
                      </a:lnTo>
                      <a:close/>
                      <a:moveTo>
                        <a:pt x="205" y="320"/>
                      </a:moveTo>
                      <a:lnTo>
                        <a:pt x="203" y="320"/>
                      </a:lnTo>
                      <a:lnTo>
                        <a:pt x="205" y="320"/>
                      </a:lnTo>
                      <a:close/>
                      <a:moveTo>
                        <a:pt x="228" y="320"/>
                      </a:moveTo>
                      <a:lnTo>
                        <a:pt x="227" y="320"/>
                      </a:lnTo>
                      <a:lnTo>
                        <a:pt x="228" y="320"/>
                      </a:lnTo>
                      <a:close/>
                      <a:moveTo>
                        <a:pt x="225" y="314"/>
                      </a:moveTo>
                      <a:lnTo>
                        <a:pt x="223" y="314"/>
                      </a:lnTo>
                      <a:lnTo>
                        <a:pt x="225" y="314"/>
                      </a:lnTo>
                      <a:close/>
                      <a:moveTo>
                        <a:pt x="225" y="313"/>
                      </a:moveTo>
                      <a:lnTo>
                        <a:pt x="225" y="311"/>
                      </a:lnTo>
                      <a:lnTo>
                        <a:pt x="225" y="313"/>
                      </a:lnTo>
                      <a:close/>
                      <a:moveTo>
                        <a:pt x="196" y="311"/>
                      </a:moveTo>
                      <a:lnTo>
                        <a:pt x="194" y="311"/>
                      </a:lnTo>
                      <a:lnTo>
                        <a:pt x="196" y="311"/>
                      </a:lnTo>
                      <a:close/>
                      <a:moveTo>
                        <a:pt x="219" y="309"/>
                      </a:moveTo>
                      <a:lnTo>
                        <a:pt x="219" y="311"/>
                      </a:lnTo>
                      <a:lnTo>
                        <a:pt x="219" y="309"/>
                      </a:lnTo>
                      <a:close/>
                      <a:moveTo>
                        <a:pt x="192" y="309"/>
                      </a:moveTo>
                      <a:lnTo>
                        <a:pt x="194" y="309"/>
                      </a:lnTo>
                      <a:lnTo>
                        <a:pt x="192" y="309"/>
                      </a:lnTo>
                      <a:close/>
                      <a:moveTo>
                        <a:pt x="194" y="307"/>
                      </a:moveTo>
                      <a:lnTo>
                        <a:pt x="194" y="309"/>
                      </a:lnTo>
                      <a:lnTo>
                        <a:pt x="192" y="309"/>
                      </a:lnTo>
                      <a:lnTo>
                        <a:pt x="194" y="307"/>
                      </a:lnTo>
                      <a:close/>
                      <a:moveTo>
                        <a:pt x="219" y="305"/>
                      </a:moveTo>
                      <a:lnTo>
                        <a:pt x="219" y="303"/>
                      </a:lnTo>
                      <a:lnTo>
                        <a:pt x="219" y="305"/>
                      </a:lnTo>
                      <a:close/>
                      <a:moveTo>
                        <a:pt x="214" y="302"/>
                      </a:moveTo>
                      <a:lnTo>
                        <a:pt x="214" y="300"/>
                      </a:lnTo>
                      <a:lnTo>
                        <a:pt x="214" y="302"/>
                      </a:lnTo>
                      <a:close/>
                      <a:moveTo>
                        <a:pt x="188" y="302"/>
                      </a:moveTo>
                      <a:lnTo>
                        <a:pt x="188" y="300"/>
                      </a:lnTo>
                      <a:lnTo>
                        <a:pt x="188" y="302"/>
                      </a:lnTo>
                      <a:close/>
                      <a:moveTo>
                        <a:pt x="190" y="300"/>
                      </a:moveTo>
                      <a:lnTo>
                        <a:pt x="192" y="300"/>
                      </a:lnTo>
                      <a:lnTo>
                        <a:pt x="190" y="300"/>
                      </a:lnTo>
                      <a:close/>
                      <a:moveTo>
                        <a:pt x="188" y="300"/>
                      </a:moveTo>
                      <a:lnTo>
                        <a:pt x="188" y="298"/>
                      </a:lnTo>
                      <a:lnTo>
                        <a:pt x="188" y="300"/>
                      </a:lnTo>
                      <a:close/>
                      <a:moveTo>
                        <a:pt x="190" y="296"/>
                      </a:moveTo>
                      <a:lnTo>
                        <a:pt x="190" y="294"/>
                      </a:lnTo>
                      <a:lnTo>
                        <a:pt x="190" y="296"/>
                      </a:lnTo>
                      <a:close/>
                      <a:moveTo>
                        <a:pt x="190" y="283"/>
                      </a:moveTo>
                      <a:lnTo>
                        <a:pt x="190" y="281"/>
                      </a:lnTo>
                      <a:lnTo>
                        <a:pt x="190" y="283"/>
                      </a:lnTo>
                      <a:close/>
                      <a:moveTo>
                        <a:pt x="174" y="263"/>
                      </a:moveTo>
                      <a:lnTo>
                        <a:pt x="172" y="263"/>
                      </a:lnTo>
                      <a:lnTo>
                        <a:pt x="174" y="263"/>
                      </a:lnTo>
                      <a:close/>
                      <a:moveTo>
                        <a:pt x="170" y="261"/>
                      </a:moveTo>
                      <a:lnTo>
                        <a:pt x="170" y="260"/>
                      </a:lnTo>
                      <a:lnTo>
                        <a:pt x="170" y="261"/>
                      </a:lnTo>
                      <a:close/>
                      <a:moveTo>
                        <a:pt x="150" y="228"/>
                      </a:moveTo>
                      <a:lnTo>
                        <a:pt x="150" y="230"/>
                      </a:lnTo>
                      <a:lnTo>
                        <a:pt x="150" y="228"/>
                      </a:lnTo>
                      <a:close/>
                      <a:moveTo>
                        <a:pt x="148" y="227"/>
                      </a:moveTo>
                      <a:lnTo>
                        <a:pt x="148" y="225"/>
                      </a:lnTo>
                      <a:lnTo>
                        <a:pt x="148" y="227"/>
                      </a:lnTo>
                      <a:close/>
                      <a:moveTo>
                        <a:pt x="157" y="219"/>
                      </a:moveTo>
                      <a:lnTo>
                        <a:pt x="155" y="219"/>
                      </a:lnTo>
                      <a:lnTo>
                        <a:pt x="157" y="219"/>
                      </a:lnTo>
                      <a:close/>
                      <a:moveTo>
                        <a:pt x="159" y="219"/>
                      </a:moveTo>
                      <a:lnTo>
                        <a:pt x="157" y="219"/>
                      </a:lnTo>
                      <a:lnTo>
                        <a:pt x="157" y="218"/>
                      </a:lnTo>
                      <a:lnTo>
                        <a:pt x="159" y="219"/>
                      </a:lnTo>
                      <a:close/>
                      <a:moveTo>
                        <a:pt x="155" y="219"/>
                      </a:moveTo>
                      <a:lnTo>
                        <a:pt x="155" y="218"/>
                      </a:lnTo>
                      <a:lnTo>
                        <a:pt x="155" y="219"/>
                      </a:lnTo>
                      <a:close/>
                      <a:moveTo>
                        <a:pt x="157" y="212"/>
                      </a:moveTo>
                      <a:lnTo>
                        <a:pt x="155" y="212"/>
                      </a:lnTo>
                      <a:lnTo>
                        <a:pt x="157" y="212"/>
                      </a:lnTo>
                      <a:close/>
                      <a:moveTo>
                        <a:pt x="159" y="212"/>
                      </a:moveTo>
                      <a:lnTo>
                        <a:pt x="159" y="210"/>
                      </a:lnTo>
                      <a:lnTo>
                        <a:pt x="159" y="212"/>
                      </a:lnTo>
                      <a:close/>
                      <a:moveTo>
                        <a:pt x="161" y="208"/>
                      </a:moveTo>
                      <a:lnTo>
                        <a:pt x="161" y="207"/>
                      </a:lnTo>
                      <a:lnTo>
                        <a:pt x="161" y="208"/>
                      </a:lnTo>
                      <a:close/>
                      <a:moveTo>
                        <a:pt x="150" y="194"/>
                      </a:moveTo>
                      <a:lnTo>
                        <a:pt x="148" y="194"/>
                      </a:lnTo>
                      <a:lnTo>
                        <a:pt x="150" y="194"/>
                      </a:lnTo>
                      <a:close/>
                      <a:moveTo>
                        <a:pt x="603" y="132"/>
                      </a:moveTo>
                      <a:lnTo>
                        <a:pt x="603" y="130"/>
                      </a:lnTo>
                      <a:lnTo>
                        <a:pt x="603" y="132"/>
                      </a:lnTo>
                      <a:close/>
                      <a:moveTo>
                        <a:pt x="604" y="130"/>
                      </a:moveTo>
                      <a:lnTo>
                        <a:pt x="603" y="130"/>
                      </a:lnTo>
                      <a:lnTo>
                        <a:pt x="604" y="130"/>
                      </a:lnTo>
                      <a:close/>
                      <a:moveTo>
                        <a:pt x="579" y="122"/>
                      </a:moveTo>
                      <a:lnTo>
                        <a:pt x="577" y="122"/>
                      </a:lnTo>
                      <a:lnTo>
                        <a:pt x="579" y="122"/>
                      </a:lnTo>
                      <a:close/>
                      <a:moveTo>
                        <a:pt x="93" y="121"/>
                      </a:moveTo>
                      <a:lnTo>
                        <a:pt x="93" y="119"/>
                      </a:lnTo>
                      <a:lnTo>
                        <a:pt x="93" y="121"/>
                      </a:lnTo>
                      <a:close/>
                      <a:moveTo>
                        <a:pt x="577" y="115"/>
                      </a:moveTo>
                      <a:lnTo>
                        <a:pt x="577" y="117"/>
                      </a:lnTo>
                      <a:lnTo>
                        <a:pt x="577" y="115"/>
                      </a:lnTo>
                      <a:close/>
                      <a:moveTo>
                        <a:pt x="88" y="99"/>
                      </a:moveTo>
                      <a:lnTo>
                        <a:pt x="88" y="97"/>
                      </a:lnTo>
                      <a:lnTo>
                        <a:pt x="88" y="99"/>
                      </a:lnTo>
                      <a:close/>
                      <a:moveTo>
                        <a:pt x="566" y="97"/>
                      </a:moveTo>
                      <a:lnTo>
                        <a:pt x="564" y="95"/>
                      </a:lnTo>
                      <a:lnTo>
                        <a:pt x="566" y="97"/>
                      </a:lnTo>
                      <a:close/>
                      <a:moveTo>
                        <a:pt x="84" y="97"/>
                      </a:moveTo>
                      <a:lnTo>
                        <a:pt x="84" y="95"/>
                      </a:lnTo>
                      <a:lnTo>
                        <a:pt x="84" y="97"/>
                      </a:lnTo>
                      <a:close/>
                      <a:moveTo>
                        <a:pt x="77" y="95"/>
                      </a:moveTo>
                      <a:lnTo>
                        <a:pt x="75" y="93"/>
                      </a:lnTo>
                      <a:lnTo>
                        <a:pt x="77" y="93"/>
                      </a:lnTo>
                      <a:lnTo>
                        <a:pt x="77" y="95"/>
                      </a:lnTo>
                      <a:close/>
                      <a:moveTo>
                        <a:pt x="84" y="93"/>
                      </a:moveTo>
                      <a:lnTo>
                        <a:pt x="82" y="93"/>
                      </a:lnTo>
                      <a:lnTo>
                        <a:pt x="84" y="93"/>
                      </a:lnTo>
                      <a:close/>
                      <a:moveTo>
                        <a:pt x="84" y="91"/>
                      </a:moveTo>
                      <a:lnTo>
                        <a:pt x="82" y="91"/>
                      </a:lnTo>
                      <a:lnTo>
                        <a:pt x="84" y="91"/>
                      </a:lnTo>
                      <a:close/>
                      <a:moveTo>
                        <a:pt x="70" y="88"/>
                      </a:moveTo>
                      <a:lnTo>
                        <a:pt x="70" y="90"/>
                      </a:lnTo>
                      <a:lnTo>
                        <a:pt x="70" y="88"/>
                      </a:lnTo>
                      <a:close/>
                      <a:moveTo>
                        <a:pt x="70" y="86"/>
                      </a:moveTo>
                      <a:lnTo>
                        <a:pt x="70" y="84"/>
                      </a:lnTo>
                      <a:lnTo>
                        <a:pt x="70" y="86"/>
                      </a:lnTo>
                      <a:close/>
                      <a:moveTo>
                        <a:pt x="66" y="75"/>
                      </a:moveTo>
                      <a:lnTo>
                        <a:pt x="68" y="75"/>
                      </a:lnTo>
                      <a:lnTo>
                        <a:pt x="66" y="75"/>
                      </a:lnTo>
                      <a:close/>
                      <a:moveTo>
                        <a:pt x="557" y="73"/>
                      </a:moveTo>
                      <a:lnTo>
                        <a:pt x="555" y="73"/>
                      </a:lnTo>
                      <a:lnTo>
                        <a:pt x="557" y="73"/>
                      </a:lnTo>
                      <a:close/>
                      <a:moveTo>
                        <a:pt x="540" y="44"/>
                      </a:moveTo>
                      <a:lnTo>
                        <a:pt x="540" y="42"/>
                      </a:lnTo>
                      <a:lnTo>
                        <a:pt x="540" y="44"/>
                      </a:lnTo>
                      <a:close/>
                      <a:moveTo>
                        <a:pt x="540" y="40"/>
                      </a:moveTo>
                      <a:lnTo>
                        <a:pt x="539" y="40"/>
                      </a:lnTo>
                      <a:lnTo>
                        <a:pt x="540" y="40"/>
                      </a:lnTo>
                      <a:close/>
                      <a:moveTo>
                        <a:pt x="535" y="37"/>
                      </a:moveTo>
                      <a:lnTo>
                        <a:pt x="537" y="37"/>
                      </a:lnTo>
                      <a:lnTo>
                        <a:pt x="535" y="37"/>
                      </a:lnTo>
                      <a:close/>
                      <a:moveTo>
                        <a:pt x="535" y="35"/>
                      </a:moveTo>
                      <a:lnTo>
                        <a:pt x="535" y="37"/>
                      </a:lnTo>
                      <a:lnTo>
                        <a:pt x="535" y="35"/>
                      </a:lnTo>
                      <a:close/>
                      <a:moveTo>
                        <a:pt x="528" y="33"/>
                      </a:moveTo>
                      <a:lnTo>
                        <a:pt x="526" y="35"/>
                      </a:lnTo>
                      <a:lnTo>
                        <a:pt x="526" y="33"/>
                      </a:lnTo>
                      <a:lnTo>
                        <a:pt x="528" y="33"/>
                      </a:lnTo>
                      <a:close/>
                      <a:moveTo>
                        <a:pt x="511" y="22"/>
                      </a:moveTo>
                      <a:lnTo>
                        <a:pt x="511" y="20"/>
                      </a:lnTo>
                      <a:lnTo>
                        <a:pt x="511" y="22"/>
                      </a:lnTo>
                      <a:close/>
                      <a:moveTo>
                        <a:pt x="509" y="18"/>
                      </a:moveTo>
                      <a:lnTo>
                        <a:pt x="509" y="20"/>
                      </a:lnTo>
                      <a:lnTo>
                        <a:pt x="509" y="18"/>
                      </a:lnTo>
                      <a:close/>
                      <a:moveTo>
                        <a:pt x="2" y="5"/>
                      </a:moveTo>
                      <a:lnTo>
                        <a:pt x="4" y="5"/>
                      </a:lnTo>
                      <a:lnTo>
                        <a:pt x="2" y="5"/>
                      </a:lnTo>
                      <a:close/>
                      <a:moveTo>
                        <a:pt x="0" y="5"/>
                      </a:moveTo>
                      <a:lnTo>
                        <a:pt x="0" y="4"/>
                      </a:lnTo>
                      <a:lnTo>
                        <a:pt x="0" y="5"/>
                      </a:lnTo>
                      <a:close/>
                      <a:moveTo>
                        <a:pt x="2" y="5"/>
                      </a:moveTo>
                      <a:lnTo>
                        <a:pt x="2" y="4"/>
                      </a:lnTo>
                      <a:lnTo>
                        <a:pt x="2" y="5"/>
                      </a:lnTo>
                      <a:close/>
                      <a:moveTo>
                        <a:pt x="500" y="2"/>
                      </a:moveTo>
                      <a:lnTo>
                        <a:pt x="500" y="0"/>
                      </a:lnTo>
                      <a:lnTo>
                        <a:pt x="500"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1" name="Freeform 96">
                  <a:extLst>
                    <a:ext uri="{FF2B5EF4-FFF2-40B4-BE49-F238E27FC236}">
                      <a16:creationId xmlns:a16="http://schemas.microsoft.com/office/drawing/2014/main" id="{2534502E-1BF1-21C5-D0AF-1C36F1A72DE0}"/>
                    </a:ext>
                  </a:extLst>
                </p:cNvPr>
                <p:cNvSpPr>
                  <a:spLocks noEditPoints="1"/>
                </p:cNvSpPr>
                <p:nvPr/>
              </p:nvSpPr>
              <p:spPr bwMode="auto">
                <a:xfrm>
                  <a:off x="5851226" y="4956806"/>
                  <a:ext cx="28915" cy="19880"/>
                </a:xfrm>
                <a:custGeom>
                  <a:avLst/>
                  <a:gdLst>
                    <a:gd name="T0" fmla="*/ 5 w 16"/>
                    <a:gd name="T1" fmla="*/ 11 h 11"/>
                    <a:gd name="T2" fmla="*/ 7 w 16"/>
                    <a:gd name="T3" fmla="*/ 11 h 11"/>
                    <a:gd name="T4" fmla="*/ 7 w 16"/>
                    <a:gd name="T5" fmla="*/ 9 h 11"/>
                    <a:gd name="T6" fmla="*/ 3 w 16"/>
                    <a:gd name="T7" fmla="*/ 9 h 11"/>
                    <a:gd name="T8" fmla="*/ 3 w 16"/>
                    <a:gd name="T9" fmla="*/ 9 h 11"/>
                    <a:gd name="T10" fmla="*/ 5 w 16"/>
                    <a:gd name="T11" fmla="*/ 11 h 11"/>
                    <a:gd name="T12" fmla="*/ 5 w 16"/>
                    <a:gd name="T13" fmla="*/ 9 h 11"/>
                    <a:gd name="T14" fmla="*/ 5 w 16"/>
                    <a:gd name="T15" fmla="*/ 9 h 11"/>
                    <a:gd name="T16" fmla="*/ 5 w 16"/>
                    <a:gd name="T17" fmla="*/ 9 h 11"/>
                    <a:gd name="T18" fmla="*/ 7 w 16"/>
                    <a:gd name="T19" fmla="*/ 9 h 11"/>
                    <a:gd name="T20" fmla="*/ 7 w 16"/>
                    <a:gd name="T21" fmla="*/ 9 h 11"/>
                    <a:gd name="T22" fmla="*/ 3 w 16"/>
                    <a:gd name="T23" fmla="*/ 7 h 11"/>
                    <a:gd name="T24" fmla="*/ 3 w 16"/>
                    <a:gd name="T25" fmla="*/ 7 h 11"/>
                    <a:gd name="T26" fmla="*/ 2 w 16"/>
                    <a:gd name="T27" fmla="*/ 9 h 11"/>
                    <a:gd name="T28" fmla="*/ 3 w 16"/>
                    <a:gd name="T29" fmla="*/ 7 h 11"/>
                    <a:gd name="T30" fmla="*/ 3 w 16"/>
                    <a:gd name="T31" fmla="*/ 7 h 11"/>
                    <a:gd name="T32" fmla="*/ 9 w 16"/>
                    <a:gd name="T33" fmla="*/ 2 h 11"/>
                    <a:gd name="T34" fmla="*/ 11 w 16"/>
                    <a:gd name="T35" fmla="*/ 2 h 11"/>
                    <a:gd name="T36" fmla="*/ 13 w 16"/>
                    <a:gd name="T37" fmla="*/ 4 h 11"/>
                    <a:gd name="T38" fmla="*/ 13 w 16"/>
                    <a:gd name="T39" fmla="*/ 4 h 11"/>
                    <a:gd name="T40" fmla="*/ 13 w 16"/>
                    <a:gd name="T41" fmla="*/ 4 h 11"/>
                    <a:gd name="T42" fmla="*/ 11 w 16"/>
                    <a:gd name="T43" fmla="*/ 2 h 11"/>
                    <a:gd name="T44" fmla="*/ 16 w 16"/>
                    <a:gd name="T45" fmla="*/ 4 h 11"/>
                    <a:gd name="T46" fmla="*/ 14 w 16"/>
                    <a:gd name="T47" fmla="*/ 2 h 11"/>
                    <a:gd name="T48" fmla="*/ 7 w 16"/>
                    <a:gd name="T49" fmla="*/ 0 h 11"/>
                    <a:gd name="T50" fmla="*/ 7 w 16"/>
                    <a:gd name="T51" fmla="*/ 2 h 11"/>
                    <a:gd name="T52" fmla="*/ 9 w 16"/>
                    <a:gd name="T53" fmla="*/ 4 h 11"/>
                    <a:gd name="T54" fmla="*/ 9 w 16"/>
                    <a:gd name="T55" fmla="*/ 4 h 11"/>
                    <a:gd name="T56" fmla="*/ 9 w 16"/>
                    <a:gd name="T57" fmla="*/ 2 h 11"/>
                    <a:gd name="T58" fmla="*/ 11 w 16"/>
                    <a:gd name="T59" fmla="*/ 4 h 11"/>
                    <a:gd name="T60" fmla="*/ 14 w 16"/>
                    <a:gd name="T61" fmla="*/ 4 h 11"/>
                    <a:gd name="T62" fmla="*/ 14 w 16"/>
                    <a:gd name="T63" fmla="*/ 4 h 11"/>
                    <a:gd name="T64" fmla="*/ 13 w 16"/>
                    <a:gd name="T65" fmla="*/ 5 h 11"/>
                    <a:gd name="T66" fmla="*/ 11 w 16"/>
                    <a:gd name="T67" fmla="*/ 7 h 11"/>
                    <a:gd name="T68" fmla="*/ 7 w 16"/>
                    <a:gd name="T69" fmla="*/ 7 h 11"/>
                    <a:gd name="T70" fmla="*/ 3 w 16"/>
                    <a:gd name="T71" fmla="*/ 7 h 11"/>
                    <a:gd name="T72" fmla="*/ 3 w 16"/>
                    <a:gd name="T73" fmla="*/ 7 h 11"/>
                    <a:gd name="T74" fmla="*/ 3 w 16"/>
                    <a:gd name="T75" fmla="*/ 7 h 11"/>
                    <a:gd name="T76" fmla="*/ 3 w 16"/>
                    <a:gd name="T77" fmla="*/ 7 h 11"/>
                    <a:gd name="T78" fmla="*/ 2 w 16"/>
                    <a:gd name="T79" fmla="*/ 5 h 11"/>
                    <a:gd name="T80" fmla="*/ 2 w 16"/>
                    <a:gd name="T81" fmla="*/ 5 h 11"/>
                    <a:gd name="T82" fmla="*/ 2 w 16"/>
                    <a:gd name="T83" fmla="*/ 7 h 11"/>
                    <a:gd name="T84" fmla="*/ 0 w 16"/>
                    <a:gd name="T85" fmla="*/ 5 h 11"/>
                    <a:gd name="T86" fmla="*/ 2 w 16"/>
                    <a:gd name="T87" fmla="*/ 4 h 11"/>
                    <a:gd name="T88" fmla="*/ 3 w 16"/>
                    <a:gd name="T89" fmla="*/ 2 h 11"/>
                    <a:gd name="T90" fmla="*/ 3 w 16"/>
                    <a:gd name="T91" fmla="*/ 2 h 11"/>
                    <a:gd name="T92" fmla="*/ 7 w 16"/>
                    <a:gd name="T9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 h="11">
                      <a:moveTo>
                        <a:pt x="3" y="11"/>
                      </a:moveTo>
                      <a:lnTo>
                        <a:pt x="5" y="11"/>
                      </a:lnTo>
                      <a:lnTo>
                        <a:pt x="3" y="11"/>
                      </a:lnTo>
                      <a:close/>
                      <a:moveTo>
                        <a:pt x="7" y="11"/>
                      </a:moveTo>
                      <a:lnTo>
                        <a:pt x="5" y="9"/>
                      </a:lnTo>
                      <a:lnTo>
                        <a:pt x="7" y="9"/>
                      </a:lnTo>
                      <a:lnTo>
                        <a:pt x="7" y="11"/>
                      </a:lnTo>
                      <a:close/>
                      <a:moveTo>
                        <a:pt x="3" y="9"/>
                      </a:moveTo>
                      <a:lnTo>
                        <a:pt x="3" y="11"/>
                      </a:lnTo>
                      <a:lnTo>
                        <a:pt x="3" y="9"/>
                      </a:lnTo>
                      <a:close/>
                      <a:moveTo>
                        <a:pt x="5" y="9"/>
                      </a:moveTo>
                      <a:lnTo>
                        <a:pt x="5" y="11"/>
                      </a:lnTo>
                      <a:lnTo>
                        <a:pt x="5" y="9"/>
                      </a:lnTo>
                      <a:close/>
                      <a:moveTo>
                        <a:pt x="5" y="9"/>
                      </a:moveTo>
                      <a:lnTo>
                        <a:pt x="3" y="9"/>
                      </a:lnTo>
                      <a:lnTo>
                        <a:pt x="5" y="9"/>
                      </a:lnTo>
                      <a:lnTo>
                        <a:pt x="3" y="9"/>
                      </a:lnTo>
                      <a:lnTo>
                        <a:pt x="5" y="9"/>
                      </a:lnTo>
                      <a:close/>
                      <a:moveTo>
                        <a:pt x="7" y="7"/>
                      </a:moveTo>
                      <a:lnTo>
                        <a:pt x="7" y="9"/>
                      </a:lnTo>
                      <a:lnTo>
                        <a:pt x="9" y="9"/>
                      </a:lnTo>
                      <a:lnTo>
                        <a:pt x="7" y="9"/>
                      </a:lnTo>
                      <a:lnTo>
                        <a:pt x="7" y="7"/>
                      </a:lnTo>
                      <a:close/>
                      <a:moveTo>
                        <a:pt x="3" y="7"/>
                      </a:moveTo>
                      <a:lnTo>
                        <a:pt x="3" y="9"/>
                      </a:lnTo>
                      <a:lnTo>
                        <a:pt x="3" y="7"/>
                      </a:lnTo>
                      <a:lnTo>
                        <a:pt x="2" y="7"/>
                      </a:lnTo>
                      <a:lnTo>
                        <a:pt x="2" y="9"/>
                      </a:lnTo>
                      <a:lnTo>
                        <a:pt x="2" y="7"/>
                      </a:lnTo>
                      <a:lnTo>
                        <a:pt x="3" y="7"/>
                      </a:lnTo>
                      <a:lnTo>
                        <a:pt x="2" y="7"/>
                      </a:lnTo>
                      <a:lnTo>
                        <a:pt x="3" y="7"/>
                      </a:lnTo>
                      <a:close/>
                      <a:moveTo>
                        <a:pt x="11" y="2"/>
                      </a:moveTo>
                      <a:lnTo>
                        <a:pt x="9" y="2"/>
                      </a:lnTo>
                      <a:lnTo>
                        <a:pt x="11" y="2"/>
                      </a:lnTo>
                      <a:close/>
                      <a:moveTo>
                        <a:pt x="11" y="2"/>
                      </a:moveTo>
                      <a:lnTo>
                        <a:pt x="13" y="2"/>
                      </a:lnTo>
                      <a:lnTo>
                        <a:pt x="13" y="4"/>
                      </a:lnTo>
                      <a:lnTo>
                        <a:pt x="13" y="2"/>
                      </a:lnTo>
                      <a:lnTo>
                        <a:pt x="13" y="4"/>
                      </a:lnTo>
                      <a:lnTo>
                        <a:pt x="13" y="2"/>
                      </a:lnTo>
                      <a:lnTo>
                        <a:pt x="13" y="4"/>
                      </a:lnTo>
                      <a:lnTo>
                        <a:pt x="13" y="2"/>
                      </a:lnTo>
                      <a:lnTo>
                        <a:pt x="11" y="2"/>
                      </a:lnTo>
                      <a:close/>
                      <a:moveTo>
                        <a:pt x="16" y="2"/>
                      </a:moveTo>
                      <a:lnTo>
                        <a:pt x="16" y="4"/>
                      </a:lnTo>
                      <a:lnTo>
                        <a:pt x="14" y="4"/>
                      </a:lnTo>
                      <a:lnTo>
                        <a:pt x="14" y="2"/>
                      </a:lnTo>
                      <a:lnTo>
                        <a:pt x="16" y="2"/>
                      </a:lnTo>
                      <a:close/>
                      <a:moveTo>
                        <a:pt x="7" y="0"/>
                      </a:moveTo>
                      <a:lnTo>
                        <a:pt x="9" y="2"/>
                      </a:lnTo>
                      <a:lnTo>
                        <a:pt x="7" y="2"/>
                      </a:lnTo>
                      <a:lnTo>
                        <a:pt x="7" y="4"/>
                      </a:lnTo>
                      <a:lnTo>
                        <a:pt x="9" y="4"/>
                      </a:lnTo>
                      <a:lnTo>
                        <a:pt x="9" y="2"/>
                      </a:lnTo>
                      <a:lnTo>
                        <a:pt x="9" y="4"/>
                      </a:lnTo>
                      <a:lnTo>
                        <a:pt x="11" y="4"/>
                      </a:lnTo>
                      <a:lnTo>
                        <a:pt x="9" y="2"/>
                      </a:lnTo>
                      <a:lnTo>
                        <a:pt x="11" y="2"/>
                      </a:lnTo>
                      <a:lnTo>
                        <a:pt x="11" y="4"/>
                      </a:lnTo>
                      <a:lnTo>
                        <a:pt x="13" y="4"/>
                      </a:lnTo>
                      <a:lnTo>
                        <a:pt x="14" y="4"/>
                      </a:lnTo>
                      <a:lnTo>
                        <a:pt x="14" y="5"/>
                      </a:lnTo>
                      <a:lnTo>
                        <a:pt x="14" y="4"/>
                      </a:lnTo>
                      <a:lnTo>
                        <a:pt x="14" y="5"/>
                      </a:lnTo>
                      <a:lnTo>
                        <a:pt x="13" y="5"/>
                      </a:lnTo>
                      <a:lnTo>
                        <a:pt x="11" y="5"/>
                      </a:lnTo>
                      <a:lnTo>
                        <a:pt x="11" y="7"/>
                      </a:lnTo>
                      <a:lnTo>
                        <a:pt x="9" y="7"/>
                      </a:lnTo>
                      <a:lnTo>
                        <a:pt x="7" y="7"/>
                      </a:lnTo>
                      <a:lnTo>
                        <a:pt x="5" y="7"/>
                      </a:lnTo>
                      <a:lnTo>
                        <a:pt x="3" y="7"/>
                      </a:lnTo>
                      <a:lnTo>
                        <a:pt x="3" y="5"/>
                      </a:lnTo>
                      <a:lnTo>
                        <a:pt x="3" y="7"/>
                      </a:lnTo>
                      <a:lnTo>
                        <a:pt x="3" y="5"/>
                      </a:lnTo>
                      <a:lnTo>
                        <a:pt x="3" y="7"/>
                      </a:lnTo>
                      <a:lnTo>
                        <a:pt x="3" y="5"/>
                      </a:lnTo>
                      <a:lnTo>
                        <a:pt x="3" y="7"/>
                      </a:lnTo>
                      <a:lnTo>
                        <a:pt x="2" y="7"/>
                      </a:lnTo>
                      <a:lnTo>
                        <a:pt x="2" y="5"/>
                      </a:lnTo>
                      <a:lnTo>
                        <a:pt x="2" y="7"/>
                      </a:lnTo>
                      <a:lnTo>
                        <a:pt x="2" y="5"/>
                      </a:lnTo>
                      <a:lnTo>
                        <a:pt x="0" y="5"/>
                      </a:lnTo>
                      <a:lnTo>
                        <a:pt x="2" y="7"/>
                      </a:lnTo>
                      <a:lnTo>
                        <a:pt x="0" y="7"/>
                      </a:lnTo>
                      <a:lnTo>
                        <a:pt x="0" y="5"/>
                      </a:lnTo>
                      <a:lnTo>
                        <a:pt x="2" y="5"/>
                      </a:lnTo>
                      <a:lnTo>
                        <a:pt x="2" y="4"/>
                      </a:lnTo>
                      <a:lnTo>
                        <a:pt x="2" y="2"/>
                      </a:lnTo>
                      <a:lnTo>
                        <a:pt x="3" y="2"/>
                      </a:lnTo>
                      <a:lnTo>
                        <a:pt x="3" y="4"/>
                      </a:lnTo>
                      <a:lnTo>
                        <a:pt x="3" y="2"/>
                      </a:lnTo>
                      <a:lnTo>
                        <a:pt x="5" y="2"/>
                      </a:lnTo>
                      <a:lnTo>
                        <a:pt x="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2" name="Freeform 97">
                  <a:extLst>
                    <a:ext uri="{FF2B5EF4-FFF2-40B4-BE49-F238E27FC236}">
                      <a16:creationId xmlns:a16="http://schemas.microsoft.com/office/drawing/2014/main" id="{E15E598C-3B43-1D84-1129-B4AEF3EF711E}"/>
                    </a:ext>
                  </a:extLst>
                </p:cNvPr>
                <p:cNvSpPr>
                  <a:spLocks/>
                </p:cNvSpPr>
                <p:nvPr/>
              </p:nvSpPr>
              <p:spPr bwMode="auto">
                <a:xfrm>
                  <a:off x="7309650" y="2878507"/>
                  <a:ext cx="48795" cy="27109"/>
                </a:xfrm>
                <a:custGeom>
                  <a:avLst/>
                  <a:gdLst>
                    <a:gd name="T0" fmla="*/ 9 w 27"/>
                    <a:gd name="T1" fmla="*/ 13 h 15"/>
                    <a:gd name="T2" fmla="*/ 5 w 27"/>
                    <a:gd name="T3" fmla="*/ 13 h 15"/>
                    <a:gd name="T4" fmla="*/ 3 w 27"/>
                    <a:gd name="T5" fmla="*/ 15 h 15"/>
                    <a:gd name="T6" fmla="*/ 3 w 27"/>
                    <a:gd name="T7" fmla="*/ 15 h 15"/>
                    <a:gd name="T8" fmla="*/ 1 w 27"/>
                    <a:gd name="T9" fmla="*/ 13 h 15"/>
                    <a:gd name="T10" fmla="*/ 0 w 27"/>
                    <a:gd name="T11" fmla="*/ 9 h 15"/>
                    <a:gd name="T12" fmla="*/ 1 w 27"/>
                    <a:gd name="T13" fmla="*/ 8 h 15"/>
                    <a:gd name="T14" fmla="*/ 3 w 27"/>
                    <a:gd name="T15" fmla="*/ 6 h 15"/>
                    <a:gd name="T16" fmla="*/ 5 w 27"/>
                    <a:gd name="T17" fmla="*/ 4 h 15"/>
                    <a:gd name="T18" fmla="*/ 9 w 27"/>
                    <a:gd name="T19" fmla="*/ 4 h 15"/>
                    <a:gd name="T20" fmla="*/ 11 w 27"/>
                    <a:gd name="T21" fmla="*/ 2 h 15"/>
                    <a:gd name="T22" fmla="*/ 14 w 27"/>
                    <a:gd name="T23" fmla="*/ 2 h 15"/>
                    <a:gd name="T24" fmla="*/ 18 w 27"/>
                    <a:gd name="T25" fmla="*/ 2 h 15"/>
                    <a:gd name="T26" fmla="*/ 18 w 27"/>
                    <a:gd name="T27" fmla="*/ 2 h 15"/>
                    <a:gd name="T28" fmla="*/ 20 w 27"/>
                    <a:gd name="T29" fmla="*/ 0 h 15"/>
                    <a:gd name="T30" fmla="*/ 20 w 27"/>
                    <a:gd name="T31" fmla="*/ 0 h 15"/>
                    <a:gd name="T32" fmla="*/ 21 w 27"/>
                    <a:gd name="T33" fmla="*/ 2 h 15"/>
                    <a:gd name="T34" fmla="*/ 21 w 27"/>
                    <a:gd name="T35" fmla="*/ 2 h 15"/>
                    <a:gd name="T36" fmla="*/ 23 w 27"/>
                    <a:gd name="T37" fmla="*/ 0 h 15"/>
                    <a:gd name="T38" fmla="*/ 25 w 27"/>
                    <a:gd name="T39" fmla="*/ 2 h 15"/>
                    <a:gd name="T40" fmla="*/ 27 w 27"/>
                    <a:gd name="T41" fmla="*/ 4 h 15"/>
                    <a:gd name="T42" fmla="*/ 27 w 27"/>
                    <a:gd name="T43" fmla="*/ 4 h 15"/>
                    <a:gd name="T44" fmla="*/ 27 w 27"/>
                    <a:gd name="T45" fmla="*/ 4 h 15"/>
                    <a:gd name="T46" fmla="*/ 27 w 27"/>
                    <a:gd name="T47" fmla="*/ 4 h 15"/>
                    <a:gd name="T48" fmla="*/ 27 w 27"/>
                    <a:gd name="T49" fmla="*/ 4 h 15"/>
                    <a:gd name="T50" fmla="*/ 25 w 27"/>
                    <a:gd name="T51" fmla="*/ 6 h 15"/>
                    <a:gd name="T52" fmla="*/ 25 w 27"/>
                    <a:gd name="T53" fmla="*/ 9 h 15"/>
                    <a:gd name="T54" fmla="*/ 21 w 27"/>
                    <a:gd name="T55" fmla="*/ 11 h 15"/>
                    <a:gd name="T56" fmla="*/ 21 w 27"/>
                    <a:gd name="T57" fmla="*/ 11 h 15"/>
                    <a:gd name="T58" fmla="*/ 18 w 27"/>
                    <a:gd name="T59" fmla="*/ 11 h 15"/>
                    <a:gd name="T60" fmla="*/ 16 w 27"/>
                    <a:gd name="T61" fmla="*/ 13 h 15"/>
                    <a:gd name="T62" fmla="*/ 12 w 27"/>
                    <a:gd name="T6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5">
                      <a:moveTo>
                        <a:pt x="11" y="13"/>
                      </a:moveTo>
                      <a:lnTo>
                        <a:pt x="9" y="13"/>
                      </a:lnTo>
                      <a:lnTo>
                        <a:pt x="7" y="13"/>
                      </a:lnTo>
                      <a:lnTo>
                        <a:pt x="5" y="13"/>
                      </a:lnTo>
                      <a:lnTo>
                        <a:pt x="3" y="13"/>
                      </a:lnTo>
                      <a:lnTo>
                        <a:pt x="3" y="15"/>
                      </a:lnTo>
                      <a:lnTo>
                        <a:pt x="3" y="13"/>
                      </a:lnTo>
                      <a:lnTo>
                        <a:pt x="3" y="15"/>
                      </a:lnTo>
                      <a:lnTo>
                        <a:pt x="3" y="13"/>
                      </a:lnTo>
                      <a:lnTo>
                        <a:pt x="1" y="13"/>
                      </a:lnTo>
                      <a:lnTo>
                        <a:pt x="0" y="11"/>
                      </a:lnTo>
                      <a:lnTo>
                        <a:pt x="0" y="9"/>
                      </a:lnTo>
                      <a:lnTo>
                        <a:pt x="0" y="8"/>
                      </a:lnTo>
                      <a:lnTo>
                        <a:pt x="1" y="8"/>
                      </a:lnTo>
                      <a:lnTo>
                        <a:pt x="3" y="8"/>
                      </a:lnTo>
                      <a:lnTo>
                        <a:pt x="3" y="6"/>
                      </a:lnTo>
                      <a:lnTo>
                        <a:pt x="5" y="6"/>
                      </a:lnTo>
                      <a:lnTo>
                        <a:pt x="5" y="4"/>
                      </a:lnTo>
                      <a:lnTo>
                        <a:pt x="7" y="4"/>
                      </a:lnTo>
                      <a:lnTo>
                        <a:pt x="9" y="4"/>
                      </a:lnTo>
                      <a:lnTo>
                        <a:pt x="11" y="4"/>
                      </a:lnTo>
                      <a:lnTo>
                        <a:pt x="11" y="2"/>
                      </a:lnTo>
                      <a:lnTo>
                        <a:pt x="12" y="2"/>
                      </a:lnTo>
                      <a:lnTo>
                        <a:pt x="14" y="2"/>
                      </a:lnTo>
                      <a:lnTo>
                        <a:pt x="16" y="2"/>
                      </a:lnTo>
                      <a:lnTo>
                        <a:pt x="18" y="2"/>
                      </a:lnTo>
                      <a:lnTo>
                        <a:pt x="16" y="2"/>
                      </a:lnTo>
                      <a:lnTo>
                        <a:pt x="18" y="2"/>
                      </a:lnTo>
                      <a:lnTo>
                        <a:pt x="20" y="2"/>
                      </a:lnTo>
                      <a:lnTo>
                        <a:pt x="20" y="0"/>
                      </a:lnTo>
                      <a:lnTo>
                        <a:pt x="20" y="2"/>
                      </a:lnTo>
                      <a:lnTo>
                        <a:pt x="20" y="0"/>
                      </a:lnTo>
                      <a:lnTo>
                        <a:pt x="21" y="0"/>
                      </a:lnTo>
                      <a:lnTo>
                        <a:pt x="21" y="2"/>
                      </a:lnTo>
                      <a:lnTo>
                        <a:pt x="21" y="0"/>
                      </a:lnTo>
                      <a:lnTo>
                        <a:pt x="21" y="2"/>
                      </a:lnTo>
                      <a:lnTo>
                        <a:pt x="21" y="0"/>
                      </a:lnTo>
                      <a:lnTo>
                        <a:pt x="23" y="0"/>
                      </a:lnTo>
                      <a:lnTo>
                        <a:pt x="23" y="2"/>
                      </a:lnTo>
                      <a:lnTo>
                        <a:pt x="25" y="2"/>
                      </a:lnTo>
                      <a:lnTo>
                        <a:pt x="27" y="2"/>
                      </a:lnTo>
                      <a:lnTo>
                        <a:pt x="27" y="4"/>
                      </a:lnTo>
                      <a:lnTo>
                        <a:pt x="25" y="4"/>
                      </a:lnTo>
                      <a:lnTo>
                        <a:pt x="27" y="4"/>
                      </a:lnTo>
                      <a:lnTo>
                        <a:pt x="25" y="4"/>
                      </a:lnTo>
                      <a:lnTo>
                        <a:pt x="27" y="4"/>
                      </a:lnTo>
                      <a:lnTo>
                        <a:pt x="27" y="6"/>
                      </a:lnTo>
                      <a:lnTo>
                        <a:pt x="27" y="4"/>
                      </a:lnTo>
                      <a:lnTo>
                        <a:pt x="27" y="6"/>
                      </a:lnTo>
                      <a:lnTo>
                        <a:pt x="27" y="4"/>
                      </a:lnTo>
                      <a:lnTo>
                        <a:pt x="27" y="6"/>
                      </a:lnTo>
                      <a:lnTo>
                        <a:pt x="25" y="6"/>
                      </a:lnTo>
                      <a:lnTo>
                        <a:pt x="25" y="8"/>
                      </a:lnTo>
                      <a:lnTo>
                        <a:pt x="25" y="9"/>
                      </a:lnTo>
                      <a:lnTo>
                        <a:pt x="23" y="9"/>
                      </a:lnTo>
                      <a:lnTo>
                        <a:pt x="21" y="11"/>
                      </a:lnTo>
                      <a:lnTo>
                        <a:pt x="21" y="9"/>
                      </a:lnTo>
                      <a:lnTo>
                        <a:pt x="21" y="11"/>
                      </a:lnTo>
                      <a:lnTo>
                        <a:pt x="20" y="11"/>
                      </a:lnTo>
                      <a:lnTo>
                        <a:pt x="18" y="11"/>
                      </a:lnTo>
                      <a:lnTo>
                        <a:pt x="16" y="11"/>
                      </a:lnTo>
                      <a:lnTo>
                        <a:pt x="16" y="13"/>
                      </a:lnTo>
                      <a:lnTo>
                        <a:pt x="14" y="13"/>
                      </a:lnTo>
                      <a:lnTo>
                        <a:pt x="12" y="13"/>
                      </a:lnTo>
                      <a:lnTo>
                        <a:pt x="11" y="13"/>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3" name="Freeform 98">
                  <a:extLst>
                    <a:ext uri="{FF2B5EF4-FFF2-40B4-BE49-F238E27FC236}">
                      <a16:creationId xmlns:a16="http://schemas.microsoft.com/office/drawing/2014/main" id="{D28C576D-968C-0CB7-7ECB-40742ECD2A55}"/>
                    </a:ext>
                  </a:extLst>
                </p:cNvPr>
                <p:cNvSpPr>
                  <a:spLocks/>
                </p:cNvSpPr>
                <p:nvPr/>
              </p:nvSpPr>
              <p:spPr bwMode="auto">
                <a:xfrm>
                  <a:off x="7306035" y="2551402"/>
                  <a:ext cx="224095" cy="281926"/>
                </a:xfrm>
                <a:custGeom>
                  <a:avLst/>
                  <a:gdLst>
                    <a:gd name="T0" fmla="*/ 40 w 124"/>
                    <a:gd name="T1" fmla="*/ 79 h 156"/>
                    <a:gd name="T2" fmla="*/ 25 w 124"/>
                    <a:gd name="T3" fmla="*/ 92 h 156"/>
                    <a:gd name="T4" fmla="*/ 13 w 124"/>
                    <a:gd name="T5" fmla="*/ 88 h 156"/>
                    <a:gd name="T6" fmla="*/ 16 w 124"/>
                    <a:gd name="T7" fmla="*/ 79 h 156"/>
                    <a:gd name="T8" fmla="*/ 11 w 124"/>
                    <a:gd name="T9" fmla="*/ 72 h 156"/>
                    <a:gd name="T10" fmla="*/ 5 w 124"/>
                    <a:gd name="T11" fmla="*/ 72 h 156"/>
                    <a:gd name="T12" fmla="*/ 2 w 124"/>
                    <a:gd name="T13" fmla="*/ 66 h 156"/>
                    <a:gd name="T14" fmla="*/ 5 w 124"/>
                    <a:gd name="T15" fmla="*/ 66 h 156"/>
                    <a:gd name="T16" fmla="*/ 14 w 124"/>
                    <a:gd name="T17" fmla="*/ 62 h 156"/>
                    <a:gd name="T18" fmla="*/ 27 w 124"/>
                    <a:gd name="T19" fmla="*/ 66 h 156"/>
                    <a:gd name="T20" fmla="*/ 25 w 124"/>
                    <a:gd name="T21" fmla="*/ 59 h 156"/>
                    <a:gd name="T22" fmla="*/ 23 w 124"/>
                    <a:gd name="T23" fmla="*/ 53 h 156"/>
                    <a:gd name="T24" fmla="*/ 22 w 124"/>
                    <a:gd name="T25" fmla="*/ 50 h 156"/>
                    <a:gd name="T26" fmla="*/ 16 w 124"/>
                    <a:gd name="T27" fmla="*/ 52 h 156"/>
                    <a:gd name="T28" fmla="*/ 18 w 124"/>
                    <a:gd name="T29" fmla="*/ 46 h 156"/>
                    <a:gd name="T30" fmla="*/ 16 w 124"/>
                    <a:gd name="T31" fmla="*/ 41 h 156"/>
                    <a:gd name="T32" fmla="*/ 18 w 124"/>
                    <a:gd name="T33" fmla="*/ 39 h 156"/>
                    <a:gd name="T34" fmla="*/ 22 w 124"/>
                    <a:gd name="T35" fmla="*/ 28 h 156"/>
                    <a:gd name="T36" fmla="*/ 23 w 124"/>
                    <a:gd name="T37" fmla="*/ 24 h 156"/>
                    <a:gd name="T38" fmla="*/ 44 w 124"/>
                    <a:gd name="T39" fmla="*/ 11 h 156"/>
                    <a:gd name="T40" fmla="*/ 73 w 124"/>
                    <a:gd name="T41" fmla="*/ 9 h 156"/>
                    <a:gd name="T42" fmla="*/ 87 w 124"/>
                    <a:gd name="T43" fmla="*/ 13 h 156"/>
                    <a:gd name="T44" fmla="*/ 102 w 124"/>
                    <a:gd name="T45" fmla="*/ 31 h 156"/>
                    <a:gd name="T46" fmla="*/ 113 w 124"/>
                    <a:gd name="T47" fmla="*/ 46 h 156"/>
                    <a:gd name="T48" fmla="*/ 118 w 124"/>
                    <a:gd name="T49" fmla="*/ 64 h 156"/>
                    <a:gd name="T50" fmla="*/ 117 w 124"/>
                    <a:gd name="T51" fmla="*/ 90 h 156"/>
                    <a:gd name="T52" fmla="*/ 124 w 124"/>
                    <a:gd name="T53" fmla="*/ 94 h 156"/>
                    <a:gd name="T54" fmla="*/ 117 w 124"/>
                    <a:gd name="T55" fmla="*/ 114 h 156"/>
                    <a:gd name="T56" fmla="*/ 115 w 124"/>
                    <a:gd name="T57" fmla="*/ 115 h 156"/>
                    <a:gd name="T58" fmla="*/ 102 w 124"/>
                    <a:gd name="T59" fmla="*/ 130 h 156"/>
                    <a:gd name="T60" fmla="*/ 102 w 124"/>
                    <a:gd name="T61" fmla="*/ 123 h 156"/>
                    <a:gd name="T62" fmla="*/ 89 w 124"/>
                    <a:gd name="T63" fmla="*/ 126 h 156"/>
                    <a:gd name="T64" fmla="*/ 87 w 124"/>
                    <a:gd name="T65" fmla="*/ 128 h 156"/>
                    <a:gd name="T66" fmla="*/ 84 w 124"/>
                    <a:gd name="T67" fmla="*/ 128 h 156"/>
                    <a:gd name="T68" fmla="*/ 84 w 124"/>
                    <a:gd name="T69" fmla="*/ 137 h 156"/>
                    <a:gd name="T70" fmla="*/ 82 w 124"/>
                    <a:gd name="T71" fmla="*/ 136 h 156"/>
                    <a:gd name="T72" fmla="*/ 80 w 124"/>
                    <a:gd name="T73" fmla="*/ 132 h 156"/>
                    <a:gd name="T74" fmla="*/ 69 w 124"/>
                    <a:gd name="T75" fmla="*/ 126 h 156"/>
                    <a:gd name="T76" fmla="*/ 65 w 124"/>
                    <a:gd name="T77" fmla="*/ 130 h 156"/>
                    <a:gd name="T78" fmla="*/ 54 w 124"/>
                    <a:gd name="T79" fmla="*/ 125 h 156"/>
                    <a:gd name="T80" fmla="*/ 53 w 124"/>
                    <a:gd name="T81" fmla="*/ 136 h 156"/>
                    <a:gd name="T82" fmla="*/ 53 w 124"/>
                    <a:gd name="T83" fmla="*/ 141 h 156"/>
                    <a:gd name="T84" fmla="*/ 51 w 124"/>
                    <a:gd name="T85" fmla="*/ 139 h 156"/>
                    <a:gd name="T86" fmla="*/ 47 w 124"/>
                    <a:gd name="T87" fmla="*/ 143 h 156"/>
                    <a:gd name="T88" fmla="*/ 45 w 124"/>
                    <a:gd name="T89" fmla="*/ 147 h 156"/>
                    <a:gd name="T90" fmla="*/ 38 w 124"/>
                    <a:gd name="T91" fmla="*/ 148 h 156"/>
                    <a:gd name="T92" fmla="*/ 40 w 124"/>
                    <a:gd name="T93" fmla="*/ 139 h 156"/>
                    <a:gd name="T94" fmla="*/ 29 w 124"/>
                    <a:gd name="T95" fmla="*/ 148 h 156"/>
                    <a:gd name="T96" fmla="*/ 20 w 124"/>
                    <a:gd name="T97" fmla="*/ 152 h 156"/>
                    <a:gd name="T98" fmla="*/ 13 w 124"/>
                    <a:gd name="T99" fmla="*/ 147 h 156"/>
                    <a:gd name="T100" fmla="*/ 13 w 124"/>
                    <a:gd name="T101" fmla="*/ 145 h 156"/>
                    <a:gd name="T102" fmla="*/ 13 w 124"/>
                    <a:gd name="T103" fmla="*/ 143 h 156"/>
                    <a:gd name="T104" fmla="*/ 13 w 124"/>
                    <a:gd name="T105" fmla="*/ 139 h 156"/>
                    <a:gd name="T106" fmla="*/ 13 w 124"/>
                    <a:gd name="T107" fmla="*/ 139 h 156"/>
                    <a:gd name="T108" fmla="*/ 9 w 124"/>
                    <a:gd name="T109" fmla="*/ 134 h 156"/>
                    <a:gd name="T110" fmla="*/ 5 w 124"/>
                    <a:gd name="T111" fmla="*/ 128 h 156"/>
                    <a:gd name="T112" fmla="*/ 11 w 124"/>
                    <a:gd name="T113" fmla="*/ 128 h 156"/>
                    <a:gd name="T114" fmla="*/ 9 w 124"/>
                    <a:gd name="T115" fmla="*/ 121 h 156"/>
                    <a:gd name="T116" fmla="*/ 18 w 124"/>
                    <a:gd name="T117" fmla="*/ 110 h 156"/>
                    <a:gd name="T118" fmla="*/ 23 w 124"/>
                    <a:gd name="T119" fmla="*/ 103 h 156"/>
                    <a:gd name="T120" fmla="*/ 20 w 124"/>
                    <a:gd name="T121" fmla="*/ 99 h 156"/>
                    <a:gd name="T122" fmla="*/ 27 w 124"/>
                    <a:gd name="T123" fmla="*/ 90 h 156"/>
                    <a:gd name="T124" fmla="*/ 42 w 124"/>
                    <a:gd name="T125" fmla="*/ 7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 h="156">
                      <a:moveTo>
                        <a:pt x="44" y="77"/>
                      </a:moveTo>
                      <a:lnTo>
                        <a:pt x="45" y="77"/>
                      </a:lnTo>
                      <a:lnTo>
                        <a:pt x="45" y="79"/>
                      </a:lnTo>
                      <a:lnTo>
                        <a:pt x="45" y="81"/>
                      </a:lnTo>
                      <a:lnTo>
                        <a:pt x="44" y="83"/>
                      </a:lnTo>
                      <a:lnTo>
                        <a:pt x="45" y="81"/>
                      </a:lnTo>
                      <a:lnTo>
                        <a:pt x="45" y="83"/>
                      </a:lnTo>
                      <a:lnTo>
                        <a:pt x="45" y="81"/>
                      </a:lnTo>
                      <a:lnTo>
                        <a:pt x="45" y="79"/>
                      </a:lnTo>
                      <a:lnTo>
                        <a:pt x="47" y="79"/>
                      </a:lnTo>
                      <a:lnTo>
                        <a:pt x="45" y="79"/>
                      </a:lnTo>
                      <a:lnTo>
                        <a:pt x="45" y="77"/>
                      </a:lnTo>
                      <a:lnTo>
                        <a:pt x="44" y="77"/>
                      </a:lnTo>
                      <a:lnTo>
                        <a:pt x="44" y="75"/>
                      </a:lnTo>
                      <a:lnTo>
                        <a:pt x="44" y="77"/>
                      </a:lnTo>
                      <a:lnTo>
                        <a:pt x="44" y="75"/>
                      </a:lnTo>
                      <a:lnTo>
                        <a:pt x="42" y="75"/>
                      </a:lnTo>
                      <a:lnTo>
                        <a:pt x="44" y="75"/>
                      </a:lnTo>
                      <a:lnTo>
                        <a:pt x="42" y="77"/>
                      </a:lnTo>
                      <a:lnTo>
                        <a:pt x="40" y="77"/>
                      </a:lnTo>
                      <a:lnTo>
                        <a:pt x="40" y="79"/>
                      </a:lnTo>
                      <a:lnTo>
                        <a:pt x="38" y="79"/>
                      </a:lnTo>
                      <a:lnTo>
                        <a:pt x="36" y="79"/>
                      </a:lnTo>
                      <a:lnTo>
                        <a:pt x="36" y="77"/>
                      </a:lnTo>
                      <a:lnTo>
                        <a:pt x="34" y="77"/>
                      </a:lnTo>
                      <a:lnTo>
                        <a:pt x="34" y="79"/>
                      </a:lnTo>
                      <a:lnTo>
                        <a:pt x="33" y="79"/>
                      </a:lnTo>
                      <a:lnTo>
                        <a:pt x="33" y="81"/>
                      </a:lnTo>
                      <a:lnTo>
                        <a:pt x="31" y="81"/>
                      </a:lnTo>
                      <a:lnTo>
                        <a:pt x="31" y="83"/>
                      </a:lnTo>
                      <a:lnTo>
                        <a:pt x="29" y="83"/>
                      </a:lnTo>
                      <a:lnTo>
                        <a:pt x="29" y="84"/>
                      </a:lnTo>
                      <a:lnTo>
                        <a:pt x="27" y="84"/>
                      </a:lnTo>
                      <a:lnTo>
                        <a:pt x="27" y="86"/>
                      </a:lnTo>
                      <a:lnTo>
                        <a:pt x="29" y="86"/>
                      </a:lnTo>
                      <a:lnTo>
                        <a:pt x="31" y="86"/>
                      </a:lnTo>
                      <a:lnTo>
                        <a:pt x="31" y="88"/>
                      </a:lnTo>
                      <a:lnTo>
                        <a:pt x="31" y="90"/>
                      </a:lnTo>
                      <a:lnTo>
                        <a:pt x="29" y="90"/>
                      </a:lnTo>
                      <a:lnTo>
                        <a:pt x="27" y="90"/>
                      </a:lnTo>
                      <a:lnTo>
                        <a:pt x="27" y="92"/>
                      </a:lnTo>
                      <a:lnTo>
                        <a:pt x="25" y="92"/>
                      </a:lnTo>
                      <a:lnTo>
                        <a:pt x="25" y="94"/>
                      </a:lnTo>
                      <a:lnTo>
                        <a:pt x="23" y="94"/>
                      </a:lnTo>
                      <a:lnTo>
                        <a:pt x="22" y="94"/>
                      </a:lnTo>
                      <a:lnTo>
                        <a:pt x="22" y="95"/>
                      </a:lnTo>
                      <a:lnTo>
                        <a:pt x="20" y="95"/>
                      </a:lnTo>
                      <a:lnTo>
                        <a:pt x="20" y="94"/>
                      </a:lnTo>
                      <a:lnTo>
                        <a:pt x="20" y="95"/>
                      </a:lnTo>
                      <a:lnTo>
                        <a:pt x="20" y="94"/>
                      </a:lnTo>
                      <a:lnTo>
                        <a:pt x="20" y="95"/>
                      </a:lnTo>
                      <a:lnTo>
                        <a:pt x="20" y="94"/>
                      </a:lnTo>
                      <a:lnTo>
                        <a:pt x="18" y="94"/>
                      </a:lnTo>
                      <a:lnTo>
                        <a:pt x="18" y="92"/>
                      </a:lnTo>
                      <a:lnTo>
                        <a:pt x="18" y="90"/>
                      </a:lnTo>
                      <a:lnTo>
                        <a:pt x="16" y="90"/>
                      </a:lnTo>
                      <a:lnTo>
                        <a:pt x="14" y="90"/>
                      </a:lnTo>
                      <a:lnTo>
                        <a:pt x="13" y="90"/>
                      </a:lnTo>
                      <a:lnTo>
                        <a:pt x="14" y="90"/>
                      </a:lnTo>
                      <a:lnTo>
                        <a:pt x="13" y="90"/>
                      </a:lnTo>
                      <a:lnTo>
                        <a:pt x="14" y="90"/>
                      </a:lnTo>
                      <a:lnTo>
                        <a:pt x="13" y="90"/>
                      </a:lnTo>
                      <a:lnTo>
                        <a:pt x="13" y="88"/>
                      </a:lnTo>
                      <a:lnTo>
                        <a:pt x="13" y="90"/>
                      </a:lnTo>
                      <a:lnTo>
                        <a:pt x="13" y="88"/>
                      </a:lnTo>
                      <a:lnTo>
                        <a:pt x="13" y="90"/>
                      </a:lnTo>
                      <a:lnTo>
                        <a:pt x="14" y="90"/>
                      </a:lnTo>
                      <a:lnTo>
                        <a:pt x="14" y="88"/>
                      </a:lnTo>
                      <a:lnTo>
                        <a:pt x="14" y="90"/>
                      </a:lnTo>
                      <a:lnTo>
                        <a:pt x="14" y="88"/>
                      </a:lnTo>
                      <a:lnTo>
                        <a:pt x="14" y="90"/>
                      </a:lnTo>
                      <a:lnTo>
                        <a:pt x="14" y="88"/>
                      </a:lnTo>
                      <a:lnTo>
                        <a:pt x="14" y="86"/>
                      </a:lnTo>
                      <a:lnTo>
                        <a:pt x="14" y="84"/>
                      </a:lnTo>
                      <a:lnTo>
                        <a:pt x="14" y="83"/>
                      </a:lnTo>
                      <a:lnTo>
                        <a:pt x="13" y="83"/>
                      </a:lnTo>
                      <a:lnTo>
                        <a:pt x="14" y="83"/>
                      </a:lnTo>
                      <a:lnTo>
                        <a:pt x="16" y="83"/>
                      </a:lnTo>
                      <a:lnTo>
                        <a:pt x="14" y="83"/>
                      </a:lnTo>
                      <a:lnTo>
                        <a:pt x="14" y="81"/>
                      </a:lnTo>
                      <a:lnTo>
                        <a:pt x="13" y="81"/>
                      </a:lnTo>
                      <a:lnTo>
                        <a:pt x="13" y="79"/>
                      </a:lnTo>
                      <a:lnTo>
                        <a:pt x="14" y="79"/>
                      </a:lnTo>
                      <a:lnTo>
                        <a:pt x="16" y="79"/>
                      </a:lnTo>
                      <a:lnTo>
                        <a:pt x="16" y="77"/>
                      </a:lnTo>
                      <a:lnTo>
                        <a:pt x="18" y="77"/>
                      </a:lnTo>
                      <a:lnTo>
                        <a:pt x="16" y="77"/>
                      </a:lnTo>
                      <a:lnTo>
                        <a:pt x="14" y="77"/>
                      </a:lnTo>
                      <a:lnTo>
                        <a:pt x="14" y="79"/>
                      </a:lnTo>
                      <a:lnTo>
                        <a:pt x="13" y="79"/>
                      </a:lnTo>
                      <a:lnTo>
                        <a:pt x="13" y="77"/>
                      </a:lnTo>
                      <a:lnTo>
                        <a:pt x="13" y="75"/>
                      </a:lnTo>
                      <a:lnTo>
                        <a:pt x="14" y="75"/>
                      </a:lnTo>
                      <a:lnTo>
                        <a:pt x="14" y="77"/>
                      </a:lnTo>
                      <a:lnTo>
                        <a:pt x="16" y="77"/>
                      </a:lnTo>
                      <a:lnTo>
                        <a:pt x="14" y="77"/>
                      </a:lnTo>
                      <a:lnTo>
                        <a:pt x="14" y="75"/>
                      </a:lnTo>
                      <a:lnTo>
                        <a:pt x="13" y="75"/>
                      </a:lnTo>
                      <a:lnTo>
                        <a:pt x="13" y="73"/>
                      </a:lnTo>
                      <a:lnTo>
                        <a:pt x="13" y="72"/>
                      </a:lnTo>
                      <a:lnTo>
                        <a:pt x="13" y="70"/>
                      </a:lnTo>
                      <a:lnTo>
                        <a:pt x="13" y="68"/>
                      </a:lnTo>
                      <a:lnTo>
                        <a:pt x="13" y="70"/>
                      </a:lnTo>
                      <a:lnTo>
                        <a:pt x="11" y="70"/>
                      </a:lnTo>
                      <a:lnTo>
                        <a:pt x="11" y="72"/>
                      </a:lnTo>
                      <a:lnTo>
                        <a:pt x="11" y="73"/>
                      </a:lnTo>
                      <a:lnTo>
                        <a:pt x="9" y="73"/>
                      </a:lnTo>
                      <a:lnTo>
                        <a:pt x="9" y="72"/>
                      </a:lnTo>
                      <a:lnTo>
                        <a:pt x="9" y="70"/>
                      </a:lnTo>
                      <a:lnTo>
                        <a:pt x="7" y="70"/>
                      </a:lnTo>
                      <a:lnTo>
                        <a:pt x="9" y="70"/>
                      </a:lnTo>
                      <a:lnTo>
                        <a:pt x="7" y="70"/>
                      </a:lnTo>
                      <a:lnTo>
                        <a:pt x="9" y="70"/>
                      </a:lnTo>
                      <a:lnTo>
                        <a:pt x="7" y="70"/>
                      </a:lnTo>
                      <a:lnTo>
                        <a:pt x="7" y="68"/>
                      </a:lnTo>
                      <a:lnTo>
                        <a:pt x="7" y="70"/>
                      </a:lnTo>
                      <a:lnTo>
                        <a:pt x="7" y="72"/>
                      </a:lnTo>
                      <a:lnTo>
                        <a:pt x="9" y="72"/>
                      </a:lnTo>
                      <a:lnTo>
                        <a:pt x="9" y="73"/>
                      </a:lnTo>
                      <a:lnTo>
                        <a:pt x="7" y="73"/>
                      </a:lnTo>
                      <a:lnTo>
                        <a:pt x="5" y="73"/>
                      </a:lnTo>
                      <a:lnTo>
                        <a:pt x="5" y="72"/>
                      </a:lnTo>
                      <a:lnTo>
                        <a:pt x="5" y="73"/>
                      </a:lnTo>
                      <a:lnTo>
                        <a:pt x="5" y="72"/>
                      </a:lnTo>
                      <a:lnTo>
                        <a:pt x="7" y="72"/>
                      </a:lnTo>
                      <a:lnTo>
                        <a:pt x="5" y="72"/>
                      </a:lnTo>
                      <a:lnTo>
                        <a:pt x="5" y="70"/>
                      </a:lnTo>
                      <a:lnTo>
                        <a:pt x="5" y="68"/>
                      </a:lnTo>
                      <a:lnTo>
                        <a:pt x="5" y="70"/>
                      </a:lnTo>
                      <a:lnTo>
                        <a:pt x="5" y="68"/>
                      </a:lnTo>
                      <a:lnTo>
                        <a:pt x="5" y="70"/>
                      </a:lnTo>
                      <a:lnTo>
                        <a:pt x="3" y="70"/>
                      </a:lnTo>
                      <a:lnTo>
                        <a:pt x="2" y="70"/>
                      </a:lnTo>
                      <a:lnTo>
                        <a:pt x="3" y="70"/>
                      </a:lnTo>
                      <a:lnTo>
                        <a:pt x="3" y="68"/>
                      </a:lnTo>
                      <a:lnTo>
                        <a:pt x="2" y="68"/>
                      </a:lnTo>
                      <a:lnTo>
                        <a:pt x="0" y="68"/>
                      </a:lnTo>
                      <a:lnTo>
                        <a:pt x="2" y="68"/>
                      </a:lnTo>
                      <a:lnTo>
                        <a:pt x="0" y="68"/>
                      </a:lnTo>
                      <a:lnTo>
                        <a:pt x="0" y="70"/>
                      </a:lnTo>
                      <a:lnTo>
                        <a:pt x="0" y="68"/>
                      </a:lnTo>
                      <a:lnTo>
                        <a:pt x="0" y="66"/>
                      </a:lnTo>
                      <a:lnTo>
                        <a:pt x="0" y="68"/>
                      </a:lnTo>
                      <a:lnTo>
                        <a:pt x="0" y="66"/>
                      </a:lnTo>
                      <a:lnTo>
                        <a:pt x="2" y="66"/>
                      </a:lnTo>
                      <a:lnTo>
                        <a:pt x="0" y="66"/>
                      </a:lnTo>
                      <a:lnTo>
                        <a:pt x="2" y="66"/>
                      </a:lnTo>
                      <a:lnTo>
                        <a:pt x="2" y="64"/>
                      </a:lnTo>
                      <a:lnTo>
                        <a:pt x="2" y="66"/>
                      </a:lnTo>
                      <a:lnTo>
                        <a:pt x="3" y="66"/>
                      </a:lnTo>
                      <a:lnTo>
                        <a:pt x="2" y="66"/>
                      </a:lnTo>
                      <a:lnTo>
                        <a:pt x="2" y="64"/>
                      </a:lnTo>
                      <a:lnTo>
                        <a:pt x="3" y="64"/>
                      </a:lnTo>
                      <a:lnTo>
                        <a:pt x="2" y="64"/>
                      </a:lnTo>
                      <a:lnTo>
                        <a:pt x="2" y="62"/>
                      </a:lnTo>
                      <a:lnTo>
                        <a:pt x="3" y="62"/>
                      </a:lnTo>
                      <a:lnTo>
                        <a:pt x="5" y="62"/>
                      </a:lnTo>
                      <a:lnTo>
                        <a:pt x="5" y="61"/>
                      </a:lnTo>
                      <a:lnTo>
                        <a:pt x="7" y="59"/>
                      </a:lnTo>
                      <a:lnTo>
                        <a:pt x="7" y="61"/>
                      </a:lnTo>
                      <a:lnTo>
                        <a:pt x="5" y="61"/>
                      </a:lnTo>
                      <a:lnTo>
                        <a:pt x="7" y="61"/>
                      </a:lnTo>
                      <a:lnTo>
                        <a:pt x="7" y="62"/>
                      </a:lnTo>
                      <a:lnTo>
                        <a:pt x="7" y="64"/>
                      </a:lnTo>
                      <a:lnTo>
                        <a:pt x="5" y="64"/>
                      </a:lnTo>
                      <a:lnTo>
                        <a:pt x="7" y="64"/>
                      </a:lnTo>
                      <a:lnTo>
                        <a:pt x="5" y="64"/>
                      </a:lnTo>
                      <a:lnTo>
                        <a:pt x="5" y="66"/>
                      </a:lnTo>
                      <a:lnTo>
                        <a:pt x="7" y="66"/>
                      </a:lnTo>
                      <a:lnTo>
                        <a:pt x="7" y="64"/>
                      </a:lnTo>
                      <a:lnTo>
                        <a:pt x="9" y="64"/>
                      </a:lnTo>
                      <a:lnTo>
                        <a:pt x="9" y="62"/>
                      </a:lnTo>
                      <a:lnTo>
                        <a:pt x="11" y="62"/>
                      </a:lnTo>
                      <a:lnTo>
                        <a:pt x="11" y="61"/>
                      </a:lnTo>
                      <a:lnTo>
                        <a:pt x="9" y="61"/>
                      </a:lnTo>
                      <a:lnTo>
                        <a:pt x="7" y="61"/>
                      </a:lnTo>
                      <a:lnTo>
                        <a:pt x="9" y="61"/>
                      </a:lnTo>
                      <a:lnTo>
                        <a:pt x="9" y="59"/>
                      </a:lnTo>
                      <a:lnTo>
                        <a:pt x="7" y="59"/>
                      </a:lnTo>
                      <a:lnTo>
                        <a:pt x="9" y="59"/>
                      </a:lnTo>
                      <a:lnTo>
                        <a:pt x="11" y="59"/>
                      </a:lnTo>
                      <a:lnTo>
                        <a:pt x="13" y="59"/>
                      </a:lnTo>
                      <a:lnTo>
                        <a:pt x="13" y="61"/>
                      </a:lnTo>
                      <a:lnTo>
                        <a:pt x="13" y="62"/>
                      </a:lnTo>
                      <a:lnTo>
                        <a:pt x="13" y="64"/>
                      </a:lnTo>
                      <a:lnTo>
                        <a:pt x="13" y="62"/>
                      </a:lnTo>
                      <a:lnTo>
                        <a:pt x="13" y="61"/>
                      </a:lnTo>
                      <a:lnTo>
                        <a:pt x="14" y="61"/>
                      </a:lnTo>
                      <a:lnTo>
                        <a:pt x="14" y="62"/>
                      </a:lnTo>
                      <a:lnTo>
                        <a:pt x="16" y="62"/>
                      </a:lnTo>
                      <a:lnTo>
                        <a:pt x="14" y="61"/>
                      </a:lnTo>
                      <a:lnTo>
                        <a:pt x="14" y="59"/>
                      </a:lnTo>
                      <a:lnTo>
                        <a:pt x="14" y="61"/>
                      </a:lnTo>
                      <a:lnTo>
                        <a:pt x="13" y="59"/>
                      </a:lnTo>
                      <a:lnTo>
                        <a:pt x="13" y="57"/>
                      </a:lnTo>
                      <a:lnTo>
                        <a:pt x="14" y="57"/>
                      </a:lnTo>
                      <a:lnTo>
                        <a:pt x="16" y="57"/>
                      </a:lnTo>
                      <a:lnTo>
                        <a:pt x="16" y="59"/>
                      </a:lnTo>
                      <a:lnTo>
                        <a:pt x="18" y="59"/>
                      </a:lnTo>
                      <a:lnTo>
                        <a:pt x="20" y="59"/>
                      </a:lnTo>
                      <a:lnTo>
                        <a:pt x="22" y="59"/>
                      </a:lnTo>
                      <a:lnTo>
                        <a:pt x="20" y="59"/>
                      </a:lnTo>
                      <a:lnTo>
                        <a:pt x="22" y="59"/>
                      </a:lnTo>
                      <a:lnTo>
                        <a:pt x="23" y="59"/>
                      </a:lnTo>
                      <a:lnTo>
                        <a:pt x="23" y="61"/>
                      </a:lnTo>
                      <a:lnTo>
                        <a:pt x="25" y="61"/>
                      </a:lnTo>
                      <a:lnTo>
                        <a:pt x="25" y="62"/>
                      </a:lnTo>
                      <a:lnTo>
                        <a:pt x="25" y="64"/>
                      </a:lnTo>
                      <a:lnTo>
                        <a:pt x="25" y="66"/>
                      </a:lnTo>
                      <a:lnTo>
                        <a:pt x="27" y="66"/>
                      </a:lnTo>
                      <a:lnTo>
                        <a:pt x="25" y="66"/>
                      </a:lnTo>
                      <a:lnTo>
                        <a:pt x="25" y="64"/>
                      </a:lnTo>
                      <a:lnTo>
                        <a:pt x="27" y="64"/>
                      </a:lnTo>
                      <a:lnTo>
                        <a:pt x="25" y="64"/>
                      </a:lnTo>
                      <a:lnTo>
                        <a:pt x="25" y="62"/>
                      </a:lnTo>
                      <a:lnTo>
                        <a:pt x="27" y="62"/>
                      </a:lnTo>
                      <a:lnTo>
                        <a:pt x="29" y="62"/>
                      </a:lnTo>
                      <a:lnTo>
                        <a:pt x="31" y="62"/>
                      </a:lnTo>
                      <a:lnTo>
                        <a:pt x="31" y="61"/>
                      </a:lnTo>
                      <a:lnTo>
                        <a:pt x="31" y="59"/>
                      </a:lnTo>
                      <a:lnTo>
                        <a:pt x="31" y="61"/>
                      </a:lnTo>
                      <a:lnTo>
                        <a:pt x="31" y="59"/>
                      </a:lnTo>
                      <a:lnTo>
                        <a:pt x="33" y="59"/>
                      </a:lnTo>
                      <a:lnTo>
                        <a:pt x="31" y="59"/>
                      </a:lnTo>
                      <a:lnTo>
                        <a:pt x="31" y="61"/>
                      </a:lnTo>
                      <a:lnTo>
                        <a:pt x="29" y="61"/>
                      </a:lnTo>
                      <a:lnTo>
                        <a:pt x="29" y="62"/>
                      </a:lnTo>
                      <a:lnTo>
                        <a:pt x="27" y="62"/>
                      </a:lnTo>
                      <a:lnTo>
                        <a:pt x="27" y="61"/>
                      </a:lnTo>
                      <a:lnTo>
                        <a:pt x="25" y="61"/>
                      </a:lnTo>
                      <a:lnTo>
                        <a:pt x="25" y="59"/>
                      </a:lnTo>
                      <a:lnTo>
                        <a:pt x="23" y="59"/>
                      </a:lnTo>
                      <a:lnTo>
                        <a:pt x="25" y="59"/>
                      </a:lnTo>
                      <a:lnTo>
                        <a:pt x="23" y="59"/>
                      </a:lnTo>
                      <a:lnTo>
                        <a:pt x="25" y="59"/>
                      </a:lnTo>
                      <a:lnTo>
                        <a:pt x="27" y="57"/>
                      </a:lnTo>
                      <a:lnTo>
                        <a:pt x="25" y="57"/>
                      </a:lnTo>
                      <a:lnTo>
                        <a:pt x="25" y="59"/>
                      </a:lnTo>
                      <a:lnTo>
                        <a:pt x="23" y="59"/>
                      </a:lnTo>
                      <a:lnTo>
                        <a:pt x="23" y="57"/>
                      </a:lnTo>
                      <a:lnTo>
                        <a:pt x="22" y="57"/>
                      </a:lnTo>
                      <a:lnTo>
                        <a:pt x="22" y="55"/>
                      </a:lnTo>
                      <a:lnTo>
                        <a:pt x="20" y="55"/>
                      </a:lnTo>
                      <a:lnTo>
                        <a:pt x="22" y="55"/>
                      </a:lnTo>
                      <a:lnTo>
                        <a:pt x="22" y="57"/>
                      </a:lnTo>
                      <a:lnTo>
                        <a:pt x="23" y="57"/>
                      </a:lnTo>
                      <a:lnTo>
                        <a:pt x="23" y="55"/>
                      </a:lnTo>
                      <a:lnTo>
                        <a:pt x="23" y="53"/>
                      </a:lnTo>
                      <a:lnTo>
                        <a:pt x="25" y="53"/>
                      </a:lnTo>
                      <a:lnTo>
                        <a:pt x="23" y="53"/>
                      </a:lnTo>
                      <a:lnTo>
                        <a:pt x="25" y="53"/>
                      </a:lnTo>
                      <a:lnTo>
                        <a:pt x="23" y="53"/>
                      </a:lnTo>
                      <a:lnTo>
                        <a:pt x="23" y="52"/>
                      </a:lnTo>
                      <a:lnTo>
                        <a:pt x="23" y="53"/>
                      </a:lnTo>
                      <a:lnTo>
                        <a:pt x="22" y="53"/>
                      </a:lnTo>
                      <a:lnTo>
                        <a:pt x="20" y="53"/>
                      </a:lnTo>
                      <a:lnTo>
                        <a:pt x="20" y="55"/>
                      </a:lnTo>
                      <a:lnTo>
                        <a:pt x="20" y="53"/>
                      </a:lnTo>
                      <a:lnTo>
                        <a:pt x="18" y="53"/>
                      </a:lnTo>
                      <a:lnTo>
                        <a:pt x="20" y="53"/>
                      </a:lnTo>
                      <a:lnTo>
                        <a:pt x="18" y="53"/>
                      </a:lnTo>
                      <a:lnTo>
                        <a:pt x="18" y="52"/>
                      </a:lnTo>
                      <a:lnTo>
                        <a:pt x="20" y="52"/>
                      </a:lnTo>
                      <a:lnTo>
                        <a:pt x="18" y="52"/>
                      </a:lnTo>
                      <a:lnTo>
                        <a:pt x="20" y="52"/>
                      </a:lnTo>
                      <a:lnTo>
                        <a:pt x="20" y="50"/>
                      </a:lnTo>
                      <a:lnTo>
                        <a:pt x="18" y="50"/>
                      </a:lnTo>
                      <a:lnTo>
                        <a:pt x="20" y="50"/>
                      </a:lnTo>
                      <a:lnTo>
                        <a:pt x="20" y="48"/>
                      </a:lnTo>
                      <a:lnTo>
                        <a:pt x="20" y="50"/>
                      </a:lnTo>
                      <a:lnTo>
                        <a:pt x="22" y="50"/>
                      </a:lnTo>
                      <a:lnTo>
                        <a:pt x="22" y="48"/>
                      </a:lnTo>
                      <a:lnTo>
                        <a:pt x="22" y="50"/>
                      </a:lnTo>
                      <a:lnTo>
                        <a:pt x="22" y="48"/>
                      </a:lnTo>
                      <a:lnTo>
                        <a:pt x="22" y="50"/>
                      </a:lnTo>
                      <a:lnTo>
                        <a:pt x="22" y="48"/>
                      </a:lnTo>
                      <a:lnTo>
                        <a:pt x="23" y="48"/>
                      </a:lnTo>
                      <a:lnTo>
                        <a:pt x="23" y="50"/>
                      </a:lnTo>
                      <a:lnTo>
                        <a:pt x="23" y="48"/>
                      </a:lnTo>
                      <a:lnTo>
                        <a:pt x="25" y="48"/>
                      </a:lnTo>
                      <a:lnTo>
                        <a:pt x="25" y="50"/>
                      </a:lnTo>
                      <a:lnTo>
                        <a:pt x="25" y="48"/>
                      </a:lnTo>
                      <a:lnTo>
                        <a:pt x="23" y="48"/>
                      </a:lnTo>
                      <a:lnTo>
                        <a:pt x="22" y="48"/>
                      </a:lnTo>
                      <a:lnTo>
                        <a:pt x="20" y="48"/>
                      </a:lnTo>
                      <a:lnTo>
                        <a:pt x="18" y="48"/>
                      </a:lnTo>
                      <a:lnTo>
                        <a:pt x="16" y="48"/>
                      </a:lnTo>
                      <a:lnTo>
                        <a:pt x="18" y="50"/>
                      </a:lnTo>
                      <a:lnTo>
                        <a:pt x="18" y="52"/>
                      </a:lnTo>
                      <a:lnTo>
                        <a:pt x="18" y="50"/>
                      </a:lnTo>
                      <a:lnTo>
                        <a:pt x="18" y="52"/>
                      </a:lnTo>
                      <a:lnTo>
                        <a:pt x="16" y="52"/>
                      </a:lnTo>
                      <a:lnTo>
                        <a:pt x="14" y="52"/>
                      </a:lnTo>
                      <a:lnTo>
                        <a:pt x="16" y="52"/>
                      </a:lnTo>
                      <a:lnTo>
                        <a:pt x="14" y="52"/>
                      </a:lnTo>
                      <a:lnTo>
                        <a:pt x="14" y="50"/>
                      </a:lnTo>
                      <a:lnTo>
                        <a:pt x="16" y="50"/>
                      </a:lnTo>
                      <a:lnTo>
                        <a:pt x="14" y="50"/>
                      </a:lnTo>
                      <a:lnTo>
                        <a:pt x="14" y="48"/>
                      </a:lnTo>
                      <a:lnTo>
                        <a:pt x="14" y="50"/>
                      </a:lnTo>
                      <a:lnTo>
                        <a:pt x="16" y="48"/>
                      </a:lnTo>
                      <a:lnTo>
                        <a:pt x="16" y="50"/>
                      </a:lnTo>
                      <a:lnTo>
                        <a:pt x="16" y="48"/>
                      </a:lnTo>
                      <a:lnTo>
                        <a:pt x="18" y="48"/>
                      </a:lnTo>
                      <a:lnTo>
                        <a:pt x="20" y="48"/>
                      </a:lnTo>
                      <a:lnTo>
                        <a:pt x="20" y="46"/>
                      </a:lnTo>
                      <a:lnTo>
                        <a:pt x="22" y="46"/>
                      </a:lnTo>
                      <a:lnTo>
                        <a:pt x="22" y="44"/>
                      </a:lnTo>
                      <a:lnTo>
                        <a:pt x="22" y="46"/>
                      </a:lnTo>
                      <a:lnTo>
                        <a:pt x="22" y="44"/>
                      </a:lnTo>
                      <a:lnTo>
                        <a:pt x="23" y="44"/>
                      </a:lnTo>
                      <a:lnTo>
                        <a:pt x="22" y="44"/>
                      </a:lnTo>
                      <a:lnTo>
                        <a:pt x="22" y="46"/>
                      </a:lnTo>
                      <a:lnTo>
                        <a:pt x="20" y="44"/>
                      </a:lnTo>
                      <a:lnTo>
                        <a:pt x="18" y="46"/>
                      </a:lnTo>
                      <a:lnTo>
                        <a:pt x="20" y="44"/>
                      </a:lnTo>
                      <a:lnTo>
                        <a:pt x="18" y="44"/>
                      </a:lnTo>
                      <a:lnTo>
                        <a:pt x="18" y="42"/>
                      </a:lnTo>
                      <a:lnTo>
                        <a:pt x="18" y="44"/>
                      </a:lnTo>
                      <a:lnTo>
                        <a:pt x="18" y="42"/>
                      </a:lnTo>
                      <a:lnTo>
                        <a:pt x="16" y="42"/>
                      </a:lnTo>
                      <a:lnTo>
                        <a:pt x="18" y="42"/>
                      </a:lnTo>
                      <a:lnTo>
                        <a:pt x="16" y="42"/>
                      </a:lnTo>
                      <a:lnTo>
                        <a:pt x="18" y="42"/>
                      </a:lnTo>
                      <a:lnTo>
                        <a:pt x="16" y="42"/>
                      </a:lnTo>
                      <a:lnTo>
                        <a:pt x="18" y="42"/>
                      </a:lnTo>
                      <a:lnTo>
                        <a:pt x="18" y="41"/>
                      </a:lnTo>
                      <a:lnTo>
                        <a:pt x="16" y="41"/>
                      </a:lnTo>
                      <a:lnTo>
                        <a:pt x="18" y="41"/>
                      </a:lnTo>
                      <a:lnTo>
                        <a:pt x="16" y="41"/>
                      </a:lnTo>
                      <a:lnTo>
                        <a:pt x="18" y="41"/>
                      </a:lnTo>
                      <a:lnTo>
                        <a:pt x="16" y="41"/>
                      </a:lnTo>
                      <a:lnTo>
                        <a:pt x="16" y="39"/>
                      </a:lnTo>
                      <a:lnTo>
                        <a:pt x="18" y="39"/>
                      </a:lnTo>
                      <a:lnTo>
                        <a:pt x="16" y="39"/>
                      </a:lnTo>
                      <a:lnTo>
                        <a:pt x="16" y="41"/>
                      </a:lnTo>
                      <a:lnTo>
                        <a:pt x="14" y="41"/>
                      </a:lnTo>
                      <a:lnTo>
                        <a:pt x="16" y="41"/>
                      </a:lnTo>
                      <a:lnTo>
                        <a:pt x="16" y="42"/>
                      </a:lnTo>
                      <a:lnTo>
                        <a:pt x="14" y="42"/>
                      </a:lnTo>
                      <a:lnTo>
                        <a:pt x="13" y="42"/>
                      </a:lnTo>
                      <a:lnTo>
                        <a:pt x="13" y="44"/>
                      </a:lnTo>
                      <a:lnTo>
                        <a:pt x="11" y="44"/>
                      </a:lnTo>
                      <a:lnTo>
                        <a:pt x="11" y="42"/>
                      </a:lnTo>
                      <a:lnTo>
                        <a:pt x="11" y="44"/>
                      </a:lnTo>
                      <a:lnTo>
                        <a:pt x="9" y="44"/>
                      </a:lnTo>
                      <a:lnTo>
                        <a:pt x="9" y="42"/>
                      </a:lnTo>
                      <a:lnTo>
                        <a:pt x="11" y="42"/>
                      </a:lnTo>
                      <a:lnTo>
                        <a:pt x="9" y="42"/>
                      </a:lnTo>
                      <a:lnTo>
                        <a:pt x="9" y="44"/>
                      </a:lnTo>
                      <a:lnTo>
                        <a:pt x="9" y="42"/>
                      </a:lnTo>
                      <a:lnTo>
                        <a:pt x="11" y="41"/>
                      </a:lnTo>
                      <a:lnTo>
                        <a:pt x="13" y="41"/>
                      </a:lnTo>
                      <a:lnTo>
                        <a:pt x="14" y="41"/>
                      </a:lnTo>
                      <a:lnTo>
                        <a:pt x="16" y="41"/>
                      </a:lnTo>
                      <a:lnTo>
                        <a:pt x="16" y="39"/>
                      </a:lnTo>
                      <a:lnTo>
                        <a:pt x="18" y="39"/>
                      </a:lnTo>
                      <a:lnTo>
                        <a:pt x="16" y="39"/>
                      </a:lnTo>
                      <a:lnTo>
                        <a:pt x="16" y="37"/>
                      </a:lnTo>
                      <a:lnTo>
                        <a:pt x="14" y="37"/>
                      </a:lnTo>
                      <a:lnTo>
                        <a:pt x="14" y="35"/>
                      </a:lnTo>
                      <a:lnTo>
                        <a:pt x="14" y="33"/>
                      </a:lnTo>
                      <a:lnTo>
                        <a:pt x="14" y="31"/>
                      </a:lnTo>
                      <a:lnTo>
                        <a:pt x="16" y="31"/>
                      </a:lnTo>
                      <a:lnTo>
                        <a:pt x="18" y="31"/>
                      </a:lnTo>
                      <a:lnTo>
                        <a:pt x="20" y="31"/>
                      </a:lnTo>
                      <a:lnTo>
                        <a:pt x="20" y="33"/>
                      </a:lnTo>
                      <a:lnTo>
                        <a:pt x="20" y="35"/>
                      </a:lnTo>
                      <a:lnTo>
                        <a:pt x="22" y="35"/>
                      </a:lnTo>
                      <a:lnTo>
                        <a:pt x="22" y="37"/>
                      </a:lnTo>
                      <a:lnTo>
                        <a:pt x="23" y="37"/>
                      </a:lnTo>
                      <a:lnTo>
                        <a:pt x="22" y="35"/>
                      </a:lnTo>
                      <a:lnTo>
                        <a:pt x="20" y="35"/>
                      </a:lnTo>
                      <a:lnTo>
                        <a:pt x="20" y="33"/>
                      </a:lnTo>
                      <a:lnTo>
                        <a:pt x="20" y="31"/>
                      </a:lnTo>
                      <a:lnTo>
                        <a:pt x="20" y="30"/>
                      </a:lnTo>
                      <a:lnTo>
                        <a:pt x="22" y="30"/>
                      </a:lnTo>
                      <a:lnTo>
                        <a:pt x="22" y="28"/>
                      </a:lnTo>
                      <a:lnTo>
                        <a:pt x="23" y="28"/>
                      </a:lnTo>
                      <a:lnTo>
                        <a:pt x="22" y="28"/>
                      </a:lnTo>
                      <a:lnTo>
                        <a:pt x="22" y="26"/>
                      </a:lnTo>
                      <a:lnTo>
                        <a:pt x="23" y="26"/>
                      </a:lnTo>
                      <a:lnTo>
                        <a:pt x="23" y="28"/>
                      </a:lnTo>
                      <a:lnTo>
                        <a:pt x="25" y="28"/>
                      </a:lnTo>
                      <a:lnTo>
                        <a:pt x="25" y="26"/>
                      </a:lnTo>
                      <a:lnTo>
                        <a:pt x="25" y="24"/>
                      </a:lnTo>
                      <a:lnTo>
                        <a:pt x="25" y="26"/>
                      </a:lnTo>
                      <a:lnTo>
                        <a:pt x="25" y="28"/>
                      </a:lnTo>
                      <a:lnTo>
                        <a:pt x="23" y="28"/>
                      </a:lnTo>
                      <a:lnTo>
                        <a:pt x="23" y="26"/>
                      </a:lnTo>
                      <a:lnTo>
                        <a:pt x="22" y="26"/>
                      </a:lnTo>
                      <a:lnTo>
                        <a:pt x="22" y="28"/>
                      </a:lnTo>
                      <a:lnTo>
                        <a:pt x="20" y="28"/>
                      </a:lnTo>
                      <a:lnTo>
                        <a:pt x="20" y="30"/>
                      </a:lnTo>
                      <a:lnTo>
                        <a:pt x="20" y="28"/>
                      </a:lnTo>
                      <a:lnTo>
                        <a:pt x="20" y="26"/>
                      </a:lnTo>
                      <a:lnTo>
                        <a:pt x="20" y="24"/>
                      </a:lnTo>
                      <a:lnTo>
                        <a:pt x="22" y="24"/>
                      </a:lnTo>
                      <a:lnTo>
                        <a:pt x="23" y="24"/>
                      </a:lnTo>
                      <a:lnTo>
                        <a:pt x="25" y="22"/>
                      </a:lnTo>
                      <a:lnTo>
                        <a:pt x="25" y="20"/>
                      </a:lnTo>
                      <a:lnTo>
                        <a:pt x="27" y="20"/>
                      </a:lnTo>
                      <a:lnTo>
                        <a:pt x="27" y="19"/>
                      </a:lnTo>
                      <a:lnTo>
                        <a:pt x="27" y="20"/>
                      </a:lnTo>
                      <a:lnTo>
                        <a:pt x="29" y="19"/>
                      </a:lnTo>
                      <a:lnTo>
                        <a:pt x="31" y="19"/>
                      </a:lnTo>
                      <a:lnTo>
                        <a:pt x="29" y="19"/>
                      </a:lnTo>
                      <a:lnTo>
                        <a:pt x="29" y="17"/>
                      </a:lnTo>
                      <a:lnTo>
                        <a:pt x="31" y="17"/>
                      </a:lnTo>
                      <a:lnTo>
                        <a:pt x="31" y="15"/>
                      </a:lnTo>
                      <a:lnTo>
                        <a:pt x="33" y="15"/>
                      </a:lnTo>
                      <a:lnTo>
                        <a:pt x="33" y="13"/>
                      </a:lnTo>
                      <a:lnTo>
                        <a:pt x="34" y="13"/>
                      </a:lnTo>
                      <a:lnTo>
                        <a:pt x="36" y="13"/>
                      </a:lnTo>
                      <a:lnTo>
                        <a:pt x="36" y="11"/>
                      </a:lnTo>
                      <a:lnTo>
                        <a:pt x="36" y="13"/>
                      </a:lnTo>
                      <a:lnTo>
                        <a:pt x="38" y="11"/>
                      </a:lnTo>
                      <a:lnTo>
                        <a:pt x="40" y="11"/>
                      </a:lnTo>
                      <a:lnTo>
                        <a:pt x="42" y="11"/>
                      </a:lnTo>
                      <a:lnTo>
                        <a:pt x="44" y="11"/>
                      </a:lnTo>
                      <a:lnTo>
                        <a:pt x="45" y="11"/>
                      </a:lnTo>
                      <a:lnTo>
                        <a:pt x="47" y="11"/>
                      </a:lnTo>
                      <a:lnTo>
                        <a:pt x="49" y="11"/>
                      </a:lnTo>
                      <a:lnTo>
                        <a:pt x="49" y="13"/>
                      </a:lnTo>
                      <a:lnTo>
                        <a:pt x="49" y="11"/>
                      </a:lnTo>
                      <a:lnTo>
                        <a:pt x="51" y="11"/>
                      </a:lnTo>
                      <a:lnTo>
                        <a:pt x="53" y="11"/>
                      </a:lnTo>
                      <a:lnTo>
                        <a:pt x="54" y="11"/>
                      </a:lnTo>
                      <a:lnTo>
                        <a:pt x="56" y="11"/>
                      </a:lnTo>
                      <a:lnTo>
                        <a:pt x="58" y="11"/>
                      </a:lnTo>
                      <a:lnTo>
                        <a:pt x="58" y="9"/>
                      </a:lnTo>
                      <a:lnTo>
                        <a:pt x="58" y="11"/>
                      </a:lnTo>
                      <a:lnTo>
                        <a:pt x="60" y="11"/>
                      </a:lnTo>
                      <a:lnTo>
                        <a:pt x="62" y="11"/>
                      </a:lnTo>
                      <a:lnTo>
                        <a:pt x="64" y="11"/>
                      </a:lnTo>
                      <a:lnTo>
                        <a:pt x="65" y="11"/>
                      </a:lnTo>
                      <a:lnTo>
                        <a:pt x="67" y="11"/>
                      </a:lnTo>
                      <a:lnTo>
                        <a:pt x="69" y="11"/>
                      </a:lnTo>
                      <a:lnTo>
                        <a:pt x="71" y="11"/>
                      </a:lnTo>
                      <a:lnTo>
                        <a:pt x="73" y="11"/>
                      </a:lnTo>
                      <a:lnTo>
                        <a:pt x="73" y="9"/>
                      </a:lnTo>
                      <a:lnTo>
                        <a:pt x="75" y="9"/>
                      </a:lnTo>
                      <a:lnTo>
                        <a:pt x="76" y="9"/>
                      </a:lnTo>
                      <a:lnTo>
                        <a:pt x="76" y="8"/>
                      </a:lnTo>
                      <a:lnTo>
                        <a:pt x="78" y="8"/>
                      </a:lnTo>
                      <a:lnTo>
                        <a:pt x="78" y="6"/>
                      </a:lnTo>
                      <a:lnTo>
                        <a:pt x="78" y="4"/>
                      </a:lnTo>
                      <a:lnTo>
                        <a:pt x="78" y="2"/>
                      </a:lnTo>
                      <a:lnTo>
                        <a:pt x="80" y="0"/>
                      </a:lnTo>
                      <a:lnTo>
                        <a:pt x="80" y="2"/>
                      </a:lnTo>
                      <a:lnTo>
                        <a:pt x="82" y="2"/>
                      </a:lnTo>
                      <a:lnTo>
                        <a:pt x="82" y="4"/>
                      </a:lnTo>
                      <a:lnTo>
                        <a:pt x="82" y="6"/>
                      </a:lnTo>
                      <a:lnTo>
                        <a:pt x="84" y="6"/>
                      </a:lnTo>
                      <a:lnTo>
                        <a:pt x="84" y="8"/>
                      </a:lnTo>
                      <a:lnTo>
                        <a:pt x="84" y="9"/>
                      </a:lnTo>
                      <a:lnTo>
                        <a:pt x="86" y="9"/>
                      </a:lnTo>
                      <a:lnTo>
                        <a:pt x="86" y="11"/>
                      </a:lnTo>
                      <a:lnTo>
                        <a:pt x="87" y="11"/>
                      </a:lnTo>
                      <a:lnTo>
                        <a:pt x="86" y="11"/>
                      </a:lnTo>
                      <a:lnTo>
                        <a:pt x="87" y="11"/>
                      </a:lnTo>
                      <a:lnTo>
                        <a:pt x="87" y="13"/>
                      </a:lnTo>
                      <a:lnTo>
                        <a:pt x="87" y="15"/>
                      </a:lnTo>
                      <a:lnTo>
                        <a:pt x="89" y="15"/>
                      </a:lnTo>
                      <a:lnTo>
                        <a:pt x="87" y="15"/>
                      </a:lnTo>
                      <a:lnTo>
                        <a:pt x="89" y="17"/>
                      </a:lnTo>
                      <a:lnTo>
                        <a:pt x="89" y="19"/>
                      </a:lnTo>
                      <a:lnTo>
                        <a:pt x="89" y="20"/>
                      </a:lnTo>
                      <a:lnTo>
                        <a:pt x="91" y="19"/>
                      </a:lnTo>
                      <a:lnTo>
                        <a:pt x="91" y="20"/>
                      </a:lnTo>
                      <a:lnTo>
                        <a:pt x="93" y="22"/>
                      </a:lnTo>
                      <a:lnTo>
                        <a:pt x="93" y="24"/>
                      </a:lnTo>
                      <a:lnTo>
                        <a:pt x="95" y="24"/>
                      </a:lnTo>
                      <a:lnTo>
                        <a:pt x="95" y="26"/>
                      </a:lnTo>
                      <a:lnTo>
                        <a:pt x="96" y="26"/>
                      </a:lnTo>
                      <a:lnTo>
                        <a:pt x="96" y="28"/>
                      </a:lnTo>
                      <a:lnTo>
                        <a:pt x="98" y="28"/>
                      </a:lnTo>
                      <a:lnTo>
                        <a:pt x="98" y="30"/>
                      </a:lnTo>
                      <a:lnTo>
                        <a:pt x="100" y="30"/>
                      </a:lnTo>
                      <a:lnTo>
                        <a:pt x="100" y="31"/>
                      </a:lnTo>
                      <a:lnTo>
                        <a:pt x="102" y="31"/>
                      </a:lnTo>
                      <a:lnTo>
                        <a:pt x="100" y="31"/>
                      </a:lnTo>
                      <a:lnTo>
                        <a:pt x="102" y="31"/>
                      </a:lnTo>
                      <a:lnTo>
                        <a:pt x="100" y="31"/>
                      </a:lnTo>
                      <a:lnTo>
                        <a:pt x="102" y="31"/>
                      </a:lnTo>
                      <a:lnTo>
                        <a:pt x="102" y="33"/>
                      </a:lnTo>
                      <a:lnTo>
                        <a:pt x="104" y="33"/>
                      </a:lnTo>
                      <a:lnTo>
                        <a:pt x="104" y="35"/>
                      </a:lnTo>
                      <a:lnTo>
                        <a:pt x="106" y="35"/>
                      </a:lnTo>
                      <a:lnTo>
                        <a:pt x="104" y="35"/>
                      </a:lnTo>
                      <a:lnTo>
                        <a:pt x="104" y="37"/>
                      </a:lnTo>
                      <a:lnTo>
                        <a:pt x="106" y="37"/>
                      </a:lnTo>
                      <a:lnTo>
                        <a:pt x="106" y="39"/>
                      </a:lnTo>
                      <a:lnTo>
                        <a:pt x="107" y="39"/>
                      </a:lnTo>
                      <a:lnTo>
                        <a:pt x="107" y="41"/>
                      </a:lnTo>
                      <a:lnTo>
                        <a:pt x="109" y="42"/>
                      </a:lnTo>
                      <a:lnTo>
                        <a:pt x="109" y="44"/>
                      </a:lnTo>
                      <a:lnTo>
                        <a:pt x="109" y="42"/>
                      </a:lnTo>
                      <a:lnTo>
                        <a:pt x="109" y="44"/>
                      </a:lnTo>
                      <a:lnTo>
                        <a:pt x="111" y="44"/>
                      </a:lnTo>
                      <a:lnTo>
                        <a:pt x="111" y="46"/>
                      </a:lnTo>
                      <a:lnTo>
                        <a:pt x="111" y="44"/>
                      </a:lnTo>
                      <a:lnTo>
                        <a:pt x="111" y="46"/>
                      </a:lnTo>
                      <a:lnTo>
                        <a:pt x="113" y="46"/>
                      </a:lnTo>
                      <a:lnTo>
                        <a:pt x="111" y="46"/>
                      </a:lnTo>
                      <a:lnTo>
                        <a:pt x="113" y="46"/>
                      </a:lnTo>
                      <a:lnTo>
                        <a:pt x="111" y="46"/>
                      </a:lnTo>
                      <a:lnTo>
                        <a:pt x="113" y="46"/>
                      </a:lnTo>
                      <a:lnTo>
                        <a:pt x="113" y="48"/>
                      </a:lnTo>
                      <a:lnTo>
                        <a:pt x="115" y="48"/>
                      </a:lnTo>
                      <a:lnTo>
                        <a:pt x="115" y="50"/>
                      </a:lnTo>
                      <a:lnTo>
                        <a:pt x="115" y="52"/>
                      </a:lnTo>
                      <a:lnTo>
                        <a:pt x="115" y="53"/>
                      </a:lnTo>
                      <a:lnTo>
                        <a:pt x="117" y="53"/>
                      </a:lnTo>
                      <a:lnTo>
                        <a:pt x="117" y="55"/>
                      </a:lnTo>
                      <a:lnTo>
                        <a:pt x="117" y="57"/>
                      </a:lnTo>
                      <a:lnTo>
                        <a:pt x="118" y="57"/>
                      </a:lnTo>
                      <a:lnTo>
                        <a:pt x="117" y="57"/>
                      </a:lnTo>
                      <a:lnTo>
                        <a:pt x="117" y="59"/>
                      </a:lnTo>
                      <a:lnTo>
                        <a:pt x="118" y="59"/>
                      </a:lnTo>
                      <a:lnTo>
                        <a:pt x="117" y="59"/>
                      </a:lnTo>
                      <a:lnTo>
                        <a:pt x="117" y="61"/>
                      </a:lnTo>
                      <a:lnTo>
                        <a:pt x="118" y="61"/>
                      </a:lnTo>
                      <a:lnTo>
                        <a:pt x="118" y="62"/>
                      </a:lnTo>
                      <a:lnTo>
                        <a:pt x="118" y="64"/>
                      </a:lnTo>
                      <a:lnTo>
                        <a:pt x="118" y="66"/>
                      </a:lnTo>
                      <a:lnTo>
                        <a:pt x="120" y="66"/>
                      </a:lnTo>
                      <a:lnTo>
                        <a:pt x="120" y="68"/>
                      </a:lnTo>
                      <a:lnTo>
                        <a:pt x="120" y="70"/>
                      </a:lnTo>
                      <a:lnTo>
                        <a:pt x="118" y="70"/>
                      </a:lnTo>
                      <a:lnTo>
                        <a:pt x="118" y="72"/>
                      </a:lnTo>
                      <a:lnTo>
                        <a:pt x="118" y="73"/>
                      </a:lnTo>
                      <a:lnTo>
                        <a:pt x="117" y="73"/>
                      </a:lnTo>
                      <a:lnTo>
                        <a:pt x="118" y="73"/>
                      </a:lnTo>
                      <a:lnTo>
                        <a:pt x="118" y="75"/>
                      </a:lnTo>
                      <a:lnTo>
                        <a:pt x="118" y="77"/>
                      </a:lnTo>
                      <a:lnTo>
                        <a:pt x="118" y="79"/>
                      </a:lnTo>
                      <a:lnTo>
                        <a:pt x="118" y="81"/>
                      </a:lnTo>
                      <a:lnTo>
                        <a:pt x="117" y="81"/>
                      </a:lnTo>
                      <a:lnTo>
                        <a:pt x="117" y="83"/>
                      </a:lnTo>
                      <a:lnTo>
                        <a:pt x="117" y="81"/>
                      </a:lnTo>
                      <a:lnTo>
                        <a:pt x="117" y="83"/>
                      </a:lnTo>
                      <a:lnTo>
                        <a:pt x="117" y="84"/>
                      </a:lnTo>
                      <a:lnTo>
                        <a:pt x="117" y="86"/>
                      </a:lnTo>
                      <a:lnTo>
                        <a:pt x="117" y="88"/>
                      </a:lnTo>
                      <a:lnTo>
                        <a:pt x="117" y="90"/>
                      </a:lnTo>
                      <a:lnTo>
                        <a:pt x="118" y="90"/>
                      </a:lnTo>
                      <a:lnTo>
                        <a:pt x="118" y="92"/>
                      </a:lnTo>
                      <a:lnTo>
                        <a:pt x="117" y="92"/>
                      </a:lnTo>
                      <a:lnTo>
                        <a:pt x="117" y="94"/>
                      </a:lnTo>
                      <a:lnTo>
                        <a:pt x="117" y="95"/>
                      </a:lnTo>
                      <a:lnTo>
                        <a:pt x="115" y="95"/>
                      </a:lnTo>
                      <a:lnTo>
                        <a:pt x="113" y="95"/>
                      </a:lnTo>
                      <a:lnTo>
                        <a:pt x="115" y="95"/>
                      </a:lnTo>
                      <a:lnTo>
                        <a:pt x="117" y="95"/>
                      </a:lnTo>
                      <a:lnTo>
                        <a:pt x="117" y="94"/>
                      </a:lnTo>
                      <a:lnTo>
                        <a:pt x="118" y="94"/>
                      </a:lnTo>
                      <a:lnTo>
                        <a:pt x="117" y="94"/>
                      </a:lnTo>
                      <a:lnTo>
                        <a:pt x="118" y="94"/>
                      </a:lnTo>
                      <a:lnTo>
                        <a:pt x="118" y="95"/>
                      </a:lnTo>
                      <a:lnTo>
                        <a:pt x="120" y="94"/>
                      </a:lnTo>
                      <a:lnTo>
                        <a:pt x="122" y="94"/>
                      </a:lnTo>
                      <a:lnTo>
                        <a:pt x="122" y="92"/>
                      </a:lnTo>
                      <a:lnTo>
                        <a:pt x="122" y="94"/>
                      </a:lnTo>
                      <a:lnTo>
                        <a:pt x="122" y="92"/>
                      </a:lnTo>
                      <a:lnTo>
                        <a:pt x="124" y="92"/>
                      </a:lnTo>
                      <a:lnTo>
                        <a:pt x="124" y="94"/>
                      </a:lnTo>
                      <a:lnTo>
                        <a:pt x="124" y="95"/>
                      </a:lnTo>
                      <a:lnTo>
                        <a:pt x="122" y="95"/>
                      </a:lnTo>
                      <a:lnTo>
                        <a:pt x="122" y="97"/>
                      </a:lnTo>
                      <a:lnTo>
                        <a:pt x="122" y="99"/>
                      </a:lnTo>
                      <a:lnTo>
                        <a:pt x="122" y="101"/>
                      </a:lnTo>
                      <a:lnTo>
                        <a:pt x="120" y="101"/>
                      </a:lnTo>
                      <a:lnTo>
                        <a:pt x="122" y="101"/>
                      </a:lnTo>
                      <a:lnTo>
                        <a:pt x="120" y="101"/>
                      </a:lnTo>
                      <a:lnTo>
                        <a:pt x="122" y="101"/>
                      </a:lnTo>
                      <a:lnTo>
                        <a:pt x="120" y="101"/>
                      </a:lnTo>
                      <a:lnTo>
                        <a:pt x="120" y="103"/>
                      </a:lnTo>
                      <a:lnTo>
                        <a:pt x="120" y="105"/>
                      </a:lnTo>
                      <a:lnTo>
                        <a:pt x="120" y="106"/>
                      </a:lnTo>
                      <a:lnTo>
                        <a:pt x="118" y="106"/>
                      </a:lnTo>
                      <a:lnTo>
                        <a:pt x="118" y="108"/>
                      </a:lnTo>
                      <a:lnTo>
                        <a:pt x="120" y="108"/>
                      </a:lnTo>
                      <a:lnTo>
                        <a:pt x="120" y="110"/>
                      </a:lnTo>
                      <a:lnTo>
                        <a:pt x="118" y="110"/>
                      </a:lnTo>
                      <a:lnTo>
                        <a:pt x="118" y="112"/>
                      </a:lnTo>
                      <a:lnTo>
                        <a:pt x="118" y="114"/>
                      </a:lnTo>
                      <a:lnTo>
                        <a:pt x="117" y="114"/>
                      </a:lnTo>
                      <a:lnTo>
                        <a:pt x="117" y="112"/>
                      </a:lnTo>
                      <a:lnTo>
                        <a:pt x="115" y="110"/>
                      </a:lnTo>
                      <a:lnTo>
                        <a:pt x="113" y="110"/>
                      </a:lnTo>
                      <a:lnTo>
                        <a:pt x="113" y="112"/>
                      </a:lnTo>
                      <a:lnTo>
                        <a:pt x="113" y="110"/>
                      </a:lnTo>
                      <a:lnTo>
                        <a:pt x="113" y="112"/>
                      </a:lnTo>
                      <a:lnTo>
                        <a:pt x="113" y="110"/>
                      </a:lnTo>
                      <a:lnTo>
                        <a:pt x="115" y="110"/>
                      </a:lnTo>
                      <a:lnTo>
                        <a:pt x="115" y="112"/>
                      </a:lnTo>
                      <a:lnTo>
                        <a:pt x="117" y="112"/>
                      </a:lnTo>
                      <a:lnTo>
                        <a:pt x="117" y="114"/>
                      </a:lnTo>
                      <a:lnTo>
                        <a:pt x="115" y="114"/>
                      </a:lnTo>
                      <a:lnTo>
                        <a:pt x="115" y="115"/>
                      </a:lnTo>
                      <a:lnTo>
                        <a:pt x="115" y="114"/>
                      </a:lnTo>
                      <a:lnTo>
                        <a:pt x="115" y="115"/>
                      </a:lnTo>
                      <a:lnTo>
                        <a:pt x="117" y="115"/>
                      </a:lnTo>
                      <a:lnTo>
                        <a:pt x="117" y="114"/>
                      </a:lnTo>
                      <a:lnTo>
                        <a:pt x="117" y="115"/>
                      </a:lnTo>
                      <a:lnTo>
                        <a:pt x="115" y="115"/>
                      </a:lnTo>
                      <a:lnTo>
                        <a:pt x="117" y="115"/>
                      </a:lnTo>
                      <a:lnTo>
                        <a:pt x="115" y="115"/>
                      </a:lnTo>
                      <a:lnTo>
                        <a:pt x="115" y="117"/>
                      </a:lnTo>
                      <a:lnTo>
                        <a:pt x="117" y="117"/>
                      </a:lnTo>
                      <a:lnTo>
                        <a:pt x="115" y="117"/>
                      </a:lnTo>
                      <a:lnTo>
                        <a:pt x="115" y="119"/>
                      </a:lnTo>
                      <a:lnTo>
                        <a:pt x="113" y="119"/>
                      </a:lnTo>
                      <a:lnTo>
                        <a:pt x="113" y="121"/>
                      </a:lnTo>
                      <a:lnTo>
                        <a:pt x="111" y="121"/>
                      </a:lnTo>
                      <a:lnTo>
                        <a:pt x="113" y="121"/>
                      </a:lnTo>
                      <a:lnTo>
                        <a:pt x="111" y="121"/>
                      </a:lnTo>
                      <a:lnTo>
                        <a:pt x="111" y="123"/>
                      </a:lnTo>
                      <a:lnTo>
                        <a:pt x="111" y="125"/>
                      </a:lnTo>
                      <a:lnTo>
                        <a:pt x="109" y="125"/>
                      </a:lnTo>
                      <a:lnTo>
                        <a:pt x="107" y="125"/>
                      </a:lnTo>
                      <a:lnTo>
                        <a:pt x="107" y="123"/>
                      </a:lnTo>
                      <a:lnTo>
                        <a:pt x="107" y="125"/>
                      </a:lnTo>
                      <a:lnTo>
                        <a:pt x="107" y="126"/>
                      </a:lnTo>
                      <a:lnTo>
                        <a:pt x="106" y="126"/>
                      </a:lnTo>
                      <a:lnTo>
                        <a:pt x="104" y="126"/>
                      </a:lnTo>
                      <a:lnTo>
                        <a:pt x="104" y="128"/>
                      </a:lnTo>
                      <a:lnTo>
                        <a:pt x="102" y="128"/>
                      </a:lnTo>
                      <a:lnTo>
                        <a:pt x="102" y="130"/>
                      </a:lnTo>
                      <a:lnTo>
                        <a:pt x="102" y="128"/>
                      </a:lnTo>
                      <a:lnTo>
                        <a:pt x="100" y="128"/>
                      </a:lnTo>
                      <a:lnTo>
                        <a:pt x="102" y="126"/>
                      </a:lnTo>
                      <a:lnTo>
                        <a:pt x="102" y="125"/>
                      </a:lnTo>
                      <a:lnTo>
                        <a:pt x="102" y="123"/>
                      </a:lnTo>
                      <a:lnTo>
                        <a:pt x="104" y="121"/>
                      </a:lnTo>
                      <a:lnTo>
                        <a:pt x="102" y="123"/>
                      </a:lnTo>
                      <a:lnTo>
                        <a:pt x="102" y="125"/>
                      </a:lnTo>
                      <a:lnTo>
                        <a:pt x="102" y="126"/>
                      </a:lnTo>
                      <a:lnTo>
                        <a:pt x="100" y="126"/>
                      </a:lnTo>
                      <a:lnTo>
                        <a:pt x="100" y="125"/>
                      </a:lnTo>
                      <a:lnTo>
                        <a:pt x="102" y="125"/>
                      </a:lnTo>
                      <a:lnTo>
                        <a:pt x="100" y="125"/>
                      </a:lnTo>
                      <a:lnTo>
                        <a:pt x="100" y="126"/>
                      </a:lnTo>
                      <a:lnTo>
                        <a:pt x="100" y="128"/>
                      </a:lnTo>
                      <a:lnTo>
                        <a:pt x="98" y="128"/>
                      </a:lnTo>
                      <a:lnTo>
                        <a:pt x="98" y="126"/>
                      </a:lnTo>
                      <a:lnTo>
                        <a:pt x="100" y="126"/>
                      </a:lnTo>
                      <a:lnTo>
                        <a:pt x="100" y="125"/>
                      </a:lnTo>
                      <a:lnTo>
                        <a:pt x="100" y="123"/>
                      </a:lnTo>
                      <a:lnTo>
                        <a:pt x="102" y="123"/>
                      </a:lnTo>
                      <a:lnTo>
                        <a:pt x="100" y="123"/>
                      </a:lnTo>
                      <a:lnTo>
                        <a:pt x="100" y="125"/>
                      </a:lnTo>
                      <a:lnTo>
                        <a:pt x="98" y="125"/>
                      </a:lnTo>
                      <a:lnTo>
                        <a:pt x="98" y="126"/>
                      </a:lnTo>
                      <a:lnTo>
                        <a:pt x="98" y="128"/>
                      </a:lnTo>
                      <a:lnTo>
                        <a:pt x="96" y="128"/>
                      </a:lnTo>
                      <a:lnTo>
                        <a:pt x="96" y="126"/>
                      </a:lnTo>
                      <a:lnTo>
                        <a:pt x="95" y="126"/>
                      </a:lnTo>
                      <a:lnTo>
                        <a:pt x="96" y="128"/>
                      </a:lnTo>
                      <a:lnTo>
                        <a:pt x="95" y="128"/>
                      </a:lnTo>
                      <a:lnTo>
                        <a:pt x="95" y="126"/>
                      </a:lnTo>
                      <a:lnTo>
                        <a:pt x="96" y="126"/>
                      </a:lnTo>
                      <a:lnTo>
                        <a:pt x="95" y="126"/>
                      </a:lnTo>
                      <a:lnTo>
                        <a:pt x="93" y="126"/>
                      </a:lnTo>
                      <a:lnTo>
                        <a:pt x="91" y="126"/>
                      </a:lnTo>
                      <a:lnTo>
                        <a:pt x="93" y="126"/>
                      </a:lnTo>
                      <a:lnTo>
                        <a:pt x="91" y="126"/>
                      </a:lnTo>
                      <a:lnTo>
                        <a:pt x="93" y="126"/>
                      </a:lnTo>
                      <a:lnTo>
                        <a:pt x="91" y="125"/>
                      </a:lnTo>
                      <a:lnTo>
                        <a:pt x="91" y="126"/>
                      </a:lnTo>
                      <a:lnTo>
                        <a:pt x="89" y="126"/>
                      </a:lnTo>
                      <a:lnTo>
                        <a:pt x="89" y="125"/>
                      </a:lnTo>
                      <a:lnTo>
                        <a:pt x="91" y="125"/>
                      </a:lnTo>
                      <a:lnTo>
                        <a:pt x="89" y="125"/>
                      </a:lnTo>
                      <a:lnTo>
                        <a:pt x="89" y="126"/>
                      </a:lnTo>
                      <a:lnTo>
                        <a:pt x="89" y="125"/>
                      </a:lnTo>
                      <a:lnTo>
                        <a:pt x="89" y="126"/>
                      </a:lnTo>
                      <a:lnTo>
                        <a:pt x="89" y="125"/>
                      </a:lnTo>
                      <a:lnTo>
                        <a:pt x="87" y="125"/>
                      </a:lnTo>
                      <a:lnTo>
                        <a:pt x="87" y="123"/>
                      </a:lnTo>
                      <a:lnTo>
                        <a:pt x="89" y="123"/>
                      </a:lnTo>
                      <a:lnTo>
                        <a:pt x="87" y="123"/>
                      </a:lnTo>
                      <a:lnTo>
                        <a:pt x="87" y="125"/>
                      </a:lnTo>
                      <a:lnTo>
                        <a:pt x="87" y="123"/>
                      </a:lnTo>
                      <a:lnTo>
                        <a:pt x="87" y="125"/>
                      </a:lnTo>
                      <a:lnTo>
                        <a:pt x="89" y="125"/>
                      </a:lnTo>
                      <a:lnTo>
                        <a:pt x="87" y="126"/>
                      </a:lnTo>
                      <a:lnTo>
                        <a:pt x="89" y="126"/>
                      </a:lnTo>
                      <a:lnTo>
                        <a:pt x="87" y="126"/>
                      </a:lnTo>
                      <a:lnTo>
                        <a:pt x="89" y="126"/>
                      </a:lnTo>
                      <a:lnTo>
                        <a:pt x="89" y="128"/>
                      </a:lnTo>
                      <a:lnTo>
                        <a:pt x="87" y="128"/>
                      </a:lnTo>
                      <a:lnTo>
                        <a:pt x="89" y="128"/>
                      </a:lnTo>
                      <a:lnTo>
                        <a:pt x="87" y="128"/>
                      </a:lnTo>
                      <a:lnTo>
                        <a:pt x="86" y="128"/>
                      </a:lnTo>
                      <a:lnTo>
                        <a:pt x="87" y="128"/>
                      </a:lnTo>
                      <a:lnTo>
                        <a:pt x="87" y="126"/>
                      </a:lnTo>
                      <a:lnTo>
                        <a:pt x="87" y="128"/>
                      </a:lnTo>
                      <a:lnTo>
                        <a:pt x="87" y="126"/>
                      </a:lnTo>
                      <a:lnTo>
                        <a:pt x="86" y="126"/>
                      </a:lnTo>
                      <a:lnTo>
                        <a:pt x="87" y="126"/>
                      </a:lnTo>
                      <a:lnTo>
                        <a:pt x="86" y="126"/>
                      </a:lnTo>
                      <a:lnTo>
                        <a:pt x="84" y="126"/>
                      </a:lnTo>
                      <a:lnTo>
                        <a:pt x="84" y="128"/>
                      </a:lnTo>
                      <a:lnTo>
                        <a:pt x="82" y="128"/>
                      </a:lnTo>
                      <a:lnTo>
                        <a:pt x="80" y="128"/>
                      </a:lnTo>
                      <a:lnTo>
                        <a:pt x="80" y="130"/>
                      </a:lnTo>
                      <a:lnTo>
                        <a:pt x="82" y="128"/>
                      </a:lnTo>
                      <a:lnTo>
                        <a:pt x="84" y="128"/>
                      </a:lnTo>
                      <a:lnTo>
                        <a:pt x="84" y="130"/>
                      </a:lnTo>
                      <a:lnTo>
                        <a:pt x="84" y="128"/>
                      </a:lnTo>
                      <a:lnTo>
                        <a:pt x="84" y="130"/>
                      </a:lnTo>
                      <a:lnTo>
                        <a:pt x="84" y="128"/>
                      </a:lnTo>
                      <a:lnTo>
                        <a:pt x="84" y="130"/>
                      </a:lnTo>
                      <a:lnTo>
                        <a:pt x="86" y="130"/>
                      </a:lnTo>
                      <a:lnTo>
                        <a:pt x="84" y="130"/>
                      </a:lnTo>
                      <a:lnTo>
                        <a:pt x="82" y="130"/>
                      </a:lnTo>
                      <a:lnTo>
                        <a:pt x="82" y="132"/>
                      </a:lnTo>
                      <a:lnTo>
                        <a:pt x="82" y="130"/>
                      </a:lnTo>
                      <a:lnTo>
                        <a:pt x="82" y="132"/>
                      </a:lnTo>
                      <a:lnTo>
                        <a:pt x="84" y="132"/>
                      </a:lnTo>
                      <a:lnTo>
                        <a:pt x="82" y="132"/>
                      </a:lnTo>
                      <a:lnTo>
                        <a:pt x="82" y="134"/>
                      </a:lnTo>
                      <a:lnTo>
                        <a:pt x="82" y="136"/>
                      </a:lnTo>
                      <a:lnTo>
                        <a:pt x="82" y="134"/>
                      </a:lnTo>
                      <a:lnTo>
                        <a:pt x="84" y="134"/>
                      </a:lnTo>
                      <a:lnTo>
                        <a:pt x="82" y="134"/>
                      </a:lnTo>
                      <a:lnTo>
                        <a:pt x="84" y="134"/>
                      </a:lnTo>
                      <a:lnTo>
                        <a:pt x="82" y="134"/>
                      </a:lnTo>
                      <a:lnTo>
                        <a:pt x="84" y="134"/>
                      </a:lnTo>
                      <a:lnTo>
                        <a:pt x="84" y="136"/>
                      </a:lnTo>
                      <a:lnTo>
                        <a:pt x="82" y="136"/>
                      </a:lnTo>
                      <a:lnTo>
                        <a:pt x="82" y="137"/>
                      </a:lnTo>
                      <a:lnTo>
                        <a:pt x="84" y="137"/>
                      </a:lnTo>
                      <a:lnTo>
                        <a:pt x="82" y="137"/>
                      </a:lnTo>
                      <a:lnTo>
                        <a:pt x="84" y="137"/>
                      </a:lnTo>
                      <a:lnTo>
                        <a:pt x="82" y="137"/>
                      </a:lnTo>
                      <a:lnTo>
                        <a:pt x="82" y="139"/>
                      </a:lnTo>
                      <a:lnTo>
                        <a:pt x="80" y="139"/>
                      </a:lnTo>
                      <a:lnTo>
                        <a:pt x="82" y="137"/>
                      </a:lnTo>
                      <a:lnTo>
                        <a:pt x="80" y="137"/>
                      </a:lnTo>
                      <a:lnTo>
                        <a:pt x="78" y="137"/>
                      </a:lnTo>
                      <a:lnTo>
                        <a:pt x="78" y="136"/>
                      </a:lnTo>
                      <a:lnTo>
                        <a:pt x="78" y="137"/>
                      </a:lnTo>
                      <a:lnTo>
                        <a:pt x="80" y="137"/>
                      </a:lnTo>
                      <a:lnTo>
                        <a:pt x="80" y="136"/>
                      </a:lnTo>
                      <a:lnTo>
                        <a:pt x="78" y="136"/>
                      </a:lnTo>
                      <a:lnTo>
                        <a:pt x="80" y="136"/>
                      </a:lnTo>
                      <a:lnTo>
                        <a:pt x="80" y="137"/>
                      </a:lnTo>
                      <a:lnTo>
                        <a:pt x="80" y="136"/>
                      </a:lnTo>
                      <a:lnTo>
                        <a:pt x="80" y="137"/>
                      </a:lnTo>
                      <a:lnTo>
                        <a:pt x="80" y="136"/>
                      </a:lnTo>
                      <a:lnTo>
                        <a:pt x="80" y="137"/>
                      </a:lnTo>
                      <a:lnTo>
                        <a:pt x="82" y="137"/>
                      </a:lnTo>
                      <a:lnTo>
                        <a:pt x="82" y="136"/>
                      </a:lnTo>
                      <a:lnTo>
                        <a:pt x="82" y="137"/>
                      </a:lnTo>
                      <a:lnTo>
                        <a:pt x="82" y="136"/>
                      </a:lnTo>
                      <a:lnTo>
                        <a:pt x="80" y="136"/>
                      </a:lnTo>
                      <a:lnTo>
                        <a:pt x="82" y="136"/>
                      </a:lnTo>
                      <a:lnTo>
                        <a:pt x="80" y="136"/>
                      </a:lnTo>
                      <a:lnTo>
                        <a:pt x="82" y="136"/>
                      </a:lnTo>
                      <a:lnTo>
                        <a:pt x="80" y="136"/>
                      </a:lnTo>
                      <a:lnTo>
                        <a:pt x="80" y="134"/>
                      </a:lnTo>
                      <a:lnTo>
                        <a:pt x="80" y="136"/>
                      </a:lnTo>
                      <a:lnTo>
                        <a:pt x="80" y="134"/>
                      </a:lnTo>
                      <a:lnTo>
                        <a:pt x="80" y="136"/>
                      </a:lnTo>
                      <a:lnTo>
                        <a:pt x="80" y="134"/>
                      </a:lnTo>
                      <a:lnTo>
                        <a:pt x="80" y="136"/>
                      </a:lnTo>
                      <a:lnTo>
                        <a:pt x="78" y="136"/>
                      </a:lnTo>
                      <a:lnTo>
                        <a:pt x="78" y="134"/>
                      </a:lnTo>
                      <a:lnTo>
                        <a:pt x="78" y="136"/>
                      </a:lnTo>
                      <a:lnTo>
                        <a:pt x="78" y="134"/>
                      </a:lnTo>
                      <a:lnTo>
                        <a:pt x="80" y="134"/>
                      </a:lnTo>
                      <a:lnTo>
                        <a:pt x="78" y="134"/>
                      </a:lnTo>
                      <a:lnTo>
                        <a:pt x="80" y="134"/>
                      </a:lnTo>
                      <a:lnTo>
                        <a:pt x="80" y="132"/>
                      </a:lnTo>
                      <a:lnTo>
                        <a:pt x="78" y="132"/>
                      </a:lnTo>
                      <a:lnTo>
                        <a:pt x="80" y="132"/>
                      </a:lnTo>
                      <a:lnTo>
                        <a:pt x="78" y="132"/>
                      </a:lnTo>
                      <a:lnTo>
                        <a:pt x="78" y="134"/>
                      </a:lnTo>
                      <a:lnTo>
                        <a:pt x="76" y="134"/>
                      </a:lnTo>
                      <a:lnTo>
                        <a:pt x="76" y="132"/>
                      </a:lnTo>
                      <a:lnTo>
                        <a:pt x="75" y="132"/>
                      </a:lnTo>
                      <a:lnTo>
                        <a:pt x="75" y="134"/>
                      </a:lnTo>
                      <a:lnTo>
                        <a:pt x="73" y="134"/>
                      </a:lnTo>
                      <a:lnTo>
                        <a:pt x="75" y="134"/>
                      </a:lnTo>
                      <a:lnTo>
                        <a:pt x="73" y="134"/>
                      </a:lnTo>
                      <a:lnTo>
                        <a:pt x="71" y="134"/>
                      </a:lnTo>
                      <a:lnTo>
                        <a:pt x="69" y="134"/>
                      </a:lnTo>
                      <a:lnTo>
                        <a:pt x="69" y="132"/>
                      </a:lnTo>
                      <a:lnTo>
                        <a:pt x="67" y="132"/>
                      </a:lnTo>
                      <a:lnTo>
                        <a:pt x="69" y="132"/>
                      </a:lnTo>
                      <a:lnTo>
                        <a:pt x="69" y="130"/>
                      </a:lnTo>
                      <a:lnTo>
                        <a:pt x="69" y="128"/>
                      </a:lnTo>
                      <a:lnTo>
                        <a:pt x="69" y="126"/>
                      </a:lnTo>
                      <a:lnTo>
                        <a:pt x="69" y="128"/>
                      </a:lnTo>
                      <a:lnTo>
                        <a:pt x="69" y="126"/>
                      </a:lnTo>
                      <a:lnTo>
                        <a:pt x="67" y="126"/>
                      </a:lnTo>
                      <a:lnTo>
                        <a:pt x="69" y="126"/>
                      </a:lnTo>
                      <a:lnTo>
                        <a:pt x="69" y="128"/>
                      </a:lnTo>
                      <a:lnTo>
                        <a:pt x="67" y="128"/>
                      </a:lnTo>
                      <a:lnTo>
                        <a:pt x="67" y="130"/>
                      </a:lnTo>
                      <a:lnTo>
                        <a:pt x="67" y="128"/>
                      </a:lnTo>
                      <a:lnTo>
                        <a:pt x="65" y="130"/>
                      </a:lnTo>
                      <a:lnTo>
                        <a:pt x="65" y="128"/>
                      </a:lnTo>
                      <a:lnTo>
                        <a:pt x="65" y="130"/>
                      </a:lnTo>
                      <a:lnTo>
                        <a:pt x="67" y="130"/>
                      </a:lnTo>
                      <a:lnTo>
                        <a:pt x="67" y="128"/>
                      </a:lnTo>
                      <a:lnTo>
                        <a:pt x="67" y="130"/>
                      </a:lnTo>
                      <a:lnTo>
                        <a:pt x="67" y="132"/>
                      </a:lnTo>
                      <a:lnTo>
                        <a:pt x="67" y="130"/>
                      </a:lnTo>
                      <a:lnTo>
                        <a:pt x="67" y="132"/>
                      </a:lnTo>
                      <a:lnTo>
                        <a:pt x="67" y="130"/>
                      </a:lnTo>
                      <a:lnTo>
                        <a:pt x="67" y="132"/>
                      </a:lnTo>
                      <a:lnTo>
                        <a:pt x="67" y="130"/>
                      </a:lnTo>
                      <a:lnTo>
                        <a:pt x="67" y="132"/>
                      </a:lnTo>
                      <a:lnTo>
                        <a:pt x="65" y="132"/>
                      </a:lnTo>
                      <a:lnTo>
                        <a:pt x="65" y="130"/>
                      </a:lnTo>
                      <a:lnTo>
                        <a:pt x="65" y="132"/>
                      </a:lnTo>
                      <a:lnTo>
                        <a:pt x="65" y="130"/>
                      </a:lnTo>
                      <a:lnTo>
                        <a:pt x="65" y="132"/>
                      </a:lnTo>
                      <a:lnTo>
                        <a:pt x="65" y="130"/>
                      </a:lnTo>
                      <a:lnTo>
                        <a:pt x="65" y="132"/>
                      </a:lnTo>
                      <a:lnTo>
                        <a:pt x="65" y="130"/>
                      </a:lnTo>
                      <a:lnTo>
                        <a:pt x="64" y="130"/>
                      </a:lnTo>
                      <a:lnTo>
                        <a:pt x="64" y="132"/>
                      </a:lnTo>
                      <a:lnTo>
                        <a:pt x="62" y="132"/>
                      </a:lnTo>
                      <a:lnTo>
                        <a:pt x="60" y="132"/>
                      </a:lnTo>
                      <a:lnTo>
                        <a:pt x="62" y="132"/>
                      </a:lnTo>
                      <a:lnTo>
                        <a:pt x="60" y="132"/>
                      </a:lnTo>
                      <a:lnTo>
                        <a:pt x="58" y="132"/>
                      </a:lnTo>
                      <a:lnTo>
                        <a:pt x="60" y="132"/>
                      </a:lnTo>
                      <a:lnTo>
                        <a:pt x="60" y="130"/>
                      </a:lnTo>
                      <a:lnTo>
                        <a:pt x="58" y="130"/>
                      </a:lnTo>
                      <a:lnTo>
                        <a:pt x="58" y="128"/>
                      </a:lnTo>
                      <a:lnTo>
                        <a:pt x="56" y="128"/>
                      </a:lnTo>
                      <a:lnTo>
                        <a:pt x="56" y="126"/>
                      </a:lnTo>
                      <a:lnTo>
                        <a:pt x="56" y="125"/>
                      </a:lnTo>
                      <a:lnTo>
                        <a:pt x="54" y="125"/>
                      </a:lnTo>
                      <a:lnTo>
                        <a:pt x="56" y="126"/>
                      </a:lnTo>
                      <a:lnTo>
                        <a:pt x="56" y="128"/>
                      </a:lnTo>
                      <a:lnTo>
                        <a:pt x="58" y="128"/>
                      </a:lnTo>
                      <a:lnTo>
                        <a:pt x="58" y="130"/>
                      </a:lnTo>
                      <a:lnTo>
                        <a:pt x="60" y="130"/>
                      </a:lnTo>
                      <a:lnTo>
                        <a:pt x="58" y="130"/>
                      </a:lnTo>
                      <a:lnTo>
                        <a:pt x="58" y="132"/>
                      </a:lnTo>
                      <a:lnTo>
                        <a:pt x="56" y="130"/>
                      </a:lnTo>
                      <a:lnTo>
                        <a:pt x="56" y="132"/>
                      </a:lnTo>
                      <a:lnTo>
                        <a:pt x="58" y="132"/>
                      </a:lnTo>
                      <a:lnTo>
                        <a:pt x="56" y="132"/>
                      </a:lnTo>
                      <a:lnTo>
                        <a:pt x="58" y="132"/>
                      </a:lnTo>
                      <a:lnTo>
                        <a:pt x="56" y="132"/>
                      </a:lnTo>
                      <a:lnTo>
                        <a:pt x="56" y="134"/>
                      </a:lnTo>
                      <a:lnTo>
                        <a:pt x="54" y="134"/>
                      </a:lnTo>
                      <a:lnTo>
                        <a:pt x="53" y="134"/>
                      </a:lnTo>
                      <a:lnTo>
                        <a:pt x="54" y="134"/>
                      </a:lnTo>
                      <a:lnTo>
                        <a:pt x="53" y="134"/>
                      </a:lnTo>
                      <a:lnTo>
                        <a:pt x="53" y="132"/>
                      </a:lnTo>
                      <a:lnTo>
                        <a:pt x="53" y="134"/>
                      </a:lnTo>
                      <a:lnTo>
                        <a:pt x="53" y="136"/>
                      </a:lnTo>
                      <a:lnTo>
                        <a:pt x="54" y="136"/>
                      </a:lnTo>
                      <a:lnTo>
                        <a:pt x="54" y="137"/>
                      </a:lnTo>
                      <a:lnTo>
                        <a:pt x="54" y="136"/>
                      </a:lnTo>
                      <a:lnTo>
                        <a:pt x="56" y="136"/>
                      </a:lnTo>
                      <a:lnTo>
                        <a:pt x="58" y="136"/>
                      </a:lnTo>
                      <a:lnTo>
                        <a:pt x="56" y="136"/>
                      </a:lnTo>
                      <a:lnTo>
                        <a:pt x="58" y="136"/>
                      </a:lnTo>
                      <a:lnTo>
                        <a:pt x="60" y="136"/>
                      </a:lnTo>
                      <a:lnTo>
                        <a:pt x="58" y="136"/>
                      </a:lnTo>
                      <a:lnTo>
                        <a:pt x="60" y="136"/>
                      </a:lnTo>
                      <a:lnTo>
                        <a:pt x="58" y="136"/>
                      </a:lnTo>
                      <a:lnTo>
                        <a:pt x="58" y="137"/>
                      </a:lnTo>
                      <a:lnTo>
                        <a:pt x="58" y="139"/>
                      </a:lnTo>
                      <a:lnTo>
                        <a:pt x="58" y="141"/>
                      </a:lnTo>
                      <a:lnTo>
                        <a:pt x="56" y="141"/>
                      </a:lnTo>
                      <a:lnTo>
                        <a:pt x="56" y="139"/>
                      </a:lnTo>
                      <a:lnTo>
                        <a:pt x="54" y="139"/>
                      </a:lnTo>
                      <a:lnTo>
                        <a:pt x="54" y="141"/>
                      </a:lnTo>
                      <a:lnTo>
                        <a:pt x="53" y="141"/>
                      </a:lnTo>
                      <a:lnTo>
                        <a:pt x="54" y="141"/>
                      </a:lnTo>
                      <a:lnTo>
                        <a:pt x="53" y="141"/>
                      </a:lnTo>
                      <a:lnTo>
                        <a:pt x="54" y="141"/>
                      </a:lnTo>
                      <a:lnTo>
                        <a:pt x="54" y="143"/>
                      </a:lnTo>
                      <a:lnTo>
                        <a:pt x="54" y="141"/>
                      </a:lnTo>
                      <a:lnTo>
                        <a:pt x="53" y="141"/>
                      </a:lnTo>
                      <a:lnTo>
                        <a:pt x="53" y="143"/>
                      </a:lnTo>
                      <a:lnTo>
                        <a:pt x="54" y="143"/>
                      </a:lnTo>
                      <a:lnTo>
                        <a:pt x="54" y="145"/>
                      </a:lnTo>
                      <a:lnTo>
                        <a:pt x="54" y="143"/>
                      </a:lnTo>
                      <a:lnTo>
                        <a:pt x="53" y="143"/>
                      </a:lnTo>
                      <a:lnTo>
                        <a:pt x="54" y="143"/>
                      </a:lnTo>
                      <a:lnTo>
                        <a:pt x="53" y="143"/>
                      </a:lnTo>
                      <a:lnTo>
                        <a:pt x="51" y="143"/>
                      </a:lnTo>
                      <a:lnTo>
                        <a:pt x="51" y="141"/>
                      </a:lnTo>
                      <a:lnTo>
                        <a:pt x="53" y="141"/>
                      </a:lnTo>
                      <a:lnTo>
                        <a:pt x="51" y="141"/>
                      </a:lnTo>
                      <a:lnTo>
                        <a:pt x="51" y="139"/>
                      </a:lnTo>
                      <a:lnTo>
                        <a:pt x="51" y="141"/>
                      </a:lnTo>
                      <a:lnTo>
                        <a:pt x="53" y="139"/>
                      </a:lnTo>
                      <a:lnTo>
                        <a:pt x="51" y="139"/>
                      </a:lnTo>
                      <a:lnTo>
                        <a:pt x="53" y="139"/>
                      </a:lnTo>
                      <a:lnTo>
                        <a:pt x="51" y="139"/>
                      </a:lnTo>
                      <a:lnTo>
                        <a:pt x="51" y="137"/>
                      </a:lnTo>
                      <a:lnTo>
                        <a:pt x="51" y="136"/>
                      </a:lnTo>
                      <a:lnTo>
                        <a:pt x="49" y="136"/>
                      </a:lnTo>
                      <a:lnTo>
                        <a:pt x="47" y="136"/>
                      </a:lnTo>
                      <a:lnTo>
                        <a:pt x="45" y="137"/>
                      </a:lnTo>
                      <a:lnTo>
                        <a:pt x="45" y="136"/>
                      </a:lnTo>
                      <a:lnTo>
                        <a:pt x="45" y="137"/>
                      </a:lnTo>
                      <a:lnTo>
                        <a:pt x="45" y="136"/>
                      </a:lnTo>
                      <a:lnTo>
                        <a:pt x="44" y="136"/>
                      </a:lnTo>
                      <a:lnTo>
                        <a:pt x="44" y="137"/>
                      </a:lnTo>
                      <a:lnTo>
                        <a:pt x="45" y="137"/>
                      </a:lnTo>
                      <a:lnTo>
                        <a:pt x="47" y="137"/>
                      </a:lnTo>
                      <a:lnTo>
                        <a:pt x="45" y="137"/>
                      </a:lnTo>
                      <a:lnTo>
                        <a:pt x="45" y="139"/>
                      </a:lnTo>
                      <a:lnTo>
                        <a:pt x="44" y="139"/>
                      </a:lnTo>
                      <a:lnTo>
                        <a:pt x="45" y="139"/>
                      </a:lnTo>
                      <a:lnTo>
                        <a:pt x="45" y="141"/>
                      </a:lnTo>
                      <a:lnTo>
                        <a:pt x="47" y="141"/>
                      </a:lnTo>
                      <a:lnTo>
                        <a:pt x="47" y="143"/>
                      </a:lnTo>
                      <a:lnTo>
                        <a:pt x="49" y="143"/>
                      </a:lnTo>
                      <a:lnTo>
                        <a:pt x="47" y="143"/>
                      </a:lnTo>
                      <a:lnTo>
                        <a:pt x="49" y="143"/>
                      </a:lnTo>
                      <a:lnTo>
                        <a:pt x="47" y="143"/>
                      </a:lnTo>
                      <a:lnTo>
                        <a:pt x="49" y="143"/>
                      </a:lnTo>
                      <a:lnTo>
                        <a:pt x="49" y="145"/>
                      </a:lnTo>
                      <a:lnTo>
                        <a:pt x="49" y="147"/>
                      </a:lnTo>
                      <a:lnTo>
                        <a:pt x="49" y="145"/>
                      </a:lnTo>
                      <a:lnTo>
                        <a:pt x="49" y="147"/>
                      </a:lnTo>
                      <a:lnTo>
                        <a:pt x="47" y="145"/>
                      </a:lnTo>
                      <a:lnTo>
                        <a:pt x="47" y="147"/>
                      </a:lnTo>
                      <a:lnTo>
                        <a:pt x="47" y="145"/>
                      </a:lnTo>
                      <a:lnTo>
                        <a:pt x="45" y="145"/>
                      </a:lnTo>
                      <a:lnTo>
                        <a:pt x="44" y="145"/>
                      </a:lnTo>
                      <a:lnTo>
                        <a:pt x="44" y="147"/>
                      </a:lnTo>
                      <a:lnTo>
                        <a:pt x="45" y="145"/>
                      </a:lnTo>
                      <a:lnTo>
                        <a:pt x="45" y="147"/>
                      </a:lnTo>
                      <a:lnTo>
                        <a:pt x="45" y="145"/>
                      </a:lnTo>
                      <a:lnTo>
                        <a:pt x="45" y="147"/>
                      </a:lnTo>
                      <a:lnTo>
                        <a:pt x="44" y="147"/>
                      </a:lnTo>
                      <a:lnTo>
                        <a:pt x="45" y="147"/>
                      </a:lnTo>
                      <a:lnTo>
                        <a:pt x="47" y="147"/>
                      </a:lnTo>
                      <a:lnTo>
                        <a:pt x="45" y="147"/>
                      </a:lnTo>
                      <a:lnTo>
                        <a:pt x="47" y="147"/>
                      </a:lnTo>
                      <a:lnTo>
                        <a:pt x="47" y="148"/>
                      </a:lnTo>
                      <a:lnTo>
                        <a:pt x="45" y="148"/>
                      </a:lnTo>
                      <a:lnTo>
                        <a:pt x="44" y="148"/>
                      </a:lnTo>
                      <a:lnTo>
                        <a:pt x="44" y="150"/>
                      </a:lnTo>
                      <a:lnTo>
                        <a:pt x="44" y="148"/>
                      </a:lnTo>
                      <a:lnTo>
                        <a:pt x="44" y="150"/>
                      </a:lnTo>
                      <a:lnTo>
                        <a:pt x="42" y="150"/>
                      </a:lnTo>
                      <a:lnTo>
                        <a:pt x="44" y="150"/>
                      </a:lnTo>
                      <a:lnTo>
                        <a:pt x="42" y="150"/>
                      </a:lnTo>
                      <a:lnTo>
                        <a:pt x="44" y="150"/>
                      </a:lnTo>
                      <a:lnTo>
                        <a:pt x="42" y="150"/>
                      </a:lnTo>
                      <a:lnTo>
                        <a:pt x="42" y="148"/>
                      </a:lnTo>
                      <a:lnTo>
                        <a:pt x="40" y="148"/>
                      </a:lnTo>
                      <a:lnTo>
                        <a:pt x="40" y="147"/>
                      </a:lnTo>
                      <a:lnTo>
                        <a:pt x="38" y="147"/>
                      </a:lnTo>
                      <a:lnTo>
                        <a:pt x="40" y="147"/>
                      </a:lnTo>
                      <a:lnTo>
                        <a:pt x="38" y="147"/>
                      </a:lnTo>
                      <a:lnTo>
                        <a:pt x="38" y="148"/>
                      </a:lnTo>
                      <a:lnTo>
                        <a:pt x="38" y="147"/>
                      </a:lnTo>
                      <a:lnTo>
                        <a:pt x="38" y="148"/>
                      </a:lnTo>
                      <a:lnTo>
                        <a:pt x="36" y="148"/>
                      </a:lnTo>
                      <a:lnTo>
                        <a:pt x="36" y="147"/>
                      </a:lnTo>
                      <a:lnTo>
                        <a:pt x="34" y="147"/>
                      </a:lnTo>
                      <a:lnTo>
                        <a:pt x="36" y="147"/>
                      </a:lnTo>
                      <a:lnTo>
                        <a:pt x="34" y="147"/>
                      </a:lnTo>
                      <a:lnTo>
                        <a:pt x="36" y="147"/>
                      </a:lnTo>
                      <a:lnTo>
                        <a:pt x="36" y="145"/>
                      </a:lnTo>
                      <a:lnTo>
                        <a:pt x="38" y="145"/>
                      </a:lnTo>
                      <a:lnTo>
                        <a:pt x="38" y="143"/>
                      </a:lnTo>
                      <a:lnTo>
                        <a:pt x="40" y="143"/>
                      </a:lnTo>
                      <a:lnTo>
                        <a:pt x="40" y="141"/>
                      </a:lnTo>
                      <a:lnTo>
                        <a:pt x="42" y="141"/>
                      </a:lnTo>
                      <a:lnTo>
                        <a:pt x="42" y="143"/>
                      </a:lnTo>
                      <a:lnTo>
                        <a:pt x="44" y="143"/>
                      </a:lnTo>
                      <a:lnTo>
                        <a:pt x="42" y="141"/>
                      </a:lnTo>
                      <a:lnTo>
                        <a:pt x="44" y="141"/>
                      </a:lnTo>
                      <a:lnTo>
                        <a:pt x="44" y="139"/>
                      </a:lnTo>
                      <a:lnTo>
                        <a:pt x="42" y="139"/>
                      </a:lnTo>
                      <a:lnTo>
                        <a:pt x="42" y="141"/>
                      </a:lnTo>
                      <a:lnTo>
                        <a:pt x="42" y="139"/>
                      </a:lnTo>
                      <a:lnTo>
                        <a:pt x="40" y="139"/>
                      </a:lnTo>
                      <a:lnTo>
                        <a:pt x="38" y="139"/>
                      </a:lnTo>
                      <a:lnTo>
                        <a:pt x="38" y="141"/>
                      </a:lnTo>
                      <a:lnTo>
                        <a:pt x="36" y="141"/>
                      </a:lnTo>
                      <a:lnTo>
                        <a:pt x="34" y="141"/>
                      </a:lnTo>
                      <a:lnTo>
                        <a:pt x="34" y="143"/>
                      </a:lnTo>
                      <a:lnTo>
                        <a:pt x="33" y="143"/>
                      </a:lnTo>
                      <a:lnTo>
                        <a:pt x="34" y="143"/>
                      </a:lnTo>
                      <a:lnTo>
                        <a:pt x="33" y="143"/>
                      </a:lnTo>
                      <a:lnTo>
                        <a:pt x="33" y="145"/>
                      </a:lnTo>
                      <a:lnTo>
                        <a:pt x="31" y="145"/>
                      </a:lnTo>
                      <a:lnTo>
                        <a:pt x="29" y="143"/>
                      </a:lnTo>
                      <a:lnTo>
                        <a:pt x="31" y="145"/>
                      </a:lnTo>
                      <a:lnTo>
                        <a:pt x="31" y="147"/>
                      </a:lnTo>
                      <a:lnTo>
                        <a:pt x="29" y="147"/>
                      </a:lnTo>
                      <a:lnTo>
                        <a:pt x="31" y="147"/>
                      </a:lnTo>
                      <a:lnTo>
                        <a:pt x="31" y="148"/>
                      </a:lnTo>
                      <a:lnTo>
                        <a:pt x="31" y="150"/>
                      </a:lnTo>
                      <a:lnTo>
                        <a:pt x="31" y="148"/>
                      </a:lnTo>
                      <a:lnTo>
                        <a:pt x="31" y="150"/>
                      </a:lnTo>
                      <a:lnTo>
                        <a:pt x="29" y="150"/>
                      </a:lnTo>
                      <a:lnTo>
                        <a:pt x="29" y="148"/>
                      </a:lnTo>
                      <a:lnTo>
                        <a:pt x="29" y="150"/>
                      </a:lnTo>
                      <a:lnTo>
                        <a:pt x="27" y="150"/>
                      </a:lnTo>
                      <a:lnTo>
                        <a:pt x="27" y="152"/>
                      </a:lnTo>
                      <a:lnTo>
                        <a:pt x="27" y="150"/>
                      </a:lnTo>
                      <a:lnTo>
                        <a:pt x="25" y="150"/>
                      </a:lnTo>
                      <a:lnTo>
                        <a:pt x="23" y="150"/>
                      </a:lnTo>
                      <a:lnTo>
                        <a:pt x="23" y="148"/>
                      </a:lnTo>
                      <a:lnTo>
                        <a:pt x="23" y="147"/>
                      </a:lnTo>
                      <a:lnTo>
                        <a:pt x="23" y="145"/>
                      </a:lnTo>
                      <a:lnTo>
                        <a:pt x="23" y="143"/>
                      </a:lnTo>
                      <a:lnTo>
                        <a:pt x="23" y="145"/>
                      </a:lnTo>
                      <a:lnTo>
                        <a:pt x="23" y="147"/>
                      </a:lnTo>
                      <a:lnTo>
                        <a:pt x="23" y="148"/>
                      </a:lnTo>
                      <a:lnTo>
                        <a:pt x="23" y="147"/>
                      </a:lnTo>
                      <a:lnTo>
                        <a:pt x="23" y="148"/>
                      </a:lnTo>
                      <a:lnTo>
                        <a:pt x="22" y="148"/>
                      </a:lnTo>
                      <a:lnTo>
                        <a:pt x="22" y="150"/>
                      </a:lnTo>
                      <a:lnTo>
                        <a:pt x="20" y="150"/>
                      </a:lnTo>
                      <a:lnTo>
                        <a:pt x="20" y="152"/>
                      </a:lnTo>
                      <a:lnTo>
                        <a:pt x="20" y="150"/>
                      </a:lnTo>
                      <a:lnTo>
                        <a:pt x="20" y="152"/>
                      </a:lnTo>
                      <a:lnTo>
                        <a:pt x="18" y="152"/>
                      </a:lnTo>
                      <a:lnTo>
                        <a:pt x="18" y="154"/>
                      </a:lnTo>
                      <a:lnTo>
                        <a:pt x="16" y="154"/>
                      </a:lnTo>
                      <a:lnTo>
                        <a:pt x="18" y="154"/>
                      </a:lnTo>
                      <a:lnTo>
                        <a:pt x="16" y="154"/>
                      </a:lnTo>
                      <a:lnTo>
                        <a:pt x="16" y="156"/>
                      </a:lnTo>
                      <a:lnTo>
                        <a:pt x="18" y="156"/>
                      </a:lnTo>
                      <a:lnTo>
                        <a:pt x="16" y="156"/>
                      </a:lnTo>
                      <a:lnTo>
                        <a:pt x="16" y="154"/>
                      </a:lnTo>
                      <a:lnTo>
                        <a:pt x="16" y="156"/>
                      </a:lnTo>
                      <a:lnTo>
                        <a:pt x="14" y="156"/>
                      </a:lnTo>
                      <a:lnTo>
                        <a:pt x="14" y="154"/>
                      </a:lnTo>
                      <a:lnTo>
                        <a:pt x="13" y="154"/>
                      </a:lnTo>
                      <a:lnTo>
                        <a:pt x="13" y="152"/>
                      </a:lnTo>
                      <a:lnTo>
                        <a:pt x="14" y="152"/>
                      </a:lnTo>
                      <a:lnTo>
                        <a:pt x="14" y="150"/>
                      </a:lnTo>
                      <a:lnTo>
                        <a:pt x="13" y="150"/>
                      </a:lnTo>
                      <a:lnTo>
                        <a:pt x="13" y="148"/>
                      </a:lnTo>
                      <a:lnTo>
                        <a:pt x="11" y="148"/>
                      </a:lnTo>
                      <a:lnTo>
                        <a:pt x="11" y="147"/>
                      </a:lnTo>
                      <a:lnTo>
                        <a:pt x="13" y="147"/>
                      </a:lnTo>
                      <a:lnTo>
                        <a:pt x="11" y="147"/>
                      </a:lnTo>
                      <a:lnTo>
                        <a:pt x="9" y="147"/>
                      </a:lnTo>
                      <a:lnTo>
                        <a:pt x="7" y="147"/>
                      </a:lnTo>
                      <a:lnTo>
                        <a:pt x="7" y="145"/>
                      </a:lnTo>
                      <a:lnTo>
                        <a:pt x="5" y="145"/>
                      </a:lnTo>
                      <a:lnTo>
                        <a:pt x="5" y="143"/>
                      </a:lnTo>
                      <a:lnTo>
                        <a:pt x="5" y="141"/>
                      </a:lnTo>
                      <a:lnTo>
                        <a:pt x="5" y="139"/>
                      </a:lnTo>
                      <a:lnTo>
                        <a:pt x="7" y="139"/>
                      </a:lnTo>
                      <a:lnTo>
                        <a:pt x="7" y="141"/>
                      </a:lnTo>
                      <a:lnTo>
                        <a:pt x="9" y="141"/>
                      </a:lnTo>
                      <a:lnTo>
                        <a:pt x="7" y="141"/>
                      </a:lnTo>
                      <a:lnTo>
                        <a:pt x="7" y="143"/>
                      </a:lnTo>
                      <a:lnTo>
                        <a:pt x="9" y="143"/>
                      </a:lnTo>
                      <a:lnTo>
                        <a:pt x="9" y="145"/>
                      </a:lnTo>
                      <a:lnTo>
                        <a:pt x="11" y="145"/>
                      </a:lnTo>
                      <a:lnTo>
                        <a:pt x="13" y="145"/>
                      </a:lnTo>
                      <a:lnTo>
                        <a:pt x="11" y="145"/>
                      </a:lnTo>
                      <a:lnTo>
                        <a:pt x="13" y="145"/>
                      </a:lnTo>
                      <a:lnTo>
                        <a:pt x="11" y="145"/>
                      </a:lnTo>
                      <a:lnTo>
                        <a:pt x="13" y="145"/>
                      </a:lnTo>
                      <a:lnTo>
                        <a:pt x="11" y="145"/>
                      </a:lnTo>
                      <a:lnTo>
                        <a:pt x="11" y="143"/>
                      </a:lnTo>
                      <a:lnTo>
                        <a:pt x="13" y="143"/>
                      </a:lnTo>
                      <a:lnTo>
                        <a:pt x="11" y="143"/>
                      </a:lnTo>
                      <a:lnTo>
                        <a:pt x="11" y="145"/>
                      </a:lnTo>
                      <a:lnTo>
                        <a:pt x="11" y="143"/>
                      </a:lnTo>
                      <a:lnTo>
                        <a:pt x="9" y="143"/>
                      </a:lnTo>
                      <a:lnTo>
                        <a:pt x="9" y="141"/>
                      </a:lnTo>
                      <a:lnTo>
                        <a:pt x="9" y="143"/>
                      </a:lnTo>
                      <a:lnTo>
                        <a:pt x="9" y="141"/>
                      </a:lnTo>
                      <a:lnTo>
                        <a:pt x="9" y="143"/>
                      </a:lnTo>
                      <a:lnTo>
                        <a:pt x="9" y="141"/>
                      </a:lnTo>
                      <a:lnTo>
                        <a:pt x="11" y="141"/>
                      </a:lnTo>
                      <a:lnTo>
                        <a:pt x="9" y="141"/>
                      </a:lnTo>
                      <a:lnTo>
                        <a:pt x="11" y="141"/>
                      </a:lnTo>
                      <a:lnTo>
                        <a:pt x="13" y="141"/>
                      </a:lnTo>
                      <a:lnTo>
                        <a:pt x="11" y="141"/>
                      </a:lnTo>
                      <a:lnTo>
                        <a:pt x="11" y="143"/>
                      </a:lnTo>
                      <a:lnTo>
                        <a:pt x="13" y="143"/>
                      </a:lnTo>
                      <a:lnTo>
                        <a:pt x="11" y="143"/>
                      </a:lnTo>
                      <a:lnTo>
                        <a:pt x="13" y="143"/>
                      </a:lnTo>
                      <a:lnTo>
                        <a:pt x="14" y="143"/>
                      </a:lnTo>
                      <a:lnTo>
                        <a:pt x="14" y="145"/>
                      </a:lnTo>
                      <a:lnTo>
                        <a:pt x="14" y="143"/>
                      </a:lnTo>
                      <a:lnTo>
                        <a:pt x="16" y="143"/>
                      </a:lnTo>
                      <a:lnTo>
                        <a:pt x="18" y="143"/>
                      </a:lnTo>
                      <a:lnTo>
                        <a:pt x="18" y="145"/>
                      </a:lnTo>
                      <a:lnTo>
                        <a:pt x="18" y="143"/>
                      </a:lnTo>
                      <a:lnTo>
                        <a:pt x="16" y="143"/>
                      </a:lnTo>
                      <a:lnTo>
                        <a:pt x="16" y="141"/>
                      </a:lnTo>
                      <a:lnTo>
                        <a:pt x="14" y="141"/>
                      </a:lnTo>
                      <a:lnTo>
                        <a:pt x="14" y="139"/>
                      </a:lnTo>
                      <a:lnTo>
                        <a:pt x="13" y="139"/>
                      </a:lnTo>
                      <a:lnTo>
                        <a:pt x="13" y="141"/>
                      </a:lnTo>
                      <a:lnTo>
                        <a:pt x="11" y="139"/>
                      </a:lnTo>
                      <a:lnTo>
                        <a:pt x="13" y="139"/>
                      </a:lnTo>
                      <a:lnTo>
                        <a:pt x="11" y="139"/>
                      </a:lnTo>
                      <a:lnTo>
                        <a:pt x="9" y="139"/>
                      </a:lnTo>
                      <a:lnTo>
                        <a:pt x="11" y="139"/>
                      </a:lnTo>
                      <a:lnTo>
                        <a:pt x="11" y="137"/>
                      </a:lnTo>
                      <a:lnTo>
                        <a:pt x="13" y="137"/>
                      </a:lnTo>
                      <a:lnTo>
                        <a:pt x="13" y="139"/>
                      </a:lnTo>
                      <a:lnTo>
                        <a:pt x="14" y="139"/>
                      </a:lnTo>
                      <a:lnTo>
                        <a:pt x="14" y="137"/>
                      </a:lnTo>
                      <a:lnTo>
                        <a:pt x="16" y="137"/>
                      </a:lnTo>
                      <a:lnTo>
                        <a:pt x="14" y="137"/>
                      </a:lnTo>
                      <a:lnTo>
                        <a:pt x="14" y="136"/>
                      </a:lnTo>
                      <a:lnTo>
                        <a:pt x="16" y="136"/>
                      </a:lnTo>
                      <a:lnTo>
                        <a:pt x="14" y="136"/>
                      </a:lnTo>
                      <a:lnTo>
                        <a:pt x="14" y="134"/>
                      </a:lnTo>
                      <a:lnTo>
                        <a:pt x="14" y="132"/>
                      </a:lnTo>
                      <a:lnTo>
                        <a:pt x="16" y="130"/>
                      </a:lnTo>
                      <a:lnTo>
                        <a:pt x="16" y="132"/>
                      </a:lnTo>
                      <a:lnTo>
                        <a:pt x="16" y="130"/>
                      </a:lnTo>
                      <a:lnTo>
                        <a:pt x="16" y="132"/>
                      </a:lnTo>
                      <a:lnTo>
                        <a:pt x="16" y="130"/>
                      </a:lnTo>
                      <a:lnTo>
                        <a:pt x="14" y="130"/>
                      </a:lnTo>
                      <a:lnTo>
                        <a:pt x="14" y="132"/>
                      </a:lnTo>
                      <a:lnTo>
                        <a:pt x="14" y="134"/>
                      </a:lnTo>
                      <a:lnTo>
                        <a:pt x="14" y="136"/>
                      </a:lnTo>
                      <a:lnTo>
                        <a:pt x="14" y="137"/>
                      </a:lnTo>
                      <a:lnTo>
                        <a:pt x="14" y="139"/>
                      </a:lnTo>
                      <a:lnTo>
                        <a:pt x="13" y="139"/>
                      </a:lnTo>
                      <a:lnTo>
                        <a:pt x="13" y="137"/>
                      </a:lnTo>
                      <a:lnTo>
                        <a:pt x="11" y="137"/>
                      </a:lnTo>
                      <a:lnTo>
                        <a:pt x="9" y="137"/>
                      </a:lnTo>
                      <a:lnTo>
                        <a:pt x="9" y="139"/>
                      </a:lnTo>
                      <a:lnTo>
                        <a:pt x="9" y="137"/>
                      </a:lnTo>
                      <a:lnTo>
                        <a:pt x="9" y="136"/>
                      </a:lnTo>
                      <a:lnTo>
                        <a:pt x="11" y="136"/>
                      </a:lnTo>
                      <a:lnTo>
                        <a:pt x="9" y="136"/>
                      </a:lnTo>
                      <a:lnTo>
                        <a:pt x="11" y="136"/>
                      </a:lnTo>
                      <a:lnTo>
                        <a:pt x="9" y="136"/>
                      </a:lnTo>
                      <a:lnTo>
                        <a:pt x="9" y="134"/>
                      </a:lnTo>
                      <a:lnTo>
                        <a:pt x="11" y="134"/>
                      </a:lnTo>
                      <a:lnTo>
                        <a:pt x="9" y="134"/>
                      </a:lnTo>
                      <a:lnTo>
                        <a:pt x="9" y="136"/>
                      </a:lnTo>
                      <a:lnTo>
                        <a:pt x="9" y="134"/>
                      </a:lnTo>
                      <a:lnTo>
                        <a:pt x="11" y="134"/>
                      </a:lnTo>
                      <a:lnTo>
                        <a:pt x="9" y="134"/>
                      </a:lnTo>
                      <a:lnTo>
                        <a:pt x="9" y="132"/>
                      </a:lnTo>
                      <a:lnTo>
                        <a:pt x="9" y="130"/>
                      </a:lnTo>
                      <a:lnTo>
                        <a:pt x="9" y="132"/>
                      </a:lnTo>
                      <a:lnTo>
                        <a:pt x="9" y="134"/>
                      </a:lnTo>
                      <a:lnTo>
                        <a:pt x="7" y="134"/>
                      </a:lnTo>
                      <a:lnTo>
                        <a:pt x="7" y="132"/>
                      </a:lnTo>
                      <a:lnTo>
                        <a:pt x="5" y="132"/>
                      </a:lnTo>
                      <a:lnTo>
                        <a:pt x="7" y="132"/>
                      </a:lnTo>
                      <a:lnTo>
                        <a:pt x="7" y="130"/>
                      </a:lnTo>
                      <a:lnTo>
                        <a:pt x="7" y="132"/>
                      </a:lnTo>
                      <a:lnTo>
                        <a:pt x="7" y="130"/>
                      </a:lnTo>
                      <a:lnTo>
                        <a:pt x="7" y="132"/>
                      </a:lnTo>
                      <a:lnTo>
                        <a:pt x="9" y="132"/>
                      </a:lnTo>
                      <a:lnTo>
                        <a:pt x="9" y="130"/>
                      </a:lnTo>
                      <a:lnTo>
                        <a:pt x="7" y="130"/>
                      </a:lnTo>
                      <a:lnTo>
                        <a:pt x="9" y="130"/>
                      </a:lnTo>
                      <a:lnTo>
                        <a:pt x="9" y="128"/>
                      </a:lnTo>
                      <a:lnTo>
                        <a:pt x="7" y="128"/>
                      </a:lnTo>
                      <a:lnTo>
                        <a:pt x="9" y="128"/>
                      </a:lnTo>
                      <a:lnTo>
                        <a:pt x="7" y="128"/>
                      </a:lnTo>
                      <a:lnTo>
                        <a:pt x="7" y="126"/>
                      </a:lnTo>
                      <a:lnTo>
                        <a:pt x="7" y="128"/>
                      </a:lnTo>
                      <a:lnTo>
                        <a:pt x="7" y="126"/>
                      </a:lnTo>
                      <a:lnTo>
                        <a:pt x="7" y="128"/>
                      </a:lnTo>
                      <a:lnTo>
                        <a:pt x="5" y="128"/>
                      </a:lnTo>
                      <a:lnTo>
                        <a:pt x="7" y="128"/>
                      </a:lnTo>
                      <a:lnTo>
                        <a:pt x="5" y="128"/>
                      </a:lnTo>
                      <a:lnTo>
                        <a:pt x="3" y="128"/>
                      </a:lnTo>
                      <a:lnTo>
                        <a:pt x="5" y="128"/>
                      </a:lnTo>
                      <a:lnTo>
                        <a:pt x="5" y="126"/>
                      </a:lnTo>
                      <a:lnTo>
                        <a:pt x="3" y="126"/>
                      </a:lnTo>
                      <a:lnTo>
                        <a:pt x="5" y="126"/>
                      </a:lnTo>
                      <a:lnTo>
                        <a:pt x="5" y="125"/>
                      </a:lnTo>
                      <a:lnTo>
                        <a:pt x="5" y="126"/>
                      </a:lnTo>
                      <a:lnTo>
                        <a:pt x="5" y="125"/>
                      </a:lnTo>
                      <a:lnTo>
                        <a:pt x="5" y="126"/>
                      </a:lnTo>
                      <a:lnTo>
                        <a:pt x="7" y="126"/>
                      </a:lnTo>
                      <a:lnTo>
                        <a:pt x="7" y="125"/>
                      </a:lnTo>
                      <a:lnTo>
                        <a:pt x="7" y="126"/>
                      </a:lnTo>
                      <a:lnTo>
                        <a:pt x="9" y="126"/>
                      </a:lnTo>
                      <a:lnTo>
                        <a:pt x="9" y="128"/>
                      </a:lnTo>
                      <a:lnTo>
                        <a:pt x="7" y="128"/>
                      </a:lnTo>
                      <a:lnTo>
                        <a:pt x="9" y="128"/>
                      </a:lnTo>
                      <a:lnTo>
                        <a:pt x="11" y="128"/>
                      </a:lnTo>
                      <a:lnTo>
                        <a:pt x="9" y="128"/>
                      </a:lnTo>
                      <a:lnTo>
                        <a:pt x="11" y="128"/>
                      </a:lnTo>
                      <a:lnTo>
                        <a:pt x="9" y="128"/>
                      </a:lnTo>
                      <a:lnTo>
                        <a:pt x="11" y="128"/>
                      </a:lnTo>
                      <a:lnTo>
                        <a:pt x="9" y="128"/>
                      </a:lnTo>
                      <a:lnTo>
                        <a:pt x="11" y="128"/>
                      </a:lnTo>
                      <a:lnTo>
                        <a:pt x="11" y="130"/>
                      </a:lnTo>
                      <a:lnTo>
                        <a:pt x="11" y="128"/>
                      </a:lnTo>
                      <a:lnTo>
                        <a:pt x="13" y="128"/>
                      </a:lnTo>
                      <a:lnTo>
                        <a:pt x="11" y="128"/>
                      </a:lnTo>
                      <a:lnTo>
                        <a:pt x="11" y="126"/>
                      </a:lnTo>
                      <a:lnTo>
                        <a:pt x="13" y="126"/>
                      </a:lnTo>
                      <a:lnTo>
                        <a:pt x="11" y="126"/>
                      </a:lnTo>
                      <a:lnTo>
                        <a:pt x="9" y="126"/>
                      </a:lnTo>
                      <a:lnTo>
                        <a:pt x="9" y="125"/>
                      </a:lnTo>
                      <a:lnTo>
                        <a:pt x="9" y="123"/>
                      </a:lnTo>
                      <a:lnTo>
                        <a:pt x="7" y="123"/>
                      </a:lnTo>
                      <a:lnTo>
                        <a:pt x="7" y="121"/>
                      </a:lnTo>
                      <a:lnTo>
                        <a:pt x="7" y="123"/>
                      </a:lnTo>
                      <a:lnTo>
                        <a:pt x="7" y="121"/>
                      </a:lnTo>
                      <a:lnTo>
                        <a:pt x="9" y="121"/>
                      </a:lnTo>
                      <a:lnTo>
                        <a:pt x="7" y="121"/>
                      </a:lnTo>
                      <a:lnTo>
                        <a:pt x="9" y="121"/>
                      </a:lnTo>
                      <a:lnTo>
                        <a:pt x="9" y="119"/>
                      </a:lnTo>
                      <a:lnTo>
                        <a:pt x="9" y="117"/>
                      </a:lnTo>
                      <a:lnTo>
                        <a:pt x="11" y="117"/>
                      </a:lnTo>
                      <a:lnTo>
                        <a:pt x="11" y="115"/>
                      </a:lnTo>
                      <a:lnTo>
                        <a:pt x="11" y="114"/>
                      </a:lnTo>
                      <a:lnTo>
                        <a:pt x="13" y="114"/>
                      </a:lnTo>
                      <a:lnTo>
                        <a:pt x="13" y="112"/>
                      </a:lnTo>
                      <a:lnTo>
                        <a:pt x="14" y="112"/>
                      </a:lnTo>
                      <a:lnTo>
                        <a:pt x="13" y="112"/>
                      </a:lnTo>
                      <a:lnTo>
                        <a:pt x="14" y="112"/>
                      </a:lnTo>
                      <a:lnTo>
                        <a:pt x="16" y="112"/>
                      </a:lnTo>
                      <a:lnTo>
                        <a:pt x="18" y="112"/>
                      </a:lnTo>
                      <a:lnTo>
                        <a:pt x="18" y="110"/>
                      </a:lnTo>
                      <a:lnTo>
                        <a:pt x="20" y="110"/>
                      </a:lnTo>
                      <a:lnTo>
                        <a:pt x="20" y="112"/>
                      </a:lnTo>
                      <a:lnTo>
                        <a:pt x="20" y="110"/>
                      </a:lnTo>
                      <a:lnTo>
                        <a:pt x="18" y="110"/>
                      </a:lnTo>
                      <a:lnTo>
                        <a:pt x="18" y="108"/>
                      </a:lnTo>
                      <a:lnTo>
                        <a:pt x="18" y="110"/>
                      </a:lnTo>
                      <a:lnTo>
                        <a:pt x="16" y="110"/>
                      </a:lnTo>
                      <a:lnTo>
                        <a:pt x="18" y="110"/>
                      </a:lnTo>
                      <a:lnTo>
                        <a:pt x="16" y="110"/>
                      </a:lnTo>
                      <a:lnTo>
                        <a:pt x="14" y="110"/>
                      </a:lnTo>
                      <a:lnTo>
                        <a:pt x="13" y="110"/>
                      </a:lnTo>
                      <a:lnTo>
                        <a:pt x="13" y="108"/>
                      </a:lnTo>
                      <a:lnTo>
                        <a:pt x="13" y="110"/>
                      </a:lnTo>
                      <a:lnTo>
                        <a:pt x="13" y="108"/>
                      </a:lnTo>
                      <a:lnTo>
                        <a:pt x="13" y="106"/>
                      </a:lnTo>
                      <a:lnTo>
                        <a:pt x="13" y="108"/>
                      </a:lnTo>
                      <a:lnTo>
                        <a:pt x="13" y="106"/>
                      </a:lnTo>
                      <a:lnTo>
                        <a:pt x="14" y="106"/>
                      </a:lnTo>
                      <a:lnTo>
                        <a:pt x="13" y="106"/>
                      </a:lnTo>
                      <a:lnTo>
                        <a:pt x="14" y="106"/>
                      </a:lnTo>
                      <a:lnTo>
                        <a:pt x="16" y="106"/>
                      </a:lnTo>
                      <a:lnTo>
                        <a:pt x="14" y="105"/>
                      </a:lnTo>
                      <a:lnTo>
                        <a:pt x="16" y="106"/>
                      </a:lnTo>
                      <a:lnTo>
                        <a:pt x="16" y="105"/>
                      </a:lnTo>
                      <a:lnTo>
                        <a:pt x="18" y="105"/>
                      </a:lnTo>
                      <a:lnTo>
                        <a:pt x="18" y="103"/>
                      </a:lnTo>
                      <a:lnTo>
                        <a:pt x="20" y="103"/>
                      </a:lnTo>
                      <a:lnTo>
                        <a:pt x="22" y="103"/>
                      </a:lnTo>
                      <a:lnTo>
                        <a:pt x="23" y="103"/>
                      </a:lnTo>
                      <a:lnTo>
                        <a:pt x="23" y="105"/>
                      </a:lnTo>
                      <a:lnTo>
                        <a:pt x="23" y="103"/>
                      </a:lnTo>
                      <a:lnTo>
                        <a:pt x="23" y="105"/>
                      </a:lnTo>
                      <a:lnTo>
                        <a:pt x="23" y="103"/>
                      </a:lnTo>
                      <a:lnTo>
                        <a:pt x="23" y="101"/>
                      </a:lnTo>
                      <a:lnTo>
                        <a:pt x="22" y="101"/>
                      </a:lnTo>
                      <a:lnTo>
                        <a:pt x="20" y="101"/>
                      </a:lnTo>
                      <a:lnTo>
                        <a:pt x="20" y="99"/>
                      </a:lnTo>
                      <a:lnTo>
                        <a:pt x="22" y="99"/>
                      </a:lnTo>
                      <a:lnTo>
                        <a:pt x="23" y="99"/>
                      </a:lnTo>
                      <a:lnTo>
                        <a:pt x="25" y="99"/>
                      </a:lnTo>
                      <a:lnTo>
                        <a:pt x="25" y="97"/>
                      </a:lnTo>
                      <a:lnTo>
                        <a:pt x="25" y="99"/>
                      </a:lnTo>
                      <a:lnTo>
                        <a:pt x="27" y="99"/>
                      </a:lnTo>
                      <a:lnTo>
                        <a:pt x="27" y="97"/>
                      </a:lnTo>
                      <a:lnTo>
                        <a:pt x="25" y="97"/>
                      </a:lnTo>
                      <a:lnTo>
                        <a:pt x="25" y="99"/>
                      </a:lnTo>
                      <a:lnTo>
                        <a:pt x="23" y="97"/>
                      </a:lnTo>
                      <a:lnTo>
                        <a:pt x="23" y="99"/>
                      </a:lnTo>
                      <a:lnTo>
                        <a:pt x="22" y="99"/>
                      </a:lnTo>
                      <a:lnTo>
                        <a:pt x="20" y="99"/>
                      </a:lnTo>
                      <a:lnTo>
                        <a:pt x="18" y="99"/>
                      </a:lnTo>
                      <a:lnTo>
                        <a:pt x="18" y="97"/>
                      </a:lnTo>
                      <a:lnTo>
                        <a:pt x="16" y="97"/>
                      </a:lnTo>
                      <a:lnTo>
                        <a:pt x="14" y="97"/>
                      </a:lnTo>
                      <a:lnTo>
                        <a:pt x="14" y="95"/>
                      </a:lnTo>
                      <a:lnTo>
                        <a:pt x="14" y="97"/>
                      </a:lnTo>
                      <a:lnTo>
                        <a:pt x="16" y="97"/>
                      </a:lnTo>
                      <a:lnTo>
                        <a:pt x="16" y="95"/>
                      </a:lnTo>
                      <a:lnTo>
                        <a:pt x="14" y="95"/>
                      </a:lnTo>
                      <a:lnTo>
                        <a:pt x="16" y="95"/>
                      </a:lnTo>
                      <a:lnTo>
                        <a:pt x="14" y="95"/>
                      </a:lnTo>
                      <a:lnTo>
                        <a:pt x="16" y="95"/>
                      </a:lnTo>
                      <a:lnTo>
                        <a:pt x="18" y="95"/>
                      </a:lnTo>
                      <a:lnTo>
                        <a:pt x="20" y="95"/>
                      </a:lnTo>
                      <a:lnTo>
                        <a:pt x="22" y="95"/>
                      </a:lnTo>
                      <a:lnTo>
                        <a:pt x="22" y="94"/>
                      </a:lnTo>
                      <a:lnTo>
                        <a:pt x="23" y="94"/>
                      </a:lnTo>
                      <a:lnTo>
                        <a:pt x="25" y="94"/>
                      </a:lnTo>
                      <a:lnTo>
                        <a:pt x="27" y="94"/>
                      </a:lnTo>
                      <a:lnTo>
                        <a:pt x="27" y="92"/>
                      </a:lnTo>
                      <a:lnTo>
                        <a:pt x="27" y="90"/>
                      </a:lnTo>
                      <a:lnTo>
                        <a:pt x="29" y="90"/>
                      </a:lnTo>
                      <a:lnTo>
                        <a:pt x="31" y="90"/>
                      </a:lnTo>
                      <a:lnTo>
                        <a:pt x="31" y="88"/>
                      </a:lnTo>
                      <a:lnTo>
                        <a:pt x="31" y="86"/>
                      </a:lnTo>
                      <a:lnTo>
                        <a:pt x="29" y="86"/>
                      </a:lnTo>
                      <a:lnTo>
                        <a:pt x="27" y="86"/>
                      </a:lnTo>
                      <a:lnTo>
                        <a:pt x="27" y="84"/>
                      </a:lnTo>
                      <a:lnTo>
                        <a:pt x="29" y="84"/>
                      </a:lnTo>
                      <a:lnTo>
                        <a:pt x="29" y="83"/>
                      </a:lnTo>
                      <a:lnTo>
                        <a:pt x="31" y="83"/>
                      </a:lnTo>
                      <a:lnTo>
                        <a:pt x="31" y="81"/>
                      </a:lnTo>
                      <a:lnTo>
                        <a:pt x="33" y="81"/>
                      </a:lnTo>
                      <a:lnTo>
                        <a:pt x="33" y="79"/>
                      </a:lnTo>
                      <a:lnTo>
                        <a:pt x="34" y="79"/>
                      </a:lnTo>
                      <a:lnTo>
                        <a:pt x="34" y="77"/>
                      </a:lnTo>
                      <a:lnTo>
                        <a:pt x="36" y="77"/>
                      </a:lnTo>
                      <a:lnTo>
                        <a:pt x="36" y="79"/>
                      </a:lnTo>
                      <a:lnTo>
                        <a:pt x="38" y="79"/>
                      </a:lnTo>
                      <a:lnTo>
                        <a:pt x="40" y="79"/>
                      </a:lnTo>
                      <a:lnTo>
                        <a:pt x="40" y="77"/>
                      </a:lnTo>
                      <a:lnTo>
                        <a:pt x="42" y="77"/>
                      </a:lnTo>
                      <a:lnTo>
                        <a:pt x="44" y="77"/>
                      </a:lnTo>
                      <a:lnTo>
                        <a:pt x="44" y="75"/>
                      </a:lnTo>
                      <a:lnTo>
                        <a:pt x="44" y="77"/>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4" name="Freeform 99">
                  <a:extLst>
                    <a:ext uri="{FF2B5EF4-FFF2-40B4-BE49-F238E27FC236}">
                      <a16:creationId xmlns:a16="http://schemas.microsoft.com/office/drawing/2014/main" id="{9D2A0513-96CE-F475-7CD1-0B4426F29B9A}"/>
                    </a:ext>
                  </a:extLst>
                </p:cNvPr>
                <p:cNvSpPr>
                  <a:spLocks noEditPoints="1"/>
                </p:cNvSpPr>
                <p:nvPr/>
              </p:nvSpPr>
              <p:spPr bwMode="auto">
                <a:xfrm>
                  <a:off x="7206639" y="2594775"/>
                  <a:ext cx="408431" cy="298191"/>
                </a:xfrm>
                <a:custGeom>
                  <a:avLst/>
                  <a:gdLst>
                    <a:gd name="T0" fmla="*/ 99 w 226"/>
                    <a:gd name="T1" fmla="*/ 143 h 165"/>
                    <a:gd name="T2" fmla="*/ 69 w 226"/>
                    <a:gd name="T3" fmla="*/ 135 h 165"/>
                    <a:gd name="T4" fmla="*/ 93 w 226"/>
                    <a:gd name="T5" fmla="*/ 135 h 165"/>
                    <a:gd name="T6" fmla="*/ 82 w 226"/>
                    <a:gd name="T7" fmla="*/ 135 h 165"/>
                    <a:gd name="T8" fmla="*/ 73 w 226"/>
                    <a:gd name="T9" fmla="*/ 134 h 165"/>
                    <a:gd name="T10" fmla="*/ 100 w 226"/>
                    <a:gd name="T11" fmla="*/ 132 h 165"/>
                    <a:gd name="T12" fmla="*/ 80 w 226"/>
                    <a:gd name="T13" fmla="*/ 130 h 165"/>
                    <a:gd name="T14" fmla="*/ 49 w 226"/>
                    <a:gd name="T15" fmla="*/ 130 h 165"/>
                    <a:gd name="T16" fmla="*/ 89 w 226"/>
                    <a:gd name="T17" fmla="*/ 128 h 165"/>
                    <a:gd name="T18" fmla="*/ 53 w 226"/>
                    <a:gd name="T19" fmla="*/ 128 h 165"/>
                    <a:gd name="T20" fmla="*/ 80 w 226"/>
                    <a:gd name="T21" fmla="*/ 128 h 165"/>
                    <a:gd name="T22" fmla="*/ 106 w 226"/>
                    <a:gd name="T23" fmla="*/ 128 h 165"/>
                    <a:gd name="T24" fmla="*/ 89 w 226"/>
                    <a:gd name="T25" fmla="*/ 124 h 165"/>
                    <a:gd name="T26" fmla="*/ 102 w 226"/>
                    <a:gd name="T27" fmla="*/ 123 h 165"/>
                    <a:gd name="T28" fmla="*/ 113 w 226"/>
                    <a:gd name="T29" fmla="*/ 123 h 165"/>
                    <a:gd name="T30" fmla="*/ 109 w 226"/>
                    <a:gd name="T31" fmla="*/ 121 h 165"/>
                    <a:gd name="T32" fmla="*/ 57 w 226"/>
                    <a:gd name="T33" fmla="*/ 130 h 165"/>
                    <a:gd name="T34" fmla="*/ 111 w 226"/>
                    <a:gd name="T35" fmla="*/ 121 h 165"/>
                    <a:gd name="T36" fmla="*/ 53 w 226"/>
                    <a:gd name="T37" fmla="*/ 119 h 165"/>
                    <a:gd name="T38" fmla="*/ 106 w 226"/>
                    <a:gd name="T39" fmla="*/ 121 h 165"/>
                    <a:gd name="T40" fmla="*/ 49 w 226"/>
                    <a:gd name="T41" fmla="*/ 119 h 165"/>
                    <a:gd name="T42" fmla="*/ 55 w 226"/>
                    <a:gd name="T43" fmla="*/ 119 h 165"/>
                    <a:gd name="T44" fmla="*/ 64 w 226"/>
                    <a:gd name="T45" fmla="*/ 117 h 165"/>
                    <a:gd name="T46" fmla="*/ 55 w 226"/>
                    <a:gd name="T47" fmla="*/ 117 h 165"/>
                    <a:gd name="T48" fmla="*/ 113 w 226"/>
                    <a:gd name="T49" fmla="*/ 121 h 165"/>
                    <a:gd name="T50" fmla="*/ 49 w 226"/>
                    <a:gd name="T51" fmla="*/ 115 h 165"/>
                    <a:gd name="T52" fmla="*/ 142 w 226"/>
                    <a:gd name="T53" fmla="*/ 115 h 165"/>
                    <a:gd name="T54" fmla="*/ 64 w 226"/>
                    <a:gd name="T55" fmla="*/ 115 h 165"/>
                    <a:gd name="T56" fmla="*/ 53 w 226"/>
                    <a:gd name="T57" fmla="*/ 113 h 165"/>
                    <a:gd name="T58" fmla="*/ 49 w 226"/>
                    <a:gd name="T59" fmla="*/ 113 h 165"/>
                    <a:gd name="T60" fmla="*/ 139 w 226"/>
                    <a:gd name="T61" fmla="*/ 113 h 165"/>
                    <a:gd name="T62" fmla="*/ 55 w 226"/>
                    <a:gd name="T63" fmla="*/ 112 h 165"/>
                    <a:gd name="T64" fmla="*/ 62 w 226"/>
                    <a:gd name="T65" fmla="*/ 110 h 165"/>
                    <a:gd name="T66" fmla="*/ 124 w 226"/>
                    <a:gd name="T67" fmla="*/ 112 h 165"/>
                    <a:gd name="T68" fmla="*/ 58 w 226"/>
                    <a:gd name="T69" fmla="*/ 110 h 165"/>
                    <a:gd name="T70" fmla="*/ 53 w 226"/>
                    <a:gd name="T71" fmla="*/ 110 h 165"/>
                    <a:gd name="T72" fmla="*/ 117 w 226"/>
                    <a:gd name="T73" fmla="*/ 117 h 165"/>
                    <a:gd name="T74" fmla="*/ 115 w 226"/>
                    <a:gd name="T75" fmla="*/ 110 h 165"/>
                    <a:gd name="T76" fmla="*/ 141 w 226"/>
                    <a:gd name="T77" fmla="*/ 108 h 165"/>
                    <a:gd name="T78" fmla="*/ 146 w 226"/>
                    <a:gd name="T79" fmla="*/ 108 h 165"/>
                    <a:gd name="T80" fmla="*/ 150 w 226"/>
                    <a:gd name="T81" fmla="*/ 110 h 165"/>
                    <a:gd name="T82" fmla="*/ 142 w 226"/>
                    <a:gd name="T83" fmla="*/ 115 h 165"/>
                    <a:gd name="T84" fmla="*/ 139 w 226"/>
                    <a:gd name="T85" fmla="*/ 110 h 165"/>
                    <a:gd name="T86" fmla="*/ 57 w 226"/>
                    <a:gd name="T87" fmla="*/ 104 h 165"/>
                    <a:gd name="T88" fmla="*/ 161 w 226"/>
                    <a:gd name="T89" fmla="*/ 104 h 165"/>
                    <a:gd name="T90" fmla="*/ 155 w 226"/>
                    <a:gd name="T91" fmla="*/ 102 h 165"/>
                    <a:gd name="T92" fmla="*/ 53 w 226"/>
                    <a:gd name="T93" fmla="*/ 104 h 165"/>
                    <a:gd name="T94" fmla="*/ 55 w 226"/>
                    <a:gd name="T95" fmla="*/ 97 h 165"/>
                    <a:gd name="T96" fmla="*/ 60 w 226"/>
                    <a:gd name="T97" fmla="*/ 86 h 165"/>
                    <a:gd name="T98" fmla="*/ 66 w 226"/>
                    <a:gd name="T99" fmla="*/ 77 h 165"/>
                    <a:gd name="T100" fmla="*/ 66 w 226"/>
                    <a:gd name="T101" fmla="*/ 77 h 165"/>
                    <a:gd name="T102" fmla="*/ 66 w 226"/>
                    <a:gd name="T103" fmla="*/ 59 h 165"/>
                    <a:gd name="T104" fmla="*/ 64 w 226"/>
                    <a:gd name="T105" fmla="*/ 51 h 165"/>
                    <a:gd name="T106" fmla="*/ 55 w 226"/>
                    <a:gd name="T107" fmla="*/ 48 h 165"/>
                    <a:gd name="T108" fmla="*/ 51 w 226"/>
                    <a:gd name="T109" fmla="*/ 33 h 165"/>
                    <a:gd name="T110" fmla="*/ 60 w 226"/>
                    <a:gd name="T111" fmla="*/ 29 h 165"/>
                    <a:gd name="T112" fmla="*/ 64 w 226"/>
                    <a:gd name="T113" fmla="*/ 26 h 165"/>
                    <a:gd name="T114" fmla="*/ 68 w 226"/>
                    <a:gd name="T115" fmla="*/ 24 h 165"/>
                    <a:gd name="T116" fmla="*/ 66 w 226"/>
                    <a:gd name="T117" fmla="*/ 20 h 165"/>
                    <a:gd name="T118" fmla="*/ 64 w 226"/>
                    <a:gd name="T119" fmla="*/ 17 h 165"/>
                    <a:gd name="T120" fmla="*/ 55 w 226"/>
                    <a:gd name="T121" fmla="*/ 11 h 165"/>
                    <a:gd name="T122" fmla="*/ 66 w 226"/>
                    <a:gd name="T123" fmla="*/ 6 h 165"/>
                    <a:gd name="T124" fmla="*/ 2 w 226"/>
                    <a:gd name="T125" fmla="*/ 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165">
                      <a:moveTo>
                        <a:pt x="58" y="163"/>
                      </a:moveTo>
                      <a:lnTo>
                        <a:pt x="58" y="165"/>
                      </a:lnTo>
                      <a:lnTo>
                        <a:pt x="58" y="163"/>
                      </a:lnTo>
                      <a:close/>
                      <a:moveTo>
                        <a:pt x="84" y="159"/>
                      </a:moveTo>
                      <a:lnTo>
                        <a:pt x="86" y="159"/>
                      </a:lnTo>
                      <a:lnTo>
                        <a:pt x="86" y="161"/>
                      </a:lnTo>
                      <a:lnTo>
                        <a:pt x="84" y="161"/>
                      </a:lnTo>
                      <a:lnTo>
                        <a:pt x="84" y="159"/>
                      </a:lnTo>
                      <a:lnTo>
                        <a:pt x="86" y="159"/>
                      </a:lnTo>
                      <a:lnTo>
                        <a:pt x="84" y="159"/>
                      </a:lnTo>
                      <a:close/>
                      <a:moveTo>
                        <a:pt x="60" y="143"/>
                      </a:moveTo>
                      <a:lnTo>
                        <a:pt x="62" y="144"/>
                      </a:lnTo>
                      <a:lnTo>
                        <a:pt x="60" y="144"/>
                      </a:lnTo>
                      <a:lnTo>
                        <a:pt x="62" y="144"/>
                      </a:lnTo>
                      <a:lnTo>
                        <a:pt x="60" y="144"/>
                      </a:lnTo>
                      <a:lnTo>
                        <a:pt x="60" y="143"/>
                      </a:lnTo>
                      <a:close/>
                      <a:moveTo>
                        <a:pt x="84" y="143"/>
                      </a:moveTo>
                      <a:lnTo>
                        <a:pt x="82" y="143"/>
                      </a:lnTo>
                      <a:lnTo>
                        <a:pt x="84" y="143"/>
                      </a:lnTo>
                      <a:close/>
                      <a:moveTo>
                        <a:pt x="62" y="143"/>
                      </a:moveTo>
                      <a:lnTo>
                        <a:pt x="64" y="143"/>
                      </a:lnTo>
                      <a:lnTo>
                        <a:pt x="62" y="143"/>
                      </a:lnTo>
                      <a:close/>
                      <a:moveTo>
                        <a:pt x="99" y="143"/>
                      </a:moveTo>
                      <a:lnTo>
                        <a:pt x="97" y="143"/>
                      </a:lnTo>
                      <a:lnTo>
                        <a:pt x="99" y="143"/>
                      </a:lnTo>
                      <a:close/>
                      <a:moveTo>
                        <a:pt x="99" y="141"/>
                      </a:moveTo>
                      <a:lnTo>
                        <a:pt x="97" y="141"/>
                      </a:lnTo>
                      <a:lnTo>
                        <a:pt x="99" y="141"/>
                      </a:lnTo>
                      <a:close/>
                      <a:moveTo>
                        <a:pt x="97" y="141"/>
                      </a:moveTo>
                      <a:lnTo>
                        <a:pt x="99" y="141"/>
                      </a:lnTo>
                      <a:lnTo>
                        <a:pt x="97" y="141"/>
                      </a:lnTo>
                      <a:close/>
                      <a:moveTo>
                        <a:pt x="97" y="141"/>
                      </a:moveTo>
                      <a:lnTo>
                        <a:pt x="97" y="143"/>
                      </a:lnTo>
                      <a:lnTo>
                        <a:pt x="97" y="141"/>
                      </a:lnTo>
                      <a:close/>
                      <a:moveTo>
                        <a:pt x="18" y="139"/>
                      </a:moveTo>
                      <a:lnTo>
                        <a:pt x="20" y="139"/>
                      </a:lnTo>
                      <a:lnTo>
                        <a:pt x="20" y="141"/>
                      </a:lnTo>
                      <a:lnTo>
                        <a:pt x="18" y="141"/>
                      </a:lnTo>
                      <a:lnTo>
                        <a:pt x="18" y="139"/>
                      </a:lnTo>
                      <a:close/>
                      <a:moveTo>
                        <a:pt x="73" y="139"/>
                      </a:moveTo>
                      <a:lnTo>
                        <a:pt x="71" y="139"/>
                      </a:lnTo>
                      <a:lnTo>
                        <a:pt x="73" y="139"/>
                      </a:lnTo>
                      <a:close/>
                      <a:moveTo>
                        <a:pt x="49" y="137"/>
                      </a:moveTo>
                      <a:lnTo>
                        <a:pt x="47" y="137"/>
                      </a:lnTo>
                      <a:lnTo>
                        <a:pt x="49" y="137"/>
                      </a:lnTo>
                      <a:close/>
                      <a:moveTo>
                        <a:pt x="69" y="135"/>
                      </a:moveTo>
                      <a:lnTo>
                        <a:pt x="71" y="135"/>
                      </a:lnTo>
                      <a:lnTo>
                        <a:pt x="71" y="137"/>
                      </a:lnTo>
                      <a:lnTo>
                        <a:pt x="71" y="135"/>
                      </a:lnTo>
                      <a:lnTo>
                        <a:pt x="71" y="137"/>
                      </a:lnTo>
                      <a:lnTo>
                        <a:pt x="71" y="135"/>
                      </a:lnTo>
                      <a:lnTo>
                        <a:pt x="71" y="137"/>
                      </a:lnTo>
                      <a:lnTo>
                        <a:pt x="73" y="137"/>
                      </a:lnTo>
                      <a:lnTo>
                        <a:pt x="71" y="137"/>
                      </a:lnTo>
                      <a:lnTo>
                        <a:pt x="73" y="137"/>
                      </a:lnTo>
                      <a:lnTo>
                        <a:pt x="71" y="137"/>
                      </a:lnTo>
                      <a:lnTo>
                        <a:pt x="69" y="137"/>
                      </a:lnTo>
                      <a:lnTo>
                        <a:pt x="69" y="135"/>
                      </a:lnTo>
                      <a:close/>
                      <a:moveTo>
                        <a:pt x="75" y="135"/>
                      </a:moveTo>
                      <a:lnTo>
                        <a:pt x="75" y="137"/>
                      </a:lnTo>
                      <a:lnTo>
                        <a:pt x="75" y="139"/>
                      </a:lnTo>
                      <a:lnTo>
                        <a:pt x="73" y="139"/>
                      </a:lnTo>
                      <a:lnTo>
                        <a:pt x="73" y="137"/>
                      </a:lnTo>
                      <a:lnTo>
                        <a:pt x="73" y="135"/>
                      </a:lnTo>
                      <a:lnTo>
                        <a:pt x="75" y="135"/>
                      </a:lnTo>
                      <a:close/>
                      <a:moveTo>
                        <a:pt x="69" y="135"/>
                      </a:moveTo>
                      <a:lnTo>
                        <a:pt x="68" y="135"/>
                      </a:lnTo>
                      <a:lnTo>
                        <a:pt x="69" y="135"/>
                      </a:lnTo>
                      <a:close/>
                      <a:moveTo>
                        <a:pt x="93" y="135"/>
                      </a:moveTo>
                      <a:lnTo>
                        <a:pt x="91" y="135"/>
                      </a:lnTo>
                      <a:lnTo>
                        <a:pt x="93" y="135"/>
                      </a:lnTo>
                      <a:close/>
                      <a:moveTo>
                        <a:pt x="78" y="135"/>
                      </a:moveTo>
                      <a:lnTo>
                        <a:pt x="77" y="135"/>
                      </a:lnTo>
                      <a:lnTo>
                        <a:pt x="78" y="135"/>
                      </a:lnTo>
                      <a:close/>
                      <a:moveTo>
                        <a:pt x="31" y="135"/>
                      </a:moveTo>
                      <a:lnTo>
                        <a:pt x="33" y="135"/>
                      </a:lnTo>
                      <a:lnTo>
                        <a:pt x="31" y="135"/>
                      </a:lnTo>
                      <a:close/>
                      <a:moveTo>
                        <a:pt x="82" y="135"/>
                      </a:moveTo>
                      <a:lnTo>
                        <a:pt x="84" y="135"/>
                      </a:lnTo>
                      <a:lnTo>
                        <a:pt x="82" y="135"/>
                      </a:lnTo>
                      <a:lnTo>
                        <a:pt x="84" y="135"/>
                      </a:lnTo>
                      <a:lnTo>
                        <a:pt x="82" y="135"/>
                      </a:lnTo>
                      <a:lnTo>
                        <a:pt x="84" y="135"/>
                      </a:lnTo>
                      <a:lnTo>
                        <a:pt x="82" y="135"/>
                      </a:lnTo>
                      <a:lnTo>
                        <a:pt x="84" y="135"/>
                      </a:lnTo>
                      <a:lnTo>
                        <a:pt x="84" y="137"/>
                      </a:lnTo>
                      <a:lnTo>
                        <a:pt x="82" y="137"/>
                      </a:lnTo>
                      <a:lnTo>
                        <a:pt x="80" y="137"/>
                      </a:lnTo>
                      <a:lnTo>
                        <a:pt x="80" y="135"/>
                      </a:lnTo>
                      <a:lnTo>
                        <a:pt x="80" y="137"/>
                      </a:lnTo>
                      <a:lnTo>
                        <a:pt x="80" y="135"/>
                      </a:lnTo>
                      <a:lnTo>
                        <a:pt x="82" y="135"/>
                      </a:lnTo>
                      <a:lnTo>
                        <a:pt x="80" y="135"/>
                      </a:lnTo>
                      <a:lnTo>
                        <a:pt x="82" y="135"/>
                      </a:lnTo>
                      <a:close/>
                      <a:moveTo>
                        <a:pt x="71" y="134"/>
                      </a:moveTo>
                      <a:lnTo>
                        <a:pt x="73" y="134"/>
                      </a:lnTo>
                      <a:lnTo>
                        <a:pt x="73" y="135"/>
                      </a:lnTo>
                      <a:lnTo>
                        <a:pt x="71" y="135"/>
                      </a:lnTo>
                      <a:lnTo>
                        <a:pt x="73" y="135"/>
                      </a:lnTo>
                      <a:lnTo>
                        <a:pt x="71" y="135"/>
                      </a:lnTo>
                      <a:lnTo>
                        <a:pt x="73" y="135"/>
                      </a:lnTo>
                      <a:lnTo>
                        <a:pt x="71" y="135"/>
                      </a:lnTo>
                      <a:lnTo>
                        <a:pt x="69" y="135"/>
                      </a:lnTo>
                      <a:lnTo>
                        <a:pt x="71" y="135"/>
                      </a:lnTo>
                      <a:lnTo>
                        <a:pt x="69" y="135"/>
                      </a:lnTo>
                      <a:lnTo>
                        <a:pt x="71" y="135"/>
                      </a:lnTo>
                      <a:lnTo>
                        <a:pt x="69" y="135"/>
                      </a:lnTo>
                      <a:lnTo>
                        <a:pt x="71" y="135"/>
                      </a:lnTo>
                      <a:lnTo>
                        <a:pt x="71" y="134"/>
                      </a:lnTo>
                      <a:close/>
                      <a:moveTo>
                        <a:pt x="47" y="134"/>
                      </a:moveTo>
                      <a:lnTo>
                        <a:pt x="49" y="134"/>
                      </a:lnTo>
                      <a:lnTo>
                        <a:pt x="47" y="134"/>
                      </a:lnTo>
                      <a:lnTo>
                        <a:pt x="49" y="134"/>
                      </a:lnTo>
                      <a:lnTo>
                        <a:pt x="47" y="134"/>
                      </a:lnTo>
                      <a:close/>
                      <a:moveTo>
                        <a:pt x="73" y="134"/>
                      </a:moveTo>
                      <a:lnTo>
                        <a:pt x="71" y="134"/>
                      </a:lnTo>
                      <a:lnTo>
                        <a:pt x="73" y="134"/>
                      </a:lnTo>
                      <a:close/>
                      <a:moveTo>
                        <a:pt x="95" y="134"/>
                      </a:moveTo>
                      <a:lnTo>
                        <a:pt x="95" y="135"/>
                      </a:lnTo>
                      <a:lnTo>
                        <a:pt x="95" y="134"/>
                      </a:lnTo>
                      <a:close/>
                      <a:moveTo>
                        <a:pt x="53" y="134"/>
                      </a:moveTo>
                      <a:lnTo>
                        <a:pt x="51" y="134"/>
                      </a:lnTo>
                      <a:lnTo>
                        <a:pt x="51" y="135"/>
                      </a:lnTo>
                      <a:lnTo>
                        <a:pt x="51" y="134"/>
                      </a:lnTo>
                      <a:lnTo>
                        <a:pt x="53" y="134"/>
                      </a:lnTo>
                      <a:close/>
                      <a:moveTo>
                        <a:pt x="88" y="134"/>
                      </a:moveTo>
                      <a:lnTo>
                        <a:pt x="86" y="134"/>
                      </a:lnTo>
                      <a:lnTo>
                        <a:pt x="88" y="134"/>
                      </a:lnTo>
                      <a:close/>
                      <a:moveTo>
                        <a:pt x="49" y="132"/>
                      </a:moveTo>
                      <a:lnTo>
                        <a:pt x="51" y="132"/>
                      </a:lnTo>
                      <a:lnTo>
                        <a:pt x="51" y="134"/>
                      </a:lnTo>
                      <a:lnTo>
                        <a:pt x="49" y="134"/>
                      </a:lnTo>
                      <a:lnTo>
                        <a:pt x="49" y="132"/>
                      </a:lnTo>
                      <a:close/>
                      <a:moveTo>
                        <a:pt x="71" y="132"/>
                      </a:moveTo>
                      <a:lnTo>
                        <a:pt x="69" y="132"/>
                      </a:lnTo>
                      <a:lnTo>
                        <a:pt x="71" y="132"/>
                      </a:lnTo>
                      <a:close/>
                      <a:moveTo>
                        <a:pt x="99" y="132"/>
                      </a:moveTo>
                      <a:lnTo>
                        <a:pt x="100" y="132"/>
                      </a:lnTo>
                      <a:lnTo>
                        <a:pt x="99" y="132"/>
                      </a:lnTo>
                      <a:lnTo>
                        <a:pt x="99" y="134"/>
                      </a:lnTo>
                      <a:lnTo>
                        <a:pt x="99" y="132"/>
                      </a:lnTo>
                      <a:close/>
                      <a:moveTo>
                        <a:pt x="53" y="132"/>
                      </a:moveTo>
                      <a:lnTo>
                        <a:pt x="55" y="132"/>
                      </a:lnTo>
                      <a:lnTo>
                        <a:pt x="53" y="132"/>
                      </a:lnTo>
                      <a:lnTo>
                        <a:pt x="51" y="132"/>
                      </a:lnTo>
                      <a:lnTo>
                        <a:pt x="53" y="132"/>
                      </a:lnTo>
                      <a:close/>
                      <a:moveTo>
                        <a:pt x="89" y="130"/>
                      </a:moveTo>
                      <a:lnTo>
                        <a:pt x="89" y="132"/>
                      </a:lnTo>
                      <a:lnTo>
                        <a:pt x="89" y="130"/>
                      </a:lnTo>
                      <a:close/>
                      <a:moveTo>
                        <a:pt x="86" y="130"/>
                      </a:moveTo>
                      <a:lnTo>
                        <a:pt x="88" y="130"/>
                      </a:lnTo>
                      <a:lnTo>
                        <a:pt x="88" y="132"/>
                      </a:lnTo>
                      <a:lnTo>
                        <a:pt x="86" y="132"/>
                      </a:lnTo>
                      <a:lnTo>
                        <a:pt x="84" y="132"/>
                      </a:lnTo>
                      <a:lnTo>
                        <a:pt x="84" y="130"/>
                      </a:lnTo>
                      <a:lnTo>
                        <a:pt x="86" y="130"/>
                      </a:lnTo>
                      <a:close/>
                      <a:moveTo>
                        <a:pt x="80" y="130"/>
                      </a:moveTo>
                      <a:lnTo>
                        <a:pt x="82" y="130"/>
                      </a:lnTo>
                      <a:lnTo>
                        <a:pt x="82" y="132"/>
                      </a:lnTo>
                      <a:lnTo>
                        <a:pt x="80" y="132"/>
                      </a:lnTo>
                      <a:lnTo>
                        <a:pt x="80" y="130"/>
                      </a:lnTo>
                      <a:lnTo>
                        <a:pt x="78" y="130"/>
                      </a:lnTo>
                      <a:lnTo>
                        <a:pt x="78" y="132"/>
                      </a:lnTo>
                      <a:lnTo>
                        <a:pt x="78" y="130"/>
                      </a:lnTo>
                      <a:lnTo>
                        <a:pt x="77" y="130"/>
                      </a:lnTo>
                      <a:lnTo>
                        <a:pt x="78" y="130"/>
                      </a:lnTo>
                      <a:lnTo>
                        <a:pt x="80" y="130"/>
                      </a:lnTo>
                      <a:close/>
                      <a:moveTo>
                        <a:pt x="51" y="130"/>
                      </a:moveTo>
                      <a:lnTo>
                        <a:pt x="53" y="130"/>
                      </a:lnTo>
                      <a:lnTo>
                        <a:pt x="53" y="132"/>
                      </a:lnTo>
                      <a:lnTo>
                        <a:pt x="53" y="130"/>
                      </a:lnTo>
                      <a:lnTo>
                        <a:pt x="53" y="132"/>
                      </a:lnTo>
                      <a:lnTo>
                        <a:pt x="53" y="130"/>
                      </a:lnTo>
                      <a:lnTo>
                        <a:pt x="51" y="130"/>
                      </a:lnTo>
                      <a:lnTo>
                        <a:pt x="51" y="132"/>
                      </a:lnTo>
                      <a:lnTo>
                        <a:pt x="51" y="130"/>
                      </a:lnTo>
                      <a:lnTo>
                        <a:pt x="51" y="132"/>
                      </a:lnTo>
                      <a:lnTo>
                        <a:pt x="51" y="130"/>
                      </a:lnTo>
                      <a:lnTo>
                        <a:pt x="49" y="130"/>
                      </a:lnTo>
                      <a:lnTo>
                        <a:pt x="51" y="130"/>
                      </a:lnTo>
                      <a:close/>
                      <a:moveTo>
                        <a:pt x="49" y="128"/>
                      </a:moveTo>
                      <a:lnTo>
                        <a:pt x="49" y="130"/>
                      </a:lnTo>
                      <a:lnTo>
                        <a:pt x="49" y="128"/>
                      </a:lnTo>
                      <a:lnTo>
                        <a:pt x="49" y="130"/>
                      </a:lnTo>
                      <a:lnTo>
                        <a:pt x="47" y="130"/>
                      </a:lnTo>
                      <a:lnTo>
                        <a:pt x="47" y="128"/>
                      </a:lnTo>
                      <a:lnTo>
                        <a:pt x="49" y="128"/>
                      </a:lnTo>
                      <a:close/>
                      <a:moveTo>
                        <a:pt x="88" y="130"/>
                      </a:moveTo>
                      <a:lnTo>
                        <a:pt x="89" y="130"/>
                      </a:lnTo>
                      <a:lnTo>
                        <a:pt x="88" y="130"/>
                      </a:lnTo>
                      <a:lnTo>
                        <a:pt x="89" y="130"/>
                      </a:lnTo>
                      <a:lnTo>
                        <a:pt x="88" y="130"/>
                      </a:lnTo>
                      <a:lnTo>
                        <a:pt x="89" y="130"/>
                      </a:lnTo>
                      <a:lnTo>
                        <a:pt x="88" y="130"/>
                      </a:lnTo>
                      <a:lnTo>
                        <a:pt x="88" y="132"/>
                      </a:lnTo>
                      <a:lnTo>
                        <a:pt x="88" y="130"/>
                      </a:lnTo>
                      <a:lnTo>
                        <a:pt x="86" y="130"/>
                      </a:lnTo>
                      <a:lnTo>
                        <a:pt x="88" y="130"/>
                      </a:lnTo>
                      <a:lnTo>
                        <a:pt x="86" y="128"/>
                      </a:lnTo>
                      <a:lnTo>
                        <a:pt x="88" y="128"/>
                      </a:lnTo>
                      <a:lnTo>
                        <a:pt x="88" y="130"/>
                      </a:lnTo>
                      <a:lnTo>
                        <a:pt x="88" y="128"/>
                      </a:lnTo>
                      <a:lnTo>
                        <a:pt x="88" y="130"/>
                      </a:lnTo>
                      <a:close/>
                      <a:moveTo>
                        <a:pt x="49" y="128"/>
                      </a:moveTo>
                      <a:lnTo>
                        <a:pt x="49" y="130"/>
                      </a:lnTo>
                      <a:lnTo>
                        <a:pt x="49" y="128"/>
                      </a:lnTo>
                      <a:close/>
                      <a:moveTo>
                        <a:pt x="89" y="128"/>
                      </a:moveTo>
                      <a:lnTo>
                        <a:pt x="89" y="130"/>
                      </a:lnTo>
                      <a:lnTo>
                        <a:pt x="89" y="128"/>
                      </a:lnTo>
                      <a:close/>
                      <a:moveTo>
                        <a:pt x="62" y="128"/>
                      </a:moveTo>
                      <a:lnTo>
                        <a:pt x="60" y="128"/>
                      </a:lnTo>
                      <a:lnTo>
                        <a:pt x="62" y="128"/>
                      </a:lnTo>
                      <a:lnTo>
                        <a:pt x="62" y="130"/>
                      </a:lnTo>
                      <a:lnTo>
                        <a:pt x="60" y="130"/>
                      </a:lnTo>
                      <a:lnTo>
                        <a:pt x="60" y="128"/>
                      </a:lnTo>
                      <a:lnTo>
                        <a:pt x="60" y="130"/>
                      </a:lnTo>
                      <a:lnTo>
                        <a:pt x="60" y="128"/>
                      </a:lnTo>
                      <a:lnTo>
                        <a:pt x="62" y="128"/>
                      </a:lnTo>
                      <a:close/>
                      <a:moveTo>
                        <a:pt x="75" y="128"/>
                      </a:moveTo>
                      <a:lnTo>
                        <a:pt x="77" y="128"/>
                      </a:lnTo>
                      <a:lnTo>
                        <a:pt x="77" y="130"/>
                      </a:lnTo>
                      <a:lnTo>
                        <a:pt x="77" y="132"/>
                      </a:lnTo>
                      <a:lnTo>
                        <a:pt x="78" y="132"/>
                      </a:lnTo>
                      <a:lnTo>
                        <a:pt x="77" y="132"/>
                      </a:lnTo>
                      <a:lnTo>
                        <a:pt x="75" y="132"/>
                      </a:lnTo>
                      <a:lnTo>
                        <a:pt x="75" y="130"/>
                      </a:lnTo>
                      <a:lnTo>
                        <a:pt x="73" y="130"/>
                      </a:lnTo>
                      <a:lnTo>
                        <a:pt x="73" y="128"/>
                      </a:lnTo>
                      <a:lnTo>
                        <a:pt x="75" y="128"/>
                      </a:lnTo>
                      <a:close/>
                      <a:moveTo>
                        <a:pt x="53" y="128"/>
                      </a:moveTo>
                      <a:lnTo>
                        <a:pt x="51" y="128"/>
                      </a:lnTo>
                      <a:lnTo>
                        <a:pt x="53" y="128"/>
                      </a:lnTo>
                      <a:close/>
                      <a:moveTo>
                        <a:pt x="84" y="128"/>
                      </a:moveTo>
                      <a:lnTo>
                        <a:pt x="84" y="130"/>
                      </a:lnTo>
                      <a:lnTo>
                        <a:pt x="82" y="130"/>
                      </a:lnTo>
                      <a:lnTo>
                        <a:pt x="82" y="128"/>
                      </a:lnTo>
                      <a:lnTo>
                        <a:pt x="84" y="128"/>
                      </a:lnTo>
                      <a:close/>
                      <a:moveTo>
                        <a:pt x="95" y="128"/>
                      </a:moveTo>
                      <a:lnTo>
                        <a:pt x="97" y="128"/>
                      </a:lnTo>
                      <a:lnTo>
                        <a:pt x="95" y="128"/>
                      </a:lnTo>
                      <a:close/>
                      <a:moveTo>
                        <a:pt x="77" y="128"/>
                      </a:moveTo>
                      <a:lnTo>
                        <a:pt x="75" y="128"/>
                      </a:lnTo>
                      <a:lnTo>
                        <a:pt x="77" y="128"/>
                      </a:lnTo>
                      <a:close/>
                      <a:moveTo>
                        <a:pt x="26" y="128"/>
                      </a:moveTo>
                      <a:lnTo>
                        <a:pt x="24" y="126"/>
                      </a:lnTo>
                      <a:lnTo>
                        <a:pt x="26" y="126"/>
                      </a:lnTo>
                      <a:lnTo>
                        <a:pt x="26" y="128"/>
                      </a:lnTo>
                      <a:close/>
                      <a:moveTo>
                        <a:pt x="80" y="126"/>
                      </a:moveTo>
                      <a:lnTo>
                        <a:pt x="80" y="128"/>
                      </a:lnTo>
                      <a:lnTo>
                        <a:pt x="82" y="128"/>
                      </a:lnTo>
                      <a:lnTo>
                        <a:pt x="80" y="128"/>
                      </a:lnTo>
                      <a:lnTo>
                        <a:pt x="82" y="128"/>
                      </a:lnTo>
                      <a:lnTo>
                        <a:pt x="80" y="128"/>
                      </a:lnTo>
                      <a:lnTo>
                        <a:pt x="78" y="128"/>
                      </a:lnTo>
                      <a:lnTo>
                        <a:pt x="78" y="130"/>
                      </a:lnTo>
                      <a:lnTo>
                        <a:pt x="78" y="128"/>
                      </a:lnTo>
                      <a:lnTo>
                        <a:pt x="77" y="128"/>
                      </a:lnTo>
                      <a:lnTo>
                        <a:pt x="78" y="128"/>
                      </a:lnTo>
                      <a:lnTo>
                        <a:pt x="78" y="126"/>
                      </a:lnTo>
                      <a:lnTo>
                        <a:pt x="80" y="126"/>
                      </a:lnTo>
                      <a:close/>
                      <a:moveTo>
                        <a:pt x="88" y="126"/>
                      </a:moveTo>
                      <a:lnTo>
                        <a:pt x="89" y="126"/>
                      </a:lnTo>
                      <a:lnTo>
                        <a:pt x="89" y="128"/>
                      </a:lnTo>
                      <a:lnTo>
                        <a:pt x="88" y="128"/>
                      </a:lnTo>
                      <a:lnTo>
                        <a:pt x="88" y="126"/>
                      </a:lnTo>
                      <a:lnTo>
                        <a:pt x="88" y="128"/>
                      </a:lnTo>
                      <a:lnTo>
                        <a:pt x="88" y="126"/>
                      </a:lnTo>
                      <a:close/>
                      <a:moveTo>
                        <a:pt x="115" y="126"/>
                      </a:moveTo>
                      <a:lnTo>
                        <a:pt x="115" y="128"/>
                      </a:lnTo>
                      <a:lnTo>
                        <a:pt x="115" y="126"/>
                      </a:lnTo>
                      <a:close/>
                      <a:moveTo>
                        <a:pt x="86" y="126"/>
                      </a:moveTo>
                      <a:lnTo>
                        <a:pt x="84" y="126"/>
                      </a:lnTo>
                      <a:lnTo>
                        <a:pt x="86" y="126"/>
                      </a:lnTo>
                      <a:close/>
                      <a:moveTo>
                        <a:pt x="104" y="126"/>
                      </a:moveTo>
                      <a:lnTo>
                        <a:pt x="106" y="126"/>
                      </a:lnTo>
                      <a:lnTo>
                        <a:pt x="106" y="128"/>
                      </a:lnTo>
                      <a:lnTo>
                        <a:pt x="106" y="126"/>
                      </a:lnTo>
                      <a:lnTo>
                        <a:pt x="104" y="126"/>
                      </a:lnTo>
                      <a:lnTo>
                        <a:pt x="104" y="128"/>
                      </a:lnTo>
                      <a:lnTo>
                        <a:pt x="104" y="126"/>
                      </a:lnTo>
                      <a:lnTo>
                        <a:pt x="102" y="126"/>
                      </a:lnTo>
                      <a:lnTo>
                        <a:pt x="104" y="126"/>
                      </a:lnTo>
                      <a:lnTo>
                        <a:pt x="102" y="126"/>
                      </a:lnTo>
                      <a:lnTo>
                        <a:pt x="102" y="124"/>
                      </a:lnTo>
                      <a:lnTo>
                        <a:pt x="102" y="126"/>
                      </a:lnTo>
                      <a:lnTo>
                        <a:pt x="104" y="126"/>
                      </a:lnTo>
                      <a:close/>
                      <a:moveTo>
                        <a:pt x="102" y="126"/>
                      </a:moveTo>
                      <a:lnTo>
                        <a:pt x="102" y="124"/>
                      </a:lnTo>
                      <a:lnTo>
                        <a:pt x="102" y="126"/>
                      </a:lnTo>
                      <a:close/>
                      <a:moveTo>
                        <a:pt x="95" y="124"/>
                      </a:moveTo>
                      <a:lnTo>
                        <a:pt x="95" y="126"/>
                      </a:lnTo>
                      <a:lnTo>
                        <a:pt x="93" y="126"/>
                      </a:lnTo>
                      <a:lnTo>
                        <a:pt x="91" y="126"/>
                      </a:lnTo>
                      <a:lnTo>
                        <a:pt x="91" y="128"/>
                      </a:lnTo>
                      <a:lnTo>
                        <a:pt x="91" y="126"/>
                      </a:lnTo>
                      <a:lnTo>
                        <a:pt x="89" y="126"/>
                      </a:lnTo>
                      <a:lnTo>
                        <a:pt x="89" y="124"/>
                      </a:lnTo>
                      <a:lnTo>
                        <a:pt x="91" y="124"/>
                      </a:lnTo>
                      <a:lnTo>
                        <a:pt x="89" y="124"/>
                      </a:lnTo>
                      <a:lnTo>
                        <a:pt x="91" y="124"/>
                      </a:lnTo>
                      <a:lnTo>
                        <a:pt x="91" y="126"/>
                      </a:lnTo>
                      <a:lnTo>
                        <a:pt x="91" y="124"/>
                      </a:lnTo>
                      <a:lnTo>
                        <a:pt x="93" y="124"/>
                      </a:lnTo>
                      <a:lnTo>
                        <a:pt x="95" y="124"/>
                      </a:lnTo>
                      <a:close/>
                      <a:moveTo>
                        <a:pt x="53" y="124"/>
                      </a:moveTo>
                      <a:lnTo>
                        <a:pt x="53" y="126"/>
                      </a:lnTo>
                      <a:lnTo>
                        <a:pt x="53" y="124"/>
                      </a:lnTo>
                      <a:lnTo>
                        <a:pt x="53" y="126"/>
                      </a:lnTo>
                      <a:lnTo>
                        <a:pt x="51" y="126"/>
                      </a:lnTo>
                      <a:lnTo>
                        <a:pt x="51" y="124"/>
                      </a:lnTo>
                      <a:lnTo>
                        <a:pt x="53" y="124"/>
                      </a:lnTo>
                      <a:close/>
                      <a:moveTo>
                        <a:pt x="115" y="124"/>
                      </a:moveTo>
                      <a:lnTo>
                        <a:pt x="115" y="126"/>
                      </a:lnTo>
                      <a:lnTo>
                        <a:pt x="115" y="124"/>
                      </a:lnTo>
                      <a:lnTo>
                        <a:pt x="115" y="126"/>
                      </a:lnTo>
                      <a:lnTo>
                        <a:pt x="115" y="124"/>
                      </a:lnTo>
                      <a:lnTo>
                        <a:pt x="115" y="126"/>
                      </a:lnTo>
                      <a:lnTo>
                        <a:pt x="115" y="124"/>
                      </a:lnTo>
                      <a:close/>
                      <a:moveTo>
                        <a:pt x="91" y="124"/>
                      </a:moveTo>
                      <a:lnTo>
                        <a:pt x="89" y="124"/>
                      </a:lnTo>
                      <a:lnTo>
                        <a:pt x="91" y="124"/>
                      </a:lnTo>
                      <a:close/>
                      <a:moveTo>
                        <a:pt x="102" y="123"/>
                      </a:moveTo>
                      <a:lnTo>
                        <a:pt x="104" y="123"/>
                      </a:lnTo>
                      <a:lnTo>
                        <a:pt x="102" y="123"/>
                      </a:lnTo>
                      <a:lnTo>
                        <a:pt x="102" y="124"/>
                      </a:lnTo>
                      <a:lnTo>
                        <a:pt x="104" y="124"/>
                      </a:lnTo>
                      <a:lnTo>
                        <a:pt x="102" y="124"/>
                      </a:lnTo>
                      <a:lnTo>
                        <a:pt x="104" y="124"/>
                      </a:lnTo>
                      <a:lnTo>
                        <a:pt x="102" y="124"/>
                      </a:lnTo>
                      <a:lnTo>
                        <a:pt x="102" y="123"/>
                      </a:lnTo>
                      <a:close/>
                      <a:moveTo>
                        <a:pt x="137" y="123"/>
                      </a:moveTo>
                      <a:lnTo>
                        <a:pt x="139" y="123"/>
                      </a:lnTo>
                      <a:lnTo>
                        <a:pt x="137" y="123"/>
                      </a:lnTo>
                      <a:close/>
                      <a:moveTo>
                        <a:pt x="113" y="123"/>
                      </a:moveTo>
                      <a:lnTo>
                        <a:pt x="113" y="124"/>
                      </a:lnTo>
                      <a:lnTo>
                        <a:pt x="115" y="124"/>
                      </a:lnTo>
                      <a:lnTo>
                        <a:pt x="113" y="124"/>
                      </a:lnTo>
                      <a:lnTo>
                        <a:pt x="115" y="124"/>
                      </a:lnTo>
                      <a:lnTo>
                        <a:pt x="113" y="124"/>
                      </a:lnTo>
                      <a:lnTo>
                        <a:pt x="111" y="124"/>
                      </a:lnTo>
                      <a:lnTo>
                        <a:pt x="113" y="124"/>
                      </a:lnTo>
                      <a:lnTo>
                        <a:pt x="113" y="123"/>
                      </a:lnTo>
                      <a:lnTo>
                        <a:pt x="111" y="124"/>
                      </a:lnTo>
                      <a:lnTo>
                        <a:pt x="111" y="123"/>
                      </a:lnTo>
                      <a:lnTo>
                        <a:pt x="113" y="123"/>
                      </a:lnTo>
                      <a:close/>
                      <a:moveTo>
                        <a:pt x="55" y="123"/>
                      </a:moveTo>
                      <a:lnTo>
                        <a:pt x="53" y="123"/>
                      </a:lnTo>
                      <a:lnTo>
                        <a:pt x="51" y="123"/>
                      </a:lnTo>
                      <a:lnTo>
                        <a:pt x="53" y="123"/>
                      </a:lnTo>
                      <a:lnTo>
                        <a:pt x="51" y="123"/>
                      </a:lnTo>
                      <a:lnTo>
                        <a:pt x="53" y="123"/>
                      </a:lnTo>
                      <a:lnTo>
                        <a:pt x="55" y="123"/>
                      </a:lnTo>
                      <a:close/>
                      <a:moveTo>
                        <a:pt x="113" y="123"/>
                      </a:moveTo>
                      <a:lnTo>
                        <a:pt x="111" y="123"/>
                      </a:lnTo>
                      <a:lnTo>
                        <a:pt x="113" y="123"/>
                      </a:lnTo>
                      <a:close/>
                      <a:moveTo>
                        <a:pt x="128" y="123"/>
                      </a:moveTo>
                      <a:lnTo>
                        <a:pt x="130" y="123"/>
                      </a:lnTo>
                      <a:lnTo>
                        <a:pt x="128" y="123"/>
                      </a:lnTo>
                      <a:close/>
                      <a:moveTo>
                        <a:pt x="102" y="123"/>
                      </a:moveTo>
                      <a:lnTo>
                        <a:pt x="100" y="123"/>
                      </a:lnTo>
                      <a:lnTo>
                        <a:pt x="102" y="123"/>
                      </a:lnTo>
                      <a:close/>
                      <a:moveTo>
                        <a:pt x="113" y="121"/>
                      </a:moveTo>
                      <a:lnTo>
                        <a:pt x="111" y="123"/>
                      </a:lnTo>
                      <a:lnTo>
                        <a:pt x="113" y="123"/>
                      </a:lnTo>
                      <a:lnTo>
                        <a:pt x="111" y="123"/>
                      </a:lnTo>
                      <a:lnTo>
                        <a:pt x="111" y="121"/>
                      </a:lnTo>
                      <a:lnTo>
                        <a:pt x="113" y="121"/>
                      </a:lnTo>
                      <a:close/>
                      <a:moveTo>
                        <a:pt x="109" y="121"/>
                      </a:moveTo>
                      <a:lnTo>
                        <a:pt x="109" y="123"/>
                      </a:lnTo>
                      <a:lnTo>
                        <a:pt x="111" y="123"/>
                      </a:lnTo>
                      <a:lnTo>
                        <a:pt x="109" y="123"/>
                      </a:lnTo>
                      <a:lnTo>
                        <a:pt x="109" y="121"/>
                      </a:lnTo>
                      <a:close/>
                      <a:moveTo>
                        <a:pt x="60" y="121"/>
                      </a:moveTo>
                      <a:lnTo>
                        <a:pt x="60" y="123"/>
                      </a:lnTo>
                      <a:lnTo>
                        <a:pt x="60" y="121"/>
                      </a:lnTo>
                      <a:lnTo>
                        <a:pt x="60" y="123"/>
                      </a:lnTo>
                      <a:lnTo>
                        <a:pt x="62" y="123"/>
                      </a:lnTo>
                      <a:lnTo>
                        <a:pt x="64" y="123"/>
                      </a:lnTo>
                      <a:lnTo>
                        <a:pt x="64" y="124"/>
                      </a:lnTo>
                      <a:lnTo>
                        <a:pt x="64" y="126"/>
                      </a:lnTo>
                      <a:lnTo>
                        <a:pt x="62" y="128"/>
                      </a:lnTo>
                      <a:lnTo>
                        <a:pt x="62" y="126"/>
                      </a:lnTo>
                      <a:lnTo>
                        <a:pt x="62" y="128"/>
                      </a:lnTo>
                      <a:lnTo>
                        <a:pt x="60" y="128"/>
                      </a:lnTo>
                      <a:lnTo>
                        <a:pt x="58" y="128"/>
                      </a:lnTo>
                      <a:lnTo>
                        <a:pt x="58" y="130"/>
                      </a:lnTo>
                      <a:lnTo>
                        <a:pt x="58" y="128"/>
                      </a:lnTo>
                      <a:lnTo>
                        <a:pt x="58" y="130"/>
                      </a:lnTo>
                      <a:lnTo>
                        <a:pt x="57" y="130"/>
                      </a:lnTo>
                      <a:lnTo>
                        <a:pt x="55" y="130"/>
                      </a:lnTo>
                      <a:lnTo>
                        <a:pt x="57" y="130"/>
                      </a:lnTo>
                      <a:lnTo>
                        <a:pt x="55" y="130"/>
                      </a:lnTo>
                      <a:lnTo>
                        <a:pt x="55" y="128"/>
                      </a:lnTo>
                      <a:lnTo>
                        <a:pt x="57" y="128"/>
                      </a:lnTo>
                      <a:lnTo>
                        <a:pt x="55" y="128"/>
                      </a:lnTo>
                      <a:lnTo>
                        <a:pt x="53" y="128"/>
                      </a:lnTo>
                      <a:lnTo>
                        <a:pt x="55" y="128"/>
                      </a:lnTo>
                      <a:lnTo>
                        <a:pt x="53" y="126"/>
                      </a:lnTo>
                      <a:lnTo>
                        <a:pt x="55" y="126"/>
                      </a:lnTo>
                      <a:lnTo>
                        <a:pt x="57" y="124"/>
                      </a:lnTo>
                      <a:lnTo>
                        <a:pt x="58" y="124"/>
                      </a:lnTo>
                      <a:lnTo>
                        <a:pt x="58" y="126"/>
                      </a:lnTo>
                      <a:lnTo>
                        <a:pt x="58" y="124"/>
                      </a:lnTo>
                      <a:lnTo>
                        <a:pt x="58" y="123"/>
                      </a:lnTo>
                      <a:lnTo>
                        <a:pt x="60" y="123"/>
                      </a:lnTo>
                      <a:lnTo>
                        <a:pt x="58" y="123"/>
                      </a:lnTo>
                      <a:lnTo>
                        <a:pt x="58" y="121"/>
                      </a:lnTo>
                      <a:lnTo>
                        <a:pt x="60" y="121"/>
                      </a:lnTo>
                      <a:close/>
                      <a:moveTo>
                        <a:pt x="113" y="121"/>
                      </a:moveTo>
                      <a:lnTo>
                        <a:pt x="113" y="123"/>
                      </a:lnTo>
                      <a:lnTo>
                        <a:pt x="113" y="121"/>
                      </a:lnTo>
                      <a:lnTo>
                        <a:pt x="113" y="123"/>
                      </a:lnTo>
                      <a:lnTo>
                        <a:pt x="113" y="121"/>
                      </a:lnTo>
                      <a:lnTo>
                        <a:pt x="111" y="121"/>
                      </a:lnTo>
                      <a:lnTo>
                        <a:pt x="113" y="121"/>
                      </a:lnTo>
                      <a:close/>
                      <a:moveTo>
                        <a:pt x="109" y="121"/>
                      </a:moveTo>
                      <a:lnTo>
                        <a:pt x="108" y="121"/>
                      </a:lnTo>
                      <a:lnTo>
                        <a:pt x="109" y="121"/>
                      </a:lnTo>
                      <a:close/>
                      <a:moveTo>
                        <a:pt x="49" y="121"/>
                      </a:moveTo>
                      <a:lnTo>
                        <a:pt x="49" y="123"/>
                      </a:lnTo>
                      <a:lnTo>
                        <a:pt x="49" y="121"/>
                      </a:lnTo>
                      <a:close/>
                      <a:moveTo>
                        <a:pt x="46" y="121"/>
                      </a:moveTo>
                      <a:lnTo>
                        <a:pt x="47" y="121"/>
                      </a:lnTo>
                      <a:lnTo>
                        <a:pt x="46" y="121"/>
                      </a:lnTo>
                      <a:close/>
                      <a:moveTo>
                        <a:pt x="106" y="121"/>
                      </a:moveTo>
                      <a:lnTo>
                        <a:pt x="104" y="121"/>
                      </a:lnTo>
                      <a:lnTo>
                        <a:pt x="106" y="121"/>
                      </a:lnTo>
                      <a:close/>
                      <a:moveTo>
                        <a:pt x="88" y="121"/>
                      </a:moveTo>
                      <a:lnTo>
                        <a:pt x="86" y="121"/>
                      </a:lnTo>
                      <a:lnTo>
                        <a:pt x="88" y="121"/>
                      </a:lnTo>
                      <a:close/>
                      <a:moveTo>
                        <a:pt x="109" y="121"/>
                      </a:moveTo>
                      <a:lnTo>
                        <a:pt x="108" y="121"/>
                      </a:lnTo>
                      <a:lnTo>
                        <a:pt x="109" y="121"/>
                      </a:lnTo>
                      <a:close/>
                      <a:moveTo>
                        <a:pt x="58" y="121"/>
                      </a:moveTo>
                      <a:lnTo>
                        <a:pt x="57" y="121"/>
                      </a:lnTo>
                      <a:lnTo>
                        <a:pt x="58" y="121"/>
                      </a:lnTo>
                      <a:close/>
                      <a:moveTo>
                        <a:pt x="53" y="119"/>
                      </a:moveTo>
                      <a:lnTo>
                        <a:pt x="53" y="121"/>
                      </a:lnTo>
                      <a:lnTo>
                        <a:pt x="55" y="121"/>
                      </a:lnTo>
                      <a:lnTo>
                        <a:pt x="53" y="121"/>
                      </a:lnTo>
                      <a:lnTo>
                        <a:pt x="55" y="121"/>
                      </a:lnTo>
                      <a:lnTo>
                        <a:pt x="53" y="121"/>
                      </a:lnTo>
                      <a:lnTo>
                        <a:pt x="53" y="119"/>
                      </a:lnTo>
                      <a:close/>
                      <a:moveTo>
                        <a:pt x="46" y="121"/>
                      </a:moveTo>
                      <a:lnTo>
                        <a:pt x="44" y="121"/>
                      </a:lnTo>
                      <a:lnTo>
                        <a:pt x="46" y="121"/>
                      </a:lnTo>
                      <a:lnTo>
                        <a:pt x="46" y="119"/>
                      </a:lnTo>
                      <a:lnTo>
                        <a:pt x="46" y="121"/>
                      </a:lnTo>
                      <a:close/>
                      <a:moveTo>
                        <a:pt x="51" y="119"/>
                      </a:moveTo>
                      <a:lnTo>
                        <a:pt x="51" y="121"/>
                      </a:lnTo>
                      <a:lnTo>
                        <a:pt x="49" y="121"/>
                      </a:lnTo>
                      <a:lnTo>
                        <a:pt x="51" y="121"/>
                      </a:lnTo>
                      <a:lnTo>
                        <a:pt x="49" y="121"/>
                      </a:lnTo>
                      <a:lnTo>
                        <a:pt x="51" y="121"/>
                      </a:lnTo>
                      <a:lnTo>
                        <a:pt x="51" y="119"/>
                      </a:lnTo>
                      <a:close/>
                      <a:moveTo>
                        <a:pt x="142" y="121"/>
                      </a:moveTo>
                      <a:lnTo>
                        <a:pt x="142" y="119"/>
                      </a:lnTo>
                      <a:lnTo>
                        <a:pt x="142" y="121"/>
                      </a:lnTo>
                      <a:close/>
                      <a:moveTo>
                        <a:pt x="106" y="119"/>
                      </a:moveTo>
                      <a:lnTo>
                        <a:pt x="106" y="121"/>
                      </a:lnTo>
                      <a:lnTo>
                        <a:pt x="106" y="119"/>
                      </a:lnTo>
                      <a:lnTo>
                        <a:pt x="106" y="121"/>
                      </a:lnTo>
                      <a:lnTo>
                        <a:pt x="106" y="119"/>
                      </a:lnTo>
                      <a:close/>
                      <a:moveTo>
                        <a:pt x="51" y="119"/>
                      </a:moveTo>
                      <a:lnTo>
                        <a:pt x="51" y="121"/>
                      </a:lnTo>
                      <a:lnTo>
                        <a:pt x="51" y="119"/>
                      </a:lnTo>
                      <a:lnTo>
                        <a:pt x="51" y="121"/>
                      </a:lnTo>
                      <a:lnTo>
                        <a:pt x="53" y="121"/>
                      </a:lnTo>
                      <a:lnTo>
                        <a:pt x="53" y="123"/>
                      </a:lnTo>
                      <a:lnTo>
                        <a:pt x="51" y="123"/>
                      </a:lnTo>
                      <a:lnTo>
                        <a:pt x="51" y="121"/>
                      </a:lnTo>
                      <a:lnTo>
                        <a:pt x="51" y="119"/>
                      </a:lnTo>
                      <a:close/>
                      <a:moveTo>
                        <a:pt x="104" y="121"/>
                      </a:moveTo>
                      <a:lnTo>
                        <a:pt x="106" y="121"/>
                      </a:lnTo>
                      <a:lnTo>
                        <a:pt x="104" y="121"/>
                      </a:lnTo>
                      <a:lnTo>
                        <a:pt x="104" y="119"/>
                      </a:lnTo>
                      <a:lnTo>
                        <a:pt x="104" y="121"/>
                      </a:lnTo>
                      <a:close/>
                      <a:moveTo>
                        <a:pt x="106" y="119"/>
                      </a:moveTo>
                      <a:lnTo>
                        <a:pt x="106" y="121"/>
                      </a:lnTo>
                      <a:lnTo>
                        <a:pt x="106" y="119"/>
                      </a:lnTo>
                      <a:close/>
                      <a:moveTo>
                        <a:pt x="49" y="119"/>
                      </a:moveTo>
                      <a:lnTo>
                        <a:pt x="49" y="121"/>
                      </a:lnTo>
                      <a:lnTo>
                        <a:pt x="49" y="119"/>
                      </a:lnTo>
                      <a:lnTo>
                        <a:pt x="49" y="121"/>
                      </a:lnTo>
                      <a:lnTo>
                        <a:pt x="49" y="119"/>
                      </a:lnTo>
                      <a:close/>
                      <a:moveTo>
                        <a:pt x="131" y="119"/>
                      </a:moveTo>
                      <a:lnTo>
                        <a:pt x="131" y="121"/>
                      </a:lnTo>
                      <a:lnTo>
                        <a:pt x="131" y="119"/>
                      </a:lnTo>
                      <a:lnTo>
                        <a:pt x="133" y="119"/>
                      </a:lnTo>
                      <a:lnTo>
                        <a:pt x="131" y="121"/>
                      </a:lnTo>
                      <a:lnTo>
                        <a:pt x="133" y="121"/>
                      </a:lnTo>
                      <a:lnTo>
                        <a:pt x="131" y="121"/>
                      </a:lnTo>
                      <a:lnTo>
                        <a:pt x="130" y="121"/>
                      </a:lnTo>
                      <a:lnTo>
                        <a:pt x="131" y="121"/>
                      </a:lnTo>
                      <a:lnTo>
                        <a:pt x="130" y="121"/>
                      </a:lnTo>
                      <a:lnTo>
                        <a:pt x="130" y="119"/>
                      </a:lnTo>
                      <a:lnTo>
                        <a:pt x="131" y="119"/>
                      </a:lnTo>
                      <a:close/>
                      <a:moveTo>
                        <a:pt x="47" y="119"/>
                      </a:moveTo>
                      <a:lnTo>
                        <a:pt x="46" y="119"/>
                      </a:lnTo>
                      <a:lnTo>
                        <a:pt x="47" y="119"/>
                      </a:lnTo>
                      <a:close/>
                      <a:moveTo>
                        <a:pt x="57" y="119"/>
                      </a:moveTo>
                      <a:lnTo>
                        <a:pt x="58" y="119"/>
                      </a:lnTo>
                      <a:lnTo>
                        <a:pt x="57" y="119"/>
                      </a:lnTo>
                      <a:lnTo>
                        <a:pt x="57" y="121"/>
                      </a:lnTo>
                      <a:lnTo>
                        <a:pt x="55" y="121"/>
                      </a:lnTo>
                      <a:lnTo>
                        <a:pt x="55" y="119"/>
                      </a:lnTo>
                      <a:lnTo>
                        <a:pt x="57" y="119"/>
                      </a:lnTo>
                      <a:close/>
                      <a:moveTo>
                        <a:pt x="131" y="119"/>
                      </a:moveTo>
                      <a:lnTo>
                        <a:pt x="130" y="119"/>
                      </a:lnTo>
                      <a:lnTo>
                        <a:pt x="131" y="119"/>
                      </a:lnTo>
                      <a:lnTo>
                        <a:pt x="131" y="117"/>
                      </a:lnTo>
                      <a:lnTo>
                        <a:pt x="131" y="119"/>
                      </a:lnTo>
                      <a:close/>
                      <a:moveTo>
                        <a:pt x="53" y="119"/>
                      </a:moveTo>
                      <a:lnTo>
                        <a:pt x="53" y="117"/>
                      </a:lnTo>
                      <a:lnTo>
                        <a:pt x="53" y="119"/>
                      </a:lnTo>
                      <a:close/>
                      <a:moveTo>
                        <a:pt x="57" y="117"/>
                      </a:moveTo>
                      <a:lnTo>
                        <a:pt x="57" y="119"/>
                      </a:lnTo>
                      <a:lnTo>
                        <a:pt x="57" y="117"/>
                      </a:lnTo>
                      <a:lnTo>
                        <a:pt x="57" y="119"/>
                      </a:lnTo>
                      <a:lnTo>
                        <a:pt x="57" y="117"/>
                      </a:lnTo>
                      <a:close/>
                      <a:moveTo>
                        <a:pt x="27" y="119"/>
                      </a:moveTo>
                      <a:lnTo>
                        <a:pt x="27" y="117"/>
                      </a:lnTo>
                      <a:lnTo>
                        <a:pt x="29" y="117"/>
                      </a:lnTo>
                      <a:lnTo>
                        <a:pt x="29" y="119"/>
                      </a:lnTo>
                      <a:lnTo>
                        <a:pt x="27" y="119"/>
                      </a:lnTo>
                      <a:close/>
                      <a:moveTo>
                        <a:pt x="64" y="117"/>
                      </a:moveTo>
                      <a:lnTo>
                        <a:pt x="64" y="119"/>
                      </a:lnTo>
                      <a:lnTo>
                        <a:pt x="62" y="117"/>
                      </a:lnTo>
                      <a:lnTo>
                        <a:pt x="64" y="117"/>
                      </a:lnTo>
                      <a:close/>
                      <a:moveTo>
                        <a:pt x="55" y="117"/>
                      </a:moveTo>
                      <a:lnTo>
                        <a:pt x="57" y="117"/>
                      </a:lnTo>
                      <a:lnTo>
                        <a:pt x="55" y="117"/>
                      </a:lnTo>
                      <a:close/>
                      <a:moveTo>
                        <a:pt x="31" y="117"/>
                      </a:moveTo>
                      <a:lnTo>
                        <a:pt x="29" y="117"/>
                      </a:lnTo>
                      <a:lnTo>
                        <a:pt x="31" y="117"/>
                      </a:lnTo>
                      <a:lnTo>
                        <a:pt x="29" y="117"/>
                      </a:lnTo>
                      <a:lnTo>
                        <a:pt x="31" y="117"/>
                      </a:lnTo>
                      <a:lnTo>
                        <a:pt x="31" y="119"/>
                      </a:lnTo>
                      <a:lnTo>
                        <a:pt x="29" y="119"/>
                      </a:lnTo>
                      <a:lnTo>
                        <a:pt x="29" y="121"/>
                      </a:lnTo>
                      <a:lnTo>
                        <a:pt x="29" y="119"/>
                      </a:lnTo>
                      <a:lnTo>
                        <a:pt x="29" y="117"/>
                      </a:lnTo>
                      <a:lnTo>
                        <a:pt x="31" y="117"/>
                      </a:lnTo>
                      <a:close/>
                      <a:moveTo>
                        <a:pt x="57" y="117"/>
                      </a:moveTo>
                      <a:lnTo>
                        <a:pt x="58" y="117"/>
                      </a:lnTo>
                      <a:lnTo>
                        <a:pt x="57" y="117"/>
                      </a:lnTo>
                      <a:lnTo>
                        <a:pt x="58" y="117"/>
                      </a:lnTo>
                      <a:lnTo>
                        <a:pt x="57" y="117"/>
                      </a:lnTo>
                      <a:close/>
                      <a:moveTo>
                        <a:pt x="128" y="117"/>
                      </a:moveTo>
                      <a:lnTo>
                        <a:pt x="130" y="117"/>
                      </a:lnTo>
                      <a:lnTo>
                        <a:pt x="128" y="117"/>
                      </a:lnTo>
                      <a:close/>
                      <a:moveTo>
                        <a:pt x="55" y="117"/>
                      </a:moveTo>
                      <a:lnTo>
                        <a:pt x="53" y="117"/>
                      </a:lnTo>
                      <a:lnTo>
                        <a:pt x="55" y="117"/>
                      </a:lnTo>
                      <a:close/>
                      <a:moveTo>
                        <a:pt x="22" y="117"/>
                      </a:moveTo>
                      <a:lnTo>
                        <a:pt x="22" y="119"/>
                      </a:lnTo>
                      <a:lnTo>
                        <a:pt x="22" y="117"/>
                      </a:lnTo>
                      <a:lnTo>
                        <a:pt x="22" y="119"/>
                      </a:lnTo>
                      <a:lnTo>
                        <a:pt x="22" y="117"/>
                      </a:lnTo>
                      <a:close/>
                      <a:moveTo>
                        <a:pt x="111" y="117"/>
                      </a:moveTo>
                      <a:lnTo>
                        <a:pt x="113" y="117"/>
                      </a:lnTo>
                      <a:lnTo>
                        <a:pt x="111" y="117"/>
                      </a:lnTo>
                      <a:lnTo>
                        <a:pt x="113" y="117"/>
                      </a:lnTo>
                      <a:lnTo>
                        <a:pt x="111" y="117"/>
                      </a:lnTo>
                      <a:close/>
                      <a:moveTo>
                        <a:pt x="115" y="117"/>
                      </a:moveTo>
                      <a:lnTo>
                        <a:pt x="113" y="117"/>
                      </a:lnTo>
                      <a:lnTo>
                        <a:pt x="115" y="117"/>
                      </a:lnTo>
                      <a:lnTo>
                        <a:pt x="113" y="117"/>
                      </a:lnTo>
                      <a:lnTo>
                        <a:pt x="115" y="117"/>
                      </a:lnTo>
                      <a:lnTo>
                        <a:pt x="113" y="117"/>
                      </a:lnTo>
                      <a:lnTo>
                        <a:pt x="115" y="119"/>
                      </a:lnTo>
                      <a:lnTo>
                        <a:pt x="115" y="121"/>
                      </a:lnTo>
                      <a:lnTo>
                        <a:pt x="115" y="119"/>
                      </a:lnTo>
                      <a:lnTo>
                        <a:pt x="115" y="121"/>
                      </a:lnTo>
                      <a:lnTo>
                        <a:pt x="113" y="121"/>
                      </a:lnTo>
                      <a:lnTo>
                        <a:pt x="111" y="121"/>
                      </a:lnTo>
                      <a:lnTo>
                        <a:pt x="111" y="119"/>
                      </a:lnTo>
                      <a:lnTo>
                        <a:pt x="113" y="119"/>
                      </a:lnTo>
                      <a:lnTo>
                        <a:pt x="113" y="117"/>
                      </a:lnTo>
                      <a:lnTo>
                        <a:pt x="113" y="115"/>
                      </a:lnTo>
                      <a:lnTo>
                        <a:pt x="113" y="117"/>
                      </a:lnTo>
                      <a:lnTo>
                        <a:pt x="115" y="117"/>
                      </a:lnTo>
                      <a:close/>
                      <a:moveTo>
                        <a:pt x="137" y="117"/>
                      </a:moveTo>
                      <a:lnTo>
                        <a:pt x="137" y="115"/>
                      </a:lnTo>
                      <a:lnTo>
                        <a:pt x="137" y="117"/>
                      </a:lnTo>
                      <a:close/>
                      <a:moveTo>
                        <a:pt x="141" y="117"/>
                      </a:moveTo>
                      <a:lnTo>
                        <a:pt x="141" y="115"/>
                      </a:lnTo>
                      <a:lnTo>
                        <a:pt x="141" y="117"/>
                      </a:lnTo>
                      <a:close/>
                      <a:moveTo>
                        <a:pt x="139" y="117"/>
                      </a:moveTo>
                      <a:lnTo>
                        <a:pt x="139" y="115"/>
                      </a:lnTo>
                      <a:lnTo>
                        <a:pt x="139" y="117"/>
                      </a:lnTo>
                      <a:close/>
                      <a:moveTo>
                        <a:pt x="49" y="117"/>
                      </a:moveTo>
                      <a:lnTo>
                        <a:pt x="51" y="117"/>
                      </a:lnTo>
                      <a:lnTo>
                        <a:pt x="49" y="119"/>
                      </a:lnTo>
                      <a:lnTo>
                        <a:pt x="47" y="119"/>
                      </a:lnTo>
                      <a:lnTo>
                        <a:pt x="47" y="117"/>
                      </a:lnTo>
                      <a:lnTo>
                        <a:pt x="49" y="117"/>
                      </a:lnTo>
                      <a:lnTo>
                        <a:pt x="49" y="115"/>
                      </a:lnTo>
                      <a:lnTo>
                        <a:pt x="49" y="117"/>
                      </a:lnTo>
                      <a:close/>
                      <a:moveTo>
                        <a:pt x="137" y="115"/>
                      </a:moveTo>
                      <a:lnTo>
                        <a:pt x="137" y="117"/>
                      </a:lnTo>
                      <a:lnTo>
                        <a:pt x="137" y="115"/>
                      </a:lnTo>
                      <a:close/>
                      <a:moveTo>
                        <a:pt x="31" y="115"/>
                      </a:moveTo>
                      <a:lnTo>
                        <a:pt x="31" y="117"/>
                      </a:lnTo>
                      <a:lnTo>
                        <a:pt x="31" y="115"/>
                      </a:lnTo>
                      <a:lnTo>
                        <a:pt x="31" y="117"/>
                      </a:lnTo>
                      <a:lnTo>
                        <a:pt x="31" y="115"/>
                      </a:lnTo>
                      <a:close/>
                      <a:moveTo>
                        <a:pt x="141" y="115"/>
                      </a:moveTo>
                      <a:lnTo>
                        <a:pt x="141" y="117"/>
                      </a:lnTo>
                      <a:lnTo>
                        <a:pt x="139" y="115"/>
                      </a:lnTo>
                      <a:lnTo>
                        <a:pt x="141" y="115"/>
                      </a:lnTo>
                      <a:close/>
                      <a:moveTo>
                        <a:pt x="31" y="115"/>
                      </a:moveTo>
                      <a:lnTo>
                        <a:pt x="29" y="115"/>
                      </a:lnTo>
                      <a:lnTo>
                        <a:pt x="31" y="115"/>
                      </a:lnTo>
                      <a:close/>
                      <a:moveTo>
                        <a:pt x="133" y="115"/>
                      </a:moveTo>
                      <a:lnTo>
                        <a:pt x="131" y="115"/>
                      </a:lnTo>
                      <a:lnTo>
                        <a:pt x="133" y="115"/>
                      </a:lnTo>
                      <a:lnTo>
                        <a:pt x="131" y="115"/>
                      </a:lnTo>
                      <a:lnTo>
                        <a:pt x="133" y="115"/>
                      </a:lnTo>
                      <a:close/>
                      <a:moveTo>
                        <a:pt x="141" y="115"/>
                      </a:moveTo>
                      <a:lnTo>
                        <a:pt x="142" y="115"/>
                      </a:lnTo>
                      <a:lnTo>
                        <a:pt x="141" y="115"/>
                      </a:lnTo>
                      <a:close/>
                      <a:moveTo>
                        <a:pt x="53" y="115"/>
                      </a:moveTo>
                      <a:lnTo>
                        <a:pt x="51" y="115"/>
                      </a:lnTo>
                      <a:lnTo>
                        <a:pt x="53" y="115"/>
                      </a:lnTo>
                      <a:close/>
                      <a:moveTo>
                        <a:pt x="49" y="115"/>
                      </a:moveTo>
                      <a:lnTo>
                        <a:pt x="51" y="115"/>
                      </a:lnTo>
                      <a:lnTo>
                        <a:pt x="49" y="115"/>
                      </a:lnTo>
                      <a:close/>
                      <a:moveTo>
                        <a:pt x="55" y="115"/>
                      </a:moveTo>
                      <a:lnTo>
                        <a:pt x="57" y="115"/>
                      </a:lnTo>
                      <a:lnTo>
                        <a:pt x="57" y="117"/>
                      </a:lnTo>
                      <a:lnTo>
                        <a:pt x="55" y="117"/>
                      </a:lnTo>
                      <a:lnTo>
                        <a:pt x="55" y="115"/>
                      </a:lnTo>
                      <a:lnTo>
                        <a:pt x="53" y="115"/>
                      </a:lnTo>
                      <a:lnTo>
                        <a:pt x="55" y="115"/>
                      </a:lnTo>
                      <a:close/>
                      <a:moveTo>
                        <a:pt x="51" y="115"/>
                      </a:moveTo>
                      <a:lnTo>
                        <a:pt x="51" y="113"/>
                      </a:lnTo>
                      <a:lnTo>
                        <a:pt x="51" y="115"/>
                      </a:lnTo>
                      <a:close/>
                      <a:moveTo>
                        <a:pt x="62" y="115"/>
                      </a:moveTo>
                      <a:lnTo>
                        <a:pt x="60" y="115"/>
                      </a:lnTo>
                      <a:lnTo>
                        <a:pt x="60" y="113"/>
                      </a:lnTo>
                      <a:lnTo>
                        <a:pt x="62" y="113"/>
                      </a:lnTo>
                      <a:lnTo>
                        <a:pt x="62" y="115"/>
                      </a:lnTo>
                      <a:close/>
                      <a:moveTo>
                        <a:pt x="64" y="115"/>
                      </a:moveTo>
                      <a:lnTo>
                        <a:pt x="64" y="113"/>
                      </a:lnTo>
                      <a:lnTo>
                        <a:pt x="64" y="115"/>
                      </a:lnTo>
                      <a:close/>
                      <a:moveTo>
                        <a:pt x="102" y="113"/>
                      </a:moveTo>
                      <a:lnTo>
                        <a:pt x="102" y="115"/>
                      </a:lnTo>
                      <a:lnTo>
                        <a:pt x="100" y="115"/>
                      </a:lnTo>
                      <a:lnTo>
                        <a:pt x="100" y="113"/>
                      </a:lnTo>
                      <a:lnTo>
                        <a:pt x="102" y="113"/>
                      </a:lnTo>
                      <a:close/>
                      <a:moveTo>
                        <a:pt x="135" y="113"/>
                      </a:moveTo>
                      <a:lnTo>
                        <a:pt x="135" y="115"/>
                      </a:lnTo>
                      <a:lnTo>
                        <a:pt x="135" y="113"/>
                      </a:lnTo>
                      <a:close/>
                      <a:moveTo>
                        <a:pt x="62" y="113"/>
                      </a:moveTo>
                      <a:lnTo>
                        <a:pt x="62" y="115"/>
                      </a:lnTo>
                      <a:lnTo>
                        <a:pt x="62" y="113"/>
                      </a:lnTo>
                      <a:lnTo>
                        <a:pt x="62" y="115"/>
                      </a:lnTo>
                      <a:lnTo>
                        <a:pt x="62" y="113"/>
                      </a:lnTo>
                      <a:close/>
                      <a:moveTo>
                        <a:pt x="55" y="113"/>
                      </a:moveTo>
                      <a:lnTo>
                        <a:pt x="57" y="113"/>
                      </a:lnTo>
                      <a:lnTo>
                        <a:pt x="55" y="113"/>
                      </a:lnTo>
                      <a:lnTo>
                        <a:pt x="57" y="113"/>
                      </a:lnTo>
                      <a:lnTo>
                        <a:pt x="57" y="115"/>
                      </a:lnTo>
                      <a:lnTo>
                        <a:pt x="55" y="115"/>
                      </a:lnTo>
                      <a:lnTo>
                        <a:pt x="55" y="113"/>
                      </a:lnTo>
                      <a:lnTo>
                        <a:pt x="53" y="113"/>
                      </a:lnTo>
                      <a:lnTo>
                        <a:pt x="55" y="113"/>
                      </a:lnTo>
                      <a:close/>
                      <a:moveTo>
                        <a:pt x="102" y="113"/>
                      </a:moveTo>
                      <a:lnTo>
                        <a:pt x="102" y="115"/>
                      </a:lnTo>
                      <a:lnTo>
                        <a:pt x="102" y="113"/>
                      </a:lnTo>
                      <a:close/>
                      <a:moveTo>
                        <a:pt x="51" y="113"/>
                      </a:moveTo>
                      <a:lnTo>
                        <a:pt x="51" y="115"/>
                      </a:lnTo>
                      <a:lnTo>
                        <a:pt x="49" y="115"/>
                      </a:lnTo>
                      <a:lnTo>
                        <a:pt x="47" y="115"/>
                      </a:lnTo>
                      <a:lnTo>
                        <a:pt x="49" y="115"/>
                      </a:lnTo>
                      <a:lnTo>
                        <a:pt x="47" y="115"/>
                      </a:lnTo>
                      <a:lnTo>
                        <a:pt x="47" y="117"/>
                      </a:lnTo>
                      <a:lnTo>
                        <a:pt x="49" y="117"/>
                      </a:lnTo>
                      <a:lnTo>
                        <a:pt x="47" y="117"/>
                      </a:lnTo>
                      <a:lnTo>
                        <a:pt x="47" y="115"/>
                      </a:lnTo>
                      <a:lnTo>
                        <a:pt x="46" y="115"/>
                      </a:lnTo>
                      <a:lnTo>
                        <a:pt x="47" y="115"/>
                      </a:lnTo>
                      <a:lnTo>
                        <a:pt x="46" y="115"/>
                      </a:lnTo>
                      <a:lnTo>
                        <a:pt x="47" y="115"/>
                      </a:lnTo>
                      <a:lnTo>
                        <a:pt x="47" y="113"/>
                      </a:lnTo>
                      <a:lnTo>
                        <a:pt x="47" y="115"/>
                      </a:lnTo>
                      <a:lnTo>
                        <a:pt x="47" y="113"/>
                      </a:lnTo>
                      <a:lnTo>
                        <a:pt x="47" y="115"/>
                      </a:lnTo>
                      <a:lnTo>
                        <a:pt x="49" y="113"/>
                      </a:lnTo>
                      <a:lnTo>
                        <a:pt x="51" y="113"/>
                      </a:lnTo>
                      <a:close/>
                      <a:moveTo>
                        <a:pt x="57" y="113"/>
                      </a:moveTo>
                      <a:lnTo>
                        <a:pt x="55" y="113"/>
                      </a:lnTo>
                      <a:lnTo>
                        <a:pt x="57" y="113"/>
                      </a:lnTo>
                      <a:close/>
                      <a:moveTo>
                        <a:pt x="139" y="113"/>
                      </a:moveTo>
                      <a:lnTo>
                        <a:pt x="141" y="113"/>
                      </a:lnTo>
                      <a:lnTo>
                        <a:pt x="139" y="113"/>
                      </a:lnTo>
                      <a:lnTo>
                        <a:pt x="141" y="113"/>
                      </a:lnTo>
                      <a:lnTo>
                        <a:pt x="141" y="115"/>
                      </a:lnTo>
                      <a:lnTo>
                        <a:pt x="141" y="113"/>
                      </a:lnTo>
                      <a:lnTo>
                        <a:pt x="141" y="115"/>
                      </a:lnTo>
                      <a:lnTo>
                        <a:pt x="139" y="115"/>
                      </a:lnTo>
                      <a:lnTo>
                        <a:pt x="139" y="113"/>
                      </a:lnTo>
                      <a:lnTo>
                        <a:pt x="139" y="115"/>
                      </a:lnTo>
                      <a:lnTo>
                        <a:pt x="139" y="113"/>
                      </a:lnTo>
                      <a:close/>
                      <a:moveTo>
                        <a:pt x="141" y="113"/>
                      </a:moveTo>
                      <a:lnTo>
                        <a:pt x="142" y="113"/>
                      </a:lnTo>
                      <a:lnTo>
                        <a:pt x="141" y="113"/>
                      </a:lnTo>
                      <a:close/>
                      <a:moveTo>
                        <a:pt x="53" y="113"/>
                      </a:moveTo>
                      <a:lnTo>
                        <a:pt x="51" y="113"/>
                      </a:lnTo>
                      <a:lnTo>
                        <a:pt x="53" y="113"/>
                      </a:lnTo>
                      <a:close/>
                      <a:moveTo>
                        <a:pt x="139" y="112"/>
                      </a:moveTo>
                      <a:lnTo>
                        <a:pt x="139" y="113"/>
                      </a:lnTo>
                      <a:lnTo>
                        <a:pt x="139" y="112"/>
                      </a:lnTo>
                      <a:close/>
                      <a:moveTo>
                        <a:pt x="128" y="113"/>
                      </a:moveTo>
                      <a:lnTo>
                        <a:pt x="126" y="113"/>
                      </a:lnTo>
                      <a:lnTo>
                        <a:pt x="126" y="112"/>
                      </a:lnTo>
                      <a:lnTo>
                        <a:pt x="128" y="112"/>
                      </a:lnTo>
                      <a:lnTo>
                        <a:pt x="128" y="113"/>
                      </a:lnTo>
                      <a:close/>
                      <a:moveTo>
                        <a:pt x="131" y="112"/>
                      </a:moveTo>
                      <a:lnTo>
                        <a:pt x="131" y="113"/>
                      </a:lnTo>
                      <a:lnTo>
                        <a:pt x="131" y="112"/>
                      </a:lnTo>
                      <a:lnTo>
                        <a:pt x="131" y="113"/>
                      </a:lnTo>
                      <a:lnTo>
                        <a:pt x="130" y="113"/>
                      </a:lnTo>
                      <a:lnTo>
                        <a:pt x="130" y="112"/>
                      </a:lnTo>
                      <a:lnTo>
                        <a:pt x="131" y="112"/>
                      </a:lnTo>
                      <a:close/>
                      <a:moveTo>
                        <a:pt x="130" y="112"/>
                      </a:moveTo>
                      <a:lnTo>
                        <a:pt x="130" y="113"/>
                      </a:lnTo>
                      <a:lnTo>
                        <a:pt x="128" y="113"/>
                      </a:lnTo>
                      <a:lnTo>
                        <a:pt x="128" y="112"/>
                      </a:lnTo>
                      <a:lnTo>
                        <a:pt x="130" y="112"/>
                      </a:lnTo>
                      <a:close/>
                      <a:moveTo>
                        <a:pt x="55" y="112"/>
                      </a:moveTo>
                      <a:lnTo>
                        <a:pt x="57" y="112"/>
                      </a:lnTo>
                      <a:lnTo>
                        <a:pt x="55" y="112"/>
                      </a:lnTo>
                      <a:lnTo>
                        <a:pt x="57" y="112"/>
                      </a:lnTo>
                      <a:lnTo>
                        <a:pt x="55" y="112"/>
                      </a:lnTo>
                      <a:lnTo>
                        <a:pt x="57" y="112"/>
                      </a:lnTo>
                      <a:lnTo>
                        <a:pt x="55" y="112"/>
                      </a:lnTo>
                      <a:lnTo>
                        <a:pt x="55" y="113"/>
                      </a:lnTo>
                      <a:lnTo>
                        <a:pt x="55" y="112"/>
                      </a:lnTo>
                      <a:lnTo>
                        <a:pt x="55" y="113"/>
                      </a:lnTo>
                      <a:lnTo>
                        <a:pt x="53" y="113"/>
                      </a:lnTo>
                      <a:lnTo>
                        <a:pt x="55" y="113"/>
                      </a:lnTo>
                      <a:lnTo>
                        <a:pt x="53" y="113"/>
                      </a:lnTo>
                      <a:lnTo>
                        <a:pt x="53" y="112"/>
                      </a:lnTo>
                      <a:lnTo>
                        <a:pt x="55" y="112"/>
                      </a:lnTo>
                      <a:close/>
                      <a:moveTo>
                        <a:pt x="108" y="112"/>
                      </a:moveTo>
                      <a:lnTo>
                        <a:pt x="109" y="112"/>
                      </a:lnTo>
                      <a:lnTo>
                        <a:pt x="108" y="112"/>
                      </a:lnTo>
                      <a:close/>
                      <a:moveTo>
                        <a:pt x="113" y="110"/>
                      </a:moveTo>
                      <a:lnTo>
                        <a:pt x="113" y="112"/>
                      </a:lnTo>
                      <a:lnTo>
                        <a:pt x="111" y="112"/>
                      </a:lnTo>
                      <a:lnTo>
                        <a:pt x="111" y="110"/>
                      </a:lnTo>
                      <a:lnTo>
                        <a:pt x="113" y="110"/>
                      </a:lnTo>
                      <a:close/>
                      <a:moveTo>
                        <a:pt x="57" y="110"/>
                      </a:moveTo>
                      <a:lnTo>
                        <a:pt x="57" y="112"/>
                      </a:lnTo>
                      <a:lnTo>
                        <a:pt x="57" y="110"/>
                      </a:lnTo>
                      <a:close/>
                      <a:moveTo>
                        <a:pt x="64" y="110"/>
                      </a:moveTo>
                      <a:lnTo>
                        <a:pt x="62" y="110"/>
                      </a:lnTo>
                      <a:lnTo>
                        <a:pt x="64" y="110"/>
                      </a:lnTo>
                      <a:close/>
                      <a:moveTo>
                        <a:pt x="62" y="110"/>
                      </a:moveTo>
                      <a:lnTo>
                        <a:pt x="64" y="110"/>
                      </a:lnTo>
                      <a:lnTo>
                        <a:pt x="62" y="110"/>
                      </a:lnTo>
                      <a:lnTo>
                        <a:pt x="62" y="112"/>
                      </a:lnTo>
                      <a:lnTo>
                        <a:pt x="64" y="112"/>
                      </a:lnTo>
                      <a:lnTo>
                        <a:pt x="64" y="113"/>
                      </a:lnTo>
                      <a:lnTo>
                        <a:pt x="62" y="113"/>
                      </a:lnTo>
                      <a:lnTo>
                        <a:pt x="62" y="112"/>
                      </a:lnTo>
                      <a:lnTo>
                        <a:pt x="60" y="112"/>
                      </a:lnTo>
                      <a:lnTo>
                        <a:pt x="58" y="112"/>
                      </a:lnTo>
                      <a:lnTo>
                        <a:pt x="60" y="112"/>
                      </a:lnTo>
                      <a:lnTo>
                        <a:pt x="60" y="110"/>
                      </a:lnTo>
                      <a:lnTo>
                        <a:pt x="60" y="112"/>
                      </a:lnTo>
                      <a:lnTo>
                        <a:pt x="62" y="112"/>
                      </a:lnTo>
                      <a:lnTo>
                        <a:pt x="62" y="110"/>
                      </a:lnTo>
                      <a:lnTo>
                        <a:pt x="60" y="110"/>
                      </a:lnTo>
                      <a:lnTo>
                        <a:pt x="62" y="110"/>
                      </a:lnTo>
                      <a:close/>
                      <a:moveTo>
                        <a:pt x="122" y="110"/>
                      </a:moveTo>
                      <a:lnTo>
                        <a:pt x="122" y="112"/>
                      </a:lnTo>
                      <a:lnTo>
                        <a:pt x="122" y="110"/>
                      </a:lnTo>
                      <a:lnTo>
                        <a:pt x="124" y="110"/>
                      </a:lnTo>
                      <a:lnTo>
                        <a:pt x="124" y="112"/>
                      </a:lnTo>
                      <a:lnTo>
                        <a:pt x="124" y="110"/>
                      </a:lnTo>
                      <a:lnTo>
                        <a:pt x="124" y="112"/>
                      </a:lnTo>
                      <a:lnTo>
                        <a:pt x="126" y="112"/>
                      </a:lnTo>
                      <a:lnTo>
                        <a:pt x="126" y="113"/>
                      </a:lnTo>
                      <a:lnTo>
                        <a:pt x="124" y="113"/>
                      </a:lnTo>
                      <a:lnTo>
                        <a:pt x="124" y="112"/>
                      </a:lnTo>
                      <a:lnTo>
                        <a:pt x="124" y="113"/>
                      </a:lnTo>
                      <a:lnTo>
                        <a:pt x="124" y="112"/>
                      </a:lnTo>
                      <a:lnTo>
                        <a:pt x="122" y="112"/>
                      </a:lnTo>
                      <a:lnTo>
                        <a:pt x="120" y="112"/>
                      </a:lnTo>
                      <a:lnTo>
                        <a:pt x="120" y="110"/>
                      </a:lnTo>
                      <a:lnTo>
                        <a:pt x="122" y="110"/>
                      </a:lnTo>
                      <a:close/>
                      <a:moveTo>
                        <a:pt x="58" y="110"/>
                      </a:moveTo>
                      <a:lnTo>
                        <a:pt x="57" y="110"/>
                      </a:lnTo>
                      <a:lnTo>
                        <a:pt x="58" y="108"/>
                      </a:lnTo>
                      <a:lnTo>
                        <a:pt x="58" y="110"/>
                      </a:lnTo>
                      <a:close/>
                      <a:moveTo>
                        <a:pt x="58" y="108"/>
                      </a:moveTo>
                      <a:lnTo>
                        <a:pt x="58" y="110"/>
                      </a:lnTo>
                      <a:lnTo>
                        <a:pt x="58" y="108"/>
                      </a:lnTo>
                      <a:lnTo>
                        <a:pt x="60" y="110"/>
                      </a:lnTo>
                      <a:lnTo>
                        <a:pt x="60" y="108"/>
                      </a:lnTo>
                      <a:lnTo>
                        <a:pt x="60" y="110"/>
                      </a:lnTo>
                      <a:lnTo>
                        <a:pt x="58" y="110"/>
                      </a:lnTo>
                      <a:lnTo>
                        <a:pt x="58" y="108"/>
                      </a:lnTo>
                      <a:close/>
                      <a:moveTo>
                        <a:pt x="53" y="110"/>
                      </a:moveTo>
                      <a:lnTo>
                        <a:pt x="53" y="108"/>
                      </a:lnTo>
                      <a:lnTo>
                        <a:pt x="53" y="110"/>
                      </a:lnTo>
                      <a:lnTo>
                        <a:pt x="55" y="110"/>
                      </a:lnTo>
                      <a:lnTo>
                        <a:pt x="53" y="110"/>
                      </a:lnTo>
                      <a:lnTo>
                        <a:pt x="55" y="110"/>
                      </a:lnTo>
                      <a:lnTo>
                        <a:pt x="53" y="112"/>
                      </a:lnTo>
                      <a:lnTo>
                        <a:pt x="53" y="110"/>
                      </a:lnTo>
                      <a:lnTo>
                        <a:pt x="53" y="112"/>
                      </a:lnTo>
                      <a:lnTo>
                        <a:pt x="51" y="112"/>
                      </a:lnTo>
                      <a:lnTo>
                        <a:pt x="53" y="112"/>
                      </a:lnTo>
                      <a:lnTo>
                        <a:pt x="51" y="112"/>
                      </a:lnTo>
                      <a:lnTo>
                        <a:pt x="53" y="112"/>
                      </a:lnTo>
                      <a:lnTo>
                        <a:pt x="51" y="112"/>
                      </a:lnTo>
                      <a:lnTo>
                        <a:pt x="49" y="112"/>
                      </a:lnTo>
                      <a:lnTo>
                        <a:pt x="51" y="112"/>
                      </a:lnTo>
                      <a:lnTo>
                        <a:pt x="51" y="110"/>
                      </a:lnTo>
                      <a:lnTo>
                        <a:pt x="53" y="110"/>
                      </a:lnTo>
                      <a:lnTo>
                        <a:pt x="51" y="110"/>
                      </a:lnTo>
                      <a:lnTo>
                        <a:pt x="53" y="110"/>
                      </a:lnTo>
                      <a:lnTo>
                        <a:pt x="53" y="108"/>
                      </a:lnTo>
                      <a:lnTo>
                        <a:pt x="53" y="110"/>
                      </a:lnTo>
                      <a:close/>
                      <a:moveTo>
                        <a:pt x="119" y="108"/>
                      </a:moveTo>
                      <a:lnTo>
                        <a:pt x="119" y="110"/>
                      </a:lnTo>
                      <a:lnTo>
                        <a:pt x="119" y="112"/>
                      </a:lnTo>
                      <a:lnTo>
                        <a:pt x="119" y="110"/>
                      </a:lnTo>
                      <a:lnTo>
                        <a:pt x="119" y="112"/>
                      </a:lnTo>
                      <a:lnTo>
                        <a:pt x="119" y="113"/>
                      </a:lnTo>
                      <a:lnTo>
                        <a:pt x="120" y="112"/>
                      </a:lnTo>
                      <a:lnTo>
                        <a:pt x="120" y="113"/>
                      </a:lnTo>
                      <a:lnTo>
                        <a:pt x="122" y="113"/>
                      </a:lnTo>
                      <a:lnTo>
                        <a:pt x="122" y="112"/>
                      </a:lnTo>
                      <a:lnTo>
                        <a:pt x="122" y="113"/>
                      </a:lnTo>
                      <a:lnTo>
                        <a:pt x="122" y="112"/>
                      </a:lnTo>
                      <a:lnTo>
                        <a:pt x="124" y="113"/>
                      </a:lnTo>
                      <a:lnTo>
                        <a:pt x="124" y="115"/>
                      </a:lnTo>
                      <a:lnTo>
                        <a:pt x="124" y="117"/>
                      </a:lnTo>
                      <a:lnTo>
                        <a:pt x="122" y="117"/>
                      </a:lnTo>
                      <a:lnTo>
                        <a:pt x="120" y="117"/>
                      </a:lnTo>
                      <a:lnTo>
                        <a:pt x="120" y="115"/>
                      </a:lnTo>
                      <a:lnTo>
                        <a:pt x="120" y="117"/>
                      </a:lnTo>
                      <a:lnTo>
                        <a:pt x="120" y="115"/>
                      </a:lnTo>
                      <a:lnTo>
                        <a:pt x="119" y="115"/>
                      </a:lnTo>
                      <a:lnTo>
                        <a:pt x="119" y="117"/>
                      </a:lnTo>
                      <a:lnTo>
                        <a:pt x="117" y="117"/>
                      </a:lnTo>
                      <a:lnTo>
                        <a:pt x="117" y="115"/>
                      </a:lnTo>
                      <a:lnTo>
                        <a:pt x="117" y="113"/>
                      </a:lnTo>
                      <a:lnTo>
                        <a:pt x="115" y="113"/>
                      </a:lnTo>
                      <a:lnTo>
                        <a:pt x="115" y="112"/>
                      </a:lnTo>
                      <a:lnTo>
                        <a:pt x="117" y="112"/>
                      </a:lnTo>
                      <a:lnTo>
                        <a:pt x="115" y="112"/>
                      </a:lnTo>
                      <a:lnTo>
                        <a:pt x="115" y="110"/>
                      </a:lnTo>
                      <a:lnTo>
                        <a:pt x="117" y="110"/>
                      </a:lnTo>
                      <a:lnTo>
                        <a:pt x="115" y="110"/>
                      </a:lnTo>
                      <a:lnTo>
                        <a:pt x="117" y="110"/>
                      </a:lnTo>
                      <a:lnTo>
                        <a:pt x="115" y="110"/>
                      </a:lnTo>
                      <a:lnTo>
                        <a:pt x="117" y="110"/>
                      </a:lnTo>
                      <a:lnTo>
                        <a:pt x="117" y="108"/>
                      </a:lnTo>
                      <a:lnTo>
                        <a:pt x="119" y="108"/>
                      </a:lnTo>
                      <a:close/>
                      <a:moveTo>
                        <a:pt x="58" y="108"/>
                      </a:moveTo>
                      <a:lnTo>
                        <a:pt x="57" y="108"/>
                      </a:lnTo>
                      <a:lnTo>
                        <a:pt x="58" y="108"/>
                      </a:lnTo>
                      <a:close/>
                      <a:moveTo>
                        <a:pt x="113" y="110"/>
                      </a:moveTo>
                      <a:lnTo>
                        <a:pt x="115" y="110"/>
                      </a:lnTo>
                      <a:lnTo>
                        <a:pt x="113" y="110"/>
                      </a:lnTo>
                      <a:lnTo>
                        <a:pt x="115" y="110"/>
                      </a:lnTo>
                      <a:lnTo>
                        <a:pt x="113" y="110"/>
                      </a:lnTo>
                      <a:lnTo>
                        <a:pt x="115" y="110"/>
                      </a:lnTo>
                      <a:lnTo>
                        <a:pt x="113" y="110"/>
                      </a:lnTo>
                      <a:lnTo>
                        <a:pt x="111" y="110"/>
                      </a:lnTo>
                      <a:lnTo>
                        <a:pt x="111" y="108"/>
                      </a:lnTo>
                      <a:lnTo>
                        <a:pt x="113" y="108"/>
                      </a:lnTo>
                      <a:lnTo>
                        <a:pt x="113" y="110"/>
                      </a:lnTo>
                      <a:close/>
                      <a:moveTo>
                        <a:pt x="58" y="108"/>
                      </a:moveTo>
                      <a:lnTo>
                        <a:pt x="60" y="108"/>
                      </a:lnTo>
                      <a:lnTo>
                        <a:pt x="58" y="108"/>
                      </a:lnTo>
                      <a:close/>
                      <a:moveTo>
                        <a:pt x="113" y="110"/>
                      </a:moveTo>
                      <a:lnTo>
                        <a:pt x="113" y="108"/>
                      </a:lnTo>
                      <a:lnTo>
                        <a:pt x="113" y="110"/>
                      </a:lnTo>
                      <a:close/>
                      <a:moveTo>
                        <a:pt x="60" y="108"/>
                      </a:moveTo>
                      <a:lnTo>
                        <a:pt x="62" y="108"/>
                      </a:lnTo>
                      <a:lnTo>
                        <a:pt x="60" y="108"/>
                      </a:lnTo>
                      <a:lnTo>
                        <a:pt x="60" y="110"/>
                      </a:lnTo>
                      <a:lnTo>
                        <a:pt x="60" y="108"/>
                      </a:lnTo>
                      <a:lnTo>
                        <a:pt x="60" y="110"/>
                      </a:lnTo>
                      <a:lnTo>
                        <a:pt x="60" y="108"/>
                      </a:lnTo>
                      <a:lnTo>
                        <a:pt x="60" y="110"/>
                      </a:lnTo>
                      <a:lnTo>
                        <a:pt x="60" y="108"/>
                      </a:lnTo>
                      <a:close/>
                      <a:moveTo>
                        <a:pt x="141" y="108"/>
                      </a:moveTo>
                      <a:lnTo>
                        <a:pt x="141" y="110"/>
                      </a:lnTo>
                      <a:lnTo>
                        <a:pt x="141" y="108"/>
                      </a:lnTo>
                      <a:close/>
                      <a:moveTo>
                        <a:pt x="120" y="108"/>
                      </a:moveTo>
                      <a:lnTo>
                        <a:pt x="122" y="108"/>
                      </a:lnTo>
                      <a:lnTo>
                        <a:pt x="120" y="108"/>
                      </a:lnTo>
                      <a:lnTo>
                        <a:pt x="122" y="108"/>
                      </a:lnTo>
                      <a:lnTo>
                        <a:pt x="120" y="108"/>
                      </a:lnTo>
                      <a:close/>
                      <a:moveTo>
                        <a:pt x="55" y="106"/>
                      </a:moveTo>
                      <a:lnTo>
                        <a:pt x="57" y="106"/>
                      </a:lnTo>
                      <a:lnTo>
                        <a:pt x="57" y="108"/>
                      </a:lnTo>
                      <a:lnTo>
                        <a:pt x="55" y="108"/>
                      </a:lnTo>
                      <a:lnTo>
                        <a:pt x="57" y="108"/>
                      </a:lnTo>
                      <a:lnTo>
                        <a:pt x="55" y="108"/>
                      </a:lnTo>
                      <a:lnTo>
                        <a:pt x="57" y="108"/>
                      </a:lnTo>
                      <a:lnTo>
                        <a:pt x="55" y="108"/>
                      </a:lnTo>
                      <a:lnTo>
                        <a:pt x="55" y="106"/>
                      </a:lnTo>
                      <a:close/>
                      <a:moveTo>
                        <a:pt x="60" y="108"/>
                      </a:moveTo>
                      <a:lnTo>
                        <a:pt x="58" y="108"/>
                      </a:lnTo>
                      <a:lnTo>
                        <a:pt x="60" y="108"/>
                      </a:lnTo>
                      <a:lnTo>
                        <a:pt x="60" y="106"/>
                      </a:lnTo>
                      <a:lnTo>
                        <a:pt x="58" y="106"/>
                      </a:lnTo>
                      <a:lnTo>
                        <a:pt x="60" y="106"/>
                      </a:lnTo>
                      <a:lnTo>
                        <a:pt x="60" y="108"/>
                      </a:lnTo>
                      <a:close/>
                      <a:moveTo>
                        <a:pt x="146" y="106"/>
                      </a:moveTo>
                      <a:lnTo>
                        <a:pt x="146" y="108"/>
                      </a:lnTo>
                      <a:lnTo>
                        <a:pt x="144" y="108"/>
                      </a:lnTo>
                      <a:lnTo>
                        <a:pt x="144" y="106"/>
                      </a:lnTo>
                      <a:lnTo>
                        <a:pt x="144" y="108"/>
                      </a:lnTo>
                      <a:lnTo>
                        <a:pt x="144" y="106"/>
                      </a:lnTo>
                      <a:lnTo>
                        <a:pt x="146" y="106"/>
                      </a:lnTo>
                      <a:close/>
                      <a:moveTo>
                        <a:pt x="55" y="106"/>
                      </a:moveTo>
                      <a:lnTo>
                        <a:pt x="57" y="106"/>
                      </a:lnTo>
                      <a:lnTo>
                        <a:pt x="55" y="106"/>
                      </a:lnTo>
                      <a:close/>
                      <a:moveTo>
                        <a:pt x="146" y="104"/>
                      </a:moveTo>
                      <a:lnTo>
                        <a:pt x="146" y="106"/>
                      </a:lnTo>
                      <a:lnTo>
                        <a:pt x="148" y="106"/>
                      </a:lnTo>
                      <a:lnTo>
                        <a:pt x="146" y="106"/>
                      </a:lnTo>
                      <a:lnTo>
                        <a:pt x="148" y="106"/>
                      </a:lnTo>
                      <a:lnTo>
                        <a:pt x="148" y="108"/>
                      </a:lnTo>
                      <a:lnTo>
                        <a:pt x="146" y="108"/>
                      </a:lnTo>
                      <a:lnTo>
                        <a:pt x="148" y="108"/>
                      </a:lnTo>
                      <a:lnTo>
                        <a:pt x="148" y="110"/>
                      </a:lnTo>
                      <a:lnTo>
                        <a:pt x="146" y="110"/>
                      </a:lnTo>
                      <a:lnTo>
                        <a:pt x="148" y="110"/>
                      </a:lnTo>
                      <a:lnTo>
                        <a:pt x="146" y="112"/>
                      </a:lnTo>
                      <a:lnTo>
                        <a:pt x="148" y="112"/>
                      </a:lnTo>
                      <a:lnTo>
                        <a:pt x="148" y="110"/>
                      </a:lnTo>
                      <a:lnTo>
                        <a:pt x="150" y="110"/>
                      </a:lnTo>
                      <a:lnTo>
                        <a:pt x="148" y="110"/>
                      </a:lnTo>
                      <a:lnTo>
                        <a:pt x="148" y="112"/>
                      </a:lnTo>
                      <a:lnTo>
                        <a:pt x="148" y="113"/>
                      </a:lnTo>
                      <a:lnTo>
                        <a:pt x="148" y="112"/>
                      </a:lnTo>
                      <a:lnTo>
                        <a:pt x="148" y="113"/>
                      </a:lnTo>
                      <a:lnTo>
                        <a:pt x="146" y="113"/>
                      </a:lnTo>
                      <a:lnTo>
                        <a:pt x="148" y="113"/>
                      </a:lnTo>
                      <a:lnTo>
                        <a:pt x="146" y="113"/>
                      </a:lnTo>
                      <a:lnTo>
                        <a:pt x="146" y="115"/>
                      </a:lnTo>
                      <a:lnTo>
                        <a:pt x="144" y="115"/>
                      </a:lnTo>
                      <a:lnTo>
                        <a:pt x="146" y="115"/>
                      </a:lnTo>
                      <a:lnTo>
                        <a:pt x="146" y="117"/>
                      </a:lnTo>
                      <a:lnTo>
                        <a:pt x="146" y="115"/>
                      </a:lnTo>
                      <a:lnTo>
                        <a:pt x="144" y="115"/>
                      </a:lnTo>
                      <a:lnTo>
                        <a:pt x="144" y="117"/>
                      </a:lnTo>
                      <a:lnTo>
                        <a:pt x="144" y="115"/>
                      </a:lnTo>
                      <a:lnTo>
                        <a:pt x="144" y="117"/>
                      </a:lnTo>
                      <a:lnTo>
                        <a:pt x="142" y="117"/>
                      </a:lnTo>
                      <a:lnTo>
                        <a:pt x="144" y="117"/>
                      </a:lnTo>
                      <a:lnTo>
                        <a:pt x="144" y="115"/>
                      </a:lnTo>
                      <a:lnTo>
                        <a:pt x="142" y="115"/>
                      </a:lnTo>
                      <a:lnTo>
                        <a:pt x="144" y="115"/>
                      </a:lnTo>
                      <a:lnTo>
                        <a:pt x="142" y="115"/>
                      </a:lnTo>
                      <a:lnTo>
                        <a:pt x="144" y="115"/>
                      </a:lnTo>
                      <a:lnTo>
                        <a:pt x="142" y="115"/>
                      </a:lnTo>
                      <a:lnTo>
                        <a:pt x="142" y="113"/>
                      </a:lnTo>
                      <a:lnTo>
                        <a:pt x="141" y="115"/>
                      </a:lnTo>
                      <a:lnTo>
                        <a:pt x="141" y="113"/>
                      </a:lnTo>
                      <a:lnTo>
                        <a:pt x="142" y="113"/>
                      </a:lnTo>
                      <a:lnTo>
                        <a:pt x="141" y="113"/>
                      </a:lnTo>
                      <a:lnTo>
                        <a:pt x="142" y="113"/>
                      </a:lnTo>
                      <a:lnTo>
                        <a:pt x="144" y="113"/>
                      </a:lnTo>
                      <a:lnTo>
                        <a:pt x="142" y="113"/>
                      </a:lnTo>
                      <a:lnTo>
                        <a:pt x="142" y="112"/>
                      </a:lnTo>
                      <a:lnTo>
                        <a:pt x="142" y="113"/>
                      </a:lnTo>
                      <a:lnTo>
                        <a:pt x="142" y="112"/>
                      </a:lnTo>
                      <a:lnTo>
                        <a:pt x="141" y="113"/>
                      </a:lnTo>
                      <a:lnTo>
                        <a:pt x="141" y="112"/>
                      </a:lnTo>
                      <a:lnTo>
                        <a:pt x="141" y="113"/>
                      </a:lnTo>
                      <a:lnTo>
                        <a:pt x="141" y="112"/>
                      </a:lnTo>
                      <a:lnTo>
                        <a:pt x="141" y="113"/>
                      </a:lnTo>
                      <a:lnTo>
                        <a:pt x="141" y="112"/>
                      </a:lnTo>
                      <a:lnTo>
                        <a:pt x="141" y="113"/>
                      </a:lnTo>
                      <a:lnTo>
                        <a:pt x="141" y="112"/>
                      </a:lnTo>
                      <a:lnTo>
                        <a:pt x="139" y="112"/>
                      </a:lnTo>
                      <a:lnTo>
                        <a:pt x="139" y="110"/>
                      </a:lnTo>
                      <a:lnTo>
                        <a:pt x="141" y="110"/>
                      </a:lnTo>
                      <a:lnTo>
                        <a:pt x="139" y="110"/>
                      </a:lnTo>
                      <a:lnTo>
                        <a:pt x="141" y="110"/>
                      </a:lnTo>
                      <a:lnTo>
                        <a:pt x="142" y="110"/>
                      </a:lnTo>
                      <a:lnTo>
                        <a:pt x="141" y="110"/>
                      </a:lnTo>
                      <a:lnTo>
                        <a:pt x="142" y="110"/>
                      </a:lnTo>
                      <a:lnTo>
                        <a:pt x="144" y="110"/>
                      </a:lnTo>
                      <a:lnTo>
                        <a:pt x="144" y="108"/>
                      </a:lnTo>
                      <a:lnTo>
                        <a:pt x="142" y="108"/>
                      </a:lnTo>
                      <a:lnTo>
                        <a:pt x="144" y="108"/>
                      </a:lnTo>
                      <a:lnTo>
                        <a:pt x="146" y="108"/>
                      </a:lnTo>
                      <a:lnTo>
                        <a:pt x="146" y="106"/>
                      </a:lnTo>
                      <a:lnTo>
                        <a:pt x="146" y="104"/>
                      </a:lnTo>
                      <a:close/>
                      <a:moveTo>
                        <a:pt x="58" y="104"/>
                      </a:moveTo>
                      <a:lnTo>
                        <a:pt x="57" y="104"/>
                      </a:lnTo>
                      <a:lnTo>
                        <a:pt x="58" y="104"/>
                      </a:lnTo>
                      <a:close/>
                      <a:moveTo>
                        <a:pt x="57" y="104"/>
                      </a:moveTo>
                      <a:lnTo>
                        <a:pt x="58" y="104"/>
                      </a:lnTo>
                      <a:lnTo>
                        <a:pt x="58" y="106"/>
                      </a:lnTo>
                      <a:lnTo>
                        <a:pt x="57" y="106"/>
                      </a:lnTo>
                      <a:lnTo>
                        <a:pt x="58" y="106"/>
                      </a:lnTo>
                      <a:lnTo>
                        <a:pt x="57" y="106"/>
                      </a:lnTo>
                      <a:lnTo>
                        <a:pt x="57" y="104"/>
                      </a:lnTo>
                      <a:lnTo>
                        <a:pt x="57" y="106"/>
                      </a:lnTo>
                      <a:lnTo>
                        <a:pt x="57" y="104"/>
                      </a:lnTo>
                      <a:lnTo>
                        <a:pt x="55" y="104"/>
                      </a:lnTo>
                      <a:lnTo>
                        <a:pt x="57" y="104"/>
                      </a:lnTo>
                      <a:close/>
                      <a:moveTo>
                        <a:pt x="49" y="104"/>
                      </a:moveTo>
                      <a:lnTo>
                        <a:pt x="47" y="104"/>
                      </a:lnTo>
                      <a:lnTo>
                        <a:pt x="49" y="104"/>
                      </a:lnTo>
                      <a:close/>
                      <a:moveTo>
                        <a:pt x="151" y="104"/>
                      </a:moveTo>
                      <a:lnTo>
                        <a:pt x="153" y="104"/>
                      </a:lnTo>
                      <a:lnTo>
                        <a:pt x="151" y="106"/>
                      </a:lnTo>
                      <a:lnTo>
                        <a:pt x="151" y="104"/>
                      </a:lnTo>
                      <a:lnTo>
                        <a:pt x="150" y="104"/>
                      </a:lnTo>
                      <a:lnTo>
                        <a:pt x="151" y="104"/>
                      </a:lnTo>
                      <a:close/>
                      <a:moveTo>
                        <a:pt x="151" y="104"/>
                      </a:moveTo>
                      <a:lnTo>
                        <a:pt x="153" y="104"/>
                      </a:lnTo>
                      <a:lnTo>
                        <a:pt x="151" y="104"/>
                      </a:lnTo>
                      <a:close/>
                      <a:moveTo>
                        <a:pt x="55" y="102"/>
                      </a:moveTo>
                      <a:lnTo>
                        <a:pt x="57" y="102"/>
                      </a:lnTo>
                      <a:lnTo>
                        <a:pt x="57" y="104"/>
                      </a:lnTo>
                      <a:lnTo>
                        <a:pt x="55" y="104"/>
                      </a:lnTo>
                      <a:lnTo>
                        <a:pt x="55" y="102"/>
                      </a:lnTo>
                      <a:close/>
                      <a:moveTo>
                        <a:pt x="161" y="102"/>
                      </a:moveTo>
                      <a:lnTo>
                        <a:pt x="161" y="104"/>
                      </a:lnTo>
                      <a:lnTo>
                        <a:pt x="159" y="104"/>
                      </a:lnTo>
                      <a:lnTo>
                        <a:pt x="159" y="102"/>
                      </a:lnTo>
                      <a:lnTo>
                        <a:pt x="161" y="102"/>
                      </a:lnTo>
                      <a:close/>
                      <a:moveTo>
                        <a:pt x="55" y="104"/>
                      </a:moveTo>
                      <a:lnTo>
                        <a:pt x="55" y="102"/>
                      </a:lnTo>
                      <a:lnTo>
                        <a:pt x="55" y="104"/>
                      </a:lnTo>
                      <a:close/>
                      <a:moveTo>
                        <a:pt x="51" y="102"/>
                      </a:moveTo>
                      <a:lnTo>
                        <a:pt x="51" y="104"/>
                      </a:lnTo>
                      <a:lnTo>
                        <a:pt x="51" y="102"/>
                      </a:lnTo>
                      <a:close/>
                      <a:moveTo>
                        <a:pt x="146" y="102"/>
                      </a:moveTo>
                      <a:lnTo>
                        <a:pt x="144" y="102"/>
                      </a:lnTo>
                      <a:lnTo>
                        <a:pt x="146" y="102"/>
                      </a:lnTo>
                      <a:close/>
                      <a:moveTo>
                        <a:pt x="58" y="102"/>
                      </a:moveTo>
                      <a:lnTo>
                        <a:pt x="60" y="102"/>
                      </a:lnTo>
                      <a:lnTo>
                        <a:pt x="58" y="104"/>
                      </a:lnTo>
                      <a:lnTo>
                        <a:pt x="60" y="104"/>
                      </a:lnTo>
                      <a:lnTo>
                        <a:pt x="60" y="106"/>
                      </a:lnTo>
                      <a:lnTo>
                        <a:pt x="58" y="106"/>
                      </a:lnTo>
                      <a:lnTo>
                        <a:pt x="58" y="104"/>
                      </a:lnTo>
                      <a:lnTo>
                        <a:pt x="57" y="104"/>
                      </a:lnTo>
                      <a:lnTo>
                        <a:pt x="57" y="102"/>
                      </a:lnTo>
                      <a:lnTo>
                        <a:pt x="58" y="102"/>
                      </a:lnTo>
                      <a:close/>
                      <a:moveTo>
                        <a:pt x="155" y="102"/>
                      </a:moveTo>
                      <a:lnTo>
                        <a:pt x="155" y="104"/>
                      </a:lnTo>
                      <a:lnTo>
                        <a:pt x="155" y="102"/>
                      </a:lnTo>
                      <a:lnTo>
                        <a:pt x="155" y="104"/>
                      </a:lnTo>
                      <a:lnTo>
                        <a:pt x="155" y="102"/>
                      </a:lnTo>
                      <a:lnTo>
                        <a:pt x="157" y="102"/>
                      </a:lnTo>
                      <a:lnTo>
                        <a:pt x="155" y="102"/>
                      </a:lnTo>
                      <a:close/>
                      <a:moveTo>
                        <a:pt x="46" y="101"/>
                      </a:moveTo>
                      <a:lnTo>
                        <a:pt x="46" y="102"/>
                      </a:lnTo>
                      <a:lnTo>
                        <a:pt x="46" y="101"/>
                      </a:lnTo>
                      <a:lnTo>
                        <a:pt x="47" y="102"/>
                      </a:lnTo>
                      <a:lnTo>
                        <a:pt x="46" y="102"/>
                      </a:lnTo>
                      <a:lnTo>
                        <a:pt x="46" y="101"/>
                      </a:lnTo>
                      <a:close/>
                      <a:moveTo>
                        <a:pt x="47" y="102"/>
                      </a:moveTo>
                      <a:lnTo>
                        <a:pt x="47" y="101"/>
                      </a:lnTo>
                      <a:lnTo>
                        <a:pt x="47" y="102"/>
                      </a:lnTo>
                      <a:close/>
                      <a:moveTo>
                        <a:pt x="57" y="101"/>
                      </a:moveTo>
                      <a:lnTo>
                        <a:pt x="55" y="102"/>
                      </a:lnTo>
                      <a:lnTo>
                        <a:pt x="55" y="104"/>
                      </a:lnTo>
                      <a:lnTo>
                        <a:pt x="53" y="104"/>
                      </a:lnTo>
                      <a:lnTo>
                        <a:pt x="51" y="104"/>
                      </a:lnTo>
                      <a:lnTo>
                        <a:pt x="53" y="104"/>
                      </a:lnTo>
                      <a:lnTo>
                        <a:pt x="51" y="104"/>
                      </a:lnTo>
                      <a:lnTo>
                        <a:pt x="53" y="104"/>
                      </a:lnTo>
                      <a:lnTo>
                        <a:pt x="51" y="104"/>
                      </a:lnTo>
                      <a:lnTo>
                        <a:pt x="53" y="104"/>
                      </a:lnTo>
                      <a:lnTo>
                        <a:pt x="53" y="102"/>
                      </a:lnTo>
                      <a:lnTo>
                        <a:pt x="55" y="102"/>
                      </a:lnTo>
                      <a:lnTo>
                        <a:pt x="55" y="101"/>
                      </a:lnTo>
                      <a:lnTo>
                        <a:pt x="57" y="101"/>
                      </a:lnTo>
                      <a:lnTo>
                        <a:pt x="55" y="101"/>
                      </a:lnTo>
                      <a:lnTo>
                        <a:pt x="57" y="101"/>
                      </a:lnTo>
                      <a:close/>
                      <a:moveTo>
                        <a:pt x="58" y="101"/>
                      </a:moveTo>
                      <a:lnTo>
                        <a:pt x="58" y="102"/>
                      </a:lnTo>
                      <a:lnTo>
                        <a:pt x="57" y="101"/>
                      </a:lnTo>
                      <a:lnTo>
                        <a:pt x="57" y="102"/>
                      </a:lnTo>
                      <a:lnTo>
                        <a:pt x="57" y="101"/>
                      </a:lnTo>
                      <a:lnTo>
                        <a:pt x="58" y="101"/>
                      </a:lnTo>
                      <a:close/>
                      <a:moveTo>
                        <a:pt x="55" y="99"/>
                      </a:moveTo>
                      <a:lnTo>
                        <a:pt x="55" y="101"/>
                      </a:lnTo>
                      <a:lnTo>
                        <a:pt x="55" y="99"/>
                      </a:lnTo>
                      <a:lnTo>
                        <a:pt x="55" y="101"/>
                      </a:lnTo>
                      <a:lnTo>
                        <a:pt x="55" y="99"/>
                      </a:lnTo>
                      <a:close/>
                      <a:moveTo>
                        <a:pt x="57" y="99"/>
                      </a:moveTo>
                      <a:lnTo>
                        <a:pt x="55" y="99"/>
                      </a:lnTo>
                      <a:lnTo>
                        <a:pt x="57" y="99"/>
                      </a:lnTo>
                      <a:close/>
                      <a:moveTo>
                        <a:pt x="55" y="97"/>
                      </a:moveTo>
                      <a:lnTo>
                        <a:pt x="53" y="97"/>
                      </a:lnTo>
                      <a:lnTo>
                        <a:pt x="55" y="97"/>
                      </a:lnTo>
                      <a:close/>
                      <a:moveTo>
                        <a:pt x="57" y="97"/>
                      </a:moveTo>
                      <a:lnTo>
                        <a:pt x="55" y="97"/>
                      </a:lnTo>
                      <a:lnTo>
                        <a:pt x="55" y="95"/>
                      </a:lnTo>
                      <a:lnTo>
                        <a:pt x="57" y="95"/>
                      </a:lnTo>
                      <a:lnTo>
                        <a:pt x="57" y="97"/>
                      </a:lnTo>
                      <a:close/>
                      <a:moveTo>
                        <a:pt x="51" y="95"/>
                      </a:moveTo>
                      <a:lnTo>
                        <a:pt x="49" y="95"/>
                      </a:lnTo>
                      <a:lnTo>
                        <a:pt x="51" y="95"/>
                      </a:lnTo>
                      <a:lnTo>
                        <a:pt x="49" y="95"/>
                      </a:lnTo>
                      <a:lnTo>
                        <a:pt x="51" y="95"/>
                      </a:lnTo>
                      <a:close/>
                      <a:moveTo>
                        <a:pt x="51" y="93"/>
                      </a:moveTo>
                      <a:lnTo>
                        <a:pt x="51" y="95"/>
                      </a:lnTo>
                      <a:lnTo>
                        <a:pt x="51" y="93"/>
                      </a:lnTo>
                      <a:close/>
                      <a:moveTo>
                        <a:pt x="53" y="93"/>
                      </a:moveTo>
                      <a:lnTo>
                        <a:pt x="51" y="93"/>
                      </a:lnTo>
                      <a:lnTo>
                        <a:pt x="53" y="93"/>
                      </a:lnTo>
                      <a:close/>
                      <a:moveTo>
                        <a:pt x="62" y="84"/>
                      </a:moveTo>
                      <a:lnTo>
                        <a:pt x="62" y="86"/>
                      </a:lnTo>
                      <a:lnTo>
                        <a:pt x="60" y="86"/>
                      </a:lnTo>
                      <a:lnTo>
                        <a:pt x="62" y="86"/>
                      </a:lnTo>
                      <a:lnTo>
                        <a:pt x="60" y="86"/>
                      </a:lnTo>
                      <a:lnTo>
                        <a:pt x="60" y="84"/>
                      </a:lnTo>
                      <a:lnTo>
                        <a:pt x="60" y="86"/>
                      </a:lnTo>
                      <a:lnTo>
                        <a:pt x="60" y="84"/>
                      </a:lnTo>
                      <a:lnTo>
                        <a:pt x="62" y="84"/>
                      </a:lnTo>
                      <a:close/>
                      <a:moveTo>
                        <a:pt x="68" y="81"/>
                      </a:moveTo>
                      <a:lnTo>
                        <a:pt x="66" y="81"/>
                      </a:lnTo>
                      <a:lnTo>
                        <a:pt x="68" y="81"/>
                      </a:lnTo>
                      <a:close/>
                      <a:moveTo>
                        <a:pt x="69" y="79"/>
                      </a:moveTo>
                      <a:lnTo>
                        <a:pt x="68" y="79"/>
                      </a:lnTo>
                      <a:lnTo>
                        <a:pt x="69" y="79"/>
                      </a:lnTo>
                      <a:close/>
                      <a:moveTo>
                        <a:pt x="66" y="77"/>
                      </a:moveTo>
                      <a:lnTo>
                        <a:pt x="66" y="79"/>
                      </a:lnTo>
                      <a:lnTo>
                        <a:pt x="66" y="77"/>
                      </a:lnTo>
                      <a:close/>
                      <a:moveTo>
                        <a:pt x="64" y="77"/>
                      </a:moveTo>
                      <a:lnTo>
                        <a:pt x="64" y="79"/>
                      </a:lnTo>
                      <a:lnTo>
                        <a:pt x="64" y="77"/>
                      </a:lnTo>
                      <a:lnTo>
                        <a:pt x="64" y="79"/>
                      </a:lnTo>
                      <a:lnTo>
                        <a:pt x="64" y="77"/>
                      </a:lnTo>
                      <a:close/>
                      <a:moveTo>
                        <a:pt x="66" y="77"/>
                      </a:moveTo>
                      <a:lnTo>
                        <a:pt x="64" y="77"/>
                      </a:lnTo>
                      <a:lnTo>
                        <a:pt x="66" y="77"/>
                      </a:lnTo>
                      <a:lnTo>
                        <a:pt x="64" y="77"/>
                      </a:lnTo>
                      <a:lnTo>
                        <a:pt x="66" y="77"/>
                      </a:lnTo>
                      <a:lnTo>
                        <a:pt x="64" y="77"/>
                      </a:lnTo>
                      <a:lnTo>
                        <a:pt x="66" y="77"/>
                      </a:lnTo>
                      <a:close/>
                      <a:moveTo>
                        <a:pt x="62" y="75"/>
                      </a:moveTo>
                      <a:lnTo>
                        <a:pt x="62" y="77"/>
                      </a:lnTo>
                      <a:lnTo>
                        <a:pt x="64" y="75"/>
                      </a:lnTo>
                      <a:lnTo>
                        <a:pt x="64" y="77"/>
                      </a:lnTo>
                      <a:lnTo>
                        <a:pt x="62" y="77"/>
                      </a:lnTo>
                      <a:lnTo>
                        <a:pt x="62" y="75"/>
                      </a:lnTo>
                      <a:close/>
                      <a:moveTo>
                        <a:pt x="64" y="75"/>
                      </a:moveTo>
                      <a:lnTo>
                        <a:pt x="64" y="77"/>
                      </a:lnTo>
                      <a:lnTo>
                        <a:pt x="64" y="75"/>
                      </a:lnTo>
                      <a:close/>
                      <a:moveTo>
                        <a:pt x="62" y="75"/>
                      </a:moveTo>
                      <a:lnTo>
                        <a:pt x="62" y="77"/>
                      </a:lnTo>
                      <a:lnTo>
                        <a:pt x="62" y="75"/>
                      </a:lnTo>
                      <a:lnTo>
                        <a:pt x="62" y="77"/>
                      </a:lnTo>
                      <a:lnTo>
                        <a:pt x="62" y="75"/>
                      </a:lnTo>
                      <a:close/>
                      <a:moveTo>
                        <a:pt x="66" y="75"/>
                      </a:moveTo>
                      <a:lnTo>
                        <a:pt x="64" y="75"/>
                      </a:lnTo>
                      <a:lnTo>
                        <a:pt x="66" y="75"/>
                      </a:lnTo>
                      <a:close/>
                      <a:moveTo>
                        <a:pt x="68" y="77"/>
                      </a:moveTo>
                      <a:lnTo>
                        <a:pt x="66" y="77"/>
                      </a:lnTo>
                      <a:lnTo>
                        <a:pt x="68" y="77"/>
                      </a:lnTo>
                      <a:lnTo>
                        <a:pt x="66" y="77"/>
                      </a:lnTo>
                      <a:lnTo>
                        <a:pt x="68" y="77"/>
                      </a:lnTo>
                      <a:lnTo>
                        <a:pt x="68" y="75"/>
                      </a:lnTo>
                      <a:lnTo>
                        <a:pt x="69" y="75"/>
                      </a:lnTo>
                      <a:lnTo>
                        <a:pt x="68" y="77"/>
                      </a:lnTo>
                      <a:close/>
                      <a:moveTo>
                        <a:pt x="71" y="70"/>
                      </a:moveTo>
                      <a:lnTo>
                        <a:pt x="69" y="70"/>
                      </a:lnTo>
                      <a:lnTo>
                        <a:pt x="71" y="70"/>
                      </a:lnTo>
                      <a:close/>
                      <a:moveTo>
                        <a:pt x="49" y="66"/>
                      </a:moveTo>
                      <a:lnTo>
                        <a:pt x="51" y="66"/>
                      </a:lnTo>
                      <a:lnTo>
                        <a:pt x="49" y="66"/>
                      </a:lnTo>
                      <a:close/>
                      <a:moveTo>
                        <a:pt x="51" y="62"/>
                      </a:moveTo>
                      <a:lnTo>
                        <a:pt x="51" y="64"/>
                      </a:lnTo>
                      <a:lnTo>
                        <a:pt x="51" y="62"/>
                      </a:lnTo>
                      <a:close/>
                      <a:moveTo>
                        <a:pt x="53" y="62"/>
                      </a:moveTo>
                      <a:lnTo>
                        <a:pt x="55" y="62"/>
                      </a:lnTo>
                      <a:lnTo>
                        <a:pt x="53" y="62"/>
                      </a:lnTo>
                      <a:close/>
                      <a:moveTo>
                        <a:pt x="64" y="59"/>
                      </a:moveTo>
                      <a:lnTo>
                        <a:pt x="62" y="59"/>
                      </a:lnTo>
                      <a:lnTo>
                        <a:pt x="64" y="59"/>
                      </a:lnTo>
                      <a:close/>
                      <a:moveTo>
                        <a:pt x="66" y="57"/>
                      </a:moveTo>
                      <a:lnTo>
                        <a:pt x="66" y="59"/>
                      </a:lnTo>
                      <a:lnTo>
                        <a:pt x="68" y="59"/>
                      </a:lnTo>
                      <a:lnTo>
                        <a:pt x="66" y="59"/>
                      </a:lnTo>
                      <a:lnTo>
                        <a:pt x="66" y="57"/>
                      </a:lnTo>
                      <a:lnTo>
                        <a:pt x="66" y="59"/>
                      </a:lnTo>
                      <a:lnTo>
                        <a:pt x="66" y="57"/>
                      </a:lnTo>
                      <a:lnTo>
                        <a:pt x="66" y="59"/>
                      </a:lnTo>
                      <a:lnTo>
                        <a:pt x="66" y="57"/>
                      </a:lnTo>
                      <a:lnTo>
                        <a:pt x="66" y="59"/>
                      </a:lnTo>
                      <a:lnTo>
                        <a:pt x="66" y="57"/>
                      </a:lnTo>
                      <a:lnTo>
                        <a:pt x="64" y="57"/>
                      </a:lnTo>
                      <a:lnTo>
                        <a:pt x="66" y="57"/>
                      </a:lnTo>
                      <a:close/>
                      <a:moveTo>
                        <a:pt x="68" y="57"/>
                      </a:moveTo>
                      <a:lnTo>
                        <a:pt x="66" y="57"/>
                      </a:lnTo>
                      <a:lnTo>
                        <a:pt x="68" y="57"/>
                      </a:lnTo>
                      <a:close/>
                      <a:moveTo>
                        <a:pt x="64" y="57"/>
                      </a:moveTo>
                      <a:lnTo>
                        <a:pt x="62" y="57"/>
                      </a:lnTo>
                      <a:lnTo>
                        <a:pt x="64" y="57"/>
                      </a:lnTo>
                      <a:close/>
                      <a:moveTo>
                        <a:pt x="71" y="55"/>
                      </a:moveTo>
                      <a:lnTo>
                        <a:pt x="69" y="55"/>
                      </a:lnTo>
                      <a:lnTo>
                        <a:pt x="71" y="53"/>
                      </a:lnTo>
                      <a:lnTo>
                        <a:pt x="71" y="55"/>
                      </a:lnTo>
                      <a:close/>
                      <a:moveTo>
                        <a:pt x="64" y="49"/>
                      </a:moveTo>
                      <a:lnTo>
                        <a:pt x="64" y="51"/>
                      </a:lnTo>
                      <a:lnTo>
                        <a:pt x="64" y="49"/>
                      </a:lnTo>
                      <a:lnTo>
                        <a:pt x="64" y="51"/>
                      </a:lnTo>
                      <a:lnTo>
                        <a:pt x="64" y="53"/>
                      </a:lnTo>
                      <a:lnTo>
                        <a:pt x="66" y="53"/>
                      </a:lnTo>
                      <a:lnTo>
                        <a:pt x="64" y="53"/>
                      </a:lnTo>
                      <a:lnTo>
                        <a:pt x="66" y="53"/>
                      </a:lnTo>
                      <a:lnTo>
                        <a:pt x="66" y="55"/>
                      </a:lnTo>
                      <a:lnTo>
                        <a:pt x="66" y="57"/>
                      </a:lnTo>
                      <a:lnTo>
                        <a:pt x="64" y="57"/>
                      </a:lnTo>
                      <a:lnTo>
                        <a:pt x="64" y="55"/>
                      </a:lnTo>
                      <a:lnTo>
                        <a:pt x="66" y="55"/>
                      </a:lnTo>
                      <a:lnTo>
                        <a:pt x="64" y="55"/>
                      </a:lnTo>
                      <a:lnTo>
                        <a:pt x="64" y="57"/>
                      </a:lnTo>
                      <a:lnTo>
                        <a:pt x="64" y="55"/>
                      </a:lnTo>
                      <a:lnTo>
                        <a:pt x="62" y="55"/>
                      </a:lnTo>
                      <a:lnTo>
                        <a:pt x="62" y="53"/>
                      </a:lnTo>
                      <a:lnTo>
                        <a:pt x="62" y="51"/>
                      </a:lnTo>
                      <a:lnTo>
                        <a:pt x="62" y="49"/>
                      </a:lnTo>
                      <a:lnTo>
                        <a:pt x="64" y="49"/>
                      </a:lnTo>
                      <a:close/>
                      <a:moveTo>
                        <a:pt x="55" y="46"/>
                      </a:moveTo>
                      <a:lnTo>
                        <a:pt x="57" y="46"/>
                      </a:lnTo>
                      <a:lnTo>
                        <a:pt x="55" y="46"/>
                      </a:lnTo>
                      <a:lnTo>
                        <a:pt x="57" y="46"/>
                      </a:lnTo>
                      <a:lnTo>
                        <a:pt x="55" y="46"/>
                      </a:lnTo>
                      <a:lnTo>
                        <a:pt x="55" y="48"/>
                      </a:lnTo>
                      <a:lnTo>
                        <a:pt x="55" y="46"/>
                      </a:lnTo>
                      <a:lnTo>
                        <a:pt x="55" y="48"/>
                      </a:lnTo>
                      <a:lnTo>
                        <a:pt x="55" y="46"/>
                      </a:lnTo>
                      <a:close/>
                      <a:moveTo>
                        <a:pt x="53" y="46"/>
                      </a:moveTo>
                      <a:lnTo>
                        <a:pt x="53" y="48"/>
                      </a:lnTo>
                      <a:lnTo>
                        <a:pt x="53" y="46"/>
                      </a:lnTo>
                      <a:lnTo>
                        <a:pt x="53" y="48"/>
                      </a:lnTo>
                      <a:lnTo>
                        <a:pt x="53" y="46"/>
                      </a:lnTo>
                      <a:close/>
                      <a:moveTo>
                        <a:pt x="64" y="38"/>
                      </a:moveTo>
                      <a:lnTo>
                        <a:pt x="64" y="37"/>
                      </a:lnTo>
                      <a:lnTo>
                        <a:pt x="64" y="38"/>
                      </a:lnTo>
                      <a:close/>
                      <a:moveTo>
                        <a:pt x="49" y="33"/>
                      </a:moveTo>
                      <a:lnTo>
                        <a:pt x="51" y="33"/>
                      </a:lnTo>
                      <a:lnTo>
                        <a:pt x="51" y="35"/>
                      </a:lnTo>
                      <a:lnTo>
                        <a:pt x="51" y="33"/>
                      </a:lnTo>
                      <a:lnTo>
                        <a:pt x="51" y="35"/>
                      </a:lnTo>
                      <a:lnTo>
                        <a:pt x="51" y="33"/>
                      </a:lnTo>
                      <a:lnTo>
                        <a:pt x="51" y="35"/>
                      </a:lnTo>
                      <a:lnTo>
                        <a:pt x="49" y="35"/>
                      </a:lnTo>
                      <a:lnTo>
                        <a:pt x="51" y="35"/>
                      </a:lnTo>
                      <a:lnTo>
                        <a:pt x="49" y="35"/>
                      </a:lnTo>
                      <a:lnTo>
                        <a:pt x="49" y="33"/>
                      </a:lnTo>
                      <a:lnTo>
                        <a:pt x="51" y="33"/>
                      </a:lnTo>
                      <a:lnTo>
                        <a:pt x="49" y="33"/>
                      </a:lnTo>
                      <a:close/>
                      <a:moveTo>
                        <a:pt x="68" y="33"/>
                      </a:moveTo>
                      <a:lnTo>
                        <a:pt x="66" y="33"/>
                      </a:lnTo>
                      <a:lnTo>
                        <a:pt x="68" y="33"/>
                      </a:lnTo>
                      <a:close/>
                      <a:moveTo>
                        <a:pt x="51" y="33"/>
                      </a:moveTo>
                      <a:lnTo>
                        <a:pt x="49" y="33"/>
                      </a:lnTo>
                      <a:lnTo>
                        <a:pt x="51" y="33"/>
                      </a:lnTo>
                      <a:close/>
                      <a:moveTo>
                        <a:pt x="71" y="33"/>
                      </a:moveTo>
                      <a:lnTo>
                        <a:pt x="69" y="33"/>
                      </a:lnTo>
                      <a:lnTo>
                        <a:pt x="71" y="33"/>
                      </a:lnTo>
                      <a:close/>
                      <a:moveTo>
                        <a:pt x="51" y="31"/>
                      </a:moveTo>
                      <a:lnTo>
                        <a:pt x="51" y="33"/>
                      </a:lnTo>
                      <a:lnTo>
                        <a:pt x="51" y="31"/>
                      </a:lnTo>
                      <a:close/>
                      <a:moveTo>
                        <a:pt x="49" y="31"/>
                      </a:moveTo>
                      <a:lnTo>
                        <a:pt x="49" y="33"/>
                      </a:lnTo>
                      <a:lnTo>
                        <a:pt x="47" y="31"/>
                      </a:lnTo>
                      <a:lnTo>
                        <a:pt x="49" y="31"/>
                      </a:lnTo>
                      <a:close/>
                      <a:moveTo>
                        <a:pt x="51" y="31"/>
                      </a:moveTo>
                      <a:lnTo>
                        <a:pt x="51" y="29"/>
                      </a:lnTo>
                      <a:lnTo>
                        <a:pt x="51" y="31"/>
                      </a:lnTo>
                      <a:close/>
                      <a:moveTo>
                        <a:pt x="60" y="29"/>
                      </a:moveTo>
                      <a:lnTo>
                        <a:pt x="62" y="29"/>
                      </a:lnTo>
                      <a:lnTo>
                        <a:pt x="60" y="29"/>
                      </a:lnTo>
                      <a:close/>
                      <a:moveTo>
                        <a:pt x="60" y="29"/>
                      </a:moveTo>
                      <a:lnTo>
                        <a:pt x="58" y="29"/>
                      </a:lnTo>
                      <a:lnTo>
                        <a:pt x="60" y="29"/>
                      </a:lnTo>
                      <a:lnTo>
                        <a:pt x="60" y="28"/>
                      </a:lnTo>
                      <a:lnTo>
                        <a:pt x="60" y="29"/>
                      </a:lnTo>
                      <a:close/>
                      <a:moveTo>
                        <a:pt x="55" y="28"/>
                      </a:moveTo>
                      <a:lnTo>
                        <a:pt x="55" y="29"/>
                      </a:lnTo>
                      <a:lnTo>
                        <a:pt x="55" y="28"/>
                      </a:lnTo>
                      <a:lnTo>
                        <a:pt x="55" y="29"/>
                      </a:lnTo>
                      <a:lnTo>
                        <a:pt x="53" y="29"/>
                      </a:lnTo>
                      <a:lnTo>
                        <a:pt x="53" y="28"/>
                      </a:lnTo>
                      <a:lnTo>
                        <a:pt x="55" y="28"/>
                      </a:lnTo>
                      <a:close/>
                      <a:moveTo>
                        <a:pt x="58" y="28"/>
                      </a:moveTo>
                      <a:lnTo>
                        <a:pt x="60" y="28"/>
                      </a:lnTo>
                      <a:lnTo>
                        <a:pt x="58" y="28"/>
                      </a:lnTo>
                      <a:lnTo>
                        <a:pt x="58" y="29"/>
                      </a:lnTo>
                      <a:lnTo>
                        <a:pt x="58" y="28"/>
                      </a:lnTo>
                      <a:close/>
                      <a:moveTo>
                        <a:pt x="49" y="28"/>
                      </a:moveTo>
                      <a:lnTo>
                        <a:pt x="51" y="28"/>
                      </a:lnTo>
                      <a:lnTo>
                        <a:pt x="49" y="28"/>
                      </a:lnTo>
                      <a:close/>
                      <a:moveTo>
                        <a:pt x="60" y="26"/>
                      </a:moveTo>
                      <a:lnTo>
                        <a:pt x="62" y="26"/>
                      </a:lnTo>
                      <a:lnTo>
                        <a:pt x="64" y="26"/>
                      </a:lnTo>
                      <a:lnTo>
                        <a:pt x="62" y="26"/>
                      </a:lnTo>
                      <a:lnTo>
                        <a:pt x="60" y="26"/>
                      </a:lnTo>
                      <a:close/>
                      <a:moveTo>
                        <a:pt x="55" y="26"/>
                      </a:moveTo>
                      <a:lnTo>
                        <a:pt x="57" y="26"/>
                      </a:lnTo>
                      <a:lnTo>
                        <a:pt x="55" y="26"/>
                      </a:lnTo>
                      <a:lnTo>
                        <a:pt x="57" y="26"/>
                      </a:lnTo>
                      <a:lnTo>
                        <a:pt x="57" y="28"/>
                      </a:lnTo>
                      <a:lnTo>
                        <a:pt x="55" y="28"/>
                      </a:lnTo>
                      <a:lnTo>
                        <a:pt x="57" y="28"/>
                      </a:lnTo>
                      <a:lnTo>
                        <a:pt x="55" y="28"/>
                      </a:lnTo>
                      <a:lnTo>
                        <a:pt x="53" y="28"/>
                      </a:lnTo>
                      <a:lnTo>
                        <a:pt x="53" y="26"/>
                      </a:lnTo>
                      <a:lnTo>
                        <a:pt x="55" y="26"/>
                      </a:lnTo>
                      <a:close/>
                      <a:moveTo>
                        <a:pt x="68" y="24"/>
                      </a:moveTo>
                      <a:lnTo>
                        <a:pt x="68" y="26"/>
                      </a:lnTo>
                      <a:lnTo>
                        <a:pt x="69" y="26"/>
                      </a:lnTo>
                      <a:lnTo>
                        <a:pt x="68" y="26"/>
                      </a:lnTo>
                      <a:lnTo>
                        <a:pt x="68" y="28"/>
                      </a:lnTo>
                      <a:lnTo>
                        <a:pt x="66" y="28"/>
                      </a:lnTo>
                      <a:lnTo>
                        <a:pt x="66" y="26"/>
                      </a:lnTo>
                      <a:lnTo>
                        <a:pt x="68" y="26"/>
                      </a:lnTo>
                      <a:lnTo>
                        <a:pt x="66" y="26"/>
                      </a:lnTo>
                      <a:lnTo>
                        <a:pt x="68" y="24"/>
                      </a:lnTo>
                      <a:lnTo>
                        <a:pt x="66" y="24"/>
                      </a:lnTo>
                      <a:lnTo>
                        <a:pt x="68" y="24"/>
                      </a:lnTo>
                      <a:close/>
                      <a:moveTo>
                        <a:pt x="75" y="26"/>
                      </a:moveTo>
                      <a:lnTo>
                        <a:pt x="75" y="24"/>
                      </a:lnTo>
                      <a:lnTo>
                        <a:pt x="75" y="26"/>
                      </a:lnTo>
                      <a:close/>
                      <a:moveTo>
                        <a:pt x="55" y="26"/>
                      </a:moveTo>
                      <a:lnTo>
                        <a:pt x="53" y="26"/>
                      </a:lnTo>
                      <a:lnTo>
                        <a:pt x="53" y="24"/>
                      </a:lnTo>
                      <a:lnTo>
                        <a:pt x="55" y="26"/>
                      </a:lnTo>
                      <a:close/>
                      <a:moveTo>
                        <a:pt x="73" y="22"/>
                      </a:moveTo>
                      <a:lnTo>
                        <a:pt x="71" y="22"/>
                      </a:lnTo>
                      <a:lnTo>
                        <a:pt x="73" y="22"/>
                      </a:lnTo>
                      <a:close/>
                      <a:moveTo>
                        <a:pt x="73" y="20"/>
                      </a:moveTo>
                      <a:lnTo>
                        <a:pt x="75" y="20"/>
                      </a:lnTo>
                      <a:lnTo>
                        <a:pt x="73" y="22"/>
                      </a:lnTo>
                      <a:lnTo>
                        <a:pt x="73" y="20"/>
                      </a:lnTo>
                      <a:close/>
                      <a:moveTo>
                        <a:pt x="66" y="20"/>
                      </a:moveTo>
                      <a:lnTo>
                        <a:pt x="66" y="22"/>
                      </a:lnTo>
                      <a:lnTo>
                        <a:pt x="66" y="20"/>
                      </a:lnTo>
                      <a:lnTo>
                        <a:pt x="64" y="20"/>
                      </a:lnTo>
                      <a:lnTo>
                        <a:pt x="66" y="20"/>
                      </a:lnTo>
                      <a:lnTo>
                        <a:pt x="64" y="20"/>
                      </a:lnTo>
                      <a:lnTo>
                        <a:pt x="66" y="20"/>
                      </a:lnTo>
                      <a:close/>
                      <a:moveTo>
                        <a:pt x="66" y="17"/>
                      </a:moveTo>
                      <a:lnTo>
                        <a:pt x="66" y="15"/>
                      </a:lnTo>
                      <a:lnTo>
                        <a:pt x="66" y="17"/>
                      </a:lnTo>
                      <a:close/>
                      <a:moveTo>
                        <a:pt x="68" y="17"/>
                      </a:moveTo>
                      <a:lnTo>
                        <a:pt x="66" y="17"/>
                      </a:lnTo>
                      <a:lnTo>
                        <a:pt x="68" y="15"/>
                      </a:lnTo>
                      <a:lnTo>
                        <a:pt x="68" y="17"/>
                      </a:lnTo>
                      <a:close/>
                      <a:moveTo>
                        <a:pt x="66" y="15"/>
                      </a:moveTo>
                      <a:lnTo>
                        <a:pt x="66" y="17"/>
                      </a:lnTo>
                      <a:lnTo>
                        <a:pt x="66" y="15"/>
                      </a:lnTo>
                      <a:close/>
                      <a:moveTo>
                        <a:pt x="226" y="15"/>
                      </a:moveTo>
                      <a:lnTo>
                        <a:pt x="226" y="17"/>
                      </a:lnTo>
                      <a:lnTo>
                        <a:pt x="226" y="18"/>
                      </a:lnTo>
                      <a:lnTo>
                        <a:pt x="224" y="18"/>
                      </a:lnTo>
                      <a:lnTo>
                        <a:pt x="223" y="18"/>
                      </a:lnTo>
                      <a:lnTo>
                        <a:pt x="223" y="17"/>
                      </a:lnTo>
                      <a:lnTo>
                        <a:pt x="224" y="17"/>
                      </a:lnTo>
                      <a:lnTo>
                        <a:pt x="224" y="15"/>
                      </a:lnTo>
                      <a:lnTo>
                        <a:pt x="226" y="15"/>
                      </a:lnTo>
                      <a:close/>
                      <a:moveTo>
                        <a:pt x="62" y="15"/>
                      </a:moveTo>
                      <a:lnTo>
                        <a:pt x="64" y="17"/>
                      </a:lnTo>
                      <a:lnTo>
                        <a:pt x="64" y="15"/>
                      </a:lnTo>
                      <a:lnTo>
                        <a:pt x="64" y="17"/>
                      </a:lnTo>
                      <a:lnTo>
                        <a:pt x="62" y="17"/>
                      </a:lnTo>
                      <a:lnTo>
                        <a:pt x="62" y="15"/>
                      </a:lnTo>
                      <a:close/>
                      <a:moveTo>
                        <a:pt x="69" y="13"/>
                      </a:moveTo>
                      <a:lnTo>
                        <a:pt x="69" y="15"/>
                      </a:lnTo>
                      <a:lnTo>
                        <a:pt x="69" y="13"/>
                      </a:lnTo>
                      <a:close/>
                      <a:moveTo>
                        <a:pt x="78" y="13"/>
                      </a:moveTo>
                      <a:lnTo>
                        <a:pt x="77" y="13"/>
                      </a:lnTo>
                      <a:lnTo>
                        <a:pt x="78" y="13"/>
                      </a:lnTo>
                      <a:close/>
                      <a:moveTo>
                        <a:pt x="58" y="11"/>
                      </a:moveTo>
                      <a:lnTo>
                        <a:pt x="60" y="11"/>
                      </a:lnTo>
                      <a:lnTo>
                        <a:pt x="60" y="13"/>
                      </a:lnTo>
                      <a:lnTo>
                        <a:pt x="58" y="13"/>
                      </a:lnTo>
                      <a:lnTo>
                        <a:pt x="58" y="11"/>
                      </a:lnTo>
                      <a:close/>
                      <a:moveTo>
                        <a:pt x="40" y="11"/>
                      </a:moveTo>
                      <a:lnTo>
                        <a:pt x="38" y="11"/>
                      </a:lnTo>
                      <a:lnTo>
                        <a:pt x="40" y="11"/>
                      </a:lnTo>
                      <a:close/>
                      <a:moveTo>
                        <a:pt x="58" y="11"/>
                      </a:moveTo>
                      <a:lnTo>
                        <a:pt x="57" y="11"/>
                      </a:lnTo>
                      <a:lnTo>
                        <a:pt x="58" y="11"/>
                      </a:lnTo>
                      <a:close/>
                      <a:moveTo>
                        <a:pt x="55" y="9"/>
                      </a:moveTo>
                      <a:lnTo>
                        <a:pt x="55" y="11"/>
                      </a:lnTo>
                      <a:lnTo>
                        <a:pt x="57" y="11"/>
                      </a:lnTo>
                      <a:lnTo>
                        <a:pt x="55" y="11"/>
                      </a:lnTo>
                      <a:lnTo>
                        <a:pt x="55" y="9"/>
                      </a:lnTo>
                      <a:close/>
                      <a:moveTo>
                        <a:pt x="60" y="9"/>
                      </a:moveTo>
                      <a:lnTo>
                        <a:pt x="58" y="9"/>
                      </a:lnTo>
                      <a:lnTo>
                        <a:pt x="60" y="9"/>
                      </a:lnTo>
                      <a:close/>
                      <a:moveTo>
                        <a:pt x="62" y="9"/>
                      </a:moveTo>
                      <a:lnTo>
                        <a:pt x="64" y="9"/>
                      </a:lnTo>
                      <a:lnTo>
                        <a:pt x="64" y="11"/>
                      </a:lnTo>
                      <a:lnTo>
                        <a:pt x="62" y="11"/>
                      </a:lnTo>
                      <a:lnTo>
                        <a:pt x="60" y="9"/>
                      </a:lnTo>
                      <a:lnTo>
                        <a:pt x="60" y="7"/>
                      </a:lnTo>
                      <a:lnTo>
                        <a:pt x="62" y="7"/>
                      </a:lnTo>
                      <a:lnTo>
                        <a:pt x="62" y="9"/>
                      </a:lnTo>
                      <a:close/>
                      <a:moveTo>
                        <a:pt x="7" y="7"/>
                      </a:moveTo>
                      <a:lnTo>
                        <a:pt x="5" y="7"/>
                      </a:lnTo>
                      <a:lnTo>
                        <a:pt x="7" y="7"/>
                      </a:lnTo>
                      <a:close/>
                      <a:moveTo>
                        <a:pt x="60" y="6"/>
                      </a:moveTo>
                      <a:lnTo>
                        <a:pt x="62" y="6"/>
                      </a:lnTo>
                      <a:lnTo>
                        <a:pt x="62" y="7"/>
                      </a:lnTo>
                      <a:lnTo>
                        <a:pt x="60" y="7"/>
                      </a:lnTo>
                      <a:lnTo>
                        <a:pt x="58" y="7"/>
                      </a:lnTo>
                      <a:lnTo>
                        <a:pt x="58" y="6"/>
                      </a:lnTo>
                      <a:lnTo>
                        <a:pt x="60" y="6"/>
                      </a:lnTo>
                      <a:close/>
                      <a:moveTo>
                        <a:pt x="66" y="6"/>
                      </a:moveTo>
                      <a:lnTo>
                        <a:pt x="68" y="6"/>
                      </a:lnTo>
                      <a:lnTo>
                        <a:pt x="68" y="7"/>
                      </a:lnTo>
                      <a:lnTo>
                        <a:pt x="69" y="7"/>
                      </a:lnTo>
                      <a:lnTo>
                        <a:pt x="69" y="9"/>
                      </a:lnTo>
                      <a:lnTo>
                        <a:pt x="69" y="11"/>
                      </a:lnTo>
                      <a:lnTo>
                        <a:pt x="69" y="13"/>
                      </a:lnTo>
                      <a:lnTo>
                        <a:pt x="68" y="13"/>
                      </a:lnTo>
                      <a:lnTo>
                        <a:pt x="66" y="13"/>
                      </a:lnTo>
                      <a:lnTo>
                        <a:pt x="64" y="13"/>
                      </a:lnTo>
                      <a:lnTo>
                        <a:pt x="64" y="11"/>
                      </a:lnTo>
                      <a:lnTo>
                        <a:pt x="66" y="11"/>
                      </a:lnTo>
                      <a:lnTo>
                        <a:pt x="64" y="11"/>
                      </a:lnTo>
                      <a:lnTo>
                        <a:pt x="64" y="9"/>
                      </a:lnTo>
                      <a:lnTo>
                        <a:pt x="64" y="7"/>
                      </a:lnTo>
                      <a:lnTo>
                        <a:pt x="64" y="6"/>
                      </a:lnTo>
                      <a:lnTo>
                        <a:pt x="66" y="6"/>
                      </a:lnTo>
                      <a:close/>
                      <a:moveTo>
                        <a:pt x="4" y="4"/>
                      </a:moveTo>
                      <a:lnTo>
                        <a:pt x="5" y="4"/>
                      </a:lnTo>
                      <a:lnTo>
                        <a:pt x="5" y="6"/>
                      </a:lnTo>
                      <a:lnTo>
                        <a:pt x="4" y="6"/>
                      </a:lnTo>
                      <a:lnTo>
                        <a:pt x="5" y="6"/>
                      </a:lnTo>
                      <a:lnTo>
                        <a:pt x="4" y="6"/>
                      </a:lnTo>
                      <a:lnTo>
                        <a:pt x="2" y="6"/>
                      </a:lnTo>
                      <a:lnTo>
                        <a:pt x="4" y="6"/>
                      </a:lnTo>
                      <a:lnTo>
                        <a:pt x="4" y="4"/>
                      </a:lnTo>
                      <a:close/>
                      <a:moveTo>
                        <a:pt x="4" y="0"/>
                      </a:moveTo>
                      <a:lnTo>
                        <a:pt x="5" y="0"/>
                      </a:lnTo>
                      <a:lnTo>
                        <a:pt x="4" y="2"/>
                      </a:lnTo>
                      <a:lnTo>
                        <a:pt x="4" y="0"/>
                      </a:lnTo>
                      <a:lnTo>
                        <a:pt x="4" y="2"/>
                      </a:lnTo>
                      <a:lnTo>
                        <a:pt x="4" y="0"/>
                      </a:lnTo>
                      <a:lnTo>
                        <a:pt x="4" y="2"/>
                      </a:lnTo>
                      <a:lnTo>
                        <a:pt x="2" y="2"/>
                      </a:lnTo>
                      <a:lnTo>
                        <a:pt x="2" y="0"/>
                      </a:lnTo>
                      <a:lnTo>
                        <a:pt x="0" y="0"/>
                      </a:lnTo>
                      <a:lnTo>
                        <a:pt x="2" y="0"/>
                      </a:lnTo>
                      <a:lnTo>
                        <a:pt x="4"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5" name="Freeform 100">
                  <a:extLst>
                    <a:ext uri="{FF2B5EF4-FFF2-40B4-BE49-F238E27FC236}">
                      <a16:creationId xmlns:a16="http://schemas.microsoft.com/office/drawing/2014/main" id="{AC6E5D38-8EA4-A986-829A-E157A1D2F0A9}"/>
                    </a:ext>
                  </a:extLst>
                </p:cNvPr>
                <p:cNvSpPr>
                  <a:spLocks noEditPoints="1"/>
                </p:cNvSpPr>
                <p:nvPr/>
              </p:nvSpPr>
              <p:spPr bwMode="auto">
                <a:xfrm>
                  <a:off x="7239169" y="2611039"/>
                  <a:ext cx="278311" cy="290962"/>
                </a:xfrm>
                <a:custGeom>
                  <a:avLst/>
                  <a:gdLst>
                    <a:gd name="T0" fmla="*/ 44 w 154"/>
                    <a:gd name="T1" fmla="*/ 137 h 161"/>
                    <a:gd name="T2" fmla="*/ 40 w 154"/>
                    <a:gd name="T3" fmla="*/ 134 h 161"/>
                    <a:gd name="T4" fmla="*/ 50 w 154"/>
                    <a:gd name="T5" fmla="*/ 128 h 161"/>
                    <a:gd name="T6" fmla="*/ 70 w 154"/>
                    <a:gd name="T7" fmla="*/ 125 h 161"/>
                    <a:gd name="T8" fmla="*/ 79 w 154"/>
                    <a:gd name="T9" fmla="*/ 125 h 161"/>
                    <a:gd name="T10" fmla="*/ 48 w 154"/>
                    <a:gd name="T11" fmla="*/ 125 h 161"/>
                    <a:gd name="T12" fmla="*/ 79 w 154"/>
                    <a:gd name="T13" fmla="*/ 125 h 161"/>
                    <a:gd name="T14" fmla="*/ 79 w 154"/>
                    <a:gd name="T15" fmla="*/ 123 h 161"/>
                    <a:gd name="T16" fmla="*/ 70 w 154"/>
                    <a:gd name="T17" fmla="*/ 123 h 161"/>
                    <a:gd name="T18" fmla="*/ 42 w 154"/>
                    <a:gd name="T19" fmla="*/ 123 h 161"/>
                    <a:gd name="T20" fmla="*/ 42 w 154"/>
                    <a:gd name="T21" fmla="*/ 121 h 161"/>
                    <a:gd name="T22" fmla="*/ 35 w 154"/>
                    <a:gd name="T23" fmla="*/ 119 h 161"/>
                    <a:gd name="T24" fmla="*/ 73 w 154"/>
                    <a:gd name="T25" fmla="*/ 119 h 161"/>
                    <a:gd name="T26" fmla="*/ 64 w 154"/>
                    <a:gd name="T27" fmla="*/ 117 h 161"/>
                    <a:gd name="T28" fmla="*/ 82 w 154"/>
                    <a:gd name="T29" fmla="*/ 117 h 161"/>
                    <a:gd name="T30" fmla="*/ 77 w 154"/>
                    <a:gd name="T31" fmla="*/ 117 h 161"/>
                    <a:gd name="T32" fmla="*/ 71 w 154"/>
                    <a:gd name="T33" fmla="*/ 115 h 161"/>
                    <a:gd name="T34" fmla="*/ 35 w 154"/>
                    <a:gd name="T35" fmla="*/ 114 h 161"/>
                    <a:gd name="T36" fmla="*/ 37 w 154"/>
                    <a:gd name="T37" fmla="*/ 114 h 161"/>
                    <a:gd name="T38" fmla="*/ 40 w 154"/>
                    <a:gd name="T39" fmla="*/ 114 h 161"/>
                    <a:gd name="T40" fmla="*/ 84 w 154"/>
                    <a:gd name="T41" fmla="*/ 114 h 161"/>
                    <a:gd name="T42" fmla="*/ 28 w 154"/>
                    <a:gd name="T43" fmla="*/ 112 h 161"/>
                    <a:gd name="T44" fmla="*/ 31 w 154"/>
                    <a:gd name="T45" fmla="*/ 110 h 161"/>
                    <a:gd name="T46" fmla="*/ 112 w 154"/>
                    <a:gd name="T47" fmla="*/ 108 h 161"/>
                    <a:gd name="T48" fmla="*/ 95 w 154"/>
                    <a:gd name="T49" fmla="*/ 110 h 161"/>
                    <a:gd name="T50" fmla="*/ 124 w 154"/>
                    <a:gd name="T51" fmla="*/ 108 h 161"/>
                    <a:gd name="T52" fmla="*/ 126 w 154"/>
                    <a:gd name="T53" fmla="*/ 108 h 161"/>
                    <a:gd name="T54" fmla="*/ 29 w 154"/>
                    <a:gd name="T55" fmla="*/ 108 h 161"/>
                    <a:gd name="T56" fmla="*/ 48 w 154"/>
                    <a:gd name="T57" fmla="*/ 108 h 161"/>
                    <a:gd name="T58" fmla="*/ 31 w 154"/>
                    <a:gd name="T59" fmla="*/ 106 h 161"/>
                    <a:gd name="T60" fmla="*/ 35 w 154"/>
                    <a:gd name="T61" fmla="*/ 104 h 161"/>
                    <a:gd name="T62" fmla="*/ 29 w 154"/>
                    <a:gd name="T63" fmla="*/ 104 h 161"/>
                    <a:gd name="T64" fmla="*/ 86 w 154"/>
                    <a:gd name="T65" fmla="*/ 104 h 161"/>
                    <a:gd name="T66" fmla="*/ 130 w 154"/>
                    <a:gd name="T67" fmla="*/ 104 h 161"/>
                    <a:gd name="T68" fmla="*/ 115 w 154"/>
                    <a:gd name="T69" fmla="*/ 104 h 161"/>
                    <a:gd name="T70" fmla="*/ 46 w 154"/>
                    <a:gd name="T71" fmla="*/ 103 h 161"/>
                    <a:gd name="T72" fmla="*/ 40 w 154"/>
                    <a:gd name="T73" fmla="*/ 101 h 161"/>
                    <a:gd name="T74" fmla="*/ 39 w 154"/>
                    <a:gd name="T75" fmla="*/ 101 h 161"/>
                    <a:gd name="T76" fmla="*/ 104 w 154"/>
                    <a:gd name="T77" fmla="*/ 99 h 161"/>
                    <a:gd name="T78" fmla="*/ 99 w 154"/>
                    <a:gd name="T79" fmla="*/ 101 h 161"/>
                    <a:gd name="T80" fmla="*/ 40 w 154"/>
                    <a:gd name="T81" fmla="*/ 99 h 161"/>
                    <a:gd name="T82" fmla="*/ 39 w 154"/>
                    <a:gd name="T83" fmla="*/ 97 h 161"/>
                    <a:gd name="T84" fmla="*/ 104 w 154"/>
                    <a:gd name="T85" fmla="*/ 97 h 161"/>
                    <a:gd name="T86" fmla="*/ 130 w 154"/>
                    <a:gd name="T87" fmla="*/ 95 h 161"/>
                    <a:gd name="T88" fmla="*/ 130 w 154"/>
                    <a:gd name="T89" fmla="*/ 93 h 161"/>
                    <a:gd name="T90" fmla="*/ 40 w 154"/>
                    <a:gd name="T91" fmla="*/ 90 h 161"/>
                    <a:gd name="T92" fmla="*/ 40 w 154"/>
                    <a:gd name="T93" fmla="*/ 88 h 161"/>
                    <a:gd name="T94" fmla="*/ 42 w 154"/>
                    <a:gd name="T95" fmla="*/ 77 h 161"/>
                    <a:gd name="T96" fmla="*/ 53 w 154"/>
                    <a:gd name="T97" fmla="*/ 62 h 161"/>
                    <a:gd name="T98" fmla="*/ 55 w 154"/>
                    <a:gd name="T99" fmla="*/ 61 h 161"/>
                    <a:gd name="T100" fmla="*/ 46 w 154"/>
                    <a:gd name="T101" fmla="*/ 53 h 161"/>
                    <a:gd name="T102" fmla="*/ 40 w 154"/>
                    <a:gd name="T103" fmla="*/ 51 h 161"/>
                    <a:gd name="T104" fmla="*/ 48 w 154"/>
                    <a:gd name="T105" fmla="*/ 48 h 161"/>
                    <a:gd name="T106" fmla="*/ 40 w 154"/>
                    <a:gd name="T107" fmla="*/ 40 h 161"/>
                    <a:gd name="T108" fmla="*/ 46 w 154"/>
                    <a:gd name="T109" fmla="*/ 39 h 161"/>
                    <a:gd name="T110" fmla="*/ 50 w 154"/>
                    <a:gd name="T111" fmla="*/ 37 h 161"/>
                    <a:gd name="T112" fmla="*/ 39 w 154"/>
                    <a:gd name="T113" fmla="*/ 33 h 161"/>
                    <a:gd name="T114" fmla="*/ 26 w 154"/>
                    <a:gd name="T115" fmla="*/ 28 h 161"/>
                    <a:gd name="T116" fmla="*/ 50 w 154"/>
                    <a:gd name="T117" fmla="*/ 26 h 161"/>
                    <a:gd name="T118" fmla="*/ 50 w 154"/>
                    <a:gd name="T119" fmla="*/ 22 h 161"/>
                    <a:gd name="T120" fmla="*/ 48 w 154"/>
                    <a:gd name="T121" fmla="*/ 20 h 161"/>
                    <a:gd name="T122" fmla="*/ 51 w 154"/>
                    <a:gd name="T123" fmla="*/ 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4" h="161">
                      <a:moveTo>
                        <a:pt x="57" y="161"/>
                      </a:moveTo>
                      <a:lnTo>
                        <a:pt x="55" y="161"/>
                      </a:lnTo>
                      <a:lnTo>
                        <a:pt x="57" y="161"/>
                      </a:lnTo>
                      <a:close/>
                      <a:moveTo>
                        <a:pt x="39" y="157"/>
                      </a:moveTo>
                      <a:lnTo>
                        <a:pt x="37" y="157"/>
                      </a:lnTo>
                      <a:lnTo>
                        <a:pt x="39" y="157"/>
                      </a:lnTo>
                      <a:close/>
                      <a:moveTo>
                        <a:pt x="57" y="148"/>
                      </a:moveTo>
                      <a:lnTo>
                        <a:pt x="57" y="150"/>
                      </a:lnTo>
                      <a:lnTo>
                        <a:pt x="57" y="148"/>
                      </a:lnTo>
                      <a:close/>
                      <a:moveTo>
                        <a:pt x="44" y="137"/>
                      </a:moveTo>
                      <a:lnTo>
                        <a:pt x="44" y="135"/>
                      </a:lnTo>
                      <a:lnTo>
                        <a:pt x="44" y="137"/>
                      </a:lnTo>
                      <a:close/>
                      <a:moveTo>
                        <a:pt x="46" y="135"/>
                      </a:moveTo>
                      <a:lnTo>
                        <a:pt x="46" y="134"/>
                      </a:lnTo>
                      <a:lnTo>
                        <a:pt x="46" y="135"/>
                      </a:lnTo>
                      <a:close/>
                      <a:moveTo>
                        <a:pt x="46" y="134"/>
                      </a:moveTo>
                      <a:lnTo>
                        <a:pt x="44" y="134"/>
                      </a:lnTo>
                      <a:lnTo>
                        <a:pt x="46" y="134"/>
                      </a:lnTo>
                      <a:close/>
                      <a:moveTo>
                        <a:pt x="42" y="134"/>
                      </a:moveTo>
                      <a:lnTo>
                        <a:pt x="40" y="134"/>
                      </a:lnTo>
                      <a:lnTo>
                        <a:pt x="42" y="134"/>
                      </a:lnTo>
                      <a:close/>
                      <a:moveTo>
                        <a:pt x="0" y="130"/>
                      </a:moveTo>
                      <a:lnTo>
                        <a:pt x="0" y="128"/>
                      </a:lnTo>
                      <a:lnTo>
                        <a:pt x="0" y="130"/>
                      </a:lnTo>
                      <a:close/>
                      <a:moveTo>
                        <a:pt x="51" y="130"/>
                      </a:moveTo>
                      <a:lnTo>
                        <a:pt x="51" y="128"/>
                      </a:lnTo>
                      <a:lnTo>
                        <a:pt x="51" y="130"/>
                      </a:lnTo>
                      <a:close/>
                      <a:moveTo>
                        <a:pt x="50" y="128"/>
                      </a:moveTo>
                      <a:lnTo>
                        <a:pt x="50" y="126"/>
                      </a:lnTo>
                      <a:lnTo>
                        <a:pt x="50" y="128"/>
                      </a:lnTo>
                      <a:close/>
                      <a:moveTo>
                        <a:pt x="50" y="128"/>
                      </a:moveTo>
                      <a:lnTo>
                        <a:pt x="50" y="126"/>
                      </a:lnTo>
                      <a:lnTo>
                        <a:pt x="50" y="128"/>
                      </a:lnTo>
                      <a:close/>
                      <a:moveTo>
                        <a:pt x="28" y="126"/>
                      </a:moveTo>
                      <a:lnTo>
                        <a:pt x="28" y="125"/>
                      </a:lnTo>
                      <a:lnTo>
                        <a:pt x="28" y="126"/>
                      </a:lnTo>
                      <a:close/>
                      <a:moveTo>
                        <a:pt x="75" y="126"/>
                      </a:moveTo>
                      <a:lnTo>
                        <a:pt x="75" y="125"/>
                      </a:lnTo>
                      <a:lnTo>
                        <a:pt x="75" y="126"/>
                      </a:lnTo>
                      <a:close/>
                      <a:moveTo>
                        <a:pt x="70" y="125"/>
                      </a:moveTo>
                      <a:lnTo>
                        <a:pt x="68" y="126"/>
                      </a:lnTo>
                      <a:lnTo>
                        <a:pt x="68" y="125"/>
                      </a:lnTo>
                      <a:lnTo>
                        <a:pt x="70" y="125"/>
                      </a:lnTo>
                      <a:close/>
                      <a:moveTo>
                        <a:pt x="28" y="125"/>
                      </a:moveTo>
                      <a:lnTo>
                        <a:pt x="28" y="126"/>
                      </a:lnTo>
                      <a:lnTo>
                        <a:pt x="28" y="125"/>
                      </a:lnTo>
                      <a:close/>
                      <a:moveTo>
                        <a:pt x="33" y="125"/>
                      </a:moveTo>
                      <a:lnTo>
                        <a:pt x="31" y="125"/>
                      </a:lnTo>
                      <a:lnTo>
                        <a:pt x="33" y="125"/>
                      </a:lnTo>
                      <a:close/>
                      <a:moveTo>
                        <a:pt x="79" y="125"/>
                      </a:moveTo>
                      <a:lnTo>
                        <a:pt x="77" y="125"/>
                      </a:lnTo>
                      <a:lnTo>
                        <a:pt x="79" y="125"/>
                      </a:lnTo>
                      <a:close/>
                      <a:moveTo>
                        <a:pt x="50" y="125"/>
                      </a:moveTo>
                      <a:lnTo>
                        <a:pt x="48" y="125"/>
                      </a:lnTo>
                      <a:lnTo>
                        <a:pt x="50" y="125"/>
                      </a:lnTo>
                      <a:close/>
                      <a:moveTo>
                        <a:pt x="39" y="125"/>
                      </a:moveTo>
                      <a:lnTo>
                        <a:pt x="37" y="125"/>
                      </a:lnTo>
                      <a:lnTo>
                        <a:pt x="39" y="125"/>
                      </a:lnTo>
                      <a:close/>
                      <a:moveTo>
                        <a:pt x="48" y="123"/>
                      </a:moveTo>
                      <a:lnTo>
                        <a:pt x="48" y="125"/>
                      </a:lnTo>
                      <a:lnTo>
                        <a:pt x="48" y="123"/>
                      </a:lnTo>
                      <a:close/>
                      <a:moveTo>
                        <a:pt x="35" y="125"/>
                      </a:moveTo>
                      <a:lnTo>
                        <a:pt x="35" y="123"/>
                      </a:lnTo>
                      <a:lnTo>
                        <a:pt x="35" y="125"/>
                      </a:lnTo>
                      <a:close/>
                      <a:moveTo>
                        <a:pt x="50" y="123"/>
                      </a:moveTo>
                      <a:lnTo>
                        <a:pt x="50" y="125"/>
                      </a:lnTo>
                      <a:lnTo>
                        <a:pt x="48" y="123"/>
                      </a:lnTo>
                      <a:lnTo>
                        <a:pt x="50" y="123"/>
                      </a:lnTo>
                      <a:close/>
                      <a:moveTo>
                        <a:pt x="79" y="123"/>
                      </a:moveTo>
                      <a:lnTo>
                        <a:pt x="79" y="125"/>
                      </a:lnTo>
                      <a:lnTo>
                        <a:pt x="77" y="123"/>
                      </a:lnTo>
                      <a:lnTo>
                        <a:pt x="79" y="123"/>
                      </a:lnTo>
                      <a:close/>
                      <a:moveTo>
                        <a:pt x="46" y="123"/>
                      </a:moveTo>
                      <a:lnTo>
                        <a:pt x="44" y="123"/>
                      </a:lnTo>
                      <a:lnTo>
                        <a:pt x="46" y="123"/>
                      </a:lnTo>
                      <a:close/>
                      <a:moveTo>
                        <a:pt x="33" y="123"/>
                      </a:moveTo>
                      <a:lnTo>
                        <a:pt x="31" y="123"/>
                      </a:lnTo>
                      <a:lnTo>
                        <a:pt x="33" y="123"/>
                      </a:lnTo>
                      <a:close/>
                      <a:moveTo>
                        <a:pt x="77" y="123"/>
                      </a:moveTo>
                      <a:lnTo>
                        <a:pt x="79" y="123"/>
                      </a:lnTo>
                      <a:lnTo>
                        <a:pt x="77" y="123"/>
                      </a:lnTo>
                      <a:close/>
                      <a:moveTo>
                        <a:pt x="71" y="123"/>
                      </a:moveTo>
                      <a:lnTo>
                        <a:pt x="70" y="123"/>
                      </a:lnTo>
                      <a:lnTo>
                        <a:pt x="71" y="123"/>
                      </a:lnTo>
                      <a:close/>
                      <a:moveTo>
                        <a:pt x="51" y="123"/>
                      </a:moveTo>
                      <a:lnTo>
                        <a:pt x="50" y="123"/>
                      </a:lnTo>
                      <a:lnTo>
                        <a:pt x="51" y="123"/>
                      </a:lnTo>
                      <a:close/>
                      <a:moveTo>
                        <a:pt x="70" y="123"/>
                      </a:moveTo>
                      <a:lnTo>
                        <a:pt x="68" y="123"/>
                      </a:lnTo>
                      <a:lnTo>
                        <a:pt x="70" y="123"/>
                      </a:lnTo>
                      <a:close/>
                      <a:moveTo>
                        <a:pt x="81" y="123"/>
                      </a:moveTo>
                      <a:lnTo>
                        <a:pt x="79" y="123"/>
                      </a:lnTo>
                      <a:lnTo>
                        <a:pt x="79" y="121"/>
                      </a:lnTo>
                      <a:lnTo>
                        <a:pt x="81" y="121"/>
                      </a:lnTo>
                      <a:lnTo>
                        <a:pt x="81" y="123"/>
                      </a:lnTo>
                      <a:close/>
                      <a:moveTo>
                        <a:pt x="33" y="123"/>
                      </a:moveTo>
                      <a:lnTo>
                        <a:pt x="33" y="121"/>
                      </a:lnTo>
                      <a:lnTo>
                        <a:pt x="33" y="123"/>
                      </a:lnTo>
                      <a:close/>
                      <a:moveTo>
                        <a:pt x="44" y="123"/>
                      </a:moveTo>
                      <a:lnTo>
                        <a:pt x="42" y="123"/>
                      </a:lnTo>
                      <a:lnTo>
                        <a:pt x="42" y="121"/>
                      </a:lnTo>
                      <a:lnTo>
                        <a:pt x="44" y="121"/>
                      </a:lnTo>
                      <a:lnTo>
                        <a:pt x="44" y="123"/>
                      </a:lnTo>
                      <a:close/>
                      <a:moveTo>
                        <a:pt x="33" y="123"/>
                      </a:moveTo>
                      <a:lnTo>
                        <a:pt x="33" y="121"/>
                      </a:lnTo>
                      <a:lnTo>
                        <a:pt x="33" y="123"/>
                      </a:lnTo>
                      <a:close/>
                      <a:moveTo>
                        <a:pt x="44" y="121"/>
                      </a:moveTo>
                      <a:lnTo>
                        <a:pt x="42" y="121"/>
                      </a:lnTo>
                      <a:lnTo>
                        <a:pt x="44" y="121"/>
                      </a:lnTo>
                      <a:lnTo>
                        <a:pt x="42" y="121"/>
                      </a:lnTo>
                      <a:lnTo>
                        <a:pt x="44" y="121"/>
                      </a:lnTo>
                      <a:close/>
                      <a:moveTo>
                        <a:pt x="55" y="121"/>
                      </a:moveTo>
                      <a:lnTo>
                        <a:pt x="53" y="121"/>
                      </a:lnTo>
                      <a:lnTo>
                        <a:pt x="55" y="121"/>
                      </a:lnTo>
                      <a:close/>
                      <a:moveTo>
                        <a:pt x="66" y="121"/>
                      </a:moveTo>
                      <a:lnTo>
                        <a:pt x="64" y="121"/>
                      </a:lnTo>
                      <a:lnTo>
                        <a:pt x="66" y="121"/>
                      </a:lnTo>
                      <a:close/>
                      <a:moveTo>
                        <a:pt x="35" y="119"/>
                      </a:moveTo>
                      <a:lnTo>
                        <a:pt x="33" y="119"/>
                      </a:lnTo>
                      <a:lnTo>
                        <a:pt x="35" y="119"/>
                      </a:lnTo>
                      <a:close/>
                      <a:moveTo>
                        <a:pt x="33" y="119"/>
                      </a:moveTo>
                      <a:lnTo>
                        <a:pt x="33" y="121"/>
                      </a:lnTo>
                      <a:lnTo>
                        <a:pt x="33" y="119"/>
                      </a:lnTo>
                      <a:close/>
                      <a:moveTo>
                        <a:pt x="64" y="119"/>
                      </a:moveTo>
                      <a:lnTo>
                        <a:pt x="62" y="119"/>
                      </a:lnTo>
                      <a:lnTo>
                        <a:pt x="64" y="119"/>
                      </a:lnTo>
                      <a:close/>
                      <a:moveTo>
                        <a:pt x="68" y="119"/>
                      </a:moveTo>
                      <a:lnTo>
                        <a:pt x="68" y="117"/>
                      </a:lnTo>
                      <a:lnTo>
                        <a:pt x="68" y="119"/>
                      </a:lnTo>
                      <a:close/>
                      <a:moveTo>
                        <a:pt x="73" y="119"/>
                      </a:moveTo>
                      <a:lnTo>
                        <a:pt x="73" y="117"/>
                      </a:lnTo>
                      <a:lnTo>
                        <a:pt x="73" y="119"/>
                      </a:lnTo>
                      <a:close/>
                      <a:moveTo>
                        <a:pt x="71" y="117"/>
                      </a:moveTo>
                      <a:lnTo>
                        <a:pt x="71" y="119"/>
                      </a:lnTo>
                      <a:lnTo>
                        <a:pt x="71" y="117"/>
                      </a:lnTo>
                      <a:close/>
                      <a:moveTo>
                        <a:pt x="33" y="119"/>
                      </a:moveTo>
                      <a:lnTo>
                        <a:pt x="33" y="117"/>
                      </a:lnTo>
                      <a:lnTo>
                        <a:pt x="33" y="119"/>
                      </a:lnTo>
                      <a:close/>
                      <a:moveTo>
                        <a:pt x="64" y="119"/>
                      </a:moveTo>
                      <a:lnTo>
                        <a:pt x="64" y="117"/>
                      </a:lnTo>
                      <a:lnTo>
                        <a:pt x="64" y="119"/>
                      </a:lnTo>
                      <a:close/>
                      <a:moveTo>
                        <a:pt x="31" y="119"/>
                      </a:moveTo>
                      <a:lnTo>
                        <a:pt x="31" y="117"/>
                      </a:lnTo>
                      <a:lnTo>
                        <a:pt x="31" y="119"/>
                      </a:lnTo>
                      <a:close/>
                      <a:moveTo>
                        <a:pt x="59" y="117"/>
                      </a:moveTo>
                      <a:lnTo>
                        <a:pt x="57" y="117"/>
                      </a:lnTo>
                      <a:lnTo>
                        <a:pt x="59" y="117"/>
                      </a:lnTo>
                      <a:close/>
                      <a:moveTo>
                        <a:pt x="82" y="117"/>
                      </a:moveTo>
                      <a:lnTo>
                        <a:pt x="81" y="117"/>
                      </a:lnTo>
                      <a:lnTo>
                        <a:pt x="82" y="117"/>
                      </a:lnTo>
                      <a:close/>
                      <a:moveTo>
                        <a:pt x="37" y="117"/>
                      </a:moveTo>
                      <a:lnTo>
                        <a:pt x="35" y="117"/>
                      </a:lnTo>
                      <a:lnTo>
                        <a:pt x="37" y="117"/>
                      </a:lnTo>
                      <a:close/>
                      <a:moveTo>
                        <a:pt x="33" y="117"/>
                      </a:moveTo>
                      <a:lnTo>
                        <a:pt x="31" y="117"/>
                      </a:lnTo>
                      <a:lnTo>
                        <a:pt x="33" y="117"/>
                      </a:lnTo>
                      <a:close/>
                      <a:moveTo>
                        <a:pt x="82" y="117"/>
                      </a:moveTo>
                      <a:lnTo>
                        <a:pt x="81" y="117"/>
                      </a:lnTo>
                      <a:lnTo>
                        <a:pt x="82" y="117"/>
                      </a:lnTo>
                      <a:close/>
                      <a:moveTo>
                        <a:pt x="77" y="117"/>
                      </a:moveTo>
                      <a:lnTo>
                        <a:pt x="77" y="115"/>
                      </a:lnTo>
                      <a:lnTo>
                        <a:pt x="77" y="117"/>
                      </a:lnTo>
                      <a:close/>
                      <a:moveTo>
                        <a:pt x="97" y="115"/>
                      </a:moveTo>
                      <a:lnTo>
                        <a:pt x="97" y="117"/>
                      </a:lnTo>
                      <a:lnTo>
                        <a:pt x="97" y="115"/>
                      </a:lnTo>
                      <a:close/>
                      <a:moveTo>
                        <a:pt x="82" y="117"/>
                      </a:moveTo>
                      <a:lnTo>
                        <a:pt x="82" y="115"/>
                      </a:lnTo>
                      <a:lnTo>
                        <a:pt x="82" y="117"/>
                      </a:lnTo>
                      <a:close/>
                      <a:moveTo>
                        <a:pt x="73" y="115"/>
                      </a:moveTo>
                      <a:lnTo>
                        <a:pt x="71" y="115"/>
                      </a:lnTo>
                      <a:lnTo>
                        <a:pt x="73" y="115"/>
                      </a:lnTo>
                      <a:close/>
                      <a:moveTo>
                        <a:pt x="37" y="115"/>
                      </a:moveTo>
                      <a:lnTo>
                        <a:pt x="35" y="115"/>
                      </a:lnTo>
                      <a:lnTo>
                        <a:pt x="37" y="115"/>
                      </a:lnTo>
                      <a:close/>
                      <a:moveTo>
                        <a:pt x="22" y="115"/>
                      </a:moveTo>
                      <a:lnTo>
                        <a:pt x="20" y="115"/>
                      </a:lnTo>
                      <a:lnTo>
                        <a:pt x="22" y="115"/>
                      </a:lnTo>
                      <a:close/>
                      <a:moveTo>
                        <a:pt x="35" y="114"/>
                      </a:moveTo>
                      <a:lnTo>
                        <a:pt x="33" y="114"/>
                      </a:lnTo>
                      <a:lnTo>
                        <a:pt x="35" y="114"/>
                      </a:lnTo>
                      <a:close/>
                      <a:moveTo>
                        <a:pt x="29" y="114"/>
                      </a:moveTo>
                      <a:lnTo>
                        <a:pt x="28" y="114"/>
                      </a:lnTo>
                      <a:lnTo>
                        <a:pt x="29" y="114"/>
                      </a:lnTo>
                      <a:close/>
                      <a:moveTo>
                        <a:pt x="40" y="114"/>
                      </a:moveTo>
                      <a:lnTo>
                        <a:pt x="39" y="114"/>
                      </a:lnTo>
                      <a:lnTo>
                        <a:pt x="40" y="114"/>
                      </a:lnTo>
                      <a:close/>
                      <a:moveTo>
                        <a:pt x="37" y="114"/>
                      </a:moveTo>
                      <a:lnTo>
                        <a:pt x="35" y="114"/>
                      </a:lnTo>
                      <a:lnTo>
                        <a:pt x="37" y="112"/>
                      </a:lnTo>
                      <a:lnTo>
                        <a:pt x="37" y="114"/>
                      </a:lnTo>
                      <a:close/>
                      <a:moveTo>
                        <a:pt x="90" y="114"/>
                      </a:moveTo>
                      <a:lnTo>
                        <a:pt x="90" y="112"/>
                      </a:lnTo>
                      <a:lnTo>
                        <a:pt x="90" y="114"/>
                      </a:lnTo>
                      <a:close/>
                      <a:moveTo>
                        <a:pt x="35" y="112"/>
                      </a:moveTo>
                      <a:lnTo>
                        <a:pt x="35" y="114"/>
                      </a:lnTo>
                      <a:lnTo>
                        <a:pt x="35" y="112"/>
                      </a:lnTo>
                      <a:close/>
                      <a:moveTo>
                        <a:pt x="93" y="114"/>
                      </a:moveTo>
                      <a:lnTo>
                        <a:pt x="93" y="112"/>
                      </a:lnTo>
                      <a:lnTo>
                        <a:pt x="93" y="114"/>
                      </a:lnTo>
                      <a:close/>
                      <a:moveTo>
                        <a:pt x="40" y="114"/>
                      </a:moveTo>
                      <a:lnTo>
                        <a:pt x="39" y="114"/>
                      </a:lnTo>
                      <a:lnTo>
                        <a:pt x="39" y="112"/>
                      </a:lnTo>
                      <a:lnTo>
                        <a:pt x="40" y="112"/>
                      </a:lnTo>
                      <a:lnTo>
                        <a:pt x="40" y="114"/>
                      </a:lnTo>
                      <a:close/>
                      <a:moveTo>
                        <a:pt x="39" y="112"/>
                      </a:moveTo>
                      <a:lnTo>
                        <a:pt x="39" y="114"/>
                      </a:lnTo>
                      <a:lnTo>
                        <a:pt x="37" y="114"/>
                      </a:lnTo>
                      <a:lnTo>
                        <a:pt x="37" y="112"/>
                      </a:lnTo>
                      <a:lnTo>
                        <a:pt x="39" y="112"/>
                      </a:lnTo>
                      <a:close/>
                      <a:moveTo>
                        <a:pt x="84" y="114"/>
                      </a:moveTo>
                      <a:lnTo>
                        <a:pt x="82" y="114"/>
                      </a:lnTo>
                      <a:lnTo>
                        <a:pt x="82" y="112"/>
                      </a:lnTo>
                      <a:lnTo>
                        <a:pt x="84" y="112"/>
                      </a:lnTo>
                      <a:lnTo>
                        <a:pt x="84" y="114"/>
                      </a:lnTo>
                      <a:close/>
                      <a:moveTo>
                        <a:pt x="95" y="112"/>
                      </a:moveTo>
                      <a:lnTo>
                        <a:pt x="95" y="114"/>
                      </a:lnTo>
                      <a:lnTo>
                        <a:pt x="95" y="112"/>
                      </a:lnTo>
                      <a:close/>
                      <a:moveTo>
                        <a:pt x="28" y="112"/>
                      </a:moveTo>
                      <a:lnTo>
                        <a:pt x="26" y="112"/>
                      </a:lnTo>
                      <a:lnTo>
                        <a:pt x="28" y="112"/>
                      </a:lnTo>
                      <a:close/>
                      <a:moveTo>
                        <a:pt x="44" y="112"/>
                      </a:moveTo>
                      <a:lnTo>
                        <a:pt x="42" y="112"/>
                      </a:lnTo>
                      <a:lnTo>
                        <a:pt x="44" y="112"/>
                      </a:lnTo>
                      <a:close/>
                      <a:moveTo>
                        <a:pt x="33" y="112"/>
                      </a:moveTo>
                      <a:lnTo>
                        <a:pt x="31" y="112"/>
                      </a:lnTo>
                      <a:lnTo>
                        <a:pt x="33" y="112"/>
                      </a:lnTo>
                      <a:close/>
                      <a:moveTo>
                        <a:pt x="88" y="110"/>
                      </a:moveTo>
                      <a:lnTo>
                        <a:pt x="88" y="112"/>
                      </a:lnTo>
                      <a:lnTo>
                        <a:pt x="88" y="110"/>
                      </a:lnTo>
                      <a:close/>
                      <a:moveTo>
                        <a:pt x="31" y="110"/>
                      </a:moveTo>
                      <a:lnTo>
                        <a:pt x="29" y="110"/>
                      </a:lnTo>
                      <a:lnTo>
                        <a:pt x="31" y="110"/>
                      </a:lnTo>
                      <a:close/>
                      <a:moveTo>
                        <a:pt x="37" y="110"/>
                      </a:moveTo>
                      <a:lnTo>
                        <a:pt x="35" y="110"/>
                      </a:lnTo>
                      <a:lnTo>
                        <a:pt x="37" y="110"/>
                      </a:lnTo>
                      <a:close/>
                      <a:moveTo>
                        <a:pt x="93" y="110"/>
                      </a:moveTo>
                      <a:lnTo>
                        <a:pt x="93" y="108"/>
                      </a:lnTo>
                      <a:lnTo>
                        <a:pt x="93" y="110"/>
                      </a:lnTo>
                      <a:close/>
                      <a:moveTo>
                        <a:pt x="112" y="110"/>
                      </a:moveTo>
                      <a:lnTo>
                        <a:pt x="112" y="108"/>
                      </a:lnTo>
                      <a:lnTo>
                        <a:pt x="112" y="110"/>
                      </a:lnTo>
                      <a:close/>
                      <a:moveTo>
                        <a:pt x="84" y="110"/>
                      </a:moveTo>
                      <a:lnTo>
                        <a:pt x="84" y="108"/>
                      </a:lnTo>
                      <a:lnTo>
                        <a:pt x="84" y="110"/>
                      </a:lnTo>
                      <a:close/>
                      <a:moveTo>
                        <a:pt x="113" y="110"/>
                      </a:moveTo>
                      <a:lnTo>
                        <a:pt x="113" y="108"/>
                      </a:lnTo>
                      <a:lnTo>
                        <a:pt x="113" y="110"/>
                      </a:lnTo>
                      <a:close/>
                      <a:moveTo>
                        <a:pt x="95" y="110"/>
                      </a:moveTo>
                      <a:lnTo>
                        <a:pt x="95" y="108"/>
                      </a:lnTo>
                      <a:lnTo>
                        <a:pt x="95" y="110"/>
                      </a:lnTo>
                      <a:close/>
                      <a:moveTo>
                        <a:pt x="106" y="108"/>
                      </a:moveTo>
                      <a:lnTo>
                        <a:pt x="106" y="110"/>
                      </a:lnTo>
                      <a:lnTo>
                        <a:pt x="106" y="108"/>
                      </a:lnTo>
                      <a:close/>
                      <a:moveTo>
                        <a:pt x="106" y="108"/>
                      </a:moveTo>
                      <a:lnTo>
                        <a:pt x="104" y="108"/>
                      </a:lnTo>
                      <a:lnTo>
                        <a:pt x="106" y="108"/>
                      </a:lnTo>
                      <a:close/>
                      <a:moveTo>
                        <a:pt x="106" y="108"/>
                      </a:moveTo>
                      <a:lnTo>
                        <a:pt x="104" y="108"/>
                      </a:lnTo>
                      <a:lnTo>
                        <a:pt x="106" y="108"/>
                      </a:lnTo>
                      <a:close/>
                      <a:moveTo>
                        <a:pt x="124" y="108"/>
                      </a:moveTo>
                      <a:lnTo>
                        <a:pt x="123" y="108"/>
                      </a:lnTo>
                      <a:lnTo>
                        <a:pt x="124" y="108"/>
                      </a:lnTo>
                      <a:close/>
                      <a:moveTo>
                        <a:pt x="84" y="108"/>
                      </a:moveTo>
                      <a:lnTo>
                        <a:pt x="82" y="108"/>
                      </a:lnTo>
                      <a:lnTo>
                        <a:pt x="84" y="108"/>
                      </a:lnTo>
                      <a:close/>
                      <a:moveTo>
                        <a:pt x="39" y="108"/>
                      </a:moveTo>
                      <a:lnTo>
                        <a:pt x="37" y="108"/>
                      </a:lnTo>
                      <a:lnTo>
                        <a:pt x="39" y="108"/>
                      </a:lnTo>
                      <a:close/>
                      <a:moveTo>
                        <a:pt x="128" y="108"/>
                      </a:moveTo>
                      <a:lnTo>
                        <a:pt x="126" y="108"/>
                      </a:lnTo>
                      <a:lnTo>
                        <a:pt x="128" y="108"/>
                      </a:lnTo>
                      <a:close/>
                      <a:moveTo>
                        <a:pt x="31" y="108"/>
                      </a:moveTo>
                      <a:lnTo>
                        <a:pt x="29" y="108"/>
                      </a:lnTo>
                      <a:lnTo>
                        <a:pt x="31" y="108"/>
                      </a:lnTo>
                      <a:close/>
                      <a:moveTo>
                        <a:pt x="82" y="108"/>
                      </a:moveTo>
                      <a:lnTo>
                        <a:pt x="84" y="108"/>
                      </a:lnTo>
                      <a:lnTo>
                        <a:pt x="82" y="108"/>
                      </a:lnTo>
                      <a:close/>
                      <a:moveTo>
                        <a:pt x="29" y="108"/>
                      </a:moveTo>
                      <a:lnTo>
                        <a:pt x="28" y="108"/>
                      </a:lnTo>
                      <a:lnTo>
                        <a:pt x="29" y="108"/>
                      </a:lnTo>
                      <a:close/>
                      <a:moveTo>
                        <a:pt x="33" y="108"/>
                      </a:moveTo>
                      <a:lnTo>
                        <a:pt x="31" y="108"/>
                      </a:lnTo>
                      <a:lnTo>
                        <a:pt x="33" y="106"/>
                      </a:lnTo>
                      <a:lnTo>
                        <a:pt x="33" y="108"/>
                      </a:lnTo>
                      <a:close/>
                      <a:moveTo>
                        <a:pt x="39" y="108"/>
                      </a:moveTo>
                      <a:lnTo>
                        <a:pt x="39" y="106"/>
                      </a:lnTo>
                      <a:lnTo>
                        <a:pt x="39" y="108"/>
                      </a:lnTo>
                      <a:close/>
                      <a:moveTo>
                        <a:pt x="48" y="108"/>
                      </a:moveTo>
                      <a:lnTo>
                        <a:pt x="48" y="106"/>
                      </a:lnTo>
                      <a:lnTo>
                        <a:pt x="48" y="108"/>
                      </a:lnTo>
                      <a:close/>
                      <a:moveTo>
                        <a:pt x="128" y="108"/>
                      </a:moveTo>
                      <a:lnTo>
                        <a:pt x="128" y="106"/>
                      </a:lnTo>
                      <a:lnTo>
                        <a:pt x="128" y="108"/>
                      </a:lnTo>
                      <a:close/>
                      <a:moveTo>
                        <a:pt x="35" y="106"/>
                      </a:moveTo>
                      <a:lnTo>
                        <a:pt x="33" y="106"/>
                      </a:lnTo>
                      <a:lnTo>
                        <a:pt x="35" y="106"/>
                      </a:lnTo>
                      <a:close/>
                      <a:moveTo>
                        <a:pt x="117" y="106"/>
                      </a:moveTo>
                      <a:lnTo>
                        <a:pt x="119" y="106"/>
                      </a:lnTo>
                      <a:lnTo>
                        <a:pt x="117" y="106"/>
                      </a:lnTo>
                      <a:close/>
                      <a:moveTo>
                        <a:pt x="31" y="106"/>
                      </a:moveTo>
                      <a:lnTo>
                        <a:pt x="29" y="106"/>
                      </a:lnTo>
                      <a:lnTo>
                        <a:pt x="31" y="106"/>
                      </a:lnTo>
                      <a:close/>
                      <a:moveTo>
                        <a:pt x="13" y="106"/>
                      </a:moveTo>
                      <a:lnTo>
                        <a:pt x="11" y="106"/>
                      </a:lnTo>
                      <a:lnTo>
                        <a:pt x="13" y="106"/>
                      </a:lnTo>
                      <a:close/>
                      <a:moveTo>
                        <a:pt x="119" y="106"/>
                      </a:moveTo>
                      <a:lnTo>
                        <a:pt x="117" y="106"/>
                      </a:lnTo>
                      <a:lnTo>
                        <a:pt x="119" y="106"/>
                      </a:lnTo>
                      <a:close/>
                      <a:moveTo>
                        <a:pt x="35" y="106"/>
                      </a:moveTo>
                      <a:lnTo>
                        <a:pt x="35" y="104"/>
                      </a:lnTo>
                      <a:lnTo>
                        <a:pt x="35" y="106"/>
                      </a:lnTo>
                      <a:close/>
                      <a:moveTo>
                        <a:pt x="88" y="104"/>
                      </a:moveTo>
                      <a:lnTo>
                        <a:pt x="88" y="106"/>
                      </a:lnTo>
                      <a:lnTo>
                        <a:pt x="88" y="104"/>
                      </a:lnTo>
                      <a:close/>
                      <a:moveTo>
                        <a:pt x="84" y="104"/>
                      </a:moveTo>
                      <a:lnTo>
                        <a:pt x="86" y="104"/>
                      </a:lnTo>
                      <a:lnTo>
                        <a:pt x="84" y="104"/>
                      </a:lnTo>
                      <a:close/>
                      <a:moveTo>
                        <a:pt x="29" y="104"/>
                      </a:moveTo>
                      <a:lnTo>
                        <a:pt x="29" y="106"/>
                      </a:lnTo>
                      <a:lnTo>
                        <a:pt x="29" y="104"/>
                      </a:lnTo>
                      <a:close/>
                      <a:moveTo>
                        <a:pt x="39" y="104"/>
                      </a:moveTo>
                      <a:lnTo>
                        <a:pt x="39" y="106"/>
                      </a:lnTo>
                      <a:lnTo>
                        <a:pt x="39" y="104"/>
                      </a:lnTo>
                      <a:close/>
                      <a:moveTo>
                        <a:pt x="26" y="104"/>
                      </a:moveTo>
                      <a:lnTo>
                        <a:pt x="24" y="104"/>
                      </a:lnTo>
                      <a:lnTo>
                        <a:pt x="26" y="104"/>
                      </a:lnTo>
                      <a:close/>
                      <a:moveTo>
                        <a:pt x="130" y="106"/>
                      </a:moveTo>
                      <a:lnTo>
                        <a:pt x="130" y="104"/>
                      </a:lnTo>
                      <a:lnTo>
                        <a:pt x="130" y="106"/>
                      </a:lnTo>
                      <a:close/>
                      <a:moveTo>
                        <a:pt x="86" y="104"/>
                      </a:moveTo>
                      <a:lnTo>
                        <a:pt x="84" y="104"/>
                      </a:lnTo>
                      <a:lnTo>
                        <a:pt x="86" y="104"/>
                      </a:lnTo>
                      <a:close/>
                      <a:moveTo>
                        <a:pt x="46" y="104"/>
                      </a:moveTo>
                      <a:lnTo>
                        <a:pt x="44" y="104"/>
                      </a:lnTo>
                      <a:lnTo>
                        <a:pt x="46" y="104"/>
                      </a:lnTo>
                      <a:close/>
                      <a:moveTo>
                        <a:pt x="123" y="104"/>
                      </a:moveTo>
                      <a:lnTo>
                        <a:pt x="121" y="104"/>
                      </a:lnTo>
                      <a:lnTo>
                        <a:pt x="123" y="104"/>
                      </a:lnTo>
                      <a:close/>
                      <a:moveTo>
                        <a:pt x="132" y="104"/>
                      </a:moveTo>
                      <a:lnTo>
                        <a:pt x="130" y="104"/>
                      </a:lnTo>
                      <a:lnTo>
                        <a:pt x="132" y="104"/>
                      </a:lnTo>
                      <a:close/>
                      <a:moveTo>
                        <a:pt x="44" y="104"/>
                      </a:moveTo>
                      <a:lnTo>
                        <a:pt x="44" y="103"/>
                      </a:lnTo>
                      <a:lnTo>
                        <a:pt x="44" y="104"/>
                      </a:lnTo>
                      <a:close/>
                      <a:moveTo>
                        <a:pt x="35" y="104"/>
                      </a:moveTo>
                      <a:lnTo>
                        <a:pt x="35" y="103"/>
                      </a:lnTo>
                      <a:lnTo>
                        <a:pt x="35" y="104"/>
                      </a:lnTo>
                      <a:close/>
                      <a:moveTo>
                        <a:pt x="115" y="104"/>
                      </a:moveTo>
                      <a:lnTo>
                        <a:pt x="115" y="103"/>
                      </a:lnTo>
                      <a:lnTo>
                        <a:pt x="115" y="104"/>
                      </a:lnTo>
                      <a:close/>
                      <a:moveTo>
                        <a:pt x="46" y="103"/>
                      </a:moveTo>
                      <a:lnTo>
                        <a:pt x="46" y="104"/>
                      </a:lnTo>
                      <a:lnTo>
                        <a:pt x="46" y="103"/>
                      </a:lnTo>
                      <a:close/>
                      <a:moveTo>
                        <a:pt x="37" y="103"/>
                      </a:moveTo>
                      <a:lnTo>
                        <a:pt x="35" y="103"/>
                      </a:lnTo>
                      <a:lnTo>
                        <a:pt x="37" y="103"/>
                      </a:lnTo>
                      <a:close/>
                      <a:moveTo>
                        <a:pt x="46" y="103"/>
                      </a:moveTo>
                      <a:lnTo>
                        <a:pt x="44" y="103"/>
                      </a:lnTo>
                      <a:lnTo>
                        <a:pt x="44" y="101"/>
                      </a:lnTo>
                      <a:lnTo>
                        <a:pt x="46" y="103"/>
                      </a:lnTo>
                      <a:close/>
                      <a:moveTo>
                        <a:pt x="97" y="101"/>
                      </a:moveTo>
                      <a:lnTo>
                        <a:pt x="97" y="103"/>
                      </a:lnTo>
                      <a:lnTo>
                        <a:pt x="97" y="101"/>
                      </a:lnTo>
                      <a:close/>
                      <a:moveTo>
                        <a:pt x="39" y="103"/>
                      </a:moveTo>
                      <a:lnTo>
                        <a:pt x="39" y="101"/>
                      </a:lnTo>
                      <a:lnTo>
                        <a:pt x="39" y="103"/>
                      </a:lnTo>
                      <a:close/>
                      <a:moveTo>
                        <a:pt x="39" y="101"/>
                      </a:moveTo>
                      <a:lnTo>
                        <a:pt x="37" y="101"/>
                      </a:lnTo>
                      <a:lnTo>
                        <a:pt x="39" y="101"/>
                      </a:lnTo>
                      <a:close/>
                      <a:moveTo>
                        <a:pt x="40" y="101"/>
                      </a:moveTo>
                      <a:lnTo>
                        <a:pt x="39" y="101"/>
                      </a:lnTo>
                      <a:lnTo>
                        <a:pt x="40" y="101"/>
                      </a:lnTo>
                      <a:close/>
                      <a:moveTo>
                        <a:pt x="99" y="101"/>
                      </a:moveTo>
                      <a:lnTo>
                        <a:pt x="97" y="101"/>
                      </a:lnTo>
                      <a:lnTo>
                        <a:pt x="99" y="101"/>
                      </a:lnTo>
                      <a:close/>
                      <a:moveTo>
                        <a:pt x="106" y="101"/>
                      </a:moveTo>
                      <a:lnTo>
                        <a:pt x="104" y="101"/>
                      </a:lnTo>
                      <a:lnTo>
                        <a:pt x="106" y="101"/>
                      </a:lnTo>
                      <a:close/>
                      <a:moveTo>
                        <a:pt x="40" y="101"/>
                      </a:moveTo>
                      <a:lnTo>
                        <a:pt x="39" y="101"/>
                      </a:lnTo>
                      <a:lnTo>
                        <a:pt x="40" y="101"/>
                      </a:lnTo>
                      <a:close/>
                      <a:moveTo>
                        <a:pt x="40" y="101"/>
                      </a:moveTo>
                      <a:lnTo>
                        <a:pt x="40" y="99"/>
                      </a:lnTo>
                      <a:lnTo>
                        <a:pt x="40" y="101"/>
                      </a:lnTo>
                      <a:close/>
                      <a:moveTo>
                        <a:pt x="113" y="99"/>
                      </a:moveTo>
                      <a:lnTo>
                        <a:pt x="113" y="101"/>
                      </a:lnTo>
                      <a:lnTo>
                        <a:pt x="113" y="99"/>
                      </a:lnTo>
                      <a:close/>
                      <a:moveTo>
                        <a:pt x="106" y="101"/>
                      </a:moveTo>
                      <a:lnTo>
                        <a:pt x="104" y="101"/>
                      </a:lnTo>
                      <a:lnTo>
                        <a:pt x="104" y="99"/>
                      </a:lnTo>
                      <a:lnTo>
                        <a:pt x="106" y="99"/>
                      </a:lnTo>
                      <a:lnTo>
                        <a:pt x="106" y="101"/>
                      </a:lnTo>
                      <a:close/>
                      <a:moveTo>
                        <a:pt x="121" y="101"/>
                      </a:moveTo>
                      <a:lnTo>
                        <a:pt x="121" y="99"/>
                      </a:lnTo>
                      <a:lnTo>
                        <a:pt x="121" y="101"/>
                      </a:lnTo>
                      <a:close/>
                      <a:moveTo>
                        <a:pt x="99" y="101"/>
                      </a:moveTo>
                      <a:lnTo>
                        <a:pt x="97" y="101"/>
                      </a:lnTo>
                      <a:lnTo>
                        <a:pt x="99" y="101"/>
                      </a:lnTo>
                      <a:lnTo>
                        <a:pt x="99" y="99"/>
                      </a:lnTo>
                      <a:lnTo>
                        <a:pt x="99" y="101"/>
                      </a:lnTo>
                      <a:close/>
                      <a:moveTo>
                        <a:pt x="113" y="99"/>
                      </a:moveTo>
                      <a:lnTo>
                        <a:pt x="112" y="99"/>
                      </a:lnTo>
                      <a:lnTo>
                        <a:pt x="113" y="99"/>
                      </a:lnTo>
                      <a:close/>
                      <a:moveTo>
                        <a:pt x="40" y="99"/>
                      </a:moveTo>
                      <a:lnTo>
                        <a:pt x="39" y="99"/>
                      </a:lnTo>
                      <a:lnTo>
                        <a:pt x="40" y="99"/>
                      </a:lnTo>
                      <a:close/>
                      <a:moveTo>
                        <a:pt x="97" y="99"/>
                      </a:moveTo>
                      <a:lnTo>
                        <a:pt x="95" y="99"/>
                      </a:lnTo>
                      <a:lnTo>
                        <a:pt x="97" y="99"/>
                      </a:lnTo>
                      <a:close/>
                      <a:moveTo>
                        <a:pt x="40" y="99"/>
                      </a:moveTo>
                      <a:lnTo>
                        <a:pt x="39" y="99"/>
                      </a:lnTo>
                      <a:lnTo>
                        <a:pt x="40" y="99"/>
                      </a:lnTo>
                      <a:close/>
                      <a:moveTo>
                        <a:pt x="39" y="99"/>
                      </a:moveTo>
                      <a:lnTo>
                        <a:pt x="39" y="97"/>
                      </a:lnTo>
                      <a:lnTo>
                        <a:pt x="39" y="99"/>
                      </a:lnTo>
                      <a:close/>
                      <a:moveTo>
                        <a:pt x="102" y="99"/>
                      </a:moveTo>
                      <a:lnTo>
                        <a:pt x="102" y="97"/>
                      </a:lnTo>
                      <a:lnTo>
                        <a:pt x="102" y="99"/>
                      </a:lnTo>
                      <a:close/>
                      <a:moveTo>
                        <a:pt x="40" y="97"/>
                      </a:moveTo>
                      <a:lnTo>
                        <a:pt x="39" y="97"/>
                      </a:lnTo>
                      <a:lnTo>
                        <a:pt x="40" y="97"/>
                      </a:lnTo>
                      <a:close/>
                      <a:moveTo>
                        <a:pt x="39" y="97"/>
                      </a:moveTo>
                      <a:lnTo>
                        <a:pt x="40" y="97"/>
                      </a:lnTo>
                      <a:lnTo>
                        <a:pt x="39" y="97"/>
                      </a:lnTo>
                      <a:close/>
                      <a:moveTo>
                        <a:pt x="40" y="97"/>
                      </a:moveTo>
                      <a:lnTo>
                        <a:pt x="40" y="95"/>
                      </a:lnTo>
                      <a:lnTo>
                        <a:pt x="40" y="97"/>
                      </a:lnTo>
                      <a:close/>
                      <a:moveTo>
                        <a:pt x="104" y="97"/>
                      </a:moveTo>
                      <a:lnTo>
                        <a:pt x="104" y="95"/>
                      </a:lnTo>
                      <a:lnTo>
                        <a:pt x="104" y="97"/>
                      </a:lnTo>
                      <a:close/>
                      <a:moveTo>
                        <a:pt x="42" y="95"/>
                      </a:moveTo>
                      <a:lnTo>
                        <a:pt x="40" y="95"/>
                      </a:lnTo>
                      <a:lnTo>
                        <a:pt x="42" y="95"/>
                      </a:lnTo>
                      <a:close/>
                      <a:moveTo>
                        <a:pt x="130" y="95"/>
                      </a:moveTo>
                      <a:lnTo>
                        <a:pt x="128" y="95"/>
                      </a:lnTo>
                      <a:lnTo>
                        <a:pt x="130" y="95"/>
                      </a:lnTo>
                      <a:close/>
                      <a:moveTo>
                        <a:pt x="123" y="95"/>
                      </a:moveTo>
                      <a:lnTo>
                        <a:pt x="121" y="95"/>
                      </a:lnTo>
                      <a:lnTo>
                        <a:pt x="123" y="95"/>
                      </a:lnTo>
                      <a:close/>
                      <a:moveTo>
                        <a:pt x="130" y="95"/>
                      </a:moveTo>
                      <a:lnTo>
                        <a:pt x="132" y="95"/>
                      </a:lnTo>
                      <a:lnTo>
                        <a:pt x="130" y="95"/>
                      </a:lnTo>
                      <a:close/>
                      <a:moveTo>
                        <a:pt x="124" y="95"/>
                      </a:moveTo>
                      <a:lnTo>
                        <a:pt x="123" y="95"/>
                      </a:lnTo>
                      <a:lnTo>
                        <a:pt x="124" y="95"/>
                      </a:lnTo>
                      <a:close/>
                      <a:moveTo>
                        <a:pt x="121" y="95"/>
                      </a:moveTo>
                      <a:lnTo>
                        <a:pt x="121" y="93"/>
                      </a:lnTo>
                      <a:lnTo>
                        <a:pt x="121" y="95"/>
                      </a:lnTo>
                      <a:close/>
                      <a:moveTo>
                        <a:pt x="130" y="95"/>
                      </a:moveTo>
                      <a:lnTo>
                        <a:pt x="130" y="93"/>
                      </a:lnTo>
                      <a:lnTo>
                        <a:pt x="130" y="95"/>
                      </a:lnTo>
                      <a:close/>
                      <a:moveTo>
                        <a:pt x="123" y="95"/>
                      </a:moveTo>
                      <a:lnTo>
                        <a:pt x="123" y="93"/>
                      </a:lnTo>
                      <a:lnTo>
                        <a:pt x="121" y="93"/>
                      </a:lnTo>
                      <a:lnTo>
                        <a:pt x="123" y="93"/>
                      </a:lnTo>
                      <a:lnTo>
                        <a:pt x="123" y="95"/>
                      </a:lnTo>
                      <a:close/>
                      <a:moveTo>
                        <a:pt x="35" y="93"/>
                      </a:moveTo>
                      <a:lnTo>
                        <a:pt x="33" y="93"/>
                      </a:lnTo>
                      <a:lnTo>
                        <a:pt x="35" y="93"/>
                      </a:lnTo>
                      <a:close/>
                      <a:moveTo>
                        <a:pt x="40" y="90"/>
                      </a:moveTo>
                      <a:lnTo>
                        <a:pt x="40" y="92"/>
                      </a:lnTo>
                      <a:lnTo>
                        <a:pt x="40" y="90"/>
                      </a:lnTo>
                      <a:close/>
                      <a:moveTo>
                        <a:pt x="42" y="90"/>
                      </a:moveTo>
                      <a:lnTo>
                        <a:pt x="40" y="90"/>
                      </a:lnTo>
                      <a:lnTo>
                        <a:pt x="42" y="90"/>
                      </a:lnTo>
                      <a:close/>
                      <a:moveTo>
                        <a:pt x="40" y="88"/>
                      </a:moveTo>
                      <a:lnTo>
                        <a:pt x="40" y="86"/>
                      </a:lnTo>
                      <a:lnTo>
                        <a:pt x="40" y="88"/>
                      </a:lnTo>
                      <a:close/>
                      <a:moveTo>
                        <a:pt x="40" y="86"/>
                      </a:moveTo>
                      <a:lnTo>
                        <a:pt x="40" y="88"/>
                      </a:lnTo>
                      <a:lnTo>
                        <a:pt x="40" y="86"/>
                      </a:lnTo>
                      <a:close/>
                      <a:moveTo>
                        <a:pt x="154" y="82"/>
                      </a:moveTo>
                      <a:lnTo>
                        <a:pt x="152" y="82"/>
                      </a:lnTo>
                      <a:lnTo>
                        <a:pt x="154" y="82"/>
                      </a:lnTo>
                      <a:close/>
                      <a:moveTo>
                        <a:pt x="152" y="81"/>
                      </a:moveTo>
                      <a:lnTo>
                        <a:pt x="154" y="81"/>
                      </a:lnTo>
                      <a:lnTo>
                        <a:pt x="152" y="81"/>
                      </a:lnTo>
                      <a:close/>
                      <a:moveTo>
                        <a:pt x="42" y="77"/>
                      </a:moveTo>
                      <a:lnTo>
                        <a:pt x="40" y="77"/>
                      </a:lnTo>
                      <a:lnTo>
                        <a:pt x="42" y="77"/>
                      </a:lnTo>
                      <a:close/>
                      <a:moveTo>
                        <a:pt x="50" y="72"/>
                      </a:moveTo>
                      <a:lnTo>
                        <a:pt x="50" y="70"/>
                      </a:lnTo>
                      <a:lnTo>
                        <a:pt x="50" y="72"/>
                      </a:lnTo>
                      <a:close/>
                      <a:moveTo>
                        <a:pt x="48" y="68"/>
                      </a:moveTo>
                      <a:lnTo>
                        <a:pt x="48" y="70"/>
                      </a:lnTo>
                      <a:lnTo>
                        <a:pt x="48" y="68"/>
                      </a:lnTo>
                      <a:close/>
                      <a:moveTo>
                        <a:pt x="44" y="68"/>
                      </a:moveTo>
                      <a:lnTo>
                        <a:pt x="44" y="66"/>
                      </a:lnTo>
                      <a:lnTo>
                        <a:pt x="44" y="68"/>
                      </a:lnTo>
                      <a:close/>
                      <a:moveTo>
                        <a:pt x="53" y="62"/>
                      </a:moveTo>
                      <a:lnTo>
                        <a:pt x="55" y="62"/>
                      </a:lnTo>
                      <a:lnTo>
                        <a:pt x="53" y="62"/>
                      </a:lnTo>
                      <a:lnTo>
                        <a:pt x="55" y="62"/>
                      </a:lnTo>
                      <a:lnTo>
                        <a:pt x="53" y="62"/>
                      </a:lnTo>
                      <a:close/>
                      <a:moveTo>
                        <a:pt x="55" y="61"/>
                      </a:moveTo>
                      <a:lnTo>
                        <a:pt x="55" y="62"/>
                      </a:lnTo>
                      <a:lnTo>
                        <a:pt x="55" y="61"/>
                      </a:lnTo>
                      <a:close/>
                      <a:moveTo>
                        <a:pt x="55" y="61"/>
                      </a:moveTo>
                      <a:lnTo>
                        <a:pt x="55" y="62"/>
                      </a:lnTo>
                      <a:lnTo>
                        <a:pt x="55" y="61"/>
                      </a:lnTo>
                      <a:close/>
                      <a:moveTo>
                        <a:pt x="66" y="57"/>
                      </a:moveTo>
                      <a:lnTo>
                        <a:pt x="64" y="57"/>
                      </a:lnTo>
                      <a:lnTo>
                        <a:pt x="66" y="57"/>
                      </a:lnTo>
                      <a:close/>
                      <a:moveTo>
                        <a:pt x="33" y="53"/>
                      </a:moveTo>
                      <a:lnTo>
                        <a:pt x="33" y="55"/>
                      </a:lnTo>
                      <a:lnTo>
                        <a:pt x="33" y="53"/>
                      </a:lnTo>
                      <a:close/>
                      <a:moveTo>
                        <a:pt x="51" y="53"/>
                      </a:moveTo>
                      <a:lnTo>
                        <a:pt x="51" y="55"/>
                      </a:lnTo>
                      <a:lnTo>
                        <a:pt x="51" y="53"/>
                      </a:lnTo>
                      <a:close/>
                      <a:moveTo>
                        <a:pt x="46" y="53"/>
                      </a:moveTo>
                      <a:lnTo>
                        <a:pt x="46" y="51"/>
                      </a:lnTo>
                      <a:lnTo>
                        <a:pt x="46" y="53"/>
                      </a:lnTo>
                      <a:close/>
                      <a:moveTo>
                        <a:pt x="40" y="51"/>
                      </a:moveTo>
                      <a:lnTo>
                        <a:pt x="39" y="51"/>
                      </a:lnTo>
                      <a:lnTo>
                        <a:pt x="40" y="51"/>
                      </a:lnTo>
                      <a:close/>
                      <a:moveTo>
                        <a:pt x="42" y="51"/>
                      </a:moveTo>
                      <a:lnTo>
                        <a:pt x="40" y="51"/>
                      </a:lnTo>
                      <a:lnTo>
                        <a:pt x="42" y="51"/>
                      </a:lnTo>
                      <a:close/>
                      <a:moveTo>
                        <a:pt x="42" y="51"/>
                      </a:moveTo>
                      <a:lnTo>
                        <a:pt x="40" y="51"/>
                      </a:lnTo>
                      <a:lnTo>
                        <a:pt x="42" y="51"/>
                      </a:lnTo>
                      <a:close/>
                      <a:moveTo>
                        <a:pt x="46" y="51"/>
                      </a:moveTo>
                      <a:lnTo>
                        <a:pt x="44" y="51"/>
                      </a:lnTo>
                      <a:lnTo>
                        <a:pt x="46" y="51"/>
                      </a:lnTo>
                      <a:close/>
                      <a:moveTo>
                        <a:pt x="44" y="50"/>
                      </a:moveTo>
                      <a:lnTo>
                        <a:pt x="44" y="51"/>
                      </a:lnTo>
                      <a:lnTo>
                        <a:pt x="44" y="50"/>
                      </a:lnTo>
                      <a:close/>
                      <a:moveTo>
                        <a:pt x="48" y="48"/>
                      </a:moveTo>
                      <a:lnTo>
                        <a:pt x="46" y="48"/>
                      </a:lnTo>
                      <a:lnTo>
                        <a:pt x="48" y="48"/>
                      </a:lnTo>
                      <a:close/>
                      <a:moveTo>
                        <a:pt x="48" y="46"/>
                      </a:moveTo>
                      <a:lnTo>
                        <a:pt x="48" y="44"/>
                      </a:lnTo>
                      <a:lnTo>
                        <a:pt x="48" y="46"/>
                      </a:lnTo>
                      <a:close/>
                      <a:moveTo>
                        <a:pt x="50" y="42"/>
                      </a:moveTo>
                      <a:lnTo>
                        <a:pt x="50" y="44"/>
                      </a:lnTo>
                      <a:lnTo>
                        <a:pt x="50" y="42"/>
                      </a:lnTo>
                      <a:close/>
                      <a:moveTo>
                        <a:pt x="48" y="42"/>
                      </a:moveTo>
                      <a:lnTo>
                        <a:pt x="48" y="44"/>
                      </a:lnTo>
                      <a:lnTo>
                        <a:pt x="48" y="42"/>
                      </a:lnTo>
                      <a:close/>
                      <a:moveTo>
                        <a:pt x="40" y="40"/>
                      </a:moveTo>
                      <a:lnTo>
                        <a:pt x="39" y="42"/>
                      </a:lnTo>
                      <a:lnTo>
                        <a:pt x="39" y="40"/>
                      </a:lnTo>
                      <a:lnTo>
                        <a:pt x="40" y="40"/>
                      </a:lnTo>
                      <a:close/>
                      <a:moveTo>
                        <a:pt x="40" y="40"/>
                      </a:moveTo>
                      <a:lnTo>
                        <a:pt x="39" y="40"/>
                      </a:lnTo>
                      <a:lnTo>
                        <a:pt x="40" y="40"/>
                      </a:lnTo>
                      <a:lnTo>
                        <a:pt x="39" y="40"/>
                      </a:lnTo>
                      <a:lnTo>
                        <a:pt x="40" y="40"/>
                      </a:lnTo>
                      <a:close/>
                      <a:moveTo>
                        <a:pt x="46" y="40"/>
                      </a:moveTo>
                      <a:lnTo>
                        <a:pt x="46" y="39"/>
                      </a:lnTo>
                      <a:lnTo>
                        <a:pt x="46" y="40"/>
                      </a:lnTo>
                      <a:close/>
                      <a:moveTo>
                        <a:pt x="17" y="40"/>
                      </a:moveTo>
                      <a:lnTo>
                        <a:pt x="17" y="39"/>
                      </a:lnTo>
                      <a:lnTo>
                        <a:pt x="17" y="40"/>
                      </a:lnTo>
                      <a:close/>
                      <a:moveTo>
                        <a:pt x="42" y="39"/>
                      </a:moveTo>
                      <a:lnTo>
                        <a:pt x="42" y="37"/>
                      </a:lnTo>
                      <a:lnTo>
                        <a:pt x="42" y="39"/>
                      </a:lnTo>
                      <a:close/>
                      <a:moveTo>
                        <a:pt x="50" y="37"/>
                      </a:moveTo>
                      <a:lnTo>
                        <a:pt x="48" y="37"/>
                      </a:lnTo>
                      <a:lnTo>
                        <a:pt x="50" y="37"/>
                      </a:lnTo>
                      <a:close/>
                      <a:moveTo>
                        <a:pt x="37" y="37"/>
                      </a:moveTo>
                      <a:lnTo>
                        <a:pt x="35" y="37"/>
                      </a:lnTo>
                      <a:lnTo>
                        <a:pt x="37" y="37"/>
                      </a:lnTo>
                      <a:close/>
                      <a:moveTo>
                        <a:pt x="31" y="35"/>
                      </a:moveTo>
                      <a:lnTo>
                        <a:pt x="31" y="37"/>
                      </a:lnTo>
                      <a:lnTo>
                        <a:pt x="31" y="35"/>
                      </a:lnTo>
                      <a:close/>
                      <a:moveTo>
                        <a:pt x="39" y="33"/>
                      </a:moveTo>
                      <a:lnTo>
                        <a:pt x="37" y="33"/>
                      </a:lnTo>
                      <a:lnTo>
                        <a:pt x="39" y="33"/>
                      </a:lnTo>
                      <a:close/>
                      <a:moveTo>
                        <a:pt x="39" y="33"/>
                      </a:moveTo>
                      <a:lnTo>
                        <a:pt x="37" y="33"/>
                      </a:lnTo>
                      <a:lnTo>
                        <a:pt x="39" y="33"/>
                      </a:lnTo>
                      <a:close/>
                      <a:moveTo>
                        <a:pt x="68" y="29"/>
                      </a:moveTo>
                      <a:lnTo>
                        <a:pt x="68" y="28"/>
                      </a:lnTo>
                      <a:lnTo>
                        <a:pt x="68" y="29"/>
                      </a:lnTo>
                      <a:close/>
                      <a:moveTo>
                        <a:pt x="39" y="28"/>
                      </a:moveTo>
                      <a:lnTo>
                        <a:pt x="39" y="29"/>
                      </a:lnTo>
                      <a:lnTo>
                        <a:pt x="39" y="28"/>
                      </a:lnTo>
                      <a:close/>
                      <a:moveTo>
                        <a:pt x="24" y="28"/>
                      </a:moveTo>
                      <a:lnTo>
                        <a:pt x="26" y="28"/>
                      </a:lnTo>
                      <a:lnTo>
                        <a:pt x="24" y="28"/>
                      </a:lnTo>
                      <a:close/>
                      <a:moveTo>
                        <a:pt x="44" y="29"/>
                      </a:moveTo>
                      <a:lnTo>
                        <a:pt x="44" y="28"/>
                      </a:lnTo>
                      <a:lnTo>
                        <a:pt x="44" y="29"/>
                      </a:lnTo>
                      <a:close/>
                      <a:moveTo>
                        <a:pt x="60" y="28"/>
                      </a:moveTo>
                      <a:lnTo>
                        <a:pt x="62" y="28"/>
                      </a:lnTo>
                      <a:lnTo>
                        <a:pt x="60" y="28"/>
                      </a:lnTo>
                      <a:close/>
                      <a:moveTo>
                        <a:pt x="50" y="26"/>
                      </a:moveTo>
                      <a:lnTo>
                        <a:pt x="48" y="26"/>
                      </a:lnTo>
                      <a:lnTo>
                        <a:pt x="50" y="26"/>
                      </a:lnTo>
                      <a:close/>
                      <a:moveTo>
                        <a:pt x="46" y="26"/>
                      </a:moveTo>
                      <a:lnTo>
                        <a:pt x="46" y="24"/>
                      </a:lnTo>
                      <a:lnTo>
                        <a:pt x="46" y="26"/>
                      </a:lnTo>
                      <a:close/>
                      <a:moveTo>
                        <a:pt x="50" y="24"/>
                      </a:moveTo>
                      <a:lnTo>
                        <a:pt x="50" y="22"/>
                      </a:lnTo>
                      <a:lnTo>
                        <a:pt x="50" y="24"/>
                      </a:lnTo>
                      <a:close/>
                      <a:moveTo>
                        <a:pt x="33" y="22"/>
                      </a:moveTo>
                      <a:lnTo>
                        <a:pt x="31" y="22"/>
                      </a:lnTo>
                      <a:lnTo>
                        <a:pt x="33" y="22"/>
                      </a:lnTo>
                      <a:close/>
                      <a:moveTo>
                        <a:pt x="50" y="22"/>
                      </a:moveTo>
                      <a:lnTo>
                        <a:pt x="48" y="22"/>
                      </a:lnTo>
                      <a:lnTo>
                        <a:pt x="50" y="22"/>
                      </a:lnTo>
                      <a:close/>
                      <a:moveTo>
                        <a:pt x="44" y="22"/>
                      </a:moveTo>
                      <a:lnTo>
                        <a:pt x="42" y="22"/>
                      </a:lnTo>
                      <a:lnTo>
                        <a:pt x="44" y="20"/>
                      </a:lnTo>
                      <a:lnTo>
                        <a:pt x="44" y="22"/>
                      </a:lnTo>
                      <a:close/>
                      <a:moveTo>
                        <a:pt x="46" y="20"/>
                      </a:moveTo>
                      <a:lnTo>
                        <a:pt x="44" y="20"/>
                      </a:lnTo>
                      <a:lnTo>
                        <a:pt x="46" y="20"/>
                      </a:lnTo>
                      <a:close/>
                      <a:moveTo>
                        <a:pt x="48" y="20"/>
                      </a:moveTo>
                      <a:lnTo>
                        <a:pt x="46" y="20"/>
                      </a:lnTo>
                      <a:lnTo>
                        <a:pt x="48" y="20"/>
                      </a:lnTo>
                      <a:close/>
                      <a:moveTo>
                        <a:pt x="51" y="19"/>
                      </a:moveTo>
                      <a:lnTo>
                        <a:pt x="51" y="17"/>
                      </a:lnTo>
                      <a:lnTo>
                        <a:pt x="51" y="19"/>
                      </a:lnTo>
                      <a:close/>
                      <a:moveTo>
                        <a:pt x="50" y="17"/>
                      </a:moveTo>
                      <a:lnTo>
                        <a:pt x="51" y="17"/>
                      </a:lnTo>
                      <a:lnTo>
                        <a:pt x="50" y="17"/>
                      </a:lnTo>
                      <a:close/>
                      <a:moveTo>
                        <a:pt x="51" y="6"/>
                      </a:moveTo>
                      <a:lnTo>
                        <a:pt x="51" y="8"/>
                      </a:lnTo>
                      <a:lnTo>
                        <a:pt x="51" y="6"/>
                      </a:lnTo>
                      <a:lnTo>
                        <a:pt x="50" y="6"/>
                      </a:lnTo>
                      <a:lnTo>
                        <a:pt x="51" y="6"/>
                      </a:lnTo>
                      <a:close/>
                      <a:moveTo>
                        <a:pt x="20" y="4"/>
                      </a:moveTo>
                      <a:lnTo>
                        <a:pt x="20" y="2"/>
                      </a:lnTo>
                      <a:lnTo>
                        <a:pt x="20" y="4"/>
                      </a:lnTo>
                      <a:close/>
                      <a:moveTo>
                        <a:pt x="46" y="0"/>
                      </a:moveTo>
                      <a:lnTo>
                        <a:pt x="46" y="2"/>
                      </a:lnTo>
                      <a:lnTo>
                        <a:pt x="4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6" name="Freeform 101">
                  <a:extLst>
                    <a:ext uri="{FF2B5EF4-FFF2-40B4-BE49-F238E27FC236}">
                      <a16:creationId xmlns:a16="http://schemas.microsoft.com/office/drawing/2014/main" id="{2D8E0358-0DD5-9DDA-5EF5-F7EDBB64EBBD}"/>
                    </a:ext>
                  </a:extLst>
                </p:cNvPr>
                <p:cNvSpPr>
                  <a:spLocks/>
                </p:cNvSpPr>
                <p:nvPr/>
              </p:nvSpPr>
              <p:spPr bwMode="auto">
                <a:xfrm>
                  <a:off x="4313284" y="4414641"/>
                  <a:ext cx="50602" cy="23494"/>
                </a:xfrm>
                <a:custGeom>
                  <a:avLst/>
                  <a:gdLst>
                    <a:gd name="T0" fmla="*/ 15 w 28"/>
                    <a:gd name="T1" fmla="*/ 2 h 13"/>
                    <a:gd name="T2" fmla="*/ 17 w 28"/>
                    <a:gd name="T3" fmla="*/ 6 h 13"/>
                    <a:gd name="T4" fmla="*/ 24 w 28"/>
                    <a:gd name="T5" fmla="*/ 11 h 13"/>
                    <a:gd name="T6" fmla="*/ 26 w 28"/>
                    <a:gd name="T7" fmla="*/ 11 h 13"/>
                    <a:gd name="T8" fmla="*/ 28 w 28"/>
                    <a:gd name="T9" fmla="*/ 13 h 13"/>
                    <a:gd name="T10" fmla="*/ 26 w 28"/>
                    <a:gd name="T11" fmla="*/ 13 h 13"/>
                    <a:gd name="T12" fmla="*/ 26 w 28"/>
                    <a:gd name="T13" fmla="*/ 13 h 13"/>
                    <a:gd name="T14" fmla="*/ 24 w 28"/>
                    <a:gd name="T15" fmla="*/ 11 h 13"/>
                    <a:gd name="T16" fmla="*/ 22 w 28"/>
                    <a:gd name="T17" fmla="*/ 11 h 13"/>
                    <a:gd name="T18" fmla="*/ 22 w 28"/>
                    <a:gd name="T19" fmla="*/ 11 h 13"/>
                    <a:gd name="T20" fmla="*/ 22 w 28"/>
                    <a:gd name="T21" fmla="*/ 11 h 13"/>
                    <a:gd name="T22" fmla="*/ 20 w 28"/>
                    <a:gd name="T23" fmla="*/ 11 h 13"/>
                    <a:gd name="T24" fmla="*/ 20 w 28"/>
                    <a:gd name="T25" fmla="*/ 11 h 13"/>
                    <a:gd name="T26" fmla="*/ 20 w 28"/>
                    <a:gd name="T27" fmla="*/ 11 h 13"/>
                    <a:gd name="T28" fmla="*/ 20 w 28"/>
                    <a:gd name="T29" fmla="*/ 13 h 13"/>
                    <a:gd name="T30" fmla="*/ 20 w 28"/>
                    <a:gd name="T31" fmla="*/ 11 h 13"/>
                    <a:gd name="T32" fmla="*/ 19 w 28"/>
                    <a:gd name="T33" fmla="*/ 11 h 13"/>
                    <a:gd name="T34" fmla="*/ 19 w 28"/>
                    <a:gd name="T35" fmla="*/ 11 h 13"/>
                    <a:gd name="T36" fmla="*/ 17 w 28"/>
                    <a:gd name="T37" fmla="*/ 9 h 13"/>
                    <a:gd name="T38" fmla="*/ 15 w 28"/>
                    <a:gd name="T39" fmla="*/ 9 h 13"/>
                    <a:gd name="T40" fmla="*/ 13 w 28"/>
                    <a:gd name="T41" fmla="*/ 7 h 13"/>
                    <a:gd name="T42" fmla="*/ 11 w 28"/>
                    <a:gd name="T43" fmla="*/ 7 h 13"/>
                    <a:gd name="T44" fmla="*/ 13 w 28"/>
                    <a:gd name="T45" fmla="*/ 7 h 13"/>
                    <a:gd name="T46" fmla="*/ 13 w 28"/>
                    <a:gd name="T47" fmla="*/ 7 h 13"/>
                    <a:gd name="T48" fmla="*/ 13 w 28"/>
                    <a:gd name="T49" fmla="*/ 7 h 13"/>
                    <a:gd name="T50" fmla="*/ 13 w 28"/>
                    <a:gd name="T51" fmla="*/ 9 h 13"/>
                    <a:gd name="T52" fmla="*/ 13 w 28"/>
                    <a:gd name="T53" fmla="*/ 9 h 13"/>
                    <a:gd name="T54" fmla="*/ 13 w 28"/>
                    <a:gd name="T55" fmla="*/ 9 h 13"/>
                    <a:gd name="T56" fmla="*/ 13 w 28"/>
                    <a:gd name="T57" fmla="*/ 9 h 13"/>
                    <a:gd name="T58" fmla="*/ 13 w 28"/>
                    <a:gd name="T59" fmla="*/ 9 h 13"/>
                    <a:gd name="T60" fmla="*/ 13 w 28"/>
                    <a:gd name="T61" fmla="*/ 9 h 13"/>
                    <a:gd name="T62" fmla="*/ 11 w 28"/>
                    <a:gd name="T63" fmla="*/ 9 h 13"/>
                    <a:gd name="T64" fmla="*/ 9 w 28"/>
                    <a:gd name="T65" fmla="*/ 7 h 13"/>
                    <a:gd name="T66" fmla="*/ 9 w 28"/>
                    <a:gd name="T67" fmla="*/ 7 h 13"/>
                    <a:gd name="T68" fmla="*/ 9 w 28"/>
                    <a:gd name="T69" fmla="*/ 7 h 13"/>
                    <a:gd name="T70" fmla="*/ 9 w 28"/>
                    <a:gd name="T71" fmla="*/ 7 h 13"/>
                    <a:gd name="T72" fmla="*/ 11 w 28"/>
                    <a:gd name="T73" fmla="*/ 9 h 13"/>
                    <a:gd name="T74" fmla="*/ 8 w 28"/>
                    <a:gd name="T75" fmla="*/ 7 h 13"/>
                    <a:gd name="T76" fmla="*/ 6 w 28"/>
                    <a:gd name="T77" fmla="*/ 7 h 13"/>
                    <a:gd name="T78" fmla="*/ 6 w 28"/>
                    <a:gd name="T79" fmla="*/ 7 h 13"/>
                    <a:gd name="T80" fmla="*/ 6 w 28"/>
                    <a:gd name="T81" fmla="*/ 7 h 13"/>
                    <a:gd name="T82" fmla="*/ 6 w 28"/>
                    <a:gd name="T83" fmla="*/ 6 h 13"/>
                    <a:gd name="T84" fmla="*/ 6 w 28"/>
                    <a:gd name="T85" fmla="*/ 6 h 13"/>
                    <a:gd name="T86" fmla="*/ 4 w 28"/>
                    <a:gd name="T87" fmla="*/ 6 h 13"/>
                    <a:gd name="T88" fmla="*/ 4 w 28"/>
                    <a:gd name="T89" fmla="*/ 6 h 13"/>
                    <a:gd name="T90" fmla="*/ 4 w 28"/>
                    <a:gd name="T91" fmla="*/ 6 h 13"/>
                    <a:gd name="T92" fmla="*/ 2 w 28"/>
                    <a:gd name="T93" fmla="*/ 4 h 13"/>
                    <a:gd name="T94" fmla="*/ 2 w 28"/>
                    <a:gd name="T95" fmla="*/ 6 h 13"/>
                    <a:gd name="T96" fmla="*/ 0 w 28"/>
                    <a:gd name="T97" fmla="*/ 6 h 13"/>
                    <a:gd name="T98" fmla="*/ 0 w 28"/>
                    <a:gd name="T99" fmla="*/ 4 h 13"/>
                    <a:gd name="T100" fmla="*/ 2 w 28"/>
                    <a:gd name="T101" fmla="*/ 4 h 13"/>
                    <a:gd name="T102" fmla="*/ 2 w 28"/>
                    <a:gd name="T103" fmla="*/ 4 h 13"/>
                    <a:gd name="T104" fmla="*/ 4 w 28"/>
                    <a:gd name="T105" fmla="*/ 4 h 13"/>
                    <a:gd name="T106" fmla="*/ 2 w 28"/>
                    <a:gd name="T107" fmla="*/ 4 h 13"/>
                    <a:gd name="T108" fmla="*/ 4 w 28"/>
                    <a:gd name="T109" fmla="*/ 2 h 13"/>
                    <a:gd name="T110" fmla="*/ 6 w 28"/>
                    <a:gd name="T111" fmla="*/ 2 h 13"/>
                    <a:gd name="T112" fmla="*/ 8 w 28"/>
                    <a:gd name="T113" fmla="*/ 2 h 13"/>
                    <a:gd name="T114" fmla="*/ 9 w 28"/>
                    <a:gd name="T115" fmla="*/ 2 h 13"/>
                    <a:gd name="T116" fmla="*/ 11 w 28"/>
                    <a:gd name="T117" fmla="*/ 2 h 13"/>
                    <a:gd name="T118" fmla="*/ 11 w 28"/>
                    <a:gd name="T119" fmla="*/ 2 h 13"/>
                    <a:gd name="T120" fmla="*/ 11 w 28"/>
                    <a:gd name="T121" fmla="*/ 2 h 13"/>
                    <a:gd name="T122" fmla="*/ 11 w 28"/>
                    <a:gd name="T123" fmla="*/ 2 h 13"/>
                    <a:gd name="T124" fmla="*/ 11 w 28"/>
                    <a:gd name="T125"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 h="13">
                      <a:moveTo>
                        <a:pt x="13" y="0"/>
                      </a:moveTo>
                      <a:lnTo>
                        <a:pt x="15" y="0"/>
                      </a:lnTo>
                      <a:lnTo>
                        <a:pt x="15" y="0"/>
                      </a:lnTo>
                      <a:lnTo>
                        <a:pt x="15" y="0"/>
                      </a:lnTo>
                      <a:lnTo>
                        <a:pt x="15" y="0"/>
                      </a:lnTo>
                      <a:lnTo>
                        <a:pt x="15" y="0"/>
                      </a:lnTo>
                      <a:lnTo>
                        <a:pt x="15" y="2"/>
                      </a:lnTo>
                      <a:lnTo>
                        <a:pt x="15" y="2"/>
                      </a:lnTo>
                      <a:lnTo>
                        <a:pt x="15" y="2"/>
                      </a:lnTo>
                      <a:lnTo>
                        <a:pt x="15" y="2"/>
                      </a:lnTo>
                      <a:lnTo>
                        <a:pt x="17" y="4"/>
                      </a:lnTo>
                      <a:lnTo>
                        <a:pt x="17" y="4"/>
                      </a:lnTo>
                      <a:lnTo>
                        <a:pt x="17" y="4"/>
                      </a:lnTo>
                      <a:lnTo>
                        <a:pt x="17" y="6"/>
                      </a:lnTo>
                      <a:lnTo>
                        <a:pt x="19" y="6"/>
                      </a:lnTo>
                      <a:lnTo>
                        <a:pt x="19" y="6"/>
                      </a:lnTo>
                      <a:lnTo>
                        <a:pt x="19" y="7"/>
                      </a:lnTo>
                      <a:lnTo>
                        <a:pt x="20" y="7"/>
                      </a:lnTo>
                      <a:lnTo>
                        <a:pt x="20" y="7"/>
                      </a:lnTo>
                      <a:lnTo>
                        <a:pt x="22" y="9"/>
                      </a:lnTo>
                      <a:lnTo>
                        <a:pt x="24" y="11"/>
                      </a:lnTo>
                      <a:lnTo>
                        <a:pt x="24" y="11"/>
                      </a:lnTo>
                      <a:lnTo>
                        <a:pt x="24" y="11"/>
                      </a:lnTo>
                      <a:lnTo>
                        <a:pt x="24" y="11"/>
                      </a:lnTo>
                      <a:lnTo>
                        <a:pt x="24" y="11"/>
                      </a:lnTo>
                      <a:lnTo>
                        <a:pt x="24" y="11"/>
                      </a:lnTo>
                      <a:lnTo>
                        <a:pt x="26" y="11"/>
                      </a:lnTo>
                      <a:lnTo>
                        <a:pt x="26" y="11"/>
                      </a:lnTo>
                      <a:lnTo>
                        <a:pt x="26" y="11"/>
                      </a:lnTo>
                      <a:lnTo>
                        <a:pt x="26" y="13"/>
                      </a:lnTo>
                      <a:lnTo>
                        <a:pt x="26" y="13"/>
                      </a:lnTo>
                      <a:lnTo>
                        <a:pt x="26" y="13"/>
                      </a:lnTo>
                      <a:lnTo>
                        <a:pt x="28" y="13"/>
                      </a:lnTo>
                      <a:lnTo>
                        <a:pt x="28" y="13"/>
                      </a:lnTo>
                      <a:lnTo>
                        <a:pt x="28" y="13"/>
                      </a:lnTo>
                      <a:lnTo>
                        <a:pt x="28" y="13"/>
                      </a:lnTo>
                      <a:lnTo>
                        <a:pt x="28" y="13"/>
                      </a:lnTo>
                      <a:lnTo>
                        <a:pt x="28" y="13"/>
                      </a:lnTo>
                      <a:lnTo>
                        <a:pt x="26" y="13"/>
                      </a:lnTo>
                      <a:lnTo>
                        <a:pt x="26" y="13"/>
                      </a:lnTo>
                      <a:lnTo>
                        <a:pt x="26" y="13"/>
                      </a:lnTo>
                      <a:lnTo>
                        <a:pt x="26" y="13"/>
                      </a:lnTo>
                      <a:lnTo>
                        <a:pt x="26" y="13"/>
                      </a:lnTo>
                      <a:lnTo>
                        <a:pt x="26" y="13"/>
                      </a:lnTo>
                      <a:lnTo>
                        <a:pt x="26" y="13"/>
                      </a:lnTo>
                      <a:lnTo>
                        <a:pt x="26" y="13"/>
                      </a:lnTo>
                      <a:lnTo>
                        <a:pt x="26" y="13"/>
                      </a:lnTo>
                      <a:lnTo>
                        <a:pt x="26" y="13"/>
                      </a:lnTo>
                      <a:lnTo>
                        <a:pt x="26" y="13"/>
                      </a:lnTo>
                      <a:lnTo>
                        <a:pt x="26" y="13"/>
                      </a:lnTo>
                      <a:lnTo>
                        <a:pt x="26" y="13"/>
                      </a:lnTo>
                      <a:lnTo>
                        <a:pt x="24" y="13"/>
                      </a:lnTo>
                      <a:lnTo>
                        <a:pt x="24" y="13"/>
                      </a:lnTo>
                      <a:lnTo>
                        <a:pt x="24" y="11"/>
                      </a:lnTo>
                      <a:lnTo>
                        <a:pt x="24" y="11"/>
                      </a:lnTo>
                      <a:lnTo>
                        <a:pt x="24" y="11"/>
                      </a:lnTo>
                      <a:lnTo>
                        <a:pt x="24" y="11"/>
                      </a:lnTo>
                      <a:lnTo>
                        <a:pt x="24" y="11"/>
                      </a:lnTo>
                      <a:lnTo>
                        <a:pt x="24" y="11"/>
                      </a:lnTo>
                      <a:lnTo>
                        <a:pt x="24" y="11"/>
                      </a:lnTo>
                      <a:lnTo>
                        <a:pt x="22" y="11"/>
                      </a:lnTo>
                      <a:lnTo>
                        <a:pt x="22" y="11"/>
                      </a:lnTo>
                      <a:lnTo>
                        <a:pt x="22" y="11"/>
                      </a:lnTo>
                      <a:lnTo>
                        <a:pt x="22" y="11"/>
                      </a:lnTo>
                      <a:lnTo>
                        <a:pt x="22" y="11"/>
                      </a:lnTo>
                      <a:lnTo>
                        <a:pt x="22" y="11"/>
                      </a:lnTo>
                      <a:lnTo>
                        <a:pt x="22" y="11"/>
                      </a:lnTo>
                      <a:lnTo>
                        <a:pt x="22" y="11"/>
                      </a:lnTo>
                      <a:lnTo>
                        <a:pt x="22" y="11"/>
                      </a:lnTo>
                      <a:lnTo>
                        <a:pt x="22" y="11"/>
                      </a:lnTo>
                      <a:lnTo>
                        <a:pt x="22" y="11"/>
                      </a:lnTo>
                      <a:lnTo>
                        <a:pt x="22" y="11"/>
                      </a:lnTo>
                      <a:lnTo>
                        <a:pt x="22" y="11"/>
                      </a:lnTo>
                      <a:lnTo>
                        <a:pt x="22" y="11"/>
                      </a:lnTo>
                      <a:lnTo>
                        <a:pt x="22" y="11"/>
                      </a:lnTo>
                      <a:lnTo>
                        <a:pt x="22" y="11"/>
                      </a:lnTo>
                      <a:lnTo>
                        <a:pt x="22" y="11"/>
                      </a:lnTo>
                      <a:lnTo>
                        <a:pt x="22" y="13"/>
                      </a:lnTo>
                      <a:lnTo>
                        <a:pt x="22" y="13"/>
                      </a:lnTo>
                      <a:lnTo>
                        <a:pt x="22" y="13"/>
                      </a:lnTo>
                      <a:lnTo>
                        <a:pt x="22" y="13"/>
                      </a:lnTo>
                      <a:lnTo>
                        <a:pt x="22" y="13"/>
                      </a:lnTo>
                      <a:lnTo>
                        <a:pt x="22"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1"/>
                      </a:lnTo>
                      <a:lnTo>
                        <a:pt x="20" y="13"/>
                      </a:lnTo>
                      <a:lnTo>
                        <a:pt x="20" y="13"/>
                      </a:lnTo>
                      <a:lnTo>
                        <a:pt x="20" y="11"/>
                      </a:lnTo>
                      <a:lnTo>
                        <a:pt x="20" y="13"/>
                      </a:lnTo>
                      <a:lnTo>
                        <a:pt x="20" y="11"/>
                      </a:lnTo>
                      <a:lnTo>
                        <a:pt x="20" y="11"/>
                      </a:lnTo>
                      <a:lnTo>
                        <a:pt x="20" y="11"/>
                      </a:lnTo>
                      <a:lnTo>
                        <a:pt x="20" y="11"/>
                      </a:lnTo>
                      <a:lnTo>
                        <a:pt x="20" y="11"/>
                      </a:lnTo>
                      <a:lnTo>
                        <a:pt x="20" y="11"/>
                      </a:lnTo>
                      <a:lnTo>
                        <a:pt x="20" y="11"/>
                      </a:lnTo>
                      <a:lnTo>
                        <a:pt x="20" y="11"/>
                      </a:lnTo>
                      <a:lnTo>
                        <a:pt x="20" y="13"/>
                      </a:lnTo>
                      <a:lnTo>
                        <a:pt x="20" y="13"/>
                      </a:lnTo>
                      <a:lnTo>
                        <a:pt x="20" y="13"/>
                      </a:lnTo>
                      <a:lnTo>
                        <a:pt x="20" y="13"/>
                      </a:lnTo>
                      <a:lnTo>
                        <a:pt x="20" y="13"/>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9" y="11"/>
                      </a:lnTo>
                      <a:lnTo>
                        <a:pt x="17" y="9"/>
                      </a:lnTo>
                      <a:lnTo>
                        <a:pt x="17" y="9"/>
                      </a:lnTo>
                      <a:lnTo>
                        <a:pt x="17" y="9"/>
                      </a:lnTo>
                      <a:lnTo>
                        <a:pt x="17" y="9"/>
                      </a:lnTo>
                      <a:lnTo>
                        <a:pt x="17" y="9"/>
                      </a:lnTo>
                      <a:lnTo>
                        <a:pt x="17" y="9"/>
                      </a:lnTo>
                      <a:lnTo>
                        <a:pt x="17" y="9"/>
                      </a:lnTo>
                      <a:lnTo>
                        <a:pt x="15" y="9"/>
                      </a:lnTo>
                      <a:lnTo>
                        <a:pt x="15" y="9"/>
                      </a:lnTo>
                      <a:lnTo>
                        <a:pt x="15" y="9"/>
                      </a:lnTo>
                      <a:lnTo>
                        <a:pt x="15" y="9"/>
                      </a:lnTo>
                      <a:lnTo>
                        <a:pt x="15" y="9"/>
                      </a:lnTo>
                      <a:lnTo>
                        <a:pt x="15" y="9"/>
                      </a:lnTo>
                      <a:lnTo>
                        <a:pt x="15" y="7"/>
                      </a:lnTo>
                      <a:lnTo>
                        <a:pt x="13" y="7"/>
                      </a:lnTo>
                      <a:lnTo>
                        <a:pt x="13" y="7"/>
                      </a:lnTo>
                      <a:lnTo>
                        <a:pt x="13" y="7"/>
                      </a:lnTo>
                      <a:lnTo>
                        <a:pt x="13" y="7"/>
                      </a:lnTo>
                      <a:lnTo>
                        <a:pt x="13" y="7"/>
                      </a:lnTo>
                      <a:lnTo>
                        <a:pt x="13" y="7"/>
                      </a:lnTo>
                      <a:lnTo>
                        <a:pt x="11" y="7"/>
                      </a:lnTo>
                      <a:lnTo>
                        <a:pt x="11" y="7"/>
                      </a:lnTo>
                      <a:lnTo>
                        <a:pt x="11" y="7"/>
                      </a:lnTo>
                      <a:lnTo>
                        <a:pt x="11" y="7"/>
                      </a:lnTo>
                      <a:lnTo>
                        <a:pt x="11" y="7"/>
                      </a:lnTo>
                      <a:lnTo>
                        <a:pt x="11" y="7"/>
                      </a:lnTo>
                      <a:lnTo>
                        <a:pt x="13" y="7"/>
                      </a:lnTo>
                      <a:lnTo>
                        <a:pt x="13" y="7"/>
                      </a:lnTo>
                      <a:lnTo>
                        <a:pt x="13" y="7"/>
                      </a:lnTo>
                      <a:lnTo>
                        <a:pt x="13" y="7"/>
                      </a:lnTo>
                      <a:lnTo>
                        <a:pt x="13" y="7"/>
                      </a:lnTo>
                      <a:lnTo>
                        <a:pt x="13" y="7"/>
                      </a:lnTo>
                      <a:lnTo>
                        <a:pt x="13" y="7"/>
                      </a:lnTo>
                      <a:lnTo>
                        <a:pt x="13" y="7"/>
                      </a:lnTo>
                      <a:lnTo>
                        <a:pt x="13" y="7"/>
                      </a:lnTo>
                      <a:lnTo>
                        <a:pt x="13" y="7"/>
                      </a:lnTo>
                      <a:lnTo>
                        <a:pt x="13" y="7"/>
                      </a:lnTo>
                      <a:lnTo>
                        <a:pt x="13" y="9"/>
                      </a:lnTo>
                      <a:lnTo>
                        <a:pt x="13" y="9"/>
                      </a:lnTo>
                      <a:lnTo>
                        <a:pt x="11" y="7"/>
                      </a:lnTo>
                      <a:lnTo>
                        <a:pt x="11" y="7"/>
                      </a:lnTo>
                      <a:lnTo>
                        <a:pt x="11" y="7"/>
                      </a:lnTo>
                      <a:lnTo>
                        <a:pt x="13" y="9"/>
                      </a:lnTo>
                      <a:lnTo>
                        <a:pt x="13" y="7"/>
                      </a:lnTo>
                      <a:lnTo>
                        <a:pt x="13" y="7"/>
                      </a:lnTo>
                      <a:lnTo>
                        <a:pt x="13" y="9"/>
                      </a:lnTo>
                      <a:lnTo>
                        <a:pt x="13" y="9"/>
                      </a:lnTo>
                      <a:lnTo>
                        <a:pt x="13" y="7"/>
                      </a:lnTo>
                      <a:lnTo>
                        <a:pt x="13" y="7"/>
                      </a:lnTo>
                      <a:lnTo>
                        <a:pt x="13" y="7"/>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3" y="9"/>
                      </a:lnTo>
                      <a:lnTo>
                        <a:pt x="11" y="9"/>
                      </a:lnTo>
                      <a:lnTo>
                        <a:pt x="11" y="9"/>
                      </a:lnTo>
                      <a:lnTo>
                        <a:pt x="11" y="7"/>
                      </a:lnTo>
                      <a:lnTo>
                        <a:pt x="11" y="7"/>
                      </a:lnTo>
                      <a:lnTo>
                        <a:pt x="11"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7"/>
                      </a:lnTo>
                      <a:lnTo>
                        <a:pt x="9" y="9"/>
                      </a:lnTo>
                      <a:lnTo>
                        <a:pt x="11" y="9"/>
                      </a:lnTo>
                      <a:lnTo>
                        <a:pt x="11" y="9"/>
                      </a:lnTo>
                      <a:lnTo>
                        <a:pt x="11" y="9"/>
                      </a:lnTo>
                      <a:lnTo>
                        <a:pt x="11" y="9"/>
                      </a:lnTo>
                      <a:lnTo>
                        <a:pt x="9" y="9"/>
                      </a:lnTo>
                      <a:lnTo>
                        <a:pt x="9" y="7"/>
                      </a:lnTo>
                      <a:lnTo>
                        <a:pt x="9" y="7"/>
                      </a:lnTo>
                      <a:lnTo>
                        <a:pt x="8" y="7"/>
                      </a:lnTo>
                      <a:lnTo>
                        <a:pt x="8" y="7"/>
                      </a:lnTo>
                      <a:lnTo>
                        <a:pt x="8" y="7"/>
                      </a:lnTo>
                      <a:lnTo>
                        <a:pt x="8" y="7"/>
                      </a:lnTo>
                      <a:lnTo>
                        <a:pt x="8" y="7"/>
                      </a:lnTo>
                      <a:lnTo>
                        <a:pt x="8" y="7"/>
                      </a:lnTo>
                      <a:lnTo>
                        <a:pt x="8" y="7"/>
                      </a:lnTo>
                      <a:lnTo>
                        <a:pt x="8" y="7"/>
                      </a:lnTo>
                      <a:lnTo>
                        <a:pt x="8" y="7"/>
                      </a:lnTo>
                      <a:lnTo>
                        <a:pt x="6" y="7"/>
                      </a:lnTo>
                      <a:lnTo>
                        <a:pt x="6" y="7"/>
                      </a:lnTo>
                      <a:lnTo>
                        <a:pt x="6" y="7"/>
                      </a:lnTo>
                      <a:lnTo>
                        <a:pt x="6" y="7"/>
                      </a:lnTo>
                      <a:lnTo>
                        <a:pt x="6" y="7"/>
                      </a:lnTo>
                      <a:lnTo>
                        <a:pt x="6" y="7"/>
                      </a:lnTo>
                      <a:lnTo>
                        <a:pt x="6" y="7"/>
                      </a:lnTo>
                      <a:lnTo>
                        <a:pt x="6" y="7"/>
                      </a:lnTo>
                      <a:lnTo>
                        <a:pt x="6" y="7"/>
                      </a:lnTo>
                      <a:lnTo>
                        <a:pt x="6" y="7"/>
                      </a:lnTo>
                      <a:lnTo>
                        <a:pt x="6" y="7"/>
                      </a:lnTo>
                      <a:lnTo>
                        <a:pt x="6" y="7"/>
                      </a:lnTo>
                      <a:lnTo>
                        <a:pt x="6" y="7"/>
                      </a:lnTo>
                      <a:lnTo>
                        <a:pt x="6" y="7"/>
                      </a:lnTo>
                      <a:lnTo>
                        <a:pt x="6" y="7"/>
                      </a:lnTo>
                      <a:lnTo>
                        <a:pt x="6" y="7"/>
                      </a:lnTo>
                      <a:lnTo>
                        <a:pt x="6" y="7"/>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4"/>
                      </a:lnTo>
                      <a:lnTo>
                        <a:pt x="4" y="4"/>
                      </a:lnTo>
                      <a:lnTo>
                        <a:pt x="4" y="4"/>
                      </a:lnTo>
                      <a:lnTo>
                        <a:pt x="2" y="4"/>
                      </a:lnTo>
                      <a:lnTo>
                        <a:pt x="2" y="4"/>
                      </a:lnTo>
                      <a:lnTo>
                        <a:pt x="2" y="4"/>
                      </a:lnTo>
                      <a:lnTo>
                        <a:pt x="2" y="4"/>
                      </a:lnTo>
                      <a:lnTo>
                        <a:pt x="2" y="4"/>
                      </a:lnTo>
                      <a:lnTo>
                        <a:pt x="2" y="4"/>
                      </a:lnTo>
                      <a:lnTo>
                        <a:pt x="2" y="4"/>
                      </a:lnTo>
                      <a:lnTo>
                        <a:pt x="2" y="6"/>
                      </a:lnTo>
                      <a:lnTo>
                        <a:pt x="2" y="6"/>
                      </a:lnTo>
                      <a:lnTo>
                        <a:pt x="2" y="6"/>
                      </a:lnTo>
                      <a:lnTo>
                        <a:pt x="2" y="6"/>
                      </a:lnTo>
                      <a:lnTo>
                        <a:pt x="2" y="6"/>
                      </a:lnTo>
                      <a:lnTo>
                        <a:pt x="2" y="6"/>
                      </a:lnTo>
                      <a:lnTo>
                        <a:pt x="2" y="6"/>
                      </a:lnTo>
                      <a:lnTo>
                        <a:pt x="2" y="6"/>
                      </a:lnTo>
                      <a:lnTo>
                        <a:pt x="2" y="6"/>
                      </a:lnTo>
                      <a:lnTo>
                        <a:pt x="2" y="6"/>
                      </a:lnTo>
                      <a:lnTo>
                        <a:pt x="0" y="6"/>
                      </a:lnTo>
                      <a:lnTo>
                        <a:pt x="0" y="6"/>
                      </a:lnTo>
                      <a:lnTo>
                        <a:pt x="0" y="6"/>
                      </a:lnTo>
                      <a:lnTo>
                        <a:pt x="0" y="6"/>
                      </a:lnTo>
                      <a:lnTo>
                        <a:pt x="0" y="6"/>
                      </a:lnTo>
                      <a:lnTo>
                        <a:pt x="2" y="4"/>
                      </a:lnTo>
                      <a:lnTo>
                        <a:pt x="2" y="4"/>
                      </a:lnTo>
                      <a:lnTo>
                        <a:pt x="0" y="4"/>
                      </a:lnTo>
                      <a:lnTo>
                        <a:pt x="0" y="4"/>
                      </a:lnTo>
                      <a:lnTo>
                        <a:pt x="0"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4" y="4"/>
                      </a:lnTo>
                      <a:lnTo>
                        <a:pt x="4" y="4"/>
                      </a:lnTo>
                      <a:lnTo>
                        <a:pt x="4" y="4"/>
                      </a:lnTo>
                      <a:lnTo>
                        <a:pt x="4" y="4"/>
                      </a:lnTo>
                      <a:lnTo>
                        <a:pt x="2" y="4"/>
                      </a:lnTo>
                      <a:lnTo>
                        <a:pt x="2" y="4"/>
                      </a:lnTo>
                      <a:lnTo>
                        <a:pt x="2" y="4"/>
                      </a:lnTo>
                      <a:lnTo>
                        <a:pt x="2" y="4"/>
                      </a:lnTo>
                      <a:lnTo>
                        <a:pt x="2" y="4"/>
                      </a:lnTo>
                      <a:lnTo>
                        <a:pt x="2" y="4"/>
                      </a:lnTo>
                      <a:lnTo>
                        <a:pt x="2" y="4"/>
                      </a:lnTo>
                      <a:lnTo>
                        <a:pt x="4" y="4"/>
                      </a:lnTo>
                      <a:lnTo>
                        <a:pt x="4" y="2"/>
                      </a:lnTo>
                      <a:lnTo>
                        <a:pt x="4" y="2"/>
                      </a:lnTo>
                      <a:lnTo>
                        <a:pt x="4" y="4"/>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8" y="2"/>
                      </a:lnTo>
                      <a:lnTo>
                        <a:pt x="8" y="2"/>
                      </a:lnTo>
                      <a:lnTo>
                        <a:pt x="8" y="2"/>
                      </a:lnTo>
                      <a:lnTo>
                        <a:pt x="8" y="2"/>
                      </a:lnTo>
                      <a:lnTo>
                        <a:pt x="8" y="2"/>
                      </a:lnTo>
                      <a:lnTo>
                        <a:pt x="8" y="2"/>
                      </a:lnTo>
                      <a:lnTo>
                        <a:pt x="8" y="2"/>
                      </a:lnTo>
                      <a:lnTo>
                        <a:pt x="8" y="2"/>
                      </a:lnTo>
                      <a:lnTo>
                        <a:pt x="9" y="2"/>
                      </a:lnTo>
                      <a:lnTo>
                        <a:pt x="9" y="2"/>
                      </a:lnTo>
                      <a:lnTo>
                        <a:pt x="9" y="2"/>
                      </a:lnTo>
                      <a:lnTo>
                        <a:pt x="9" y="2"/>
                      </a:lnTo>
                      <a:lnTo>
                        <a:pt x="9"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3" y="2"/>
                      </a:lnTo>
                      <a:lnTo>
                        <a:pt x="13" y="0"/>
                      </a:lnTo>
                      <a:lnTo>
                        <a:pt x="13" y="0"/>
                      </a:lnTo>
                      <a:lnTo>
                        <a:pt x="13" y="0"/>
                      </a:lnTo>
                      <a:lnTo>
                        <a:pt x="13"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7" name="Freeform 102">
                  <a:extLst>
                    <a:ext uri="{FF2B5EF4-FFF2-40B4-BE49-F238E27FC236}">
                      <a16:creationId xmlns:a16="http://schemas.microsoft.com/office/drawing/2014/main" id="{98538CF6-3459-A882-7E85-1EDE9BC221B0}"/>
                    </a:ext>
                  </a:extLst>
                </p:cNvPr>
                <p:cNvSpPr>
                  <a:spLocks/>
                </p:cNvSpPr>
                <p:nvPr/>
              </p:nvSpPr>
              <p:spPr bwMode="auto">
                <a:xfrm>
                  <a:off x="4304248" y="4430907"/>
                  <a:ext cx="140963" cy="238553"/>
                </a:xfrm>
                <a:custGeom>
                  <a:avLst/>
                  <a:gdLst>
                    <a:gd name="T0" fmla="*/ 77 w 78"/>
                    <a:gd name="T1" fmla="*/ 90 h 132"/>
                    <a:gd name="T2" fmla="*/ 78 w 78"/>
                    <a:gd name="T3" fmla="*/ 95 h 132"/>
                    <a:gd name="T4" fmla="*/ 75 w 78"/>
                    <a:gd name="T5" fmla="*/ 108 h 132"/>
                    <a:gd name="T6" fmla="*/ 67 w 78"/>
                    <a:gd name="T7" fmla="*/ 115 h 132"/>
                    <a:gd name="T8" fmla="*/ 58 w 78"/>
                    <a:gd name="T9" fmla="*/ 121 h 132"/>
                    <a:gd name="T10" fmla="*/ 51 w 78"/>
                    <a:gd name="T11" fmla="*/ 125 h 132"/>
                    <a:gd name="T12" fmla="*/ 40 w 78"/>
                    <a:gd name="T13" fmla="*/ 128 h 132"/>
                    <a:gd name="T14" fmla="*/ 29 w 78"/>
                    <a:gd name="T15" fmla="*/ 132 h 132"/>
                    <a:gd name="T16" fmla="*/ 18 w 78"/>
                    <a:gd name="T17" fmla="*/ 128 h 132"/>
                    <a:gd name="T18" fmla="*/ 13 w 78"/>
                    <a:gd name="T19" fmla="*/ 121 h 132"/>
                    <a:gd name="T20" fmla="*/ 14 w 78"/>
                    <a:gd name="T21" fmla="*/ 115 h 132"/>
                    <a:gd name="T22" fmla="*/ 11 w 78"/>
                    <a:gd name="T23" fmla="*/ 108 h 132"/>
                    <a:gd name="T24" fmla="*/ 9 w 78"/>
                    <a:gd name="T25" fmla="*/ 103 h 132"/>
                    <a:gd name="T26" fmla="*/ 7 w 78"/>
                    <a:gd name="T27" fmla="*/ 94 h 132"/>
                    <a:gd name="T28" fmla="*/ 5 w 78"/>
                    <a:gd name="T29" fmla="*/ 90 h 132"/>
                    <a:gd name="T30" fmla="*/ 5 w 78"/>
                    <a:gd name="T31" fmla="*/ 81 h 132"/>
                    <a:gd name="T32" fmla="*/ 4 w 78"/>
                    <a:gd name="T33" fmla="*/ 64 h 132"/>
                    <a:gd name="T34" fmla="*/ 0 w 78"/>
                    <a:gd name="T35" fmla="*/ 51 h 132"/>
                    <a:gd name="T36" fmla="*/ 2 w 78"/>
                    <a:gd name="T37" fmla="*/ 53 h 132"/>
                    <a:gd name="T38" fmla="*/ 5 w 78"/>
                    <a:gd name="T39" fmla="*/ 61 h 132"/>
                    <a:gd name="T40" fmla="*/ 5 w 78"/>
                    <a:gd name="T41" fmla="*/ 50 h 132"/>
                    <a:gd name="T42" fmla="*/ 7 w 78"/>
                    <a:gd name="T43" fmla="*/ 41 h 132"/>
                    <a:gd name="T44" fmla="*/ 9 w 78"/>
                    <a:gd name="T45" fmla="*/ 28 h 132"/>
                    <a:gd name="T46" fmla="*/ 5 w 78"/>
                    <a:gd name="T47" fmla="*/ 20 h 132"/>
                    <a:gd name="T48" fmla="*/ 7 w 78"/>
                    <a:gd name="T49" fmla="*/ 20 h 132"/>
                    <a:gd name="T50" fmla="*/ 7 w 78"/>
                    <a:gd name="T51" fmla="*/ 24 h 132"/>
                    <a:gd name="T52" fmla="*/ 14 w 78"/>
                    <a:gd name="T53" fmla="*/ 17 h 132"/>
                    <a:gd name="T54" fmla="*/ 13 w 78"/>
                    <a:gd name="T55" fmla="*/ 9 h 132"/>
                    <a:gd name="T56" fmla="*/ 18 w 78"/>
                    <a:gd name="T57" fmla="*/ 4 h 132"/>
                    <a:gd name="T58" fmla="*/ 16 w 78"/>
                    <a:gd name="T59" fmla="*/ 0 h 132"/>
                    <a:gd name="T60" fmla="*/ 20 w 78"/>
                    <a:gd name="T61" fmla="*/ 4 h 132"/>
                    <a:gd name="T62" fmla="*/ 24 w 78"/>
                    <a:gd name="T63" fmla="*/ 4 h 132"/>
                    <a:gd name="T64" fmla="*/ 31 w 78"/>
                    <a:gd name="T65" fmla="*/ 6 h 132"/>
                    <a:gd name="T66" fmla="*/ 40 w 78"/>
                    <a:gd name="T67" fmla="*/ 11 h 132"/>
                    <a:gd name="T68" fmla="*/ 42 w 78"/>
                    <a:gd name="T69" fmla="*/ 13 h 132"/>
                    <a:gd name="T70" fmla="*/ 44 w 78"/>
                    <a:gd name="T71" fmla="*/ 19 h 132"/>
                    <a:gd name="T72" fmla="*/ 44 w 78"/>
                    <a:gd name="T73" fmla="*/ 20 h 132"/>
                    <a:gd name="T74" fmla="*/ 47 w 78"/>
                    <a:gd name="T75" fmla="*/ 26 h 132"/>
                    <a:gd name="T76" fmla="*/ 51 w 78"/>
                    <a:gd name="T77" fmla="*/ 26 h 132"/>
                    <a:gd name="T78" fmla="*/ 55 w 78"/>
                    <a:gd name="T79" fmla="*/ 37 h 132"/>
                    <a:gd name="T80" fmla="*/ 53 w 78"/>
                    <a:gd name="T81" fmla="*/ 39 h 132"/>
                    <a:gd name="T82" fmla="*/ 53 w 78"/>
                    <a:gd name="T83" fmla="*/ 39 h 132"/>
                    <a:gd name="T84" fmla="*/ 53 w 78"/>
                    <a:gd name="T85" fmla="*/ 41 h 132"/>
                    <a:gd name="T86" fmla="*/ 60 w 78"/>
                    <a:gd name="T87" fmla="*/ 44 h 132"/>
                    <a:gd name="T88" fmla="*/ 62 w 78"/>
                    <a:gd name="T89" fmla="*/ 53 h 132"/>
                    <a:gd name="T90" fmla="*/ 62 w 78"/>
                    <a:gd name="T91" fmla="*/ 53 h 132"/>
                    <a:gd name="T92" fmla="*/ 66 w 78"/>
                    <a:gd name="T93" fmla="*/ 57 h 132"/>
                    <a:gd name="T94" fmla="*/ 67 w 78"/>
                    <a:gd name="T95" fmla="*/ 61 h 132"/>
                    <a:gd name="T96" fmla="*/ 66 w 78"/>
                    <a:gd name="T97" fmla="*/ 62 h 132"/>
                    <a:gd name="T98" fmla="*/ 67 w 78"/>
                    <a:gd name="T99" fmla="*/ 64 h 132"/>
                    <a:gd name="T100" fmla="*/ 67 w 78"/>
                    <a:gd name="T101" fmla="*/ 66 h 132"/>
                    <a:gd name="T102" fmla="*/ 71 w 78"/>
                    <a:gd name="T103" fmla="*/ 70 h 132"/>
                    <a:gd name="T104" fmla="*/ 75 w 78"/>
                    <a:gd name="T105" fmla="*/ 73 h 132"/>
                    <a:gd name="T106" fmla="*/ 75 w 78"/>
                    <a:gd name="T107" fmla="*/ 77 h 132"/>
                    <a:gd name="T108" fmla="*/ 77 w 78"/>
                    <a:gd name="T109" fmla="*/ 77 h 132"/>
                    <a:gd name="T110" fmla="*/ 73 w 78"/>
                    <a:gd name="T111" fmla="*/ 66 h 132"/>
                    <a:gd name="T112" fmla="*/ 77 w 78"/>
                    <a:gd name="T113" fmla="*/ 7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32">
                      <a:moveTo>
                        <a:pt x="78" y="86"/>
                      </a:moveTo>
                      <a:lnTo>
                        <a:pt x="77" y="86"/>
                      </a:lnTo>
                      <a:lnTo>
                        <a:pt x="77" y="88"/>
                      </a:lnTo>
                      <a:lnTo>
                        <a:pt x="77" y="86"/>
                      </a:lnTo>
                      <a:lnTo>
                        <a:pt x="77" y="88"/>
                      </a:lnTo>
                      <a:lnTo>
                        <a:pt x="77" y="90"/>
                      </a:lnTo>
                      <a:lnTo>
                        <a:pt x="77" y="88"/>
                      </a:lnTo>
                      <a:lnTo>
                        <a:pt x="77" y="90"/>
                      </a:lnTo>
                      <a:lnTo>
                        <a:pt x="77" y="88"/>
                      </a:lnTo>
                      <a:lnTo>
                        <a:pt x="78" y="88"/>
                      </a:lnTo>
                      <a:lnTo>
                        <a:pt x="78" y="86"/>
                      </a:lnTo>
                      <a:lnTo>
                        <a:pt x="78" y="88"/>
                      </a:lnTo>
                      <a:lnTo>
                        <a:pt x="78" y="90"/>
                      </a:lnTo>
                      <a:lnTo>
                        <a:pt x="78" y="92"/>
                      </a:lnTo>
                      <a:lnTo>
                        <a:pt x="78" y="94"/>
                      </a:lnTo>
                      <a:lnTo>
                        <a:pt x="78" y="95"/>
                      </a:lnTo>
                      <a:lnTo>
                        <a:pt x="77" y="97"/>
                      </a:lnTo>
                      <a:lnTo>
                        <a:pt x="77" y="99"/>
                      </a:lnTo>
                      <a:lnTo>
                        <a:pt x="77" y="101"/>
                      </a:lnTo>
                      <a:lnTo>
                        <a:pt x="77" y="103"/>
                      </a:lnTo>
                      <a:lnTo>
                        <a:pt x="77" y="104"/>
                      </a:lnTo>
                      <a:lnTo>
                        <a:pt x="75" y="104"/>
                      </a:lnTo>
                      <a:lnTo>
                        <a:pt x="75" y="106"/>
                      </a:lnTo>
                      <a:lnTo>
                        <a:pt x="75" y="108"/>
                      </a:lnTo>
                      <a:lnTo>
                        <a:pt x="73" y="108"/>
                      </a:lnTo>
                      <a:lnTo>
                        <a:pt x="73" y="110"/>
                      </a:lnTo>
                      <a:lnTo>
                        <a:pt x="73" y="112"/>
                      </a:lnTo>
                      <a:lnTo>
                        <a:pt x="71" y="112"/>
                      </a:lnTo>
                      <a:lnTo>
                        <a:pt x="71" y="114"/>
                      </a:lnTo>
                      <a:lnTo>
                        <a:pt x="69" y="114"/>
                      </a:lnTo>
                      <a:lnTo>
                        <a:pt x="69" y="115"/>
                      </a:lnTo>
                      <a:lnTo>
                        <a:pt x="67" y="115"/>
                      </a:lnTo>
                      <a:lnTo>
                        <a:pt x="66" y="115"/>
                      </a:lnTo>
                      <a:lnTo>
                        <a:pt x="66" y="117"/>
                      </a:lnTo>
                      <a:lnTo>
                        <a:pt x="64" y="117"/>
                      </a:lnTo>
                      <a:lnTo>
                        <a:pt x="64" y="119"/>
                      </a:lnTo>
                      <a:lnTo>
                        <a:pt x="62" y="119"/>
                      </a:lnTo>
                      <a:lnTo>
                        <a:pt x="62" y="121"/>
                      </a:lnTo>
                      <a:lnTo>
                        <a:pt x="60" y="121"/>
                      </a:lnTo>
                      <a:lnTo>
                        <a:pt x="58" y="121"/>
                      </a:lnTo>
                      <a:lnTo>
                        <a:pt x="58" y="123"/>
                      </a:lnTo>
                      <a:lnTo>
                        <a:pt x="56" y="123"/>
                      </a:lnTo>
                      <a:lnTo>
                        <a:pt x="55" y="123"/>
                      </a:lnTo>
                      <a:lnTo>
                        <a:pt x="53" y="123"/>
                      </a:lnTo>
                      <a:lnTo>
                        <a:pt x="55" y="123"/>
                      </a:lnTo>
                      <a:lnTo>
                        <a:pt x="53" y="123"/>
                      </a:lnTo>
                      <a:lnTo>
                        <a:pt x="53" y="125"/>
                      </a:lnTo>
                      <a:lnTo>
                        <a:pt x="51" y="125"/>
                      </a:lnTo>
                      <a:lnTo>
                        <a:pt x="49" y="125"/>
                      </a:lnTo>
                      <a:lnTo>
                        <a:pt x="47" y="125"/>
                      </a:lnTo>
                      <a:lnTo>
                        <a:pt x="47" y="126"/>
                      </a:lnTo>
                      <a:lnTo>
                        <a:pt x="45" y="126"/>
                      </a:lnTo>
                      <a:lnTo>
                        <a:pt x="44" y="126"/>
                      </a:lnTo>
                      <a:lnTo>
                        <a:pt x="42" y="126"/>
                      </a:lnTo>
                      <a:lnTo>
                        <a:pt x="42" y="128"/>
                      </a:lnTo>
                      <a:lnTo>
                        <a:pt x="40" y="128"/>
                      </a:lnTo>
                      <a:lnTo>
                        <a:pt x="38" y="128"/>
                      </a:lnTo>
                      <a:lnTo>
                        <a:pt x="38" y="130"/>
                      </a:lnTo>
                      <a:lnTo>
                        <a:pt x="36" y="130"/>
                      </a:lnTo>
                      <a:lnTo>
                        <a:pt x="35" y="130"/>
                      </a:lnTo>
                      <a:lnTo>
                        <a:pt x="35" y="132"/>
                      </a:lnTo>
                      <a:lnTo>
                        <a:pt x="33" y="132"/>
                      </a:lnTo>
                      <a:lnTo>
                        <a:pt x="31" y="132"/>
                      </a:lnTo>
                      <a:lnTo>
                        <a:pt x="29" y="132"/>
                      </a:lnTo>
                      <a:lnTo>
                        <a:pt x="27" y="132"/>
                      </a:lnTo>
                      <a:lnTo>
                        <a:pt x="27" y="130"/>
                      </a:lnTo>
                      <a:lnTo>
                        <a:pt x="25" y="130"/>
                      </a:lnTo>
                      <a:lnTo>
                        <a:pt x="24" y="130"/>
                      </a:lnTo>
                      <a:lnTo>
                        <a:pt x="22" y="130"/>
                      </a:lnTo>
                      <a:lnTo>
                        <a:pt x="20" y="130"/>
                      </a:lnTo>
                      <a:lnTo>
                        <a:pt x="20" y="128"/>
                      </a:lnTo>
                      <a:lnTo>
                        <a:pt x="18" y="128"/>
                      </a:lnTo>
                      <a:lnTo>
                        <a:pt x="18" y="126"/>
                      </a:lnTo>
                      <a:lnTo>
                        <a:pt x="16" y="126"/>
                      </a:lnTo>
                      <a:lnTo>
                        <a:pt x="16" y="125"/>
                      </a:lnTo>
                      <a:lnTo>
                        <a:pt x="14" y="125"/>
                      </a:lnTo>
                      <a:lnTo>
                        <a:pt x="14" y="123"/>
                      </a:lnTo>
                      <a:lnTo>
                        <a:pt x="13" y="123"/>
                      </a:lnTo>
                      <a:lnTo>
                        <a:pt x="14" y="123"/>
                      </a:lnTo>
                      <a:lnTo>
                        <a:pt x="13" y="121"/>
                      </a:lnTo>
                      <a:lnTo>
                        <a:pt x="13" y="119"/>
                      </a:lnTo>
                      <a:lnTo>
                        <a:pt x="13" y="117"/>
                      </a:lnTo>
                      <a:lnTo>
                        <a:pt x="13" y="115"/>
                      </a:lnTo>
                      <a:lnTo>
                        <a:pt x="11" y="115"/>
                      </a:lnTo>
                      <a:lnTo>
                        <a:pt x="11" y="114"/>
                      </a:lnTo>
                      <a:lnTo>
                        <a:pt x="13" y="114"/>
                      </a:lnTo>
                      <a:lnTo>
                        <a:pt x="13" y="115"/>
                      </a:lnTo>
                      <a:lnTo>
                        <a:pt x="14" y="115"/>
                      </a:lnTo>
                      <a:lnTo>
                        <a:pt x="13" y="114"/>
                      </a:lnTo>
                      <a:lnTo>
                        <a:pt x="11" y="114"/>
                      </a:lnTo>
                      <a:lnTo>
                        <a:pt x="11" y="112"/>
                      </a:lnTo>
                      <a:lnTo>
                        <a:pt x="11" y="110"/>
                      </a:lnTo>
                      <a:lnTo>
                        <a:pt x="9" y="108"/>
                      </a:lnTo>
                      <a:lnTo>
                        <a:pt x="11" y="108"/>
                      </a:lnTo>
                      <a:lnTo>
                        <a:pt x="9" y="108"/>
                      </a:lnTo>
                      <a:lnTo>
                        <a:pt x="11" y="108"/>
                      </a:lnTo>
                      <a:lnTo>
                        <a:pt x="9" y="108"/>
                      </a:lnTo>
                      <a:lnTo>
                        <a:pt x="9" y="106"/>
                      </a:lnTo>
                      <a:lnTo>
                        <a:pt x="9" y="104"/>
                      </a:lnTo>
                      <a:lnTo>
                        <a:pt x="7" y="104"/>
                      </a:lnTo>
                      <a:lnTo>
                        <a:pt x="7" y="103"/>
                      </a:lnTo>
                      <a:lnTo>
                        <a:pt x="7" y="101"/>
                      </a:lnTo>
                      <a:lnTo>
                        <a:pt x="7" y="103"/>
                      </a:lnTo>
                      <a:lnTo>
                        <a:pt x="9" y="103"/>
                      </a:lnTo>
                      <a:lnTo>
                        <a:pt x="7" y="101"/>
                      </a:lnTo>
                      <a:lnTo>
                        <a:pt x="7" y="103"/>
                      </a:lnTo>
                      <a:lnTo>
                        <a:pt x="7" y="101"/>
                      </a:lnTo>
                      <a:lnTo>
                        <a:pt x="7" y="99"/>
                      </a:lnTo>
                      <a:lnTo>
                        <a:pt x="5" y="97"/>
                      </a:lnTo>
                      <a:lnTo>
                        <a:pt x="5" y="95"/>
                      </a:lnTo>
                      <a:lnTo>
                        <a:pt x="7" y="95"/>
                      </a:lnTo>
                      <a:lnTo>
                        <a:pt x="7" y="94"/>
                      </a:lnTo>
                      <a:lnTo>
                        <a:pt x="7" y="95"/>
                      </a:lnTo>
                      <a:lnTo>
                        <a:pt x="7" y="94"/>
                      </a:lnTo>
                      <a:lnTo>
                        <a:pt x="7" y="92"/>
                      </a:lnTo>
                      <a:lnTo>
                        <a:pt x="5" y="90"/>
                      </a:lnTo>
                      <a:lnTo>
                        <a:pt x="5" y="88"/>
                      </a:lnTo>
                      <a:lnTo>
                        <a:pt x="5" y="86"/>
                      </a:lnTo>
                      <a:lnTo>
                        <a:pt x="5" y="88"/>
                      </a:lnTo>
                      <a:lnTo>
                        <a:pt x="5" y="90"/>
                      </a:lnTo>
                      <a:lnTo>
                        <a:pt x="7" y="88"/>
                      </a:lnTo>
                      <a:lnTo>
                        <a:pt x="7" y="90"/>
                      </a:lnTo>
                      <a:lnTo>
                        <a:pt x="7" y="88"/>
                      </a:lnTo>
                      <a:lnTo>
                        <a:pt x="7" y="86"/>
                      </a:lnTo>
                      <a:lnTo>
                        <a:pt x="5" y="86"/>
                      </a:lnTo>
                      <a:lnTo>
                        <a:pt x="5" y="84"/>
                      </a:lnTo>
                      <a:lnTo>
                        <a:pt x="5" y="83"/>
                      </a:lnTo>
                      <a:lnTo>
                        <a:pt x="5" y="81"/>
                      </a:lnTo>
                      <a:lnTo>
                        <a:pt x="5" y="79"/>
                      </a:lnTo>
                      <a:lnTo>
                        <a:pt x="4" y="77"/>
                      </a:lnTo>
                      <a:lnTo>
                        <a:pt x="4" y="75"/>
                      </a:lnTo>
                      <a:lnTo>
                        <a:pt x="4" y="73"/>
                      </a:lnTo>
                      <a:lnTo>
                        <a:pt x="4" y="72"/>
                      </a:lnTo>
                      <a:lnTo>
                        <a:pt x="4" y="70"/>
                      </a:lnTo>
                      <a:lnTo>
                        <a:pt x="4" y="68"/>
                      </a:lnTo>
                      <a:lnTo>
                        <a:pt x="4" y="64"/>
                      </a:lnTo>
                      <a:lnTo>
                        <a:pt x="4" y="62"/>
                      </a:lnTo>
                      <a:lnTo>
                        <a:pt x="2" y="61"/>
                      </a:lnTo>
                      <a:lnTo>
                        <a:pt x="2" y="59"/>
                      </a:lnTo>
                      <a:lnTo>
                        <a:pt x="2" y="57"/>
                      </a:lnTo>
                      <a:lnTo>
                        <a:pt x="2" y="55"/>
                      </a:lnTo>
                      <a:lnTo>
                        <a:pt x="2" y="53"/>
                      </a:lnTo>
                      <a:lnTo>
                        <a:pt x="0" y="53"/>
                      </a:lnTo>
                      <a:lnTo>
                        <a:pt x="0" y="51"/>
                      </a:lnTo>
                      <a:lnTo>
                        <a:pt x="0" y="50"/>
                      </a:lnTo>
                      <a:lnTo>
                        <a:pt x="2" y="50"/>
                      </a:lnTo>
                      <a:lnTo>
                        <a:pt x="2" y="48"/>
                      </a:lnTo>
                      <a:lnTo>
                        <a:pt x="4" y="48"/>
                      </a:lnTo>
                      <a:lnTo>
                        <a:pt x="4" y="50"/>
                      </a:lnTo>
                      <a:lnTo>
                        <a:pt x="2" y="50"/>
                      </a:lnTo>
                      <a:lnTo>
                        <a:pt x="2" y="51"/>
                      </a:lnTo>
                      <a:lnTo>
                        <a:pt x="2" y="53"/>
                      </a:lnTo>
                      <a:lnTo>
                        <a:pt x="2" y="55"/>
                      </a:lnTo>
                      <a:lnTo>
                        <a:pt x="2" y="57"/>
                      </a:lnTo>
                      <a:lnTo>
                        <a:pt x="2" y="59"/>
                      </a:lnTo>
                      <a:lnTo>
                        <a:pt x="4" y="59"/>
                      </a:lnTo>
                      <a:lnTo>
                        <a:pt x="5" y="59"/>
                      </a:lnTo>
                      <a:lnTo>
                        <a:pt x="4" y="59"/>
                      </a:lnTo>
                      <a:lnTo>
                        <a:pt x="5" y="59"/>
                      </a:lnTo>
                      <a:lnTo>
                        <a:pt x="5" y="61"/>
                      </a:lnTo>
                      <a:lnTo>
                        <a:pt x="5" y="59"/>
                      </a:lnTo>
                      <a:lnTo>
                        <a:pt x="5" y="57"/>
                      </a:lnTo>
                      <a:lnTo>
                        <a:pt x="4" y="55"/>
                      </a:lnTo>
                      <a:lnTo>
                        <a:pt x="5" y="53"/>
                      </a:lnTo>
                      <a:lnTo>
                        <a:pt x="5" y="51"/>
                      </a:lnTo>
                      <a:lnTo>
                        <a:pt x="5" y="50"/>
                      </a:lnTo>
                      <a:lnTo>
                        <a:pt x="4" y="50"/>
                      </a:lnTo>
                      <a:lnTo>
                        <a:pt x="5" y="50"/>
                      </a:lnTo>
                      <a:lnTo>
                        <a:pt x="4" y="50"/>
                      </a:lnTo>
                      <a:lnTo>
                        <a:pt x="5" y="50"/>
                      </a:lnTo>
                      <a:lnTo>
                        <a:pt x="5" y="48"/>
                      </a:lnTo>
                      <a:lnTo>
                        <a:pt x="5" y="46"/>
                      </a:lnTo>
                      <a:lnTo>
                        <a:pt x="5" y="44"/>
                      </a:lnTo>
                      <a:lnTo>
                        <a:pt x="5" y="42"/>
                      </a:lnTo>
                      <a:lnTo>
                        <a:pt x="7" y="42"/>
                      </a:lnTo>
                      <a:lnTo>
                        <a:pt x="7" y="41"/>
                      </a:lnTo>
                      <a:lnTo>
                        <a:pt x="7" y="39"/>
                      </a:lnTo>
                      <a:lnTo>
                        <a:pt x="9" y="39"/>
                      </a:lnTo>
                      <a:lnTo>
                        <a:pt x="9" y="37"/>
                      </a:lnTo>
                      <a:lnTo>
                        <a:pt x="9" y="35"/>
                      </a:lnTo>
                      <a:lnTo>
                        <a:pt x="9" y="33"/>
                      </a:lnTo>
                      <a:lnTo>
                        <a:pt x="9" y="31"/>
                      </a:lnTo>
                      <a:lnTo>
                        <a:pt x="9" y="30"/>
                      </a:lnTo>
                      <a:lnTo>
                        <a:pt x="9" y="28"/>
                      </a:lnTo>
                      <a:lnTo>
                        <a:pt x="9" y="26"/>
                      </a:lnTo>
                      <a:lnTo>
                        <a:pt x="9" y="24"/>
                      </a:lnTo>
                      <a:lnTo>
                        <a:pt x="7" y="24"/>
                      </a:lnTo>
                      <a:lnTo>
                        <a:pt x="9" y="24"/>
                      </a:lnTo>
                      <a:lnTo>
                        <a:pt x="7" y="24"/>
                      </a:lnTo>
                      <a:lnTo>
                        <a:pt x="7" y="22"/>
                      </a:lnTo>
                      <a:lnTo>
                        <a:pt x="5" y="22"/>
                      </a:lnTo>
                      <a:lnTo>
                        <a:pt x="5" y="20"/>
                      </a:lnTo>
                      <a:lnTo>
                        <a:pt x="4" y="20"/>
                      </a:lnTo>
                      <a:lnTo>
                        <a:pt x="2" y="19"/>
                      </a:lnTo>
                      <a:lnTo>
                        <a:pt x="0" y="19"/>
                      </a:lnTo>
                      <a:lnTo>
                        <a:pt x="2" y="19"/>
                      </a:lnTo>
                      <a:lnTo>
                        <a:pt x="4" y="19"/>
                      </a:lnTo>
                      <a:lnTo>
                        <a:pt x="5" y="19"/>
                      </a:lnTo>
                      <a:lnTo>
                        <a:pt x="7" y="19"/>
                      </a:lnTo>
                      <a:lnTo>
                        <a:pt x="7" y="20"/>
                      </a:lnTo>
                      <a:lnTo>
                        <a:pt x="9" y="20"/>
                      </a:lnTo>
                      <a:lnTo>
                        <a:pt x="9" y="22"/>
                      </a:lnTo>
                      <a:lnTo>
                        <a:pt x="9" y="20"/>
                      </a:lnTo>
                      <a:lnTo>
                        <a:pt x="7" y="20"/>
                      </a:lnTo>
                      <a:lnTo>
                        <a:pt x="7" y="22"/>
                      </a:lnTo>
                      <a:lnTo>
                        <a:pt x="9" y="22"/>
                      </a:lnTo>
                      <a:lnTo>
                        <a:pt x="7" y="22"/>
                      </a:lnTo>
                      <a:lnTo>
                        <a:pt x="7" y="24"/>
                      </a:lnTo>
                      <a:lnTo>
                        <a:pt x="9" y="24"/>
                      </a:lnTo>
                      <a:lnTo>
                        <a:pt x="9" y="22"/>
                      </a:lnTo>
                      <a:lnTo>
                        <a:pt x="9" y="24"/>
                      </a:lnTo>
                      <a:lnTo>
                        <a:pt x="11" y="22"/>
                      </a:lnTo>
                      <a:lnTo>
                        <a:pt x="13" y="20"/>
                      </a:lnTo>
                      <a:lnTo>
                        <a:pt x="14" y="20"/>
                      </a:lnTo>
                      <a:lnTo>
                        <a:pt x="14" y="19"/>
                      </a:lnTo>
                      <a:lnTo>
                        <a:pt x="14" y="17"/>
                      </a:lnTo>
                      <a:lnTo>
                        <a:pt x="14" y="15"/>
                      </a:lnTo>
                      <a:lnTo>
                        <a:pt x="16" y="15"/>
                      </a:lnTo>
                      <a:lnTo>
                        <a:pt x="16" y="13"/>
                      </a:lnTo>
                      <a:lnTo>
                        <a:pt x="14" y="11"/>
                      </a:lnTo>
                      <a:lnTo>
                        <a:pt x="16" y="11"/>
                      </a:lnTo>
                      <a:lnTo>
                        <a:pt x="14" y="11"/>
                      </a:lnTo>
                      <a:lnTo>
                        <a:pt x="14" y="9"/>
                      </a:lnTo>
                      <a:lnTo>
                        <a:pt x="13" y="9"/>
                      </a:lnTo>
                      <a:lnTo>
                        <a:pt x="13" y="8"/>
                      </a:lnTo>
                      <a:lnTo>
                        <a:pt x="14" y="8"/>
                      </a:lnTo>
                      <a:lnTo>
                        <a:pt x="16" y="8"/>
                      </a:lnTo>
                      <a:lnTo>
                        <a:pt x="16" y="6"/>
                      </a:lnTo>
                      <a:lnTo>
                        <a:pt x="18" y="6"/>
                      </a:lnTo>
                      <a:lnTo>
                        <a:pt x="16" y="6"/>
                      </a:lnTo>
                      <a:lnTo>
                        <a:pt x="18" y="6"/>
                      </a:lnTo>
                      <a:lnTo>
                        <a:pt x="18" y="4"/>
                      </a:lnTo>
                      <a:lnTo>
                        <a:pt x="16" y="2"/>
                      </a:lnTo>
                      <a:lnTo>
                        <a:pt x="14" y="2"/>
                      </a:lnTo>
                      <a:lnTo>
                        <a:pt x="14" y="0"/>
                      </a:lnTo>
                      <a:lnTo>
                        <a:pt x="13" y="0"/>
                      </a:lnTo>
                      <a:lnTo>
                        <a:pt x="14" y="0"/>
                      </a:lnTo>
                      <a:lnTo>
                        <a:pt x="13" y="0"/>
                      </a:lnTo>
                      <a:lnTo>
                        <a:pt x="14" y="0"/>
                      </a:lnTo>
                      <a:lnTo>
                        <a:pt x="16" y="0"/>
                      </a:lnTo>
                      <a:lnTo>
                        <a:pt x="16" y="2"/>
                      </a:lnTo>
                      <a:lnTo>
                        <a:pt x="18" y="2"/>
                      </a:lnTo>
                      <a:lnTo>
                        <a:pt x="20" y="2"/>
                      </a:lnTo>
                      <a:lnTo>
                        <a:pt x="20" y="4"/>
                      </a:lnTo>
                      <a:lnTo>
                        <a:pt x="22" y="4"/>
                      </a:lnTo>
                      <a:lnTo>
                        <a:pt x="20" y="4"/>
                      </a:lnTo>
                      <a:lnTo>
                        <a:pt x="22" y="4"/>
                      </a:lnTo>
                      <a:lnTo>
                        <a:pt x="20" y="4"/>
                      </a:lnTo>
                      <a:lnTo>
                        <a:pt x="20" y="6"/>
                      </a:lnTo>
                      <a:lnTo>
                        <a:pt x="22" y="6"/>
                      </a:lnTo>
                      <a:lnTo>
                        <a:pt x="24" y="6"/>
                      </a:lnTo>
                      <a:lnTo>
                        <a:pt x="22" y="6"/>
                      </a:lnTo>
                      <a:lnTo>
                        <a:pt x="24" y="6"/>
                      </a:lnTo>
                      <a:lnTo>
                        <a:pt x="24" y="4"/>
                      </a:lnTo>
                      <a:lnTo>
                        <a:pt x="24" y="6"/>
                      </a:lnTo>
                      <a:lnTo>
                        <a:pt x="24" y="4"/>
                      </a:lnTo>
                      <a:lnTo>
                        <a:pt x="24" y="6"/>
                      </a:lnTo>
                      <a:lnTo>
                        <a:pt x="25" y="4"/>
                      </a:lnTo>
                      <a:lnTo>
                        <a:pt x="27" y="4"/>
                      </a:lnTo>
                      <a:lnTo>
                        <a:pt x="25" y="4"/>
                      </a:lnTo>
                      <a:lnTo>
                        <a:pt x="27" y="4"/>
                      </a:lnTo>
                      <a:lnTo>
                        <a:pt x="29" y="4"/>
                      </a:lnTo>
                      <a:lnTo>
                        <a:pt x="31" y="4"/>
                      </a:lnTo>
                      <a:lnTo>
                        <a:pt x="31" y="6"/>
                      </a:lnTo>
                      <a:lnTo>
                        <a:pt x="33" y="6"/>
                      </a:lnTo>
                      <a:lnTo>
                        <a:pt x="35" y="6"/>
                      </a:lnTo>
                      <a:lnTo>
                        <a:pt x="35" y="8"/>
                      </a:lnTo>
                      <a:lnTo>
                        <a:pt x="36" y="8"/>
                      </a:lnTo>
                      <a:lnTo>
                        <a:pt x="35" y="8"/>
                      </a:lnTo>
                      <a:lnTo>
                        <a:pt x="36" y="8"/>
                      </a:lnTo>
                      <a:lnTo>
                        <a:pt x="38" y="9"/>
                      </a:lnTo>
                      <a:lnTo>
                        <a:pt x="40" y="11"/>
                      </a:lnTo>
                      <a:lnTo>
                        <a:pt x="38" y="11"/>
                      </a:lnTo>
                      <a:lnTo>
                        <a:pt x="38" y="9"/>
                      </a:lnTo>
                      <a:lnTo>
                        <a:pt x="38" y="11"/>
                      </a:lnTo>
                      <a:lnTo>
                        <a:pt x="38" y="9"/>
                      </a:lnTo>
                      <a:lnTo>
                        <a:pt x="38" y="11"/>
                      </a:lnTo>
                      <a:lnTo>
                        <a:pt x="40" y="13"/>
                      </a:lnTo>
                      <a:lnTo>
                        <a:pt x="40" y="11"/>
                      </a:lnTo>
                      <a:lnTo>
                        <a:pt x="42" y="13"/>
                      </a:lnTo>
                      <a:lnTo>
                        <a:pt x="42" y="15"/>
                      </a:lnTo>
                      <a:lnTo>
                        <a:pt x="42" y="17"/>
                      </a:lnTo>
                      <a:lnTo>
                        <a:pt x="44" y="17"/>
                      </a:lnTo>
                      <a:lnTo>
                        <a:pt x="42" y="17"/>
                      </a:lnTo>
                      <a:lnTo>
                        <a:pt x="42" y="19"/>
                      </a:lnTo>
                      <a:lnTo>
                        <a:pt x="42" y="17"/>
                      </a:lnTo>
                      <a:lnTo>
                        <a:pt x="44" y="17"/>
                      </a:lnTo>
                      <a:lnTo>
                        <a:pt x="44" y="19"/>
                      </a:lnTo>
                      <a:lnTo>
                        <a:pt x="44" y="20"/>
                      </a:lnTo>
                      <a:lnTo>
                        <a:pt x="45" y="20"/>
                      </a:lnTo>
                      <a:lnTo>
                        <a:pt x="45" y="22"/>
                      </a:lnTo>
                      <a:lnTo>
                        <a:pt x="44" y="20"/>
                      </a:lnTo>
                      <a:lnTo>
                        <a:pt x="42" y="20"/>
                      </a:lnTo>
                      <a:lnTo>
                        <a:pt x="44" y="20"/>
                      </a:lnTo>
                      <a:lnTo>
                        <a:pt x="44" y="22"/>
                      </a:lnTo>
                      <a:lnTo>
                        <a:pt x="44" y="20"/>
                      </a:lnTo>
                      <a:lnTo>
                        <a:pt x="44" y="22"/>
                      </a:lnTo>
                      <a:lnTo>
                        <a:pt x="44" y="24"/>
                      </a:lnTo>
                      <a:lnTo>
                        <a:pt x="45" y="24"/>
                      </a:lnTo>
                      <a:lnTo>
                        <a:pt x="45" y="22"/>
                      </a:lnTo>
                      <a:lnTo>
                        <a:pt x="47" y="24"/>
                      </a:lnTo>
                      <a:lnTo>
                        <a:pt x="47" y="26"/>
                      </a:lnTo>
                      <a:lnTo>
                        <a:pt x="47" y="24"/>
                      </a:lnTo>
                      <a:lnTo>
                        <a:pt x="47" y="26"/>
                      </a:lnTo>
                      <a:lnTo>
                        <a:pt x="47" y="24"/>
                      </a:lnTo>
                      <a:lnTo>
                        <a:pt x="47" y="26"/>
                      </a:lnTo>
                      <a:lnTo>
                        <a:pt x="49" y="26"/>
                      </a:lnTo>
                      <a:lnTo>
                        <a:pt x="49" y="28"/>
                      </a:lnTo>
                      <a:lnTo>
                        <a:pt x="49" y="26"/>
                      </a:lnTo>
                      <a:lnTo>
                        <a:pt x="49" y="28"/>
                      </a:lnTo>
                      <a:lnTo>
                        <a:pt x="49" y="26"/>
                      </a:lnTo>
                      <a:lnTo>
                        <a:pt x="51" y="26"/>
                      </a:lnTo>
                      <a:lnTo>
                        <a:pt x="51" y="28"/>
                      </a:lnTo>
                      <a:lnTo>
                        <a:pt x="51" y="30"/>
                      </a:lnTo>
                      <a:lnTo>
                        <a:pt x="53" y="30"/>
                      </a:lnTo>
                      <a:lnTo>
                        <a:pt x="53" y="31"/>
                      </a:lnTo>
                      <a:lnTo>
                        <a:pt x="55" y="31"/>
                      </a:lnTo>
                      <a:lnTo>
                        <a:pt x="55" y="33"/>
                      </a:lnTo>
                      <a:lnTo>
                        <a:pt x="55" y="35"/>
                      </a:lnTo>
                      <a:lnTo>
                        <a:pt x="55" y="37"/>
                      </a:lnTo>
                      <a:lnTo>
                        <a:pt x="56" y="37"/>
                      </a:lnTo>
                      <a:lnTo>
                        <a:pt x="56" y="39"/>
                      </a:lnTo>
                      <a:lnTo>
                        <a:pt x="55" y="39"/>
                      </a:lnTo>
                      <a:lnTo>
                        <a:pt x="55" y="37"/>
                      </a:lnTo>
                      <a:lnTo>
                        <a:pt x="55" y="39"/>
                      </a:lnTo>
                      <a:lnTo>
                        <a:pt x="55" y="37"/>
                      </a:lnTo>
                      <a:lnTo>
                        <a:pt x="55" y="39"/>
                      </a:lnTo>
                      <a:lnTo>
                        <a:pt x="53" y="39"/>
                      </a:lnTo>
                      <a:lnTo>
                        <a:pt x="55" y="39"/>
                      </a:lnTo>
                      <a:lnTo>
                        <a:pt x="53" y="39"/>
                      </a:lnTo>
                      <a:lnTo>
                        <a:pt x="55" y="39"/>
                      </a:lnTo>
                      <a:lnTo>
                        <a:pt x="53" y="39"/>
                      </a:lnTo>
                      <a:lnTo>
                        <a:pt x="51" y="39"/>
                      </a:lnTo>
                      <a:lnTo>
                        <a:pt x="51" y="41"/>
                      </a:lnTo>
                      <a:lnTo>
                        <a:pt x="53" y="41"/>
                      </a:lnTo>
                      <a:lnTo>
                        <a:pt x="53" y="39"/>
                      </a:lnTo>
                      <a:lnTo>
                        <a:pt x="55" y="39"/>
                      </a:lnTo>
                      <a:lnTo>
                        <a:pt x="55" y="41"/>
                      </a:lnTo>
                      <a:lnTo>
                        <a:pt x="53" y="41"/>
                      </a:lnTo>
                      <a:lnTo>
                        <a:pt x="53" y="42"/>
                      </a:lnTo>
                      <a:lnTo>
                        <a:pt x="55" y="42"/>
                      </a:lnTo>
                      <a:lnTo>
                        <a:pt x="53" y="42"/>
                      </a:lnTo>
                      <a:lnTo>
                        <a:pt x="55" y="42"/>
                      </a:lnTo>
                      <a:lnTo>
                        <a:pt x="53" y="41"/>
                      </a:lnTo>
                      <a:lnTo>
                        <a:pt x="55" y="41"/>
                      </a:lnTo>
                      <a:lnTo>
                        <a:pt x="56" y="41"/>
                      </a:lnTo>
                      <a:lnTo>
                        <a:pt x="56" y="39"/>
                      </a:lnTo>
                      <a:lnTo>
                        <a:pt x="58" y="39"/>
                      </a:lnTo>
                      <a:lnTo>
                        <a:pt x="60" y="39"/>
                      </a:lnTo>
                      <a:lnTo>
                        <a:pt x="60" y="41"/>
                      </a:lnTo>
                      <a:lnTo>
                        <a:pt x="60" y="42"/>
                      </a:lnTo>
                      <a:lnTo>
                        <a:pt x="60" y="44"/>
                      </a:lnTo>
                      <a:lnTo>
                        <a:pt x="62" y="44"/>
                      </a:lnTo>
                      <a:lnTo>
                        <a:pt x="60" y="44"/>
                      </a:lnTo>
                      <a:lnTo>
                        <a:pt x="60" y="46"/>
                      </a:lnTo>
                      <a:lnTo>
                        <a:pt x="62" y="46"/>
                      </a:lnTo>
                      <a:lnTo>
                        <a:pt x="62" y="48"/>
                      </a:lnTo>
                      <a:lnTo>
                        <a:pt x="62" y="50"/>
                      </a:lnTo>
                      <a:lnTo>
                        <a:pt x="62" y="51"/>
                      </a:lnTo>
                      <a:lnTo>
                        <a:pt x="62" y="53"/>
                      </a:lnTo>
                      <a:lnTo>
                        <a:pt x="64" y="53"/>
                      </a:lnTo>
                      <a:lnTo>
                        <a:pt x="62" y="53"/>
                      </a:lnTo>
                      <a:lnTo>
                        <a:pt x="62" y="51"/>
                      </a:lnTo>
                      <a:lnTo>
                        <a:pt x="60" y="51"/>
                      </a:lnTo>
                      <a:lnTo>
                        <a:pt x="60" y="53"/>
                      </a:lnTo>
                      <a:lnTo>
                        <a:pt x="62" y="53"/>
                      </a:lnTo>
                      <a:lnTo>
                        <a:pt x="62" y="55"/>
                      </a:lnTo>
                      <a:lnTo>
                        <a:pt x="62" y="53"/>
                      </a:lnTo>
                      <a:lnTo>
                        <a:pt x="64" y="53"/>
                      </a:lnTo>
                      <a:lnTo>
                        <a:pt x="62" y="53"/>
                      </a:lnTo>
                      <a:lnTo>
                        <a:pt x="64" y="53"/>
                      </a:lnTo>
                      <a:lnTo>
                        <a:pt x="62" y="53"/>
                      </a:lnTo>
                      <a:lnTo>
                        <a:pt x="64" y="53"/>
                      </a:lnTo>
                      <a:lnTo>
                        <a:pt x="64" y="55"/>
                      </a:lnTo>
                      <a:lnTo>
                        <a:pt x="64" y="57"/>
                      </a:lnTo>
                      <a:lnTo>
                        <a:pt x="66" y="57"/>
                      </a:lnTo>
                      <a:lnTo>
                        <a:pt x="66" y="59"/>
                      </a:lnTo>
                      <a:lnTo>
                        <a:pt x="67" y="57"/>
                      </a:lnTo>
                      <a:lnTo>
                        <a:pt x="67" y="59"/>
                      </a:lnTo>
                      <a:lnTo>
                        <a:pt x="67" y="57"/>
                      </a:lnTo>
                      <a:lnTo>
                        <a:pt x="67" y="59"/>
                      </a:lnTo>
                      <a:lnTo>
                        <a:pt x="66" y="59"/>
                      </a:lnTo>
                      <a:lnTo>
                        <a:pt x="67" y="59"/>
                      </a:lnTo>
                      <a:lnTo>
                        <a:pt x="67" y="61"/>
                      </a:lnTo>
                      <a:lnTo>
                        <a:pt x="66" y="61"/>
                      </a:lnTo>
                      <a:lnTo>
                        <a:pt x="66" y="62"/>
                      </a:lnTo>
                      <a:lnTo>
                        <a:pt x="66" y="64"/>
                      </a:lnTo>
                      <a:lnTo>
                        <a:pt x="67" y="64"/>
                      </a:lnTo>
                      <a:lnTo>
                        <a:pt x="66" y="64"/>
                      </a:lnTo>
                      <a:lnTo>
                        <a:pt x="67" y="64"/>
                      </a:lnTo>
                      <a:lnTo>
                        <a:pt x="67" y="62"/>
                      </a:lnTo>
                      <a:lnTo>
                        <a:pt x="66" y="62"/>
                      </a:lnTo>
                      <a:lnTo>
                        <a:pt x="67" y="62"/>
                      </a:lnTo>
                      <a:lnTo>
                        <a:pt x="66" y="62"/>
                      </a:lnTo>
                      <a:lnTo>
                        <a:pt x="66" y="61"/>
                      </a:lnTo>
                      <a:lnTo>
                        <a:pt x="67" y="61"/>
                      </a:lnTo>
                      <a:lnTo>
                        <a:pt x="67" y="59"/>
                      </a:lnTo>
                      <a:lnTo>
                        <a:pt x="67" y="61"/>
                      </a:lnTo>
                      <a:lnTo>
                        <a:pt x="67" y="62"/>
                      </a:lnTo>
                      <a:lnTo>
                        <a:pt x="67" y="64"/>
                      </a:lnTo>
                      <a:lnTo>
                        <a:pt x="69" y="64"/>
                      </a:lnTo>
                      <a:lnTo>
                        <a:pt x="69" y="66"/>
                      </a:lnTo>
                      <a:lnTo>
                        <a:pt x="71" y="66"/>
                      </a:lnTo>
                      <a:lnTo>
                        <a:pt x="73" y="68"/>
                      </a:lnTo>
                      <a:lnTo>
                        <a:pt x="71" y="68"/>
                      </a:lnTo>
                      <a:lnTo>
                        <a:pt x="71" y="66"/>
                      </a:lnTo>
                      <a:lnTo>
                        <a:pt x="69" y="66"/>
                      </a:lnTo>
                      <a:lnTo>
                        <a:pt x="67" y="66"/>
                      </a:lnTo>
                      <a:lnTo>
                        <a:pt x="69" y="66"/>
                      </a:lnTo>
                      <a:lnTo>
                        <a:pt x="67" y="66"/>
                      </a:lnTo>
                      <a:lnTo>
                        <a:pt x="67" y="68"/>
                      </a:lnTo>
                      <a:lnTo>
                        <a:pt x="69" y="68"/>
                      </a:lnTo>
                      <a:lnTo>
                        <a:pt x="71" y="68"/>
                      </a:lnTo>
                      <a:lnTo>
                        <a:pt x="71" y="70"/>
                      </a:lnTo>
                      <a:lnTo>
                        <a:pt x="73" y="70"/>
                      </a:lnTo>
                      <a:lnTo>
                        <a:pt x="71" y="70"/>
                      </a:lnTo>
                      <a:lnTo>
                        <a:pt x="71" y="72"/>
                      </a:lnTo>
                      <a:lnTo>
                        <a:pt x="73" y="72"/>
                      </a:lnTo>
                      <a:lnTo>
                        <a:pt x="73" y="70"/>
                      </a:lnTo>
                      <a:lnTo>
                        <a:pt x="73" y="72"/>
                      </a:lnTo>
                      <a:lnTo>
                        <a:pt x="75" y="72"/>
                      </a:lnTo>
                      <a:lnTo>
                        <a:pt x="75" y="73"/>
                      </a:lnTo>
                      <a:lnTo>
                        <a:pt x="73" y="73"/>
                      </a:lnTo>
                      <a:lnTo>
                        <a:pt x="75" y="73"/>
                      </a:lnTo>
                      <a:lnTo>
                        <a:pt x="73" y="73"/>
                      </a:lnTo>
                      <a:lnTo>
                        <a:pt x="73" y="75"/>
                      </a:lnTo>
                      <a:lnTo>
                        <a:pt x="75" y="75"/>
                      </a:lnTo>
                      <a:lnTo>
                        <a:pt x="75" y="73"/>
                      </a:lnTo>
                      <a:lnTo>
                        <a:pt x="75" y="75"/>
                      </a:lnTo>
                      <a:lnTo>
                        <a:pt x="73" y="75"/>
                      </a:lnTo>
                      <a:lnTo>
                        <a:pt x="75" y="75"/>
                      </a:lnTo>
                      <a:lnTo>
                        <a:pt x="75" y="77"/>
                      </a:lnTo>
                      <a:lnTo>
                        <a:pt x="75" y="79"/>
                      </a:lnTo>
                      <a:lnTo>
                        <a:pt x="77" y="79"/>
                      </a:lnTo>
                      <a:lnTo>
                        <a:pt x="75" y="79"/>
                      </a:lnTo>
                      <a:lnTo>
                        <a:pt x="75" y="77"/>
                      </a:lnTo>
                      <a:lnTo>
                        <a:pt x="77" y="77"/>
                      </a:lnTo>
                      <a:lnTo>
                        <a:pt x="77" y="75"/>
                      </a:lnTo>
                      <a:lnTo>
                        <a:pt x="75" y="75"/>
                      </a:lnTo>
                      <a:lnTo>
                        <a:pt x="77" y="77"/>
                      </a:lnTo>
                      <a:lnTo>
                        <a:pt x="75" y="77"/>
                      </a:lnTo>
                      <a:lnTo>
                        <a:pt x="75" y="75"/>
                      </a:lnTo>
                      <a:lnTo>
                        <a:pt x="75" y="73"/>
                      </a:lnTo>
                      <a:lnTo>
                        <a:pt x="75" y="72"/>
                      </a:lnTo>
                      <a:lnTo>
                        <a:pt x="75" y="70"/>
                      </a:lnTo>
                      <a:lnTo>
                        <a:pt x="73" y="70"/>
                      </a:lnTo>
                      <a:lnTo>
                        <a:pt x="73" y="68"/>
                      </a:lnTo>
                      <a:lnTo>
                        <a:pt x="73" y="66"/>
                      </a:lnTo>
                      <a:lnTo>
                        <a:pt x="71" y="66"/>
                      </a:lnTo>
                      <a:lnTo>
                        <a:pt x="73" y="66"/>
                      </a:lnTo>
                      <a:lnTo>
                        <a:pt x="73" y="68"/>
                      </a:lnTo>
                      <a:lnTo>
                        <a:pt x="75" y="70"/>
                      </a:lnTo>
                      <a:lnTo>
                        <a:pt x="75" y="72"/>
                      </a:lnTo>
                      <a:lnTo>
                        <a:pt x="75" y="73"/>
                      </a:lnTo>
                      <a:lnTo>
                        <a:pt x="77" y="73"/>
                      </a:lnTo>
                      <a:lnTo>
                        <a:pt x="77" y="75"/>
                      </a:lnTo>
                      <a:lnTo>
                        <a:pt x="77" y="77"/>
                      </a:lnTo>
                      <a:lnTo>
                        <a:pt x="77" y="79"/>
                      </a:lnTo>
                      <a:lnTo>
                        <a:pt x="78" y="81"/>
                      </a:lnTo>
                      <a:lnTo>
                        <a:pt x="78" y="83"/>
                      </a:lnTo>
                      <a:lnTo>
                        <a:pt x="78" y="84"/>
                      </a:lnTo>
                      <a:lnTo>
                        <a:pt x="78" y="86"/>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8" name="Freeform 103">
                  <a:extLst>
                    <a:ext uri="{FF2B5EF4-FFF2-40B4-BE49-F238E27FC236}">
                      <a16:creationId xmlns:a16="http://schemas.microsoft.com/office/drawing/2014/main" id="{27145E47-4438-35EB-2F19-1F1EE287E0EC}"/>
                    </a:ext>
                  </a:extLst>
                </p:cNvPr>
                <p:cNvSpPr>
                  <a:spLocks noEditPoints="1"/>
                </p:cNvSpPr>
                <p:nvPr/>
              </p:nvSpPr>
              <p:spPr bwMode="auto">
                <a:xfrm>
                  <a:off x="4300634" y="4425484"/>
                  <a:ext cx="135542" cy="131927"/>
                </a:xfrm>
                <a:custGeom>
                  <a:avLst/>
                  <a:gdLst>
                    <a:gd name="T0" fmla="*/ 75 w 75"/>
                    <a:gd name="T1" fmla="*/ 73 h 73"/>
                    <a:gd name="T2" fmla="*/ 73 w 75"/>
                    <a:gd name="T3" fmla="*/ 71 h 73"/>
                    <a:gd name="T4" fmla="*/ 75 w 75"/>
                    <a:gd name="T5" fmla="*/ 71 h 73"/>
                    <a:gd name="T6" fmla="*/ 75 w 75"/>
                    <a:gd name="T7" fmla="*/ 71 h 73"/>
                    <a:gd name="T8" fmla="*/ 6 w 75"/>
                    <a:gd name="T9" fmla="*/ 51 h 73"/>
                    <a:gd name="T10" fmla="*/ 6 w 75"/>
                    <a:gd name="T11" fmla="*/ 51 h 73"/>
                    <a:gd name="T12" fmla="*/ 6 w 75"/>
                    <a:gd name="T13" fmla="*/ 51 h 73"/>
                    <a:gd name="T14" fmla="*/ 6 w 75"/>
                    <a:gd name="T15" fmla="*/ 51 h 73"/>
                    <a:gd name="T16" fmla="*/ 4 w 75"/>
                    <a:gd name="T17" fmla="*/ 49 h 73"/>
                    <a:gd name="T18" fmla="*/ 6 w 75"/>
                    <a:gd name="T19" fmla="*/ 49 h 73"/>
                    <a:gd name="T20" fmla="*/ 6 w 75"/>
                    <a:gd name="T21" fmla="*/ 49 h 73"/>
                    <a:gd name="T22" fmla="*/ 6 w 75"/>
                    <a:gd name="T23" fmla="*/ 49 h 73"/>
                    <a:gd name="T24" fmla="*/ 6 w 75"/>
                    <a:gd name="T25" fmla="*/ 49 h 73"/>
                    <a:gd name="T26" fmla="*/ 6 w 75"/>
                    <a:gd name="T27" fmla="*/ 49 h 73"/>
                    <a:gd name="T28" fmla="*/ 6 w 75"/>
                    <a:gd name="T29" fmla="*/ 49 h 73"/>
                    <a:gd name="T30" fmla="*/ 6 w 75"/>
                    <a:gd name="T31" fmla="*/ 49 h 73"/>
                    <a:gd name="T32" fmla="*/ 6 w 75"/>
                    <a:gd name="T33" fmla="*/ 49 h 73"/>
                    <a:gd name="T34" fmla="*/ 6 w 75"/>
                    <a:gd name="T35" fmla="*/ 49 h 73"/>
                    <a:gd name="T36" fmla="*/ 6 w 75"/>
                    <a:gd name="T37" fmla="*/ 42 h 73"/>
                    <a:gd name="T38" fmla="*/ 16 w 75"/>
                    <a:gd name="T39" fmla="*/ 12 h 73"/>
                    <a:gd name="T40" fmla="*/ 16 w 75"/>
                    <a:gd name="T41" fmla="*/ 12 h 73"/>
                    <a:gd name="T42" fmla="*/ 35 w 75"/>
                    <a:gd name="T43" fmla="*/ 9 h 73"/>
                    <a:gd name="T44" fmla="*/ 15 w 75"/>
                    <a:gd name="T45" fmla="*/ 9 h 73"/>
                    <a:gd name="T46" fmla="*/ 13 w 75"/>
                    <a:gd name="T47" fmla="*/ 7 h 73"/>
                    <a:gd name="T48" fmla="*/ 15 w 75"/>
                    <a:gd name="T49" fmla="*/ 9 h 73"/>
                    <a:gd name="T50" fmla="*/ 31 w 75"/>
                    <a:gd name="T51" fmla="*/ 7 h 73"/>
                    <a:gd name="T52" fmla="*/ 29 w 75"/>
                    <a:gd name="T53" fmla="*/ 5 h 73"/>
                    <a:gd name="T54" fmla="*/ 29 w 75"/>
                    <a:gd name="T55" fmla="*/ 5 h 73"/>
                    <a:gd name="T56" fmla="*/ 4 w 75"/>
                    <a:gd name="T57" fmla="*/ 5 h 73"/>
                    <a:gd name="T58" fmla="*/ 2 w 75"/>
                    <a:gd name="T59" fmla="*/ 7 h 73"/>
                    <a:gd name="T60" fmla="*/ 0 w 75"/>
                    <a:gd name="T61" fmla="*/ 5 h 73"/>
                    <a:gd name="T62" fmla="*/ 9 w 75"/>
                    <a:gd name="T63" fmla="*/ 3 h 73"/>
                    <a:gd name="T64" fmla="*/ 7 w 75"/>
                    <a:gd name="T65" fmla="*/ 1 h 73"/>
                    <a:gd name="T66" fmla="*/ 9 w 75"/>
                    <a:gd name="T67" fmla="*/ 3 h 73"/>
                    <a:gd name="T68" fmla="*/ 6 w 75"/>
                    <a:gd name="T69" fmla="*/ 0 h 73"/>
                    <a:gd name="T70" fmla="*/ 9 w 75"/>
                    <a:gd name="T71" fmla="*/ 0 h 73"/>
                    <a:gd name="T72" fmla="*/ 11 w 75"/>
                    <a:gd name="T73" fmla="*/ 1 h 73"/>
                    <a:gd name="T74" fmla="*/ 9 w 75"/>
                    <a:gd name="T75" fmla="*/ 0 h 73"/>
                    <a:gd name="T76" fmla="*/ 11 w 75"/>
                    <a:gd name="T77" fmla="*/ 0 h 73"/>
                    <a:gd name="T78" fmla="*/ 13 w 75"/>
                    <a:gd name="T79" fmla="*/ 1 h 73"/>
                    <a:gd name="T80" fmla="*/ 11 w 75"/>
                    <a:gd name="T81" fmla="*/ 3 h 73"/>
                    <a:gd name="T82" fmla="*/ 11 w 75"/>
                    <a:gd name="T83" fmla="*/ 3 h 73"/>
                    <a:gd name="T84" fmla="*/ 7 w 75"/>
                    <a:gd name="T85" fmla="*/ 3 h 73"/>
                    <a:gd name="T86" fmla="*/ 7 w 75"/>
                    <a:gd name="T87" fmla="*/ 3 h 73"/>
                    <a:gd name="T88" fmla="*/ 7 w 75"/>
                    <a:gd name="T89" fmla="*/ 5 h 73"/>
                    <a:gd name="T90" fmla="*/ 7 w 75"/>
                    <a:gd name="T91" fmla="*/ 3 h 73"/>
                    <a:gd name="T92" fmla="*/ 7 w 75"/>
                    <a:gd name="T93" fmla="*/ 1 h 73"/>
                    <a:gd name="T94" fmla="*/ 7 w 75"/>
                    <a:gd name="T95" fmla="*/ 1 h 73"/>
                    <a:gd name="T96" fmla="*/ 9 w 75"/>
                    <a:gd name="T97" fmla="*/ 3 h 73"/>
                    <a:gd name="T98" fmla="*/ 9 w 75"/>
                    <a:gd name="T99" fmla="*/ 0 h 73"/>
                    <a:gd name="T100" fmla="*/ 7 w 75"/>
                    <a:gd name="T101" fmla="*/ 1 h 73"/>
                    <a:gd name="T102" fmla="*/ 9 w 75"/>
                    <a:gd name="T103" fmla="*/ 0 h 73"/>
                    <a:gd name="T104" fmla="*/ 6 w 75"/>
                    <a:gd name="T10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 h="73">
                      <a:moveTo>
                        <a:pt x="75" y="71"/>
                      </a:moveTo>
                      <a:lnTo>
                        <a:pt x="75" y="73"/>
                      </a:lnTo>
                      <a:lnTo>
                        <a:pt x="73" y="73"/>
                      </a:lnTo>
                      <a:lnTo>
                        <a:pt x="73" y="71"/>
                      </a:lnTo>
                      <a:lnTo>
                        <a:pt x="75" y="71"/>
                      </a:lnTo>
                      <a:close/>
                      <a:moveTo>
                        <a:pt x="75" y="71"/>
                      </a:moveTo>
                      <a:lnTo>
                        <a:pt x="73" y="71"/>
                      </a:lnTo>
                      <a:lnTo>
                        <a:pt x="75" y="71"/>
                      </a:lnTo>
                      <a:close/>
                      <a:moveTo>
                        <a:pt x="6" y="49"/>
                      </a:moveTo>
                      <a:lnTo>
                        <a:pt x="6" y="51"/>
                      </a:lnTo>
                      <a:lnTo>
                        <a:pt x="4" y="51"/>
                      </a:lnTo>
                      <a:lnTo>
                        <a:pt x="6" y="51"/>
                      </a:lnTo>
                      <a:lnTo>
                        <a:pt x="4" y="51"/>
                      </a:lnTo>
                      <a:lnTo>
                        <a:pt x="6" y="51"/>
                      </a:lnTo>
                      <a:lnTo>
                        <a:pt x="4" y="51"/>
                      </a:lnTo>
                      <a:lnTo>
                        <a:pt x="6" y="51"/>
                      </a:lnTo>
                      <a:lnTo>
                        <a:pt x="4" y="51"/>
                      </a:lnTo>
                      <a:lnTo>
                        <a:pt x="4" y="49"/>
                      </a:lnTo>
                      <a:lnTo>
                        <a:pt x="6" y="49"/>
                      </a:lnTo>
                      <a:close/>
                      <a:moveTo>
                        <a:pt x="6" y="49"/>
                      </a:moveTo>
                      <a:lnTo>
                        <a:pt x="6" y="51"/>
                      </a:lnTo>
                      <a:lnTo>
                        <a:pt x="6" y="49"/>
                      </a:lnTo>
                      <a:lnTo>
                        <a:pt x="6" y="51"/>
                      </a:lnTo>
                      <a:lnTo>
                        <a:pt x="6" y="49"/>
                      </a:lnTo>
                      <a:close/>
                      <a:moveTo>
                        <a:pt x="7" y="49"/>
                      </a:moveTo>
                      <a:lnTo>
                        <a:pt x="6" y="49"/>
                      </a:lnTo>
                      <a:lnTo>
                        <a:pt x="7" y="49"/>
                      </a:lnTo>
                      <a:lnTo>
                        <a:pt x="6" y="49"/>
                      </a:lnTo>
                      <a:lnTo>
                        <a:pt x="7" y="49"/>
                      </a:lnTo>
                      <a:lnTo>
                        <a:pt x="6" y="49"/>
                      </a:lnTo>
                      <a:lnTo>
                        <a:pt x="7" y="49"/>
                      </a:lnTo>
                      <a:lnTo>
                        <a:pt x="6" y="49"/>
                      </a:lnTo>
                      <a:lnTo>
                        <a:pt x="7" y="49"/>
                      </a:lnTo>
                      <a:close/>
                      <a:moveTo>
                        <a:pt x="6" y="49"/>
                      </a:moveTo>
                      <a:lnTo>
                        <a:pt x="6" y="47"/>
                      </a:lnTo>
                      <a:lnTo>
                        <a:pt x="6" y="49"/>
                      </a:lnTo>
                      <a:close/>
                      <a:moveTo>
                        <a:pt x="6" y="44"/>
                      </a:moveTo>
                      <a:lnTo>
                        <a:pt x="6" y="42"/>
                      </a:lnTo>
                      <a:lnTo>
                        <a:pt x="6" y="44"/>
                      </a:lnTo>
                      <a:close/>
                      <a:moveTo>
                        <a:pt x="16" y="12"/>
                      </a:moveTo>
                      <a:lnTo>
                        <a:pt x="16" y="14"/>
                      </a:lnTo>
                      <a:lnTo>
                        <a:pt x="16" y="12"/>
                      </a:lnTo>
                      <a:close/>
                      <a:moveTo>
                        <a:pt x="35" y="7"/>
                      </a:moveTo>
                      <a:lnTo>
                        <a:pt x="35" y="9"/>
                      </a:lnTo>
                      <a:lnTo>
                        <a:pt x="35" y="7"/>
                      </a:lnTo>
                      <a:close/>
                      <a:moveTo>
                        <a:pt x="15" y="9"/>
                      </a:moveTo>
                      <a:lnTo>
                        <a:pt x="13" y="9"/>
                      </a:lnTo>
                      <a:lnTo>
                        <a:pt x="13" y="7"/>
                      </a:lnTo>
                      <a:lnTo>
                        <a:pt x="15" y="7"/>
                      </a:lnTo>
                      <a:lnTo>
                        <a:pt x="15" y="9"/>
                      </a:lnTo>
                      <a:close/>
                      <a:moveTo>
                        <a:pt x="33" y="7"/>
                      </a:moveTo>
                      <a:lnTo>
                        <a:pt x="31" y="7"/>
                      </a:lnTo>
                      <a:lnTo>
                        <a:pt x="33" y="7"/>
                      </a:lnTo>
                      <a:close/>
                      <a:moveTo>
                        <a:pt x="29" y="5"/>
                      </a:moveTo>
                      <a:lnTo>
                        <a:pt x="29" y="7"/>
                      </a:lnTo>
                      <a:lnTo>
                        <a:pt x="29" y="5"/>
                      </a:lnTo>
                      <a:close/>
                      <a:moveTo>
                        <a:pt x="2" y="5"/>
                      </a:moveTo>
                      <a:lnTo>
                        <a:pt x="4" y="5"/>
                      </a:lnTo>
                      <a:lnTo>
                        <a:pt x="4" y="7"/>
                      </a:lnTo>
                      <a:lnTo>
                        <a:pt x="2" y="7"/>
                      </a:lnTo>
                      <a:lnTo>
                        <a:pt x="0" y="7"/>
                      </a:lnTo>
                      <a:lnTo>
                        <a:pt x="0" y="5"/>
                      </a:lnTo>
                      <a:lnTo>
                        <a:pt x="2" y="5"/>
                      </a:lnTo>
                      <a:close/>
                      <a:moveTo>
                        <a:pt x="9" y="3"/>
                      </a:moveTo>
                      <a:lnTo>
                        <a:pt x="7" y="3"/>
                      </a:lnTo>
                      <a:lnTo>
                        <a:pt x="7" y="1"/>
                      </a:lnTo>
                      <a:lnTo>
                        <a:pt x="9" y="1"/>
                      </a:lnTo>
                      <a:lnTo>
                        <a:pt x="9" y="3"/>
                      </a:lnTo>
                      <a:close/>
                      <a:moveTo>
                        <a:pt x="6" y="1"/>
                      </a:moveTo>
                      <a:lnTo>
                        <a:pt x="6" y="0"/>
                      </a:lnTo>
                      <a:lnTo>
                        <a:pt x="6" y="1"/>
                      </a:lnTo>
                      <a:close/>
                      <a:moveTo>
                        <a:pt x="9" y="0"/>
                      </a:moveTo>
                      <a:lnTo>
                        <a:pt x="9" y="1"/>
                      </a:lnTo>
                      <a:lnTo>
                        <a:pt x="11" y="1"/>
                      </a:lnTo>
                      <a:lnTo>
                        <a:pt x="9" y="1"/>
                      </a:lnTo>
                      <a:lnTo>
                        <a:pt x="9" y="0"/>
                      </a:lnTo>
                      <a:lnTo>
                        <a:pt x="11" y="1"/>
                      </a:lnTo>
                      <a:lnTo>
                        <a:pt x="11" y="0"/>
                      </a:lnTo>
                      <a:lnTo>
                        <a:pt x="11" y="1"/>
                      </a:lnTo>
                      <a:lnTo>
                        <a:pt x="13" y="1"/>
                      </a:lnTo>
                      <a:lnTo>
                        <a:pt x="13" y="3"/>
                      </a:lnTo>
                      <a:lnTo>
                        <a:pt x="11" y="3"/>
                      </a:lnTo>
                      <a:lnTo>
                        <a:pt x="11" y="1"/>
                      </a:lnTo>
                      <a:lnTo>
                        <a:pt x="11" y="3"/>
                      </a:lnTo>
                      <a:lnTo>
                        <a:pt x="9" y="3"/>
                      </a:lnTo>
                      <a:lnTo>
                        <a:pt x="7" y="3"/>
                      </a:lnTo>
                      <a:lnTo>
                        <a:pt x="9" y="3"/>
                      </a:lnTo>
                      <a:lnTo>
                        <a:pt x="7" y="3"/>
                      </a:lnTo>
                      <a:lnTo>
                        <a:pt x="9" y="5"/>
                      </a:lnTo>
                      <a:lnTo>
                        <a:pt x="7" y="5"/>
                      </a:lnTo>
                      <a:lnTo>
                        <a:pt x="6" y="3"/>
                      </a:lnTo>
                      <a:lnTo>
                        <a:pt x="7" y="3"/>
                      </a:lnTo>
                      <a:lnTo>
                        <a:pt x="6" y="3"/>
                      </a:lnTo>
                      <a:lnTo>
                        <a:pt x="7" y="1"/>
                      </a:lnTo>
                      <a:lnTo>
                        <a:pt x="7" y="3"/>
                      </a:lnTo>
                      <a:lnTo>
                        <a:pt x="7" y="1"/>
                      </a:lnTo>
                      <a:lnTo>
                        <a:pt x="7" y="3"/>
                      </a:lnTo>
                      <a:lnTo>
                        <a:pt x="9" y="3"/>
                      </a:lnTo>
                      <a:lnTo>
                        <a:pt x="9" y="1"/>
                      </a:lnTo>
                      <a:lnTo>
                        <a:pt x="9" y="0"/>
                      </a:lnTo>
                      <a:lnTo>
                        <a:pt x="9" y="1"/>
                      </a:lnTo>
                      <a:lnTo>
                        <a:pt x="7" y="1"/>
                      </a:lnTo>
                      <a:lnTo>
                        <a:pt x="7" y="0"/>
                      </a:lnTo>
                      <a:lnTo>
                        <a:pt x="9" y="0"/>
                      </a:lnTo>
                      <a:close/>
                      <a:moveTo>
                        <a:pt x="7" y="0"/>
                      </a:moveTo>
                      <a:lnTo>
                        <a:pt x="6" y="0"/>
                      </a:lnTo>
                      <a:lnTo>
                        <a:pt x="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09" name="Freeform 105">
                  <a:extLst>
                    <a:ext uri="{FF2B5EF4-FFF2-40B4-BE49-F238E27FC236}">
                      <a16:creationId xmlns:a16="http://schemas.microsoft.com/office/drawing/2014/main" id="{C693DFDD-DB13-467F-C79E-6F5E91DB097C}"/>
                    </a:ext>
                  </a:extLst>
                </p:cNvPr>
                <p:cNvSpPr>
                  <a:spLocks/>
                </p:cNvSpPr>
                <p:nvPr/>
              </p:nvSpPr>
              <p:spPr bwMode="auto">
                <a:xfrm>
                  <a:off x="1454267" y="2638148"/>
                  <a:ext cx="439154" cy="323492"/>
                </a:xfrm>
                <a:custGeom>
                  <a:avLst/>
                  <a:gdLst>
                    <a:gd name="T0" fmla="*/ 241 w 243"/>
                    <a:gd name="T1" fmla="*/ 5 h 179"/>
                    <a:gd name="T2" fmla="*/ 241 w 243"/>
                    <a:gd name="T3" fmla="*/ 11 h 179"/>
                    <a:gd name="T4" fmla="*/ 204 w 243"/>
                    <a:gd name="T5" fmla="*/ 36 h 179"/>
                    <a:gd name="T6" fmla="*/ 203 w 243"/>
                    <a:gd name="T7" fmla="*/ 66 h 179"/>
                    <a:gd name="T8" fmla="*/ 203 w 243"/>
                    <a:gd name="T9" fmla="*/ 91 h 179"/>
                    <a:gd name="T10" fmla="*/ 148 w 243"/>
                    <a:gd name="T11" fmla="*/ 122 h 179"/>
                    <a:gd name="T12" fmla="*/ 97 w 243"/>
                    <a:gd name="T13" fmla="*/ 150 h 179"/>
                    <a:gd name="T14" fmla="*/ 57 w 243"/>
                    <a:gd name="T15" fmla="*/ 172 h 179"/>
                    <a:gd name="T16" fmla="*/ 36 w 243"/>
                    <a:gd name="T17" fmla="*/ 177 h 179"/>
                    <a:gd name="T18" fmla="*/ 24 w 243"/>
                    <a:gd name="T19" fmla="*/ 172 h 179"/>
                    <a:gd name="T20" fmla="*/ 16 w 243"/>
                    <a:gd name="T21" fmla="*/ 166 h 179"/>
                    <a:gd name="T22" fmla="*/ 7 w 243"/>
                    <a:gd name="T23" fmla="*/ 164 h 179"/>
                    <a:gd name="T24" fmla="*/ 2 w 243"/>
                    <a:gd name="T25" fmla="*/ 166 h 179"/>
                    <a:gd name="T26" fmla="*/ 2 w 243"/>
                    <a:gd name="T27" fmla="*/ 157 h 179"/>
                    <a:gd name="T28" fmla="*/ 2 w 243"/>
                    <a:gd name="T29" fmla="*/ 148 h 179"/>
                    <a:gd name="T30" fmla="*/ 7 w 243"/>
                    <a:gd name="T31" fmla="*/ 142 h 179"/>
                    <a:gd name="T32" fmla="*/ 16 w 243"/>
                    <a:gd name="T33" fmla="*/ 135 h 179"/>
                    <a:gd name="T34" fmla="*/ 13 w 243"/>
                    <a:gd name="T35" fmla="*/ 128 h 179"/>
                    <a:gd name="T36" fmla="*/ 24 w 243"/>
                    <a:gd name="T37" fmla="*/ 124 h 179"/>
                    <a:gd name="T38" fmla="*/ 29 w 243"/>
                    <a:gd name="T39" fmla="*/ 119 h 179"/>
                    <a:gd name="T40" fmla="*/ 36 w 243"/>
                    <a:gd name="T41" fmla="*/ 110 h 179"/>
                    <a:gd name="T42" fmla="*/ 35 w 243"/>
                    <a:gd name="T43" fmla="*/ 104 h 179"/>
                    <a:gd name="T44" fmla="*/ 29 w 243"/>
                    <a:gd name="T45" fmla="*/ 97 h 179"/>
                    <a:gd name="T46" fmla="*/ 25 w 243"/>
                    <a:gd name="T47" fmla="*/ 95 h 179"/>
                    <a:gd name="T48" fmla="*/ 22 w 243"/>
                    <a:gd name="T49" fmla="*/ 95 h 179"/>
                    <a:gd name="T50" fmla="*/ 13 w 243"/>
                    <a:gd name="T51" fmla="*/ 93 h 179"/>
                    <a:gd name="T52" fmla="*/ 9 w 243"/>
                    <a:gd name="T53" fmla="*/ 86 h 179"/>
                    <a:gd name="T54" fmla="*/ 11 w 243"/>
                    <a:gd name="T55" fmla="*/ 77 h 179"/>
                    <a:gd name="T56" fmla="*/ 13 w 243"/>
                    <a:gd name="T57" fmla="*/ 71 h 179"/>
                    <a:gd name="T58" fmla="*/ 11 w 243"/>
                    <a:gd name="T59" fmla="*/ 69 h 179"/>
                    <a:gd name="T60" fmla="*/ 7 w 243"/>
                    <a:gd name="T61" fmla="*/ 64 h 179"/>
                    <a:gd name="T62" fmla="*/ 7 w 243"/>
                    <a:gd name="T63" fmla="*/ 60 h 179"/>
                    <a:gd name="T64" fmla="*/ 9 w 243"/>
                    <a:gd name="T65" fmla="*/ 55 h 179"/>
                    <a:gd name="T66" fmla="*/ 9 w 243"/>
                    <a:gd name="T67" fmla="*/ 51 h 179"/>
                    <a:gd name="T68" fmla="*/ 20 w 243"/>
                    <a:gd name="T69" fmla="*/ 51 h 179"/>
                    <a:gd name="T70" fmla="*/ 25 w 243"/>
                    <a:gd name="T71" fmla="*/ 47 h 179"/>
                    <a:gd name="T72" fmla="*/ 27 w 243"/>
                    <a:gd name="T73" fmla="*/ 46 h 179"/>
                    <a:gd name="T74" fmla="*/ 27 w 243"/>
                    <a:gd name="T75" fmla="*/ 44 h 179"/>
                    <a:gd name="T76" fmla="*/ 29 w 243"/>
                    <a:gd name="T77" fmla="*/ 42 h 179"/>
                    <a:gd name="T78" fmla="*/ 31 w 243"/>
                    <a:gd name="T79" fmla="*/ 40 h 179"/>
                    <a:gd name="T80" fmla="*/ 40 w 243"/>
                    <a:gd name="T81" fmla="*/ 38 h 179"/>
                    <a:gd name="T82" fmla="*/ 35 w 243"/>
                    <a:gd name="T83" fmla="*/ 31 h 179"/>
                    <a:gd name="T84" fmla="*/ 36 w 243"/>
                    <a:gd name="T85" fmla="*/ 20 h 179"/>
                    <a:gd name="T86" fmla="*/ 47 w 243"/>
                    <a:gd name="T87" fmla="*/ 18 h 179"/>
                    <a:gd name="T88" fmla="*/ 53 w 243"/>
                    <a:gd name="T89" fmla="*/ 24 h 179"/>
                    <a:gd name="T90" fmla="*/ 64 w 243"/>
                    <a:gd name="T91" fmla="*/ 24 h 179"/>
                    <a:gd name="T92" fmla="*/ 78 w 243"/>
                    <a:gd name="T93" fmla="*/ 20 h 179"/>
                    <a:gd name="T94" fmla="*/ 89 w 243"/>
                    <a:gd name="T95" fmla="*/ 14 h 179"/>
                    <a:gd name="T96" fmla="*/ 108 w 243"/>
                    <a:gd name="T97" fmla="*/ 16 h 179"/>
                    <a:gd name="T98" fmla="*/ 122 w 243"/>
                    <a:gd name="T99" fmla="*/ 22 h 179"/>
                    <a:gd name="T100" fmla="*/ 142 w 243"/>
                    <a:gd name="T101" fmla="*/ 22 h 179"/>
                    <a:gd name="T102" fmla="*/ 159 w 243"/>
                    <a:gd name="T103" fmla="*/ 16 h 179"/>
                    <a:gd name="T104" fmla="*/ 171 w 243"/>
                    <a:gd name="T105" fmla="*/ 11 h 179"/>
                    <a:gd name="T106" fmla="*/ 188 w 243"/>
                    <a:gd name="T107" fmla="*/ 7 h 179"/>
                    <a:gd name="T108" fmla="*/ 203 w 243"/>
                    <a:gd name="T109" fmla="*/ 7 h 179"/>
                    <a:gd name="T110" fmla="*/ 213 w 243"/>
                    <a:gd name="T111" fmla="*/ 7 h 179"/>
                    <a:gd name="T112" fmla="*/ 228 w 243"/>
                    <a:gd name="T113" fmla="*/ 5 h 179"/>
                    <a:gd name="T114" fmla="*/ 237 w 243"/>
                    <a:gd name="T115"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3" h="179">
                      <a:moveTo>
                        <a:pt x="237" y="0"/>
                      </a:moveTo>
                      <a:lnTo>
                        <a:pt x="237" y="2"/>
                      </a:lnTo>
                      <a:lnTo>
                        <a:pt x="237" y="0"/>
                      </a:lnTo>
                      <a:lnTo>
                        <a:pt x="237" y="2"/>
                      </a:lnTo>
                      <a:lnTo>
                        <a:pt x="239" y="2"/>
                      </a:lnTo>
                      <a:lnTo>
                        <a:pt x="241" y="2"/>
                      </a:lnTo>
                      <a:lnTo>
                        <a:pt x="241" y="4"/>
                      </a:lnTo>
                      <a:lnTo>
                        <a:pt x="241" y="5"/>
                      </a:lnTo>
                      <a:lnTo>
                        <a:pt x="243" y="7"/>
                      </a:lnTo>
                      <a:lnTo>
                        <a:pt x="241" y="7"/>
                      </a:lnTo>
                      <a:lnTo>
                        <a:pt x="243" y="7"/>
                      </a:lnTo>
                      <a:lnTo>
                        <a:pt x="241" y="7"/>
                      </a:lnTo>
                      <a:lnTo>
                        <a:pt x="243" y="7"/>
                      </a:lnTo>
                      <a:lnTo>
                        <a:pt x="243" y="9"/>
                      </a:lnTo>
                      <a:lnTo>
                        <a:pt x="241" y="9"/>
                      </a:lnTo>
                      <a:lnTo>
                        <a:pt x="241" y="11"/>
                      </a:lnTo>
                      <a:lnTo>
                        <a:pt x="226" y="24"/>
                      </a:lnTo>
                      <a:lnTo>
                        <a:pt x="224" y="24"/>
                      </a:lnTo>
                      <a:lnTo>
                        <a:pt x="223" y="25"/>
                      </a:lnTo>
                      <a:lnTo>
                        <a:pt x="208" y="27"/>
                      </a:lnTo>
                      <a:lnTo>
                        <a:pt x="208" y="29"/>
                      </a:lnTo>
                      <a:lnTo>
                        <a:pt x="204" y="33"/>
                      </a:lnTo>
                      <a:lnTo>
                        <a:pt x="204" y="35"/>
                      </a:lnTo>
                      <a:lnTo>
                        <a:pt x="204" y="36"/>
                      </a:lnTo>
                      <a:lnTo>
                        <a:pt x="204" y="38"/>
                      </a:lnTo>
                      <a:lnTo>
                        <a:pt x="203" y="46"/>
                      </a:lnTo>
                      <a:lnTo>
                        <a:pt x="206" y="51"/>
                      </a:lnTo>
                      <a:lnTo>
                        <a:pt x="206" y="53"/>
                      </a:lnTo>
                      <a:lnTo>
                        <a:pt x="206" y="58"/>
                      </a:lnTo>
                      <a:lnTo>
                        <a:pt x="208" y="60"/>
                      </a:lnTo>
                      <a:lnTo>
                        <a:pt x="204" y="62"/>
                      </a:lnTo>
                      <a:lnTo>
                        <a:pt x="203" y="66"/>
                      </a:lnTo>
                      <a:lnTo>
                        <a:pt x="203" y="67"/>
                      </a:lnTo>
                      <a:lnTo>
                        <a:pt x="203" y="69"/>
                      </a:lnTo>
                      <a:lnTo>
                        <a:pt x="201" y="73"/>
                      </a:lnTo>
                      <a:lnTo>
                        <a:pt x="201" y="75"/>
                      </a:lnTo>
                      <a:lnTo>
                        <a:pt x="201" y="77"/>
                      </a:lnTo>
                      <a:lnTo>
                        <a:pt x="201" y="80"/>
                      </a:lnTo>
                      <a:lnTo>
                        <a:pt x="201" y="89"/>
                      </a:lnTo>
                      <a:lnTo>
                        <a:pt x="203" y="91"/>
                      </a:lnTo>
                      <a:lnTo>
                        <a:pt x="201" y="91"/>
                      </a:lnTo>
                      <a:lnTo>
                        <a:pt x="197" y="95"/>
                      </a:lnTo>
                      <a:lnTo>
                        <a:pt x="193" y="102"/>
                      </a:lnTo>
                      <a:lnTo>
                        <a:pt x="193" y="104"/>
                      </a:lnTo>
                      <a:lnTo>
                        <a:pt x="181" y="108"/>
                      </a:lnTo>
                      <a:lnTo>
                        <a:pt x="168" y="113"/>
                      </a:lnTo>
                      <a:lnTo>
                        <a:pt x="159" y="119"/>
                      </a:lnTo>
                      <a:lnTo>
                        <a:pt x="148" y="122"/>
                      </a:lnTo>
                      <a:lnTo>
                        <a:pt x="142" y="126"/>
                      </a:lnTo>
                      <a:lnTo>
                        <a:pt x="140" y="128"/>
                      </a:lnTo>
                      <a:lnTo>
                        <a:pt x="139" y="128"/>
                      </a:lnTo>
                      <a:lnTo>
                        <a:pt x="137" y="130"/>
                      </a:lnTo>
                      <a:lnTo>
                        <a:pt x="122" y="137"/>
                      </a:lnTo>
                      <a:lnTo>
                        <a:pt x="115" y="141"/>
                      </a:lnTo>
                      <a:lnTo>
                        <a:pt x="102" y="148"/>
                      </a:lnTo>
                      <a:lnTo>
                        <a:pt x="97" y="150"/>
                      </a:lnTo>
                      <a:lnTo>
                        <a:pt x="95" y="152"/>
                      </a:lnTo>
                      <a:lnTo>
                        <a:pt x="93" y="152"/>
                      </a:lnTo>
                      <a:lnTo>
                        <a:pt x="80" y="159"/>
                      </a:lnTo>
                      <a:lnTo>
                        <a:pt x="77" y="161"/>
                      </a:lnTo>
                      <a:lnTo>
                        <a:pt x="67" y="166"/>
                      </a:lnTo>
                      <a:lnTo>
                        <a:pt x="66" y="166"/>
                      </a:lnTo>
                      <a:lnTo>
                        <a:pt x="60" y="170"/>
                      </a:lnTo>
                      <a:lnTo>
                        <a:pt x="57" y="172"/>
                      </a:lnTo>
                      <a:lnTo>
                        <a:pt x="53" y="173"/>
                      </a:lnTo>
                      <a:lnTo>
                        <a:pt x="49" y="175"/>
                      </a:lnTo>
                      <a:lnTo>
                        <a:pt x="46" y="177"/>
                      </a:lnTo>
                      <a:lnTo>
                        <a:pt x="44" y="179"/>
                      </a:lnTo>
                      <a:lnTo>
                        <a:pt x="40" y="179"/>
                      </a:lnTo>
                      <a:lnTo>
                        <a:pt x="40" y="177"/>
                      </a:lnTo>
                      <a:lnTo>
                        <a:pt x="38" y="177"/>
                      </a:lnTo>
                      <a:lnTo>
                        <a:pt x="36" y="177"/>
                      </a:lnTo>
                      <a:lnTo>
                        <a:pt x="35" y="177"/>
                      </a:lnTo>
                      <a:lnTo>
                        <a:pt x="33" y="177"/>
                      </a:lnTo>
                      <a:lnTo>
                        <a:pt x="31" y="177"/>
                      </a:lnTo>
                      <a:lnTo>
                        <a:pt x="29" y="177"/>
                      </a:lnTo>
                      <a:lnTo>
                        <a:pt x="27" y="175"/>
                      </a:lnTo>
                      <a:lnTo>
                        <a:pt x="25" y="173"/>
                      </a:lnTo>
                      <a:lnTo>
                        <a:pt x="24" y="173"/>
                      </a:lnTo>
                      <a:lnTo>
                        <a:pt x="24" y="172"/>
                      </a:lnTo>
                      <a:lnTo>
                        <a:pt x="22" y="172"/>
                      </a:lnTo>
                      <a:lnTo>
                        <a:pt x="20" y="172"/>
                      </a:lnTo>
                      <a:lnTo>
                        <a:pt x="18" y="172"/>
                      </a:lnTo>
                      <a:lnTo>
                        <a:pt x="18" y="170"/>
                      </a:lnTo>
                      <a:lnTo>
                        <a:pt x="16" y="170"/>
                      </a:lnTo>
                      <a:lnTo>
                        <a:pt x="16" y="168"/>
                      </a:lnTo>
                      <a:lnTo>
                        <a:pt x="15" y="168"/>
                      </a:lnTo>
                      <a:lnTo>
                        <a:pt x="16" y="166"/>
                      </a:lnTo>
                      <a:lnTo>
                        <a:pt x="15" y="166"/>
                      </a:lnTo>
                      <a:lnTo>
                        <a:pt x="13" y="166"/>
                      </a:lnTo>
                      <a:lnTo>
                        <a:pt x="13" y="164"/>
                      </a:lnTo>
                      <a:lnTo>
                        <a:pt x="11" y="164"/>
                      </a:lnTo>
                      <a:lnTo>
                        <a:pt x="9" y="164"/>
                      </a:lnTo>
                      <a:lnTo>
                        <a:pt x="7" y="164"/>
                      </a:lnTo>
                      <a:lnTo>
                        <a:pt x="7" y="163"/>
                      </a:lnTo>
                      <a:lnTo>
                        <a:pt x="7" y="164"/>
                      </a:lnTo>
                      <a:lnTo>
                        <a:pt x="7" y="163"/>
                      </a:lnTo>
                      <a:lnTo>
                        <a:pt x="5" y="163"/>
                      </a:lnTo>
                      <a:lnTo>
                        <a:pt x="5" y="164"/>
                      </a:lnTo>
                      <a:lnTo>
                        <a:pt x="4" y="164"/>
                      </a:lnTo>
                      <a:lnTo>
                        <a:pt x="5" y="164"/>
                      </a:lnTo>
                      <a:lnTo>
                        <a:pt x="4" y="164"/>
                      </a:lnTo>
                      <a:lnTo>
                        <a:pt x="4" y="166"/>
                      </a:lnTo>
                      <a:lnTo>
                        <a:pt x="2" y="166"/>
                      </a:lnTo>
                      <a:lnTo>
                        <a:pt x="0" y="164"/>
                      </a:lnTo>
                      <a:lnTo>
                        <a:pt x="2" y="164"/>
                      </a:lnTo>
                      <a:lnTo>
                        <a:pt x="2" y="163"/>
                      </a:lnTo>
                      <a:lnTo>
                        <a:pt x="2" y="161"/>
                      </a:lnTo>
                      <a:lnTo>
                        <a:pt x="2" y="159"/>
                      </a:lnTo>
                      <a:lnTo>
                        <a:pt x="0" y="159"/>
                      </a:lnTo>
                      <a:lnTo>
                        <a:pt x="0" y="157"/>
                      </a:lnTo>
                      <a:lnTo>
                        <a:pt x="2" y="157"/>
                      </a:lnTo>
                      <a:lnTo>
                        <a:pt x="2" y="155"/>
                      </a:lnTo>
                      <a:lnTo>
                        <a:pt x="2" y="153"/>
                      </a:lnTo>
                      <a:lnTo>
                        <a:pt x="0" y="153"/>
                      </a:lnTo>
                      <a:lnTo>
                        <a:pt x="2" y="153"/>
                      </a:lnTo>
                      <a:lnTo>
                        <a:pt x="2" y="152"/>
                      </a:lnTo>
                      <a:lnTo>
                        <a:pt x="2" y="150"/>
                      </a:lnTo>
                      <a:lnTo>
                        <a:pt x="4" y="148"/>
                      </a:lnTo>
                      <a:lnTo>
                        <a:pt x="2" y="148"/>
                      </a:lnTo>
                      <a:lnTo>
                        <a:pt x="4" y="148"/>
                      </a:lnTo>
                      <a:lnTo>
                        <a:pt x="4" y="146"/>
                      </a:lnTo>
                      <a:lnTo>
                        <a:pt x="2" y="146"/>
                      </a:lnTo>
                      <a:lnTo>
                        <a:pt x="2" y="144"/>
                      </a:lnTo>
                      <a:lnTo>
                        <a:pt x="4" y="144"/>
                      </a:lnTo>
                      <a:lnTo>
                        <a:pt x="4" y="142"/>
                      </a:lnTo>
                      <a:lnTo>
                        <a:pt x="5" y="142"/>
                      </a:lnTo>
                      <a:lnTo>
                        <a:pt x="7" y="142"/>
                      </a:lnTo>
                      <a:lnTo>
                        <a:pt x="7" y="141"/>
                      </a:lnTo>
                      <a:lnTo>
                        <a:pt x="9" y="141"/>
                      </a:lnTo>
                      <a:lnTo>
                        <a:pt x="9" y="139"/>
                      </a:lnTo>
                      <a:lnTo>
                        <a:pt x="11" y="139"/>
                      </a:lnTo>
                      <a:lnTo>
                        <a:pt x="13" y="137"/>
                      </a:lnTo>
                      <a:lnTo>
                        <a:pt x="13" y="135"/>
                      </a:lnTo>
                      <a:lnTo>
                        <a:pt x="15" y="135"/>
                      </a:lnTo>
                      <a:lnTo>
                        <a:pt x="16" y="135"/>
                      </a:lnTo>
                      <a:lnTo>
                        <a:pt x="16" y="133"/>
                      </a:lnTo>
                      <a:lnTo>
                        <a:pt x="16" y="131"/>
                      </a:lnTo>
                      <a:lnTo>
                        <a:pt x="15" y="131"/>
                      </a:lnTo>
                      <a:lnTo>
                        <a:pt x="13" y="131"/>
                      </a:lnTo>
                      <a:lnTo>
                        <a:pt x="13" y="130"/>
                      </a:lnTo>
                      <a:lnTo>
                        <a:pt x="15" y="130"/>
                      </a:lnTo>
                      <a:lnTo>
                        <a:pt x="13" y="130"/>
                      </a:lnTo>
                      <a:lnTo>
                        <a:pt x="13" y="128"/>
                      </a:lnTo>
                      <a:lnTo>
                        <a:pt x="15" y="128"/>
                      </a:lnTo>
                      <a:lnTo>
                        <a:pt x="15" y="126"/>
                      </a:lnTo>
                      <a:lnTo>
                        <a:pt x="16" y="126"/>
                      </a:lnTo>
                      <a:lnTo>
                        <a:pt x="16" y="124"/>
                      </a:lnTo>
                      <a:lnTo>
                        <a:pt x="18" y="124"/>
                      </a:lnTo>
                      <a:lnTo>
                        <a:pt x="20" y="124"/>
                      </a:lnTo>
                      <a:lnTo>
                        <a:pt x="22" y="124"/>
                      </a:lnTo>
                      <a:lnTo>
                        <a:pt x="24" y="124"/>
                      </a:lnTo>
                      <a:lnTo>
                        <a:pt x="25" y="124"/>
                      </a:lnTo>
                      <a:lnTo>
                        <a:pt x="27" y="124"/>
                      </a:lnTo>
                      <a:lnTo>
                        <a:pt x="29" y="124"/>
                      </a:lnTo>
                      <a:lnTo>
                        <a:pt x="25" y="122"/>
                      </a:lnTo>
                      <a:lnTo>
                        <a:pt x="25" y="120"/>
                      </a:lnTo>
                      <a:lnTo>
                        <a:pt x="25" y="119"/>
                      </a:lnTo>
                      <a:lnTo>
                        <a:pt x="27" y="119"/>
                      </a:lnTo>
                      <a:lnTo>
                        <a:pt x="29" y="119"/>
                      </a:lnTo>
                      <a:lnTo>
                        <a:pt x="29" y="117"/>
                      </a:lnTo>
                      <a:lnTo>
                        <a:pt x="31" y="117"/>
                      </a:lnTo>
                      <a:lnTo>
                        <a:pt x="33" y="117"/>
                      </a:lnTo>
                      <a:lnTo>
                        <a:pt x="33" y="115"/>
                      </a:lnTo>
                      <a:lnTo>
                        <a:pt x="35" y="113"/>
                      </a:lnTo>
                      <a:lnTo>
                        <a:pt x="36" y="113"/>
                      </a:lnTo>
                      <a:lnTo>
                        <a:pt x="36" y="111"/>
                      </a:lnTo>
                      <a:lnTo>
                        <a:pt x="36" y="110"/>
                      </a:lnTo>
                      <a:lnTo>
                        <a:pt x="35" y="110"/>
                      </a:lnTo>
                      <a:lnTo>
                        <a:pt x="35" y="108"/>
                      </a:lnTo>
                      <a:lnTo>
                        <a:pt x="36" y="108"/>
                      </a:lnTo>
                      <a:lnTo>
                        <a:pt x="35" y="108"/>
                      </a:lnTo>
                      <a:lnTo>
                        <a:pt x="35" y="106"/>
                      </a:lnTo>
                      <a:lnTo>
                        <a:pt x="33" y="106"/>
                      </a:lnTo>
                      <a:lnTo>
                        <a:pt x="33" y="104"/>
                      </a:lnTo>
                      <a:lnTo>
                        <a:pt x="35" y="104"/>
                      </a:lnTo>
                      <a:lnTo>
                        <a:pt x="33" y="102"/>
                      </a:lnTo>
                      <a:lnTo>
                        <a:pt x="31" y="102"/>
                      </a:lnTo>
                      <a:lnTo>
                        <a:pt x="31" y="100"/>
                      </a:lnTo>
                      <a:lnTo>
                        <a:pt x="29" y="100"/>
                      </a:lnTo>
                      <a:lnTo>
                        <a:pt x="27" y="100"/>
                      </a:lnTo>
                      <a:lnTo>
                        <a:pt x="27" y="99"/>
                      </a:lnTo>
                      <a:lnTo>
                        <a:pt x="29" y="99"/>
                      </a:lnTo>
                      <a:lnTo>
                        <a:pt x="29" y="97"/>
                      </a:lnTo>
                      <a:lnTo>
                        <a:pt x="31" y="97"/>
                      </a:lnTo>
                      <a:lnTo>
                        <a:pt x="31" y="95"/>
                      </a:lnTo>
                      <a:lnTo>
                        <a:pt x="29" y="97"/>
                      </a:lnTo>
                      <a:lnTo>
                        <a:pt x="29" y="95"/>
                      </a:lnTo>
                      <a:lnTo>
                        <a:pt x="27" y="95"/>
                      </a:lnTo>
                      <a:lnTo>
                        <a:pt x="27" y="93"/>
                      </a:lnTo>
                      <a:lnTo>
                        <a:pt x="25" y="93"/>
                      </a:lnTo>
                      <a:lnTo>
                        <a:pt x="25" y="95"/>
                      </a:lnTo>
                      <a:lnTo>
                        <a:pt x="24" y="97"/>
                      </a:lnTo>
                      <a:lnTo>
                        <a:pt x="24" y="95"/>
                      </a:lnTo>
                      <a:lnTo>
                        <a:pt x="24" y="97"/>
                      </a:lnTo>
                      <a:lnTo>
                        <a:pt x="24" y="95"/>
                      </a:lnTo>
                      <a:lnTo>
                        <a:pt x="24" y="97"/>
                      </a:lnTo>
                      <a:lnTo>
                        <a:pt x="24" y="95"/>
                      </a:lnTo>
                      <a:lnTo>
                        <a:pt x="22" y="97"/>
                      </a:lnTo>
                      <a:lnTo>
                        <a:pt x="22" y="95"/>
                      </a:lnTo>
                      <a:lnTo>
                        <a:pt x="20" y="95"/>
                      </a:lnTo>
                      <a:lnTo>
                        <a:pt x="18" y="95"/>
                      </a:lnTo>
                      <a:lnTo>
                        <a:pt x="16" y="95"/>
                      </a:lnTo>
                      <a:lnTo>
                        <a:pt x="16" y="97"/>
                      </a:lnTo>
                      <a:lnTo>
                        <a:pt x="16" y="95"/>
                      </a:lnTo>
                      <a:lnTo>
                        <a:pt x="15" y="95"/>
                      </a:lnTo>
                      <a:lnTo>
                        <a:pt x="13" y="95"/>
                      </a:lnTo>
                      <a:lnTo>
                        <a:pt x="13" y="93"/>
                      </a:lnTo>
                      <a:lnTo>
                        <a:pt x="13" y="91"/>
                      </a:lnTo>
                      <a:lnTo>
                        <a:pt x="13" y="89"/>
                      </a:lnTo>
                      <a:lnTo>
                        <a:pt x="11" y="89"/>
                      </a:lnTo>
                      <a:lnTo>
                        <a:pt x="11" y="88"/>
                      </a:lnTo>
                      <a:lnTo>
                        <a:pt x="11" y="86"/>
                      </a:lnTo>
                      <a:lnTo>
                        <a:pt x="9" y="86"/>
                      </a:lnTo>
                      <a:lnTo>
                        <a:pt x="11" y="86"/>
                      </a:lnTo>
                      <a:lnTo>
                        <a:pt x="9" y="86"/>
                      </a:lnTo>
                      <a:lnTo>
                        <a:pt x="11" y="86"/>
                      </a:lnTo>
                      <a:lnTo>
                        <a:pt x="9" y="86"/>
                      </a:lnTo>
                      <a:lnTo>
                        <a:pt x="11" y="86"/>
                      </a:lnTo>
                      <a:lnTo>
                        <a:pt x="11" y="84"/>
                      </a:lnTo>
                      <a:lnTo>
                        <a:pt x="11" y="82"/>
                      </a:lnTo>
                      <a:lnTo>
                        <a:pt x="11" y="80"/>
                      </a:lnTo>
                      <a:lnTo>
                        <a:pt x="11" y="78"/>
                      </a:lnTo>
                      <a:lnTo>
                        <a:pt x="11" y="77"/>
                      </a:lnTo>
                      <a:lnTo>
                        <a:pt x="13" y="77"/>
                      </a:lnTo>
                      <a:lnTo>
                        <a:pt x="13" y="75"/>
                      </a:lnTo>
                      <a:lnTo>
                        <a:pt x="13" y="73"/>
                      </a:lnTo>
                      <a:lnTo>
                        <a:pt x="11" y="73"/>
                      </a:lnTo>
                      <a:lnTo>
                        <a:pt x="13" y="73"/>
                      </a:lnTo>
                      <a:lnTo>
                        <a:pt x="11" y="73"/>
                      </a:lnTo>
                      <a:lnTo>
                        <a:pt x="13" y="73"/>
                      </a:lnTo>
                      <a:lnTo>
                        <a:pt x="13" y="71"/>
                      </a:lnTo>
                      <a:lnTo>
                        <a:pt x="11" y="71"/>
                      </a:lnTo>
                      <a:lnTo>
                        <a:pt x="13" y="71"/>
                      </a:lnTo>
                      <a:lnTo>
                        <a:pt x="11" y="71"/>
                      </a:lnTo>
                      <a:lnTo>
                        <a:pt x="13" y="71"/>
                      </a:lnTo>
                      <a:lnTo>
                        <a:pt x="11" y="71"/>
                      </a:lnTo>
                      <a:lnTo>
                        <a:pt x="13" y="71"/>
                      </a:lnTo>
                      <a:lnTo>
                        <a:pt x="11" y="71"/>
                      </a:lnTo>
                      <a:lnTo>
                        <a:pt x="11" y="69"/>
                      </a:lnTo>
                      <a:lnTo>
                        <a:pt x="11" y="67"/>
                      </a:lnTo>
                      <a:lnTo>
                        <a:pt x="11" y="66"/>
                      </a:lnTo>
                      <a:lnTo>
                        <a:pt x="9" y="66"/>
                      </a:lnTo>
                      <a:lnTo>
                        <a:pt x="7" y="64"/>
                      </a:lnTo>
                      <a:lnTo>
                        <a:pt x="7" y="66"/>
                      </a:lnTo>
                      <a:lnTo>
                        <a:pt x="7" y="64"/>
                      </a:lnTo>
                      <a:lnTo>
                        <a:pt x="5" y="64"/>
                      </a:lnTo>
                      <a:lnTo>
                        <a:pt x="7" y="64"/>
                      </a:lnTo>
                      <a:lnTo>
                        <a:pt x="5" y="64"/>
                      </a:lnTo>
                      <a:lnTo>
                        <a:pt x="7" y="64"/>
                      </a:lnTo>
                      <a:lnTo>
                        <a:pt x="5" y="64"/>
                      </a:lnTo>
                      <a:lnTo>
                        <a:pt x="5" y="62"/>
                      </a:lnTo>
                      <a:lnTo>
                        <a:pt x="4" y="62"/>
                      </a:lnTo>
                      <a:lnTo>
                        <a:pt x="5" y="62"/>
                      </a:lnTo>
                      <a:lnTo>
                        <a:pt x="5" y="60"/>
                      </a:lnTo>
                      <a:lnTo>
                        <a:pt x="7" y="60"/>
                      </a:lnTo>
                      <a:lnTo>
                        <a:pt x="7" y="58"/>
                      </a:lnTo>
                      <a:lnTo>
                        <a:pt x="5" y="58"/>
                      </a:lnTo>
                      <a:lnTo>
                        <a:pt x="7" y="58"/>
                      </a:lnTo>
                      <a:lnTo>
                        <a:pt x="5" y="58"/>
                      </a:lnTo>
                      <a:lnTo>
                        <a:pt x="7" y="58"/>
                      </a:lnTo>
                      <a:lnTo>
                        <a:pt x="7" y="57"/>
                      </a:lnTo>
                      <a:lnTo>
                        <a:pt x="9" y="57"/>
                      </a:lnTo>
                      <a:lnTo>
                        <a:pt x="9" y="55"/>
                      </a:lnTo>
                      <a:lnTo>
                        <a:pt x="9" y="53"/>
                      </a:lnTo>
                      <a:lnTo>
                        <a:pt x="7" y="53"/>
                      </a:lnTo>
                      <a:lnTo>
                        <a:pt x="7" y="51"/>
                      </a:lnTo>
                      <a:lnTo>
                        <a:pt x="7" y="53"/>
                      </a:lnTo>
                      <a:lnTo>
                        <a:pt x="9" y="53"/>
                      </a:lnTo>
                      <a:lnTo>
                        <a:pt x="9" y="51"/>
                      </a:lnTo>
                      <a:lnTo>
                        <a:pt x="9" y="53"/>
                      </a:lnTo>
                      <a:lnTo>
                        <a:pt x="9" y="51"/>
                      </a:lnTo>
                      <a:lnTo>
                        <a:pt x="11" y="51"/>
                      </a:lnTo>
                      <a:lnTo>
                        <a:pt x="11" y="49"/>
                      </a:lnTo>
                      <a:lnTo>
                        <a:pt x="13" y="49"/>
                      </a:lnTo>
                      <a:lnTo>
                        <a:pt x="15" y="49"/>
                      </a:lnTo>
                      <a:lnTo>
                        <a:pt x="15" y="51"/>
                      </a:lnTo>
                      <a:lnTo>
                        <a:pt x="16" y="51"/>
                      </a:lnTo>
                      <a:lnTo>
                        <a:pt x="18" y="51"/>
                      </a:lnTo>
                      <a:lnTo>
                        <a:pt x="20" y="51"/>
                      </a:lnTo>
                      <a:lnTo>
                        <a:pt x="20" y="53"/>
                      </a:lnTo>
                      <a:lnTo>
                        <a:pt x="20" y="51"/>
                      </a:lnTo>
                      <a:lnTo>
                        <a:pt x="20" y="49"/>
                      </a:lnTo>
                      <a:lnTo>
                        <a:pt x="22" y="49"/>
                      </a:lnTo>
                      <a:lnTo>
                        <a:pt x="24" y="47"/>
                      </a:lnTo>
                      <a:lnTo>
                        <a:pt x="24" y="49"/>
                      </a:lnTo>
                      <a:lnTo>
                        <a:pt x="25" y="49"/>
                      </a:lnTo>
                      <a:lnTo>
                        <a:pt x="25" y="47"/>
                      </a:lnTo>
                      <a:lnTo>
                        <a:pt x="25" y="46"/>
                      </a:lnTo>
                      <a:lnTo>
                        <a:pt x="25" y="47"/>
                      </a:lnTo>
                      <a:lnTo>
                        <a:pt x="27" y="47"/>
                      </a:lnTo>
                      <a:lnTo>
                        <a:pt x="27" y="46"/>
                      </a:lnTo>
                      <a:lnTo>
                        <a:pt x="29" y="46"/>
                      </a:lnTo>
                      <a:lnTo>
                        <a:pt x="27" y="46"/>
                      </a:lnTo>
                      <a:lnTo>
                        <a:pt x="29" y="46"/>
                      </a:lnTo>
                      <a:lnTo>
                        <a:pt x="27" y="46"/>
                      </a:lnTo>
                      <a:lnTo>
                        <a:pt x="29" y="46"/>
                      </a:lnTo>
                      <a:lnTo>
                        <a:pt x="27" y="46"/>
                      </a:lnTo>
                      <a:lnTo>
                        <a:pt x="29" y="46"/>
                      </a:lnTo>
                      <a:lnTo>
                        <a:pt x="27" y="44"/>
                      </a:lnTo>
                      <a:lnTo>
                        <a:pt x="29" y="44"/>
                      </a:lnTo>
                      <a:lnTo>
                        <a:pt x="27" y="44"/>
                      </a:lnTo>
                      <a:lnTo>
                        <a:pt x="29" y="44"/>
                      </a:lnTo>
                      <a:lnTo>
                        <a:pt x="27" y="44"/>
                      </a:lnTo>
                      <a:lnTo>
                        <a:pt x="29" y="44"/>
                      </a:lnTo>
                      <a:lnTo>
                        <a:pt x="27" y="44"/>
                      </a:lnTo>
                      <a:lnTo>
                        <a:pt x="29" y="44"/>
                      </a:lnTo>
                      <a:lnTo>
                        <a:pt x="29" y="42"/>
                      </a:lnTo>
                      <a:lnTo>
                        <a:pt x="27" y="42"/>
                      </a:lnTo>
                      <a:lnTo>
                        <a:pt x="29" y="42"/>
                      </a:lnTo>
                      <a:lnTo>
                        <a:pt x="27" y="42"/>
                      </a:lnTo>
                      <a:lnTo>
                        <a:pt x="29" y="42"/>
                      </a:lnTo>
                      <a:lnTo>
                        <a:pt x="27" y="42"/>
                      </a:lnTo>
                      <a:lnTo>
                        <a:pt x="27" y="40"/>
                      </a:lnTo>
                      <a:lnTo>
                        <a:pt x="29" y="40"/>
                      </a:lnTo>
                      <a:lnTo>
                        <a:pt x="27" y="40"/>
                      </a:lnTo>
                      <a:lnTo>
                        <a:pt x="29" y="40"/>
                      </a:lnTo>
                      <a:lnTo>
                        <a:pt x="29" y="38"/>
                      </a:lnTo>
                      <a:lnTo>
                        <a:pt x="31" y="38"/>
                      </a:lnTo>
                      <a:lnTo>
                        <a:pt x="31" y="40"/>
                      </a:lnTo>
                      <a:lnTo>
                        <a:pt x="31" y="38"/>
                      </a:lnTo>
                      <a:lnTo>
                        <a:pt x="33" y="38"/>
                      </a:lnTo>
                      <a:lnTo>
                        <a:pt x="31" y="38"/>
                      </a:lnTo>
                      <a:lnTo>
                        <a:pt x="33" y="38"/>
                      </a:lnTo>
                      <a:lnTo>
                        <a:pt x="35" y="38"/>
                      </a:lnTo>
                      <a:lnTo>
                        <a:pt x="36" y="38"/>
                      </a:lnTo>
                      <a:lnTo>
                        <a:pt x="38" y="38"/>
                      </a:lnTo>
                      <a:lnTo>
                        <a:pt x="40" y="38"/>
                      </a:lnTo>
                      <a:lnTo>
                        <a:pt x="38" y="36"/>
                      </a:lnTo>
                      <a:lnTo>
                        <a:pt x="40" y="36"/>
                      </a:lnTo>
                      <a:lnTo>
                        <a:pt x="38" y="36"/>
                      </a:lnTo>
                      <a:lnTo>
                        <a:pt x="38" y="35"/>
                      </a:lnTo>
                      <a:lnTo>
                        <a:pt x="36" y="35"/>
                      </a:lnTo>
                      <a:lnTo>
                        <a:pt x="36" y="33"/>
                      </a:lnTo>
                      <a:lnTo>
                        <a:pt x="35" y="33"/>
                      </a:lnTo>
                      <a:lnTo>
                        <a:pt x="35" y="31"/>
                      </a:lnTo>
                      <a:lnTo>
                        <a:pt x="35" y="29"/>
                      </a:lnTo>
                      <a:lnTo>
                        <a:pt x="35" y="27"/>
                      </a:lnTo>
                      <a:lnTo>
                        <a:pt x="36" y="25"/>
                      </a:lnTo>
                      <a:lnTo>
                        <a:pt x="35" y="25"/>
                      </a:lnTo>
                      <a:lnTo>
                        <a:pt x="35" y="24"/>
                      </a:lnTo>
                      <a:lnTo>
                        <a:pt x="36" y="24"/>
                      </a:lnTo>
                      <a:lnTo>
                        <a:pt x="36" y="22"/>
                      </a:lnTo>
                      <a:lnTo>
                        <a:pt x="36" y="20"/>
                      </a:lnTo>
                      <a:lnTo>
                        <a:pt x="38" y="20"/>
                      </a:lnTo>
                      <a:lnTo>
                        <a:pt x="38" y="18"/>
                      </a:lnTo>
                      <a:lnTo>
                        <a:pt x="38" y="16"/>
                      </a:lnTo>
                      <a:lnTo>
                        <a:pt x="40" y="16"/>
                      </a:lnTo>
                      <a:lnTo>
                        <a:pt x="42" y="18"/>
                      </a:lnTo>
                      <a:lnTo>
                        <a:pt x="44" y="18"/>
                      </a:lnTo>
                      <a:lnTo>
                        <a:pt x="46" y="18"/>
                      </a:lnTo>
                      <a:lnTo>
                        <a:pt x="47" y="18"/>
                      </a:lnTo>
                      <a:lnTo>
                        <a:pt x="51" y="20"/>
                      </a:lnTo>
                      <a:lnTo>
                        <a:pt x="49" y="20"/>
                      </a:lnTo>
                      <a:lnTo>
                        <a:pt x="51" y="20"/>
                      </a:lnTo>
                      <a:lnTo>
                        <a:pt x="53" y="20"/>
                      </a:lnTo>
                      <a:lnTo>
                        <a:pt x="53" y="22"/>
                      </a:lnTo>
                      <a:lnTo>
                        <a:pt x="51" y="22"/>
                      </a:lnTo>
                      <a:lnTo>
                        <a:pt x="51" y="24"/>
                      </a:lnTo>
                      <a:lnTo>
                        <a:pt x="53" y="24"/>
                      </a:lnTo>
                      <a:lnTo>
                        <a:pt x="55" y="24"/>
                      </a:lnTo>
                      <a:lnTo>
                        <a:pt x="55" y="22"/>
                      </a:lnTo>
                      <a:lnTo>
                        <a:pt x="57" y="24"/>
                      </a:lnTo>
                      <a:lnTo>
                        <a:pt x="58" y="22"/>
                      </a:lnTo>
                      <a:lnTo>
                        <a:pt x="60" y="24"/>
                      </a:lnTo>
                      <a:lnTo>
                        <a:pt x="60" y="22"/>
                      </a:lnTo>
                      <a:lnTo>
                        <a:pt x="60" y="24"/>
                      </a:lnTo>
                      <a:lnTo>
                        <a:pt x="64" y="24"/>
                      </a:lnTo>
                      <a:lnTo>
                        <a:pt x="66" y="24"/>
                      </a:lnTo>
                      <a:lnTo>
                        <a:pt x="67" y="24"/>
                      </a:lnTo>
                      <a:lnTo>
                        <a:pt x="67" y="22"/>
                      </a:lnTo>
                      <a:lnTo>
                        <a:pt x="69" y="22"/>
                      </a:lnTo>
                      <a:lnTo>
                        <a:pt x="73" y="20"/>
                      </a:lnTo>
                      <a:lnTo>
                        <a:pt x="75" y="20"/>
                      </a:lnTo>
                      <a:lnTo>
                        <a:pt x="77" y="20"/>
                      </a:lnTo>
                      <a:lnTo>
                        <a:pt x="78" y="20"/>
                      </a:lnTo>
                      <a:lnTo>
                        <a:pt x="80" y="20"/>
                      </a:lnTo>
                      <a:lnTo>
                        <a:pt x="82" y="18"/>
                      </a:lnTo>
                      <a:lnTo>
                        <a:pt x="84" y="18"/>
                      </a:lnTo>
                      <a:lnTo>
                        <a:pt x="86" y="18"/>
                      </a:lnTo>
                      <a:lnTo>
                        <a:pt x="86" y="16"/>
                      </a:lnTo>
                      <a:lnTo>
                        <a:pt x="88" y="16"/>
                      </a:lnTo>
                      <a:lnTo>
                        <a:pt x="89" y="16"/>
                      </a:lnTo>
                      <a:lnTo>
                        <a:pt x="89" y="14"/>
                      </a:lnTo>
                      <a:lnTo>
                        <a:pt x="91" y="14"/>
                      </a:lnTo>
                      <a:lnTo>
                        <a:pt x="93" y="14"/>
                      </a:lnTo>
                      <a:lnTo>
                        <a:pt x="95" y="14"/>
                      </a:lnTo>
                      <a:lnTo>
                        <a:pt x="97" y="14"/>
                      </a:lnTo>
                      <a:lnTo>
                        <a:pt x="98" y="14"/>
                      </a:lnTo>
                      <a:lnTo>
                        <a:pt x="100" y="14"/>
                      </a:lnTo>
                      <a:lnTo>
                        <a:pt x="106" y="16"/>
                      </a:lnTo>
                      <a:lnTo>
                        <a:pt x="108" y="16"/>
                      </a:lnTo>
                      <a:lnTo>
                        <a:pt x="108" y="18"/>
                      </a:lnTo>
                      <a:lnTo>
                        <a:pt x="109" y="18"/>
                      </a:lnTo>
                      <a:lnTo>
                        <a:pt x="109" y="20"/>
                      </a:lnTo>
                      <a:lnTo>
                        <a:pt x="111" y="20"/>
                      </a:lnTo>
                      <a:lnTo>
                        <a:pt x="113" y="22"/>
                      </a:lnTo>
                      <a:lnTo>
                        <a:pt x="119" y="22"/>
                      </a:lnTo>
                      <a:lnTo>
                        <a:pt x="120" y="22"/>
                      </a:lnTo>
                      <a:lnTo>
                        <a:pt x="122" y="22"/>
                      </a:lnTo>
                      <a:lnTo>
                        <a:pt x="124" y="22"/>
                      </a:lnTo>
                      <a:lnTo>
                        <a:pt x="126" y="22"/>
                      </a:lnTo>
                      <a:lnTo>
                        <a:pt x="128" y="22"/>
                      </a:lnTo>
                      <a:lnTo>
                        <a:pt x="130" y="24"/>
                      </a:lnTo>
                      <a:lnTo>
                        <a:pt x="131" y="22"/>
                      </a:lnTo>
                      <a:lnTo>
                        <a:pt x="135" y="22"/>
                      </a:lnTo>
                      <a:lnTo>
                        <a:pt x="139" y="22"/>
                      </a:lnTo>
                      <a:lnTo>
                        <a:pt x="142" y="22"/>
                      </a:lnTo>
                      <a:lnTo>
                        <a:pt x="144" y="20"/>
                      </a:lnTo>
                      <a:lnTo>
                        <a:pt x="146" y="20"/>
                      </a:lnTo>
                      <a:lnTo>
                        <a:pt x="148" y="20"/>
                      </a:lnTo>
                      <a:lnTo>
                        <a:pt x="151" y="20"/>
                      </a:lnTo>
                      <a:lnTo>
                        <a:pt x="153" y="18"/>
                      </a:lnTo>
                      <a:lnTo>
                        <a:pt x="155" y="18"/>
                      </a:lnTo>
                      <a:lnTo>
                        <a:pt x="157" y="18"/>
                      </a:lnTo>
                      <a:lnTo>
                        <a:pt x="159" y="16"/>
                      </a:lnTo>
                      <a:lnTo>
                        <a:pt x="161" y="16"/>
                      </a:lnTo>
                      <a:lnTo>
                        <a:pt x="162" y="16"/>
                      </a:lnTo>
                      <a:lnTo>
                        <a:pt x="164" y="14"/>
                      </a:lnTo>
                      <a:lnTo>
                        <a:pt x="166" y="14"/>
                      </a:lnTo>
                      <a:lnTo>
                        <a:pt x="168" y="14"/>
                      </a:lnTo>
                      <a:lnTo>
                        <a:pt x="168" y="13"/>
                      </a:lnTo>
                      <a:lnTo>
                        <a:pt x="170" y="13"/>
                      </a:lnTo>
                      <a:lnTo>
                        <a:pt x="171" y="11"/>
                      </a:lnTo>
                      <a:lnTo>
                        <a:pt x="173" y="11"/>
                      </a:lnTo>
                      <a:lnTo>
                        <a:pt x="177" y="9"/>
                      </a:lnTo>
                      <a:lnTo>
                        <a:pt x="179" y="9"/>
                      </a:lnTo>
                      <a:lnTo>
                        <a:pt x="181" y="9"/>
                      </a:lnTo>
                      <a:lnTo>
                        <a:pt x="182" y="7"/>
                      </a:lnTo>
                      <a:lnTo>
                        <a:pt x="184" y="7"/>
                      </a:lnTo>
                      <a:lnTo>
                        <a:pt x="186" y="7"/>
                      </a:lnTo>
                      <a:lnTo>
                        <a:pt x="188" y="7"/>
                      </a:lnTo>
                      <a:lnTo>
                        <a:pt x="190" y="7"/>
                      </a:lnTo>
                      <a:lnTo>
                        <a:pt x="190" y="5"/>
                      </a:lnTo>
                      <a:lnTo>
                        <a:pt x="193" y="7"/>
                      </a:lnTo>
                      <a:lnTo>
                        <a:pt x="197" y="7"/>
                      </a:lnTo>
                      <a:lnTo>
                        <a:pt x="199" y="7"/>
                      </a:lnTo>
                      <a:lnTo>
                        <a:pt x="201" y="7"/>
                      </a:lnTo>
                      <a:lnTo>
                        <a:pt x="201" y="9"/>
                      </a:lnTo>
                      <a:lnTo>
                        <a:pt x="203" y="7"/>
                      </a:lnTo>
                      <a:lnTo>
                        <a:pt x="204" y="7"/>
                      </a:lnTo>
                      <a:lnTo>
                        <a:pt x="206" y="7"/>
                      </a:lnTo>
                      <a:lnTo>
                        <a:pt x="206" y="9"/>
                      </a:lnTo>
                      <a:lnTo>
                        <a:pt x="206" y="7"/>
                      </a:lnTo>
                      <a:lnTo>
                        <a:pt x="208" y="7"/>
                      </a:lnTo>
                      <a:lnTo>
                        <a:pt x="210" y="7"/>
                      </a:lnTo>
                      <a:lnTo>
                        <a:pt x="212" y="7"/>
                      </a:lnTo>
                      <a:lnTo>
                        <a:pt x="213" y="7"/>
                      </a:lnTo>
                      <a:lnTo>
                        <a:pt x="215" y="7"/>
                      </a:lnTo>
                      <a:lnTo>
                        <a:pt x="217" y="7"/>
                      </a:lnTo>
                      <a:lnTo>
                        <a:pt x="219" y="7"/>
                      </a:lnTo>
                      <a:lnTo>
                        <a:pt x="221" y="7"/>
                      </a:lnTo>
                      <a:lnTo>
                        <a:pt x="223" y="5"/>
                      </a:lnTo>
                      <a:lnTo>
                        <a:pt x="224" y="5"/>
                      </a:lnTo>
                      <a:lnTo>
                        <a:pt x="226" y="5"/>
                      </a:lnTo>
                      <a:lnTo>
                        <a:pt x="228" y="5"/>
                      </a:lnTo>
                      <a:lnTo>
                        <a:pt x="230" y="5"/>
                      </a:lnTo>
                      <a:lnTo>
                        <a:pt x="230" y="4"/>
                      </a:lnTo>
                      <a:lnTo>
                        <a:pt x="232" y="4"/>
                      </a:lnTo>
                      <a:lnTo>
                        <a:pt x="234" y="4"/>
                      </a:lnTo>
                      <a:lnTo>
                        <a:pt x="234" y="2"/>
                      </a:lnTo>
                      <a:lnTo>
                        <a:pt x="235" y="2"/>
                      </a:lnTo>
                      <a:lnTo>
                        <a:pt x="235" y="0"/>
                      </a:lnTo>
                      <a:lnTo>
                        <a:pt x="23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0" name="Freeform 106">
                  <a:extLst>
                    <a:ext uri="{FF2B5EF4-FFF2-40B4-BE49-F238E27FC236}">
                      <a16:creationId xmlns:a16="http://schemas.microsoft.com/office/drawing/2014/main" id="{3B9314B7-27D3-688E-AA30-6C002DCD2353}"/>
                    </a:ext>
                  </a:extLst>
                </p:cNvPr>
                <p:cNvSpPr>
                  <a:spLocks noEditPoints="1"/>
                </p:cNvSpPr>
                <p:nvPr/>
              </p:nvSpPr>
              <p:spPr bwMode="auto">
                <a:xfrm>
                  <a:off x="1463303" y="2746581"/>
                  <a:ext cx="7229" cy="50602"/>
                </a:xfrm>
                <a:custGeom>
                  <a:avLst/>
                  <a:gdLst>
                    <a:gd name="T0" fmla="*/ 4 w 4"/>
                    <a:gd name="T1" fmla="*/ 28 h 28"/>
                    <a:gd name="T2" fmla="*/ 4 w 4"/>
                    <a:gd name="T3" fmla="*/ 28 h 28"/>
                    <a:gd name="T4" fmla="*/ 4 w 4"/>
                    <a:gd name="T5" fmla="*/ 28 h 28"/>
                    <a:gd name="T6" fmla="*/ 4 w 4"/>
                    <a:gd name="T7" fmla="*/ 28 h 28"/>
                    <a:gd name="T8" fmla="*/ 4 w 4"/>
                    <a:gd name="T9" fmla="*/ 28 h 28"/>
                    <a:gd name="T10" fmla="*/ 4 w 4"/>
                    <a:gd name="T11" fmla="*/ 28 h 28"/>
                    <a:gd name="T12" fmla="*/ 4 w 4"/>
                    <a:gd name="T13" fmla="*/ 28 h 28"/>
                    <a:gd name="T14" fmla="*/ 4 w 4"/>
                    <a:gd name="T15" fmla="*/ 28 h 28"/>
                    <a:gd name="T16" fmla="*/ 4 w 4"/>
                    <a:gd name="T17" fmla="*/ 28 h 28"/>
                    <a:gd name="T18" fmla="*/ 0 w 4"/>
                    <a:gd name="T19" fmla="*/ 4 h 28"/>
                    <a:gd name="T20" fmla="*/ 0 w 4"/>
                    <a:gd name="T21" fmla="*/ 4 h 28"/>
                    <a:gd name="T22" fmla="*/ 0 w 4"/>
                    <a:gd name="T23" fmla="*/ 4 h 28"/>
                    <a:gd name="T24" fmla="*/ 0 w 4"/>
                    <a:gd name="T25" fmla="*/ 4 h 28"/>
                    <a:gd name="T26" fmla="*/ 0 w 4"/>
                    <a:gd name="T27" fmla="*/ 4 h 28"/>
                    <a:gd name="T28" fmla="*/ 0 w 4"/>
                    <a:gd name="T29" fmla="*/ 4 h 28"/>
                    <a:gd name="T30" fmla="*/ 0 w 4"/>
                    <a:gd name="T31" fmla="*/ 4 h 28"/>
                    <a:gd name="T32" fmla="*/ 0 w 4"/>
                    <a:gd name="T33" fmla="*/ 4 h 28"/>
                    <a:gd name="T34" fmla="*/ 2 w 4"/>
                    <a:gd name="T35" fmla="*/ 0 h 28"/>
                    <a:gd name="T36" fmla="*/ 2 w 4"/>
                    <a:gd name="T37" fmla="*/ 0 h 28"/>
                    <a:gd name="T38" fmla="*/ 2 w 4"/>
                    <a:gd name="T39" fmla="*/ 0 h 28"/>
                    <a:gd name="T40" fmla="*/ 2 w 4"/>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28">
                      <a:moveTo>
                        <a:pt x="4" y="28"/>
                      </a:moveTo>
                      <a:lnTo>
                        <a:pt x="4" y="28"/>
                      </a:lnTo>
                      <a:lnTo>
                        <a:pt x="4" y="28"/>
                      </a:lnTo>
                      <a:lnTo>
                        <a:pt x="4" y="28"/>
                      </a:lnTo>
                      <a:lnTo>
                        <a:pt x="4" y="28"/>
                      </a:lnTo>
                      <a:lnTo>
                        <a:pt x="4" y="28"/>
                      </a:lnTo>
                      <a:lnTo>
                        <a:pt x="4" y="28"/>
                      </a:lnTo>
                      <a:lnTo>
                        <a:pt x="4" y="28"/>
                      </a:lnTo>
                      <a:lnTo>
                        <a:pt x="4" y="28"/>
                      </a:lnTo>
                      <a:close/>
                      <a:moveTo>
                        <a:pt x="0" y="4"/>
                      </a:moveTo>
                      <a:lnTo>
                        <a:pt x="0" y="4"/>
                      </a:lnTo>
                      <a:lnTo>
                        <a:pt x="0" y="4"/>
                      </a:lnTo>
                      <a:lnTo>
                        <a:pt x="0" y="4"/>
                      </a:lnTo>
                      <a:lnTo>
                        <a:pt x="0" y="4"/>
                      </a:lnTo>
                      <a:lnTo>
                        <a:pt x="0" y="4"/>
                      </a:lnTo>
                      <a:lnTo>
                        <a:pt x="0" y="4"/>
                      </a:lnTo>
                      <a:lnTo>
                        <a:pt x="0" y="4"/>
                      </a:lnTo>
                      <a:close/>
                      <a:moveTo>
                        <a:pt x="2" y="0"/>
                      </a:moveTo>
                      <a:lnTo>
                        <a:pt x="2" y="0"/>
                      </a:lnTo>
                      <a:lnTo>
                        <a:pt x="2"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1" name="Freeform 107">
                  <a:extLst>
                    <a:ext uri="{FF2B5EF4-FFF2-40B4-BE49-F238E27FC236}">
                      <a16:creationId xmlns:a16="http://schemas.microsoft.com/office/drawing/2014/main" id="{B9309A6E-2849-1366-71E4-BD491887DEA2}"/>
                    </a:ext>
                  </a:extLst>
                </p:cNvPr>
                <p:cNvSpPr>
                  <a:spLocks noEditPoints="1"/>
                </p:cNvSpPr>
                <p:nvPr/>
              </p:nvSpPr>
              <p:spPr bwMode="auto">
                <a:xfrm>
                  <a:off x="3505459" y="2395981"/>
                  <a:ext cx="504214" cy="281926"/>
                </a:xfrm>
                <a:custGeom>
                  <a:avLst/>
                  <a:gdLst>
                    <a:gd name="T0" fmla="*/ 117 w 279"/>
                    <a:gd name="T1" fmla="*/ 42 h 156"/>
                    <a:gd name="T2" fmla="*/ 119 w 279"/>
                    <a:gd name="T3" fmla="*/ 6 h 156"/>
                    <a:gd name="T4" fmla="*/ 119 w 279"/>
                    <a:gd name="T5" fmla="*/ 15 h 156"/>
                    <a:gd name="T6" fmla="*/ 115 w 279"/>
                    <a:gd name="T7" fmla="*/ 26 h 156"/>
                    <a:gd name="T8" fmla="*/ 124 w 279"/>
                    <a:gd name="T9" fmla="*/ 33 h 156"/>
                    <a:gd name="T10" fmla="*/ 115 w 279"/>
                    <a:gd name="T11" fmla="*/ 35 h 156"/>
                    <a:gd name="T12" fmla="*/ 84 w 279"/>
                    <a:gd name="T13" fmla="*/ 33 h 156"/>
                    <a:gd name="T14" fmla="*/ 73 w 279"/>
                    <a:gd name="T15" fmla="*/ 39 h 156"/>
                    <a:gd name="T16" fmla="*/ 73 w 279"/>
                    <a:gd name="T17" fmla="*/ 55 h 156"/>
                    <a:gd name="T18" fmla="*/ 91 w 279"/>
                    <a:gd name="T19" fmla="*/ 53 h 156"/>
                    <a:gd name="T20" fmla="*/ 110 w 279"/>
                    <a:gd name="T21" fmla="*/ 53 h 156"/>
                    <a:gd name="T22" fmla="*/ 128 w 279"/>
                    <a:gd name="T23" fmla="*/ 59 h 156"/>
                    <a:gd name="T24" fmla="*/ 143 w 279"/>
                    <a:gd name="T25" fmla="*/ 55 h 156"/>
                    <a:gd name="T26" fmla="*/ 159 w 279"/>
                    <a:gd name="T27" fmla="*/ 57 h 156"/>
                    <a:gd name="T28" fmla="*/ 172 w 279"/>
                    <a:gd name="T29" fmla="*/ 64 h 156"/>
                    <a:gd name="T30" fmla="*/ 188 w 279"/>
                    <a:gd name="T31" fmla="*/ 61 h 156"/>
                    <a:gd name="T32" fmla="*/ 208 w 279"/>
                    <a:gd name="T33" fmla="*/ 61 h 156"/>
                    <a:gd name="T34" fmla="*/ 225 w 279"/>
                    <a:gd name="T35" fmla="*/ 61 h 156"/>
                    <a:gd name="T36" fmla="*/ 232 w 279"/>
                    <a:gd name="T37" fmla="*/ 75 h 156"/>
                    <a:gd name="T38" fmla="*/ 239 w 279"/>
                    <a:gd name="T39" fmla="*/ 90 h 156"/>
                    <a:gd name="T40" fmla="*/ 252 w 279"/>
                    <a:gd name="T41" fmla="*/ 86 h 156"/>
                    <a:gd name="T42" fmla="*/ 270 w 279"/>
                    <a:gd name="T43" fmla="*/ 95 h 156"/>
                    <a:gd name="T44" fmla="*/ 268 w 279"/>
                    <a:gd name="T45" fmla="*/ 106 h 156"/>
                    <a:gd name="T46" fmla="*/ 272 w 279"/>
                    <a:gd name="T47" fmla="*/ 123 h 156"/>
                    <a:gd name="T48" fmla="*/ 272 w 279"/>
                    <a:gd name="T49" fmla="*/ 134 h 156"/>
                    <a:gd name="T50" fmla="*/ 258 w 279"/>
                    <a:gd name="T51" fmla="*/ 130 h 156"/>
                    <a:gd name="T52" fmla="*/ 237 w 279"/>
                    <a:gd name="T53" fmla="*/ 134 h 156"/>
                    <a:gd name="T54" fmla="*/ 225 w 279"/>
                    <a:gd name="T55" fmla="*/ 136 h 156"/>
                    <a:gd name="T56" fmla="*/ 219 w 279"/>
                    <a:gd name="T57" fmla="*/ 128 h 156"/>
                    <a:gd name="T58" fmla="*/ 199 w 279"/>
                    <a:gd name="T59" fmla="*/ 136 h 156"/>
                    <a:gd name="T60" fmla="*/ 190 w 279"/>
                    <a:gd name="T61" fmla="*/ 143 h 156"/>
                    <a:gd name="T62" fmla="*/ 170 w 279"/>
                    <a:gd name="T63" fmla="*/ 150 h 156"/>
                    <a:gd name="T64" fmla="*/ 152 w 279"/>
                    <a:gd name="T65" fmla="*/ 152 h 156"/>
                    <a:gd name="T66" fmla="*/ 150 w 279"/>
                    <a:gd name="T67" fmla="*/ 136 h 156"/>
                    <a:gd name="T68" fmla="*/ 152 w 279"/>
                    <a:gd name="T69" fmla="*/ 117 h 156"/>
                    <a:gd name="T70" fmla="*/ 148 w 279"/>
                    <a:gd name="T71" fmla="*/ 112 h 156"/>
                    <a:gd name="T72" fmla="*/ 144 w 279"/>
                    <a:gd name="T73" fmla="*/ 105 h 156"/>
                    <a:gd name="T74" fmla="*/ 133 w 279"/>
                    <a:gd name="T75" fmla="*/ 94 h 156"/>
                    <a:gd name="T76" fmla="*/ 119 w 279"/>
                    <a:gd name="T77" fmla="*/ 97 h 156"/>
                    <a:gd name="T78" fmla="*/ 106 w 279"/>
                    <a:gd name="T79" fmla="*/ 110 h 156"/>
                    <a:gd name="T80" fmla="*/ 106 w 279"/>
                    <a:gd name="T81" fmla="*/ 123 h 156"/>
                    <a:gd name="T82" fmla="*/ 93 w 279"/>
                    <a:gd name="T83" fmla="*/ 123 h 156"/>
                    <a:gd name="T84" fmla="*/ 75 w 279"/>
                    <a:gd name="T85" fmla="*/ 128 h 156"/>
                    <a:gd name="T86" fmla="*/ 68 w 279"/>
                    <a:gd name="T87" fmla="*/ 141 h 156"/>
                    <a:gd name="T88" fmla="*/ 57 w 279"/>
                    <a:gd name="T89" fmla="*/ 134 h 156"/>
                    <a:gd name="T90" fmla="*/ 38 w 279"/>
                    <a:gd name="T91" fmla="*/ 139 h 156"/>
                    <a:gd name="T92" fmla="*/ 22 w 279"/>
                    <a:gd name="T93" fmla="*/ 145 h 156"/>
                    <a:gd name="T94" fmla="*/ 24 w 279"/>
                    <a:gd name="T95" fmla="*/ 119 h 156"/>
                    <a:gd name="T96" fmla="*/ 37 w 279"/>
                    <a:gd name="T97" fmla="*/ 106 h 156"/>
                    <a:gd name="T98" fmla="*/ 28 w 279"/>
                    <a:gd name="T99" fmla="*/ 94 h 156"/>
                    <a:gd name="T100" fmla="*/ 28 w 279"/>
                    <a:gd name="T101" fmla="*/ 83 h 156"/>
                    <a:gd name="T102" fmla="*/ 24 w 279"/>
                    <a:gd name="T103" fmla="*/ 74 h 156"/>
                    <a:gd name="T104" fmla="*/ 7 w 279"/>
                    <a:gd name="T105" fmla="*/ 66 h 156"/>
                    <a:gd name="T106" fmla="*/ 6 w 279"/>
                    <a:gd name="T107" fmla="*/ 57 h 156"/>
                    <a:gd name="T108" fmla="*/ 15 w 279"/>
                    <a:gd name="T109" fmla="*/ 50 h 156"/>
                    <a:gd name="T110" fmla="*/ 40 w 279"/>
                    <a:gd name="T111" fmla="*/ 53 h 156"/>
                    <a:gd name="T112" fmla="*/ 55 w 279"/>
                    <a:gd name="T113" fmla="*/ 42 h 156"/>
                    <a:gd name="T114" fmla="*/ 59 w 279"/>
                    <a:gd name="T115" fmla="*/ 35 h 156"/>
                    <a:gd name="T116" fmla="*/ 48 w 279"/>
                    <a:gd name="T117" fmla="*/ 31 h 156"/>
                    <a:gd name="T118" fmla="*/ 70 w 279"/>
                    <a:gd name="T119" fmla="*/ 28 h 156"/>
                    <a:gd name="T120" fmla="*/ 73 w 279"/>
                    <a:gd name="T121" fmla="*/ 15 h 156"/>
                    <a:gd name="T122" fmla="*/ 86 w 279"/>
                    <a:gd name="T123" fmla="*/ 15 h 156"/>
                    <a:gd name="T124" fmla="*/ 104 w 279"/>
                    <a:gd name="T125" fmla="*/ 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9" h="156">
                      <a:moveTo>
                        <a:pt x="117" y="42"/>
                      </a:moveTo>
                      <a:lnTo>
                        <a:pt x="119" y="42"/>
                      </a:lnTo>
                      <a:lnTo>
                        <a:pt x="121" y="42"/>
                      </a:lnTo>
                      <a:lnTo>
                        <a:pt x="122" y="42"/>
                      </a:lnTo>
                      <a:lnTo>
                        <a:pt x="121" y="42"/>
                      </a:lnTo>
                      <a:lnTo>
                        <a:pt x="121" y="44"/>
                      </a:lnTo>
                      <a:lnTo>
                        <a:pt x="119" y="44"/>
                      </a:lnTo>
                      <a:lnTo>
                        <a:pt x="119" y="46"/>
                      </a:lnTo>
                      <a:lnTo>
                        <a:pt x="119" y="44"/>
                      </a:lnTo>
                      <a:lnTo>
                        <a:pt x="117" y="44"/>
                      </a:lnTo>
                      <a:lnTo>
                        <a:pt x="117" y="42"/>
                      </a:lnTo>
                      <a:lnTo>
                        <a:pt x="115" y="42"/>
                      </a:lnTo>
                      <a:lnTo>
                        <a:pt x="115" y="41"/>
                      </a:lnTo>
                      <a:lnTo>
                        <a:pt x="115" y="42"/>
                      </a:lnTo>
                      <a:lnTo>
                        <a:pt x="117" y="42"/>
                      </a:lnTo>
                      <a:close/>
                      <a:moveTo>
                        <a:pt x="119" y="4"/>
                      </a:moveTo>
                      <a:lnTo>
                        <a:pt x="117" y="2"/>
                      </a:lnTo>
                      <a:lnTo>
                        <a:pt x="115" y="2"/>
                      </a:lnTo>
                      <a:lnTo>
                        <a:pt x="117" y="2"/>
                      </a:lnTo>
                      <a:lnTo>
                        <a:pt x="119" y="2"/>
                      </a:lnTo>
                      <a:lnTo>
                        <a:pt x="119" y="4"/>
                      </a:lnTo>
                      <a:lnTo>
                        <a:pt x="121" y="4"/>
                      </a:lnTo>
                      <a:lnTo>
                        <a:pt x="119" y="4"/>
                      </a:lnTo>
                      <a:close/>
                      <a:moveTo>
                        <a:pt x="111" y="0"/>
                      </a:moveTo>
                      <a:lnTo>
                        <a:pt x="113" y="0"/>
                      </a:lnTo>
                      <a:lnTo>
                        <a:pt x="115" y="2"/>
                      </a:lnTo>
                      <a:lnTo>
                        <a:pt x="117" y="2"/>
                      </a:lnTo>
                      <a:lnTo>
                        <a:pt x="117" y="4"/>
                      </a:lnTo>
                      <a:lnTo>
                        <a:pt x="117" y="6"/>
                      </a:lnTo>
                      <a:lnTo>
                        <a:pt x="119" y="6"/>
                      </a:lnTo>
                      <a:lnTo>
                        <a:pt x="119" y="8"/>
                      </a:lnTo>
                      <a:lnTo>
                        <a:pt x="121" y="8"/>
                      </a:lnTo>
                      <a:lnTo>
                        <a:pt x="122" y="8"/>
                      </a:lnTo>
                      <a:lnTo>
                        <a:pt x="121" y="10"/>
                      </a:lnTo>
                      <a:lnTo>
                        <a:pt x="121" y="8"/>
                      </a:lnTo>
                      <a:lnTo>
                        <a:pt x="119" y="10"/>
                      </a:lnTo>
                      <a:lnTo>
                        <a:pt x="121" y="10"/>
                      </a:lnTo>
                      <a:lnTo>
                        <a:pt x="122" y="10"/>
                      </a:lnTo>
                      <a:lnTo>
                        <a:pt x="122" y="11"/>
                      </a:lnTo>
                      <a:lnTo>
                        <a:pt x="124" y="11"/>
                      </a:lnTo>
                      <a:lnTo>
                        <a:pt x="122" y="11"/>
                      </a:lnTo>
                      <a:lnTo>
                        <a:pt x="122" y="13"/>
                      </a:lnTo>
                      <a:lnTo>
                        <a:pt x="121" y="13"/>
                      </a:lnTo>
                      <a:lnTo>
                        <a:pt x="121" y="15"/>
                      </a:lnTo>
                      <a:lnTo>
                        <a:pt x="119" y="15"/>
                      </a:lnTo>
                      <a:lnTo>
                        <a:pt x="117" y="17"/>
                      </a:lnTo>
                      <a:lnTo>
                        <a:pt x="115" y="17"/>
                      </a:lnTo>
                      <a:lnTo>
                        <a:pt x="113" y="17"/>
                      </a:lnTo>
                      <a:lnTo>
                        <a:pt x="113" y="19"/>
                      </a:lnTo>
                      <a:lnTo>
                        <a:pt x="111" y="19"/>
                      </a:lnTo>
                      <a:lnTo>
                        <a:pt x="111" y="21"/>
                      </a:lnTo>
                      <a:lnTo>
                        <a:pt x="110" y="21"/>
                      </a:lnTo>
                      <a:lnTo>
                        <a:pt x="108" y="21"/>
                      </a:lnTo>
                      <a:lnTo>
                        <a:pt x="108" y="22"/>
                      </a:lnTo>
                      <a:lnTo>
                        <a:pt x="110" y="24"/>
                      </a:lnTo>
                      <a:lnTo>
                        <a:pt x="111" y="24"/>
                      </a:lnTo>
                      <a:lnTo>
                        <a:pt x="113" y="24"/>
                      </a:lnTo>
                      <a:lnTo>
                        <a:pt x="115" y="24"/>
                      </a:lnTo>
                      <a:lnTo>
                        <a:pt x="117" y="26"/>
                      </a:lnTo>
                      <a:lnTo>
                        <a:pt x="115" y="26"/>
                      </a:lnTo>
                      <a:lnTo>
                        <a:pt x="117" y="28"/>
                      </a:lnTo>
                      <a:lnTo>
                        <a:pt x="117" y="30"/>
                      </a:lnTo>
                      <a:lnTo>
                        <a:pt x="119" y="31"/>
                      </a:lnTo>
                      <a:lnTo>
                        <a:pt x="121" y="31"/>
                      </a:lnTo>
                      <a:lnTo>
                        <a:pt x="122" y="31"/>
                      </a:lnTo>
                      <a:lnTo>
                        <a:pt x="124" y="30"/>
                      </a:lnTo>
                      <a:lnTo>
                        <a:pt x="126" y="30"/>
                      </a:lnTo>
                      <a:lnTo>
                        <a:pt x="128" y="30"/>
                      </a:lnTo>
                      <a:lnTo>
                        <a:pt x="130" y="30"/>
                      </a:lnTo>
                      <a:lnTo>
                        <a:pt x="132" y="30"/>
                      </a:lnTo>
                      <a:lnTo>
                        <a:pt x="130" y="31"/>
                      </a:lnTo>
                      <a:lnTo>
                        <a:pt x="128" y="31"/>
                      </a:lnTo>
                      <a:lnTo>
                        <a:pt x="126" y="31"/>
                      </a:lnTo>
                      <a:lnTo>
                        <a:pt x="124" y="31"/>
                      </a:lnTo>
                      <a:lnTo>
                        <a:pt x="124" y="33"/>
                      </a:lnTo>
                      <a:lnTo>
                        <a:pt x="122" y="33"/>
                      </a:lnTo>
                      <a:lnTo>
                        <a:pt x="119" y="33"/>
                      </a:lnTo>
                      <a:lnTo>
                        <a:pt x="119" y="35"/>
                      </a:lnTo>
                      <a:lnTo>
                        <a:pt x="119" y="37"/>
                      </a:lnTo>
                      <a:lnTo>
                        <a:pt x="119" y="39"/>
                      </a:lnTo>
                      <a:lnTo>
                        <a:pt x="117" y="39"/>
                      </a:lnTo>
                      <a:lnTo>
                        <a:pt x="115" y="39"/>
                      </a:lnTo>
                      <a:lnTo>
                        <a:pt x="113" y="39"/>
                      </a:lnTo>
                      <a:lnTo>
                        <a:pt x="113" y="41"/>
                      </a:lnTo>
                      <a:lnTo>
                        <a:pt x="113" y="39"/>
                      </a:lnTo>
                      <a:lnTo>
                        <a:pt x="115" y="39"/>
                      </a:lnTo>
                      <a:lnTo>
                        <a:pt x="115" y="37"/>
                      </a:lnTo>
                      <a:lnTo>
                        <a:pt x="117" y="37"/>
                      </a:lnTo>
                      <a:lnTo>
                        <a:pt x="115" y="37"/>
                      </a:lnTo>
                      <a:lnTo>
                        <a:pt x="115" y="35"/>
                      </a:lnTo>
                      <a:lnTo>
                        <a:pt x="113" y="35"/>
                      </a:lnTo>
                      <a:lnTo>
                        <a:pt x="111" y="35"/>
                      </a:lnTo>
                      <a:lnTo>
                        <a:pt x="110" y="35"/>
                      </a:lnTo>
                      <a:lnTo>
                        <a:pt x="108" y="35"/>
                      </a:lnTo>
                      <a:lnTo>
                        <a:pt x="108" y="33"/>
                      </a:lnTo>
                      <a:lnTo>
                        <a:pt x="106" y="33"/>
                      </a:lnTo>
                      <a:lnTo>
                        <a:pt x="104" y="33"/>
                      </a:lnTo>
                      <a:lnTo>
                        <a:pt x="102" y="33"/>
                      </a:lnTo>
                      <a:lnTo>
                        <a:pt x="102" y="31"/>
                      </a:lnTo>
                      <a:lnTo>
                        <a:pt x="97" y="30"/>
                      </a:lnTo>
                      <a:lnTo>
                        <a:pt x="95" y="30"/>
                      </a:lnTo>
                      <a:lnTo>
                        <a:pt x="88" y="31"/>
                      </a:lnTo>
                      <a:lnTo>
                        <a:pt x="86" y="31"/>
                      </a:lnTo>
                      <a:lnTo>
                        <a:pt x="86" y="33"/>
                      </a:lnTo>
                      <a:lnTo>
                        <a:pt x="84" y="33"/>
                      </a:lnTo>
                      <a:lnTo>
                        <a:pt x="82" y="33"/>
                      </a:lnTo>
                      <a:lnTo>
                        <a:pt x="80" y="33"/>
                      </a:lnTo>
                      <a:lnTo>
                        <a:pt x="79" y="33"/>
                      </a:lnTo>
                      <a:lnTo>
                        <a:pt x="79" y="35"/>
                      </a:lnTo>
                      <a:lnTo>
                        <a:pt x="79" y="37"/>
                      </a:lnTo>
                      <a:lnTo>
                        <a:pt x="79" y="39"/>
                      </a:lnTo>
                      <a:lnTo>
                        <a:pt x="79" y="41"/>
                      </a:lnTo>
                      <a:lnTo>
                        <a:pt x="79" y="39"/>
                      </a:lnTo>
                      <a:lnTo>
                        <a:pt x="77" y="41"/>
                      </a:lnTo>
                      <a:lnTo>
                        <a:pt x="75" y="41"/>
                      </a:lnTo>
                      <a:lnTo>
                        <a:pt x="75" y="39"/>
                      </a:lnTo>
                      <a:lnTo>
                        <a:pt x="73" y="37"/>
                      </a:lnTo>
                      <a:lnTo>
                        <a:pt x="71" y="37"/>
                      </a:lnTo>
                      <a:lnTo>
                        <a:pt x="73" y="37"/>
                      </a:lnTo>
                      <a:lnTo>
                        <a:pt x="73" y="39"/>
                      </a:lnTo>
                      <a:lnTo>
                        <a:pt x="71" y="39"/>
                      </a:lnTo>
                      <a:lnTo>
                        <a:pt x="71" y="41"/>
                      </a:lnTo>
                      <a:lnTo>
                        <a:pt x="71" y="42"/>
                      </a:lnTo>
                      <a:lnTo>
                        <a:pt x="70" y="42"/>
                      </a:lnTo>
                      <a:lnTo>
                        <a:pt x="70" y="44"/>
                      </a:lnTo>
                      <a:lnTo>
                        <a:pt x="70" y="46"/>
                      </a:lnTo>
                      <a:lnTo>
                        <a:pt x="71" y="46"/>
                      </a:lnTo>
                      <a:lnTo>
                        <a:pt x="71" y="48"/>
                      </a:lnTo>
                      <a:lnTo>
                        <a:pt x="71" y="50"/>
                      </a:lnTo>
                      <a:lnTo>
                        <a:pt x="71" y="52"/>
                      </a:lnTo>
                      <a:lnTo>
                        <a:pt x="73" y="52"/>
                      </a:lnTo>
                      <a:lnTo>
                        <a:pt x="73" y="53"/>
                      </a:lnTo>
                      <a:lnTo>
                        <a:pt x="71" y="53"/>
                      </a:lnTo>
                      <a:lnTo>
                        <a:pt x="73" y="53"/>
                      </a:lnTo>
                      <a:lnTo>
                        <a:pt x="73" y="55"/>
                      </a:lnTo>
                      <a:lnTo>
                        <a:pt x="73" y="53"/>
                      </a:lnTo>
                      <a:lnTo>
                        <a:pt x="75" y="53"/>
                      </a:lnTo>
                      <a:lnTo>
                        <a:pt x="77" y="53"/>
                      </a:lnTo>
                      <a:lnTo>
                        <a:pt x="77" y="55"/>
                      </a:lnTo>
                      <a:lnTo>
                        <a:pt x="77" y="53"/>
                      </a:lnTo>
                      <a:lnTo>
                        <a:pt x="79" y="53"/>
                      </a:lnTo>
                      <a:lnTo>
                        <a:pt x="80" y="53"/>
                      </a:lnTo>
                      <a:lnTo>
                        <a:pt x="80" y="52"/>
                      </a:lnTo>
                      <a:lnTo>
                        <a:pt x="82" y="52"/>
                      </a:lnTo>
                      <a:lnTo>
                        <a:pt x="84" y="53"/>
                      </a:lnTo>
                      <a:lnTo>
                        <a:pt x="84" y="52"/>
                      </a:lnTo>
                      <a:lnTo>
                        <a:pt x="86" y="52"/>
                      </a:lnTo>
                      <a:lnTo>
                        <a:pt x="88" y="53"/>
                      </a:lnTo>
                      <a:lnTo>
                        <a:pt x="90" y="53"/>
                      </a:lnTo>
                      <a:lnTo>
                        <a:pt x="91" y="53"/>
                      </a:lnTo>
                      <a:lnTo>
                        <a:pt x="93" y="53"/>
                      </a:lnTo>
                      <a:lnTo>
                        <a:pt x="95" y="53"/>
                      </a:lnTo>
                      <a:lnTo>
                        <a:pt x="97" y="53"/>
                      </a:lnTo>
                      <a:lnTo>
                        <a:pt x="99" y="53"/>
                      </a:lnTo>
                      <a:lnTo>
                        <a:pt x="99" y="52"/>
                      </a:lnTo>
                      <a:lnTo>
                        <a:pt x="101" y="52"/>
                      </a:lnTo>
                      <a:lnTo>
                        <a:pt x="101" y="53"/>
                      </a:lnTo>
                      <a:lnTo>
                        <a:pt x="102" y="53"/>
                      </a:lnTo>
                      <a:lnTo>
                        <a:pt x="104" y="53"/>
                      </a:lnTo>
                      <a:lnTo>
                        <a:pt x="106" y="55"/>
                      </a:lnTo>
                      <a:lnTo>
                        <a:pt x="106" y="53"/>
                      </a:lnTo>
                      <a:lnTo>
                        <a:pt x="108" y="53"/>
                      </a:lnTo>
                      <a:lnTo>
                        <a:pt x="108" y="52"/>
                      </a:lnTo>
                      <a:lnTo>
                        <a:pt x="110" y="52"/>
                      </a:lnTo>
                      <a:lnTo>
                        <a:pt x="110" y="53"/>
                      </a:lnTo>
                      <a:lnTo>
                        <a:pt x="111" y="53"/>
                      </a:lnTo>
                      <a:lnTo>
                        <a:pt x="111" y="52"/>
                      </a:lnTo>
                      <a:lnTo>
                        <a:pt x="113" y="52"/>
                      </a:lnTo>
                      <a:lnTo>
                        <a:pt x="115" y="52"/>
                      </a:lnTo>
                      <a:lnTo>
                        <a:pt x="117" y="52"/>
                      </a:lnTo>
                      <a:lnTo>
                        <a:pt x="119" y="52"/>
                      </a:lnTo>
                      <a:lnTo>
                        <a:pt x="119" y="53"/>
                      </a:lnTo>
                      <a:lnTo>
                        <a:pt x="121" y="53"/>
                      </a:lnTo>
                      <a:lnTo>
                        <a:pt x="121" y="55"/>
                      </a:lnTo>
                      <a:lnTo>
                        <a:pt x="122" y="55"/>
                      </a:lnTo>
                      <a:lnTo>
                        <a:pt x="122" y="57"/>
                      </a:lnTo>
                      <a:lnTo>
                        <a:pt x="122" y="59"/>
                      </a:lnTo>
                      <a:lnTo>
                        <a:pt x="124" y="59"/>
                      </a:lnTo>
                      <a:lnTo>
                        <a:pt x="126" y="59"/>
                      </a:lnTo>
                      <a:lnTo>
                        <a:pt x="128" y="59"/>
                      </a:lnTo>
                      <a:lnTo>
                        <a:pt x="130" y="59"/>
                      </a:lnTo>
                      <a:lnTo>
                        <a:pt x="130" y="57"/>
                      </a:lnTo>
                      <a:lnTo>
                        <a:pt x="130" y="59"/>
                      </a:lnTo>
                      <a:lnTo>
                        <a:pt x="132" y="59"/>
                      </a:lnTo>
                      <a:lnTo>
                        <a:pt x="133" y="59"/>
                      </a:lnTo>
                      <a:lnTo>
                        <a:pt x="133" y="57"/>
                      </a:lnTo>
                      <a:lnTo>
                        <a:pt x="135" y="57"/>
                      </a:lnTo>
                      <a:lnTo>
                        <a:pt x="133" y="57"/>
                      </a:lnTo>
                      <a:lnTo>
                        <a:pt x="135" y="55"/>
                      </a:lnTo>
                      <a:lnTo>
                        <a:pt x="137" y="55"/>
                      </a:lnTo>
                      <a:lnTo>
                        <a:pt x="139" y="55"/>
                      </a:lnTo>
                      <a:lnTo>
                        <a:pt x="141" y="55"/>
                      </a:lnTo>
                      <a:lnTo>
                        <a:pt x="141" y="53"/>
                      </a:lnTo>
                      <a:lnTo>
                        <a:pt x="141" y="55"/>
                      </a:lnTo>
                      <a:lnTo>
                        <a:pt x="143" y="55"/>
                      </a:lnTo>
                      <a:lnTo>
                        <a:pt x="143" y="53"/>
                      </a:lnTo>
                      <a:lnTo>
                        <a:pt x="144" y="53"/>
                      </a:lnTo>
                      <a:lnTo>
                        <a:pt x="146" y="53"/>
                      </a:lnTo>
                      <a:lnTo>
                        <a:pt x="146" y="52"/>
                      </a:lnTo>
                      <a:lnTo>
                        <a:pt x="148" y="52"/>
                      </a:lnTo>
                      <a:lnTo>
                        <a:pt x="150" y="52"/>
                      </a:lnTo>
                      <a:lnTo>
                        <a:pt x="152" y="52"/>
                      </a:lnTo>
                      <a:lnTo>
                        <a:pt x="152" y="53"/>
                      </a:lnTo>
                      <a:lnTo>
                        <a:pt x="150" y="55"/>
                      </a:lnTo>
                      <a:lnTo>
                        <a:pt x="152" y="55"/>
                      </a:lnTo>
                      <a:lnTo>
                        <a:pt x="152" y="57"/>
                      </a:lnTo>
                      <a:lnTo>
                        <a:pt x="153" y="57"/>
                      </a:lnTo>
                      <a:lnTo>
                        <a:pt x="155" y="57"/>
                      </a:lnTo>
                      <a:lnTo>
                        <a:pt x="157" y="57"/>
                      </a:lnTo>
                      <a:lnTo>
                        <a:pt x="159" y="57"/>
                      </a:lnTo>
                      <a:lnTo>
                        <a:pt x="161" y="57"/>
                      </a:lnTo>
                      <a:lnTo>
                        <a:pt x="161" y="59"/>
                      </a:lnTo>
                      <a:lnTo>
                        <a:pt x="159" y="61"/>
                      </a:lnTo>
                      <a:lnTo>
                        <a:pt x="159" y="63"/>
                      </a:lnTo>
                      <a:lnTo>
                        <a:pt x="161" y="63"/>
                      </a:lnTo>
                      <a:lnTo>
                        <a:pt x="163" y="63"/>
                      </a:lnTo>
                      <a:lnTo>
                        <a:pt x="164" y="63"/>
                      </a:lnTo>
                      <a:lnTo>
                        <a:pt x="166" y="61"/>
                      </a:lnTo>
                      <a:lnTo>
                        <a:pt x="168" y="61"/>
                      </a:lnTo>
                      <a:lnTo>
                        <a:pt x="170" y="61"/>
                      </a:lnTo>
                      <a:lnTo>
                        <a:pt x="170" y="63"/>
                      </a:lnTo>
                      <a:lnTo>
                        <a:pt x="170" y="64"/>
                      </a:lnTo>
                      <a:lnTo>
                        <a:pt x="172" y="64"/>
                      </a:lnTo>
                      <a:lnTo>
                        <a:pt x="172" y="63"/>
                      </a:lnTo>
                      <a:lnTo>
                        <a:pt x="172" y="64"/>
                      </a:lnTo>
                      <a:lnTo>
                        <a:pt x="174" y="64"/>
                      </a:lnTo>
                      <a:lnTo>
                        <a:pt x="175" y="64"/>
                      </a:lnTo>
                      <a:lnTo>
                        <a:pt x="175" y="66"/>
                      </a:lnTo>
                      <a:lnTo>
                        <a:pt x="177" y="66"/>
                      </a:lnTo>
                      <a:lnTo>
                        <a:pt x="177" y="64"/>
                      </a:lnTo>
                      <a:lnTo>
                        <a:pt x="177" y="63"/>
                      </a:lnTo>
                      <a:lnTo>
                        <a:pt x="179" y="63"/>
                      </a:lnTo>
                      <a:lnTo>
                        <a:pt x="179" y="61"/>
                      </a:lnTo>
                      <a:lnTo>
                        <a:pt x="181" y="61"/>
                      </a:lnTo>
                      <a:lnTo>
                        <a:pt x="183" y="61"/>
                      </a:lnTo>
                      <a:lnTo>
                        <a:pt x="185" y="61"/>
                      </a:lnTo>
                      <a:lnTo>
                        <a:pt x="185" y="59"/>
                      </a:lnTo>
                      <a:lnTo>
                        <a:pt x="186" y="59"/>
                      </a:lnTo>
                      <a:lnTo>
                        <a:pt x="186" y="61"/>
                      </a:lnTo>
                      <a:lnTo>
                        <a:pt x="188" y="61"/>
                      </a:lnTo>
                      <a:lnTo>
                        <a:pt x="188" y="59"/>
                      </a:lnTo>
                      <a:lnTo>
                        <a:pt x="190" y="59"/>
                      </a:lnTo>
                      <a:lnTo>
                        <a:pt x="192" y="59"/>
                      </a:lnTo>
                      <a:lnTo>
                        <a:pt x="194" y="59"/>
                      </a:lnTo>
                      <a:lnTo>
                        <a:pt x="194" y="61"/>
                      </a:lnTo>
                      <a:lnTo>
                        <a:pt x="195" y="61"/>
                      </a:lnTo>
                      <a:lnTo>
                        <a:pt x="197" y="61"/>
                      </a:lnTo>
                      <a:lnTo>
                        <a:pt x="199" y="61"/>
                      </a:lnTo>
                      <a:lnTo>
                        <a:pt x="201" y="61"/>
                      </a:lnTo>
                      <a:lnTo>
                        <a:pt x="203" y="61"/>
                      </a:lnTo>
                      <a:lnTo>
                        <a:pt x="205" y="61"/>
                      </a:lnTo>
                      <a:lnTo>
                        <a:pt x="206" y="61"/>
                      </a:lnTo>
                      <a:lnTo>
                        <a:pt x="206" y="59"/>
                      </a:lnTo>
                      <a:lnTo>
                        <a:pt x="206" y="61"/>
                      </a:lnTo>
                      <a:lnTo>
                        <a:pt x="208" y="61"/>
                      </a:lnTo>
                      <a:lnTo>
                        <a:pt x="210" y="61"/>
                      </a:lnTo>
                      <a:lnTo>
                        <a:pt x="212" y="61"/>
                      </a:lnTo>
                      <a:lnTo>
                        <a:pt x="212" y="59"/>
                      </a:lnTo>
                      <a:lnTo>
                        <a:pt x="214" y="59"/>
                      </a:lnTo>
                      <a:lnTo>
                        <a:pt x="216" y="59"/>
                      </a:lnTo>
                      <a:lnTo>
                        <a:pt x="216" y="57"/>
                      </a:lnTo>
                      <a:lnTo>
                        <a:pt x="217" y="57"/>
                      </a:lnTo>
                      <a:lnTo>
                        <a:pt x="219" y="57"/>
                      </a:lnTo>
                      <a:lnTo>
                        <a:pt x="221" y="57"/>
                      </a:lnTo>
                      <a:lnTo>
                        <a:pt x="223" y="57"/>
                      </a:lnTo>
                      <a:lnTo>
                        <a:pt x="225" y="57"/>
                      </a:lnTo>
                      <a:lnTo>
                        <a:pt x="226" y="57"/>
                      </a:lnTo>
                      <a:lnTo>
                        <a:pt x="226" y="59"/>
                      </a:lnTo>
                      <a:lnTo>
                        <a:pt x="226" y="61"/>
                      </a:lnTo>
                      <a:lnTo>
                        <a:pt x="225" y="61"/>
                      </a:lnTo>
                      <a:lnTo>
                        <a:pt x="225" y="63"/>
                      </a:lnTo>
                      <a:lnTo>
                        <a:pt x="223" y="63"/>
                      </a:lnTo>
                      <a:lnTo>
                        <a:pt x="223" y="64"/>
                      </a:lnTo>
                      <a:lnTo>
                        <a:pt x="225" y="64"/>
                      </a:lnTo>
                      <a:lnTo>
                        <a:pt x="226" y="64"/>
                      </a:lnTo>
                      <a:lnTo>
                        <a:pt x="226" y="66"/>
                      </a:lnTo>
                      <a:lnTo>
                        <a:pt x="226" y="68"/>
                      </a:lnTo>
                      <a:lnTo>
                        <a:pt x="228" y="68"/>
                      </a:lnTo>
                      <a:lnTo>
                        <a:pt x="228" y="70"/>
                      </a:lnTo>
                      <a:lnTo>
                        <a:pt x="228" y="72"/>
                      </a:lnTo>
                      <a:lnTo>
                        <a:pt x="230" y="72"/>
                      </a:lnTo>
                      <a:lnTo>
                        <a:pt x="232" y="72"/>
                      </a:lnTo>
                      <a:lnTo>
                        <a:pt x="234" y="74"/>
                      </a:lnTo>
                      <a:lnTo>
                        <a:pt x="234" y="75"/>
                      </a:lnTo>
                      <a:lnTo>
                        <a:pt x="232" y="75"/>
                      </a:lnTo>
                      <a:lnTo>
                        <a:pt x="230" y="75"/>
                      </a:lnTo>
                      <a:lnTo>
                        <a:pt x="228" y="77"/>
                      </a:lnTo>
                      <a:lnTo>
                        <a:pt x="228" y="79"/>
                      </a:lnTo>
                      <a:lnTo>
                        <a:pt x="230" y="79"/>
                      </a:lnTo>
                      <a:lnTo>
                        <a:pt x="230" y="81"/>
                      </a:lnTo>
                      <a:lnTo>
                        <a:pt x="230" y="83"/>
                      </a:lnTo>
                      <a:lnTo>
                        <a:pt x="230" y="84"/>
                      </a:lnTo>
                      <a:lnTo>
                        <a:pt x="232" y="84"/>
                      </a:lnTo>
                      <a:lnTo>
                        <a:pt x="232" y="86"/>
                      </a:lnTo>
                      <a:lnTo>
                        <a:pt x="232" y="88"/>
                      </a:lnTo>
                      <a:lnTo>
                        <a:pt x="234" y="88"/>
                      </a:lnTo>
                      <a:lnTo>
                        <a:pt x="236" y="88"/>
                      </a:lnTo>
                      <a:lnTo>
                        <a:pt x="236" y="90"/>
                      </a:lnTo>
                      <a:lnTo>
                        <a:pt x="237" y="90"/>
                      </a:lnTo>
                      <a:lnTo>
                        <a:pt x="239" y="90"/>
                      </a:lnTo>
                      <a:lnTo>
                        <a:pt x="241" y="90"/>
                      </a:lnTo>
                      <a:lnTo>
                        <a:pt x="241" y="88"/>
                      </a:lnTo>
                      <a:lnTo>
                        <a:pt x="241" y="86"/>
                      </a:lnTo>
                      <a:lnTo>
                        <a:pt x="243" y="86"/>
                      </a:lnTo>
                      <a:lnTo>
                        <a:pt x="243" y="84"/>
                      </a:lnTo>
                      <a:lnTo>
                        <a:pt x="245" y="84"/>
                      </a:lnTo>
                      <a:lnTo>
                        <a:pt x="247" y="84"/>
                      </a:lnTo>
                      <a:lnTo>
                        <a:pt x="247" y="86"/>
                      </a:lnTo>
                      <a:lnTo>
                        <a:pt x="248" y="84"/>
                      </a:lnTo>
                      <a:lnTo>
                        <a:pt x="248" y="86"/>
                      </a:lnTo>
                      <a:lnTo>
                        <a:pt x="250" y="86"/>
                      </a:lnTo>
                      <a:lnTo>
                        <a:pt x="250" y="84"/>
                      </a:lnTo>
                      <a:lnTo>
                        <a:pt x="252" y="86"/>
                      </a:lnTo>
                      <a:lnTo>
                        <a:pt x="252" y="84"/>
                      </a:lnTo>
                      <a:lnTo>
                        <a:pt x="252" y="86"/>
                      </a:lnTo>
                      <a:lnTo>
                        <a:pt x="252" y="84"/>
                      </a:lnTo>
                      <a:lnTo>
                        <a:pt x="254" y="86"/>
                      </a:lnTo>
                      <a:lnTo>
                        <a:pt x="256" y="86"/>
                      </a:lnTo>
                      <a:lnTo>
                        <a:pt x="258" y="86"/>
                      </a:lnTo>
                      <a:lnTo>
                        <a:pt x="258" y="88"/>
                      </a:lnTo>
                      <a:lnTo>
                        <a:pt x="259" y="88"/>
                      </a:lnTo>
                      <a:lnTo>
                        <a:pt x="261" y="88"/>
                      </a:lnTo>
                      <a:lnTo>
                        <a:pt x="263" y="88"/>
                      </a:lnTo>
                      <a:lnTo>
                        <a:pt x="265" y="90"/>
                      </a:lnTo>
                      <a:lnTo>
                        <a:pt x="267" y="90"/>
                      </a:lnTo>
                      <a:lnTo>
                        <a:pt x="267" y="92"/>
                      </a:lnTo>
                      <a:lnTo>
                        <a:pt x="268" y="92"/>
                      </a:lnTo>
                      <a:lnTo>
                        <a:pt x="270" y="92"/>
                      </a:lnTo>
                      <a:lnTo>
                        <a:pt x="270" y="94"/>
                      </a:lnTo>
                      <a:lnTo>
                        <a:pt x="270" y="95"/>
                      </a:lnTo>
                      <a:lnTo>
                        <a:pt x="268" y="95"/>
                      </a:lnTo>
                      <a:lnTo>
                        <a:pt x="267" y="95"/>
                      </a:lnTo>
                      <a:lnTo>
                        <a:pt x="267" y="97"/>
                      </a:lnTo>
                      <a:lnTo>
                        <a:pt x="268" y="97"/>
                      </a:lnTo>
                      <a:lnTo>
                        <a:pt x="268" y="99"/>
                      </a:lnTo>
                      <a:lnTo>
                        <a:pt x="267" y="99"/>
                      </a:lnTo>
                      <a:lnTo>
                        <a:pt x="267" y="101"/>
                      </a:lnTo>
                      <a:lnTo>
                        <a:pt x="268" y="101"/>
                      </a:lnTo>
                      <a:lnTo>
                        <a:pt x="268" y="103"/>
                      </a:lnTo>
                      <a:lnTo>
                        <a:pt x="267" y="103"/>
                      </a:lnTo>
                      <a:lnTo>
                        <a:pt x="268" y="103"/>
                      </a:lnTo>
                      <a:lnTo>
                        <a:pt x="267" y="103"/>
                      </a:lnTo>
                      <a:lnTo>
                        <a:pt x="267" y="105"/>
                      </a:lnTo>
                      <a:lnTo>
                        <a:pt x="268" y="105"/>
                      </a:lnTo>
                      <a:lnTo>
                        <a:pt x="268" y="106"/>
                      </a:lnTo>
                      <a:lnTo>
                        <a:pt x="268" y="108"/>
                      </a:lnTo>
                      <a:lnTo>
                        <a:pt x="270" y="108"/>
                      </a:lnTo>
                      <a:lnTo>
                        <a:pt x="272" y="108"/>
                      </a:lnTo>
                      <a:lnTo>
                        <a:pt x="272" y="110"/>
                      </a:lnTo>
                      <a:lnTo>
                        <a:pt x="270" y="110"/>
                      </a:lnTo>
                      <a:lnTo>
                        <a:pt x="272" y="110"/>
                      </a:lnTo>
                      <a:lnTo>
                        <a:pt x="272" y="112"/>
                      </a:lnTo>
                      <a:lnTo>
                        <a:pt x="272" y="114"/>
                      </a:lnTo>
                      <a:lnTo>
                        <a:pt x="272" y="116"/>
                      </a:lnTo>
                      <a:lnTo>
                        <a:pt x="274" y="116"/>
                      </a:lnTo>
                      <a:lnTo>
                        <a:pt x="274" y="117"/>
                      </a:lnTo>
                      <a:lnTo>
                        <a:pt x="274" y="119"/>
                      </a:lnTo>
                      <a:lnTo>
                        <a:pt x="272" y="119"/>
                      </a:lnTo>
                      <a:lnTo>
                        <a:pt x="270" y="121"/>
                      </a:lnTo>
                      <a:lnTo>
                        <a:pt x="272" y="123"/>
                      </a:lnTo>
                      <a:lnTo>
                        <a:pt x="272" y="125"/>
                      </a:lnTo>
                      <a:lnTo>
                        <a:pt x="274" y="125"/>
                      </a:lnTo>
                      <a:lnTo>
                        <a:pt x="274" y="127"/>
                      </a:lnTo>
                      <a:lnTo>
                        <a:pt x="276" y="127"/>
                      </a:lnTo>
                      <a:lnTo>
                        <a:pt x="278" y="127"/>
                      </a:lnTo>
                      <a:lnTo>
                        <a:pt x="278" y="128"/>
                      </a:lnTo>
                      <a:lnTo>
                        <a:pt x="279" y="128"/>
                      </a:lnTo>
                      <a:lnTo>
                        <a:pt x="279" y="130"/>
                      </a:lnTo>
                      <a:lnTo>
                        <a:pt x="278" y="132"/>
                      </a:lnTo>
                      <a:lnTo>
                        <a:pt x="279" y="132"/>
                      </a:lnTo>
                      <a:lnTo>
                        <a:pt x="279" y="134"/>
                      </a:lnTo>
                      <a:lnTo>
                        <a:pt x="278" y="134"/>
                      </a:lnTo>
                      <a:lnTo>
                        <a:pt x="276" y="134"/>
                      </a:lnTo>
                      <a:lnTo>
                        <a:pt x="274" y="134"/>
                      </a:lnTo>
                      <a:lnTo>
                        <a:pt x="272" y="134"/>
                      </a:lnTo>
                      <a:lnTo>
                        <a:pt x="270" y="136"/>
                      </a:lnTo>
                      <a:lnTo>
                        <a:pt x="272" y="136"/>
                      </a:lnTo>
                      <a:lnTo>
                        <a:pt x="270" y="136"/>
                      </a:lnTo>
                      <a:lnTo>
                        <a:pt x="270" y="134"/>
                      </a:lnTo>
                      <a:lnTo>
                        <a:pt x="268" y="134"/>
                      </a:lnTo>
                      <a:lnTo>
                        <a:pt x="268" y="132"/>
                      </a:lnTo>
                      <a:lnTo>
                        <a:pt x="267" y="132"/>
                      </a:lnTo>
                      <a:lnTo>
                        <a:pt x="265" y="132"/>
                      </a:lnTo>
                      <a:lnTo>
                        <a:pt x="265" y="130"/>
                      </a:lnTo>
                      <a:lnTo>
                        <a:pt x="263" y="130"/>
                      </a:lnTo>
                      <a:lnTo>
                        <a:pt x="261" y="130"/>
                      </a:lnTo>
                      <a:lnTo>
                        <a:pt x="261" y="132"/>
                      </a:lnTo>
                      <a:lnTo>
                        <a:pt x="259" y="132"/>
                      </a:lnTo>
                      <a:lnTo>
                        <a:pt x="259" y="130"/>
                      </a:lnTo>
                      <a:lnTo>
                        <a:pt x="258" y="130"/>
                      </a:lnTo>
                      <a:lnTo>
                        <a:pt x="256" y="130"/>
                      </a:lnTo>
                      <a:lnTo>
                        <a:pt x="254" y="130"/>
                      </a:lnTo>
                      <a:lnTo>
                        <a:pt x="252" y="130"/>
                      </a:lnTo>
                      <a:lnTo>
                        <a:pt x="250" y="130"/>
                      </a:lnTo>
                      <a:lnTo>
                        <a:pt x="248" y="130"/>
                      </a:lnTo>
                      <a:lnTo>
                        <a:pt x="247" y="130"/>
                      </a:lnTo>
                      <a:lnTo>
                        <a:pt x="247" y="132"/>
                      </a:lnTo>
                      <a:lnTo>
                        <a:pt x="248" y="132"/>
                      </a:lnTo>
                      <a:lnTo>
                        <a:pt x="247" y="132"/>
                      </a:lnTo>
                      <a:lnTo>
                        <a:pt x="245" y="132"/>
                      </a:lnTo>
                      <a:lnTo>
                        <a:pt x="243" y="132"/>
                      </a:lnTo>
                      <a:lnTo>
                        <a:pt x="243" y="134"/>
                      </a:lnTo>
                      <a:lnTo>
                        <a:pt x="241" y="134"/>
                      </a:lnTo>
                      <a:lnTo>
                        <a:pt x="239" y="134"/>
                      </a:lnTo>
                      <a:lnTo>
                        <a:pt x="237" y="134"/>
                      </a:lnTo>
                      <a:lnTo>
                        <a:pt x="237" y="136"/>
                      </a:lnTo>
                      <a:lnTo>
                        <a:pt x="236" y="136"/>
                      </a:lnTo>
                      <a:lnTo>
                        <a:pt x="236" y="134"/>
                      </a:lnTo>
                      <a:lnTo>
                        <a:pt x="236" y="136"/>
                      </a:lnTo>
                      <a:lnTo>
                        <a:pt x="234" y="136"/>
                      </a:lnTo>
                      <a:lnTo>
                        <a:pt x="232" y="138"/>
                      </a:lnTo>
                      <a:lnTo>
                        <a:pt x="232" y="136"/>
                      </a:lnTo>
                      <a:lnTo>
                        <a:pt x="232" y="138"/>
                      </a:lnTo>
                      <a:lnTo>
                        <a:pt x="232" y="136"/>
                      </a:lnTo>
                      <a:lnTo>
                        <a:pt x="230" y="136"/>
                      </a:lnTo>
                      <a:lnTo>
                        <a:pt x="230" y="138"/>
                      </a:lnTo>
                      <a:lnTo>
                        <a:pt x="230" y="136"/>
                      </a:lnTo>
                      <a:lnTo>
                        <a:pt x="228" y="136"/>
                      </a:lnTo>
                      <a:lnTo>
                        <a:pt x="226" y="136"/>
                      </a:lnTo>
                      <a:lnTo>
                        <a:pt x="225" y="136"/>
                      </a:lnTo>
                      <a:lnTo>
                        <a:pt x="225" y="134"/>
                      </a:lnTo>
                      <a:lnTo>
                        <a:pt x="226" y="136"/>
                      </a:lnTo>
                      <a:lnTo>
                        <a:pt x="226" y="134"/>
                      </a:lnTo>
                      <a:lnTo>
                        <a:pt x="228" y="134"/>
                      </a:lnTo>
                      <a:lnTo>
                        <a:pt x="230" y="134"/>
                      </a:lnTo>
                      <a:lnTo>
                        <a:pt x="230" y="132"/>
                      </a:lnTo>
                      <a:lnTo>
                        <a:pt x="230" y="130"/>
                      </a:lnTo>
                      <a:lnTo>
                        <a:pt x="230" y="128"/>
                      </a:lnTo>
                      <a:lnTo>
                        <a:pt x="228" y="128"/>
                      </a:lnTo>
                      <a:lnTo>
                        <a:pt x="226" y="130"/>
                      </a:lnTo>
                      <a:lnTo>
                        <a:pt x="226" y="128"/>
                      </a:lnTo>
                      <a:lnTo>
                        <a:pt x="225" y="128"/>
                      </a:lnTo>
                      <a:lnTo>
                        <a:pt x="223" y="128"/>
                      </a:lnTo>
                      <a:lnTo>
                        <a:pt x="221" y="128"/>
                      </a:lnTo>
                      <a:lnTo>
                        <a:pt x="219" y="128"/>
                      </a:lnTo>
                      <a:lnTo>
                        <a:pt x="217" y="128"/>
                      </a:lnTo>
                      <a:lnTo>
                        <a:pt x="216" y="128"/>
                      </a:lnTo>
                      <a:lnTo>
                        <a:pt x="214" y="128"/>
                      </a:lnTo>
                      <a:lnTo>
                        <a:pt x="212" y="128"/>
                      </a:lnTo>
                      <a:lnTo>
                        <a:pt x="212" y="130"/>
                      </a:lnTo>
                      <a:lnTo>
                        <a:pt x="210" y="130"/>
                      </a:lnTo>
                      <a:lnTo>
                        <a:pt x="208" y="130"/>
                      </a:lnTo>
                      <a:lnTo>
                        <a:pt x="208" y="132"/>
                      </a:lnTo>
                      <a:lnTo>
                        <a:pt x="206" y="132"/>
                      </a:lnTo>
                      <a:lnTo>
                        <a:pt x="206" y="134"/>
                      </a:lnTo>
                      <a:lnTo>
                        <a:pt x="205" y="134"/>
                      </a:lnTo>
                      <a:lnTo>
                        <a:pt x="203" y="134"/>
                      </a:lnTo>
                      <a:lnTo>
                        <a:pt x="201" y="134"/>
                      </a:lnTo>
                      <a:lnTo>
                        <a:pt x="201" y="136"/>
                      </a:lnTo>
                      <a:lnTo>
                        <a:pt x="199" y="136"/>
                      </a:lnTo>
                      <a:lnTo>
                        <a:pt x="197" y="136"/>
                      </a:lnTo>
                      <a:lnTo>
                        <a:pt x="197" y="138"/>
                      </a:lnTo>
                      <a:lnTo>
                        <a:pt x="197" y="136"/>
                      </a:lnTo>
                      <a:lnTo>
                        <a:pt x="197" y="138"/>
                      </a:lnTo>
                      <a:lnTo>
                        <a:pt x="197" y="136"/>
                      </a:lnTo>
                      <a:lnTo>
                        <a:pt x="195" y="136"/>
                      </a:lnTo>
                      <a:lnTo>
                        <a:pt x="195" y="138"/>
                      </a:lnTo>
                      <a:lnTo>
                        <a:pt x="195" y="139"/>
                      </a:lnTo>
                      <a:lnTo>
                        <a:pt x="194" y="139"/>
                      </a:lnTo>
                      <a:lnTo>
                        <a:pt x="194" y="141"/>
                      </a:lnTo>
                      <a:lnTo>
                        <a:pt x="192" y="141"/>
                      </a:lnTo>
                      <a:lnTo>
                        <a:pt x="192" y="143"/>
                      </a:lnTo>
                      <a:lnTo>
                        <a:pt x="192" y="145"/>
                      </a:lnTo>
                      <a:lnTo>
                        <a:pt x="190" y="145"/>
                      </a:lnTo>
                      <a:lnTo>
                        <a:pt x="190" y="143"/>
                      </a:lnTo>
                      <a:lnTo>
                        <a:pt x="190" y="145"/>
                      </a:lnTo>
                      <a:lnTo>
                        <a:pt x="188" y="145"/>
                      </a:lnTo>
                      <a:lnTo>
                        <a:pt x="186" y="145"/>
                      </a:lnTo>
                      <a:lnTo>
                        <a:pt x="185" y="145"/>
                      </a:lnTo>
                      <a:lnTo>
                        <a:pt x="183" y="145"/>
                      </a:lnTo>
                      <a:lnTo>
                        <a:pt x="181" y="145"/>
                      </a:lnTo>
                      <a:lnTo>
                        <a:pt x="179" y="145"/>
                      </a:lnTo>
                      <a:lnTo>
                        <a:pt x="179" y="147"/>
                      </a:lnTo>
                      <a:lnTo>
                        <a:pt x="177" y="147"/>
                      </a:lnTo>
                      <a:lnTo>
                        <a:pt x="175" y="147"/>
                      </a:lnTo>
                      <a:lnTo>
                        <a:pt x="175" y="148"/>
                      </a:lnTo>
                      <a:lnTo>
                        <a:pt x="174" y="148"/>
                      </a:lnTo>
                      <a:lnTo>
                        <a:pt x="172" y="148"/>
                      </a:lnTo>
                      <a:lnTo>
                        <a:pt x="172" y="150"/>
                      </a:lnTo>
                      <a:lnTo>
                        <a:pt x="170" y="150"/>
                      </a:lnTo>
                      <a:lnTo>
                        <a:pt x="168" y="150"/>
                      </a:lnTo>
                      <a:lnTo>
                        <a:pt x="168" y="152"/>
                      </a:lnTo>
                      <a:lnTo>
                        <a:pt x="166" y="152"/>
                      </a:lnTo>
                      <a:lnTo>
                        <a:pt x="166" y="154"/>
                      </a:lnTo>
                      <a:lnTo>
                        <a:pt x="164" y="154"/>
                      </a:lnTo>
                      <a:lnTo>
                        <a:pt x="163" y="154"/>
                      </a:lnTo>
                      <a:lnTo>
                        <a:pt x="163" y="156"/>
                      </a:lnTo>
                      <a:lnTo>
                        <a:pt x="161" y="156"/>
                      </a:lnTo>
                      <a:lnTo>
                        <a:pt x="159" y="156"/>
                      </a:lnTo>
                      <a:lnTo>
                        <a:pt x="157" y="156"/>
                      </a:lnTo>
                      <a:lnTo>
                        <a:pt x="155" y="156"/>
                      </a:lnTo>
                      <a:lnTo>
                        <a:pt x="153" y="156"/>
                      </a:lnTo>
                      <a:lnTo>
                        <a:pt x="153" y="154"/>
                      </a:lnTo>
                      <a:lnTo>
                        <a:pt x="152" y="154"/>
                      </a:lnTo>
                      <a:lnTo>
                        <a:pt x="152" y="152"/>
                      </a:lnTo>
                      <a:lnTo>
                        <a:pt x="152" y="150"/>
                      </a:lnTo>
                      <a:lnTo>
                        <a:pt x="150" y="150"/>
                      </a:lnTo>
                      <a:lnTo>
                        <a:pt x="150" y="148"/>
                      </a:lnTo>
                      <a:lnTo>
                        <a:pt x="148" y="148"/>
                      </a:lnTo>
                      <a:lnTo>
                        <a:pt x="150" y="148"/>
                      </a:lnTo>
                      <a:lnTo>
                        <a:pt x="148" y="147"/>
                      </a:lnTo>
                      <a:lnTo>
                        <a:pt x="148" y="145"/>
                      </a:lnTo>
                      <a:lnTo>
                        <a:pt x="148" y="143"/>
                      </a:lnTo>
                      <a:lnTo>
                        <a:pt x="146" y="143"/>
                      </a:lnTo>
                      <a:lnTo>
                        <a:pt x="146" y="141"/>
                      </a:lnTo>
                      <a:lnTo>
                        <a:pt x="148" y="141"/>
                      </a:lnTo>
                      <a:lnTo>
                        <a:pt x="148" y="139"/>
                      </a:lnTo>
                      <a:lnTo>
                        <a:pt x="148" y="138"/>
                      </a:lnTo>
                      <a:lnTo>
                        <a:pt x="148" y="136"/>
                      </a:lnTo>
                      <a:lnTo>
                        <a:pt x="150" y="136"/>
                      </a:lnTo>
                      <a:lnTo>
                        <a:pt x="148" y="136"/>
                      </a:lnTo>
                      <a:lnTo>
                        <a:pt x="150" y="134"/>
                      </a:lnTo>
                      <a:lnTo>
                        <a:pt x="148" y="134"/>
                      </a:lnTo>
                      <a:lnTo>
                        <a:pt x="148" y="132"/>
                      </a:lnTo>
                      <a:lnTo>
                        <a:pt x="150" y="132"/>
                      </a:lnTo>
                      <a:lnTo>
                        <a:pt x="148" y="132"/>
                      </a:lnTo>
                      <a:lnTo>
                        <a:pt x="148" y="130"/>
                      </a:lnTo>
                      <a:lnTo>
                        <a:pt x="150" y="130"/>
                      </a:lnTo>
                      <a:lnTo>
                        <a:pt x="150" y="128"/>
                      </a:lnTo>
                      <a:lnTo>
                        <a:pt x="150" y="127"/>
                      </a:lnTo>
                      <a:lnTo>
                        <a:pt x="150" y="125"/>
                      </a:lnTo>
                      <a:lnTo>
                        <a:pt x="150" y="123"/>
                      </a:lnTo>
                      <a:lnTo>
                        <a:pt x="150" y="121"/>
                      </a:lnTo>
                      <a:lnTo>
                        <a:pt x="152" y="119"/>
                      </a:lnTo>
                      <a:lnTo>
                        <a:pt x="152" y="117"/>
                      </a:lnTo>
                      <a:lnTo>
                        <a:pt x="150" y="117"/>
                      </a:lnTo>
                      <a:lnTo>
                        <a:pt x="152" y="117"/>
                      </a:lnTo>
                      <a:lnTo>
                        <a:pt x="152" y="116"/>
                      </a:lnTo>
                      <a:lnTo>
                        <a:pt x="153" y="116"/>
                      </a:lnTo>
                      <a:lnTo>
                        <a:pt x="152" y="116"/>
                      </a:lnTo>
                      <a:lnTo>
                        <a:pt x="152" y="114"/>
                      </a:lnTo>
                      <a:lnTo>
                        <a:pt x="153" y="114"/>
                      </a:lnTo>
                      <a:lnTo>
                        <a:pt x="152" y="114"/>
                      </a:lnTo>
                      <a:lnTo>
                        <a:pt x="152" y="112"/>
                      </a:lnTo>
                      <a:lnTo>
                        <a:pt x="153" y="112"/>
                      </a:lnTo>
                      <a:lnTo>
                        <a:pt x="152" y="112"/>
                      </a:lnTo>
                      <a:lnTo>
                        <a:pt x="150" y="112"/>
                      </a:lnTo>
                      <a:lnTo>
                        <a:pt x="150" y="110"/>
                      </a:lnTo>
                      <a:lnTo>
                        <a:pt x="150" y="112"/>
                      </a:lnTo>
                      <a:lnTo>
                        <a:pt x="148" y="112"/>
                      </a:lnTo>
                      <a:lnTo>
                        <a:pt x="146" y="112"/>
                      </a:lnTo>
                      <a:lnTo>
                        <a:pt x="144" y="112"/>
                      </a:lnTo>
                      <a:lnTo>
                        <a:pt x="143" y="114"/>
                      </a:lnTo>
                      <a:lnTo>
                        <a:pt x="143" y="112"/>
                      </a:lnTo>
                      <a:lnTo>
                        <a:pt x="141" y="112"/>
                      </a:lnTo>
                      <a:lnTo>
                        <a:pt x="141" y="110"/>
                      </a:lnTo>
                      <a:lnTo>
                        <a:pt x="141" y="108"/>
                      </a:lnTo>
                      <a:lnTo>
                        <a:pt x="143" y="108"/>
                      </a:lnTo>
                      <a:lnTo>
                        <a:pt x="141" y="108"/>
                      </a:lnTo>
                      <a:lnTo>
                        <a:pt x="143" y="108"/>
                      </a:lnTo>
                      <a:lnTo>
                        <a:pt x="143" y="106"/>
                      </a:lnTo>
                      <a:lnTo>
                        <a:pt x="143" y="105"/>
                      </a:lnTo>
                      <a:lnTo>
                        <a:pt x="144" y="105"/>
                      </a:lnTo>
                      <a:lnTo>
                        <a:pt x="144" y="103"/>
                      </a:lnTo>
                      <a:lnTo>
                        <a:pt x="144" y="105"/>
                      </a:lnTo>
                      <a:lnTo>
                        <a:pt x="144" y="103"/>
                      </a:lnTo>
                      <a:lnTo>
                        <a:pt x="144" y="101"/>
                      </a:lnTo>
                      <a:lnTo>
                        <a:pt x="144" y="99"/>
                      </a:lnTo>
                      <a:lnTo>
                        <a:pt x="143" y="99"/>
                      </a:lnTo>
                      <a:lnTo>
                        <a:pt x="143" y="97"/>
                      </a:lnTo>
                      <a:lnTo>
                        <a:pt x="143" y="99"/>
                      </a:lnTo>
                      <a:lnTo>
                        <a:pt x="143" y="97"/>
                      </a:lnTo>
                      <a:lnTo>
                        <a:pt x="141" y="97"/>
                      </a:lnTo>
                      <a:lnTo>
                        <a:pt x="139" y="97"/>
                      </a:lnTo>
                      <a:lnTo>
                        <a:pt x="137" y="95"/>
                      </a:lnTo>
                      <a:lnTo>
                        <a:pt x="135" y="95"/>
                      </a:lnTo>
                      <a:lnTo>
                        <a:pt x="135" y="94"/>
                      </a:lnTo>
                      <a:lnTo>
                        <a:pt x="133" y="94"/>
                      </a:lnTo>
                      <a:lnTo>
                        <a:pt x="133" y="95"/>
                      </a:lnTo>
                      <a:lnTo>
                        <a:pt x="133" y="94"/>
                      </a:lnTo>
                      <a:lnTo>
                        <a:pt x="132" y="94"/>
                      </a:lnTo>
                      <a:lnTo>
                        <a:pt x="133" y="92"/>
                      </a:lnTo>
                      <a:lnTo>
                        <a:pt x="132" y="92"/>
                      </a:lnTo>
                      <a:lnTo>
                        <a:pt x="130" y="92"/>
                      </a:lnTo>
                      <a:lnTo>
                        <a:pt x="130" y="94"/>
                      </a:lnTo>
                      <a:lnTo>
                        <a:pt x="128" y="94"/>
                      </a:lnTo>
                      <a:lnTo>
                        <a:pt x="128" y="92"/>
                      </a:lnTo>
                      <a:lnTo>
                        <a:pt x="126" y="92"/>
                      </a:lnTo>
                      <a:lnTo>
                        <a:pt x="126" y="94"/>
                      </a:lnTo>
                      <a:lnTo>
                        <a:pt x="124" y="94"/>
                      </a:lnTo>
                      <a:lnTo>
                        <a:pt x="122" y="94"/>
                      </a:lnTo>
                      <a:lnTo>
                        <a:pt x="121" y="94"/>
                      </a:lnTo>
                      <a:lnTo>
                        <a:pt x="121" y="95"/>
                      </a:lnTo>
                      <a:lnTo>
                        <a:pt x="119" y="95"/>
                      </a:lnTo>
                      <a:lnTo>
                        <a:pt x="119" y="97"/>
                      </a:lnTo>
                      <a:lnTo>
                        <a:pt x="117" y="97"/>
                      </a:lnTo>
                      <a:lnTo>
                        <a:pt x="117" y="99"/>
                      </a:lnTo>
                      <a:lnTo>
                        <a:pt x="115" y="99"/>
                      </a:lnTo>
                      <a:lnTo>
                        <a:pt x="115" y="101"/>
                      </a:lnTo>
                      <a:lnTo>
                        <a:pt x="115" y="103"/>
                      </a:lnTo>
                      <a:lnTo>
                        <a:pt x="113" y="103"/>
                      </a:lnTo>
                      <a:lnTo>
                        <a:pt x="113" y="105"/>
                      </a:lnTo>
                      <a:lnTo>
                        <a:pt x="111" y="105"/>
                      </a:lnTo>
                      <a:lnTo>
                        <a:pt x="111" y="106"/>
                      </a:lnTo>
                      <a:lnTo>
                        <a:pt x="110" y="106"/>
                      </a:lnTo>
                      <a:lnTo>
                        <a:pt x="108" y="106"/>
                      </a:lnTo>
                      <a:lnTo>
                        <a:pt x="110" y="108"/>
                      </a:lnTo>
                      <a:lnTo>
                        <a:pt x="108" y="108"/>
                      </a:lnTo>
                      <a:lnTo>
                        <a:pt x="106" y="108"/>
                      </a:lnTo>
                      <a:lnTo>
                        <a:pt x="106" y="110"/>
                      </a:lnTo>
                      <a:lnTo>
                        <a:pt x="104" y="110"/>
                      </a:lnTo>
                      <a:lnTo>
                        <a:pt x="106" y="110"/>
                      </a:lnTo>
                      <a:lnTo>
                        <a:pt x="106" y="112"/>
                      </a:lnTo>
                      <a:lnTo>
                        <a:pt x="104" y="112"/>
                      </a:lnTo>
                      <a:lnTo>
                        <a:pt x="102" y="112"/>
                      </a:lnTo>
                      <a:lnTo>
                        <a:pt x="102" y="114"/>
                      </a:lnTo>
                      <a:lnTo>
                        <a:pt x="102" y="116"/>
                      </a:lnTo>
                      <a:lnTo>
                        <a:pt x="104" y="116"/>
                      </a:lnTo>
                      <a:lnTo>
                        <a:pt x="106" y="116"/>
                      </a:lnTo>
                      <a:lnTo>
                        <a:pt x="106" y="117"/>
                      </a:lnTo>
                      <a:lnTo>
                        <a:pt x="106" y="119"/>
                      </a:lnTo>
                      <a:lnTo>
                        <a:pt x="106" y="121"/>
                      </a:lnTo>
                      <a:lnTo>
                        <a:pt x="104" y="121"/>
                      </a:lnTo>
                      <a:lnTo>
                        <a:pt x="104" y="123"/>
                      </a:lnTo>
                      <a:lnTo>
                        <a:pt x="106" y="123"/>
                      </a:lnTo>
                      <a:lnTo>
                        <a:pt x="104" y="123"/>
                      </a:lnTo>
                      <a:lnTo>
                        <a:pt x="106" y="123"/>
                      </a:lnTo>
                      <a:lnTo>
                        <a:pt x="104" y="123"/>
                      </a:lnTo>
                      <a:lnTo>
                        <a:pt x="102" y="123"/>
                      </a:lnTo>
                      <a:lnTo>
                        <a:pt x="104" y="123"/>
                      </a:lnTo>
                      <a:lnTo>
                        <a:pt x="104" y="125"/>
                      </a:lnTo>
                      <a:lnTo>
                        <a:pt x="102" y="125"/>
                      </a:lnTo>
                      <a:lnTo>
                        <a:pt x="102" y="127"/>
                      </a:lnTo>
                      <a:lnTo>
                        <a:pt x="101" y="127"/>
                      </a:lnTo>
                      <a:lnTo>
                        <a:pt x="99" y="127"/>
                      </a:lnTo>
                      <a:lnTo>
                        <a:pt x="99" y="125"/>
                      </a:lnTo>
                      <a:lnTo>
                        <a:pt x="97" y="125"/>
                      </a:lnTo>
                      <a:lnTo>
                        <a:pt x="95" y="125"/>
                      </a:lnTo>
                      <a:lnTo>
                        <a:pt x="93" y="125"/>
                      </a:lnTo>
                      <a:lnTo>
                        <a:pt x="93" y="123"/>
                      </a:lnTo>
                      <a:lnTo>
                        <a:pt x="91" y="123"/>
                      </a:lnTo>
                      <a:lnTo>
                        <a:pt x="90" y="123"/>
                      </a:lnTo>
                      <a:lnTo>
                        <a:pt x="90" y="125"/>
                      </a:lnTo>
                      <a:lnTo>
                        <a:pt x="88" y="125"/>
                      </a:lnTo>
                      <a:lnTo>
                        <a:pt x="88" y="123"/>
                      </a:lnTo>
                      <a:lnTo>
                        <a:pt x="86" y="125"/>
                      </a:lnTo>
                      <a:lnTo>
                        <a:pt x="84" y="125"/>
                      </a:lnTo>
                      <a:lnTo>
                        <a:pt x="82" y="125"/>
                      </a:lnTo>
                      <a:lnTo>
                        <a:pt x="80" y="125"/>
                      </a:lnTo>
                      <a:lnTo>
                        <a:pt x="79" y="125"/>
                      </a:lnTo>
                      <a:lnTo>
                        <a:pt x="79" y="123"/>
                      </a:lnTo>
                      <a:lnTo>
                        <a:pt x="79" y="125"/>
                      </a:lnTo>
                      <a:lnTo>
                        <a:pt x="77" y="125"/>
                      </a:lnTo>
                      <a:lnTo>
                        <a:pt x="77" y="127"/>
                      </a:lnTo>
                      <a:lnTo>
                        <a:pt x="75" y="128"/>
                      </a:lnTo>
                      <a:lnTo>
                        <a:pt x="73" y="128"/>
                      </a:lnTo>
                      <a:lnTo>
                        <a:pt x="73" y="130"/>
                      </a:lnTo>
                      <a:lnTo>
                        <a:pt x="73" y="132"/>
                      </a:lnTo>
                      <a:lnTo>
                        <a:pt x="73" y="134"/>
                      </a:lnTo>
                      <a:lnTo>
                        <a:pt x="75" y="134"/>
                      </a:lnTo>
                      <a:lnTo>
                        <a:pt x="75" y="136"/>
                      </a:lnTo>
                      <a:lnTo>
                        <a:pt x="77" y="136"/>
                      </a:lnTo>
                      <a:lnTo>
                        <a:pt x="77" y="138"/>
                      </a:lnTo>
                      <a:lnTo>
                        <a:pt x="75" y="138"/>
                      </a:lnTo>
                      <a:lnTo>
                        <a:pt x="75" y="139"/>
                      </a:lnTo>
                      <a:lnTo>
                        <a:pt x="73" y="139"/>
                      </a:lnTo>
                      <a:lnTo>
                        <a:pt x="71" y="139"/>
                      </a:lnTo>
                      <a:lnTo>
                        <a:pt x="71" y="141"/>
                      </a:lnTo>
                      <a:lnTo>
                        <a:pt x="70" y="141"/>
                      </a:lnTo>
                      <a:lnTo>
                        <a:pt x="68" y="141"/>
                      </a:lnTo>
                      <a:lnTo>
                        <a:pt x="68" y="139"/>
                      </a:lnTo>
                      <a:lnTo>
                        <a:pt x="66" y="139"/>
                      </a:lnTo>
                      <a:lnTo>
                        <a:pt x="64" y="139"/>
                      </a:lnTo>
                      <a:lnTo>
                        <a:pt x="64" y="138"/>
                      </a:lnTo>
                      <a:lnTo>
                        <a:pt x="62" y="138"/>
                      </a:lnTo>
                      <a:lnTo>
                        <a:pt x="62" y="136"/>
                      </a:lnTo>
                      <a:lnTo>
                        <a:pt x="60" y="136"/>
                      </a:lnTo>
                      <a:lnTo>
                        <a:pt x="60" y="134"/>
                      </a:lnTo>
                      <a:lnTo>
                        <a:pt x="59" y="134"/>
                      </a:lnTo>
                      <a:lnTo>
                        <a:pt x="57" y="134"/>
                      </a:lnTo>
                      <a:lnTo>
                        <a:pt x="57" y="132"/>
                      </a:lnTo>
                      <a:lnTo>
                        <a:pt x="55" y="134"/>
                      </a:lnTo>
                      <a:lnTo>
                        <a:pt x="57" y="134"/>
                      </a:lnTo>
                      <a:lnTo>
                        <a:pt x="57" y="136"/>
                      </a:lnTo>
                      <a:lnTo>
                        <a:pt x="57" y="134"/>
                      </a:lnTo>
                      <a:lnTo>
                        <a:pt x="55" y="134"/>
                      </a:lnTo>
                      <a:lnTo>
                        <a:pt x="53" y="134"/>
                      </a:lnTo>
                      <a:lnTo>
                        <a:pt x="53" y="136"/>
                      </a:lnTo>
                      <a:lnTo>
                        <a:pt x="53" y="134"/>
                      </a:lnTo>
                      <a:lnTo>
                        <a:pt x="51" y="134"/>
                      </a:lnTo>
                      <a:lnTo>
                        <a:pt x="51" y="136"/>
                      </a:lnTo>
                      <a:lnTo>
                        <a:pt x="49" y="136"/>
                      </a:lnTo>
                      <a:lnTo>
                        <a:pt x="48" y="136"/>
                      </a:lnTo>
                      <a:lnTo>
                        <a:pt x="48" y="138"/>
                      </a:lnTo>
                      <a:lnTo>
                        <a:pt x="46" y="138"/>
                      </a:lnTo>
                      <a:lnTo>
                        <a:pt x="44" y="138"/>
                      </a:lnTo>
                      <a:lnTo>
                        <a:pt x="44" y="139"/>
                      </a:lnTo>
                      <a:lnTo>
                        <a:pt x="42" y="139"/>
                      </a:lnTo>
                      <a:lnTo>
                        <a:pt x="40" y="139"/>
                      </a:lnTo>
                      <a:lnTo>
                        <a:pt x="38" y="139"/>
                      </a:lnTo>
                      <a:lnTo>
                        <a:pt x="38" y="141"/>
                      </a:lnTo>
                      <a:lnTo>
                        <a:pt x="37" y="141"/>
                      </a:lnTo>
                      <a:lnTo>
                        <a:pt x="35" y="141"/>
                      </a:lnTo>
                      <a:lnTo>
                        <a:pt x="35" y="143"/>
                      </a:lnTo>
                      <a:lnTo>
                        <a:pt x="35" y="145"/>
                      </a:lnTo>
                      <a:lnTo>
                        <a:pt x="33" y="145"/>
                      </a:lnTo>
                      <a:lnTo>
                        <a:pt x="31" y="145"/>
                      </a:lnTo>
                      <a:lnTo>
                        <a:pt x="31" y="143"/>
                      </a:lnTo>
                      <a:lnTo>
                        <a:pt x="31" y="145"/>
                      </a:lnTo>
                      <a:lnTo>
                        <a:pt x="29" y="145"/>
                      </a:lnTo>
                      <a:lnTo>
                        <a:pt x="28" y="147"/>
                      </a:lnTo>
                      <a:lnTo>
                        <a:pt x="26" y="147"/>
                      </a:lnTo>
                      <a:lnTo>
                        <a:pt x="24" y="147"/>
                      </a:lnTo>
                      <a:lnTo>
                        <a:pt x="22" y="147"/>
                      </a:lnTo>
                      <a:lnTo>
                        <a:pt x="22" y="145"/>
                      </a:lnTo>
                      <a:lnTo>
                        <a:pt x="20" y="143"/>
                      </a:lnTo>
                      <a:lnTo>
                        <a:pt x="18" y="143"/>
                      </a:lnTo>
                      <a:lnTo>
                        <a:pt x="17" y="143"/>
                      </a:lnTo>
                      <a:lnTo>
                        <a:pt x="17" y="141"/>
                      </a:lnTo>
                      <a:lnTo>
                        <a:pt x="17" y="139"/>
                      </a:lnTo>
                      <a:lnTo>
                        <a:pt x="17" y="138"/>
                      </a:lnTo>
                      <a:lnTo>
                        <a:pt x="18" y="134"/>
                      </a:lnTo>
                      <a:lnTo>
                        <a:pt x="18" y="132"/>
                      </a:lnTo>
                      <a:lnTo>
                        <a:pt x="18" y="130"/>
                      </a:lnTo>
                      <a:lnTo>
                        <a:pt x="18" y="127"/>
                      </a:lnTo>
                      <a:lnTo>
                        <a:pt x="18" y="125"/>
                      </a:lnTo>
                      <a:lnTo>
                        <a:pt x="20" y="125"/>
                      </a:lnTo>
                      <a:lnTo>
                        <a:pt x="22" y="121"/>
                      </a:lnTo>
                      <a:lnTo>
                        <a:pt x="24" y="121"/>
                      </a:lnTo>
                      <a:lnTo>
                        <a:pt x="24" y="119"/>
                      </a:lnTo>
                      <a:lnTo>
                        <a:pt x="26" y="119"/>
                      </a:lnTo>
                      <a:lnTo>
                        <a:pt x="26" y="117"/>
                      </a:lnTo>
                      <a:lnTo>
                        <a:pt x="28" y="116"/>
                      </a:lnTo>
                      <a:lnTo>
                        <a:pt x="28" y="114"/>
                      </a:lnTo>
                      <a:lnTo>
                        <a:pt x="29" y="112"/>
                      </a:lnTo>
                      <a:lnTo>
                        <a:pt x="31" y="112"/>
                      </a:lnTo>
                      <a:lnTo>
                        <a:pt x="33" y="112"/>
                      </a:lnTo>
                      <a:lnTo>
                        <a:pt x="35" y="112"/>
                      </a:lnTo>
                      <a:lnTo>
                        <a:pt x="33" y="112"/>
                      </a:lnTo>
                      <a:lnTo>
                        <a:pt x="35" y="110"/>
                      </a:lnTo>
                      <a:lnTo>
                        <a:pt x="35" y="108"/>
                      </a:lnTo>
                      <a:lnTo>
                        <a:pt x="37" y="108"/>
                      </a:lnTo>
                      <a:lnTo>
                        <a:pt x="37" y="106"/>
                      </a:lnTo>
                      <a:lnTo>
                        <a:pt x="38" y="106"/>
                      </a:lnTo>
                      <a:lnTo>
                        <a:pt x="37" y="106"/>
                      </a:lnTo>
                      <a:lnTo>
                        <a:pt x="38" y="105"/>
                      </a:lnTo>
                      <a:lnTo>
                        <a:pt x="37" y="105"/>
                      </a:lnTo>
                      <a:lnTo>
                        <a:pt x="38" y="105"/>
                      </a:lnTo>
                      <a:lnTo>
                        <a:pt x="38" y="103"/>
                      </a:lnTo>
                      <a:lnTo>
                        <a:pt x="38" y="101"/>
                      </a:lnTo>
                      <a:lnTo>
                        <a:pt x="37" y="101"/>
                      </a:lnTo>
                      <a:lnTo>
                        <a:pt x="35" y="101"/>
                      </a:lnTo>
                      <a:lnTo>
                        <a:pt x="35" y="99"/>
                      </a:lnTo>
                      <a:lnTo>
                        <a:pt x="35" y="97"/>
                      </a:lnTo>
                      <a:lnTo>
                        <a:pt x="33" y="97"/>
                      </a:lnTo>
                      <a:lnTo>
                        <a:pt x="31" y="97"/>
                      </a:lnTo>
                      <a:lnTo>
                        <a:pt x="31" y="95"/>
                      </a:lnTo>
                      <a:lnTo>
                        <a:pt x="29" y="95"/>
                      </a:lnTo>
                      <a:lnTo>
                        <a:pt x="29" y="94"/>
                      </a:lnTo>
                      <a:lnTo>
                        <a:pt x="28" y="94"/>
                      </a:lnTo>
                      <a:lnTo>
                        <a:pt x="28" y="95"/>
                      </a:lnTo>
                      <a:lnTo>
                        <a:pt x="26" y="95"/>
                      </a:lnTo>
                      <a:lnTo>
                        <a:pt x="28" y="94"/>
                      </a:lnTo>
                      <a:lnTo>
                        <a:pt x="28" y="92"/>
                      </a:lnTo>
                      <a:lnTo>
                        <a:pt x="29" y="92"/>
                      </a:lnTo>
                      <a:lnTo>
                        <a:pt x="28" y="92"/>
                      </a:lnTo>
                      <a:lnTo>
                        <a:pt x="28" y="90"/>
                      </a:lnTo>
                      <a:lnTo>
                        <a:pt x="26" y="90"/>
                      </a:lnTo>
                      <a:lnTo>
                        <a:pt x="26" y="88"/>
                      </a:lnTo>
                      <a:lnTo>
                        <a:pt x="28" y="88"/>
                      </a:lnTo>
                      <a:lnTo>
                        <a:pt x="28" y="86"/>
                      </a:lnTo>
                      <a:lnTo>
                        <a:pt x="28" y="84"/>
                      </a:lnTo>
                      <a:lnTo>
                        <a:pt x="26" y="84"/>
                      </a:lnTo>
                      <a:lnTo>
                        <a:pt x="26" y="83"/>
                      </a:lnTo>
                      <a:lnTo>
                        <a:pt x="28" y="83"/>
                      </a:lnTo>
                      <a:lnTo>
                        <a:pt x="29" y="83"/>
                      </a:lnTo>
                      <a:lnTo>
                        <a:pt x="28" y="81"/>
                      </a:lnTo>
                      <a:lnTo>
                        <a:pt x="26" y="81"/>
                      </a:lnTo>
                      <a:lnTo>
                        <a:pt x="28" y="79"/>
                      </a:lnTo>
                      <a:lnTo>
                        <a:pt x="29" y="79"/>
                      </a:lnTo>
                      <a:lnTo>
                        <a:pt x="31" y="79"/>
                      </a:lnTo>
                      <a:lnTo>
                        <a:pt x="31" y="77"/>
                      </a:lnTo>
                      <a:lnTo>
                        <a:pt x="31" y="75"/>
                      </a:lnTo>
                      <a:lnTo>
                        <a:pt x="29" y="75"/>
                      </a:lnTo>
                      <a:lnTo>
                        <a:pt x="29" y="74"/>
                      </a:lnTo>
                      <a:lnTo>
                        <a:pt x="28" y="74"/>
                      </a:lnTo>
                      <a:lnTo>
                        <a:pt x="28" y="72"/>
                      </a:lnTo>
                      <a:lnTo>
                        <a:pt x="26" y="72"/>
                      </a:lnTo>
                      <a:lnTo>
                        <a:pt x="26" y="74"/>
                      </a:lnTo>
                      <a:lnTo>
                        <a:pt x="24" y="74"/>
                      </a:lnTo>
                      <a:lnTo>
                        <a:pt x="24" y="72"/>
                      </a:lnTo>
                      <a:lnTo>
                        <a:pt x="22" y="72"/>
                      </a:lnTo>
                      <a:lnTo>
                        <a:pt x="20" y="72"/>
                      </a:lnTo>
                      <a:lnTo>
                        <a:pt x="20" y="74"/>
                      </a:lnTo>
                      <a:lnTo>
                        <a:pt x="18" y="74"/>
                      </a:lnTo>
                      <a:lnTo>
                        <a:pt x="17" y="74"/>
                      </a:lnTo>
                      <a:lnTo>
                        <a:pt x="15" y="74"/>
                      </a:lnTo>
                      <a:lnTo>
                        <a:pt x="13" y="74"/>
                      </a:lnTo>
                      <a:lnTo>
                        <a:pt x="13" y="72"/>
                      </a:lnTo>
                      <a:lnTo>
                        <a:pt x="13" y="70"/>
                      </a:lnTo>
                      <a:lnTo>
                        <a:pt x="13" y="68"/>
                      </a:lnTo>
                      <a:lnTo>
                        <a:pt x="11" y="68"/>
                      </a:lnTo>
                      <a:lnTo>
                        <a:pt x="11" y="66"/>
                      </a:lnTo>
                      <a:lnTo>
                        <a:pt x="9" y="66"/>
                      </a:lnTo>
                      <a:lnTo>
                        <a:pt x="7" y="66"/>
                      </a:lnTo>
                      <a:lnTo>
                        <a:pt x="6" y="66"/>
                      </a:lnTo>
                      <a:lnTo>
                        <a:pt x="4" y="66"/>
                      </a:lnTo>
                      <a:lnTo>
                        <a:pt x="4" y="64"/>
                      </a:lnTo>
                      <a:lnTo>
                        <a:pt x="0" y="64"/>
                      </a:lnTo>
                      <a:lnTo>
                        <a:pt x="2" y="64"/>
                      </a:lnTo>
                      <a:lnTo>
                        <a:pt x="0" y="63"/>
                      </a:lnTo>
                      <a:lnTo>
                        <a:pt x="2" y="63"/>
                      </a:lnTo>
                      <a:lnTo>
                        <a:pt x="0" y="63"/>
                      </a:lnTo>
                      <a:lnTo>
                        <a:pt x="2" y="63"/>
                      </a:lnTo>
                      <a:lnTo>
                        <a:pt x="4" y="63"/>
                      </a:lnTo>
                      <a:lnTo>
                        <a:pt x="6" y="63"/>
                      </a:lnTo>
                      <a:lnTo>
                        <a:pt x="6" y="61"/>
                      </a:lnTo>
                      <a:lnTo>
                        <a:pt x="6" y="59"/>
                      </a:lnTo>
                      <a:lnTo>
                        <a:pt x="4" y="57"/>
                      </a:lnTo>
                      <a:lnTo>
                        <a:pt x="6" y="57"/>
                      </a:lnTo>
                      <a:lnTo>
                        <a:pt x="4" y="55"/>
                      </a:lnTo>
                      <a:lnTo>
                        <a:pt x="2" y="55"/>
                      </a:lnTo>
                      <a:lnTo>
                        <a:pt x="2" y="53"/>
                      </a:lnTo>
                      <a:lnTo>
                        <a:pt x="4" y="53"/>
                      </a:lnTo>
                      <a:lnTo>
                        <a:pt x="6" y="53"/>
                      </a:lnTo>
                      <a:lnTo>
                        <a:pt x="4" y="53"/>
                      </a:lnTo>
                      <a:lnTo>
                        <a:pt x="4" y="52"/>
                      </a:lnTo>
                      <a:lnTo>
                        <a:pt x="6" y="53"/>
                      </a:lnTo>
                      <a:lnTo>
                        <a:pt x="6" y="52"/>
                      </a:lnTo>
                      <a:lnTo>
                        <a:pt x="7" y="52"/>
                      </a:lnTo>
                      <a:lnTo>
                        <a:pt x="9" y="52"/>
                      </a:lnTo>
                      <a:lnTo>
                        <a:pt x="11" y="52"/>
                      </a:lnTo>
                      <a:lnTo>
                        <a:pt x="11" y="50"/>
                      </a:lnTo>
                      <a:lnTo>
                        <a:pt x="13" y="50"/>
                      </a:lnTo>
                      <a:lnTo>
                        <a:pt x="15" y="50"/>
                      </a:lnTo>
                      <a:lnTo>
                        <a:pt x="17" y="50"/>
                      </a:lnTo>
                      <a:lnTo>
                        <a:pt x="18" y="50"/>
                      </a:lnTo>
                      <a:lnTo>
                        <a:pt x="18" y="52"/>
                      </a:lnTo>
                      <a:lnTo>
                        <a:pt x="20" y="52"/>
                      </a:lnTo>
                      <a:lnTo>
                        <a:pt x="22" y="52"/>
                      </a:lnTo>
                      <a:lnTo>
                        <a:pt x="24" y="52"/>
                      </a:lnTo>
                      <a:lnTo>
                        <a:pt x="26" y="53"/>
                      </a:lnTo>
                      <a:lnTo>
                        <a:pt x="28" y="53"/>
                      </a:lnTo>
                      <a:lnTo>
                        <a:pt x="29" y="53"/>
                      </a:lnTo>
                      <a:lnTo>
                        <a:pt x="31" y="53"/>
                      </a:lnTo>
                      <a:lnTo>
                        <a:pt x="33" y="53"/>
                      </a:lnTo>
                      <a:lnTo>
                        <a:pt x="35" y="53"/>
                      </a:lnTo>
                      <a:lnTo>
                        <a:pt x="37" y="53"/>
                      </a:lnTo>
                      <a:lnTo>
                        <a:pt x="38" y="53"/>
                      </a:lnTo>
                      <a:lnTo>
                        <a:pt x="40" y="53"/>
                      </a:lnTo>
                      <a:lnTo>
                        <a:pt x="42" y="53"/>
                      </a:lnTo>
                      <a:lnTo>
                        <a:pt x="44" y="53"/>
                      </a:lnTo>
                      <a:lnTo>
                        <a:pt x="44" y="52"/>
                      </a:lnTo>
                      <a:lnTo>
                        <a:pt x="46" y="52"/>
                      </a:lnTo>
                      <a:lnTo>
                        <a:pt x="46" y="50"/>
                      </a:lnTo>
                      <a:lnTo>
                        <a:pt x="46" y="48"/>
                      </a:lnTo>
                      <a:lnTo>
                        <a:pt x="46" y="46"/>
                      </a:lnTo>
                      <a:lnTo>
                        <a:pt x="48" y="46"/>
                      </a:lnTo>
                      <a:lnTo>
                        <a:pt x="48" y="44"/>
                      </a:lnTo>
                      <a:lnTo>
                        <a:pt x="48" y="42"/>
                      </a:lnTo>
                      <a:lnTo>
                        <a:pt x="49" y="44"/>
                      </a:lnTo>
                      <a:lnTo>
                        <a:pt x="49" y="42"/>
                      </a:lnTo>
                      <a:lnTo>
                        <a:pt x="51" y="42"/>
                      </a:lnTo>
                      <a:lnTo>
                        <a:pt x="53" y="42"/>
                      </a:lnTo>
                      <a:lnTo>
                        <a:pt x="55" y="42"/>
                      </a:lnTo>
                      <a:lnTo>
                        <a:pt x="55" y="41"/>
                      </a:lnTo>
                      <a:lnTo>
                        <a:pt x="53" y="39"/>
                      </a:lnTo>
                      <a:lnTo>
                        <a:pt x="55" y="39"/>
                      </a:lnTo>
                      <a:lnTo>
                        <a:pt x="55" y="41"/>
                      </a:lnTo>
                      <a:lnTo>
                        <a:pt x="55" y="42"/>
                      </a:lnTo>
                      <a:lnTo>
                        <a:pt x="57" y="42"/>
                      </a:lnTo>
                      <a:lnTo>
                        <a:pt x="57" y="41"/>
                      </a:lnTo>
                      <a:lnTo>
                        <a:pt x="59" y="41"/>
                      </a:lnTo>
                      <a:lnTo>
                        <a:pt x="57" y="41"/>
                      </a:lnTo>
                      <a:lnTo>
                        <a:pt x="57" y="39"/>
                      </a:lnTo>
                      <a:lnTo>
                        <a:pt x="57" y="37"/>
                      </a:lnTo>
                      <a:lnTo>
                        <a:pt x="55" y="37"/>
                      </a:lnTo>
                      <a:lnTo>
                        <a:pt x="55" y="35"/>
                      </a:lnTo>
                      <a:lnTo>
                        <a:pt x="57" y="35"/>
                      </a:lnTo>
                      <a:lnTo>
                        <a:pt x="59" y="35"/>
                      </a:lnTo>
                      <a:lnTo>
                        <a:pt x="60" y="35"/>
                      </a:lnTo>
                      <a:lnTo>
                        <a:pt x="60" y="33"/>
                      </a:lnTo>
                      <a:lnTo>
                        <a:pt x="60" y="31"/>
                      </a:lnTo>
                      <a:lnTo>
                        <a:pt x="59" y="31"/>
                      </a:lnTo>
                      <a:lnTo>
                        <a:pt x="57" y="31"/>
                      </a:lnTo>
                      <a:lnTo>
                        <a:pt x="55" y="33"/>
                      </a:lnTo>
                      <a:lnTo>
                        <a:pt x="53" y="33"/>
                      </a:lnTo>
                      <a:lnTo>
                        <a:pt x="51" y="33"/>
                      </a:lnTo>
                      <a:lnTo>
                        <a:pt x="49" y="33"/>
                      </a:lnTo>
                      <a:lnTo>
                        <a:pt x="48" y="33"/>
                      </a:lnTo>
                      <a:lnTo>
                        <a:pt x="48" y="35"/>
                      </a:lnTo>
                      <a:lnTo>
                        <a:pt x="44" y="33"/>
                      </a:lnTo>
                      <a:lnTo>
                        <a:pt x="44" y="31"/>
                      </a:lnTo>
                      <a:lnTo>
                        <a:pt x="46" y="31"/>
                      </a:lnTo>
                      <a:lnTo>
                        <a:pt x="48" y="31"/>
                      </a:lnTo>
                      <a:lnTo>
                        <a:pt x="51" y="30"/>
                      </a:lnTo>
                      <a:lnTo>
                        <a:pt x="53" y="31"/>
                      </a:lnTo>
                      <a:lnTo>
                        <a:pt x="55" y="31"/>
                      </a:lnTo>
                      <a:lnTo>
                        <a:pt x="55" y="30"/>
                      </a:lnTo>
                      <a:lnTo>
                        <a:pt x="57" y="30"/>
                      </a:lnTo>
                      <a:lnTo>
                        <a:pt x="60" y="30"/>
                      </a:lnTo>
                      <a:lnTo>
                        <a:pt x="64" y="30"/>
                      </a:lnTo>
                      <a:lnTo>
                        <a:pt x="66" y="30"/>
                      </a:lnTo>
                      <a:lnTo>
                        <a:pt x="68" y="30"/>
                      </a:lnTo>
                      <a:lnTo>
                        <a:pt x="70" y="30"/>
                      </a:lnTo>
                      <a:lnTo>
                        <a:pt x="71" y="31"/>
                      </a:lnTo>
                      <a:lnTo>
                        <a:pt x="71" y="30"/>
                      </a:lnTo>
                      <a:lnTo>
                        <a:pt x="70" y="30"/>
                      </a:lnTo>
                      <a:lnTo>
                        <a:pt x="71" y="28"/>
                      </a:lnTo>
                      <a:lnTo>
                        <a:pt x="70" y="28"/>
                      </a:lnTo>
                      <a:lnTo>
                        <a:pt x="70" y="26"/>
                      </a:lnTo>
                      <a:lnTo>
                        <a:pt x="71" y="28"/>
                      </a:lnTo>
                      <a:lnTo>
                        <a:pt x="71" y="26"/>
                      </a:lnTo>
                      <a:lnTo>
                        <a:pt x="71" y="24"/>
                      </a:lnTo>
                      <a:lnTo>
                        <a:pt x="70" y="24"/>
                      </a:lnTo>
                      <a:lnTo>
                        <a:pt x="70" y="22"/>
                      </a:lnTo>
                      <a:lnTo>
                        <a:pt x="71" y="22"/>
                      </a:lnTo>
                      <a:lnTo>
                        <a:pt x="70" y="22"/>
                      </a:lnTo>
                      <a:lnTo>
                        <a:pt x="70" y="21"/>
                      </a:lnTo>
                      <a:lnTo>
                        <a:pt x="70" y="19"/>
                      </a:lnTo>
                      <a:lnTo>
                        <a:pt x="68" y="19"/>
                      </a:lnTo>
                      <a:lnTo>
                        <a:pt x="68" y="17"/>
                      </a:lnTo>
                      <a:lnTo>
                        <a:pt x="70" y="17"/>
                      </a:lnTo>
                      <a:lnTo>
                        <a:pt x="71" y="17"/>
                      </a:lnTo>
                      <a:lnTo>
                        <a:pt x="73" y="15"/>
                      </a:lnTo>
                      <a:lnTo>
                        <a:pt x="71" y="15"/>
                      </a:lnTo>
                      <a:lnTo>
                        <a:pt x="71" y="13"/>
                      </a:lnTo>
                      <a:lnTo>
                        <a:pt x="73" y="13"/>
                      </a:lnTo>
                      <a:lnTo>
                        <a:pt x="71" y="11"/>
                      </a:lnTo>
                      <a:lnTo>
                        <a:pt x="73" y="11"/>
                      </a:lnTo>
                      <a:lnTo>
                        <a:pt x="73" y="10"/>
                      </a:lnTo>
                      <a:lnTo>
                        <a:pt x="75" y="10"/>
                      </a:lnTo>
                      <a:lnTo>
                        <a:pt x="77" y="10"/>
                      </a:lnTo>
                      <a:lnTo>
                        <a:pt x="79" y="10"/>
                      </a:lnTo>
                      <a:lnTo>
                        <a:pt x="80" y="11"/>
                      </a:lnTo>
                      <a:lnTo>
                        <a:pt x="80" y="13"/>
                      </a:lnTo>
                      <a:lnTo>
                        <a:pt x="82" y="13"/>
                      </a:lnTo>
                      <a:lnTo>
                        <a:pt x="84" y="13"/>
                      </a:lnTo>
                      <a:lnTo>
                        <a:pt x="84" y="15"/>
                      </a:lnTo>
                      <a:lnTo>
                        <a:pt x="86" y="15"/>
                      </a:lnTo>
                      <a:lnTo>
                        <a:pt x="88" y="15"/>
                      </a:lnTo>
                      <a:lnTo>
                        <a:pt x="88" y="13"/>
                      </a:lnTo>
                      <a:lnTo>
                        <a:pt x="88" y="11"/>
                      </a:lnTo>
                      <a:lnTo>
                        <a:pt x="90" y="11"/>
                      </a:lnTo>
                      <a:lnTo>
                        <a:pt x="90" y="13"/>
                      </a:lnTo>
                      <a:lnTo>
                        <a:pt x="90" y="11"/>
                      </a:lnTo>
                      <a:lnTo>
                        <a:pt x="91" y="11"/>
                      </a:lnTo>
                      <a:lnTo>
                        <a:pt x="93" y="11"/>
                      </a:lnTo>
                      <a:lnTo>
                        <a:pt x="95" y="11"/>
                      </a:lnTo>
                      <a:lnTo>
                        <a:pt x="97" y="11"/>
                      </a:lnTo>
                      <a:lnTo>
                        <a:pt x="99" y="10"/>
                      </a:lnTo>
                      <a:lnTo>
                        <a:pt x="101" y="10"/>
                      </a:lnTo>
                      <a:lnTo>
                        <a:pt x="101" y="8"/>
                      </a:lnTo>
                      <a:lnTo>
                        <a:pt x="102" y="8"/>
                      </a:lnTo>
                      <a:lnTo>
                        <a:pt x="104" y="8"/>
                      </a:lnTo>
                      <a:lnTo>
                        <a:pt x="106" y="8"/>
                      </a:lnTo>
                      <a:lnTo>
                        <a:pt x="106" y="6"/>
                      </a:lnTo>
                      <a:lnTo>
                        <a:pt x="108" y="6"/>
                      </a:lnTo>
                      <a:lnTo>
                        <a:pt x="110" y="6"/>
                      </a:lnTo>
                      <a:lnTo>
                        <a:pt x="110" y="4"/>
                      </a:lnTo>
                      <a:lnTo>
                        <a:pt x="110" y="2"/>
                      </a:lnTo>
                      <a:lnTo>
                        <a:pt x="110" y="0"/>
                      </a:lnTo>
                      <a:lnTo>
                        <a:pt x="11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2" name="Freeform 108">
                  <a:extLst>
                    <a:ext uri="{FF2B5EF4-FFF2-40B4-BE49-F238E27FC236}">
                      <a16:creationId xmlns:a16="http://schemas.microsoft.com/office/drawing/2014/main" id="{4A9ECCF4-410E-39C4-E8BC-CD1BFBB3095C}"/>
                    </a:ext>
                  </a:extLst>
                </p:cNvPr>
                <p:cNvSpPr>
                  <a:spLocks noEditPoints="1"/>
                </p:cNvSpPr>
                <p:nvPr/>
              </p:nvSpPr>
              <p:spPr bwMode="auto">
                <a:xfrm>
                  <a:off x="5444602" y="3727899"/>
                  <a:ext cx="538551" cy="961439"/>
                </a:xfrm>
                <a:custGeom>
                  <a:avLst/>
                  <a:gdLst>
                    <a:gd name="T0" fmla="*/ 68 w 298"/>
                    <a:gd name="T1" fmla="*/ 367 h 532"/>
                    <a:gd name="T2" fmla="*/ 68 w 298"/>
                    <a:gd name="T3" fmla="*/ 408 h 532"/>
                    <a:gd name="T4" fmla="*/ 90 w 298"/>
                    <a:gd name="T5" fmla="*/ 402 h 532"/>
                    <a:gd name="T6" fmla="*/ 104 w 298"/>
                    <a:gd name="T7" fmla="*/ 431 h 532"/>
                    <a:gd name="T8" fmla="*/ 110 w 298"/>
                    <a:gd name="T9" fmla="*/ 462 h 532"/>
                    <a:gd name="T10" fmla="*/ 115 w 298"/>
                    <a:gd name="T11" fmla="*/ 473 h 532"/>
                    <a:gd name="T12" fmla="*/ 145 w 298"/>
                    <a:gd name="T13" fmla="*/ 486 h 532"/>
                    <a:gd name="T14" fmla="*/ 170 w 298"/>
                    <a:gd name="T15" fmla="*/ 515 h 532"/>
                    <a:gd name="T16" fmla="*/ 135 w 298"/>
                    <a:gd name="T17" fmla="*/ 530 h 532"/>
                    <a:gd name="T18" fmla="*/ 119 w 298"/>
                    <a:gd name="T19" fmla="*/ 503 h 532"/>
                    <a:gd name="T20" fmla="*/ 99 w 298"/>
                    <a:gd name="T21" fmla="*/ 501 h 532"/>
                    <a:gd name="T22" fmla="*/ 93 w 298"/>
                    <a:gd name="T23" fmla="*/ 492 h 532"/>
                    <a:gd name="T24" fmla="*/ 84 w 298"/>
                    <a:gd name="T25" fmla="*/ 479 h 532"/>
                    <a:gd name="T26" fmla="*/ 81 w 298"/>
                    <a:gd name="T27" fmla="*/ 475 h 532"/>
                    <a:gd name="T28" fmla="*/ 75 w 298"/>
                    <a:gd name="T29" fmla="*/ 470 h 532"/>
                    <a:gd name="T30" fmla="*/ 64 w 298"/>
                    <a:gd name="T31" fmla="*/ 455 h 532"/>
                    <a:gd name="T32" fmla="*/ 59 w 298"/>
                    <a:gd name="T33" fmla="*/ 448 h 532"/>
                    <a:gd name="T34" fmla="*/ 50 w 298"/>
                    <a:gd name="T35" fmla="*/ 439 h 532"/>
                    <a:gd name="T36" fmla="*/ 42 w 298"/>
                    <a:gd name="T37" fmla="*/ 433 h 532"/>
                    <a:gd name="T38" fmla="*/ 33 w 298"/>
                    <a:gd name="T39" fmla="*/ 433 h 532"/>
                    <a:gd name="T40" fmla="*/ 37 w 298"/>
                    <a:gd name="T41" fmla="*/ 411 h 532"/>
                    <a:gd name="T42" fmla="*/ 37 w 298"/>
                    <a:gd name="T43" fmla="*/ 404 h 532"/>
                    <a:gd name="T44" fmla="*/ 44 w 298"/>
                    <a:gd name="T45" fmla="*/ 389 h 532"/>
                    <a:gd name="T46" fmla="*/ 44 w 298"/>
                    <a:gd name="T47" fmla="*/ 382 h 532"/>
                    <a:gd name="T48" fmla="*/ 51 w 298"/>
                    <a:gd name="T49" fmla="*/ 364 h 532"/>
                    <a:gd name="T50" fmla="*/ 73 w 298"/>
                    <a:gd name="T51" fmla="*/ 325 h 532"/>
                    <a:gd name="T52" fmla="*/ 75 w 298"/>
                    <a:gd name="T53" fmla="*/ 283 h 532"/>
                    <a:gd name="T54" fmla="*/ 66 w 298"/>
                    <a:gd name="T55" fmla="*/ 243 h 532"/>
                    <a:gd name="T56" fmla="*/ 33 w 298"/>
                    <a:gd name="T57" fmla="*/ 205 h 532"/>
                    <a:gd name="T58" fmla="*/ 44 w 298"/>
                    <a:gd name="T59" fmla="*/ 172 h 532"/>
                    <a:gd name="T60" fmla="*/ 46 w 298"/>
                    <a:gd name="T61" fmla="*/ 144 h 532"/>
                    <a:gd name="T62" fmla="*/ 35 w 298"/>
                    <a:gd name="T63" fmla="*/ 121 h 532"/>
                    <a:gd name="T64" fmla="*/ 13 w 298"/>
                    <a:gd name="T65" fmla="*/ 91 h 532"/>
                    <a:gd name="T66" fmla="*/ 9 w 298"/>
                    <a:gd name="T67" fmla="*/ 68 h 532"/>
                    <a:gd name="T68" fmla="*/ 22 w 298"/>
                    <a:gd name="T69" fmla="*/ 31 h 532"/>
                    <a:gd name="T70" fmla="*/ 59 w 298"/>
                    <a:gd name="T71" fmla="*/ 26 h 532"/>
                    <a:gd name="T72" fmla="*/ 88 w 298"/>
                    <a:gd name="T73" fmla="*/ 4 h 532"/>
                    <a:gd name="T74" fmla="*/ 112 w 298"/>
                    <a:gd name="T75" fmla="*/ 9 h 532"/>
                    <a:gd name="T76" fmla="*/ 135 w 298"/>
                    <a:gd name="T77" fmla="*/ 33 h 532"/>
                    <a:gd name="T78" fmla="*/ 135 w 298"/>
                    <a:gd name="T79" fmla="*/ 69 h 532"/>
                    <a:gd name="T80" fmla="*/ 135 w 298"/>
                    <a:gd name="T81" fmla="*/ 108 h 532"/>
                    <a:gd name="T82" fmla="*/ 166 w 298"/>
                    <a:gd name="T83" fmla="*/ 84 h 532"/>
                    <a:gd name="T84" fmla="*/ 205 w 298"/>
                    <a:gd name="T85" fmla="*/ 84 h 532"/>
                    <a:gd name="T86" fmla="*/ 250 w 298"/>
                    <a:gd name="T87" fmla="*/ 93 h 532"/>
                    <a:gd name="T88" fmla="*/ 270 w 298"/>
                    <a:gd name="T89" fmla="*/ 148 h 532"/>
                    <a:gd name="T90" fmla="*/ 296 w 298"/>
                    <a:gd name="T91" fmla="*/ 181 h 532"/>
                    <a:gd name="T92" fmla="*/ 292 w 298"/>
                    <a:gd name="T93" fmla="*/ 207 h 532"/>
                    <a:gd name="T94" fmla="*/ 274 w 298"/>
                    <a:gd name="T95" fmla="*/ 217 h 532"/>
                    <a:gd name="T96" fmla="*/ 239 w 298"/>
                    <a:gd name="T97" fmla="*/ 219 h 532"/>
                    <a:gd name="T98" fmla="*/ 199 w 298"/>
                    <a:gd name="T99" fmla="*/ 230 h 532"/>
                    <a:gd name="T100" fmla="*/ 185 w 298"/>
                    <a:gd name="T101" fmla="*/ 269 h 532"/>
                    <a:gd name="T102" fmla="*/ 197 w 298"/>
                    <a:gd name="T103" fmla="*/ 309 h 532"/>
                    <a:gd name="T104" fmla="*/ 187 w 298"/>
                    <a:gd name="T105" fmla="*/ 302 h 532"/>
                    <a:gd name="T106" fmla="*/ 176 w 298"/>
                    <a:gd name="T107" fmla="*/ 287 h 532"/>
                    <a:gd name="T108" fmla="*/ 170 w 298"/>
                    <a:gd name="T109" fmla="*/ 287 h 532"/>
                    <a:gd name="T110" fmla="*/ 146 w 298"/>
                    <a:gd name="T111" fmla="*/ 281 h 532"/>
                    <a:gd name="T112" fmla="*/ 128 w 298"/>
                    <a:gd name="T113" fmla="*/ 256 h 532"/>
                    <a:gd name="T114" fmla="*/ 134 w 298"/>
                    <a:gd name="T115" fmla="*/ 247 h 532"/>
                    <a:gd name="T116" fmla="*/ 117 w 298"/>
                    <a:gd name="T117" fmla="*/ 249 h 532"/>
                    <a:gd name="T118" fmla="*/ 101 w 298"/>
                    <a:gd name="T119" fmla="*/ 252 h 532"/>
                    <a:gd name="T120" fmla="*/ 95 w 298"/>
                    <a:gd name="T121" fmla="*/ 287 h 532"/>
                    <a:gd name="T122" fmla="*/ 81 w 298"/>
                    <a:gd name="T123" fmla="*/ 327 h 532"/>
                    <a:gd name="T124" fmla="*/ 70 w 298"/>
                    <a:gd name="T125" fmla="*/ 360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8" h="532">
                      <a:moveTo>
                        <a:pt x="93" y="393"/>
                      </a:moveTo>
                      <a:lnTo>
                        <a:pt x="93" y="391"/>
                      </a:lnTo>
                      <a:lnTo>
                        <a:pt x="92" y="391"/>
                      </a:lnTo>
                      <a:lnTo>
                        <a:pt x="93" y="389"/>
                      </a:lnTo>
                      <a:lnTo>
                        <a:pt x="95" y="389"/>
                      </a:lnTo>
                      <a:lnTo>
                        <a:pt x="95" y="391"/>
                      </a:lnTo>
                      <a:lnTo>
                        <a:pt x="95" y="389"/>
                      </a:lnTo>
                      <a:lnTo>
                        <a:pt x="97" y="391"/>
                      </a:lnTo>
                      <a:lnTo>
                        <a:pt x="97" y="389"/>
                      </a:lnTo>
                      <a:lnTo>
                        <a:pt x="99" y="389"/>
                      </a:lnTo>
                      <a:lnTo>
                        <a:pt x="97" y="389"/>
                      </a:lnTo>
                      <a:lnTo>
                        <a:pt x="99" y="389"/>
                      </a:lnTo>
                      <a:lnTo>
                        <a:pt x="99" y="391"/>
                      </a:lnTo>
                      <a:lnTo>
                        <a:pt x="99" y="389"/>
                      </a:lnTo>
                      <a:lnTo>
                        <a:pt x="99" y="391"/>
                      </a:lnTo>
                      <a:lnTo>
                        <a:pt x="97" y="391"/>
                      </a:lnTo>
                      <a:lnTo>
                        <a:pt x="97" y="393"/>
                      </a:lnTo>
                      <a:lnTo>
                        <a:pt x="99" y="393"/>
                      </a:lnTo>
                      <a:lnTo>
                        <a:pt x="99" y="395"/>
                      </a:lnTo>
                      <a:lnTo>
                        <a:pt x="97" y="393"/>
                      </a:lnTo>
                      <a:lnTo>
                        <a:pt x="97" y="395"/>
                      </a:lnTo>
                      <a:lnTo>
                        <a:pt x="95" y="395"/>
                      </a:lnTo>
                      <a:lnTo>
                        <a:pt x="93" y="397"/>
                      </a:lnTo>
                      <a:lnTo>
                        <a:pt x="93" y="395"/>
                      </a:lnTo>
                      <a:lnTo>
                        <a:pt x="93" y="397"/>
                      </a:lnTo>
                      <a:lnTo>
                        <a:pt x="93" y="395"/>
                      </a:lnTo>
                      <a:lnTo>
                        <a:pt x="93" y="393"/>
                      </a:lnTo>
                      <a:close/>
                      <a:moveTo>
                        <a:pt x="68" y="362"/>
                      </a:moveTo>
                      <a:lnTo>
                        <a:pt x="66" y="362"/>
                      </a:lnTo>
                      <a:lnTo>
                        <a:pt x="64" y="362"/>
                      </a:lnTo>
                      <a:lnTo>
                        <a:pt x="66" y="364"/>
                      </a:lnTo>
                      <a:lnTo>
                        <a:pt x="64" y="364"/>
                      </a:lnTo>
                      <a:lnTo>
                        <a:pt x="66" y="364"/>
                      </a:lnTo>
                      <a:lnTo>
                        <a:pt x="66" y="366"/>
                      </a:lnTo>
                      <a:lnTo>
                        <a:pt x="68" y="366"/>
                      </a:lnTo>
                      <a:lnTo>
                        <a:pt x="68" y="367"/>
                      </a:lnTo>
                      <a:lnTo>
                        <a:pt x="68" y="366"/>
                      </a:lnTo>
                      <a:lnTo>
                        <a:pt x="68" y="367"/>
                      </a:lnTo>
                      <a:lnTo>
                        <a:pt x="66" y="367"/>
                      </a:lnTo>
                      <a:lnTo>
                        <a:pt x="66" y="369"/>
                      </a:lnTo>
                      <a:lnTo>
                        <a:pt x="64" y="371"/>
                      </a:lnTo>
                      <a:lnTo>
                        <a:pt x="66" y="371"/>
                      </a:lnTo>
                      <a:lnTo>
                        <a:pt x="64" y="371"/>
                      </a:lnTo>
                      <a:lnTo>
                        <a:pt x="66" y="371"/>
                      </a:lnTo>
                      <a:lnTo>
                        <a:pt x="66" y="373"/>
                      </a:lnTo>
                      <a:lnTo>
                        <a:pt x="66" y="375"/>
                      </a:lnTo>
                      <a:lnTo>
                        <a:pt x="66" y="377"/>
                      </a:lnTo>
                      <a:lnTo>
                        <a:pt x="66" y="378"/>
                      </a:lnTo>
                      <a:lnTo>
                        <a:pt x="66" y="380"/>
                      </a:lnTo>
                      <a:lnTo>
                        <a:pt x="64" y="380"/>
                      </a:lnTo>
                      <a:lnTo>
                        <a:pt x="64" y="382"/>
                      </a:lnTo>
                      <a:lnTo>
                        <a:pt x="64" y="384"/>
                      </a:lnTo>
                      <a:lnTo>
                        <a:pt x="66" y="386"/>
                      </a:lnTo>
                      <a:lnTo>
                        <a:pt x="66" y="387"/>
                      </a:lnTo>
                      <a:lnTo>
                        <a:pt x="68" y="389"/>
                      </a:lnTo>
                      <a:lnTo>
                        <a:pt x="68" y="391"/>
                      </a:lnTo>
                      <a:lnTo>
                        <a:pt x="68" y="393"/>
                      </a:lnTo>
                      <a:lnTo>
                        <a:pt x="70" y="395"/>
                      </a:lnTo>
                      <a:lnTo>
                        <a:pt x="72" y="397"/>
                      </a:lnTo>
                      <a:lnTo>
                        <a:pt x="70" y="397"/>
                      </a:lnTo>
                      <a:lnTo>
                        <a:pt x="70" y="398"/>
                      </a:lnTo>
                      <a:lnTo>
                        <a:pt x="68" y="398"/>
                      </a:lnTo>
                      <a:lnTo>
                        <a:pt x="68" y="400"/>
                      </a:lnTo>
                      <a:lnTo>
                        <a:pt x="68" y="402"/>
                      </a:lnTo>
                      <a:lnTo>
                        <a:pt x="70" y="402"/>
                      </a:lnTo>
                      <a:lnTo>
                        <a:pt x="72" y="402"/>
                      </a:lnTo>
                      <a:lnTo>
                        <a:pt x="70" y="404"/>
                      </a:lnTo>
                      <a:lnTo>
                        <a:pt x="70" y="402"/>
                      </a:lnTo>
                      <a:lnTo>
                        <a:pt x="72" y="402"/>
                      </a:lnTo>
                      <a:lnTo>
                        <a:pt x="72" y="404"/>
                      </a:lnTo>
                      <a:lnTo>
                        <a:pt x="72" y="406"/>
                      </a:lnTo>
                      <a:lnTo>
                        <a:pt x="70" y="406"/>
                      </a:lnTo>
                      <a:lnTo>
                        <a:pt x="68" y="406"/>
                      </a:lnTo>
                      <a:lnTo>
                        <a:pt x="68" y="404"/>
                      </a:lnTo>
                      <a:lnTo>
                        <a:pt x="68" y="406"/>
                      </a:lnTo>
                      <a:lnTo>
                        <a:pt x="68" y="408"/>
                      </a:lnTo>
                      <a:lnTo>
                        <a:pt x="66" y="408"/>
                      </a:lnTo>
                      <a:lnTo>
                        <a:pt x="68" y="408"/>
                      </a:lnTo>
                      <a:lnTo>
                        <a:pt x="66" y="408"/>
                      </a:lnTo>
                      <a:lnTo>
                        <a:pt x="68" y="408"/>
                      </a:lnTo>
                      <a:lnTo>
                        <a:pt x="68" y="406"/>
                      </a:lnTo>
                      <a:lnTo>
                        <a:pt x="68" y="408"/>
                      </a:lnTo>
                      <a:lnTo>
                        <a:pt x="68" y="406"/>
                      </a:lnTo>
                      <a:lnTo>
                        <a:pt x="70" y="406"/>
                      </a:lnTo>
                      <a:lnTo>
                        <a:pt x="72" y="406"/>
                      </a:lnTo>
                      <a:lnTo>
                        <a:pt x="72" y="404"/>
                      </a:lnTo>
                      <a:lnTo>
                        <a:pt x="73" y="404"/>
                      </a:lnTo>
                      <a:lnTo>
                        <a:pt x="73" y="406"/>
                      </a:lnTo>
                      <a:lnTo>
                        <a:pt x="73" y="404"/>
                      </a:lnTo>
                      <a:lnTo>
                        <a:pt x="75" y="404"/>
                      </a:lnTo>
                      <a:lnTo>
                        <a:pt x="77" y="404"/>
                      </a:lnTo>
                      <a:lnTo>
                        <a:pt x="77" y="402"/>
                      </a:lnTo>
                      <a:lnTo>
                        <a:pt x="79" y="402"/>
                      </a:lnTo>
                      <a:lnTo>
                        <a:pt x="79" y="400"/>
                      </a:lnTo>
                      <a:lnTo>
                        <a:pt x="81" y="400"/>
                      </a:lnTo>
                      <a:lnTo>
                        <a:pt x="82" y="400"/>
                      </a:lnTo>
                      <a:lnTo>
                        <a:pt x="84" y="400"/>
                      </a:lnTo>
                      <a:lnTo>
                        <a:pt x="84" y="398"/>
                      </a:lnTo>
                      <a:lnTo>
                        <a:pt x="86" y="400"/>
                      </a:lnTo>
                      <a:lnTo>
                        <a:pt x="86" y="398"/>
                      </a:lnTo>
                      <a:lnTo>
                        <a:pt x="86" y="400"/>
                      </a:lnTo>
                      <a:lnTo>
                        <a:pt x="86" y="398"/>
                      </a:lnTo>
                      <a:lnTo>
                        <a:pt x="88" y="398"/>
                      </a:lnTo>
                      <a:lnTo>
                        <a:pt x="88" y="400"/>
                      </a:lnTo>
                      <a:lnTo>
                        <a:pt x="88" y="398"/>
                      </a:lnTo>
                      <a:lnTo>
                        <a:pt x="88" y="400"/>
                      </a:lnTo>
                      <a:lnTo>
                        <a:pt x="88" y="398"/>
                      </a:lnTo>
                      <a:lnTo>
                        <a:pt x="88" y="400"/>
                      </a:lnTo>
                      <a:lnTo>
                        <a:pt x="88" y="398"/>
                      </a:lnTo>
                      <a:lnTo>
                        <a:pt x="88" y="400"/>
                      </a:lnTo>
                      <a:lnTo>
                        <a:pt x="90" y="400"/>
                      </a:lnTo>
                      <a:lnTo>
                        <a:pt x="90" y="402"/>
                      </a:lnTo>
                      <a:lnTo>
                        <a:pt x="92" y="402"/>
                      </a:lnTo>
                      <a:lnTo>
                        <a:pt x="90" y="402"/>
                      </a:lnTo>
                      <a:lnTo>
                        <a:pt x="92" y="402"/>
                      </a:lnTo>
                      <a:lnTo>
                        <a:pt x="90" y="402"/>
                      </a:lnTo>
                      <a:lnTo>
                        <a:pt x="92" y="402"/>
                      </a:lnTo>
                      <a:lnTo>
                        <a:pt x="92" y="404"/>
                      </a:lnTo>
                      <a:lnTo>
                        <a:pt x="92" y="406"/>
                      </a:lnTo>
                      <a:lnTo>
                        <a:pt x="92" y="408"/>
                      </a:lnTo>
                      <a:lnTo>
                        <a:pt x="92" y="409"/>
                      </a:lnTo>
                      <a:lnTo>
                        <a:pt x="93" y="409"/>
                      </a:lnTo>
                      <a:lnTo>
                        <a:pt x="93" y="411"/>
                      </a:lnTo>
                      <a:lnTo>
                        <a:pt x="92" y="411"/>
                      </a:lnTo>
                      <a:lnTo>
                        <a:pt x="92" y="413"/>
                      </a:lnTo>
                      <a:lnTo>
                        <a:pt x="93" y="415"/>
                      </a:lnTo>
                      <a:lnTo>
                        <a:pt x="93" y="417"/>
                      </a:lnTo>
                      <a:lnTo>
                        <a:pt x="93" y="419"/>
                      </a:lnTo>
                      <a:lnTo>
                        <a:pt x="93" y="420"/>
                      </a:lnTo>
                      <a:lnTo>
                        <a:pt x="93" y="422"/>
                      </a:lnTo>
                      <a:lnTo>
                        <a:pt x="93" y="424"/>
                      </a:lnTo>
                      <a:lnTo>
                        <a:pt x="93" y="426"/>
                      </a:lnTo>
                      <a:lnTo>
                        <a:pt x="95" y="426"/>
                      </a:lnTo>
                      <a:lnTo>
                        <a:pt x="93" y="426"/>
                      </a:lnTo>
                      <a:lnTo>
                        <a:pt x="95" y="426"/>
                      </a:lnTo>
                      <a:lnTo>
                        <a:pt x="97" y="428"/>
                      </a:lnTo>
                      <a:lnTo>
                        <a:pt x="97" y="430"/>
                      </a:lnTo>
                      <a:lnTo>
                        <a:pt x="99" y="430"/>
                      </a:lnTo>
                      <a:lnTo>
                        <a:pt x="99" y="431"/>
                      </a:lnTo>
                      <a:lnTo>
                        <a:pt x="101" y="431"/>
                      </a:lnTo>
                      <a:lnTo>
                        <a:pt x="101" y="433"/>
                      </a:lnTo>
                      <a:lnTo>
                        <a:pt x="103" y="433"/>
                      </a:lnTo>
                      <a:lnTo>
                        <a:pt x="101" y="433"/>
                      </a:lnTo>
                      <a:lnTo>
                        <a:pt x="103" y="433"/>
                      </a:lnTo>
                      <a:lnTo>
                        <a:pt x="101" y="431"/>
                      </a:lnTo>
                      <a:lnTo>
                        <a:pt x="101" y="430"/>
                      </a:lnTo>
                      <a:lnTo>
                        <a:pt x="101" y="428"/>
                      </a:lnTo>
                      <a:lnTo>
                        <a:pt x="99" y="428"/>
                      </a:lnTo>
                      <a:lnTo>
                        <a:pt x="101" y="428"/>
                      </a:lnTo>
                      <a:lnTo>
                        <a:pt x="103" y="430"/>
                      </a:lnTo>
                      <a:lnTo>
                        <a:pt x="103" y="431"/>
                      </a:lnTo>
                      <a:lnTo>
                        <a:pt x="104" y="431"/>
                      </a:lnTo>
                      <a:lnTo>
                        <a:pt x="104" y="435"/>
                      </a:lnTo>
                      <a:lnTo>
                        <a:pt x="106" y="437"/>
                      </a:lnTo>
                      <a:lnTo>
                        <a:pt x="106" y="439"/>
                      </a:lnTo>
                      <a:lnTo>
                        <a:pt x="106" y="440"/>
                      </a:lnTo>
                      <a:lnTo>
                        <a:pt x="106" y="444"/>
                      </a:lnTo>
                      <a:lnTo>
                        <a:pt x="106" y="446"/>
                      </a:lnTo>
                      <a:lnTo>
                        <a:pt x="108" y="448"/>
                      </a:lnTo>
                      <a:lnTo>
                        <a:pt x="108" y="450"/>
                      </a:lnTo>
                      <a:lnTo>
                        <a:pt x="108" y="453"/>
                      </a:lnTo>
                      <a:lnTo>
                        <a:pt x="108" y="455"/>
                      </a:lnTo>
                      <a:lnTo>
                        <a:pt x="110" y="457"/>
                      </a:lnTo>
                      <a:lnTo>
                        <a:pt x="110" y="459"/>
                      </a:lnTo>
                      <a:lnTo>
                        <a:pt x="110" y="461"/>
                      </a:lnTo>
                      <a:lnTo>
                        <a:pt x="110" y="462"/>
                      </a:lnTo>
                      <a:lnTo>
                        <a:pt x="112" y="462"/>
                      </a:lnTo>
                      <a:lnTo>
                        <a:pt x="112" y="464"/>
                      </a:lnTo>
                      <a:lnTo>
                        <a:pt x="112" y="466"/>
                      </a:lnTo>
                      <a:lnTo>
                        <a:pt x="112" y="468"/>
                      </a:lnTo>
                      <a:lnTo>
                        <a:pt x="114" y="468"/>
                      </a:lnTo>
                      <a:lnTo>
                        <a:pt x="114" y="470"/>
                      </a:lnTo>
                      <a:lnTo>
                        <a:pt x="114" y="472"/>
                      </a:lnTo>
                      <a:lnTo>
                        <a:pt x="115" y="472"/>
                      </a:lnTo>
                      <a:lnTo>
                        <a:pt x="115" y="473"/>
                      </a:lnTo>
                      <a:lnTo>
                        <a:pt x="115" y="475"/>
                      </a:lnTo>
                      <a:lnTo>
                        <a:pt x="117" y="475"/>
                      </a:lnTo>
                      <a:lnTo>
                        <a:pt x="115" y="475"/>
                      </a:lnTo>
                      <a:lnTo>
                        <a:pt x="114" y="475"/>
                      </a:lnTo>
                      <a:lnTo>
                        <a:pt x="114" y="473"/>
                      </a:lnTo>
                      <a:lnTo>
                        <a:pt x="112" y="473"/>
                      </a:lnTo>
                      <a:lnTo>
                        <a:pt x="110" y="473"/>
                      </a:lnTo>
                      <a:lnTo>
                        <a:pt x="112" y="472"/>
                      </a:lnTo>
                      <a:lnTo>
                        <a:pt x="110" y="472"/>
                      </a:lnTo>
                      <a:lnTo>
                        <a:pt x="112" y="470"/>
                      </a:lnTo>
                      <a:lnTo>
                        <a:pt x="110" y="470"/>
                      </a:lnTo>
                      <a:lnTo>
                        <a:pt x="110" y="468"/>
                      </a:lnTo>
                      <a:lnTo>
                        <a:pt x="110" y="466"/>
                      </a:lnTo>
                      <a:lnTo>
                        <a:pt x="110" y="464"/>
                      </a:lnTo>
                      <a:lnTo>
                        <a:pt x="110" y="462"/>
                      </a:lnTo>
                      <a:lnTo>
                        <a:pt x="108" y="462"/>
                      </a:lnTo>
                      <a:lnTo>
                        <a:pt x="106" y="462"/>
                      </a:lnTo>
                      <a:lnTo>
                        <a:pt x="106" y="464"/>
                      </a:lnTo>
                      <a:lnTo>
                        <a:pt x="104" y="464"/>
                      </a:lnTo>
                      <a:lnTo>
                        <a:pt x="104" y="462"/>
                      </a:lnTo>
                      <a:lnTo>
                        <a:pt x="106" y="462"/>
                      </a:lnTo>
                      <a:lnTo>
                        <a:pt x="106" y="461"/>
                      </a:lnTo>
                      <a:lnTo>
                        <a:pt x="106" y="459"/>
                      </a:lnTo>
                      <a:lnTo>
                        <a:pt x="106" y="457"/>
                      </a:lnTo>
                      <a:lnTo>
                        <a:pt x="106" y="455"/>
                      </a:lnTo>
                      <a:lnTo>
                        <a:pt x="106" y="453"/>
                      </a:lnTo>
                      <a:lnTo>
                        <a:pt x="104" y="453"/>
                      </a:lnTo>
                      <a:lnTo>
                        <a:pt x="104" y="455"/>
                      </a:lnTo>
                      <a:lnTo>
                        <a:pt x="103" y="455"/>
                      </a:lnTo>
                      <a:lnTo>
                        <a:pt x="101" y="455"/>
                      </a:lnTo>
                      <a:lnTo>
                        <a:pt x="101" y="457"/>
                      </a:lnTo>
                      <a:lnTo>
                        <a:pt x="101" y="459"/>
                      </a:lnTo>
                      <a:lnTo>
                        <a:pt x="101" y="461"/>
                      </a:lnTo>
                      <a:lnTo>
                        <a:pt x="101" y="462"/>
                      </a:lnTo>
                      <a:lnTo>
                        <a:pt x="103" y="462"/>
                      </a:lnTo>
                      <a:lnTo>
                        <a:pt x="103" y="464"/>
                      </a:lnTo>
                      <a:lnTo>
                        <a:pt x="104" y="464"/>
                      </a:lnTo>
                      <a:lnTo>
                        <a:pt x="104" y="466"/>
                      </a:lnTo>
                      <a:lnTo>
                        <a:pt x="104" y="468"/>
                      </a:lnTo>
                      <a:lnTo>
                        <a:pt x="106" y="470"/>
                      </a:lnTo>
                      <a:lnTo>
                        <a:pt x="108" y="470"/>
                      </a:lnTo>
                      <a:lnTo>
                        <a:pt x="110" y="472"/>
                      </a:lnTo>
                      <a:lnTo>
                        <a:pt x="110" y="473"/>
                      </a:lnTo>
                      <a:lnTo>
                        <a:pt x="112" y="473"/>
                      </a:lnTo>
                      <a:lnTo>
                        <a:pt x="110" y="473"/>
                      </a:lnTo>
                      <a:lnTo>
                        <a:pt x="110" y="475"/>
                      </a:lnTo>
                      <a:lnTo>
                        <a:pt x="110" y="477"/>
                      </a:lnTo>
                      <a:lnTo>
                        <a:pt x="112" y="477"/>
                      </a:lnTo>
                      <a:lnTo>
                        <a:pt x="114" y="477"/>
                      </a:lnTo>
                      <a:lnTo>
                        <a:pt x="115" y="477"/>
                      </a:lnTo>
                      <a:lnTo>
                        <a:pt x="117" y="477"/>
                      </a:lnTo>
                      <a:lnTo>
                        <a:pt x="117" y="475"/>
                      </a:lnTo>
                      <a:lnTo>
                        <a:pt x="115" y="473"/>
                      </a:lnTo>
                      <a:lnTo>
                        <a:pt x="117" y="473"/>
                      </a:lnTo>
                      <a:lnTo>
                        <a:pt x="117" y="475"/>
                      </a:lnTo>
                      <a:lnTo>
                        <a:pt x="119" y="479"/>
                      </a:lnTo>
                      <a:lnTo>
                        <a:pt x="121" y="479"/>
                      </a:lnTo>
                      <a:lnTo>
                        <a:pt x="121" y="481"/>
                      </a:lnTo>
                      <a:lnTo>
                        <a:pt x="121" y="483"/>
                      </a:lnTo>
                      <a:lnTo>
                        <a:pt x="121" y="481"/>
                      </a:lnTo>
                      <a:lnTo>
                        <a:pt x="119" y="481"/>
                      </a:lnTo>
                      <a:lnTo>
                        <a:pt x="121" y="481"/>
                      </a:lnTo>
                      <a:lnTo>
                        <a:pt x="121" y="483"/>
                      </a:lnTo>
                      <a:lnTo>
                        <a:pt x="121" y="481"/>
                      </a:lnTo>
                      <a:lnTo>
                        <a:pt x="121" y="483"/>
                      </a:lnTo>
                      <a:lnTo>
                        <a:pt x="121" y="481"/>
                      </a:lnTo>
                      <a:lnTo>
                        <a:pt x="123" y="483"/>
                      </a:lnTo>
                      <a:lnTo>
                        <a:pt x="124" y="484"/>
                      </a:lnTo>
                      <a:lnTo>
                        <a:pt x="126" y="484"/>
                      </a:lnTo>
                      <a:lnTo>
                        <a:pt x="128" y="484"/>
                      </a:lnTo>
                      <a:lnTo>
                        <a:pt x="128" y="486"/>
                      </a:lnTo>
                      <a:lnTo>
                        <a:pt x="130" y="486"/>
                      </a:lnTo>
                      <a:lnTo>
                        <a:pt x="130" y="488"/>
                      </a:lnTo>
                      <a:lnTo>
                        <a:pt x="130" y="486"/>
                      </a:lnTo>
                      <a:lnTo>
                        <a:pt x="132" y="488"/>
                      </a:lnTo>
                      <a:lnTo>
                        <a:pt x="134" y="488"/>
                      </a:lnTo>
                      <a:lnTo>
                        <a:pt x="132" y="488"/>
                      </a:lnTo>
                      <a:lnTo>
                        <a:pt x="134" y="488"/>
                      </a:lnTo>
                      <a:lnTo>
                        <a:pt x="135" y="488"/>
                      </a:lnTo>
                      <a:lnTo>
                        <a:pt x="137" y="488"/>
                      </a:lnTo>
                      <a:lnTo>
                        <a:pt x="139" y="486"/>
                      </a:lnTo>
                      <a:lnTo>
                        <a:pt x="141" y="486"/>
                      </a:lnTo>
                      <a:lnTo>
                        <a:pt x="143" y="486"/>
                      </a:lnTo>
                      <a:lnTo>
                        <a:pt x="145" y="486"/>
                      </a:lnTo>
                      <a:lnTo>
                        <a:pt x="143" y="486"/>
                      </a:lnTo>
                      <a:lnTo>
                        <a:pt x="143" y="484"/>
                      </a:lnTo>
                      <a:lnTo>
                        <a:pt x="141" y="484"/>
                      </a:lnTo>
                      <a:lnTo>
                        <a:pt x="139" y="484"/>
                      </a:lnTo>
                      <a:lnTo>
                        <a:pt x="141" y="484"/>
                      </a:lnTo>
                      <a:lnTo>
                        <a:pt x="143" y="484"/>
                      </a:lnTo>
                      <a:lnTo>
                        <a:pt x="145" y="486"/>
                      </a:lnTo>
                      <a:lnTo>
                        <a:pt x="146" y="486"/>
                      </a:lnTo>
                      <a:lnTo>
                        <a:pt x="148" y="486"/>
                      </a:lnTo>
                      <a:lnTo>
                        <a:pt x="148" y="488"/>
                      </a:lnTo>
                      <a:lnTo>
                        <a:pt x="150" y="486"/>
                      </a:lnTo>
                      <a:lnTo>
                        <a:pt x="150" y="488"/>
                      </a:lnTo>
                      <a:lnTo>
                        <a:pt x="152" y="488"/>
                      </a:lnTo>
                      <a:lnTo>
                        <a:pt x="152" y="490"/>
                      </a:lnTo>
                      <a:lnTo>
                        <a:pt x="154" y="490"/>
                      </a:lnTo>
                      <a:lnTo>
                        <a:pt x="154" y="492"/>
                      </a:lnTo>
                      <a:lnTo>
                        <a:pt x="154" y="493"/>
                      </a:lnTo>
                      <a:lnTo>
                        <a:pt x="152" y="493"/>
                      </a:lnTo>
                      <a:lnTo>
                        <a:pt x="152" y="495"/>
                      </a:lnTo>
                      <a:lnTo>
                        <a:pt x="150" y="497"/>
                      </a:lnTo>
                      <a:lnTo>
                        <a:pt x="152" y="495"/>
                      </a:lnTo>
                      <a:lnTo>
                        <a:pt x="152" y="493"/>
                      </a:lnTo>
                      <a:lnTo>
                        <a:pt x="152" y="495"/>
                      </a:lnTo>
                      <a:lnTo>
                        <a:pt x="152" y="493"/>
                      </a:lnTo>
                      <a:lnTo>
                        <a:pt x="154" y="493"/>
                      </a:lnTo>
                      <a:lnTo>
                        <a:pt x="155" y="493"/>
                      </a:lnTo>
                      <a:lnTo>
                        <a:pt x="155" y="495"/>
                      </a:lnTo>
                      <a:lnTo>
                        <a:pt x="157" y="497"/>
                      </a:lnTo>
                      <a:lnTo>
                        <a:pt x="157" y="499"/>
                      </a:lnTo>
                      <a:lnTo>
                        <a:pt x="159" y="499"/>
                      </a:lnTo>
                      <a:lnTo>
                        <a:pt x="159" y="501"/>
                      </a:lnTo>
                      <a:lnTo>
                        <a:pt x="161" y="503"/>
                      </a:lnTo>
                      <a:lnTo>
                        <a:pt x="161" y="504"/>
                      </a:lnTo>
                      <a:lnTo>
                        <a:pt x="161" y="503"/>
                      </a:lnTo>
                      <a:lnTo>
                        <a:pt x="163" y="503"/>
                      </a:lnTo>
                      <a:lnTo>
                        <a:pt x="165" y="504"/>
                      </a:lnTo>
                      <a:lnTo>
                        <a:pt x="165" y="506"/>
                      </a:lnTo>
                      <a:lnTo>
                        <a:pt x="166" y="506"/>
                      </a:lnTo>
                      <a:lnTo>
                        <a:pt x="166" y="508"/>
                      </a:lnTo>
                      <a:lnTo>
                        <a:pt x="168" y="508"/>
                      </a:lnTo>
                      <a:lnTo>
                        <a:pt x="170" y="508"/>
                      </a:lnTo>
                      <a:lnTo>
                        <a:pt x="170" y="510"/>
                      </a:lnTo>
                      <a:lnTo>
                        <a:pt x="170" y="512"/>
                      </a:lnTo>
                      <a:lnTo>
                        <a:pt x="170" y="514"/>
                      </a:lnTo>
                      <a:lnTo>
                        <a:pt x="170" y="515"/>
                      </a:lnTo>
                      <a:lnTo>
                        <a:pt x="168" y="515"/>
                      </a:lnTo>
                      <a:lnTo>
                        <a:pt x="166" y="517"/>
                      </a:lnTo>
                      <a:lnTo>
                        <a:pt x="166" y="519"/>
                      </a:lnTo>
                      <a:lnTo>
                        <a:pt x="165" y="519"/>
                      </a:lnTo>
                      <a:lnTo>
                        <a:pt x="166" y="519"/>
                      </a:lnTo>
                      <a:lnTo>
                        <a:pt x="165" y="519"/>
                      </a:lnTo>
                      <a:lnTo>
                        <a:pt x="165" y="521"/>
                      </a:lnTo>
                      <a:lnTo>
                        <a:pt x="165" y="519"/>
                      </a:lnTo>
                      <a:lnTo>
                        <a:pt x="165" y="521"/>
                      </a:lnTo>
                      <a:lnTo>
                        <a:pt x="165" y="523"/>
                      </a:lnTo>
                      <a:lnTo>
                        <a:pt x="165" y="525"/>
                      </a:lnTo>
                      <a:lnTo>
                        <a:pt x="163" y="525"/>
                      </a:lnTo>
                      <a:lnTo>
                        <a:pt x="163" y="526"/>
                      </a:lnTo>
                      <a:lnTo>
                        <a:pt x="161" y="526"/>
                      </a:lnTo>
                      <a:lnTo>
                        <a:pt x="161" y="528"/>
                      </a:lnTo>
                      <a:lnTo>
                        <a:pt x="159" y="526"/>
                      </a:lnTo>
                      <a:lnTo>
                        <a:pt x="157" y="526"/>
                      </a:lnTo>
                      <a:lnTo>
                        <a:pt x="155" y="526"/>
                      </a:lnTo>
                      <a:lnTo>
                        <a:pt x="155" y="525"/>
                      </a:lnTo>
                      <a:lnTo>
                        <a:pt x="155" y="523"/>
                      </a:lnTo>
                      <a:lnTo>
                        <a:pt x="154" y="523"/>
                      </a:lnTo>
                      <a:lnTo>
                        <a:pt x="154" y="521"/>
                      </a:lnTo>
                      <a:lnTo>
                        <a:pt x="152" y="521"/>
                      </a:lnTo>
                      <a:lnTo>
                        <a:pt x="150" y="521"/>
                      </a:lnTo>
                      <a:lnTo>
                        <a:pt x="150" y="523"/>
                      </a:lnTo>
                      <a:lnTo>
                        <a:pt x="148" y="523"/>
                      </a:lnTo>
                      <a:lnTo>
                        <a:pt x="146" y="523"/>
                      </a:lnTo>
                      <a:lnTo>
                        <a:pt x="145" y="523"/>
                      </a:lnTo>
                      <a:lnTo>
                        <a:pt x="145" y="525"/>
                      </a:lnTo>
                      <a:lnTo>
                        <a:pt x="143" y="525"/>
                      </a:lnTo>
                      <a:lnTo>
                        <a:pt x="141" y="525"/>
                      </a:lnTo>
                      <a:lnTo>
                        <a:pt x="141" y="526"/>
                      </a:lnTo>
                      <a:lnTo>
                        <a:pt x="141" y="528"/>
                      </a:lnTo>
                      <a:lnTo>
                        <a:pt x="139" y="530"/>
                      </a:lnTo>
                      <a:lnTo>
                        <a:pt x="137" y="530"/>
                      </a:lnTo>
                      <a:lnTo>
                        <a:pt x="137" y="532"/>
                      </a:lnTo>
                      <a:lnTo>
                        <a:pt x="135" y="532"/>
                      </a:lnTo>
                      <a:lnTo>
                        <a:pt x="135" y="530"/>
                      </a:lnTo>
                      <a:lnTo>
                        <a:pt x="135" y="528"/>
                      </a:lnTo>
                      <a:lnTo>
                        <a:pt x="134" y="528"/>
                      </a:lnTo>
                      <a:lnTo>
                        <a:pt x="132" y="526"/>
                      </a:lnTo>
                      <a:lnTo>
                        <a:pt x="132" y="525"/>
                      </a:lnTo>
                      <a:lnTo>
                        <a:pt x="132" y="523"/>
                      </a:lnTo>
                      <a:lnTo>
                        <a:pt x="132" y="521"/>
                      </a:lnTo>
                      <a:lnTo>
                        <a:pt x="134" y="521"/>
                      </a:lnTo>
                      <a:lnTo>
                        <a:pt x="135" y="521"/>
                      </a:lnTo>
                      <a:lnTo>
                        <a:pt x="135" y="519"/>
                      </a:lnTo>
                      <a:lnTo>
                        <a:pt x="135" y="517"/>
                      </a:lnTo>
                      <a:lnTo>
                        <a:pt x="135" y="515"/>
                      </a:lnTo>
                      <a:lnTo>
                        <a:pt x="135" y="514"/>
                      </a:lnTo>
                      <a:lnTo>
                        <a:pt x="134" y="514"/>
                      </a:lnTo>
                      <a:lnTo>
                        <a:pt x="134" y="512"/>
                      </a:lnTo>
                      <a:lnTo>
                        <a:pt x="135" y="512"/>
                      </a:lnTo>
                      <a:lnTo>
                        <a:pt x="135" y="510"/>
                      </a:lnTo>
                      <a:lnTo>
                        <a:pt x="135" y="508"/>
                      </a:lnTo>
                      <a:lnTo>
                        <a:pt x="134" y="508"/>
                      </a:lnTo>
                      <a:lnTo>
                        <a:pt x="132" y="510"/>
                      </a:lnTo>
                      <a:lnTo>
                        <a:pt x="132" y="508"/>
                      </a:lnTo>
                      <a:lnTo>
                        <a:pt x="132" y="510"/>
                      </a:lnTo>
                      <a:lnTo>
                        <a:pt x="132" y="508"/>
                      </a:lnTo>
                      <a:lnTo>
                        <a:pt x="130" y="508"/>
                      </a:lnTo>
                      <a:lnTo>
                        <a:pt x="130" y="510"/>
                      </a:lnTo>
                      <a:lnTo>
                        <a:pt x="128" y="510"/>
                      </a:lnTo>
                      <a:lnTo>
                        <a:pt x="126" y="508"/>
                      </a:lnTo>
                      <a:lnTo>
                        <a:pt x="126" y="510"/>
                      </a:lnTo>
                      <a:lnTo>
                        <a:pt x="126" y="508"/>
                      </a:lnTo>
                      <a:lnTo>
                        <a:pt x="126" y="506"/>
                      </a:lnTo>
                      <a:lnTo>
                        <a:pt x="124" y="506"/>
                      </a:lnTo>
                      <a:lnTo>
                        <a:pt x="124" y="504"/>
                      </a:lnTo>
                      <a:lnTo>
                        <a:pt x="124" y="503"/>
                      </a:lnTo>
                      <a:lnTo>
                        <a:pt x="123" y="503"/>
                      </a:lnTo>
                      <a:lnTo>
                        <a:pt x="123" y="501"/>
                      </a:lnTo>
                      <a:lnTo>
                        <a:pt x="123" y="503"/>
                      </a:lnTo>
                      <a:lnTo>
                        <a:pt x="123" y="501"/>
                      </a:lnTo>
                      <a:lnTo>
                        <a:pt x="121" y="501"/>
                      </a:lnTo>
                      <a:lnTo>
                        <a:pt x="119" y="503"/>
                      </a:lnTo>
                      <a:lnTo>
                        <a:pt x="117" y="503"/>
                      </a:lnTo>
                      <a:lnTo>
                        <a:pt x="117" y="501"/>
                      </a:lnTo>
                      <a:lnTo>
                        <a:pt x="115" y="501"/>
                      </a:lnTo>
                      <a:lnTo>
                        <a:pt x="114" y="501"/>
                      </a:lnTo>
                      <a:lnTo>
                        <a:pt x="114" y="499"/>
                      </a:lnTo>
                      <a:lnTo>
                        <a:pt x="112" y="499"/>
                      </a:lnTo>
                      <a:lnTo>
                        <a:pt x="110" y="499"/>
                      </a:lnTo>
                      <a:lnTo>
                        <a:pt x="108" y="499"/>
                      </a:lnTo>
                      <a:lnTo>
                        <a:pt x="108" y="497"/>
                      </a:lnTo>
                      <a:lnTo>
                        <a:pt x="106" y="497"/>
                      </a:lnTo>
                      <a:lnTo>
                        <a:pt x="106" y="495"/>
                      </a:lnTo>
                      <a:lnTo>
                        <a:pt x="106" y="493"/>
                      </a:lnTo>
                      <a:lnTo>
                        <a:pt x="104" y="493"/>
                      </a:lnTo>
                      <a:lnTo>
                        <a:pt x="103" y="493"/>
                      </a:lnTo>
                      <a:lnTo>
                        <a:pt x="103" y="492"/>
                      </a:lnTo>
                      <a:lnTo>
                        <a:pt x="103" y="493"/>
                      </a:lnTo>
                      <a:lnTo>
                        <a:pt x="103" y="495"/>
                      </a:lnTo>
                      <a:lnTo>
                        <a:pt x="101" y="495"/>
                      </a:lnTo>
                      <a:lnTo>
                        <a:pt x="101" y="497"/>
                      </a:lnTo>
                      <a:lnTo>
                        <a:pt x="103" y="497"/>
                      </a:lnTo>
                      <a:lnTo>
                        <a:pt x="101" y="497"/>
                      </a:lnTo>
                      <a:lnTo>
                        <a:pt x="101" y="499"/>
                      </a:lnTo>
                      <a:lnTo>
                        <a:pt x="101" y="501"/>
                      </a:lnTo>
                      <a:lnTo>
                        <a:pt x="101" y="503"/>
                      </a:lnTo>
                      <a:lnTo>
                        <a:pt x="101" y="501"/>
                      </a:lnTo>
                      <a:lnTo>
                        <a:pt x="101" y="503"/>
                      </a:lnTo>
                      <a:lnTo>
                        <a:pt x="99" y="503"/>
                      </a:lnTo>
                      <a:lnTo>
                        <a:pt x="99" y="501"/>
                      </a:lnTo>
                      <a:lnTo>
                        <a:pt x="101" y="501"/>
                      </a:lnTo>
                      <a:lnTo>
                        <a:pt x="99" y="501"/>
                      </a:lnTo>
                      <a:lnTo>
                        <a:pt x="101" y="501"/>
                      </a:lnTo>
                      <a:lnTo>
                        <a:pt x="99" y="501"/>
                      </a:lnTo>
                      <a:lnTo>
                        <a:pt x="99" y="499"/>
                      </a:lnTo>
                      <a:lnTo>
                        <a:pt x="101" y="499"/>
                      </a:lnTo>
                      <a:lnTo>
                        <a:pt x="99" y="499"/>
                      </a:lnTo>
                      <a:lnTo>
                        <a:pt x="99" y="501"/>
                      </a:lnTo>
                      <a:lnTo>
                        <a:pt x="101" y="501"/>
                      </a:lnTo>
                      <a:lnTo>
                        <a:pt x="99" y="501"/>
                      </a:lnTo>
                      <a:lnTo>
                        <a:pt x="99" y="499"/>
                      </a:lnTo>
                      <a:lnTo>
                        <a:pt x="101" y="499"/>
                      </a:lnTo>
                      <a:lnTo>
                        <a:pt x="101" y="497"/>
                      </a:lnTo>
                      <a:lnTo>
                        <a:pt x="99" y="497"/>
                      </a:lnTo>
                      <a:lnTo>
                        <a:pt x="101" y="497"/>
                      </a:lnTo>
                      <a:lnTo>
                        <a:pt x="99" y="497"/>
                      </a:lnTo>
                      <a:lnTo>
                        <a:pt x="101" y="497"/>
                      </a:lnTo>
                      <a:lnTo>
                        <a:pt x="101" y="499"/>
                      </a:lnTo>
                      <a:lnTo>
                        <a:pt x="99" y="499"/>
                      </a:lnTo>
                      <a:lnTo>
                        <a:pt x="99" y="497"/>
                      </a:lnTo>
                      <a:lnTo>
                        <a:pt x="99" y="499"/>
                      </a:lnTo>
                      <a:lnTo>
                        <a:pt x="97" y="499"/>
                      </a:lnTo>
                      <a:lnTo>
                        <a:pt x="99" y="499"/>
                      </a:lnTo>
                      <a:lnTo>
                        <a:pt x="97" y="499"/>
                      </a:lnTo>
                      <a:lnTo>
                        <a:pt x="95" y="499"/>
                      </a:lnTo>
                      <a:lnTo>
                        <a:pt x="95" y="497"/>
                      </a:lnTo>
                      <a:lnTo>
                        <a:pt x="97" y="497"/>
                      </a:lnTo>
                      <a:lnTo>
                        <a:pt x="95" y="497"/>
                      </a:lnTo>
                      <a:lnTo>
                        <a:pt x="97" y="497"/>
                      </a:lnTo>
                      <a:lnTo>
                        <a:pt x="95" y="497"/>
                      </a:lnTo>
                      <a:lnTo>
                        <a:pt x="95" y="495"/>
                      </a:lnTo>
                      <a:lnTo>
                        <a:pt x="95" y="497"/>
                      </a:lnTo>
                      <a:lnTo>
                        <a:pt x="93" y="497"/>
                      </a:lnTo>
                      <a:lnTo>
                        <a:pt x="93" y="495"/>
                      </a:lnTo>
                      <a:lnTo>
                        <a:pt x="95" y="495"/>
                      </a:lnTo>
                      <a:lnTo>
                        <a:pt x="93" y="495"/>
                      </a:lnTo>
                      <a:lnTo>
                        <a:pt x="95" y="495"/>
                      </a:lnTo>
                      <a:lnTo>
                        <a:pt x="95" y="493"/>
                      </a:lnTo>
                      <a:lnTo>
                        <a:pt x="93" y="495"/>
                      </a:lnTo>
                      <a:lnTo>
                        <a:pt x="93" y="493"/>
                      </a:lnTo>
                      <a:lnTo>
                        <a:pt x="93" y="495"/>
                      </a:lnTo>
                      <a:lnTo>
                        <a:pt x="93" y="493"/>
                      </a:lnTo>
                      <a:lnTo>
                        <a:pt x="92" y="493"/>
                      </a:lnTo>
                      <a:lnTo>
                        <a:pt x="93" y="493"/>
                      </a:lnTo>
                      <a:lnTo>
                        <a:pt x="92" y="493"/>
                      </a:lnTo>
                      <a:lnTo>
                        <a:pt x="93" y="493"/>
                      </a:lnTo>
                      <a:lnTo>
                        <a:pt x="92" y="493"/>
                      </a:lnTo>
                      <a:lnTo>
                        <a:pt x="93" y="492"/>
                      </a:lnTo>
                      <a:lnTo>
                        <a:pt x="92" y="492"/>
                      </a:lnTo>
                      <a:lnTo>
                        <a:pt x="93" y="492"/>
                      </a:lnTo>
                      <a:lnTo>
                        <a:pt x="92" y="492"/>
                      </a:lnTo>
                      <a:lnTo>
                        <a:pt x="93" y="492"/>
                      </a:lnTo>
                      <a:lnTo>
                        <a:pt x="93" y="490"/>
                      </a:lnTo>
                      <a:lnTo>
                        <a:pt x="92" y="492"/>
                      </a:lnTo>
                      <a:lnTo>
                        <a:pt x="90" y="492"/>
                      </a:lnTo>
                      <a:lnTo>
                        <a:pt x="90" y="490"/>
                      </a:lnTo>
                      <a:lnTo>
                        <a:pt x="90" y="488"/>
                      </a:lnTo>
                      <a:lnTo>
                        <a:pt x="90" y="490"/>
                      </a:lnTo>
                      <a:lnTo>
                        <a:pt x="88" y="490"/>
                      </a:lnTo>
                      <a:lnTo>
                        <a:pt x="88" y="488"/>
                      </a:lnTo>
                      <a:lnTo>
                        <a:pt x="86" y="488"/>
                      </a:lnTo>
                      <a:lnTo>
                        <a:pt x="84" y="488"/>
                      </a:lnTo>
                      <a:lnTo>
                        <a:pt x="84" y="486"/>
                      </a:lnTo>
                      <a:lnTo>
                        <a:pt x="86" y="486"/>
                      </a:lnTo>
                      <a:lnTo>
                        <a:pt x="84" y="486"/>
                      </a:lnTo>
                      <a:lnTo>
                        <a:pt x="84" y="484"/>
                      </a:lnTo>
                      <a:lnTo>
                        <a:pt x="86" y="484"/>
                      </a:lnTo>
                      <a:lnTo>
                        <a:pt x="84" y="486"/>
                      </a:lnTo>
                      <a:lnTo>
                        <a:pt x="86" y="486"/>
                      </a:lnTo>
                      <a:lnTo>
                        <a:pt x="86" y="484"/>
                      </a:lnTo>
                      <a:lnTo>
                        <a:pt x="84" y="484"/>
                      </a:lnTo>
                      <a:lnTo>
                        <a:pt x="86" y="484"/>
                      </a:lnTo>
                      <a:lnTo>
                        <a:pt x="84" y="484"/>
                      </a:lnTo>
                      <a:lnTo>
                        <a:pt x="84" y="483"/>
                      </a:lnTo>
                      <a:lnTo>
                        <a:pt x="86" y="483"/>
                      </a:lnTo>
                      <a:lnTo>
                        <a:pt x="84" y="483"/>
                      </a:lnTo>
                      <a:lnTo>
                        <a:pt x="84" y="484"/>
                      </a:lnTo>
                      <a:lnTo>
                        <a:pt x="84" y="483"/>
                      </a:lnTo>
                      <a:lnTo>
                        <a:pt x="84" y="481"/>
                      </a:lnTo>
                      <a:lnTo>
                        <a:pt x="84" y="483"/>
                      </a:lnTo>
                      <a:lnTo>
                        <a:pt x="84" y="481"/>
                      </a:lnTo>
                      <a:lnTo>
                        <a:pt x="84" y="479"/>
                      </a:lnTo>
                      <a:lnTo>
                        <a:pt x="84" y="481"/>
                      </a:lnTo>
                      <a:lnTo>
                        <a:pt x="86" y="481"/>
                      </a:lnTo>
                      <a:lnTo>
                        <a:pt x="84" y="481"/>
                      </a:lnTo>
                      <a:lnTo>
                        <a:pt x="84" y="479"/>
                      </a:lnTo>
                      <a:lnTo>
                        <a:pt x="86" y="479"/>
                      </a:lnTo>
                      <a:lnTo>
                        <a:pt x="86" y="477"/>
                      </a:lnTo>
                      <a:lnTo>
                        <a:pt x="88" y="479"/>
                      </a:lnTo>
                      <a:lnTo>
                        <a:pt x="88" y="477"/>
                      </a:lnTo>
                      <a:lnTo>
                        <a:pt x="86" y="477"/>
                      </a:lnTo>
                      <a:lnTo>
                        <a:pt x="86" y="475"/>
                      </a:lnTo>
                      <a:lnTo>
                        <a:pt x="86" y="477"/>
                      </a:lnTo>
                      <a:lnTo>
                        <a:pt x="84" y="477"/>
                      </a:lnTo>
                      <a:lnTo>
                        <a:pt x="86" y="477"/>
                      </a:lnTo>
                      <a:lnTo>
                        <a:pt x="86" y="475"/>
                      </a:lnTo>
                      <a:lnTo>
                        <a:pt x="86" y="477"/>
                      </a:lnTo>
                      <a:lnTo>
                        <a:pt x="84" y="477"/>
                      </a:lnTo>
                      <a:lnTo>
                        <a:pt x="84" y="475"/>
                      </a:lnTo>
                      <a:lnTo>
                        <a:pt x="84" y="477"/>
                      </a:lnTo>
                      <a:lnTo>
                        <a:pt x="84" y="479"/>
                      </a:lnTo>
                      <a:lnTo>
                        <a:pt x="84" y="477"/>
                      </a:lnTo>
                      <a:lnTo>
                        <a:pt x="82" y="477"/>
                      </a:lnTo>
                      <a:lnTo>
                        <a:pt x="84" y="477"/>
                      </a:lnTo>
                      <a:lnTo>
                        <a:pt x="82" y="475"/>
                      </a:lnTo>
                      <a:lnTo>
                        <a:pt x="84" y="475"/>
                      </a:lnTo>
                      <a:lnTo>
                        <a:pt x="82" y="475"/>
                      </a:lnTo>
                      <a:lnTo>
                        <a:pt x="84" y="475"/>
                      </a:lnTo>
                      <a:lnTo>
                        <a:pt x="84" y="473"/>
                      </a:lnTo>
                      <a:lnTo>
                        <a:pt x="84" y="475"/>
                      </a:lnTo>
                      <a:lnTo>
                        <a:pt x="82" y="475"/>
                      </a:lnTo>
                      <a:lnTo>
                        <a:pt x="84" y="475"/>
                      </a:lnTo>
                      <a:lnTo>
                        <a:pt x="82" y="475"/>
                      </a:lnTo>
                      <a:lnTo>
                        <a:pt x="82" y="477"/>
                      </a:lnTo>
                      <a:lnTo>
                        <a:pt x="82" y="475"/>
                      </a:lnTo>
                      <a:lnTo>
                        <a:pt x="82" y="473"/>
                      </a:lnTo>
                      <a:lnTo>
                        <a:pt x="82" y="472"/>
                      </a:lnTo>
                      <a:lnTo>
                        <a:pt x="82" y="473"/>
                      </a:lnTo>
                      <a:lnTo>
                        <a:pt x="82" y="475"/>
                      </a:lnTo>
                      <a:lnTo>
                        <a:pt x="82" y="477"/>
                      </a:lnTo>
                      <a:lnTo>
                        <a:pt x="81" y="477"/>
                      </a:lnTo>
                      <a:lnTo>
                        <a:pt x="82" y="477"/>
                      </a:lnTo>
                      <a:lnTo>
                        <a:pt x="82" y="475"/>
                      </a:lnTo>
                      <a:lnTo>
                        <a:pt x="81" y="475"/>
                      </a:lnTo>
                      <a:lnTo>
                        <a:pt x="82" y="473"/>
                      </a:lnTo>
                      <a:lnTo>
                        <a:pt x="81" y="473"/>
                      </a:lnTo>
                      <a:lnTo>
                        <a:pt x="81" y="475"/>
                      </a:lnTo>
                      <a:lnTo>
                        <a:pt x="81" y="477"/>
                      </a:lnTo>
                      <a:lnTo>
                        <a:pt x="81" y="475"/>
                      </a:lnTo>
                      <a:lnTo>
                        <a:pt x="79" y="475"/>
                      </a:lnTo>
                      <a:lnTo>
                        <a:pt x="79" y="473"/>
                      </a:lnTo>
                      <a:lnTo>
                        <a:pt x="79" y="472"/>
                      </a:lnTo>
                      <a:lnTo>
                        <a:pt x="81" y="472"/>
                      </a:lnTo>
                      <a:lnTo>
                        <a:pt x="81" y="470"/>
                      </a:lnTo>
                      <a:lnTo>
                        <a:pt x="82" y="470"/>
                      </a:lnTo>
                      <a:lnTo>
                        <a:pt x="81" y="470"/>
                      </a:lnTo>
                      <a:lnTo>
                        <a:pt x="82" y="468"/>
                      </a:lnTo>
                      <a:lnTo>
                        <a:pt x="81" y="470"/>
                      </a:lnTo>
                      <a:lnTo>
                        <a:pt x="81" y="468"/>
                      </a:lnTo>
                      <a:lnTo>
                        <a:pt x="82" y="468"/>
                      </a:lnTo>
                      <a:lnTo>
                        <a:pt x="82" y="466"/>
                      </a:lnTo>
                      <a:lnTo>
                        <a:pt x="82" y="468"/>
                      </a:lnTo>
                      <a:lnTo>
                        <a:pt x="81" y="468"/>
                      </a:lnTo>
                      <a:lnTo>
                        <a:pt x="81" y="470"/>
                      </a:lnTo>
                      <a:lnTo>
                        <a:pt x="81" y="472"/>
                      </a:lnTo>
                      <a:lnTo>
                        <a:pt x="79" y="472"/>
                      </a:lnTo>
                      <a:lnTo>
                        <a:pt x="79" y="470"/>
                      </a:lnTo>
                      <a:lnTo>
                        <a:pt x="77" y="470"/>
                      </a:lnTo>
                      <a:lnTo>
                        <a:pt x="79" y="470"/>
                      </a:lnTo>
                      <a:lnTo>
                        <a:pt x="77" y="470"/>
                      </a:lnTo>
                      <a:lnTo>
                        <a:pt x="79" y="468"/>
                      </a:lnTo>
                      <a:lnTo>
                        <a:pt x="79" y="466"/>
                      </a:lnTo>
                      <a:lnTo>
                        <a:pt x="79" y="468"/>
                      </a:lnTo>
                      <a:lnTo>
                        <a:pt x="77" y="468"/>
                      </a:lnTo>
                      <a:lnTo>
                        <a:pt x="79" y="468"/>
                      </a:lnTo>
                      <a:lnTo>
                        <a:pt x="77" y="468"/>
                      </a:lnTo>
                      <a:lnTo>
                        <a:pt x="77" y="470"/>
                      </a:lnTo>
                      <a:lnTo>
                        <a:pt x="77" y="468"/>
                      </a:lnTo>
                      <a:lnTo>
                        <a:pt x="77" y="470"/>
                      </a:lnTo>
                      <a:lnTo>
                        <a:pt x="77" y="472"/>
                      </a:lnTo>
                      <a:lnTo>
                        <a:pt x="75" y="472"/>
                      </a:lnTo>
                      <a:lnTo>
                        <a:pt x="75" y="470"/>
                      </a:lnTo>
                      <a:lnTo>
                        <a:pt x="73" y="470"/>
                      </a:lnTo>
                      <a:lnTo>
                        <a:pt x="75" y="470"/>
                      </a:lnTo>
                      <a:lnTo>
                        <a:pt x="75" y="472"/>
                      </a:lnTo>
                      <a:lnTo>
                        <a:pt x="73" y="472"/>
                      </a:lnTo>
                      <a:lnTo>
                        <a:pt x="73" y="470"/>
                      </a:lnTo>
                      <a:lnTo>
                        <a:pt x="72" y="470"/>
                      </a:lnTo>
                      <a:lnTo>
                        <a:pt x="72" y="468"/>
                      </a:lnTo>
                      <a:lnTo>
                        <a:pt x="73" y="468"/>
                      </a:lnTo>
                      <a:lnTo>
                        <a:pt x="72" y="468"/>
                      </a:lnTo>
                      <a:lnTo>
                        <a:pt x="72" y="466"/>
                      </a:lnTo>
                      <a:lnTo>
                        <a:pt x="72" y="464"/>
                      </a:lnTo>
                      <a:lnTo>
                        <a:pt x="70" y="464"/>
                      </a:lnTo>
                      <a:lnTo>
                        <a:pt x="72" y="464"/>
                      </a:lnTo>
                      <a:lnTo>
                        <a:pt x="72" y="462"/>
                      </a:lnTo>
                      <a:lnTo>
                        <a:pt x="70" y="462"/>
                      </a:lnTo>
                      <a:lnTo>
                        <a:pt x="70" y="461"/>
                      </a:lnTo>
                      <a:lnTo>
                        <a:pt x="70" y="459"/>
                      </a:lnTo>
                      <a:lnTo>
                        <a:pt x="70" y="461"/>
                      </a:lnTo>
                      <a:lnTo>
                        <a:pt x="68" y="461"/>
                      </a:lnTo>
                      <a:lnTo>
                        <a:pt x="68" y="459"/>
                      </a:lnTo>
                      <a:lnTo>
                        <a:pt x="68" y="461"/>
                      </a:lnTo>
                      <a:lnTo>
                        <a:pt x="70" y="461"/>
                      </a:lnTo>
                      <a:lnTo>
                        <a:pt x="68" y="459"/>
                      </a:lnTo>
                      <a:lnTo>
                        <a:pt x="70" y="459"/>
                      </a:lnTo>
                      <a:lnTo>
                        <a:pt x="68" y="459"/>
                      </a:lnTo>
                      <a:lnTo>
                        <a:pt x="70" y="457"/>
                      </a:lnTo>
                      <a:lnTo>
                        <a:pt x="68" y="457"/>
                      </a:lnTo>
                      <a:lnTo>
                        <a:pt x="68" y="459"/>
                      </a:lnTo>
                      <a:lnTo>
                        <a:pt x="66" y="459"/>
                      </a:lnTo>
                      <a:lnTo>
                        <a:pt x="68" y="459"/>
                      </a:lnTo>
                      <a:lnTo>
                        <a:pt x="68" y="457"/>
                      </a:lnTo>
                      <a:lnTo>
                        <a:pt x="66" y="457"/>
                      </a:lnTo>
                      <a:lnTo>
                        <a:pt x="68" y="457"/>
                      </a:lnTo>
                      <a:lnTo>
                        <a:pt x="68" y="455"/>
                      </a:lnTo>
                      <a:lnTo>
                        <a:pt x="68" y="457"/>
                      </a:lnTo>
                      <a:lnTo>
                        <a:pt x="66" y="457"/>
                      </a:lnTo>
                      <a:lnTo>
                        <a:pt x="66" y="455"/>
                      </a:lnTo>
                      <a:lnTo>
                        <a:pt x="64" y="455"/>
                      </a:lnTo>
                      <a:lnTo>
                        <a:pt x="64" y="453"/>
                      </a:lnTo>
                      <a:lnTo>
                        <a:pt x="64" y="455"/>
                      </a:lnTo>
                      <a:lnTo>
                        <a:pt x="64" y="453"/>
                      </a:lnTo>
                      <a:lnTo>
                        <a:pt x="66" y="453"/>
                      </a:lnTo>
                      <a:lnTo>
                        <a:pt x="64" y="453"/>
                      </a:lnTo>
                      <a:lnTo>
                        <a:pt x="66" y="453"/>
                      </a:lnTo>
                      <a:lnTo>
                        <a:pt x="64" y="453"/>
                      </a:lnTo>
                      <a:lnTo>
                        <a:pt x="64" y="455"/>
                      </a:lnTo>
                      <a:lnTo>
                        <a:pt x="64" y="453"/>
                      </a:lnTo>
                      <a:lnTo>
                        <a:pt x="62" y="453"/>
                      </a:lnTo>
                      <a:lnTo>
                        <a:pt x="64" y="453"/>
                      </a:lnTo>
                      <a:lnTo>
                        <a:pt x="64" y="451"/>
                      </a:lnTo>
                      <a:lnTo>
                        <a:pt x="62" y="451"/>
                      </a:lnTo>
                      <a:lnTo>
                        <a:pt x="62" y="450"/>
                      </a:lnTo>
                      <a:lnTo>
                        <a:pt x="64" y="450"/>
                      </a:lnTo>
                      <a:lnTo>
                        <a:pt x="62" y="450"/>
                      </a:lnTo>
                      <a:lnTo>
                        <a:pt x="64" y="450"/>
                      </a:lnTo>
                      <a:lnTo>
                        <a:pt x="64" y="448"/>
                      </a:lnTo>
                      <a:lnTo>
                        <a:pt x="62" y="450"/>
                      </a:lnTo>
                      <a:lnTo>
                        <a:pt x="62" y="448"/>
                      </a:lnTo>
                      <a:lnTo>
                        <a:pt x="64" y="448"/>
                      </a:lnTo>
                      <a:lnTo>
                        <a:pt x="62" y="448"/>
                      </a:lnTo>
                      <a:lnTo>
                        <a:pt x="62" y="450"/>
                      </a:lnTo>
                      <a:lnTo>
                        <a:pt x="61" y="450"/>
                      </a:lnTo>
                      <a:lnTo>
                        <a:pt x="61" y="448"/>
                      </a:lnTo>
                      <a:lnTo>
                        <a:pt x="59" y="448"/>
                      </a:lnTo>
                      <a:lnTo>
                        <a:pt x="61" y="448"/>
                      </a:lnTo>
                      <a:lnTo>
                        <a:pt x="59" y="448"/>
                      </a:lnTo>
                      <a:lnTo>
                        <a:pt x="61" y="448"/>
                      </a:lnTo>
                      <a:lnTo>
                        <a:pt x="59" y="448"/>
                      </a:lnTo>
                      <a:lnTo>
                        <a:pt x="59" y="450"/>
                      </a:lnTo>
                      <a:lnTo>
                        <a:pt x="59" y="448"/>
                      </a:lnTo>
                      <a:lnTo>
                        <a:pt x="59" y="450"/>
                      </a:lnTo>
                      <a:lnTo>
                        <a:pt x="59" y="448"/>
                      </a:lnTo>
                      <a:lnTo>
                        <a:pt x="57" y="448"/>
                      </a:lnTo>
                      <a:lnTo>
                        <a:pt x="57" y="446"/>
                      </a:lnTo>
                      <a:lnTo>
                        <a:pt x="59" y="446"/>
                      </a:lnTo>
                      <a:lnTo>
                        <a:pt x="59" y="448"/>
                      </a:lnTo>
                      <a:lnTo>
                        <a:pt x="59" y="446"/>
                      </a:lnTo>
                      <a:lnTo>
                        <a:pt x="59" y="448"/>
                      </a:lnTo>
                      <a:lnTo>
                        <a:pt x="59" y="446"/>
                      </a:lnTo>
                      <a:lnTo>
                        <a:pt x="59" y="444"/>
                      </a:lnTo>
                      <a:lnTo>
                        <a:pt x="59" y="446"/>
                      </a:lnTo>
                      <a:lnTo>
                        <a:pt x="59" y="444"/>
                      </a:lnTo>
                      <a:lnTo>
                        <a:pt x="57" y="444"/>
                      </a:lnTo>
                      <a:lnTo>
                        <a:pt x="59" y="444"/>
                      </a:lnTo>
                      <a:lnTo>
                        <a:pt x="57" y="444"/>
                      </a:lnTo>
                      <a:lnTo>
                        <a:pt x="59" y="444"/>
                      </a:lnTo>
                      <a:lnTo>
                        <a:pt x="59" y="446"/>
                      </a:lnTo>
                      <a:lnTo>
                        <a:pt x="57" y="446"/>
                      </a:lnTo>
                      <a:lnTo>
                        <a:pt x="57" y="444"/>
                      </a:lnTo>
                      <a:lnTo>
                        <a:pt x="55" y="444"/>
                      </a:lnTo>
                      <a:lnTo>
                        <a:pt x="57" y="444"/>
                      </a:lnTo>
                      <a:lnTo>
                        <a:pt x="57" y="446"/>
                      </a:lnTo>
                      <a:lnTo>
                        <a:pt x="55" y="446"/>
                      </a:lnTo>
                      <a:lnTo>
                        <a:pt x="53" y="446"/>
                      </a:lnTo>
                      <a:lnTo>
                        <a:pt x="55" y="446"/>
                      </a:lnTo>
                      <a:lnTo>
                        <a:pt x="53" y="446"/>
                      </a:lnTo>
                      <a:lnTo>
                        <a:pt x="53" y="444"/>
                      </a:lnTo>
                      <a:lnTo>
                        <a:pt x="51" y="444"/>
                      </a:lnTo>
                      <a:lnTo>
                        <a:pt x="53" y="444"/>
                      </a:lnTo>
                      <a:lnTo>
                        <a:pt x="51" y="444"/>
                      </a:lnTo>
                      <a:lnTo>
                        <a:pt x="51" y="446"/>
                      </a:lnTo>
                      <a:lnTo>
                        <a:pt x="51" y="444"/>
                      </a:lnTo>
                      <a:lnTo>
                        <a:pt x="50" y="444"/>
                      </a:lnTo>
                      <a:lnTo>
                        <a:pt x="51" y="444"/>
                      </a:lnTo>
                      <a:lnTo>
                        <a:pt x="51" y="442"/>
                      </a:lnTo>
                      <a:lnTo>
                        <a:pt x="51" y="440"/>
                      </a:lnTo>
                      <a:lnTo>
                        <a:pt x="51" y="442"/>
                      </a:lnTo>
                      <a:lnTo>
                        <a:pt x="50" y="442"/>
                      </a:lnTo>
                      <a:lnTo>
                        <a:pt x="50" y="440"/>
                      </a:lnTo>
                      <a:lnTo>
                        <a:pt x="51" y="440"/>
                      </a:lnTo>
                      <a:lnTo>
                        <a:pt x="51" y="439"/>
                      </a:lnTo>
                      <a:lnTo>
                        <a:pt x="50" y="439"/>
                      </a:lnTo>
                      <a:lnTo>
                        <a:pt x="51" y="439"/>
                      </a:lnTo>
                      <a:lnTo>
                        <a:pt x="50" y="439"/>
                      </a:lnTo>
                      <a:lnTo>
                        <a:pt x="50" y="437"/>
                      </a:lnTo>
                      <a:lnTo>
                        <a:pt x="50" y="439"/>
                      </a:lnTo>
                      <a:lnTo>
                        <a:pt x="50" y="437"/>
                      </a:lnTo>
                      <a:lnTo>
                        <a:pt x="50" y="435"/>
                      </a:lnTo>
                      <a:lnTo>
                        <a:pt x="48" y="435"/>
                      </a:lnTo>
                      <a:lnTo>
                        <a:pt x="48" y="437"/>
                      </a:lnTo>
                      <a:lnTo>
                        <a:pt x="46" y="437"/>
                      </a:lnTo>
                      <a:lnTo>
                        <a:pt x="46" y="435"/>
                      </a:lnTo>
                      <a:lnTo>
                        <a:pt x="48" y="435"/>
                      </a:lnTo>
                      <a:lnTo>
                        <a:pt x="46" y="435"/>
                      </a:lnTo>
                      <a:lnTo>
                        <a:pt x="46" y="433"/>
                      </a:lnTo>
                      <a:lnTo>
                        <a:pt x="46" y="435"/>
                      </a:lnTo>
                      <a:lnTo>
                        <a:pt x="48" y="433"/>
                      </a:lnTo>
                      <a:lnTo>
                        <a:pt x="46" y="433"/>
                      </a:lnTo>
                      <a:lnTo>
                        <a:pt x="48" y="433"/>
                      </a:lnTo>
                      <a:lnTo>
                        <a:pt x="46" y="433"/>
                      </a:lnTo>
                      <a:lnTo>
                        <a:pt x="48" y="433"/>
                      </a:lnTo>
                      <a:lnTo>
                        <a:pt x="48" y="431"/>
                      </a:lnTo>
                      <a:lnTo>
                        <a:pt x="48" y="430"/>
                      </a:lnTo>
                      <a:lnTo>
                        <a:pt x="48" y="431"/>
                      </a:lnTo>
                      <a:lnTo>
                        <a:pt x="48" y="433"/>
                      </a:lnTo>
                      <a:lnTo>
                        <a:pt x="46" y="433"/>
                      </a:lnTo>
                      <a:lnTo>
                        <a:pt x="46" y="431"/>
                      </a:lnTo>
                      <a:lnTo>
                        <a:pt x="44" y="431"/>
                      </a:lnTo>
                      <a:lnTo>
                        <a:pt x="46" y="431"/>
                      </a:lnTo>
                      <a:lnTo>
                        <a:pt x="46" y="433"/>
                      </a:lnTo>
                      <a:lnTo>
                        <a:pt x="44" y="433"/>
                      </a:lnTo>
                      <a:lnTo>
                        <a:pt x="44" y="431"/>
                      </a:lnTo>
                      <a:lnTo>
                        <a:pt x="44" y="433"/>
                      </a:lnTo>
                      <a:lnTo>
                        <a:pt x="44" y="431"/>
                      </a:lnTo>
                      <a:lnTo>
                        <a:pt x="44" y="433"/>
                      </a:lnTo>
                      <a:lnTo>
                        <a:pt x="42" y="433"/>
                      </a:lnTo>
                      <a:lnTo>
                        <a:pt x="44" y="433"/>
                      </a:lnTo>
                      <a:lnTo>
                        <a:pt x="44" y="435"/>
                      </a:lnTo>
                      <a:lnTo>
                        <a:pt x="42" y="435"/>
                      </a:lnTo>
                      <a:lnTo>
                        <a:pt x="42" y="433"/>
                      </a:lnTo>
                      <a:lnTo>
                        <a:pt x="44" y="433"/>
                      </a:lnTo>
                      <a:lnTo>
                        <a:pt x="42" y="433"/>
                      </a:lnTo>
                      <a:lnTo>
                        <a:pt x="42" y="435"/>
                      </a:lnTo>
                      <a:lnTo>
                        <a:pt x="44" y="435"/>
                      </a:lnTo>
                      <a:lnTo>
                        <a:pt x="42" y="435"/>
                      </a:lnTo>
                      <a:lnTo>
                        <a:pt x="42" y="433"/>
                      </a:lnTo>
                      <a:lnTo>
                        <a:pt x="42" y="431"/>
                      </a:lnTo>
                      <a:lnTo>
                        <a:pt x="42" y="433"/>
                      </a:lnTo>
                      <a:lnTo>
                        <a:pt x="42" y="435"/>
                      </a:lnTo>
                      <a:lnTo>
                        <a:pt x="42" y="433"/>
                      </a:lnTo>
                      <a:lnTo>
                        <a:pt x="41" y="433"/>
                      </a:lnTo>
                      <a:lnTo>
                        <a:pt x="42" y="433"/>
                      </a:lnTo>
                      <a:lnTo>
                        <a:pt x="41" y="433"/>
                      </a:lnTo>
                      <a:lnTo>
                        <a:pt x="42" y="433"/>
                      </a:lnTo>
                      <a:lnTo>
                        <a:pt x="42" y="435"/>
                      </a:lnTo>
                      <a:lnTo>
                        <a:pt x="41" y="433"/>
                      </a:lnTo>
                      <a:lnTo>
                        <a:pt x="41" y="435"/>
                      </a:lnTo>
                      <a:lnTo>
                        <a:pt x="41" y="433"/>
                      </a:lnTo>
                      <a:lnTo>
                        <a:pt x="41" y="435"/>
                      </a:lnTo>
                      <a:lnTo>
                        <a:pt x="41" y="437"/>
                      </a:lnTo>
                      <a:lnTo>
                        <a:pt x="41" y="439"/>
                      </a:lnTo>
                      <a:lnTo>
                        <a:pt x="41" y="440"/>
                      </a:lnTo>
                      <a:lnTo>
                        <a:pt x="41" y="442"/>
                      </a:lnTo>
                      <a:lnTo>
                        <a:pt x="39" y="442"/>
                      </a:lnTo>
                      <a:lnTo>
                        <a:pt x="39" y="440"/>
                      </a:lnTo>
                      <a:lnTo>
                        <a:pt x="39" y="442"/>
                      </a:lnTo>
                      <a:lnTo>
                        <a:pt x="37" y="442"/>
                      </a:lnTo>
                      <a:lnTo>
                        <a:pt x="37" y="440"/>
                      </a:lnTo>
                      <a:lnTo>
                        <a:pt x="35" y="440"/>
                      </a:lnTo>
                      <a:lnTo>
                        <a:pt x="35" y="439"/>
                      </a:lnTo>
                      <a:lnTo>
                        <a:pt x="37" y="439"/>
                      </a:lnTo>
                      <a:lnTo>
                        <a:pt x="35" y="439"/>
                      </a:lnTo>
                      <a:lnTo>
                        <a:pt x="33" y="439"/>
                      </a:lnTo>
                      <a:lnTo>
                        <a:pt x="35" y="439"/>
                      </a:lnTo>
                      <a:lnTo>
                        <a:pt x="33" y="439"/>
                      </a:lnTo>
                      <a:lnTo>
                        <a:pt x="35" y="439"/>
                      </a:lnTo>
                      <a:lnTo>
                        <a:pt x="35" y="437"/>
                      </a:lnTo>
                      <a:lnTo>
                        <a:pt x="33" y="437"/>
                      </a:lnTo>
                      <a:lnTo>
                        <a:pt x="33" y="435"/>
                      </a:lnTo>
                      <a:lnTo>
                        <a:pt x="33" y="433"/>
                      </a:lnTo>
                      <a:lnTo>
                        <a:pt x="33" y="431"/>
                      </a:lnTo>
                      <a:lnTo>
                        <a:pt x="33" y="430"/>
                      </a:lnTo>
                      <a:lnTo>
                        <a:pt x="31" y="430"/>
                      </a:lnTo>
                      <a:lnTo>
                        <a:pt x="31" y="428"/>
                      </a:lnTo>
                      <a:lnTo>
                        <a:pt x="31" y="426"/>
                      </a:lnTo>
                      <a:lnTo>
                        <a:pt x="31" y="428"/>
                      </a:lnTo>
                      <a:lnTo>
                        <a:pt x="33" y="428"/>
                      </a:lnTo>
                      <a:lnTo>
                        <a:pt x="33" y="430"/>
                      </a:lnTo>
                      <a:lnTo>
                        <a:pt x="33" y="428"/>
                      </a:lnTo>
                      <a:lnTo>
                        <a:pt x="31" y="428"/>
                      </a:lnTo>
                      <a:lnTo>
                        <a:pt x="33" y="428"/>
                      </a:lnTo>
                      <a:lnTo>
                        <a:pt x="33" y="430"/>
                      </a:lnTo>
                      <a:lnTo>
                        <a:pt x="33" y="428"/>
                      </a:lnTo>
                      <a:lnTo>
                        <a:pt x="33" y="430"/>
                      </a:lnTo>
                      <a:lnTo>
                        <a:pt x="33" y="428"/>
                      </a:lnTo>
                      <a:lnTo>
                        <a:pt x="33" y="426"/>
                      </a:lnTo>
                      <a:lnTo>
                        <a:pt x="31" y="426"/>
                      </a:lnTo>
                      <a:lnTo>
                        <a:pt x="33" y="426"/>
                      </a:lnTo>
                      <a:lnTo>
                        <a:pt x="33" y="424"/>
                      </a:lnTo>
                      <a:lnTo>
                        <a:pt x="31" y="424"/>
                      </a:lnTo>
                      <a:lnTo>
                        <a:pt x="33" y="424"/>
                      </a:lnTo>
                      <a:lnTo>
                        <a:pt x="33" y="422"/>
                      </a:lnTo>
                      <a:lnTo>
                        <a:pt x="33" y="420"/>
                      </a:lnTo>
                      <a:lnTo>
                        <a:pt x="31" y="420"/>
                      </a:lnTo>
                      <a:lnTo>
                        <a:pt x="33" y="420"/>
                      </a:lnTo>
                      <a:lnTo>
                        <a:pt x="33" y="419"/>
                      </a:lnTo>
                      <a:lnTo>
                        <a:pt x="33" y="417"/>
                      </a:lnTo>
                      <a:lnTo>
                        <a:pt x="33" y="415"/>
                      </a:lnTo>
                      <a:lnTo>
                        <a:pt x="35" y="415"/>
                      </a:lnTo>
                      <a:lnTo>
                        <a:pt x="33" y="415"/>
                      </a:lnTo>
                      <a:lnTo>
                        <a:pt x="35" y="415"/>
                      </a:lnTo>
                      <a:lnTo>
                        <a:pt x="35" y="413"/>
                      </a:lnTo>
                      <a:lnTo>
                        <a:pt x="35" y="411"/>
                      </a:lnTo>
                      <a:lnTo>
                        <a:pt x="37" y="411"/>
                      </a:lnTo>
                      <a:lnTo>
                        <a:pt x="35" y="411"/>
                      </a:lnTo>
                      <a:lnTo>
                        <a:pt x="37" y="411"/>
                      </a:lnTo>
                      <a:lnTo>
                        <a:pt x="37" y="413"/>
                      </a:lnTo>
                      <a:lnTo>
                        <a:pt x="37" y="411"/>
                      </a:lnTo>
                      <a:lnTo>
                        <a:pt x="37" y="413"/>
                      </a:lnTo>
                      <a:lnTo>
                        <a:pt x="39" y="413"/>
                      </a:lnTo>
                      <a:lnTo>
                        <a:pt x="37" y="413"/>
                      </a:lnTo>
                      <a:lnTo>
                        <a:pt x="37" y="411"/>
                      </a:lnTo>
                      <a:lnTo>
                        <a:pt x="39" y="413"/>
                      </a:lnTo>
                      <a:lnTo>
                        <a:pt x="37" y="411"/>
                      </a:lnTo>
                      <a:lnTo>
                        <a:pt x="39" y="411"/>
                      </a:lnTo>
                      <a:lnTo>
                        <a:pt x="37" y="411"/>
                      </a:lnTo>
                      <a:lnTo>
                        <a:pt x="39" y="411"/>
                      </a:lnTo>
                      <a:lnTo>
                        <a:pt x="37" y="411"/>
                      </a:lnTo>
                      <a:lnTo>
                        <a:pt x="37" y="409"/>
                      </a:lnTo>
                      <a:lnTo>
                        <a:pt x="39" y="409"/>
                      </a:lnTo>
                      <a:lnTo>
                        <a:pt x="39" y="411"/>
                      </a:lnTo>
                      <a:lnTo>
                        <a:pt x="39" y="409"/>
                      </a:lnTo>
                      <a:lnTo>
                        <a:pt x="37" y="409"/>
                      </a:lnTo>
                      <a:lnTo>
                        <a:pt x="39" y="409"/>
                      </a:lnTo>
                      <a:lnTo>
                        <a:pt x="37" y="409"/>
                      </a:lnTo>
                      <a:lnTo>
                        <a:pt x="37" y="411"/>
                      </a:lnTo>
                      <a:lnTo>
                        <a:pt x="37" y="409"/>
                      </a:lnTo>
                      <a:lnTo>
                        <a:pt x="35" y="409"/>
                      </a:lnTo>
                      <a:lnTo>
                        <a:pt x="37" y="408"/>
                      </a:lnTo>
                      <a:lnTo>
                        <a:pt x="37" y="409"/>
                      </a:lnTo>
                      <a:lnTo>
                        <a:pt x="39" y="409"/>
                      </a:lnTo>
                      <a:lnTo>
                        <a:pt x="39" y="408"/>
                      </a:lnTo>
                      <a:lnTo>
                        <a:pt x="37" y="408"/>
                      </a:lnTo>
                      <a:lnTo>
                        <a:pt x="39" y="408"/>
                      </a:lnTo>
                      <a:lnTo>
                        <a:pt x="37" y="408"/>
                      </a:lnTo>
                      <a:lnTo>
                        <a:pt x="39" y="408"/>
                      </a:lnTo>
                      <a:lnTo>
                        <a:pt x="37" y="408"/>
                      </a:lnTo>
                      <a:lnTo>
                        <a:pt x="39" y="408"/>
                      </a:lnTo>
                      <a:lnTo>
                        <a:pt x="37" y="408"/>
                      </a:lnTo>
                      <a:lnTo>
                        <a:pt x="37" y="406"/>
                      </a:lnTo>
                      <a:lnTo>
                        <a:pt x="37" y="408"/>
                      </a:lnTo>
                      <a:lnTo>
                        <a:pt x="37" y="406"/>
                      </a:lnTo>
                      <a:lnTo>
                        <a:pt x="35" y="404"/>
                      </a:lnTo>
                      <a:lnTo>
                        <a:pt x="35" y="402"/>
                      </a:lnTo>
                      <a:lnTo>
                        <a:pt x="37" y="402"/>
                      </a:lnTo>
                      <a:lnTo>
                        <a:pt x="37" y="404"/>
                      </a:lnTo>
                      <a:lnTo>
                        <a:pt x="35" y="404"/>
                      </a:lnTo>
                      <a:lnTo>
                        <a:pt x="37" y="404"/>
                      </a:lnTo>
                      <a:lnTo>
                        <a:pt x="37" y="402"/>
                      </a:lnTo>
                      <a:lnTo>
                        <a:pt x="37" y="404"/>
                      </a:lnTo>
                      <a:lnTo>
                        <a:pt x="39" y="404"/>
                      </a:lnTo>
                      <a:lnTo>
                        <a:pt x="37" y="404"/>
                      </a:lnTo>
                      <a:lnTo>
                        <a:pt x="37" y="402"/>
                      </a:lnTo>
                      <a:lnTo>
                        <a:pt x="37" y="400"/>
                      </a:lnTo>
                      <a:lnTo>
                        <a:pt x="37" y="402"/>
                      </a:lnTo>
                      <a:lnTo>
                        <a:pt x="37" y="400"/>
                      </a:lnTo>
                      <a:lnTo>
                        <a:pt x="37" y="398"/>
                      </a:lnTo>
                      <a:lnTo>
                        <a:pt x="39" y="398"/>
                      </a:lnTo>
                      <a:lnTo>
                        <a:pt x="39" y="397"/>
                      </a:lnTo>
                      <a:lnTo>
                        <a:pt x="39" y="395"/>
                      </a:lnTo>
                      <a:lnTo>
                        <a:pt x="39" y="393"/>
                      </a:lnTo>
                      <a:lnTo>
                        <a:pt x="41" y="393"/>
                      </a:lnTo>
                      <a:lnTo>
                        <a:pt x="39" y="393"/>
                      </a:lnTo>
                      <a:lnTo>
                        <a:pt x="41" y="393"/>
                      </a:lnTo>
                      <a:lnTo>
                        <a:pt x="41" y="391"/>
                      </a:lnTo>
                      <a:lnTo>
                        <a:pt x="41" y="393"/>
                      </a:lnTo>
                      <a:lnTo>
                        <a:pt x="41" y="395"/>
                      </a:lnTo>
                      <a:lnTo>
                        <a:pt x="41" y="393"/>
                      </a:lnTo>
                      <a:lnTo>
                        <a:pt x="41" y="391"/>
                      </a:lnTo>
                      <a:lnTo>
                        <a:pt x="42" y="391"/>
                      </a:lnTo>
                      <a:lnTo>
                        <a:pt x="42" y="393"/>
                      </a:lnTo>
                      <a:lnTo>
                        <a:pt x="41" y="393"/>
                      </a:lnTo>
                      <a:lnTo>
                        <a:pt x="41" y="395"/>
                      </a:lnTo>
                      <a:lnTo>
                        <a:pt x="42" y="395"/>
                      </a:lnTo>
                      <a:lnTo>
                        <a:pt x="41" y="395"/>
                      </a:lnTo>
                      <a:lnTo>
                        <a:pt x="41" y="393"/>
                      </a:lnTo>
                      <a:lnTo>
                        <a:pt x="42" y="393"/>
                      </a:lnTo>
                      <a:lnTo>
                        <a:pt x="41" y="393"/>
                      </a:lnTo>
                      <a:lnTo>
                        <a:pt x="42" y="393"/>
                      </a:lnTo>
                      <a:lnTo>
                        <a:pt x="42" y="391"/>
                      </a:lnTo>
                      <a:lnTo>
                        <a:pt x="42" y="393"/>
                      </a:lnTo>
                      <a:lnTo>
                        <a:pt x="42" y="391"/>
                      </a:lnTo>
                      <a:lnTo>
                        <a:pt x="44" y="391"/>
                      </a:lnTo>
                      <a:lnTo>
                        <a:pt x="44" y="389"/>
                      </a:lnTo>
                      <a:lnTo>
                        <a:pt x="42" y="389"/>
                      </a:lnTo>
                      <a:lnTo>
                        <a:pt x="44" y="389"/>
                      </a:lnTo>
                      <a:lnTo>
                        <a:pt x="42" y="389"/>
                      </a:lnTo>
                      <a:lnTo>
                        <a:pt x="41" y="389"/>
                      </a:lnTo>
                      <a:lnTo>
                        <a:pt x="41" y="387"/>
                      </a:lnTo>
                      <a:lnTo>
                        <a:pt x="42" y="387"/>
                      </a:lnTo>
                      <a:lnTo>
                        <a:pt x="42" y="389"/>
                      </a:lnTo>
                      <a:lnTo>
                        <a:pt x="42" y="387"/>
                      </a:lnTo>
                      <a:lnTo>
                        <a:pt x="42" y="389"/>
                      </a:lnTo>
                      <a:lnTo>
                        <a:pt x="42" y="387"/>
                      </a:lnTo>
                      <a:lnTo>
                        <a:pt x="44" y="387"/>
                      </a:lnTo>
                      <a:lnTo>
                        <a:pt x="42" y="387"/>
                      </a:lnTo>
                      <a:lnTo>
                        <a:pt x="42" y="386"/>
                      </a:lnTo>
                      <a:lnTo>
                        <a:pt x="41" y="386"/>
                      </a:lnTo>
                      <a:lnTo>
                        <a:pt x="42" y="386"/>
                      </a:lnTo>
                      <a:lnTo>
                        <a:pt x="42" y="387"/>
                      </a:lnTo>
                      <a:lnTo>
                        <a:pt x="42" y="386"/>
                      </a:lnTo>
                      <a:lnTo>
                        <a:pt x="42" y="387"/>
                      </a:lnTo>
                      <a:lnTo>
                        <a:pt x="44" y="387"/>
                      </a:lnTo>
                      <a:lnTo>
                        <a:pt x="44" y="386"/>
                      </a:lnTo>
                      <a:lnTo>
                        <a:pt x="42" y="386"/>
                      </a:lnTo>
                      <a:lnTo>
                        <a:pt x="44" y="386"/>
                      </a:lnTo>
                      <a:lnTo>
                        <a:pt x="44" y="384"/>
                      </a:lnTo>
                      <a:lnTo>
                        <a:pt x="44" y="386"/>
                      </a:lnTo>
                      <a:lnTo>
                        <a:pt x="44" y="384"/>
                      </a:lnTo>
                      <a:lnTo>
                        <a:pt x="42" y="384"/>
                      </a:lnTo>
                      <a:lnTo>
                        <a:pt x="42" y="382"/>
                      </a:lnTo>
                      <a:lnTo>
                        <a:pt x="44" y="382"/>
                      </a:lnTo>
                      <a:lnTo>
                        <a:pt x="42" y="382"/>
                      </a:lnTo>
                      <a:lnTo>
                        <a:pt x="44" y="384"/>
                      </a:lnTo>
                      <a:lnTo>
                        <a:pt x="42" y="382"/>
                      </a:lnTo>
                      <a:lnTo>
                        <a:pt x="44" y="382"/>
                      </a:lnTo>
                      <a:lnTo>
                        <a:pt x="44" y="384"/>
                      </a:lnTo>
                      <a:lnTo>
                        <a:pt x="44" y="382"/>
                      </a:lnTo>
                      <a:lnTo>
                        <a:pt x="44" y="380"/>
                      </a:lnTo>
                      <a:lnTo>
                        <a:pt x="44" y="382"/>
                      </a:lnTo>
                      <a:lnTo>
                        <a:pt x="42" y="382"/>
                      </a:lnTo>
                      <a:lnTo>
                        <a:pt x="44" y="382"/>
                      </a:lnTo>
                      <a:lnTo>
                        <a:pt x="42" y="382"/>
                      </a:lnTo>
                      <a:lnTo>
                        <a:pt x="42" y="380"/>
                      </a:lnTo>
                      <a:lnTo>
                        <a:pt x="44" y="380"/>
                      </a:lnTo>
                      <a:lnTo>
                        <a:pt x="42" y="380"/>
                      </a:lnTo>
                      <a:lnTo>
                        <a:pt x="44" y="380"/>
                      </a:lnTo>
                      <a:lnTo>
                        <a:pt x="42" y="380"/>
                      </a:lnTo>
                      <a:lnTo>
                        <a:pt x="42" y="378"/>
                      </a:lnTo>
                      <a:lnTo>
                        <a:pt x="44" y="378"/>
                      </a:lnTo>
                      <a:lnTo>
                        <a:pt x="44" y="380"/>
                      </a:lnTo>
                      <a:lnTo>
                        <a:pt x="44" y="378"/>
                      </a:lnTo>
                      <a:lnTo>
                        <a:pt x="44" y="380"/>
                      </a:lnTo>
                      <a:lnTo>
                        <a:pt x="46" y="380"/>
                      </a:lnTo>
                      <a:lnTo>
                        <a:pt x="46" y="378"/>
                      </a:lnTo>
                      <a:lnTo>
                        <a:pt x="44" y="378"/>
                      </a:lnTo>
                      <a:lnTo>
                        <a:pt x="44" y="380"/>
                      </a:lnTo>
                      <a:lnTo>
                        <a:pt x="44" y="378"/>
                      </a:lnTo>
                      <a:lnTo>
                        <a:pt x="44" y="380"/>
                      </a:lnTo>
                      <a:lnTo>
                        <a:pt x="44" y="378"/>
                      </a:lnTo>
                      <a:lnTo>
                        <a:pt x="46" y="378"/>
                      </a:lnTo>
                      <a:lnTo>
                        <a:pt x="44" y="378"/>
                      </a:lnTo>
                      <a:lnTo>
                        <a:pt x="46" y="378"/>
                      </a:lnTo>
                      <a:lnTo>
                        <a:pt x="44" y="378"/>
                      </a:lnTo>
                      <a:lnTo>
                        <a:pt x="44" y="377"/>
                      </a:lnTo>
                      <a:lnTo>
                        <a:pt x="46" y="377"/>
                      </a:lnTo>
                      <a:lnTo>
                        <a:pt x="46" y="378"/>
                      </a:lnTo>
                      <a:lnTo>
                        <a:pt x="46" y="377"/>
                      </a:lnTo>
                      <a:lnTo>
                        <a:pt x="46" y="375"/>
                      </a:lnTo>
                      <a:lnTo>
                        <a:pt x="46" y="373"/>
                      </a:lnTo>
                      <a:lnTo>
                        <a:pt x="48" y="373"/>
                      </a:lnTo>
                      <a:lnTo>
                        <a:pt x="48" y="371"/>
                      </a:lnTo>
                      <a:lnTo>
                        <a:pt x="48" y="369"/>
                      </a:lnTo>
                      <a:lnTo>
                        <a:pt x="50" y="369"/>
                      </a:lnTo>
                      <a:lnTo>
                        <a:pt x="51" y="369"/>
                      </a:lnTo>
                      <a:lnTo>
                        <a:pt x="50" y="369"/>
                      </a:lnTo>
                      <a:lnTo>
                        <a:pt x="50" y="367"/>
                      </a:lnTo>
                      <a:lnTo>
                        <a:pt x="50" y="366"/>
                      </a:lnTo>
                      <a:lnTo>
                        <a:pt x="50" y="364"/>
                      </a:lnTo>
                      <a:lnTo>
                        <a:pt x="51" y="364"/>
                      </a:lnTo>
                      <a:lnTo>
                        <a:pt x="51" y="362"/>
                      </a:lnTo>
                      <a:lnTo>
                        <a:pt x="51" y="360"/>
                      </a:lnTo>
                      <a:lnTo>
                        <a:pt x="51" y="358"/>
                      </a:lnTo>
                      <a:lnTo>
                        <a:pt x="53" y="358"/>
                      </a:lnTo>
                      <a:lnTo>
                        <a:pt x="53" y="356"/>
                      </a:lnTo>
                      <a:lnTo>
                        <a:pt x="53" y="355"/>
                      </a:lnTo>
                      <a:lnTo>
                        <a:pt x="53" y="353"/>
                      </a:lnTo>
                      <a:lnTo>
                        <a:pt x="53" y="355"/>
                      </a:lnTo>
                      <a:lnTo>
                        <a:pt x="53" y="353"/>
                      </a:lnTo>
                      <a:lnTo>
                        <a:pt x="51" y="353"/>
                      </a:lnTo>
                      <a:lnTo>
                        <a:pt x="51" y="351"/>
                      </a:lnTo>
                      <a:lnTo>
                        <a:pt x="53" y="351"/>
                      </a:lnTo>
                      <a:lnTo>
                        <a:pt x="53" y="349"/>
                      </a:lnTo>
                      <a:lnTo>
                        <a:pt x="55" y="347"/>
                      </a:lnTo>
                      <a:lnTo>
                        <a:pt x="57" y="347"/>
                      </a:lnTo>
                      <a:lnTo>
                        <a:pt x="57" y="345"/>
                      </a:lnTo>
                      <a:lnTo>
                        <a:pt x="59" y="345"/>
                      </a:lnTo>
                      <a:lnTo>
                        <a:pt x="61" y="345"/>
                      </a:lnTo>
                      <a:lnTo>
                        <a:pt x="61" y="344"/>
                      </a:lnTo>
                      <a:lnTo>
                        <a:pt x="61" y="342"/>
                      </a:lnTo>
                      <a:lnTo>
                        <a:pt x="61" y="340"/>
                      </a:lnTo>
                      <a:lnTo>
                        <a:pt x="62" y="340"/>
                      </a:lnTo>
                      <a:lnTo>
                        <a:pt x="62" y="342"/>
                      </a:lnTo>
                      <a:lnTo>
                        <a:pt x="62" y="340"/>
                      </a:lnTo>
                      <a:lnTo>
                        <a:pt x="64" y="340"/>
                      </a:lnTo>
                      <a:lnTo>
                        <a:pt x="64" y="338"/>
                      </a:lnTo>
                      <a:lnTo>
                        <a:pt x="66" y="338"/>
                      </a:lnTo>
                      <a:lnTo>
                        <a:pt x="66" y="336"/>
                      </a:lnTo>
                      <a:lnTo>
                        <a:pt x="68" y="336"/>
                      </a:lnTo>
                      <a:lnTo>
                        <a:pt x="68" y="334"/>
                      </a:lnTo>
                      <a:lnTo>
                        <a:pt x="68" y="333"/>
                      </a:lnTo>
                      <a:lnTo>
                        <a:pt x="70" y="333"/>
                      </a:lnTo>
                      <a:lnTo>
                        <a:pt x="70" y="331"/>
                      </a:lnTo>
                      <a:lnTo>
                        <a:pt x="72" y="331"/>
                      </a:lnTo>
                      <a:lnTo>
                        <a:pt x="72" y="329"/>
                      </a:lnTo>
                      <a:lnTo>
                        <a:pt x="72" y="327"/>
                      </a:lnTo>
                      <a:lnTo>
                        <a:pt x="73" y="327"/>
                      </a:lnTo>
                      <a:lnTo>
                        <a:pt x="73" y="325"/>
                      </a:lnTo>
                      <a:lnTo>
                        <a:pt x="73" y="324"/>
                      </a:lnTo>
                      <a:lnTo>
                        <a:pt x="73" y="322"/>
                      </a:lnTo>
                      <a:lnTo>
                        <a:pt x="75" y="322"/>
                      </a:lnTo>
                      <a:lnTo>
                        <a:pt x="77" y="322"/>
                      </a:lnTo>
                      <a:lnTo>
                        <a:pt x="75" y="322"/>
                      </a:lnTo>
                      <a:lnTo>
                        <a:pt x="77" y="320"/>
                      </a:lnTo>
                      <a:lnTo>
                        <a:pt x="77" y="318"/>
                      </a:lnTo>
                      <a:lnTo>
                        <a:pt x="77" y="316"/>
                      </a:lnTo>
                      <a:lnTo>
                        <a:pt x="79" y="316"/>
                      </a:lnTo>
                      <a:lnTo>
                        <a:pt x="81" y="316"/>
                      </a:lnTo>
                      <a:lnTo>
                        <a:pt x="81" y="314"/>
                      </a:lnTo>
                      <a:lnTo>
                        <a:pt x="82" y="314"/>
                      </a:lnTo>
                      <a:lnTo>
                        <a:pt x="82" y="313"/>
                      </a:lnTo>
                      <a:lnTo>
                        <a:pt x="82" y="311"/>
                      </a:lnTo>
                      <a:lnTo>
                        <a:pt x="82" y="309"/>
                      </a:lnTo>
                      <a:lnTo>
                        <a:pt x="84" y="309"/>
                      </a:lnTo>
                      <a:lnTo>
                        <a:pt x="82" y="309"/>
                      </a:lnTo>
                      <a:lnTo>
                        <a:pt x="81" y="309"/>
                      </a:lnTo>
                      <a:lnTo>
                        <a:pt x="81" y="307"/>
                      </a:lnTo>
                      <a:lnTo>
                        <a:pt x="81" y="305"/>
                      </a:lnTo>
                      <a:lnTo>
                        <a:pt x="81" y="303"/>
                      </a:lnTo>
                      <a:lnTo>
                        <a:pt x="79" y="303"/>
                      </a:lnTo>
                      <a:lnTo>
                        <a:pt x="79" y="302"/>
                      </a:lnTo>
                      <a:lnTo>
                        <a:pt x="79" y="300"/>
                      </a:lnTo>
                      <a:lnTo>
                        <a:pt x="81" y="298"/>
                      </a:lnTo>
                      <a:lnTo>
                        <a:pt x="79" y="298"/>
                      </a:lnTo>
                      <a:lnTo>
                        <a:pt x="77" y="298"/>
                      </a:lnTo>
                      <a:lnTo>
                        <a:pt x="77" y="296"/>
                      </a:lnTo>
                      <a:lnTo>
                        <a:pt x="77" y="294"/>
                      </a:lnTo>
                      <a:lnTo>
                        <a:pt x="77" y="292"/>
                      </a:lnTo>
                      <a:lnTo>
                        <a:pt x="75" y="292"/>
                      </a:lnTo>
                      <a:lnTo>
                        <a:pt x="75" y="291"/>
                      </a:lnTo>
                      <a:lnTo>
                        <a:pt x="75" y="289"/>
                      </a:lnTo>
                      <a:lnTo>
                        <a:pt x="75" y="287"/>
                      </a:lnTo>
                      <a:lnTo>
                        <a:pt x="73" y="287"/>
                      </a:lnTo>
                      <a:lnTo>
                        <a:pt x="75" y="287"/>
                      </a:lnTo>
                      <a:lnTo>
                        <a:pt x="75" y="285"/>
                      </a:lnTo>
                      <a:lnTo>
                        <a:pt x="75" y="283"/>
                      </a:lnTo>
                      <a:lnTo>
                        <a:pt x="75" y="281"/>
                      </a:lnTo>
                      <a:lnTo>
                        <a:pt x="73" y="281"/>
                      </a:lnTo>
                      <a:lnTo>
                        <a:pt x="73" y="280"/>
                      </a:lnTo>
                      <a:lnTo>
                        <a:pt x="72" y="280"/>
                      </a:lnTo>
                      <a:lnTo>
                        <a:pt x="70" y="280"/>
                      </a:lnTo>
                      <a:lnTo>
                        <a:pt x="70" y="278"/>
                      </a:lnTo>
                      <a:lnTo>
                        <a:pt x="68" y="278"/>
                      </a:lnTo>
                      <a:lnTo>
                        <a:pt x="68" y="276"/>
                      </a:lnTo>
                      <a:lnTo>
                        <a:pt x="68" y="274"/>
                      </a:lnTo>
                      <a:lnTo>
                        <a:pt x="66" y="272"/>
                      </a:lnTo>
                      <a:lnTo>
                        <a:pt x="66" y="270"/>
                      </a:lnTo>
                      <a:lnTo>
                        <a:pt x="66" y="269"/>
                      </a:lnTo>
                      <a:lnTo>
                        <a:pt x="66" y="267"/>
                      </a:lnTo>
                      <a:lnTo>
                        <a:pt x="64" y="267"/>
                      </a:lnTo>
                      <a:lnTo>
                        <a:pt x="64" y="265"/>
                      </a:lnTo>
                      <a:lnTo>
                        <a:pt x="64" y="263"/>
                      </a:lnTo>
                      <a:lnTo>
                        <a:pt x="64" y="261"/>
                      </a:lnTo>
                      <a:lnTo>
                        <a:pt x="64" y="260"/>
                      </a:lnTo>
                      <a:lnTo>
                        <a:pt x="66" y="260"/>
                      </a:lnTo>
                      <a:lnTo>
                        <a:pt x="66" y="261"/>
                      </a:lnTo>
                      <a:lnTo>
                        <a:pt x="66" y="260"/>
                      </a:lnTo>
                      <a:lnTo>
                        <a:pt x="66" y="261"/>
                      </a:lnTo>
                      <a:lnTo>
                        <a:pt x="68" y="260"/>
                      </a:lnTo>
                      <a:lnTo>
                        <a:pt x="66" y="258"/>
                      </a:lnTo>
                      <a:lnTo>
                        <a:pt x="68" y="258"/>
                      </a:lnTo>
                      <a:lnTo>
                        <a:pt x="66" y="258"/>
                      </a:lnTo>
                      <a:lnTo>
                        <a:pt x="66" y="256"/>
                      </a:lnTo>
                      <a:lnTo>
                        <a:pt x="68" y="256"/>
                      </a:lnTo>
                      <a:lnTo>
                        <a:pt x="68" y="254"/>
                      </a:lnTo>
                      <a:lnTo>
                        <a:pt x="68" y="252"/>
                      </a:lnTo>
                      <a:lnTo>
                        <a:pt x="66" y="252"/>
                      </a:lnTo>
                      <a:lnTo>
                        <a:pt x="66" y="250"/>
                      </a:lnTo>
                      <a:lnTo>
                        <a:pt x="68" y="250"/>
                      </a:lnTo>
                      <a:lnTo>
                        <a:pt x="66" y="250"/>
                      </a:lnTo>
                      <a:lnTo>
                        <a:pt x="66" y="249"/>
                      </a:lnTo>
                      <a:lnTo>
                        <a:pt x="66" y="247"/>
                      </a:lnTo>
                      <a:lnTo>
                        <a:pt x="66" y="245"/>
                      </a:lnTo>
                      <a:lnTo>
                        <a:pt x="66" y="243"/>
                      </a:lnTo>
                      <a:lnTo>
                        <a:pt x="66" y="241"/>
                      </a:lnTo>
                      <a:lnTo>
                        <a:pt x="66" y="239"/>
                      </a:lnTo>
                      <a:lnTo>
                        <a:pt x="64" y="239"/>
                      </a:lnTo>
                      <a:lnTo>
                        <a:pt x="64" y="238"/>
                      </a:lnTo>
                      <a:lnTo>
                        <a:pt x="62" y="238"/>
                      </a:lnTo>
                      <a:lnTo>
                        <a:pt x="64" y="238"/>
                      </a:lnTo>
                      <a:lnTo>
                        <a:pt x="64" y="236"/>
                      </a:lnTo>
                      <a:lnTo>
                        <a:pt x="62" y="236"/>
                      </a:lnTo>
                      <a:lnTo>
                        <a:pt x="62" y="234"/>
                      </a:lnTo>
                      <a:lnTo>
                        <a:pt x="61" y="234"/>
                      </a:lnTo>
                      <a:lnTo>
                        <a:pt x="61" y="232"/>
                      </a:lnTo>
                      <a:lnTo>
                        <a:pt x="59" y="230"/>
                      </a:lnTo>
                      <a:lnTo>
                        <a:pt x="59" y="228"/>
                      </a:lnTo>
                      <a:lnTo>
                        <a:pt x="57" y="228"/>
                      </a:lnTo>
                      <a:lnTo>
                        <a:pt x="55" y="227"/>
                      </a:lnTo>
                      <a:lnTo>
                        <a:pt x="53" y="225"/>
                      </a:lnTo>
                      <a:lnTo>
                        <a:pt x="51" y="225"/>
                      </a:lnTo>
                      <a:lnTo>
                        <a:pt x="50" y="223"/>
                      </a:lnTo>
                      <a:lnTo>
                        <a:pt x="50" y="221"/>
                      </a:lnTo>
                      <a:lnTo>
                        <a:pt x="48" y="221"/>
                      </a:lnTo>
                      <a:lnTo>
                        <a:pt x="46" y="221"/>
                      </a:lnTo>
                      <a:lnTo>
                        <a:pt x="46" y="219"/>
                      </a:lnTo>
                      <a:lnTo>
                        <a:pt x="46" y="217"/>
                      </a:lnTo>
                      <a:lnTo>
                        <a:pt x="44" y="219"/>
                      </a:lnTo>
                      <a:lnTo>
                        <a:pt x="44" y="217"/>
                      </a:lnTo>
                      <a:lnTo>
                        <a:pt x="44" y="216"/>
                      </a:lnTo>
                      <a:lnTo>
                        <a:pt x="42" y="216"/>
                      </a:lnTo>
                      <a:lnTo>
                        <a:pt x="42" y="214"/>
                      </a:lnTo>
                      <a:lnTo>
                        <a:pt x="42" y="212"/>
                      </a:lnTo>
                      <a:lnTo>
                        <a:pt x="41" y="212"/>
                      </a:lnTo>
                      <a:lnTo>
                        <a:pt x="41" y="210"/>
                      </a:lnTo>
                      <a:lnTo>
                        <a:pt x="39" y="210"/>
                      </a:lnTo>
                      <a:lnTo>
                        <a:pt x="39" y="208"/>
                      </a:lnTo>
                      <a:lnTo>
                        <a:pt x="37" y="208"/>
                      </a:lnTo>
                      <a:lnTo>
                        <a:pt x="37" y="207"/>
                      </a:lnTo>
                      <a:lnTo>
                        <a:pt x="35" y="207"/>
                      </a:lnTo>
                      <a:lnTo>
                        <a:pt x="35" y="205"/>
                      </a:lnTo>
                      <a:lnTo>
                        <a:pt x="33" y="205"/>
                      </a:lnTo>
                      <a:lnTo>
                        <a:pt x="33" y="203"/>
                      </a:lnTo>
                      <a:lnTo>
                        <a:pt x="33" y="201"/>
                      </a:lnTo>
                      <a:lnTo>
                        <a:pt x="33" y="199"/>
                      </a:lnTo>
                      <a:lnTo>
                        <a:pt x="33" y="197"/>
                      </a:lnTo>
                      <a:lnTo>
                        <a:pt x="31" y="197"/>
                      </a:lnTo>
                      <a:lnTo>
                        <a:pt x="33" y="197"/>
                      </a:lnTo>
                      <a:lnTo>
                        <a:pt x="31" y="197"/>
                      </a:lnTo>
                      <a:lnTo>
                        <a:pt x="31" y="196"/>
                      </a:lnTo>
                      <a:lnTo>
                        <a:pt x="31" y="194"/>
                      </a:lnTo>
                      <a:lnTo>
                        <a:pt x="33" y="194"/>
                      </a:lnTo>
                      <a:lnTo>
                        <a:pt x="31" y="194"/>
                      </a:lnTo>
                      <a:lnTo>
                        <a:pt x="31" y="192"/>
                      </a:lnTo>
                      <a:lnTo>
                        <a:pt x="31" y="190"/>
                      </a:lnTo>
                      <a:lnTo>
                        <a:pt x="31" y="188"/>
                      </a:lnTo>
                      <a:lnTo>
                        <a:pt x="31" y="186"/>
                      </a:lnTo>
                      <a:lnTo>
                        <a:pt x="31" y="188"/>
                      </a:lnTo>
                      <a:lnTo>
                        <a:pt x="33" y="188"/>
                      </a:lnTo>
                      <a:lnTo>
                        <a:pt x="33" y="186"/>
                      </a:lnTo>
                      <a:lnTo>
                        <a:pt x="33" y="188"/>
                      </a:lnTo>
                      <a:lnTo>
                        <a:pt x="35" y="186"/>
                      </a:lnTo>
                      <a:lnTo>
                        <a:pt x="35" y="185"/>
                      </a:lnTo>
                      <a:lnTo>
                        <a:pt x="37" y="185"/>
                      </a:lnTo>
                      <a:lnTo>
                        <a:pt x="37" y="186"/>
                      </a:lnTo>
                      <a:lnTo>
                        <a:pt x="39" y="186"/>
                      </a:lnTo>
                      <a:lnTo>
                        <a:pt x="39" y="185"/>
                      </a:lnTo>
                      <a:lnTo>
                        <a:pt x="39" y="183"/>
                      </a:lnTo>
                      <a:lnTo>
                        <a:pt x="41" y="183"/>
                      </a:lnTo>
                      <a:lnTo>
                        <a:pt x="41" y="181"/>
                      </a:lnTo>
                      <a:lnTo>
                        <a:pt x="42" y="181"/>
                      </a:lnTo>
                      <a:lnTo>
                        <a:pt x="42" y="183"/>
                      </a:lnTo>
                      <a:lnTo>
                        <a:pt x="44" y="183"/>
                      </a:lnTo>
                      <a:lnTo>
                        <a:pt x="44" y="185"/>
                      </a:lnTo>
                      <a:lnTo>
                        <a:pt x="44" y="183"/>
                      </a:lnTo>
                      <a:lnTo>
                        <a:pt x="44" y="181"/>
                      </a:lnTo>
                      <a:lnTo>
                        <a:pt x="44" y="179"/>
                      </a:lnTo>
                      <a:lnTo>
                        <a:pt x="44" y="175"/>
                      </a:lnTo>
                      <a:lnTo>
                        <a:pt x="44" y="174"/>
                      </a:lnTo>
                      <a:lnTo>
                        <a:pt x="44" y="172"/>
                      </a:lnTo>
                      <a:lnTo>
                        <a:pt x="44" y="170"/>
                      </a:lnTo>
                      <a:lnTo>
                        <a:pt x="44" y="166"/>
                      </a:lnTo>
                      <a:lnTo>
                        <a:pt x="46" y="164"/>
                      </a:lnTo>
                      <a:lnTo>
                        <a:pt x="46" y="163"/>
                      </a:lnTo>
                      <a:lnTo>
                        <a:pt x="44" y="163"/>
                      </a:lnTo>
                      <a:lnTo>
                        <a:pt x="46" y="163"/>
                      </a:lnTo>
                      <a:lnTo>
                        <a:pt x="46" y="161"/>
                      </a:lnTo>
                      <a:lnTo>
                        <a:pt x="46" y="159"/>
                      </a:lnTo>
                      <a:lnTo>
                        <a:pt x="44" y="159"/>
                      </a:lnTo>
                      <a:lnTo>
                        <a:pt x="44" y="157"/>
                      </a:lnTo>
                      <a:lnTo>
                        <a:pt x="46" y="157"/>
                      </a:lnTo>
                      <a:lnTo>
                        <a:pt x="46" y="159"/>
                      </a:lnTo>
                      <a:lnTo>
                        <a:pt x="46" y="157"/>
                      </a:lnTo>
                      <a:lnTo>
                        <a:pt x="48" y="157"/>
                      </a:lnTo>
                      <a:lnTo>
                        <a:pt x="48" y="155"/>
                      </a:lnTo>
                      <a:lnTo>
                        <a:pt x="50" y="155"/>
                      </a:lnTo>
                      <a:lnTo>
                        <a:pt x="51" y="155"/>
                      </a:lnTo>
                      <a:lnTo>
                        <a:pt x="53" y="155"/>
                      </a:lnTo>
                      <a:lnTo>
                        <a:pt x="55" y="155"/>
                      </a:lnTo>
                      <a:lnTo>
                        <a:pt x="55" y="154"/>
                      </a:lnTo>
                      <a:lnTo>
                        <a:pt x="55" y="152"/>
                      </a:lnTo>
                      <a:lnTo>
                        <a:pt x="57" y="150"/>
                      </a:lnTo>
                      <a:lnTo>
                        <a:pt x="57" y="148"/>
                      </a:lnTo>
                      <a:lnTo>
                        <a:pt x="57" y="146"/>
                      </a:lnTo>
                      <a:lnTo>
                        <a:pt x="55" y="144"/>
                      </a:lnTo>
                      <a:lnTo>
                        <a:pt x="55" y="143"/>
                      </a:lnTo>
                      <a:lnTo>
                        <a:pt x="53" y="144"/>
                      </a:lnTo>
                      <a:lnTo>
                        <a:pt x="53" y="146"/>
                      </a:lnTo>
                      <a:lnTo>
                        <a:pt x="51" y="146"/>
                      </a:lnTo>
                      <a:lnTo>
                        <a:pt x="51" y="148"/>
                      </a:lnTo>
                      <a:lnTo>
                        <a:pt x="50" y="148"/>
                      </a:lnTo>
                      <a:lnTo>
                        <a:pt x="50" y="150"/>
                      </a:lnTo>
                      <a:lnTo>
                        <a:pt x="48" y="150"/>
                      </a:lnTo>
                      <a:lnTo>
                        <a:pt x="48" y="148"/>
                      </a:lnTo>
                      <a:lnTo>
                        <a:pt x="48" y="146"/>
                      </a:lnTo>
                      <a:lnTo>
                        <a:pt x="46" y="144"/>
                      </a:lnTo>
                      <a:lnTo>
                        <a:pt x="48" y="144"/>
                      </a:lnTo>
                      <a:lnTo>
                        <a:pt x="46" y="144"/>
                      </a:lnTo>
                      <a:lnTo>
                        <a:pt x="48" y="144"/>
                      </a:lnTo>
                      <a:lnTo>
                        <a:pt x="48" y="143"/>
                      </a:lnTo>
                      <a:lnTo>
                        <a:pt x="46" y="143"/>
                      </a:lnTo>
                      <a:lnTo>
                        <a:pt x="46" y="141"/>
                      </a:lnTo>
                      <a:lnTo>
                        <a:pt x="44" y="141"/>
                      </a:lnTo>
                      <a:lnTo>
                        <a:pt x="44" y="139"/>
                      </a:lnTo>
                      <a:lnTo>
                        <a:pt x="44" y="137"/>
                      </a:lnTo>
                      <a:lnTo>
                        <a:pt x="42" y="137"/>
                      </a:lnTo>
                      <a:lnTo>
                        <a:pt x="42" y="135"/>
                      </a:lnTo>
                      <a:lnTo>
                        <a:pt x="41" y="135"/>
                      </a:lnTo>
                      <a:lnTo>
                        <a:pt x="41" y="133"/>
                      </a:lnTo>
                      <a:lnTo>
                        <a:pt x="42" y="132"/>
                      </a:lnTo>
                      <a:lnTo>
                        <a:pt x="41" y="132"/>
                      </a:lnTo>
                      <a:lnTo>
                        <a:pt x="42" y="132"/>
                      </a:lnTo>
                      <a:lnTo>
                        <a:pt x="44" y="132"/>
                      </a:lnTo>
                      <a:lnTo>
                        <a:pt x="44" y="130"/>
                      </a:lnTo>
                      <a:lnTo>
                        <a:pt x="42" y="130"/>
                      </a:lnTo>
                      <a:lnTo>
                        <a:pt x="42" y="128"/>
                      </a:lnTo>
                      <a:lnTo>
                        <a:pt x="42" y="130"/>
                      </a:lnTo>
                      <a:lnTo>
                        <a:pt x="44" y="130"/>
                      </a:lnTo>
                      <a:lnTo>
                        <a:pt x="42" y="128"/>
                      </a:lnTo>
                      <a:lnTo>
                        <a:pt x="42" y="126"/>
                      </a:lnTo>
                      <a:lnTo>
                        <a:pt x="41" y="126"/>
                      </a:lnTo>
                      <a:lnTo>
                        <a:pt x="42" y="126"/>
                      </a:lnTo>
                      <a:lnTo>
                        <a:pt x="42" y="124"/>
                      </a:lnTo>
                      <a:lnTo>
                        <a:pt x="41" y="126"/>
                      </a:lnTo>
                      <a:lnTo>
                        <a:pt x="41" y="124"/>
                      </a:lnTo>
                      <a:lnTo>
                        <a:pt x="41" y="122"/>
                      </a:lnTo>
                      <a:lnTo>
                        <a:pt x="41" y="124"/>
                      </a:lnTo>
                      <a:lnTo>
                        <a:pt x="39" y="124"/>
                      </a:lnTo>
                      <a:lnTo>
                        <a:pt x="39" y="122"/>
                      </a:lnTo>
                      <a:lnTo>
                        <a:pt x="41" y="122"/>
                      </a:lnTo>
                      <a:lnTo>
                        <a:pt x="39" y="122"/>
                      </a:lnTo>
                      <a:lnTo>
                        <a:pt x="37" y="122"/>
                      </a:lnTo>
                      <a:lnTo>
                        <a:pt x="35" y="122"/>
                      </a:lnTo>
                      <a:lnTo>
                        <a:pt x="35" y="121"/>
                      </a:lnTo>
                      <a:lnTo>
                        <a:pt x="35" y="119"/>
                      </a:lnTo>
                      <a:lnTo>
                        <a:pt x="35" y="121"/>
                      </a:lnTo>
                      <a:lnTo>
                        <a:pt x="33" y="121"/>
                      </a:lnTo>
                      <a:lnTo>
                        <a:pt x="35" y="121"/>
                      </a:lnTo>
                      <a:lnTo>
                        <a:pt x="35" y="119"/>
                      </a:lnTo>
                      <a:lnTo>
                        <a:pt x="33" y="119"/>
                      </a:lnTo>
                      <a:lnTo>
                        <a:pt x="33" y="117"/>
                      </a:lnTo>
                      <a:lnTo>
                        <a:pt x="33" y="119"/>
                      </a:lnTo>
                      <a:lnTo>
                        <a:pt x="33" y="117"/>
                      </a:lnTo>
                      <a:lnTo>
                        <a:pt x="31" y="117"/>
                      </a:lnTo>
                      <a:lnTo>
                        <a:pt x="33" y="117"/>
                      </a:lnTo>
                      <a:lnTo>
                        <a:pt x="33" y="115"/>
                      </a:lnTo>
                      <a:lnTo>
                        <a:pt x="33" y="117"/>
                      </a:lnTo>
                      <a:lnTo>
                        <a:pt x="31" y="117"/>
                      </a:lnTo>
                      <a:lnTo>
                        <a:pt x="31" y="115"/>
                      </a:lnTo>
                      <a:lnTo>
                        <a:pt x="30" y="115"/>
                      </a:lnTo>
                      <a:lnTo>
                        <a:pt x="30" y="113"/>
                      </a:lnTo>
                      <a:lnTo>
                        <a:pt x="28" y="113"/>
                      </a:lnTo>
                      <a:lnTo>
                        <a:pt x="28" y="111"/>
                      </a:lnTo>
                      <a:lnTo>
                        <a:pt x="28" y="110"/>
                      </a:lnTo>
                      <a:lnTo>
                        <a:pt x="26" y="110"/>
                      </a:lnTo>
                      <a:lnTo>
                        <a:pt x="26" y="108"/>
                      </a:lnTo>
                      <a:lnTo>
                        <a:pt x="24" y="108"/>
                      </a:lnTo>
                      <a:lnTo>
                        <a:pt x="24" y="106"/>
                      </a:lnTo>
                      <a:lnTo>
                        <a:pt x="22" y="106"/>
                      </a:lnTo>
                      <a:lnTo>
                        <a:pt x="22" y="104"/>
                      </a:lnTo>
                      <a:lnTo>
                        <a:pt x="20" y="104"/>
                      </a:lnTo>
                      <a:lnTo>
                        <a:pt x="20" y="102"/>
                      </a:lnTo>
                      <a:lnTo>
                        <a:pt x="19" y="102"/>
                      </a:lnTo>
                      <a:lnTo>
                        <a:pt x="19" y="101"/>
                      </a:lnTo>
                      <a:lnTo>
                        <a:pt x="17" y="101"/>
                      </a:lnTo>
                      <a:lnTo>
                        <a:pt x="17" y="99"/>
                      </a:lnTo>
                      <a:lnTo>
                        <a:pt x="15" y="99"/>
                      </a:lnTo>
                      <a:lnTo>
                        <a:pt x="15" y="97"/>
                      </a:lnTo>
                      <a:lnTo>
                        <a:pt x="17" y="97"/>
                      </a:lnTo>
                      <a:lnTo>
                        <a:pt x="15" y="97"/>
                      </a:lnTo>
                      <a:lnTo>
                        <a:pt x="15" y="95"/>
                      </a:lnTo>
                      <a:lnTo>
                        <a:pt x="13" y="95"/>
                      </a:lnTo>
                      <a:lnTo>
                        <a:pt x="13" y="93"/>
                      </a:lnTo>
                      <a:lnTo>
                        <a:pt x="13" y="91"/>
                      </a:lnTo>
                      <a:lnTo>
                        <a:pt x="13" y="90"/>
                      </a:lnTo>
                      <a:lnTo>
                        <a:pt x="15" y="90"/>
                      </a:lnTo>
                      <a:lnTo>
                        <a:pt x="15" y="88"/>
                      </a:lnTo>
                      <a:lnTo>
                        <a:pt x="13" y="88"/>
                      </a:lnTo>
                      <a:lnTo>
                        <a:pt x="13" y="86"/>
                      </a:lnTo>
                      <a:lnTo>
                        <a:pt x="13" y="84"/>
                      </a:lnTo>
                      <a:lnTo>
                        <a:pt x="13" y="82"/>
                      </a:lnTo>
                      <a:lnTo>
                        <a:pt x="11" y="82"/>
                      </a:lnTo>
                      <a:lnTo>
                        <a:pt x="11" y="80"/>
                      </a:lnTo>
                      <a:lnTo>
                        <a:pt x="9" y="80"/>
                      </a:lnTo>
                      <a:lnTo>
                        <a:pt x="9" y="79"/>
                      </a:lnTo>
                      <a:lnTo>
                        <a:pt x="11" y="79"/>
                      </a:lnTo>
                      <a:lnTo>
                        <a:pt x="11" y="77"/>
                      </a:lnTo>
                      <a:lnTo>
                        <a:pt x="9" y="77"/>
                      </a:lnTo>
                      <a:lnTo>
                        <a:pt x="8" y="77"/>
                      </a:lnTo>
                      <a:lnTo>
                        <a:pt x="8" y="79"/>
                      </a:lnTo>
                      <a:lnTo>
                        <a:pt x="6" y="79"/>
                      </a:lnTo>
                      <a:lnTo>
                        <a:pt x="6" y="77"/>
                      </a:lnTo>
                      <a:lnTo>
                        <a:pt x="4" y="77"/>
                      </a:lnTo>
                      <a:lnTo>
                        <a:pt x="4" y="75"/>
                      </a:lnTo>
                      <a:lnTo>
                        <a:pt x="4" y="73"/>
                      </a:lnTo>
                      <a:lnTo>
                        <a:pt x="2" y="73"/>
                      </a:lnTo>
                      <a:lnTo>
                        <a:pt x="2" y="71"/>
                      </a:lnTo>
                      <a:lnTo>
                        <a:pt x="2" y="69"/>
                      </a:lnTo>
                      <a:lnTo>
                        <a:pt x="0" y="69"/>
                      </a:lnTo>
                      <a:lnTo>
                        <a:pt x="0" y="68"/>
                      </a:lnTo>
                      <a:lnTo>
                        <a:pt x="2" y="68"/>
                      </a:lnTo>
                      <a:lnTo>
                        <a:pt x="0" y="68"/>
                      </a:lnTo>
                      <a:lnTo>
                        <a:pt x="2" y="68"/>
                      </a:lnTo>
                      <a:lnTo>
                        <a:pt x="4" y="69"/>
                      </a:lnTo>
                      <a:lnTo>
                        <a:pt x="4" y="71"/>
                      </a:lnTo>
                      <a:lnTo>
                        <a:pt x="4" y="69"/>
                      </a:lnTo>
                      <a:lnTo>
                        <a:pt x="6" y="69"/>
                      </a:lnTo>
                      <a:lnTo>
                        <a:pt x="6" y="71"/>
                      </a:lnTo>
                      <a:lnTo>
                        <a:pt x="8" y="71"/>
                      </a:lnTo>
                      <a:lnTo>
                        <a:pt x="8" y="69"/>
                      </a:lnTo>
                      <a:lnTo>
                        <a:pt x="9" y="69"/>
                      </a:lnTo>
                      <a:lnTo>
                        <a:pt x="9" y="68"/>
                      </a:lnTo>
                      <a:lnTo>
                        <a:pt x="11" y="68"/>
                      </a:lnTo>
                      <a:lnTo>
                        <a:pt x="13" y="68"/>
                      </a:lnTo>
                      <a:lnTo>
                        <a:pt x="15" y="68"/>
                      </a:lnTo>
                      <a:lnTo>
                        <a:pt x="17" y="68"/>
                      </a:lnTo>
                      <a:lnTo>
                        <a:pt x="15" y="66"/>
                      </a:lnTo>
                      <a:lnTo>
                        <a:pt x="17" y="66"/>
                      </a:lnTo>
                      <a:lnTo>
                        <a:pt x="15" y="66"/>
                      </a:lnTo>
                      <a:lnTo>
                        <a:pt x="15" y="64"/>
                      </a:lnTo>
                      <a:lnTo>
                        <a:pt x="15" y="62"/>
                      </a:lnTo>
                      <a:lnTo>
                        <a:pt x="15" y="60"/>
                      </a:lnTo>
                      <a:lnTo>
                        <a:pt x="15" y="58"/>
                      </a:lnTo>
                      <a:lnTo>
                        <a:pt x="15" y="57"/>
                      </a:lnTo>
                      <a:lnTo>
                        <a:pt x="13" y="57"/>
                      </a:lnTo>
                      <a:lnTo>
                        <a:pt x="13" y="55"/>
                      </a:lnTo>
                      <a:lnTo>
                        <a:pt x="11" y="55"/>
                      </a:lnTo>
                      <a:lnTo>
                        <a:pt x="13" y="55"/>
                      </a:lnTo>
                      <a:lnTo>
                        <a:pt x="13" y="53"/>
                      </a:lnTo>
                      <a:lnTo>
                        <a:pt x="15" y="53"/>
                      </a:lnTo>
                      <a:lnTo>
                        <a:pt x="15" y="51"/>
                      </a:lnTo>
                      <a:lnTo>
                        <a:pt x="15" y="49"/>
                      </a:lnTo>
                      <a:lnTo>
                        <a:pt x="17" y="49"/>
                      </a:lnTo>
                      <a:lnTo>
                        <a:pt x="19" y="49"/>
                      </a:lnTo>
                      <a:lnTo>
                        <a:pt x="19" y="48"/>
                      </a:lnTo>
                      <a:lnTo>
                        <a:pt x="19" y="46"/>
                      </a:lnTo>
                      <a:lnTo>
                        <a:pt x="19" y="44"/>
                      </a:lnTo>
                      <a:lnTo>
                        <a:pt x="17" y="44"/>
                      </a:lnTo>
                      <a:lnTo>
                        <a:pt x="17" y="42"/>
                      </a:lnTo>
                      <a:lnTo>
                        <a:pt x="19" y="42"/>
                      </a:lnTo>
                      <a:lnTo>
                        <a:pt x="19" y="40"/>
                      </a:lnTo>
                      <a:lnTo>
                        <a:pt x="17" y="40"/>
                      </a:lnTo>
                      <a:lnTo>
                        <a:pt x="17" y="38"/>
                      </a:lnTo>
                      <a:lnTo>
                        <a:pt x="19" y="37"/>
                      </a:lnTo>
                      <a:lnTo>
                        <a:pt x="19" y="35"/>
                      </a:lnTo>
                      <a:lnTo>
                        <a:pt x="20" y="35"/>
                      </a:lnTo>
                      <a:lnTo>
                        <a:pt x="19" y="33"/>
                      </a:lnTo>
                      <a:lnTo>
                        <a:pt x="19" y="31"/>
                      </a:lnTo>
                      <a:lnTo>
                        <a:pt x="20" y="31"/>
                      </a:lnTo>
                      <a:lnTo>
                        <a:pt x="22" y="31"/>
                      </a:lnTo>
                      <a:lnTo>
                        <a:pt x="24" y="31"/>
                      </a:lnTo>
                      <a:lnTo>
                        <a:pt x="22" y="29"/>
                      </a:lnTo>
                      <a:lnTo>
                        <a:pt x="24" y="29"/>
                      </a:lnTo>
                      <a:lnTo>
                        <a:pt x="26" y="29"/>
                      </a:lnTo>
                      <a:lnTo>
                        <a:pt x="24" y="27"/>
                      </a:lnTo>
                      <a:lnTo>
                        <a:pt x="26" y="27"/>
                      </a:lnTo>
                      <a:lnTo>
                        <a:pt x="24" y="27"/>
                      </a:lnTo>
                      <a:lnTo>
                        <a:pt x="24" y="26"/>
                      </a:lnTo>
                      <a:lnTo>
                        <a:pt x="26" y="26"/>
                      </a:lnTo>
                      <a:lnTo>
                        <a:pt x="24" y="26"/>
                      </a:lnTo>
                      <a:lnTo>
                        <a:pt x="26" y="26"/>
                      </a:lnTo>
                      <a:lnTo>
                        <a:pt x="26" y="24"/>
                      </a:lnTo>
                      <a:lnTo>
                        <a:pt x="28" y="24"/>
                      </a:lnTo>
                      <a:lnTo>
                        <a:pt x="28" y="26"/>
                      </a:lnTo>
                      <a:lnTo>
                        <a:pt x="30" y="24"/>
                      </a:lnTo>
                      <a:lnTo>
                        <a:pt x="30" y="26"/>
                      </a:lnTo>
                      <a:lnTo>
                        <a:pt x="31" y="26"/>
                      </a:lnTo>
                      <a:lnTo>
                        <a:pt x="33" y="27"/>
                      </a:lnTo>
                      <a:lnTo>
                        <a:pt x="31" y="27"/>
                      </a:lnTo>
                      <a:lnTo>
                        <a:pt x="33" y="27"/>
                      </a:lnTo>
                      <a:lnTo>
                        <a:pt x="35" y="27"/>
                      </a:lnTo>
                      <a:lnTo>
                        <a:pt x="37" y="27"/>
                      </a:lnTo>
                      <a:lnTo>
                        <a:pt x="39" y="27"/>
                      </a:lnTo>
                      <a:lnTo>
                        <a:pt x="41" y="27"/>
                      </a:lnTo>
                      <a:lnTo>
                        <a:pt x="42" y="27"/>
                      </a:lnTo>
                      <a:lnTo>
                        <a:pt x="44" y="27"/>
                      </a:lnTo>
                      <a:lnTo>
                        <a:pt x="44" y="29"/>
                      </a:lnTo>
                      <a:lnTo>
                        <a:pt x="44" y="27"/>
                      </a:lnTo>
                      <a:lnTo>
                        <a:pt x="46" y="27"/>
                      </a:lnTo>
                      <a:lnTo>
                        <a:pt x="46" y="26"/>
                      </a:lnTo>
                      <a:lnTo>
                        <a:pt x="48" y="26"/>
                      </a:lnTo>
                      <a:lnTo>
                        <a:pt x="50" y="26"/>
                      </a:lnTo>
                      <a:lnTo>
                        <a:pt x="51" y="26"/>
                      </a:lnTo>
                      <a:lnTo>
                        <a:pt x="53" y="26"/>
                      </a:lnTo>
                      <a:lnTo>
                        <a:pt x="53" y="24"/>
                      </a:lnTo>
                      <a:lnTo>
                        <a:pt x="55" y="24"/>
                      </a:lnTo>
                      <a:lnTo>
                        <a:pt x="57" y="26"/>
                      </a:lnTo>
                      <a:lnTo>
                        <a:pt x="59" y="26"/>
                      </a:lnTo>
                      <a:lnTo>
                        <a:pt x="59" y="24"/>
                      </a:lnTo>
                      <a:lnTo>
                        <a:pt x="61" y="24"/>
                      </a:lnTo>
                      <a:lnTo>
                        <a:pt x="61" y="22"/>
                      </a:lnTo>
                      <a:lnTo>
                        <a:pt x="61" y="20"/>
                      </a:lnTo>
                      <a:lnTo>
                        <a:pt x="61" y="18"/>
                      </a:lnTo>
                      <a:lnTo>
                        <a:pt x="61" y="16"/>
                      </a:lnTo>
                      <a:lnTo>
                        <a:pt x="62" y="16"/>
                      </a:lnTo>
                      <a:lnTo>
                        <a:pt x="61" y="16"/>
                      </a:lnTo>
                      <a:lnTo>
                        <a:pt x="61" y="15"/>
                      </a:lnTo>
                      <a:lnTo>
                        <a:pt x="62" y="15"/>
                      </a:lnTo>
                      <a:lnTo>
                        <a:pt x="62" y="13"/>
                      </a:lnTo>
                      <a:lnTo>
                        <a:pt x="64" y="13"/>
                      </a:lnTo>
                      <a:lnTo>
                        <a:pt x="66" y="13"/>
                      </a:lnTo>
                      <a:lnTo>
                        <a:pt x="68" y="13"/>
                      </a:lnTo>
                      <a:lnTo>
                        <a:pt x="70" y="13"/>
                      </a:lnTo>
                      <a:lnTo>
                        <a:pt x="72" y="15"/>
                      </a:lnTo>
                      <a:lnTo>
                        <a:pt x="73" y="15"/>
                      </a:lnTo>
                      <a:lnTo>
                        <a:pt x="73" y="13"/>
                      </a:lnTo>
                      <a:lnTo>
                        <a:pt x="75" y="13"/>
                      </a:lnTo>
                      <a:lnTo>
                        <a:pt x="77" y="13"/>
                      </a:lnTo>
                      <a:lnTo>
                        <a:pt x="77" y="11"/>
                      </a:lnTo>
                      <a:lnTo>
                        <a:pt x="79" y="11"/>
                      </a:lnTo>
                      <a:lnTo>
                        <a:pt x="79" y="9"/>
                      </a:lnTo>
                      <a:lnTo>
                        <a:pt x="81" y="9"/>
                      </a:lnTo>
                      <a:lnTo>
                        <a:pt x="79" y="9"/>
                      </a:lnTo>
                      <a:lnTo>
                        <a:pt x="79" y="7"/>
                      </a:lnTo>
                      <a:lnTo>
                        <a:pt x="79" y="5"/>
                      </a:lnTo>
                      <a:lnTo>
                        <a:pt x="77" y="5"/>
                      </a:lnTo>
                      <a:lnTo>
                        <a:pt x="77" y="4"/>
                      </a:lnTo>
                      <a:lnTo>
                        <a:pt x="77" y="2"/>
                      </a:lnTo>
                      <a:lnTo>
                        <a:pt x="77" y="4"/>
                      </a:lnTo>
                      <a:lnTo>
                        <a:pt x="79" y="4"/>
                      </a:lnTo>
                      <a:lnTo>
                        <a:pt x="81" y="4"/>
                      </a:lnTo>
                      <a:lnTo>
                        <a:pt x="82" y="5"/>
                      </a:lnTo>
                      <a:lnTo>
                        <a:pt x="82" y="4"/>
                      </a:lnTo>
                      <a:lnTo>
                        <a:pt x="84" y="5"/>
                      </a:lnTo>
                      <a:lnTo>
                        <a:pt x="86" y="4"/>
                      </a:lnTo>
                      <a:lnTo>
                        <a:pt x="88" y="4"/>
                      </a:lnTo>
                      <a:lnTo>
                        <a:pt x="88" y="5"/>
                      </a:lnTo>
                      <a:lnTo>
                        <a:pt x="90" y="4"/>
                      </a:lnTo>
                      <a:lnTo>
                        <a:pt x="90" y="2"/>
                      </a:lnTo>
                      <a:lnTo>
                        <a:pt x="92" y="2"/>
                      </a:lnTo>
                      <a:lnTo>
                        <a:pt x="92" y="0"/>
                      </a:lnTo>
                      <a:lnTo>
                        <a:pt x="93" y="0"/>
                      </a:lnTo>
                      <a:lnTo>
                        <a:pt x="95" y="0"/>
                      </a:lnTo>
                      <a:lnTo>
                        <a:pt x="95" y="2"/>
                      </a:lnTo>
                      <a:lnTo>
                        <a:pt x="95" y="0"/>
                      </a:lnTo>
                      <a:lnTo>
                        <a:pt x="95" y="2"/>
                      </a:lnTo>
                      <a:lnTo>
                        <a:pt x="97" y="2"/>
                      </a:lnTo>
                      <a:lnTo>
                        <a:pt x="95" y="2"/>
                      </a:lnTo>
                      <a:lnTo>
                        <a:pt x="97" y="2"/>
                      </a:lnTo>
                      <a:lnTo>
                        <a:pt x="97" y="4"/>
                      </a:lnTo>
                      <a:lnTo>
                        <a:pt x="97" y="2"/>
                      </a:lnTo>
                      <a:lnTo>
                        <a:pt x="97" y="4"/>
                      </a:lnTo>
                      <a:lnTo>
                        <a:pt x="99" y="4"/>
                      </a:lnTo>
                      <a:lnTo>
                        <a:pt x="97" y="4"/>
                      </a:lnTo>
                      <a:lnTo>
                        <a:pt x="99" y="4"/>
                      </a:lnTo>
                      <a:lnTo>
                        <a:pt x="97" y="4"/>
                      </a:lnTo>
                      <a:lnTo>
                        <a:pt x="99" y="4"/>
                      </a:lnTo>
                      <a:lnTo>
                        <a:pt x="99" y="5"/>
                      </a:lnTo>
                      <a:lnTo>
                        <a:pt x="99" y="7"/>
                      </a:lnTo>
                      <a:lnTo>
                        <a:pt x="101" y="7"/>
                      </a:lnTo>
                      <a:lnTo>
                        <a:pt x="103" y="7"/>
                      </a:lnTo>
                      <a:lnTo>
                        <a:pt x="101" y="5"/>
                      </a:lnTo>
                      <a:lnTo>
                        <a:pt x="103" y="5"/>
                      </a:lnTo>
                      <a:lnTo>
                        <a:pt x="104" y="5"/>
                      </a:lnTo>
                      <a:lnTo>
                        <a:pt x="104" y="4"/>
                      </a:lnTo>
                      <a:lnTo>
                        <a:pt x="104" y="2"/>
                      </a:lnTo>
                      <a:lnTo>
                        <a:pt x="106" y="2"/>
                      </a:lnTo>
                      <a:lnTo>
                        <a:pt x="108" y="2"/>
                      </a:lnTo>
                      <a:lnTo>
                        <a:pt x="108" y="4"/>
                      </a:lnTo>
                      <a:lnTo>
                        <a:pt x="110" y="4"/>
                      </a:lnTo>
                      <a:lnTo>
                        <a:pt x="110" y="5"/>
                      </a:lnTo>
                      <a:lnTo>
                        <a:pt x="110" y="7"/>
                      </a:lnTo>
                      <a:lnTo>
                        <a:pt x="112" y="7"/>
                      </a:lnTo>
                      <a:lnTo>
                        <a:pt x="112" y="9"/>
                      </a:lnTo>
                      <a:lnTo>
                        <a:pt x="114" y="9"/>
                      </a:lnTo>
                      <a:lnTo>
                        <a:pt x="114" y="11"/>
                      </a:lnTo>
                      <a:lnTo>
                        <a:pt x="115" y="11"/>
                      </a:lnTo>
                      <a:lnTo>
                        <a:pt x="115" y="13"/>
                      </a:lnTo>
                      <a:lnTo>
                        <a:pt x="115" y="15"/>
                      </a:lnTo>
                      <a:lnTo>
                        <a:pt x="115" y="16"/>
                      </a:lnTo>
                      <a:lnTo>
                        <a:pt x="115" y="18"/>
                      </a:lnTo>
                      <a:lnTo>
                        <a:pt x="114" y="18"/>
                      </a:lnTo>
                      <a:lnTo>
                        <a:pt x="114" y="20"/>
                      </a:lnTo>
                      <a:lnTo>
                        <a:pt x="114" y="22"/>
                      </a:lnTo>
                      <a:lnTo>
                        <a:pt x="112" y="22"/>
                      </a:lnTo>
                      <a:lnTo>
                        <a:pt x="112" y="24"/>
                      </a:lnTo>
                      <a:lnTo>
                        <a:pt x="110" y="24"/>
                      </a:lnTo>
                      <a:lnTo>
                        <a:pt x="110" y="26"/>
                      </a:lnTo>
                      <a:lnTo>
                        <a:pt x="112" y="27"/>
                      </a:lnTo>
                      <a:lnTo>
                        <a:pt x="112" y="29"/>
                      </a:lnTo>
                      <a:lnTo>
                        <a:pt x="112" y="31"/>
                      </a:lnTo>
                      <a:lnTo>
                        <a:pt x="114" y="31"/>
                      </a:lnTo>
                      <a:lnTo>
                        <a:pt x="114" y="33"/>
                      </a:lnTo>
                      <a:lnTo>
                        <a:pt x="114" y="35"/>
                      </a:lnTo>
                      <a:lnTo>
                        <a:pt x="115" y="35"/>
                      </a:lnTo>
                      <a:lnTo>
                        <a:pt x="117" y="35"/>
                      </a:lnTo>
                      <a:lnTo>
                        <a:pt x="117" y="33"/>
                      </a:lnTo>
                      <a:lnTo>
                        <a:pt x="119" y="33"/>
                      </a:lnTo>
                      <a:lnTo>
                        <a:pt x="121" y="33"/>
                      </a:lnTo>
                      <a:lnTo>
                        <a:pt x="121" y="35"/>
                      </a:lnTo>
                      <a:lnTo>
                        <a:pt x="123" y="35"/>
                      </a:lnTo>
                      <a:lnTo>
                        <a:pt x="124" y="35"/>
                      </a:lnTo>
                      <a:lnTo>
                        <a:pt x="126" y="31"/>
                      </a:lnTo>
                      <a:lnTo>
                        <a:pt x="128" y="31"/>
                      </a:lnTo>
                      <a:lnTo>
                        <a:pt x="128" y="29"/>
                      </a:lnTo>
                      <a:lnTo>
                        <a:pt x="130" y="31"/>
                      </a:lnTo>
                      <a:lnTo>
                        <a:pt x="130" y="29"/>
                      </a:lnTo>
                      <a:lnTo>
                        <a:pt x="132" y="29"/>
                      </a:lnTo>
                      <a:lnTo>
                        <a:pt x="134" y="29"/>
                      </a:lnTo>
                      <a:lnTo>
                        <a:pt x="134" y="31"/>
                      </a:lnTo>
                      <a:lnTo>
                        <a:pt x="135" y="31"/>
                      </a:lnTo>
                      <a:lnTo>
                        <a:pt x="135" y="33"/>
                      </a:lnTo>
                      <a:lnTo>
                        <a:pt x="137" y="31"/>
                      </a:lnTo>
                      <a:lnTo>
                        <a:pt x="139" y="31"/>
                      </a:lnTo>
                      <a:lnTo>
                        <a:pt x="141" y="31"/>
                      </a:lnTo>
                      <a:lnTo>
                        <a:pt x="141" y="33"/>
                      </a:lnTo>
                      <a:lnTo>
                        <a:pt x="141" y="35"/>
                      </a:lnTo>
                      <a:lnTo>
                        <a:pt x="139" y="35"/>
                      </a:lnTo>
                      <a:lnTo>
                        <a:pt x="139" y="37"/>
                      </a:lnTo>
                      <a:lnTo>
                        <a:pt x="139" y="38"/>
                      </a:lnTo>
                      <a:lnTo>
                        <a:pt x="139" y="40"/>
                      </a:lnTo>
                      <a:lnTo>
                        <a:pt x="141" y="40"/>
                      </a:lnTo>
                      <a:lnTo>
                        <a:pt x="139" y="42"/>
                      </a:lnTo>
                      <a:lnTo>
                        <a:pt x="141" y="42"/>
                      </a:lnTo>
                      <a:lnTo>
                        <a:pt x="141" y="44"/>
                      </a:lnTo>
                      <a:lnTo>
                        <a:pt x="141" y="46"/>
                      </a:lnTo>
                      <a:lnTo>
                        <a:pt x="141" y="48"/>
                      </a:lnTo>
                      <a:lnTo>
                        <a:pt x="141" y="49"/>
                      </a:lnTo>
                      <a:lnTo>
                        <a:pt x="143" y="49"/>
                      </a:lnTo>
                      <a:lnTo>
                        <a:pt x="145" y="49"/>
                      </a:lnTo>
                      <a:lnTo>
                        <a:pt x="145" y="51"/>
                      </a:lnTo>
                      <a:lnTo>
                        <a:pt x="145" y="53"/>
                      </a:lnTo>
                      <a:lnTo>
                        <a:pt x="143" y="53"/>
                      </a:lnTo>
                      <a:lnTo>
                        <a:pt x="143" y="55"/>
                      </a:lnTo>
                      <a:lnTo>
                        <a:pt x="141" y="55"/>
                      </a:lnTo>
                      <a:lnTo>
                        <a:pt x="141" y="57"/>
                      </a:lnTo>
                      <a:lnTo>
                        <a:pt x="141" y="58"/>
                      </a:lnTo>
                      <a:lnTo>
                        <a:pt x="141" y="60"/>
                      </a:lnTo>
                      <a:lnTo>
                        <a:pt x="141" y="62"/>
                      </a:lnTo>
                      <a:lnTo>
                        <a:pt x="139" y="62"/>
                      </a:lnTo>
                      <a:lnTo>
                        <a:pt x="141" y="62"/>
                      </a:lnTo>
                      <a:lnTo>
                        <a:pt x="141" y="64"/>
                      </a:lnTo>
                      <a:lnTo>
                        <a:pt x="141" y="66"/>
                      </a:lnTo>
                      <a:lnTo>
                        <a:pt x="139" y="66"/>
                      </a:lnTo>
                      <a:lnTo>
                        <a:pt x="137" y="66"/>
                      </a:lnTo>
                      <a:lnTo>
                        <a:pt x="137" y="68"/>
                      </a:lnTo>
                      <a:lnTo>
                        <a:pt x="139" y="68"/>
                      </a:lnTo>
                      <a:lnTo>
                        <a:pt x="137" y="68"/>
                      </a:lnTo>
                      <a:lnTo>
                        <a:pt x="137" y="69"/>
                      </a:lnTo>
                      <a:lnTo>
                        <a:pt x="135" y="69"/>
                      </a:lnTo>
                      <a:lnTo>
                        <a:pt x="135" y="71"/>
                      </a:lnTo>
                      <a:lnTo>
                        <a:pt x="134" y="71"/>
                      </a:lnTo>
                      <a:lnTo>
                        <a:pt x="134" y="73"/>
                      </a:lnTo>
                      <a:lnTo>
                        <a:pt x="135" y="73"/>
                      </a:lnTo>
                      <a:lnTo>
                        <a:pt x="135" y="75"/>
                      </a:lnTo>
                      <a:lnTo>
                        <a:pt x="137" y="75"/>
                      </a:lnTo>
                      <a:lnTo>
                        <a:pt x="139" y="77"/>
                      </a:lnTo>
                      <a:lnTo>
                        <a:pt x="137" y="77"/>
                      </a:lnTo>
                      <a:lnTo>
                        <a:pt x="137" y="79"/>
                      </a:lnTo>
                      <a:lnTo>
                        <a:pt x="137" y="80"/>
                      </a:lnTo>
                      <a:lnTo>
                        <a:pt x="139" y="80"/>
                      </a:lnTo>
                      <a:lnTo>
                        <a:pt x="137" y="82"/>
                      </a:lnTo>
                      <a:lnTo>
                        <a:pt x="137" y="84"/>
                      </a:lnTo>
                      <a:lnTo>
                        <a:pt x="137" y="86"/>
                      </a:lnTo>
                      <a:lnTo>
                        <a:pt x="139" y="86"/>
                      </a:lnTo>
                      <a:lnTo>
                        <a:pt x="137" y="88"/>
                      </a:lnTo>
                      <a:lnTo>
                        <a:pt x="135" y="88"/>
                      </a:lnTo>
                      <a:lnTo>
                        <a:pt x="135" y="90"/>
                      </a:lnTo>
                      <a:lnTo>
                        <a:pt x="135" y="91"/>
                      </a:lnTo>
                      <a:lnTo>
                        <a:pt x="134" y="91"/>
                      </a:lnTo>
                      <a:lnTo>
                        <a:pt x="132" y="91"/>
                      </a:lnTo>
                      <a:lnTo>
                        <a:pt x="132" y="93"/>
                      </a:lnTo>
                      <a:lnTo>
                        <a:pt x="134" y="93"/>
                      </a:lnTo>
                      <a:lnTo>
                        <a:pt x="134" y="95"/>
                      </a:lnTo>
                      <a:lnTo>
                        <a:pt x="132" y="95"/>
                      </a:lnTo>
                      <a:lnTo>
                        <a:pt x="132" y="97"/>
                      </a:lnTo>
                      <a:lnTo>
                        <a:pt x="132" y="99"/>
                      </a:lnTo>
                      <a:lnTo>
                        <a:pt x="132" y="101"/>
                      </a:lnTo>
                      <a:lnTo>
                        <a:pt x="132" y="102"/>
                      </a:lnTo>
                      <a:lnTo>
                        <a:pt x="130" y="102"/>
                      </a:lnTo>
                      <a:lnTo>
                        <a:pt x="130" y="104"/>
                      </a:lnTo>
                      <a:lnTo>
                        <a:pt x="132" y="104"/>
                      </a:lnTo>
                      <a:lnTo>
                        <a:pt x="134" y="104"/>
                      </a:lnTo>
                      <a:lnTo>
                        <a:pt x="134" y="106"/>
                      </a:lnTo>
                      <a:lnTo>
                        <a:pt x="135" y="106"/>
                      </a:lnTo>
                      <a:lnTo>
                        <a:pt x="135" y="108"/>
                      </a:lnTo>
                      <a:lnTo>
                        <a:pt x="135" y="106"/>
                      </a:lnTo>
                      <a:lnTo>
                        <a:pt x="135" y="108"/>
                      </a:lnTo>
                      <a:lnTo>
                        <a:pt x="135" y="106"/>
                      </a:lnTo>
                      <a:lnTo>
                        <a:pt x="135" y="108"/>
                      </a:lnTo>
                      <a:lnTo>
                        <a:pt x="137" y="108"/>
                      </a:lnTo>
                      <a:lnTo>
                        <a:pt x="137" y="106"/>
                      </a:lnTo>
                      <a:lnTo>
                        <a:pt x="139" y="106"/>
                      </a:lnTo>
                      <a:lnTo>
                        <a:pt x="139" y="104"/>
                      </a:lnTo>
                      <a:lnTo>
                        <a:pt x="141" y="104"/>
                      </a:lnTo>
                      <a:lnTo>
                        <a:pt x="141" y="102"/>
                      </a:lnTo>
                      <a:lnTo>
                        <a:pt x="143" y="102"/>
                      </a:lnTo>
                      <a:lnTo>
                        <a:pt x="143" y="101"/>
                      </a:lnTo>
                      <a:lnTo>
                        <a:pt x="145" y="101"/>
                      </a:lnTo>
                      <a:lnTo>
                        <a:pt x="145" y="99"/>
                      </a:lnTo>
                      <a:lnTo>
                        <a:pt x="146" y="99"/>
                      </a:lnTo>
                      <a:lnTo>
                        <a:pt x="146" y="101"/>
                      </a:lnTo>
                      <a:lnTo>
                        <a:pt x="146" y="99"/>
                      </a:lnTo>
                      <a:lnTo>
                        <a:pt x="146" y="97"/>
                      </a:lnTo>
                      <a:lnTo>
                        <a:pt x="146" y="99"/>
                      </a:lnTo>
                      <a:lnTo>
                        <a:pt x="148" y="99"/>
                      </a:lnTo>
                      <a:lnTo>
                        <a:pt x="148" y="97"/>
                      </a:lnTo>
                      <a:lnTo>
                        <a:pt x="148" y="99"/>
                      </a:lnTo>
                      <a:lnTo>
                        <a:pt x="148" y="97"/>
                      </a:lnTo>
                      <a:lnTo>
                        <a:pt x="150" y="97"/>
                      </a:lnTo>
                      <a:lnTo>
                        <a:pt x="152" y="97"/>
                      </a:lnTo>
                      <a:lnTo>
                        <a:pt x="152" y="95"/>
                      </a:lnTo>
                      <a:lnTo>
                        <a:pt x="152" y="93"/>
                      </a:lnTo>
                      <a:lnTo>
                        <a:pt x="154" y="93"/>
                      </a:lnTo>
                      <a:lnTo>
                        <a:pt x="154" y="91"/>
                      </a:lnTo>
                      <a:lnTo>
                        <a:pt x="155" y="91"/>
                      </a:lnTo>
                      <a:lnTo>
                        <a:pt x="157" y="91"/>
                      </a:lnTo>
                      <a:lnTo>
                        <a:pt x="157" y="90"/>
                      </a:lnTo>
                      <a:lnTo>
                        <a:pt x="157" y="88"/>
                      </a:lnTo>
                      <a:lnTo>
                        <a:pt x="159" y="88"/>
                      </a:lnTo>
                      <a:lnTo>
                        <a:pt x="159" y="86"/>
                      </a:lnTo>
                      <a:lnTo>
                        <a:pt x="161" y="86"/>
                      </a:lnTo>
                      <a:lnTo>
                        <a:pt x="163" y="88"/>
                      </a:lnTo>
                      <a:lnTo>
                        <a:pt x="165" y="86"/>
                      </a:lnTo>
                      <a:lnTo>
                        <a:pt x="165" y="84"/>
                      </a:lnTo>
                      <a:lnTo>
                        <a:pt x="166" y="84"/>
                      </a:lnTo>
                      <a:lnTo>
                        <a:pt x="168" y="84"/>
                      </a:lnTo>
                      <a:lnTo>
                        <a:pt x="168" y="82"/>
                      </a:lnTo>
                      <a:lnTo>
                        <a:pt x="168" y="80"/>
                      </a:lnTo>
                      <a:lnTo>
                        <a:pt x="170" y="80"/>
                      </a:lnTo>
                      <a:lnTo>
                        <a:pt x="172" y="80"/>
                      </a:lnTo>
                      <a:lnTo>
                        <a:pt x="174" y="80"/>
                      </a:lnTo>
                      <a:lnTo>
                        <a:pt x="174" y="82"/>
                      </a:lnTo>
                      <a:lnTo>
                        <a:pt x="176" y="84"/>
                      </a:lnTo>
                      <a:lnTo>
                        <a:pt x="176" y="86"/>
                      </a:lnTo>
                      <a:lnTo>
                        <a:pt x="177" y="86"/>
                      </a:lnTo>
                      <a:lnTo>
                        <a:pt x="179" y="86"/>
                      </a:lnTo>
                      <a:lnTo>
                        <a:pt x="179" y="88"/>
                      </a:lnTo>
                      <a:lnTo>
                        <a:pt x="181" y="88"/>
                      </a:lnTo>
                      <a:lnTo>
                        <a:pt x="183" y="90"/>
                      </a:lnTo>
                      <a:lnTo>
                        <a:pt x="185" y="90"/>
                      </a:lnTo>
                      <a:lnTo>
                        <a:pt x="187" y="90"/>
                      </a:lnTo>
                      <a:lnTo>
                        <a:pt x="188" y="90"/>
                      </a:lnTo>
                      <a:lnTo>
                        <a:pt x="188" y="91"/>
                      </a:lnTo>
                      <a:lnTo>
                        <a:pt x="188" y="93"/>
                      </a:lnTo>
                      <a:lnTo>
                        <a:pt x="188" y="95"/>
                      </a:lnTo>
                      <a:lnTo>
                        <a:pt x="190" y="95"/>
                      </a:lnTo>
                      <a:lnTo>
                        <a:pt x="192" y="95"/>
                      </a:lnTo>
                      <a:lnTo>
                        <a:pt x="192" y="93"/>
                      </a:lnTo>
                      <a:lnTo>
                        <a:pt x="194" y="93"/>
                      </a:lnTo>
                      <a:lnTo>
                        <a:pt x="194" y="91"/>
                      </a:lnTo>
                      <a:lnTo>
                        <a:pt x="196" y="91"/>
                      </a:lnTo>
                      <a:lnTo>
                        <a:pt x="197" y="90"/>
                      </a:lnTo>
                      <a:lnTo>
                        <a:pt x="199" y="90"/>
                      </a:lnTo>
                      <a:lnTo>
                        <a:pt x="199" y="88"/>
                      </a:lnTo>
                      <a:lnTo>
                        <a:pt x="201" y="88"/>
                      </a:lnTo>
                      <a:lnTo>
                        <a:pt x="203" y="88"/>
                      </a:lnTo>
                      <a:lnTo>
                        <a:pt x="203" y="90"/>
                      </a:lnTo>
                      <a:lnTo>
                        <a:pt x="205" y="90"/>
                      </a:lnTo>
                      <a:lnTo>
                        <a:pt x="205" y="88"/>
                      </a:lnTo>
                      <a:lnTo>
                        <a:pt x="207" y="88"/>
                      </a:lnTo>
                      <a:lnTo>
                        <a:pt x="207" y="86"/>
                      </a:lnTo>
                      <a:lnTo>
                        <a:pt x="205" y="86"/>
                      </a:lnTo>
                      <a:lnTo>
                        <a:pt x="205" y="84"/>
                      </a:lnTo>
                      <a:lnTo>
                        <a:pt x="207" y="84"/>
                      </a:lnTo>
                      <a:lnTo>
                        <a:pt x="207" y="82"/>
                      </a:lnTo>
                      <a:lnTo>
                        <a:pt x="208" y="82"/>
                      </a:lnTo>
                      <a:lnTo>
                        <a:pt x="208" y="80"/>
                      </a:lnTo>
                      <a:lnTo>
                        <a:pt x="208" y="79"/>
                      </a:lnTo>
                      <a:lnTo>
                        <a:pt x="210" y="79"/>
                      </a:lnTo>
                      <a:lnTo>
                        <a:pt x="212" y="79"/>
                      </a:lnTo>
                      <a:lnTo>
                        <a:pt x="214" y="79"/>
                      </a:lnTo>
                      <a:lnTo>
                        <a:pt x="214" y="77"/>
                      </a:lnTo>
                      <a:lnTo>
                        <a:pt x="212" y="77"/>
                      </a:lnTo>
                      <a:lnTo>
                        <a:pt x="212" y="75"/>
                      </a:lnTo>
                      <a:lnTo>
                        <a:pt x="212" y="73"/>
                      </a:lnTo>
                      <a:lnTo>
                        <a:pt x="214" y="73"/>
                      </a:lnTo>
                      <a:lnTo>
                        <a:pt x="216" y="73"/>
                      </a:lnTo>
                      <a:lnTo>
                        <a:pt x="218" y="73"/>
                      </a:lnTo>
                      <a:lnTo>
                        <a:pt x="219" y="73"/>
                      </a:lnTo>
                      <a:lnTo>
                        <a:pt x="221" y="73"/>
                      </a:lnTo>
                      <a:lnTo>
                        <a:pt x="223" y="73"/>
                      </a:lnTo>
                      <a:lnTo>
                        <a:pt x="225" y="73"/>
                      </a:lnTo>
                      <a:lnTo>
                        <a:pt x="227" y="75"/>
                      </a:lnTo>
                      <a:lnTo>
                        <a:pt x="227" y="77"/>
                      </a:lnTo>
                      <a:lnTo>
                        <a:pt x="228" y="77"/>
                      </a:lnTo>
                      <a:lnTo>
                        <a:pt x="230" y="77"/>
                      </a:lnTo>
                      <a:lnTo>
                        <a:pt x="232" y="77"/>
                      </a:lnTo>
                      <a:lnTo>
                        <a:pt x="234" y="79"/>
                      </a:lnTo>
                      <a:lnTo>
                        <a:pt x="236" y="77"/>
                      </a:lnTo>
                      <a:lnTo>
                        <a:pt x="238" y="77"/>
                      </a:lnTo>
                      <a:lnTo>
                        <a:pt x="239" y="79"/>
                      </a:lnTo>
                      <a:lnTo>
                        <a:pt x="241" y="80"/>
                      </a:lnTo>
                      <a:lnTo>
                        <a:pt x="241" y="82"/>
                      </a:lnTo>
                      <a:lnTo>
                        <a:pt x="241" y="84"/>
                      </a:lnTo>
                      <a:lnTo>
                        <a:pt x="243" y="84"/>
                      </a:lnTo>
                      <a:lnTo>
                        <a:pt x="243" y="86"/>
                      </a:lnTo>
                      <a:lnTo>
                        <a:pt x="245" y="86"/>
                      </a:lnTo>
                      <a:lnTo>
                        <a:pt x="247" y="90"/>
                      </a:lnTo>
                      <a:lnTo>
                        <a:pt x="249" y="91"/>
                      </a:lnTo>
                      <a:lnTo>
                        <a:pt x="249" y="93"/>
                      </a:lnTo>
                      <a:lnTo>
                        <a:pt x="250" y="93"/>
                      </a:lnTo>
                      <a:lnTo>
                        <a:pt x="250" y="95"/>
                      </a:lnTo>
                      <a:lnTo>
                        <a:pt x="252" y="95"/>
                      </a:lnTo>
                      <a:lnTo>
                        <a:pt x="252" y="97"/>
                      </a:lnTo>
                      <a:lnTo>
                        <a:pt x="252" y="99"/>
                      </a:lnTo>
                      <a:lnTo>
                        <a:pt x="254" y="99"/>
                      </a:lnTo>
                      <a:lnTo>
                        <a:pt x="256" y="101"/>
                      </a:lnTo>
                      <a:lnTo>
                        <a:pt x="256" y="102"/>
                      </a:lnTo>
                      <a:lnTo>
                        <a:pt x="258" y="102"/>
                      </a:lnTo>
                      <a:lnTo>
                        <a:pt x="261" y="104"/>
                      </a:lnTo>
                      <a:lnTo>
                        <a:pt x="263" y="104"/>
                      </a:lnTo>
                      <a:lnTo>
                        <a:pt x="263" y="106"/>
                      </a:lnTo>
                      <a:lnTo>
                        <a:pt x="265" y="106"/>
                      </a:lnTo>
                      <a:lnTo>
                        <a:pt x="265" y="108"/>
                      </a:lnTo>
                      <a:lnTo>
                        <a:pt x="267" y="110"/>
                      </a:lnTo>
                      <a:lnTo>
                        <a:pt x="267" y="111"/>
                      </a:lnTo>
                      <a:lnTo>
                        <a:pt x="267" y="113"/>
                      </a:lnTo>
                      <a:lnTo>
                        <a:pt x="267" y="115"/>
                      </a:lnTo>
                      <a:lnTo>
                        <a:pt x="267" y="117"/>
                      </a:lnTo>
                      <a:lnTo>
                        <a:pt x="267" y="119"/>
                      </a:lnTo>
                      <a:lnTo>
                        <a:pt x="267" y="121"/>
                      </a:lnTo>
                      <a:lnTo>
                        <a:pt x="265" y="122"/>
                      </a:lnTo>
                      <a:lnTo>
                        <a:pt x="265" y="124"/>
                      </a:lnTo>
                      <a:lnTo>
                        <a:pt x="265" y="126"/>
                      </a:lnTo>
                      <a:lnTo>
                        <a:pt x="265" y="128"/>
                      </a:lnTo>
                      <a:lnTo>
                        <a:pt x="265" y="130"/>
                      </a:lnTo>
                      <a:lnTo>
                        <a:pt x="267" y="130"/>
                      </a:lnTo>
                      <a:lnTo>
                        <a:pt x="265" y="130"/>
                      </a:lnTo>
                      <a:lnTo>
                        <a:pt x="265" y="132"/>
                      </a:lnTo>
                      <a:lnTo>
                        <a:pt x="265" y="133"/>
                      </a:lnTo>
                      <a:lnTo>
                        <a:pt x="267" y="135"/>
                      </a:lnTo>
                      <a:lnTo>
                        <a:pt x="265" y="135"/>
                      </a:lnTo>
                      <a:lnTo>
                        <a:pt x="265" y="137"/>
                      </a:lnTo>
                      <a:lnTo>
                        <a:pt x="265" y="139"/>
                      </a:lnTo>
                      <a:lnTo>
                        <a:pt x="265" y="141"/>
                      </a:lnTo>
                      <a:lnTo>
                        <a:pt x="267" y="143"/>
                      </a:lnTo>
                      <a:lnTo>
                        <a:pt x="269" y="144"/>
                      </a:lnTo>
                      <a:lnTo>
                        <a:pt x="270" y="146"/>
                      </a:lnTo>
                      <a:lnTo>
                        <a:pt x="270" y="148"/>
                      </a:lnTo>
                      <a:lnTo>
                        <a:pt x="272" y="148"/>
                      </a:lnTo>
                      <a:lnTo>
                        <a:pt x="272" y="150"/>
                      </a:lnTo>
                      <a:lnTo>
                        <a:pt x="274" y="150"/>
                      </a:lnTo>
                      <a:lnTo>
                        <a:pt x="274" y="152"/>
                      </a:lnTo>
                      <a:lnTo>
                        <a:pt x="276" y="152"/>
                      </a:lnTo>
                      <a:lnTo>
                        <a:pt x="274" y="152"/>
                      </a:lnTo>
                      <a:lnTo>
                        <a:pt x="274" y="154"/>
                      </a:lnTo>
                      <a:lnTo>
                        <a:pt x="276" y="155"/>
                      </a:lnTo>
                      <a:lnTo>
                        <a:pt x="276" y="157"/>
                      </a:lnTo>
                      <a:lnTo>
                        <a:pt x="278" y="157"/>
                      </a:lnTo>
                      <a:lnTo>
                        <a:pt x="280" y="157"/>
                      </a:lnTo>
                      <a:lnTo>
                        <a:pt x="281" y="157"/>
                      </a:lnTo>
                      <a:lnTo>
                        <a:pt x="281" y="159"/>
                      </a:lnTo>
                      <a:lnTo>
                        <a:pt x="283" y="159"/>
                      </a:lnTo>
                      <a:lnTo>
                        <a:pt x="285" y="159"/>
                      </a:lnTo>
                      <a:lnTo>
                        <a:pt x="287" y="159"/>
                      </a:lnTo>
                      <a:lnTo>
                        <a:pt x="289" y="159"/>
                      </a:lnTo>
                      <a:lnTo>
                        <a:pt x="289" y="161"/>
                      </a:lnTo>
                      <a:lnTo>
                        <a:pt x="287" y="161"/>
                      </a:lnTo>
                      <a:lnTo>
                        <a:pt x="287" y="163"/>
                      </a:lnTo>
                      <a:lnTo>
                        <a:pt x="287" y="164"/>
                      </a:lnTo>
                      <a:lnTo>
                        <a:pt x="289" y="166"/>
                      </a:lnTo>
                      <a:lnTo>
                        <a:pt x="289" y="168"/>
                      </a:lnTo>
                      <a:lnTo>
                        <a:pt x="291" y="168"/>
                      </a:lnTo>
                      <a:lnTo>
                        <a:pt x="291" y="170"/>
                      </a:lnTo>
                      <a:lnTo>
                        <a:pt x="291" y="168"/>
                      </a:lnTo>
                      <a:lnTo>
                        <a:pt x="292" y="168"/>
                      </a:lnTo>
                      <a:lnTo>
                        <a:pt x="294" y="168"/>
                      </a:lnTo>
                      <a:lnTo>
                        <a:pt x="294" y="170"/>
                      </a:lnTo>
                      <a:lnTo>
                        <a:pt x="296" y="170"/>
                      </a:lnTo>
                      <a:lnTo>
                        <a:pt x="296" y="172"/>
                      </a:lnTo>
                      <a:lnTo>
                        <a:pt x="298" y="172"/>
                      </a:lnTo>
                      <a:lnTo>
                        <a:pt x="298" y="174"/>
                      </a:lnTo>
                      <a:lnTo>
                        <a:pt x="296" y="174"/>
                      </a:lnTo>
                      <a:lnTo>
                        <a:pt x="296" y="175"/>
                      </a:lnTo>
                      <a:lnTo>
                        <a:pt x="296" y="177"/>
                      </a:lnTo>
                      <a:lnTo>
                        <a:pt x="296" y="179"/>
                      </a:lnTo>
                      <a:lnTo>
                        <a:pt x="296" y="181"/>
                      </a:lnTo>
                      <a:lnTo>
                        <a:pt x="294" y="181"/>
                      </a:lnTo>
                      <a:lnTo>
                        <a:pt x="292" y="181"/>
                      </a:lnTo>
                      <a:lnTo>
                        <a:pt x="292" y="183"/>
                      </a:lnTo>
                      <a:lnTo>
                        <a:pt x="291" y="183"/>
                      </a:lnTo>
                      <a:lnTo>
                        <a:pt x="291" y="185"/>
                      </a:lnTo>
                      <a:lnTo>
                        <a:pt x="292" y="185"/>
                      </a:lnTo>
                      <a:lnTo>
                        <a:pt x="294" y="185"/>
                      </a:lnTo>
                      <a:lnTo>
                        <a:pt x="296" y="185"/>
                      </a:lnTo>
                      <a:lnTo>
                        <a:pt x="294" y="185"/>
                      </a:lnTo>
                      <a:lnTo>
                        <a:pt x="296" y="186"/>
                      </a:lnTo>
                      <a:lnTo>
                        <a:pt x="294" y="186"/>
                      </a:lnTo>
                      <a:lnTo>
                        <a:pt x="292" y="188"/>
                      </a:lnTo>
                      <a:lnTo>
                        <a:pt x="291" y="190"/>
                      </a:lnTo>
                      <a:lnTo>
                        <a:pt x="292" y="190"/>
                      </a:lnTo>
                      <a:lnTo>
                        <a:pt x="291" y="190"/>
                      </a:lnTo>
                      <a:lnTo>
                        <a:pt x="292" y="190"/>
                      </a:lnTo>
                      <a:lnTo>
                        <a:pt x="291" y="190"/>
                      </a:lnTo>
                      <a:lnTo>
                        <a:pt x="291" y="192"/>
                      </a:lnTo>
                      <a:lnTo>
                        <a:pt x="292" y="192"/>
                      </a:lnTo>
                      <a:lnTo>
                        <a:pt x="292" y="194"/>
                      </a:lnTo>
                      <a:lnTo>
                        <a:pt x="294" y="194"/>
                      </a:lnTo>
                      <a:lnTo>
                        <a:pt x="294" y="196"/>
                      </a:lnTo>
                      <a:lnTo>
                        <a:pt x="296" y="196"/>
                      </a:lnTo>
                      <a:lnTo>
                        <a:pt x="296" y="197"/>
                      </a:lnTo>
                      <a:lnTo>
                        <a:pt x="294" y="197"/>
                      </a:lnTo>
                      <a:lnTo>
                        <a:pt x="294" y="199"/>
                      </a:lnTo>
                      <a:lnTo>
                        <a:pt x="296" y="199"/>
                      </a:lnTo>
                      <a:lnTo>
                        <a:pt x="296" y="201"/>
                      </a:lnTo>
                      <a:lnTo>
                        <a:pt x="294" y="201"/>
                      </a:lnTo>
                      <a:lnTo>
                        <a:pt x="294" y="203"/>
                      </a:lnTo>
                      <a:lnTo>
                        <a:pt x="292" y="203"/>
                      </a:lnTo>
                      <a:lnTo>
                        <a:pt x="294" y="203"/>
                      </a:lnTo>
                      <a:lnTo>
                        <a:pt x="292" y="205"/>
                      </a:lnTo>
                      <a:lnTo>
                        <a:pt x="294" y="205"/>
                      </a:lnTo>
                      <a:lnTo>
                        <a:pt x="294" y="207"/>
                      </a:lnTo>
                      <a:lnTo>
                        <a:pt x="294" y="205"/>
                      </a:lnTo>
                      <a:lnTo>
                        <a:pt x="292" y="205"/>
                      </a:lnTo>
                      <a:lnTo>
                        <a:pt x="292" y="207"/>
                      </a:lnTo>
                      <a:lnTo>
                        <a:pt x="292" y="208"/>
                      </a:lnTo>
                      <a:lnTo>
                        <a:pt x="294" y="208"/>
                      </a:lnTo>
                      <a:lnTo>
                        <a:pt x="292" y="208"/>
                      </a:lnTo>
                      <a:lnTo>
                        <a:pt x="294" y="208"/>
                      </a:lnTo>
                      <a:lnTo>
                        <a:pt x="294" y="210"/>
                      </a:lnTo>
                      <a:lnTo>
                        <a:pt x="292" y="210"/>
                      </a:lnTo>
                      <a:lnTo>
                        <a:pt x="294" y="210"/>
                      </a:lnTo>
                      <a:lnTo>
                        <a:pt x="294" y="212"/>
                      </a:lnTo>
                      <a:lnTo>
                        <a:pt x="292" y="212"/>
                      </a:lnTo>
                      <a:lnTo>
                        <a:pt x="292" y="214"/>
                      </a:lnTo>
                      <a:lnTo>
                        <a:pt x="292" y="212"/>
                      </a:lnTo>
                      <a:lnTo>
                        <a:pt x="292" y="214"/>
                      </a:lnTo>
                      <a:lnTo>
                        <a:pt x="291" y="214"/>
                      </a:lnTo>
                      <a:lnTo>
                        <a:pt x="291" y="216"/>
                      </a:lnTo>
                      <a:lnTo>
                        <a:pt x="291" y="217"/>
                      </a:lnTo>
                      <a:lnTo>
                        <a:pt x="289" y="217"/>
                      </a:lnTo>
                      <a:lnTo>
                        <a:pt x="289" y="216"/>
                      </a:lnTo>
                      <a:lnTo>
                        <a:pt x="289" y="217"/>
                      </a:lnTo>
                      <a:lnTo>
                        <a:pt x="287" y="217"/>
                      </a:lnTo>
                      <a:lnTo>
                        <a:pt x="285" y="217"/>
                      </a:lnTo>
                      <a:lnTo>
                        <a:pt x="285" y="219"/>
                      </a:lnTo>
                      <a:lnTo>
                        <a:pt x="283" y="219"/>
                      </a:lnTo>
                      <a:lnTo>
                        <a:pt x="281" y="219"/>
                      </a:lnTo>
                      <a:lnTo>
                        <a:pt x="280" y="219"/>
                      </a:lnTo>
                      <a:lnTo>
                        <a:pt x="281" y="219"/>
                      </a:lnTo>
                      <a:lnTo>
                        <a:pt x="281" y="221"/>
                      </a:lnTo>
                      <a:lnTo>
                        <a:pt x="280" y="221"/>
                      </a:lnTo>
                      <a:lnTo>
                        <a:pt x="280" y="223"/>
                      </a:lnTo>
                      <a:lnTo>
                        <a:pt x="278" y="223"/>
                      </a:lnTo>
                      <a:lnTo>
                        <a:pt x="278" y="225"/>
                      </a:lnTo>
                      <a:lnTo>
                        <a:pt x="276" y="225"/>
                      </a:lnTo>
                      <a:lnTo>
                        <a:pt x="276" y="223"/>
                      </a:lnTo>
                      <a:lnTo>
                        <a:pt x="274" y="223"/>
                      </a:lnTo>
                      <a:lnTo>
                        <a:pt x="276" y="223"/>
                      </a:lnTo>
                      <a:lnTo>
                        <a:pt x="276" y="221"/>
                      </a:lnTo>
                      <a:lnTo>
                        <a:pt x="274" y="221"/>
                      </a:lnTo>
                      <a:lnTo>
                        <a:pt x="274" y="219"/>
                      </a:lnTo>
                      <a:lnTo>
                        <a:pt x="274" y="217"/>
                      </a:lnTo>
                      <a:lnTo>
                        <a:pt x="272" y="217"/>
                      </a:lnTo>
                      <a:lnTo>
                        <a:pt x="270" y="217"/>
                      </a:lnTo>
                      <a:lnTo>
                        <a:pt x="269" y="217"/>
                      </a:lnTo>
                      <a:lnTo>
                        <a:pt x="269" y="216"/>
                      </a:lnTo>
                      <a:lnTo>
                        <a:pt x="267" y="216"/>
                      </a:lnTo>
                      <a:lnTo>
                        <a:pt x="265" y="217"/>
                      </a:lnTo>
                      <a:lnTo>
                        <a:pt x="265" y="216"/>
                      </a:lnTo>
                      <a:lnTo>
                        <a:pt x="263" y="216"/>
                      </a:lnTo>
                      <a:lnTo>
                        <a:pt x="263" y="217"/>
                      </a:lnTo>
                      <a:lnTo>
                        <a:pt x="261" y="217"/>
                      </a:lnTo>
                      <a:lnTo>
                        <a:pt x="261" y="216"/>
                      </a:lnTo>
                      <a:lnTo>
                        <a:pt x="261" y="217"/>
                      </a:lnTo>
                      <a:lnTo>
                        <a:pt x="260" y="217"/>
                      </a:lnTo>
                      <a:lnTo>
                        <a:pt x="260" y="219"/>
                      </a:lnTo>
                      <a:lnTo>
                        <a:pt x="258" y="219"/>
                      </a:lnTo>
                      <a:lnTo>
                        <a:pt x="258" y="217"/>
                      </a:lnTo>
                      <a:lnTo>
                        <a:pt x="256" y="217"/>
                      </a:lnTo>
                      <a:lnTo>
                        <a:pt x="256" y="219"/>
                      </a:lnTo>
                      <a:lnTo>
                        <a:pt x="254" y="219"/>
                      </a:lnTo>
                      <a:lnTo>
                        <a:pt x="254" y="217"/>
                      </a:lnTo>
                      <a:lnTo>
                        <a:pt x="254" y="219"/>
                      </a:lnTo>
                      <a:lnTo>
                        <a:pt x="252" y="219"/>
                      </a:lnTo>
                      <a:lnTo>
                        <a:pt x="252" y="217"/>
                      </a:lnTo>
                      <a:lnTo>
                        <a:pt x="252" y="219"/>
                      </a:lnTo>
                      <a:lnTo>
                        <a:pt x="252" y="217"/>
                      </a:lnTo>
                      <a:lnTo>
                        <a:pt x="252" y="219"/>
                      </a:lnTo>
                      <a:lnTo>
                        <a:pt x="250" y="217"/>
                      </a:lnTo>
                      <a:lnTo>
                        <a:pt x="250" y="219"/>
                      </a:lnTo>
                      <a:lnTo>
                        <a:pt x="250" y="217"/>
                      </a:lnTo>
                      <a:lnTo>
                        <a:pt x="249" y="217"/>
                      </a:lnTo>
                      <a:lnTo>
                        <a:pt x="247" y="217"/>
                      </a:lnTo>
                      <a:lnTo>
                        <a:pt x="245" y="217"/>
                      </a:lnTo>
                      <a:lnTo>
                        <a:pt x="245" y="219"/>
                      </a:lnTo>
                      <a:lnTo>
                        <a:pt x="243" y="219"/>
                      </a:lnTo>
                      <a:lnTo>
                        <a:pt x="243" y="217"/>
                      </a:lnTo>
                      <a:lnTo>
                        <a:pt x="243" y="219"/>
                      </a:lnTo>
                      <a:lnTo>
                        <a:pt x="241" y="219"/>
                      </a:lnTo>
                      <a:lnTo>
                        <a:pt x="239" y="219"/>
                      </a:lnTo>
                      <a:lnTo>
                        <a:pt x="238" y="219"/>
                      </a:lnTo>
                      <a:lnTo>
                        <a:pt x="236" y="219"/>
                      </a:lnTo>
                      <a:lnTo>
                        <a:pt x="234" y="219"/>
                      </a:lnTo>
                      <a:lnTo>
                        <a:pt x="234" y="217"/>
                      </a:lnTo>
                      <a:lnTo>
                        <a:pt x="232" y="217"/>
                      </a:lnTo>
                      <a:lnTo>
                        <a:pt x="232" y="219"/>
                      </a:lnTo>
                      <a:lnTo>
                        <a:pt x="230" y="219"/>
                      </a:lnTo>
                      <a:lnTo>
                        <a:pt x="230" y="217"/>
                      </a:lnTo>
                      <a:lnTo>
                        <a:pt x="228" y="217"/>
                      </a:lnTo>
                      <a:lnTo>
                        <a:pt x="228" y="216"/>
                      </a:lnTo>
                      <a:lnTo>
                        <a:pt x="227" y="216"/>
                      </a:lnTo>
                      <a:lnTo>
                        <a:pt x="227" y="217"/>
                      </a:lnTo>
                      <a:lnTo>
                        <a:pt x="225" y="217"/>
                      </a:lnTo>
                      <a:lnTo>
                        <a:pt x="225" y="216"/>
                      </a:lnTo>
                      <a:lnTo>
                        <a:pt x="223" y="216"/>
                      </a:lnTo>
                      <a:lnTo>
                        <a:pt x="223" y="217"/>
                      </a:lnTo>
                      <a:lnTo>
                        <a:pt x="221" y="217"/>
                      </a:lnTo>
                      <a:lnTo>
                        <a:pt x="219" y="217"/>
                      </a:lnTo>
                      <a:lnTo>
                        <a:pt x="219" y="219"/>
                      </a:lnTo>
                      <a:lnTo>
                        <a:pt x="219" y="217"/>
                      </a:lnTo>
                      <a:lnTo>
                        <a:pt x="218" y="217"/>
                      </a:lnTo>
                      <a:lnTo>
                        <a:pt x="218" y="219"/>
                      </a:lnTo>
                      <a:lnTo>
                        <a:pt x="216" y="219"/>
                      </a:lnTo>
                      <a:lnTo>
                        <a:pt x="214" y="219"/>
                      </a:lnTo>
                      <a:lnTo>
                        <a:pt x="212" y="219"/>
                      </a:lnTo>
                      <a:lnTo>
                        <a:pt x="210" y="219"/>
                      </a:lnTo>
                      <a:lnTo>
                        <a:pt x="208" y="219"/>
                      </a:lnTo>
                      <a:lnTo>
                        <a:pt x="208" y="221"/>
                      </a:lnTo>
                      <a:lnTo>
                        <a:pt x="207" y="221"/>
                      </a:lnTo>
                      <a:lnTo>
                        <a:pt x="205" y="221"/>
                      </a:lnTo>
                      <a:lnTo>
                        <a:pt x="205" y="223"/>
                      </a:lnTo>
                      <a:lnTo>
                        <a:pt x="203" y="223"/>
                      </a:lnTo>
                      <a:lnTo>
                        <a:pt x="203" y="225"/>
                      </a:lnTo>
                      <a:lnTo>
                        <a:pt x="201" y="225"/>
                      </a:lnTo>
                      <a:lnTo>
                        <a:pt x="201" y="227"/>
                      </a:lnTo>
                      <a:lnTo>
                        <a:pt x="199" y="227"/>
                      </a:lnTo>
                      <a:lnTo>
                        <a:pt x="199" y="228"/>
                      </a:lnTo>
                      <a:lnTo>
                        <a:pt x="199" y="230"/>
                      </a:lnTo>
                      <a:lnTo>
                        <a:pt x="199" y="232"/>
                      </a:lnTo>
                      <a:lnTo>
                        <a:pt x="197" y="232"/>
                      </a:lnTo>
                      <a:lnTo>
                        <a:pt x="196" y="232"/>
                      </a:lnTo>
                      <a:lnTo>
                        <a:pt x="196" y="234"/>
                      </a:lnTo>
                      <a:lnTo>
                        <a:pt x="194" y="236"/>
                      </a:lnTo>
                      <a:lnTo>
                        <a:pt x="194" y="238"/>
                      </a:lnTo>
                      <a:lnTo>
                        <a:pt x="192" y="239"/>
                      </a:lnTo>
                      <a:lnTo>
                        <a:pt x="194" y="239"/>
                      </a:lnTo>
                      <a:lnTo>
                        <a:pt x="192" y="239"/>
                      </a:lnTo>
                      <a:lnTo>
                        <a:pt x="190" y="241"/>
                      </a:lnTo>
                      <a:lnTo>
                        <a:pt x="188" y="241"/>
                      </a:lnTo>
                      <a:lnTo>
                        <a:pt x="187" y="243"/>
                      </a:lnTo>
                      <a:lnTo>
                        <a:pt x="187" y="245"/>
                      </a:lnTo>
                      <a:lnTo>
                        <a:pt x="188" y="245"/>
                      </a:lnTo>
                      <a:lnTo>
                        <a:pt x="190" y="245"/>
                      </a:lnTo>
                      <a:lnTo>
                        <a:pt x="188" y="245"/>
                      </a:lnTo>
                      <a:lnTo>
                        <a:pt x="188" y="247"/>
                      </a:lnTo>
                      <a:lnTo>
                        <a:pt x="187" y="247"/>
                      </a:lnTo>
                      <a:lnTo>
                        <a:pt x="185" y="247"/>
                      </a:lnTo>
                      <a:lnTo>
                        <a:pt x="183" y="247"/>
                      </a:lnTo>
                      <a:lnTo>
                        <a:pt x="181" y="247"/>
                      </a:lnTo>
                      <a:lnTo>
                        <a:pt x="179" y="247"/>
                      </a:lnTo>
                      <a:lnTo>
                        <a:pt x="179" y="249"/>
                      </a:lnTo>
                      <a:lnTo>
                        <a:pt x="179" y="250"/>
                      </a:lnTo>
                      <a:lnTo>
                        <a:pt x="179" y="252"/>
                      </a:lnTo>
                      <a:lnTo>
                        <a:pt x="179" y="254"/>
                      </a:lnTo>
                      <a:lnTo>
                        <a:pt x="179" y="256"/>
                      </a:lnTo>
                      <a:lnTo>
                        <a:pt x="179" y="258"/>
                      </a:lnTo>
                      <a:lnTo>
                        <a:pt x="181" y="258"/>
                      </a:lnTo>
                      <a:lnTo>
                        <a:pt x="181" y="260"/>
                      </a:lnTo>
                      <a:lnTo>
                        <a:pt x="181" y="261"/>
                      </a:lnTo>
                      <a:lnTo>
                        <a:pt x="181" y="263"/>
                      </a:lnTo>
                      <a:lnTo>
                        <a:pt x="183" y="263"/>
                      </a:lnTo>
                      <a:lnTo>
                        <a:pt x="183" y="265"/>
                      </a:lnTo>
                      <a:lnTo>
                        <a:pt x="185" y="267"/>
                      </a:lnTo>
                      <a:lnTo>
                        <a:pt x="187" y="267"/>
                      </a:lnTo>
                      <a:lnTo>
                        <a:pt x="185" y="267"/>
                      </a:lnTo>
                      <a:lnTo>
                        <a:pt x="185" y="269"/>
                      </a:lnTo>
                      <a:lnTo>
                        <a:pt x="185" y="270"/>
                      </a:lnTo>
                      <a:lnTo>
                        <a:pt x="185" y="272"/>
                      </a:lnTo>
                      <a:lnTo>
                        <a:pt x="185" y="274"/>
                      </a:lnTo>
                      <a:lnTo>
                        <a:pt x="187" y="274"/>
                      </a:lnTo>
                      <a:lnTo>
                        <a:pt x="187" y="276"/>
                      </a:lnTo>
                      <a:lnTo>
                        <a:pt x="185" y="276"/>
                      </a:lnTo>
                      <a:lnTo>
                        <a:pt x="185" y="278"/>
                      </a:lnTo>
                      <a:lnTo>
                        <a:pt x="185" y="280"/>
                      </a:lnTo>
                      <a:lnTo>
                        <a:pt x="187" y="280"/>
                      </a:lnTo>
                      <a:lnTo>
                        <a:pt x="188" y="280"/>
                      </a:lnTo>
                      <a:lnTo>
                        <a:pt x="188" y="281"/>
                      </a:lnTo>
                      <a:lnTo>
                        <a:pt x="190" y="281"/>
                      </a:lnTo>
                      <a:lnTo>
                        <a:pt x="190" y="283"/>
                      </a:lnTo>
                      <a:lnTo>
                        <a:pt x="192" y="283"/>
                      </a:lnTo>
                      <a:lnTo>
                        <a:pt x="192" y="285"/>
                      </a:lnTo>
                      <a:lnTo>
                        <a:pt x="194" y="285"/>
                      </a:lnTo>
                      <a:lnTo>
                        <a:pt x="192" y="285"/>
                      </a:lnTo>
                      <a:lnTo>
                        <a:pt x="194" y="285"/>
                      </a:lnTo>
                      <a:lnTo>
                        <a:pt x="194" y="287"/>
                      </a:lnTo>
                      <a:lnTo>
                        <a:pt x="196" y="287"/>
                      </a:lnTo>
                      <a:lnTo>
                        <a:pt x="196" y="289"/>
                      </a:lnTo>
                      <a:lnTo>
                        <a:pt x="194" y="289"/>
                      </a:lnTo>
                      <a:lnTo>
                        <a:pt x="194" y="291"/>
                      </a:lnTo>
                      <a:lnTo>
                        <a:pt x="194" y="292"/>
                      </a:lnTo>
                      <a:lnTo>
                        <a:pt x="192" y="292"/>
                      </a:lnTo>
                      <a:lnTo>
                        <a:pt x="192" y="294"/>
                      </a:lnTo>
                      <a:lnTo>
                        <a:pt x="192" y="296"/>
                      </a:lnTo>
                      <a:lnTo>
                        <a:pt x="192" y="298"/>
                      </a:lnTo>
                      <a:lnTo>
                        <a:pt x="194" y="300"/>
                      </a:lnTo>
                      <a:lnTo>
                        <a:pt x="194" y="302"/>
                      </a:lnTo>
                      <a:lnTo>
                        <a:pt x="196" y="302"/>
                      </a:lnTo>
                      <a:lnTo>
                        <a:pt x="194" y="302"/>
                      </a:lnTo>
                      <a:lnTo>
                        <a:pt x="196" y="302"/>
                      </a:lnTo>
                      <a:lnTo>
                        <a:pt x="196" y="303"/>
                      </a:lnTo>
                      <a:lnTo>
                        <a:pt x="196" y="305"/>
                      </a:lnTo>
                      <a:lnTo>
                        <a:pt x="196" y="307"/>
                      </a:lnTo>
                      <a:lnTo>
                        <a:pt x="197" y="307"/>
                      </a:lnTo>
                      <a:lnTo>
                        <a:pt x="197" y="309"/>
                      </a:lnTo>
                      <a:lnTo>
                        <a:pt x="197" y="311"/>
                      </a:lnTo>
                      <a:lnTo>
                        <a:pt x="199" y="311"/>
                      </a:lnTo>
                      <a:lnTo>
                        <a:pt x="199" y="313"/>
                      </a:lnTo>
                      <a:lnTo>
                        <a:pt x="199" y="314"/>
                      </a:lnTo>
                      <a:lnTo>
                        <a:pt x="199" y="316"/>
                      </a:lnTo>
                      <a:lnTo>
                        <a:pt x="199" y="314"/>
                      </a:lnTo>
                      <a:lnTo>
                        <a:pt x="199" y="313"/>
                      </a:lnTo>
                      <a:lnTo>
                        <a:pt x="199" y="311"/>
                      </a:lnTo>
                      <a:lnTo>
                        <a:pt x="197" y="311"/>
                      </a:lnTo>
                      <a:lnTo>
                        <a:pt x="197" y="309"/>
                      </a:lnTo>
                      <a:lnTo>
                        <a:pt x="196" y="307"/>
                      </a:lnTo>
                      <a:lnTo>
                        <a:pt x="194" y="305"/>
                      </a:lnTo>
                      <a:lnTo>
                        <a:pt x="196" y="305"/>
                      </a:lnTo>
                      <a:lnTo>
                        <a:pt x="194" y="305"/>
                      </a:lnTo>
                      <a:lnTo>
                        <a:pt x="194" y="303"/>
                      </a:lnTo>
                      <a:lnTo>
                        <a:pt x="194" y="302"/>
                      </a:lnTo>
                      <a:lnTo>
                        <a:pt x="192" y="300"/>
                      </a:lnTo>
                      <a:lnTo>
                        <a:pt x="190" y="300"/>
                      </a:lnTo>
                      <a:lnTo>
                        <a:pt x="190" y="298"/>
                      </a:lnTo>
                      <a:lnTo>
                        <a:pt x="190" y="296"/>
                      </a:lnTo>
                      <a:lnTo>
                        <a:pt x="188" y="296"/>
                      </a:lnTo>
                      <a:lnTo>
                        <a:pt x="187" y="296"/>
                      </a:lnTo>
                      <a:lnTo>
                        <a:pt x="188" y="296"/>
                      </a:lnTo>
                      <a:lnTo>
                        <a:pt x="187" y="296"/>
                      </a:lnTo>
                      <a:lnTo>
                        <a:pt x="188" y="296"/>
                      </a:lnTo>
                      <a:lnTo>
                        <a:pt x="187" y="296"/>
                      </a:lnTo>
                      <a:lnTo>
                        <a:pt x="187" y="294"/>
                      </a:lnTo>
                      <a:lnTo>
                        <a:pt x="187" y="292"/>
                      </a:lnTo>
                      <a:lnTo>
                        <a:pt x="185" y="292"/>
                      </a:lnTo>
                      <a:lnTo>
                        <a:pt x="187" y="292"/>
                      </a:lnTo>
                      <a:lnTo>
                        <a:pt x="187" y="294"/>
                      </a:lnTo>
                      <a:lnTo>
                        <a:pt x="187" y="296"/>
                      </a:lnTo>
                      <a:lnTo>
                        <a:pt x="188" y="298"/>
                      </a:lnTo>
                      <a:lnTo>
                        <a:pt x="187" y="298"/>
                      </a:lnTo>
                      <a:lnTo>
                        <a:pt x="187" y="300"/>
                      </a:lnTo>
                      <a:lnTo>
                        <a:pt x="188" y="300"/>
                      </a:lnTo>
                      <a:lnTo>
                        <a:pt x="188" y="302"/>
                      </a:lnTo>
                      <a:lnTo>
                        <a:pt x="187" y="302"/>
                      </a:lnTo>
                      <a:lnTo>
                        <a:pt x="187" y="300"/>
                      </a:lnTo>
                      <a:lnTo>
                        <a:pt x="185" y="298"/>
                      </a:lnTo>
                      <a:lnTo>
                        <a:pt x="183" y="298"/>
                      </a:lnTo>
                      <a:lnTo>
                        <a:pt x="181" y="298"/>
                      </a:lnTo>
                      <a:lnTo>
                        <a:pt x="181" y="296"/>
                      </a:lnTo>
                      <a:lnTo>
                        <a:pt x="179" y="296"/>
                      </a:lnTo>
                      <a:lnTo>
                        <a:pt x="177" y="296"/>
                      </a:lnTo>
                      <a:lnTo>
                        <a:pt x="177" y="294"/>
                      </a:lnTo>
                      <a:lnTo>
                        <a:pt x="176" y="294"/>
                      </a:lnTo>
                      <a:lnTo>
                        <a:pt x="177" y="294"/>
                      </a:lnTo>
                      <a:lnTo>
                        <a:pt x="176" y="292"/>
                      </a:lnTo>
                      <a:lnTo>
                        <a:pt x="177" y="292"/>
                      </a:lnTo>
                      <a:lnTo>
                        <a:pt x="179" y="292"/>
                      </a:lnTo>
                      <a:lnTo>
                        <a:pt x="179" y="291"/>
                      </a:lnTo>
                      <a:lnTo>
                        <a:pt x="181" y="291"/>
                      </a:lnTo>
                      <a:lnTo>
                        <a:pt x="179" y="291"/>
                      </a:lnTo>
                      <a:lnTo>
                        <a:pt x="179" y="289"/>
                      </a:lnTo>
                      <a:lnTo>
                        <a:pt x="181" y="289"/>
                      </a:lnTo>
                      <a:lnTo>
                        <a:pt x="179" y="289"/>
                      </a:lnTo>
                      <a:lnTo>
                        <a:pt x="179" y="291"/>
                      </a:lnTo>
                      <a:lnTo>
                        <a:pt x="179" y="289"/>
                      </a:lnTo>
                      <a:lnTo>
                        <a:pt x="179" y="291"/>
                      </a:lnTo>
                      <a:lnTo>
                        <a:pt x="179" y="289"/>
                      </a:lnTo>
                      <a:lnTo>
                        <a:pt x="179" y="291"/>
                      </a:lnTo>
                      <a:lnTo>
                        <a:pt x="179" y="289"/>
                      </a:lnTo>
                      <a:lnTo>
                        <a:pt x="179" y="291"/>
                      </a:lnTo>
                      <a:lnTo>
                        <a:pt x="179" y="289"/>
                      </a:lnTo>
                      <a:lnTo>
                        <a:pt x="179" y="291"/>
                      </a:lnTo>
                      <a:lnTo>
                        <a:pt x="179" y="292"/>
                      </a:lnTo>
                      <a:lnTo>
                        <a:pt x="177" y="292"/>
                      </a:lnTo>
                      <a:lnTo>
                        <a:pt x="177" y="291"/>
                      </a:lnTo>
                      <a:lnTo>
                        <a:pt x="177" y="289"/>
                      </a:lnTo>
                      <a:lnTo>
                        <a:pt x="176" y="289"/>
                      </a:lnTo>
                      <a:lnTo>
                        <a:pt x="177" y="289"/>
                      </a:lnTo>
                      <a:lnTo>
                        <a:pt x="177" y="287"/>
                      </a:lnTo>
                      <a:lnTo>
                        <a:pt x="176" y="287"/>
                      </a:lnTo>
                      <a:lnTo>
                        <a:pt x="176" y="289"/>
                      </a:lnTo>
                      <a:lnTo>
                        <a:pt x="176" y="287"/>
                      </a:lnTo>
                      <a:lnTo>
                        <a:pt x="174" y="287"/>
                      </a:lnTo>
                      <a:lnTo>
                        <a:pt x="176" y="287"/>
                      </a:lnTo>
                      <a:lnTo>
                        <a:pt x="176" y="289"/>
                      </a:lnTo>
                      <a:lnTo>
                        <a:pt x="174" y="289"/>
                      </a:lnTo>
                      <a:lnTo>
                        <a:pt x="176" y="289"/>
                      </a:lnTo>
                      <a:lnTo>
                        <a:pt x="176" y="291"/>
                      </a:lnTo>
                      <a:lnTo>
                        <a:pt x="176" y="289"/>
                      </a:lnTo>
                      <a:lnTo>
                        <a:pt x="176" y="291"/>
                      </a:lnTo>
                      <a:lnTo>
                        <a:pt x="177" y="291"/>
                      </a:lnTo>
                      <a:lnTo>
                        <a:pt x="177" y="292"/>
                      </a:lnTo>
                      <a:lnTo>
                        <a:pt x="176" y="292"/>
                      </a:lnTo>
                      <a:lnTo>
                        <a:pt x="176" y="291"/>
                      </a:lnTo>
                      <a:lnTo>
                        <a:pt x="174" y="291"/>
                      </a:lnTo>
                      <a:lnTo>
                        <a:pt x="174" y="289"/>
                      </a:lnTo>
                      <a:lnTo>
                        <a:pt x="172" y="289"/>
                      </a:lnTo>
                      <a:lnTo>
                        <a:pt x="170" y="287"/>
                      </a:lnTo>
                      <a:lnTo>
                        <a:pt x="170" y="285"/>
                      </a:lnTo>
                      <a:lnTo>
                        <a:pt x="172" y="285"/>
                      </a:lnTo>
                      <a:lnTo>
                        <a:pt x="170" y="285"/>
                      </a:lnTo>
                      <a:lnTo>
                        <a:pt x="172" y="283"/>
                      </a:lnTo>
                      <a:lnTo>
                        <a:pt x="170" y="283"/>
                      </a:lnTo>
                      <a:lnTo>
                        <a:pt x="170" y="285"/>
                      </a:lnTo>
                      <a:lnTo>
                        <a:pt x="170" y="283"/>
                      </a:lnTo>
                      <a:lnTo>
                        <a:pt x="168" y="285"/>
                      </a:lnTo>
                      <a:lnTo>
                        <a:pt x="168" y="283"/>
                      </a:lnTo>
                      <a:lnTo>
                        <a:pt x="166" y="283"/>
                      </a:lnTo>
                      <a:lnTo>
                        <a:pt x="168" y="283"/>
                      </a:lnTo>
                      <a:lnTo>
                        <a:pt x="166" y="283"/>
                      </a:lnTo>
                      <a:lnTo>
                        <a:pt x="168" y="283"/>
                      </a:lnTo>
                      <a:lnTo>
                        <a:pt x="166" y="283"/>
                      </a:lnTo>
                      <a:lnTo>
                        <a:pt x="168" y="283"/>
                      </a:lnTo>
                      <a:lnTo>
                        <a:pt x="168" y="285"/>
                      </a:lnTo>
                      <a:lnTo>
                        <a:pt x="170" y="285"/>
                      </a:lnTo>
                      <a:lnTo>
                        <a:pt x="168" y="285"/>
                      </a:lnTo>
                      <a:lnTo>
                        <a:pt x="170" y="285"/>
                      </a:lnTo>
                      <a:lnTo>
                        <a:pt x="168" y="285"/>
                      </a:lnTo>
                      <a:lnTo>
                        <a:pt x="168" y="287"/>
                      </a:lnTo>
                      <a:lnTo>
                        <a:pt x="170" y="287"/>
                      </a:lnTo>
                      <a:lnTo>
                        <a:pt x="168" y="287"/>
                      </a:lnTo>
                      <a:lnTo>
                        <a:pt x="168" y="285"/>
                      </a:lnTo>
                      <a:lnTo>
                        <a:pt x="166" y="283"/>
                      </a:lnTo>
                      <a:lnTo>
                        <a:pt x="165" y="283"/>
                      </a:lnTo>
                      <a:lnTo>
                        <a:pt x="166" y="283"/>
                      </a:lnTo>
                      <a:lnTo>
                        <a:pt x="165" y="283"/>
                      </a:lnTo>
                      <a:lnTo>
                        <a:pt x="166" y="283"/>
                      </a:lnTo>
                      <a:lnTo>
                        <a:pt x="166" y="281"/>
                      </a:lnTo>
                      <a:lnTo>
                        <a:pt x="165" y="281"/>
                      </a:lnTo>
                      <a:lnTo>
                        <a:pt x="166" y="281"/>
                      </a:lnTo>
                      <a:lnTo>
                        <a:pt x="165" y="281"/>
                      </a:lnTo>
                      <a:lnTo>
                        <a:pt x="166" y="281"/>
                      </a:lnTo>
                      <a:lnTo>
                        <a:pt x="165" y="281"/>
                      </a:lnTo>
                      <a:lnTo>
                        <a:pt x="165" y="283"/>
                      </a:lnTo>
                      <a:lnTo>
                        <a:pt x="165" y="285"/>
                      </a:lnTo>
                      <a:lnTo>
                        <a:pt x="165" y="283"/>
                      </a:lnTo>
                      <a:lnTo>
                        <a:pt x="163" y="283"/>
                      </a:lnTo>
                      <a:lnTo>
                        <a:pt x="165" y="283"/>
                      </a:lnTo>
                      <a:lnTo>
                        <a:pt x="165" y="281"/>
                      </a:lnTo>
                      <a:lnTo>
                        <a:pt x="163" y="281"/>
                      </a:lnTo>
                      <a:lnTo>
                        <a:pt x="163" y="280"/>
                      </a:lnTo>
                      <a:lnTo>
                        <a:pt x="161" y="280"/>
                      </a:lnTo>
                      <a:lnTo>
                        <a:pt x="159" y="278"/>
                      </a:lnTo>
                      <a:lnTo>
                        <a:pt x="157" y="278"/>
                      </a:lnTo>
                      <a:lnTo>
                        <a:pt x="155" y="278"/>
                      </a:lnTo>
                      <a:lnTo>
                        <a:pt x="155" y="276"/>
                      </a:lnTo>
                      <a:lnTo>
                        <a:pt x="155" y="278"/>
                      </a:lnTo>
                      <a:lnTo>
                        <a:pt x="157" y="278"/>
                      </a:lnTo>
                      <a:lnTo>
                        <a:pt x="155" y="278"/>
                      </a:lnTo>
                      <a:lnTo>
                        <a:pt x="157" y="278"/>
                      </a:lnTo>
                      <a:lnTo>
                        <a:pt x="155" y="278"/>
                      </a:lnTo>
                      <a:lnTo>
                        <a:pt x="155" y="280"/>
                      </a:lnTo>
                      <a:lnTo>
                        <a:pt x="154" y="280"/>
                      </a:lnTo>
                      <a:lnTo>
                        <a:pt x="152" y="280"/>
                      </a:lnTo>
                      <a:lnTo>
                        <a:pt x="152" y="281"/>
                      </a:lnTo>
                      <a:lnTo>
                        <a:pt x="150" y="281"/>
                      </a:lnTo>
                      <a:lnTo>
                        <a:pt x="148" y="281"/>
                      </a:lnTo>
                      <a:lnTo>
                        <a:pt x="146" y="281"/>
                      </a:lnTo>
                      <a:lnTo>
                        <a:pt x="145" y="281"/>
                      </a:lnTo>
                      <a:lnTo>
                        <a:pt x="143" y="280"/>
                      </a:lnTo>
                      <a:lnTo>
                        <a:pt x="141" y="280"/>
                      </a:lnTo>
                      <a:lnTo>
                        <a:pt x="139" y="280"/>
                      </a:lnTo>
                      <a:lnTo>
                        <a:pt x="137" y="280"/>
                      </a:lnTo>
                      <a:lnTo>
                        <a:pt x="135" y="280"/>
                      </a:lnTo>
                      <a:lnTo>
                        <a:pt x="137" y="280"/>
                      </a:lnTo>
                      <a:lnTo>
                        <a:pt x="135" y="280"/>
                      </a:lnTo>
                      <a:lnTo>
                        <a:pt x="134" y="280"/>
                      </a:lnTo>
                      <a:lnTo>
                        <a:pt x="132" y="280"/>
                      </a:lnTo>
                      <a:lnTo>
                        <a:pt x="130" y="280"/>
                      </a:lnTo>
                      <a:lnTo>
                        <a:pt x="130" y="281"/>
                      </a:lnTo>
                      <a:lnTo>
                        <a:pt x="128" y="281"/>
                      </a:lnTo>
                      <a:lnTo>
                        <a:pt x="128" y="280"/>
                      </a:lnTo>
                      <a:lnTo>
                        <a:pt x="126" y="280"/>
                      </a:lnTo>
                      <a:lnTo>
                        <a:pt x="126" y="278"/>
                      </a:lnTo>
                      <a:lnTo>
                        <a:pt x="126" y="276"/>
                      </a:lnTo>
                      <a:lnTo>
                        <a:pt x="128" y="276"/>
                      </a:lnTo>
                      <a:lnTo>
                        <a:pt x="128" y="274"/>
                      </a:lnTo>
                      <a:lnTo>
                        <a:pt x="128" y="272"/>
                      </a:lnTo>
                      <a:lnTo>
                        <a:pt x="126" y="272"/>
                      </a:lnTo>
                      <a:lnTo>
                        <a:pt x="126" y="270"/>
                      </a:lnTo>
                      <a:lnTo>
                        <a:pt x="126" y="269"/>
                      </a:lnTo>
                      <a:lnTo>
                        <a:pt x="128" y="269"/>
                      </a:lnTo>
                      <a:lnTo>
                        <a:pt x="128" y="267"/>
                      </a:lnTo>
                      <a:lnTo>
                        <a:pt x="128" y="265"/>
                      </a:lnTo>
                      <a:lnTo>
                        <a:pt x="126" y="265"/>
                      </a:lnTo>
                      <a:lnTo>
                        <a:pt x="128" y="265"/>
                      </a:lnTo>
                      <a:lnTo>
                        <a:pt x="126" y="265"/>
                      </a:lnTo>
                      <a:lnTo>
                        <a:pt x="126" y="263"/>
                      </a:lnTo>
                      <a:lnTo>
                        <a:pt x="128" y="263"/>
                      </a:lnTo>
                      <a:lnTo>
                        <a:pt x="128" y="261"/>
                      </a:lnTo>
                      <a:lnTo>
                        <a:pt x="130" y="260"/>
                      </a:lnTo>
                      <a:lnTo>
                        <a:pt x="128" y="260"/>
                      </a:lnTo>
                      <a:lnTo>
                        <a:pt x="130" y="260"/>
                      </a:lnTo>
                      <a:lnTo>
                        <a:pt x="128" y="260"/>
                      </a:lnTo>
                      <a:lnTo>
                        <a:pt x="128" y="258"/>
                      </a:lnTo>
                      <a:lnTo>
                        <a:pt x="128" y="256"/>
                      </a:lnTo>
                      <a:lnTo>
                        <a:pt x="130" y="256"/>
                      </a:lnTo>
                      <a:lnTo>
                        <a:pt x="130" y="254"/>
                      </a:lnTo>
                      <a:lnTo>
                        <a:pt x="130" y="252"/>
                      </a:lnTo>
                      <a:lnTo>
                        <a:pt x="130" y="250"/>
                      </a:lnTo>
                      <a:lnTo>
                        <a:pt x="132" y="250"/>
                      </a:lnTo>
                      <a:lnTo>
                        <a:pt x="132" y="249"/>
                      </a:lnTo>
                      <a:lnTo>
                        <a:pt x="132" y="247"/>
                      </a:lnTo>
                      <a:lnTo>
                        <a:pt x="134" y="247"/>
                      </a:lnTo>
                      <a:lnTo>
                        <a:pt x="132" y="247"/>
                      </a:lnTo>
                      <a:lnTo>
                        <a:pt x="134" y="247"/>
                      </a:lnTo>
                      <a:lnTo>
                        <a:pt x="134" y="245"/>
                      </a:lnTo>
                      <a:lnTo>
                        <a:pt x="134" y="247"/>
                      </a:lnTo>
                      <a:lnTo>
                        <a:pt x="134" y="245"/>
                      </a:lnTo>
                      <a:lnTo>
                        <a:pt x="135" y="245"/>
                      </a:lnTo>
                      <a:lnTo>
                        <a:pt x="134" y="245"/>
                      </a:lnTo>
                      <a:lnTo>
                        <a:pt x="134" y="243"/>
                      </a:lnTo>
                      <a:lnTo>
                        <a:pt x="134" y="245"/>
                      </a:lnTo>
                      <a:lnTo>
                        <a:pt x="134" y="243"/>
                      </a:lnTo>
                      <a:lnTo>
                        <a:pt x="135" y="243"/>
                      </a:lnTo>
                      <a:lnTo>
                        <a:pt x="135" y="241"/>
                      </a:lnTo>
                      <a:lnTo>
                        <a:pt x="135" y="243"/>
                      </a:lnTo>
                      <a:lnTo>
                        <a:pt x="137" y="243"/>
                      </a:lnTo>
                      <a:lnTo>
                        <a:pt x="137" y="241"/>
                      </a:lnTo>
                      <a:lnTo>
                        <a:pt x="137" y="243"/>
                      </a:lnTo>
                      <a:lnTo>
                        <a:pt x="137" y="241"/>
                      </a:lnTo>
                      <a:lnTo>
                        <a:pt x="139" y="241"/>
                      </a:lnTo>
                      <a:lnTo>
                        <a:pt x="137" y="241"/>
                      </a:lnTo>
                      <a:lnTo>
                        <a:pt x="137" y="243"/>
                      </a:lnTo>
                      <a:lnTo>
                        <a:pt x="137" y="241"/>
                      </a:lnTo>
                      <a:lnTo>
                        <a:pt x="135" y="241"/>
                      </a:lnTo>
                      <a:lnTo>
                        <a:pt x="135" y="243"/>
                      </a:lnTo>
                      <a:lnTo>
                        <a:pt x="134" y="243"/>
                      </a:lnTo>
                      <a:lnTo>
                        <a:pt x="134" y="245"/>
                      </a:lnTo>
                      <a:lnTo>
                        <a:pt x="135" y="245"/>
                      </a:lnTo>
                      <a:lnTo>
                        <a:pt x="134" y="245"/>
                      </a:lnTo>
                      <a:lnTo>
                        <a:pt x="134" y="247"/>
                      </a:lnTo>
                      <a:lnTo>
                        <a:pt x="134" y="245"/>
                      </a:lnTo>
                      <a:lnTo>
                        <a:pt x="134" y="247"/>
                      </a:lnTo>
                      <a:lnTo>
                        <a:pt x="132" y="247"/>
                      </a:lnTo>
                      <a:lnTo>
                        <a:pt x="134" y="247"/>
                      </a:lnTo>
                      <a:lnTo>
                        <a:pt x="132" y="247"/>
                      </a:lnTo>
                      <a:lnTo>
                        <a:pt x="132" y="249"/>
                      </a:lnTo>
                      <a:lnTo>
                        <a:pt x="132" y="247"/>
                      </a:lnTo>
                      <a:lnTo>
                        <a:pt x="132" y="249"/>
                      </a:lnTo>
                      <a:lnTo>
                        <a:pt x="132" y="250"/>
                      </a:lnTo>
                      <a:lnTo>
                        <a:pt x="130" y="249"/>
                      </a:lnTo>
                      <a:lnTo>
                        <a:pt x="130" y="250"/>
                      </a:lnTo>
                      <a:lnTo>
                        <a:pt x="128" y="250"/>
                      </a:lnTo>
                      <a:lnTo>
                        <a:pt x="126" y="250"/>
                      </a:lnTo>
                      <a:lnTo>
                        <a:pt x="124" y="250"/>
                      </a:lnTo>
                      <a:lnTo>
                        <a:pt x="123" y="250"/>
                      </a:lnTo>
                      <a:lnTo>
                        <a:pt x="121" y="249"/>
                      </a:lnTo>
                      <a:lnTo>
                        <a:pt x="121" y="250"/>
                      </a:lnTo>
                      <a:lnTo>
                        <a:pt x="121" y="249"/>
                      </a:lnTo>
                      <a:lnTo>
                        <a:pt x="121" y="250"/>
                      </a:lnTo>
                      <a:lnTo>
                        <a:pt x="121" y="249"/>
                      </a:lnTo>
                      <a:lnTo>
                        <a:pt x="119" y="249"/>
                      </a:lnTo>
                      <a:lnTo>
                        <a:pt x="117" y="249"/>
                      </a:lnTo>
                      <a:lnTo>
                        <a:pt x="117" y="247"/>
                      </a:lnTo>
                      <a:lnTo>
                        <a:pt x="117" y="245"/>
                      </a:lnTo>
                      <a:lnTo>
                        <a:pt x="115" y="245"/>
                      </a:lnTo>
                      <a:lnTo>
                        <a:pt x="115" y="243"/>
                      </a:lnTo>
                      <a:lnTo>
                        <a:pt x="115" y="245"/>
                      </a:lnTo>
                      <a:lnTo>
                        <a:pt x="115" y="243"/>
                      </a:lnTo>
                      <a:lnTo>
                        <a:pt x="117" y="243"/>
                      </a:lnTo>
                      <a:lnTo>
                        <a:pt x="115" y="241"/>
                      </a:lnTo>
                      <a:lnTo>
                        <a:pt x="115" y="243"/>
                      </a:lnTo>
                      <a:lnTo>
                        <a:pt x="114" y="243"/>
                      </a:lnTo>
                      <a:lnTo>
                        <a:pt x="115" y="243"/>
                      </a:lnTo>
                      <a:lnTo>
                        <a:pt x="117" y="243"/>
                      </a:lnTo>
                      <a:lnTo>
                        <a:pt x="115" y="243"/>
                      </a:lnTo>
                      <a:lnTo>
                        <a:pt x="115" y="245"/>
                      </a:lnTo>
                      <a:lnTo>
                        <a:pt x="117" y="245"/>
                      </a:lnTo>
                      <a:lnTo>
                        <a:pt x="117" y="247"/>
                      </a:lnTo>
                      <a:lnTo>
                        <a:pt x="115" y="247"/>
                      </a:lnTo>
                      <a:lnTo>
                        <a:pt x="117" y="249"/>
                      </a:lnTo>
                      <a:lnTo>
                        <a:pt x="115" y="249"/>
                      </a:lnTo>
                      <a:lnTo>
                        <a:pt x="114" y="249"/>
                      </a:lnTo>
                      <a:lnTo>
                        <a:pt x="114" y="250"/>
                      </a:lnTo>
                      <a:lnTo>
                        <a:pt x="114" y="249"/>
                      </a:lnTo>
                      <a:lnTo>
                        <a:pt x="114" y="250"/>
                      </a:lnTo>
                      <a:lnTo>
                        <a:pt x="112" y="250"/>
                      </a:lnTo>
                      <a:lnTo>
                        <a:pt x="112" y="249"/>
                      </a:lnTo>
                      <a:lnTo>
                        <a:pt x="112" y="250"/>
                      </a:lnTo>
                      <a:lnTo>
                        <a:pt x="112" y="249"/>
                      </a:lnTo>
                      <a:lnTo>
                        <a:pt x="112" y="250"/>
                      </a:lnTo>
                      <a:lnTo>
                        <a:pt x="112" y="249"/>
                      </a:lnTo>
                      <a:lnTo>
                        <a:pt x="112" y="250"/>
                      </a:lnTo>
                      <a:lnTo>
                        <a:pt x="110" y="250"/>
                      </a:lnTo>
                      <a:lnTo>
                        <a:pt x="108" y="250"/>
                      </a:lnTo>
                      <a:lnTo>
                        <a:pt x="106" y="250"/>
                      </a:lnTo>
                      <a:lnTo>
                        <a:pt x="106" y="249"/>
                      </a:lnTo>
                      <a:lnTo>
                        <a:pt x="104" y="249"/>
                      </a:lnTo>
                      <a:lnTo>
                        <a:pt x="106" y="249"/>
                      </a:lnTo>
                      <a:lnTo>
                        <a:pt x="104" y="249"/>
                      </a:lnTo>
                      <a:lnTo>
                        <a:pt x="104" y="247"/>
                      </a:lnTo>
                      <a:lnTo>
                        <a:pt x="104" y="245"/>
                      </a:lnTo>
                      <a:lnTo>
                        <a:pt x="103" y="245"/>
                      </a:lnTo>
                      <a:lnTo>
                        <a:pt x="104" y="245"/>
                      </a:lnTo>
                      <a:lnTo>
                        <a:pt x="103" y="245"/>
                      </a:lnTo>
                      <a:lnTo>
                        <a:pt x="103" y="243"/>
                      </a:lnTo>
                      <a:lnTo>
                        <a:pt x="103" y="245"/>
                      </a:lnTo>
                      <a:lnTo>
                        <a:pt x="104" y="245"/>
                      </a:lnTo>
                      <a:lnTo>
                        <a:pt x="103" y="245"/>
                      </a:lnTo>
                      <a:lnTo>
                        <a:pt x="104" y="245"/>
                      </a:lnTo>
                      <a:lnTo>
                        <a:pt x="104" y="247"/>
                      </a:lnTo>
                      <a:lnTo>
                        <a:pt x="104" y="249"/>
                      </a:lnTo>
                      <a:lnTo>
                        <a:pt x="106" y="249"/>
                      </a:lnTo>
                      <a:lnTo>
                        <a:pt x="104" y="249"/>
                      </a:lnTo>
                      <a:lnTo>
                        <a:pt x="106" y="249"/>
                      </a:lnTo>
                      <a:lnTo>
                        <a:pt x="104" y="250"/>
                      </a:lnTo>
                      <a:lnTo>
                        <a:pt x="103" y="250"/>
                      </a:lnTo>
                      <a:lnTo>
                        <a:pt x="101" y="250"/>
                      </a:lnTo>
                      <a:lnTo>
                        <a:pt x="101" y="252"/>
                      </a:lnTo>
                      <a:lnTo>
                        <a:pt x="99" y="252"/>
                      </a:lnTo>
                      <a:lnTo>
                        <a:pt x="97" y="252"/>
                      </a:lnTo>
                      <a:lnTo>
                        <a:pt x="97" y="254"/>
                      </a:lnTo>
                      <a:lnTo>
                        <a:pt x="95" y="254"/>
                      </a:lnTo>
                      <a:lnTo>
                        <a:pt x="95" y="252"/>
                      </a:lnTo>
                      <a:lnTo>
                        <a:pt x="93" y="252"/>
                      </a:lnTo>
                      <a:lnTo>
                        <a:pt x="93" y="250"/>
                      </a:lnTo>
                      <a:lnTo>
                        <a:pt x="93" y="249"/>
                      </a:lnTo>
                      <a:lnTo>
                        <a:pt x="93" y="250"/>
                      </a:lnTo>
                      <a:lnTo>
                        <a:pt x="93" y="252"/>
                      </a:lnTo>
                      <a:lnTo>
                        <a:pt x="95" y="252"/>
                      </a:lnTo>
                      <a:lnTo>
                        <a:pt x="95" y="254"/>
                      </a:lnTo>
                      <a:lnTo>
                        <a:pt x="95" y="252"/>
                      </a:lnTo>
                      <a:lnTo>
                        <a:pt x="95" y="254"/>
                      </a:lnTo>
                      <a:lnTo>
                        <a:pt x="95" y="256"/>
                      </a:lnTo>
                      <a:lnTo>
                        <a:pt x="93" y="256"/>
                      </a:lnTo>
                      <a:lnTo>
                        <a:pt x="93" y="258"/>
                      </a:lnTo>
                      <a:lnTo>
                        <a:pt x="95" y="260"/>
                      </a:lnTo>
                      <a:lnTo>
                        <a:pt x="95" y="261"/>
                      </a:lnTo>
                      <a:lnTo>
                        <a:pt x="97" y="261"/>
                      </a:lnTo>
                      <a:lnTo>
                        <a:pt x="99" y="261"/>
                      </a:lnTo>
                      <a:lnTo>
                        <a:pt x="97" y="263"/>
                      </a:lnTo>
                      <a:lnTo>
                        <a:pt x="97" y="265"/>
                      </a:lnTo>
                      <a:lnTo>
                        <a:pt x="99" y="265"/>
                      </a:lnTo>
                      <a:lnTo>
                        <a:pt x="99" y="267"/>
                      </a:lnTo>
                      <a:lnTo>
                        <a:pt x="97" y="267"/>
                      </a:lnTo>
                      <a:lnTo>
                        <a:pt x="97" y="269"/>
                      </a:lnTo>
                      <a:lnTo>
                        <a:pt x="97" y="270"/>
                      </a:lnTo>
                      <a:lnTo>
                        <a:pt x="97" y="272"/>
                      </a:lnTo>
                      <a:lnTo>
                        <a:pt x="95" y="272"/>
                      </a:lnTo>
                      <a:lnTo>
                        <a:pt x="95" y="274"/>
                      </a:lnTo>
                      <a:lnTo>
                        <a:pt x="95" y="276"/>
                      </a:lnTo>
                      <a:lnTo>
                        <a:pt x="93" y="278"/>
                      </a:lnTo>
                      <a:lnTo>
                        <a:pt x="93" y="280"/>
                      </a:lnTo>
                      <a:lnTo>
                        <a:pt x="93" y="281"/>
                      </a:lnTo>
                      <a:lnTo>
                        <a:pt x="93" y="283"/>
                      </a:lnTo>
                      <a:lnTo>
                        <a:pt x="95" y="285"/>
                      </a:lnTo>
                      <a:lnTo>
                        <a:pt x="95" y="287"/>
                      </a:lnTo>
                      <a:lnTo>
                        <a:pt x="95" y="289"/>
                      </a:lnTo>
                      <a:lnTo>
                        <a:pt x="95" y="291"/>
                      </a:lnTo>
                      <a:lnTo>
                        <a:pt x="95" y="292"/>
                      </a:lnTo>
                      <a:lnTo>
                        <a:pt x="95" y="294"/>
                      </a:lnTo>
                      <a:lnTo>
                        <a:pt x="95" y="296"/>
                      </a:lnTo>
                      <a:lnTo>
                        <a:pt x="97" y="296"/>
                      </a:lnTo>
                      <a:lnTo>
                        <a:pt x="95" y="296"/>
                      </a:lnTo>
                      <a:lnTo>
                        <a:pt x="95" y="298"/>
                      </a:lnTo>
                      <a:lnTo>
                        <a:pt x="93" y="300"/>
                      </a:lnTo>
                      <a:lnTo>
                        <a:pt x="95" y="300"/>
                      </a:lnTo>
                      <a:lnTo>
                        <a:pt x="93" y="300"/>
                      </a:lnTo>
                      <a:lnTo>
                        <a:pt x="93" y="302"/>
                      </a:lnTo>
                      <a:lnTo>
                        <a:pt x="92" y="302"/>
                      </a:lnTo>
                      <a:lnTo>
                        <a:pt x="90" y="303"/>
                      </a:lnTo>
                      <a:lnTo>
                        <a:pt x="90" y="305"/>
                      </a:lnTo>
                      <a:lnTo>
                        <a:pt x="90" y="307"/>
                      </a:lnTo>
                      <a:lnTo>
                        <a:pt x="88" y="307"/>
                      </a:lnTo>
                      <a:lnTo>
                        <a:pt x="90" y="307"/>
                      </a:lnTo>
                      <a:lnTo>
                        <a:pt x="90" y="309"/>
                      </a:lnTo>
                      <a:lnTo>
                        <a:pt x="88" y="309"/>
                      </a:lnTo>
                      <a:lnTo>
                        <a:pt x="88" y="311"/>
                      </a:lnTo>
                      <a:lnTo>
                        <a:pt x="90" y="311"/>
                      </a:lnTo>
                      <a:lnTo>
                        <a:pt x="88" y="311"/>
                      </a:lnTo>
                      <a:lnTo>
                        <a:pt x="90" y="311"/>
                      </a:lnTo>
                      <a:lnTo>
                        <a:pt x="88" y="311"/>
                      </a:lnTo>
                      <a:lnTo>
                        <a:pt x="88" y="313"/>
                      </a:lnTo>
                      <a:lnTo>
                        <a:pt x="86" y="314"/>
                      </a:lnTo>
                      <a:lnTo>
                        <a:pt x="86" y="316"/>
                      </a:lnTo>
                      <a:lnTo>
                        <a:pt x="84" y="316"/>
                      </a:lnTo>
                      <a:lnTo>
                        <a:pt x="84" y="318"/>
                      </a:lnTo>
                      <a:lnTo>
                        <a:pt x="82" y="320"/>
                      </a:lnTo>
                      <a:lnTo>
                        <a:pt x="82" y="322"/>
                      </a:lnTo>
                      <a:lnTo>
                        <a:pt x="82" y="324"/>
                      </a:lnTo>
                      <a:lnTo>
                        <a:pt x="81" y="324"/>
                      </a:lnTo>
                      <a:lnTo>
                        <a:pt x="81" y="325"/>
                      </a:lnTo>
                      <a:lnTo>
                        <a:pt x="81" y="327"/>
                      </a:lnTo>
                      <a:lnTo>
                        <a:pt x="81" y="325"/>
                      </a:lnTo>
                      <a:lnTo>
                        <a:pt x="81" y="327"/>
                      </a:lnTo>
                      <a:lnTo>
                        <a:pt x="79" y="327"/>
                      </a:lnTo>
                      <a:lnTo>
                        <a:pt x="79" y="329"/>
                      </a:lnTo>
                      <a:lnTo>
                        <a:pt x="79" y="331"/>
                      </a:lnTo>
                      <a:lnTo>
                        <a:pt x="81" y="331"/>
                      </a:lnTo>
                      <a:lnTo>
                        <a:pt x="81" y="333"/>
                      </a:lnTo>
                      <a:lnTo>
                        <a:pt x="81" y="331"/>
                      </a:lnTo>
                      <a:lnTo>
                        <a:pt x="81" y="333"/>
                      </a:lnTo>
                      <a:lnTo>
                        <a:pt x="81" y="331"/>
                      </a:lnTo>
                      <a:lnTo>
                        <a:pt x="81" y="333"/>
                      </a:lnTo>
                      <a:lnTo>
                        <a:pt x="79" y="331"/>
                      </a:lnTo>
                      <a:lnTo>
                        <a:pt x="79" y="333"/>
                      </a:lnTo>
                      <a:lnTo>
                        <a:pt x="77" y="333"/>
                      </a:lnTo>
                      <a:lnTo>
                        <a:pt x="77" y="334"/>
                      </a:lnTo>
                      <a:lnTo>
                        <a:pt x="77" y="336"/>
                      </a:lnTo>
                      <a:lnTo>
                        <a:pt x="77" y="338"/>
                      </a:lnTo>
                      <a:lnTo>
                        <a:pt x="77" y="340"/>
                      </a:lnTo>
                      <a:lnTo>
                        <a:pt x="77" y="342"/>
                      </a:lnTo>
                      <a:lnTo>
                        <a:pt x="79" y="342"/>
                      </a:lnTo>
                      <a:lnTo>
                        <a:pt x="79" y="344"/>
                      </a:lnTo>
                      <a:lnTo>
                        <a:pt x="77" y="344"/>
                      </a:lnTo>
                      <a:lnTo>
                        <a:pt x="75" y="344"/>
                      </a:lnTo>
                      <a:lnTo>
                        <a:pt x="75" y="345"/>
                      </a:lnTo>
                      <a:lnTo>
                        <a:pt x="75" y="347"/>
                      </a:lnTo>
                      <a:lnTo>
                        <a:pt x="73" y="347"/>
                      </a:lnTo>
                      <a:lnTo>
                        <a:pt x="73" y="349"/>
                      </a:lnTo>
                      <a:lnTo>
                        <a:pt x="73" y="351"/>
                      </a:lnTo>
                      <a:lnTo>
                        <a:pt x="72" y="351"/>
                      </a:lnTo>
                      <a:lnTo>
                        <a:pt x="72" y="353"/>
                      </a:lnTo>
                      <a:lnTo>
                        <a:pt x="70" y="353"/>
                      </a:lnTo>
                      <a:lnTo>
                        <a:pt x="70" y="355"/>
                      </a:lnTo>
                      <a:lnTo>
                        <a:pt x="70" y="356"/>
                      </a:lnTo>
                      <a:lnTo>
                        <a:pt x="68" y="356"/>
                      </a:lnTo>
                      <a:lnTo>
                        <a:pt x="68" y="355"/>
                      </a:lnTo>
                      <a:lnTo>
                        <a:pt x="68" y="356"/>
                      </a:lnTo>
                      <a:lnTo>
                        <a:pt x="70" y="356"/>
                      </a:lnTo>
                      <a:lnTo>
                        <a:pt x="68" y="356"/>
                      </a:lnTo>
                      <a:lnTo>
                        <a:pt x="68" y="358"/>
                      </a:lnTo>
                      <a:lnTo>
                        <a:pt x="70" y="360"/>
                      </a:lnTo>
                      <a:lnTo>
                        <a:pt x="70" y="362"/>
                      </a:lnTo>
                      <a:lnTo>
                        <a:pt x="68" y="36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3" name="Freeform 109">
                  <a:extLst>
                    <a:ext uri="{FF2B5EF4-FFF2-40B4-BE49-F238E27FC236}">
                      <a16:creationId xmlns:a16="http://schemas.microsoft.com/office/drawing/2014/main" id="{5069AA1A-1346-C9AA-DDCB-DDDBADB35ABA}"/>
                    </a:ext>
                  </a:extLst>
                </p:cNvPr>
                <p:cNvSpPr>
                  <a:spLocks noEditPoints="1"/>
                </p:cNvSpPr>
                <p:nvPr/>
              </p:nvSpPr>
              <p:spPr bwMode="auto">
                <a:xfrm>
                  <a:off x="5464482" y="4163439"/>
                  <a:ext cx="319878" cy="469876"/>
                </a:xfrm>
                <a:custGeom>
                  <a:avLst/>
                  <a:gdLst>
                    <a:gd name="T0" fmla="*/ 64 w 177"/>
                    <a:gd name="T1" fmla="*/ 258 h 260"/>
                    <a:gd name="T2" fmla="*/ 57 w 177"/>
                    <a:gd name="T3" fmla="*/ 258 h 260"/>
                    <a:gd name="T4" fmla="*/ 81 w 177"/>
                    <a:gd name="T5" fmla="*/ 252 h 260"/>
                    <a:gd name="T6" fmla="*/ 81 w 177"/>
                    <a:gd name="T7" fmla="*/ 252 h 260"/>
                    <a:gd name="T8" fmla="*/ 71 w 177"/>
                    <a:gd name="T9" fmla="*/ 254 h 260"/>
                    <a:gd name="T10" fmla="*/ 73 w 177"/>
                    <a:gd name="T11" fmla="*/ 247 h 260"/>
                    <a:gd name="T12" fmla="*/ 104 w 177"/>
                    <a:gd name="T13" fmla="*/ 236 h 260"/>
                    <a:gd name="T14" fmla="*/ 62 w 177"/>
                    <a:gd name="T15" fmla="*/ 232 h 260"/>
                    <a:gd name="T16" fmla="*/ 68 w 177"/>
                    <a:gd name="T17" fmla="*/ 231 h 260"/>
                    <a:gd name="T18" fmla="*/ 59 w 177"/>
                    <a:gd name="T19" fmla="*/ 229 h 260"/>
                    <a:gd name="T20" fmla="*/ 24 w 177"/>
                    <a:gd name="T21" fmla="*/ 225 h 260"/>
                    <a:gd name="T22" fmla="*/ 99 w 177"/>
                    <a:gd name="T23" fmla="*/ 231 h 260"/>
                    <a:gd name="T24" fmla="*/ 97 w 177"/>
                    <a:gd name="T25" fmla="*/ 225 h 260"/>
                    <a:gd name="T26" fmla="*/ 53 w 177"/>
                    <a:gd name="T27" fmla="*/ 220 h 260"/>
                    <a:gd name="T28" fmla="*/ 51 w 177"/>
                    <a:gd name="T29" fmla="*/ 218 h 260"/>
                    <a:gd name="T30" fmla="*/ 40 w 177"/>
                    <a:gd name="T31" fmla="*/ 218 h 260"/>
                    <a:gd name="T32" fmla="*/ 51 w 177"/>
                    <a:gd name="T33" fmla="*/ 220 h 260"/>
                    <a:gd name="T34" fmla="*/ 53 w 177"/>
                    <a:gd name="T35" fmla="*/ 216 h 260"/>
                    <a:gd name="T36" fmla="*/ 40 w 177"/>
                    <a:gd name="T37" fmla="*/ 216 h 260"/>
                    <a:gd name="T38" fmla="*/ 48 w 177"/>
                    <a:gd name="T39" fmla="*/ 212 h 260"/>
                    <a:gd name="T40" fmla="*/ 51 w 177"/>
                    <a:gd name="T41" fmla="*/ 216 h 260"/>
                    <a:gd name="T42" fmla="*/ 48 w 177"/>
                    <a:gd name="T43" fmla="*/ 212 h 260"/>
                    <a:gd name="T44" fmla="*/ 50 w 177"/>
                    <a:gd name="T45" fmla="*/ 210 h 260"/>
                    <a:gd name="T46" fmla="*/ 50 w 177"/>
                    <a:gd name="T47" fmla="*/ 209 h 260"/>
                    <a:gd name="T48" fmla="*/ 51 w 177"/>
                    <a:gd name="T49" fmla="*/ 209 h 260"/>
                    <a:gd name="T50" fmla="*/ 35 w 177"/>
                    <a:gd name="T51" fmla="*/ 209 h 260"/>
                    <a:gd name="T52" fmla="*/ 31 w 177"/>
                    <a:gd name="T53" fmla="*/ 203 h 260"/>
                    <a:gd name="T54" fmla="*/ 33 w 177"/>
                    <a:gd name="T55" fmla="*/ 201 h 260"/>
                    <a:gd name="T56" fmla="*/ 24 w 177"/>
                    <a:gd name="T57" fmla="*/ 198 h 260"/>
                    <a:gd name="T58" fmla="*/ 28 w 177"/>
                    <a:gd name="T59" fmla="*/ 203 h 260"/>
                    <a:gd name="T60" fmla="*/ 26 w 177"/>
                    <a:gd name="T61" fmla="*/ 210 h 260"/>
                    <a:gd name="T62" fmla="*/ 22 w 177"/>
                    <a:gd name="T63" fmla="*/ 209 h 260"/>
                    <a:gd name="T64" fmla="*/ 22 w 177"/>
                    <a:gd name="T65" fmla="*/ 205 h 260"/>
                    <a:gd name="T66" fmla="*/ 35 w 177"/>
                    <a:gd name="T67" fmla="*/ 196 h 260"/>
                    <a:gd name="T68" fmla="*/ 31 w 177"/>
                    <a:gd name="T69" fmla="*/ 194 h 260"/>
                    <a:gd name="T70" fmla="*/ 30 w 177"/>
                    <a:gd name="T71" fmla="*/ 192 h 260"/>
                    <a:gd name="T72" fmla="*/ 22 w 177"/>
                    <a:gd name="T73" fmla="*/ 170 h 260"/>
                    <a:gd name="T74" fmla="*/ 6 w 177"/>
                    <a:gd name="T75" fmla="*/ 167 h 260"/>
                    <a:gd name="T76" fmla="*/ 24 w 177"/>
                    <a:gd name="T77" fmla="*/ 167 h 260"/>
                    <a:gd name="T78" fmla="*/ 24 w 177"/>
                    <a:gd name="T79" fmla="*/ 168 h 260"/>
                    <a:gd name="T80" fmla="*/ 24 w 177"/>
                    <a:gd name="T81" fmla="*/ 165 h 260"/>
                    <a:gd name="T82" fmla="*/ 62 w 177"/>
                    <a:gd name="T83" fmla="*/ 161 h 260"/>
                    <a:gd name="T84" fmla="*/ 22 w 177"/>
                    <a:gd name="T85" fmla="*/ 161 h 260"/>
                    <a:gd name="T86" fmla="*/ 8 w 177"/>
                    <a:gd name="T87" fmla="*/ 156 h 260"/>
                    <a:gd name="T88" fmla="*/ 26 w 177"/>
                    <a:gd name="T89" fmla="*/ 154 h 260"/>
                    <a:gd name="T90" fmla="*/ 73 w 177"/>
                    <a:gd name="T91" fmla="*/ 150 h 260"/>
                    <a:gd name="T92" fmla="*/ 31 w 177"/>
                    <a:gd name="T93" fmla="*/ 148 h 260"/>
                    <a:gd name="T94" fmla="*/ 28 w 177"/>
                    <a:gd name="T95" fmla="*/ 143 h 260"/>
                    <a:gd name="T96" fmla="*/ 86 w 177"/>
                    <a:gd name="T97" fmla="*/ 146 h 260"/>
                    <a:gd name="T98" fmla="*/ 28 w 177"/>
                    <a:gd name="T99" fmla="*/ 141 h 260"/>
                    <a:gd name="T100" fmla="*/ 79 w 177"/>
                    <a:gd name="T101" fmla="*/ 130 h 260"/>
                    <a:gd name="T102" fmla="*/ 66 w 177"/>
                    <a:gd name="T103" fmla="*/ 104 h 260"/>
                    <a:gd name="T104" fmla="*/ 177 w 177"/>
                    <a:gd name="T105" fmla="*/ 75 h 260"/>
                    <a:gd name="T106" fmla="*/ 176 w 177"/>
                    <a:gd name="T107" fmla="*/ 72 h 260"/>
                    <a:gd name="T108" fmla="*/ 168 w 177"/>
                    <a:gd name="T109" fmla="*/ 64 h 260"/>
                    <a:gd name="T110" fmla="*/ 170 w 177"/>
                    <a:gd name="T111" fmla="*/ 62 h 260"/>
                    <a:gd name="T112" fmla="*/ 165 w 177"/>
                    <a:gd name="T113" fmla="*/ 57 h 260"/>
                    <a:gd name="T114" fmla="*/ 137 w 177"/>
                    <a:gd name="T115" fmla="*/ 42 h 260"/>
                    <a:gd name="T116" fmla="*/ 115 w 177"/>
                    <a:gd name="T117" fmla="*/ 40 h 260"/>
                    <a:gd name="T118" fmla="*/ 113 w 177"/>
                    <a:gd name="T119" fmla="*/ 29 h 260"/>
                    <a:gd name="T120" fmla="*/ 124 w 177"/>
                    <a:gd name="T121" fmla="*/ 2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260">
                      <a:moveTo>
                        <a:pt x="88" y="260"/>
                      </a:moveTo>
                      <a:lnTo>
                        <a:pt x="86" y="260"/>
                      </a:lnTo>
                      <a:lnTo>
                        <a:pt x="88" y="260"/>
                      </a:lnTo>
                      <a:close/>
                      <a:moveTo>
                        <a:pt x="61" y="260"/>
                      </a:moveTo>
                      <a:lnTo>
                        <a:pt x="59" y="260"/>
                      </a:lnTo>
                      <a:lnTo>
                        <a:pt x="61" y="260"/>
                      </a:lnTo>
                      <a:close/>
                      <a:moveTo>
                        <a:pt x="64" y="258"/>
                      </a:moveTo>
                      <a:lnTo>
                        <a:pt x="64" y="256"/>
                      </a:lnTo>
                      <a:lnTo>
                        <a:pt x="66" y="256"/>
                      </a:lnTo>
                      <a:lnTo>
                        <a:pt x="64" y="256"/>
                      </a:lnTo>
                      <a:lnTo>
                        <a:pt x="64" y="258"/>
                      </a:lnTo>
                      <a:close/>
                      <a:moveTo>
                        <a:pt x="59" y="256"/>
                      </a:moveTo>
                      <a:lnTo>
                        <a:pt x="61" y="256"/>
                      </a:lnTo>
                      <a:lnTo>
                        <a:pt x="61" y="258"/>
                      </a:lnTo>
                      <a:lnTo>
                        <a:pt x="61" y="260"/>
                      </a:lnTo>
                      <a:lnTo>
                        <a:pt x="59" y="260"/>
                      </a:lnTo>
                      <a:lnTo>
                        <a:pt x="59" y="258"/>
                      </a:lnTo>
                      <a:lnTo>
                        <a:pt x="59" y="256"/>
                      </a:lnTo>
                      <a:close/>
                      <a:moveTo>
                        <a:pt x="57" y="256"/>
                      </a:moveTo>
                      <a:lnTo>
                        <a:pt x="59" y="256"/>
                      </a:lnTo>
                      <a:lnTo>
                        <a:pt x="59" y="258"/>
                      </a:lnTo>
                      <a:lnTo>
                        <a:pt x="57" y="258"/>
                      </a:lnTo>
                      <a:lnTo>
                        <a:pt x="55" y="258"/>
                      </a:lnTo>
                      <a:lnTo>
                        <a:pt x="55" y="256"/>
                      </a:lnTo>
                      <a:lnTo>
                        <a:pt x="57" y="256"/>
                      </a:lnTo>
                      <a:close/>
                      <a:moveTo>
                        <a:pt x="81" y="252"/>
                      </a:moveTo>
                      <a:lnTo>
                        <a:pt x="79" y="252"/>
                      </a:lnTo>
                      <a:lnTo>
                        <a:pt x="79" y="254"/>
                      </a:lnTo>
                      <a:lnTo>
                        <a:pt x="79" y="252"/>
                      </a:lnTo>
                      <a:lnTo>
                        <a:pt x="81" y="252"/>
                      </a:lnTo>
                      <a:close/>
                      <a:moveTo>
                        <a:pt x="81" y="252"/>
                      </a:moveTo>
                      <a:lnTo>
                        <a:pt x="79" y="252"/>
                      </a:lnTo>
                      <a:lnTo>
                        <a:pt x="81" y="252"/>
                      </a:lnTo>
                      <a:close/>
                      <a:moveTo>
                        <a:pt x="81" y="252"/>
                      </a:moveTo>
                      <a:lnTo>
                        <a:pt x="81" y="251"/>
                      </a:lnTo>
                      <a:lnTo>
                        <a:pt x="81" y="252"/>
                      </a:lnTo>
                      <a:close/>
                      <a:moveTo>
                        <a:pt x="79" y="251"/>
                      </a:moveTo>
                      <a:lnTo>
                        <a:pt x="77" y="252"/>
                      </a:lnTo>
                      <a:lnTo>
                        <a:pt x="77" y="251"/>
                      </a:lnTo>
                      <a:lnTo>
                        <a:pt x="79" y="251"/>
                      </a:lnTo>
                      <a:close/>
                      <a:moveTo>
                        <a:pt x="81" y="252"/>
                      </a:moveTo>
                      <a:lnTo>
                        <a:pt x="79" y="252"/>
                      </a:lnTo>
                      <a:lnTo>
                        <a:pt x="79" y="251"/>
                      </a:lnTo>
                      <a:lnTo>
                        <a:pt x="81" y="252"/>
                      </a:lnTo>
                      <a:close/>
                      <a:moveTo>
                        <a:pt x="73" y="252"/>
                      </a:moveTo>
                      <a:lnTo>
                        <a:pt x="73" y="254"/>
                      </a:lnTo>
                      <a:lnTo>
                        <a:pt x="73" y="256"/>
                      </a:lnTo>
                      <a:lnTo>
                        <a:pt x="73" y="258"/>
                      </a:lnTo>
                      <a:lnTo>
                        <a:pt x="73" y="260"/>
                      </a:lnTo>
                      <a:lnTo>
                        <a:pt x="71" y="260"/>
                      </a:lnTo>
                      <a:lnTo>
                        <a:pt x="71" y="258"/>
                      </a:lnTo>
                      <a:lnTo>
                        <a:pt x="71" y="256"/>
                      </a:lnTo>
                      <a:lnTo>
                        <a:pt x="70" y="256"/>
                      </a:lnTo>
                      <a:lnTo>
                        <a:pt x="70" y="254"/>
                      </a:lnTo>
                      <a:lnTo>
                        <a:pt x="71" y="254"/>
                      </a:lnTo>
                      <a:lnTo>
                        <a:pt x="71" y="252"/>
                      </a:lnTo>
                      <a:lnTo>
                        <a:pt x="71" y="254"/>
                      </a:lnTo>
                      <a:lnTo>
                        <a:pt x="71" y="252"/>
                      </a:lnTo>
                      <a:lnTo>
                        <a:pt x="71" y="251"/>
                      </a:lnTo>
                      <a:lnTo>
                        <a:pt x="73" y="251"/>
                      </a:lnTo>
                      <a:lnTo>
                        <a:pt x="73" y="252"/>
                      </a:lnTo>
                      <a:close/>
                      <a:moveTo>
                        <a:pt x="73" y="247"/>
                      </a:moveTo>
                      <a:lnTo>
                        <a:pt x="73" y="249"/>
                      </a:lnTo>
                      <a:lnTo>
                        <a:pt x="73" y="247"/>
                      </a:lnTo>
                      <a:lnTo>
                        <a:pt x="73" y="249"/>
                      </a:lnTo>
                      <a:lnTo>
                        <a:pt x="73" y="247"/>
                      </a:lnTo>
                      <a:close/>
                      <a:moveTo>
                        <a:pt x="70" y="238"/>
                      </a:moveTo>
                      <a:lnTo>
                        <a:pt x="71" y="238"/>
                      </a:lnTo>
                      <a:lnTo>
                        <a:pt x="70" y="238"/>
                      </a:lnTo>
                      <a:lnTo>
                        <a:pt x="68" y="238"/>
                      </a:lnTo>
                      <a:lnTo>
                        <a:pt x="68" y="236"/>
                      </a:lnTo>
                      <a:lnTo>
                        <a:pt x="70" y="238"/>
                      </a:lnTo>
                      <a:close/>
                      <a:moveTo>
                        <a:pt x="104" y="236"/>
                      </a:moveTo>
                      <a:lnTo>
                        <a:pt x="103" y="236"/>
                      </a:lnTo>
                      <a:lnTo>
                        <a:pt x="104" y="236"/>
                      </a:lnTo>
                      <a:lnTo>
                        <a:pt x="103" y="236"/>
                      </a:lnTo>
                      <a:lnTo>
                        <a:pt x="104" y="236"/>
                      </a:lnTo>
                      <a:lnTo>
                        <a:pt x="104" y="234"/>
                      </a:lnTo>
                      <a:lnTo>
                        <a:pt x="104" y="236"/>
                      </a:lnTo>
                      <a:close/>
                      <a:moveTo>
                        <a:pt x="70" y="236"/>
                      </a:moveTo>
                      <a:lnTo>
                        <a:pt x="70" y="234"/>
                      </a:lnTo>
                      <a:lnTo>
                        <a:pt x="71" y="234"/>
                      </a:lnTo>
                      <a:lnTo>
                        <a:pt x="71" y="236"/>
                      </a:lnTo>
                      <a:lnTo>
                        <a:pt x="70" y="236"/>
                      </a:lnTo>
                      <a:close/>
                      <a:moveTo>
                        <a:pt x="51" y="234"/>
                      </a:moveTo>
                      <a:lnTo>
                        <a:pt x="51" y="232"/>
                      </a:lnTo>
                      <a:lnTo>
                        <a:pt x="51" y="234"/>
                      </a:lnTo>
                      <a:close/>
                      <a:moveTo>
                        <a:pt x="62" y="232"/>
                      </a:moveTo>
                      <a:lnTo>
                        <a:pt x="64" y="232"/>
                      </a:lnTo>
                      <a:lnTo>
                        <a:pt x="62" y="232"/>
                      </a:lnTo>
                      <a:lnTo>
                        <a:pt x="62" y="234"/>
                      </a:lnTo>
                      <a:lnTo>
                        <a:pt x="62" y="232"/>
                      </a:lnTo>
                      <a:lnTo>
                        <a:pt x="62" y="231"/>
                      </a:lnTo>
                      <a:lnTo>
                        <a:pt x="62" y="232"/>
                      </a:lnTo>
                      <a:close/>
                      <a:moveTo>
                        <a:pt x="59" y="231"/>
                      </a:moveTo>
                      <a:lnTo>
                        <a:pt x="57" y="231"/>
                      </a:lnTo>
                      <a:lnTo>
                        <a:pt x="57" y="229"/>
                      </a:lnTo>
                      <a:lnTo>
                        <a:pt x="59" y="231"/>
                      </a:lnTo>
                      <a:close/>
                      <a:moveTo>
                        <a:pt x="68" y="231"/>
                      </a:moveTo>
                      <a:lnTo>
                        <a:pt x="66" y="231"/>
                      </a:lnTo>
                      <a:lnTo>
                        <a:pt x="66" y="229"/>
                      </a:lnTo>
                      <a:lnTo>
                        <a:pt x="68" y="229"/>
                      </a:lnTo>
                      <a:lnTo>
                        <a:pt x="68" y="231"/>
                      </a:lnTo>
                      <a:close/>
                      <a:moveTo>
                        <a:pt x="66" y="229"/>
                      </a:moveTo>
                      <a:lnTo>
                        <a:pt x="66" y="227"/>
                      </a:lnTo>
                      <a:lnTo>
                        <a:pt x="66" y="229"/>
                      </a:lnTo>
                      <a:close/>
                      <a:moveTo>
                        <a:pt x="59" y="227"/>
                      </a:moveTo>
                      <a:lnTo>
                        <a:pt x="61" y="227"/>
                      </a:lnTo>
                      <a:lnTo>
                        <a:pt x="61" y="229"/>
                      </a:lnTo>
                      <a:lnTo>
                        <a:pt x="59" y="229"/>
                      </a:lnTo>
                      <a:lnTo>
                        <a:pt x="59" y="227"/>
                      </a:lnTo>
                      <a:close/>
                      <a:moveTo>
                        <a:pt x="66" y="227"/>
                      </a:moveTo>
                      <a:lnTo>
                        <a:pt x="66" y="229"/>
                      </a:lnTo>
                      <a:lnTo>
                        <a:pt x="66" y="227"/>
                      </a:lnTo>
                      <a:lnTo>
                        <a:pt x="68" y="227"/>
                      </a:lnTo>
                      <a:lnTo>
                        <a:pt x="66" y="227"/>
                      </a:lnTo>
                      <a:close/>
                      <a:moveTo>
                        <a:pt x="57" y="227"/>
                      </a:moveTo>
                      <a:lnTo>
                        <a:pt x="55" y="227"/>
                      </a:lnTo>
                      <a:lnTo>
                        <a:pt x="55" y="225"/>
                      </a:lnTo>
                      <a:lnTo>
                        <a:pt x="57" y="227"/>
                      </a:lnTo>
                      <a:close/>
                      <a:moveTo>
                        <a:pt x="24" y="225"/>
                      </a:moveTo>
                      <a:lnTo>
                        <a:pt x="24" y="223"/>
                      </a:lnTo>
                      <a:lnTo>
                        <a:pt x="24" y="225"/>
                      </a:lnTo>
                      <a:close/>
                      <a:moveTo>
                        <a:pt x="99" y="223"/>
                      </a:moveTo>
                      <a:lnTo>
                        <a:pt x="97" y="223"/>
                      </a:lnTo>
                      <a:lnTo>
                        <a:pt x="97" y="225"/>
                      </a:lnTo>
                      <a:lnTo>
                        <a:pt x="97" y="227"/>
                      </a:lnTo>
                      <a:lnTo>
                        <a:pt x="97" y="229"/>
                      </a:lnTo>
                      <a:lnTo>
                        <a:pt x="97" y="227"/>
                      </a:lnTo>
                      <a:lnTo>
                        <a:pt x="99" y="227"/>
                      </a:lnTo>
                      <a:lnTo>
                        <a:pt x="99" y="229"/>
                      </a:lnTo>
                      <a:lnTo>
                        <a:pt x="99" y="231"/>
                      </a:lnTo>
                      <a:lnTo>
                        <a:pt x="101" y="231"/>
                      </a:lnTo>
                      <a:lnTo>
                        <a:pt x="99" y="231"/>
                      </a:lnTo>
                      <a:lnTo>
                        <a:pt x="99" y="232"/>
                      </a:lnTo>
                      <a:lnTo>
                        <a:pt x="99" y="231"/>
                      </a:lnTo>
                      <a:lnTo>
                        <a:pt x="97" y="229"/>
                      </a:lnTo>
                      <a:lnTo>
                        <a:pt x="95" y="229"/>
                      </a:lnTo>
                      <a:lnTo>
                        <a:pt x="95" y="227"/>
                      </a:lnTo>
                      <a:lnTo>
                        <a:pt x="97" y="227"/>
                      </a:lnTo>
                      <a:lnTo>
                        <a:pt x="97" y="225"/>
                      </a:lnTo>
                      <a:lnTo>
                        <a:pt x="97" y="227"/>
                      </a:lnTo>
                      <a:lnTo>
                        <a:pt x="97" y="225"/>
                      </a:lnTo>
                      <a:lnTo>
                        <a:pt x="97" y="223"/>
                      </a:lnTo>
                      <a:lnTo>
                        <a:pt x="99" y="223"/>
                      </a:lnTo>
                      <a:close/>
                      <a:moveTo>
                        <a:pt x="24" y="223"/>
                      </a:moveTo>
                      <a:lnTo>
                        <a:pt x="26" y="223"/>
                      </a:lnTo>
                      <a:lnTo>
                        <a:pt x="24" y="223"/>
                      </a:lnTo>
                      <a:close/>
                      <a:moveTo>
                        <a:pt x="53" y="223"/>
                      </a:moveTo>
                      <a:lnTo>
                        <a:pt x="53" y="221"/>
                      </a:lnTo>
                      <a:lnTo>
                        <a:pt x="53" y="223"/>
                      </a:lnTo>
                      <a:close/>
                      <a:moveTo>
                        <a:pt x="53" y="220"/>
                      </a:moveTo>
                      <a:lnTo>
                        <a:pt x="53" y="221"/>
                      </a:lnTo>
                      <a:lnTo>
                        <a:pt x="53" y="220"/>
                      </a:lnTo>
                      <a:lnTo>
                        <a:pt x="55" y="220"/>
                      </a:lnTo>
                      <a:lnTo>
                        <a:pt x="53" y="220"/>
                      </a:lnTo>
                      <a:close/>
                      <a:moveTo>
                        <a:pt x="53" y="220"/>
                      </a:moveTo>
                      <a:lnTo>
                        <a:pt x="51" y="220"/>
                      </a:lnTo>
                      <a:lnTo>
                        <a:pt x="53" y="220"/>
                      </a:lnTo>
                      <a:close/>
                      <a:moveTo>
                        <a:pt x="53" y="218"/>
                      </a:moveTo>
                      <a:lnTo>
                        <a:pt x="55" y="220"/>
                      </a:lnTo>
                      <a:lnTo>
                        <a:pt x="53" y="220"/>
                      </a:lnTo>
                      <a:lnTo>
                        <a:pt x="53" y="218"/>
                      </a:lnTo>
                      <a:close/>
                      <a:moveTo>
                        <a:pt x="50" y="218"/>
                      </a:moveTo>
                      <a:lnTo>
                        <a:pt x="51" y="218"/>
                      </a:lnTo>
                      <a:lnTo>
                        <a:pt x="51" y="220"/>
                      </a:lnTo>
                      <a:lnTo>
                        <a:pt x="51" y="221"/>
                      </a:lnTo>
                      <a:lnTo>
                        <a:pt x="51" y="223"/>
                      </a:lnTo>
                      <a:lnTo>
                        <a:pt x="53" y="223"/>
                      </a:lnTo>
                      <a:lnTo>
                        <a:pt x="53" y="225"/>
                      </a:lnTo>
                      <a:lnTo>
                        <a:pt x="51" y="225"/>
                      </a:lnTo>
                      <a:lnTo>
                        <a:pt x="51" y="223"/>
                      </a:lnTo>
                      <a:lnTo>
                        <a:pt x="50" y="221"/>
                      </a:lnTo>
                      <a:lnTo>
                        <a:pt x="50" y="220"/>
                      </a:lnTo>
                      <a:lnTo>
                        <a:pt x="50" y="218"/>
                      </a:lnTo>
                      <a:close/>
                      <a:moveTo>
                        <a:pt x="40" y="218"/>
                      </a:moveTo>
                      <a:lnTo>
                        <a:pt x="40" y="216"/>
                      </a:lnTo>
                      <a:lnTo>
                        <a:pt x="40" y="218"/>
                      </a:lnTo>
                      <a:lnTo>
                        <a:pt x="40" y="216"/>
                      </a:lnTo>
                      <a:lnTo>
                        <a:pt x="40" y="218"/>
                      </a:lnTo>
                      <a:close/>
                      <a:moveTo>
                        <a:pt x="51" y="216"/>
                      </a:moveTo>
                      <a:lnTo>
                        <a:pt x="51" y="218"/>
                      </a:lnTo>
                      <a:lnTo>
                        <a:pt x="53" y="218"/>
                      </a:lnTo>
                      <a:lnTo>
                        <a:pt x="53" y="216"/>
                      </a:lnTo>
                      <a:lnTo>
                        <a:pt x="53" y="218"/>
                      </a:lnTo>
                      <a:lnTo>
                        <a:pt x="53" y="220"/>
                      </a:lnTo>
                      <a:lnTo>
                        <a:pt x="51" y="220"/>
                      </a:lnTo>
                      <a:lnTo>
                        <a:pt x="51" y="218"/>
                      </a:lnTo>
                      <a:lnTo>
                        <a:pt x="51" y="220"/>
                      </a:lnTo>
                      <a:lnTo>
                        <a:pt x="51" y="218"/>
                      </a:lnTo>
                      <a:lnTo>
                        <a:pt x="51" y="220"/>
                      </a:lnTo>
                      <a:lnTo>
                        <a:pt x="51" y="218"/>
                      </a:lnTo>
                      <a:lnTo>
                        <a:pt x="50" y="218"/>
                      </a:lnTo>
                      <a:lnTo>
                        <a:pt x="50" y="216"/>
                      </a:lnTo>
                      <a:lnTo>
                        <a:pt x="51" y="216"/>
                      </a:lnTo>
                      <a:close/>
                      <a:moveTo>
                        <a:pt x="53" y="216"/>
                      </a:moveTo>
                      <a:lnTo>
                        <a:pt x="53" y="214"/>
                      </a:lnTo>
                      <a:lnTo>
                        <a:pt x="53" y="216"/>
                      </a:lnTo>
                      <a:close/>
                      <a:moveTo>
                        <a:pt x="26" y="214"/>
                      </a:moveTo>
                      <a:lnTo>
                        <a:pt x="28" y="214"/>
                      </a:lnTo>
                      <a:lnTo>
                        <a:pt x="26" y="214"/>
                      </a:lnTo>
                      <a:lnTo>
                        <a:pt x="26" y="216"/>
                      </a:lnTo>
                      <a:lnTo>
                        <a:pt x="26" y="214"/>
                      </a:lnTo>
                      <a:close/>
                      <a:moveTo>
                        <a:pt x="40" y="214"/>
                      </a:moveTo>
                      <a:lnTo>
                        <a:pt x="40" y="216"/>
                      </a:lnTo>
                      <a:lnTo>
                        <a:pt x="42" y="216"/>
                      </a:lnTo>
                      <a:lnTo>
                        <a:pt x="40" y="216"/>
                      </a:lnTo>
                      <a:lnTo>
                        <a:pt x="40" y="214"/>
                      </a:lnTo>
                      <a:lnTo>
                        <a:pt x="40" y="216"/>
                      </a:lnTo>
                      <a:lnTo>
                        <a:pt x="40" y="214"/>
                      </a:lnTo>
                      <a:lnTo>
                        <a:pt x="40" y="212"/>
                      </a:lnTo>
                      <a:lnTo>
                        <a:pt x="40" y="214"/>
                      </a:lnTo>
                      <a:close/>
                      <a:moveTo>
                        <a:pt x="26" y="212"/>
                      </a:moveTo>
                      <a:lnTo>
                        <a:pt x="28" y="212"/>
                      </a:lnTo>
                      <a:lnTo>
                        <a:pt x="28" y="214"/>
                      </a:lnTo>
                      <a:lnTo>
                        <a:pt x="26" y="214"/>
                      </a:lnTo>
                      <a:lnTo>
                        <a:pt x="26" y="212"/>
                      </a:lnTo>
                      <a:close/>
                      <a:moveTo>
                        <a:pt x="48" y="212"/>
                      </a:moveTo>
                      <a:lnTo>
                        <a:pt x="48" y="210"/>
                      </a:lnTo>
                      <a:lnTo>
                        <a:pt x="48" y="212"/>
                      </a:lnTo>
                      <a:close/>
                      <a:moveTo>
                        <a:pt x="51" y="210"/>
                      </a:moveTo>
                      <a:lnTo>
                        <a:pt x="53" y="210"/>
                      </a:lnTo>
                      <a:lnTo>
                        <a:pt x="51" y="212"/>
                      </a:lnTo>
                      <a:lnTo>
                        <a:pt x="53" y="212"/>
                      </a:lnTo>
                      <a:lnTo>
                        <a:pt x="53" y="214"/>
                      </a:lnTo>
                      <a:lnTo>
                        <a:pt x="53" y="212"/>
                      </a:lnTo>
                      <a:lnTo>
                        <a:pt x="53" y="214"/>
                      </a:lnTo>
                      <a:lnTo>
                        <a:pt x="53" y="216"/>
                      </a:lnTo>
                      <a:lnTo>
                        <a:pt x="53" y="214"/>
                      </a:lnTo>
                      <a:lnTo>
                        <a:pt x="53" y="216"/>
                      </a:lnTo>
                      <a:lnTo>
                        <a:pt x="51" y="216"/>
                      </a:lnTo>
                      <a:lnTo>
                        <a:pt x="50" y="216"/>
                      </a:lnTo>
                      <a:lnTo>
                        <a:pt x="50" y="214"/>
                      </a:lnTo>
                      <a:lnTo>
                        <a:pt x="51" y="214"/>
                      </a:lnTo>
                      <a:lnTo>
                        <a:pt x="50" y="214"/>
                      </a:lnTo>
                      <a:lnTo>
                        <a:pt x="51" y="214"/>
                      </a:lnTo>
                      <a:lnTo>
                        <a:pt x="50" y="214"/>
                      </a:lnTo>
                      <a:lnTo>
                        <a:pt x="50" y="212"/>
                      </a:lnTo>
                      <a:lnTo>
                        <a:pt x="50" y="210"/>
                      </a:lnTo>
                      <a:lnTo>
                        <a:pt x="51" y="210"/>
                      </a:lnTo>
                      <a:close/>
                      <a:moveTo>
                        <a:pt x="48" y="210"/>
                      </a:moveTo>
                      <a:lnTo>
                        <a:pt x="48" y="212"/>
                      </a:lnTo>
                      <a:lnTo>
                        <a:pt x="48" y="214"/>
                      </a:lnTo>
                      <a:lnTo>
                        <a:pt x="48" y="212"/>
                      </a:lnTo>
                      <a:lnTo>
                        <a:pt x="46" y="210"/>
                      </a:lnTo>
                      <a:lnTo>
                        <a:pt x="46" y="212"/>
                      </a:lnTo>
                      <a:lnTo>
                        <a:pt x="46" y="210"/>
                      </a:lnTo>
                      <a:lnTo>
                        <a:pt x="48" y="210"/>
                      </a:lnTo>
                      <a:close/>
                      <a:moveTo>
                        <a:pt x="50" y="210"/>
                      </a:moveTo>
                      <a:lnTo>
                        <a:pt x="50" y="212"/>
                      </a:lnTo>
                      <a:lnTo>
                        <a:pt x="50" y="210"/>
                      </a:lnTo>
                      <a:close/>
                      <a:moveTo>
                        <a:pt x="51" y="210"/>
                      </a:moveTo>
                      <a:lnTo>
                        <a:pt x="50" y="210"/>
                      </a:lnTo>
                      <a:lnTo>
                        <a:pt x="51" y="210"/>
                      </a:lnTo>
                      <a:lnTo>
                        <a:pt x="51" y="209"/>
                      </a:lnTo>
                      <a:lnTo>
                        <a:pt x="51" y="210"/>
                      </a:lnTo>
                      <a:close/>
                      <a:moveTo>
                        <a:pt x="51" y="209"/>
                      </a:moveTo>
                      <a:lnTo>
                        <a:pt x="51" y="210"/>
                      </a:lnTo>
                      <a:lnTo>
                        <a:pt x="51" y="209"/>
                      </a:lnTo>
                      <a:close/>
                      <a:moveTo>
                        <a:pt x="50" y="209"/>
                      </a:moveTo>
                      <a:lnTo>
                        <a:pt x="48" y="209"/>
                      </a:lnTo>
                      <a:lnTo>
                        <a:pt x="50" y="209"/>
                      </a:lnTo>
                      <a:close/>
                      <a:moveTo>
                        <a:pt x="48" y="209"/>
                      </a:moveTo>
                      <a:lnTo>
                        <a:pt x="50" y="209"/>
                      </a:lnTo>
                      <a:lnTo>
                        <a:pt x="48" y="209"/>
                      </a:lnTo>
                      <a:lnTo>
                        <a:pt x="48" y="210"/>
                      </a:lnTo>
                      <a:lnTo>
                        <a:pt x="48" y="209"/>
                      </a:lnTo>
                      <a:close/>
                      <a:moveTo>
                        <a:pt x="30" y="207"/>
                      </a:moveTo>
                      <a:lnTo>
                        <a:pt x="30" y="209"/>
                      </a:lnTo>
                      <a:lnTo>
                        <a:pt x="28" y="209"/>
                      </a:lnTo>
                      <a:lnTo>
                        <a:pt x="28" y="207"/>
                      </a:lnTo>
                      <a:lnTo>
                        <a:pt x="30" y="207"/>
                      </a:lnTo>
                      <a:close/>
                      <a:moveTo>
                        <a:pt x="51" y="209"/>
                      </a:moveTo>
                      <a:lnTo>
                        <a:pt x="51" y="207"/>
                      </a:lnTo>
                      <a:lnTo>
                        <a:pt x="51" y="209"/>
                      </a:lnTo>
                      <a:close/>
                      <a:moveTo>
                        <a:pt x="30" y="203"/>
                      </a:moveTo>
                      <a:lnTo>
                        <a:pt x="30" y="205"/>
                      </a:lnTo>
                      <a:lnTo>
                        <a:pt x="30" y="203"/>
                      </a:lnTo>
                      <a:close/>
                      <a:moveTo>
                        <a:pt x="33" y="201"/>
                      </a:moveTo>
                      <a:lnTo>
                        <a:pt x="33" y="203"/>
                      </a:lnTo>
                      <a:lnTo>
                        <a:pt x="35" y="203"/>
                      </a:lnTo>
                      <a:lnTo>
                        <a:pt x="35" y="205"/>
                      </a:lnTo>
                      <a:lnTo>
                        <a:pt x="35" y="207"/>
                      </a:lnTo>
                      <a:lnTo>
                        <a:pt x="35" y="209"/>
                      </a:lnTo>
                      <a:lnTo>
                        <a:pt x="35" y="210"/>
                      </a:lnTo>
                      <a:lnTo>
                        <a:pt x="35" y="209"/>
                      </a:lnTo>
                      <a:lnTo>
                        <a:pt x="33" y="209"/>
                      </a:lnTo>
                      <a:lnTo>
                        <a:pt x="33" y="210"/>
                      </a:lnTo>
                      <a:lnTo>
                        <a:pt x="33" y="209"/>
                      </a:lnTo>
                      <a:lnTo>
                        <a:pt x="33" y="207"/>
                      </a:lnTo>
                      <a:lnTo>
                        <a:pt x="33" y="205"/>
                      </a:lnTo>
                      <a:lnTo>
                        <a:pt x="33" y="207"/>
                      </a:lnTo>
                      <a:lnTo>
                        <a:pt x="33" y="205"/>
                      </a:lnTo>
                      <a:lnTo>
                        <a:pt x="35" y="205"/>
                      </a:lnTo>
                      <a:lnTo>
                        <a:pt x="33" y="205"/>
                      </a:lnTo>
                      <a:lnTo>
                        <a:pt x="33" y="203"/>
                      </a:lnTo>
                      <a:lnTo>
                        <a:pt x="31" y="203"/>
                      </a:lnTo>
                      <a:lnTo>
                        <a:pt x="31" y="201"/>
                      </a:lnTo>
                      <a:lnTo>
                        <a:pt x="31" y="203"/>
                      </a:lnTo>
                      <a:lnTo>
                        <a:pt x="33" y="203"/>
                      </a:lnTo>
                      <a:lnTo>
                        <a:pt x="33" y="201"/>
                      </a:lnTo>
                      <a:lnTo>
                        <a:pt x="31" y="203"/>
                      </a:lnTo>
                      <a:lnTo>
                        <a:pt x="31" y="201"/>
                      </a:lnTo>
                      <a:lnTo>
                        <a:pt x="33" y="201"/>
                      </a:lnTo>
                      <a:close/>
                      <a:moveTo>
                        <a:pt x="33" y="201"/>
                      </a:moveTo>
                      <a:lnTo>
                        <a:pt x="31" y="199"/>
                      </a:lnTo>
                      <a:lnTo>
                        <a:pt x="33" y="199"/>
                      </a:lnTo>
                      <a:lnTo>
                        <a:pt x="33" y="201"/>
                      </a:lnTo>
                      <a:close/>
                      <a:moveTo>
                        <a:pt x="33" y="199"/>
                      </a:moveTo>
                      <a:lnTo>
                        <a:pt x="31" y="199"/>
                      </a:lnTo>
                      <a:lnTo>
                        <a:pt x="33" y="199"/>
                      </a:lnTo>
                      <a:close/>
                      <a:moveTo>
                        <a:pt x="35" y="199"/>
                      </a:moveTo>
                      <a:lnTo>
                        <a:pt x="35" y="201"/>
                      </a:lnTo>
                      <a:lnTo>
                        <a:pt x="35" y="203"/>
                      </a:lnTo>
                      <a:lnTo>
                        <a:pt x="35" y="201"/>
                      </a:lnTo>
                      <a:lnTo>
                        <a:pt x="33" y="201"/>
                      </a:lnTo>
                      <a:lnTo>
                        <a:pt x="35" y="201"/>
                      </a:lnTo>
                      <a:lnTo>
                        <a:pt x="35" y="199"/>
                      </a:lnTo>
                      <a:close/>
                      <a:moveTo>
                        <a:pt x="24" y="198"/>
                      </a:moveTo>
                      <a:lnTo>
                        <a:pt x="24" y="199"/>
                      </a:lnTo>
                      <a:lnTo>
                        <a:pt x="26" y="199"/>
                      </a:lnTo>
                      <a:lnTo>
                        <a:pt x="26" y="201"/>
                      </a:lnTo>
                      <a:lnTo>
                        <a:pt x="26" y="203"/>
                      </a:lnTo>
                      <a:lnTo>
                        <a:pt x="28" y="203"/>
                      </a:lnTo>
                      <a:lnTo>
                        <a:pt x="28" y="201"/>
                      </a:lnTo>
                      <a:lnTo>
                        <a:pt x="30" y="201"/>
                      </a:lnTo>
                      <a:lnTo>
                        <a:pt x="30" y="203"/>
                      </a:lnTo>
                      <a:lnTo>
                        <a:pt x="28" y="203"/>
                      </a:lnTo>
                      <a:lnTo>
                        <a:pt x="28" y="205"/>
                      </a:lnTo>
                      <a:lnTo>
                        <a:pt x="28" y="203"/>
                      </a:lnTo>
                      <a:lnTo>
                        <a:pt x="28" y="205"/>
                      </a:lnTo>
                      <a:lnTo>
                        <a:pt x="28" y="207"/>
                      </a:lnTo>
                      <a:lnTo>
                        <a:pt x="28" y="205"/>
                      </a:lnTo>
                      <a:lnTo>
                        <a:pt x="28" y="207"/>
                      </a:lnTo>
                      <a:lnTo>
                        <a:pt x="28" y="209"/>
                      </a:lnTo>
                      <a:lnTo>
                        <a:pt x="30" y="209"/>
                      </a:lnTo>
                      <a:lnTo>
                        <a:pt x="30" y="210"/>
                      </a:lnTo>
                      <a:lnTo>
                        <a:pt x="28" y="210"/>
                      </a:lnTo>
                      <a:lnTo>
                        <a:pt x="28" y="212"/>
                      </a:lnTo>
                      <a:lnTo>
                        <a:pt x="26" y="212"/>
                      </a:lnTo>
                      <a:lnTo>
                        <a:pt x="26" y="210"/>
                      </a:lnTo>
                      <a:lnTo>
                        <a:pt x="26" y="212"/>
                      </a:lnTo>
                      <a:lnTo>
                        <a:pt x="26" y="214"/>
                      </a:lnTo>
                      <a:lnTo>
                        <a:pt x="24" y="214"/>
                      </a:lnTo>
                      <a:lnTo>
                        <a:pt x="24" y="212"/>
                      </a:lnTo>
                      <a:lnTo>
                        <a:pt x="24" y="210"/>
                      </a:lnTo>
                      <a:lnTo>
                        <a:pt x="22" y="210"/>
                      </a:lnTo>
                      <a:lnTo>
                        <a:pt x="24" y="210"/>
                      </a:lnTo>
                      <a:lnTo>
                        <a:pt x="22" y="210"/>
                      </a:lnTo>
                      <a:lnTo>
                        <a:pt x="22" y="209"/>
                      </a:lnTo>
                      <a:lnTo>
                        <a:pt x="22" y="210"/>
                      </a:lnTo>
                      <a:lnTo>
                        <a:pt x="22" y="209"/>
                      </a:lnTo>
                      <a:lnTo>
                        <a:pt x="24" y="210"/>
                      </a:lnTo>
                      <a:lnTo>
                        <a:pt x="24" y="209"/>
                      </a:lnTo>
                      <a:lnTo>
                        <a:pt x="22" y="209"/>
                      </a:lnTo>
                      <a:lnTo>
                        <a:pt x="22" y="207"/>
                      </a:lnTo>
                      <a:lnTo>
                        <a:pt x="24" y="207"/>
                      </a:lnTo>
                      <a:lnTo>
                        <a:pt x="22" y="207"/>
                      </a:lnTo>
                      <a:lnTo>
                        <a:pt x="24" y="207"/>
                      </a:lnTo>
                      <a:lnTo>
                        <a:pt x="24" y="205"/>
                      </a:lnTo>
                      <a:lnTo>
                        <a:pt x="22" y="205"/>
                      </a:lnTo>
                      <a:lnTo>
                        <a:pt x="24" y="205"/>
                      </a:lnTo>
                      <a:lnTo>
                        <a:pt x="22" y="205"/>
                      </a:lnTo>
                      <a:lnTo>
                        <a:pt x="22" y="203"/>
                      </a:lnTo>
                      <a:lnTo>
                        <a:pt x="24" y="203"/>
                      </a:lnTo>
                      <a:lnTo>
                        <a:pt x="24" y="201"/>
                      </a:lnTo>
                      <a:lnTo>
                        <a:pt x="24" y="199"/>
                      </a:lnTo>
                      <a:lnTo>
                        <a:pt x="24" y="198"/>
                      </a:lnTo>
                      <a:close/>
                      <a:moveTo>
                        <a:pt x="31" y="199"/>
                      </a:moveTo>
                      <a:lnTo>
                        <a:pt x="30" y="199"/>
                      </a:lnTo>
                      <a:lnTo>
                        <a:pt x="31" y="199"/>
                      </a:lnTo>
                      <a:lnTo>
                        <a:pt x="31" y="198"/>
                      </a:lnTo>
                      <a:lnTo>
                        <a:pt x="31" y="199"/>
                      </a:lnTo>
                      <a:close/>
                      <a:moveTo>
                        <a:pt x="35" y="196"/>
                      </a:moveTo>
                      <a:lnTo>
                        <a:pt x="37" y="196"/>
                      </a:lnTo>
                      <a:lnTo>
                        <a:pt x="35" y="196"/>
                      </a:lnTo>
                      <a:lnTo>
                        <a:pt x="37" y="196"/>
                      </a:lnTo>
                      <a:lnTo>
                        <a:pt x="35" y="196"/>
                      </a:lnTo>
                      <a:close/>
                      <a:moveTo>
                        <a:pt x="35" y="196"/>
                      </a:moveTo>
                      <a:lnTo>
                        <a:pt x="33" y="196"/>
                      </a:lnTo>
                      <a:lnTo>
                        <a:pt x="35" y="196"/>
                      </a:lnTo>
                      <a:close/>
                      <a:moveTo>
                        <a:pt x="31" y="196"/>
                      </a:moveTo>
                      <a:lnTo>
                        <a:pt x="30" y="196"/>
                      </a:lnTo>
                      <a:lnTo>
                        <a:pt x="31" y="196"/>
                      </a:lnTo>
                      <a:lnTo>
                        <a:pt x="31" y="194"/>
                      </a:lnTo>
                      <a:lnTo>
                        <a:pt x="31" y="196"/>
                      </a:lnTo>
                      <a:close/>
                      <a:moveTo>
                        <a:pt x="30" y="194"/>
                      </a:moveTo>
                      <a:lnTo>
                        <a:pt x="30" y="196"/>
                      </a:lnTo>
                      <a:lnTo>
                        <a:pt x="30" y="194"/>
                      </a:lnTo>
                      <a:close/>
                      <a:moveTo>
                        <a:pt x="31" y="194"/>
                      </a:moveTo>
                      <a:lnTo>
                        <a:pt x="30" y="194"/>
                      </a:lnTo>
                      <a:lnTo>
                        <a:pt x="31" y="194"/>
                      </a:lnTo>
                      <a:close/>
                      <a:moveTo>
                        <a:pt x="30" y="194"/>
                      </a:moveTo>
                      <a:lnTo>
                        <a:pt x="31" y="194"/>
                      </a:lnTo>
                      <a:lnTo>
                        <a:pt x="30" y="194"/>
                      </a:lnTo>
                      <a:lnTo>
                        <a:pt x="30" y="192"/>
                      </a:lnTo>
                      <a:lnTo>
                        <a:pt x="30" y="194"/>
                      </a:lnTo>
                      <a:close/>
                      <a:moveTo>
                        <a:pt x="0" y="189"/>
                      </a:moveTo>
                      <a:lnTo>
                        <a:pt x="0" y="187"/>
                      </a:lnTo>
                      <a:lnTo>
                        <a:pt x="0" y="189"/>
                      </a:lnTo>
                      <a:close/>
                      <a:moveTo>
                        <a:pt x="0" y="181"/>
                      </a:moveTo>
                      <a:lnTo>
                        <a:pt x="0" y="183"/>
                      </a:lnTo>
                      <a:lnTo>
                        <a:pt x="0" y="181"/>
                      </a:lnTo>
                      <a:close/>
                      <a:moveTo>
                        <a:pt x="26" y="170"/>
                      </a:moveTo>
                      <a:lnTo>
                        <a:pt x="26" y="172"/>
                      </a:lnTo>
                      <a:lnTo>
                        <a:pt x="26" y="170"/>
                      </a:lnTo>
                      <a:close/>
                      <a:moveTo>
                        <a:pt x="22" y="170"/>
                      </a:moveTo>
                      <a:lnTo>
                        <a:pt x="24" y="170"/>
                      </a:lnTo>
                      <a:lnTo>
                        <a:pt x="24" y="172"/>
                      </a:lnTo>
                      <a:lnTo>
                        <a:pt x="24" y="174"/>
                      </a:lnTo>
                      <a:lnTo>
                        <a:pt x="22" y="174"/>
                      </a:lnTo>
                      <a:lnTo>
                        <a:pt x="22" y="172"/>
                      </a:lnTo>
                      <a:lnTo>
                        <a:pt x="22" y="170"/>
                      </a:lnTo>
                      <a:lnTo>
                        <a:pt x="22" y="168"/>
                      </a:lnTo>
                      <a:lnTo>
                        <a:pt x="22" y="170"/>
                      </a:lnTo>
                      <a:close/>
                      <a:moveTo>
                        <a:pt x="6" y="167"/>
                      </a:moveTo>
                      <a:lnTo>
                        <a:pt x="6" y="168"/>
                      </a:lnTo>
                      <a:lnTo>
                        <a:pt x="6" y="167"/>
                      </a:lnTo>
                      <a:close/>
                      <a:moveTo>
                        <a:pt x="24" y="163"/>
                      </a:moveTo>
                      <a:lnTo>
                        <a:pt x="24" y="165"/>
                      </a:lnTo>
                      <a:lnTo>
                        <a:pt x="22" y="165"/>
                      </a:lnTo>
                      <a:lnTo>
                        <a:pt x="22" y="167"/>
                      </a:lnTo>
                      <a:lnTo>
                        <a:pt x="24" y="167"/>
                      </a:lnTo>
                      <a:lnTo>
                        <a:pt x="22" y="167"/>
                      </a:lnTo>
                      <a:lnTo>
                        <a:pt x="24" y="167"/>
                      </a:lnTo>
                      <a:lnTo>
                        <a:pt x="24" y="165"/>
                      </a:lnTo>
                      <a:lnTo>
                        <a:pt x="24" y="167"/>
                      </a:lnTo>
                      <a:lnTo>
                        <a:pt x="24" y="165"/>
                      </a:lnTo>
                      <a:lnTo>
                        <a:pt x="24" y="167"/>
                      </a:lnTo>
                      <a:lnTo>
                        <a:pt x="26" y="167"/>
                      </a:lnTo>
                      <a:lnTo>
                        <a:pt x="24" y="167"/>
                      </a:lnTo>
                      <a:lnTo>
                        <a:pt x="26" y="167"/>
                      </a:lnTo>
                      <a:lnTo>
                        <a:pt x="24" y="167"/>
                      </a:lnTo>
                      <a:lnTo>
                        <a:pt x="24" y="168"/>
                      </a:lnTo>
                      <a:lnTo>
                        <a:pt x="24" y="167"/>
                      </a:lnTo>
                      <a:lnTo>
                        <a:pt x="24" y="168"/>
                      </a:lnTo>
                      <a:lnTo>
                        <a:pt x="22" y="168"/>
                      </a:lnTo>
                      <a:lnTo>
                        <a:pt x="24" y="168"/>
                      </a:lnTo>
                      <a:lnTo>
                        <a:pt x="22" y="168"/>
                      </a:lnTo>
                      <a:lnTo>
                        <a:pt x="24" y="168"/>
                      </a:lnTo>
                      <a:lnTo>
                        <a:pt x="22" y="168"/>
                      </a:lnTo>
                      <a:lnTo>
                        <a:pt x="24" y="168"/>
                      </a:lnTo>
                      <a:lnTo>
                        <a:pt x="22" y="168"/>
                      </a:lnTo>
                      <a:lnTo>
                        <a:pt x="22" y="167"/>
                      </a:lnTo>
                      <a:lnTo>
                        <a:pt x="22" y="165"/>
                      </a:lnTo>
                      <a:lnTo>
                        <a:pt x="22" y="163"/>
                      </a:lnTo>
                      <a:lnTo>
                        <a:pt x="24" y="163"/>
                      </a:lnTo>
                      <a:close/>
                      <a:moveTo>
                        <a:pt x="24" y="163"/>
                      </a:moveTo>
                      <a:lnTo>
                        <a:pt x="24" y="165"/>
                      </a:lnTo>
                      <a:lnTo>
                        <a:pt x="26" y="165"/>
                      </a:lnTo>
                      <a:lnTo>
                        <a:pt x="24" y="165"/>
                      </a:lnTo>
                      <a:lnTo>
                        <a:pt x="24" y="163"/>
                      </a:lnTo>
                      <a:close/>
                      <a:moveTo>
                        <a:pt x="62" y="163"/>
                      </a:moveTo>
                      <a:lnTo>
                        <a:pt x="61" y="163"/>
                      </a:lnTo>
                      <a:lnTo>
                        <a:pt x="61" y="165"/>
                      </a:lnTo>
                      <a:lnTo>
                        <a:pt x="61" y="163"/>
                      </a:lnTo>
                      <a:lnTo>
                        <a:pt x="62" y="163"/>
                      </a:lnTo>
                      <a:lnTo>
                        <a:pt x="62" y="161"/>
                      </a:lnTo>
                      <a:lnTo>
                        <a:pt x="62" y="163"/>
                      </a:lnTo>
                      <a:close/>
                      <a:moveTo>
                        <a:pt x="61" y="163"/>
                      </a:moveTo>
                      <a:lnTo>
                        <a:pt x="62" y="163"/>
                      </a:lnTo>
                      <a:lnTo>
                        <a:pt x="62" y="161"/>
                      </a:lnTo>
                      <a:lnTo>
                        <a:pt x="62" y="163"/>
                      </a:lnTo>
                      <a:lnTo>
                        <a:pt x="61" y="163"/>
                      </a:lnTo>
                      <a:lnTo>
                        <a:pt x="61" y="161"/>
                      </a:lnTo>
                      <a:lnTo>
                        <a:pt x="61" y="163"/>
                      </a:lnTo>
                      <a:close/>
                      <a:moveTo>
                        <a:pt x="26" y="163"/>
                      </a:moveTo>
                      <a:lnTo>
                        <a:pt x="26" y="161"/>
                      </a:lnTo>
                      <a:lnTo>
                        <a:pt x="26" y="163"/>
                      </a:lnTo>
                      <a:close/>
                      <a:moveTo>
                        <a:pt x="24" y="161"/>
                      </a:moveTo>
                      <a:lnTo>
                        <a:pt x="24" y="163"/>
                      </a:lnTo>
                      <a:lnTo>
                        <a:pt x="22" y="163"/>
                      </a:lnTo>
                      <a:lnTo>
                        <a:pt x="22" y="161"/>
                      </a:lnTo>
                      <a:lnTo>
                        <a:pt x="24" y="161"/>
                      </a:lnTo>
                      <a:close/>
                      <a:moveTo>
                        <a:pt x="8" y="156"/>
                      </a:moveTo>
                      <a:lnTo>
                        <a:pt x="8" y="157"/>
                      </a:lnTo>
                      <a:lnTo>
                        <a:pt x="8" y="156"/>
                      </a:lnTo>
                      <a:close/>
                      <a:moveTo>
                        <a:pt x="82" y="156"/>
                      </a:moveTo>
                      <a:lnTo>
                        <a:pt x="82" y="157"/>
                      </a:lnTo>
                      <a:lnTo>
                        <a:pt x="82" y="156"/>
                      </a:lnTo>
                      <a:close/>
                      <a:moveTo>
                        <a:pt x="8" y="154"/>
                      </a:moveTo>
                      <a:lnTo>
                        <a:pt x="8" y="156"/>
                      </a:lnTo>
                      <a:lnTo>
                        <a:pt x="9" y="156"/>
                      </a:lnTo>
                      <a:lnTo>
                        <a:pt x="8" y="156"/>
                      </a:lnTo>
                      <a:lnTo>
                        <a:pt x="8" y="154"/>
                      </a:lnTo>
                      <a:close/>
                      <a:moveTo>
                        <a:pt x="9" y="154"/>
                      </a:moveTo>
                      <a:lnTo>
                        <a:pt x="8" y="154"/>
                      </a:lnTo>
                      <a:lnTo>
                        <a:pt x="9" y="154"/>
                      </a:lnTo>
                      <a:lnTo>
                        <a:pt x="9" y="156"/>
                      </a:lnTo>
                      <a:lnTo>
                        <a:pt x="8" y="154"/>
                      </a:lnTo>
                      <a:lnTo>
                        <a:pt x="9" y="154"/>
                      </a:lnTo>
                      <a:close/>
                      <a:moveTo>
                        <a:pt x="73" y="154"/>
                      </a:moveTo>
                      <a:lnTo>
                        <a:pt x="73" y="152"/>
                      </a:lnTo>
                      <a:lnTo>
                        <a:pt x="73" y="154"/>
                      </a:lnTo>
                      <a:close/>
                      <a:moveTo>
                        <a:pt x="26" y="154"/>
                      </a:moveTo>
                      <a:lnTo>
                        <a:pt x="24" y="154"/>
                      </a:lnTo>
                      <a:lnTo>
                        <a:pt x="24" y="152"/>
                      </a:lnTo>
                      <a:lnTo>
                        <a:pt x="26" y="152"/>
                      </a:lnTo>
                      <a:lnTo>
                        <a:pt x="26" y="154"/>
                      </a:lnTo>
                      <a:close/>
                      <a:moveTo>
                        <a:pt x="30" y="150"/>
                      </a:moveTo>
                      <a:lnTo>
                        <a:pt x="31" y="150"/>
                      </a:lnTo>
                      <a:lnTo>
                        <a:pt x="30" y="150"/>
                      </a:lnTo>
                      <a:close/>
                      <a:moveTo>
                        <a:pt x="73" y="150"/>
                      </a:moveTo>
                      <a:lnTo>
                        <a:pt x="73" y="152"/>
                      </a:lnTo>
                      <a:lnTo>
                        <a:pt x="73" y="150"/>
                      </a:lnTo>
                      <a:close/>
                      <a:moveTo>
                        <a:pt x="73" y="150"/>
                      </a:moveTo>
                      <a:lnTo>
                        <a:pt x="71" y="150"/>
                      </a:lnTo>
                      <a:lnTo>
                        <a:pt x="73" y="150"/>
                      </a:lnTo>
                      <a:close/>
                      <a:moveTo>
                        <a:pt x="31" y="148"/>
                      </a:moveTo>
                      <a:lnTo>
                        <a:pt x="31" y="150"/>
                      </a:lnTo>
                      <a:lnTo>
                        <a:pt x="31" y="148"/>
                      </a:lnTo>
                      <a:close/>
                      <a:moveTo>
                        <a:pt x="31" y="148"/>
                      </a:moveTo>
                      <a:lnTo>
                        <a:pt x="30" y="148"/>
                      </a:lnTo>
                      <a:lnTo>
                        <a:pt x="30" y="150"/>
                      </a:lnTo>
                      <a:lnTo>
                        <a:pt x="30" y="148"/>
                      </a:lnTo>
                      <a:lnTo>
                        <a:pt x="31" y="148"/>
                      </a:lnTo>
                      <a:close/>
                      <a:moveTo>
                        <a:pt x="31" y="148"/>
                      </a:moveTo>
                      <a:lnTo>
                        <a:pt x="31" y="146"/>
                      </a:lnTo>
                      <a:lnTo>
                        <a:pt x="31" y="148"/>
                      </a:lnTo>
                      <a:close/>
                      <a:moveTo>
                        <a:pt x="73" y="148"/>
                      </a:moveTo>
                      <a:lnTo>
                        <a:pt x="73" y="146"/>
                      </a:lnTo>
                      <a:lnTo>
                        <a:pt x="73" y="148"/>
                      </a:lnTo>
                      <a:close/>
                      <a:moveTo>
                        <a:pt x="73" y="146"/>
                      </a:moveTo>
                      <a:lnTo>
                        <a:pt x="71" y="146"/>
                      </a:lnTo>
                      <a:lnTo>
                        <a:pt x="73" y="146"/>
                      </a:lnTo>
                      <a:close/>
                      <a:moveTo>
                        <a:pt x="28" y="143"/>
                      </a:moveTo>
                      <a:lnTo>
                        <a:pt x="28" y="145"/>
                      </a:lnTo>
                      <a:lnTo>
                        <a:pt x="28" y="143"/>
                      </a:lnTo>
                      <a:lnTo>
                        <a:pt x="26" y="143"/>
                      </a:lnTo>
                      <a:lnTo>
                        <a:pt x="28" y="143"/>
                      </a:lnTo>
                      <a:lnTo>
                        <a:pt x="28" y="141"/>
                      </a:lnTo>
                      <a:lnTo>
                        <a:pt x="28" y="143"/>
                      </a:lnTo>
                      <a:close/>
                      <a:moveTo>
                        <a:pt x="86" y="141"/>
                      </a:moveTo>
                      <a:lnTo>
                        <a:pt x="86" y="143"/>
                      </a:lnTo>
                      <a:lnTo>
                        <a:pt x="88" y="143"/>
                      </a:lnTo>
                      <a:lnTo>
                        <a:pt x="88" y="145"/>
                      </a:lnTo>
                      <a:lnTo>
                        <a:pt x="86" y="145"/>
                      </a:lnTo>
                      <a:lnTo>
                        <a:pt x="88" y="146"/>
                      </a:lnTo>
                      <a:lnTo>
                        <a:pt x="86" y="146"/>
                      </a:lnTo>
                      <a:lnTo>
                        <a:pt x="86" y="145"/>
                      </a:lnTo>
                      <a:lnTo>
                        <a:pt x="84" y="145"/>
                      </a:lnTo>
                      <a:lnTo>
                        <a:pt x="84" y="143"/>
                      </a:lnTo>
                      <a:lnTo>
                        <a:pt x="82" y="143"/>
                      </a:lnTo>
                      <a:lnTo>
                        <a:pt x="84" y="141"/>
                      </a:lnTo>
                      <a:lnTo>
                        <a:pt x="82" y="141"/>
                      </a:lnTo>
                      <a:lnTo>
                        <a:pt x="84" y="141"/>
                      </a:lnTo>
                      <a:lnTo>
                        <a:pt x="86" y="141"/>
                      </a:lnTo>
                      <a:close/>
                      <a:moveTo>
                        <a:pt x="30" y="139"/>
                      </a:moveTo>
                      <a:lnTo>
                        <a:pt x="30" y="141"/>
                      </a:lnTo>
                      <a:lnTo>
                        <a:pt x="28" y="141"/>
                      </a:lnTo>
                      <a:lnTo>
                        <a:pt x="30" y="141"/>
                      </a:lnTo>
                      <a:lnTo>
                        <a:pt x="28" y="141"/>
                      </a:lnTo>
                      <a:lnTo>
                        <a:pt x="28" y="139"/>
                      </a:lnTo>
                      <a:lnTo>
                        <a:pt x="30" y="139"/>
                      </a:lnTo>
                      <a:close/>
                      <a:moveTo>
                        <a:pt x="30" y="137"/>
                      </a:moveTo>
                      <a:lnTo>
                        <a:pt x="31" y="137"/>
                      </a:lnTo>
                      <a:lnTo>
                        <a:pt x="30" y="137"/>
                      </a:lnTo>
                      <a:close/>
                      <a:moveTo>
                        <a:pt x="35" y="136"/>
                      </a:moveTo>
                      <a:lnTo>
                        <a:pt x="33" y="136"/>
                      </a:lnTo>
                      <a:lnTo>
                        <a:pt x="35" y="136"/>
                      </a:lnTo>
                      <a:close/>
                      <a:moveTo>
                        <a:pt x="79" y="130"/>
                      </a:moveTo>
                      <a:lnTo>
                        <a:pt x="79" y="132"/>
                      </a:lnTo>
                      <a:lnTo>
                        <a:pt x="79" y="130"/>
                      </a:lnTo>
                      <a:close/>
                      <a:moveTo>
                        <a:pt x="61" y="119"/>
                      </a:moveTo>
                      <a:lnTo>
                        <a:pt x="62" y="119"/>
                      </a:lnTo>
                      <a:lnTo>
                        <a:pt x="61" y="119"/>
                      </a:lnTo>
                      <a:close/>
                      <a:moveTo>
                        <a:pt x="59" y="117"/>
                      </a:moveTo>
                      <a:lnTo>
                        <a:pt x="61" y="117"/>
                      </a:lnTo>
                      <a:lnTo>
                        <a:pt x="59" y="119"/>
                      </a:lnTo>
                      <a:lnTo>
                        <a:pt x="59" y="117"/>
                      </a:lnTo>
                      <a:close/>
                      <a:moveTo>
                        <a:pt x="66" y="103"/>
                      </a:moveTo>
                      <a:lnTo>
                        <a:pt x="66" y="104"/>
                      </a:lnTo>
                      <a:lnTo>
                        <a:pt x="66" y="103"/>
                      </a:lnTo>
                      <a:close/>
                      <a:moveTo>
                        <a:pt x="70" y="95"/>
                      </a:moveTo>
                      <a:lnTo>
                        <a:pt x="68" y="95"/>
                      </a:lnTo>
                      <a:lnTo>
                        <a:pt x="70" y="95"/>
                      </a:lnTo>
                      <a:close/>
                      <a:moveTo>
                        <a:pt x="174" y="72"/>
                      </a:moveTo>
                      <a:lnTo>
                        <a:pt x="176" y="72"/>
                      </a:lnTo>
                      <a:lnTo>
                        <a:pt x="176" y="73"/>
                      </a:lnTo>
                      <a:lnTo>
                        <a:pt x="174" y="72"/>
                      </a:lnTo>
                      <a:close/>
                      <a:moveTo>
                        <a:pt x="176" y="73"/>
                      </a:moveTo>
                      <a:lnTo>
                        <a:pt x="177" y="73"/>
                      </a:lnTo>
                      <a:lnTo>
                        <a:pt x="177" y="75"/>
                      </a:lnTo>
                      <a:lnTo>
                        <a:pt x="177" y="77"/>
                      </a:lnTo>
                      <a:lnTo>
                        <a:pt x="177" y="79"/>
                      </a:lnTo>
                      <a:lnTo>
                        <a:pt x="177" y="77"/>
                      </a:lnTo>
                      <a:lnTo>
                        <a:pt x="176" y="77"/>
                      </a:lnTo>
                      <a:lnTo>
                        <a:pt x="177" y="77"/>
                      </a:lnTo>
                      <a:lnTo>
                        <a:pt x="176" y="77"/>
                      </a:lnTo>
                      <a:lnTo>
                        <a:pt x="176" y="75"/>
                      </a:lnTo>
                      <a:lnTo>
                        <a:pt x="176" y="73"/>
                      </a:lnTo>
                      <a:lnTo>
                        <a:pt x="176" y="72"/>
                      </a:lnTo>
                      <a:lnTo>
                        <a:pt x="177" y="72"/>
                      </a:lnTo>
                      <a:lnTo>
                        <a:pt x="176" y="72"/>
                      </a:lnTo>
                      <a:lnTo>
                        <a:pt x="176" y="73"/>
                      </a:lnTo>
                      <a:close/>
                      <a:moveTo>
                        <a:pt x="174" y="68"/>
                      </a:moveTo>
                      <a:lnTo>
                        <a:pt x="174" y="70"/>
                      </a:lnTo>
                      <a:lnTo>
                        <a:pt x="172" y="70"/>
                      </a:lnTo>
                      <a:lnTo>
                        <a:pt x="172" y="68"/>
                      </a:lnTo>
                      <a:lnTo>
                        <a:pt x="174" y="68"/>
                      </a:lnTo>
                      <a:close/>
                      <a:moveTo>
                        <a:pt x="170" y="66"/>
                      </a:moveTo>
                      <a:lnTo>
                        <a:pt x="172" y="66"/>
                      </a:lnTo>
                      <a:lnTo>
                        <a:pt x="170" y="66"/>
                      </a:lnTo>
                      <a:close/>
                      <a:moveTo>
                        <a:pt x="168" y="66"/>
                      </a:moveTo>
                      <a:lnTo>
                        <a:pt x="168" y="64"/>
                      </a:lnTo>
                      <a:lnTo>
                        <a:pt x="170" y="64"/>
                      </a:lnTo>
                      <a:lnTo>
                        <a:pt x="168" y="66"/>
                      </a:lnTo>
                      <a:close/>
                      <a:moveTo>
                        <a:pt x="166" y="57"/>
                      </a:moveTo>
                      <a:lnTo>
                        <a:pt x="168" y="57"/>
                      </a:lnTo>
                      <a:lnTo>
                        <a:pt x="168" y="59"/>
                      </a:lnTo>
                      <a:lnTo>
                        <a:pt x="170" y="59"/>
                      </a:lnTo>
                      <a:lnTo>
                        <a:pt x="170" y="61"/>
                      </a:lnTo>
                      <a:lnTo>
                        <a:pt x="172" y="62"/>
                      </a:lnTo>
                      <a:lnTo>
                        <a:pt x="172" y="64"/>
                      </a:lnTo>
                      <a:lnTo>
                        <a:pt x="170" y="64"/>
                      </a:lnTo>
                      <a:lnTo>
                        <a:pt x="170" y="62"/>
                      </a:lnTo>
                      <a:lnTo>
                        <a:pt x="170" y="64"/>
                      </a:lnTo>
                      <a:lnTo>
                        <a:pt x="168" y="64"/>
                      </a:lnTo>
                      <a:lnTo>
                        <a:pt x="168" y="62"/>
                      </a:lnTo>
                      <a:lnTo>
                        <a:pt x="168" y="64"/>
                      </a:lnTo>
                      <a:lnTo>
                        <a:pt x="166" y="64"/>
                      </a:lnTo>
                      <a:lnTo>
                        <a:pt x="168" y="64"/>
                      </a:lnTo>
                      <a:lnTo>
                        <a:pt x="166" y="64"/>
                      </a:lnTo>
                      <a:lnTo>
                        <a:pt x="166" y="62"/>
                      </a:lnTo>
                      <a:lnTo>
                        <a:pt x="166" y="61"/>
                      </a:lnTo>
                      <a:lnTo>
                        <a:pt x="166" y="59"/>
                      </a:lnTo>
                      <a:lnTo>
                        <a:pt x="165" y="57"/>
                      </a:lnTo>
                      <a:lnTo>
                        <a:pt x="166" y="57"/>
                      </a:lnTo>
                      <a:lnTo>
                        <a:pt x="165" y="57"/>
                      </a:lnTo>
                      <a:lnTo>
                        <a:pt x="166" y="57"/>
                      </a:lnTo>
                      <a:close/>
                      <a:moveTo>
                        <a:pt x="166" y="50"/>
                      </a:moveTo>
                      <a:lnTo>
                        <a:pt x="166" y="48"/>
                      </a:lnTo>
                      <a:lnTo>
                        <a:pt x="166" y="50"/>
                      </a:lnTo>
                      <a:close/>
                      <a:moveTo>
                        <a:pt x="137" y="42"/>
                      </a:moveTo>
                      <a:lnTo>
                        <a:pt x="137" y="44"/>
                      </a:lnTo>
                      <a:lnTo>
                        <a:pt x="135" y="44"/>
                      </a:lnTo>
                      <a:lnTo>
                        <a:pt x="135" y="42"/>
                      </a:lnTo>
                      <a:lnTo>
                        <a:pt x="137" y="42"/>
                      </a:lnTo>
                      <a:lnTo>
                        <a:pt x="135" y="42"/>
                      </a:lnTo>
                      <a:lnTo>
                        <a:pt x="137" y="42"/>
                      </a:lnTo>
                      <a:lnTo>
                        <a:pt x="137" y="40"/>
                      </a:lnTo>
                      <a:lnTo>
                        <a:pt x="137" y="42"/>
                      </a:lnTo>
                      <a:close/>
                      <a:moveTo>
                        <a:pt x="119" y="40"/>
                      </a:moveTo>
                      <a:lnTo>
                        <a:pt x="119" y="42"/>
                      </a:lnTo>
                      <a:lnTo>
                        <a:pt x="119" y="40"/>
                      </a:lnTo>
                      <a:close/>
                      <a:moveTo>
                        <a:pt x="119" y="42"/>
                      </a:moveTo>
                      <a:lnTo>
                        <a:pt x="119" y="40"/>
                      </a:lnTo>
                      <a:lnTo>
                        <a:pt x="119" y="42"/>
                      </a:lnTo>
                      <a:close/>
                      <a:moveTo>
                        <a:pt x="115" y="40"/>
                      </a:moveTo>
                      <a:lnTo>
                        <a:pt x="115" y="39"/>
                      </a:lnTo>
                      <a:lnTo>
                        <a:pt x="115" y="40"/>
                      </a:lnTo>
                      <a:close/>
                      <a:moveTo>
                        <a:pt x="117" y="39"/>
                      </a:moveTo>
                      <a:lnTo>
                        <a:pt x="115" y="39"/>
                      </a:lnTo>
                      <a:lnTo>
                        <a:pt x="117" y="39"/>
                      </a:lnTo>
                      <a:close/>
                      <a:moveTo>
                        <a:pt x="112" y="37"/>
                      </a:moveTo>
                      <a:lnTo>
                        <a:pt x="113" y="37"/>
                      </a:lnTo>
                      <a:lnTo>
                        <a:pt x="113" y="39"/>
                      </a:lnTo>
                      <a:lnTo>
                        <a:pt x="112" y="39"/>
                      </a:lnTo>
                      <a:lnTo>
                        <a:pt x="112" y="37"/>
                      </a:lnTo>
                      <a:close/>
                      <a:moveTo>
                        <a:pt x="113" y="29"/>
                      </a:moveTo>
                      <a:lnTo>
                        <a:pt x="112" y="29"/>
                      </a:lnTo>
                      <a:lnTo>
                        <a:pt x="113" y="29"/>
                      </a:lnTo>
                      <a:close/>
                      <a:moveTo>
                        <a:pt x="108" y="28"/>
                      </a:moveTo>
                      <a:lnTo>
                        <a:pt x="108" y="29"/>
                      </a:lnTo>
                      <a:lnTo>
                        <a:pt x="110" y="29"/>
                      </a:lnTo>
                      <a:lnTo>
                        <a:pt x="108" y="29"/>
                      </a:lnTo>
                      <a:lnTo>
                        <a:pt x="108" y="28"/>
                      </a:lnTo>
                      <a:close/>
                      <a:moveTo>
                        <a:pt x="113" y="20"/>
                      </a:moveTo>
                      <a:lnTo>
                        <a:pt x="113" y="22"/>
                      </a:lnTo>
                      <a:lnTo>
                        <a:pt x="113" y="20"/>
                      </a:lnTo>
                      <a:close/>
                      <a:moveTo>
                        <a:pt x="124" y="2"/>
                      </a:moveTo>
                      <a:lnTo>
                        <a:pt x="124" y="0"/>
                      </a:lnTo>
                      <a:lnTo>
                        <a:pt x="126" y="0"/>
                      </a:lnTo>
                      <a:lnTo>
                        <a:pt x="126" y="2"/>
                      </a:lnTo>
                      <a:lnTo>
                        <a:pt x="124"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4" name="Freeform 110">
                  <a:extLst>
                    <a:ext uri="{FF2B5EF4-FFF2-40B4-BE49-F238E27FC236}">
                      <a16:creationId xmlns:a16="http://schemas.microsoft.com/office/drawing/2014/main" id="{D3AA9DAC-022C-F97D-DB31-5B4C6990465C}"/>
                    </a:ext>
                  </a:extLst>
                </p:cNvPr>
                <p:cNvSpPr>
                  <a:spLocks noEditPoints="1"/>
                </p:cNvSpPr>
                <p:nvPr/>
              </p:nvSpPr>
              <p:spPr bwMode="auto">
                <a:xfrm>
                  <a:off x="5478940" y="4199583"/>
                  <a:ext cx="292769" cy="430117"/>
                </a:xfrm>
                <a:custGeom>
                  <a:avLst/>
                  <a:gdLst>
                    <a:gd name="T0" fmla="*/ 56 w 162"/>
                    <a:gd name="T1" fmla="*/ 236 h 238"/>
                    <a:gd name="T2" fmla="*/ 65 w 162"/>
                    <a:gd name="T3" fmla="*/ 232 h 238"/>
                    <a:gd name="T4" fmla="*/ 73 w 162"/>
                    <a:gd name="T5" fmla="*/ 231 h 238"/>
                    <a:gd name="T6" fmla="*/ 67 w 162"/>
                    <a:gd name="T7" fmla="*/ 229 h 238"/>
                    <a:gd name="T8" fmla="*/ 56 w 162"/>
                    <a:gd name="T9" fmla="*/ 218 h 238"/>
                    <a:gd name="T10" fmla="*/ 60 w 162"/>
                    <a:gd name="T11" fmla="*/ 209 h 238"/>
                    <a:gd name="T12" fmla="*/ 87 w 162"/>
                    <a:gd name="T13" fmla="*/ 205 h 238"/>
                    <a:gd name="T14" fmla="*/ 53 w 162"/>
                    <a:gd name="T15" fmla="*/ 203 h 238"/>
                    <a:gd name="T16" fmla="*/ 91 w 162"/>
                    <a:gd name="T17" fmla="*/ 203 h 238"/>
                    <a:gd name="T18" fmla="*/ 47 w 162"/>
                    <a:gd name="T19" fmla="*/ 196 h 238"/>
                    <a:gd name="T20" fmla="*/ 16 w 162"/>
                    <a:gd name="T21" fmla="*/ 196 h 238"/>
                    <a:gd name="T22" fmla="*/ 18 w 162"/>
                    <a:gd name="T23" fmla="*/ 194 h 238"/>
                    <a:gd name="T24" fmla="*/ 42 w 162"/>
                    <a:gd name="T25" fmla="*/ 190 h 238"/>
                    <a:gd name="T26" fmla="*/ 42 w 162"/>
                    <a:gd name="T27" fmla="*/ 189 h 238"/>
                    <a:gd name="T28" fmla="*/ 43 w 162"/>
                    <a:gd name="T29" fmla="*/ 187 h 238"/>
                    <a:gd name="T30" fmla="*/ 27 w 162"/>
                    <a:gd name="T31" fmla="*/ 185 h 238"/>
                    <a:gd name="T32" fmla="*/ 31 w 162"/>
                    <a:gd name="T33" fmla="*/ 181 h 238"/>
                    <a:gd name="T34" fmla="*/ 27 w 162"/>
                    <a:gd name="T35" fmla="*/ 179 h 238"/>
                    <a:gd name="T36" fmla="*/ 27 w 162"/>
                    <a:gd name="T37" fmla="*/ 178 h 238"/>
                    <a:gd name="T38" fmla="*/ 18 w 162"/>
                    <a:gd name="T39" fmla="*/ 178 h 238"/>
                    <a:gd name="T40" fmla="*/ 31 w 162"/>
                    <a:gd name="T41" fmla="*/ 178 h 238"/>
                    <a:gd name="T42" fmla="*/ 23 w 162"/>
                    <a:gd name="T43" fmla="*/ 176 h 238"/>
                    <a:gd name="T44" fmla="*/ 22 w 162"/>
                    <a:gd name="T45" fmla="*/ 176 h 238"/>
                    <a:gd name="T46" fmla="*/ 29 w 162"/>
                    <a:gd name="T47" fmla="*/ 178 h 238"/>
                    <a:gd name="T48" fmla="*/ 22 w 162"/>
                    <a:gd name="T49" fmla="*/ 178 h 238"/>
                    <a:gd name="T50" fmla="*/ 31 w 162"/>
                    <a:gd name="T51" fmla="*/ 174 h 238"/>
                    <a:gd name="T52" fmla="*/ 22 w 162"/>
                    <a:gd name="T53" fmla="*/ 174 h 238"/>
                    <a:gd name="T54" fmla="*/ 25 w 162"/>
                    <a:gd name="T55" fmla="*/ 174 h 238"/>
                    <a:gd name="T56" fmla="*/ 104 w 162"/>
                    <a:gd name="T57" fmla="*/ 172 h 238"/>
                    <a:gd name="T58" fmla="*/ 12 w 162"/>
                    <a:gd name="T59" fmla="*/ 148 h 238"/>
                    <a:gd name="T60" fmla="*/ 18 w 162"/>
                    <a:gd name="T61" fmla="*/ 143 h 238"/>
                    <a:gd name="T62" fmla="*/ 18 w 162"/>
                    <a:gd name="T63" fmla="*/ 141 h 238"/>
                    <a:gd name="T64" fmla="*/ 56 w 162"/>
                    <a:gd name="T65" fmla="*/ 139 h 238"/>
                    <a:gd name="T66" fmla="*/ 74 w 162"/>
                    <a:gd name="T67" fmla="*/ 139 h 238"/>
                    <a:gd name="T68" fmla="*/ 73 w 162"/>
                    <a:gd name="T69" fmla="*/ 139 h 238"/>
                    <a:gd name="T70" fmla="*/ 0 w 162"/>
                    <a:gd name="T71" fmla="*/ 134 h 238"/>
                    <a:gd name="T72" fmla="*/ 67 w 162"/>
                    <a:gd name="T73" fmla="*/ 130 h 238"/>
                    <a:gd name="T74" fmla="*/ 20 w 162"/>
                    <a:gd name="T75" fmla="*/ 130 h 238"/>
                    <a:gd name="T76" fmla="*/ 23 w 162"/>
                    <a:gd name="T77" fmla="*/ 126 h 238"/>
                    <a:gd name="T78" fmla="*/ 65 w 162"/>
                    <a:gd name="T79" fmla="*/ 126 h 238"/>
                    <a:gd name="T80" fmla="*/ 23 w 162"/>
                    <a:gd name="T81" fmla="*/ 123 h 238"/>
                    <a:gd name="T82" fmla="*/ 25 w 162"/>
                    <a:gd name="T83" fmla="*/ 121 h 238"/>
                    <a:gd name="T84" fmla="*/ 23 w 162"/>
                    <a:gd name="T85" fmla="*/ 117 h 238"/>
                    <a:gd name="T86" fmla="*/ 23 w 162"/>
                    <a:gd name="T87" fmla="*/ 116 h 238"/>
                    <a:gd name="T88" fmla="*/ 71 w 162"/>
                    <a:gd name="T89" fmla="*/ 110 h 238"/>
                    <a:gd name="T90" fmla="*/ 51 w 162"/>
                    <a:gd name="T91" fmla="*/ 101 h 238"/>
                    <a:gd name="T92" fmla="*/ 162 w 162"/>
                    <a:gd name="T93" fmla="*/ 44 h 238"/>
                    <a:gd name="T94" fmla="*/ 76 w 162"/>
                    <a:gd name="T95" fmla="*/ 35 h 238"/>
                    <a:gd name="T96" fmla="*/ 153 w 162"/>
                    <a:gd name="T97" fmla="*/ 28 h 238"/>
                    <a:gd name="T98" fmla="*/ 109 w 162"/>
                    <a:gd name="T99" fmla="*/ 22 h 238"/>
                    <a:gd name="T100" fmla="*/ 102 w 162"/>
                    <a:gd name="T101" fmla="*/ 9 h 238"/>
                    <a:gd name="T102" fmla="*/ 107 w 162"/>
                    <a:gd name="T103"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2" h="238">
                      <a:moveTo>
                        <a:pt x="53" y="238"/>
                      </a:moveTo>
                      <a:lnTo>
                        <a:pt x="53" y="236"/>
                      </a:lnTo>
                      <a:lnTo>
                        <a:pt x="53" y="238"/>
                      </a:lnTo>
                      <a:close/>
                      <a:moveTo>
                        <a:pt x="58" y="236"/>
                      </a:moveTo>
                      <a:lnTo>
                        <a:pt x="56" y="236"/>
                      </a:lnTo>
                      <a:lnTo>
                        <a:pt x="58" y="236"/>
                      </a:lnTo>
                      <a:close/>
                      <a:moveTo>
                        <a:pt x="74" y="234"/>
                      </a:moveTo>
                      <a:lnTo>
                        <a:pt x="74" y="232"/>
                      </a:lnTo>
                      <a:lnTo>
                        <a:pt x="74" y="234"/>
                      </a:lnTo>
                      <a:close/>
                      <a:moveTo>
                        <a:pt x="65" y="232"/>
                      </a:moveTo>
                      <a:lnTo>
                        <a:pt x="65" y="234"/>
                      </a:lnTo>
                      <a:lnTo>
                        <a:pt x="65" y="232"/>
                      </a:lnTo>
                      <a:close/>
                      <a:moveTo>
                        <a:pt x="73" y="231"/>
                      </a:moveTo>
                      <a:lnTo>
                        <a:pt x="73" y="232"/>
                      </a:lnTo>
                      <a:lnTo>
                        <a:pt x="73" y="231"/>
                      </a:lnTo>
                      <a:close/>
                      <a:moveTo>
                        <a:pt x="65" y="231"/>
                      </a:moveTo>
                      <a:lnTo>
                        <a:pt x="63" y="231"/>
                      </a:lnTo>
                      <a:lnTo>
                        <a:pt x="65" y="231"/>
                      </a:lnTo>
                      <a:close/>
                      <a:moveTo>
                        <a:pt x="69" y="229"/>
                      </a:moveTo>
                      <a:lnTo>
                        <a:pt x="67" y="229"/>
                      </a:lnTo>
                      <a:lnTo>
                        <a:pt x="69" y="229"/>
                      </a:lnTo>
                      <a:close/>
                      <a:moveTo>
                        <a:pt x="60" y="229"/>
                      </a:moveTo>
                      <a:lnTo>
                        <a:pt x="58" y="229"/>
                      </a:lnTo>
                      <a:lnTo>
                        <a:pt x="60" y="229"/>
                      </a:lnTo>
                      <a:close/>
                      <a:moveTo>
                        <a:pt x="56" y="218"/>
                      </a:moveTo>
                      <a:lnTo>
                        <a:pt x="56" y="216"/>
                      </a:lnTo>
                      <a:lnTo>
                        <a:pt x="56" y="218"/>
                      </a:lnTo>
                      <a:close/>
                      <a:moveTo>
                        <a:pt x="60" y="209"/>
                      </a:moveTo>
                      <a:lnTo>
                        <a:pt x="58" y="209"/>
                      </a:lnTo>
                      <a:lnTo>
                        <a:pt x="60" y="209"/>
                      </a:lnTo>
                      <a:close/>
                      <a:moveTo>
                        <a:pt x="49" y="207"/>
                      </a:moveTo>
                      <a:lnTo>
                        <a:pt x="49" y="209"/>
                      </a:lnTo>
                      <a:lnTo>
                        <a:pt x="49" y="207"/>
                      </a:lnTo>
                      <a:close/>
                      <a:moveTo>
                        <a:pt x="87" y="207"/>
                      </a:moveTo>
                      <a:lnTo>
                        <a:pt x="87" y="205"/>
                      </a:lnTo>
                      <a:lnTo>
                        <a:pt x="87" y="207"/>
                      </a:lnTo>
                      <a:close/>
                      <a:moveTo>
                        <a:pt x="38" y="205"/>
                      </a:moveTo>
                      <a:lnTo>
                        <a:pt x="36" y="207"/>
                      </a:lnTo>
                      <a:lnTo>
                        <a:pt x="38" y="205"/>
                      </a:lnTo>
                      <a:close/>
                      <a:moveTo>
                        <a:pt x="53" y="203"/>
                      </a:moveTo>
                      <a:lnTo>
                        <a:pt x="51" y="203"/>
                      </a:lnTo>
                      <a:lnTo>
                        <a:pt x="53" y="203"/>
                      </a:lnTo>
                      <a:close/>
                      <a:moveTo>
                        <a:pt x="91" y="203"/>
                      </a:moveTo>
                      <a:lnTo>
                        <a:pt x="91" y="201"/>
                      </a:lnTo>
                      <a:lnTo>
                        <a:pt x="91" y="203"/>
                      </a:lnTo>
                      <a:close/>
                      <a:moveTo>
                        <a:pt x="47" y="200"/>
                      </a:moveTo>
                      <a:lnTo>
                        <a:pt x="45" y="200"/>
                      </a:lnTo>
                      <a:lnTo>
                        <a:pt x="47" y="200"/>
                      </a:lnTo>
                      <a:close/>
                      <a:moveTo>
                        <a:pt x="47" y="198"/>
                      </a:moveTo>
                      <a:lnTo>
                        <a:pt x="47" y="196"/>
                      </a:lnTo>
                      <a:lnTo>
                        <a:pt x="47" y="198"/>
                      </a:lnTo>
                      <a:close/>
                      <a:moveTo>
                        <a:pt x="43" y="196"/>
                      </a:moveTo>
                      <a:lnTo>
                        <a:pt x="42" y="196"/>
                      </a:lnTo>
                      <a:lnTo>
                        <a:pt x="43" y="196"/>
                      </a:lnTo>
                      <a:close/>
                      <a:moveTo>
                        <a:pt x="16" y="196"/>
                      </a:moveTo>
                      <a:lnTo>
                        <a:pt x="16" y="194"/>
                      </a:lnTo>
                      <a:lnTo>
                        <a:pt x="16" y="196"/>
                      </a:lnTo>
                      <a:close/>
                      <a:moveTo>
                        <a:pt x="18" y="194"/>
                      </a:moveTo>
                      <a:lnTo>
                        <a:pt x="16" y="194"/>
                      </a:lnTo>
                      <a:lnTo>
                        <a:pt x="18" y="194"/>
                      </a:lnTo>
                      <a:close/>
                      <a:moveTo>
                        <a:pt x="42" y="192"/>
                      </a:moveTo>
                      <a:lnTo>
                        <a:pt x="40" y="192"/>
                      </a:lnTo>
                      <a:lnTo>
                        <a:pt x="42" y="192"/>
                      </a:lnTo>
                      <a:close/>
                      <a:moveTo>
                        <a:pt x="43" y="190"/>
                      </a:moveTo>
                      <a:lnTo>
                        <a:pt x="42" y="190"/>
                      </a:lnTo>
                      <a:lnTo>
                        <a:pt x="43" y="190"/>
                      </a:lnTo>
                      <a:close/>
                      <a:moveTo>
                        <a:pt x="43" y="190"/>
                      </a:moveTo>
                      <a:lnTo>
                        <a:pt x="42" y="190"/>
                      </a:lnTo>
                      <a:lnTo>
                        <a:pt x="43" y="190"/>
                      </a:lnTo>
                      <a:close/>
                      <a:moveTo>
                        <a:pt x="42" y="189"/>
                      </a:moveTo>
                      <a:lnTo>
                        <a:pt x="40" y="189"/>
                      </a:lnTo>
                      <a:lnTo>
                        <a:pt x="40" y="187"/>
                      </a:lnTo>
                      <a:lnTo>
                        <a:pt x="42" y="187"/>
                      </a:lnTo>
                      <a:lnTo>
                        <a:pt x="42" y="189"/>
                      </a:lnTo>
                      <a:close/>
                      <a:moveTo>
                        <a:pt x="43" y="187"/>
                      </a:moveTo>
                      <a:lnTo>
                        <a:pt x="45" y="187"/>
                      </a:lnTo>
                      <a:lnTo>
                        <a:pt x="43" y="187"/>
                      </a:lnTo>
                      <a:close/>
                      <a:moveTo>
                        <a:pt x="27" y="185"/>
                      </a:moveTo>
                      <a:lnTo>
                        <a:pt x="27" y="183"/>
                      </a:lnTo>
                      <a:lnTo>
                        <a:pt x="27" y="185"/>
                      </a:lnTo>
                      <a:close/>
                      <a:moveTo>
                        <a:pt x="31" y="181"/>
                      </a:moveTo>
                      <a:lnTo>
                        <a:pt x="29" y="181"/>
                      </a:lnTo>
                      <a:lnTo>
                        <a:pt x="31" y="181"/>
                      </a:lnTo>
                      <a:close/>
                      <a:moveTo>
                        <a:pt x="31" y="179"/>
                      </a:moveTo>
                      <a:lnTo>
                        <a:pt x="31" y="181"/>
                      </a:lnTo>
                      <a:lnTo>
                        <a:pt x="31" y="179"/>
                      </a:lnTo>
                      <a:close/>
                      <a:moveTo>
                        <a:pt x="27" y="179"/>
                      </a:moveTo>
                      <a:lnTo>
                        <a:pt x="27" y="178"/>
                      </a:lnTo>
                      <a:lnTo>
                        <a:pt x="27" y="179"/>
                      </a:lnTo>
                      <a:close/>
                      <a:moveTo>
                        <a:pt x="27" y="179"/>
                      </a:moveTo>
                      <a:lnTo>
                        <a:pt x="27" y="178"/>
                      </a:lnTo>
                      <a:lnTo>
                        <a:pt x="27" y="179"/>
                      </a:lnTo>
                      <a:close/>
                      <a:moveTo>
                        <a:pt x="29" y="179"/>
                      </a:moveTo>
                      <a:lnTo>
                        <a:pt x="27" y="179"/>
                      </a:lnTo>
                      <a:lnTo>
                        <a:pt x="27" y="178"/>
                      </a:lnTo>
                      <a:lnTo>
                        <a:pt x="29" y="179"/>
                      </a:lnTo>
                      <a:close/>
                      <a:moveTo>
                        <a:pt x="29" y="178"/>
                      </a:moveTo>
                      <a:lnTo>
                        <a:pt x="31" y="178"/>
                      </a:lnTo>
                      <a:lnTo>
                        <a:pt x="29" y="178"/>
                      </a:lnTo>
                      <a:close/>
                      <a:moveTo>
                        <a:pt x="18" y="178"/>
                      </a:moveTo>
                      <a:lnTo>
                        <a:pt x="16" y="178"/>
                      </a:lnTo>
                      <a:lnTo>
                        <a:pt x="18" y="178"/>
                      </a:lnTo>
                      <a:close/>
                      <a:moveTo>
                        <a:pt x="31" y="178"/>
                      </a:moveTo>
                      <a:lnTo>
                        <a:pt x="29" y="178"/>
                      </a:lnTo>
                      <a:lnTo>
                        <a:pt x="31" y="178"/>
                      </a:lnTo>
                      <a:close/>
                      <a:moveTo>
                        <a:pt x="27" y="178"/>
                      </a:moveTo>
                      <a:lnTo>
                        <a:pt x="27" y="176"/>
                      </a:lnTo>
                      <a:lnTo>
                        <a:pt x="27" y="178"/>
                      </a:lnTo>
                      <a:close/>
                      <a:moveTo>
                        <a:pt x="23" y="178"/>
                      </a:moveTo>
                      <a:lnTo>
                        <a:pt x="23" y="176"/>
                      </a:lnTo>
                      <a:lnTo>
                        <a:pt x="23" y="178"/>
                      </a:lnTo>
                      <a:close/>
                      <a:moveTo>
                        <a:pt x="31" y="178"/>
                      </a:moveTo>
                      <a:lnTo>
                        <a:pt x="31" y="176"/>
                      </a:lnTo>
                      <a:lnTo>
                        <a:pt x="31" y="178"/>
                      </a:lnTo>
                      <a:close/>
                      <a:moveTo>
                        <a:pt x="22" y="176"/>
                      </a:moveTo>
                      <a:lnTo>
                        <a:pt x="22" y="178"/>
                      </a:lnTo>
                      <a:lnTo>
                        <a:pt x="22" y="176"/>
                      </a:lnTo>
                      <a:close/>
                      <a:moveTo>
                        <a:pt x="27" y="176"/>
                      </a:moveTo>
                      <a:lnTo>
                        <a:pt x="29" y="176"/>
                      </a:lnTo>
                      <a:lnTo>
                        <a:pt x="29" y="178"/>
                      </a:lnTo>
                      <a:lnTo>
                        <a:pt x="27" y="178"/>
                      </a:lnTo>
                      <a:lnTo>
                        <a:pt x="27" y="176"/>
                      </a:lnTo>
                      <a:close/>
                      <a:moveTo>
                        <a:pt x="22" y="178"/>
                      </a:moveTo>
                      <a:lnTo>
                        <a:pt x="22" y="176"/>
                      </a:lnTo>
                      <a:lnTo>
                        <a:pt x="22" y="178"/>
                      </a:lnTo>
                      <a:close/>
                      <a:moveTo>
                        <a:pt x="23" y="176"/>
                      </a:moveTo>
                      <a:lnTo>
                        <a:pt x="22" y="176"/>
                      </a:lnTo>
                      <a:lnTo>
                        <a:pt x="23" y="176"/>
                      </a:lnTo>
                      <a:close/>
                      <a:moveTo>
                        <a:pt x="31" y="176"/>
                      </a:moveTo>
                      <a:lnTo>
                        <a:pt x="31" y="174"/>
                      </a:lnTo>
                      <a:lnTo>
                        <a:pt x="31" y="176"/>
                      </a:lnTo>
                      <a:close/>
                      <a:moveTo>
                        <a:pt x="31" y="174"/>
                      </a:moveTo>
                      <a:lnTo>
                        <a:pt x="31" y="176"/>
                      </a:lnTo>
                      <a:lnTo>
                        <a:pt x="31" y="174"/>
                      </a:lnTo>
                      <a:close/>
                      <a:moveTo>
                        <a:pt x="22" y="174"/>
                      </a:moveTo>
                      <a:lnTo>
                        <a:pt x="22" y="176"/>
                      </a:lnTo>
                      <a:lnTo>
                        <a:pt x="22" y="174"/>
                      </a:lnTo>
                      <a:close/>
                      <a:moveTo>
                        <a:pt x="25" y="174"/>
                      </a:moveTo>
                      <a:lnTo>
                        <a:pt x="25" y="172"/>
                      </a:lnTo>
                      <a:lnTo>
                        <a:pt x="25" y="174"/>
                      </a:lnTo>
                      <a:close/>
                      <a:moveTo>
                        <a:pt x="104" y="172"/>
                      </a:moveTo>
                      <a:lnTo>
                        <a:pt x="102" y="172"/>
                      </a:lnTo>
                      <a:lnTo>
                        <a:pt x="102" y="170"/>
                      </a:lnTo>
                      <a:lnTo>
                        <a:pt x="104" y="170"/>
                      </a:lnTo>
                      <a:lnTo>
                        <a:pt x="104" y="172"/>
                      </a:lnTo>
                      <a:close/>
                      <a:moveTo>
                        <a:pt x="20" y="152"/>
                      </a:moveTo>
                      <a:lnTo>
                        <a:pt x="18" y="152"/>
                      </a:lnTo>
                      <a:lnTo>
                        <a:pt x="20" y="152"/>
                      </a:lnTo>
                      <a:close/>
                      <a:moveTo>
                        <a:pt x="14" y="148"/>
                      </a:moveTo>
                      <a:lnTo>
                        <a:pt x="12" y="148"/>
                      </a:lnTo>
                      <a:lnTo>
                        <a:pt x="14" y="148"/>
                      </a:lnTo>
                      <a:close/>
                      <a:moveTo>
                        <a:pt x="16" y="147"/>
                      </a:moveTo>
                      <a:lnTo>
                        <a:pt x="16" y="145"/>
                      </a:lnTo>
                      <a:lnTo>
                        <a:pt x="16" y="147"/>
                      </a:lnTo>
                      <a:close/>
                      <a:moveTo>
                        <a:pt x="18" y="143"/>
                      </a:moveTo>
                      <a:lnTo>
                        <a:pt x="18" y="141"/>
                      </a:lnTo>
                      <a:lnTo>
                        <a:pt x="18" y="143"/>
                      </a:lnTo>
                      <a:close/>
                      <a:moveTo>
                        <a:pt x="18" y="141"/>
                      </a:moveTo>
                      <a:lnTo>
                        <a:pt x="18" y="143"/>
                      </a:lnTo>
                      <a:lnTo>
                        <a:pt x="18" y="141"/>
                      </a:lnTo>
                      <a:close/>
                      <a:moveTo>
                        <a:pt x="18" y="141"/>
                      </a:moveTo>
                      <a:lnTo>
                        <a:pt x="16" y="141"/>
                      </a:lnTo>
                      <a:lnTo>
                        <a:pt x="18" y="141"/>
                      </a:lnTo>
                      <a:close/>
                      <a:moveTo>
                        <a:pt x="56" y="141"/>
                      </a:moveTo>
                      <a:lnTo>
                        <a:pt x="56" y="139"/>
                      </a:lnTo>
                      <a:lnTo>
                        <a:pt x="56" y="141"/>
                      </a:lnTo>
                      <a:close/>
                      <a:moveTo>
                        <a:pt x="65" y="139"/>
                      </a:moveTo>
                      <a:lnTo>
                        <a:pt x="63" y="139"/>
                      </a:lnTo>
                      <a:lnTo>
                        <a:pt x="65" y="139"/>
                      </a:lnTo>
                      <a:close/>
                      <a:moveTo>
                        <a:pt x="74" y="139"/>
                      </a:moveTo>
                      <a:lnTo>
                        <a:pt x="73" y="139"/>
                      </a:lnTo>
                      <a:lnTo>
                        <a:pt x="74" y="139"/>
                      </a:lnTo>
                      <a:close/>
                      <a:moveTo>
                        <a:pt x="73" y="139"/>
                      </a:moveTo>
                      <a:lnTo>
                        <a:pt x="73" y="137"/>
                      </a:lnTo>
                      <a:lnTo>
                        <a:pt x="73" y="139"/>
                      </a:lnTo>
                      <a:close/>
                      <a:moveTo>
                        <a:pt x="76" y="137"/>
                      </a:moveTo>
                      <a:lnTo>
                        <a:pt x="76" y="136"/>
                      </a:lnTo>
                      <a:lnTo>
                        <a:pt x="76" y="137"/>
                      </a:lnTo>
                      <a:close/>
                      <a:moveTo>
                        <a:pt x="0" y="136"/>
                      </a:moveTo>
                      <a:lnTo>
                        <a:pt x="0" y="134"/>
                      </a:lnTo>
                      <a:lnTo>
                        <a:pt x="0" y="136"/>
                      </a:lnTo>
                      <a:close/>
                      <a:moveTo>
                        <a:pt x="67" y="132"/>
                      </a:moveTo>
                      <a:lnTo>
                        <a:pt x="65" y="132"/>
                      </a:lnTo>
                      <a:lnTo>
                        <a:pt x="65" y="130"/>
                      </a:lnTo>
                      <a:lnTo>
                        <a:pt x="67" y="130"/>
                      </a:lnTo>
                      <a:lnTo>
                        <a:pt x="67" y="132"/>
                      </a:lnTo>
                      <a:close/>
                      <a:moveTo>
                        <a:pt x="20" y="130"/>
                      </a:moveTo>
                      <a:lnTo>
                        <a:pt x="18" y="130"/>
                      </a:lnTo>
                      <a:lnTo>
                        <a:pt x="20" y="128"/>
                      </a:lnTo>
                      <a:lnTo>
                        <a:pt x="20" y="130"/>
                      </a:lnTo>
                      <a:close/>
                      <a:moveTo>
                        <a:pt x="67" y="128"/>
                      </a:moveTo>
                      <a:lnTo>
                        <a:pt x="65" y="128"/>
                      </a:lnTo>
                      <a:lnTo>
                        <a:pt x="67" y="128"/>
                      </a:lnTo>
                      <a:close/>
                      <a:moveTo>
                        <a:pt x="23" y="128"/>
                      </a:moveTo>
                      <a:lnTo>
                        <a:pt x="23" y="126"/>
                      </a:lnTo>
                      <a:lnTo>
                        <a:pt x="23" y="128"/>
                      </a:lnTo>
                      <a:close/>
                      <a:moveTo>
                        <a:pt x="63" y="126"/>
                      </a:moveTo>
                      <a:lnTo>
                        <a:pt x="65" y="126"/>
                      </a:lnTo>
                      <a:lnTo>
                        <a:pt x="63" y="126"/>
                      </a:lnTo>
                      <a:close/>
                      <a:moveTo>
                        <a:pt x="65" y="126"/>
                      </a:moveTo>
                      <a:lnTo>
                        <a:pt x="65" y="125"/>
                      </a:lnTo>
                      <a:lnTo>
                        <a:pt x="65" y="126"/>
                      </a:lnTo>
                      <a:close/>
                      <a:moveTo>
                        <a:pt x="23" y="123"/>
                      </a:moveTo>
                      <a:lnTo>
                        <a:pt x="22" y="123"/>
                      </a:lnTo>
                      <a:lnTo>
                        <a:pt x="23" y="123"/>
                      </a:lnTo>
                      <a:close/>
                      <a:moveTo>
                        <a:pt x="65" y="123"/>
                      </a:moveTo>
                      <a:lnTo>
                        <a:pt x="65" y="121"/>
                      </a:lnTo>
                      <a:lnTo>
                        <a:pt x="65" y="123"/>
                      </a:lnTo>
                      <a:close/>
                      <a:moveTo>
                        <a:pt x="25" y="119"/>
                      </a:moveTo>
                      <a:lnTo>
                        <a:pt x="25" y="121"/>
                      </a:lnTo>
                      <a:lnTo>
                        <a:pt x="25" y="119"/>
                      </a:lnTo>
                      <a:close/>
                      <a:moveTo>
                        <a:pt x="22" y="119"/>
                      </a:moveTo>
                      <a:lnTo>
                        <a:pt x="22" y="117"/>
                      </a:lnTo>
                      <a:lnTo>
                        <a:pt x="22" y="119"/>
                      </a:lnTo>
                      <a:close/>
                      <a:moveTo>
                        <a:pt x="23" y="117"/>
                      </a:moveTo>
                      <a:lnTo>
                        <a:pt x="25" y="117"/>
                      </a:lnTo>
                      <a:lnTo>
                        <a:pt x="23" y="117"/>
                      </a:lnTo>
                      <a:close/>
                      <a:moveTo>
                        <a:pt x="22" y="117"/>
                      </a:moveTo>
                      <a:lnTo>
                        <a:pt x="22" y="116"/>
                      </a:lnTo>
                      <a:lnTo>
                        <a:pt x="23" y="116"/>
                      </a:lnTo>
                      <a:lnTo>
                        <a:pt x="22" y="117"/>
                      </a:lnTo>
                      <a:close/>
                      <a:moveTo>
                        <a:pt x="71" y="110"/>
                      </a:moveTo>
                      <a:lnTo>
                        <a:pt x="69" y="110"/>
                      </a:lnTo>
                      <a:lnTo>
                        <a:pt x="71" y="110"/>
                      </a:lnTo>
                      <a:close/>
                      <a:moveTo>
                        <a:pt x="71" y="110"/>
                      </a:moveTo>
                      <a:lnTo>
                        <a:pt x="69" y="110"/>
                      </a:lnTo>
                      <a:lnTo>
                        <a:pt x="71" y="110"/>
                      </a:lnTo>
                      <a:close/>
                      <a:moveTo>
                        <a:pt x="51" y="101"/>
                      </a:moveTo>
                      <a:lnTo>
                        <a:pt x="51" y="99"/>
                      </a:lnTo>
                      <a:lnTo>
                        <a:pt x="51" y="101"/>
                      </a:lnTo>
                      <a:close/>
                      <a:moveTo>
                        <a:pt x="69" y="52"/>
                      </a:moveTo>
                      <a:lnTo>
                        <a:pt x="69" y="50"/>
                      </a:lnTo>
                      <a:lnTo>
                        <a:pt x="69" y="52"/>
                      </a:lnTo>
                      <a:close/>
                      <a:moveTo>
                        <a:pt x="162" y="42"/>
                      </a:moveTo>
                      <a:lnTo>
                        <a:pt x="162" y="44"/>
                      </a:lnTo>
                      <a:lnTo>
                        <a:pt x="162" y="42"/>
                      </a:lnTo>
                      <a:close/>
                      <a:moveTo>
                        <a:pt x="158" y="41"/>
                      </a:moveTo>
                      <a:lnTo>
                        <a:pt x="157" y="41"/>
                      </a:lnTo>
                      <a:lnTo>
                        <a:pt x="158" y="41"/>
                      </a:lnTo>
                      <a:close/>
                      <a:moveTo>
                        <a:pt x="76" y="35"/>
                      </a:moveTo>
                      <a:lnTo>
                        <a:pt x="76" y="33"/>
                      </a:lnTo>
                      <a:lnTo>
                        <a:pt x="76" y="35"/>
                      </a:lnTo>
                      <a:close/>
                      <a:moveTo>
                        <a:pt x="153" y="28"/>
                      </a:moveTo>
                      <a:lnTo>
                        <a:pt x="151" y="28"/>
                      </a:lnTo>
                      <a:lnTo>
                        <a:pt x="153" y="28"/>
                      </a:lnTo>
                      <a:close/>
                      <a:moveTo>
                        <a:pt x="138" y="22"/>
                      </a:moveTo>
                      <a:lnTo>
                        <a:pt x="136" y="22"/>
                      </a:lnTo>
                      <a:lnTo>
                        <a:pt x="138" y="22"/>
                      </a:lnTo>
                      <a:close/>
                      <a:moveTo>
                        <a:pt x="111" y="22"/>
                      </a:moveTo>
                      <a:lnTo>
                        <a:pt x="109" y="22"/>
                      </a:lnTo>
                      <a:lnTo>
                        <a:pt x="111" y="22"/>
                      </a:lnTo>
                      <a:close/>
                      <a:moveTo>
                        <a:pt x="131" y="20"/>
                      </a:moveTo>
                      <a:lnTo>
                        <a:pt x="131" y="22"/>
                      </a:lnTo>
                      <a:lnTo>
                        <a:pt x="131" y="20"/>
                      </a:lnTo>
                      <a:close/>
                      <a:moveTo>
                        <a:pt x="102" y="9"/>
                      </a:moveTo>
                      <a:lnTo>
                        <a:pt x="100" y="9"/>
                      </a:lnTo>
                      <a:lnTo>
                        <a:pt x="102" y="9"/>
                      </a:lnTo>
                      <a:close/>
                      <a:moveTo>
                        <a:pt x="107" y="0"/>
                      </a:moveTo>
                      <a:lnTo>
                        <a:pt x="105" y="0"/>
                      </a:lnTo>
                      <a:lnTo>
                        <a:pt x="10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5" name="Freeform 111">
                  <a:extLst>
                    <a:ext uri="{FF2B5EF4-FFF2-40B4-BE49-F238E27FC236}">
                      <a16:creationId xmlns:a16="http://schemas.microsoft.com/office/drawing/2014/main" id="{C8899938-93D1-914F-8619-ED0745210FEC}"/>
                    </a:ext>
                  </a:extLst>
                </p:cNvPr>
                <p:cNvSpPr>
                  <a:spLocks noEditPoints="1"/>
                </p:cNvSpPr>
                <p:nvPr/>
              </p:nvSpPr>
              <p:spPr bwMode="auto">
                <a:xfrm>
                  <a:off x="7170495" y="5591139"/>
                  <a:ext cx="211445" cy="75903"/>
                </a:xfrm>
                <a:custGeom>
                  <a:avLst/>
                  <a:gdLst>
                    <a:gd name="T0" fmla="*/ 15 w 117"/>
                    <a:gd name="T1" fmla="*/ 33 h 42"/>
                    <a:gd name="T2" fmla="*/ 13 w 117"/>
                    <a:gd name="T3" fmla="*/ 38 h 42"/>
                    <a:gd name="T4" fmla="*/ 11 w 117"/>
                    <a:gd name="T5" fmla="*/ 40 h 42"/>
                    <a:gd name="T6" fmla="*/ 9 w 117"/>
                    <a:gd name="T7" fmla="*/ 40 h 42"/>
                    <a:gd name="T8" fmla="*/ 5 w 117"/>
                    <a:gd name="T9" fmla="*/ 40 h 42"/>
                    <a:gd name="T10" fmla="*/ 0 w 117"/>
                    <a:gd name="T11" fmla="*/ 36 h 42"/>
                    <a:gd name="T12" fmla="*/ 5 w 117"/>
                    <a:gd name="T13" fmla="*/ 35 h 42"/>
                    <a:gd name="T14" fmla="*/ 9 w 117"/>
                    <a:gd name="T15" fmla="*/ 31 h 42"/>
                    <a:gd name="T16" fmla="*/ 108 w 117"/>
                    <a:gd name="T17" fmla="*/ 0 h 42"/>
                    <a:gd name="T18" fmla="*/ 109 w 117"/>
                    <a:gd name="T19" fmla="*/ 2 h 42"/>
                    <a:gd name="T20" fmla="*/ 113 w 117"/>
                    <a:gd name="T21" fmla="*/ 2 h 42"/>
                    <a:gd name="T22" fmla="*/ 117 w 117"/>
                    <a:gd name="T23" fmla="*/ 5 h 42"/>
                    <a:gd name="T24" fmla="*/ 111 w 117"/>
                    <a:gd name="T25" fmla="*/ 9 h 42"/>
                    <a:gd name="T26" fmla="*/ 108 w 117"/>
                    <a:gd name="T27" fmla="*/ 13 h 42"/>
                    <a:gd name="T28" fmla="*/ 102 w 117"/>
                    <a:gd name="T29" fmla="*/ 14 h 42"/>
                    <a:gd name="T30" fmla="*/ 97 w 117"/>
                    <a:gd name="T31" fmla="*/ 16 h 42"/>
                    <a:gd name="T32" fmla="*/ 91 w 117"/>
                    <a:gd name="T33" fmla="*/ 18 h 42"/>
                    <a:gd name="T34" fmla="*/ 86 w 117"/>
                    <a:gd name="T35" fmla="*/ 22 h 42"/>
                    <a:gd name="T36" fmla="*/ 78 w 117"/>
                    <a:gd name="T37" fmla="*/ 24 h 42"/>
                    <a:gd name="T38" fmla="*/ 73 w 117"/>
                    <a:gd name="T39" fmla="*/ 25 h 42"/>
                    <a:gd name="T40" fmla="*/ 67 w 117"/>
                    <a:gd name="T41" fmla="*/ 29 h 42"/>
                    <a:gd name="T42" fmla="*/ 62 w 117"/>
                    <a:gd name="T43" fmla="*/ 31 h 42"/>
                    <a:gd name="T44" fmla="*/ 55 w 117"/>
                    <a:gd name="T45" fmla="*/ 31 h 42"/>
                    <a:gd name="T46" fmla="*/ 51 w 117"/>
                    <a:gd name="T47" fmla="*/ 35 h 42"/>
                    <a:gd name="T48" fmla="*/ 47 w 117"/>
                    <a:gd name="T49" fmla="*/ 35 h 42"/>
                    <a:gd name="T50" fmla="*/ 42 w 117"/>
                    <a:gd name="T51" fmla="*/ 38 h 42"/>
                    <a:gd name="T52" fmla="*/ 38 w 117"/>
                    <a:gd name="T53" fmla="*/ 40 h 42"/>
                    <a:gd name="T54" fmla="*/ 36 w 117"/>
                    <a:gd name="T55" fmla="*/ 35 h 42"/>
                    <a:gd name="T56" fmla="*/ 36 w 117"/>
                    <a:gd name="T57" fmla="*/ 31 h 42"/>
                    <a:gd name="T58" fmla="*/ 42 w 117"/>
                    <a:gd name="T59" fmla="*/ 29 h 42"/>
                    <a:gd name="T60" fmla="*/ 42 w 117"/>
                    <a:gd name="T61" fmla="*/ 25 h 42"/>
                    <a:gd name="T62" fmla="*/ 38 w 117"/>
                    <a:gd name="T63" fmla="*/ 25 h 42"/>
                    <a:gd name="T64" fmla="*/ 35 w 117"/>
                    <a:gd name="T65" fmla="*/ 25 h 42"/>
                    <a:gd name="T66" fmla="*/ 33 w 117"/>
                    <a:gd name="T67" fmla="*/ 24 h 42"/>
                    <a:gd name="T68" fmla="*/ 35 w 117"/>
                    <a:gd name="T69" fmla="*/ 20 h 42"/>
                    <a:gd name="T70" fmla="*/ 38 w 117"/>
                    <a:gd name="T71" fmla="*/ 16 h 42"/>
                    <a:gd name="T72" fmla="*/ 40 w 117"/>
                    <a:gd name="T73" fmla="*/ 11 h 42"/>
                    <a:gd name="T74" fmla="*/ 46 w 117"/>
                    <a:gd name="T75" fmla="*/ 9 h 42"/>
                    <a:gd name="T76" fmla="*/ 53 w 117"/>
                    <a:gd name="T77" fmla="*/ 9 h 42"/>
                    <a:gd name="T78" fmla="*/ 55 w 117"/>
                    <a:gd name="T79" fmla="*/ 7 h 42"/>
                    <a:gd name="T80" fmla="*/ 58 w 117"/>
                    <a:gd name="T81" fmla="*/ 7 h 42"/>
                    <a:gd name="T82" fmla="*/ 64 w 117"/>
                    <a:gd name="T83" fmla="*/ 5 h 42"/>
                    <a:gd name="T84" fmla="*/ 71 w 117"/>
                    <a:gd name="T85" fmla="*/ 7 h 42"/>
                    <a:gd name="T86" fmla="*/ 78 w 117"/>
                    <a:gd name="T87" fmla="*/ 7 h 42"/>
                    <a:gd name="T88" fmla="*/ 84 w 117"/>
                    <a:gd name="T89" fmla="*/ 3 h 42"/>
                    <a:gd name="T90" fmla="*/ 89 w 117"/>
                    <a:gd name="T91" fmla="*/ 5 h 42"/>
                    <a:gd name="T92" fmla="*/ 97 w 117"/>
                    <a:gd name="T93" fmla="*/ 3 h 42"/>
                    <a:gd name="T94" fmla="*/ 102 w 117"/>
                    <a:gd name="T95" fmla="*/ 2 h 42"/>
                    <a:gd name="T96" fmla="*/ 108 w 117"/>
                    <a:gd name="T9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42">
                      <a:moveTo>
                        <a:pt x="15" y="31"/>
                      </a:moveTo>
                      <a:lnTo>
                        <a:pt x="16" y="31"/>
                      </a:lnTo>
                      <a:lnTo>
                        <a:pt x="15" y="31"/>
                      </a:lnTo>
                      <a:lnTo>
                        <a:pt x="15" y="33"/>
                      </a:lnTo>
                      <a:lnTo>
                        <a:pt x="15" y="35"/>
                      </a:lnTo>
                      <a:lnTo>
                        <a:pt x="15" y="36"/>
                      </a:lnTo>
                      <a:lnTo>
                        <a:pt x="13" y="36"/>
                      </a:lnTo>
                      <a:lnTo>
                        <a:pt x="13" y="38"/>
                      </a:lnTo>
                      <a:lnTo>
                        <a:pt x="11" y="38"/>
                      </a:lnTo>
                      <a:lnTo>
                        <a:pt x="11" y="40"/>
                      </a:lnTo>
                      <a:lnTo>
                        <a:pt x="13" y="40"/>
                      </a:lnTo>
                      <a:lnTo>
                        <a:pt x="11" y="40"/>
                      </a:lnTo>
                      <a:lnTo>
                        <a:pt x="13" y="40"/>
                      </a:lnTo>
                      <a:lnTo>
                        <a:pt x="11" y="42"/>
                      </a:lnTo>
                      <a:lnTo>
                        <a:pt x="9" y="42"/>
                      </a:lnTo>
                      <a:lnTo>
                        <a:pt x="9" y="40"/>
                      </a:lnTo>
                      <a:lnTo>
                        <a:pt x="9" y="38"/>
                      </a:lnTo>
                      <a:lnTo>
                        <a:pt x="7" y="38"/>
                      </a:lnTo>
                      <a:lnTo>
                        <a:pt x="5" y="38"/>
                      </a:lnTo>
                      <a:lnTo>
                        <a:pt x="5" y="40"/>
                      </a:lnTo>
                      <a:lnTo>
                        <a:pt x="4" y="40"/>
                      </a:lnTo>
                      <a:lnTo>
                        <a:pt x="4" y="38"/>
                      </a:lnTo>
                      <a:lnTo>
                        <a:pt x="2" y="38"/>
                      </a:lnTo>
                      <a:lnTo>
                        <a:pt x="0" y="36"/>
                      </a:lnTo>
                      <a:lnTo>
                        <a:pt x="2" y="36"/>
                      </a:lnTo>
                      <a:lnTo>
                        <a:pt x="4" y="36"/>
                      </a:lnTo>
                      <a:lnTo>
                        <a:pt x="4" y="35"/>
                      </a:lnTo>
                      <a:lnTo>
                        <a:pt x="5" y="35"/>
                      </a:lnTo>
                      <a:lnTo>
                        <a:pt x="5" y="33"/>
                      </a:lnTo>
                      <a:lnTo>
                        <a:pt x="7" y="33"/>
                      </a:lnTo>
                      <a:lnTo>
                        <a:pt x="9" y="33"/>
                      </a:lnTo>
                      <a:lnTo>
                        <a:pt x="9" y="31"/>
                      </a:lnTo>
                      <a:lnTo>
                        <a:pt x="11" y="31"/>
                      </a:lnTo>
                      <a:lnTo>
                        <a:pt x="13" y="31"/>
                      </a:lnTo>
                      <a:lnTo>
                        <a:pt x="15" y="31"/>
                      </a:lnTo>
                      <a:close/>
                      <a:moveTo>
                        <a:pt x="108" y="0"/>
                      </a:moveTo>
                      <a:lnTo>
                        <a:pt x="108" y="2"/>
                      </a:lnTo>
                      <a:lnTo>
                        <a:pt x="108" y="0"/>
                      </a:lnTo>
                      <a:lnTo>
                        <a:pt x="108" y="2"/>
                      </a:lnTo>
                      <a:lnTo>
                        <a:pt x="109" y="2"/>
                      </a:lnTo>
                      <a:lnTo>
                        <a:pt x="111" y="2"/>
                      </a:lnTo>
                      <a:lnTo>
                        <a:pt x="113" y="2"/>
                      </a:lnTo>
                      <a:lnTo>
                        <a:pt x="113" y="0"/>
                      </a:lnTo>
                      <a:lnTo>
                        <a:pt x="113" y="2"/>
                      </a:lnTo>
                      <a:lnTo>
                        <a:pt x="115" y="2"/>
                      </a:lnTo>
                      <a:lnTo>
                        <a:pt x="117" y="2"/>
                      </a:lnTo>
                      <a:lnTo>
                        <a:pt x="117" y="3"/>
                      </a:lnTo>
                      <a:lnTo>
                        <a:pt x="117" y="5"/>
                      </a:lnTo>
                      <a:lnTo>
                        <a:pt x="115" y="5"/>
                      </a:lnTo>
                      <a:lnTo>
                        <a:pt x="113" y="7"/>
                      </a:lnTo>
                      <a:lnTo>
                        <a:pt x="111" y="7"/>
                      </a:lnTo>
                      <a:lnTo>
                        <a:pt x="111" y="9"/>
                      </a:lnTo>
                      <a:lnTo>
                        <a:pt x="109" y="9"/>
                      </a:lnTo>
                      <a:lnTo>
                        <a:pt x="109" y="11"/>
                      </a:lnTo>
                      <a:lnTo>
                        <a:pt x="108" y="11"/>
                      </a:lnTo>
                      <a:lnTo>
                        <a:pt x="108" y="13"/>
                      </a:lnTo>
                      <a:lnTo>
                        <a:pt x="106" y="13"/>
                      </a:lnTo>
                      <a:lnTo>
                        <a:pt x="104" y="13"/>
                      </a:lnTo>
                      <a:lnTo>
                        <a:pt x="104" y="14"/>
                      </a:lnTo>
                      <a:lnTo>
                        <a:pt x="102" y="14"/>
                      </a:lnTo>
                      <a:lnTo>
                        <a:pt x="100" y="16"/>
                      </a:lnTo>
                      <a:lnTo>
                        <a:pt x="98" y="16"/>
                      </a:lnTo>
                      <a:lnTo>
                        <a:pt x="98" y="14"/>
                      </a:lnTo>
                      <a:lnTo>
                        <a:pt x="97" y="16"/>
                      </a:lnTo>
                      <a:lnTo>
                        <a:pt x="95" y="16"/>
                      </a:lnTo>
                      <a:lnTo>
                        <a:pt x="93" y="16"/>
                      </a:lnTo>
                      <a:lnTo>
                        <a:pt x="93" y="18"/>
                      </a:lnTo>
                      <a:lnTo>
                        <a:pt x="91" y="18"/>
                      </a:lnTo>
                      <a:lnTo>
                        <a:pt x="89" y="20"/>
                      </a:lnTo>
                      <a:lnTo>
                        <a:pt x="89" y="22"/>
                      </a:lnTo>
                      <a:lnTo>
                        <a:pt x="88" y="22"/>
                      </a:lnTo>
                      <a:lnTo>
                        <a:pt x="86" y="22"/>
                      </a:lnTo>
                      <a:lnTo>
                        <a:pt x="84" y="24"/>
                      </a:lnTo>
                      <a:lnTo>
                        <a:pt x="82" y="24"/>
                      </a:lnTo>
                      <a:lnTo>
                        <a:pt x="80" y="24"/>
                      </a:lnTo>
                      <a:lnTo>
                        <a:pt x="78" y="24"/>
                      </a:lnTo>
                      <a:lnTo>
                        <a:pt x="77" y="24"/>
                      </a:lnTo>
                      <a:lnTo>
                        <a:pt x="75" y="24"/>
                      </a:lnTo>
                      <a:lnTo>
                        <a:pt x="75" y="25"/>
                      </a:lnTo>
                      <a:lnTo>
                        <a:pt x="73" y="25"/>
                      </a:lnTo>
                      <a:lnTo>
                        <a:pt x="73" y="27"/>
                      </a:lnTo>
                      <a:lnTo>
                        <a:pt x="71" y="27"/>
                      </a:lnTo>
                      <a:lnTo>
                        <a:pt x="69" y="29"/>
                      </a:lnTo>
                      <a:lnTo>
                        <a:pt x="67" y="29"/>
                      </a:lnTo>
                      <a:lnTo>
                        <a:pt x="66" y="29"/>
                      </a:lnTo>
                      <a:lnTo>
                        <a:pt x="64" y="29"/>
                      </a:lnTo>
                      <a:lnTo>
                        <a:pt x="62" y="29"/>
                      </a:lnTo>
                      <a:lnTo>
                        <a:pt x="62" y="31"/>
                      </a:lnTo>
                      <a:lnTo>
                        <a:pt x="60" y="31"/>
                      </a:lnTo>
                      <a:lnTo>
                        <a:pt x="58" y="31"/>
                      </a:lnTo>
                      <a:lnTo>
                        <a:pt x="56" y="31"/>
                      </a:lnTo>
                      <a:lnTo>
                        <a:pt x="55" y="31"/>
                      </a:lnTo>
                      <a:lnTo>
                        <a:pt x="55" y="33"/>
                      </a:lnTo>
                      <a:lnTo>
                        <a:pt x="53" y="33"/>
                      </a:lnTo>
                      <a:lnTo>
                        <a:pt x="51" y="33"/>
                      </a:lnTo>
                      <a:lnTo>
                        <a:pt x="51" y="35"/>
                      </a:lnTo>
                      <a:lnTo>
                        <a:pt x="49" y="35"/>
                      </a:lnTo>
                      <a:lnTo>
                        <a:pt x="49" y="33"/>
                      </a:lnTo>
                      <a:lnTo>
                        <a:pt x="49" y="35"/>
                      </a:lnTo>
                      <a:lnTo>
                        <a:pt x="47" y="35"/>
                      </a:lnTo>
                      <a:lnTo>
                        <a:pt x="46" y="36"/>
                      </a:lnTo>
                      <a:lnTo>
                        <a:pt x="44" y="36"/>
                      </a:lnTo>
                      <a:lnTo>
                        <a:pt x="44" y="38"/>
                      </a:lnTo>
                      <a:lnTo>
                        <a:pt x="42" y="38"/>
                      </a:lnTo>
                      <a:lnTo>
                        <a:pt x="42" y="40"/>
                      </a:lnTo>
                      <a:lnTo>
                        <a:pt x="42" y="38"/>
                      </a:lnTo>
                      <a:lnTo>
                        <a:pt x="40" y="40"/>
                      </a:lnTo>
                      <a:lnTo>
                        <a:pt x="38" y="40"/>
                      </a:lnTo>
                      <a:lnTo>
                        <a:pt x="38" y="38"/>
                      </a:lnTo>
                      <a:lnTo>
                        <a:pt x="36" y="38"/>
                      </a:lnTo>
                      <a:lnTo>
                        <a:pt x="36" y="36"/>
                      </a:lnTo>
                      <a:lnTo>
                        <a:pt x="36" y="35"/>
                      </a:lnTo>
                      <a:lnTo>
                        <a:pt x="35" y="35"/>
                      </a:lnTo>
                      <a:lnTo>
                        <a:pt x="35" y="33"/>
                      </a:lnTo>
                      <a:lnTo>
                        <a:pt x="35" y="31"/>
                      </a:lnTo>
                      <a:lnTo>
                        <a:pt x="36" y="31"/>
                      </a:lnTo>
                      <a:lnTo>
                        <a:pt x="38" y="31"/>
                      </a:lnTo>
                      <a:lnTo>
                        <a:pt x="40" y="31"/>
                      </a:lnTo>
                      <a:lnTo>
                        <a:pt x="42" y="31"/>
                      </a:lnTo>
                      <a:lnTo>
                        <a:pt x="42" y="29"/>
                      </a:lnTo>
                      <a:lnTo>
                        <a:pt x="40" y="29"/>
                      </a:lnTo>
                      <a:lnTo>
                        <a:pt x="40" y="27"/>
                      </a:lnTo>
                      <a:lnTo>
                        <a:pt x="42" y="27"/>
                      </a:lnTo>
                      <a:lnTo>
                        <a:pt x="42" y="25"/>
                      </a:lnTo>
                      <a:lnTo>
                        <a:pt x="40" y="25"/>
                      </a:lnTo>
                      <a:lnTo>
                        <a:pt x="40" y="24"/>
                      </a:lnTo>
                      <a:lnTo>
                        <a:pt x="38" y="24"/>
                      </a:lnTo>
                      <a:lnTo>
                        <a:pt x="38" y="25"/>
                      </a:lnTo>
                      <a:lnTo>
                        <a:pt x="36" y="25"/>
                      </a:lnTo>
                      <a:lnTo>
                        <a:pt x="35" y="25"/>
                      </a:lnTo>
                      <a:lnTo>
                        <a:pt x="36" y="25"/>
                      </a:lnTo>
                      <a:lnTo>
                        <a:pt x="35" y="25"/>
                      </a:lnTo>
                      <a:lnTo>
                        <a:pt x="35" y="27"/>
                      </a:lnTo>
                      <a:lnTo>
                        <a:pt x="33" y="27"/>
                      </a:lnTo>
                      <a:lnTo>
                        <a:pt x="33" y="25"/>
                      </a:lnTo>
                      <a:lnTo>
                        <a:pt x="33" y="24"/>
                      </a:lnTo>
                      <a:lnTo>
                        <a:pt x="35" y="24"/>
                      </a:lnTo>
                      <a:lnTo>
                        <a:pt x="33" y="22"/>
                      </a:lnTo>
                      <a:lnTo>
                        <a:pt x="35" y="22"/>
                      </a:lnTo>
                      <a:lnTo>
                        <a:pt x="35" y="20"/>
                      </a:lnTo>
                      <a:lnTo>
                        <a:pt x="35" y="18"/>
                      </a:lnTo>
                      <a:lnTo>
                        <a:pt x="36" y="18"/>
                      </a:lnTo>
                      <a:lnTo>
                        <a:pt x="38" y="18"/>
                      </a:lnTo>
                      <a:lnTo>
                        <a:pt x="38" y="16"/>
                      </a:lnTo>
                      <a:lnTo>
                        <a:pt x="38" y="14"/>
                      </a:lnTo>
                      <a:lnTo>
                        <a:pt x="38" y="13"/>
                      </a:lnTo>
                      <a:lnTo>
                        <a:pt x="38" y="11"/>
                      </a:lnTo>
                      <a:lnTo>
                        <a:pt x="40" y="11"/>
                      </a:lnTo>
                      <a:lnTo>
                        <a:pt x="42" y="11"/>
                      </a:lnTo>
                      <a:lnTo>
                        <a:pt x="44" y="11"/>
                      </a:lnTo>
                      <a:lnTo>
                        <a:pt x="46" y="11"/>
                      </a:lnTo>
                      <a:lnTo>
                        <a:pt x="46" y="9"/>
                      </a:lnTo>
                      <a:lnTo>
                        <a:pt x="47" y="9"/>
                      </a:lnTo>
                      <a:lnTo>
                        <a:pt x="49" y="9"/>
                      </a:lnTo>
                      <a:lnTo>
                        <a:pt x="51" y="9"/>
                      </a:lnTo>
                      <a:lnTo>
                        <a:pt x="53" y="9"/>
                      </a:lnTo>
                      <a:lnTo>
                        <a:pt x="51" y="9"/>
                      </a:lnTo>
                      <a:lnTo>
                        <a:pt x="53" y="9"/>
                      </a:lnTo>
                      <a:lnTo>
                        <a:pt x="53" y="7"/>
                      </a:lnTo>
                      <a:lnTo>
                        <a:pt x="55" y="7"/>
                      </a:lnTo>
                      <a:lnTo>
                        <a:pt x="55" y="9"/>
                      </a:lnTo>
                      <a:lnTo>
                        <a:pt x="56" y="9"/>
                      </a:lnTo>
                      <a:lnTo>
                        <a:pt x="56" y="7"/>
                      </a:lnTo>
                      <a:lnTo>
                        <a:pt x="58" y="7"/>
                      </a:lnTo>
                      <a:lnTo>
                        <a:pt x="60" y="7"/>
                      </a:lnTo>
                      <a:lnTo>
                        <a:pt x="62" y="7"/>
                      </a:lnTo>
                      <a:lnTo>
                        <a:pt x="64" y="7"/>
                      </a:lnTo>
                      <a:lnTo>
                        <a:pt x="64" y="5"/>
                      </a:lnTo>
                      <a:lnTo>
                        <a:pt x="66" y="5"/>
                      </a:lnTo>
                      <a:lnTo>
                        <a:pt x="67" y="5"/>
                      </a:lnTo>
                      <a:lnTo>
                        <a:pt x="69" y="5"/>
                      </a:lnTo>
                      <a:lnTo>
                        <a:pt x="71" y="7"/>
                      </a:lnTo>
                      <a:lnTo>
                        <a:pt x="73" y="7"/>
                      </a:lnTo>
                      <a:lnTo>
                        <a:pt x="75" y="7"/>
                      </a:lnTo>
                      <a:lnTo>
                        <a:pt x="77" y="7"/>
                      </a:lnTo>
                      <a:lnTo>
                        <a:pt x="78" y="7"/>
                      </a:lnTo>
                      <a:lnTo>
                        <a:pt x="80" y="5"/>
                      </a:lnTo>
                      <a:lnTo>
                        <a:pt x="82" y="5"/>
                      </a:lnTo>
                      <a:lnTo>
                        <a:pt x="82" y="3"/>
                      </a:lnTo>
                      <a:lnTo>
                        <a:pt x="84" y="3"/>
                      </a:lnTo>
                      <a:lnTo>
                        <a:pt x="86" y="3"/>
                      </a:lnTo>
                      <a:lnTo>
                        <a:pt x="88" y="3"/>
                      </a:lnTo>
                      <a:lnTo>
                        <a:pt x="88" y="5"/>
                      </a:lnTo>
                      <a:lnTo>
                        <a:pt x="89" y="5"/>
                      </a:lnTo>
                      <a:lnTo>
                        <a:pt x="91" y="5"/>
                      </a:lnTo>
                      <a:lnTo>
                        <a:pt x="93" y="5"/>
                      </a:lnTo>
                      <a:lnTo>
                        <a:pt x="95" y="3"/>
                      </a:lnTo>
                      <a:lnTo>
                        <a:pt x="97" y="3"/>
                      </a:lnTo>
                      <a:lnTo>
                        <a:pt x="98" y="3"/>
                      </a:lnTo>
                      <a:lnTo>
                        <a:pt x="100" y="3"/>
                      </a:lnTo>
                      <a:lnTo>
                        <a:pt x="100" y="2"/>
                      </a:lnTo>
                      <a:lnTo>
                        <a:pt x="102" y="2"/>
                      </a:lnTo>
                      <a:lnTo>
                        <a:pt x="104" y="2"/>
                      </a:lnTo>
                      <a:lnTo>
                        <a:pt x="104" y="0"/>
                      </a:lnTo>
                      <a:lnTo>
                        <a:pt x="106" y="0"/>
                      </a:lnTo>
                      <a:lnTo>
                        <a:pt x="108"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6" name="Freeform 112">
                  <a:extLst>
                    <a:ext uri="{FF2B5EF4-FFF2-40B4-BE49-F238E27FC236}">
                      <a16:creationId xmlns:a16="http://schemas.microsoft.com/office/drawing/2014/main" id="{ACBB8C08-242B-3C16-552A-B3DD99341274}"/>
                    </a:ext>
                  </a:extLst>
                </p:cNvPr>
                <p:cNvSpPr>
                  <a:spLocks noEditPoints="1"/>
                </p:cNvSpPr>
                <p:nvPr/>
              </p:nvSpPr>
              <p:spPr bwMode="auto">
                <a:xfrm>
                  <a:off x="7266276" y="5578488"/>
                  <a:ext cx="119276" cy="21687"/>
                </a:xfrm>
                <a:custGeom>
                  <a:avLst/>
                  <a:gdLst>
                    <a:gd name="T0" fmla="*/ 66 w 66"/>
                    <a:gd name="T1" fmla="*/ 12 h 12"/>
                    <a:gd name="T2" fmla="*/ 66 w 66"/>
                    <a:gd name="T3" fmla="*/ 12 h 12"/>
                    <a:gd name="T4" fmla="*/ 66 w 66"/>
                    <a:gd name="T5" fmla="*/ 12 h 12"/>
                    <a:gd name="T6" fmla="*/ 64 w 66"/>
                    <a:gd name="T7" fmla="*/ 10 h 12"/>
                    <a:gd name="T8" fmla="*/ 64 w 66"/>
                    <a:gd name="T9" fmla="*/ 10 h 12"/>
                    <a:gd name="T10" fmla="*/ 64 w 66"/>
                    <a:gd name="T11" fmla="*/ 10 h 12"/>
                    <a:gd name="T12" fmla="*/ 66 w 66"/>
                    <a:gd name="T13" fmla="*/ 10 h 12"/>
                    <a:gd name="T14" fmla="*/ 66 w 66"/>
                    <a:gd name="T15" fmla="*/ 10 h 12"/>
                    <a:gd name="T16" fmla="*/ 66 w 66"/>
                    <a:gd name="T17" fmla="*/ 10 h 12"/>
                    <a:gd name="T18" fmla="*/ 3 w 66"/>
                    <a:gd name="T19" fmla="*/ 7 h 12"/>
                    <a:gd name="T20" fmla="*/ 2 w 66"/>
                    <a:gd name="T21" fmla="*/ 7 h 12"/>
                    <a:gd name="T22" fmla="*/ 2 w 66"/>
                    <a:gd name="T23" fmla="*/ 7 h 12"/>
                    <a:gd name="T24" fmla="*/ 2 w 66"/>
                    <a:gd name="T25" fmla="*/ 7 h 12"/>
                    <a:gd name="T26" fmla="*/ 2 w 66"/>
                    <a:gd name="T27" fmla="*/ 7 h 12"/>
                    <a:gd name="T28" fmla="*/ 2 w 66"/>
                    <a:gd name="T29" fmla="*/ 7 h 12"/>
                    <a:gd name="T30" fmla="*/ 2 w 66"/>
                    <a:gd name="T31" fmla="*/ 7 h 12"/>
                    <a:gd name="T32" fmla="*/ 2 w 66"/>
                    <a:gd name="T33" fmla="*/ 7 h 12"/>
                    <a:gd name="T34" fmla="*/ 0 w 66"/>
                    <a:gd name="T35" fmla="*/ 7 h 12"/>
                    <a:gd name="T36" fmla="*/ 0 w 66"/>
                    <a:gd name="T37" fmla="*/ 5 h 12"/>
                    <a:gd name="T38" fmla="*/ 0 w 66"/>
                    <a:gd name="T39" fmla="*/ 5 h 12"/>
                    <a:gd name="T40" fmla="*/ 0 w 66"/>
                    <a:gd name="T41" fmla="*/ 5 h 12"/>
                    <a:gd name="T42" fmla="*/ 0 w 66"/>
                    <a:gd name="T43" fmla="*/ 5 h 12"/>
                    <a:gd name="T44" fmla="*/ 0 w 66"/>
                    <a:gd name="T45" fmla="*/ 5 h 12"/>
                    <a:gd name="T46" fmla="*/ 0 w 66"/>
                    <a:gd name="T47" fmla="*/ 3 h 12"/>
                    <a:gd name="T48" fmla="*/ 2 w 66"/>
                    <a:gd name="T49" fmla="*/ 3 h 12"/>
                    <a:gd name="T50" fmla="*/ 2 w 66"/>
                    <a:gd name="T51" fmla="*/ 3 h 12"/>
                    <a:gd name="T52" fmla="*/ 2 w 66"/>
                    <a:gd name="T53" fmla="*/ 3 h 12"/>
                    <a:gd name="T54" fmla="*/ 2 w 66"/>
                    <a:gd name="T55" fmla="*/ 3 h 12"/>
                    <a:gd name="T56" fmla="*/ 3 w 66"/>
                    <a:gd name="T57" fmla="*/ 1 h 12"/>
                    <a:gd name="T58" fmla="*/ 3 w 66"/>
                    <a:gd name="T59" fmla="*/ 1 h 12"/>
                    <a:gd name="T60" fmla="*/ 3 w 66"/>
                    <a:gd name="T61" fmla="*/ 1 h 12"/>
                    <a:gd name="T62" fmla="*/ 3 w 66"/>
                    <a:gd name="T63" fmla="*/ 0 h 12"/>
                    <a:gd name="T64" fmla="*/ 5 w 66"/>
                    <a:gd name="T65" fmla="*/ 0 h 12"/>
                    <a:gd name="T66" fmla="*/ 5 w 66"/>
                    <a:gd name="T67" fmla="*/ 0 h 12"/>
                    <a:gd name="T68" fmla="*/ 5 w 66"/>
                    <a:gd name="T69" fmla="*/ 1 h 12"/>
                    <a:gd name="T70" fmla="*/ 5 w 66"/>
                    <a:gd name="T71" fmla="*/ 1 h 12"/>
                    <a:gd name="T72" fmla="*/ 5 w 66"/>
                    <a:gd name="T73" fmla="*/ 1 h 12"/>
                    <a:gd name="T74" fmla="*/ 5 w 66"/>
                    <a:gd name="T75" fmla="*/ 1 h 12"/>
                    <a:gd name="T76" fmla="*/ 3 w 66"/>
                    <a:gd name="T77" fmla="*/ 3 h 12"/>
                    <a:gd name="T78" fmla="*/ 3 w 66"/>
                    <a:gd name="T79" fmla="*/ 3 h 12"/>
                    <a:gd name="T80" fmla="*/ 3 w 66"/>
                    <a:gd name="T81" fmla="*/ 3 h 12"/>
                    <a:gd name="T82" fmla="*/ 3 w 66"/>
                    <a:gd name="T83" fmla="*/ 3 h 12"/>
                    <a:gd name="T84" fmla="*/ 3 w 66"/>
                    <a:gd name="T85" fmla="*/ 3 h 12"/>
                    <a:gd name="T86" fmla="*/ 3 w 66"/>
                    <a:gd name="T87" fmla="*/ 5 h 12"/>
                    <a:gd name="T88" fmla="*/ 3 w 66"/>
                    <a:gd name="T89" fmla="*/ 5 h 12"/>
                    <a:gd name="T90" fmla="*/ 3 w 66"/>
                    <a:gd name="T91" fmla="*/ 5 h 12"/>
                    <a:gd name="T92" fmla="*/ 3 w 66"/>
                    <a:gd name="T93" fmla="*/ 5 h 12"/>
                    <a:gd name="T94" fmla="*/ 3 w 66"/>
                    <a:gd name="T95" fmla="*/ 5 h 12"/>
                    <a:gd name="T96" fmla="*/ 3 w 66"/>
                    <a:gd name="T9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 h="12">
                      <a:moveTo>
                        <a:pt x="66" y="10"/>
                      </a:moveTo>
                      <a:lnTo>
                        <a:pt x="66" y="12"/>
                      </a:lnTo>
                      <a:lnTo>
                        <a:pt x="66" y="12"/>
                      </a:lnTo>
                      <a:lnTo>
                        <a:pt x="66" y="12"/>
                      </a:lnTo>
                      <a:lnTo>
                        <a:pt x="66" y="12"/>
                      </a:lnTo>
                      <a:lnTo>
                        <a:pt x="66" y="12"/>
                      </a:lnTo>
                      <a:lnTo>
                        <a:pt x="64" y="10"/>
                      </a:lnTo>
                      <a:lnTo>
                        <a:pt x="64" y="10"/>
                      </a:lnTo>
                      <a:lnTo>
                        <a:pt x="64" y="10"/>
                      </a:lnTo>
                      <a:lnTo>
                        <a:pt x="64" y="10"/>
                      </a:lnTo>
                      <a:lnTo>
                        <a:pt x="64" y="10"/>
                      </a:lnTo>
                      <a:lnTo>
                        <a:pt x="64" y="10"/>
                      </a:lnTo>
                      <a:lnTo>
                        <a:pt x="64" y="10"/>
                      </a:lnTo>
                      <a:lnTo>
                        <a:pt x="66" y="10"/>
                      </a:lnTo>
                      <a:lnTo>
                        <a:pt x="66" y="10"/>
                      </a:lnTo>
                      <a:lnTo>
                        <a:pt x="66" y="10"/>
                      </a:lnTo>
                      <a:lnTo>
                        <a:pt x="66" y="10"/>
                      </a:lnTo>
                      <a:lnTo>
                        <a:pt x="66" y="10"/>
                      </a:lnTo>
                      <a:lnTo>
                        <a:pt x="66" y="10"/>
                      </a:lnTo>
                      <a:close/>
                      <a:moveTo>
                        <a:pt x="3" y="7"/>
                      </a:moveTo>
                      <a:lnTo>
                        <a:pt x="3" y="7"/>
                      </a:lnTo>
                      <a:lnTo>
                        <a:pt x="2" y="7"/>
                      </a:lnTo>
                      <a:lnTo>
                        <a:pt x="3" y="7"/>
                      </a:lnTo>
                      <a:lnTo>
                        <a:pt x="2" y="7"/>
                      </a:lnTo>
                      <a:lnTo>
                        <a:pt x="2" y="7"/>
                      </a:lnTo>
                      <a:lnTo>
                        <a:pt x="2" y="7"/>
                      </a:lnTo>
                      <a:lnTo>
                        <a:pt x="2" y="7"/>
                      </a:lnTo>
                      <a:lnTo>
                        <a:pt x="2" y="7"/>
                      </a:lnTo>
                      <a:lnTo>
                        <a:pt x="2" y="7"/>
                      </a:lnTo>
                      <a:lnTo>
                        <a:pt x="2" y="7"/>
                      </a:lnTo>
                      <a:lnTo>
                        <a:pt x="2" y="7"/>
                      </a:lnTo>
                      <a:lnTo>
                        <a:pt x="2" y="7"/>
                      </a:lnTo>
                      <a:lnTo>
                        <a:pt x="2" y="7"/>
                      </a:lnTo>
                      <a:lnTo>
                        <a:pt x="2" y="7"/>
                      </a:lnTo>
                      <a:lnTo>
                        <a:pt x="2" y="7"/>
                      </a:lnTo>
                      <a:lnTo>
                        <a:pt x="0" y="7"/>
                      </a:lnTo>
                      <a:lnTo>
                        <a:pt x="0" y="5"/>
                      </a:lnTo>
                      <a:lnTo>
                        <a:pt x="0" y="5"/>
                      </a:lnTo>
                      <a:lnTo>
                        <a:pt x="0" y="5"/>
                      </a:lnTo>
                      <a:lnTo>
                        <a:pt x="0" y="5"/>
                      </a:lnTo>
                      <a:lnTo>
                        <a:pt x="0" y="5"/>
                      </a:lnTo>
                      <a:lnTo>
                        <a:pt x="0" y="5"/>
                      </a:lnTo>
                      <a:lnTo>
                        <a:pt x="0" y="5"/>
                      </a:lnTo>
                      <a:lnTo>
                        <a:pt x="0" y="5"/>
                      </a:lnTo>
                      <a:lnTo>
                        <a:pt x="0" y="5"/>
                      </a:lnTo>
                      <a:lnTo>
                        <a:pt x="0" y="5"/>
                      </a:lnTo>
                      <a:lnTo>
                        <a:pt x="0" y="3"/>
                      </a:lnTo>
                      <a:lnTo>
                        <a:pt x="0" y="3"/>
                      </a:lnTo>
                      <a:lnTo>
                        <a:pt x="2" y="3"/>
                      </a:lnTo>
                      <a:lnTo>
                        <a:pt x="2" y="3"/>
                      </a:lnTo>
                      <a:lnTo>
                        <a:pt x="2" y="3"/>
                      </a:lnTo>
                      <a:lnTo>
                        <a:pt x="2" y="3"/>
                      </a:lnTo>
                      <a:lnTo>
                        <a:pt x="2" y="3"/>
                      </a:lnTo>
                      <a:lnTo>
                        <a:pt x="2" y="3"/>
                      </a:lnTo>
                      <a:lnTo>
                        <a:pt x="2" y="3"/>
                      </a:lnTo>
                      <a:lnTo>
                        <a:pt x="2" y="3"/>
                      </a:lnTo>
                      <a:lnTo>
                        <a:pt x="2" y="1"/>
                      </a:lnTo>
                      <a:lnTo>
                        <a:pt x="3" y="1"/>
                      </a:lnTo>
                      <a:lnTo>
                        <a:pt x="3" y="1"/>
                      </a:lnTo>
                      <a:lnTo>
                        <a:pt x="3" y="1"/>
                      </a:lnTo>
                      <a:lnTo>
                        <a:pt x="3" y="1"/>
                      </a:lnTo>
                      <a:lnTo>
                        <a:pt x="3" y="1"/>
                      </a:lnTo>
                      <a:lnTo>
                        <a:pt x="3" y="0"/>
                      </a:lnTo>
                      <a:lnTo>
                        <a:pt x="3" y="0"/>
                      </a:lnTo>
                      <a:lnTo>
                        <a:pt x="3" y="0"/>
                      </a:lnTo>
                      <a:lnTo>
                        <a:pt x="5" y="0"/>
                      </a:lnTo>
                      <a:lnTo>
                        <a:pt x="5" y="0"/>
                      </a:lnTo>
                      <a:lnTo>
                        <a:pt x="5" y="0"/>
                      </a:lnTo>
                      <a:lnTo>
                        <a:pt x="5" y="1"/>
                      </a:lnTo>
                      <a:lnTo>
                        <a:pt x="5" y="1"/>
                      </a:lnTo>
                      <a:lnTo>
                        <a:pt x="5" y="1"/>
                      </a:lnTo>
                      <a:lnTo>
                        <a:pt x="5" y="1"/>
                      </a:lnTo>
                      <a:lnTo>
                        <a:pt x="5" y="1"/>
                      </a:lnTo>
                      <a:lnTo>
                        <a:pt x="5" y="1"/>
                      </a:lnTo>
                      <a:lnTo>
                        <a:pt x="5" y="1"/>
                      </a:lnTo>
                      <a:lnTo>
                        <a:pt x="5" y="1"/>
                      </a:lnTo>
                      <a:lnTo>
                        <a:pt x="5" y="1"/>
                      </a:lnTo>
                      <a:lnTo>
                        <a:pt x="3" y="3"/>
                      </a:lnTo>
                      <a:lnTo>
                        <a:pt x="3" y="3"/>
                      </a:lnTo>
                      <a:lnTo>
                        <a:pt x="3" y="3"/>
                      </a:lnTo>
                      <a:lnTo>
                        <a:pt x="3" y="3"/>
                      </a:lnTo>
                      <a:lnTo>
                        <a:pt x="3" y="3"/>
                      </a:lnTo>
                      <a:lnTo>
                        <a:pt x="3" y="3"/>
                      </a:lnTo>
                      <a:lnTo>
                        <a:pt x="3" y="3"/>
                      </a:lnTo>
                      <a:lnTo>
                        <a:pt x="3" y="3"/>
                      </a:lnTo>
                      <a:lnTo>
                        <a:pt x="3" y="3"/>
                      </a:lnTo>
                      <a:lnTo>
                        <a:pt x="3" y="5"/>
                      </a:lnTo>
                      <a:lnTo>
                        <a:pt x="3" y="5"/>
                      </a:lnTo>
                      <a:lnTo>
                        <a:pt x="3" y="5"/>
                      </a:lnTo>
                      <a:lnTo>
                        <a:pt x="3" y="5"/>
                      </a:lnTo>
                      <a:lnTo>
                        <a:pt x="3" y="5"/>
                      </a:lnTo>
                      <a:lnTo>
                        <a:pt x="3" y="5"/>
                      </a:lnTo>
                      <a:lnTo>
                        <a:pt x="3" y="5"/>
                      </a:lnTo>
                      <a:lnTo>
                        <a:pt x="3" y="5"/>
                      </a:lnTo>
                      <a:lnTo>
                        <a:pt x="3" y="5"/>
                      </a:lnTo>
                      <a:lnTo>
                        <a:pt x="3" y="5"/>
                      </a:lnTo>
                      <a:lnTo>
                        <a:pt x="3" y="5"/>
                      </a:lnTo>
                      <a:lnTo>
                        <a:pt x="3" y="5"/>
                      </a:lnTo>
                      <a:lnTo>
                        <a:pt x="3" y="7"/>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7" name="Freeform 113">
                  <a:extLst>
                    <a:ext uri="{FF2B5EF4-FFF2-40B4-BE49-F238E27FC236}">
                      <a16:creationId xmlns:a16="http://schemas.microsoft.com/office/drawing/2014/main" id="{0816F6DC-49B8-2259-5670-E2DC3F4286F6}"/>
                    </a:ext>
                  </a:extLst>
                </p:cNvPr>
                <p:cNvSpPr>
                  <a:spLocks/>
                </p:cNvSpPr>
                <p:nvPr/>
              </p:nvSpPr>
              <p:spPr bwMode="auto">
                <a:xfrm>
                  <a:off x="838006" y="2327307"/>
                  <a:ext cx="1212643" cy="406624"/>
                </a:xfrm>
                <a:custGeom>
                  <a:avLst/>
                  <a:gdLst>
                    <a:gd name="T0" fmla="*/ 330 w 671"/>
                    <a:gd name="T1" fmla="*/ 197 h 225"/>
                    <a:gd name="T2" fmla="*/ 292 w 671"/>
                    <a:gd name="T3" fmla="*/ 199 h 225"/>
                    <a:gd name="T4" fmla="*/ 268 w 671"/>
                    <a:gd name="T5" fmla="*/ 214 h 225"/>
                    <a:gd name="T6" fmla="*/ 222 w 671"/>
                    <a:gd name="T7" fmla="*/ 208 h 225"/>
                    <a:gd name="T8" fmla="*/ 180 w 671"/>
                    <a:gd name="T9" fmla="*/ 188 h 225"/>
                    <a:gd name="T10" fmla="*/ 158 w 671"/>
                    <a:gd name="T11" fmla="*/ 207 h 225"/>
                    <a:gd name="T12" fmla="*/ 133 w 671"/>
                    <a:gd name="T13" fmla="*/ 214 h 225"/>
                    <a:gd name="T14" fmla="*/ 111 w 671"/>
                    <a:gd name="T15" fmla="*/ 205 h 225"/>
                    <a:gd name="T16" fmla="*/ 102 w 671"/>
                    <a:gd name="T17" fmla="*/ 196 h 225"/>
                    <a:gd name="T18" fmla="*/ 85 w 671"/>
                    <a:gd name="T19" fmla="*/ 186 h 225"/>
                    <a:gd name="T20" fmla="*/ 71 w 671"/>
                    <a:gd name="T21" fmla="*/ 197 h 225"/>
                    <a:gd name="T22" fmla="*/ 73 w 671"/>
                    <a:gd name="T23" fmla="*/ 190 h 225"/>
                    <a:gd name="T24" fmla="*/ 49 w 671"/>
                    <a:gd name="T25" fmla="*/ 194 h 225"/>
                    <a:gd name="T26" fmla="*/ 74 w 671"/>
                    <a:gd name="T27" fmla="*/ 186 h 225"/>
                    <a:gd name="T28" fmla="*/ 67 w 671"/>
                    <a:gd name="T29" fmla="*/ 181 h 225"/>
                    <a:gd name="T30" fmla="*/ 43 w 671"/>
                    <a:gd name="T31" fmla="*/ 177 h 225"/>
                    <a:gd name="T32" fmla="*/ 53 w 671"/>
                    <a:gd name="T33" fmla="*/ 176 h 225"/>
                    <a:gd name="T34" fmla="*/ 40 w 671"/>
                    <a:gd name="T35" fmla="*/ 166 h 225"/>
                    <a:gd name="T36" fmla="*/ 34 w 671"/>
                    <a:gd name="T37" fmla="*/ 144 h 225"/>
                    <a:gd name="T38" fmla="*/ 14 w 671"/>
                    <a:gd name="T39" fmla="*/ 141 h 225"/>
                    <a:gd name="T40" fmla="*/ 11 w 671"/>
                    <a:gd name="T41" fmla="*/ 126 h 225"/>
                    <a:gd name="T42" fmla="*/ 27 w 671"/>
                    <a:gd name="T43" fmla="*/ 133 h 225"/>
                    <a:gd name="T44" fmla="*/ 29 w 671"/>
                    <a:gd name="T45" fmla="*/ 128 h 225"/>
                    <a:gd name="T46" fmla="*/ 36 w 671"/>
                    <a:gd name="T47" fmla="*/ 115 h 225"/>
                    <a:gd name="T48" fmla="*/ 20 w 671"/>
                    <a:gd name="T49" fmla="*/ 101 h 225"/>
                    <a:gd name="T50" fmla="*/ 16 w 671"/>
                    <a:gd name="T51" fmla="*/ 91 h 225"/>
                    <a:gd name="T52" fmla="*/ 12 w 671"/>
                    <a:gd name="T53" fmla="*/ 68 h 225"/>
                    <a:gd name="T54" fmla="*/ 45 w 671"/>
                    <a:gd name="T55" fmla="*/ 62 h 225"/>
                    <a:gd name="T56" fmla="*/ 69 w 671"/>
                    <a:gd name="T57" fmla="*/ 60 h 225"/>
                    <a:gd name="T58" fmla="*/ 102 w 671"/>
                    <a:gd name="T59" fmla="*/ 62 h 225"/>
                    <a:gd name="T60" fmla="*/ 122 w 671"/>
                    <a:gd name="T61" fmla="*/ 49 h 225"/>
                    <a:gd name="T62" fmla="*/ 116 w 671"/>
                    <a:gd name="T63" fmla="*/ 46 h 225"/>
                    <a:gd name="T64" fmla="*/ 118 w 671"/>
                    <a:gd name="T65" fmla="*/ 33 h 225"/>
                    <a:gd name="T66" fmla="*/ 153 w 671"/>
                    <a:gd name="T67" fmla="*/ 33 h 225"/>
                    <a:gd name="T68" fmla="*/ 197 w 671"/>
                    <a:gd name="T69" fmla="*/ 26 h 225"/>
                    <a:gd name="T70" fmla="*/ 233 w 671"/>
                    <a:gd name="T71" fmla="*/ 9 h 225"/>
                    <a:gd name="T72" fmla="*/ 283 w 671"/>
                    <a:gd name="T73" fmla="*/ 4 h 225"/>
                    <a:gd name="T74" fmla="*/ 328 w 671"/>
                    <a:gd name="T75" fmla="*/ 4 h 225"/>
                    <a:gd name="T76" fmla="*/ 357 w 671"/>
                    <a:gd name="T77" fmla="*/ 15 h 225"/>
                    <a:gd name="T78" fmla="*/ 390 w 671"/>
                    <a:gd name="T79" fmla="*/ 29 h 225"/>
                    <a:gd name="T80" fmla="*/ 432 w 671"/>
                    <a:gd name="T81" fmla="*/ 40 h 225"/>
                    <a:gd name="T82" fmla="*/ 471 w 671"/>
                    <a:gd name="T83" fmla="*/ 38 h 225"/>
                    <a:gd name="T84" fmla="*/ 509 w 671"/>
                    <a:gd name="T85" fmla="*/ 42 h 225"/>
                    <a:gd name="T86" fmla="*/ 547 w 671"/>
                    <a:gd name="T87" fmla="*/ 26 h 225"/>
                    <a:gd name="T88" fmla="*/ 585 w 671"/>
                    <a:gd name="T89" fmla="*/ 24 h 225"/>
                    <a:gd name="T90" fmla="*/ 618 w 671"/>
                    <a:gd name="T91" fmla="*/ 33 h 225"/>
                    <a:gd name="T92" fmla="*/ 627 w 671"/>
                    <a:gd name="T93" fmla="*/ 59 h 225"/>
                    <a:gd name="T94" fmla="*/ 649 w 671"/>
                    <a:gd name="T95" fmla="*/ 75 h 225"/>
                    <a:gd name="T96" fmla="*/ 664 w 671"/>
                    <a:gd name="T97" fmla="*/ 84 h 225"/>
                    <a:gd name="T98" fmla="*/ 649 w 671"/>
                    <a:gd name="T99" fmla="*/ 112 h 225"/>
                    <a:gd name="T100" fmla="*/ 655 w 671"/>
                    <a:gd name="T101" fmla="*/ 143 h 225"/>
                    <a:gd name="T102" fmla="*/ 664 w 671"/>
                    <a:gd name="T103" fmla="*/ 166 h 225"/>
                    <a:gd name="T104" fmla="*/ 649 w 671"/>
                    <a:gd name="T105" fmla="*/ 177 h 225"/>
                    <a:gd name="T106" fmla="*/ 609 w 671"/>
                    <a:gd name="T107" fmla="*/ 170 h 225"/>
                    <a:gd name="T108" fmla="*/ 578 w 671"/>
                    <a:gd name="T109" fmla="*/ 172 h 225"/>
                    <a:gd name="T110" fmla="*/ 529 w 671"/>
                    <a:gd name="T111" fmla="*/ 179 h 225"/>
                    <a:gd name="T112" fmla="*/ 463 w 671"/>
                    <a:gd name="T113" fmla="*/ 194 h 225"/>
                    <a:gd name="T114" fmla="*/ 405 w 671"/>
                    <a:gd name="T115" fmla="*/ 196 h 225"/>
                    <a:gd name="T116" fmla="*/ 376 w 671"/>
                    <a:gd name="T117" fmla="*/ 203 h 225"/>
                    <a:gd name="T118" fmla="*/ 368 w 671"/>
                    <a:gd name="T119" fmla="*/ 216 h 225"/>
                    <a:gd name="T120" fmla="*/ 356 w 671"/>
                    <a:gd name="T121" fmla="*/ 219 h 225"/>
                    <a:gd name="T122" fmla="*/ 361 w 671"/>
                    <a:gd name="T123" fmla="*/ 188 h 225"/>
                    <a:gd name="T124" fmla="*/ 345 w 671"/>
                    <a:gd name="T125" fmla="*/ 194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1" h="225">
                      <a:moveTo>
                        <a:pt x="341" y="197"/>
                      </a:moveTo>
                      <a:lnTo>
                        <a:pt x="341" y="196"/>
                      </a:lnTo>
                      <a:lnTo>
                        <a:pt x="339" y="196"/>
                      </a:lnTo>
                      <a:lnTo>
                        <a:pt x="341" y="196"/>
                      </a:lnTo>
                      <a:lnTo>
                        <a:pt x="339" y="196"/>
                      </a:lnTo>
                      <a:lnTo>
                        <a:pt x="339" y="194"/>
                      </a:lnTo>
                      <a:lnTo>
                        <a:pt x="339" y="196"/>
                      </a:lnTo>
                      <a:lnTo>
                        <a:pt x="339" y="194"/>
                      </a:lnTo>
                      <a:lnTo>
                        <a:pt x="339" y="196"/>
                      </a:lnTo>
                      <a:lnTo>
                        <a:pt x="341" y="196"/>
                      </a:lnTo>
                      <a:lnTo>
                        <a:pt x="339" y="196"/>
                      </a:lnTo>
                      <a:lnTo>
                        <a:pt x="341" y="196"/>
                      </a:lnTo>
                      <a:lnTo>
                        <a:pt x="341" y="197"/>
                      </a:lnTo>
                      <a:lnTo>
                        <a:pt x="339" y="197"/>
                      </a:lnTo>
                      <a:lnTo>
                        <a:pt x="339" y="199"/>
                      </a:lnTo>
                      <a:lnTo>
                        <a:pt x="339" y="197"/>
                      </a:lnTo>
                      <a:lnTo>
                        <a:pt x="337" y="197"/>
                      </a:lnTo>
                      <a:lnTo>
                        <a:pt x="335" y="197"/>
                      </a:lnTo>
                      <a:lnTo>
                        <a:pt x="334" y="197"/>
                      </a:lnTo>
                      <a:lnTo>
                        <a:pt x="334" y="199"/>
                      </a:lnTo>
                      <a:lnTo>
                        <a:pt x="332" y="199"/>
                      </a:lnTo>
                      <a:lnTo>
                        <a:pt x="332" y="197"/>
                      </a:lnTo>
                      <a:lnTo>
                        <a:pt x="332" y="196"/>
                      </a:lnTo>
                      <a:lnTo>
                        <a:pt x="330" y="196"/>
                      </a:lnTo>
                      <a:lnTo>
                        <a:pt x="328" y="196"/>
                      </a:lnTo>
                      <a:lnTo>
                        <a:pt x="330" y="196"/>
                      </a:lnTo>
                      <a:lnTo>
                        <a:pt x="328" y="196"/>
                      </a:lnTo>
                      <a:lnTo>
                        <a:pt x="328" y="194"/>
                      </a:lnTo>
                      <a:lnTo>
                        <a:pt x="326" y="194"/>
                      </a:lnTo>
                      <a:lnTo>
                        <a:pt x="326" y="196"/>
                      </a:lnTo>
                      <a:lnTo>
                        <a:pt x="328" y="196"/>
                      </a:lnTo>
                      <a:lnTo>
                        <a:pt x="330" y="197"/>
                      </a:lnTo>
                      <a:lnTo>
                        <a:pt x="332" y="197"/>
                      </a:lnTo>
                      <a:lnTo>
                        <a:pt x="332" y="199"/>
                      </a:lnTo>
                      <a:lnTo>
                        <a:pt x="330" y="199"/>
                      </a:lnTo>
                      <a:lnTo>
                        <a:pt x="330" y="197"/>
                      </a:lnTo>
                      <a:lnTo>
                        <a:pt x="328" y="197"/>
                      </a:lnTo>
                      <a:lnTo>
                        <a:pt x="326" y="197"/>
                      </a:lnTo>
                      <a:lnTo>
                        <a:pt x="326" y="196"/>
                      </a:lnTo>
                      <a:lnTo>
                        <a:pt x="324" y="196"/>
                      </a:lnTo>
                      <a:lnTo>
                        <a:pt x="323" y="196"/>
                      </a:lnTo>
                      <a:lnTo>
                        <a:pt x="323" y="194"/>
                      </a:lnTo>
                      <a:lnTo>
                        <a:pt x="321" y="194"/>
                      </a:lnTo>
                      <a:lnTo>
                        <a:pt x="319" y="194"/>
                      </a:lnTo>
                      <a:lnTo>
                        <a:pt x="319" y="192"/>
                      </a:lnTo>
                      <a:lnTo>
                        <a:pt x="317" y="192"/>
                      </a:lnTo>
                      <a:lnTo>
                        <a:pt x="315" y="192"/>
                      </a:lnTo>
                      <a:lnTo>
                        <a:pt x="315" y="190"/>
                      </a:lnTo>
                      <a:lnTo>
                        <a:pt x="314" y="190"/>
                      </a:lnTo>
                      <a:lnTo>
                        <a:pt x="312" y="190"/>
                      </a:lnTo>
                      <a:lnTo>
                        <a:pt x="310" y="190"/>
                      </a:lnTo>
                      <a:lnTo>
                        <a:pt x="308" y="190"/>
                      </a:lnTo>
                      <a:lnTo>
                        <a:pt x="306" y="190"/>
                      </a:lnTo>
                      <a:lnTo>
                        <a:pt x="304" y="190"/>
                      </a:lnTo>
                      <a:lnTo>
                        <a:pt x="304" y="192"/>
                      </a:lnTo>
                      <a:lnTo>
                        <a:pt x="303" y="192"/>
                      </a:lnTo>
                      <a:lnTo>
                        <a:pt x="301" y="194"/>
                      </a:lnTo>
                      <a:lnTo>
                        <a:pt x="299" y="194"/>
                      </a:lnTo>
                      <a:lnTo>
                        <a:pt x="299" y="196"/>
                      </a:lnTo>
                      <a:lnTo>
                        <a:pt x="297" y="196"/>
                      </a:lnTo>
                      <a:lnTo>
                        <a:pt x="295" y="197"/>
                      </a:lnTo>
                      <a:lnTo>
                        <a:pt x="293" y="197"/>
                      </a:lnTo>
                      <a:lnTo>
                        <a:pt x="293" y="199"/>
                      </a:lnTo>
                      <a:lnTo>
                        <a:pt x="292" y="199"/>
                      </a:lnTo>
                      <a:lnTo>
                        <a:pt x="292" y="201"/>
                      </a:lnTo>
                      <a:lnTo>
                        <a:pt x="290" y="201"/>
                      </a:lnTo>
                      <a:lnTo>
                        <a:pt x="290" y="203"/>
                      </a:lnTo>
                      <a:lnTo>
                        <a:pt x="288" y="203"/>
                      </a:lnTo>
                      <a:lnTo>
                        <a:pt x="286" y="205"/>
                      </a:lnTo>
                      <a:lnTo>
                        <a:pt x="286" y="207"/>
                      </a:lnTo>
                      <a:lnTo>
                        <a:pt x="286" y="208"/>
                      </a:lnTo>
                      <a:lnTo>
                        <a:pt x="284" y="208"/>
                      </a:lnTo>
                      <a:lnTo>
                        <a:pt x="283" y="208"/>
                      </a:lnTo>
                      <a:lnTo>
                        <a:pt x="284" y="208"/>
                      </a:lnTo>
                      <a:lnTo>
                        <a:pt x="283" y="208"/>
                      </a:lnTo>
                      <a:lnTo>
                        <a:pt x="283" y="210"/>
                      </a:lnTo>
                      <a:lnTo>
                        <a:pt x="283" y="208"/>
                      </a:lnTo>
                      <a:lnTo>
                        <a:pt x="281" y="208"/>
                      </a:lnTo>
                      <a:lnTo>
                        <a:pt x="281" y="207"/>
                      </a:lnTo>
                      <a:lnTo>
                        <a:pt x="279" y="207"/>
                      </a:lnTo>
                      <a:lnTo>
                        <a:pt x="279" y="208"/>
                      </a:lnTo>
                      <a:lnTo>
                        <a:pt x="277" y="208"/>
                      </a:lnTo>
                      <a:lnTo>
                        <a:pt x="277" y="210"/>
                      </a:lnTo>
                      <a:lnTo>
                        <a:pt x="275" y="210"/>
                      </a:lnTo>
                      <a:lnTo>
                        <a:pt x="275" y="212"/>
                      </a:lnTo>
                      <a:lnTo>
                        <a:pt x="273" y="212"/>
                      </a:lnTo>
                      <a:lnTo>
                        <a:pt x="273" y="214"/>
                      </a:lnTo>
                      <a:lnTo>
                        <a:pt x="272" y="214"/>
                      </a:lnTo>
                      <a:lnTo>
                        <a:pt x="273" y="214"/>
                      </a:lnTo>
                      <a:lnTo>
                        <a:pt x="272" y="214"/>
                      </a:lnTo>
                      <a:lnTo>
                        <a:pt x="272" y="212"/>
                      </a:lnTo>
                      <a:lnTo>
                        <a:pt x="272" y="214"/>
                      </a:lnTo>
                      <a:lnTo>
                        <a:pt x="272" y="212"/>
                      </a:lnTo>
                      <a:lnTo>
                        <a:pt x="270" y="212"/>
                      </a:lnTo>
                      <a:lnTo>
                        <a:pt x="270" y="214"/>
                      </a:lnTo>
                      <a:lnTo>
                        <a:pt x="268" y="214"/>
                      </a:lnTo>
                      <a:lnTo>
                        <a:pt x="266" y="214"/>
                      </a:lnTo>
                      <a:lnTo>
                        <a:pt x="264" y="214"/>
                      </a:lnTo>
                      <a:lnTo>
                        <a:pt x="264" y="212"/>
                      </a:lnTo>
                      <a:lnTo>
                        <a:pt x="264" y="214"/>
                      </a:lnTo>
                      <a:lnTo>
                        <a:pt x="262" y="214"/>
                      </a:lnTo>
                      <a:lnTo>
                        <a:pt x="261" y="214"/>
                      </a:lnTo>
                      <a:lnTo>
                        <a:pt x="259" y="214"/>
                      </a:lnTo>
                      <a:lnTo>
                        <a:pt x="257" y="214"/>
                      </a:lnTo>
                      <a:lnTo>
                        <a:pt x="255" y="214"/>
                      </a:lnTo>
                      <a:lnTo>
                        <a:pt x="253" y="214"/>
                      </a:lnTo>
                      <a:lnTo>
                        <a:pt x="251" y="214"/>
                      </a:lnTo>
                      <a:lnTo>
                        <a:pt x="251" y="216"/>
                      </a:lnTo>
                      <a:lnTo>
                        <a:pt x="250" y="216"/>
                      </a:lnTo>
                      <a:lnTo>
                        <a:pt x="248" y="216"/>
                      </a:lnTo>
                      <a:lnTo>
                        <a:pt x="246" y="216"/>
                      </a:lnTo>
                      <a:lnTo>
                        <a:pt x="244" y="216"/>
                      </a:lnTo>
                      <a:lnTo>
                        <a:pt x="242" y="218"/>
                      </a:lnTo>
                      <a:lnTo>
                        <a:pt x="241" y="218"/>
                      </a:lnTo>
                      <a:lnTo>
                        <a:pt x="239" y="218"/>
                      </a:lnTo>
                      <a:lnTo>
                        <a:pt x="237" y="218"/>
                      </a:lnTo>
                      <a:lnTo>
                        <a:pt x="235" y="218"/>
                      </a:lnTo>
                      <a:lnTo>
                        <a:pt x="235" y="216"/>
                      </a:lnTo>
                      <a:lnTo>
                        <a:pt x="233" y="216"/>
                      </a:lnTo>
                      <a:lnTo>
                        <a:pt x="231" y="216"/>
                      </a:lnTo>
                      <a:lnTo>
                        <a:pt x="230" y="216"/>
                      </a:lnTo>
                      <a:lnTo>
                        <a:pt x="230" y="214"/>
                      </a:lnTo>
                      <a:lnTo>
                        <a:pt x="228" y="214"/>
                      </a:lnTo>
                      <a:lnTo>
                        <a:pt x="228" y="212"/>
                      </a:lnTo>
                      <a:lnTo>
                        <a:pt x="226" y="212"/>
                      </a:lnTo>
                      <a:lnTo>
                        <a:pt x="224" y="210"/>
                      </a:lnTo>
                      <a:lnTo>
                        <a:pt x="222" y="210"/>
                      </a:lnTo>
                      <a:lnTo>
                        <a:pt x="222" y="208"/>
                      </a:lnTo>
                      <a:lnTo>
                        <a:pt x="220" y="208"/>
                      </a:lnTo>
                      <a:lnTo>
                        <a:pt x="220" y="207"/>
                      </a:lnTo>
                      <a:lnTo>
                        <a:pt x="219" y="205"/>
                      </a:lnTo>
                      <a:lnTo>
                        <a:pt x="219" y="203"/>
                      </a:lnTo>
                      <a:lnTo>
                        <a:pt x="217" y="203"/>
                      </a:lnTo>
                      <a:lnTo>
                        <a:pt x="217" y="201"/>
                      </a:lnTo>
                      <a:lnTo>
                        <a:pt x="215" y="201"/>
                      </a:lnTo>
                      <a:lnTo>
                        <a:pt x="215" y="199"/>
                      </a:lnTo>
                      <a:lnTo>
                        <a:pt x="213" y="199"/>
                      </a:lnTo>
                      <a:lnTo>
                        <a:pt x="211" y="199"/>
                      </a:lnTo>
                      <a:lnTo>
                        <a:pt x="210" y="199"/>
                      </a:lnTo>
                      <a:lnTo>
                        <a:pt x="210" y="197"/>
                      </a:lnTo>
                      <a:lnTo>
                        <a:pt x="208" y="197"/>
                      </a:lnTo>
                      <a:lnTo>
                        <a:pt x="206" y="197"/>
                      </a:lnTo>
                      <a:lnTo>
                        <a:pt x="204" y="197"/>
                      </a:lnTo>
                      <a:lnTo>
                        <a:pt x="204" y="196"/>
                      </a:lnTo>
                      <a:lnTo>
                        <a:pt x="202" y="196"/>
                      </a:lnTo>
                      <a:lnTo>
                        <a:pt x="200" y="196"/>
                      </a:lnTo>
                      <a:lnTo>
                        <a:pt x="199" y="194"/>
                      </a:lnTo>
                      <a:lnTo>
                        <a:pt x="197" y="194"/>
                      </a:lnTo>
                      <a:lnTo>
                        <a:pt x="195" y="192"/>
                      </a:lnTo>
                      <a:lnTo>
                        <a:pt x="193" y="192"/>
                      </a:lnTo>
                      <a:lnTo>
                        <a:pt x="191" y="192"/>
                      </a:lnTo>
                      <a:lnTo>
                        <a:pt x="191" y="190"/>
                      </a:lnTo>
                      <a:lnTo>
                        <a:pt x="189" y="190"/>
                      </a:lnTo>
                      <a:lnTo>
                        <a:pt x="188" y="190"/>
                      </a:lnTo>
                      <a:lnTo>
                        <a:pt x="186" y="190"/>
                      </a:lnTo>
                      <a:lnTo>
                        <a:pt x="186" y="188"/>
                      </a:lnTo>
                      <a:lnTo>
                        <a:pt x="184" y="190"/>
                      </a:lnTo>
                      <a:lnTo>
                        <a:pt x="184" y="188"/>
                      </a:lnTo>
                      <a:lnTo>
                        <a:pt x="182" y="188"/>
                      </a:lnTo>
                      <a:lnTo>
                        <a:pt x="180" y="188"/>
                      </a:lnTo>
                      <a:lnTo>
                        <a:pt x="178" y="188"/>
                      </a:lnTo>
                      <a:lnTo>
                        <a:pt x="177" y="188"/>
                      </a:lnTo>
                      <a:lnTo>
                        <a:pt x="175" y="188"/>
                      </a:lnTo>
                      <a:lnTo>
                        <a:pt x="173" y="188"/>
                      </a:lnTo>
                      <a:lnTo>
                        <a:pt x="171" y="188"/>
                      </a:lnTo>
                      <a:lnTo>
                        <a:pt x="169" y="188"/>
                      </a:lnTo>
                      <a:lnTo>
                        <a:pt x="168" y="188"/>
                      </a:lnTo>
                      <a:lnTo>
                        <a:pt x="166" y="188"/>
                      </a:lnTo>
                      <a:lnTo>
                        <a:pt x="166" y="186"/>
                      </a:lnTo>
                      <a:lnTo>
                        <a:pt x="164" y="188"/>
                      </a:lnTo>
                      <a:lnTo>
                        <a:pt x="162" y="188"/>
                      </a:lnTo>
                      <a:lnTo>
                        <a:pt x="164" y="188"/>
                      </a:lnTo>
                      <a:lnTo>
                        <a:pt x="162" y="188"/>
                      </a:lnTo>
                      <a:lnTo>
                        <a:pt x="162" y="190"/>
                      </a:lnTo>
                      <a:lnTo>
                        <a:pt x="162" y="192"/>
                      </a:lnTo>
                      <a:lnTo>
                        <a:pt x="162" y="194"/>
                      </a:lnTo>
                      <a:lnTo>
                        <a:pt x="160" y="196"/>
                      </a:lnTo>
                      <a:lnTo>
                        <a:pt x="160" y="197"/>
                      </a:lnTo>
                      <a:lnTo>
                        <a:pt x="162" y="197"/>
                      </a:lnTo>
                      <a:lnTo>
                        <a:pt x="162" y="199"/>
                      </a:lnTo>
                      <a:lnTo>
                        <a:pt x="160" y="199"/>
                      </a:lnTo>
                      <a:lnTo>
                        <a:pt x="162" y="199"/>
                      </a:lnTo>
                      <a:lnTo>
                        <a:pt x="160" y="199"/>
                      </a:lnTo>
                      <a:lnTo>
                        <a:pt x="160" y="201"/>
                      </a:lnTo>
                      <a:lnTo>
                        <a:pt x="158" y="201"/>
                      </a:lnTo>
                      <a:lnTo>
                        <a:pt x="158" y="203"/>
                      </a:lnTo>
                      <a:lnTo>
                        <a:pt x="160" y="203"/>
                      </a:lnTo>
                      <a:lnTo>
                        <a:pt x="158" y="203"/>
                      </a:lnTo>
                      <a:lnTo>
                        <a:pt x="160" y="203"/>
                      </a:lnTo>
                      <a:lnTo>
                        <a:pt x="158" y="203"/>
                      </a:lnTo>
                      <a:lnTo>
                        <a:pt x="158" y="205"/>
                      </a:lnTo>
                      <a:lnTo>
                        <a:pt x="158" y="207"/>
                      </a:lnTo>
                      <a:lnTo>
                        <a:pt x="160" y="207"/>
                      </a:lnTo>
                      <a:lnTo>
                        <a:pt x="158" y="207"/>
                      </a:lnTo>
                      <a:lnTo>
                        <a:pt x="158" y="208"/>
                      </a:lnTo>
                      <a:lnTo>
                        <a:pt x="157" y="210"/>
                      </a:lnTo>
                      <a:lnTo>
                        <a:pt x="158" y="210"/>
                      </a:lnTo>
                      <a:lnTo>
                        <a:pt x="157" y="210"/>
                      </a:lnTo>
                      <a:lnTo>
                        <a:pt x="155" y="210"/>
                      </a:lnTo>
                      <a:lnTo>
                        <a:pt x="155" y="212"/>
                      </a:lnTo>
                      <a:lnTo>
                        <a:pt x="155" y="210"/>
                      </a:lnTo>
                      <a:lnTo>
                        <a:pt x="157" y="208"/>
                      </a:lnTo>
                      <a:lnTo>
                        <a:pt x="155" y="208"/>
                      </a:lnTo>
                      <a:lnTo>
                        <a:pt x="153" y="208"/>
                      </a:lnTo>
                      <a:lnTo>
                        <a:pt x="151" y="208"/>
                      </a:lnTo>
                      <a:lnTo>
                        <a:pt x="151" y="207"/>
                      </a:lnTo>
                      <a:lnTo>
                        <a:pt x="149" y="207"/>
                      </a:lnTo>
                      <a:lnTo>
                        <a:pt x="147" y="207"/>
                      </a:lnTo>
                      <a:lnTo>
                        <a:pt x="147" y="208"/>
                      </a:lnTo>
                      <a:lnTo>
                        <a:pt x="146" y="208"/>
                      </a:lnTo>
                      <a:lnTo>
                        <a:pt x="146" y="210"/>
                      </a:lnTo>
                      <a:lnTo>
                        <a:pt x="146" y="208"/>
                      </a:lnTo>
                      <a:lnTo>
                        <a:pt x="146" y="210"/>
                      </a:lnTo>
                      <a:lnTo>
                        <a:pt x="144" y="210"/>
                      </a:lnTo>
                      <a:lnTo>
                        <a:pt x="142" y="210"/>
                      </a:lnTo>
                      <a:lnTo>
                        <a:pt x="140" y="210"/>
                      </a:lnTo>
                      <a:lnTo>
                        <a:pt x="138" y="210"/>
                      </a:lnTo>
                      <a:lnTo>
                        <a:pt x="137" y="210"/>
                      </a:lnTo>
                      <a:lnTo>
                        <a:pt x="137" y="212"/>
                      </a:lnTo>
                      <a:lnTo>
                        <a:pt x="135" y="212"/>
                      </a:lnTo>
                      <a:lnTo>
                        <a:pt x="137" y="212"/>
                      </a:lnTo>
                      <a:lnTo>
                        <a:pt x="135" y="212"/>
                      </a:lnTo>
                      <a:lnTo>
                        <a:pt x="135" y="214"/>
                      </a:lnTo>
                      <a:lnTo>
                        <a:pt x="133" y="214"/>
                      </a:lnTo>
                      <a:lnTo>
                        <a:pt x="133" y="212"/>
                      </a:lnTo>
                      <a:lnTo>
                        <a:pt x="133" y="214"/>
                      </a:lnTo>
                      <a:lnTo>
                        <a:pt x="133" y="212"/>
                      </a:lnTo>
                      <a:lnTo>
                        <a:pt x="131" y="214"/>
                      </a:lnTo>
                      <a:lnTo>
                        <a:pt x="131" y="212"/>
                      </a:lnTo>
                      <a:lnTo>
                        <a:pt x="131" y="214"/>
                      </a:lnTo>
                      <a:lnTo>
                        <a:pt x="129" y="214"/>
                      </a:lnTo>
                      <a:lnTo>
                        <a:pt x="127" y="214"/>
                      </a:lnTo>
                      <a:lnTo>
                        <a:pt x="127" y="212"/>
                      </a:lnTo>
                      <a:lnTo>
                        <a:pt x="129" y="212"/>
                      </a:lnTo>
                      <a:lnTo>
                        <a:pt x="127" y="212"/>
                      </a:lnTo>
                      <a:lnTo>
                        <a:pt x="126" y="212"/>
                      </a:lnTo>
                      <a:lnTo>
                        <a:pt x="127" y="212"/>
                      </a:lnTo>
                      <a:lnTo>
                        <a:pt x="126" y="212"/>
                      </a:lnTo>
                      <a:lnTo>
                        <a:pt x="126" y="210"/>
                      </a:lnTo>
                      <a:lnTo>
                        <a:pt x="124" y="210"/>
                      </a:lnTo>
                      <a:lnTo>
                        <a:pt x="124" y="212"/>
                      </a:lnTo>
                      <a:lnTo>
                        <a:pt x="122" y="210"/>
                      </a:lnTo>
                      <a:lnTo>
                        <a:pt x="122" y="212"/>
                      </a:lnTo>
                      <a:lnTo>
                        <a:pt x="122" y="210"/>
                      </a:lnTo>
                      <a:lnTo>
                        <a:pt x="120" y="210"/>
                      </a:lnTo>
                      <a:lnTo>
                        <a:pt x="120" y="208"/>
                      </a:lnTo>
                      <a:lnTo>
                        <a:pt x="118" y="210"/>
                      </a:lnTo>
                      <a:lnTo>
                        <a:pt x="118" y="208"/>
                      </a:lnTo>
                      <a:lnTo>
                        <a:pt x="118" y="210"/>
                      </a:lnTo>
                      <a:lnTo>
                        <a:pt x="116" y="210"/>
                      </a:lnTo>
                      <a:lnTo>
                        <a:pt x="116" y="208"/>
                      </a:lnTo>
                      <a:lnTo>
                        <a:pt x="115" y="208"/>
                      </a:lnTo>
                      <a:lnTo>
                        <a:pt x="115" y="207"/>
                      </a:lnTo>
                      <a:lnTo>
                        <a:pt x="113" y="207"/>
                      </a:lnTo>
                      <a:lnTo>
                        <a:pt x="111" y="207"/>
                      </a:lnTo>
                      <a:lnTo>
                        <a:pt x="111" y="205"/>
                      </a:lnTo>
                      <a:lnTo>
                        <a:pt x="109" y="205"/>
                      </a:lnTo>
                      <a:lnTo>
                        <a:pt x="109" y="203"/>
                      </a:lnTo>
                      <a:lnTo>
                        <a:pt x="109" y="201"/>
                      </a:lnTo>
                      <a:lnTo>
                        <a:pt x="109" y="199"/>
                      </a:lnTo>
                      <a:lnTo>
                        <a:pt x="107" y="199"/>
                      </a:lnTo>
                      <a:lnTo>
                        <a:pt x="105" y="199"/>
                      </a:lnTo>
                      <a:lnTo>
                        <a:pt x="107" y="199"/>
                      </a:lnTo>
                      <a:lnTo>
                        <a:pt x="107" y="197"/>
                      </a:lnTo>
                      <a:lnTo>
                        <a:pt x="107" y="199"/>
                      </a:lnTo>
                      <a:lnTo>
                        <a:pt x="105" y="197"/>
                      </a:lnTo>
                      <a:lnTo>
                        <a:pt x="107" y="197"/>
                      </a:lnTo>
                      <a:lnTo>
                        <a:pt x="105" y="197"/>
                      </a:lnTo>
                      <a:lnTo>
                        <a:pt x="107" y="197"/>
                      </a:lnTo>
                      <a:lnTo>
                        <a:pt x="107" y="196"/>
                      </a:lnTo>
                      <a:lnTo>
                        <a:pt x="107" y="197"/>
                      </a:lnTo>
                      <a:lnTo>
                        <a:pt x="107" y="196"/>
                      </a:lnTo>
                      <a:lnTo>
                        <a:pt x="109" y="196"/>
                      </a:lnTo>
                      <a:lnTo>
                        <a:pt x="109" y="194"/>
                      </a:lnTo>
                      <a:lnTo>
                        <a:pt x="107" y="194"/>
                      </a:lnTo>
                      <a:lnTo>
                        <a:pt x="105" y="194"/>
                      </a:lnTo>
                      <a:lnTo>
                        <a:pt x="104" y="192"/>
                      </a:lnTo>
                      <a:lnTo>
                        <a:pt x="102" y="192"/>
                      </a:lnTo>
                      <a:lnTo>
                        <a:pt x="104" y="192"/>
                      </a:lnTo>
                      <a:lnTo>
                        <a:pt x="102" y="192"/>
                      </a:lnTo>
                      <a:lnTo>
                        <a:pt x="102" y="194"/>
                      </a:lnTo>
                      <a:lnTo>
                        <a:pt x="100" y="194"/>
                      </a:lnTo>
                      <a:lnTo>
                        <a:pt x="102" y="194"/>
                      </a:lnTo>
                      <a:lnTo>
                        <a:pt x="100" y="194"/>
                      </a:lnTo>
                      <a:lnTo>
                        <a:pt x="100" y="196"/>
                      </a:lnTo>
                      <a:lnTo>
                        <a:pt x="102" y="196"/>
                      </a:lnTo>
                      <a:lnTo>
                        <a:pt x="100" y="196"/>
                      </a:lnTo>
                      <a:lnTo>
                        <a:pt x="102" y="196"/>
                      </a:lnTo>
                      <a:lnTo>
                        <a:pt x="100" y="196"/>
                      </a:lnTo>
                      <a:lnTo>
                        <a:pt x="102" y="196"/>
                      </a:lnTo>
                      <a:lnTo>
                        <a:pt x="100" y="196"/>
                      </a:lnTo>
                      <a:lnTo>
                        <a:pt x="100" y="197"/>
                      </a:lnTo>
                      <a:lnTo>
                        <a:pt x="98" y="197"/>
                      </a:lnTo>
                      <a:lnTo>
                        <a:pt x="100" y="196"/>
                      </a:lnTo>
                      <a:lnTo>
                        <a:pt x="98" y="196"/>
                      </a:lnTo>
                      <a:lnTo>
                        <a:pt x="100" y="196"/>
                      </a:lnTo>
                      <a:lnTo>
                        <a:pt x="98" y="196"/>
                      </a:lnTo>
                      <a:lnTo>
                        <a:pt x="98" y="194"/>
                      </a:lnTo>
                      <a:lnTo>
                        <a:pt x="96" y="194"/>
                      </a:lnTo>
                      <a:lnTo>
                        <a:pt x="95" y="194"/>
                      </a:lnTo>
                      <a:lnTo>
                        <a:pt x="96" y="194"/>
                      </a:lnTo>
                      <a:lnTo>
                        <a:pt x="95" y="194"/>
                      </a:lnTo>
                      <a:lnTo>
                        <a:pt x="93" y="194"/>
                      </a:lnTo>
                      <a:lnTo>
                        <a:pt x="93" y="192"/>
                      </a:lnTo>
                      <a:lnTo>
                        <a:pt x="93" y="194"/>
                      </a:lnTo>
                      <a:lnTo>
                        <a:pt x="91" y="194"/>
                      </a:lnTo>
                      <a:lnTo>
                        <a:pt x="91" y="192"/>
                      </a:lnTo>
                      <a:lnTo>
                        <a:pt x="93" y="192"/>
                      </a:lnTo>
                      <a:lnTo>
                        <a:pt x="91" y="192"/>
                      </a:lnTo>
                      <a:lnTo>
                        <a:pt x="93" y="192"/>
                      </a:lnTo>
                      <a:lnTo>
                        <a:pt x="91" y="192"/>
                      </a:lnTo>
                      <a:lnTo>
                        <a:pt x="93" y="190"/>
                      </a:lnTo>
                      <a:lnTo>
                        <a:pt x="91" y="190"/>
                      </a:lnTo>
                      <a:lnTo>
                        <a:pt x="89" y="190"/>
                      </a:lnTo>
                      <a:lnTo>
                        <a:pt x="89" y="188"/>
                      </a:lnTo>
                      <a:lnTo>
                        <a:pt x="89" y="190"/>
                      </a:lnTo>
                      <a:lnTo>
                        <a:pt x="87" y="190"/>
                      </a:lnTo>
                      <a:lnTo>
                        <a:pt x="85" y="190"/>
                      </a:lnTo>
                      <a:lnTo>
                        <a:pt x="85" y="188"/>
                      </a:lnTo>
                      <a:lnTo>
                        <a:pt x="85" y="186"/>
                      </a:lnTo>
                      <a:lnTo>
                        <a:pt x="85" y="188"/>
                      </a:lnTo>
                      <a:lnTo>
                        <a:pt x="84" y="188"/>
                      </a:lnTo>
                      <a:lnTo>
                        <a:pt x="85" y="188"/>
                      </a:lnTo>
                      <a:lnTo>
                        <a:pt x="85" y="190"/>
                      </a:lnTo>
                      <a:lnTo>
                        <a:pt x="84" y="190"/>
                      </a:lnTo>
                      <a:lnTo>
                        <a:pt x="82" y="190"/>
                      </a:lnTo>
                      <a:lnTo>
                        <a:pt x="80" y="190"/>
                      </a:lnTo>
                      <a:lnTo>
                        <a:pt x="78" y="190"/>
                      </a:lnTo>
                      <a:lnTo>
                        <a:pt x="80" y="190"/>
                      </a:lnTo>
                      <a:lnTo>
                        <a:pt x="80" y="188"/>
                      </a:lnTo>
                      <a:lnTo>
                        <a:pt x="78" y="188"/>
                      </a:lnTo>
                      <a:lnTo>
                        <a:pt x="78" y="190"/>
                      </a:lnTo>
                      <a:lnTo>
                        <a:pt x="78" y="192"/>
                      </a:lnTo>
                      <a:lnTo>
                        <a:pt x="78" y="190"/>
                      </a:lnTo>
                      <a:lnTo>
                        <a:pt x="78" y="192"/>
                      </a:lnTo>
                      <a:lnTo>
                        <a:pt x="80" y="192"/>
                      </a:lnTo>
                      <a:lnTo>
                        <a:pt x="80" y="194"/>
                      </a:lnTo>
                      <a:lnTo>
                        <a:pt x="80" y="192"/>
                      </a:lnTo>
                      <a:lnTo>
                        <a:pt x="78" y="192"/>
                      </a:lnTo>
                      <a:lnTo>
                        <a:pt x="78" y="194"/>
                      </a:lnTo>
                      <a:lnTo>
                        <a:pt x="76" y="194"/>
                      </a:lnTo>
                      <a:lnTo>
                        <a:pt x="74" y="194"/>
                      </a:lnTo>
                      <a:lnTo>
                        <a:pt x="76" y="194"/>
                      </a:lnTo>
                      <a:lnTo>
                        <a:pt x="74" y="194"/>
                      </a:lnTo>
                      <a:lnTo>
                        <a:pt x="74" y="196"/>
                      </a:lnTo>
                      <a:lnTo>
                        <a:pt x="74" y="197"/>
                      </a:lnTo>
                      <a:lnTo>
                        <a:pt x="73" y="197"/>
                      </a:lnTo>
                      <a:lnTo>
                        <a:pt x="71" y="197"/>
                      </a:lnTo>
                      <a:lnTo>
                        <a:pt x="71" y="199"/>
                      </a:lnTo>
                      <a:lnTo>
                        <a:pt x="71" y="197"/>
                      </a:lnTo>
                      <a:lnTo>
                        <a:pt x="69" y="197"/>
                      </a:lnTo>
                      <a:lnTo>
                        <a:pt x="71" y="197"/>
                      </a:lnTo>
                      <a:lnTo>
                        <a:pt x="71" y="199"/>
                      </a:lnTo>
                      <a:lnTo>
                        <a:pt x="69" y="199"/>
                      </a:lnTo>
                      <a:lnTo>
                        <a:pt x="69" y="197"/>
                      </a:lnTo>
                      <a:lnTo>
                        <a:pt x="67" y="197"/>
                      </a:lnTo>
                      <a:lnTo>
                        <a:pt x="69" y="197"/>
                      </a:lnTo>
                      <a:lnTo>
                        <a:pt x="71" y="197"/>
                      </a:lnTo>
                      <a:lnTo>
                        <a:pt x="73" y="197"/>
                      </a:lnTo>
                      <a:lnTo>
                        <a:pt x="71" y="197"/>
                      </a:lnTo>
                      <a:lnTo>
                        <a:pt x="73" y="197"/>
                      </a:lnTo>
                      <a:lnTo>
                        <a:pt x="73" y="196"/>
                      </a:lnTo>
                      <a:lnTo>
                        <a:pt x="71" y="196"/>
                      </a:lnTo>
                      <a:lnTo>
                        <a:pt x="73" y="196"/>
                      </a:lnTo>
                      <a:lnTo>
                        <a:pt x="71" y="196"/>
                      </a:lnTo>
                      <a:lnTo>
                        <a:pt x="73" y="196"/>
                      </a:lnTo>
                      <a:lnTo>
                        <a:pt x="71" y="196"/>
                      </a:lnTo>
                      <a:lnTo>
                        <a:pt x="73" y="194"/>
                      </a:lnTo>
                      <a:lnTo>
                        <a:pt x="71" y="194"/>
                      </a:lnTo>
                      <a:lnTo>
                        <a:pt x="71" y="196"/>
                      </a:lnTo>
                      <a:lnTo>
                        <a:pt x="71" y="194"/>
                      </a:lnTo>
                      <a:lnTo>
                        <a:pt x="69" y="194"/>
                      </a:lnTo>
                      <a:lnTo>
                        <a:pt x="71" y="194"/>
                      </a:lnTo>
                      <a:lnTo>
                        <a:pt x="71" y="192"/>
                      </a:lnTo>
                      <a:lnTo>
                        <a:pt x="73" y="192"/>
                      </a:lnTo>
                      <a:lnTo>
                        <a:pt x="73" y="194"/>
                      </a:lnTo>
                      <a:lnTo>
                        <a:pt x="74" y="194"/>
                      </a:lnTo>
                      <a:lnTo>
                        <a:pt x="74" y="192"/>
                      </a:lnTo>
                      <a:lnTo>
                        <a:pt x="73" y="192"/>
                      </a:lnTo>
                      <a:lnTo>
                        <a:pt x="74" y="192"/>
                      </a:lnTo>
                      <a:lnTo>
                        <a:pt x="73" y="192"/>
                      </a:lnTo>
                      <a:lnTo>
                        <a:pt x="74" y="192"/>
                      </a:lnTo>
                      <a:lnTo>
                        <a:pt x="73" y="192"/>
                      </a:lnTo>
                      <a:lnTo>
                        <a:pt x="73" y="190"/>
                      </a:lnTo>
                      <a:lnTo>
                        <a:pt x="74" y="192"/>
                      </a:lnTo>
                      <a:lnTo>
                        <a:pt x="74" y="190"/>
                      </a:lnTo>
                      <a:lnTo>
                        <a:pt x="73" y="190"/>
                      </a:lnTo>
                      <a:lnTo>
                        <a:pt x="73" y="192"/>
                      </a:lnTo>
                      <a:lnTo>
                        <a:pt x="71" y="192"/>
                      </a:lnTo>
                      <a:lnTo>
                        <a:pt x="73" y="192"/>
                      </a:lnTo>
                      <a:lnTo>
                        <a:pt x="71" y="192"/>
                      </a:lnTo>
                      <a:lnTo>
                        <a:pt x="71" y="190"/>
                      </a:lnTo>
                      <a:lnTo>
                        <a:pt x="71" y="192"/>
                      </a:lnTo>
                      <a:lnTo>
                        <a:pt x="69" y="192"/>
                      </a:lnTo>
                      <a:lnTo>
                        <a:pt x="71" y="192"/>
                      </a:lnTo>
                      <a:lnTo>
                        <a:pt x="69" y="192"/>
                      </a:lnTo>
                      <a:lnTo>
                        <a:pt x="67" y="192"/>
                      </a:lnTo>
                      <a:lnTo>
                        <a:pt x="65" y="192"/>
                      </a:lnTo>
                      <a:lnTo>
                        <a:pt x="63" y="192"/>
                      </a:lnTo>
                      <a:lnTo>
                        <a:pt x="62" y="192"/>
                      </a:lnTo>
                      <a:lnTo>
                        <a:pt x="60" y="192"/>
                      </a:lnTo>
                      <a:lnTo>
                        <a:pt x="58" y="192"/>
                      </a:lnTo>
                      <a:lnTo>
                        <a:pt x="58" y="194"/>
                      </a:lnTo>
                      <a:lnTo>
                        <a:pt x="58" y="196"/>
                      </a:lnTo>
                      <a:lnTo>
                        <a:pt x="56" y="196"/>
                      </a:lnTo>
                      <a:lnTo>
                        <a:pt x="56" y="194"/>
                      </a:lnTo>
                      <a:lnTo>
                        <a:pt x="54" y="194"/>
                      </a:lnTo>
                      <a:lnTo>
                        <a:pt x="53" y="194"/>
                      </a:lnTo>
                      <a:lnTo>
                        <a:pt x="53" y="196"/>
                      </a:lnTo>
                      <a:lnTo>
                        <a:pt x="51" y="196"/>
                      </a:lnTo>
                      <a:lnTo>
                        <a:pt x="49" y="196"/>
                      </a:lnTo>
                      <a:lnTo>
                        <a:pt x="49" y="194"/>
                      </a:lnTo>
                      <a:lnTo>
                        <a:pt x="49" y="196"/>
                      </a:lnTo>
                      <a:lnTo>
                        <a:pt x="49" y="194"/>
                      </a:lnTo>
                      <a:lnTo>
                        <a:pt x="47" y="194"/>
                      </a:lnTo>
                      <a:lnTo>
                        <a:pt x="49" y="194"/>
                      </a:lnTo>
                      <a:lnTo>
                        <a:pt x="49" y="192"/>
                      </a:lnTo>
                      <a:lnTo>
                        <a:pt x="51" y="192"/>
                      </a:lnTo>
                      <a:lnTo>
                        <a:pt x="53" y="192"/>
                      </a:lnTo>
                      <a:lnTo>
                        <a:pt x="54" y="192"/>
                      </a:lnTo>
                      <a:lnTo>
                        <a:pt x="56" y="192"/>
                      </a:lnTo>
                      <a:lnTo>
                        <a:pt x="56" y="190"/>
                      </a:lnTo>
                      <a:lnTo>
                        <a:pt x="58" y="190"/>
                      </a:lnTo>
                      <a:lnTo>
                        <a:pt x="60" y="190"/>
                      </a:lnTo>
                      <a:lnTo>
                        <a:pt x="62" y="190"/>
                      </a:lnTo>
                      <a:lnTo>
                        <a:pt x="63" y="190"/>
                      </a:lnTo>
                      <a:lnTo>
                        <a:pt x="65" y="190"/>
                      </a:lnTo>
                      <a:lnTo>
                        <a:pt x="67" y="190"/>
                      </a:lnTo>
                      <a:lnTo>
                        <a:pt x="69" y="190"/>
                      </a:lnTo>
                      <a:lnTo>
                        <a:pt x="71" y="190"/>
                      </a:lnTo>
                      <a:lnTo>
                        <a:pt x="73" y="190"/>
                      </a:lnTo>
                      <a:lnTo>
                        <a:pt x="73" y="188"/>
                      </a:lnTo>
                      <a:lnTo>
                        <a:pt x="71" y="188"/>
                      </a:lnTo>
                      <a:lnTo>
                        <a:pt x="69" y="188"/>
                      </a:lnTo>
                      <a:lnTo>
                        <a:pt x="71" y="188"/>
                      </a:lnTo>
                      <a:lnTo>
                        <a:pt x="69" y="188"/>
                      </a:lnTo>
                      <a:lnTo>
                        <a:pt x="71" y="188"/>
                      </a:lnTo>
                      <a:lnTo>
                        <a:pt x="71" y="186"/>
                      </a:lnTo>
                      <a:lnTo>
                        <a:pt x="71" y="185"/>
                      </a:lnTo>
                      <a:lnTo>
                        <a:pt x="71" y="186"/>
                      </a:lnTo>
                      <a:lnTo>
                        <a:pt x="71" y="185"/>
                      </a:lnTo>
                      <a:lnTo>
                        <a:pt x="71" y="186"/>
                      </a:lnTo>
                      <a:lnTo>
                        <a:pt x="71" y="185"/>
                      </a:lnTo>
                      <a:lnTo>
                        <a:pt x="73" y="185"/>
                      </a:lnTo>
                      <a:lnTo>
                        <a:pt x="71" y="185"/>
                      </a:lnTo>
                      <a:lnTo>
                        <a:pt x="73" y="185"/>
                      </a:lnTo>
                      <a:lnTo>
                        <a:pt x="74" y="185"/>
                      </a:lnTo>
                      <a:lnTo>
                        <a:pt x="74" y="186"/>
                      </a:lnTo>
                      <a:lnTo>
                        <a:pt x="74" y="185"/>
                      </a:lnTo>
                      <a:lnTo>
                        <a:pt x="74" y="186"/>
                      </a:lnTo>
                      <a:lnTo>
                        <a:pt x="76" y="186"/>
                      </a:lnTo>
                      <a:lnTo>
                        <a:pt x="76" y="185"/>
                      </a:lnTo>
                      <a:lnTo>
                        <a:pt x="74" y="185"/>
                      </a:lnTo>
                      <a:lnTo>
                        <a:pt x="76" y="185"/>
                      </a:lnTo>
                      <a:lnTo>
                        <a:pt x="74" y="185"/>
                      </a:lnTo>
                      <a:lnTo>
                        <a:pt x="76" y="185"/>
                      </a:lnTo>
                      <a:lnTo>
                        <a:pt x="78" y="183"/>
                      </a:lnTo>
                      <a:lnTo>
                        <a:pt x="76" y="183"/>
                      </a:lnTo>
                      <a:lnTo>
                        <a:pt x="78" y="183"/>
                      </a:lnTo>
                      <a:lnTo>
                        <a:pt x="80" y="183"/>
                      </a:lnTo>
                      <a:lnTo>
                        <a:pt x="82" y="183"/>
                      </a:lnTo>
                      <a:lnTo>
                        <a:pt x="82" y="181"/>
                      </a:lnTo>
                      <a:lnTo>
                        <a:pt x="80" y="181"/>
                      </a:lnTo>
                      <a:lnTo>
                        <a:pt x="78" y="181"/>
                      </a:lnTo>
                      <a:lnTo>
                        <a:pt x="76" y="181"/>
                      </a:lnTo>
                      <a:lnTo>
                        <a:pt x="74" y="181"/>
                      </a:lnTo>
                      <a:lnTo>
                        <a:pt x="73" y="181"/>
                      </a:lnTo>
                      <a:lnTo>
                        <a:pt x="73" y="183"/>
                      </a:lnTo>
                      <a:lnTo>
                        <a:pt x="74" y="183"/>
                      </a:lnTo>
                      <a:lnTo>
                        <a:pt x="73" y="183"/>
                      </a:lnTo>
                      <a:lnTo>
                        <a:pt x="74" y="183"/>
                      </a:lnTo>
                      <a:lnTo>
                        <a:pt x="73" y="183"/>
                      </a:lnTo>
                      <a:lnTo>
                        <a:pt x="73" y="181"/>
                      </a:lnTo>
                      <a:lnTo>
                        <a:pt x="73" y="183"/>
                      </a:lnTo>
                      <a:lnTo>
                        <a:pt x="71" y="183"/>
                      </a:lnTo>
                      <a:lnTo>
                        <a:pt x="69" y="183"/>
                      </a:lnTo>
                      <a:lnTo>
                        <a:pt x="69" y="181"/>
                      </a:lnTo>
                      <a:lnTo>
                        <a:pt x="69" y="183"/>
                      </a:lnTo>
                      <a:lnTo>
                        <a:pt x="67" y="183"/>
                      </a:lnTo>
                      <a:lnTo>
                        <a:pt x="67" y="181"/>
                      </a:lnTo>
                      <a:lnTo>
                        <a:pt x="65" y="183"/>
                      </a:lnTo>
                      <a:lnTo>
                        <a:pt x="65" y="181"/>
                      </a:lnTo>
                      <a:lnTo>
                        <a:pt x="65" y="183"/>
                      </a:lnTo>
                      <a:lnTo>
                        <a:pt x="63" y="183"/>
                      </a:lnTo>
                      <a:lnTo>
                        <a:pt x="62" y="183"/>
                      </a:lnTo>
                      <a:lnTo>
                        <a:pt x="60" y="183"/>
                      </a:lnTo>
                      <a:lnTo>
                        <a:pt x="58" y="183"/>
                      </a:lnTo>
                      <a:lnTo>
                        <a:pt x="56" y="183"/>
                      </a:lnTo>
                      <a:lnTo>
                        <a:pt x="54" y="183"/>
                      </a:lnTo>
                      <a:lnTo>
                        <a:pt x="54" y="185"/>
                      </a:lnTo>
                      <a:lnTo>
                        <a:pt x="54" y="183"/>
                      </a:lnTo>
                      <a:lnTo>
                        <a:pt x="53" y="183"/>
                      </a:lnTo>
                      <a:lnTo>
                        <a:pt x="51" y="183"/>
                      </a:lnTo>
                      <a:lnTo>
                        <a:pt x="49" y="183"/>
                      </a:lnTo>
                      <a:lnTo>
                        <a:pt x="49" y="181"/>
                      </a:lnTo>
                      <a:lnTo>
                        <a:pt x="49" y="183"/>
                      </a:lnTo>
                      <a:lnTo>
                        <a:pt x="49" y="181"/>
                      </a:lnTo>
                      <a:lnTo>
                        <a:pt x="47" y="181"/>
                      </a:lnTo>
                      <a:lnTo>
                        <a:pt x="47" y="183"/>
                      </a:lnTo>
                      <a:lnTo>
                        <a:pt x="47" y="181"/>
                      </a:lnTo>
                      <a:lnTo>
                        <a:pt x="47" y="183"/>
                      </a:lnTo>
                      <a:lnTo>
                        <a:pt x="45" y="183"/>
                      </a:lnTo>
                      <a:lnTo>
                        <a:pt x="45" y="185"/>
                      </a:lnTo>
                      <a:lnTo>
                        <a:pt x="45" y="183"/>
                      </a:lnTo>
                      <a:lnTo>
                        <a:pt x="45" y="185"/>
                      </a:lnTo>
                      <a:lnTo>
                        <a:pt x="43" y="185"/>
                      </a:lnTo>
                      <a:lnTo>
                        <a:pt x="43" y="183"/>
                      </a:lnTo>
                      <a:lnTo>
                        <a:pt x="43" y="181"/>
                      </a:lnTo>
                      <a:lnTo>
                        <a:pt x="42" y="181"/>
                      </a:lnTo>
                      <a:lnTo>
                        <a:pt x="42" y="179"/>
                      </a:lnTo>
                      <a:lnTo>
                        <a:pt x="43" y="179"/>
                      </a:lnTo>
                      <a:lnTo>
                        <a:pt x="43" y="177"/>
                      </a:lnTo>
                      <a:lnTo>
                        <a:pt x="43" y="179"/>
                      </a:lnTo>
                      <a:lnTo>
                        <a:pt x="43" y="177"/>
                      </a:lnTo>
                      <a:lnTo>
                        <a:pt x="43" y="179"/>
                      </a:lnTo>
                      <a:lnTo>
                        <a:pt x="45" y="179"/>
                      </a:lnTo>
                      <a:lnTo>
                        <a:pt x="45" y="177"/>
                      </a:lnTo>
                      <a:lnTo>
                        <a:pt x="47" y="177"/>
                      </a:lnTo>
                      <a:lnTo>
                        <a:pt x="47" y="179"/>
                      </a:lnTo>
                      <a:lnTo>
                        <a:pt x="49" y="179"/>
                      </a:lnTo>
                      <a:lnTo>
                        <a:pt x="49" y="177"/>
                      </a:lnTo>
                      <a:lnTo>
                        <a:pt x="49" y="179"/>
                      </a:lnTo>
                      <a:lnTo>
                        <a:pt x="51" y="179"/>
                      </a:lnTo>
                      <a:lnTo>
                        <a:pt x="53" y="179"/>
                      </a:lnTo>
                      <a:lnTo>
                        <a:pt x="54" y="179"/>
                      </a:lnTo>
                      <a:lnTo>
                        <a:pt x="54" y="177"/>
                      </a:lnTo>
                      <a:lnTo>
                        <a:pt x="53" y="177"/>
                      </a:lnTo>
                      <a:lnTo>
                        <a:pt x="54" y="177"/>
                      </a:lnTo>
                      <a:lnTo>
                        <a:pt x="53" y="177"/>
                      </a:lnTo>
                      <a:lnTo>
                        <a:pt x="53" y="176"/>
                      </a:lnTo>
                      <a:lnTo>
                        <a:pt x="54" y="176"/>
                      </a:lnTo>
                      <a:lnTo>
                        <a:pt x="54" y="177"/>
                      </a:lnTo>
                      <a:lnTo>
                        <a:pt x="54" y="176"/>
                      </a:lnTo>
                      <a:lnTo>
                        <a:pt x="54" y="177"/>
                      </a:lnTo>
                      <a:lnTo>
                        <a:pt x="54" y="176"/>
                      </a:lnTo>
                      <a:lnTo>
                        <a:pt x="56" y="176"/>
                      </a:lnTo>
                      <a:lnTo>
                        <a:pt x="54" y="176"/>
                      </a:lnTo>
                      <a:lnTo>
                        <a:pt x="54" y="174"/>
                      </a:lnTo>
                      <a:lnTo>
                        <a:pt x="56" y="174"/>
                      </a:lnTo>
                      <a:lnTo>
                        <a:pt x="54" y="174"/>
                      </a:lnTo>
                      <a:lnTo>
                        <a:pt x="54" y="172"/>
                      </a:lnTo>
                      <a:lnTo>
                        <a:pt x="54" y="174"/>
                      </a:lnTo>
                      <a:lnTo>
                        <a:pt x="53" y="174"/>
                      </a:lnTo>
                      <a:lnTo>
                        <a:pt x="53" y="176"/>
                      </a:lnTo>
                      <a:lnTo>
                        <a:pt x="53" y="174"/>
                      </a:lnTo>
                      <a:lnTo>
                        <a:pt x="51" y="174"/>
                      </a:lnTo>
                      <a:lnTo>
                        <a:pt x="53" y="174"/>
                      </a:lnTo>
                      <a:lnTo>
                        <a:pt x="51" y="174"/>
                      </a:lnTo>
                      <a:lnTo>
                        <a:pt x="51" y="172"/>
                      </a:lnTo>
                      <a:lnTo>
                        <a:pt x="51" y="170"/>
                      </a:lnTo>
                      <a:lnTo>
                        <a:pt x="51" y="172"/>
                      </a:lnTo>
                      <a:lnTo>
                        <a:pt x="49" y="172"/>
                      </a:lnTo>
                      <a:lnTo>
                        <a:pt x="47" y="172"/>
                      </a:lnTo>
                      <a:lnTo>
                        <a:pt x="49" y="172"/>
                      </a:lnTo>
                      <a:lnTo>
                        <a:pt x="47" y="172"/>
                      </a:lnTo>
                      <a:lnTo>
                        <a:pt x="47" y="170"/>
                      </a:lnTo>
                      <a:lnTo>
                        <a:pt x="49" y="170"/>
                      </a:lnTo>
                      <a:lnTo>
                        <a:pt x="49" y="168"/>
                      </a:lnTo>
                      <a:lnTo>
                        <a:pt x="47" y="168"/>
                      </a:lnTo>
                      <a:lnTo>
                        <a:pt x="47" y="170"/>
                      </a:lnTo>
                      <a:lnTo>
                        <a:pt x="45" y="170"/>
                      </a:lnTo>
                      <a:lnTo>
                        <a:pt x="43" y="170"/>
                      </a:lnTo>
                      <a:lnTo>
                        <a:pt x="42" y="170"/>
                      </a:lnTo>
                      <a:lnTo>
                        <a:pt x="40" y="170"/>
                      </a:lnTo>
                      <a:lnTo>
                        <a:pt x="42" y="170"/>
                      </a:lnTo>
                      <a:lnTo>
                        <a:pt x="42" y="168"/>
                      </a:lnTo>
                      <a:lnTo>
                        <a:pt x="42" y="166"/>
                      </a:lnTo>
                      <a:lnTo>
                        <a:pt x="42" y="165"/>
                      </a:lnTo>
                      <a:lnTo>
                        <a:pt x="42" y="166"/>
                      </a:lnTo>
                      <a:lnTo>
                        <a:pt x="42" y="165"/>
                      </a:lnTo>
                      <a:lnTo>
                        <a:pt x="40" y="166"/>
                      </a:lnTo>
                      <a:lnTo>
                        <a:pt x="42" y="165"/>
                      </a:lnTo>
                      <a:lnTo>
                        <a:pt x="40" y="165"/>
                      </a:lnTo>
                      <a:lnTo>
                        <a:pt x="42" y="165"/>
                      </a:lnTo>
                      <a:lnTo>
                        <a:pt x="40" y="165"/>
                      </a:lnTo>
                      <a:lnTo>
                        <a:pt x="40" y="166"/>
                      </a:lnTo>
                      <a:lnTo>
                        <a:pt x="40" y="165"/>
                      </a:lnTo>
                      <a:lnTo>
                        <a:pt x="40" y="163"/>
                      </a:lnTo>
                      <a:lnTo>
                        <a:pt x="40" y="165"/>
                      </a:lnTo>
                      <a:lnTo>
                        <a:pt x="40" y="163"/>
                      </a:lnTo>
                      <a:lnTo>
                        <a:pt x="42" y="163"/>
                      </a:lnTo>
                      <a:lnTo>
                        <a:pt x="42" y="161"/>
                      </a:lnTo>
                      <a:lnTo>
                        <a:pt x="40" y="161"/>
                      </a:lnTo>
                      <a:lnTo>
                        <a:pt x="38" y="161"/>
                      </a:lnTo>
                      <a:lnTo>
                        <a:pt x="36" y="159"/>
                      </a:lnTo>
                      <a:lnTo>
                        <a:pt x="36" y="161"/>
                      </a:lnTo>
                      <a:lnTo>
                        <a:pt x="36" y="159"/>
                      </a:lnTo>
                      <a:lnTo>
                        <a:pt x="36" y="161"/>
                      </a:lnTo>
                      <a:lnTo>
                        <a:pt x="36" y="159"/>
                      </a:lnTo>
                      <a:lnTo>
                        <a:pt x="34" y="159"/>
                      </a:lnTo>
                      <a:lnTo>
                        <a:pt x="36" y="159"/>
                      </a:lnTo>
                      <a:lnTo>
                        <a:pt x="38" y="159"/>
                      </a:lnTo>
                      <a:lnTo>
                        <a:pt x="40" y="157"/>
                      </a:lnTo>
                      <a:lnTo>
                        <a:pt x="42" y="157"/>
                      </a:lnTo>
                      <a:lnTo>
                        <a:pt x="43" y="155"/>
                      </a:lnTo>
                      <a:lnTo>
                        <a:pt x="43" y="154"/>
                      </a:lnTo>
                      <a:lnTo>
                        <a:pt x="42" y="154"/>
                      </a:lnTo>
                      <a:lnTo>
                        <a:pt x="42" y="152"/>
                      </a:lnTo>
                      <a:lnTo>
                        <a:pt x="43" y="152"/>
                      </a:lnTo>
                      <a:lnTo>
                        <a:pt x="43" y="150"/>
                      </a:lnTo>
                      <a:lnTo>
                        <a:pt x="43" y="148"/>
                      </a:lnTo>
                      <a:lnTo>
                        <a:pt x="42" y="148"/>
                      </a:lnTo>
                      <a:lnTo>
                        <a:pt x="40" y="148"/>
                      </a:lnTo>
                      <a:lnTo>
                        <a:pt x="38" y="148"/>
                      </a:lnTo>
                      <a:lnTo>
                        <a:pt x="38" y="146"/>
                      </a:lnTo>
                      <a:lnTo>
                        <a:pt x="36" y="146"/>
                      </a:lnTo>
                      <a:lnTo>
                        <a:pt x="36" y="144"/>
                      </a:lnTo>
                      <a:lnTo>
                        <a:pt x="34" y="144"/>
                      </a:lnTo>
                      <a:lnTo>
                        <a:pt x="32" y="144"/>
                      </a:lnTo>
                      <a:lnTo>
                        <a:pt x="31" y="144"/>
                      </a:lnTo>
                      <a:lnTo>
                        <a:pt x="29" y="144"/>
                      </a:lnTo>
                      <a:lnTo>
                        <a:pt x="29" y="146"/>
                      </a:lnTo>
                      <a:lnTo>
                        <a:pt x="29" y="144"/>
                      </a:lnTo>
                      <a:lnTo>
                        <a:pt x="29" y="143"/>
                      </a:lnTo>
                      <a:lnTo>
                        <a:pt x="27" y="143"/>
                      </a:lnTo>
                      <a:lnTo>
                        <a:pt x="27" y="141"/>
                      </a:lnTo>
                      <a:lnTo>
                        <a:pt x="25" y="141"/>
                      </a:lnTo>
                      <a:lnTo>
                        <a:pt x="27" y="141"/>
                      </a:lnTo>
                      <a:lnTo>
                        <a:pt x="27" y="139"/>
                      </a:lnTo>
                      <a:lnTo>
                        <a:pt x="25" y="141"/>
                      </a:lnTo>
                      <a:lnTo>
                        <a:pt x="25" y="139"/>
                      </a:lnTo>
                      <a:lnTo>
                        <a:pt x="23" y="139"/>
                      </a:lnTo>
                      <a:lnTo>
                        <a:pt x="22" y="139"/>
                      </a:lnTo>
                      <a:lnTo>
                        <a:pt x="23" y="139"/>
                      </a:lnTo>
                      <a:lnTo>
                        <a:pt x="22" y="139"/>
                      </a:lnTo>
                      <a:lnTo>
                        <a:pt x="22" y="141"/>
                      </a:lnTo>
                      <a:lnTo>
                        <a:pt x="20" y="141"/>
                      </a:lnTo>
                      <a:lnTo>
                        <a:pt x="22" y="141"/>
                      </a:lnTo>
                      <a:lnTo>
                        <a:pt x="20" y="141"/>
                      </a:lnTo>
                      <a:lnTo>
                        <a:pt x="20" y="143"/>
                      </a:lnTo>
                      <a:lnTo>
                        <a:pt x="18" y="143"/>
                      </a:lnTo>
                      <a:lnTo>
                        <a:pt x="20" y="143"/>
                      </a:lnTo>
                      <a:lnTo>
                        <a:pt x="18" y="143"/>
                      </a:lnTo>
                      <a:lnTo>
                        <a:pt x="16" y="143"/>
                      </a:lnTo>
                      <a:lnTo>
                        <a:pt x="16" y="141"/>
                      </a:lnTo>
                      <a:lnTo>
                        <a:pt x="14" y="141"/>
                      </a:lnTo>
                      <a:lnTo>
                        <a:pt x="14" y="139"/>
                      </a:lnTo>
                      <a:lnTo>
                        <a:pt x="12" y="139"/>
                      </a:lnTo>
                      <a:lnTo>
                        <a:pt x="14" y="139"/>
                      </a:lnTo>
                      <a:lnTo>
                        <a:pt x="14" y="141"/>
                      </a:lnTo>
                      <a:lnTo>
                        <a:pt x="12" y="139"/>
                      </a:lnTo>
                      <a:lnTo>
                        <a:pt x="12" y="137"/>
                      </a:lnTo>
                      <a:lnTo>
                        <a:pt x="12" y="139"/>
                      </a:lnTo>
                      <a:lnTo>
                        <a:pt x="11" y="139"/>
                      </a:lnTo>
                      <a:lnTo>
                        <a:pt x="9" y="139"/>
                      </a:lnTo>
                      <a:lnTo>
                        <a:pt x="9" y="137"/>
                      </a:lnTo>
                      <a:lnTo>
                        <a:pt x="7" y="137"/>
                      </a:lnTo>
                      <a:lnTo>
                        <a:pt x="9" y="137"/>
                      </a:lnTo>
                      <a:lnTo>
                        <a:pt x="9" y="135"/>
                      </a:lnTo>
                      <a:lnTo>
                        <a:pt x="9" y="133"/>
                      </a:lnTo>
                      <a:lnTo>
                        <a:pt x="9" y="135"/>
                      </a:lnTo>
                      <a:lnTo>
                        <a:pt x="11" y="135"/>
                      </a:lnTo>
                      <a:lnTo>
                        <a:pt x="12" y="135"/>
                      </a:lnTo>
                      <a:lnTo>
                        <a:pt x="14" y="135"/>
                      </a:lnTo>
                      <a:lnTo>
                        <a:pt x="14" y="133"/>
                      </a:lnTo>
                      <a:lnTo>
                        <a:pt x="16" y="133"/>
                      </a:lnTo>
                      <a:lnTo>
                        <a:pt x="14" y="133"/>
                      </a:lnTo>
                      <a:lnTo>
                        <a:pt x="14" y="132"/>
                      </a:lnTo>
                      <a:lnTo>
                        <a:pt x="16" y="132"/>
                      </a:lnTo>
                      <a:lnTo>
                        <a:pt x="16" y="133"/>
                      </a:lnTo>
                      <a:lnTo>
                        <a:pt x="16" y="132"/>
                      </a:lnTo>
                      <a:lnTo>
                        <a:pt x="14" y="130"/>
                      </a:lnTo>
                      <a:lnTo>
                        <a:pt x="12" y="130"/>
                      </a:lnTo>
                      <a:lnTo>
                        <a:pt x="12" y="132"/>
                      </a:lnTo>
                      <a:lnTo>
                        <a:pt x="12" y="130"/>
                      </a:lnTo>
                      <a:lnTo>
                        <a:pt x="12" y="132"/>
                      </a:lnTo>
                      <a:lnTo>
                        <a:pt x="12" y="130"/>
                      </a:lnTo>
                      <a:lnTo>
                        <a:pt x="12" y="128"/>
                      </a:lnTo>
                      <a:lnTo>
                        <a:pt x="11" y="128"/>
                      </a:lnTo>
                      <a:lnTo>
                        <a:pt x="12" y="128"/>
                      </a:lnTo>
                      <a:lnTo>
                        <a:pt x="11" y="128"/>
                      </a:lnTo>
                      <a:lnTo>
                        <a:pt x="11" y="126"/>
                      </a:lnTo>
                      <a:lnTo>
                        <a:pt x="11" y="124"/>
                      </a:lnTo>
                      <a:lnTo>
                        <a:pt x="11" y="122"/>
                      </a:lnTo>
                      <a:lnTo>
                        <a:pt x="12" y="122"/>
                      </a:lnTo>
                      <a:lnTo>
                        <a:pt x="14" y="122"/>
                      </a:lnTo>
                      <a:lnTo>
                        <a:pt x="16" y="122"/>
                      </a:lnTo>
                      <a:lnTo>
                        <a:pt x="16" y="124"/>
                      </a:lnTo>
                      <a:lnTo>
                        <a:pt x="18" y="124"/>
                      </a:lnTo>
                      <a:lnTo>
                        <a:pt x="16" y="124"/>
                      </a:lnTo>
                      <a:lnTo>
                        <a:pt x="18" y="124"/>
                      </a:lnTo>
                      <a:lnTo>
                        <a:pt x="18" y="126"/>
                      </a:lnTo>
                      <a:lnTo>
                        <a:pt x="18" y="128"/>
                      </a:lnTo>
                      <a:lnTo>
                        <a:pt x="20" y="128"/>
                      </a:lnTo>
                      <a:lnTo>
                        <a:pt x="20" y="130"/>
                      </a:lnTo>
                      <a:lnTo>
                        <a:pt x="22" y="130"/>
                      </a:lnTo>
                      <a:lnTo>
                        <a:pt x="20" y="130"/>
                      </a:lnTo>
                      <a:lnTo>
                        <a:pt x="20" y="132"/>
                      </a:lnTo>
                      <a:lnTo>
                        <a:pt x="20" y="133"/>
                      </a:lnTo>
                      <a:lnTo>
                        <a:pt x="22" y="133"/>
                      </a:lnTo>
                      <a:lnTo>
                        <a:pt x="22" y="135"/>
                      </a:lnTo>
                      <a:lnTo>
                        <a:pt x="23" y="135"/>
                      </a:lnTo>
                      <a:lnTo>
                        <a:pt x="22" y="135"/>
                      </a:lnTo>
                      <a:lnTo>
                        <a:pt x="22" y="133"/>
                      </a:lnTo>
                      <a:lnTo>
                        <a:pt x="22" y="135"/>
                      </a:lnTo>
                      <a:lnTo>
                        <a:pt x="23" y="135"/>
                      </a:lnTo>
                      <a:lnTo>
                        <a:pt x="22" y="133"/>
                      </a:lnTo>
                      <a:lnTo>
                        <a:pt x="23" y="133"/>
                      </a:lnTo>
                      <a:lnTo>
                        <a:pt x="22" y="132"/>
                      </a:lnTo>
                      <a:lnTo>
                        <a:pt x="23" y="132"/>
                      </a:lnTo>
                      <a:lnTo>
                        <a:pt x="25" y="132"/>
                      </a:lnTo>
                      <a:lnTo>
                        <a:pt x="23" y="132"/>
                      </a:lnTo>
                      <a:lnTo>
                        <a:pt x="25" y="133"/>
                      </a:lnTo>
                      <a:lnTo>
                        <a:pt x="27" y="133"/>
                      </a:lnTo>
                      <a:lnTo>
                        <a:pt x="29" y="133"/>
                      </a:lnTo>
                      <a:lnTo>
                        <a:pt x="31" y="133"/>
                      </a:lnTo>
                      <a:lnTo>
                        <a:pt x="32" y="133"/>
                      </a:lnTo>
                      <a:lnTo>
                        <a:pt x="34" y="132"/>
                      </a:lnTo>
                      <a:lnTo>
                        <a:pt x="36" y="132"/>
                      </a:lnTo>
                      <a:lnTo>
                        <a:pt x="36" y="133"/>
                      </a:lnTo>
                      <a:lnTo>
                        <a:pt x="38" y="133"/>
                      </a:lnTo>
                      <a:lnTo>
                        <a:pt x="38" y="132"/>
                      </a:lnTo>
                      <a:lnTo>
                        <a:pt x="40" y="132"/>
                      </a:lnTo>
                      <a:lnTo>
                        <a:pt x="40" y="130"/>
                      </a:lnTo>
                      <a:lnTo>
                        <a:pt x="38" y="130"/>
                      </a:lnTo>
                      <a:lnTo>
                        <a:pt x="38" y="132"/>
                      </a:lnTo>
                      <a:lnTo>
                        <a:pt x="36" y="130"/>
                      </a:lnTo>
                      <a:lnTo>
                        <a:pt x="34" y="130"/>
                      </a:lnTo>
                      <a:lnTo>
                        <a:pt x="34" y="132"/>
                      </a:lnTo>
                      <a:lnTo>
                        <a:pt x="32" y="132"/>
                      </a:lnTo>
                      <a:lnTo>
                        <a:pt x="32" y="130"/>
                      </a:lnTo>
                      <a:lnTo>
                        <a:pt x="32" y="132"/>
                      </a:lnTo>
                      <a:lnTo>
                        <a:pt x="32" y="130"/>
                      </a:lnTo>
                      <a:lnTo>
                        <a:pt x="32" y="132"/>
                      </a:lnTo>
                      <a:lnTo>
                        <a:pt x="31" y="132"/>
                      </a:lnTo>
                      <a:lnTo>
                        <a:pt x="31" y="130"/>
                      </a:lnTo>
                      <a:lnTo>
                        <a:pt x="29" y="130"/>
                      </a:lnTo>
                      <a:lnTo>
                        <a:pt x="29" y="128"/>
                      </a:lnTo>
                      <a:lnTo>
                        <a:pt x="27" y="128"/>
                      </a:lnTo>
                      <a:lnTo>
                        <a:pt x="29" y="128"/>
                      </a:lnTo>
                      <a:lnTo>
                        <a:pt x="29" y="126"/>
                      </a:lnTo>
                      <a:lnTo>
                        <a:pt x="29" y="128"/>
                      </a:lnTo>
                      <a:lnTo>
                        <a:pt x="27" y="128"/>
                      </a:lnTo>
                      <a:lnTo>
                        <a:pt x="27" y="126"/>
                      </a:lnTo>
                      <a:lnTo>
                        <a:pt x="27" y="128"/>
                      </a:lnTo>
                      <a:lnTo>
                        <a:pt x="29" y="128"/>
                      </a:lnTo>
                      <a:lnTo>
                        <a:pt x="29" y="126"/>
                      </a:lnTo>
                      <a:lnTo>
                        <a:pt x="27" y="126"/>
                      </a:lnTo>
                      <a:lnTo>
                        <a:pt x="27" y="124"/>
                      </a:lnTo>
                      <a:lnTo>
                        <a:pt x="25" y="124"/>
                      </a:lnTo>
                      <a:lnTo>
                        <a:pt x="23" y="124"/>
                      </a:lnTo>
                      <a:lnTo>
                        <a:pt x="23" y="122"/>
                      </a:lnTo>
                      <a:lnTo>
                        <a:pt x="25" y="122"/>
                      </a:lnTo>
                      <a:lnTo>
                        <a:pt x="23" y="122"/>
                      </a:lnTo>
                      <a:lnTo>
                        <a:pt x="25" y="122"/>
                      </a:lnTo>
                      <a:lnTo>
                        <a:pt x="23" y="122"/>
                      </a:lnTo>
                      <a:lnTo>
                        <a:pt x="25" y="122"/>
                      </a:lnTo>
                      <a:lnTo>
                        <a:pt x="23" y="122"/>
                      </a:lnTo>
                      <a:lnTo>
                        <a:pt x="23" y="121"/>
                      </a:lnTo>
                      <a:lnTo>
                        <a:pt x="25" y="121"/>
                      </a:lnTo>
                      <a:lnTo>
                        <a:pt x="27" y="121"/>
                      </a:lnTo>
                      <a:lnTo>
                        <a:pt x="27" y="119"/>
                      </a:lnTo>
                      <a:lnTo>
                        <a:pt x="27" y="121"/>
                      </a:lnTo>
                      <a:lnTo>
                        <a:pt x="29" y="121"/>
                      </a:lnTo>
                      <a:lnTo>
                        <a:pt x="31" y="121"/>
                      </a:lnTo>
                      <a:lnTo>
                        <a:pt x="31" y="119"/>
                      </a:lnTo>
                      <a:lnTo>
                        <a:pt x="31" y="121"/>
                      </a:lnTo>
                      <a:lnTo>
                        <a:pt x="31" y="119"/>
                      </a:lnTo>
                      <a:lnTo>
                        <a:pt x="31" y="117"/>
                      </a:lnTo>
                      <a:lnTo>
                        <a:pt x="32" y="117"/>
                      </a:lnTo>
                      <a:lnTo>
                        <a:pt x="32" y="119"/>
                      </a:lnTo>
                      <a:lnTo>
                        <a:pt x="32" y="117"/>
                      </a:lnTo>
                      <a:lnTo>
                        <a:pt x="34" y="117"/>
                      </a:lnTo>
                      <a:lnTo>
                        <a:pt x="34" y="115"/>
                      </a:lnTo>
                      <a:lnTo>
                        <a:pt x="34" y="117"/>
                      </a:lnTo>
                      <a:lnTo>
                        <a:pt x="36" y="115"/>
                      </a:lnTo>
                      <a:lnTo>
                        <a:pt x="34" y="115"/>
                      </a:lnTo>
                      <a:lnTo>
                        <a:pt x="36" y="115"/>
                      </a:lnTo>
                      <a:lnTo>
                        <a:pt x="36" y="113"/>
                      </a:lnTo>
                      <a:lnTo>
                        <a:pt x="34" y="113"/>
                      </a:lnTo>
                      <a:lnTo>
                        <a:pt x="34" y="115"/>
                      </a:lnTo>
                      <a:lnTo>
                        <a:pt x="34" y="113"/>
                      </a:lnTo>
                      <a:lnTo>
                        <a:pt x="32" y="113"/>
                      </a:lnTo>
                      <a:lnTo>
                        <a:pt x="34" y="113"/>
                      </a:lnTo>
                      <a:lnTo>
                        <a:pt x="32" y="113"/>
                      </a:lnTo>
                      <a:lnTo>
                        <a:pt x="31" y="113"/>
                      </a:lnTo>
                      <a:lnTo>
                        <a:pt x="29" y="113"/>
                      </a:lnTo>
                      <a:lnTo>
                        <a:pt x="29" y="115"/>
                      </a:lnTo>
                      <a:lnTo>
                        <a:pt x="29" y="113"/>
                      </a:lnTo>
                      <a:lnTo>
                        <a:pt x="29" y="115"/>
                      </a:lnTo>
                      <a:lnTo>
                        <a:pt x="29" y="113"/>
                      </a:lnTo>
                      <a:lnTo>
                        <a:pt x="27" y="113"/>
                      </a:lnTo>
                      <a:lnTo>
                        <a:pt x="27" y="112"/>
                      </a:lnTo>
                      <a:lnTo>
                        <a:pt x="27" y="110"/>
                      </a:lnTo>
                      <a:lnTo>
                        <a:pt x="27" y="112"/>
                      </a:lnTo>
                      <a:lnTo>
                        <a:pt x="27" y="110"/>
                      </a:lnTo>
                      <a:lnTo>
                        <a:pt x="29" y="110"/>
                      </a:lnTo>
                      <a:lnTo>
                        <a:pt x="29" y="108"/>
                      </a:lnTo>
                      <a:lnTo>
                        <a:pt x="29" y="106"/>
                      </a:lnTo>
                      <a:lnTo>
                        <a:pt x="27" y="106"/>
                      </a:lnTo>
                      <a:lnTo>
                        <a:pt x="25" y="106"/>
                      </a:lnTo>
                      <a:lnTo>
                        <a:pt x="25" y="104"/>
                      </a:lnTo>
                      <a:lnTo>
                        <a:pt x="23" y="104"/>
                      </a:lnTo>
                      <a:lnTo>
                        <a:pt x="25" y="104"/>
                      </a:lnTo>
                      <a:lnTo>
                        <a:pt x="23" y="102"/>
                      </a:lnTo>
                      <a:lnTo>
                        <a:pt x="22" y="102"/>
                      </a:lnTo>
                      <a:lnTo>
                        <a:pt x="20" y="102"/>
                      </a:lnTo>
                      <a:lnTo>
                        <a:pt x="20" y="101"/>
                      </a:lnTo>
                      <a:lnTo>
                        <a:pt x="20" y="102"/>
                      </a:lnTo>
                      <a:lnTo>
                        <a:pt x="20" y="101"/>
                      </a:lnTo>
                      <a:lnTo>
                        <a:pt x="22" y="101"/>
                      </a:lnTo>
                      <a:lnTo>
                        <a:pt x="20" y="101"/>
                      </a:lnTo>
                      <a:lnTo>
                        <a:pt x="22" y="101"/>
                      </a:lnTo>
                      <a:lnTo>
                        <a:pt x="23" y="101"/>
                      </a:lnTo>
                      <a:lnTo>
                        <a:pt x="23" y="99"/>
                      </a:lnTo>
                      <a:lnTo>
                        <a:pt x="25" y="99"/>
                      </a:lnTo>
                      <a:lnTo>
                        <a:pt x="23" y="99"/>
                      </a:lnTo>
                      <a:lnTo>
                        <a:pt x="25" y="99"/>
                      </a:lnTo>
                      <a:lnTo>
                        <a:pt x="25" y="97"/>
                      </a:lnTo>
                      <a:lnTo>
                        <a:pt x="27" y="97"/>
                      </a:lnTo>
                      <a:lnTo>
                        <a:pt x="27" y="95"/>
                      </a:lnTo>
                      <a:lnTo>
                        <a:pt x="29" y="95"/>
                      </a:lnTo>
                      <a:lnTo>
                        <a:pt x="29" y="93"/>
                      </a:lnTo>
                      <a:lnTo>
                        <a:pt x="29" y="95"/>
                      </a:lnTo>
                      <a:lnTo>
                        <a:pt x="31" y="95"/>
                      </a:lnTo>
                      <a:lnTo>
                        <a:pt x="31" y="93"/>
                      </a:lnTo>
                      <a:lnTo>
                        <a:pt x="32" y="93"/>
                      </a:lnTo>
                      <a:lnTo>
                        <a:pt x="31" y="91"/>
                      </a:lnTo>
                      <a:lnTo>
                        <a:pt x="32" y="91"/>
                      </a:lnTo>
                      <a:lnTo>
                        <a:pt x="31" y="91"/>
                      </a:lnTo>
                      <a:lnTo>
                        <a:pt x="31" y="90"/>
                      </a:lnTo>
                      <a:lnTo>
                        <a:pt x="29" y="90"/>
                      </a:lnTo>
                      <a:lnTo>
                        <a:pt x="29" y="91"/>
                      </a:lnTo>
                      <a:lnTo>
                        <a:pt x="27" y="91"/>
                      </a:lnTo>
                      <a:lnTo>
                        <a:pt x="25" y="91"/>
                      </a:lnTo>
                      <a:lnTo>
                        <a:pt x="23" y="91"/>
                      </a:lnTo>
                      <a:lnTo>
                        <a:pt x="22" y="91"/>
                      </a:lnTo>
                      <a:lnTo>
                        <a:pt x="20" y="91"/>
                      </a:lnTo>
                      <a:lnTo>
                        <a:pt x="18" y="91"/>
                      </a:lnTo>
                      <a:lnTo>
                        <a:pt x="16" y="91"/>
                      </a:lnTo>
                      <a:lnTo>
                        <a:pt x="16" y="93"/>
                      </a:lnTo>
                      <a:lnTo>
                        <a:pt x="16" y="91"/>
                      </a:lnTo>
                      <a:lnTo>
                        <a:pt x="16" y="93"/>
                      </a:lnTo>
                      <a:lnTo>
                        <a:pt x="14" y="93"/>
                      </a:lnTo>
                      <a:lnTo>
                        <a:pt x="12" y="93"/>
                      </a:lnTo>
                      <a:lnTo>
                        <a:pt x="11" y="93"/>
                      </a:lnTo>
                      <a:lnTo>
                        <a:pt x="9" y="93"/>
                      </a:lnTo>
                      <a:lnTo>
                        <a:pt x="7" y="93"/>
                      </a:lnTo>
                      <a:lnTo>
                        <a:pt x="7" y="95"/>
                      </a:lnTo>
                      <a:lnTo>
                        <a:pt x="5" y="95"/>
                      </a:lnTo>
                      <a:lnTo>
                        <a:pt x="3" y="95"/>
                      </a:lnTo>
                      <a:lnTo>
                        <a:pt x="1" y="95"/>
                      </a:lnTo>
                      <a:lnTo>
                        <a:pt x="0" y="95"/>
                      </a:lnTo>
                      <a:lnTo>
                        <a:pt x="0" y="93"/>
                      </a:lnTo>
                      <a:lnTo>
                        <a:pt x="1" y="93"/>
                      </a:lnTo>
                      <a:lnTo>
                        <a:pt x="1" y="91"/>
                      </a:lnTo>
                      <a:lnTo>
                        <a:pt x="1" y="90"/>
                      </a:lnTo>
                      <a:lnTo>
                        <a:pt x="3" y="90"/>
                      </a:lnTo>
                      <a:lnTo>
                        <a:pt x="3" y="88"/>
                      </a:lnTo>
                      <a:lnTo>
                        <a:pt x="3" y="86"/>
                      </a:lnTo>
                      <a:lnTo>
                        <a:pt x="3" y="84"/>
                      </a:lnTo>
                      <a:lnTo>
                        <a:pt x="3" y="82"/>
                      </a:lnTo>
                      <a:lnTo>
                        <a:pt x="3" y="80"/>
                      </a:lnTo>
                      <a:lnTo>
                        <a:pt x="3" y="79"/>
                      </a:lnTo>
                      <a:lnTo>
                        <a:pt x="3" y="77"/>
                      </a:lnTo>
                      <a:lnTo>
                        <a:pt x="5" y="75"/>
                      </a:lnTo>
                      <a:lnTo>
                        <a:pt x="7" y="75"/>
                      </a:lnTo>
                      <a:lnTo>
                        <a:pt x="9" y="75"/>
                      </a:lnTo>
                      <a:lnTo>
                        <a:pt x="11" y="75"/>
                      </a:lnTo>
                      <a:lnTo>
                        <a:pt x="11" y="73"/>
                      </a:lnTo>
                      <a:lnTo>
                        <a:pt x="11" y="71"/>
                      </a:lnTo>
                      <a:lnTo>
                        <a:pt x="12" y="71"/>
                      </a:lnTo>
                      <a:lnTo>
                        <a:pt x="12" y="69"/>
                      </a:lnTo>
                      <a:lnTo>
                        <a:pt x="12" y="68"/>
                      </a:lnTo>
                      <a:lnTo>
                        <a:pt x="14" y="68"/>
                      </a:lnTo>
                      <a:lnTo>
                        <a:pt x="16" y="68"/>
                      </a:lnTo>
                      <a:lnTo>
                        <a:pt x="18" y="68"/>
                      </a:lnTo>
                      <a:lnTo>
                        <a:pt x="18" y="66"/>
                      </a:lnTo>
                      <a:lnTo>
                        <a:pt x="20" y="66"/>
                      </a:lnTo>
                      <a:lnTo>
                        <a:pt x="20" y="64"/>
                      </a:lnTo>
                      <a:lnTo>
                        <a:pt x="22" y="64"/>
                      </a:lnTo>
                      <a:lnTo>
                        <a:pt x="22" y="62"/>
                      </a:lnTo>
                      <a:lnTo>
                        <a:pt x="23" y="62"/>
                      </a:lnTo>
                      <a:lnTo>
                        <a:pt x="25" y="62"/>
                      </a:lnTo>
                      <a:lnTo>
                        <a:pt x="23" y="62"/>
                      </a:lnTo>
                      <a:lnTo>
                        <a:pt x="25" y="62"/>
                      </a:lnTo>
                      <a:lnTo>
                        <a:pt x="25" y="60"/>
                      </a:lnTo>
                      <a:lnTo>
                        <a:pt x="25" y="62"/>
                      </a:lnTo>
                      <a:lnTo>
                        <a:pt x="25" y="60"/>
                      </a:lnTo>
                      <a:lnTo>
                        <a:pt x="27" y="60"/>
                      </a:lnTo>
                      <a:lnTo>
                        <a:pt x="29" y="60"/>
                      </a:lnTo>
                      <a:lnTo>
                        <a:pt x="31" y="60"/>
                      </a:lnTo>
                      <a:lnTo>
                        <a:pt x="31" y="62"/>
                      </a:lnTo>
                      <a:lnTo>
                        <a:pt x="32" y="62"/>
                      </a:lnTo>
                      <a:lnTo>
                        <a:pt x="34" y="62"/>
                      </a:lnTo>
                      <a:lnTo>
                        <a:pt x="36" y="60"/>
                      </a:lnTo>
                      <a:lnTo>
                        <a:pt x="38" y="60"/>
                      </a:lnTo>
                      <a:lnTo>
                        <a:pt x="38" y="59"/>
                      </a:lnTo>
                      <a:lnTo>
                        <a:pt x="40" y="59"/>
                      </a:lnTo>
                      <a:lnTo>
                        <a:pt x="40" y="60"/>
                      </a:lnTo>
                      <a:lnTo>
                        <a:pt x="42" y="60"/>
                      </a:lnTo>
                      <a:lnTo>
                        <a:pt x="42" y="59"/>
                      </a:lnTo>
                      <a:lnTo>
                        <a:pt x="43" y="59"/>
                      </a:lnTo>
                      <a:lnTo>
                        <a:pt x="45" y="59"/>
                      </a:lnTo>
                      <a:lnTo>
                        <a:pt x="45" y="60"/>
                      </a:lnTo>
                      <a:lnTo>
                        <a:pt x="45" y="62"/>
                      </a:lnTo>
                      <a:lnTo>
                        <a:pt x="47" y="62"/>
                      </a:lnTo>
                      <a:lnTo>
                        <a:pt x="49" y="64"/>
                      </a:lnTo>
                      <a:lnTo>
                        <a:pt x="51" y="64"/>
                      </a:lnTo>
                      <a:lnTo>
                        <a:pt x="53" y="64"/>
                      </a:lnTo>
                      <a:lnTo>
                        <a:pt x="54" y="64"/>
                      </a:lnTo>
                      <a:lnTo>
                        <a:pt x="56" y="64"/>
                      </a:lnTo>
                      <a:lnTo>
                        <a:pt x="58" y="64"/>
                      </a:lnTo>
                      <a:lnTo>
                        <a:pt x="60" y="64"/>
                      </a:lnTo>
                      <a:lnTo>
                        <a:pt x="62" y="64"/>
                      </a:lnTo>
                      <a:lnTo>
                        <a:pt x="63" y="64"/>
                      </a:lnTo>
                      <a:lnTo>
                        <a:pt x="63" y="62"/>
                      </a:lnTo>
                      <a:lnTo>
                        <a:pt x="65" y="62"/>
                      </a:lnTo>
                      <a:lnTo>
                        <a:pt x="63" y="62"/>
                      </a:lnTo>
                      <a:lnTo>
                        <a:pt x="63" y="60"/>
                      </a:lnTo>
                      <a:lnTo>
                        <a:pt x="63" y="62"/>
                      </a:lnTo>
                      <a:lnTo>
                        <a:pt x="62" y="62"/>
                      </a:lnTo>
                      <a:lnTo>
                        <a:pt x="62" y="60"/>
                      </a:lnTo>
                      <a:lnTo>
                        <a:pt x="60" y="60"/>
                      </a:lnTo>
                      <a:lnTo>
                        <a:pt x="60" y="59"/>
                      </a:lnTo>
                      <a:lnTo>
                        <a:pt x="58" y="59"/>
                      </a:lnTo>
                      <a:lnTo>
                        <a:pt x="58" y="57"/>
                      </a:lnTo>
                      <a:lnTo>
                        <a:pt x="60" y="57"/>
                      </a:lnTo>
                      <a:lnTo>
                        <a:pt x="62" y="57"/>
                      </a:lnTo>
                      <a:lnTo>
                        <a:pt x="63" y="57"/>
                      </a:lnTo>
                      <a:lnTo>
                        <a:pt x="65" y="57"/>
                      </a:lnTo>
                      <a:lnTo>
                        <a:pt x="67" y="57"/>
                      </a:lnTo>
                      <a:lnTo>
                        <a:pt x="67" y="59"/>
                      </a:lnTo>
                      <a:lnTo>
                        <a:pt x="67" y="57"/>
                      </a:lnTo>
                      <a:lnTo>
                        <a:pt x="67" y="59"/>
                      </a:lnTo>
                      <a:lnTo>
                        <a:pt x="69" y="59"/>
                      </a:lnTo>
                      <a:lnTo>
                        <a:pt x="71" y="59"/>
                      </a:lnTo>
                      <a:lnTo>
                        <a:pt x="69" y="60"/>
                      </a:lnTo>
                      <a:lnTo>
                        <a:pt x="67" y="60"/>
                      </a:lnTo>
                      <a:lnTo>
                        <a:pt x="65" y="60"/>
                      </a:lnTo>
                      <a:lnTo>
                        <a:pt x="65" y="62"/>
                      </a:lnTo>
                      <a:lnTo>
                        <a:pt x="67" y="62"/>
                      </a:lnTo>
                      <a:lnTo>
                        <a:pt x="69" y="62"/>
                      </a:lnTo>
                      <a:lnTo>
                        <a:pt x="71" y="62"/>
                      </a:lnTo>
                      <a:lnTo>
                        <a:pt x="73" y="62"/>
                      </a:lnTo>
                      <a:lnTo>
                        <a:pt x="74" y="62"/>
                      </a:lnTo>
                      <a:lnTo>
                        <a:pt x="74" y="60"/>
                      </a:lnTo>
                      <a:lnTo>
                        <a:pt x="74" y="62"/>
                      </a:lnTo>
                      <a:lnTo>
                        <a:pt x="74" y="60"/>
                      </a:lnTo>
                      <a:lnTo>
                        <a:pt x="76" y="62"/>
                      </a:lnTo>
                      <a:lnTo>
                        <a:pt x="76" y="60"/>
                      </a:lnTo>
                      <a:lnTo>
                        <a:pt x="78" y="60"/>
                      </a:lnTo>
                      <a:lnTo>
                        <a:pt x="80" y="60"/>
                      </a:lnTo>
                      <a:lnTo>
                        <a:pt x="82" y="60"/>
                      </a:lnTo>
                      <a:lnTo>
                        <a:pt x="84" y="60"/>
                      </a:lnTo>
                      <a:lnTo>
                        <a:pt x="84" y="62"/>
                      </a:lnTo>
                      <a:lnTo>
                        <a:pt x="85" y="62"/>
                      </a:lnTo>
                      <a:lnTo>
                        <a:pt x="85" y="60"/>
                      </a:lnTo>
                      <a:lnTo>
                        <a:pt x="87" y="60"/>
                      </a:lnTo>
                      <a:lnTo>
                        <a:pt x="87" y="62"/>
                      </a:lnTo>
                      <a:lnTo>
                        <a:pt x="89" y="62"/>
                      </a:lnTo>
                      <a:lnTo>
                        <a:pt x="91" y="62"/>
                      </a:lnTo>
                      <a:lnTo>
                        <a:pt x="93" y="62"/>
                      </a:lnTo>
                      <a:lnTo>
                        <a:pt x="95" y="62"/>
                      </a:lnTo>
                      <a:lnTo>
                        <a:pt x="93" y="62"/>
                      </a:lnTo>
                      <a:lnTo>
                        <a:pt x="95" y="62"/>
                      </a:lnTo>
                      <a:lnTo>
                        <a:pt x="96" y="62"/>
                      </a:lnTo>
                      <a:lnTo>
                        <a:pt x="98" y="62"/>
                      </a:lnTo>
                      <a:lnTo>
                        <a:pt x="100" y="62"/>
                      </a:lnTo>
                      <a:lnTo>
                        <a:pt x="102" y="62"/>
                      </a:lnTo>
                      <a:lnTo>
                        <a:pt x="104" y="62"/>
                      </a:lnTo>
                      <a:lnTo>
                        <a:pt x="105" y="62"/>
                      </a:lnTo>
                      <a:lnTo>
                        <a:pt x="107" y="62"/>
                      </a:lnTo>
                      <a:lnTo>
                        <a:pt x="107" y="60"/>
                      </a:lnTo>
                      <a:lnTo>
                        <a:pt x="109" y="60"/>
                      </a:lnTo>
                      <a:lnTo>
                        <a:pt x="111" y="60"/>
                      </a:lnTo>
                      <a:lnTo>
                        <a:pt x="109" y="60"/>
                      </a:lnTo>
                      <a:lnTo>
                        <a:pt x="109" y="59"/>
                      </a:lnTo>
                      <a:lnTo>
                        <a:pt x="107" y="59"/>
                      </a:lnTo>
                      <a:lnTo>
                        <a:pt x="105" y="59"/>
                      </a:lnTo>
                      <a:lnTo>
                        <a:pt x="104" y="59"/>
                      </a:lnTo>
                      <a:lnTo>
                        <a:pt x="102" y="59"/>
                      </a:lnTo>
                      <a:lnTo>
                        <a:pt x="100" y="59"/>
                      </a:lnTo>
                      <a:lnTo>
                        <a:pt x="100" y="57"/>
                      </a:lnTo>
                      <a:lnTo>
                        <a:pt x="98" y="57"/>
                      </a:lnTo>
                      <a:lnTo>
                        <a:pt x="98" y="55"/>
                      </a:lnTo>
                      <a:lnTo>
                        <a:pt x="100" y="55"/>
                      </a:lnTo>
                      <a:lnTo>
                        <a:pt x="102" y="55"/>
                      </a:lnTo>
                      <a:lnTo>
                        <a:pt x="104" y="53"/>
                      </a:lnTo>
                      <a:lnTo>
                        <a:pt x="105" y="53"/>
                      </a:lnTo>
                      <a:lnTo>
                        <a:pt x="107" y="53"/>
                      </a:lnTo>
                      <a:lnTo>
                        <a:pt x="109" y="53"/>
                      </a:lnTo>
                      <a:lnTo>
                        <a:pt x="111" y="53"/>
                      </a:lnTo>
                      <a:lnTo>
                        <a:pt x="111" y="51"/>
                      </a:lnTo>
                      <a:lnTo>
                        <a:pt x="113" y="51"/>
                      </a:lnTo>
                      <a:lnTo>
                        <a:pt x="115" y="51"/>
                      </a:lnTo>
                      <a:lnTo>
                        <a:pt x="116" y="51"/>
                      </a:lnTo>
                      <a:lnTo>
                        <a:pt x="118" y="51"/>
                      </a:lnTo>
                      <a:lnTo>
                        <a:pt x="120" y="49"/>
                      </a:lnTo>
                      <a:lnTo>
                        <a:pt x="120" y="51"/>
                      </a:lnTo>
                      <a:lnTo>
                        <a:pt x="122" y="51"/>
                      </a:lnTo>
                      <a:lnTo>
                        <a:pt x="122" y="49"/>
                      </a:lnTo>
                      <a:lnTo>
                        <a:pt x="124" y="49"/>
                      </a:lnTo>
                      <a:lnTo>
                        <a:pt x="126" y="51"/>
                      </a:lnTo>
                      <a:lnTo>
                        <a:pt x="127" y="51"/>
                      </a:lnTo>
                      <a:lnTo>
                        <a:pt x="129" y="51"/>
                      </a:lnTo>
                      <a:lnTo>
                        <a:pt x="129" y="49"/>
                      </a:lnTo>
                      <a:lnTo>
                        <a:pt x="131" y="49"/>
                      </a:lnTo>
                      <a:lnTo>
                        <a:pt x="133" y="49"/>
                      </a:lnTo>
                      <a:lnTo>
                        <a:pt x="135" y="49"/>
                      </a:lnTo>
                      <a:lnTo>
                        <a:pt x="137" y="49"/>
                      </a:lnTo>
                      <a:lnTo>
                        <a:pt x="138" y="49"/>
                      </a:lnTo>
                      <a:lnTo>
                        <a:pt x="138" y="48"/>
                      </a:lnTo>
                      <a:lnTo>
                        <a:pt x="137" y="48"/>
                      </a:lnTo>
                      <a:lnTo>
                        <a:pt x="137" y="49"/>
                      </a:lnTo>
                      <a:lnTo>
                        <a:pt x="135" y="49"/>
                      </a:lnTo>
                      <a:lnTo>
                        <a:pt x="133" y="49"/>
                      </a:lnTo>
                      <a:lnTo>
                        <a:pt x="133" y="48"/>
                      </a:lnTo>
                      <a:lnTo>
                        <a:pt x="131" y="48"/>
                      </a:lnTo>
                      <a:lnTo>
                        <a:pt x="129" y="48"/>
                      </a:lnTo>
                      <a:lnTo>
                        <a:pt x="127" y="48"/>
                      </a:lnTo>
                      <a:lnTo>
                        <a:pt x="126" y="48"/>
                      </a:lnTo>
                      <a:lnTo>
                        <a:pt x="124" y="48"/>
                      </a:lnTo>
                      <a:lnTo>
                        <a:pt x="122" y="48"/>
                      </a:lnTo>
                      <a:lnTo>
                        <a:pt x="120" y="48"/>
                      </a:lnTo>
                      <a:lnTo>
                        <a:pt x="118" y="48"/>
                      </a:lnTo>
                      <a:lnTo>
                        <a:pt x="116" y="48"/>
                      </a:lnTo>
                      <a:lnTo>
                        <a:pt x="118" y="48"/>
                      </a:lnTo>
                      <a:lnTo>
                        <a:pt x="118" y="46"/>
                      </a:lnTo>
                      <a:lnTo>
                        <a:pt x="116" y="46"/>
                      </a:lnTo>
                      <a:lnTo>
                        <a:pt x="115" y="46"/>
                      </a:lnTo>
                      <a:lnTo>
                        <a:pt x="115" y="48"/>
                      </a:lnTo>
                      <a:lnTo>
                        <a:pt x="115" y="46"/>
                      </a:lnTo>
                      <a:lnTo>
                        <a:pt x="116" y="46"/>
                      </a:lnTo>
                      <a:lnTo>
                        <a:pt x="115" y="46"/>
                      </a:lnTo>
                      <a:lnTo>
                        <a:pt x="116" y="46"/>
                      </a:lnTo>
                      <a:lnTo>
                        <a:pt x="115" y="44"/>
                      </a:lnTo>
                      <a:lnTo>
                        <a:pt x="115" y="46"/>
                      </a:lnTo>
                      <a:lnTo>
                        <a:pt x="115" y="44"/>
                      </a:lnTo>
                      <a:lnTo>
                        <a:pt x="113" y="44"/>
                      </a:lnTo>
                      <a:lnTo>
                        <a:pt x="115" y="44"/>
                      </a:lnTo>
                      <a:lnTo>
                        <a:pt x="113" y="44"/>
                      </a:lnTo>
                      <a:lnTo>
                        <a:pt x="111" y="44"/>
                      </a:lnTo>
                      <a:lnTo>
                        <a:pt x="111" y="42"/>
                      </a:lnTo>
                      <a:lnTo>
                        <a:pt x="109" y="42"/>
                      </a:lnTo>
                      <a:lnTo>
                        <a:pt x="107" y="40"/>
                      </a:lnTo>
                      <a:lnTo>
                        <a:pt x="107" y="42"/>
                      </a:lnTo>
                      <a:lnTo>
                        <a:pt x="107" y="40"/>
                      </a:lnTo>
                      <a:lnTo>
                        <a:pt x="105" y="40"/>
                      </a:lnTo>
                      <a:lnTo>
                        <a:pt x="107" y="40"/>
                      </a:lnTo>
                      <a:lnTo>
                        <a:pt x="105" y="40"/>
                      </a:lnTo>
                      <a:lnTo>
                        <a:pt x="105" y="38"/>
                      </a:lnTo>
                      <a:lnTo>
                        <a:pt x="107" y="38"/>
                      </a:lnTo>
                      <a:lnTo>
                        <a:pt x="107" y="37"/>
                      </a:lnTo>
                      <a:lnTo>
                        <a:pt x="107" y="35"/>
                      </a:lnTo>
                      <a:lnTo>
                        <a:pt x="109" y="35"/>
                      </a:lnTo>
                      <a:lnTo>
                        <a:pt x="107" y="35"/>
                      </a:lnTo>
                      <a:lnTo>
                        <a:pt x="107" y="33"/>
                      </a:lnTo>
                      <a:lnTo>
                        <a:pt x="109" y="33"/>
                      </a:lnTo>
                      <a:lnTo>
                        <a:pt x="111" y="33"/>
                      </a:lnTo>
                      <a:lnTo>
                        <a:pt x="111" y="31"/>
                      </a:lnTo>
                      <a:lnTo>
                        <a:pt x="113" y="31"/>
                      </a:lnTo>
                      <a:lnTo>
                        <a:pt x="115" y="31"/>
                      </a:lnTo>
                      <a:lnTo>
                        <a:pt x="116" y="31"/>
                      </a:lnTo>
                      <a:lnTo>
                        <a:pt x="118" y="31"/>
                      </a:lnTo>
                      <a:lnTo>
                        <a:pt x="118" y="33"/>
                      </a:lnTo>
                      <a:lnTo>
                        <a:pt x="118" y="31"/>
                      </a:lnTo>
                      <a:lnTo>
                        <a:pt x="118" y="33"/>
                      </a:lnTo>
                      <a:lnTo>
                        <a:pt x="120" y="31"/>
                      </a:lnTo>
                      <a:lnTo>
                        <a:pt x="120" y="33"/>
                      </a:lnTo>
                      <a:lnTo>
                        <a:pt x="122" y="33"/>
                      </a:lnTo>
                      <a:lnTo>
                        <a:pt x="124" y="33"/>
                      </a:lnTo>
                      <a:lnTo>
                        <a:pt x="126" y="33"/>
                      </a:lnTo>
                      <a:lnTo>
                        <a:pt x="127" y="33"/>
                      </a:lnTo>
                      <a:lnTo>
                        <a:pt x="129" y="33"/>
                      </a:lnTo>
                      <a:lnTo>
                        <a:pt x="131" y="33"/>
                      </a:lnTo>
                      <a:lnTo>
                        <a:pt x="131" y="35"/>
                      </a:lnTo>
                      <a:lnTo>
                        <a:pt x="133" y="35"/>
                      </a:lnTo>
                      <a:lnTo>
                        <a:pt x="133" y="33"/>
                      </a:lnTo>
                      <a:lnTo>
                        <a:pt x="133" y="35"/>
                      </a:lnTo>
                      <a:lnTo>
                        <a:pt x="135" y="35"/>
                      </a:lnTo>
                      <a:lnTo>
                        <a:pt x="137" y="35"/>
                      </a:lnTo>
                      <a:lnTo>
                        <a:pt x="138" y="35"/>
                      </a:lnTo>
                      <a:lnTo>
                        <a:pt x="140" y="35"/>
                      </a:lnTo>
                      <a:lnTo>
                        <a:pt x="142" y="35"/>
                      </a:lnTo>
                      <a:lnTo>
                        <a:pt x="144" y="35"/>
                      </a:lnTo>
                      <a:lnTo>
                        <a:pt x="146" y="35"/>
                      </a:lnTo>
                      <a:lnTo>
                        <a:pt x="147" y="35"/>
                      </a:lnTo>
                      <a:lnTo>
                        <a:pt x="147" y="33"/>
                      </a:lnTo>
                      <a:lnTo>
                        <a:pt x="149" y="33"/>
                      </a:lnTo>
                      <a:lnTo>
                        <a:pt x="147" y="33"/>
                      </a:lnTo>
                      <a:lnTo>
                        <a:pt x="149" y="33"/>
                      </a:lnTo>
                      <a:lnTo>
                        <a:pt x="149" y="35"/>
                      </a:lnTo>
                      <a:lnTo>
                        <a:pt x="149" y="33"/>
                      </a:lnTo>
                      <a:lnTo>
                        <a:pt x="151" y="33"/>
                      </a:lnTo>
                      <a:lnTo>
                        <a:pt x="151" y="31"/>
                      </a:lnTo>
                      <a:lnTo>
                        <a:pt x="151" y="33"/>
                      </a:lnTo>
                      <a:lnTo>
                        <a:pt x="153" y="33"/>
                      </a:lnTo>
                      <a:lnTo>
                        <a:pt x="155" y="33"/>
                      </a:lnTo>
                      <a:lnTo>
                        <a:pt x="157" y="33"/>
                      </a:lnTo>
                      <a:lnTo>
                        <a:pt x="157" y="35"/>
                      </a:lnTo>
                      <a:lnTo>
                        <a:pt x="158" y="35"/>
                      </a:lnTo>
                      <a:lnTo>
                        <a:pt x="160" y="35"/>
                      </a:lnTo>
                      <a:lnTo>
                        <a:pt x="162" y="35"/>
                      </a:lnTo>
                      <a:lnTo>
                        <a:pt x="164" y="35"/>
                      </a:lnTo>
                      <a:lnTo>
                        <a:pt x="166" y="35"/>
                      </a:lnTo>
                      <a:lnTo>
                        <a:pt x="166" y="37"/>
                      </a:lnTo>
                      <a:lnTo>
                        <a:pt x="168" y="37"/>
                      </a:lnTo>
                      <a:lnTo>
                        <a:pt x="169" y="37"/>
                      </a:lnTo>
                      <a:lnTo>
                        <a:pt x="171" y="37"/>
                      </a:lnTo>
                      <a:lnTo>
                        <a:pt x="173" y="37"/>
                      </a:lnTo>
                      <a:lnTo>
                        <a:pt x="175" y="37"/>
                      </a:lnTo>
                      <a:lnTo>
                        <a:pt x="177" y="37"/>
                      </a:lnTo>
                      <a:lnTo>
                        <a:pt x="178" y="37"/>
                      </a:lnTo>
                      <a:lnTo>
                        <a:pt x="180" y="37"/>
                      </a:lnTo>
                      <a:lnTo>
                        <a:pt x="182" y="37"/>
                      </a:lnTo>
                      <a:lnTo>
                        <a:pt x="184" y="37"/>
                      </a:lnTo>
                      <a:lnTo>
                        <a:pt x="186" y="37"/>
                      </a:lnTo>
                      <a:lnTo>
                        <a:pt x="188" y="35"/>
                      </a:lnTo>
                      <a:lnTo>
                        <a:pt x="189" y="35"/>
                      </a:lnTo>
                      <a:lnTo>
                        <a:pt x="189" y="33"/>
                      </a:lnTo>
                      <a:lnTo>
                        <a:pt x="191" y="33"/>
                      </a:lnTo>
                      <a:lnTo>
                        <a:pt x="191" y="31"/>
                      </a:lnTo>
                      <a:lnTo>
                        <a:pt x="191" y="29"/>
                      </a:lnTo>
                      <a:lnTo>
                        <a:pt x="191" y="27"/>
                      </a:lnTo>
                      <a:lnTo>
                        <a:pt x="193" y="27"/>
                      </a:lnTo>
                      <a:lnTo>
                        <a:pt x="195" y="27"/>
                      </a:lnTo>
                      <a:lnTo>
                        <a:pt x="197" y="26"/>
                      </a:lnTo>
                      <a:lnTo>
                        <a:pt x="197" y="27"/>
                      </a:lnTo>
                      <a:lnTo>
                        <a:pt x="197" y="26"/>
                      </a:lnTo>
                      <a:lnTo>
                        <a:pt x="199" y="26"/>
                      </a:lnTo>
                      <a:lnTo>
                        <a:pt x="200" y="26"/>
                      </a:lnTo>
                      <a:lnTo>
                        <a:pt x="202" y="26"/>
                      </a:lnTo>
                      <a:lnTo>
                        <a:pt x="202" y="24"/>
                      </a:lnTo>
                      <a:lnTo>
                        <a:pt x="204" y="24"/>
                      </a:lnTo>
                      <a:lnTo>
                        <a:pt x="206" y="22"/>
                      </a:lnTo>
                      <a:lnTo>
                        <a:pt x="206" y="24"/>
                      </a:lnTo>
                      <a:lnTo>
                        <a:pt x="206" y="22"/>
                      </a:lnTo>
                      <a:lnTo>
                        <a:pt x="208" y="22"/>
                      </a:lnTo>
                      <a:lnTo>
                        <a:pt x="210" y="20"/>
                      </a:lnTo>
                      <a:lnTo>
                        <a:pt x="211" y="20"/>
                      </a:lnTo>
                      <a:lnTo>
                        <a:pt x="213" y="20"/>
                      </a:lnTo>
                      <a:lnTo>
                        <a:pt x="213" y="18"/>
                      </a:lnTo>
                      <a:lnTo>
                        <a:pt x="215" y="18"/>
                      </a:lnTo>
                      <a:lnTo>
                        <a:pt x="217" y="18"/>
                      </a:lnTo>
                      <a:lnTo>
                        <a:pt x="219" y="18"/>
                      </a:lnTo>
                      <a:lnTo>
                        <a:pt x="219" y="16"/>
                      </a:lnTo>
                      <a:lnTo>
                        <a:pt x="220" y="16"/>
                      </a:lnTo>
                      <a:lnTo>
                        <a:pt x="220" y="15"/>
                      </a:lnTo>
                      <a:lnTo>
                        <a:pt x="222" y="15"/>
                      </a:lnTo>
                      <a:lnTo>
                        <a:pt x="222" y="13"/>
                      </a:lnTo>
                      <a:lnTo>
                        <a:pt x="224" y="13"/>
                      </a:lnTo>
                      <a:lnTo>
                        <a:pt x="224" y="15"/>
                      </a:lnTo>
                      <a:lnTo>
                        <a:pt x="224" y="13"/>
                      </a:lnTo>
                      <a:lnTo>
                        <a:pt x="224" y="15"/>
                      </a:lnTo>
                      <a:lnTo>
                        <a:pt x="224" y="13"/>
                      </a:lnTo>
                      <a:lnTo>
                        <a:pt x="226" y="13"/>
                      </a:lnTo>
                      <a:lnTo>
                        <a:pt x="228" y="13"/>
                      </a:lnTo>
                      <a:lnTo>
                        <a:pt x="230" y="11"/>
                      </a:lnTo>
                      <a:lnTo>
                        <a:pt x="231" y="11"/>
                      </a:lnTo>
                      <a:lnTo>
                        <a:pt x="233" y="11"/>
                      </a:lnTo>
                      <a:lnTo>
                        <a:pt x="233" y="9"/>
                      </a:lnTo>
                      <a:lnTo>
                        <a:pt x="235" y="9"/>
                      </a:lnTo>
                      <a:lnTo>
                        <a:pt x="237" y="9"/>
                      </a:lnTo>
                      <a:lnTo>
                        <a:pt x="239" y="9"/>
                      </a:lnTo>
                      <a:lnTo>
                        <a:pt x="241" y="9"/>
                      </a:lnTo>
                      <a:lnTo>
                        <a:pt x="242" y="9"/>
                      </a:lnTo>
                      <a:lnTo>
                        <a:pt x="244" y="9"/>
                      </a:lnTo>
                      <a:lnTo>
                        <a:pt x="246" y="9"/>
                      </a:lnTo>
                      <a:lnTo>
                        <a:pt x="246" y="7"/>
                      </a:lnTo>
                      <a:lnTo>
                        <a:pt x="248" y="7"/>
                      </a:lnTo>
                      <a:lnTo>
                        <a:pt x="250" y="7"/>
                      </a:lnTo>
                      <a:lnTo>
                        <a:pt x="250" y="6"/>
                      </a:lnTo>
                      <a:lnTo>
                        <a:pt x="251" y="6"/>
                      </a:lnTo>
                      <a:lnTo>
                        <a:pt x="253" y="6"/>
                      </a:lnTo>
                      <a:lnTo>
                        <a:pt x="255" y="6"/>
                      </a:lnTo>
                      <a:lnTo>
                        <a:pt x="255" y="4"/>
                      </a:lnTo>
                      <a:lnTo>
                        <a:pt x="257" y="4"/>
                      </a:lnTo>
                      <a:lnTo>
                        <a:pt x="259" y="4"/>
                      </a:lnTo>
                      <a:lnTo>
                        <a:pt x="261" y="4"/>
                      </a:lnTo>
                      <a:lnTo>
                        <a:pt x="262" y="4"/>
                      </a:lnTo>
                      <a:lnTo>
                        <a:pt x="264" y="4"/>
                      </a:lnTo>
                      <a:lnTo>
                        <a:pt x="266" y="4"/>
                      </a:lnTo>
                      <a:lnTo>
                        <a:pt x="268" y="4"/>
                      </a:lnTo>
                      <a:lnTo>
                        <a:pt x="270" y="4"/>
                      </a:lnTo>
                      <a:lnTo>
                        <a:pt x="272" y="4"/>
                      </a:lnTo>
                      <a:lnTo>
                        <a:pt x="273" y="4"/>
                      </a:lnTo>
                      <a:lnTo>
                        <a:pt x="275" y="4"/>
                      </a:lnTo>
                      <a:lnTo>
                        <a:pt x="275" y="6"/>
                      </a:lnTo>
                      <a:lnTo>
                        <a:pt x="277" y="6"/>
                      </a:lnTo>
                      <a:lnTo>
                        <a:pt x="279" y="6"/>
                      </a:lnTo>
                      <a:lnTo>
                        <a:pt x="281" y="6"/>
                      </a:lnTo>
                      <a:lnTo>
                        <a:pt x="283" y="6"/>
                      </a:lnTo>
                      <a:lnTo>
                        <a:pt x="283" y="4"/>
                      </a:lnTo>
                      <a:lnTo>
                        <a:pt x="284" y="4"/>
                      </a:lnTo>
                      <a:lnTo>
                        <a:pt x="286" y="4"/>
                      </a:lnTo>
                      <a:lnTo>
                        <a:pt x="288" y="4"/>
                      </a:lnTo>
                      <a:lnTo>
                        <a:pt x="288" y="6"/>
                      </a:lnTo>
                      <a:lnTo>
                        <a:pt x="290" y="6"/>
                      </a:lnTo>
                      <a:lnTo>
                        <a:pt x="292" y="6"/>
                      </a:lnTo>
                      <a:lnTo>
                        <a:pt x="293" y="6"/>
                      </a:lnTo>
                      <a:lnTo>
                        <a:pt x="295" y="6"/>
                      </a:lnTo>
                      <a:lnTo>
                        <a:pt x="297" y="6"/>
                      </a:lnTo>
                      <a:lnTo>
                        <a:pt x="299" y="6"/>
                      </a:lnTo>
                      <a:lnTo>
                        <a:pt x="301" y="6"/>
                      </a:lnTo>
                      <a:lnTo>
                        <a:pt x="303" y="6"/>
                      </a:lnTo>
                      <a:lnTo>
                        <a:pt x="304" y="6"/>
                      </a:lnTo>
                      <a:lnTo>
                        <a:pt x="306" y="6"/>
                      </a:lnTo>
                      <a:lnTo>
                        <a:pt x="308" y="6"/>
                      </a:lnTo>
                      <a:lnTo>
                        <a:pt x="310" y="6"/>
                      </a:lnTo>
                      <a:lnTo>
                        <a:pt x="312" y="6"/>
                      </a:lnTo>
                      <a:lnTo>
                        <a:pt x="314" y="6"/>
                      </a:lnTo>
                      <a:lnTo>
                        <a:pt x="315" y="4"/>
                      </a:lnTo>
                      <a:lnTo>
                        <a:pt x="317" y="4"/>
                      </a:lnTo>
                      <a:lnTo>
                        <a:pt x="317" y="2"/>
                      </a:lnTo>
                      <a:lnTo>
                        <a:pt x="317" y="0"/>
                      </a:lnTo>
                      <a:lnTo>
                        <a:pt x="319" y="0"/>
                      </a:lnTo>
                      <a:lnTo>
                        <a:pt x="321" y="0"/>
                      </a:lnTo>
                      <a:lnTo>
                        <a:pt x="321" y="2"/>
                      </a:lnTo>
                      <a:lnTo>
                        <a:pt x="323" y="2"/>
                      </a:lnTo>
                      <a:lnTo>
                        <a:pt x="323" y="4"/>
                      </a:lnTo>
                      <a:lnTo>
                        <a:pt x="324" y="4"/>
                      </a:lnTo>
                      <a:lnTo>
                        <a:pt x="324" y="2"/>
                      </a:lnTo>
                      <a:lnTo>
                        <a:pt x="326" y="2"/>
                      </a:lnTo>
                      <a:lnTo>
                        <a:pt x="326" y="4"/>
                      </a:lnTo>
                      <a:lnTo>
                        <a:pt x="328" y="4"/>
                      </a:lnTo>
                      <a:lnTo>
                        <a:pt x="326" y="4"/>
                      </a:lnTo>
                      <a:lnTo>
                        <a:pt x="324" y="4"/>
                      </a:lnTo>
                      <a:lnTo>
                        <a:pt x="324" y="6"/>
                      </a:lnTo>
                      <a:lnTo>
                        <a:pt x="323" y="6"/>
                      </a:lnTo>
                      <a:lnTo>
                        <a:pt x="323" y="7"/>
                      </a:lnTo>
                      <a:lnTo>
                        <a:pt x="324" y="7"/>
                      </a:lnTo>
                      <a:lnTo>
                        <a:pt x="324" y="9"/>
                      </a:lnTo>
                      <a:lnTo>
                        <a:pt x="326" y="9"/>
                      </a:lnTo>
                      <a:lnTo>
                        <a:pt x="326" y="11"/>
                      </a:lnTo>
                      <a:lnTo>
                        <a:pt x="328" y="11"/>
                      </a:lnTo>
                      <a:lnTo>
                        <a:pt x="326" y="11"/>
                      </a:lnTo>
                      <a:lnTo>
                        <a:pt x="328" y="13"/>
                      </a:lnTo>
                      <a:lnTo>
                        <a:pt x="330" y="13"/>
                      </a:lnTo>
                      <a:lnTo>
                        <a:pt x="330" y="15"/>
                      </a:lnTo>
                      <a:lnTo>
                        <a:pt x="332" y="15"/>
                      </a:lnTo>
                      <a:lnTo>
                        <a:pt x="334" y="15"/>
                      </a:lnTo>
                      <a:lnTo>
                        <a:pt x="335" y="15"/>
                      </a:lnTo>
                      <a:lnTo>
                        <a:pt x="335" y="16"/>
                      </a:lnTo>
                      <a:lnTo>
                        <a:pt x="337" y="16"/>
                      </a:lnTo>
                      <a:lnTo>
                        <a:pt x="339" y="16"/>
                      </a:lnTo>
                      <a:lnTo>
                        <a:pt x="341" y="16"/>
                      </a:lnTo>
                      <a:lnTo>
                        <a:pt x="343" y="16"/>
                      </a:lnTo>
                      <a:lnTo>
                        <a:pt x="345" y="16"/>
                      </a:lnTo>
                      <a:lnTo>
                        <a:pt x="346" y="16"/>
                      </a:lnTo>
                      <a:lnTo>
                        <a:pt x="348" y="16"/>
                      </a:lnTo>
                      <a:lnTo>
                        <a:pt x="348" y="15"/>
                      </a:lnTo>
                      <a:lnTo>
                        <a:pt x="350" y="15"/>
                      </a:lnTo>
                      <a:lnTo>
                        <a:pt x="352" y="15"/>
                      </a:lnTo>
                      <a:lnTo>
                        <a:pt x="354" y="13"/>
                      </a:lnTo>
                      <a:lnTo>
                        <a:pt x="356" y="13"/>
                      </a:lnTo>
                      <a:lnTo>
                        <a:pt x="356" y="15"/>
                      </a:lnTo>
                      <a:lnTo>
                        <a:pt x="357" y="15"/>
                      </a:lnTo>
                      <a:lnTo>
                        <a:pt x="359" y="15"/>
                      </a:lnTo>
                      <a:lnTo>
                        <a:pt x="359" y="16"/>
                      </a:lnTo>
                      <a:lnTo>
                        <a:pt x="359" y="18"/>
                      </a:lnTo>
                      <a:lnTo>
                        <a:pt x="361" y="20"/>
                      </a:lnTo>
                      <a:lnTo>
                        <a:pt x="359" y="22"/>
                      </a:lnTo>
                      <a:lnTo>
                        <a:pt x="361" y="24"/>
                      </a:lnTo>
                      <a:lnTo>
                        <a:pt x="363" y="26"/>
                      </a:lnTo>
                      <a:lnTo>
                        <a:pt x="365" y="26"/>
                      </a:lnTo>
                      <a:lnTo>
                        <a:pt x="365" y="27"/>
                      </a:lnTo>
                      <a:lnTo>
                        <a:pt x="366" y="27"/>
                      </a:lnTo>
                      <a:lnTo>
                        <a:pt x="368" y="27"/>
                      </a:lnTo>
                      <a:lnTo>
                        <a:pt x="368" y="29"/>
                      </a:lnTo>
                      <a:lnTo>
                        <a:pt x="370" y="29"/>
                      </a:lnTo>
                      <a:lnTo>
                        <a:pt x="368" y="29"/>
                      </a:lnTo>
                      <a:lnTo>
                        <a:pt x="370" y="29"/>
                      </a:lnTo>
                      <a:lnTo>
                        <a:pt x="370" y="31"/>
                      </a:lnTo>
                      <a:lnTo>
                        <a:pt x="372" y="31"/>
                      </a:lnTo>
                      <a:lnTo>
                        <a:pt x="374" y="31"/>
                      </a:lnTo>
                      <a:lnTo>
                        <a:pt x="374" y="29"/>
                      </a:lnTo>
                      <a:lnTo>
                        <a:pt x="376" y="29"/>
                      </a:lnTo>
                      <a:lnTo>
                        <a:pt x="377" y="27"/>
                      </a:lnTo>
                      <a:lnTo>
                        <a:pt x="377" y="26"/>
                      </a:lnTo>
                      <a:lnTo>
                        <a:pt x="379" y="26"/>
                      </a:lnTo>
                      <a:lnTo>
                        <a:pt x="379" y="27"/>
                      </a:lnTo>
                      <a:lnTo>
                        <a:pt x="379" y="26"/>
                      </a:lnTo>
                      <a:lnTo>
                        <a:pt x="381" y="27"/>
                      </a:lnTo>
                      <a:lnTo>
                        <a:pt x="383" y="27"/>
                      </a:lnTo>
                      <a:lnTo>
                        <a:pt x="385" y="27"/>
                      </a:lnTo>
                      <a:lnTo>
                        <a:pt x="387" y="27"/>
                      </a:lnTo>
                      <a:lnTo>
                        <a:pt x="388" y="27"/>
                      </a:lnTo>
                      <a:lnTo>
                        <a:pt x="388" y="29"/>
                      </a:lnTo>
                      <a:lnTo>
                        <a:pt x="390" y="29"/>
                      </a:lnTo>
                      <a:lnTo>
                        <a:pt x="392" y="29"/>
                      </a:lnTo>
                      <a:lnTo>
                        <a:pt x="392" y="31"/>
                      </a:lnTo>
                      <a:lnTo>
                        <a:pt x="392" y="33"/>
                      </a:lnTo>
                      <a:lnTo>
                        <a:pt x="394" y="33"/>
                      </a:lnTo>
                      <a:lnTo>
                        <a:pt x="396" y="35"/>
                      </a:lnTo>
                      <a:lnTo>
                        <a:pt x="398" y="35"/>
                      </a:lnTo>
                      <a:lnTo>
                        <a:pt x="399" y="35"/>
                      </a:lnTo>
                      <a:lnTo>
                        <a:pt x="401" y="35"/>
                      </a:lnTo>
                      <a:lnTo>
                        <a:pt x="403" y="35"/>
                      </a:lnTo>
                      <a:lnTo>
                        <a:pt x="405" y="35"/>
                      </a:lnTo>
                      <a:lnTo>
                        <a:pt x="405" y="37"/>
                      </a:lnTo>
                      <a:lnTo>
                        <a:pt x="407" y="37"/>
                      </a:lnTo>
                      <a:lnTo>
                        <a:pt x="408" y="37"/>
                      </a:lnTo>
                      <a:lnTo>
                        <a:pt x="408" y="38"/>
                      </a:lnTo>
                      <a:lnTo>
                        <a:pt x="410" y="38"/>
                      </a:lnTo>
                      <a:lnTo>
                        <a:pt x="412" y="38"/>
                      </a:lnTo>
                      <a:lnTo>
                        <a:pt x="414" y="38"/>
                      </a:lnTo>
                      <a:lnTo>
                        <a:pt x="414" y="37"/>
                      </a:lnTo>
                      <a:lnTo>
                        <a:pt x="414" y="35"/>
                      </a:lnTo>
                      <a:lnTo>
                        <a:pt x="416" y="35"/>
                      </a:lnTo>
                      <a:lnTo>
                        <a:pt x="418" y="35"/>
                      </a:lnTo>
                      <a:lnTo>
                        <a:pt x="419" y="35"/>
                      </a:lnTo>
                      <a:lnTo>
                        <a:pt x="419" y="37"/>
                      </a:lnTo>
                      <a:lnTo>
                        <a:pt x="419" y="38"/>
                      </a:lnTo>
                      <a:lnTo>
                        <a:pt x="421" y="38"/>
                      </a:lnTo>
                      <a:lnTo>
                        <a:pt x="423" y="38"/>
                      </a:lnTo>
                      <a:lnTo>
                        <a:pt x="423" y="40"/>
                      </a:lnTo>
                      <a:lnTo>
                        <a:pt x="425" y="40"/>
                      </a:lnTo>
                      <a:lnTo>
                        <a:pt x="427" y="40"/>
                      </a:lnTo>
                      <a:lnTo>
                        <a:pt x="429" y="40"/>
                      </a:lnTo>
                      <a:lnTo>
                        <a:pt x="430" y="40"/>
                      </a:lnTo>
                      <a:lnTo>
                        <a:pt x="432" y="40"/>
                      </a:lnTo>
                      <a:lnTo>
                        <a:pt x="432" y="42"/>
                      </a:lnTo>
                      <a:lnTo>
                        <a:pt x="434" y="42"/>
                      </a:lnTo>
                      <a:lnTo>
                        <a:pt x="436" y="42"/>
                      </a:lnTo>
                      <a:lnTo>
                        <a:pt x="438" y="42"/>
                      </a:lnTo>
                      <a:lnTo>
                        <a:pt x="439" y="42"/>
                      </a:lnTo>
                      <a:lnTo>
                        <a:pt x="441" y="42"/>
                      </a:lnTo>
                      <a:lnTo>
                        <a:pt x="443" y="42"/>
                      </a:lnTo>
                      <a:lnTo>
                        <a:pt x="445" y="42"/>
                      </a:lnTo>
                      <a:lnTo>
                        <a:pt x="447" y="42"/>
                      </a:lnTo>
                      <a:lnTo>
                        <a:pt x="449" y="42"/>
                      </a:lnTo>
                      <a:lnTo>
                        <a:pt x="449" y="40"/>
                      </a:lnTo>
                      <a:lnTo>
                        <a:pt x="450" y="40"/>
                      </a:lnTo>
                      <a:lnTo>
                        <a:pt x="450" y="42"/>
                      </a:lnTo>
                      <a:lnTo>
                        <a:pt x="452" y="42"/>
                      </a:lnTo>
                      <a:lnTo>
                        <a:pt x="452" y="40"/>
                      </a:lnTo>
                      <a:lnTo>
                        <a:pt x="454" y="40"/>
                      </a:lnTo>
                      <a:lnTo>
                        <a:pt x="456" y="40"/>
                      </a:lnTo>
                      <a:lnTo>
                        <a:pt x="456" y="38"/>
                      </a:lnTo>
                      <a:lnTo>
                        <a:pt x="456" y="40"/>
                      </a:lnTo>
                      <a:lnTo>
                        <a:pt x="456" y="38"/>
                      </a:lnTo>
                      <a:lnTo>
                        <a:pt x="456" y="40"/>
                      </a:lnTo>
                      <a:lnTo>
                        <a:pt x="458" y="40"/>
                      </a:lnTo>
                      <a:lnTo>
                        <a:pt x="458" y="38"/>
                      </a:lnTo>
                      <a:lnTo>
                        <a:pt x="460" y="38"/>
                      </a:lnTo>
                      <a:lnTo>
                        <a:pt x="461" y="38"/>
                      </a:lnTo>
                      <a:lnTo>
                        <a:pt x="463" y="38"/>
                      </a:lnTo>
                      <a:lnTo>
                        <a:pt x="465" y="38"/>
                      </a:lnTo>
                      <a:lnTo>
                        <a:pt x="467" y="38"/>
                      </a:lnTo>
                      <a:lnTo>
                        <a:pt x="467" y="37"/>
                      </a:lnTo>
                      <a:lnTo>
                        <a:pt x="469" y="37"/>
                      </a:lnTo>
                      <a:lnTo>
                        <a:pt x="471" y="37"/>
                      </a:lnTo>
                      <a:lnTo>
                        <a:pt x="471" y="38"/>
                      </a:lnTo>
                      <a:lnTo>
                        <a:pt x="472" y="38"/>
                      </a:lnTo>
                      <a:lnTo>
                        <a:pt x="474" y="38"/>
                      </a:lnTo>
                      <a:lnTo>
                        <a:pt x="474" y="37"/>
                      </a:lnTo>
                      <a:lnTo>
                        <a:pt x="476" y="37"/>
                      </a:lnTo>
                      <a:lnTo>
                        <a:pt x="478" y="37"/>
                      </a:lnTo>
                      <a:lnTo>
                        <a:pt x="480" y="37"/>
                      </a:lnTo>
                      <a:lnTo>
                        <a:pt x="481" y="37"/>
                      </a:lnTo>
                      <a:lnTo>
                        <a:pt x="481" y="38"/>
                      </a:lnTo>
                      <a:lnTo>
                        <a:pt x="483" y="38"/>
                      </a:lnTo>
                      <a:lnTo>
                        <a:pt x="485" y="38"/>
                      </a:lnTo>
                      <a:lnTo>
                        <a:pt x="485" y="40"/>
                      </a:lnTo>
                      <a:lnTo>
                        <a:pt x="487" y="40"/>
                      </a:lnTo>
                      <a:lnTo>
                        <a:pt x="489" y="38"/>
                      </a:lnTo>
                      <a:lnTo>
                        <a:pt x="489" y="40"/>
                      </a:lnTo>
                      <a:lnTo>
                        <a:pt x="491" y="40"/>
                      </a:lnTo>
                      <a:lnTo>
                        <a:pt x="492" y="40"/>
                      </a:lnTo>
                      <a:lnTo>
                        <a:pt x="494" y="40"/>
                      </a:lnTo>
                      <a:lnTo>
                        <a:pt x="494" y="42"/>
                      </a:lnTo>
                      <a:lnTo>
                        <a:pt x="496" y="42"/>
                      </a:lnTo>
                      <a:lnTo>
                        <a:pt x="496" y="40"/>
                      </a:lnTo>
                      <a:lnTo>
                        <a:pt x="498" y="40"/>
                      </a:lnTo>
                      <a:lnTo>
                        <a:pt x="500" y="40"/>
                      </a:lnTo>
                      <a:lnTo>
                        <a:pt x="500" y="42"/>
                      </a:lnTo>
                      <a:lnTo>
                        <a:pt x="502" y="42"/>
                      </a:lnTo>
                      <a:lnTo>
                        <a:pt x="500" y="42"/>
                      </a:lnTo>
                      <a:lnTo>
                        <a:pt x="502" y="42"/>
                      </a:lnTo>
                      <a:lnTo>
                        <a:pt x="503" y="42"/>
                      </a:lnTo>
                      <a:lnTo>
                        <a:pt x="505" y="42"/>
                      </a:lnTo>
                      <a:lnTo>
                        <a:pt x="507" y="42"/>
                      </a:lnTo>
                      <a:lnTo>
                        <a:pt x="509" y="42"/>
                      </a:lnTo>
                      <a:lnTo>
                        <a:pt x="509" y="40"/>
                      </a:lnTo>
                      <a:lnTo>
                        <a:pt x="509" y="42"/>
                      </a:lnTo>
                      <a:lnTo>
                        <a:pt x="509" y="40"/>
                      </a:lnTo>
                      <a:lnTo>
                        <a:pt x="511" y="40"/>
                      </a:lnTo>
                      <a:lnTo>
                        <a:pt x="511" y="38"/>
                      </a:lnTo>
                      <a:lnTo>
                        <a:pt x="512" y="38"/>
                      </a:lnTo>
                      <a:lnTo>
                        <a:pt x="514" y="38"/>
                      </a:lnTo>
                      <a:lnTo>
                        <a:pt x="516" y="38"/>
                      </a:lnTo>
                      <a:lnTo>
                        <a:pt x="518" y="38"/>
                      </a:lnTo>
                      <a:lnTo>
                        <a:pt x="516" y="38"/>
                      </a:lnTo>
                      <a:lnTo>
                        <a:pt x="518" y="38"/>
                      </a:lnTo>
                      <a:lnTo>
                        <a:pt x="520" y="38"/>
                      </a:lnTo>
                      <a:lnTo>
                        <a:pt x="522" y="38"/>
                      </a:lnTo>
                      <a:lnTo>
                        <a:pt x="522" y="37"/>
                      </a:lnTo>
                      <a:lnTo>
                        <a:pt x="523" y="37"/>
                      </a:lnTo>
                      <a:lnTo>
                        <a:pt x="525" y="37"/>
                      </a:lnTo>
                      <a:lnTo>
                        <a:pt x="525" y="35"/>
                      </a:lnTo>
                      <a:lnTo>
                        <a:pt x="527" y="35"/>
                      </a:lnTo>
                      <a:lnTo>
                        <a:pt x="527" y="33"/>
                      </a:lnTo>
                      <a:lnTo>
                        <a:pt x="529" y="33"/>
                      </a:lnTo>
                      <a:lnTo>
                        <a:pt x="531" y="33"/>
                      </a:lnTo>
                      <a:lnTo>
                        <a:pt x="533" y="33"/>
                      </a:lnTo>
                      <a:lnTo>
                        <a:pt x="534" y="33"/>
                      </a:lnTo>
                      <a:lnTo>
                        <a:pt x="536" y="33"/>
                      </a:lnTo>
                      <a:lnTo>
                        <a:pt x="536" y="31"/>
                      </a:lnTo>
                      <a:lnTo>
                        <a:pt x="538" y="31"/>
                      </a:lnTo>
                      <a:lnTo>
                        <a:pt x="540" y="31"/>
                      </a:lnTo>
                      <a:lnTo>
                        <a:pt x="540" y="29"/>
                      </a:lnTo>
                      <a:lnTo>
                        <a:pt x="542" y="29"/>
                      </a:lnTo>
                      <a:lnTo>
                        <a:pt x="544" y="29"/>
                      </a:lnTo>
                      <a:lnTo>
                        <a:pt x="544" y="27"/>
                      </a:lnTo>
                      <a:lnTo>
                        <a:pt x="545" y="27"/>
                      </a:lnTo>
                      <a:lnTo>
                        <a:pt x="547" y="27"/>
                      </a:lnTo>
                      <a:lnTo>
                        <a:pt x="547" y="26"/>
                      </a:lnTo>
                      <a:lnTo>
                        <a:pt x="549" y="26"/>
                      </a:lnTo>
                      <a:lnTo>
                        <a:pt x="551" y="26"/>
                      </a:lnTo>
                      <a:lnTo>
                        <a:pt x="551" y="24"/>
                      </a:lnTo>
                      <a:lnTo>
                        <a:pt x="553" y="24"/>
                      </a:lnTo>
                      <a:lnTo>
                        <a:pt x="553" y="22"/>
                      </a:lnTo>
                      <a:lnTo>
                        <a:pt x="554" y="22"/>
                      </a:lnTo>
                      <a:lnTo>
                        <a:pt x="554" y="20"/>
                      </a:lnTo>
                      <a:lnTo>
                        <a:pt x="554" y="22"/>
                      </a:lnTo>
                      <a:lnTo>
                        <a:pt x="556" y="22"/>
                      </a:lnTo>
                      <a:lnTo>
                        <a:pt x="558" y="22"/>
                      </a:lnTo>
                      <a:lnTo>
                        <a:pt x="560" y="22"/>
                      </a:lnTo>
                      <a:lnTo>
                        <a:pt x="562" y="22"/>
                      </a:lnTo>
                      <a:lnTo>
                        <a:pt x="562" y="24"/>
                      </a:lnTo>
                      <a:lnTo>
                        <a:pt x="564" y="24"/>
                      </a:lnTo>
                      <a:lnTo>
                        <a:pt x="565" y="24"/>
                      </a:lnTo>
                      <a:lnTo>
                        <a:pt x="567" y="22"/>
                      </a:lnTo>
                      <a:lnTo>
                        <a:pt x="569" y="22"/>
                      </a:lnTo>
                      <a:lnTo>
                        <a:pt x="569" y="20"/>
                      </a:lnTo>
                      <a:lnTo>
                        <a:pt x="569" y="22"/>
                      </a:lnTo>
                      <a:lnTo>
                        <a:pt x="571" y="22"/>
                      </a:lnTo>
                      <a:lnTo>
                        <a:pt x="573" y="22"/>
                      </a:lnTo>
                      <a:lnTo>
                        <a:pt x="575" y="22"/>
                      </a:lnTo>
                      <a:lnTo>
                        <a:pt x="576" y="22"/>
                      </a:lnTo>
                      <a:lnTo>
                        <a:pt x="578" y="22"/>
                      </a:lnTo>
                      <a:lnTo>
                        <a:pt x="580" y="22"/>
                      </a:lnTo>
                      <a:lnTo>
                        <a:pt x="582" y="22"/>
                      </a:lnTo>
                      <a:lnTo>
                        <a:pt x="582" y="24"/>
                      </a:lnTo>
                      <a:lnTo>
                        <a:pt x="584" y="22"/>
                      </a:lnTo>
                      <a:lnTo>
                        <a:pt x="584" y="24"/>
                      </a:lnTo>
                      <a:lnTo>
                        <a:pt x="584" y="22"/>
                      </a:lnTo>
                      <a:lnTo>
                        <a:pt x="584" y="24"/>
                      </a:lnTo>
                      <a:lnTo>
                        <a:pt x="585" y="24"/>
                      </a:lnTo>
                      <a:lnTo>
                        <a:pt x="587" y="24"/>
                      </a:lnTo>
                      <a:lnTo>
                        <a:pt x="589" y="24"/>
                      </a:lnTo>
                      <a:lnTo>
                        <a:pt x="589" y="22"/>
                      </a:lnTo>
                      <a:lnTo>
                        <a:pt x="591" y="22"/>
                      </a:lnTo>
                      <a:lnTo>
                        <a:pt x="591" y="20"/>
                      </a:lnTo>
                      <a:lnTo>
                        <a:pt x="591" y="18"/>
                      </a:lnTo>
                      <a:lnTo>
                        <a:pt x="593" y="18"/>
                      </a:lnTo>
                      <a:lnTo>
                        <a:pt x="595" y="18"/>
                      </a:lnTo>
                      <a:lnTo>
                        <a:pt x="596" y="18"/>
                      </a:lnTo>
                      <a:lnTo>
                        <a:pt x="598" y="18"/>
                      </a:lnTo>
                      <a:lnTo>
                        <a:pt x="600" y="18"/>
                      </a:lnTo>
                      <a:lnTo>
                        <a:pt x="600" y="20"/>
                      </a:lnTo>
                      <a:lnTo>
                        <a:pt x="598" y="20"/>
                      </a:lnTo>
                      <a:lnTo>
                        <a:pt x="598" y="22"/>
                      </a:lnTo>
                      <a:lnTo>
                        <a:pt x="600" y="22"/>
                      </a:lnTo>
                      <a:lnTo>
                        <a:pt x="602" y="22"/>
                      </a:lnTo>
                      <a:lnTo>
                        <a:pt x="604" y="22"/>
                      </a:lnTo>
                      <a:lnTo>
                        <a:pt x="604" y="24"/>
                      </a:lnTo>
                      <a:lnTo>
                        <a:pt x="606" y="24"/>
                      </a:lnTo>
                      <a:lnTo>
                        <a:pt x="606" y="26"/>
                      </a:lnTo>
                      <a:lnTo>
                        <a:pt x="607" y="26"/>
                      </a:lnTo>
                      <a:lnTo>
                        <a:pt x="609" y="26"/>
                      </a:lnTo>
                      <a:lnTo>
                        <a:pt x="609" y="27"/>
                      </a:lnTo>
                      <a:lnTo>
                        <a:pt x="611" y="27"/>
                      </a:lnTo>
                      <a:lnTo>
                        <a:pt x="611" y="29"/>
                      </a:lnTo>
                      <a:lnTo>
                        <a:pt x="613" y="29"/>
                      </a:lnTo>
                      <a:lnTo>
                        <a:pt x="611" y="29"/>
                      </a:lnTo>
                      <a:lnTo>
                        <a:pt x="611" y="31"/>
                      </a:lnTo>
                      <a:lnTo>
                        <a:pt x="613" y="31"/>
                      </a:lnTo>
                      <a:lnTo>
                        <a:pt x="615" y="33"/>
                      </a:lnTo>
                      <a:lnTo>
                        <a:pt x="617" y="33"/>
                      </a:lnTo>
                      <a:lnTo>
                        <a:pt x="618" y="33"/>
                      </a:lnTo>
                      <a:lnTo>
                        <a:pt x="620" y="33"/>
                      </a:lnTo>
                      <a:lnTo>
                        <a:pt x="622" y="33"/>
                      </a:lnTo>
                      <a:lnTo>
                        <a:pt x="624" y="35"/>
                      </a:lnTo>
                      <a:lnTo>
                        <a:pt x="622" y="35"/>
                      </a:lnTo>
                      <a:lnTo>
                        <a:pt x="622" y="37"/>
                      </a:lnTo>
                      <a:lnTo>
                        <a:pt x="622" y="38"/>
                      </a:lnTo>
                      <a:lnTo>
                        <a:pt x="624" y="38"/>
                      </a:lnTo>
                      <a:lnTo>
                        <a:pt x="626" y="40"/>
                      </a:lnTo>
                      <a:lnTo>
                        <a:pt x="627" y="40"/>
                      </a:lnTo>
                      <a:lnTo>
                        <a:pt x="629" y="42"/>
                      </a:lnTo>
                      <a:lnTo>
                        <a:pt x="631" y="42"/>
                      </a:lnTo>
                      <a:lnTo>
                        <a:pt x="629" y="42"/>
                      </a:lnTo>
                      <a:lnTo>
                        <a:pt x="631" y="44"/>
                      </a:lnTo>
                      <a:lnTo>
                        <a:pt x="629" y="44"/>
                      </a:lnTo>
                      <a:lnTo>
                        <a:pt x="631" y="44"/>
                      </a:lnTo>
                      <a:lnTo>
                        <a:pt x="629" y="46"/>
                      </a:lnTo>
                      <a:lnTo>
                        <a:pt x="631" y="46"/>
                      </a:lnTo>
                      <a:lnTo>
                        <a:pt x="631" y="48"/>
                      </a:lnTo>
                      <a:lnTo>
                        <a:pt x="633" y="48"/>
                      </a:lnTo>
                      <a:lnTo>
                        <a:pt x="633" y="49"/>
                      </a:lnTo>
                      <a:lnTo>
                        <a:pt x="633" y="51"/>
                      </a:lnTo>
                      <a:lnTo>
                        <a:pt x="631" y="51"/>
                      </a:lnTo>
                      <a:lnTo>
                        <a:pt x="631" y="53"/>
                      </a:lnTo>
                      <a:lnTo>
                        <a:pt x="631" y="55"/>
                      </a:lnTo>
                      <a:lnTo>
                        <a:pt x="629" y="55"/>
                      </a:lnTo>
                      <a:lnTo>
                        <a:pt x="629" y="57"/>
                      </a:lnTo>
                      <a:lnTo>
                        <a:pt x="627" y="57"/>
                      </a:lnTo>
                      <a:lnTo>
                        <a:pt x="629" y="57"/>
                      </a:lnTo>
                      <a:lnTo>
                        <a:pt x="627" y="57"/>
                      </a:lnTo>
                      <a:lnTo>
                        <a:pt x="626" y="57"/>
                      </a:lnTo>
                      <a:lnTo>
                        <a:pt x="626" y="59"/>
                      </a:lnTo>
                      <a:lnTo>
                        <a:pt x="627" y="59"/>
                      </a:lnTo>
                      <a:lnTo>
                        <a:pt x="627" y="60"/>
                      </a:lnTo>
                      <a:lnTo>
                        <a:pt x="627" y="59"/>
                      </a:lnTo>
                      <a:lnTo>
                        <a:pt x="627" y="60"/>
                      </a:lnTo>
                      <a:lnTo>
                        <a:pt x="627" y="62"/>
                      </a:lnTo>
                      <a:lnTo>
                        <a:pt x="627" y="64"/>
                      </a:lnTo>
                      <a:lnTo>
                        <a:pt x="629" y="64"/>
                      </a:lnTo>
                      <a:lnTo>
                        <a:pt x="629" y="66"/>
                      </a:lnTo>
                      <a:lnTo>
                        <a:pt x="631" y="66"/>
                      </a:lnTo>
                      <a:lnTo>
                        <a:pt x="629" y="66"/>
                      </a:lnTo>
                      <a:lnTo>
                        <a:pt x="631" y="68"/>
                      </a:lnTo>
                      <a:lnTo>
                        <a:pt x="629" y="68"/>
                      </a:lnTo>
                      <a:lnTo>
                        <a:pt x="631" y="68"/>
                      </a:lnTo>
                      <a:lnTo>
                        <a:pt x="629" y="68"/>
                      </a:lnTo>
                      <a:lnTo>
                        <a:pt x="631" y="68"/>
                      </a:lnTo>
                      <a:lnTo>
                        <a:pt x="631" y="69"/>
                      </a:lnTo>
                      <a:lnTo>
                        <a:pt x="629" y="69"/>
                      </a:lnTo>
                      <a:lnTo>
                        <a:pt x="629" y="71"/>
                      </a:lnTo>
                      <a:lnTo>
                        <a:pt x="631" y="71"/>
                      </a:lnTo>
                      <a:lnTo>
                        <a:pt x="631" y="73"/>
                      </a:lnTo>
                      <a:lnTo>
                        <a:pt x="633" y="73"/>
                      </a:lnTo>
                      <a:lnTo>
                        <a:pt x="635" y="73"/>
                      </a:lnTo>
                      <a:lnTo>
                        <a:pt x="637" y="73"/>
                      </a:lnTo>
                      <a:lnTo>
                        <a:pt x="637" y="75"/>
                      </a:lnTo>
                      <a:lnTo>
                        <a:pt x="638" y="75"/>
                      </a:lnTo>
                      <a:lnTo>
                        <a:pt x="640" y="75"/>
                      </a:lnTo>
                      <a:lnTo>
                        <a:pt x="642" y="75"/>
                      </a:lnTo>
                      <a:lnTo>
                        <a:pt x="644" y="75"/>
                      </a:lnTo>
                      <a:lnTo>
                        <a:pt x="646" y="75"/>
                      </a:lnTo>
                      <a:lnTo>
                        <a:pt x="648" y="75"/>
                      </a:lnTo>
                      <a:lnTo>
                        <a:pt x="649" y="75"/>
                      </a:lnTo>
                      <a:lnTo>
                        <a:pt x="649" y="73"/>
                      </a:lnTo>
                      <a:lnTo>
                        <a:pt x="649" y="75"/>
                      </a:lnTo>
                      <a:lnTo>
                        <a:pt x="649" y="73"/>
                      </a:lnTo>
                      <a:lnTo>
                        <a:pt x="651" y="73"/>
                      </a:lnTo>
                      <a:lnTo>
                        <a:pt x="653" y="73"/>
                      </a:lnTo>
                      <a:lnTo>
                        <a:pt x="653" y="75"/>
                      </a:lnTo>
                      <a:lnTo>
                        <a:pt x="653" y="73"/>
                      </a:lnTo>
                      <a:lnTo>
                        <a:pt x="653" y="75"/>
                      </a:lnTo>
                      <a:lnTo>
                        <a:pt x="655" y="75"/>
                      </a:lnTo>
                      <a:lnTo>
                        <a:pt x="657" y="75"/>
                      </a:lnTo>
                      <a:lnTo>
                        <a:pt x="658" y="77"/>
                      </a:lnTo>
                      <a:lnTo>
                        <a:pt x="660" y="77"/>
                      </a:lnTo>
                      <a:lnTo>
                        <a:pt x="660" y="79"/>
                      </a:lnTo>
                      <a:lnTo>
                        <a:pt x="662" y="79"/>
                      </a:lnTo>
                      <a:lnTo>
                        <a:pt x="662" y="80"/>
                      </a:lnTo>
                      <a:lnTo>
                        <a:pt x="662" y="82"/>
                      </a:lnTo>
                      <a:lnTo>
                        <a:pt x="664" y="82"/>
                      </a:lnTo>
                      <a:lnTo>
                        <a:pt x="666" y="82"/>
                      </a:lnTo>
                      <a:lnTo>
                        <a:pt x="666" y="84"/>
                      </a:lnTo>
                      <a:lnTo>
                        <a:pt x="668" y="84"/>
                      </a:lnTo>
                      <a:lnTo>
                        <a:pt x="668" y="86"/>
                      </a:lnTo>
                      <a:lnTo>
                        <a:pt x="669" y="86"/>
                      </a:lnTo>
                      <a:lnTo>
                        <a:pt x="671" y="86"/>
                      </a:lnTo>
                      <a:lnTo>
                        <a:pt x="669" y="88"/>
                      </a:lnTo>
                      <a:lnTo>
                        <a:pt x="671" y="88"/>
                      </a:lnTo>
                      <a:lnTo>
                        <a:pt x="669" y="88"/>
                      </a:lnTo>
                      <a:lnTo>
                        <a:pt x="671" y="88"/>
                      </a:lnTo>
                      <a:lnTo>
                        <a:pt x="671" y="90"/>
                      </a:lnTo>
                      <a:lnTo>
                        <a:pt x="671" y="88"/>
                      </a:lnTo>
                      <a:lnTo>
                        <a:pt x="669" y="88"/>
                      </a:lnTo>
                      <a:lnTo>
                        <a:pt x="669" y="86"/>
                      </a:lnTo>
                      <a:lnTo>
                        <a:pt x="668" y="86"/>
                      </a:lnTo>
                      <a:lnTo>
                        <a:pt x="666" y="86"/>
                      </a:lnTo>
                      <a:lnTo>
                        <a:pt x="664" y="84"/>
                      </a:lnTo>
                      <a:lnTo>
                        <a:pt x="662" y="84"/>
                      </a:lnTo>
                      <a:lnTo>
                        <a:pt x="660" y="86"/>
                      </a:lnTo>
                      <a:lnTo>
                        <a:pt x="658" y="86"/>
                      </a:lnTo>
                      <a:lnTo>
                        <a:pt x="658" y="88"/>
                      </a:lnTo>
                      <a:lnTo>
                        <a:pt x="658" y="90"/>
                      </a:lnTo>
                      <a:lnTo>
                        <a:pt x="658" y="91"/>
                      </a:lnTo>
                      <a:lnTo>
                        <a:pt x="657" y="91"/>
                      </a:lnTo>
                      <a:lnTo>
                        <a:pt x="657" y="93"/>
                      </a:lnTo>
                      <a:lnTo>
                        <a:pt x="657" y="95"/>
                      </a:lnTo>
                      <a:lnTo>
                        <a:pt x="657" y="97"/>
                      </a:lnTo>
                      <a:lnTo>
                        <a:pt x="655" y="97"/>
                      </a:lnTo>
                      <a:lnTo>
                        <a:pt x="653" y="97"/>
                      </a:lnTo>
                      <a:lnTo>
                        <a:pt x="651" y="97"/>
                      </a:lnTo>
                      <a:lnTo>
                        <a:pt x="649" y="97"/>
                      </a:lnTo>
                      <a:lnTo>
                        <a:pt x="648" y="97"/>
                      </a:lnTo>
                      <a:lnTo>
                        <a:pt x="646" y="97"/>
                      </a:lnTo>
                      <a:lnTo>
                        <a:pt x="644" y="97"/>
                      </a:lnTo>
                      <a:lnTo>
                        <a:pt x="642" y="97"/>
                      </a:lnTo>
                      <a:lnTo>
                        <a:pt x="642" y="99"/>
                      </a:lnTo>
                      <a:lnTo>
                        <a:pt x="644" y="99"/>
                      </a:lnTo>
                      <a:lnTo>
                        <a:pt x="644" y="101"/>
                      </a:lnTo>
                      <a:lnTo>
                        <a:pt x="646" y="101"/>
                      </a:lnTo>
                      <a:lnTo>
                        <a:pt x="646" y="102"/>
                      </a:lnTo>
                      <a:lnTo>
                        <a:pt x="644" y="102"/>
                      </a:lnTo>
                      <a:lnTo>
                        <a:pt x="646" y="102"/>
                      </a:lnTo>
                      <a:lnTo>
                        <a:pt x="646" y="104"/>
                      </a:lnTo>
                      <a:lnTo>
                        <a:pt x="648" y="104"/>
                      </a:lnTo>
                      <a:lnTo>
                        <a:pt x="648" y="106"/>
                      </a:lnTo>
                      <a:lnTo>
                        <a:pt x="649" y="106"/>
                      </a:lnTo>
                      <a:lnTo>
                        <a:pt x="649" y="108"/>
                      </a:lnTo>
                      <a:lnTo>
                        <a:pt x="649" y="110"/>
                      </a:lnTo>
                      <a:lnTo>
                        <a:pt x="649" y="112"/>
                      </a:lnTo>
                      <a:lnTo>
                        <a:pt x="648" y="112"/>
                      </a:lnTo>
                      <a:lnTo>
                        <a:pt x="649" y="112"/>
                      </a:lnTo>
                      <a:lnTo>
                        <a:pt x="648" y="113"/>
                      </a:lnTo>
                      <a:lnTo>
                        <a:pt x="649" y="113"/>
                      </a:lnTo>
                      <a:lnTo>
                        <a:pt x="649" y="115"/>
                      </a:lnTo>
                      <a:lnTo>
                        <a:pt x="651" y="115"/>
                      </a:lnTo>
                      <a:lnTo>
                        <a:pt x="651" y="117"/>
                      </a:lnTo>
                      <a:lnTo>
                        <a:pt x="653" y="117"/>
                      </a:lnTo>
                      <a:lnTo>
                        <a:pt x="653" y="119"/>
                      </a:lnTo>
                      <a:lnTo>
                        <a:pt x="651" y="119"/>
                      </a:lnTo>
                      <a:lnTo>
                        <a:pt x="653" y="119"/>
                      </a:lnTo>
                      <a:lnTo>
                        <a:pt x="651" y="121"/>
                      </a:lnTo>
                      <a:lnTo>
                        <a:pt x="651" y="122"/>
                      </a:lnTo>
                      <a:lnTo>
                        <a:pt x="651" y="124"/>
                      </a:lnTo>
                      <a:lnTo>
                        <a:pt x="653" y="124"/>
                      </a:lnTo>
                      <a:lnTo>
                        <a:pt x="653" y="126"/>
                      </a:lnTo>
                      <a:lnTo>
                        <a:pt x="653" y="128"/>
                      </a:lnTo>
                      <a:lnTo>
                        <a:pt x="653" y="130"/>
                      </a:lnTo>
                      <a:lnTo>
                        <a:pt x="653" y="132"/>
                      </a:lnTo>
                      <a:lnTo>
                        <a:pt x="653" y="133"/>
                      </a:lnTo>
                      <a:lnTo>
                        <a:pt x="655" y="133"/>
                      </a:lnTo>
                      <a:lnTo>
                        <a:pt x="657" y="133"/>
                      </a:lnTo>
                      <a:lnTo>
                        <a:pt x="658" y="133"/>
                      </a:lnTo>
                      <a:lnTo>
                        <a:pt x="660" y="133"/>
                      </a:lnTo>
                      <a:lnTo>
                        <a:pt x="658" y="135"/>
                      </a:lnTo>
                      <a:lnTo>
                        <a:pt x="660" y="135"/>
                      </a:lnTo>
                      <a:lnTo>
                        <a:pt x="658" y="135"/>
                      </a:lnTo>
                      <a:lnTo>
                        <a:pt x="658" y="137"/>
                      </a:lnTo>
                      <a:lnTo>
                        <a:pt x="657" y="137"/>
                      </a:lnTo>
                      <a:lnTo>
                        <a:pt x="657" y="139"/>
                      </a:lnTo>
                      <a:lnTo>
                        <a:pt x="657" y="141"/>
                      </a:lnTo>
                      <a:lnTo>
                        <a:pt x="655" y="143"/>
                      </a:lnTo>
                      <a:lnTo>
                        <a:pt x="655" y="144"/>
                      </a:lnTo>
                      <a:lnTo>
                        <a:pt x="653" y="144"/>
                      </a:lnTo>
                      <a:lnTo>
                        <a:pt x="653" y="146"/>
                      </a:lnTo>
                      <a:lnTo>
                        <a:pt x="651" y="146"/>
                      </a:lnTo>
                      <a:lnTo>
                        <a:pt x="651" y="148"/>
                      </a:lnTo>
                      <a:lnTo>
                        <a:pt x="651" y="150"/>
                      </a:lnTo>
                      <a:lnTo>
                        <a:pt x="649" y="150"/>
                      </a:lnTo>
                      <a:lnTo>
                        <a:pt x="649" y="152"/>
                      </a:lnTo>
                      <a:lnTo>
                        <a:pt x="651" y="152"/>
                      </a:lnTo>
                      <a:lnTo>
                        <a:pt x="653" y="152"/>
                      </a:lnTo>
                      <a:lnTo>
                        <a:pt x="655" y="152"/>
                      </a:lnTo>
                      <a:lnTo>
                        <a:pt x="657" y="152"/>
                      </a:lnTo>
                      <a:lnTo>
                        <a:pt x="657" y="154"/>
                      </a:lnTo>
                      <a:lnTo>
                        <a:pt x="655" y="154"/>
                      </a:lnTo>
                      <a:lnTo>
                        <a:pt x="657" y="154"/>
                      </a:lnTo>
                      <a:lnTo>
                        <a:pt x="658" y="154"/>
                      </a:lnTo>
                      <a:lnTo>
                        <a:pt x="658" y="155"/>
                      </a:lnTo>
                      <a:lnTo>
                        <a:pt x="657" y="155"/>
                      </a:lnTo>
                      <a:lnTo>
                        <a:pt x="658" y="155"/>
                      </a:lnTo>
                      <a:lnTo>
                        <a:pt x="660" y="155"/>
                      </a:lnTo>
                      <a:lnTo>
                        <a:pt x="662" y="155"/>
                      </a:lnTo>
                      <a:lnTo>
                        <a:pt x="664" y="155"/>
                      </a:lnTo>
                      <a:lnTo>
                        <a:pt x="664" y="157"/>
                      </a:lnTo>
                      <a:lnTo>
                        <a:pt x="664" y="159"/>
                      </a:lnTo>
                      <a:lnTo>
                        <a:pt x="662" y="159"/>
                      </a:lnTo>
                      <a:lnTo>
                        <a:pt x="662" y="161"/>
                      </a:lnTo>
                      <a:lnTo>
                        <a:pt x="664" y="161"/>
                      </a:lnTo>
                      <a:lnTo>
                        <a:pt x="664" y="163"/>
                      </a:lnTo>
                      <a:lnTo>
                        <a:pt x="664" y="165"/>
                      </a:lnTo>
                      <a:lnTo>
                        <a:pt x="662" y="165"/>
                      </a:lnTo>
                      <a:lnTo>
                        <a:pt x="664" y="165"/>
                      </a:lnTo>
                      <a:lnTo>
                        <a:pt x="664" y="166"/>
                      </a:lnTo>
                      <a:lnTo>
                        <a:pt x="662" y="166"/>
                      </a:lnTo>
                      <a:lnTo>
                        <a:pt x="664" y="166"/>
                      </a:lnTo>
                      <a:lnTo>
                        <a:pt x="664" y="168"/>
                      </a:lnTo>
                      <a:lnTo>
                        <a:pt x="666" y="168"/>
                      </a:lnTo>
                      <a:lnTo>
                        <a:pt x="668" y="170"/>
                      </a:lnTo>
                      <a:lnTo>
                        <a:pt x="669" y="172"/>
                      </a:lnTo>
                      <a:lnTo>
                        <a:pt x="671" y="172"/>
                      </a:lnTo>
                      <a:lnTo>
                        <a:pt x="671" y="174"/>
                      </a:lnTo>
                      <a:lnTo>
                        <a:pt x="669" y="174"/>
                      </a:lnTo>
                      <a:lnTo>
                        <a:pt x="669" y="176"/>
                      </a:lnTo>
                      <a:lnTo>
                        <a:pt x="669" y="177"/>
                      </a:lnTo>
                      <a:lnTo>
                        <a:pt x="668" y="177"/>
                      </a:lnTo>
                      <a:lnTo>
                        <a:pt x="666" y="177"/>
                      </a:lnTo>
                      <a:lnTo>
                        <a:pt x="666" y="176"/>
                      </a:lnTo>
                      <a:lnTo>
                        <a:pt x="664" y="176"/>
                      </a:lnTo>
                      <a:lnTo>
                        <a:pt x="664" y="177"/>
                      </a:lnTo>
                      <a:lnTo>
                        <a:pt x="662" y="177"/>
                      </a:lnTo>
                      <a:lnTo>
                        <a:pt x="662" y="179"/>
                      </a:lnTo>
                      <a:lnTo>
                        <a:pt x="660" y="179"/>
                      </a:lnTo>
                      <a:lnTo>
                        <a:pt x="658" y="179"/>
                      </a:lnTo>
                      <a:lnTo>
                        <a:pt x="658" y="181"/>
                      </a:lnTo>
                      <a:lnTo>
                        <a:pt x="657" y="181"/>
                      </a:lnTo>
                      <a:lnTo>
                        <a:pt x="655" y="181"/>
                      </a:lnTo>
                      <a:lnTo>
                        <a:pt x="655" y="183"/>
                      </a:lnTo>
                      <a:lnTo>
                        <a:pt x="653" y="183"/>
                      </a:lnTo>
                      <a:lnTo>
                        <a:pt x="653" y="185"/>
                      </a:lnTo>
                      <a:lnTo>
                        <a:pt x="651" y="183"/>
                      </a:lnTo>
                      <a:lnTo>
                        <a:pt x="649" y="181"/>
                      </a:lnTo>
                      <a:lnTo>
                        <a:pt x="649" y="179"/>
                      </a:lnTo>
                      <a:lnTo>
                        <a:pt x="648" y="179"/>
                      </a:lnTo>
                      <a:lnTo>
                        <a:pt x="649" y="179"/>
                      </a:lnTo>
                      <a:lnTo>
                        <a:pt x="649" y="177"/>
                      </a:lnTo>
                      <a:lnTo>
                        <a:pt x="651" y="177"/>
                      </a:lnTo>
                      <a:lnTo>
                        <a:pt x="651" y="176"/>
                      </a:lnTo>
                      <a:lnTo>
                        <a:pt x="651" y="174"/>
                      </a:lnTo>
                      <a:lnTo>
                        <a:pt x="649" y="174"/>
                      </a:lnTo>
                      <a:lnTo>
                        <a:pt x="649" y="172"/>
                      </a:lnTo>
                      <a:lnTo>
                        <a:pt x="648" y="172"/>
                      </a:lnTo>
                      <a:lnTo>
                        <a:pt x="646" y="172"/>
                      </a:lnTo>
                      <a:lnTo>
                        <a:pt x="644" y="172"/>
                      </a:lnTo>
                      <a:lnTo>
                        <a:pt x="642" y="172"/>
                      </a:lnTo>
                      <a:lnTo>
                        <a:pt x="640" y="172"/>
                      </a:lnTo>
                      <a:lnTo>
                        <a:pt x="640" y="174"/>
                      </a:lnTo>
                      <a:lnTo>
                        <a:pt x="638" y="176"/>
                      </a:lnTo>
                      <a:lnTo>
                        <a:pt x="637" y="176"/>
                      </a:lnTo>
                      <a:lnTo>
                        <a:pt x="635" y="176"/>
                      </a:lnTo>
                      <a:lnTo>
                        <a:pt x="633" y="176"/>
                      </a:lnTo>
                      <a:lnTo>
                        <a:pt x="633" y="174"/>
                      </a:lnTo>
                      <a:lnTo>
                        <a:pt x="631" y="174"/>
                      </a:lnTo>
                      <a:lnTo>
                        <a:pt x="631" y="176"/>
                      </a:lnTo>
                      <a:lnTo>
                        <a:pt x="629" y="176"/>
                      </a:lnTo>
                      <a:lnTo>
                        <a:pt x="627" y="176"/>
                      </a:lnTo>
                      <a:lnTo>
                        <a:pt x="627" y="174"/>
                      </a:lnTo>
                      <a:lnTo>
                        <a:pt x="626" y="174"/>
                      </a:lnTo>
                      <a:lnTo>
                        <a:pt x="624" y="174"/>
                      </a:lnTo>
                      <a:lnTo>
                        <a:pt x="622" y="174"/>
                      </a:lnTo>
                      <a:lnTo>
                        <a:pt x="620" y="172"/>
                      </a:lnTo>
                      <a:lnTo>
                        <a:pt x="618" y="172"/>
                      </a:lnTo>
                      <a:lnTo>
                        <a:pt x="617" y="172"/>
                      </a:lnTo>
                      <a:lnTo>
                        <a:pt x="615" y="172"/>
                      </a:lnTo>
                      <a:lnTo>
                        <a:pt x="615" y="170"/>
                      </a:lnTo>
                      <a:lnTo>
                        <a:pt x="613" y="170"/>
                      </a:lnTo>
                      <a:lnTo>
                        <a:pt x="611" y="170"/>
                      </a:lnTo>
                      <a:lnTo>
                        <a:pt x="609" y="170"/>
                      </a:lnTo>
                      <a:lnTo>
                        <a:pt x="607" y="170"/>
                      </a:lnTo>
                      <a:lnTo>
                        <a:pt x="606" y="172"/>
                      </a:lnTo>
                      <a:lnTo>
                        <a:pt x="604" y="172"/>
                      </a:lnTo>
                      <a:lnTo>
                        <a:pt x="602" y="172"/>
                      </a:lnTo>
                      <a:lnTo>
                        <a:pt x="602" y="170"/>
                      </a:lnTo>
                      <a:lnTo>
                        <a:pt x="600" y="170"/>
                      </a:lnTo>
                      <a:lnTo>
                        <a:pt x="598" y="170"/>
                      </a:lnTo>
                      <a:lnTo>
                        <a:pt x="596" y="170"/>
                      </a:lnTo>
                      <a:lnTo>
                        <a:pt x="596" y="172"/>
                      </a:lnTo>
                      <a:lnTo>
                        <a:pt x="595" y="172"/>
                      </a:lnTo>
                      <a:lnTo>
                        <a:pt x="595" y="174"/>
                      </a:lnTo>
                      <a:lnTo>
                        <a:pt x="593" y="174"/>
                      </a:lnTo>
                      <a:lnTo>
                        <a:pt x="595" y="174"/>
                      </a:lnTo>
                      <a:lnTo>
                        <a:pt x="593" y="174"/>
                      </a:lnTo>
                      <a:lnTo>
                        <a:pt x="593" y="176"/>
                      </a:lnTo>
                      <a:lnTo>
                        <a:pt x="591" y="176"/>
                      </a:lnTo>
                      <a:lnTo>
                        <a:pt x="591" y="177"/>
                      </a:lnTo>
                      <a:lnTo>
                        <a:pt x="589" y="177"/>
                      </a:lnTo>
                      <a:lnTo>
                        <a:pt x="587" y="177"/>
                      </a:lnTo>
                      <a:lnTo>
                        <a:pt x="585" y="177"/>
                      </a:lnTo>
                      <a:lnTo>
                        <a:pt x="585" y="179"/>
                      </a:lnTo>
                      <a:lnTo>
                        <a:pt x="584" y="179"/>
                      </a:lnTo>
                      <a:lnTo>
                        <a:pt x="582" y="179"/>
                      </a:lnTo>
                      <a:lnTo>
                        <a:pt x="584" y="179"/>
                      </a:lnTo>
                      <a:lnTo>
                        <a:pt x="582" y="177"/>
                      </a:lnTo>
                      <a:lnTo>
                        <a:pt x="582" y="176"/>
                      </a:lnTo>
                      <a:lnTo>
                        <a:pt x="582" y="174"/>
                      </a:lnTo>
                      <a:lnTo>
                        <a:pt x="580" y="174"/>
                      </a:lnTo>
                      <a:lnTo>
                        <a:pt x="578" y="174"/>
                      </a:lnTo>
                      <a:lnTo>
                        <a:pt x="578" y="172"/>
                      </a:lnTo>
                      <a:lnTo>
                        <a:pt x="578" y="174"/>
                      </a:lnTo>
                      <a:lnTo>
                        <a:pt x="578" y="172"/>
                      </a:lnTo>
                      <a:lnTo>
                        <a:pt x="576" y="172"/>
                      </a:lnTo>
                      <a:lnTo>
                        <a:pt x="576" y="174"/>
                      </a:lnTo>
                      <a:lnTo>
                        <a:pt x="575" y="174"/>
                      </a:lnTo>
                      <a:lnTo>
                        <a:pt x="575" y="176"/>
                      </a:lnTo>
                      <a:lnTo>
                        <a:pt x="573" y="176"/>
                      </a:lnTo>
                      <a:lnTo>
                        <a:pt x="571" y="176"/>
                      </a:lnTo>
                      <a:lnTo>
                        <a:pt x="571" y="177"/>
                      </a:lnTo>
                      <a:lnTo>
                        <a:pt x="569" y="177"/>
                      </a:lnTo>
                      <a:lnTo>
                        <a:pt x="567" y="177"/>
                      </a:lnTo>
                      <a:lnTo>
                        <a:pt x="565" y="177"/>
                      </a:lnTo>
                      <a:lnTo>
                        <a:pt x="564" y="177"/>
                      </a:lnTo>
                      <a:lnTo>
                        <a:pt x="562" y="179"/>
                      </a:lnTo>
                      <a:lnTo>
                        <a:pt x="560" y="179"/>
                      </a:lnTo>
                      <a:lnTo>
                        <a:pt x="558" y="179"/>
                      </a:lnTo>
                      <a:lnTo>
                        <a:pt x="556" y="179"/>
                      </a:lnTo>
                      <a:lnTo>
                        <a:pt x="554" y="179"/>
                      </a:lnTo>
                      <a:lnTo>
                        <a:pt x="553" y="179"/>
                      </a:lnTo>
                      <a:lnTo>
                        <a:pt x="551" y="179"/>
                      </a:lnTo>
                      <a:lnTo>
                        <a:pt x="549" y="179"/>
                      </a:lnTo>
                      <a:lnTo>
                        <a:pt x="547" y="179"/>
                      </a:lnTo>
                      <a:lnTo>
                        <a:pt x="547" y="181"/>
                      </a:lnTo>
                      <a:lnTo>
                        <a:pt x="547" y="179"/>
                      </a:lnTo>
                      <a:lnTo>
                        <a:pt x="545" y="179"/>
                      </a:lnTo>
                      <a:lnTo>
                        <a:pt x="544" y="179"/>
                      </a:lnTo>
                      <a:lnTo>
                        <a:pt x="542" y="181"/>
                      </a:lnTo>
                      <a:lnTo>
                        <a:pt x="542" y="179"/>
                      </a:lnTo>
                      <a:lnTo>
                        <a:pt x="540" y="179"/>
                      </a:lnTo>
                      <a:lnTo>
                        <a:pt x="538" y="179"/>
                      </a:lnTo>
                      <a:lnTo>
                        <a:pt x="534" y="179"/>
                      </a:lnTo>
                      <a:lnTo>
                        <a:pt x="531" y="177"/>
                      </a:lnTo>
                      <a:lnTo>
                        <a:pt x="531" y="179"/>
                      </a:lnTo>
                      <a:lnTo>
                        <a:pt x="529" y="179"/>
                      </a:lnTo>
                      <a:lnTo>
                        <a:pt x="527" y="179"/>
                      </a:lnTo>
                      <a:lnTo>
                        <a:pt x="525" y="179"/>
                      </a:lnTo>
                      <a:lnTo>
                        <a:pt x="523" y="179"/>
                      </a:lnTo>
                      <a:lnTo>
                        <a:pt x="522" y="181"/>
                      </a:lnTo>
                      <a:lnTo>
                        <a:pt x="520" y="181"/>
                      </a:lnTo>
                      <a:lnTo>
                        <a:pt x="518" y="181"/>
                      </a:lnTo>
                      <a:lnTo>
                        <a:pt x="514" y="183"/>
                      </a:lnTo>
                      <a:lnTo>
                        <a:pt x="512" y="183"/>
                      </a:lnTo>
                      <a:lnTo>
                        <a:pt x="511" y="185"/>
                      </a:lnTo>
                      <a:lnTo>
                        <a:pt x="509" y="185"/>
                      </a:lnTo>
                      <a:lnTo>
                        <a:pt x="509" y="186"/>
                      </a:lnTo>
                      <a:lnTo>
                        <a:pt x="507" y="186"/>
                      </a:lnTo>
                      <a:lnTo>
                        <a:pt x="505" y="186"/>
                      </a:lnTo>
                      <a:lnTo>
                        <a:pt x="503" y="188"/>
                      </a:lnTo>
                      <a:lnTo>
                        <a:pt x="502" y="188"/>
                      </a:lnTo>
                      <a:lnTo>
                        <a:pt x="500" y="188"/>
                      </a:lnTo>
                      <a:lnTo>
                        <a:pt x="498" y="190"/>
                      </a:lnTo>
                      <a:lnTo>
                        <a:pt x="496" y="190"/>
                      </a:lnTo>
                      <a:lnTo>
                        <a:pt x="494" y="190"/>
                      </a:lnTo>
                      <a:lnTo>
                        <a:pt x="492" y="192"/>
                      </a:lnTo>
                      <a:lnTo>
                        <a:pt x="489" y="192"/>
                      </a:lnTo>
                      <a:lnTo>
                        <a:pt x="487" y="192"/>
                      </a:lnTo>
                      <a:lnTo>
                        <a:pt x="485" y="192"/>
                      </a:lnTo>
                      <a:lnTo>
                        <a:pt x="483" y="194"/>
                      </a:lnTo>
                      <a:lnTo>
                        <a:pt x="480" y="194"/>
                      </a:lnTo>
                      <a:lnTo>
                        <a:pt x="476" y="194"/>
                      </a:lnTo>
                      <a:lnTo>
                        <a:pt x="472" y="194"/>
                      </a:lnTo>
                      <a:lnTo>
                        <a:pt x="471" y="196"/>
                      </a:lnTo>
                      <a:lnTo>
                        <a:pt x="469" y="194"/>
                      </a:lnTo>
                      <a:lnTo>
                        <a:pt x="467" y="194"/>
                      </a:lnTo>
                      <a:lnTo>
                        <a:pt x="465" y="194"/>
                      </a:lnTo>
                      <a:lnTo>
                        <a:pt x="463" y="194"/>
                      </a:lnTo>
                      <a:lnTo>
                        <a:pt x="461" y="194"/>
                      </a:lnTo>
                      <a:lnTo>
                        <a:pt x="460" y="194"/>
                      </a:lnTo>
                      <a:lnTo>
                        <a:pt x="454" y="194"/>
                      </a:lnTo>
                      <a:lnTo>
                        <a:pt x="452" y="192"/>
                      </a:lnTo>
                      <a:lnTo>
                        <a:pt x="450" y="192"/>
                      </a:lnTo>
                      <a:lnTo>
                        <a:pt x="450" y="190"/>
                      </a:lnTo>
                      <a:lnTo>
                        <a:pt x="449" y="190"/>
                      </a:lnTo>
                      <a:lnTo>
                        <a:pt x="449" y="188"/>
                      </a:lnTo>
                      <a:lnTo>
                        <a:pt x="447" y="188"/>
                      </a:lnTo>
                      <a:lnTo>
                        <a:pt x="441" y="186"/>
                      </a:lnTo>
                      <a:lnTo>
                        <a:pt x="439" y="186"/>
                      </a:lnTo>
                      <a:lnTo>
                        <a:pt x="438" y="186"/>
                      </a:lnTo>
                      <a:lnTo>
                        <a:pt x="436" y="186"/>
                      </a:lnTo>
                      <a:lnTo>
                        <a:pt x="434" y="186"/>
                      </a:lnTo>
                      <a:lnTo>
                        <a:pt x="432" y="186"/>
                      </a:lnTo>
                      <a:lnTo>
                        <a:pt x="430" y="186"/>
                      </a:lnTo>
                      <a:lnTo>
                        <a:pt x="430" y="188"/>
                      </a:lnTo>
                      <a:lnTo>
                        <a:pt x="429" y="188"/>
                      </a:lnTo>
                      <a:lnTo>
                        <a:pt x="427" y="188"/>
                      </a:lnTo>
                      <a:lnTo>
                        <a:pt x="427" y="190"/>
                      </a:lnTo>
                      <a:lnTo>
                        <a:pt x="425" y="190"/>
                      </a:lnTo>
                      <a:lnTo>
                        <a:pt x="423" y="190"/>
                      </a:lnTo>
                      <a:lnTo>
                        <a:pt x="421" y="192"/>
                      </a:lnTo>
                      <a:lnTo>
                        <a:pt x="419" y="192"/>
                      </a:lnTo>
                      <a:lnTo>
                        <a:pt x="418" y="192"/>
                      </a:lnTo>
                      <a:lnTo>
                        <a:pt x="416" y="192"/>
                      </a:lnTo>
                      <a:lnTo>
                        <a:pt x="414" y="192"/>
                      </a:lnTo>
                      <a:lnTo>
                        <a:pt x="410" y="194"/>
                      </a:lnTo>
                      <a:lnTo>
                        <a:pt x="408" y="194"/>
                      </a:lnTo>
                      <a:lnTo>
                        <a:pt x="408" y="196"/>
                      </a:lnTo>
                      <a:lnTo>
                        <a:pt x="407" y="196"/>
                      </a:lnTo>
                      <a:lnTo>
                        <a:pt x="405" y="196"/>
                      </a:lnTo>
                      <a:lnTo>
                        <a:pt x="401" y="196"/>
                      </a:lnTo>
                      <a:lnTo>
                        <a:pt x="401" y="194"/>
                      </a:lnTo>
                      <a:lnTo>
                        <a:pt x="401" y="196"/>
                      </a:lnTo>
                      <a:lnTo>
                        <a:pt x="399" y="194"/>
                      </a:lnTo>
                      <a:lnTo>
                        <a:pt x="398" y="196"/>
                      </a:lnTo>
                      <a:lnTo>
                        <a:pt x="396" y="194"/>
                      </a:lnTo>
                      <a:lnTo>
                        <a:pt x="396" y="196"/>
                      </a:lnTo>
                      <a:lnTo>
                        <a:pt x="394" y="196"/>
                      </a:lnTo>
                      <a:lnTo>
                        <a:pt x="392" y="196"/>
                      </a:lnTo>
                      <a:lnTo>
                        <a:pt x="392" y="194"/>
                      </a:lnTo>
                      <a:lnTo>
                        <a:pt x="394" y="194"/>
                      </a:lnTo>
                      <a:lnTo>
                        <a:pt x="394" y="192"/>
                      </a:lnTo>
                      <a:lnTo>
                        <a:pt x="392" y="192"/>
                      </a:lnTo>
                      <a:lnTo>
                        <a:pt x="390" y="192"/>
                      </a:lnTo>
                      <a:lnTo>
                        <a:pt x="392" y="192"/>
                      </a:lnTo>
                      <a:lnTo>
                        <a:pt x="388" y="190"/>
                      </a:lnTo>
                      <a:lnTo>
                        <a:pt x="387" y="190"/>
                      </a:lnTo>
                      <a:lnTo>
                        <a:pt x="385" y="190"/>
                      </a:lnTo>
                      <a:lnTo>
                        <a:pt x="383" y="190"/>
                      </a:lnTo>
                      <a:lnTo>
                        <a:pt x="381" y="188"/>
                      </a:lnTo>
                      <a:lnTo>
                        <a:pt x="379" y="188"/>
                      </a:lnTo>
                      <a:lnTo>
                        <a:pt x="379" y="190"/>
                      </a:lnTo>
                      <a:lnTo>
                        <a:pt x="379" y="192"/>
                      </a:lnTo>
                      <a:lnTo>
                        <a:pt x="377" y="192"/>
                      </a:lnTo>
                      <a:lnTo>
                        <a:pt x="377" y="194"/>
                      </a:lnTo>
                      <a:lnTo>
                        <a:pt x="377" y="196"/>
                      </a:lnTo>
                      <a:lnTo>
                        <a:pt x="376" y="196"/>
                      </a:lnTo>
                      <a:lnTo>
                        <a:pt x="376" y="197"/>
                      </a:lnTo>
                      <a:lnTo>
                        <a:pt x="377" y="197"/>
                      </a:lnTo>
                      <a:lnTo>
                        <a:pt x="376" y="199"/>
                      </a:lnTo>
                      <a:lnTo>
                        <a:pt x="376" y="201"/>
                      </a:lnTo>
                      <a:lnTo>
                        <a:pt x="376" y="203"/>
                      </a:lnTo>
                      <a:lnTo>
                        <a:pt x="376" y="205"/>
                      </a:lnTo>
                      <a:lnTo>
                        <a:pt x="377" y="205"/>
                      </a:lnTo>
                      <a:lnTo>
                        <a:pt x="377" y="207"/>
                      </a:lnTo>
                      <a:lnTo>
                        <a:pt x="379" y="207"/>
                      </a:lnTo>
                      <a:lnTo>
                        <a:pt x="379" y="208"/>
                      </a:lnTo>
                      <a:lnTo>
                        <a:pt x="381" y="208"/>
                      </a:lnTo>
                      <a:lnTo>
                        <a:pt x="379" y="208"/>
                      </a:lnTo>
                      <a:lnTo>
                        <a:pt x="381" y="210"/>
                      </a:lnTo>
                      <a:lnTo>
                        <a:pt x="379" y="210"/>
                      </a:lnTo>
                      <a:lnTo>
                        <a:pt x="377" y="210"/>
                      </a:lnTo>
                      <a:lnTo>
                        <a:pt x="376" y="210"/>
                      </a:lnTo>
                      <a:lnTo>
                        <a:pt x="374" y="210"/>
                      </a:lnTo>
                      <a:lnTo>
                        <a:pt x="372" y="210"/>
                      </a:lnTo>
                      <a:lnTo>
                        <a:pt x="374" y="210"/>
                      </a:lnTo>
                      <a:lnTo>
                        <a:pt x="372" y="210"/>
                      </a:lnTo>
                      <a:lnTo>
                        <a:pt x="372" y="212"/>
                      </a:lnTo>
                      <a:lnTo>
                        <a:pt x="372" y="210"/>
                      </a:lnTo>
                      <a:lnTo>
                        <a:pt x="370" y="210"/>
                      </a:lnTo>
                      <a:lnTo>
                        <a:pt x="370" y="212"/>
                      </a:lnTo>
                      <a:lnTo>
                        <a:pt x="368" y="212"/>
                      </a:lnTo>
                      <a:lnTo>
                        <a:pt x="370" y="212"/>
                      </a:lnTo>
                      <a:lnTo>
                        <a:pt x="368" y="212"/>
                      </a:lnTo>
                      <a:lnTo>
                        <a:pt x="368" y="214"/>
                      </a:lnTo>
                      <a:lnTo>
                        <a:pt x="370" y="214"/>
                      </a:lnTo>
                      <a:lnTo>
                        <a:pt x="368" y="214"/>
                      </a:lnTo>
                      <a:lnTo>
                        <a:pt x="370" y="214"/>
                      </a:lnTo>
                      <a:lnTo>
                        <a:pt x="368" y="214"/>
                      </a:lnTo>
                      <a:lnTo>
                        <a:pt x="370" y="214"/>
                      </a:lnTo>
                      <a:lnTo>
                        <a:pt x="370" y="216"/>
                      </a:lnTo>
                      <a:lnTo>
                        <a:pt x="368" y="216"/>
                      </a:lnTo>
                      <a:lnTo>
                        <a:pt x="370" y="216"/>
                      </a:lnTo>
                      <a:lnTo>
                        <a:pt x="368" y="216"/>
                      </a:lnTo>
                      <a:lnTo>
                        <a:pt x="370" y="216"/>
                      </a:lnTo>
                      <a:lnTo>
                        <a:pt x="368" y="216"/>
                      </a:lnTo>
                      <a:lnTo>
                        <a:pt x="370" y="216"/>
                      </a:lnTo>
                      <a:lnTo>
                        <a:pt x="368" y="216"/>
                      </a:lnTo>
                      <a:lnTo>
                        <a:pt x="370" y="218"/>
                      </a:lnTo>
                      <a:lnTo>
                        <a:pt x="368" y="218"/>
                      </a:lnTo>
                      <a:lnTo>
                        <a:pt x="370" y="218"/>
                      </a:lnTo>
                      <a:lnTo>
                        <a:pt x="368" y="218"/>
                      </a:lnTo>
                      <a:lnTo>
                        <a:pt x="370" y="218"/>
                      </a:lnTo>
                      <a:lnTo>
                        <a:pt x="368" y="218"/>
                      </a:lnTo>
                      <a:lnTo>
                        <a:pt x="370" y="218"/>
                      </a:lnTo>
                      <a:lnTo>
                        <a:pt x="368" y="218"/>
                      </a:lnTo>
                      <a:lnTo>
                        <a:pt x="368" y="219"/>
                      </a:lnTo>
                      <a:lnTo>
                        <a:pt x="366" y="219"/>
                      </a:lnTo>
                      <a:lnTo>
                        <a:pt x="366" y="218"/>
                      </a:lnTo>
                      <a:lnTo>
                        <a:pt x="366" y="219"/>
                      </a:lnTo>
                      <a:lnTo>
                        <a:pt x="366" y="221"/>
                      </a:lnTo>
                      <a:lnTo>
                        <a:pt x="365" y="221"/>
                      </a:lnTo>
                      <a:lnTo>
                        <a:pt x="365" y="219"/>
                      </a:lnTo>
                      <a:lnTo>
                        <a:pt x="363" y="221"/>
                      </a:lnTo>
                      <a:lnTo>
                        <a:pt x="361" y="221"/>
                      </a:lnTo>
                      <a:lnTo>
                        <a:pt x="361" y="223"/>
                      </a:lnTo>
                      <a:lnTo>
                        <a:pt x="361" y="225"/>
                      </a:lnTo>
                      <a:lnTo>
                        <a:pt x="361" y="223"/>
                      </a:lnTo>
                      <a:lnTo>
                        <a:pt x="359" y="223"/>
                      </a:lnTo>
                      <a:lnTo>
                        <a:pt x="357" y="223"/>
                      </a:lnTo>
                      <a:lnTo>
                        <a:pt x="356" y="223"/>
                      </a:lnTo>
                      <a:lnTo>
                        <a:pt x="356" y="221"/>
                      </a:lnTo>
                      <a:lnTo>
                        <a:pt x="354" y="221"/>
                      </a:lnTo>
                      <a:lnTo>
                        <a:pt x="352" y="221"/>
                      </a:lnTo>
                      <a:lnTo>
                        <a:pt x="354" y="219"/>
                      </a:lnTo>
                      <a:lnTo>
                        <a:pt x="356" y="219"/>
                      </a:lnTo>
                      <a:lnTo>
                        <a:pt x="356" y="218"/>
                      </a:lnTo>
                      <a:lnTo>
                        <a:pt x="354" y="218"/>
                      </a:lnTo>
                      <a:lnTo>
                        <a:pt x="354" y="216"/>
                      </a:lnTo>
                      <a:lnTo>
                        <a:pt x="352" y="214"/>
                      </a:lnTo>
                      <a:lnTo>
                        <a:pt x="352" y="212"/>
                      </a:lnTo>
                      <a:lnTo>
                        <a:pt x="350" y="212"/>
                      </a:lnTo>
                      <a:lnTo>
                        <a:pt x="350" y="210"/>
                      </a:lnTo>
                      <a:lnTo>
                        <a:pt x="348" y="210"/>
                      </a:lnTo>
                      <a:lnTo>
                        <a:pt x="348" y="208"/>
                      </a:lnTo>
                      <a:lnTo>
                        <a:pt x="348" y="207"/>
                      </a:lnTo>
                      <a:lnTo>
                        <a:pt x="350" y="207"/>
                      </a:lnTo>
                      <a:lnTo>
                        <a:pt x="350" y="205"/>
                      </a:lnTo>
                      <a:lnTo>
                        <a:pt x="352" y="205"/>
                      </a:lnTo>
                      <a:lnTo>
                        <a:pt x="352" y="203"/>
                      </a:lnTo>
                      <a:lnTo>
                        <a:pt x="352" y="205"/>
                      </a:lnTo>
                      <a:lnTo>
                        <a:pt x="352" y="203"/>
                      </a:lnTo>
                      <a:lnTo>
                        <a:pt x="354" y="203"/>
                      </a:lnTo>
                      <a:lnTo>
                        <a:pt x="354" y="201"/>
                      </a:lnTo>
                      <a:lnTo>
                        <a:pt x="356" y="201"/>
                      </a:lnTo>
                      <a:lnTo>
                        <a:pt x="357" y="199"/>
                      </a:lnTo>
                      <a:lnTo>
                        <a:pt x="359" y="199"/>
                      </a:lnTo>
                      <a:lnTo>
                        <a:pt x="359" y="197"/>
                      </a:lnTo>
                      <a:lnTo>
                        <a:pt x="361" y="197"/>
                      </a:lnTo>
                      <a:lnTo>
                        <a:pt x="363" y="197"/>
                      </a:lnTo>
                      <a:lnTo>
                        <a:pt x="363" y="196"/>
                      </a:lnTo>
                      <a:lnTo>
                        <a:pt x="363" y="194"/>
                      </a:lnTo>
                      <a:lnTo>
                        <a:pt x="363" y="192"/>
                      </a:lnTo>
                      <a:lnTo>
                        <a:pt x="363" y="194"/>
                      </a:lnTo>
                      <a:lnTo>
                        <a:pt x="363" y="192"/>
                      </a:lnTo>
                      <a:lnTo>
                        <a:pt x="363" y="190"/>
                      </a:lnTo>
                      <a:lnTo>
                        <a:pt x="361" y="190"/>
                      </a:lnTo>
                      <a:lnTo>
                        <a:pt x="361" y="188"/>
                      </a:lnTo>
                      <a:lnTo>
                        <a:pt x="359" y="186"/>
                      </a:lnTo>
                      <a:lnTo>
                        <a:pt x="357" y="186"/>
                      </a:lnTo>
                      <a:lnTo>
                        <a:pt x="357" y="185"/>
                      </a:lnTo>
                      <a:lnTo>
                        <a:pt x="356" y="185"/>
                      </a:lnTo>
                      <a:lnTo>
                        <a:pt x="356" y="186"/>
                      </a:lnTo>
                      <a:lnTo>
                        <a:pt x="354" y="186"/>
                      </a:lnTo>
                      <a:lnTo>
                        <a:pt x="354" y="188"/>
                      </a:lnTo>
                      <a:lnTo>
                        <a:pt x="354" y="186"/>
                      </a:lnTo>
                      <a:lnTo>
                        <a:pt x="352" y="188"/>
                      </a:lnTo>
                      <a:lnTo>
                        <a:pt x="350" y="190"/>
                      </a:lnTo>
                      <a:lnTo>
                        <a:pt x="348" y="190"/>
                      </a:lnTo>
                      <a:lnTo>
                        <a:pt x="348" y="192"/>
                      </a:lnTo>
                      <a:lnTo>
                        <a:pt x="346" y="192"/>
                      </a:lnTo>
                      <a:lnTo>
                        <a:pt x="345" y="192"/>
                      </a:lnTo>
                      <a:lnTo>
                        <a:pt x="343" y="192"/>
                      </a:lnTo>
                      <a:lnTo>
                        <a:pt x="341" y="194"/>
                      </a:lnTo>
                      <a:lnTo>
                        <a:pt x="341" y="192"/>
                      </a:lnTo>
                      <a:lnTo>
                        <a:pt x="341" y="194"/>
                      </a:lnTo>
                      <a:lnTo>
                        <a:pt x="339" y="194"/>
                      </a:lnTo>
                      <a:lnTo>
                        <a:pt x="341" y="194"/>
                      </a:lnTo>
                      <a:lnTo>
                        <a:pt x="343" y="194"/>
                      </a:lnTo>
                      <a:lnTo>
                        <a:pt x="343" y="192"/>
                      </a:lnTo>
                      <a:lnTo>
                        <a:pt x="343" y="194"/>
                      </a:lnTo>
                      <a:lnTo>
                        <a:pt x="343" y="192"/>
                      </a:lnTo>
                      <a:lnTo>
                        <a:pt x="343" y="194"/>
                      </a:lnTo>
                      <a:lnTo>
                        <a:pt x="345" y="194"/>
                      </a:lnTo>
                      <a:lnTo>
                        <a:pt x="345" y="192"/>
                      </a:lnTo>
                      <a:lnTo>
                        <a:pt x="345" y="194"/>
                      </a:lnTo>
                      <a:lnTo>
                        <a:pt x="346" y="194"/>
                      </a:lnTo>
                      <a:lnTo>
                        <a:pt x="345" y="194"/>
                      </a:lnTo>
                      <a:lnTo>
                        <a:pt x="346" y="194"/>
                      </a:lnTo>
                      <a:lnTo>
                        <a:pt x="345" y="194"/>
                      </a:lnTo>
                      <a:lnTo>
                        <a:pt x="343" y="194"/>
                      </a:lnTo>
                      <a:lnTo>
                        <a:pt x="343" y="196"/>
                      </a:lnTo>
                      <a:lnTo>
                        <a:pt x="343" y="197"/>
                      </a:lnTo>
                      <a:lnTo>
                        <a:pt x="341" y="197"/>
                      </a:lnTo>
                      <a:lnTo>
                        <a:pt x="341" y="199"/>
                      </a:lnTo>
                      <a:lnTo>
                        <a:pt x="339" y="199"/>
                      </a:lnTo>
                      <a:lnTo>
                        <a:pt x="339" y="197"/>
                      </a:lnTo>
                      <a:lnTo>
                        <a:pt x="341" y="197"/>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8" name="Freeform 114">
                  <a:extLst>
                    <a:ext uri="{FF2B5EF4-FFF2-40B4-BE49-F238E27FC236}">
                      <a16:creationId xmlns:a16="http://schemas.microsoft.com/office/drawing/2014/main" id="{D4887F5F-B50F-45AF-D12E-DFD25F80AA62}"/>
                    </a:ext>
                  </a:extLst>
                </p:cNvPr>
                <p:cNvSpPr>
                  <a:spLocks noEditPoints="1"/>
                </p:cNvSpPr>
                <p:nvPr/>
              </p:nvSpPr>
              <p:spPr bwMode="auto">
                <a:xfrm>
                  <a:off x="830778" y="2403210"/>
                  <a:ext cx="507829" cy="310841"/>
                </a:xfrm>
                <a:custGeom>
                  <a:avLst/>
                  <a:gdLst>
                    <a:gd name="T0" fmla="*/ 137 w 281"/>
                    <a:gd name="T1" fmla="*/ 172 h 172"/>
                    <a:gd name="T2" fmla="*/ 139 w 281"/>
                    <a:gd name="T3" fmla="*/ 170 h 172"/>
                    <a:gd name="T4" fmla="*/ 279 w 281"/>
                    <a:gd name="T5" fmla="*/ 170 h 172"/>
                    <a:gd name="T6" fmla="*/ 122 w 281"/>
                    <a:gd name="T7" fmla="*/ 168 h 172"/>
                    <a:gd name="T8" fmla="*/ 106 w 281"/>
                    <a:gd name="T9" fmla="*/ 154 h 172"/>
                    <a:gd name="T10" fmla="*/ 106 w 281"/>
                    <a:gd name="T11" fmla="*/ 152 h 172"/>
                    <a:gd name="T12" fmla="*/ 75 w 281"/>
                    <a:gd name="T13" fmla="*/ 152 h 172"/>
                    <a:gd name="T14" fmla="*/ 108 w 281"/>
                    <a:gd name="T15" fmla="*/ 152 h 172"/>
                    <a:gd name="T16" fmla="*/ 106 w 281"/>
                    <a:gd name="T17" fmla="*/ 152 h 172"/>
                    <a:gd name="T18" fmla="*/ 75 w 281"/>
                    <a:gd name="T19" fmla="*/ 150 h 172"/>
                    <a:gd name="T20" fmla="*/ 75 w 281"/>
                    <a:gd name="T21" fmla="*/ 150 h 172"/>
                    <a:gd name="T22" fmla="*/ 108 w 281"/>
                    <a:gd name="T23" fmla="*/ 150 h 172"/>
                    <a:gd name="T24" fmla="*/ 89 w 281"/>
                    <a:gd name="T25" fmla="*/ 150 h 172"/>
                    <a:gd name="T26" fmla="*/ 58 w 281"/>
                    <a:gd name="T27" fmla="*/ 141 h 172"/>
                    <a:gd name="T28" fmla="*/ 55 w 281"/>
                    <a:gd name="T29" fmla="*/ 141 h 172"/>
                    <a:gd name="T30" fmla="*/ 53 w 281"/>
                    <a:gd name="T31" fmla="*/ 141 h 172"/>
                    <a:gd name="T32" fmla="*/ 55 w 281"/>
                    <a:gd name="T33" fmla="*/ 135 h 172"/>
                    <a:gd name="T34" fmla="*/ 44 w 281"/>
                    <a:gd name="T35" fmla="*/ 119 h 172"/>
                    <a:gd name="T36" fmla="*/ 44 w 281"/>
                    <a:gd name="T37" fmla="*/ 121 h 172"/>
                    <a:gd name="T38" fmla="*/ 16 w 281"/>
                    <a:gd name="T39" fmla="*/ 90 h 172"/>
                    <a:gd name="T40" fmla="*/ 13 w 281"/>
                    <a:gd name="T41" fmla="*/ 90 h 172"/>
                    <a:gd name="T42" fmla="*/ 15 w 281"/>
                    <a:gd name="T43" fmla="*/ 90 h 172"/>
                    <a:gd name="T44" fmla="*/ 27 w 281"/>
                    <a:gd name="T45" fmla="*/ 88 h 172"/>
                    <a:gd name="T46" fmla="*/ 27 w 281"/>
                    <a:gd name="T47" fmla="*/ 86 h 172"/>
                    <a:gd name="T48" fmla="*/ 31 w 281"/>
                    <a:gd name="T49" fmla="*/ 71 h 172"/>
                    <a:gd name="T50" fmla="*/ 29 w 281"/>
                    <a:gd name="T51" fmla="*/ 70 h 172"/>
                    <a:gd name="T52" fmla="*/ 24 w 281"/>
                    <a:gd name="T53" fmla="*/ 59 h 172"/>
                    <a:gd name="T54" fmla="*/ 20 w 281"/>
                    <a:gd name="T55" fmla="*/ 57 h 172"/>
                    <a:gd name="T56" fmla="*/ 26 w 281"/>
                    <a:gd name="T57" fmla="*/ 57 h 172"/>
                    <a:gd name="T58" fmla="*/ 27 w 281"/>
                    <a:gd name="T59" fmla="*/ 57 h 172"/>
                    <a:gd name="T60" fmla="*/ 26 w 281"/>
                    <a:gd name="T61" fmla="*/ 55 h 172"/>
                    <a:gd name="T62" fmla="*/ 26 w 281"/>
                    <a:gd name="T63" fmla="*/ 57 h 172"/>
                    <a:gd name="T64" fmla="*/ 27 w 281"/>
                    <a:gd name="T65" fmla="*/ 57 h 172"/>
                    <a:gd name="T66" fmla="*/ 24 w 281"/>
                    <a:gd name="T67" fmla="*/ 55 h 172"/>
                    <a:gd name="T68" fmla="*/ 24 w 281"/>
                    <a:gd name="T69" fmla="*/ 55 h 172"/>
                    <a:gd name="T70" fmla="*/ 4 w 281"/>
                    <a:gd name="T71" fmla="*/ 38 h 172"/>
                    <a:gd name="T72" fmla="*/ 4 w 281"/>
                    <a:gd name="T73" fmla="*/ 40 h 172"/>
                    <a:gd name="T74" fmla="*/ 0 w 281"/>
                    <a:gd name="T75" fmla="*/ 38 h 172"/>
                    <a:gd name="T76" fmla="*/ 4 w 281"/>
                    <a:gd name="T77" fmla="*/ 35 h 172"/>
                    <a:gd name="T78" fmla="*/ 4 w 281"/>
                    <a:gd name="T79" fmla="*/ 37 h 172"/>
                    <a:gd name="T80" fmla="*/ 62 w 281"/>
                    <a:gd name="T81" fmla="*/ 18 h 172"/>
                    <a:gd name="T82" fmla="*/ 62 w 281"/>
                    <a:gd name="T83" fmla="*/ 17 h 172"/>
                    <a:gd name="T84" fmla="*/ 60 w 281"/>
                    <a:gd name="T85" fmla="*/ 15 h 172"/>
                    <a:gd name="T86" fmla="*/ 60 w 281"/>
                    <a:gd name="T87" fmla="*/ 17 h 172"/>
                    <a:gd name="T88" fmla="*/ 58 w 281"/>
                    <a:gd name="T89" fmla="*/ 15 h 172"/>
                    <a:gd name="T90" fmla="*/ 57 w 281"/>
                    <a:gd name="T91" fmla="*/ 15 h 172"/>
                    <a:gd name="T92" fmla="*/ 57 w 281"/>
                    <a:gd name="T93" fmla="*/ 17 h 172"/>
                    <a:gd name="T94" fmla="*/ 57 w 281"/>
                    <a:gd name="T95" fmla="*/ 15 h 172"/>
                    <a:gd name="T96" fmla="*/ 55 w 281"/>
                    <a:gd name="T97" fmla="*/ 13 h 172"/>
                    <a:gd name="T98" fmla="*/ 57 w 281"/>
                    <a:gd name="T99" fmla="*/ 13 h 172"/>
                    <a:gd name="T100" fmla="*/ 91 w 281"/>
                    <a:gd name="T101" fmla="*/ 15 h 172"/>
                    <a:gd name="T102" fmla="*/ 91 w 281"/>
                    <a:gd name="T103" fmla="*/ 13 h 172"/>
                    <a:gd name="T104" fmla="*/ 62 w 281"/>
                    <a:gd name="T105" fmla="*/ 9 h 172"/>
                    <a:gd name="T106" fmla="*/ 62 w 281"/>
                    <a:gd name="T107" fmla="*/ 11 h 172"/>
                    <a:gd name="T108" fmla="*/ 64 w 281"/>
                    <a:gd name="T109" fmla="*/ 11 h 172"/>
                    <a:gd name="T110" fmla="*/ 60 w 281"/>
                    <a:gd name="T111" fmla="*/ 13 h 172"/>
                    <a:gd name="T112" fmla="*/ 57 w 281"/>
                    <a:gd name="T113" fmla="*/ 11 h 172"/>
                    <a:gd name="T114" fmla="*/ 58 w 281"/>
                    <a:gd name="T115" fmla="*/ 11 h 172"/>
                    <a:gd name="T116" fmla="*/ 58 w 281"/>
                    <a:gd name="T117" fmla="*/ 9 h 172"/>
                    <a:gd name="T118" fmla="*/ 113 w 281"/>
                    <a:gd name="T119" fmla="*/ 2 h 172"/>
                    <a:gd name="T120" fmla="*/ 113 w 281"/>
                    <a:gd name="T121" fmla="*/ 4 h 172"/>
                    <a:gd name="T122" fmla="*/ 113 w 281"/>
                    <a:gd name="T123" fmla="*/ 2 h 172"/>
                    <a:gd name="T124" fmla="*/ 111 w 281"/>
                    <a:gd name="T125" fmla="*/ 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 h="172">
                      <a:moveTo>
                        <a:pt x="137" y="172"/>
                      </a:moveTo>
                      <a:lnTo>
                        <a:pt x="135" y="172"/>
                      </a:lnTo>
                      <a:lnTo>
                        <a:pt x="137" y="172"/>
                      </a:lnTo>
                      <a:close/>
                      <a:moveTo>
                        <a:pt x="142" y="170"/>
                      </a:moveTo>
                      <a:lnTo>
                        <a:pt x="141" y="170"/>
                      </a:lnTo>
                      <a:lnTo>
                        <a:pt x="139" y="170"/>
                      </a:lnTo>
                      <a:lnTo>
                        <a:pt x="141" y="170"/>
                      </a:lnTo>
                      <a:lnTo>
                        <a:pt x="142" y="170"/>
                      </a:lnTo>
                      <a:close/>
                      <a:moveTo>
                        <a:pt x="279" y="170"/>
                      </a:moveTo>
                      <a:lnTo>
                        <a:pt x="281" y="170"/>
                      </a:lnTo>
                      <a:lnTo>
                        <a:pt x="279" y="170"/>
                      </a:lnTo>
                      <a:close/>
                      <a:moveTo>
                        <a:pt x="122" y="168"/>
                      </a:moveTo>
                      <a:lnTo>
                        <a:pt x="122" y="170"/>
                      </a:lnTo>
                      <a:lnTo>
                        <a:pt x="122" y="168"/>
                      </a:lnTo>
                      <a:close/>
                      <a:moveTo>
                        <a:pt x="106" y="154"/>
                      </a:moveTo>
                      <a:lnTo>
                        <a:pt x="106" y="152"/>
                      </a:lnTo>
                      <a:lnTo>
                        <a:pt x="106" y="154"/>
                      </a:lnTo>
                      <a:lnTo>
                        <a:pt x="106" y="152"/>
                      </a:lnTo>
                      <a:lnTo>
                        <a:pt x="106" y="154"/>
                      </a:lnTo>
                      <a:close/>
                      <a:moveTo>
                        <a:pt x="75" y="154"/>
                      </a:moveTo>
                      <a:lnTo>
                        <a:pt x="75" y="152"/>
                      </a:lnTo>
                      <a:lnTo>
                        <a:pt x="75" y="154"/>
                      </a:lnTo>
                      <a:close/>
                      <a:moveTo>
                        <a:pt x="106" y="152"/>
                      </a:moveTo>
                      <a:lnTo>
                        <a:pt x="108" y="152"/>
                      </a:lnTo>
                      <a:lnTo>
                        <a:pt x="108" y="154"/>
                      </a:lnTo>
                      <a:lnTo>
                        <a:pt x="108" y="152"/>
                      </a:lnTo>
                      <a:lnTo>
                        <a:pt x="106" y="152"/>
                      </a:lnTo>
                      <a:lnTo>
                        <a:pt x="106" y="154"/>
                      </a:lnTo>
                      <a:lnTo>
                        <a:pt x="106" y="152"/>
                      </a:lnTo>
                      <a:close/>
                      <a:moveTo>
                        <a:pt x="75" y="150"/>
                      </a:moveTo>
                      <a:lnTo>
                        <a:pt x="75" y="152"/>
                      </a:lnTo>
                      <a:lnTo>
                        <a:pt x="75" y="150"/>
                      </a:lnTo>
                      <a:close/>
                      <a:moveTo>
                        <a:pt x="75" y="150"/>
                      </a:moveTo>
                      <a:lnTo>
                        <a:pt x="77" y="150"/>
                      </a:lnTo>
                      <a:lnTo>
                        <a:pt x="75" y="150"/>
                      </a:lnTo>
                      <a:close/>
                      <a:moveTo>
                        <a:pt x="108" y="150"/>
                      </a:moveTo>
                      <a:lnTo>
                        <a:pt x="108" y="152"/>
                      </a:lnTo>
                      <a:lnTo>
                        <a:pt x="108" y="150"/>
                      </a:lnTo>
                      <a:close/>
                      <a:moveTo>
                        <a:pt x="89" y="150"/>
                      </a:moveTo>
                      <a:lnTo>
                        <a:pt x="89" y="148"/>
                      </a:lnTo>
                      <a:lnTo>
                        <a:pt x="89" y="150"/>
                      </a:lnTo>
                      <a:close/>
                      <a:moveTo>
                        <a:pt x="58" y="141"/>
                      </a:moveTo>
                      <a:lnTo>
                        <a:pt x="58" y="143"/>
                      </a:lnTo>
                      <a:lnTo>
                        <a:pt x="58" y="141"/>
                      </a:lnTo>
                      <a:close/>
                      <a:moveTo>
                        <a:pt x="55" y="141"/>
                      </a:moveTo>
                      <a:lnTo>
                        <a:pt x="55" y="143"/>
                      </a:lnTo>
                      <a:lnTo>
                        <a:pt x="53" y="143"/>
                      </a:lnTo>
                      <a:lnTo>
                        <a:pt x="53" y="141"/>
                      </a:lnTo>
                      <a:lnTo>
                        <a:pt x="55" y="141"/>
                      </a:lnTo>
                      <a:close/>
                      <a:moveTo>
                        <a:pt x="57" y="135"/>
                      </a:moveTo>
                      <a:lnTo>
                        <a:pt x="55" y="135"/>
                      </a:lnTo>
                      <a:lnTo>
                        <a:pt x="57" y="135"/>
                      </a:lnTo>
                      <a:close/>
                      <a:moveTo>
                        <a:pt x="44" y="121"/>
                      </a:moveTo>
                      <a:lnTo>
                        <a:pt x="44" y="119"/>
                      </a:lnTo>
                      <a:lnTo>
                        <a:pt x="42" y="119"/>
                      </a:lnTo>
                      <a:lnTo>
                        <a:pt x="44" y="119"/>
                      </a:lnTo>
                      <a:lnTo>
                        <a:pt x="44" y="121"/>
                      </a:lnTo>
                      <a:close/>
                      <a:moveTo>
                        <a:pt x="16" y="90"/>
                      </a:moveTo>
                      <a:lnTo>
                        <a:pt x="15" y="90"/>
                      </a:lnTo>
                      <a:lnTo>
                        <a:pt x="16" y="90"/>
                      </a:lnTo>
                      <a:close/>
                      <a:moveTo>
                        <a:pt x="15" y="88"/>
                      </a:moveTo>
                      <a:lnTo>
                        <a:pt x="15" y="90"/>
                      </a:lnTo>
                      <a:lnTo>
                        <a:pt x="13" y="90"/>
                      </a:lnTo>
                      <a:lnTo>
                        <a:pt x="15" y="90"/>
                      </a:lnTo>
                      <a:lnTo>
                        <a:pt x="13" y="90"/>
                      </a:lnTo>
                      <a:lnTo>
                        <a:pt x="15" y="90"/>
                      </a:lnTo>
                      <a:lnTo>
                        <a:pt x="15" y="88"/>
                      </a:lnTo>
                      <a:close/>
                      <a:moveTo>
                        <a:pt x="27" y="86"/>
                      </a:moveTo>
                      <a:lnTo>
                        <a:pt x="27" y="88"/>
                      </a:lnTo>
                      <a:lnTo>
                        <a:pt x="29" y="88"/>
                      </a:lnTo>
                      <a:lnTo>
                        <a:pt x="27" y="88"/>
                      </a:lnTo>
                      <a:lnTo>
                        <a:pt x="27" y="86"/>
                      </a:lnTo>
                      <a:close/>
                      <a:moveTo>
                        <a:pt x="31" y="71"/>
                      </a:moveTo>
                      <a:lnTo>
                        <a:pt x="31" y="73"/>
                      </a:lnTo>
                      <a:lnTo>
                        <a:pt x="31" y="71"/>
                      </a:lnTo>
                      <a:close/>
                      <a:moveTo>
                        <a:pt x="29" y="70"/>
                      </a:moveTo>
                      <a:lnTo>
                        <a:pt x="31" y="70"/>
                      </a:lnTo>
                      <a:lnTo>
                        <a:pt x="29" y="70"/>
                      </a:lnTo>
                      <a:close/>
                      <a:moveTo>
                        <a:pt x="24" y="59"/>
                      </a:moveTo>
                      <a:lnTo>
                        <a:pt x="22" y="59"/>
                      </a:lnTo>
                      <a:lnTo>
                        <a:pt x="24" y="59"/>
                      </a:lnTo>
                      <a:close/>
                      <a:moveTo>
                        <a:pt x="22" y="57"/>
                      </a:moveTo>
                      <a:lnTo>
                        <a:pt x="22" y="59"/>
                      </a:lnTo>
                      <a:lnTo>
                        <a:pt x="20" y="57"/>
                      </a:lnTo>
                      <a:lnTo>
                        <a:pt x="22" y="57"/>
                      </a:lnTo>
                      <a:close/>
                      <a:moveTo>
                        <a:pt x="27" y="57"/>
                      </a:moveTo>
                      <a:lnTo>
                        <a:pt x="26" y="57"/>
                      </a:lnTo>
                      <a:lnTo>
                        <a:pt x="27" y="57"/>
                      </a:lnTo>
                      <a:close/>
                      <a:moveTo>
                        <a:pt x="27" y="55"/>
                      </a:moveTo>
                      <a:lnTo>
                        <a:pt x="27" y="57"/>
                      </a:lnTo>
                      <a:lnTo>
                        <a:pt x="27" y="55"/>
                      </a:lnTo>
                      <a:close/>
                      <a:moveTo>
                        <a:pt x="24" y="55"/>
                      </a:moveTo>
                      <a:lnTo>
                        <a:pt x="26" y="55"/>
                      </a:lnTo>
                      <a:lnTo>
                        <a:pt x="24" y="55"/>
                      </a:lnTo>
                      <a:lnTo>
                        <a:pt x="24" y="57"/>
                      </a:lnTo>
                      <a:lnTo>
                        <a:pt x="26" y="57"/>
                      </a:lnTo>
                      <a:lnTo>
                        <a:pt x="27" y="57"/>
                      </a:lnTo>
                      <a:lnTo>
                        <a:pt x="26" y="57"/>
                      </a:lnTo>
                      <a:lnTo>
                        <a:pt x="27" y="57"/>
                      </a:lnTo>
                      <a:lnTo>
                        <a:pt x="26" y="57"/>
                      </a:lnTo>
                      <a:lnTo>
                        <a:pt x="24" y="57"/>
                      </a:lnTo>
                      <a:lnTo>
                        <a:pt x="24" y="55"/>
                      </a:lnTo>
                      <a:close/>
                      <a:moveTo>
                        <a:pt x="24" y="55"/>
                      </a:moveTo>
                      <a:lnTo>
                        <a:pt x="24" y="57"/>
                      </a:lnTo>
                      <a:lnTo>
                        <a:pt x="24" y="55"/>
                      </a:lnTo>
                      <a:lnTo>
                        <a:pt x="22" y="55"/>
                      </a:lnTo>
                      <a:lnTo>
                        <a:pt x="24" y="55"/>
                      </a:lnTo>
                      <a:close/>
                      <a:moveTo>
                        <a:pt x="4" y="38"/>
                      </a:moveTo>
                      <a:lnTo>
                        <a:pt x="5" y="38"/>
                      </a:lnTo>
                      <a:lnTo>
                        <a:pt x="5" y="40"/>
                      </a:lnTo>
                      <a:lnTo>
                        <a:pt x="4" y="40"/>
                      </a:lnTo>
                      <a:lnTo>
                        <a:pt x="2" y="40"/>
                      </a:lnTo>
                      <a:lnTo>
                        <a:pt x="0" y="40"/>
                      </a:lnTo>
                      <a:lnTo>
                        <a:pt x="0" y="38"/>
                      </a:lnTo>
                      <a:lnTo>
                        <a:pt x="2" y="38"/>
                      </a:lnTo>
                      <a:lnTo>
                        <a:pt x="4" y="38"/>
                      </a:lnTo>
                      <a:close/>
                      <a:moveTo>
                        <a:pt x="4" y="35"/>
                      </a:moveTo>
                      <a:lnTo>
                        <a:pt x="5" y="35"/>
                      </a:lnTo>
                      <a:lnTo>
                        <a:pt x="5" y="37"/>
                      </a:lnTo>
                      <a:lnTo>
                        <a:pt x="4" y="37"/>
                      </a:lnTo>
                      <a:lnTo>
                        <a:pt x="4" y="35"/>
                      </a:lnTo>
                      <a:close/>
                      <a:moveTo>
                        <a:pt x="62" y="17"/>
                      </a:moveTo>
                      <a:lnTo>
                        <a:pt x="62" y="18"/>
                      </a:lnTo>
                      <a:lnTo>
                        <a:pt x="62" y="17"/>
                      </a:lnTo>
                      <a:lnTo>
                        <a:pt x="60" y="17"/>
                      </a:lnTo>
                      <a:lnTo>
                        <a:pt x="62" y="17"/>
                      </a:lnTo>
                      <a:close/>
                      <a:moveTo>
                        <a:pt x="60" y="15"/>
                      </a:moveTo>
                      <a:lnTo>
                        <a:pt x="60" y="17"/>
                      </a:lnTo>
                      <a:lnTo>
                        <a:pt x="60" y="15"/>
                      </a:lnTo>
                      <a:lnTo>
                        <a:pt x="60" y="17"/>
                      </a:lnTo>
                      <a:lnTo>
                        <a:pt x="58" y="17"/>
                      </a:lnTo>
                      <a:lnTo>
                        <a:pt x="60" y="17"/>
                      </a:lnTo>
                      <a:lnTo>
                        <a:pt x="58" y="15"/>
                      </a:lnTo>
                      <a:lnTo>
                        <a:pt x="60" y="15"/>
                      </a:lnTo>
                      <a:close/>
                      <a:moveTo>
                        <a:pt x="58" y="15"/>
                      </a:moveTo>
                      <a:lnTo>
                        <a:pt x="58" y="17"/>
                      </a:lnTo>
                      <a:lnTo>
                        <a:pt x="58" y="15"/>
                      </a:lnTo>
                      <a:close/>
                      <a:moveTo>
                        <a:pt x="57" y="15"/>
                      </a:moveTo>
                      <a:lnTo>
                        <a:pt x="58" y="15"/>
                      </a:lnTo>
                      <a:lnTo>
                        <a:pt x="57" y="15"/>
                      </a:lnTo>
                      <a:lnTo>
                        <a:pt x="57" y="17"/>
                      </a:lnTo>
                      <a:lnTo>
                        <a:pt x="55" y="17"/>
                      </a:lnTo>
                      <a:lnTo>
                        <a:pt x="55" y="15"/>
                      </a:lnTo>
                      <a:lnTo>
                        <a:pt x="57" y="15"/>
                      </a:lnTo>
                      <a:close/>
                      <a:moveTo>
                        <a:pt x="57" y="13"/>
                      </a:moveTo>
                      <a:lnTo>
                        <a:pt x="57" y="15"/>
                      </a:lnTo>
                      <a:lnTo>
                        <a:pt x="55" y="13"/>
                      </a:lnTo>
                      <a:lnTo>
                        <a:pt x="55" y="15"/>
                      </a:lnTo>
                      <a:lnTo>
                        <a:pt x="55" y="13"/>
                      </a:lnTo>
                      <a:lnTo>
                        <a:pt x="57" y="13"/>
                      </a:lnTo>
                      <a:close/>
                      <a:moveTo>
                        <a:pt x="93" y="13"/>
                      </a:moveTo>
                      <a:lnTo>
                        <a:pt x="93" y="15"/>
                      </a:lnTo>
                      <a:lnTo>
                        <a:pt x="91" y="15"/>
                      </a:lnTo>
                      <a:lnTo>
                        <a:pt x="93" y="15"/>
                      </a:lnTo>
                      <a:lnTo>
                        <a:pt x="93" y="13"/>
                      </a:lnTo>
                      <a:lnTo>
                        <a:pt x="91" y="13"/>
                      </a:lnTo>
                      <a:lnTo>
                        <a:pt x="93" y="13"/>
                      </a:lnTo>
                      <a:close/>
                      <a:moveTo>
                        <a:pt x="60" y="9"/>
                      </a:moveTo>
                      <a:lnTo>
                        <a:pt x="62" y="9"/>
                      </a:lnTo>
                      <a:lnTo>
                        <a:pt x="62" y="11"/>
                      </a:lnTo>
                      <a:lnTo>
                        <a:pt x="62" y="9"/>
                      </a:lnTo>
                      <a:lnTo>
                        <a:pt x="62" y="11"/>
                      </a:lnTo>
                      <a:lnTo>
                        <a:pt x="62" y="9"/>
                      </a:lnTo>
                      <a:lnTo>
                        <a:pt x="64" y="9"/>
                      </a:lnTo>
                      <a:lnTo>
                        <a:pt x="64" y="11"/>
                      </a:lnTo>
                      <a:lnTo>
                        <a:pt x="62" y="11"/>
                      </a:lnTo>
                      <a:lnTo>
                        <a:pt x="62" y="13"/>
                      </a:lnTo>
                      <a:lnTo>
                        <a:pt x="60" y="13"/>
                      </a:lnTo>
                      <a:lnTo>
                        <a:pt x="58" y="13"/>
                      </a:lnTo>
                      <a:lnTo>
                        <a:pt x="57" y="13"/>
                      </a:lnTo>
                      <a:lnTo>
                        <a:pt x="57" y="11"/>
                      </a:lnTo>
                      <a:lnTo>
                        <a:pt x="57" y="9"/>
                      </a:lnTo>
                      <a:lnTo>
                        <a:pt x="58" y="9"/>
                      </a:lnTo>
                      <a:lnTo>
                        <a:pt x="58" y="11"/>
                      </a:lnTo>
                      <a:lnTo>
                        <a:pt x="57" y="11"/>
                      </a:lnTo>
                      <a:lnTo>
                        <a:pt x="58" y="11"/>
                      </a:lnTo>
                      <a:lnTo>
                        <a:pt x="58" y="9"/>
                      </a:lnTo>
                      <a:lnTo>
                        <a:pt x="60" y="9"/>
                      </a:lnTo>
                      <a:close/>
                      <a:moveTo>
                        <a:pt x="113" y="4"/>
                      </a:moveTo>
                      <a:lnTo>
                        <a:pt x="113" y="2"/>
                      </a:lnTo>
                      <a:lnTo>
                        <a:pt x="115" y="2"/>
                      </a:lnTo>
                      <a:lnTo>
                        <a:pt x="113" y="2"/>
                      </a:lnTo>
                      <a:lnTo>
                        <a:pt x="113" y="4"/>
                      </a:lnTo>
                      <a:close/>
                      <a:moveTo>
                        <a:pt x="113" y="2"/>
                      </a:moveTo>
                      <a:lnTo>
                        <a:pt x="111" y="2"/>
                      </a:lnTo>
                      <a:lnTo>
                        <a:pt x="113" y="2"/>
                      </a:lnTo>
                      <a:close/>
                      <a:moveTo>
                        <a:pt x="111" y="2"/>
                      </a:moveTo>
                      <a:lnTo>
                        <a:pt x="111" y="0"/>
                      </a:lnTo>
                      <a:lnTo>
                        <a:pt x="111"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19" name="Freeform 115">
                  <a:extLst>
                    <a:ext uri="{FF2B5EF4-FFF2-40B4-BE49-F238E27FC236}">
                      <a16:creationId xmlns:a16="http://schemas.microsoft.com/office/drawing/2014/main" id="{97B7FDEB-3250-991D-F1CE-B3FC56E29969}"/>
                    </a:ext>
                  </a:extLst>
                </p:cNvPr>
                <p:cNvSpPr>
                  <a:spLocks noEditPoints="1"/>
                </p:cNvSpPr>
                <p:nvPr/>
              </p:nvSpPr>
              <p:spPr bwMode="auto">
                <a:xfrm>
                  <a:off x="859693" y="2383330"/>
                  <a:ext cx="571081" cy="330721"/>
                </a:xfrm>
                <a:custGeom>
                  <a:avLst/>
                  <a:gdLst>
                    <a:gd name="T0" fmla="*/ 261 w 316"/>
                    <a:gd name="T1" fmla="*/ 183 h 183"/>
                    <a:gd name="T2" fmla="*/ 126 w 316"/>
                    <a:gd name="T3" fmla="*/ 181 h 183"/>
                    <a:gd name="T4" fmla="*/ 126 w 316"/>
                    <a:gd name="T5" fmla="*/ 181 h 183"/>
                    <a:gd name="T6" fmla="*/ 125 w 316"/>
                    <a:gd name="T7" fmla="*/ 181 h 183"/>
                    <a:gd name="T8" fmla="*/ 126 w 316"/>
                    <a:gd name="T9" fmla="*/ 179 h 183"/>
                    <a:gd name="T10" fmla="*/ 265 w 316"/>
                    <a:gd name="T11" fmla="*/ 177 h 183"/>
                    <a:gd name="T12" fmla="*/ 265 w 316"/>
                    <a:gd name="T13" fmla="*/ 177 h 183"/>
                    <a:gd name="T14" fmla="*/ 59 w 316"/>
                    <a:gd name="T15" fmla="*/ 165 h 183"/>
                    <a:gd name="T16" fmla="*/ 316 w 316"/>
                    <a:gd name="T17" fmla="*/ 165 h 183"/>
                    <a:gd name="T18" fmla="*/ 316 w 316"/>
                    <a:gd name="T19" fmla="*/ 165 h 183"/>
                    <a:gd name="T20" fmla="*/ 59 w 316"/>
                    <a:gd name="T21" fmla="*/ 163 h 183"/>
                    <a:gd name="T22" fmla="*/ 95 w 316"/>
                    <a:gd name="T23" fmla="*/ 165 h 183"/>
                    <a:gd name="T24" fmla="*/ 93 w 316"/>
                    <a:gd name="T25" fmla="*/ 163 h 183"/>
                    <a:gd name="T26" fmla="*/ 95 w 316"/>
                    <a:gd name="T27" fmla="*/ 165 h 183"/>
                    <a:gd name="T28" fmla="*/ 59 w 316"/>
                    <a:gd name="T29" fmla="*/ 163 h 183"/>
                    <a:gd name="T30" fmla="*/ 90 w 316"/>
                    <a:gd name="T31" fmla="*/ 163 h 183"/>
                    <a:gd name="T32" fmla="*/ 90 w 316"/>
                    <a:gd name="T33" fmla="*/ 163 h 183"/>
                    <a:gd name="T34" fmla="*/ 90 w 316"/>
                    <a:gd name="T35" fmla="*/ 163 h 183"/>
                    <a:gd name="T36" fmla="*/ 51 w 316"/>
                    <a:gd name="T37" fmla="*/ 161 h 183"/>
                    <a:gd name="T38" fmla="*/ 51 w 316"/>
                    <a:gd name="T39" fmla="*/ 161 h 183"/>
                    <a:gd name="T40" fmla="*/ 39 w 316"/>
                    <a:gd name="T41" fmla="*/ 159 h 183"/>
                    <a:gd name="T42" fmla="*/ 59 w 316"/>
                    <a:gd name="T43" fmla="*/ 155 h 183"/>
                    <a:gd name="T44" fmla="*/ 59 w 316"/>
                    <a:gd name="T45" fmla="*/ 155 h 183"/>
                    <a:gd name="T46" fmla="*/ 39 w 316"/>
                    <a:gd name="T47" fmla="*/ 146 h 183"/>
                    <a:gd name="T48" fmla="*/ 41 w 316"/>
                    <a:gd name="T49" fmla="*/ 145 h 183"/>
                    <a:gd name="T50" fmla="*/ 41 w 316"/>
                    <a:gd name="T51" fmla="*/ 145 h 183"/>
                    <a:gd name="T52" fmla="*/ 41 w 316"/>
                    <a:gd name="T53" fmla="*/ 143 h 183"/>
                    <a:gd name="T54" fmla="*/ 35 w 316"/>
                    <a:gd name="T55" fmla="*/ 143 h 183"/>
                    <a:gd name="T56" fmla="*/ 35 w 316"/>
                    <a:gd name="T57" fmla="*/ 143 h 183"/>
                    <a:gd name="T58" fmla="*/ 22 w 316"/>
                    <a:gd name="T59" fmla="*/ 128 h 183"/>
                    <a:gd name="T60" fmla="*/ 15 w 316"/>
                    <a:gd name="T61" fmla="*/ 110 h 183"/>
                    <a:gd name="T62" fmla="*/ 15 w 316"/>
                    <a:gd name="T63" fmla="*/ 110 h 183"/>
                    <a:gd name="T64" fmla="*/ 0 w 316"/>
                    <a:gd name="T65" fmla="*/ 110 h 183"/>
                    <a:gd name="T66" fmla="*/ 2 w 316"/>
                    <a:gd name="T67" fmla="*/ 110 h 183"/>
                    <a:gd name="T68" fmla="*/ 2 w 316"/>
                    <a:gd name="T69" fmla="*/ 110 h 183"/>
                    <a:gd name="T70" fmla="*/ 13 w 316"/>
                    <a:gd name="T71" fmla="*/ 102 h 183"/>
                    <a:gd name="T72" fmla="*/ 15 w 316"/>
                    <a:gd name="T73" fmla="*/ 102 h 183"/>
                    <a:gd name="T74" fmla="*/ 15 w 316"/>
                    <a:gd name="T75" fmla="*/ 102 h 183"/>
                    <a:gd name="T76" fmla="*/ 4 w 316"/>
                    <a:gd name="T77" fmla="*/ 101 h 183"/>
                    <a:gd name="T78" fmla="*/ 13 w 316"/>
                    <a:gd name="T79" fmla="*/ 101 h 183"/>
                    <a:gd name="T80" fmla="*/ 13 w 316"/>
                    <a:gd name="T81" fmla="*/ 101 h 183"/>
                    <a:gd name="T82" fmla="*/ 4 w 316"/>
                    <a:gd name="T83" fmla="*/ 91 h 183"/>
                    <a:gd name="T84" fmla="*/ 11 w 316"/>
                    <a:gd name="T85" fmla="*/ 90 h 183"/>
                    <a:gd name="T86" fmla="*/ 11 w 316"/>
                    <a:gd name="T87" fmla="*/ 90 h 183"/>
                    <a:gd name="T88" fmla="*/ 19 w 316"/>
                    <a:gd name="T89" fmla="*/ 86 h 183"/>
                    <a:gd name="T90" fmla="*/ 17 w 316"/>
                    <a:gd name="T91" fmla="*/ 84 h 183"/>
                    <a:gd name="T92" fmla="*/ 17 w 316"/>
                    <a:gd name="T93" fmla="*/ 84 h 183"/>
                    <a:gd name="T94" fmla="*/ 10 w 316"/>
                    <a:gd name="T95" fmla="*/ 68 h 183"/>
                    <a:gd name="T96" fmla="*/ 13 w 316"/>
                    <a:gd name="T97" fmla="*/ 66 h 183"/>
                    <a:gd name="T98" fmla="*/ 13 w 316"/>
                    <a:gd name="T99" fmla="*/ 66 h 183"/>
                    <a:gd name="T100" fmla="*/ 99 w 316"/>
                    <a:gd name="T101" fmla="*/ 13 h 183"/>
                    <a:gd name="T102" fmla="*/ 139 w 316"/>
                    <a:gd name="T103" fmla="*/ 0 h 183"/>
                    <a:gd name="T104" fmla="*/ 139 w 316"/>
                    <a:gd name="T10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6" h="183">
                      <a:moveTo>
                        <a:pt x="261" y="181"/>
                      </a:moveTo>
                      <a:lnTo>
                        <a:pt x="261" y="183"/>
                      </a:lnTo>
                      <a:lnTo>
                        <a:pt x="261" y="181"/>
                      </a:lnTo>
                      <a:close/>
                      <a:moveTo>
                        <a:pt x="126" y="181"/>
                      </a:moveTo>
                      <a:lnTo>
                        <a:pt x="125" y="181"/>
                      </a:lnTo>
                      <a:lnTo>
                        <a:pt x="126" y="181"/>
                      </a:lnTo>
                      <a:close/>
                      <a:moveTo>
                        <a:pt x="126" y="181"/>
                      </a:moveTo>
                      <a:lnTo>
                        <a:pt x="125" y="181"/>
                      </a:lnTo>
                      <a:lnTo>
                        <a:pt x="125" y="179"/>
                      </a:lnTo>
                      <a:lnTo>
                        <a:pt x="126" y="179"/>
                      </a:lnTo>
                      <a:lnTo>
                        <a:pt x="126" y="181"/>
                      </a:lnTo>
                      <a:close/>
                      <a:moveTo>
                        <a:pt x="265" y="177"/>
                      </a:moveTo>
                      <a:lnTo>
                        <a:pt x="267" y="177"/>
                      </a:lnTo>
                      <a:lnTo>
                        <a:pt x="265" y="177"/>
                      </a:lnTo>
                      <a:close/>
                      <a:moveTo>
                        <a:pt x="59" y="166"/>
                      </a:moveTo>
                      <a:lnTo>
                        <a:pt x="59" y="165"/>
                      </a:lnTo>
                      <a:lnTo>
                        <a:pt x="59" y="166"/>
                      </a:lnTo>
                      <a:close/>
                      <a:moveTo>
                        <a:pt x="316" y="165"/>
                      </a:moveTo>
                      <a:lnTo>
                        <a:pt x="314" y="165"/>
                      </a:lnTo>
                      <a:lnTo>
                        <a:pt x="316" y="165"/>
                      </a:lnTo>
                      <a:close/>
                      <a:moveTo>
                        <a:pt x="59" y="165"/>
                      </a:moveTo>
                      <a:lnTo>
                        <a:pt x="59" y="163"/>
                      </a:lnTo>
                      <a:lnTo>
                        <a:pt x="59" y="165"/>
                      </a:lnTo>
                      <a:close/>
                      <a:moveTo>
                        <a:pt x="95" y="165"/>
                      </a:moveTo>
                      <a:lnTo>
                        <a:pt x="93" y="165"/>
                      </a:lnTo>
                      <a:lnTo>
                        <a:pt x="93" y="163"/>
                      </a:lnTo>
                      <a:lnTo>
                        <a:pt x="95" y="163"/>
                      </a:lnTo>
                      <a:lnTo>
                        <a:pt x="95" y="165"/>
                      </a:lnTo>
                      <a:close/>
                      <a:moveTo>
                        <a:pt x="59" y="165"/>
                      </a:moveTo>
                      <a:lnTo>
                        <a:pt x="59" y="163"/>
                      </a:lnTo>
                      <a:lnTo>
                        <a:pt x="59" y="165"/>
                      </a:lnTo>
                      <a:close/>
                      <a:moveTo>
                        <a:pt x="90" y="163"/>
                      </a:moveTo>
                      <a:lnTo>
                        <a:pt x="92" y="163"/>
                      </a:lnTo>
                      <a:lnTo>
                        <a:pt x="90" y="163"/>
                      </a:lnTo>
                      <a:close/>
                      <a:moveTo>
                        <a:pt x="92" y="163"/>
                      </a:moveTo>
                      <a:lnTo>
                        <a:pt x="90" y="163"/>
                      </a:lnTo>
                      <a:lnTo>
                        <a:pt x="92" y="163"/>
                      </a:lnTo>
                      <a:close/>
                      <a:moveTo>
                        <a:pt x="51" y="161"/>
                      </a:moveTo>
                      <a:lnTo>
                        <a:pt x="50" y="161"/>
                      </a:lnTo>
                      <a:lnTo>
                        <a:pt x="51" y="161"/>
                      </a:lnTo>
                      <a:close/>
                      <a:moveTo>
                        <a:pt x="39" y="161"/>
                      </a:moveTo>
                      <a:lnTo>
                        <a:pt x="39" y="159"/>
                      </a:lnTo>
                      <a:lnTo>
                        <a:pt x="39" y="161"/>
                      </a:lnTo>
                      <a:close/>
                      <a:moveTo>
                        <a:pt x="59" y="155"/>
                      </a:moveTo>
                      <a:lnTo>
                        <a:pt x="59" y="157"/>
                      </a:lnTo>
                      <a:lnTo>
                        <a:pt x="59" y="155"/>
                      </a:lnTo>
                      <a:close/>
                      <a:moveTo>
                        <a:pt x="39" y="148"/>
                      </a:moveTo>
                      <a:lnTo>
                        <a:pt x="39" y="146"/>
                      </a:lnTo>
                      <a:lnTo>
                        <a:pt x="39" y="148"/>
                      </a:lnTo>
                      <a:close/>
                      <a:moveTo>
                        <a:pt x="41" y="145"/>
                      </a:moveTo>
                      <a:lnTo>
                        <a:pt x="42" y="145"/>
                      </a:lnTo>
                      <a:lnTo>
                        <a:pt x="41" y="145"/>
                      </a:lnTo>
                      <a:close/>
                      <a:moveTo>
                        <a:pt x="42" y="143"/>
                      </a:moveTo>
                      <a:lnTo>
                        <a:pt x="41" y="143"/>
                      </a:lnTo>
                      <a:lnTo>
                        <a:pt x="42" y="143"/>
                      </a:lnTo>
                      <a:close/>
                      <a:moveTo>
                        <a:pt x="35" y="143"/>
                      </a:moveTo>
                      <a:lnTo>
                        <a:pt x="35" y="141"/>
                      </a:lnTo>
                      <a:lnTo>
                        <a:pt x="35" y="143"/>
                      </a:lnTo>
                      <a:close/>
                      <a:moveTo>
                        <a:pt x="22" y="126"/>
                      </a:moveTo>
                      <a:lnTo>
                        <a:pt x="22" y="128"/>
                      </a:lnTo>
                      <a:lnTo>
                        <a:pt x="22" y="126"/>
                      </a:lnTo>
                      <a:close/>
                      <a:moveTo>
                        <a:pt x="15" y="110"/>
                      </a:moveTo>
                      <a:lnTo>
                        <a:pt x="15" y="112"/>
                      </a:lnTo>
                      <a:lnTo>
                        <a:pt x="15" y="110"/>
                      </a:lnTo>
                      <a:close/>
                      <a:moveTo>
                        <a:pt x="2" y="110"/>
                      </a:moveTo>
                      <a:lnTo>
                        <a:pt x="0" y="110"/>
                      </a:lnTo>
                      <a:lnTo>
                        <a:pt x="2" y="110"/>
                      </a:lnTo>
                      <a:close/>
                      <a:moveTo>
                        <a:pt x="2" y="110"/>
                      </a:moveTo>
                      <a:lnTo>
                        <a:pt x="2" y="108"/>
                      </a:lnTo>
                      <a:lnTo>
                        <a:pt x="2" y="110"/>
                      </a:lnTo>
                      <a:close/>
                      <a:moveTo>
                        <a:pt x="15" y="102"/>
                      </a:moveTo>
                      <a:lnTo>
                        <a:pt x="13" y="102"/>
                      </a:lnTo>
                      <a:lnTo>
                        <a:pt x="15" y="102"/>
                      </a:lnTo>
                      <a:close/>
                      <a:moveTo>
                        <a:pt x="15" y="102"/>
                      </a:moveTo>
                      <a:lnTo>
                        <a:pt x="13" y="102"/>
                      </a:lnTo>
                      <a:lnTo>
                        <a:pt x="15" y="102"/>
                      </a:lnTo>
                      <a:close/>
                      <a:moveTo>
                        <a:pt x="4" y="102"/>
                      </a:moveTo>
                      <a:lnTo>
                        <a:pt x="4" y="101"/>
                      </a:lnTo>
                      <a:lnTo>
                        <a:pt x="4" y="102"/>
                      </a:lnTo>
                      <a:close/>
                      <a:moveTo>
                        <a:pt x="13" y="101"/>
                      </a:moveTo>
                      <a:lnTo>
                        <a:pt x="13" y="102"/>
                      </a:lnTo>
                      <a:lnTo>
                        <a:pt x="13" y="101"/>
                      </a:lnTo>
                      <a:close/>
                      <a:moveTo>
                        <a:pt x="4" y="93"/>
                      </a:moveTo>
                      <a:lnTo>
                        <a:pt x="4" y="91"/>
                      </a:lnTo>
                      <a:lnTo>
                        <a:pt x="4" y="93"/>
                      </a:lnTo>
                      <a:close/>
                      <a:moveTo>
                        <a:pt x="11" y="90"/>
                      </a:moveTo>
                      <a:lnTo>
                        <a:pt x="11" y="91"/>
                      </a:lnTo>
                      <a:lnTo>
                        <a:pt x="11" y="90"/>
                      </a:lnTo>
                      <a:close/>
                      <a:moveTo>
                        <a:pt x="19" y="84"/>
                      </a:moveTo>
                      <a:lnTo>
                        <a:pt x="19" y="86"/>
                      </a:lnTo>
                      <a:lnTo>
                        <a:pt x="19" y="84"/>
                      </a:lnTo>
                      <a:close/>
                      <a:moveTo>
                        <a:pt x="17" y="84"/>
                      </a:moveTo>
                      <a:lnTo>
                        <a:pt x="15" y="84"/>
                      </a:lnTo>
                      <a:lnTo>
                        <a:pt x="17" y="84"/>
                      </a:lnTo>
                      <a:close/>
                      <a:moveTo>
                        <a:pt x="10" y="70"/>
                      </a:moveTo>
                      <a:lnTo>
                        <a:pt x="10" y="68"/>
                      </a:lnTo>
                      <a:lnTo>
                        <a:pt x="10" y="70"/>
                      </a:lnTo>
                      <a:close/>
                      <a:moveTo>
                        <a:pt x="13" y="66"/>
                      </a:moveTo>
                      <a:lnTo>
                        <a:pt x="13" y="68"/>
                      </a:lnTo>
                      <a:lnTo>
                        <a:pt x="13" y="66"/>
                      </a:lnTo>
                      <a:close/>
                      <a:moveTo>
                        <a:pt x="99" y="15"/>
                      </a:moveTo>
                      <a:lnTo>
                        <a:pt x="99" y="13"/>
                      </a:lnTo>
                      <a:lnTo>
                        <a:pt x="99" y="15"/>
                      </a:lnTo>
                      <a:close/>
                      <a:moveTo>
                        <a:pt x="139" y="0"/>
                      </a:moveTo>
                      <a:lnTo>
                        <a:pt x="137" y="0"/>
                      </a:lnTo>
                      <a:lnTo>
                        <a:pt x="139" y="0"/>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0" name="Freeform 116">
                  <a:extLst>
                    <a:ext uri="{FF2B5EF4-FFF2-40B4-BE49-F238E27FC236}">
                      <a16:creationId xmlns:a16="http://schemas.microsoft.com/office/drawing/2014/main" id="{87C9F9CA-8D18-B245-FAF8-E99D593A0AF6}"/>
                    </a:ext>
                  </a:extLst>
                </p:cNvPr>
                <p:cNvSpPr>
                  <a:spLocks/>
                </p:cNvSpPr>
                <p:nvPr/>
              </p:nvSpPr>
              <p:spPr bwMode="auto">
                <a:xfrm>
                  <a:off x="838006" y="2327307"/>
                  <a:ext cx="196987" cy="131927"/>
                </a:xfrm>
                <a:custGeom>
                  <a:avLst/>
                  <a:gdLst>
                    <a:gd name="T0" fmla="*/ 47 w 109"/>
                    <a:gd name="T1" fmla="*/ 2 h 73"/>
                    <a:gd name="T2" fmla="*/ 53 w 109"/>
                    <a:gd name="T3" fmla="*/ 6 h 73"/>
                    <a:gd name="T4" fmla="*/ 58 w 109"/>
                    <a:gd name="T5" fmla="*/ 6 h 73"/>
                    <a:gd name="T6" fmla="*/ 63 w 109"/>
                    <a:gd name="T7" fmla="*/ 4 h 73"/>
                    <a:gd name="T8" fmla="*/ 67 w 109"/>
                    <a:gd name="T9" fmla="*/ 6 h 73"/>
                    <a:gd name="T10" fmla="*/ 71 w 109"/>
                    <a:gd name="T11" fmla="*/ 6 h 73"/>
                    <a:gd name="T12" fmla="*/ 71 w 109"/>
                    <a:gd name="T13" fmla="*/ 11 h 73"/>
                    <a:gd name="T14" fmla="*/ 73 w 109"/>
                    <a:gd name="T15" fmla="*/ 18 h 73"/>
                    <a:gd name="T16" fmla="*/ 78 w 109"/>
                    <a:gd name="T17" fmla="*/ 22 h 73"/>
                    <a:gd name="T18" fmla="*/ 85 w 109"/>
                    <a:gd name="T19" fmla="*/ 24 h 73"/>
                    <a:gd name="T20" fmla="*/ 93 w 109"/>
                    <a:gd name="T21" fmla="*/ 27 h 73"/>
                    <a:gd name="T22" fmla="*/ 100 w 109"/>
                    <a:gd name="T23" fmla="*/ 29 h 73"/>
                    <a:gd name="T24" fmla="*/ 107 w 109"/>
                    <a:gd name="T25" fmla="*/ 31 h 73"/>
                    <a:gd name="T26" fmla="*/ 107 w 109"/>
                    <a:gd name="T27" fmla="*/ 37 h 73"/>
                    <a:gd name="T28" fmla="*/ 104 w 109"/>
                    <a:gd name="T29" fmla="*/ 38 h 73"/>
                    <a:gd name="T30" fmla="*/ 100 w 109"/>
                    <a:gd name="T31" fmla="*/ 40 h 73"/>
                    <a:gd name="T32" fmla="*/ 98 w 109"/>
                    <a:gd name="T33" fmla="*/ 40 h 73"/>
                    <a:gd name="T34" fmla="*/ 91 w 109"/>
                    <a:gd name="T35" fmla="*/ 38 h 73"/>
                    <a:gd name="T36" fmla="*/ 85 w 109"/>
                    <a:gd name="T37" fmla="*/ 38 h 73"/>
                    <a:gd name="T38" fmla="*/ 78 w 109"/>
                    <a:gd name="T39" fmla="*/ 37 h 73"/>
                    <a:gd name="T40" fmla="*/ 71 w 109"/>
                    <a:gd name="T41" fmla="*/ 38 h 73"/>
                    <a:gd name="T42" fmla="*/ 67 w 109"/>
                    <a:gd name="T43" fmla="*/ 40 h 73"/>
                    <a:gd name="T44" fmla="*/ 60 w 109"/>
                    <a:gd name="T45" fmla="*/ 38 h 73"/>
                    <a:gd name="T46" fmla="*/ 53 w 109"/>
                    <a:gd name="T47" fmla="*/ 40 h 73"/>
                    <a:gd name="T48" fmla="*/ 49 w 109"/>
                    <a:gd name="T49" fmla="*/ 46 h 73"/>
                    <a:gd name="T50" fmla="*/ 45 w 109"/>
                    <a:gd name="T51" fmla="*/ 51 h 73"/>
                    <a:gd name="T52" fmla="*/ 38 w 109"/>
                    <a:gd name="T53" fmla="*/ 53 h 73"/>
                    <a:gd name="T54" fmla="*/ 31 w 109"/>
                    <a:gd name="T55" fmla="*/ 57 h 73"/>
                    <a:gd name="T56" fmla="*/ 23 w 109"/>
                    <a:gd name="T57" fmla="*/ 59 h 73"/>
                    <a:gd name="T58" fmla="*/ 20 w 109"/>
                    <a:gd name="T59" fmla="*/ 64 h 73"/>
                    <a:gd name="T60" fmla="*/ 14 w 109"/>
                    <a:gd name="T61" fmla="*/ 68 h 73"/>
                    <a:gd name="T62" fmla="*/ 11 w 109"/>
                    <a:gd name="T63" fmla="*/ 69 h 73"/>
                    <a:gd name="T64" fmla="*/ 5 w 109"/>
                    <a:gd name="T65" fmla="*/ 73 h 73"/>
                    <a:gd name="T66" fmla="*/ 7 w 109"/>
                    <a:gd name="T67" fmla="*/ 68 h 73"/>
                    <a:gd name="T68" fmla="*/ 7 w 109"/>
                    <a:gd name="T69" fmla="*/ 66 h 73"/>
                    <a:gd name="T70" fmla="*/ 9 w 109"/>
                    <a:gd name="T71" fmla="*/ 62 h 73"/>
                    <a:gd name="T72" fmla="*/ 16 w 109"/>
                    <a:gd name="T73" fmla="*/ 59 h 73"/>
                    <a:gd name="T74" fmla="*/ 23 w 109"/>
                    <a:gd name="T75" fmla="*/ 57 h 73"/>
                    <a:gd name="T76" fmla="*/ 27 w 109"/>
                    <a:gd name="T77" fmla="*/ 55 h 73"/>
                    <a:gd name="T78" fmla="*/ 23 w 109"/>
                    <a:gd name="T79" fmla="*/ 53 h 73"/>
                    <a:gd name="T80" fmla="*/ 16 w 109"/>
                    <a:gd name="T81" fmla="*/ 55 h 73"/>
                    <a:gd name="T82" fmla="*/ 12 w 109"/>
                    <a:gd name="T83" fmla="*/ 53 h 73"/>
                    <a:gd name="T84" fmla="*/ 5 w 109"/>
                    <a:gd name="T85" fmla="*/ 55 h 73"/>
                    <a:gd name="T86" fmla="*/ 1 w 109"/>
                    <a:gd name="T87" fmla="*/ 53 h 73"/>
                    <a:gd name="T88" fmla="*/ 3 w 109"/>
                    <a:gd name="T89" fmla="*/ 49 h 73"/>
                    <a:gd name="T90" fmla="*/ 7 w 109"/>
                    <a:gd name="T91" fmla="*/ 44 h 73"/>
                    <a:gd name="T92" fmla="*/ 9 w 109"/>
                    <a:gd name="T93" fmla="*/ 44 h 73"/>
                    <a:gd name="T94" fmla="*/ 11 w 109"/>
                    <a:gd name="T95" fmla="*/ 40 h 73"/>
                    <a:gd name="T96" fmla="*/ 9 w 109"/>
                    <a:gd name="T97" fmla="*/ 35 h 73"/>
                    <a:gd name="T98" fmla="*/ 9 w 109"/>
                    <a:gd name="T99" fmla="*/ 33 h 73"/>
                    <a:gd name="T100" fmla="*/ 12 w 109"/>
                    <a:gd name="T101" fmla="*/ 29 h 73"/>
                    <a:gd name="T102" fmla="*/ 20 w 109"/>
                    <a:gd name="T103" fmla="*/ 27 h 73"/>
                    <a:gd name="T104" fmla="*/ 20 w 109"/>
                    <a:gd name="T105" fmla="*/ 26 h 73"/>
                    <a:gd name="T106" fmla="*/ 18 w 109"/>
                    <a:gd name="T107" fmla="*/ 18 h 73"/>
                    <a:gd name="T108" fmla="*/ 14 w 109"/>
                    <a:gd name="T109" fmla="*/ 15 h 73"/>
                    <a:gd name="T110" fmla="*/ 12 w 109"/>
                    <a:gd name="T111" fmla="*/ 11 h 73"/>
                    <a:gd name="T112" fmla="*/ 18 w 109"/>
                    <a:gd name="T113" fmla="*/ 7 h 73"/>
                    <a:gd name="T114" fmla="*/ 23 w 109"/>
                    <a:gd name="T115" fmla="*/ 6 h 73"/>
                    <a:gd name="T116" fmla="*/ 29 w 109"/>
                    <a:gd name="T117" fmla="*/ 6 h 73"/>
                    <a:gd name="T118" fmla="*/ 34 w 109"/>
                    <a:gd name="T119" fmla="*/ 2 h 73"/>
                    <a:gd name="T120" fmla="*/ 40 w 109"/>
                    <a:gd name="T121"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73">
                      <a:moveTo>
                        <a:pt x="42" y="0"/>
                      </a:moveTo>
                      <a:lnTo>
                        <a:pt x="43" y="0"/>
                      </a:lnTo>
                      <a:lnTo>
                        <a:pt x="45" y="0"/>
                      </a:lnTo>
                      <a:lnTo>
                        <a:pt x="45" y="2"/>
                      </a:lnTo>
                      <a:lnTo>
                        <a:pt x="47" y="2"/>
                      </a:lnTo>
                      <a:lnTo>
                        <a:pt x="47" y="4"/>
                      </a:lnTo>
                      <a:lnTo>
                        <a:pt x="49" y="4"/>
                      </a:lnTo>
                      <a:lnTo>
                        <a:pt x="49" y="6"/>
                      </a:lnTo>
                      <a:lnTo>
                        <a:pt x="51" y="6"/>
                      </a:lnTo>
                      <a:lnTo>
                        <a:pt x="53" y="6"/>
                      </a:lnTo>
                      <a:lnTo>
                        <a:pt x="53" y="7"/>
                      </a:lnTo>
                      <a:lnTo>
                        <a:pt x="54" y="7"/>
                      </a:lnTo>
                      <a:lnTo>
                        <a:pt x="54" y="6"/>
                      </a:lnTo>
                      <a:lnTo>
                        <a:pt x="56" y="6"/>
                      </a:lnTo>
                      <a:lnTo>
                        <a:pt x="58" y="6"/>
                      </a:lnTo>
                      <a:lnTo>
                        <a:pt x="58" y="4"/>
                      </a:lnTo>
                      <a:lnTo>
                        <a:pt x="60" y="6"/>
                      </a:lnTo>
                      <a:lnTo>
                        <a:pt x="62" y="6"/>
                      </a:lnTo>
                      <a:lnTo>
                        <a:pt x="63" y="6"/>
                      </a:lnTo>
                      <a:lnTo>
                        <a:pt x="63" y="4"/>
                      </a:lnTo>
                      <a:lnTo>
                        <a:pt x="65" y="4"/>
                      </a:lnTo>
                      <a:lnTo>
                        <a:pt x="65" y="6"/>
                      </a:lnTo>
                      <a:lnTo>
                        <a:pt x="67" y="6"/>
                      </a:lnTo>
                      <a:lnTo>
                        <a:pt x="67" y="4"/>
                      </a:lnTo>
                      <a:lnTo>
                        <a:pt x="67" y="6"/>
                      </a:lnTo>
                      <a:lnTo>
                        <a:pt x="67" y="4"/>
                      </a:lnTo>
                      <a:lnTo>
                        <a:pt x="67" y="6"/>
                      </a:lnTo>
                      <a:lnTo>
                        <a:pt x="69" y="4"/>
                      </a:lnTo>
                      <a:lnTo>
                        <a:pt x="71" y="4"/>
                      </a:lnTo>
                      <a:lnTo>
                        <a:pt x="71" y="6"/>
                      </a:lnTo>
                      <a:lnTo>
                        <a:pt x="71" y="7"/>
                      </a:lnTo>
                      <a:lnTo>
                        <a:pt x="69" y="7"/>
                      </a:lnTo>
                      <a:lnTo>
                        <a:pt x="69" y="9"/>
                      </a:lnTo>
                      <a:lnTo>
                        <a:pt x="69" y="11"/>
                      </a:lnTo>
                      <a:lnTo>
                        <a:pt x="71" y="11"/>
                      </a:lnTo>
                      <a:lnTo>
                        <a:pt x="71" y="13"/>
                      </a:lnTo>
                      <a:lnTo>
                        <a:pt x="71" y="15"/>
                      </a:lnTo>
                      <a:lnTo>
                        <a:pt x="73" y="15"/>
                      </a:lnTo>
                      <a:lnTo>
                        <a:pt x="73" y="16"/>
                      </a:lnTo>
                      <a:lnTo>
                        <a:pt x="73" y="18"/>
                      </a:lnTo>
                      <a:lnTo>
                        <a:pt x="74" y="18"/>
                      </a:lnTo>
                      <a:lnTo>
                        <a:pt x="76" y="18"/>
                      </a:lnTo>
                      <a:lnTo>
                        <a:pt x="76" y="20"/>
                      </a:lnTo>
                      <a:lnTo>
                        <a:pt x="78" y="20"/>
                      </a:lnTo>
                      <a:lnTo>
                        <a:pt x="78" y="22"/>
                      </a:lnTo>
                      <a:lnTo>
                        <a:pt x="80" y="22"/>
                      </a:lnTo>
                      <a:lnTo>
                        <a:pt x="82" y="22"/>
                      </a:lnTo>
                      <a:lnTo>
                        <a:pt x="82" y="24"/>
                      </a:lnTo>
                      <a:lnTo>
                        <a:pt x="84" y="24"/>
                      </a:lnTo>
                      <a:lnTo>
                        <a:pt x="85" y="24"/>
                      </a:lnTo>
                      <a:lnTo>
                        <a:pt x="87" y="26"/>
                      </a:lnTo>
                      <a:lnTo>
                        <a:pt x="89" y="26"/>
                      </a:lnTo>
                      <a:lnTo>
                        <a:pt x="91" y="26"/>
                      </a:lnTo>
                      <a:lnTo>
                        <a:pt x="91" y="27"/>
                      </a:lnTo>
                      <a:lnTo>
                        <a:pt x="93" y="27"/>
                      </a:lnTo>
                      <a:lnTo>
                        <a:pt x="95" y="27"/>
                      </a:lnTo>
                      <a:lnTo>
                        <a:pt x="96" y="27"/>
                      </a:lnTo>
                      <a:lnTo>
                        <a:pt x="96" y="29"/>
                      </a:lnTo>
                      <a:lnTo>
                        <a:pt x="98" y="29"/>
                      </a:lnTo>
                      <a:lnTo>
                        <a:pt x="100" y="29"/>
                      </a:lnTo>
                      <a:lnTo>
                        <a:pt x="102" y="29"/>
                      </a:lnTo>
                      <a:lnTo>
                        <a:pt x="104" y="29"/>
                      </a:lnTo>
                      <a:lnTo>
                        <a:pt x="104" y="31"/>
                      </a:lnTo>
                      <a:lnTo>
                        <a:pt x="105" y="31"/>
                      </a:lnTo>
                      <a:lnTo>
                        <a:pt x="107" y="31"/>
                      </a:lnTo>
                      <a:lnTo>
                        <a:pt x="109" y="31"/>
                      </a:lnTo>
                      <a:lnTo>
                        <a:pt x="109" y="33"/>
                      </a:lnTo>
                      <a:lnTo>
                        <a:pt x="107" y="33"/>
                      </a:lnTo>
                      <a:lnTo>
                        <a:pt x="107" y="35"/>
                      </a:lnTo>
                      <a:lnTo>
                        <a:pt x="107" y="37"/>
                      </a:lnTo>
                      <a:lnTo>
                        <a:pt x="107" y="38"/>
                      </a:lnTo>
                      <a:lnTo>
                        <a:pt x="105" y="38"/>
                      </a:lnTo>
                      <a:lnTo>
                        <a:pt x="104" y="38"/>
                      </a:lnTo>
                      <a:lnTo>
                        <a:pt x="104" y="37"/>
                      </a:lnTo>
                      <a:lnTo>
                        <a:pt x="104" y="38"/>
                      </a:lnTo>
                      <a:lnTo>
                        <a:pt x="105" y="38"/>
                      </a:lnTo>
                      <a:lnTo>
                        <a:pt x="105" y="40"/>
                      </a:lnTo>
                      <a:lnTo>
                        <a:pt x="104" y="40"/>
                      </a:lnTo>
                      <a:lnTo>
                        <a:pt x="102" y="40"/>
                      </a:lnTo>
                      <a:lnTo>
                        <a:pt x="100" y="40"/>
                      </a:lnTo>
                      <a:lnTo>
                        <a:pt x="100" y="42"/>
                      </a:lnTo>
                      <a:lnTo>
                        <a:pt x="100" y="40"/>
                      </a:lnTo>
                      <a:lnTo>
                        <a:pt x="98" y="40"/>
                      </a:lnTo>
                      <a:lnTo>
                        <a:pt x="98" y="42"/>
                      </a:lnTo>
                      <a:lnTo>
                        <a:pt x="98" y="40"/>
                      </a:lnTo>
                      <a:lnTo>
                        <a:pt x="96" y="40"/>
                      </a:lnTo>
                      <a:lnTo>
                        <a:pt x="95" y="40"/>
                      </a:lnTo>
                      <a:lnTo>
                        <a:pt x="93" y="40"/>
                      </a:lnTo>
                      <a:lnTo>
                        <a:pt x="91" y="40"/>
                      </a:lnTo>
                      <a:lnTo>
                        <a:pt x="91" y="38"/>
                      </a:lnTo>
                      <a:lnTo>
                        <a:pt x="89" y="38"/>
                      </a:lnTo>
                      <a:lnTo>
                        <a:pt x="89" y="40"/>
                      </a:lnTo>
                      <a:lnTo>
                        <a:pt x="87" y="40"/>
                      </a:lnTo>
                      <a:lnTo>
                        <a:pt x="87" y="38"/>
                      </a:lnTo>
                      <a:lnTo>
                        <a:pt x="85" y="38"/>
                      </a:lnTo>
                      <a:lnTo>
                        <a:pt x="84" y="38"/>
                      </a:lnTo>
                      <a:lnTo>
                        <a:pt x="82" y="38"/>
                      </a:lnTo>
                      <a:lnTo>
                        <a:pt x="80" y="38"/>
                      </a:lnTo>
                      <a:lnTo>
                        <a:pt x="80" y="37"/>
                      </a:lnTo>
                      <a:lnTo>
                        <a:pt x="78" y="37"/>
                      </a:lnTo>
                      <a:lnTo>
                        <a:pt x="76" y="37"/>
                      </a:lnTo>
                      <a:lnTo>
                        <a:pt x="74" y="37"/>
                      </a:lnTo>
                      <a:lnTo>
                        <a:pt x="73" y="37"/>
                      </a:lnTo>
                      <a:lnTo>
                        <a:pt x="73" y="38"/>
                      </a:lnTo>
                      <a:lnTo>
                        <a:pt x="71" y="38"/>
                      </a:lnTo>
                      <a:lnTo>
                        <a:pt x="69" y="38"/>
                      </a:lnTo>
                      <a:lnTo>
                        <a:pt x="69" y="40"/>
                      </a:lnTo>
                      <a:lnTo>
                        <a:pt x="67" y="40"/>
                      </a:lnTo>
                      <a:lnTo>
                        <a:pt x="69" y="40"/>
                      </a:lnTo>
                      <a:lnTo>
                        <a:pt x="67" y="40"/>
                      </a:lnTo>
                      <a:lnTo>
                        <a:pt x="65" y="40"/>
                      </a:lnTo>
                      <a:lnTo>
                        <a:pt x="63" y="40"/>
                      </a:lnTo>
                      <a:lnTo>
                        <a:pt x="62" y="40"/>
                      </a:lnTo>
                      <a:lnTo>
                        <a:pt x="62" y="38"/>
                      </a:lnTo>
                      <a:lnTo>
                        <a:pt x="60" y="38"/>
                      </a:lnTo>
                      <a:lnTo>
                        <a:pt x="60" y="40"/>
                      </a:lnTo>
                      <a:lnTo>
                        <a:pt x="58" y="40"/>
                      </a:lnTo>
                      <a:lnTo>
                        <a:pt x="56" y="40"/>
                      </a:lnTo>
                      <a:lnTo>
                        <a:pt x="54" y="40"/>
                      </a:lnTo>
                      <a:lnTo>
                        <a:pt x="53" y="40"/>
                      </a:lnTo>
                      <a:lnTo>
                        <a:pt x="51" y="40"/>
                      </a:lnTo>
                      <a:lnTo>
                        <a:pt x="51" y="42"/>
                      </a:lnTo>
                      <a:lnTo>
                        <a:pt x="51" y="44"/>
                      </a:lnTo>
                      <a:lnTo>
                        <a:pt x="51" y="46"/>
                      </a:lnTo>
                      <a:lnTo>
                        <a:pt x="49" y="46"/>
                      </a:lnTo>
                      <a:lnTo>
                        <a:pt x="47" y="46"/>
                      </a:lnTo>
                      <a:lnTo>
                        <a:pt x="47" y="48"/>
                      </a:lnTo>
                      <a:lnTo>
                        <a:pt x="45" y="48"/>
                      </a:lnTo>
                      <a:lnTo>
                        <a:pt x="45" y="49"/>
                      </a:lnTo>
                      <a:lnTo>
                        <a:pt x="45" y="51"/>
                      </a:lnTo>
                      <a:lnTo>
                        <a:pt x="43" y="51"/>
                      </a:lnTo>
                      <a:lnTo>
                        <a:pt x="42" y="51"/>
                      </a:lnTo>
                      <a:lnTo>
                        <a:pt x="42" y="53"/>
                      </a:lnTo>
                      <a:lnTo>
                        <a:pt x="40" y="53"/>
                      </a:lnTo>
                      <a:lnTo>
                        <a:pt x="38" y="53"/>
                      </a:lnTo>
                      <a:lnTo>
                        <a:pt x="36" y="53"/>
                      </a:lnTo>
                      <a:lnTo>
                        <a:pt x="36" y="55"/>
                      </a:lnTo>
                      <a:lnTo>
                        <a:pt x="34" y="55"/>
                      </a:lnTo>
                      <a:lnTo>
                        <a:pt x="32" y="55"/>
                      </a:lnTo>
                      <a:lnTo>
                        <a:pt x="31" y="57"/>
                      </a:lnTo>
                      <a:lnTo>
                        <a:pt x="29" y="57"/>
                      </a:lnTo>
                      <a:lnTo>
                        <a:pt x="27" y="57"/>
                      </a:lnTo>
                      <a:lnTo>
                        <a:pt x="27" y="59"/>
                      </a:lnTo>
                      <a:lnTo>
                        <a:pt x="25" y="59"/>
                      </a:lnTo>
                      <a:lnTo>
                        <a:pt x="23" y="59"/>
                      </a:lnTo>
                      <a:lnTo>
                        <a:pt x="23" y="60"/>
                      </a:lnTo>
                      <a:lnTo>
                        <a:pt x="22" y="60"/>
                      </a:lnTo>
                      <a:lnTo>
                        <a:pt x="22" y="62"/>
                      </a:lnTo>
                      <a:lnTo>
                        <a:pt x="20" y="62"/>
                      </a:lnTo>
                      <a:lnTo>
                        <a:pt x="20" y="64"/>
                      </a:lnTo>
                      <a:lnTo>
                        <a:pt x="18" y="64"/>
                      </a:lnTo>
                      <a:lnTo>
                        <a:pt x="16" y="64"/>
                      </a:lnTo>
                      <a:lnTo>
                        <a:pt x="16" y="66"/>
                      </a:lnTo>
                      <a:lnTo>
                        <a:pt x="14" y="66"/>
                      </a:lnTo>
                      <a:lnTo>
                        <a:pt x="14" y="68"/>
                      </a:lnTo>
                      <a:lnTo>
                        <a:pt x="12" y="68"/>
                      </a:lnTo>
                      <a:lnTo>
                        <a:pt x="11" y="68"/>
                      </a:lnTo>
                      <a:lnTo>
                        <a:pt x="11" y="69"/>
                      </a:lnTo>
                      <a:lnTo>
                        <a:pt x="12" y="69"/>
                      </a:lnTo>
                      <a:lnTo>
                        <a:pt x="11" y="69"/>
                      </a:lnTo>
                      <a:lnTo>
                        <a:pt x="11" y="71"/>
                      </a:lnTo>
                      <a:lnTo>
                        <a:pt x="9" y="71"/>
                      </a:lnTo>
                      <a:lnTo>
                        <a:pt x="9" y="73"/>
                      </a:lnTo>
                      <a:lnTo>
                        <a:pt x="7" y="73"/>
                      </a:lnTo>
                      <a:lnTo>
                        <a:pt x="5" y="73"/>
                      </a:lnTo>
                      <a:lnTo>
                        <a:pt x="3" y="73"/>
                      </a:lnTo>
                      <a:lnTo>
                        <a:pt x="5" y="73"/>
                      </a:lnTo>
                      <a:lnTo>
                        <a:pt x="5" y="71"/>
                      </a:lnTo>
                      <a:lnTo>
                        <a:pt x="7" y="69"/>
                      </a:lnTo>
                      <a:lnTo>
                        <a:pt x="7" y="68"/>
                      </a:lnTo>
                      <a:lnTo>
                        <a:pt x="9" y="68"/>
                      </a:lnTo>
                      <a:lnTo>
                        <a:pt x="7" y="68"/>
                      </a:lnTo>
                      <a:lnTo>
                        <a:pt x="9" y="68"/>
                      </a:lnTo>
                      <a:lnTo>
                        <a:pt x="9" y="66"/>
                      </a:lnTo>
                      <a:lnTo>
                        <a:pt x="7" y="66"/>
                      </a:lnTo>
                      <a:lnTo>
                        <a:pt x="7" y="64"/>
                      </a:lnTo>
                      <a:lnTo>
                        <a:pt x="5" y="64"/>
                      </a:lnTo>
                      <a:lnTo>
                        <a:pt x="7" y="64"/>
                      </a:lnTo>
                      <a:lnTo>
                        <a:pt x="7" y="62"/>
                      </a:lnTo>
                      <a:lnTo>
                        <a:pt x="9" y="62"/>
                      </a:lnTo>
                      <a:lnTo>
                        <a:pt x="11" y="62"/>
                      </a:lnTo>
                      <a:lnTo>
                        <a:pt x="12" y="60"/>
                      </a:lnTo>
                      <a:lnTo>
                        <a:pt x="14" y="60"/>
                      </a:lnTo>
                      <a:lnTo>
                        <a:pt x="16" y="60"/>
                      </a:lnTo>
                      <a:lnTo>
                        <a:pt x="16" y="59"/>
                      </a:lnTo>
                      <a:lnTo>
                        <a:pt x="18" y="59"/>
                      </a:lnTo>
                      <a:lnTo>
                        <a:pt x="20" y="59"/>
                      </a:lnTo>
                      <a:lnTo>
                        <a:pt x="20" y="57"/>
                      </a:lnTo>
                      <a:lnTo>
                        <a:pt x="22" y="57"/>
                      </a:lnTo>
                      <a:lnTo>
                        <a:pt x="23" y="57"/>
                      </a:lnTo>
                      <a:lnTo>
                        <a:pt x="25" y="55"/>
                      </a:lnTo>
                      <a:lnTo>
                        <a:pt x="25" y="57"/>
                      </a:lnTo>
                      <a:lnTo>
                        <a:pt x="27" y="55"/>
                      </a:lnTo>
                      <a:lnTo>
                        <a:pt x="29" y="55"/>
                      </a:lnTo>
                      <a:lnTo>
                        <a:pt x="27" y="55"/>
                      </a:lnTo>
                      <a:lnTo>
                        <a:pt x="27" y="53"/>
                      </a:lnTo>
                      <a:lnTo>
                        <a:pt x="27" y="51"/>
                      </a:lnTo>
                      <a:lnTo>
                        <a:pt x="25" y="51"/>
                      </a:lnTo>
                      <a:lnTo>
                        <a:pt x="25" y="53"/>
                      </a:lnTo>
                      <a:lnTo>
                        <a:pt x="23" y="53"/>
                      </a:lnTo>
                      <a:lnTo>
                        <a:pt x="22" y="53"/>
                      </a:lnTo>
                      <a:lnTo>
                        <a:pt x="20" y="53"/>
                      </a:lnTo>
                      <a:lnTo>
                        <a:pt x="18" y="53"/>
                      </a:lnTo>
                      <a:lnTo>
                        <a:pt x="18" y="55"/>
                      </a:lnTo>
                      <a:lnTo>
                        <a:pt x="16" y="55"/>
                      </a:lnTo>
                      <a:lnTo>
                        <a:pt x="16" y="53"/>
                      </a:lnTo>
                      <a:lnTo>
                        <a:pt x="14" y="53"/>
                      </a:lnTo>
                      <a:lnTo>
                        <a:pt x="12" y="53"/>
                      </a:lnTo>
                      <a:lnTo>
                        <a:pt x="12" y="55"/>
                      </a:lnTo>
                      <a:lnTo>
                        <a:pt x="12" y="53"/>
                      </a:lnTo>
                      <a:lnTo>
                        <a:pt x="11" y="53"/>
                      </a:lnTo>
                      <a:lnTo>
                        <a:pt x="11" y="55"/>
                      </a:lnTo>
                      <a:lnTo>
                        <a:pt x="9" y="55"/>
                      </a:lnTo>
                      <a:lnTo>
                        <a:pt x="7" y="55"/>
                      </a:lnTo>
                      <a:lnTo>
                        <a:pt x="5" y="55"/>
                      </a:lnTo>
                      <a:lnTo>
                        <a:pt x="3" y="55"/>
                      </a:lnTo>
                      <a:lnTo>
                        <a:pt x="1" y="55"/>
                      </a:lnTo>
                      <a:lnTo>
                        <a:pt x="3" y="55"/>
                      </a:lnTo>
                      <a:lnTo>
                        <a:pt x="1" y="55"/>
                      </a:lnTo>
                      <a:lnTo>
                        <a:pt x="1" y="53"/>
                      </a:lnTo>
                      <a:lnTo>
                        <a:pt x="0" y="53"/>
                      </a:lnTo>
                      <a:lnTo>
                        <a:pt x="0" y="51"/>
                      </a:lnTo>
                      <a:lnTo>
                        <a:pt x="0" y="49"/>
                      </a:lnTo>
                      <a:lnTo>
                        <a:pt x="1" y="49"/>
                      </a:lnTo>
                      <a:lnTo>
                        <a:pt x="3" y="49"/>
                      </a:lnTo>
                      <a:lnTo>
                        <a:pt x="3" y="48"/>
                      </a:lnTo>
                      <a:lnTo>
                        <a:pt x="3" y="46"/>
                      </a:lnTo>
                      <a:lnTo>
                        <a:pt x="5" y="46"/>
                      </a:lnTo>
                      <a:lnTo>
                        <a:pt x="5" y="44"/>
                      </a:lnTo>
                      <a:lnTo>
                        <a:pt x="7" y="44"/>
                      </a:lnTo>
                      <a:lnTo>
                        <a:pt x="5" y="44"/>
                      </a:lnTo>
                      <a:lnTo>
                        <a:pt x="7" y="44"/>
                      </a:lnTo>
                      <a:lnTo>
                        <a:pt x="7" y="42"/>
                      </a:lnTo>
                      <a:lnTo>
                        <a:pt x="7" y="44"/>
                      </a:lnTo>
                      <a:lnTo>
                        <a:pt x="9" y="44"/>
                      </a:lnTo>
                      <a:lnTo>
                        <a:pt x="9" y="42"/>
                      </a:lnTo>
                      <a:lnTo>
                        <a:pt x="11" y="42"/>
                      </a:lnTo>
                      <a:lnTo>
                        <a:pt x="11" y="40"/>
                      </a:lnTo>
                      <a:lnTo>
                        <a:pt x="9" y="40"/>
                      </a:lnTo>
                      <a:lnTo>
                        <a:pt x="11" y="40"/>
                      </a:lnTo>
                      <a:lnTo>
                        <a:pt x="11" y="38"/>
                      </a:lnTo>
                      <a:lnTo>
                        <a:pt x="9" y="37"/>
                      </a:lnTo>
                      <a:lnTo>
                        <a:pt x="11" y="37"/>
                      </a:lnTo>
                      <a:lnTo>
                        <a:pt x="11" y="35"/>
                      </a:lnTo>
                      <a:lnTo>
                        <a:pt x="9" y="35"/>
                      </a:lnTo>
                      <a:lnTo>
                        <a:pt x="9" y="37"/>
                      </a:lnTo>
                      <a:lnTo>
                        <a:pt x="9" y="35"/>
                      </a:lnTo>
                      <a:lnTo>
                        <a:pt x="11" y="35"/>
                      </a:lnTo>
                      <a:lnTo>
                        <a:pt x="9" y="35"/>
                      </a:lnTo>
                      <a:lnTo>
                        <a:pt x="9" y="33"/>
                      </a:lnTo>
                      <a:lnTo>
                        <a:pt x="11" y="31"/>
                      </a:lnTo>
                      <a:lnTo>
                        <a:pt x="9" y="31"/>
                      </a:lnTo>
                      <a:lnTo>
                        <a:pt x="11" y="31"/>
                      </a:lnTo>
                      <a:lnTo>
                        <a:pt x="12" y="31"/>
                      </a:lnTo>
                      <a:lnTo>
                        <a:pt x="12" y="29"/>
                      </a:lnTo>
                      <a:lnTo>
                        <a:pt x="14" y="29"/>
                      </a:lnTo>
                      <a:lnTo>
                        <a:pt x="16" y="29"/>
                      </a:lnTo>
                      <a:lnTo>
                        <a:pt x="16" y="27"/>
                      </a:lnTo>
                      <a:lnTo>
                        <a:pt x="18" y="27"/>
                      </a:lnTo>
                      <a:lnTo>
                        <a:pt x="20" y="27"/>
                      </a:lnTo>
                      <a:lnTo>
                        <a:pt x="20" y="26"/>
                      </a:lnTo>
                      <a:lnTo>
                        <a:pt x="22" y="26"/>
                      </a:lnTo>
                      <a:lnTo>
                        <a:pt x="20" y="26"/>
                      </a:lnTo>
                      <a:lnTo>
                        <a:pt x="22" y="26"/>
                      </a:lnTo>
                      <a:lnTo>
                        <a:pt x="20" y="26"/>
                      </a:lnTo>
                      <a:lnTo>
                        <a:pt x="20" y="24"/>
                      </a:lnTo>
                      <a:lnTo>
                        <a:pt x="20" y="22"/>
                      </a:lnTo>
                      <a:lnTo>
                        <a:pt x="20" y="20"/>
                      </a:lnTo>
                      <a:lnTo>
                        <a:pt x="20" y="18"/>
                      </a:lnTo>
                      <a:lnTo>
                        <a:pt x="18" y="18"/>
                      </a:lnTo>
                      <a:lnTo>
                        <a:pt x="18" y="16"/>
                      </a:lnTo>
                      <a:lnTo>
                        <a:pt x="16" y="16"/>
                      </a:lnTo>
                      <a:lnTo>
                        <a:pt x="16" y="15"/>
                      </a:lnTo>
                      <a:lnTo>
                        <a:pt x="14" y="16"/>
                      </a:lnTo>
                      <a:lnTo>
                        <a:pt x="14" y="15"/>
                      </a:lnTo>
                      <a:lnTo>
                        <a:pt x="12" y="15"/>
                      </a:lnTo>
                      <a:lnTo>
                        <a:pt x="11" y="15"/>
                      </a:lnTo>
                      <a:lnTo>
                        <a:pt x="11" y="13"/>
                      </a:lnTo>
                      <a:lnTo>
                        <a:pt x="11" y="11"/>
                      </a:lnTo>
                      <a:lnTo>
                        <a:pt x="12" y="11"/>
                      </a:lnTo>
                      <a:lnTo>
                        <a:pt x="18" y="11"/>
                      </a:lnTo>
                      <a:lnTo>
                        <a:pt x="18" y="9"/>
                      </a:lnTo>
                      <a:lnTo>
                        <a:pt x="18" y="7"/>
                      </a:lnTo>
                      <a:lnTo>
                        <a:pt x="20" y="7"/>
                      </a:lnTo>
                      <a:lnTo>
                        <a:pt x="18" y="7"/>
                      </a:lnTo>
                      <a:lnTo>
                        <a:pt x="18" y="6"/>
                      </a:lnTo>
                      <a:lnTo>
                        <a:pt x="20" y="6"/>
                      </a:lnTo>
                      <a:lnTo>
                        <a:pt x="20" y="4"/>
                      </a:lnTo>
                      <a:lnTo>
                        <a:pt x="22" y="6"/>
                      </a:lnTo>
                      <a:lnTo>
                        <a:pt x="23" y="6"/>
                      </a:lnTo>
                      <a:lnTo>
                        <a:pt x="25" y="6"/>
                      </a:lnTo>
                      <a:lnTo>
                        <a:pt x="25" y="4"/>
                      </a:lnTo>
                      <a:lnTo>
                        <a:pt x="27" y="4"/>
                      </a:lnTo>
                      <a:lnTo>
                        <a:pt x="27" y="6"/>
                      </a:lnTo>
                      <a:lnTo>
                        <a:pt x="29" y="6"/>
                      </a:lnTo>
                      <a:lnTo>
                        <a:pt x="29" y="4"/>
                      </a:lnTo>
                      <a:lnTo>
                        <a:pt x="31" y="4"/>
                      </a:lnTo>
                      <a:lnTo>
                        <a:pt x="32" y="4"/>
                      </a:lnTo>
                      <a:lnTo>
                        <a:pt x="32" y="2"/>
                      </a:lnTo>
                      <a:lnTo>
                        <a:pt x="34" y="2"/>
                      </a:lnTo>
                      <a:lnTo>
                        <a:pt x="34" y="0"/>
                      </a:lnTo>
                      <a:lnTo>
                        <a:pt x="36" y="0"/>
                      </a:lnTo>
                      <a:lnTo>
                        <a:pt x="38" y="0"/>
                      </a:lnTo>
                      <a:lnTo>
                        <a:pt x="38" y="2"/>
                      </a:lnTo>
                      <a:lnTo>
                        <a:pt x="40" y="2"/>
                      </a:lnTo>
                      <a:lnTo>
                        <a:pt x="42" y="2"/>
                      </a:lnTo>
                      <a:lnTo>
                        <a:pt x="4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1" name="Freeform 117">
                  <a:extLst>
                    <a:ext uri="{FF2B5EF4-FFF2-40B4-BE49-F238E27FC236}">
                      <a16:creationId xmlns:a16="http://schemas.microsoft.com/office/drawing/2014/main" id="{4EAE03F4-CD5F-4C70-E66E-BE1E4D2DB2CD}"/>
                    </a:ext>
                  </a:extLst>
                </p:cNvPr>
                <p:cNvSpPr>
                  <a:spLocks/>
                </p:cNvSpPr>
                <p:nvPr/>
              </p:nvSpPr>
              <p:spPr bwMode="auto">
                <a:xfrm>
                  <a:off x="814512" y="2450197"/>
                  <a:ext cx="19880" cy="5422"/>
                </a:xfrm>
                <a:custGeom>
                  <a:avLst/>
                  <a:gdLst>
                    <a:gd name="T0" fmla="*/ 9 w 11"/>
                    <a:gd name="T1" fmla="*/ 0 h 3"/>
                    <a:gd name="T2" fmla="*/ 9 w 11"/>
                    <a:gd name="T3" fmla="*/ 0 h 3"/>
                    <a:gd name="T4" fmla="*/ 9 w 11"/>
                    <a:gd name="T5" fmla="*/ 0 h 3"/>
                    <a:gd name="T6" fmla="*/ 11 w 11"/>
                    <a:gd name="T7" fmla="*/ 0 h 3"/>
                    <a:gd name="T8" fmla="*/ 11 w 11"/>
                    <a:gd name="T9" fmla="*/ 0 h 3"/>
                    <a:gd name="T10" fmla="*/ 11 w 11"/>
                    <a:gd name="T11" fmla="*/ 1 h 3"/>
                    <a:gd name="T12" fmla="*/ 11 w 11"/>
                    <a:gd name="T13" fmla="*/ 1 h 3"/>
                    <a:gd name="T14" fmla="*/ 9 w 11"/>
                    <a:gd name="T15" fmla="*/ 1 h 3"/>
                    <a:gd name="T16" fmla="*/ 9 w 11"/>
                    <a:gd name="T17" fmla="*/ 1 h 3"/>
                    <a:gd name="T18" fmla="*/ 9 w 11"/>
                    <a:gd name="T19" fmla="*/ 1 h 3"/>
                    <a:gd name="T20" fmla="*/ 11 w 11"/>
                    <a:gd name="T21" fmla="*/ 1 h 3"/>
                    <a:gd name="T22" fmla="*/ 11 w 11"/>
                    <a:gd name="T23" fmla="*/ 1 h 3"/>
                    <a:gd name="T24" fmla="*/ 11 w 11"/>
                    <a:gd name="T25" fmla="*/ 1 h 3"/>
                    <a:gd name="T26" fmla="*/ 11 w 11"/>
                    <a:gd name="T27" fmla="*/ 1 h 3"/>
                    <a:gd name="T28" fmla="*/ 11 w 11"/>
                    <a:gd name="T29" fmla="*/ 1 h 3"/>
                    <a:gd name="T30" fmla="*/ 11 w 11"/>
                    <a:gd name="T31" fmla="*/ 3 h 3"/>
                    <a:gd name="T32" fmla="*/ 11 w 11"/>
                    <a:gd name="T33" fmla="*/ 3 h 3"/>
                    <a:gd name="T34" fmla="*/ 11 w 11"/>
                    <a:gd name="T35" fmla="*/ 3 h 3"/>
                    <a:gd name="T36" fmla="*/ 11 w 11"/>
                    <a:gd name="T37" fmla="*/ 3 h 3"/>
                    <a:gd name="T38" fmla="*/ 9 w 11"/>
                    <a:gd name="T39" fmla="*/ 3 h 3"/>
                    <a:gd name="T40" fmla="*/ 9 w 11"/>
                    <a:gd name="T41" fmla="*/ 3 h 3"/>
                    <a:gd name="T42" fmla="*/ 9 w 11"/>
                    <a:gd name="T43" fmla="*/ 3 h 3"/>
                    <a:gd name="T44" fmla="*/ 7 w 11"/>
                    <a:gd name="T45" fmla="*/ 3 h 3"/>
                    <a:gd name="T46" fmla="*/ 7 w 11"/>
                    <a:gd name="T47" fmla="*/ 3 h 3"/>
                    <a:gd name="T48" fmla="*/ 7 w 11"/>
                    <a:gd name="T49" fmla="*/ 3 h 3"/>
                    <a:gd name="T50" fmla="*/ 5 w 11"/>
                    <a:gd name="T51" fmla="*/ 3 h 3"/>
                    <a:gd name="T52" fmla="*/ 5 w 11"/>
                    <a:gd name="T53" fmla="*/ 3 h 3"/>
                    <a:gd name="T54" fmla="*/ 5 w 11"/>
                    <a:gd name="T55" fmla="*/ 3 h 3"/>
                    <a:gd name="T56" fmla="*/ 3 w 11"/>
                    <a:gd name="T57" fmla="*/ 3 h 3"/>
                    <a:gd name="T58" fmla="*/ 3 w 11"/>
                    <a:gd name="T59" fmla="*/ 3 h 3"/>
                    <a:gd name="T60" fmla="*/ 3 w 11"/>
                    <a:gd name="T61" fmla="*/ 3 h 3"/>
                    <a:gd name="T62" fmla="*/ 3 w 11"/>
                    <a:gd name="T63" fmla="*/ 3 h 3"/>
                    <a:gd name="T64" fmla="*/ 2 w 11"/>
                    <a:gd name="T65" fmla="*/ 3 h 3"/>
                    <a:gd name="T66" fmla="*/ 2 w 11"/>
                    <a:gd name="T67" fmla="*/ 3 h 3"/>
                    <a:gd name="T68" fmla="*/ 2 w 11"/>
                    <a:gd name="T69" fmla="*/ 3 h 3"/>
                    <a:gd name="T70" fmla="*/ 2 w 11"/>
                    <a:gd name="T71" fmla="*/ 3 h 3"/>
                    <a:gd name="T72" fmla="*/ 2 w 11"/>
                    <a:gd name="T73" fmla="*/ 3 h 3"/>
                    <a:gd name="T74" fmla="*/ 0 w 11"/>
                    <a:gd name="T75" fmla="*/ 3 h 3"/>
                    <a:gd name="T76" fmla="*/ 0 w 11"/>
                    <a:gd name="T77" fmla="*/ 3 h 3"/>
                    <a:gd name="T78" fmla="*/ 0 w 11"/>
                    <a:gd name="T79" fmla="*/ 3 h 3"/>
                    <a:gd name="T80" fmla="*/ 0 w 11"/>
                    <a:gd name="T81" fmla="*/ 1 h 3"/>
                    <a:gd name="T82" fmla="*/ 0 w 11"/>
                    <a:gd name="T83" fmla="*/ 1 h 3"/>
                    <a:gd name="T84" fmla="*/ 0 w 11"/>
                    <a:gd name="T85" fmla="*/ 1 h 3"/>
                    <a:gd name="T86" fmla="*/ 0 w 11"/>
                    <a:gd name="T87" fmla="*/ 1 h 3"/>
                    <a:gd name="T88" fmla="*/ 2 w 11"/>
                    <a:gd name="T89" fmla="*/ 1 h 3"/>
                    <a:gd name="T90" fmla="*/ 2 w 11"/>
                    <a:gd name="T91" fmla="*/ 1 h 3"/>
                    <a:gd name="T92" fmla="*/ 2 w 11"/>
                    <a:gd name="T93" fmla="*/ 0 h 3"/>
                    <a:gd name="T94" fmla="*/ 3 w 11"/>
                    <a:gd name="T95" fmla="*/ 0 h 3"/>
                    <a:gd name="T96" fmla="*/ 3 w 11"/>
                    <a:gd name="T97" fmla="*/ 0 h 3"/>
                    <a:gd name="T98" fmla="*/ 3 w 11"/>
                    <a:gd name="T99" fmla="*/ 0 h 3"/>
                    <a:gd name="T100" fmla="*/ 3 w 11"/>
                    <a:gd name="T101" fmla="*/ 0 h 3"/>
                    <a:gd name="T102" fmla="*/ 5 w 11"/>
                    <a:gd name="T103" fmla="*/ 0 h 3"/>
                    <a:gd name="T104" fmla="*/ 5 w 11"/>
                    <a:gd name="T105" fmla="*/ 0 h 3"/>
                    <a:gd name="T106" fmla="*/ 7 w 11"/>
                    <a:gd name="T107" fmla="*/ 0 h 3"/>
                    <a:gd name="T108" fmla="*/ 7 w 11"/>
                    <a:gd name="T109" fmla="*/ 0 h 3"/>
                    <a:gd name="T110" fmla="*/ 7 w 11"/>
                    <a:gd name="T111" fmla="*/ 0 h 3"/>
                    <a:gd name="T112" fmla="*/ 7 w 11"/>
                    <a:gd name="T113" fmla="*/ 0 h 3"/>
                    <a:gd name="T114" fmla="*/ 9 w 11"/>
                    <a:gd name="T115" fmla="*/ 0 h 3"/>
                    <a:gd name="T116" fmla="*/ 9 w 11"/>
                    <a:gd name="T1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 h="3">
                      <a:moveTo>
                        <a:pt x="9" y="0"/>
                      </a:moveTo>
                      <a:lnTo>
                        <a:pt x="9" y="0"/>
                      </a:lnTo>
                      <a:lnTo>
                        <a:pt x="9" y="0"/>
                      </a:lnTo>
                      <a:lnTo>
                        <a:pt x="9" y="0"/>
                      </a:lnTo>
                      <a:lnTo>
                        <a:pt x="9" y="0"/>
                      </a:lnTo>
                      <a:lnTo>
                        <a:pt x="9" y="0"/>
                      </a:lnTo>
                      <a:lnTo>
                        <a:pt x="9" y="0"/>
                      </a:lnTo>
                      <a:lnTo>
                        <a:pt x="9" y="0"/>
                      </a:lnTo>
                      <a:lnTo>
                        <a:pt x="9" y="0"/>
                      </a:lnTo>
                      <a:lnTo>
                        <a:pt x="11" y="0"/>
                      </a:lnTo>
                      <a:lnTo>
                        <a:pt x="11" y="0"/>
                      </a:lnTo>
                      <a:lnTo>
                        <a:pt x="11" y="0"/>
                      </a:lnTo>
                      <a:lnTo>
                        <a:pt x="11" y="0"/>
                      </a:lnTo>
                      <a:lnTo>
                        <a:pt x="11" y="0"/>
                      </a:lnTo>
                      <a:lnTo>
                        <a:pt x="11" y="0"/>
                      </a:lnTo>
                      <a:lnTo>
                        <a:pt x="11" y="1"/>
                      </a:lnTo>
                      <a:lnTo>
                        <a:pt x="11" y="1"/>
                      </a:lnTo>
                      <a:lnTo>
                        <a:pt x="11" y="1"/>
                      </a:lnTo>
                      <a:lnTo>
                        <a:pt x="9" y="1"/>
                      </a:lnTo>
                      <a:lnTo>
                        <a:pt x="11" y="1"/>
                      </a:lnTo>
                      <a:lnTo>
                        <a:pt x="11" y="1"/>
                      </a:lnTo>
                      <a:lnTo>
                        <a:pt x="11" y="1"/>
                      </a:lnTo>
                      <a:lnTo>
                        <a:pt x="11" y="1"/>
                      </a:lnTo>
                      <a:lnTo>
                        <a:pt x="9" y="1"/>
                      </a:lnTo>
                      <a:lnTo>
                        <a:pt x="9" y="1"/>
                      </a:lnTo>
                      <a:lnTo>
                        <a:pt x="9" y="1"/>
                      </a:lnTo>
                      <a:lnTo>
                        <a:pt x="9" y="1"/>
                      </a:lnTo>
                      <a:lnTo>
                        <a:pt x="11" y="1"/>
                      </a:lnTo>
                      <a:lnTo>
                        <a:pt x="9" y="1"/>
                      </a:lnTo>
                      <a:lnTo>
                        <a:pt x="9" y="1"/>
                      </a:lnTo>
                      <a:lnTo>
                        <a:pt x="9" y="1"/>
                      </a:lnTo>
                      <a:lnTo>
                        <a:pt x="11" y="1"/>
                      </a:lnTo>
                      <a:lnTo>
                        <a:pt x="11" y="1"/>
                      </a:lnTo>
                      <a:lnTo>
                        <a:pt x="11" y="1"/>
                      </a:lnTo>
                      <a:lnTo>
                        <a:pt x="11" y="1"/>
                      </a:lnTo>
                      <a:lnTo>
                        <a:pt x="11" y="1"/>
                      </a:lnTo>
                      <a:lnTo>
                        <a:pt x="11" y="1"/>
                      </a:lnTo>
                      <a:lnTo>
                        <a:pt x="11" y="1"/>
                      </a:lnTo>
                      <a:lnTo>
                        <a:pt x="11" y="1"/>
                      </a:lnTo>
                      <a:lnTo>
                        <a:pt x="11" y="1"/>
                      </a:lnTo>
                      <a:lnTo>
                        <a:pt x="11" y="1"/>
                      </a:lnTo>
                      <a:lnTo>
                        <a:pt x="11" y="1"/>
                      </a:lnTo>
                      <a:lnTo>
                        <a:pt x="11" y="1"/>
                      </a:lnTo>
                      <a:lnTo>
                        <a:pt x="11" y="1"/>
                      </a:lnTo>
                      <a:lnTo>
                        <a:pt x="11" y="1"/>
                      </a:lnTo>
                      <a:lnTo>
                        <a:pt x="11" y="1"/>
                      </a:lnTo>
                      <a:lnTo>
                        <a:pt x="11" y="1"/>
                      </a:lnTo>
                      <a:lnTo>
                        <a:pt x="11" y="3"/>
                      </a:lnTo>
                      <a:lnTo>
                        <a:pt x="11" y="3"/>
                      </a:lnTo>
                      <a:lnTo>
                        <a:pt x="11" y="3"/>
                      </a:lnTo>
                      <a:lnTo>
                        <a:pt x="11" y="3"/>
                      </a:lnTo>
                      <a:lnTo>
                        <a:pt x="11" y="3"/>
                      </a:lnTo>
                      <a:lnTo>
                        <a:pt x="11" y="3"/>
                      </a:lnTo>
                      <a:lnTo>
                        <a:pt x="11" y="3"/>
                      </a:lnTo>
                      <a:lnTo>
                        <a:pt x="11" y="3"/>
                      </a:lnTo>
                      <a:lnTo>
                        <a:pt x="11" y="3"/>
                      </a:lnTo>
                      <a:lnTo>
                        <a:pt x="11" y="3"/>
                      </a:lnTo>
                      <a:lnTo>
                        <a:pt x="9" y="3"/>
                      </a:lnTo>
                      <a:lnTo>
                        <a:pt x="9" y="3"/>
                      </a:lnTo>
                      <a:lnTo>
                        <a:pt x="9" y="3"/>
                      </a:lnTo>
                      <a:lnTo>
                        <a:pt x="9" y="3"/>
                      </a:lnTo>
                      <a:lnTo>
                        <a:pt x="9" y="3"/>
                      </a:lnTo>
                      <a:lnTo>
                        <a:pt x="9" y="3"/>
                      </a:lnTo>
                      <a:lnTo>
                        <a:pt x="9" y="3"/>
                      </a:lnTo>
                      <a:lnTo>
                        <a:pt x="9" y="3"/>
                      </a:lnTo>
                      <a:lnTo>
                        <a:pt x="9" y="3"/>
                      </a:lnTo>
                      <a:lnTo>
                        <a:pt x="9" y="3"/>
                      </a:lnTo>
                      <a:lnTo>
                        <a:pt x="7" y="3"/>
                      </a:lnTo>
                      <a:lnTo>
                        <a:pt x="7" y="3"/>
                      </a:lnTo>
                      <a:lnTo>
                        <a:pt x="7" y="3"/>
                      </a:lnTo>
                      <a:lnTo>
                        <a:pt x="7" y="3"/>
                      </a:lnTo>
                      <a:lnTo>
                        <a:pt x="7" y="3"/>
                      </a:lnTo>
                      <a:lnTo>
                        <a:pt x="7" y="3"/>
                      </a:lnTo>
                      <a:lnTo>
                        <a:pt x="7" y="3"/>
                      </a:lnTo>
                      <a:lnTo>
                        <a:pt x="7" y="3"/>
                      </a:lnTo>
                      <a:lnTo>
                        <a:pt x="5" y="3"/>
                      </a:lnTo>
                      <a:lnTo>
                        <a:pt x="5" y="3"/>
                      </a:lnTo>
                      <a:lnTo>
                        <a:pt x="5" y="3"/>
                      </a:lnTo>
                      <a:lnTo>
                        <a:pt x="5" y="3"/>
                      </a:lnTo>
                      <a:lnTo>
                        <a:pt x="5" y="3"/>
                      </a:lnTo>
                      <a:lnTo>
                        <a:pt x="5" y="3"/>
                      </a:lnTo>
                      <a:lnTo>
                        <a:pt x="5" y="3"/>
                      </a:lnTo>
                      <a:lnTo>
                        <a:pt x="5" y="3"/>
                      </a:lnTo>
                      <a:lnTo>
                        <a:pt x="5" y="3"/>
                      </a:lnTo>
                      <a:lnTo>
                        <a:pt x="5" y="3"/>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3" y="3"/>
                      </a:lnTo>
                      <a:lnTo>
                        <a:pt x="2" y="3"/>
                      </a:lnTo>
                      <a:lnTo>
                        <a:pt x="2" y="3"/>
                      </a:lnTo>
                      <a:lnTo>
                        <a:pt x="2" y="3"/>
                      </a:lnTo>
                      <a:lnTo>
                        <a:pt x="2" y="3"/>
                      </a:lnTo>
                      <a:lnTo>
                        <a:pt x="2" y="3"/>
                      </a:lnTo>
                      <a:lnTo>
                        <a:pt x="2" y="3"/>
                      </a:lnTo>
                      <a:lnTo>
                        <a:pt x="2" y="3"/>
                      </a:lnTo>
                      <a:lnTo>
                        <a:pt x="2" y="3"/>
                      </a:lnTo>
                      <a:lnTo>
                        <a:pt x="2" y="3"/>
                      </a:lnTo>
                      <a:lnTo>
                        <a:pt x="2" y="3"/>
                      </a:lnTo>
                      <a:lnTo>
                        <a:pt x="2" y="3"/>
                      </a:lnTo>
                      <a:lnTo>
                        <a:pt x="2" y="3"/>
                      </a:lnTo>
                      <a:lnTo>
                        <a:pt x="2" y="3"/>
                      </a:lnTo>
                      <a:lnTo>
                        <a:pt x="2" y="3"/>
                      </a:lnTo>
                      <a:lnTo>
                        <a:pt x="2" y="3"/>
                      </a:lnTo>
                      <a:lnTo>
                        <a:pt x="0" y="3"/>
                      </a:lnTo>
                      <a:lnTo>
                        <a:pt x="0" y="3"/>
                      </a:lnTo>
                      <a:lnTo>
                        <a:pt x="0" y="3"/>
                      </a:lnTo>
                      <a:lnTo>
                        <a:pt x="0" y="3"/>
                      </a:lnTo>
                      <a:lnTo>
                        <a:pt x="0" y="3"/>
                      </a:lnTo>
                      <a:lnTo>
                        <a:pt x="0" y="3"/>
                      </a:lnTo>
                      <a:lnTo>
                        <a:pt x="0" y="3"/>
                      </a:lnTo>
                      <a:lnTo>
                        <a:pt x="0" y="3"/>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2" y="1"/>
                      </a:lnTo>
                      <a:lnTo>
                        <a:pt x="2" y="1"/>
                      </a:lnTo>
                      <a:lnTo>
                        <a:pt x="2" y="1"/>
                      </a:lnTo>
                      <a:lnTo>
                        <a:pt x="2" y="1"/>
                      </a:lnTo>
                      <a:lnTo>
                        <a:pt x="2" y="1"/>
                      </a:lnTo>
                      <a:lnTo>
                        <a:pt x="2" y="0"/>
                      </a:lnTo>
                      <a:lnTo>
                        <a:pt x="2" y="0"/>
                      </a:lnTo>
                      <a:lnTo>
                        <a:pt x="2" y="0"/>
                      </a:lnTo>
                      <a:lnTo>
                        <a:pt x="2" y="0"/>
                      </a:lnTo>
                      <a:lnTo>
                        <a:pt x="2" y="0"/>
                      </a:lnTo>
                      <a:lnTo>
                        <a:pt x="3" y="0"/>
                      </a:lnTo>
                      <a:lnTo>
                        <a:pt x="3" y="0"/>
                      </a:lnTo>
                      <a:lnTo>
                        <a:pt x="3" y="0"/>
                      </a:lnTo>
                      <a:lnTo>
                        <a:pt x="3" y="0"/>
                      </a:lnTo>
                      <a:lnTo>
                        <a:pt x="3" y="0"/>
                      </a:lnTo>
                      <a:lnTo>
                        <a:pt x="3" y="0"/>
                      </a:lnTo>
                      <a:lnTo>
                        <a:pt x="3" y="0"/>
                      </a:lnTo>
                      <a:lnTo>
                        <a:pt x="3" y="0"/>
                      </a:lnTo>
                      <a:lnTo>
                        <a:pt x="3" y="0"/>
                      </a:lnTo>
                      <a:lnTo>
                        <a:pt x="3" y="0"/>
                      </a:lnTo>
                      <a:lnTo>
                        <a:pt x="3" y="0"/>
                      </a:lnTo>
                      <a:lnTo>
                        <a:pt x="3" y="0"/>
                      </a:lnTo>
                      <a:lnTo>
                        <a:pt x="5" y="0"/>
                      </a:lnTo>
                      <a:lnTo>
                        <a:pt x="5" y="0"/>
                      </a:lnTo>
                      <a:lnTo>
                        <a:pt x="5" y="0"/>
                      </a:lnTo>
                      <a:lnTo>
                        <a:pt x="5" y="0"/>
                      </a:lnTo>
                      <a:lnTo>
                        <a:pt x="5" y="0"/>
                      </a:lnTo>
                      <a:lnTo>
                        <a:pt x="5" y="0"/>
                      </a:lnTo>
                      <a:lnTo>
                        <a:pt x="7" y="0"/>
                      </a:lnTo>
                      <a:lnTo>
                        <a:pt x="7" y="0"/>
                      </a:lnTo>
                      <a:lnTo>
                        <a:pt x="7" y="0"/>
                      </a:lnTo>
                      <a:lnTo>
                        <a:pt x="7" y="0"/>
                      </a:lnTo>
                      <a:lnTo>
                        <a:pt x="7" y="0"/>
                      </a:lnTo>
                      <a:lnTo>
                        <a:pt x="7" y="0"/>
                      </a:lnTo>
                      <a:lnTo>
                        <a:pt x="7" y="0"/>
                      </a:lnTo>
                      <a:lnTo>
                        <a:pt x="7" y="0"/>
                      </a:lnTo>
                      <a:lnTo>
                        <a:pt x="7" y="0"/>
                      </a:lnTo>
                      <a:lnTo>
                        <a:pt x="7" y="0"/>
                      </a:lnTo>
                      <a:lnTo>
                        <a:pt x="9" y="0"/>
                      </a:lnTo>
                      <a:lnTo>
                        <a:pt x="9" y="0"/>
                      </a:lnTo>
                      <a:lnTo>
                        <a:pt x="9" y="0"/>
                      </a:lnTo>
                      <a:lnTo>
                        <a:pt x="9" y="0"/>
                      </a:lnTo>
                      <a:lnTo>
                        <a:pt x="9" y="0"/>
                      </a:lnTo>
                      <a:lnTo>
                        <a:pt x="9"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2" name="Freeform 118">
                  <a:extLst>
                    <a:ext uri="{FF2B5EF4-FFF2-40B4-BE49-F238E27FC236}">
                      <a16:creationId xmlns:a16="http://schemas.microsoft.com/office/drawing/2014/main" id="{49956804-41A0-EEF6-309B-EF44BF67BF7D}"/>
                    </a:ext>
                  </a:extLst>
                </p:cNvPr>
                <p:cNvSpPr>
                  <a:spLocks noEditPoints="1"/>
                </p:cNvSpPr>
                <p:nvPr/>
              </p:nvSpPr>
              <p:spPr bwMode="auto">
                <a:xfrm>
                  <a:off x="879572" y="2423089"/>
                  <a:ext cx="3614" cy="0"/>
                </a:xfrm>
                <a:custGeom>
                  <a:avLst/>
                  <a:gdLst>
                    <a:gd name="T0" fmla="*/ 2 w 2"/>
                    <a:gd name="T1" fmla="*/ 2 w 2"/>
                    <a:gd name="T2" fmla="*/ 2 w 2"/>
                    <a:gd name="T3" fmla="*/ 2 w 2"/>
                    <a:gd name="T4" fmla="*/ 0 w 2"/>
                    <a:gd name="T5" fmla="*/ 0 w 2"/>
                    <a:gd name="T6" fmla="*/ 0 w 2"/>
                    <a:gd name="T7" fmla="*/ 0 w 2"/>
                    <a:gd name="T8" fmla="*/ 2 w 2"/>
                    <a:gd name="T9" fmla="*/ 2 w 2"/>
                    <a:gd name="T10" fmla="*/ 2 w 2"/>
                    <a:gd name="T11" fmla="*/ 2 w 2"/>
                    <a:gd name="T12" fmla="*/ 2 w 2"/>
                    <a:gd name="T13" fmla="*/ 2 w 2"/>
                    <a:gd name="T14" fmla="*/ 2 w 2"/>
                    <a:gd name="T15" fmla="*/ 2 w 2"/>
                    <a:gd name="T16" fmla="*/ 2 w 2"/>
                    <a:gd name="T17"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Lst>
                  <a:rect l="0" t="0" r="r" b="b"/>
                  <a:pathLst>
                    <a:path w="2">
                      <a:moveTo>
                        <a:pt x="2" y="0"/>
                      </a:moveTo>
                      <a:lnTo>
                        <a:pt x="2" y="0"/>
                      </a:lnTo>
                      <a:lnTo>
                        <a:pt x="2" y="0"/>
                      </a:lnTo>
                      <a:lnTo>
                        <a:pt x="2" y="0"/>
                      </a:lnTo>
                      <a:lnTo>
                        <a:pt x="0" y="0"/>
                      </a:lnTo>
                      <a:lnTo>
                        <a:pt x="0" y="0"/>
                      </a:lnTo>
                      <a:lnTo>
                        <a:pt x="0" y="0"/>
                      </a:lnTo>
                      <a:lnTo>
                        <a:pt x="0" y="0"/>
                      </a:lnTo>
                      <a:lnTo>
                        <a:pt x="2" y="0"/>
                      </a:lnTo>
                      <a:lnTo>
                        <a:pt x="2" y="0"/>
                      </a:lnTo>
                      <a:lnTo>
                        <a:pt x="2" y="0"/>
                      </a:lnTo>
                      <a:lnTo>
                        <a:pt x="2" y="0"/>
                      </a:lnTo>
                      <a:close/>
                      <a:moveTo>
                        <a:pt x="2" y="0"/>
                      </a:moveTo>
                      <a:lnTo>
                        <a:pt x="2" y="0"/>
                      </a:lnTo>
                      <a:lnTo>
                        <a:pt x="2" y="0"/>
                      </a:lnTo>
                      <a:lnTo>
                        <a:pt x="2" y="0"/>
                      </a:lnTo>
                      <a:lnTo>
                        <a:pt x="2"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3" name="Freeform 119">
                  <a:extLst>
                    <a:ext uri="{FF2B5EF4-FFF2-40B4-BE49-F238E27FC236}">
                      <a16:creationId xmlns:a16="http://schemas.microsoft.com/office/drawing/2014/main" id="{A7AAA369-1F0C-54CD-3384-244A6E2D7E5C}"/>
                    </a:ext>
                  </a:extLst>
                </p:cNvPr>
                <p:cNvSpPr>
                  <a:spLocks/>
                </p:cNvSpPr>
                <p:nvPr/>
              </p:nvSpPr>
              <p:spPr bwMode="auto">
                <a:xfrm>
                  <a:off x="2542211" y="2280319"/>
                  <a:ext cx="919874" cy="498792"/>
                </a:xfrm>
                <a:custGeom>
                  <a:avLst/>
                  <a:gdLst>
                    <a:gd name="T0" fmla="*/ 258 w 509"/>
                    <a:gd name="T1" fmla="*/ 19 h 276"/>
                    <a:gd name="T2" fmla="*/ 270 w 509"/>
                    <a:gd name="T3" fmla="*/ 30 h 276"/>
                    <a:gd name="T4" fmla="*/ 274 w 509"/>
                    <a:gd name="T5" fmla="*/ 41 h 276"/>
                    <a:gd name="T6" fmla="*/ 309 w 509"/>
                    <a:gd name="T7" fmla="*/ 57 h 276"/>
                    <a:gd name="T8" fmla="*/ 331 w 509"/>
                    <a:gd name="T9" fmla="*/ 57 h 276"/>
                    <a:gd name="T10" fmla="*/ 347 w 509"/>
                    <a:gd name="T11" fmla="*/ 79 h 276"/>
                    <a:gd name="T12" fmla="*/ 356 w 509"/>
                    <a:gd name="T13" fmla="*/ 95 h 276"/>
                    <a:gd name="T14" fmla="*/ 420 w 509"/>
                    <a:gd name="T15" fmla="*/ 138 h 276"/>
                    <a:gd name="T16" fmla="*/ 464 w 509"/>
                    <a:gd name="T17" fmla="*/ 159 h 276"/>
                    <a:gd name="T18" fmla="*/ 497 w 509"/>
                    <a:gd name="T19" fmla="*/ 169 h 276"/>
                    <a:gd name="T20" fmla="*/ 506 w 509"/>
                    <a:gd name="T21" fmla="*/ 192 h 276"/>
                    <a:gd name="T22" fmla="*/ 478 w 509"/>
                    <a:gd name="T23" fmla="*/ 191 h 276"/>
                    <a:gd name="T24" fmla="*/ 440 w 509"/>
                    <a:gd name="T25" fmla="*/ 214 h 276"/>
                    <a:gd name="T26" fmla="*/ 420 w 509"/>
                    <a:gd name="T27" fmla="*/ 238 h 276"/>
                    <a:gd name="T28" fmla="*/ 384 w 509"/>
                    <a:gd name="T29" fmla="*/ 251 h 276"/>
                    <a:gd name="T30" fmla="*/ 378 w 509"/>
                    <a:gd name="T31" fmla="*/ 265 h 276"/>
                    <a:gd name="T32" fmla="*/ 352 w 509"/>
                    <a:gd name="T33" fmla="*/ 273 h 276"/>
                    <a:gd name="T34" fmla="*/ 316 w 509"/>
                    <a:gd name="T35" fmla="*/ 255 h 276"/>
                    <a:gd name="T36" fmla="*/ 312 w 509"/>
                    <a:gd name="T37" fmla="*/ 236 h 276"/>
                    <a:gd name="T38" fmla="*/ 283 w 509"/>
                    <a:gd name="T39" fmla="*/ 222 h 276"/>
                    <a:gd name="T40" fmla="*/ 258 w 509"/>
                    <a:gd name="T41" fmla="*/ 205 h 276"/>
                    <a:gd name="T42" fmla="*/ 241 w 509"/>
                    <a:gd name="T43" fmla="*/ 189 h 276"/>
                    <a:gd name="T44" fmla="*/ 212 w 509"/>
                    <a:gd name="T45" fmla="*/ 187 h 276"/>
                    <a:gd name="T46" fmla="*/ 190 w 509"/>
                    <a:gd name="T47" fmla="*/ 178 h 276"/>
                    <a:gd name="T48" fmla="*/ 168 w 509"/>
                    <a:gd name="T49" fmla="*/ 163 h 276"/>
                    <a:gd name="T50" fmla="*/ 141 w 509"/>
                    <a:gd name="T51" fmla="*/ 165 h 276"/>
                    <a:gd name="T52" fmla="*/ 115 w 509"/>
                    <a:gd name="T53" fmla="*/ 169 h 276"/>
                    <a:gd name="T54" fmla="*/ 88 w 509"/>
                    <a:gd name="T55" fmla="*/ 181 h 276"/>
                    <a:gd name="T56" fmla="*/ 75 w 509"/>
                    <a:gd name="T57" fmla="*/ 194 h 276"/>
                    <a:gd name="T58" fmla="*/ 50 w 509"/>
                    <a:gd name="T59" fmla="*/ 180 h 276"/>
                    <a:gd name="T60" fmla="*/ 55 w 509"/>
                    <a:gd name="T61" fmla="*/ 143 h 276"/>
                    <a:gd name="T62" fmla="*/ 48 w 509"/>
                    <a:gd name="T63" fmla="*/ 136 h 276"/>
                    <a:gd name="T64" fmla="*/ 44 w 509"/>
                    <a:gd name="T65" fmla="*/ 130 h 276"/>
                    <a:gd name="T66" fmla="*/ 39 w 509"/>
                    <a:gd name="T67" fmla="*/ 125 h 276"/>
                    <a:gd name="T68" fmla="*/ 28 w 509"/>
                    <a:gd name="T69" fmla="*/ 127 h 276"/>
                    <a:gd name="T70" fmla="*/ 29 w 509"/>
                    <a:gd name="T71" fmla="*/ 114 h 276"/>
                    <a:gd name="T72" fmla="*/ 48 w 509"/>
                    <a:gd name="T73" fmla="*/ 117 h 276"/>
                    <a:gd name="T74" fmla="*/ 44 w 509"/>
                    <a:gd name="T75" fmla="*/ 114 h 276"/>
                    <a:gd name="T76" fmla="*/ 37 w 509"/>
                    <a:gd name="T77" fmla="*/ 110 h 276"/>
                    <a:gd name="T78" fmla="*/ 40 w 509"/>
                    <a:gd name="T79" fmla="*/ 101 h 276"/>
                    <a:gd name="T80" fmla="*/ 17 w 509"/>
                    <a:gd name="T81" fmla="*/ 103 h 276"/>
                    <a:gd name="T82" fmla="*/ 9 w 509"/>
                    <a:gd name="T83" fmla="*/ 92 h 276"/>
                    <a:gd name="T84" fmla="*/ 17 w 509"/>
                    <a:gd name="T85" fmla="*/ 64 h 276"/>
                    <a:gd name="T86" fmla="*/ 20 w 509"/>
                    <a:gd name="T87" fmla="*/ 75 h 276"/>
                    <a:gd name="T88" fmla="*/ 40 w 509"/>
                    <a:gd name="T89" fmla="*/ 72 h 276"/>
                    <a:gd name="T90" fmla="*/ 57 w 509"/>
                    <a:gd name="T91" fmla="*/ 77 h 276"/>
                    <a:gd name="T92" fmla="*/ 73 w 509"/>
                    <a:gd name="T93" fmla="*/ 74 h 276"/>
                    <a:gd name="T94" fmla="*/ 77 w 509"/>
                    <a:gd name="T95" fmla="*/ 72 h 276"/>
                    <a:gd name="T96" fmla="*/ 81 w 509"/>
                    <a:gd name="T97" fmla="*/ 61 h 276"/>
                    <a:gd name="T98" fmla="*/ 60 w 509"/>
                    <a:gd name="T99" fmla="*/ 48 h 276"/>
                    <a:gd name="T100" fmla="*/ 46 w 509"/>
                    <a:gd name="T101" fmla="*/ 24 h 276"/>
                    <a:gd name="T102" fmla="*/ 17 w 509"/>
                    <a:gd name="T103" fmla="*/ 32 h 276"/>
                    <a:gd name="T104" fmla="*/ 15 w 509"/>
                    <a:gd name="T105" fmla="*/ 44 h 276"/>
                    <a:gd name="T106" fmla="*/ 17 w 509"/>
                    <a:gd name="T107" fmla="*/ 63 h 276"/>
                    <a:gd name="T108" fmla="*/ 4 w 509"/>
                    <a:gd name="T109" fmla="*/ 41 h 276"/>
                    <a:gd name="T110" fmla="*/ 81 w 509"/>
                    <a:gd name="T111" fmla="*/ 26 h 276"/>
                    <a:gd name="T112" fmla="*/ 104 w 509"/>
                    <a:gd name="T113" fmla="*/ 52 h 276"/>
                    <a:gd name="T114" fmla="*/ 128 w 509"/>
                    <a:gd name="T115" fmla="*/ 53 h 276"/>
                    <a:gd name="T116" fmla="*/ 166 w 509"/>
                    <a:gd name="T117" fmla="*/ 48 h 276"/>
                    <a:gd name="T118" fmla="*/ 185 w 509"/>
                    <a:gd name="T119" fmla="*/ 24 h 276"/>
                    <a:gd name="T120" fmla="*/ 201 w 509"/>
                    <a:gd name="T121" fmla="*/ 11 h 276"/>
                    <a:gd name="T122" fmla="*/ 214 w 509"/>
                    <a:gd name="T123" fmla="*/ 15 h 276"/>
                    <a:gd name="T124" fmla="*/ 221 w 509"/>
                    <a:gd name="T125" fmla="*/ 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276">
                      <a:moveTo>
                        <a:pt x="223" y="0"/>
                      </a:moveTo>
                      <a:lnTo>
                        <a:pt x="227" y="4"/>
                      </a:lnTo>
                      <a:lnTo>
                        <a:pt x="228" y="6"/>
                      </a:lnTo>
                      <a:lnTo>
                        <a:pt x="232" y="8"/>
                      </a:lnTo>
                      <a:lnTo>
                        <a:pt x="232" y="10"/>
                      </a:lnTo>
                      <a:lnTo>
                        <a:pt x="236" y="10"/>
                      </a:lnTo>
                      <a:lnTo>
                        <a:pt x="236" y="11"/>
                      </a:lnTo>
                      <a:lnTo>
                        <a:pt x="237" y="11"/>
                      </a:lnTo>
                      <a:lnTo>
                        <a:pt x="241" y="11"/>
                      </a:lnTo>
                      <a:lnTo>
                        <a:pt x="243" y="13"/>
                      </a:lnTo>
                      <a:lnTo>
                        <a:pt x="245" y="13"/>
                      </a:lnTo>
                      <a:lnTo>
                        <a:pt x="245" y="15"/>
                      </a:lnTo>
                      <a:lnTo>
                        <a:pt x="245" y="17"/>
                      </a:lnTo>
                      <a:lnTo>
                        <a:pt x="247" y="17"/>
                      </a:lnTo>
                      <a:lnTo>
                        <a:pt x="248" y="19"/>
                      </a:lnTo>
                      <a:lnTo>
                        <a:pt x="250" y="19"/>
                      </a:lnTo>
                      <a:lnTo>
                        <a:pt x="252" y="19"/>
                      </a:lnTo>
                      <a:lnTo>
                        <a:pt x="254" y="19"/>
                      </a:lnTo>
                      <a:lnTo>
                        <a:pt x="256" y="19"/>
                      </a:lnTo>
                      <a:lnTo>
                        <a:pt x="258" y="19"/>
                      </a:lnTo>
                      <a:lnTo>
                        <a:pt x="259" y="19"/>
                      </a:lnTo>
                      <a:lnTo>
                        <a:pt x="261" y="19"/>
                      </a:lnTo>
                      <a:lnTo>
                        <a:pt x="263" y="19"/>
                      </a:lnTo>
                      <a:lnTo>
                        <a:pt x="263" y="21"/>
                      </a:lnTo>
                      <a:lnTo>
                        <a:pt x="265" y="19"/>
                      </a:lnTo>
                      <a:lnTo>
                        <a:pt x="267" y="19"/>
                      </a:lnTo>
                      <a:lnTo>
                        <a:pt x="269" y="19"/>
                      </a:lnTo>
                      <a:lnTo>
                        <a:pt x="269" y="21"/>
                      </a:lnTo>
                      <a:lnTo>
                        <a:pt x="270" y="21"/>
                      </a:lnTo>
                      <a:lnTo>
                        <a:pt x="269" y="21"/>
                      </a:lnTo>
                      <a:lnTo>
                        <a:pt x="270" y="21"/>
                      </a:lnTo>
                      <a:lnTo>
                        <a:pt x="270" y="22"/>
                      </a:lnTo>
                      <a:lnTo>
                        <a:pt x="272" y="22"/>
                      </a:lnTo>
                      <a:lnTo>
                        <a:pt x="272" y="24"/>
                      </a:lnTo>
                      <a:lnTo>
                        <a:pt x="270" y="24"/>
                      </a:lnTo>
                      <a:lnTo>
                        <a:pt x="270" y="26"/>
                      </a:lnTo>
                      <a:lnTo>
                        <a:pt x="272" y="26"/>
                      </a:lnTo>
                      <a:lnTo>
                        <a:pt x="272" y="28"/>
                      </a:lnTo>
                      <a:lnTo>
                        <a:pt x="272" y="30"/>
                      </a:lnTo>
                      <a:lnTo>
                        <a:pt x="270" y="30"/>
                      </a:lnTo>
                      <a:lnTo>
                        <a:pt x="269" y="30"/>
                      </a:lnTo>
                      <a:lnTo>
                        <a:pt x="270" y="32"/>
                      </a:lnTo>
                      <a:lnTo>
                        <a:pt x="272" y="32"/>
                      </a:lnTo>
                      <a:lnTo>
                        <a:pt x="272" y="33"/>
                      </a:lnTo>
                      <a:lnTo>
                        <a:pt x="274" y="33"/>
                      </a:lnTo>
                      <a:lnTo>
                        <a:pt x="276" y="33"/>
                      </a:lnTo>
                      <a:lnTo>
                        <a:pt x="276" y="35"/>
                      </a:lnTo>
                      <a:lnTo>
                        <a:pt x="278" y="35"/>
                      </a:lnTo>
                      <a:lnTo>
                        <a:pt x="279" y="37"/>
                      </a:lnTo>
                      <a:lnTo>
                        <a:pt x="281" y="37"/>
                      </a:lnTo>
                      <a:lnTo>
                        <a:pt x="283" y="39"/>
                      </a:lnTo>
                      <a:lnTo>
                        <a:pt x="281" y="39"/>
                      </a:lnTo>
                      <a:lnTo>
                        <a:pt x="279" y="39"/>
                      </a:lnTo>
                      <a:lnTo>
                        <a:pt x="279" y="37"/>
                      </a:lnTo>
                      <a:lnTo>
                        <a:pt x="278" y="37"/>
                      </a:lnTo>
                      <a:lnTo>
                        <a:pt x="276" y="37"/>
                      </a:lnTo>
                      <a:lnTo>
                        <a:pt x="274" y="37"/>
                      </a:lnTo>
                      <a:lnTo>
                        <a:pt x="274" y="39"/>
                      </a:lnTo>
                      <a:lnTo>
                        <a:pt x="272" y="39"/>
                      </a:lnTo>
                      <a:lnTo>
                        <a:pt x="274" y="41"/>
                      </a:lnTo>
                      <a:lnTo>
                        <a:pt x="276" y="42"/>
                      </a:lnTo>
                      <a:lnTo>
                        <a:pt x="278" y="42"/>
                      </a:lnTo>
                      <a:lnTo>
                        <a:pt x="278" y="44"/>
                      </a:lnTo>
                      <a:lnTo>
                        <a:pt x="276" y="44"/>
                      </a:lnTo>
                      <a:lnTo>
                        <a:pt x="276" y="46"/>
                      </a:lnTo>
                      <a:lnTo>
                        <a:pt x="274" y="46"/>
                      </a:lnTo>
                      <a:lnTo>
                        <a:pt x="274" y="50"/>
                      </a:lnTo>
                      <a:lnTo>
                        <a:pt x="274" y="52"/>
                      </a:lnTo>
                      <a:lnTo>
                        <a:pt x="279" y="53"/>
                      </a:lnTo>
                      <a:lnTo>
                        <a:pt x="283" y="55"/>
                      </a:lnTo>
                      <a:lnTo>
                        <a:pt x="285" y="55"/>
                      </a:lnTo>
                      <a:lnTo>
                        <a:pt x="287" y="57"/>
                      </a:lnTo>
                      <a:lnTo>
                        <a:pt x="289" y="57"/>
                      </a:lnTo>
                      <a:lnTo>
                        <a:pt x="290" y="57"/>
                      </a:lnTo>
                      <a:lnTo>
                        <a:pt x="292" y="57"/>
                      </a:lnTo>
                      <a:lnTo>
                        <a:pt x="294" y="57"/>
                      </a:lnTo>
                      <a:lnTo>
                        <a:pt x="296" y="57"/>
                      </a:lnTo>
                      <a:lnTo>
                        <a:pt x="301" y="57"/>
                      </a:lnTo>
                      <a:lnTo>
                        <a:pt x="307" y="57"/>
                      </a:lnTo>
                      <a:lnTo>
                        <a:pt x="309" y="57"/>
                      </a:lnTo>
                      <a:lnTo>
                        <a:pt x="309" y="55"/>
                      </a:lnTo>
                      <a:lnTo>
                        <a:pt x="309" y="57"/>
                      </a:lnTo>
                      <a:lnTo>
                        <a:pt x="310" y="57"/>
                      </a:lnTo>
                      <a:lnTo>
                        <a:pt x="310" y="59"/>
                      </a:lnTo>
                      <a:lnTo>
                        <a:pt x="312" y="59"/>
                      </a:lnTo>
                      <a:lnTo>
                        <a:pt x="314" y="61"/>
                      </a:lnTo>
                      <a:lnTo>
                        <a:pt x="316" y="61"/>
                      </a:lnTo>
                      <a:lnTo>
                        <a:pt x="318" y="61"/>
                      </a:lnTo>
                      <a:lnTo>
                        <a:pt x="320" y="59"/>
                      </a:lnTo>
                      <a:lnTo>
                        <a:pt x="321" y="59"/>
                      </a:lnTo>
                      <a:lnTo>
                        <a:pt x="321" y="57"/>
                      </a:lnTo>
                      <a:lnTo>
                        <a:pt x="321" y="55"/>
                      </a:lnTo>
                      <a:lnTo>
                        <a:pt x="323" y="55"/>
                      </a:lnTo>
                      <a:lnTo>
                        <a:pt x="325" y="55"/>
                      </a:lnTo>
                      <a:lnTo>
                        <a:pt x="327" y="57"/>
                      </a:lnTo>
                      <a:lnTo>
                        <a:pt x="327" y="55"/>
                      </a:lnTo>
                      <a:lnTo>
                        <a:pt x="329" y="57"/>
                      </a:lnTo>
                      <a:lnTo>
                        <a:pt x="329" y="55"/>
                      </a:lnTo>
                      <a:lnTo>
                        <a:pt x="331" y="55"/>
                      </a:lnTo>
                      <a:lnTo>
                        <a:pt x="331" y="57"/>
                      </a:lnTo>
                      <a:lnTo>
                        <a:pt x="332" y="57"/>
                      </a:lnTo>
                      <a:lnTo>
                        <a:pt x="332" y="59"/>
                      </a:lnTo>
                      <a:lnTo>
                        <a:pt x="334" y="59"/>
                      </a:lnTo>
                      <a:lnTo>
                        <a:pt x="336" y="61"/>
                      </a:lnTo>
                      <a:lnTo>
                        <a:pt x="338" y="61"/>
                      </a:lnTo>
                      <a:lnTo>
                        <a:pt x="338" y="63"/>
                      </a:lnTo>
                      <a:lnTo>
                        <a:pt x="340" y="63"/>
                      </a:lnTo>
                      <a:lnTo>
                        <a:pt x="340" y="64"/>
                      </a:lnTo>
                      <a:lnTo>
                        <a:pt x="342" y="64"/>
                      </a:lnTo>
                      <a:lnTo>
                        <a:pt x="342" y="66"/>
                      </a:lnTo>
                      <a:lnTo>
                        <a:pt x="342" y="68"/>
                      </a:lnTo>
                      <a:lnTo>
                        <a:pt x="342" y="70"/>
                      </a:lnTo>
                      <a:lnTo>
                        <a:pt x="343" y="70"/>
                      </a:lnTo>
                      <a:lnTo>
                        <a:pt x="342" y="70"/>
                      </a:lnTo>
                      <a:lnTo>
                        <a:pt x="342" y="72"/>
                      </a:lnTo>
                      <a:lnTo>
                        <a:pt x="343" y="72"/>
                      </a:lnTo>
                      <a:lnTo>
                        <a:pt x="343" y="74"/>
                      </a:lnTo>
                      <a:lnTo>
                        <a:pt x="343" y="75"/>
                      </a:lnTo>
                      <a:lnTo>
                        <a:pt x="345" y="77"/>
                      </a:lnTo>
                      <a:lnTo>
                        <a:pt x="347" y="79"/>
                      </a:lnTo>
                      <a:lnTo>
                        <a:pt x="345" y="79"/>
                      </a:lnTo>
                      <a:lnTo>
                        <a:pt x="347" y="79"/>
                      </a:lnTo>
                      <a:lnTo>
                        <a:pt x="345" y="79"/>
                      </a:lnTo>
                      <a:lnTo>
                        <a:pt x="347" y="79"/>
                      </a:lnTo>
                      <a:lnTo>
                        <a:pt x="347" y="81"/>
                      </a:lnTo>
                      <a:lnTo>
                        <a:pt x="349" y="81"/>
                      </a:lnTo>
                      <a:lnTo>
                        <a:pt x="349" y="83"/>
                      </a:lnTo>
                      <a:lnTo>
                        <a:pt x="349" y="85"/>
                      </a:lnTo>
                      <a:lnTo>
                        <a:pt x="351" y="85"/>
                      </a:lnTo>
                      <a:lnTo>
                        <a:pt x="352" y="85"/>
                      </a:lnTo>
                      <a:lnTo>
                        <a:pt x="352" y="86"/>
                      </a:lnTo>
                      <a:lnTo>
                        <a:pt x="354" y="86"/>
                      </a:lnTo>
                      <a:lnTo>
                        <a:pt x="356" y="86"/>
                      </a:lnTo>
                      <a:lnTo>
                        <a:pt x="356" y="88"/>
                      </a:lnTo>
                      <a:lnTo>
                        <a:pt x="354" y="88"/>
                      </a:lnTo>
                      <a:lnTo>
                        <a:pt x="356" y="88"/>
                      </a:lnTo>
                      <a:lnTo>
                        <a:pt x="356" y="90"/>
                      </a:lnTo>
                      <a:lnTo>
                        <a:pt x="356" y="92"/>
                      </a:lnTo>
                      <a:lnTo>
                        <a:pt x="356" y="94"/>
                      </a:lnTo>
                      <a:lnTo>
                        <a:pt x="356" y="95"/>
                      </a:lnTo>
                      <a:lnTo>
                        <a:pt x="358" y="95"/>
                      </a:lnTo>
                      <a:lnTo>
                        <a:pt x="358" y="97"/>
                      </a:lnTo>
                      <a:lnTo>
                        <a:pt x="356" y="97"/>
                      </a:lnTo>
                      <a:lnTo>
                        <a:pt x="358" y="97"/>
                      </a:lnTo>
                      <a:lnTo>
                        <a:pt x="358" y="99"/>
                      </a:lnTo>
                      <a:lnTo>
                        <a:pt x="356" y="99"/>
                      </a:lnTo>
                      <a:lnTo>
                        <a:pt x="356" y="101"/>
                      </a:lnTo>
                      <a:lnTo>
                        <a:pt x="358" y="101"/>
                      </a:lnTo>
                      <a:lnTo>
                        <a:pt x="358" y="103"/>
                      </a:lnTo>
                      <a:lnTo>
                        <a:pt x="360" y="103"/>
                      </a:lnTo>
                      <a:lnTo>
                        <a:pt x="362" y="105"/>
                      </a:lnTo>
                      <a:lnTo>
                        <a:pt x="367" y="106"/>
                      </a:lnTo>
                      <a:lnTo>
                        <a:pt x="374" y="112"/>
                      </a:lnTo>
                      <a:lnTo>
                        <a:pt x="393" y="121"/>
                      </a:lnTo>
                      <a:lnTo>
                        <a:pt x="396" y="125"/>
                      </a:lnTo>
                      <a:lnTo>
                        <a:pt x="400" y="127"/>
                      </a:lnTo>
                      <a:lnTo>
                        <a:pt x="404" y="127"/>
                      </a:lnTo>
                      <a:lnTo>
                        <a:pt x="404" y="128"/>
                      </a:lnTo>
                      <a:lnTo>
                        <a:pt x="416" y="136"/>
                      </a:lnTo>
                      <a:lnTo>
                        <a:pt x="420" y="138"/>
                      </a:lnTo>
                      <a:lnTo>
                        <a:pt x="420" y="139"/>
                      </a:lnTo>
                      <a:lnTo>
                        <a:pt x="425" y="138"/>
                      </a:lnTo>
                      <a:lnTo>
                        <a:pt x="427" y="139"/>
                      </a:lnTo>
                      <a:lnTo>
                        <a:pt x="429" y="139"/>
                      </a:lnTo>
                      <a:lnTo>
                        <a:pt x="433" y="143"/>
                      </a:lnTo>
                      <a:lnTo>
                        <a:pt x="436" y="145"/>
                      </a:lnTo>
                      <a:lnTo>
                        <a:pt x="438" y="145"/>
                      </a:lnTo>
                      <a:lnTo>
                        <a:pt x="438" y="147"/>
                      </a:lnTo>
                      <a:lnTo>
                        <a:pt x="440" y="147"/>
                      </a:lnTo>
                      <a:lnTo>
                        <a:pt x="442" y="147"/>
                      </a:lnTo>
                      <a:lnTo>
                        <a:pt x="442" y="148"/>
                      </a:lnTo>
                      <a:lnTo>
                        <a:pt x="444" y="148"/>
                      </a:lnTo>
                      <a:lnTo>
                        <a:pt x="446" y="148"/>
                      </a:lnTo>
                      <a:lnTo>
                        <a:pt x="447" y="150"/>
                      </a:lnTo>
                      <a:lnTo>
                        <a:pt x="449" y="150"/>
                      </a:lnTo>
                      <a:lnTo>
                        <a:pt x="451" y="152"/>
                      </a:lnTo>
                      <a:lnTo>
                        <a:pt x="455" y="154"/>
                      </a:lnTo>
                      <a:lnTo>
                        <a:pt x="457" y="156"/>
                      </a:lnTo>
                      <a:lnTo>
                        <a:pt x="462" y="158"/>
                      </a:lnTo>
                      <a:lnTo>
                        <a:pt x="464" y="159"/>
                      </a:lnTo>
                      <a:lnTo>
                        <a:pt x="469" y="163"/>
                      </a:lnTo>
                      <a:lnTo>
                        <a:pt x="471" y="163"/>
                      </a:lnTo>
                      <a:lnTo>
                        <a:pt x="473" y="163"/>
                      </a:lnTo>
                      <a:lnTo>
                        <a:pt x="478" y="163"/>
                      </a:lnTo>
                      <a:lnTo>
                        <a:pt x="480" y="163"/>
                      </a:lnTo>
                      <a:lnTo>
                        <a:pt x="482" y="163"/>
                      </a:lnTo>
                      <a:lnTo>
                        <a:pt x="484" y="163"/>
                      </a:lnTo>
                      <a:lnTo>
                        <a:pt x="484" y="165"/>
                      </a:lnTo>
                      <a:lnTo>
                        <a:pt x="486" y="165"/>
                      </a:lnTo>
                      <a:lnTo>
                        <a:pt x="488" y="165"/>
                      </a:lnTo>
                      <a:lnTo>
                        <a:pt x="489" y="165"/>
                      </a:lnTo>
                      <a:lnTo>
                        <a:pt x="488" y="167"/>
                      </a:lnTo>
                      <a:lnTo>
                        <a:pt x="489" y="167"/>
                      </a:lnTo>
                      <a:lnTo>
                        <a:pt x="489" y="165"/>
                      </a:lnTo>
                      <a:lnTo>
                        <a:pt x="489" y="167"/>
                      </a:lnTo>
                      <a:lnTo>
                        <a:pt x="491" y="167"/>
                      </a:lnTo>
                      <a:lnTo>
                        <a:pt x="493" y="167"/>
                      </a:lnTo>
                      <a:lnTo>
                        <a:pt x="495" y="167"/>
                      </a:lnTo>
                      <a:lnTo>
                        <a:pt x="495" y="169"/>
                      </a:lnTo>
                      <a:lnTo>
                        <a:pt x="497" y="169"/>
                      </a:lnTo>
                      <a:lnTo>
                        <a:pt x="497" y="170"/>
                      </a:lnTo>
                      <a:lnTo>
                        <a:pt x="498" y="170"/>
                      </a:lnTo>
                      <a:lnTo>
                        <a:pt x="498" y="172"/>
                      </a:lnTo>
                      <a:lnTo>
                        <a:pt x="500" y="172"/>
                      </a:lnTo>
                      <a:lnTo>
                        <a:pt x="502" y="172"/>
                      </a:lnTo>
                      <a:lnTo>
                        <a:pt x="504" y="172"/>
                      </a:lnTo>
                      <a:lnTo>
                        <a:pt x="506" y="172"/>
                      </a:lnTo>
                      <a:lnTo>
                        <a:pt x="508" y="172"/>
                      </a:lnTo>
                      <a:lnTo>
                        <a:pt x="509" y="174"/>
                      </a:lnTo>
                      <a:lnTo>
                        <a:pt x="509" y="176"/>
                      </a:lnTo>
                      <a:lnTo>
                        <a:pt x="508" y="178"/>
                      </a:lnTo>
                      <a:lnTo>
                        <a:pt x="506" y="178"/>
                      </a:lnTo>
                      <a:lnTo>
                        <a:pt x="506" y="180"/>
                      </a:lnTo>
                      <a:lnTo>
                        <a:pt x="506" y="181"/>
                      </a:lnTo>
                      <a:lnTo>
                        <a:pt x="506" y="183"/>
                      </a:lnTo>
                      <a:lnTo>
                        <a:pt x="506" y="185"/>
                      </a:lnTo>
                      <a:lnTo>
                        <a:pt x="504" y="187"/>
                      </a:lnTo>
                      <a:lnTo>
                        <a:pt x="504" y="189"/>
                      </a:lnTo>
                      <a:lnTo>
                        <a:pt x="506" y="191"/>
                      </a:lnTo>
                      <a:lnTo>
                        <a:pt x="506" y="192"/>
                      </a:lnTo>
                      <a:lnTo>
                        <a:pt x="506" y="194"/>
                      </a:lnTo>
                      <a:lnTo>
                        <a:pt x="504" y="194"/>
                      </a:lnTo>
                      <a:lnTo>
                        <a:pt x="504" y="196"/>
                      </a:lnTo>
                      <a:lnTo>
                        <a:pt x="506" y="196"/>
                      </a:lnTo>
                      <a:lnTo>
                        <a:pt x="504" y="196"/>
                      </a:lnTo>
                      <a:lnTo>
                        <a:pt x="504" y="198"/>
                      </a:lnTo>
                      <a:lnTo>
                        <a:pt x="502" y="198"/>
                      </a:lnTo>
                      <a:lnTo>
                        <a:pt x="500" y="198"/>
                      </a:lnTo>
                      <a:lnTo>
                        <a:pt x="498" y="198"/>
                      </a:lnTo>
                      <a:lnTo>
                        <a:pt x="497" y="198"/>
                      </a:lnTo>
                      <a:lnTo>
                        <a:pt x="495" y="196"/>
                      </a:lnTo>
                      <a:lnTo>
                        <a:pt x="493" y="196"/>
                      </a:lnTo>
                      <a:lnTo>
                        <a:pt x="491" y="196"/>
                      </a:lnTo>
                      <a:lnTo>
                        <a:pt x="489" y="194"/>
                      </a:lnTo>
                      <a:lnTo>
                        <a:pt x="488" y="194"/>
                      </a:lnTo>
                      <a:lnTo>
                        <a:pt x="486" y="194"/>
                      </a:lnTo>
                      <a:lnTo>
                        <a:pt x="484" y="192"/>
                      </a:lnTo>
                      <a:lnTo>
                        <a:pt x="482" y="192"/>
                      </a:lnTo>
                      <a:lnTo>
                        <a:pt x="480" y="191"/>
                      </a:lnTo>
                      <a:lnTo>
                        <a:pt x="478" y="191"/>
                      </a:lnTo>
                      <a:lnTo>
                        <a:pt x="477" y="191"/>
                      </a:lnTo>
                      <a:lnTo>
                        <a:pt x="477" y="189"/>
                      </a:lnTo>
                      <a:lnTo>
                        <a:pt x="477" y="191"/>
                      </a:lnTo>
                      <a:lnTo>
                        <a:pt x="477" y="189"/>
                      </a:lnTo>
                      <a:lnTo>
                        <a:pt x="475" y="189"/>
                      </a:lnTo>
                      <a:lnTo>
                        <a:pt x="475" y="191"/>
                      </a:lnTo>
                      <a:lnTo>
                        <a:pt x="473" y="192"/>
                      </a:lnTo>
                      <a:lnTo>
                        <a:pt x="473" y="196"/>
                      </a:lnTo>
                      <a:lnTo>
                        <a:pt x="471" y="198"/>
                      </a:lnTo>
                      <a:lnTo>
                        <a:pt x="469" y="200"/>
                      </a:lnTo>
                      <a:lnTo>
                        <a:pt x="467" y="200"/>
                      </a:lnTo>
                      <a:lnTo>
                        <a:pt x="460" y="200"/>
                      </a:lnTo>
                      <a:lnTo>
                        <a:pt x="458" y="200"/>
                      </a:lnTo>
                      <a:lnTo>
                        <a:pt x="457" y="200"/>
                      </a:lnTo>
                      <a:lnTo>
                        <a:pt x="455" y="200"/>
                      </a:lnTo>
                      <a:lnTo>
                        <a:pt x="449" y="202"/>
                      </a:lnTo>
                      <a:lnTo>
                        <a:pt x="442" y="205"/>
                      </a:lnTo>
                      <a:lnTo>
                        <a:pt x="442" y="207"/>
                      </a:lnTo>
                      <a:lnTo>
                        <a:pt x="442" y="212"/>
                      </a:lnTo>
                      <a:lnTo>
                        <a:pt x="440" y="214"/>
                      </a:lnTo>
                      <a:lnTo>
                        <a:pt x="440" y="216"/>
                      </a:lnTo>
                      <a:lnTo>
                        <a:pt x="436" y="222"/>
                      </a:lnTo>
                      <a:lnTo>
                        <a:pt x="436" y="223"/>
                      </a:lnTo>
                      <a:lnTo>
                        <a:pt x="436" y="227"/>
                      </a:lnTo>
                      <a:lnTo>
                        <a:pt x="436" y="229"/>
                      </a:lnTo>
                      <a:lnTo>
                        <a:pt x="435" y="231"/>
                      </a:lnTo>
                      <a:lnTo>
                        <a:pt x="435" y="233"/>
                      </a:lnTo>
                      <a:lnTo>
                        <a:pt x="433" y="233"/>
                      </a:lnTo>
                      <a:lnTo>
                        <a:pt x="429" y="236"/>
                      </a:lnTo>
                      <a:lnTo>
                        <a:pt x="427" y="236"/>
                      </a:lnTo>
                      <a:lnTo>
                        <a:pt x="425" y="236"/>
                      </a:lnTo>
                      <a:lnTo>
                        <a:pt x="425" y="238"/>
                      </a:lnTo>
                      <a:lnTo>
                        <a:pt x="424" y="240"/>
                      </a:lnTo>
                      <a:lnTo>
                        <a:pt x="424" y="238"/>
                      </a:lnTo>
                      <a:lnTo>
                        <a:pt x="424" y="240"/>
                      </a:lnTo>
                      <a:lnTo>
                        <a:pt x="422" y="240"/>
                      </a:lnTo>
                      <a:lnTo>
                        <a:pt x="422" y="238"/>
                      </a:lnTo>
                      <a:lnTo>
                        <a:pt x="420" y="238"/>
                      </a:lnTo>
                      <a:lnTo>
                        <a:pt x="420" y="240"/>
                      </a:lnTo>
                      <a:lnTo>
                        <a:pt x="420" y="238"/>
                      </a:lnTo>
                      <a:lnTo>
                        <a:pt x="420" y="240"/>
                      </a:lnTo>
                      <a:lnTo>
                        <a:pt x="418" y="240"/>
                      </a:lnTo>
                      <a:lnTo>
                        <a:pt x="416" y="240"/>
                      </a:lnTo>
                      <a:lnTo>
                        <a:pt x="416" y="242"/>
                      </a:lnTo>
                      <a:lnTo>
                        <a:pt x="416" y="244"/>
                      </a:lnTo>
                      <a:lnTo>
                        <a:pt x="416" y="245"/>
                      </a:lnTo>
                      <a:lnTo>
                        <a:pt x="413" y="244"/>
                      </a:lnTo>
                      <a:lnTo>
                        <a:pt x="409" y="244"/>
                      </a:lnTo>
                      <a:lnTo>
                        <a:pt x="409" y="245"/>
                      </a:lnTo>
                      <a:lnTo>
                        <a:pt x="407" y="245"/>
                      </a:lnTo>
                      <a:lnTo>
                        <a:pt x="404" y="245"/>
                      </a:lnTo>
                      <a:lnTo>
                        <a:pt x="398" y="247"/>
                      </a:lnTo>
                      <a:lnTo>
                        <a:pt x="398" y="249"/>
                      </a:lnTo>
                      <a:lnTo>
                        <a:pt x="396" y="249"/>
                      </a:lnTo>
                      <a:lnTo>
                        <a:pt x="393" y="249"/>
                      </a:lnTo>
                      <a:lnTo>
                        <a:pt x="389" y="249"/>
                      </a:lnTo>
                      <a:lnTo>
                        <a:pt x="385" y="249"/>
                      </a:lnTo>
                      <a:lnTo>
                        <a:pt x="384" y="249"/>
                      </a:lnTo>
                      <a:lnTo>
                        <a:pt x="382" y="249"/>
                      </a:lnTo>
                      <a:lnTo>
                        <a:pt x="384" y="251"/>
                      </a:lnTo>
                      <a:lnTo>
                        <a:pt x="382" y="251"/>
                      </a:lnTo>
                      <a:lnTo>
                        <a:pt x="384" y="251"/>
                      </a:lnTo>
                      <a:lnTo>
                        <a:pt x="382" y="251"/>
                      </a:lnTo>
                      <a:lnTo>
                        <a:pt x="384" y="251"/>
                      </a:lnTo>
                      <a:lnTo>
                        <a:pt x="384" y="253"/>
                      </a:lnTo>
                      <a:lnTo>
                        <a:pt x="384" y="255"/>
                      </a:lnTo>
                      <a:lnTo>
                        <a:pt x="385" y="255"/>
                      </a:lnTo>
                      <a:lnTo>
                        <a:pt x="384" y="255"/>
                      </a:lnTo>
                      <a:lnTo>
                        <a:pt x="385" y="255"/>
                      </a:lnTo>
                      <a:lnTo>
                        <a:pt x="387" y="255"/>
                      </a:lnTo>
                      <a:lnTo>
                        <a:pt x="387" y="256"/>
                      </a:lnTo>
                      <a:lnTo>
                        <a:pt x="382" y="258"/>
                      </a:lnTo>
                      <a:lnTo>
                        <a:pt x="382" y="260"/>
                      </a:lnTo>
                      <a:lnTo>
                        <a:pt x="382" y="262"/>
                      </a:lnTo>
                      <a:lnTo>
                        <a:pt x="384" y="262"/>
                      </a:lnTo>
                      <a:lnTo>
                        <a:pt x="382" y="262"/>
                      </a:lnTo>
                      <a:lnTo>
                        <a:pt x="382" y="264"/>
                      </a:lnTo>
                      <a:lnTo>
                        <a:pt x="382" y="265"/>
                      </a:lnTo>
                      <a:lnTo>
                        <a:pt x="380" y="265"/>
                      </a:lnTo>
                      <a:lnTo>
                        <a:pt x="378" y="265"/>
                      </a:lnTo>
                      <a:lnTo>
                        <a:pt x="380" y="265"/>
                      </a:lnTo>
                      <a:lnTo>
                        <a:pt x="378" y="265"/>
                      </a:lnTo>
                      <a:lnTo>
                        <a:pt x="376" y="267"/>
                      </a:lnTo>
                      <a:lnTo>
                        <a:pt x="374" y="267"/>
                      </a:lnTo>
                      <a:lnTo>
                        <a:pt x="374" y="269"/>
                      </a:lnTo>
                      <a:lnTo>
                        <a:pt x="374" y="267"/>
                      </a:lnTo>
                      <a:lnTo>
                        <a:pt x="374" y="269"/>
                      </a:lnTo>
                      <a:lnTo>
                        <a:pt x="373" y="269"/>
                      </a:lnTo>
                      <a:lnTo>
                        <a:pt x="371" y="269"/>
                      </a:lnTo>
                      <a:lnTo>
                        <a:pt x="371" y="271"/>
                      </a:lnTo>
                      <a:lnTo>
                        <a:pt x="369" y="271"/>
                      </a:lnTo>
                      <a:lnTo>
                        <a:pt x="367" y="273"/>
                      </a:lnTo>
                      <a:lnTo>
                        <a:pt x="365" y="273"/>
                      </a:lnTo>
                      <a:lnTo>
                        <a:pt x="363" y="273"/>
                      </a:lnTo>
                      <a:lnTo>
                        <a:pt x="362" y="273"/>
                      </a:lnTo>
                      <a:lnTo>
                        <a:pt x="362" y="271"/>
                      </a:lnTo>
                      <a:lnTo>
                        <a:pt x="360" y="271"/>
                      </a:lnTo>
                      <a:lnTo>
                        <a:pt x="354" y="276"/>
                      </a:lnTo>
                      <a:lnTo>
                        <a:pt x="352" y="275"/>
                      </a:lnTo>
                      <a:lnTo>
                        <a:pt x="352" y="273"/>
                      </a:lnTo>
                      <a:lnTo>
                        <a:pt x="352" y="271"/>
                      </a:lnTo>
                      <a:lnTo>
                        <a:pt x="352" y="269"/>
                      </a:lnTo>
                      <a:lnTo>
                        <a:pt x="349" y="269"/>
                      </a:lnTo>
                      <a:lnTo>
                        <a:pt x="347" y="267"/>
                      </a:lnTo>
                      <a:lnTo>
                        <a:pt x="345" y="265"/>
                      </a:lnTo>
                      <a:lnTo>
                        <a:pt x="342" y="264"/>
                      </a:lnTo>
                      <a:lnTo>
                        <a:pt x="334" y="265"/>
                      </a:lnTo>
                      <a:lnTo>
                        <a:pt x="329" y="265"/>
                      </a:lnTo>
                      <a:lnTo>
                        <a:pt x="327" y="265"/>
                      </a:lnTo>
                      <a:lnTo>
                        <a:pt x="323" y="262"/>
                      </a:lnTo>
                      <a:lnTo>
                        <a:pt x="321" y="262"/>
                      </a:lnTo>
                      <a:lnTo>
                        <a:pt x="321" y="260"/>
                      </a:lnTo>
                      <a:lnTo>
                        <a:pt x="320" y="260"/>
                      </a:lnTo>
                      <a:lnTo>
                        <a:pt x="320" y="258"/>
                      </a:lnTo>
                      <a:lnTo>
                        <a:pt x="318" y="258"/>
                      </a:lnTo>
                      <a:lnTo>
                        <a:pt x="316" y="258"/>
                      </a:lnTo>
                      <a:lnTo>
                        <a:pt x="314" y="258"/>
                      </a:lnTo>
                      <a:lnTo>
                        <a:pt x="314" y="256"/>
                      </a:lnTo>
                      <a:lnTo>
                        <a:pt x="316" y="256"/>
                      </a:lnTo>
                      <a:lnTo>
                        <a:pt x="316" y="255"/>
                      </a:lnTo>
                      <a:lnTo>
                        <a:pt x="316" y="253"/>
                      </a:lnTo>
                      <a:lnTo>
                        <a:pt x="316" y="251"/>
                      </a:lnTo>
                      <a:lnTo>
                        <a:pt x="316" y="249"/>
                      </a:lnTo>
                      <a:lnTo>
                        <a:pt x="314" y="249"/>
                      </a:lnTo>
                      <a:lnTo>
                        <a:pt x="316" y="249"/>
                      </a:lnTo>
                      <a:lnTo>
                        <a:pt x="314" y="247"/>
                      </a:lnTo>
                      <a:lnTo>
                        <a:pt x="316" y="247"/>
                      </a:lnTo>
                      <a:lnTo>
                        <a:pt x="314" y="247"/>
                      </a:lnTo>
                      <a:lnTo>
                        <a:pt x="312" y="247"/>
                      </a:lnTo>
                      <a:lnTo>
                        <a:pt x="310" y="245"/>
                      </a:lnTo>
                      <a:lnTo>
                        <a:pt x="310" y="247"/>
                      </a:lnTo>
                      <a:lnTo>
                        <a:pt x="310" y="245"/>
                      </a:lnTo>
                      <a:lnTo>
                        <a:pt x="312" y="245"/>
                      </a:lnTo>
                      <a:lnTo>
                        <a:pt x="312" y="244"/>
                      </a:lnTo>
                      <a:lnTo>
                        <a:pt x="314" y="244"/>
                      </a:lnTo>
                      <a:lnTo>
                        <a:pt x="314" y="242"/>
                      </a:lnTo>
                      <a:lnTo>
                        <a:pt x="314" y="240"/>
                      </a:lnTo>
                      <a:lnTo>
                        <a:pt x="314" y="238"/>
                      </a:lnTo>
                      <a:lnTo>
                        <a:pt x="314" y="236"/>
                      </a:lnTo>
                      <a:lnTo>
                        <a:pt x="312" y="236"/>
                      </a:lnTo>
                      <a:lnTo>
                        <a:pt x="312" y="234"/>
                      </a:lnTo>
                      <a:lnTo>
                        <a:pt x="312" y="233"/>
                      </a:lnTo>
                      <a:lnTo>
                        <a:pt x="312" y="231"/>
                      </a:lnTo>
                      <a:lnTo>
                        <a:pt x="312" y="229"/>
                      </a:lnTo>
                      <a:lnTo>
                        <a:pt x="312" y="227"/>
                      </a:lnTo>
                      <a:lnTo>
                        <a:pt x="312" y="225"/>
                      </a:lnTo>
                      <a:lnTo>
                        <a:pt x="314" y="225"/>
                      </a:lnTo>
                      <a:lnTo>
                        <a:pt x="312" y="225"/>
                      </a:lnTo>
                      <a:lnTo>
                        <a:pt x="314" y="225"/>
                      </a:lnTo>
                      <a:lnTo>
                        <a:pt x="312" y="223"/>
                      </a:lnTo>
                      <a:lnTo>
                        <a:pt x="312" y="222"/>
                      </a:lnTo>
                      <a:lnTo>
                        <a:pt x="310" y="222"/>
                      </a:lnTo>
                      <a:lnTo>
                        <a:pt x="307" y="222"/>
                      </a:lnTo>
                      <a:lnTo>
                        <a:pt x="300" y="222"/>
                      </a:lnTo>
                      <a:lnTo>
                        <a:pt x="296" y="222"/>
                      </a:lnTo>
                      <a:lnTo>
                        <a:pt x="294" y="222"/>
                      </a:lnTo>
                      <a:lnTo>
                        <a:pt x="292" y="222"/>
                      </a:lnTo>
                      <a:lnTo>
                        <a:pt x="289" y="222"/>
                      </a:lnTo>
                      <a:lnTo>
                        <a:pt x="285" y="222"/>
                      </a:lnTo>
                      <a:lnTo>
                        <a:pt x="283" y="222"/>
                      </a:lnTo>
                      <a:lnTo>
                        <a:pt x="281" y="218"/>
                      </a:lnTo>
                      <a:lnTo>
                        <a:pt x="279" y="218"/>
                      </a:lnTo>
                      <a:lnTo>
                        <a:pt x="279" y="216"/>
                      </a:lnTo>
                      <a:lnTo>
                        <a:pt x="278" y="216"/>
                      </a:lnTo>
                      <a:lnTo>
                        <a:pt x="278" y="214"/>
                      </a:lnTo>
                      <a:lnTo>
                        <a:pt x="276" y="214"/>
                      </a:lnTo>
                      <a:lnTo>
                        <a:pt x="276" y="212"/>
                      </a:lnTo>
                      <a:lnTo>
                        <a:pt x="274" y="212"/>
                      </a:lnTo>
                      <a:lnTo>
                        <a:pt x="274" y="211"/>
                      </a:lnTo>
                      <a:lnTo>
                        <a:pt x="274" y="209"/>
                      </a:lnTo>
                      <a:lnTo>
                        <a:pt x="272" y="209"/>
                      </a:lnTo>
                      <a:lnTo>
                        <a:pt x="272" y="207"/>
                      </a:lnTo>
                      <a:lnTo>
                        <a:pt x="270" y="207"/>
                      </a:lnTo>
                      <a:lnTo>
                        <a:pt x="269" y="207"/>
                      </a:lnTo>
                      <a:lnTo>
                        <a:pt x="267" y="207"/>
                      </a:lnTo>
                      <a:lnTo>
                        <a:pt x="265" y="205"/>
                      </a:lnTo>
                      <a:lnTo>
                        <a:pt x="263" y="205"/>
                      </a:lnTo>
                      <a:lnTo>
                        <a:pt x="261" y="205"/>
                      </a:lnTo>
                      <a:lnTo>
                        <a:pt x="259" y="203"/>
                      </a:lnTo>
                      <a:lnTo>
                        <a:pt x="258" y="205"/>
                      </a:lnTo>
                      <a:lnTo>
                        <a:pt x="258" y="203"/>
                      </a:lnTo>
                      <a:lnTo>
                        <a:pt x="256" y="203"/>
                      </a:lnTo>
                      <a:lnTo>
                        <a:pt x="254" y="203"/>
                      </a:lnTo>
                      <a:lnTo>
                        <a:pt x="256" y="203"/>
                      </a:lnTo>
                      <a:lnTo>
                        <a:pt x="254" y="202"/>
                      </a:lnTo>
                      <a:lnTo>
                        <a:pt x="252" y="202"/>
                      </a:lnTo>
                      <a:lnTo>
                        <a:pt x="252" y="200"/>
                      </a:lnTo>
                      <a:lnTo>
                        <a:pt x="250" y="200"/>
                      </a:lnTo>
                      <a:lnTo>
                        <a:pt x="250" y="198"/>
                      </a:lnTo>
                      <a:lnTo>
                        <a:pt x="248" y="198"/>
                      </a:lnTo>
                      <a:lnTo>
                        <a:pt x="248" y="196"/>
                      </a:lnTo>
                      <a:lnTo>
                        <a:pt x="248" y="194"/>
                      </a:lnTo>
                      <a:lnTo>
                        <a:pt x="250" y="194"/>
                      </a:lnTo>
                      <a:lnTo>
                        <a:pt x="248" y="192"/>
                      </a:lnTo>
                      <a:lnTo>
                        <a:pt x="248" y="191"/>
                      </a:lnTo>
                      <a:lnTo>
                        <a:pt x="247" y="191"/>
                      </a:lnTo>
                      <a:lnTo>
                        <a:pt x="245" y="191"/>
                      </a:lnTo>
                      <a:lnTo>
                        <a:pt x="243" y="191"/>
                      </a:lnTo>
                      <a:lnTo>
                        <a:pt x="241" y="191"/>
                      </a:lnTo>
                      <a:lnTo>
                        <a:pt x="241" y="189"/>
                      </a:lnTo>
                      <a:lnTo>
                        <a:pt x="239" y="189"/>
                      </a:lnTo>
                      <a:lnTo>
                        <a:pt x="239" y="187"/>
                      </a:lnTo>
                      <a:lnTo>
                        <a:pt x="237" y="187"/>
                      </a:lnTo>
                      <a:lnTo>
                        <a:pt x="236" y="187"/>
                      </a:lnTo>
                      <a:lnTo>
                        <a:pt x="234" y="185"/>
                      </a:lnTo>
                      <a:lnTo>
                        <a:pt x="232" y="185"/>
                      </a:lnTo>
                      <a:lnTo>
                        <a:pt x="230" y="185"/>
                      </a:lnTo>
                      <a:lnTo>
                        <a:pt x="228" y="183"/>
                      </a:lnTo>
                      <a:lnTo>
                        <a:pt x="228" y="185"/>
                      </a:lnTo>
                      <a:lnTo>
                        <a:pt x="227" y="185"/>
                      </a:lnTo>
                      <a:lnTo>
                        <a:pt x="227" y="187"/>
                      </a:lnTo>
                      <a:lnTo>
                        <a:pt x="225" y="187"/>
                      </a:lnTo>
                      <a:lnTo>
                        <a:pt x="221" y="185"/>
                      </a:lnTo>
                      <a:lnTo>
                        <a:pt x="221" y="183"/>
                      </a:lnTo>
                      <a:lnTo>
                        <a:pt x="219" y="183"/>
                      </a:lnTo>
                      <a:lnTo>
                        <a:pt x="217" y="185"/>
                      </a:lnTo>
                      <a:lnTo>
                        <a:pt x="217" y="187"/>
                      </a:lnTo>
                      <a:lnTo>
                        <a:pt x="216" y="187"/>
                      </a:lnTo>
                      <a:lnTo>
                        <a:pt x="214" y="187"/>
                      </a:lnTo>
                      <a:lnTo>
                        <a:pt x="212" y="187"/>
                      </a:lnTo>
                      <a:lnTo>
                        <a:pt x="212" y="185"/>
                      </a:lnTo>
                      <a:lnTo>
                        <a:pt x="210" y="185"/>
                      </a:lnTo>
                      <a:lnTo>
                        <a:pt x="208" y="185"/>
                      </a:lnTo>
                      <a:lnTo>
                        <a:pt x="208" y="183"/>
                      </a:lnTo>
                      <a:lnTo>
                        <a:pt x="206" y="181"/>
                      </a:lnTo>
                      <a:lnTo>
                        <a:pt x="205" y="181"/>
                      </a:lnTo>
                      <a:lnTo>
                        <a:pt x="205" y="180"/>
                      </a:lnTo>
                      <a:lnTo>
                        <a:pt x="205" y="181"/>
                      </a:lnTo>
                      <a:lnTo>
                        <a:pt x="203" y="180"/>
                      </a:lnTo>
                      <a:lnTo>
                        <a:pt x="203" y="181"/>
                      </a:lnTo>
                      <a:lnTo>
                        <a:pt x="203" y="180"/>
                      </a:lnTo>
                      <a:lnTo>
                        <a:pt x="201" y="180"/>
                      </a:lnTo>
                      <a:lnTo>
                        <a:pt x="199" y="180"/>
                      </a:lnTo>
                      <a:lnTo>
                        <a:pt x="197" y="180"/>
                      </a:lnTo>
                      <a:lnTo>
                        <a:pt x="197" y="178"/>
                      </a:lnTo>
                      <a:lnTo>
                        <a:pt x="196" y="178"/>
                      </a:lnTo>
                      <a:lnTo>
                        <a:pt x="194" y="178"/>
                      </a:lnTo>
                      <a:lnTo>
                        <a:pt x="192" y="178"/>
                      </a:lnTo>
                      <a:lnTo>
                        <a:pt x="192" y="176"/>
                      </a:lnTo>
                      <a:lnTo>
                        <a:pt x="190" y="178"/>
                      </a:lnTo>
                      <a:lnTo>
                        <a:pt x="190" y="176"/>
                      </a:lnTo>
                      <a:lnTo>
                        <a:pt x="188" y="176"/>
                      </a:lnTo>
                      <a:lnTo>
                        <a:pt x="186" y="176"/>
                      </a:lnTo>
                      <a:lnTo>
                        <a:pt x="185" y="176"/>
                      </a:lnTo>
                      <a:lnTo>
                        <a:pt x="183" y="176"/>
                      </a:lnTo>
                      <a:lnTo>
                        <a:pt x="181" y="176"/>
                      </a:lnTo>
                      <a:lnTo>
                        <a:pt x="179" y="176"/>
                      </a:lnTo>
                      <a:lnTo>
                        <a:pt x="179" y="174"/>
                      </a:lnTo>
                      <a:lnTo>
                        <a:pt x="177" y="174"/>
                      </a:lnTo>
                      <a:lnTo>
                        <a:pt x="175" y="174"/>
                      </a:lnTo>
                      <a:lnTo>
                        <a:pt x="177" y="172"/>
                      </a:lnTo>
                      <a:lnTo>
                        <a:pt x="177" y="170"/>
                      </a:lnTo>
                      <a:lnTo>
                        <a:pt x="177" y="169"/>
                      </a:lnTo>
                      <a:lnTo>
                        <a:pt x="175" y="169"/>
                      </a:lnTo>
                      <a:lnTo>
                        <a:pt x="174" y="167"/>
                      </a:lnTo>
                      <a:lnTo>
                        <a:pt x="174" y="165"/>
                      </a:lnTo>
                      <a:lnTo>
                        <a:pt x="172" y="165"/>
                      </a:lnTo>
                      <a:lnTo>
                        <a:pt x="172" y="163"/>
                      </a:lnTo>
                      <a:lnTo>
                        <a:pt x="170" y="163"/>
                      </a:lnTo>
                      <a:lnTo>
                        <a:pt x="168" y="163"/>
                      </a:lnTo>
                      <a:lnTo>
                        <a:pt x="168" y="165"/>
                      </a:lnTo>
                      <a:lnTo>
                        <a:pt x="166" y="165"/>
                      </a:lnTo>
                      <a:lnTo>
                        <a:pt x="166" y="167"/>
                      </a:lnTo>
                      <a:lnTo>
                        <a:pt x="164" y="167"/>
                      </a:lnTo>
                      <a:lnTo>
                        <a:pt x="163" y="165"/>
                      </a:lnTo>
                      <a:lnTo>
                        <a:pt x="161" y="165"/>
                      </a:lnTo>
                      <a:lnTo>
                        <a:pt x="159" y="165"/>
                      </a:lnTo>
                      <a:lnTo>
                        <a:pt x="157" y="165"/>
                      </a:lnTo>
                      <a:lnTo>
                        <a:pt x="155" y="165"/>
                      </a:lnTo>
                      <a:lnTo>
                        <a:pt x="155" y="163"/>
                      </a:lnTo>
                      <a:lnTo>
                        <a:pt x="154" y="163"/>
                      </a:lnTo>
                      <a:lnTo>
                        <a:pt x="152" y="163"/>
                      </a:lnTo>
                      <a:lnTo>
                        <a:pt x="152" y="165"/>
                      </a:lnTo>
                      <a:lnTo>
                        <a:pt x="150" y="165"/>
                      </a:lnTo>
                      <a:lnTo>
                        <a:pt x="148" y="163"/>
                      </a:lnTo>
                      <a:lnTo>
                        <a:pt x="146" y="163"/>
                      </a:lnTo>
                      <a:lnTo>
                        <a:pt x="144" y="163"/>
                      </a:lnTo>
                      <a:lnTo>
                        <a:pt x="143" y="163"/>
                      </a:lnTo>
                      <a:lnTo>
                        <a:pt x="143" y="165"/>
                      </a:lnTo>
                      <a:lnTo>
                        <a:pt x="141" y="165"/>
                      </a:lnTo>
                      <a:lnTo>
                        <a:pt x="141" y="167"/>
                      </a:lnTo>
                      <a:lnTo>
                        <a:pt x="139" y="167"/>
                      </a:lnTo>
                      <a:lnTo>
                        <a:pt x="139" y="169"/>
                      </a:lnTo>
                      <a:lnTo>
                        <a:pt x="141" y="169"/>
                      </a:lnTo>
                      <a:lnTo>
                        <a:pt x="141" y="170"/>
                      </a:lnTo>
                      <a:lnTo>
                        <a:pt x="139" y="170"/>
                      </a:lnTo>
                      <a:lnTo>
                        <a:pt x="137" y="170"/>
                      </a:lnTo>
                      <a:lnTo>
                        <a:pt x="135" y="170"/>
                      </a:lnTo>
                      <a:lnTo>
                        <a:pt x="133" y="170"/>
                      </a:lnTo>
                      <a:lnTo>
                        <a:pt x="132" y="170"/>
                      </a:lnTo>
                      <a:lnTo>
                        <a:pt x="130" y="170"/>
                      </a:lnTo>
                      <a:lnTo>
                        <a:pt x="128" y="170"/>
                      </a:lnTo>
                      <a:lnTo>
                        <a:pt x="126" y="170"/>
                      </a:lnTo>
                      <a:lnTo>
                        <a:pt x="124" y="170"/>
                      </a:lnTo>
                      <a:lnTo>
                        <a:pt x="123" y="170"/>
                      </a:lnTo>
                      <a:lnTo>
                        <a:pt x="123" y="169"/>
                      </a:lnTo>
                      <a:lnTo>
                        <a:pt x="121" y="169"/>
                      </a:lnTo>
                      <a:lnTo>
                        <a:pt x="119" y="169"/>
                      </a:lnTo>
                      <a:lnTo>
                        <a:pt x="117" y="169"/>
                      </a:lnTo>
                      <a:lnTo>
                        <a:pt x="115" y="169"/>
                      </a:lnTo>
                      <a:lnTo>
                        <a:pt x="113" y="169"/>
                      </a:lnTo>
                      <a:lnTo>
                        <a:pt x="112" y="169"/>
                      </a:lnTo>
                      <a:lnTo>
                        <a:pt x="112" y="170"/>
                      </a:lnTo>
                      <a:lnTo>
                        <a:pt x="110" y="170"/>
                      </a:lnTo>
                      <a:lnTo>
                        <a:pt x="108" y="170"/>
                      </a:lnTo>
                      <a:lnTo>
                        <a:pt x="106" y="172"/>
                      </a:lnTo>
                      <a:lnTo>
                        <a:pt x="104" y="172"/>
                      </a:lnTo>
                      <a:lnTo>
                        <a:pt x="102" y="172"/>
                      </a:lnTo>
                      <a:lnTo>
                        <a:pt x="102" y="174"/>
                      </a:lnTo>
                      <a:lnTo>
                        <a:pt x="101" y="174"/>
                      </a:lnTo>
                      <a:lnTo>
                        <a:pt x="99" y="174"/>
                      </a:lnTo>
                      <a:lnTo>
                        <a:pt x="97" y="174"/>
                      </a:lnTo>
                      <a:lnTo>
                        <a:pt x="97" y="176"/>
                      </a:lnTo>
                      <a:lnTo>
                        <a:pt x="95" y="176"/>
                      </a:lnTo>
                      <a:lnTo>
                        <a:pt x="95" y="178"/>
                      </a:lnTo>
                      <a:lnTo>
                        <a:pt x="93" y="178"/>
                      </a:lnTo>
                      <a:lnTo>
                        <a:pt x="91" y="180"/>
                      </a:lnTo>
                      <a:lnTo>
                        <a:pt x="90" y="180"/>
                      </a:lnTo>
                      <a:lnTo>
                        <a:pt x="90" y="181"/>
                      </a:lnTo>
                      <a:lnTo>
                        <a:pt x="88" y="181"/>
                      </a:lnTo>
                      <a:lnTo>
                        <a:pt x="86" y="181"/>
                      </a:lnTo>
                      <a:lnTo>
                        <a:pt x="86" y="183"/>
                      </a:lnTo>
                      <a:lnTo>
                        <a:pt x="86" y="185"/>
                      </a:lnTo>
                      <a:lnTo>
                        <a:pt x="84" y="185"/>
                      </a:lnTo>
                      <a:lnTo>
                        <a:pt x="86" y="185"/>
                      </a:lnTo>
                      <a:lnTo>
                        <a:pt x="84" y="185"/>
                      </a:lnTo>
                      <a:lnTo>
                        <a:pt x="84" y="187"/>
                      </a:lnTo>
                      <a:lnTo>
                        <a:pt x="86" y="187"/>
                      </a:lnTo>
                      <a:lnTo>
                        <a:pt x="86" y="189"/>
                      </a:lnTo>
                      <a:lnTo>
                        <a:pt x="84" y="189"/>
                      </a:lnTo>
                      <a:lnTo>
                        <a:pt x="84" y="191"/>
                      </a:lnTo>
                      <a:lnTo>
                        <a:pt x="82" y="191"/>
                      </a:lnTo>
                      <a:lnTo>
                        <a:pt x="82" y="192"/>
                      </a:lnTo>
                      <a:lnTo>
                        <a:pt x="81" y="192"/>
                      </a:lnTo>
                      <a:lnTo>
                        <a:pt x="81" y="194"/>
                      </a:lnTo>
                      <a:lnTo>
                        <a:pt x="81" y="192"/>
                      </a:lnTo>
                      <a:lnTo>
                        <a:pt x="79" y="192"/>
                      </a:lnTo>
                      <a:lnTo>
                        <a:pt x="77" y="192"/>
                      </a:lnTo>
                      <a:lnTo>
                        <a:pt x="75" y="192"/>
                      </a:lnTo>
                      <a:lnTo>
                        <a:pt x="75" y="194"/>
                      </a:lnTo>
                      <a:lnTo>
                        <a:pt x="73" y="194"/>
                      </a:lnTo>
                      <a:lnTo>
                        <a:pt x="71" y="196"/>
                      </a:lnTo>
                      <a:lnTo>
                        <a:pt x="70" y="196"/>
                      </a:lnTo>
                      <a:lnTo>
                        <a:pt x="66" y="196"/>
                      </a:lnTo>
                      <a:lnTo>
                        <a:pt x="66" y="198"/>
                      </a:lnTo>
                      <a:lnTo>
                        <a:pt x="62" y="198"/>
                      </a:lnTo>
                      <a:lnTo>
                        <a:pt x="59" y="196"/>
                      </a:lnTo>
                      <a:lnTo>
                        <a:pt x="55" y="196"/>
                      </a:lnTo>
                      <a:lnTo>
                        <a:pt x="55" y="194"/>
                      </a:lnTo>
                      <a:lnTo>
                        <a:pt x="53" y="194"/>
                      </a:lnTo>
                      <a:lnTo>
                        <a:pt x="55" y="194"/>
                      </a:lnTo>
                      <a:lnTo>
                        <a:pt x="55" y="192"/>
                      </a:lnTo>
                      <a:lnTo>
                        <a:pt x="53" y="192"/>
                      </a:lnTo>
                      <a:lnTo>
                        <a:pt x="53" y="191"/>
                      </a:lnTo>
                      <a:lnTo>
                        <a:pt x="53" y="189"/>
                      </a:lnTo>
                      <a:lnTo>
                        <a:pt x="51" y="189"/>
                      </a:lnTo>
                      <a:lnTo>
                        <a:pt x="51" y="187"/>
                      </a:lnTo>
                      <a:lnTo>
                        <a:pt x="51" y="185"/>
                      </a:lnTo>
                      <a:lnTo>
                        <a:pt x="51" y="183"/>
                      </a:lnTo>
                      <a:lnTo>
                        <a:pt x="50" y="180"/>
                      </a:lnTo>
                      <a:lnTo>
                        <a:pt x="50" y="176"/>
                      </a:lnTo>
                      <a:lnTo>
                        <a:pt x="50" y="174"/>
                      </a:lnTo>
                      <a:lnTo>
                        <a:pt x="50" y="172"/>
                      </a:lnTo>
                      <a:lnTo>
                        <a:pt x="50" y="170"/>
                      </a:lnTo>
                      <a:lnTo>
                        <a:pt x="51" y="169"/>
                      </a:lnTo>
                      <a:lnTo>
                        <a:pt x="51" y="167"/>
                      </a:lnTo>
                      <a:lnTo>
                        <a:pt x="51" y="165"/>
                      </a:lnTo>
                      <a:lnTo>
                        <a:pt x="51" y="163"/>
                      </a:lnTo>
                      <a:lnTo>
                        <a:pt x="51" y="161"/>
                      </a:lnTo>
                      <a:lnTo>
                        <a:pt x="51" y="159"/>
                      </a:lnTo>
                      <a:lnTo>
                        <a:pt x="51" y="158"/>
                      </a:lnTo>
                      <a:lnTo>
                        <a:pt x="51" y="156"/>
                      </a:lnTo>
                      <a:lnTo>
                        <a:pt x="50" y="154"/>
                      </a:lnTo>
                      <a:lnTo>
                        <a:pt x="51" y="152"/>
                      </a:lnTo>
                      <a:lnTo>
                        <a:pt x="51" y="150"/>
                      </a:lnTo>
                      <a:lnTo>
                        <a:pt x="51" y="148"/>
                      </a:lnTo>
                      <a:lnTo>
                        <a:pt x="53" y="148"/>
                      </a:lnTo>
                      <a:lnTo>
                        <a:pt x="53" y="147"/>
                      </a:lnTo>
                      <a:lnTo>
                        <a:pt x="53" y="145"/>
                      </a:lnTo>
                      <a:lnTo>
                        <a:pt x="55" y="143"/>
                      </a:lnTo>
                      <a:lnTo>
                        <a:pt x="55" y="141"/>
                      </a:lnTo>
                      <a:lnTo>
                        <a:pt x="57" y="141"/>
                      </a:lnTo>
                      <a:lnTo>
                        <a:pt x="57" y="139"/>
                      </a:lnTo>
                      <a:lnTo>
                        <a:pt x="55" y="139"/>
                      </a:lnTo>
                      <a:lnTo>
                        <a:pt x="55" y="138"/>
                      </a:lnTo>
                      <a:lnTo>
                        <a:pt x="53" y="138"/>
                      </a:lnTo>
                      <a:lnTo>
                        <a:pt x="55" y="138"/>
                      </a:lnTo>
                      <a:lnTo>
                        <a:pt x="53" y="138"/>
                      </a:lnTo>
                      <a:lnTo>
                        <a:pt x="53" y="139"/>
                      </a:lnTo>
                      <a:lnTo>
                        <a:pt x="53" y="138"/>
                      </a:lnTo>
                      <a:lnTo>
                        <a:pt x="53" y="136"/>
                      </a:lnTo>
                      <a:lnTo>
                        <a:pt x="51" y="136"/>
                      </a:lnTo>
                      <a:lnTo>
                        <a:pt x="50" y="136"/>
                      </a:lnTo>
                      <a:lnTo>
                        <a:pt x="50" y="134"/>
                      </a:lnTo>
                      <a:lnTo>
                        <a:pt x="50" y="136"/>
                      </a:lnTo>
                      <a:lnTo>
                        <a:pt x="48" y="136"/>
                      </a:lnTo>
                      <a:lnTo>
                        <a:pt x="50" y="136"/>
                      </a:lnTo>
                      <a:lnTo>
                        <a:pt x="50" y="134"/>
                      </a:lnTo>
                      <a:lnTo>
                        <a:pt x="48" y="134"/>
                      </a:lnTo>
                      <a:lnTo>
                        <a:pt x="48" y="136"/>
                      </a:lnTo>
                      <a:lnTo>
                        <a:pt x="48" y="134"/>
                      </a:lnTo>
                      <a:lnTo>
                        <a:pt x="46" y="134"/>
                      </a:lnTo>
                      <a:lnTo>
                        <a:pt x="48" y="134"/>
                      </a:lnTo>
                      <a:lnTo>
                        <a:pt x="46" y="134"/>
                      </a:lnTo>
                      <a:lnTo>
                        <a:pt x="46" y="132"/>
                      </a:lnTo>
                      <a:lnTo>
                        <a:pt x="48" y="132"/>
                      </a:lnTo>
                      <a:lnTo>
                        <a:pt x="46" y="132"/>
                      </a:lnTo>
                      <a:lnTo>
                        <a:pt x="48" y="130"/>
                      </a:lnTo>
                      <a:lnTo>
                        <a:pt x="46" y="130"/>
                      </a:lnTo>
                      <a:lnTo>
                        <a:pt x="46" y="132"/>
                      </a:lnTo>
                      <a:lnTo>
                        <a:pt x="46" y="130"/>
                      </a:lnTo>
                      <a:lnTo>
                        <a:pt x="46" y="128"/>
                      </a:lnTo>
                      <a:lnTo>
                        <a:pt x="46" y="130"/>
                      </a:lnTo>
                      <a:lnTo>
                        <a:pt x="44" y="130"/>
                      </a:lnTo>
                      <a:lnTo>
                        <a:pt x="44" y="132"/>
                      </a:lnTo>
                      <a:lnTo>
                        <a:pt x="44" y="134"/>
                      </a:lnTo>
                      <a:lnTo>
                        <a:pt x="44" y="132"/>
                      </a:lnTo>
                      <a:lnTo>
                        <a:pt x="44" y="130"/>
                      </a:lnTo>
                      <a:lnTo>
                        <a:pt x="42" y="130"/>
                      </a:lnTo>
                      <a:lnTo>
                        <a:pt x="44" y="130"/>
                      </a:lnTo>
                      <a:lnTo>
                        <a:pt x="42" y="130"/>
                      </a:lnTo>
                      <a:lnTo>
                        <a:pt x="42" y="128"/>
                      </a:lnTo>
                      <a:lnTo>
                        <a:pt x="44" y="128"/>
                      </a:lnTo>
                      <a:lnTo>
                        <a:pt x="42" y="128"/>
                      </a:lnTo>
                      <a:lnTo>
                        <a:pt x="40" y="128"/>
                      </a:lnTo>
                      <a:lnTo>
                        <a:pt x="40" y="127"/>
                      </a:lnTo>
                      <a:lnTo>
                        <a:pt x="42" y="127"/>
                      </a:lnTo>
                      <a:lnTo>
                        <a:pt x="40" y="127"/>
                      </a:lnTo>
                      <a:lnTo>
                        <a:pt x="40" y="128"/>
                      </a:lnTo>
                      <a:lnTo>
                        <a:pt x="40" y="127"/>
                      </a:lnTo>
                      <a:lnTo>
                        <a:pt x="40" y="125"/>
                      </a:lnTo>
                      <a:lnTo>
                        <a:pt x="40" y="127"/>
                      </a:lnTo>
                      <a:lnTo>
                        <a:pt x="39" y="127"/>
                      </a:lnTo>
                      <a:lnTo>
                        <a:pt x="40" y="127"/>
                      </a:lnTo>
                      <a:lnTo>
                        <a:pt x="39" y="127"/>
                      </a:lnTo>
                      <a:lnTo>
                        <a:pt x="40" y="127"/>
                      </a:lnTo>
                      <a:lnTo>
                        <a:pt x="40" y="125"/>
                      </a:lnTo>
                      <a:lnTo>
                        <a:pt x="39" y="125"/>
                      </a:lnTo>
                      <a:lnTo>
                        <a:pt x="39" y="127"/>
                      </a:lnTo>
                      <a:lnTo>
                        <a:pt x="39" y="125"/>
                      </a:lnTo>
                      <a:lnTo>
                        <a:pt x="37" y="125"/>
                      </a:lnTo>
                      <a:lnTo>
                        <a:pt x="39" y="125"/>
                      </a:lnTo>
                      <a:lnTo>
                        <a:pt x="37" y="125"/>
                      </a:lnTo>
                      <a:lnTo>
                        <a:pt x="35" y="125"/>
                      </a:lnTo>
                      <a:lnTo>
                        <a:pt x="37" y="125"/>
                      </a:lnTo>
                      <a:lnTo>
                        <a:pt x="35" y="125"/>
                      </a:lnTo>
                      <a:lnTo>
                        <a:pt x="35" y="123"/>
                      </a:lnTo>
                      <a:lnTo>
                        <a:pt x="35" y="125"/>
                      </a:lnTo>
                      <a:lnTo>
                        <a:pt x="35" y="123"/>
                      </a:lnTo>
                      <a:lnTo>
                        <a:pt x="33" y="125"/>
                      </a:lnTo>
                      <a:lnTo>
                        <a:pt x="31" y="125"/>
                      </a:lnTo>
                      <a:lnTo>
                        <a:pt x="31" y="123"/>
                      </a:lnTo>
                      <a:lnTo>
                        <a:pt x="29" y="123"/>
                      </a:lnTo>
                      <a:lnTo>
                        <a:pt x="28" y="123"/>
                      </a:lnTo>
                      <a:lnTo>
                        <a:pt x="26" y="123"/>
                      </a:lnTo>
                      <a:lnTo>
                        <a:pt x="26" y="125"/>
                      </a:lnTo>
                      <a:lnTo>
                        <a:pt x="28" y="125"/>
                      </a:lnTo>
                      <a:lnTo>
                        <a:pt x="29" y="125"/>
                      </a:lnTo>
                      <a:lnTo>
                        <a:pt x="28" y="125"/>
                      </a:lnTo>
                      <a:lnTo>
                        <a:pt x="28" y="127"/>
                      </a:lnTo>
                      <a:lnTo>
                        <a:pt x="28" y="128"/>
                      </a:lnTo>
                      <a:lnTo>
                        <a:pt x="28" y="130"/>
                      </a:lnTo>
                      <a:lnTo>
                        <a:pt x="28" y="128"/>
                      </a:lnTo>
                      <a:lnTo>
                        <a:pt x="26" y="128"/>
                      </a:lnTo>
                      <a:lnTo>
                        <a:pt x="26" y="127"/>
                      </a:lnTo>
                      <a:lnTo>
                        <a:pt x="26" y="125"/>
                      </a:lnTo>
                      <a:lnTo>
                        <a:pt x="26" y="123"/>
                      </a:lnTo>
                      <a:lnTo>
                        <a:pt x="24" y="123"/>
                      </a:lnTo>
                      <a:lnTo>
                        <a:pt x="24" y="121"/>
                      </a:lnTo>
                      <a:lnTo>
                        <a:pt x="26" y="121"/>
                      </a:lnTo>
                      <a:lnTo>
                        <a:pt x="26" y="119"/>
                      </a:lnTo>
                      <a:lnTo>
                        <a:pt x="28" y="117"/>
                      </a:lnTo>
                      <a:lnTo>
                        <a:pt x="28" y="116"/>
                      </a:lnTo>
                      <a:lnTo>
                        <a:pt x="29" y="116"/>
                      </a:lnTo>
                      <a:lnTo>
                        <a:pt x="29" y="114"/>
                      </a:lnTo>
                      <a:lnTo>
                        <a:pt x="31" y="112"/>
                      </a:lnTo>
                      <a:lnTo>
                        <a:pt x="33" y="112"/>
                      </a:lnTo>
                      <a:lnTo>
                        <a:pt x="31" y="112"/>
                      </a:lnTo>
                      <a:lnTo>
                        <a:pt x="31" y="114"/>
                      </a:lnTo>
                      <a:lnTo>
                        <a:pt x="29" y="114"/>
                      </a:lnTo>
                      <a:lnTo>
                        <a:pt x="29" y="116"/>
                      </a:lnTo>
                      <a:lnTo>
                        <a:pt x="29" y="117"/>
                      </a:lnTo>
                      <a:lnTo>
                        <a:pt x="31" y="117"/>
                      </a:lnTo>
                      <a:lnTo>
                        <a:pt x="33" y="117"/>
                      </a:lnTo>
                      <a:lnTo>
                        <a:pt x="35" y="117"/>
                      </a:lnTo>
                      <a:lnTo>
                        <a:pt x="37" y="117"/>
                      </a:lnTo>
                      <a:lnTo>
                        <a:pt x="39" y="117"/>
                      </a:lnTo>
                      <a:lnTo>
                        <a:pt x="39" y="119"/>
                      </a:lnTo>
                      <a:lnTo>
                        <a:pt x="40" y="119"/>
                      </a:lnTo>
                      <a:lnTo>
                        <a:pt x="42" y="119"/>
                      </a:lnTo>
                      <a:lnTo>
                        <a:pt x="40" y="119"/>
                      </a:lnTo>
                      <a:lnTo>
                        <a:pt x="42" y="119"/>
                      </a:lnTo>
                      <a:lnTo>
                        <a:pt x="42" y="117"/>
                      </a:lnTo>
                      <a:lnTo>
                        <a:pt x="42" y="119"/>
                      </a:lnTo>
                      <a:lnTo>
                        <a:pt x="44" y="119"/>
                      </a:lnTo>
                      <a:lnTo>
                        <a:pt x="44" y="117"/>
                      </a:lnTo>
                      <a:lnTo>
                        <a:pt x="44" y="119"/>
                      </a:lnTo>
                      <a:lnTo>
                        <a:pt x="44" y="117"/>
                      </a:lnTo>
                      <a:lnTo>
                        <a:pt x="46" y="117"/>
                      </a:lnTo>
                      <a:lnTo>
                        <a:pt x="48" y="117"/>
                      </a:lnTo>
                      <a:lnTo>
                        <a:pt x="46" y="117"/>
                      </a:lnTo>
                      <a:lnTo>
                        <a:pt x="48" y="117"/>
                      </a:lnTo>
                      <a:lnTo>
                        <a:pt x="48" y="116"/>
                      </a:lnTo>
                      <a:lnTo>
                        <a:pt x="46" y="117"/>
                      </a:lnTo>
                      <a:lnTo>
                        <a:pt x="46" y="116"/>
                      </a:lnTo>
                      <a:lnTo>
                        <a:pt x="46" y="117"/>
                      </a:lnTo>
                      <a:lnTo>
                        <a:pt x="46" y="116"/>
                      </a:lnTo>
                      <a:lnTo>
                        <a:pt x="44" y="117"/>
                      </a:lnTo>
                      <a:lnTo>
                        <a:pt x="44" y="116"/>
                      </a:lnTo>
                      <a:lnTo>
                        <a:pt x="46" y="116"/>
                      </a:lnTo>
                      <a:lnTo>
                        <a:pt x="44" y="116"/>
                      </a:lnTo>
                      <a:lnTo>
                        <a:pt x="46" y="116"/>
                      </a:lnTo>
                      <a:lnTo>
                        <a:pt x="48" y="116"/>
                      </a:lnTo>
                      <a:lnTo>
                        <a:pt x="48" y="114"/>
                      </a:lnTo>
                      <a:lnTo>
                        <a:pt x="46" y="114"/>
                      </a:lnTo>
                      <a:lnTo>
                        <a:pt x="46" y="116"/>
                      </a:lnTo>
                      <a:lnTo>
                        <a:pt x="46" y="114"/>
                      </a:lnTo>
                      <a:lnTo>
                        <a:pt x="46" y="116"/>
                      </a:lnTo>
                      <a:lnTo>
                        <a:pt x="44" y="116"/>
                      </a:lnTo>
                      <a:lnTo>
                        <a:pt x="44" y="114"/>
                      </a:lnTo>
                      <a:lnTo>
                        <a:pt x="42" y="114"/>
                      </a:lnTo>
                      <a:lnTo>
                        <a:pt x="42" y="116"/>
                      </a:lnTo>
                      <a:lnTo>
                        <a:pt x="42" y="114"/>
                      </a:lnTo>
                      <a:lnTo>
                        <a:pt x="40" y="114"/>
                      </a:lnTo>
                      <a:lnTo>
                        <a:pt x="40" y="116"/>
                      </a:lnTo>
                      <a:lnTo>
                        <a:pt x="40" y="114"/>
                      </a:lnTo>
                      <a:lnTo>
                        <a:pt x="42" y="114"/>
                      </a:lnTo>
                      <a:lnTo>
                        <a:pt x="40" y="114"/>
                      </a:lnTo>
                      <a:lnTo>
                        <a:pt x="40" y="112"/>
                      </a:lnTo>
                      <a:lnTo>
                        <a:pt x="40" y="114"/>
                      </a:lnTo>
                      <a:lnTo>
                        <a:pt x="39" y="114"/>
                      </a:lnTo>
                      <a:lnTo>
                        <a:pt x="39" y="112"/>
                      </a:lnTo>
                      <a:lnTo>
                        <a:pt x="39" y="110"/>
                      </a:lnTo>
                      <a:lnTo>
                        <a:pt x="37" y="110"/>
                      </a:lnTo>
                      <a:lnTo>
                        <a:pt x="37" y="112"/>
                      </a:lnTo>
                      <a:lnTo>
                        <a:pt x="39" y="112"/>
                      </a:lnTo>
                      <a:lnTo>
                        <a:pt x="37" y="112"/>
                      </a:lnTo>
                      <a:lnTo>
                        <a:pt x="37" y="110"/>
                      </a:lnTo>
                      <a:lnTo>
                        <a:pt x="37" y="112"/>
                      </a:lnTo>
                      <a:lnTo>
                        <a:pt x="37" y="110"/>
                      </a:lnTo>
                      <a:lnTo>
                        <a:pt x="37" y="112"/>
                      </a:lnTo>
                      <a:lnTo>
                        <a:pt x="39" y="112"/>
                      </a:lnTo>
                      <a:lnTo>
                        <a:pt x="37" y="112"/>
                      </a:lnTo>
                      <a:lnTo>
                        <a:pt x="37" y="114"/>
                      </a:lnTo>
                      <a:lnTo>
                        <a:pt x="37" y="112"/>
                      </a:lnTo>
                      <a:lnTo>
                        <a:pt x="37" y="110"/>
                      </a:lnTo>
                      <a:lnTo>
                        <a:pt x="37" y="108"/>
                      </a:lnTo>
                      <a:lnTo>
                        <a:pt x="37" y="110"/>
                      </a:lnTo>
                      <a:lnTo>
                        <a:pt x="35" y="110"/>
                      </a:lnTo>
                      <a:lnTo>
                        <a:pt x="35" y="108"/>
                      </a:lnTo>
                      <a:lnTo>
                        <a:pt x="37" y="108"/>
                      </a:lnTo>
                      <a:lnTo>
                        <a:pt x="37" y="106"/>
                      </a:lnTo>
                      <a:lnTo>
                        <a:pt x="39" y="106"/>
                      </a:lnTo>
                      <a:lnTo>
                        <a:pt x="39" y="105"/>
                      </a:lnTo>
                      <a:lnTo>
                        <a:pt x="40" y="105"/>
                      </a:lnTo>
                      <a:lnTo>
                        <a:pt x="42" y="103"/>
                      </a:lnTo>
                      <a:lnTo>
                        <a:pt x="44" y="103"/>
                      </a:lnTo>
                      <a:lnTo>
                        <a:pt x="42" y="103"/>
                      </a:lnTo>
                      <a:lnTo>
                        <a:pt x="42" y="101"/>
                      </a:lnTo>
                      <a:lnTo>
                        <a:pt x="40" y="101"/>
                      </a:lnTo>
                      <a:lnTo>
                        <a:pt x="39" y="101"/>
                      </a:lnTo>
                      <a:lnTo>
                        <a:pt x="37" y="101"/>
                      </a:lnTo>
                      <a:lnTo>
                        <a:pt x="35" y="101"/>
                      </a:lnTo>
                      <a:lnTo>
                        <a:pt x="33" y="101"/>
                      </a:lnTo>
                      <a:lnTo>
                        <a:pt x="33" y="103"/>
                      </a:lnTo>
                      <a:lnTo>
                        <a:pt x="31" y="103"/>
                      </a:lnTo>
                      <a:lnTo>
                        <a:pt x="29" y="103"/>
                      </a:lnTo>
                      <a:lnTo>
                        <a:pt x="29" y="101"/>
                      </a:lnTo>
                      <a:lnTo>
                        <a:pt x="28" y="101"/>
                      </a:lnTo>
                      <a:lnTo>
                        <a:pt x="26" y="101"/>
                      </a:lnTo>
                      <a:lnTo>
                        <a:pt x="26" y="103"/>
                      </a:lnTo>
                      <a:lnTo>
                        <a:pt x="24" y="103"/>
                      </a:lnTo>
                      <a:lnTo>
                        <a:pt x="22" y="103"/>
                      </a:lnTo>
                      <a:lnTo>
                        <a:pt x="22" y="101"/>
                      </a:lnTo>
                      <a:lnTo>
                        <a:pt x="24" y="101"/>
                      </a:lnTo>
                      <a:lnTo>
                        <a:pt x="22" y="101"/>
                      </a:lnTo>
                      <a:lnTo>
                        <a:pt x="20" y="101"/>
                      </a:lnTo>
                      <a:lnTo>
                        <a:pt x="18" y="101"/>
                      </a:lnTo>
                      <a:lnTo>
                        <a:pt x="17" y="101"/>
                      </a:lnTo>
                      <a:lnTo>
                        <a:pt x="17" y="103"/>
                      </a:lnTo>
                      <a:lnTo>
                        <a:pt x="18" y="103"/>
                      </a:lnTo>
                      <a:lnTo>
                        <a:pt x="18" y="105"/>
                      </a:lnTo>
                      <a:lnTo>
                        <a:pt x="18" y="106"/>
                      </a:lnTo>
                      <a:lnTo>
                        <a:pt x="17" y="106"/>
                      </a:lnTo>
                      <a:lnTo>
                        <a:pt x="17" y="105"/>
                      </a:lnTo>
                      <a:lnTo>
                        <a:pt x="17" y="103"/>
                      </a:lnTo>
                      <a:lnTo>
                        <a:pt x="15" y="103"/>
                      </a:lnTo>
                      <a:lnTo>
                        <a:pt x="13" y="101"/>
                      </a:lnTo>
                      <a:lnTo>
                        <a:pt x="11" y="101"/>
                      </a:lnTo>
                      <a:lnTo>
                        <a:pt x="13" y="101"/>
                      </a:lnTo>
                      <a:lnTo>
                        <a:pt x="13" y="99"/>
                      </a:lnTo>
                      <a:lnTo>
                        <a:pt x="11" y="99"/>
                      </a:lnTo>
                      <a:lnTo>
                        <a:pt x="11" y="97"/>
                      </a:lnTo>
                      <a:lnTo>
                        <a:pt x="13" y="95"/>
                      </a:lnTo>
                      <a:lnTo>
                        <a:pt x="11" y="95"/>
                      </a:lnTo>
                      <a:lnTo>
                        <a:pt x="11" y="94"/>
                      </a:lnTo>
                      <a:lnTo>
                        <a:pt x="11" y="92"/>
                      </a:lnTo>
                      <a:lnTo>
                        <a:pt x="11" y="94"/>
                      </a:lnTo>
                      <a:lnTo>
                        <a:pt x="11" y="92"/>
                      </a:lnTo>
                      <a:lnTo>
                        <a:pt x="9" y="92"/>
                      </a:lnTo>
                      <a:lnTo>
                        <a:pt x="9" y="90"/>
                      </a:lnTo>
                      <a:lnTo>
                        <a:pt x="11" y="90"/>
                      </a:lnTo>
                      <a:lnTo>
                        <a:pt x="11" y="88"/>
                      </a:lnTo>
                      <a:lnTo>
                        <a:pt x="11" y="86"/>
                      </a:lnTo>
                      <a:lnTo>
                        <a:pt x="11" y="85"/>
                      </a:lnTo>
                      <a:lnTo>
                        <a:pt x="11" y="83"/>
                      </a:lnTo>
                      <a:lnTo>
                        <a:pt x="13" y="81"/>
                      </a:lnTo>
                      <a:lnTo>
                        <a:pt x="15" y="79"/>
                      </a:lnTo>
                      <a:lnTo>
                        <a:pt x="15" y="77"/>
                      </a:lnTo>
                      <a:lnTo>
                        <a:pt x="17" y="77"/>
                      </a:lnTo>
                      <a:lnTo>
                        <a:pt x="17" y="75"/>
                      </a:lnTo>
                      <a:lnTo>
                        <a:pt x="15" y="75"/>
                      </a:lnTo>
                      <a:lnTo>
                        <a:pt x="15" y="74"/>
                      </a:lnTo>
                      <a:lnTo>
                        <a:pt x="17" y="74"/>
                      </a:lnTo>
                      <a:lnTo>
                        <a:pt x="17" y="72"/>
                      </a:lnTo>
                      <a:lnTo>
                        <a:pt x="17" y="70"/>
                      </a:lnTo>
                      <a:lnTo>
                        <a:pt x="18" y="68"/>
                      </a:lnTo>
                      <a:lnTo>
                        <a:pt x="18" y="66"/>
                      </a:lnTo>
                      <a:lnTo>
                        <a:pt x="18" y="64"/>
                      </a:lnTo>
                      <a:lnTo>
                        <a:pt x="17" y="64"/>
                      </a:lnTo>
                      <a:lnTo>
                        <a:pt x="17" y="63"/>
                      </a:lnTo>
                      <a:lnTo>
                        <a:pt x="18" y="63"/>
                      </a:lnTo>
                      <a:lnTo>
                        <a:pt x="18" y="64"/>
                      </a:lnTo>
                      <a:lnTo>
                        <a:pt x="20" y="64"/>
                      </a:lnTo>
                      <a:lnTo>
                        <a:pt x="20" y="66"/>
                      </a:lnTo>
                      <a:lnTo>
                        <a:pt x="20" y="68"/>
                      </a:lnTo>
                      <a:lnTo>
                        <a:pt x="20" y="70"/>
                      </a:lnTo>
                      <a:lnTo>
                        <a:pt x="22" y="70"/>
                      </a:lnTo>
                      <a:lnTo>
                        <a:pt x="22" y="72"/>
                      </a:lnTo>
                      <a:lnTo>
                        <a:pt x="22" y="74"/>
                      </a:lnTo>
                      <a:lnTo>
                        <a:pt x="20" y="74"/>
                      </a:lnTo>
                      <a:lnTo>
                        <a:pt x="22" y="74"/>
                      </a:lnTo>
                      <a:lnTo>
                        <a:pt x="20" y="72"/>
                      </a:lnTo>
                      <a:lnTo>
                        <a:pt x="22" y="72"/>
                      </a:lnTo>
                      <a:lnTo>
                        <a:pt x="20" y="72"/>
                      </a:lnTo>
                      <a:lnTo>
                        <a:pt x="20" y="70"/>
                      </a:lnTo>
                      <a:lnTo>
                        <a:pt x="20" y="72"/>
                      </a:lnTo>
                      <a:lnTo>
                        <a:pt x="20" y="74"/>
                      </a:lnTo>
                      <a:lnTo>
                        <a:pt x="18" y="74"/>
                      </a:lnTo>
                      <a:lnTo>
                        <a:pt x="20" y="75"/>
                      </a:lnTo>
                      <a:lnTo>
                        <a:pt x="22" y="75"/>
                      </a:lnTo>
                      <a:lnTo>
                        <a:pt x="24" y="75"/>
                      </a:lnTo>
                      <a:lnTo>
                        <a:pt x="26" y="75"/>
                      </a:lnTo>
                      <a:lnTo>
                        <a:pt x="28" y="75"/>
                      </a:lnTo>
                      <a:lnTo>
                        <a:pt x="29" y="75"/>
                      </a:lnTo>
                      <a:lnTo>
                        <a:pt x="31" y="75"/>
                      </a:lnTo>
                      <a:lnTo>
                        <a:pt x="31" y="74"/>
                      </a:lnTo>
                      <a:lnTo>
                        <a:pt x="33" y="74"/>
                      </a:lnTo>
                      <a:lnTo>
                        <a:pt x="35" y="74"/>
                      </a:lnTo>
                      <a:lnTo>
                        <a:pt x="35" y="75"/>
                      </a:lnTo>
                      <a:lnTo>
                        <a:pt x="35" y="74"/>
                      </a:lnTo>
                      <a:lnTo>
                        <a:pt x="35" y="75"/>
                      </a:lnTo>
                      <a:lnTo>
                        <a:pt x="37" y="75"/>
                      </a:lnTo>
                      <a:lnTo>
                        <a:pt x="39" y="75"/>
                      </a:lnTo>
                      <a:lnTo>
                        <a:pt x="40" y="75"/>
                      </a:lnTo>
                      <a:lnTo>
                        <a:pt x="40" y="74"/>
                      </a:lnTo>
                      <a:lnTo>
                        <a:pt x="42" y="74"/>
                      </a:lnTo>
                      <a:lnTo>
                        <a:pt x="42" y="72"/>
                      </a:lnTo>
                      <a:lnTo>
                        <a:pt x="42" y="74"/>
                      </a:lnTo>
                      <a:lnTo>
                        <a:pt x="40" y="72"/>
                      </a:lnTo>
                      <a:lnTo>
                        <a:pt x="42" y="72"/>
                      </a:lnTo>
                      <a:lnTo>
                        <a:pt x="42" y="70"/>
                      </a:lnTo>
                      <a:lnTo>
                        <a:pt x="44" y="70"/>
                      </a:lnTo>
                      <a:lnTo>
                        <a:pt x="42" y="70"/>
                      </a:lnTo>
                      <a:lnTo>
                        <a:pt x="44" y="70"/>
                      </a:lnTo>
                      <a:lnTo>
                        <a:pt x="42" y="70"/>
                      </a:lnTo>
                      <a:lnTo>
                        <a:pt x="44" y="70"/>
                      </a:lnTo>
                      <a:lnTo>
                        <a:pt x="42" y="70"/>
                      </a:lnTo>
                      <a:lnTo>
                        <a:pt x="42" y="72"/>
                      </a:lnTo>
                      <a:lnTo>
                        <a:pt x="44" y="72"/>
                      </a:lnTo>
                      <a:lnTo>
                        <a:pt x="44" y="74"/>
                      </a:lnTo>
                      <a:lnTo>
                        <a:pt x="44" y="75"/>
                      </a:lnTo>
                      <a:lnTo>
                        <a:pt x="46" y="77"/>
                      </a:lnTo>
                      <a:lnTo>
                        <a:pt x="46" y="79"/>
                      </a:lnTo>
                      <a:lnTo>
                        <a:pt x="48" y="79"/>
                      </a:lnTo>
                      <a:lnTo>
                        <a:pt x="50" y="79"/>
                      </a:lnTo>
                      <a:lnTo>
                        <a:pt x="51" y="79"/>
                      </a:lnTo>
                      <a:lnTo>
                        <a:pt x="53" y="79"/>
                      </a:lnTo>
                      <a:lnTo>
                        <a:pt x="55" y="77"/>
                      </a:lnTo>
                      <a:lnTo>
                        <a:pt x="57" y="77"/>
                      </a:lnTo>
                      <a:lnTo>
                        <a:pt x="59" y="77"/>
                      </a:lnTo>
                      <a:lnTo>
                        <a:pt x="59" y="75"/>
                      </a:lnTo>
                      <a:lnTo>
                        <a:pt x="60" y="75"/>
                      </a:lnTo>
                      <a:lnTo>
                        <a:pt x="60" y="77"/>
                      </a:lnTo>
                      <a:lnTo>
                        <a:pt x="62" y="77"/>
                      </a:lnTo>
                      <a:lnTo>
                        <a:pt x="64" y="77"/>
                      </a:lnTo>
                      <a:lnTo>
                        <a:pt x="66" y="77"/>
                      </a:lnTo>
                      <a:lnTo>
                        <a:pt x="68" y="77"/>
                      </a:lnTo>
                      <a:lnTo>
                        <a:pt x="70" y="77"/>
                      </a:lnTo>
                      <a:lnTo>
                        <a:pt x="71" y="77"/>
                      </a:lnTo>
                      <a:lnTo>
                        <a:pt x="73" y="77"/>
                      </a:lnTo>
                      <a:lnTo>
                        <a:pt x="75" y="77"/>
                      </a:lnTo>
                      <a:lnTo>
                        <a:pt x="75" y="75"/>
                      </a:lnTo>
                      <a:lnTo>
                        <a:pt x="77" y="75"/>
                      </a:lnTo>
                      <a:lnTo>
                        <a:pt x="79" y="75"/>
                      </a:lnTo>
                      <a:lnTo>
                        <a:pt x="77" y="75"/>
                      </a:lnTo>
                      <a:lnTo>
                        <a:pt x="79" y="74"/>
                      </a:lnTo>
                      <a:lnTo>
                        <a:pt x="77" y="74"/>
                      </a:lnTo>
                      <a:lnTo>
                        <a:pt x="75" y="74"/>
                      </a:lnTo>
                      <a:lnTo>
                        <a:pt x="73" y="74"/>
                      </a:lnTo>
                      <a:lnTo>
                        <a:pt x="71" y="74"/>
                      </a:lnTo>
                      <a:lnTo>
                        <a:pt x="70" y="74"/>
                      </a:lnTo>
                      <a:lnTo>
                        <a:pt x="70" y="75"/>
                      </a:lnTo>
                      <a:lnTo>
                        <a:pt x="68" y="75"/>
                      </a:lnTo>
                      <a:lnTo>
                        <a:pt x="70" y="75"/>
                      </a:lnTo>
                      <a:lnTo>
                        <a:pt x="70" y="74"/>
                      </a:lnTo>
                      <a:lnTo>
                        <a:pt x="70" y="72"/>
                      </a:lnTo>
                      <a:lnTo>
                        <a:pt x="68" y="72"/>
                      </a:lnTo>
                      <a:lnTo>
                        <a:pt x="68" y="70"/>
                      </a:lnTo>
                      <a:lnTo>
                        <a:pt x="70" y="70"/>
                      </a:lnTo>
                      <a:lnTo>
                        <a:pt x="68" y="70"/>
                      </a:lnTo>
                      <a:lnTo>
                        <a:pt x="70" y="70"/>
                      </a:lnTo>
                      <a:lnTo>
                        <a:pt x="71" y="72"/>
                      </a:lnTo>
                      <a:lnTo>
                        <a:pt x="71" y="74"/>
                      </a:lnTo>
                      <a:lnTo>
                        <a:pt x="73" y="74"/>
                      </a:lnTo>
                      <a:lnTo>
                        <a:pt x="75" y="74"/>
                      </a:lnTo>
                      <a:lnTo>
                        <a:pt x="77" y="74"/>
                      </a:lnTo>
                      <a:lnTo>
                        <a:pt x="77" y="72"/>
                      </a:lnTo>
                      <a:lnTo>
                        <a:pt x="77" y="74"/>
                      </a:lnTo>
                      <a:lnTo>
                        <a:pt x="77" y="72"/>
                      </a:lnTo>
                      <a:lnTo>
                        <a:pt x="77" y="74"/>
                      </a:lnTo>
                      <a:lnTo>
                        <a:pt x="77" y="72"/>
                      </a:lnTo>
                      <a:lnTo>
                        <a:pt x="79" y="72"/>
                      </a:lnTo>
                      <a:lnTo>
                        <a:pt x="81" y="72"/>
                      </a:lnTo>
                      <a:lnTo>
                        <a:pt x="81" y="70"/>
                      </a:lnTo>
                      <a:lnTo>
                        <a:pt x="82" y="70"/>
                      </a:lnTo>
                      <a:lnTo>
                        <a:pt x="84" y="70"/>
                      </a:lnTo>
                      <a:lnTo>
                        <a:pt x="84" y="68"/>
                      </a:lnTo>
                      <a:lnTo>
                        <a:pt x="84" y="66"/>
                      </a:lnTo>
                      <a:lnTo>
                        <a:pt x="84" y="64"/>
                      </a:lnTo>
                      <a:lnTo>
                        <a:pt x="82" y="64"/>
                      </a:lnTo>
                      <a:lnTo>
                        <a:pt x="82" y="63"/>
                      </a:lnTo>
                      <a:lnTo>
                        <a:pt x="82" y="64"/>
                      </a:lnTo>
                      <a:lnTo>
                        <a:pt x="84" y="64"/>
                      </a:lnTo>
                      <a:lnTo>
                        <a:pt x="86" y="64"/>
                      </a:lnTo>
                      <a:lnTo>
                        <a:pt x="84" y="64"/>
                      </a:lnTo>
                      <a:lnTo>
                        <a:pt x="84" y="63"/>
                      </a:lnTo>
                      <a:lnTo>
                        <a:pt x="84" y="61"/>
                      </a:lnTo>
                      <a:lnTo>
                        <a:pt x="82" y="61"/>
                      </a:lnTo>
                      <a:lnTo>
                        <a:pt x="81" y="61"/>
                      </a:lnTo>
                      <a:lnTo>
                        <a:pt x="81" y="59"/>
                      </a:lnTo>
                      <a:lnTo>
                        <a:pt x="79" y="59"/>
                      </a:lnTo>
                      <a:lnTo>
                        <a:pt x="79" y="57"/>
                      </a:lnTo>
                      <a:lnTo>
                        <a:pt x="77" y="57"/>
                      </a:lnTo>
                      <a:lnTo>
                        <a:pt x="75" y="57"/>
                      </a:lnTo>
                      <a:lnTo>
                        <a:pt x="77" y="57"/>
                      </a:lnTo>
                      <a:lnTo>
                        <a:pt x="77" y="55"/>
                      </a:lnTo>
                      <a:lnTo>
                        <a:pt x="75" y="55"/>
                      </a:lnTo>
                      <a:lnTo>
                        <a:pt x="73" y="55"/>
                      </a:lnTo>
                      <a:lnTo>
                        <a:pt x="73" y="53"/>
                      </a:lnTo>
                      <a:lnTo>
                        <a:pt x="71" y="53"/>
                      </a:lnTo>
                      <a:lnTo>
                        <a:pt x="70" y="53"/>
                      </a:lnTo>
                      <a:lnTo>
                        <a:pt x="68" y="53"/>
                      </a:lnTo>
                      <a:lnTo>
                        <a:pt x="68" y="52"/>
                      </a:lnTo>
                      <a:lnTo>
                        <a:pt x="66" y="52"/>
                      </a:lnTo>
                      <a:lnTo>
                        <a:pt x="64" y="52"/>
                      </a:lnTo>
                      <a:lnTo>
                        <a:pt x="64" y="50"/>
                      </a:lnTo>
                      <a:lnTo>
                        <a:pt x="62" y="50"/>
                      </a:lnTo>
                      <a:lnTo>
                        <a:pt x="62" y="48"/>
                      </a:lnTo>
                      <a:lnTo>
                        <a:pt x="60" y="48"/>
                      </a:lnTo>
                      <a:lnTo>
                        <a:pt x="60" y="46"/>
                      </a:lnTo>
                      <a:lnTo>
                        <a:pt x="59" y="46"/>
                      </a:lnTo>
                      <a:lnTo>
                        <a:pt x="59" y="44"/>
                      </a:lnTo>
                      <a:lnTo>
                        <a:pt x="57" y="44"/>
                      </a:lnTo>
                      <a:lnTo>
                        <a:pt x="57" y="42"/>
                      </a:lnTo>
                      <a:lnTo>
                        <a:pt x="57" y="41"/>
                      </a:lnTo>
                      <a:lnTo>
                        <a:pt x="57" y="39"/>
                      </a:lnTo>
                      <a:lnTo>
                        <a:pt x="57" y="37"/>
                      </a:lnTo>
                      <a:lnTo>
                        <a:pt x="57" y="35"/>
                      </a:lnTo>
                      <a:lnTo>
                        <a:pt x="55" y="35"/>
                      </a:lnTo>
                      <a:lnTo>
                        <a:pt x="55" y="33"/>
                      </a:lnTo>
                      <a:lnTo>
                        <a:pt x="53" y="33"/>
                      </a:lnTo>
                      <a:lnTo>
                        <a:pt x="53" y="32"/>
                      </a:lnTo>
                      <a:lnTo>
                        <a:pt x="53" y="30"/>
                      </a:lnTo>
                      <a:lnTo>
                        <a:pt x="53" y="28"/>
                      </a:lnTo>
                      <a:lnTo>
                        <a:pt x="53" y="26"/>
                      </a:lnTo>
                      <a:lnTo>
                        <a:pt x="51" y="26"/>
                      </a:lnTo>
                      <a:lnTo>
                        <a:pt x="50" y="24"/>
                      </a:lnTo>
                      <a:lnTo>
                        <a:pt x="48" y="24"/>
                      </a:lnTo>
                      <a:lnTo>
                        <a:pt x="46" y="24"/>
                      </a:lnTo>
                      <a:lnTo>
                        <a:pt x="44" y="24"/>
                      </a:lnTo>
                      <a:lnTo>
                        <a:pt x="42" y="24"/>
                      </a:lnTo>
                      <a:lnTo>
                        <a:pt x="40" y="24"/>
                      </a:lnTo>
                      <a:lnTo>
                        <a:pt x="39" y="24"/>
                      </a:lnTo>
                      <a:lnTo>
                        <a:pt x="37" y="24"/>
                      </a:lnTo>
                      <a:lnTo>
                        <a:pt x="35" y="24"/>
                      </a:lnTo>
                      <a:lnTo>
                        <a:pt x="35" y="26"/>
                      </a:lnTo>
                      <a:lnTo>
                        <a:pt x="33" y="26"/>
                      </a:lnTo>
                      <a:lnTo>
                        <a:pt x="31" y="26"/>
                      </a:lnTo>
                      <a:lnTo>
                        <a:pt x="29" y="26"/>
                      </a:lnTo>
                      <a:lnTo>
                        <a:pt x="28" y="26"/>
                      </a:lnTo>
                      <a:lnTo>
                        <a:pt x="26" y="26"/>
                      </a:lnTo>
                      <a:lnTo>
                        <a:pt x="24" y="26"/>
                      </a:lnTo>
                      <a:lnTo>
                        <a:pt x="24" y="28"/>
                      </a:lnTo>
                      <a:lnTo>
                        <a:pt x="22" y="28"/>
                      </a:lnTo>
                      <a:lnTo>
                        <a:pt x="20" y="28"/>
                      </a:lnTo>
                      <a:lnTo>
                        <a:pt x="20" y="30"/>
                      </a:lnTo>
                      <a:lnTo>
                        <a:pt x="18" y="30"/>
                      </a:lnTo>
                      <a:lnTo>
                        <a:pt x="18" y="32"/>
                      </a:lnTo>
                      <a:lnTo>
                        <a:pt x="17" y="32"/>
                      </a:lnTo>
                      <a:lnTo>
                        <a:pt x="17" y="33"/>
                      </a:lnTo>
                      <a:lnTo>
                        <a:pt x="15" y="35"/>
                      </a:lnTo>
                      <a:lnTo>
                        <a:pt x="15" y="37"/>
                      </a:lnTo>
                      <a:lnTo>
                        <a:pt x="13" y="37"/>
                      </a:lnTo>
                      <a:lnTo>
                        <a:pt x="13" y="39"/>
                      </a:lnTo>
                      <a:lnTo>
                        <a:pt x="11" y="39"/>
                      </a:lnTo>
                      <a:lnTo>
                        <a:pt x="11" y="41"/>
                      </a:lnTo>
                      <a:lnTo>
                        <a:pt x="13" y="41"/>
                      </a:lnTo>
                      <a:lnTo>
                        <a:pt x="13" y="42"/>
                      </a:lnTo>
                      <a:lnTo>
                        <a:pt x="11" y="42"/>
                      </a:lnTo>
                      <a:lnTo>
                        <a:pt x="11" y="44"/>
                      </a:lnTo>
                      <a:lnTo>
                        <a:pt x="13" y="44"/>
                      </a:lnTo>
                      <a:lnTo>
                        <a:pt x="15" y="44"/>
                      </a:lnTo>
                      <a:lnTo>
                        <a:pt x="15" y="42"/>
                      </a:lnTo>
                      <a:lnTo>
                        <a:pt x="15" y="41"/>
                      </a:lnTo>
                      <a:lnTo>
                        <a:pt x="17" y="41"/>
                      </a:lnTo>
                      <a:lnTo>
                        <a:pt x="17" y="42"/>
                      </a:lnTo>
                      <a:lnTo>
                        <a:pt x="15" y="42"/>
                      </a:lnTo>
                      <a:lnTo>
                        <a:pt x="17" y="44"/>
                      </a:lnTo>
                      <a:lnTo>
                        <a:pt x="15" y="44"/>
                      </a:lnTo>
                      <a:lnTo>
                        <a:pt x="15" y="46"/>
                      </a:lnTo>
                      <a:lnTo>
                        <a:pt x="15" y="48"/>
                      </a:lnTo>
                      <a:lnTo>
                        <a:pt x="15" y="50"/>
                      </a:lnTo>
                      <a:lnTo>
                        <a:pt x="13" y="52"/>
                      </a:lnTo>
                      <a:lnTo>
                        <a:pt x="13" y="53"/>
                      </a:lnTo>
                      <a:lnTo>
                        <a:pt x="15" y="53"/>
                      </a:lnTo>
                      <a:lnTo>
                        <a:pt x="15" y="55"/>
                      </a:lnTo>
                      <a:lnTo>
                        <a:pt x="15" y="57"/>
                      </a:lnTo>
                      <a:lnTo>
                        <a:pt x="15" y="59"/>
                      </a:lnTo>
                      <a:lnTo>
                        <a:pt x="17" y="59"/>
                      </a:lnTo>
                      <a:lnTo>
                        <a:pt x="17" y="61"/>
                      </a:lnTo>
                      <a:lnTo>
                        <a:pt x="17" y="63"/>
                      </a:lnTo>
                      <a:lnTo>
                        <a:pt x="17" y="61"/>
                      </a:lnTo>
                      <a:lnTo>
                        <a:pt x="17" y="63"/>
                      </a:lnTo>
                      <a:lnTo>
                        <a:pt x="17" y="64"/>
                      </a:lnTo>
                      <a:lnTo>
                        <a:pt x="18" y="64"/>
                      </a:lnTo>
                      <a:lnTo>
                        <a:pt x="17" y="64"/>
                      </a:lnTo>
                      <a:lnTo>
                        <a:pt x="18" y="64"/>
                      </a:lnTo>
                      <a:lnTo>
                        <a:pt x="17" y="64"/>
                      </a:lnTo>
                      <a:lnTo>
                        <a:pt x="17" y="63"/>
                      </a:lnTo>
                      <a:lnTo>
                        <a:pt x="15" y="63"/>
                      </a:lnTo>
                      <a:lnTo>
                        <a:pt x="15" y="61"/>
                      </a:lnTo>
                      <a:lnTo>
                        <a:pt x="15" y="59"/>
                      </a:lnTo>
                      <a:lnTo>
                        <a:pt x="15" y="57"/>
                      </a:lnTo>
                      <a:lnTo>
                        <a:pt x="15" y="55"/>
                      </a:lnTo>
                      <a:lnTo>
                        <a:pt x="13" y="53"/>
                      </a:lnTo>
                      <a:lnTo>
                        <a:pt x="13" y="52"/>
                      </a:lnTo>
                      <a:lnTo>
                        <a:pt x="11" y="52"/>
                      </a:lnTo>
                      <a:lnTo>
                        <a:pt x="11" y="50"/>
                      </a:lnTo>
                      <a:lnTo>
                        <a:pt x="9" y="50"/>
                      </a:lnTo>
                      <a:lnTo>
                        <a:pt x="9" y="48"/>
                      </a:lnTo>
                      <a:lnTo>
                        <a:pt x="8" y="48"/>
                      </a:lnTo>
                      <a:lnTo>
                        <a:pt x="6" y="48"/>
                      </a:lnTo>
                      <a:lnTo>
                        <a:pt x="6" y="46"/>
                      </a:lnTo>
                      <a:lnTo>
                        <a:pt x="4" y="46"/>
                      </a:lnTo>
                      <a:lnTo>
                        <a:pt x="6" y="46"/>
                      </a:lnTo>
                      <a:lnTo>
                        <a:pt x="6" y="44"/>
                      </a:lnTo>
                      <a:lnTo>
                        <a:pt x="6" y="42"/>
                      </a:lnTo>
                      <a:lnTo>
                        <a:pt x="6" y="41"/>
                      </a:lnTo>
                      <a:lnTo>
                        <a:pt x="4" y="41"/>
                      </a:lnTo>
                      <a:lnTo>
                        <a:pt x="4" y="39"/>
                      </a:lnTo>
                      <a:lnTo>
                        <a:pt x="2" y="39"/>
                      </a:lnTo>
                      <a:lnTo>
                        <a:pt x="0" y="39"/>
                      </a:lnTo>
                      <a:lnTo>
                        <a:pt x="9" y="32"/>
                      </a:lnTo>
                      <a:lnTo>
                        <a:pt x="18" y="26"/>
                      </a:lnTo>
                      <a:lnTo>
                        <a:pt x="20" y="26"/>
                      </a:lnTo>
                      <a:lnTo>
                        <a:pt x="28" y="22"/>
                      </a:lnTo>
                      <a:lnTo>
                        <a:pt x="31" y="22"/>
                      </a:lnTo>
                      <a:lnTo>
                        <a:pt x="35" y="21"/>
                      </a:lnTo>
                      <a:lnTo>
                        <a:pt x="39" y="21"/>
                      </a:lnTo>
                      <a:lnTo>
                        <a:pt x="40" y="19"/>
                      </a:lnTo>
                      <a:lnTo>
                        <a:pt x="50" y="19"/>
                      </a:lnTo>
                      <a:lnTo>
                        <a:pt x="55" y="17"/>
                      </a:lnTo>
                      <a:lnTo>
                        <a:pt x="57" y="17"/>
                      </a:lnTo>
                      <a:lnTo>
                        <a:pt x="60" y="17"/>
                      </a:lnTo>
                      <a:lnTo>
                        <a:pt x="64" y="17"/>
                      </a:lnTo>
                      <a:lnTo>
                        <a:pt x="68" y="17"/>
                      </a:lnTo>
                      <a:lnTo>
                        <a:pt x="70" y="19"/>
                      </a:lnTo>
                      <a:lnTo>
                        <a:pt x="77" y="24"/>
                      </a:lnTo>
                      <a:lnTo>
                        <a:pt x="81" y="26"/>
                      </a:lnTo>
                      <a:lnTo>
                        <a:pt x="82" y="26"/>
                      </a:lnTo>
                      <a:lnTo>
                        <a:pt x="84" y="28"/>
                      </a:lnTo>
                      <a:lnTo>
                        <a:pt x="86" y="30"/>
                      </a:lnTo>
                      <a:lnTo>
                        <a:pt x="88" y="30"/>
                      </a:lnTo>
                      <a:lnTo>
                        <a:pt x="88" y="32"/>
                      </a:lnTo>
                      <a:lnTo>
                        <a:pt x="90" y="32"/>
                      </a:lnTo>
                      <a:lnTo>
                        <a:pt x="90" y="33"/>
                      </a:lnTo>
                      <a:lnTo>
                        <a:pt x="90" y="35"/>
                      </a:lnTo>
                      <a:lnTo>
                        <a:pt x="91" y="37"/>
                      </a:lnTo>
                      <a:lnTo>
                        <a:pt x="93" y="39"/>
                      </a:lnTo>
                      <a:lnTo>
                        <a:pt x="93" y="41"/>
                      </a:lnTo>
                      <a:lnTo>
                        <a:pt x="95" y="41"/>
                      </a:lnTo>
                      <a:lnTo>
                        <a:pt x="95" y="42"/>
                      </a:lnTo>
                      <a:lnTo>
                        <a:pt x="97" y="44"/>
                      </a:lnTo>
                      <a:lnTo>
                        <a:pt x="99" y="46"/>
                      </a:lnTo>
                      <a:lnTo>
                        <a:pt x="101" y="48"/>
                      </a:lnTo>
                      <a:lnTo>
                        <a:pt x="101" y="50"/>
                      </a:lnTo>
                      <a:lnTo>
                        <a:pt x="102" y="50"/>
                      </a:lnTo>
                      <a:lnTo>
                        <a:pt x="102" y="52"/>
                      </a:lnTo>
                      <a:lnTo>
                        <a:pt x="104" y="52"/>
                      </a:lnTo>
                      <a:lnTo>
                        <a:pt x="104" y="53"/>
                      </a:lnTo>
                      <a:lnTo>
                        <a:pt x="106" y="53"/>
                      </a:lnTo>
                      <a:lnTo>
                        <a:pt x="106" y="55"/>
                      </a:lnTo>
                      <a:lnTo>
                        <a:pt x="108" y="55"/>
                      </a:lnTo>
                      <a:lnTo>
                        <a:pt x="110" y="55"/>
                      </a:lnTo>
                      <a:lnTo>
                        <a:pt x="110" y="57"/>
                      </a:lnTo>
                      <a:lnTo>
                        <a:pt x="112" y="57"/>
                      </a:lnTo>
                      <a:lnTo>
                        <a:pt x="112" y="55"/>
                      </a:lnTo>
                      <a:lnTo>
                        <a:pt x="113" y="55"/>
                      </a:lnTo>
                      <a:lnTo>
                        <a:pt x="113" y="57"/>
                      </a:lnTo>
                      <a:lnTo>
                        <a:pt x="113" y="55"/>
                      </a:lnTo>
                      <a:lnTo>
                        <a:pt x="115" y="55"/>
                      </a:lnTo>
                      <a:lnTo>
                        <a:pt x="117" y="55"/>
                      </a:lnTo>
                      <a:lnTo>
                        <a:pt x="119" y="55"/>
                      </a:lnTo>
                      <a:lnTo>
                        <a:pt x="117" y="55"/>
                      </a:lnTo>
                      <a:lnTo>
                        <a:pt x="119" y="55"/>
                      </a:lnTo>
                      <a:lnTo>
                        <a:pt x="121" y="55"/>
                      </a:lnTo>
                      <a:lnTo>
                        <a:pt x="123" y="53"/>
                      </a:lnTo>
                      <a:lnTo>
                        <a:pt x="124" y="53"/>
                      </a:lnTo>
                      <a:lnTo>
                        <a:pt x="128" y="53"/>
                      </a:lnTo>
                      <a:lnTo>
                        <a:pt x="133" y="53"/>
                      </a:lnTo>
                      <a:lnTo>
                        <a:pt x="144" y="55"/>
                      </a:lnTo>
                      <a:lnTo>
                        <a:pt x="146" y="55"/>
                      </a:lnTo>
                      <a:lnTo>
                        <a:pt x="150" y="55"/>
                      </a:lnTo>
                      <a:lnTo>
                        <a:pt x="157" y="55"/>
                      </a:lnTo>
                      <a:lnTo>
                        <a:pt x="163" y="57"/>
                      </a:lnTo>
                      <a:lnTo>
                        <a:pt x="164" y="57"/>
                      </a:lnTo>
                      <a:lnTo>
                        <a:pt x="166" y="57"/>
                      </a:lnTo>
                      <a:lnTo>
                        <a:pt x="166" y="55"/>
                      </a:lnTo>
                      <a:lnTo>
                        <a:pt x="166" y="53"/>
                      </a:lnTo>
                      <a:lnTo>
                        <a:pt x="168" y="53"/>
                      </a:lnTo>
                      <a:lnTo>
                        <a:pt x="170" y="53"/>
                      </a:lnTo>
                      <a:lnTo>
                        <a:pt x="170" y="52"/>
                      </a:lnTo>
                      <a:lnTo>
                        <a:pt x="168" y="52"/>
                      </a:lnTo>
                      <a:lnTo>
                        <a:pt x="168" y="53"/>
                      </a:lnTo>
                      <a:lnTo>
                        <a:pt x="166" y="52"/>
                      </a:lnTo>
                      <a:lnTo>
                        <a:pt x="166" y="50"/>
                      </a:lnTo>
                      <a:lnTo>
                        <a:pt x="164" y="50"/>
                      </a:lnTo>
                      <a:lnTo>
                        <a:pt x="164" y="48"/>
                      </a:lnTo>
                      <a:lnTo>
                        <a:pt x="166" y="48"/>
                      </a:lnTo>
                      <a:lnTo>
                        <a:pt x="164" y="48"/>
                      </a:lnTo>
                      <a:lnTo>
                        <a:pt x="164" y="46"/>
                      </a:lnTo>
                      <a:lnTo>
                        <a:pt x="163" y="42"/>
                      </a:lnTo>
                      <a:lnTo>
                        <a:pt x="163" y="41"/>
                      </a:lnTo>
                      <a:lnTo>
                        <a:pt x="163" y="39"/>
                      </a:lnTo>
                      <a:lnTo>
                        <a:pt x="163" y="37"/>
                      </a:lnTo>
                      <a:lnTo>
                        <a:pt x="163" y="35"/>
                      </a:lnTo>
                      <a:lnTo>
                        <a:pt x="163" y="33"/>
                      </a:lnTo>
                      <a:lnTo>
                        <a:pt x="164" y="33"/>
                      </a:lnTo>
                      <a:lnTo>
                        <a:pt x="166" y="33"/>
                      </a:lnTo>
                      <a:lnTo>
                        <a:pt x="168" y="33"/>
                      </a:lnTo>
                      <a:lnTo>
                        <a:pt x="168" y="32"/>
                      </a:lnTo>
                      <a:lnTo>
                        <a:pt x="170" y="30"/>
                      </a:lnTo>
                      <a:lnTo>
                        <a:pt x="174" y="26"/>
                      </a:lnTo>
                      <a:lnTo>
                        <a:pt x="174" y="24"/>
                      </a:lnTo>
                      <a:lnTo>
                        <a:pt x="175" y="24"/>
                      </a:lnTo>
                      <a:lnTo>
                        <a:pt x="177" y="24"/>
                      </a:lnTo>
                      <a:lnTo>
                        <a:pt x="179" y="24"/>
                      </a:lnTo>
                      <a:lnTo>
                        <a:pt x="181" y="24"/>
                      </a:lnTo>
                      <a:lnTo>
                        <a:pt x="185" y="24"/>
                      </a:lnTo>
                      <a:lnTo>
                        <a:pt x="186" y="24"/>
                      </a:lnTo>
                      <a:lnTo>
                        <a:pt x="188" y="24"/>
                      </a:lnTo>
                      <a:lnTo>
                        <a:pt x="190" y="24"/>
                      </a:lnTo>
                      <a:lnTo>
                        <a:pt x="192" y="24"/>
                      </a:lnTo>
                      <a:lnTo>
                        <a:pt x="194" y="24"/>
                      </a:lnTo>
                      <a:lnTo>
                        <a:pt x="194" y="22"/>
                      </a:lnTo>
                      <a:lnTo>
                        <a:pt x="194" y="24"/>
                      </a:lnTo>
                      <a:lnTo>
                        <a:pt x="194" y="22"/>
                      </a:lnTo>
                      <a:lnTo>
                        <a:pt x="194" y="21"/>
                      </a:lnTo>
                      <a:lnTo>
                        <a:pt x="196" y="22"/>
                      </a:lnTo>
                      <a:lnTo>
                        <a:pt x="196" y="21"/>
                      </a:lnTo>
                      <a:lnTo>
                        <a:pt x="197" y="17"/>
                      </a:lnTo>
                      <a:lnTo>
                        <a:pt x="197" y="15"/>
                      </a:lnTo>
                      <a:lnTo>
                        <a:pt x="196" y="15"/>
                      </a:lnTo>
                      <a:lnTo>
                        <a:pt x="197" y="15"/>
                      </a:lnTo>
                      <a:lnTo>
                        <a:pt x="197" y="13"/>
                      </a:lnTo>
                      <a:lnTo>
                        <a:pt x="197" y="15"/>
                      </a:lnTo>
                      <a:lnTo>
                        <a:pt x="199" y="13"/>
                      </a:lnTo>
                      <a:lnTo>
                        <a:pt x="199" y="11"/>
                      </a:lnTo>
                      <a:lnTo>
                        <a:pt x="201" y="11"/>
                      </a:lnTo>
                      <a:lnTo>
                        <a:pt x="201" y="10"/>
                      </a:lnTo>
                      <a:lnTo>
                        <a:pt x="201" y="11"/>
                      </a:lnTo>
                      <a:lnTo>
                        <a:pt x="203" y="11"/>
                      </a:lnTo>
                      <a:lnTo>
                        <a:pt x="205" y="11"/>
                      </a:lnTo>
                      <a:lnTo>
                        <a:pt x="205" y="13"/>
                      </a:lnTo>
                      <a:lnTo>
                        <a:pt x="206" y="13"/>
                      </a:lnTo>
                      <a:lnTo>
                        <a:pt x="208" y="13"/>
                      </a:lnTo>
                      <a:lnTo>
                        <a:pt x="210" y="13"/>
                      </a:lnTo>
                      <a:lnTo>
                        <a:pt x="212" y="13"/>
                      </a:lnTo>
                      <a:lnTo>
                        <a:pt x="212" y="15"/>
                      </a:lnTo>
                      <a:lnTo>
                        <a:pt x="214" y="15"/>
                      </a:lnTo>
                      <a:lnTo>
                        <a:pt x="214" y="17"/>
                      </a:lnTo>
                      <a:lnTo>
                        <a:pt x="214" y="19"/>
                      </a:lnTo>
                      <a:lnTo>
                        <a:pt x="216" y="19"/>
                      </a:lnTo>
                      <a:lnTo>
                        <a:pt x="217" y="19"/>
                      </a:lnTo>
                      <a:lnTo>
                        <a:pt x="217" y="21"/>
                      </a:lnTo>
                      <a:lnTo>
                        <a:pt x="217" y="19"/>
                      </a:lnTo>
                      <a:lnTo>
                        <a:pt x="216" y="17"/>
                      </a:lnTo>
                      <a:lnTo>
                        <a:pt x="214" y="17"/>
                      </a:lnTo>
                      <a:lnTo>
                        <a:pt x="214" y="15"/>
                      </a:lnTo>
                      <a:lnTo>
                        <a:pt x="212" y="13"/>
                      </a:lnTo>
                      <a:lnTo>
                        <a:pt x="210" y="11"/>
                      </a:lnTo>
                      <a:lnTo>
                        <a:pt x="210" y="10"/>
                      </a:lnTo>
                      <a:lnTo>
                        <a:pt x="208" y="10"/>
                      </a:lnTo>
                      <a:lnTo>
                        <a:pt x="206" y="10"/>
                      </a:lnTo>
                      <a:lnTo>
                        <a:pt x="206" y="8"/>
                      </a:lnTo>
                      <a:lnTo>
                        <a:pt x="205" y="8"/>
                      </a:lnTo>
                      <a:lnTo>
                        <a:pt x="206" y="8"/>
                      </a:lnTo>
                      <a:lnTo>
                        <a:pt x="206" y="6"/>
                      </a:lnTo>
                      <a:lnTo>
                        <a:pt x="208" y="6"/>
                      </a:lnTo>
                      <a:lnTo>
                        <a:pt x="210" y="6"/>
                      </a:lnTo>
                      <a:lnTo>
                        <a:pt x="212" y="6"/>
                      </a:lnTo>
                      <a:lnTo>
                        <a:pt x="214" y="6"/>
                      </a:lnTo>
                      <a:lnTo>
                        <a:pt x="216" y="6"/>
                      </a:lnTo>
                      <a:lnTo>
                        <a:pt x="217" y="6"/>
                      </a:lnTo>
                      <a:lnTo>
                        <a:pt x="219" y="6"/>
                      </a:lnTo>
                      <a:lnTo>
                        <a:pt x="221" y="6"/>
                      </a:lnTo>
                      <a:lnTo>
                        <a:pt x="221" y="4"/>
                      </a:lnTo>
                      <a:lnTo>
                        <a:pt x="223" y="4"/>
                      </a:lnTo>
                      <a:lnTo>
                        <a:pt x="221" y="2"/>
                      </a:lnTo>
                      <a:lnTo>
                        <a:pt x="221" y="0"/>
                      </a:lnTo>
                      <a:lnTo>
                        <a:pt x="223"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4" name="Freeform 120">
                  <a:extLst>
                    <a:ext uri="{FF2B5EF4-FFF2-40B4-BE49-F238E27FC236}">
                      <a16:creationId xmlns:a16="http://schemas.microsoft.com/office/drawing/2014/main" id="{E0CF4C16-641E-E8D9-117C-51F8224CCA40}"/>
                    </a:ext>
                  </a:extLst>
                </p:cNvPr>
                <p:cNvSpPr>
                  <a:spLocks noEditPoints="1"/>
                </p:cNvSpPr>
                <p:nvPr/>
              </p:nvSpPr>
              <p:spPr bwMode="auto">
                <a:xfrm>
                  <a:off x="2574741" y="2414053"/>
                  <a:ext cx="83132" cy="128313"/>
                </a:xfrm>
                <a:custGeom>
                  <a:avLst/>
                  <a:gdLst>
                    <a:gd name="T0" fmla="*/ 39 w 46"/>
                    <a:gd name="T1" fmla="*/ 67 h 71"/>
                    <a:gd name="T2" fmla="*/ 37 w 46"/>
                    <a:gd name="T3" fmla="*/ 65 h 71"/>
                    <a:gd name="T4" fmla="*/ 37 w 46"/>
                    <a:gd name="T5" fmla="*/ 65 h 71"/>
                    <a:gd name="T6" fmla="*/ 35 w 46"/>
                    <a:gd name="T7" fmla="*/ 65 h 71"/>
                    <a:gd name="T8" fmla="*/ 6 w 46"/>
                    <a:gd name="T9" fmla="*/ 60 h 71"/>
                    <a:gd name="T10" fmla="*/ 4 w 46"/>
                    <a:gd name="T11" fmla="*/ 62 h 71"/>
                    <a:gd name="T12" fmla="*/ 4 w 46"/>
                    <a:gd name="T13" fmla="*/ 69 h 71"/>
                    <a:gd name="T14" fmla="*/ 6 w 46"/>
                    <a:gd name="T15" fmla="*/ 71 h 71"/>
                    <a:gd name="T16" fmla="*/ 4 w 46"/>
                    <a:gd name="T17" fmla="*/ 69 h 71"/>
                    <a:gd name="T18" fmla="*/ 4 w 46"/>
                    <a:gd name="T19" fmla="*/ 65 h 71"/>
                    <a:gd name="T20" fmla="*/ 4 w 46"/>
                    <a:gd name="T21" fmla="*/ 62 h 71"/>
                    <a:gd name="T22" fmla="*/ 6 w 46"/>
                    <a:gd name="T23" fmla="*/ 60 h 71"/>
                    <a:gd name="T24" fmla="*/ 22 w 46"/>
                    <a:gd name="T25" fmla="*/ 56 h 71"/>
                    <a:gd name="T26" fmla="*/ 24 w 46"/>
                    <a:gd name="T27" fmla="*/ 54 h 71"/>
                    <a:gd name="T28" fmla="*/ 24 w 46"/>
                    <a:gd name="T29" fmla="*/ 43 h 71"/>
                    <a:gd name="T30" fmla="*/ 22 w 46"/>
                    <a:gd name="T31" fmla="*/ 45 h 71"/>
                    <a:gd name="T32" fmla="*/ 24 w 46"/>
                    <a:gd name="T33" fmla="*/ 43 h 71"/>
                    <a:gd name="T34" fmla="*/ 24 w 46"/>
                    <a:gd name="T35" fmla="*/ 42 h 71"/>
                    <a:gd name="T36" fmla="*/ 24 w 46"/>
                    <a:gd name="T37" fmla="*/ 42 h 71"/>
                    <a:gd name="T38" fmla="*/ 22 w 46"/>
                    <a:gd name="T39" fmla="*/ 43 h 71"/>
                    <a:gd name="T40" fmla="*/ 21 w 46"/>
                    <a:gd name="T41" fmla="*/ 42 h 71"/>
                    <a:gd name="T42" fmla="*/ 21 w 46"/>
                    <a:gd name="T43" fmla="*/ 42 h 71"/>
                    <a:gd name="T44" fmla="*/ 22 w 46"/>
                    <a:gd name="T45" fmla="*/ 43 h 71"/>
                    <a:gd name="T46" fmla="*/ 22 w 46"/>
                    <a:gd name="T47" fmla="*/ 43 h 71"/>
                    <a:gd name="T48" fmla="*/ 21 w 46"/>
                    <a:gd name="T49" fmla="*/ 42 h 71"/>
                    <a:gd name="T50" fmla="*/ 24 w 46"/>
                    <a:gd name="T51" fmla="*/ 42 h 71"/>
                    <a:gd name="T52" fmla="*/ 24 w 46"/>
                    <a:gd name="T53" fmla="*/ 42 h 71"/>
                    <a:gd name="T54" fmla="*/ 26 w 46"/>
                    <a:gd name="T55" fmla="*/ 42 h 71"/>
                    <a:gd name="T56" fmla="*/ 21 w 46"/>
                    <a:gd name="T57" fmla="*/ 40 h 71"/>
                    <a:gd name="T58" fmla="*/ 0 w 46"/>
                    <a:gd name="T59" fmla="*/ 32 h 71"/>
                    <a:gd name="T60" fmla="*/ 2 w 46"/>
                    <a:gd name="T61" fmla="*/ 34 h 71"/>
                    <a:gd name="T62" fmla="*/ 4 w 46"/>
                    <a:gd name="T63" fmla="*/ 36 h 71"/>
                    <a:gd name="T64" fmla="*/ 4 w 46"/>
                    <a:gd name="T65" fmla="*/ 36 h 71"/>
                    <a:gd name="T66" fmla="*/ 2 w 46"/>
                    <a:gd name="T67" fmla="*/ 34 h 71"/>
                    <a:gd name="T68" fmla="*/ 2 w 46"/>
                    <a:gd name="T69" fmla="*/ 36 h 71"/>
                    <a:gd name="T70" fmla="*/ 2 w 46"/>
                    <a:gd name="T71" fmla="*/ 32 h 71"/>
                    <a:gd name="T72" fmla="*/ 24 w 46"/>
                    <a:gd name="T73" fmla="*/ 29 h 71"/>
                    <a:gd name="T74" fmla="*/ 24 w 46"/>
                    <a:gd name="T75" fmla="*/ 29 h 71"/>
                    <a:gd name="T76" fmla="*/ 24 w 46"/>
                    <a:gd name="T77" fmla="*/ 29 h 71"/>
                    <a:gd name="T78" fmla="*/ 19 w 46"/>
                    <a:gd name="T79" fmla="*/ 29 h 71"/>
                    <a:gd name="T80" fmla="*/ 19 w 46"/>
                    <a:gd name="T81" fmla="*/ 29 h 71"/>
                    <a:gd name="T82" fmla="*/ 15 w 46"/>
                    <a:gd name="T83" fmla="*/ 27 h 71"/>
                    <a:gd name="T84" fmla="*/ 46 w 46"/>
                    <a:gd name="T85" fmla="*/ 1 h 71"/>
                    <a:gd name="T86" fmla="*/ 44 w 46"/>
                    <a:gd name="T87" fmla="*/ 3 h 71"/>
                    <a:gd name="T88" fmla="*/ 42 w 46"/>
                    <a:gd name="T89" fmla="*/ 1 h 71"/>
                    <a:gd name="T90" fmla="*/ 46 w 46"/>
                    <a:gd name="T91" fmla="*/ 1 h 71"/>
                    <a:gd name="T92" fmla="*/ 10 w 46"/>
                    <a:gd name="T9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 h="71">
                      <a:moveTo>
                        <a:pt x="37" y="67"/>
                      </a:moveTo>
                      <a:lnTo>
                        <a:pt x="39" y="67"/>
                      </a:lnTo>
                      <a:lnTo>
                        <a:pt x="37" y="67"/>
                      </a:lnTo>
                      <a:close/>
                      <a:moveTo>
                        <a:pt x="37" y="65"/>
                      </a:moveTo>
                      <a:lnTo>
                        <a:pt x="39" y="65"/>
                      </a:lnTo>
                      <a:lnTo>
                        <a:pt x="37" y="65"/>
                      </a:lnTo>
                      <a:close/>
                      <a:moveTo>
                        <a:pt x="37" y="65"/>
                      </a:moveTo>
                      <a:lnTo>
                        <a:pt x="35" y="65"/>
                      </a:lnTo>
                      <a:lnTo>
                        <a:pt x="37" y="65"/>
                      </a:lnTo>
                      <a:close/>
                      <a:moveTo>
                        <a:pt x="6" y="60"/>
                      </a:moveTo>
                      <a:lnTo>
                        <a:pt x="4" y="60"/>
                      </a:lnTo>
                      <a:lnTo>
                        <a:pt x="4" y="62"/>
                      </a:lnTo>
                      <a:lnTo>
                        <a:pt x="4" y="67"/>
                      </a:lnTo>
                      <a:lnTo>
                        <a:pt x="4" y="69"/>
                      </a:lnTo>
                      <a:lnTo>
                        <a:pt x="6" y="69"/>
                      </a:lnTo>
                      <a:lnTo>
                        <a:pt x="6" y="71"/>
                      </a:lnTo>
                      <a:lnTo>
                        <a:pt x="4" y="71"/>
                      </a:lnTo>
                      <a:lnTo>
                        <a:pt x="4" y="69"/>
                      </a:lnTo>
                      <a:lnTo>
                        <a:pt x="4" y="67"/>
                      </a:lnTo>
                      <a:lnTo>
                        <a:pt x="4" y="65"/>
                      </a:lnTo>
                      <a:lnTo>
                        <a:pt x="4" y="64"/>
                      </a:lnTo>
                      <a:lnTo>
                        <a:pt x="4" y="62"/>
                      </a:lnTo>
                      <a:lnTo>
                        <a:pt x="4" y="60"/>
                      </a:lnTo>
                      <a:lnTo>
                        <a:pt x="6" y="60"/>
                      </a:lnTo>
                      <a:close/>
                      <a:moveTo>
                        <a:pt x="24" y="56"/>
                      </a:moveTo>
                      <a:lnTo>
                        <a:pt x="22" y="56"/>
                      </a:lnTo>
                      <a:lnTo>
                        <a:pt x="22" y="54"/>
                      </a:lnTo>
                      <a:lnTo>
                        <a:pt x="24" y="54"/>
                      </a:lnTo>
                      <a:lnTo>
                        <a:pt x="24" y="56"/>
                      </a:lnTo>
                      <a:close/>
                      <a:moveTo>
                        <a:pt x="24" y="43"/>
                      </a:moveTo>
                      <a:lnTo>
                        <a:pt x="24" y="45"/>
                      </a:lnTo>
                      <a:lnTo>
                        <a:pt x="22" y="45"/>
                      </a:lnTo>
                      <a:lnTo>
                        <a:pt x="22" y="43"/>
                      </a:lnTo>
                      <a:lnTo>
                        <a:pt x="24" y="43"/>
                      </a:lnTo>
                      <a:close/>
                      <a:moveTo>
                        <a:pt x="22" y="42"/>
                      </a:moveTo>
                      <a:lnTo>
                        <a:pt x="24" y="42"/>
                      </a:lnTo>
                      <a:lnTo>
                        <a:pt x="22" y="42"/>
                      </a:lnTo>
                      <a:lnTo>
                        <a:pt x="24" y="42"/>
                      </a:lnTo>
                      <a:lnTo>
                        <a:pt x="24" y="43"/>
                      </a:lnTo>
                      <a:lnTo>
                        <a:pt x="22" y="43"/>
                      </a:lnTo>
                      <a:lnTo>
                        <a:pt x="22" y="42"/>
                      </a:lnTo>
                      <a:close/>
                      <a:moveTo>
                        <a:pt x="21" y="42"/>
                      </a:moveTo>
                      <a:lnTo>
                        <a:pt x="22" y="42"/>
                      </a:lnTo>
                      <a:lnTo>
                        <a:pt x="21" y="42"/>
                      </a:lnTo>
                      <a:lnTo>
                        <a:pt x="22" y="42"/>
                      </a:lnTo>
                      <a:lnTo>
                        <a:pt x="22" y="43"/>
                      </a:lnTo>
                      <a:lnTo>
                        <a:pt x="21" y="43"/>
                      </a:lnTo>
                      <a:lnTo>
                        <a:pt x="22" y="43"/>
                      </a:lnTo>
                      <a:lnTo>
                        <a:pt x="21" y="43"/>
                      </a:lnTo>
                      <a:lnTo>
                        <a:pt x="21" y="42"/>
                      </a:lnTo>
                      <a:close/>
                      <a:moveTo>
                        <a:pt x="26" y="42"/>
                      </a:moveTo>
                      <a:lnTo>
                        <a:pt x="24" y="42"/>
                      </a:lnTo>
                      <a:lnTo>
                        <a:pt x="24" y="43"/>
                      </a:lnTo>
                      <a:lnTo>
                        <a:pt x="24" y="42"/>
                      </a:lnTo>
                      <a:lnTo>
                        <a:pt x="26" y="40"/>
                      </a:lnTo>
                      <a:lnTo>
                        <a:pt x="26" y="42"/>
                      </a:lnTo>
                      <a:close/>
                      <a:moveTo>
                        <a:pt x="21" y="38"/>
                      </a:moveTo>
                      <a:lnTo>
                        <a:pt x="21" y="40"/>
                      </a:lnTo>
                      <a:lnTo>
                        <a:pt x="21" y="38"/>
                      </a:lnTo>
                      <a:close/>
                      <a:moveTo>
                        <a:pt x="0" y="32"/>
                      </a:moveTo>
                      <a:lnTo>
                        <a:pt x="2" y="32"/>
                      </a:lnTo>
                      <a:lnTo>
                        <a:pt x="2" y="34"/>
                      </a:lnTo>
                      <a:lnTo>
                        <a:pt x="4" y="34"/>
                      </a:lnTo>
                      <a:lnTo>
                        <a:pt x="4" y="36"/>
                      </a:lnTo>
                      <a:lnTo>
                        <a:pt x="6" y="36"/>
                      </a:lnTo>
                      <a:lnTo>
                        <a:pt x="4" y="36"/>
                      </a:lnTo>
                      <a:lnTo>
                        <a:pt x="4" y="34"/>
                      </a:lnTo>
                      <a:lnTo>
                        <a:pt x="2" y="34"/>
                      </a:lnTo>
                      <a:lnTo>
                        <a:pt x="4" y="36"/>
                      </a:lnTo>
                      <a:lnTo>
                        <a:pt x="2" y="36"/>
                      </a:lnTo>
                      <a:lnTo>
                        <a:pt x="2" y="34"/>
                      </a:lnTo>
                      <a:lnTo>
                        <a:pt x="2" y="32"/>
                      </a:lnTo>
                      <a:lnTo>
                        <a:pt x="0" y="32"/>
                      </a:lnTo>
                      <a:close/>
                      <a:moveTo>
                        <a:pt x="24" y="29"/>
                      </a:moveTo>
                      <a:lnTo>
                        <a:pt x="26" y="29"/>
                      </a:lnTo>
                      <a:lnTo>
                        <a:pt x="24" y="29"/>
                      </a:lnTo>
                      <a:close/>
                      <a:moveTo>
                        <a:pt x="22" y="29"/>
                      </a:moveTo>
                      <a:lnTo>
                        <a:pt x="24" y="29"/>
                      </a:lnTo>
                      <a:lnTo>
                        <a:pt x="22" y="29"/>
                      </a:lnTo>
                      <a:close/>
                      <a:moveTo>
                        <a:pt x="19" y="29"/>
                      </a:moveTo>
                      <a:lnTo>
                        <a:pt x="21" y="29"/>
                      </a:lnTo>
                      <a:lnTo>
                        <a:pt x="19" y="29"/>
                      </a:lnTo>
                      <a:close/>
                      <a:moveTo>
                        <a:pt x="17" y="27"/>
                      </a:moveTo>
                      <a:lnTo>
                        <a:pt x="15" y="27"/>
                      </a:lnTo>
                      <a:lnTo>
                        <a:pt x="17" y="27"/>
                      </a:lnTo>
                      <a:close/>
                      <a:moveTo>
                        <a:pt x="46" y="1"/>
                      </a:moveTo>
                      <a:lnTo>
                        <a:pt x="44" y="1"/>
                      </a:lnTo>
                      <a:lnTo>
                        <a:pt x="44" y="3"/>
                      </a:lnTo>
                      <a:lnTo>
                        <a:pt x="44" y="1"/>
                      </a:lnTo>
                      <a:lnTo>
                        <a:pt x="42" y="1"/>
                      </a:lnTo>
                      <a:lnTo>
                        <a:pt x="44" y="1"/>
                      </a:lnTo>
                      <a:lnTo>
                        <a:pt x="46" y="1"/>
                      </a:lnTo>
                      <a:close/>
                      <a:moveTo>
                        <a:pt x="10" y="1"/>
                      </a:moveTo>
                      <a:lnTo>
                        <a:pt x="10" y="0"/>
                      </a:lnTo>
                      <a:lnTo>
                        <a:pt x="10" y="1"/>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5" name="Freeform 121">
                  <a:extLst>
                    <a:ext uri="{FF2B5EF4-FFF2-40B4-BE49-F238E27FC236}">
                      <a16:creationId xmlns:a16="http://schemas.microsoft.com/office/drawing/2014/main" id="{37FBB84A-776F-C689-35AF-05F53673CEC8}"/>
                    </a:ext>
                  </a:extLst>
                </p:cNvPr>
                <p:cNvSpPr>
                  <a:spLocks noEditPoints="1"/>
                </p:cNvSpPr>
                <p:nvPr/>
              </p:nvSpPr>
              <p:spPr bwMode="auto">
                <a:xfrm>
                  <a:off x="2549440" y="2363451"/>
                  <a:ext cx="108433" cy="271082"/>
                </a:xfrm>
                <a:custGeom>
                  <a:avLst/>
                  <a:gdLst>
                    <a:gd name="T0" fmla="*/ 49 w 60"/>
                    <a:gd name="T1" fmla="*/ 150 h 150"/>
                    <a:gd name="T2" fmla="*/ 49 w 60"/>
                    <a:gd name="T3" fmla="*/ 150 h 150"/>
                    <a:gd name="T4" fmla="*/ 44 w 60"/>
                    <a:gd name="T5" fmla="*/ 90 h 150"/>
                    <a:gd name="T6" fmla="*/ 44 w 60"/>
                    <a:gd name="T7" fmla="*/ 90 h 150"/>
                    <a:gd name="T8" fmla="*/ 42 w 60"/>
                    <a:gd name="T9" fmla="*/ 86 h 150"/>
                    <a:gd name="T10" fmla="*/ 40 w 60"/>
                    <a:gd name="T11" fmla="*/ 86 h 150"/>
                    <a:gd name="T12" fmla="*/ 40 w 60"/>
                    <a:gd name="T13" fmla="*/ 86 h 150"/>
                    <a:gd name="T14" fmla="*/ 42 w 60"/>
                    <a:gd name="T15" fmla="*/ 84 h 150"/>
                    <a:gd name="T16" fmla="*/ 40 w 60"/>
                    <a:gd name="T17" fmla="*/ 86 h 150"/>
                    <a:gd name="T18" fmla="*/ 40 w 60"/>
                    <a:gd name="T19" fmla="*/ 84 h 150"/>
                    <a:gd name="T20" fmla="*/ 38 w 60"/>
                    <a:gd name="T21" fmla="*/ 84 h 150"/>
                    <a:gd name="T22" fmla="*/ 36 w 60"/>
                    <a:gd name="T23" fmla="*/ 82 h 150"/>
                    <a:gd name="T24" fmla="*/ 36 w 60"/>
                    <a:gd name="T25" fmla="*/ 82 h 150"/>
                    <a:gd name="T26" fmla="*/ 36 w 60"/>
                    <a:gd name="T27" fmla="*/ 82 h 150"/>
                    <a:gd name="T28" fmla="*/ 29 w 60"/>
                    <a:gd name="T29" fmla="*/ 79 h 150"/>
                    <a:gd name="T30" fmla="*/ 27 w 60"/>
                    <a:gd name="T31" fmla="*/ 79 h 150"/>
                    <a:gd name="T32" fmla="*/ 35 w 60"/>
                    <a:gd name="T33" fmla="*/ 73 h 150"/>
                    <a:gd name="T34" fmla="*/ 35 w 60"/>
                    <a:gd name="T35" fmla="*/ 73 h 150"/>
                    <a:gd name="T36" fmla="*/ 36 w 60"/>
                    <a:gd name="T37" fmla="*/ 70 h 150"/>
                    <a:gd name="T38" fmla="*/ 36 w 60"/>
                    <a:gd name="T39" fmla="*/ 70 h 150"/>
                    <a:gd name="T40" fmla="*/ 35 w 60"/>
                    <a:gd name="T41" fmla="*/ 70 h 150"/>
                    <a:gd name="T42" fmla="*/ 35 w 60"/>
                    <a:gd name="T43" fmla="*/ 70 h 150"/>
                    <a:gd name="T44" fmla="*/ 36 w 60"/>
                    <a:gd name="T45" fmla="*/ 70 h 150"/>
                    <a:gd name="T46" fmla="*/ 20 w 60"/>
                    <a:gd name="T47" fmla="*/ 66 h 150"/>
                    <a:gd name="T48" fmla="*/ 20 w 60"/>
                    <a:gd name="T49" fmla="*/ 66 h 150"/>
                    <a:gd name="T50" fmla="*/ 20 w 60"/>
                    <a:gd name="T51" fmla="*/ 66 h 150"/>
                    <a:gd name="T52" fmla="*/ 20 w 60"/>
                    <a:gd name="T53" fmla="*/ 66 h 150"/>
                    <a:gd name="T54" fmla="*/ 20 w 60"/>
                    <a:gd name="T55" fmla="*/ 64 h 150"/>
                    <a:gd name="T56" fmla="*/ 20 w 60"/>
                    <a:gd name="T57" fmla="*/ 64 h 150"/>
                    <a:gd name="T58" fmla="*/ 20 w 60"/>
                    <a:gd name="T59" fmla="*/ 64 h 150"/>
                    <a:gd name="T60" fmla="*/ 16 w 60"/>
                    <a:gd name="T61" fmla="*/ 60 h 150"/>
                    <a:gd name="T62" fmla="*/ 31 w 60"/>
                    <a:gd name="T63" fmla="*/ 57 h 150"/>
                    <a:gd name="T64" fmla="*/ 29 w 60"/>
                    <a:gd name="T65" fmla="*/ 57 h 150"/>
                    <a:gd name="T66" fmla="*/ 29 w 60"/>
                    <a:gd name="T67" fmla="*/ 57 h 150"/>
                    <a:gd name="T68" fmla="*/ 31 w 60"/>
                    <a:gd name="T69" fmla="*/ 55 h 150"/>
                    <a:gd name="T70" fmla="*/ 29 w 60"/>
                    <a:gd name="T71" fmla="*/ 55 h 150"/>
                    <a:gd name="T72" fmla="*/ 36 w 60"/>
                    <a:gd name="T73" fmla="*/ 55 h 150"/>
                    <a:gd name="T74" fmla="*/ 29 w 60"/>
                    <a:gd name="T75" fmla="*/ 55 h 150"/>
                    <a:gd name="T76" fmla="*/ 38 w 60"/>
                    <a:gd name="T77" fmla="*/ 55 h 150"/>
                    <a:gd name="T78" fmla="*/ 29 w 60"/>
                    <a:gd name="T79" fmla="*/ 55 h 150"/>
                    <a:gd name="T80" fmla="*/ 9 w 60"/>
                    <a:gd name="T81" fmla="*/ 55 h 150"/>
                    <a:gd name="T82" fmla="*/ 36 w 60"/>
                    <a:gd name="T83" fmla="*/ 55 h 150"/>
                    <a:gd name="T84" fmla="*/ 31 w 60"/>
                    <a:gd name="T85" fmla="*/ 55 h 150"/>
                    <a:gd name="T86" fmla="*/ 7 w 60"/>
                    <a:gd name="T87" fmla="*/ 49 h 150"/>
                    <a:gd name="T88" fmla="*/ 22 w 60"/>
                    <a:gd name="T89" fmla="*/ 29 h 150"/>
                    <a:gd name="T90" fmla="*/ 60 w 60"/>
                    <a:gd name="T91" fmla="*/ 29 h 150"/>
                    <a:gd name="T92" fmla="*/ 60 w 60"/>
                    <a:gd name="T93" fmla="*/ 29 h 150"/>
                    <a:gd name="T94" fmla="*/ 33 w 60"/>
                    <a:gd name="T95" fmla="*/ 29 h 150"/>
                    <a:gd name="T96" fmla="*/ 11 w 60"/>
                    <a:gd name="T97" fmla="*/ 29 h 150"/>
                    <a:gd name="T98" fmla="*/ 27 w 60"/>
                    <a:gd name="T99" fmla="*/ 28 h 150"/>
                    <a:gd name="T100" fmla="*/ 27 w 60"/>
                    <a:gd name="T101" fmla="*/ 28 h 150"/>
                    <a:gd name="T102" fmla="*/ 31 w 60"/>
                    <a:gd name="T103" fmla="*/ 28 h 150"/>
                    <a:gd name="T104" fmla="*/ 16 w 60"/>
                    <a:gd name="T105" fmla="*/ 28 h 150"/>
                    <a:gd name="T106" fmla="*/ 31 w 60"/>
                    <a:gd name="T107" fmla="*/ 28 h 150"/>
                    <a:gd name="T108" fmla="*/ 31 w 60"/>
                    <a:gd name="T109" fmla="*/ 28 h 150"/>
                    <a:gd name="T110" fmla="*/ 13 w 60"/>
                    <a:gd name="T111" fmla="*/ 28 h 150"/>
                    <a:gd name="T112" fmla="*/ 40 w 60"/>
                    <a:gd name="T113" fmla="*/ 26 h 150"/>
                    <a:gd name="T114" fmla="*/ 40 w 60"/>
                    <a:gd name="T115" fmla="*/ 26 h 150"/>
                    <a:gd name="T116" fmla="*/ 40 w 60"/>
                    <a:gd name="T117" fmla="*/ 26 h 150"/>
                    <a:gd name="T118" fmla="*/ 38 w 60"/>
                    <a:gd name="T119" fmla="*/ 26 h 150"/>
                    <a:gd name="T120" fmla="*/ 38 w 60"/>
                    <a:gd name="T121" fmla="*/ 26 h 150"/>
                    <a:gd name="T122" fmla="*/ 0 w 60"/>
                    <a:gd name="T123" fmla="*/ 0 h 150"/>
                    <a:gd name="T124" fmla="*/ 0 w 60"/>
                    <a:gd name="T12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 h="150">
                      <a:moveTo>
                        <a:pt x="49" y="150"/>
                      </a:moveTo>
                      <a:lnTo>
                        <a:pt x="49" y="150"/>
                      </a:lnTo>
                      <a:lnTo>
                        <a:pt x="49" y="150"/>
                      </a:lnTo>
                      <a:lnTo>
                        <a:pt x="49" y="150"/>
                      </a:lnTo>
                      <a:lnTo>
                        <a:pt x="49" y="150"/>
                      </a:lnTo>
                      <a:lnTo>
                        <a:pt x="49" y="150"/>
                      </a:lnTo>
                      <a:lnTo>
                        <a:pt x="49" y="150"/>
                      </a:lnTo>
                      <a:lnTo>
                        <a:pt x="49" y="150"/>
                      </a:lnTo>
                      <a:lnTo>
                        <a:pt x="49" y="150"/>
                      </a:lnTo>
                      <a:lnTo>
                        <a:pt x="49" y="150"/>
                      </a:lnTo>
                      <a:lnTo>
                        <a:pt x="49" y="150"/>
                      </a:lnTo>
                      <a:close/>
                      <a:moveTo>
                        <a:pt x="44" y="90"/>
                      </a:moveTo>
                      <a:lnTo>
                        <a:pt x="44" y="90"/>
                      </a:lnTo>
                      <a:lnTo>
                        <a:pt x="44" y="90"/>
                      </a:lnTo>
                      <a:lnTo>
                        <a:pt x="44" y="90"/>
                      </a:lnTo>
                      <a:lnTo>
                        <a:pt x="44" y="90"/>
                      </a:lnTo>
                      <a:close/>
                      <a:moveTo>
                        <a:pt x="44" y="90"/>
                      </a:moveTo>
                      <a:lnTo>
                        <a:pt x="44" y="90"/>
                      </a:lnTo>
                      <a:lnTo>
                        <a:pt x="44" y="90"/>
                      </a:lnTo>
                      <a:lnTo>
                        <a:pt x="44" y="90"/>
                      </a:lnTo>
                      <a:lnTo>
                        <a:pt x="44" y="90"/>
                      </a:lnTo>
                      <a:close/>
                      <a:moveTo>
                        <a:pt x="42" y="86"/>
                      </a:moveTo>
                      <a:lnTo>
                        <a:pt x="42" y="86"/>
                      </a:lnTo>
                      <a:lnTo>
                        <a:pt x="42" y="86"/>
                      </a:lnTo>
                      <a:lnTo>
                        <a:pt x="42" y="86"/>
                      </a:lnTo>
                      <a:close/>
                      <a:moveTo>
                        <a:pt x="40" y="86"/>
                      </a:moveTo>
                      <a:lnTo>
                        <a:pt x="40" y="86"/>
                      </a:lnTo>
                      <a:lnTo>
                        <a:pt x="40" y="86"/>
                      </a:lnTo>
                      <a:lnTo>
                        <a:pt x="40" y="86"/>
                      </a:lnTo>
                      <a:lnTo>
                        <a:pt x="40" y="86"/>
                      </a:lnTo>
                      <a:lnTo>
                        <a:pt x="40" y="86"/>
                      </a:lnTo>
                      <a:lnTo>
                        <a:pt x="40" y="86"/>
                      </a:lnTo>
                      <a:lnTo>
                        <a:pt x="40" y="86"/>
                      </a:lnTo>
                      <a:lnTo>
                        <a:pt x="40" y="86"/>
                      </a:lnTo>
                      <a:lnTo>
                        <a:pt x="40" y="86"/>
                      </a:lnTo>
                      <a:close/>
                      <a:moveTo>
                        <a:pt x="42" y="86"/>
                      </a:moveTo>
                      <a:lnTo>
                        <a:pt x="42" y="86"/>
                      </a:lnTo>
                      <a:lnTo>
                        <a:pt x="42" y="86"/>
                      </a:lnTo>
                      <a:lnTo>
                        <a:pt x="42" y="86"/>
                      </a:lnTo>
                      <a:lnTo>
                        <a:pt x="42" y="84"/>
                      </a:lnTo>
                      <a:lnTo>
                        <a:pt x="42" y="84"/>
                      </a:lnTo>
                      <a:lnTo>
                        <a:pt x="42" y="86"/>
                      </a:lnTo>
                      <a:close/>
                      <a:moveTo>
                        <a:pt x="40" y="86"/>
                      </a:moveTo>
                      <a:lnTo>
                        <a:pt x="40" y="86"/>
                      </a:lnTo>
                      <a:lnTo>
                        <a:pt x="40" y="86"/>
                      </a:lnTo>
                      <a:lnTo>
                        <a:pt x="40" y="86"/>
                      </a:lnTo>
                      <a:lnTo>
                        <a:pt x="40" y="84"/>
                      </a:lnTo>
                      <a:lnTo>
                        <a:pt x="40" y="84"/>
                      </a:lnTo>
                      <a:lnTo>
                        <a:pt x="40" y="84"/>
                      </a:lnTo>
                      <a:lnTo>
                        <a:pt x="40" y="84"/>
                      </a:lnTo>
                      <a:lnTo>
                        <a:pt x="40" y="86"/>
                      </a:lnTo>
                      <a:close/>
                      <a:moveTo>
                        <a:pt x="38" y="84"/>
                      </a:moveTo>
                      <a:lnTo>
                        <a:pt x="38" y="84"/>
                      </a:lnTo>
                      <a:lnTo>
                        <a:pt x="38" y="84"/>
                      </a:lnTo>
                      <a:lnTo>
                        <a:pt x="38" y="84"/>
                      </a:lnTo>
                      <a:lnTo>
                        <a:pt x="38" y="84"/>
                      </a:lnTo>
                      <a:lnTo>
                        <a:pt x="38" y="84"/>
                      </a:lnTo>
                      <a:lnTo>
                        <a:pt x="38" y="84"/>
                      </a:lnTo>
                      <a:lnTo>
                        <a:pt x="38" y="84"/>
                      </a:lnTo>
                      <a:close/>
                      <a:moveTo>
                        <a:pt x="36" y="82"/>
                      </a:moveTo>
                      <a:lnTo>
                        <a:pt x="36" y="82"/>
                      </a:lnTo>
                      <a:lnTo>
                        <a:pt x="36" y="82"/>
                      </a:lnTo>
                      <a:lnTo>
                        <a:pt x="36" y="82"/>
                      </a:lnTo>
                      <a:lnTo>
                        <a:pt x="36" y="82"/>
                      </a:lnTo>
                      <a:lnTo>
                        <a:pt x="36" y="82"/>
                      </a:lnTo>
                      <a:lnTo>
                        <a:pt x="36" y="82"/>
                      </a:lnTo>
                      <a:close/>
                      <a:moveTo>
                        <a:pt x="36" y="82"/>
                      </a:moveTo>
                      <a:lnTo>
                        <a:pt x="36" y="82"/>
                      </a:lnTo>
                      <a:lnTo>
                        <a:pt x="36" y="82"/>
                      </a:lnTo>
                      <a:lnTo>
                        <a:pt x="36" y="82"/>
                      </a:lnTo>
                      <a:lnTo>
                        <a:pt x="36" y="82"/>
                      </a:lnTo>
                      <a:lnTo>
                        <a:pt x="36" y="82"/>
                      </a:lnTo>
                      <a:lnTo>
                        <a:pt x="36" y="82"/>
                      </a:lnTo>
                      <a:close/>
                      <a:moveTo>
                        <a:pt x="29" y="79"/>
                      </a:moveTo>
                      <a:lnTo>
                        <a:pt x="29" y="79"/>
                      </a:lnTo>
                      <a:lnTo>
                        <a:pt x="29" y="79"/>
                      </a:lnTo>
                      <a:lnTo>
                        <a:pt x="29" y="79"/>
                      </a:lnTo>
                      <a:lnTo>
                        <a:pt x="29" y="79"/>
                      </a:lnTo>
                      <a:lnTo>
                        <a:pt x="29" y="79"/>
                      </a:lnTo>
                      <a:lnTo>
                        <a:pt x="27" y="79"/>
                      </a:lnTo>
                      <a:lnTo>
                        <a:pt x="27" y="79"/>
                      </a:lnTo>
                      <a:lnTo>
                        <a:pt x="29" y="79"/>
                      </a:lnTo>
                      <a:close/>
                      <a:moveTo>
                        <a:pt x="35" y="73"/>
                      </a:moveTo>
                      <a:lnTo>
                        <a:pt x="35" y="73"/>
                      </a:lnTo>
                      <a:lnTo>
                        <a:pt x="35" y="73"/>
                      </a:lnTo>
                      <a:lnTo>
                        <a:pt x="35" y="73"/>
                      </a:lnTo>
                      <a:lnTo>
                        <a:pt x="35" y="73"/>
                      </a:lnTo>
                      <a:lnTo>
                        <a:pt x="35" y="73"/>
                      </a:lnTo>
                      <a:lnTo>
                        <a:pt x="35" y="73"/>
                      </a:lnTo>
                      <a:lnTo>
                        <a:pt x="35" y="73"/>
                      </a:lnTo>
                      <a:lnTo>
                        <a:pt x="35" y="73"/>
                      </a:lnTo>
                      <a:close/>
                      <a:moveTo>
                        <a:pt x="36" y="70"/>
                      </a:moveTo>
                      <a:lnTo>
                        <a:pt x="36" y="70"/>
                      </a:lnTo>
                      <a:lnTo>
                        <a:pt x="36" y="70"/>
                      </a:lnTo>
                      <a:lnTo>
                        <a:pt x="36" y="70"/>
                      </a:lnTo>
                      <a:lnTo>
                        <a:pt x="36" y="70"/>
                      </a:lnTo>
                      <a:lnTo>
                        <a:pt x="36" y="70"/>
                      </a:lnTo>
                      <a:lnTo>
                        <a:pt x="36" y="70"/>
                      </a:lnTo>
                      <a:lnTo>
                        <a:pt x="36" y="70"/>
                      </a:lnTo>
                      <a:lnTo>
                        <a:pt x="36" y="70"/>
                      </a:lnTo>
                      <a:close/>
                      <a:moveTo>
                        <a:pt x="35" y="70"/>
                      </a:moveTo>
                      <a:lnTo>
                        <a:pt x="35" y="70"/>
                      </a:lnTo>
                      <a:lnTo>
                        <a:pt x="35" y="70"/>
                      </a:lnTo>
                      <a:lnTo>
                        <a:pt x="35" y="70"/>
                      </a:lnTo>
                      <a:lnTo>
                        <a:pt x="35" y="70"/>
                      </a:lnTo>
                      <a:lnTo>
                        <a:pt x="35" y="70"/>
                      </a:lnTo>
                      <a:close/>
                      <a:moveTo>
                        <a:pt x="35" y="70"/>
                      </a:moveTo>
                      <a:lnTo>
                        <a:pt x="35" y="70"/>
                      </a:lnTo>
                      <a:lnTo>
                        <a:pt x="35" y="70"/>
                      </a:lnTo>
                      <a:lnTo>
                        <a:pt x="35" y="70"/>
                      </a:lnTo>
                      <a:lnTo>
                        <a:pt x="35" y="70"/>
                      </a:lnTo>
                      <a:lnTo>
                        <a:pt x="35" y="70"/>
                      </a:lnTo>
                      <a:close/>
                      <a:moveTo>
                        <a:pt x="36" y="70"/>
                      </a:moveTo>
                      <a:lnTo>
                        <a:pt x="36" y="70"/>
                      </a:lnTo>
                      <a:lnTo>
                        <a:pt x="36" y="70"/>
                      </a:lnTo>
                      <a:lnTo>
                        <a:pt x="36" y="70"/>
                      </a:lnTo>
                      <a:lnTo>
                        <a:pt x="36" y="70"/>
                      </a:lnTo>
                      <a:lnTo>
                        <a:pt x="36" y="70"/>
                      </a:lnTo>
                      <a:close/>
                      <a:moveTo>
                        <a:pt x="20" y="66"/>
                      </a:moveTo>
                      <a:lnTo>
                        <a:pt x="20" y="66"/>
                      </a:lnTo>
                      <a:lnTo>
                        <a:pt x="20" y="66"/>
                      </a:lnTo>
                      <a:lnTo>
                        <a:pt x="20" y="66"/>
                      </a:lnTo>
                      <a:lnTo>
                        <a:pt x="20" y="66"/>
                      </a:lnTo>
                      <a:lnTo>
                        <a:pt x="20" y="66"/>
                      </a:lnTo>
                      <a:lnTo>
                        <a:pt x="20" y="66"/>
                      </a:lnTo>
                      <a:lnTo>
                        <a:pt x="20" y="66"/>
                      </a:lnTo>
                      <a:close/>
                      <a:moveTo>
                        <a:pt x="20" y="66"/>
                      </a:moveTo>
                      <a:lnTo>
                        <a:pt x="20" y="66"/>
                      </a:lnTo>
                      <a:lnTo>
                        <a:pt x="20" y="66"/>
                      </a:lnTo>
                      <a:lnTo>
                        <a:pt x="20" y="66"/>
                      </a:lnTo>
                      <a:lnTo>
                        <a:pt x="20" y="66"/>
                      </a:lnTo>
                      <a:lnTo>
                        <a:pt x="20" y="66"/>
                      </a:lnTo>
                      <a:close/>
                      <a:moveTo>
                        <a:pt x="20" y="64"/>
                      </a:moveTo>
                      <a:lnTo>
                        <a:pt x="20" y="66"/>
                      </a:lnTo>
                      <a:lnTo>
                        <a:pt x="20" y="66"/>
                      </a:lnTo>
                      <a:lnTo>
                        <a:pt x="20" y="64"/>
                      </a:lnTo>
                      <a:lnTo>
                        <a:pt x="20" y="64"/>
                      </a:lnTo>
                      <a:lnTo>
                        <a:pt x="20" y="64"/>
                      </a:lnTo>
                      <a:lnTo>
                        <a:pt x="20" y="64"/>
                      </a:lnTo>
                      <a:lnTo>
                        <a:pt x="20" y="64"/>
                      </a:lnTo>
                      <a:lnTo>
                        <a:pt x="20" y="64"/>
                      </a:lnTo>
                      <a:lnTo>
                        <a:pt x="20" y="64"/>
                      </a:lnTo>
                      <a:lnTo>
                        <a:pt x="20" y="64"/>
                      </a:lnTo>
                      <a:lnTo>
                        <a:pt x="20" y="64"/>
                      </a:lnTo>
                      <a:lnTo>
                        <a:pt x="20" y="64"/>
                      </a:lnTo>
                      <a:lnTo>
                        <a:pt x="20" y="64"/>
                      </a:lnTo>
                      <a:lnTo>
                        <a:pt x="20" y="64"/>
                      </a:lnTo>
                      <a:lnTo>
                        <a:pt x="20" y="64"/>
                      </a:lnTo>
                      <a:close/>
                      <a:moveTo>
                        <a:pt x="20" y="64"/>
                      </a:moveTo>
                      <a:lnTo>
                        <a:pt x="20" y="64"/>
                      </a:lnTo>
                      <a:lnTo>
                        <a:pt x="20" y="64"/>
                      </a:lnTo>
                      <a:lnTo>
                        <a:pt x="20" y="64"/>
                      </a:lnTo>
                      <a:lnTo>
                        <a:pt x="20" y="64"/>
                      </a:lnTo>
                      <a:close/>
                      <a:moveTo>
                        <a:pt x="16" y="60"/>
                      </a:moveTo>
                      <a:lnTo>
                        <a:pt x="16" y="60"/>
                      </a:lnTo>
                      <a:lnTo>
                        <a:pt x="16" y="60"/>
                      </a:lnTo>
                      <a:lnTo>
                        <a:pt x="16" y="60"/>
                      </a:lnTo>
                      <a:lnTo>
                        <a:pt x="16" y="60"/>
                      </a:lnTo>
                      <a:close/>
                      <a:moveTo>
                        <a:pt x="31" y="57"/>
                      </a:moveTo>
                      <a:lnTo>
                        <a:pt x="31" y="57"/>
                      </a:lnTo>
                      <a:lnTo>
                        <a:pt x="31" y="57"/>
                      </a:lnTo>
                      <a:lnTo>
                        <a:pt x="31" y="57"/>
                      </a:lnTo>
                      <a:close/>
                      <a:moveTo>
                        <a:pt x="29" y="57"/>
                      </a:moveTo>
                      <a:lnTo>
                        <a:pt x="29" y="57"/>
                      </a:lnTo>
                      <a:lnTo>
                        <a:pt x="29" y="57"/>
                      </a:lnTo>
                      <a:lnTo>
                        <a:pt x="29" y="57"/>
                      </a:lnTo>
                      <a:lnTo>
                        <a:pt x="29" y="57"/>
                      </a:lnTo>
                      <a:lnTo>
                        <a:pt x="29" y="57"/>
                      </a:lnTo>
                      <a:lnTo>
                        <a:pt x="29" y="55"/>
                      </a:lnTo>
                      <a:lnTo>
                        <a:pt x="29" y="57"/>
                      </a:lnTo>
                      <a:close/>
                      <a:moveTo>
                        <a:pt x="31" y="55"/>
                      </a:moveTo>
                      <a:lnTo>
                        <a:pt x="31" y="55"/>
                      </a:lnTo>
                      <a:lnTo>
                        <a:pt x="31" y="55"/>
                      </a:lnTo>
                      <a:lnTo>
                        <a:pt x="31" y="55"/>
                      </a:lnTo>
                      <a:lnTo>
                        <a:pt x="31" y="55"/>
                      </a:lnTo>
                      <a:close/>
                      <a:moveTo>
                        <a:pt x="29" y="55"/>
                      </a:moveTo>
                      <a:lnTo>
                        <a:pt x="29" y="55"/>
                      </a:lnTo>
                      <a:lnTo>
                        <a:pt x="29" y="55"/>
                      </a:lnTo>
                      <a:lnTo>
                        <a:pt x="29" y="55"/>
                      </a:lnTo>
                      <a:lnTo>
                        <a:pt x="29" y="55"/>
                      </a:lnTo>
                      <a:close/>
                      <a:moveTo>
                        <a:pt x="36" y="55"/>
                      </a:moveTo>
                      <a:lnTo>
                        <a:pt x="36" y="55"/>
                      </a:lnTo>
                      <a:lnTo>
                        <a:pt x="36" y="55"/>
                      </a:lnTo>
                      <a:lnTo>
                        <a:pt x="36" y="55"/>
                      </a:lnTo>
                      <a:lnTo>
                        <a:pt x="36" y="55"/>
                      </a:lnTo>
                      <a:lnTo>
                        <a:pt x="36" y="55"/>
                      </a:lnTo>
                      <a:close/>
                      <a:moveTo>
                        <a:pt x="29" y="55"/>
                      </a:moveTo>
                      <a:lnTo>
                        <a:pt x="29" y="55"/>
                      </a:lnTo>
                      <a:lnTo>
                        <a:pt x="29" y="55"/>
                      </a:lnTo>
                      <a:lnTo>
                        <a:pt x="29" y="55"/>
                      </a:lnTo>
                      <a:lnTo>
                        <a:pt x="29" y="55"/>
                      </a:lnTo>
                      <a:close/>
                      <a:moveTo>
                        <a:pt x="38" y="55"/>
                      </a:moveTo>
                      <a:lnTo>
                        <a:pt x="38" y="55"/>
                      </a:lnTo>
                      <a:lnTo>
                        <a:pt x="38" y="55"/>
                      </a:lnTo>
                      <a:lnTo>
                        <a:pt x="38" y="55"/>
                      </a:lnTo>
                      <a:lnTo>
                        <a:pt x="38" y="55"/>
                      </a:lnTo>
                      <a:close/>
                      <a:moveTo>
                        <a:pt x="29" y="55"/>
                      </a:moveTo>
                      <a:lnTo>
                        <a:pt x="29" y="55"/>
                      </a:lnTo>
                      <a:lnTo>
                        <a:pt x="29" y="55"/>
                      </a:lnTo>
                      <a:lnTo>
                        <a:pt x="29" y="55"/>
                      </a:lnTo>
                      <a:lnTo>
                        <a:pt x="29" y="55"/>
                      </a:lnTo>
                      <a:lnTo>
                        <a:pt x="29" y="55"/>
                      </a:lnTo>
                      <a:close/>
                      <a:moveTo>
                        <a:pt x="9" y="55"/>
                      </a:moveTo>
                      <a:lnTo>
                        <a:pt x="9" y="55"/>
                      </a:lnTo>
                      <a:lnTo>
                        <a:pt x="9" y="55"/>
                      </a:lnTo>
                      <a:lnTo>
                        <a:pt x="9" y="55"/>
                      </a:lnTo>
                      <a:lnTo>
                        <a:pt x="9" y="55"/>
                      </a:lnTo>
                      <a:close/>
                      <a:moveTo>
                        <a:pt x="36" y="55"/>
                      </a:moveTo>
                      <a:lnTo>
                        <a:pt x="36" y="55"/>
                      </a:lnTo>
                      <a:lnTo>
                        <a:pt x="36" y="55"/>
                      </a:lnTo>
                      <a:lnTo>
                        <a:pt x="36" y="55"/>
                      </a:lnTo>
                      <a:close/>
                      <a:moveTo>
                        <a:pt x="31" y="55"/>
                      </a:moveTo>
                      <a:lnTo>
                        <a:pt x="31" y="55"/>
                      </a:lnTo>
                      <a:lnTo>
                        <a:pt x="31" y="55"/>
                      </a:lnTo>
                      <a:lnTo>
                        <a:pt x="31" y="55"/>
                      </a:lnTo>
                      <a:lnTo>
                        <a:pt x="31" y="55"/>
                      </a:lnTo>
                      <a:lnTo>
                        <a:pt x="31" y="55"/>
                      </a:lnTo>
                      <a:lnTo>
                        <a:pt x="31" y="55"/>
                      </a:lnTo>
                      <a:close/>
                      <a:moveTo>
                        <a:pt x="7" y="49"/>
                      </a:moveTo>
                      <a:lnTo>
                        <a:pt x="7" y="49"/>
                      </a:lnTo>
                      <a:lnTo>
                        <a:pt x="7" y="49"/>
                      </a:lnTo>
                      <a:lnTo>
                        <a:pt x="7" y="49"/>
                      </a:lnTo>
                      <a:lnTo>
                        <a:pt x="7" y="49"/>
                      </a:lnTo>
                      <a:close/>
                      <a:moveTo>
                        <a:pt x="22" y="29"/>
                      </a:moveTo>
                      <a:lnTo>
                        <a:pt x="22" y="29"/>
                      </a:lnTo>
                      <a:lnTo>
                        <a:pt x="22" y="29"/>
                      </a:lnTo>
                      <a:lnTo>
                        <a:pt x="22" y="29"/>
                      </a:lnTo>
                      <a:lnTo>
                        <a:pt x="22" y="29"/>
                      </a:lnTo>
                      <a:lnTo>
                        <a:pt x="22" y="29"/>
                      </a:lnTo>
                      <a:close/>
                      <a:moveTo>
                        <a:pt x="60" y="29"/>
                      </a:moveTo>
                      <a:lnTo>
                        <a:pt x="60" y="29"/>
                      </a:lnTo>
                      <a:lnTo>
                        <a:pt x="60" y="29"/>
                      </a:lnTo>
                      <a:lnTo>
                        <a:pt x="60" y="29"/>
                      </a:lnTo>
                      <a:lnTo>
                        <a:pt x="60" y="29"/>
                      </a:lnTo>
                      <a:lnTo>
                        <a:pt x="60" y="29"/>
                      </a:lnTo>
                      <a:close/>
                      <a:moveTo>
                        <a:pt x="33" y="29"/>
                      </a:moveTo>
                      <a:lnTo>
                        <a:pt x="33" y="29"/>
                      </a:lnTo>
                      <a:lnTo>
                        <a:pt x="33" y="29"/>
                      </a:lnTo>
                      <a:lnTo>
                        <a:pt x="33" y="29"/>
                      </a:lnTo>
                      <a:close/>
                      <a:moveTo>
                        <a:pt x="33" y="29"/>
                      </a:moveTo>
                      <a:lnTo>
                        <a:pt x="33" y="29"/>
                      </a:lnTo>
                      <a:lnTo>
                        <a:pt x="33" y="29"/>
                      </a:lnTo>
                      <a:lnTo>
                        <a:pt x="33" y="29"/>
                      </a:lnTo>
                      <a:close/>
                      <a:moveTo>
                        <a:pt x="11" y="29"/>
                      </a:moveTo>
                      <a:lnTo>
                        <a:pt x="11" y="29"/>
                      </a:lnTo>
                      <a:lnTo>
                        <a:pt x="11" y="29"/>
                      </a:lnTo>
                      <a:lnTo>
                        <a:pt x="11" y="29"/>
                      </a:lnTo>
                      <a:lnTo>
                        <a:pt x="11" y="29"/>
                      </a:lnTo>
                      <a:lnTo>
                        <a:pt x="11" y="29"/>
                      </a:lnTo>
                      <a:close/>
                      <a:moveTo>
                        <a:pt x="27" y="28"/>
                      </a:moveTo>
                      <a:lnTo>
                        <a:pt x="27" y="28"/>
                      </a:lnTo>
                      <a:lnTo>
                        <a:pt x="27" y="28"/>
                      </a:lnTo>
                      <a:lnTo>
                        <a:pt x="27" y="28"/>
                      </a:lnTo>
                      <a:lnTo>
                        <a:pt x="27" y="28"/>
                      </a:lnTo>
                      <a:lnTo>
                        <a:pt x="27" y="28"/>
                      </a:lnTo>
                      <a:lnTo>
                        <a:pt x="27" y="28"/>
                      </a:lnTo>
                      <a:lnTo>
                        <a:pt x="27" y="28"/>
                      </a:lnTo>
                      <a:close/>
                      <a:moveTo>
                        <a:pt x="31" y="28"/>
                      </a:moveTo>
                      <a:lnTo>
                        <a:pt x="31" y="28"/>
                      </a:lnTo>
                      <a:lnTo>
                        <a:pt x="31" y="28"/>
                      </a:lnTo>
                      <a:lnTo>
                        <a:pt x="31" y="28"/>
                      </a:lnTo>
                      <a:lnTo>
                        <a:pt x="31" y="28"/>
                      </a:lnTo>
                      <a:lnTo>
                        <a:pt x="31" y="28"/>
                      </a:lnTo>
                      <a:lnTo>
                        <a:pt x="31" y="28"/>
                      </a:lnTo>
                      <a:close/>
                      <a:moveTo>
                        <a:pt x="16" y="28"/>
                      </a:moveTo>
                      <a:lnTo>
                        <a:pt x="16" y="28"/>
                      </a:lnTo>
                      <a:lnTo>
                        <a:pt x="16" y="28"/>
                      </a:lnTo>
                      <a:lnTo>
                        <a:pt x="16" y="28"/>
                      </a:lnTo>
                      <a:close/>
                      <a:moveTo>
                        <a:pt x="31" y="28"/>
                      </a:moveTo>
                      <a:lnTo>
                        <a:pt x="31" y="28"/>
                      </a:lnTo>
                      <a:lnTo>
                        <a:pt x="31" y="28"/>
                      </a:lnTo>
                      <a:lnTo>
                        <a:pt x="31" y="28"/>
                      </a:lnTo>
                      <a:lnTo>
                        <a:pt x="31" y="28"/>
                      </a:lnTo>
                      <a:lnTo>
                        <a:pt x="31" y="28"/>
                      </a:lnTo>
                      <a:lnTo>
                        <a:pt x="31" y="28"/>
                      </a:lnTo>
                      <a:lnTo>
                        <a:pt x="31" y="28"/>
                      </a:lnTo>
                      <a:lnTo>
                        <a:pt x="31" y="28"/>
                      </a:lnTo>
                      <a:close/>
                      <a:moveTo>
                        <a:pt x="13" y="28"/>
                      </a:moveTo>
                      <a:lnTo>
                        <a:pt x="13" y="28"/>
                      </a:lnTo>
                      <a:lnTo>
                        <a:pt x="13" y="28"/>
                      </a:lnTo>
                      <a:lnTo>
                        <a:pt x="13" y="28"/>
                      </a:lnTo>
                      <a:close/>
                      <a:moveTo>
                        <a:pt x="40" y="28"/>
                      </a:moveTo>
                      <a:lnTo>
                        <a:pt x="40" y="28"/>
                      </a:lnTo>
                      <a:lnTo>
                        <a:pt x="40" y="28"/>
                      </a:lnTo>
                      <a:lnTo>
                        <a:pt x="40" y="26"/>
                      </a:lnTo>
                      <a:lnTo>
                        <a:pt x="40" y="26"/>
                      </a:lnTo>
                      <a:lnTo>
                        <a:pt x="40" y="26"/>
                      </a:lnTo>
                      <a:lnTo>
                        <a:pt x="40" y="26"/>
                      </a:lnTo>
                      <a:lnTo>
                        <a:pt x="40" y="26"/>
                      </a:lnTo>
                      <a:lnTo>
                        <a:pt x="40" y="26"/>
                      </a:lnTo>
                      <a:lnTo>
                        <a:pt x="40" y="28"/>
                      </a:lnTo>
                      <a:close/>
                      <a:moveTo>
                        <a:pt x="40" y="26"/>
                      </a:moveTo>
                      <a:lnTo>
                        <a:pt x="40" y="26"/>
                      </a:lnTo>
                      <a:lnTo>
                        <a:pt x="40" y="26"/>
                      </a:lnTo>
                      <a:lnTo>
                        <a:pt x="40" y="26"/>
                      </a:lnTo>
                      <a:lnTo>
                        <a:pt x="40" y="26"/>
                      </a:lnTo>
                      <a:lnTo>
                        <a:pt x="40" y="26"/>
                      </a:lnTo>
                      <a:close/>
                      <a:moveTo>
                        <a:pt x="38" y="26"/>
                      </a:moveTo>
                      <a:lnTo>
                        <a:pt x="38" y="26"/>
                      </a:lnTo>
                      <a:lnTo>
                        <a:pt x="38" y="26"/>
                      </a:lnTo>
                      <a:lnTo>
                        <a:pt x="38" y="26"/>
                      </a:lnTo>
                      <a:lnTo>
                        <a:pt x="38" y="26"/>
                      </a:lnTo>
                      <a:lnTo>
                        <a:pt x="38" y="26"/>
                      </a:lnTo>
                      <a:lnTo>
                        <a:pt x="38" y="26"/>
                      </a:lnTo>
                      <a:lnTo>
                        <a:pt x="38" y="26"/>
                      </a:lnTo>
                      <a:lnTo>
                        <a:pt x="38" y="26"/>
                      </a:lnTo>
                      <a:lnTo>
                        <a:pt x="38" y="26"/>
                      </a:lnTo>
                      <a:close/>
                      <a:moveTo>
                        <a:pt x="0" y="2"/>
                      </a:moveTo>
                      <a:lnTo>
                        <a:pt x="0" y="2"/>
                      </a:lnTo>
                      <a:lnTo>
                        <a:pt x="0" y="0"/>
                      </a:lnTo>
                      <a:lnTo>
                        <a:pt x="0" y="0"/>
                      </a:lnTo>
                      <a:lnTo>
                        <a:pt x="0" y="0"/>
                      </a:lnTo>
                      <a:lnTo>
                        <a:pt x="0" y="2"/>
                      </a:lnTo>
                      <a:close/>
                      <a:moveTo>
                        <a:pt x="0" y="0"/>
                      </a:moveTo>
                      <a:lnTo>
                        <a:pt x="0" y="0"/>
                      </a:lnTo>
                      <a:lnTo>
                        <a:pt x="0" y="0"/>
                      </a:lnTo>
                      <a:lnTo>
                        <a:pt x="0" y="0"/>
                      </a:lnTo>
                      <a:lnTo>
                        <a:pt x="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6" name="Freeform 122">
                  <a:extLst>
                    <a:ext uri="{FF2B5EF4-FFF2-40B4-BE49-F238E27FC236}">
                      <a16:creationId xmlns:a16="http://schemas.microsoft.com/office/drawing/2014/main" id="{93BA8462-A3A9-8E40-B884-945919FA347C}"/>
                    </a:ext>
                  </a:extLst>
                </p:cNvPr>
                <p:cNvSpPr>
                  <a:spLocks noEditPoints="1"/>
                </p:cNvSpPr>
                <p:nvPr/>
              </p:nvSpPr>
              <p:spPr bwMode="auto">
                <a:xfrm>
                  <a:off x="2486188" y="3364649"/>
                  <a:ext cx="310841" cy="224095"/>
                </a:xfrm>
                <a:custGeom>
                  <a:avLst/>
                  <a:gdLst>
                    <a:gd name="T0" fmla="*/ 163 w 172"/>
                    <a:gd name="T1" fmla="*/ 2 h 124"/>
                    <a:gd name="T2" fmla="*/ 164 w 172"/>
                    <a:gd name="T3" fmla="*/ 7 h 124"/>
                    <a:gd name="T4" fmla="*/ 170 w 172"/>
                    <a:gd name="T5" fmla="*/ 16 h 124"/>
                    <a:gd name="T6" fmla="*/ 172 w 172"/>
                    <a:gd name="T7" fmla="*/ 29 h 124"/>
                    <a:gd name="T8" fmla="*/ 170 w 172"/>
                    <a:gd name="T9" fmla="*/ 42 h 124"/>
                    <a:gd name="T10" fmla="*/ 161 w 172"/>
                    <a:gd name="T11" fmla="*/ 47 h 124"/>
                    <a:gd name="T12" fmla="*/ 157 w 172"/>
                    <a:gd name="T13" fmla="*/ 40 h 124"/>
                    <a:gd name="T14" fmla="*/ 152 w 172"/>
                    <a:gd name="T15" fmla="*/ 49 h 124"/>
                    <a:gd name="T16" fmla="*/ 152 w 172"/>
                    <a:gd name="T17" fmla="*/ 64 h 124"/>
                    <a:gd name="T18" fmla="*/ 159 w 172"/>
                    <a:gd name="T19" fmla="*/ 71 h 124"/>
                    <a:gd name="T20" fmla="*/ 146 w 172"/>
                    <a:gd name="T21" fmla="*/ 73 h 124"/>
                    <a:gd name="T22" fmla="*/ 143 w 172"/>
                    <a:gd name="T23" fmla="*/ 84 h 124"/>
                    <a:gd name="T24" fmla="*/ 137 w 172"/>
                    <a:gd name="T25" fmla="*/ 97 h 124"/>
                    <a:gd name="T26" fmla="*/ 132 w 172"/>
                    <a:gd name="T27" fmla="*/ 110 h 124"/>
                    <a:gd name="T28" fmla="*/ 124 w 172"/>
                    <a:gd name="T29" fmla="*/ 124 h 124"/>
                    <a:gd name="T30" fmla="*/ 2 w 172"/>
                    <a:gd name="T31" fmla="*/ 69 h 124"/>
                    <a:gd name="T32" fmla="*/ 2 w 172"/>
                    <a:gd name="T33" fmla="*/ 60 h 124"/>
                    <a:gd name="T34" fmla="*/ 4 w 172"/>
                    <a:gd name="T35" fmla="*/ 66 h 124"/>
                    <a:gd name="T36" fmla="*/ 4 w 172"/>
                    <a:gd name="T37" fmla="*/ 66 h 124"/>
                    <a:gd name="T38" fmla="*/ 7 w 172"/>
                    <a:gd name="T39" fmla="*/ 64 h 124"/>
                    <a:gd name="T40" fmla="*/ 9 w 172"/>
                    <a:gd name="T41" fmla="*/ 73 h 124"/>
                    <a:gd name="T42" fmla="*/ 18 w 172"/>
                    <a:gd name="T43" fmla="*/ 75 h 124"/>
                    <a:gd name="T44" fmla="*/ 29 w 172"/>
                    <a:gd name="T45" fmla="*/ 73 h 124"/>
                    <a:gd name="T46" fmla="*/ 35 w 172"/>
                    <a:gd name="T47" fmla="*/ 71 h 124"/>
                    <a:gd name="T48" fmla="*/ 40 w 172"/>
                    <a:gd name="T49" fmla="*/ 68 h 124"/>
                    <a:gd name="T50" fmla="*/ 53 w 172"/>
                    <a:gd name="T51" fmla="*/ 69 h 124"/>
                    <a:gd name="T52" fmla="*/ 60 w 172"/>
                    <a:gd name="T53" fmla="*/ 69 h 124"/>
                    <a:gd name="T54" fmla="*/ 68 w 172"/>
                    <a:gd name="T55" fmla="*/ 71 h 124"/>
                    <a:gd name="T56" fmla="*/ 77 w 172"/>
                    <a:gd name="T57" fmla="*/ 73 h 124"/>
                    <a:gd name="T58" fmla="*/ 82 w 172"/>
                    <a:gd name="T59" fmla="*/ 71 h 124"/>
                    <a:gd name="T60" fmla="*/ 84 w 172"/>
                    <a:gd name="T61" fmla="*/ 69 h 124"/>
                    <a:gd name="T62" fmla="*/ 81 w 172"/>
                    <a:gd name="T63" fmla="*/ 69 h 124"/>
                    <a:gd name="T64" fmla="*/ 79 w 172"/>
                    <a:gd name="T65" fmla="*/ 66 h 124"/>
                    <a:gd name="T66" fmla="*/ 84 w 172"/>
                    <a:gd name="T67" fmla="*/ 68 h 124"/>
                    <a:gd name="T68" fmla="*/ 88 w 172"/>
                    <a:gd name="T69" fmla="*/ 71 h 124"/>
                    <a:gd name="T70" fmla="*/ 91 w 172"/>
                    <a:gd name="T71" fmla="*/ 68 h 124"/>
                    <a:gd name="T72" fmla="*/ 90 w 172"/>
                    <a:gd name="T73" fmla="*/ 68 h 124"/>
                    <a:gd name="T74" fmla="*/ 90 w 172"/>
                    <a:gd name="T75" fmla="*/ 64 h 124"/>
                    <a:gd name="T76" fmla="*/ 95 w 172"/>
                    <a:gd name="T77" fmla="*/ 64 h 124"/>
                    <a:gd name="T78" fmla="*/ 97 w 172"/>
                    <a:gd name="T79" fmla="*/ 62 h 124"/>
                    <a:gd name="T80" fmla="*/ 97 w 172"/>
                    <a:gd name="T81" fmla="*/ 64 h 124"/>
                    <a:gd name="T82" fmla="*/ 97 w 172"/>
                    <a:gd name="T83" fmla="*/ 66 h 124"/>
                    <a:gd name="T84" fmla="*/ 104 w 172"/>
                    <a:gd name="T85" fmla="*/ 62 h 124"/>
                    <a:gd name="T86" fmla="*/ 101 w 172"/>
                    <a:gd name="T87" fmla="*/ 58 h 124"/>
                    <a:gd name="T88" fmla="*/ 99 w 172"/>
                    <a:gd name="T89" fmla="*/ 57 h 124"/>
                    <a:gd name="T90" fmla="*/ 102 w 172"/>
                    <a:gd name="T91" fmla="*/ 58 h 124"/>
                    <a:gd name="T92" fmla="*/ 108 w 172"/>
                    <a:gd name="T93" fmla="*/ 57 h 124"/>
                    <a:gd name="T94" fmla="*/ 108 w 172"/>
                    <a:gd name="T95" fmla="*/ 57 h 124"/>
                    <a:gd name="T96" fmla="*/ 110 w 172"/>
                    <a:gd name="T97" fmla="*/ 51 h 124"/>
                    <a:gd name="T98" fmla="*/ 112 w 172"/>
                    <a:gd name="T99" fmla="*/ 51 h 124"/>
                    <a:gd name="T100" fmla="*/ 112 w 172"/>
                    <a:gd name="T101" fmla="*/ 47 h 124"/>
                    <a:gd name="T102" fmla="*/ 117 w 172"/>
                    <a:gd name="T103" fmla="*/ 42 h 124"/>
                    <a:gd name="T104" fmla="*/ 124 w 172"/>
                    <a:gd name="T105" fmla="*/ 38 h 124"/>
                    <a:gd name="T106" fmla="*/ 124 w 172"/>
                    <a:gd name="T107" fmla="*/ 38 h 124"/>
                    <a:gd name="T108" fmla="*/ 132 w 172"/>
                    <a:gd name="T109" fmla="*/ 31 h 124"/>
                    <a:gd name="T110" fmla="*/ 135 w 172"/>
                    <a:gd name="T111" fmla="*/ 27 h 124"/>
                    <a:gd name="T112" fmla="*/ 139 w 172"/>
                    <a:gd name="T113" fmla="*/ 24 h 124"/>
                    <a:gd name="T114" fmla="*/ 143 w 172"/>
                    <a:gd name="T115" fmla="*/ 18 h 124"/>
                    <a:gd name="T116" fmla="*/ 146 w 172"/>
                    <a:gd name="T117" fmla="*/ 18 h 124"/>
                    <a:gd name="T118" fmla="*/ 152 w 172"/>
                    <a:gd name="T119" fmla="*/ 13 h 124"/>
                    <a:gd name="T120" fmla="*/ 157 w 172"/>
                    <a:gd name="T121" fmla="*/ 11 h 124"/>
                    <a:gd name="T122" fmla="*/ 161 w 172"/>
                    <a:gd name="T123" fmla="*/ 7 h 124"/>
                    <a:gd name="T124" fmla="*/ 168 w 172"/>
                    <a:gd name="T125" fmla="*/ 2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24">
                      <a:moveTo>
                        <a:pt x="161" y="4"/>
                      </a:moveTo>
                      <a:lnTo>
                        <a:pt x="161" y="5"/>
                      </a:lnTo>
                      <a:lnTo>
                        <a:pt x="161" y="4"/>
                      </a:lnTo>
                      <a:lnTo>
                        <a:pt x="161" y="5"/>
                      </a:lnTo>
                      <a:lnTo>
                        <a:pt x="161" y="4"/>
                      </a:lnTo>
                      <a:close/>
                      <a:moveTo>
                        <a:pt x="161" y="4"/>
                      </a:moveTo>
                      <a:lnTo>
                        <a:pt x="161" y="2"/>
                      </a:lnTo>
                      <a:lnTo>
                        <a:pt x="163" y="2"/>
                      </a:lnTo>
                      <a:lnTo>
                        <a:pt x="163" y="0"/>
                      </a:lnTo>
                      <a:lnTo>
                        <a:pt x="164" y="0"/>
                      </a:lnTo>
                      <a:lnTo>
                        <a:pt x="164" y="2"/>
                      </a:lnTo>
                      <a:lnTo>
                        <a:pt x="166" y="2"/>
                      </a:lnTo>
                      <a:lnTo>
                        <a:pt x="164" y="4"/>
                      </a:lnTo>
                      <a:lnTo>
                        <a:pt x="166" y="4"/>
                      </a:lnTo>
                      <a:lnTo>
                        <a:pt x="164" y="5"/>
                      </a:lnTo>
                      <a:lnTo>
                        <a:pt x="164" y="7"/>
                      </a:lnTo>
                      <a:lnTo>
                        <a:pt x="164" y="9"/>
                      </a:lnTo>
                      <a:lnTo>
                        <a:pt x="164" y="11"/>
                      </a:lnTo>
                      <a:lnTo>
                        <a:pt x="164" y="13"/>
                      </a:lnTo>
                      <a:lnTo>
                        <a:pt x="164" y="15"/>
                      </a:lnTo>
                      <a:lnTo>
                        <a:pt x="164" y="16"/>
                      </a:lnTo>
                      <a:lnTo>
                        <a:pt x="166" y="16"/>
                      </a:lnTo>
                      <a:lnTo>
                        <a:pt x="168" y="16"/>
                      </a:lnTo>
                      <a:lnTo>
                        <a:pt x="170" y="16"/>
                      </a:lnTo>
                      <a:lnTo>
                        <a:pt x="172" y="16"/>
                      </a:lnTo>
                      <a:lnTo>
                        <a:pt x="172" y="18"/>
                      </a:lnTo>
                      <a:lnTo>
                        <a:pt x="172" y="20"/>
                      </a:lnTo>
                      <a:lnTo>
                        <a:pt x="172" y="22"/>
                      </a:lnTo>
                      <a:lnTo>
                        <a:pt x="172" y="24"/>
                      </a:lnTo>
                      <a:lnTo>
                        <a:pt x="172" y="26"/>
                      </a:lnTo>
                      <a:lnTo>
                        <a:pt x="172" y="27"/>
                      </a:lnTo>
                      <a:lnTo>
                        <a:pt x="172" y="29"/>
                      </a:lnTo>
                      <a:lnTo>
                        <a:pt x="172" y="31"/>
                      </a:lnTo>
                      <a:lnTo>
                        <a:pt x="172" y="33"/>
                      </a:lnTo>
                      <a:lnTo>
                        <a:pt x="172" y="35"/>
                      </a:lnTo>
                      <a:lnTo>
                        <a:pt x="172" y="36"/>
                      </a:lnTo>
                      <a:lnTo>
                        <a:pt x="172" y="38"/>
                      </a:lnTo>
                      <a:lnTo>
                        <a:pt x="172" y="40"/>
                      </a:lnTo>
                      <a:lnTo>
                        <a:pt x="172" y="42"/>
                      </a:lnTo>
                      <a:lnTo>
                        <a:pt x="170" y="42"/>
                      </a:lnTo>
                      <a:lnTo>
                        <a:pt x="170" y="44"/>
                      </a:lnTo>
                      <a:lnTo>
                        <a:pt x="168" y="44"/>
                      </a:lnTo>
                      <a:lnTo>
                        <a:pt x="166" y="44"/>
                      </a:lnTo>
                      <a:lnTo>
                        <a:pt x="166" y="46"/>
                      </a:lnTo>
                      <a:lnTo>
                        <a:pt x="166" y="47"/>
                      </a:lnTo>
                      <a:lnTo>
                        <a:pt x="164" y="47"/>
                      </a:lnTo>
                      <a:lnTo>
                        <a:pt x="163" y="47"/>
                      </a:lnTo>
                      <a:lnTo>
                        <a:pt x="161" y="47"/>
                      </a:lnTo>
                      <a:lnTo>
                        <a:pt x="159" y="46"/>
                      </a:lnTo>
                      <a:lnTo>
                        <a:pt x="159" y="44"/>
                      </a:lnTo>
                      <a:lnTo>
                        <a:pt x="159" y="42"/>
                      </a:lnTo>
                      <a:lnTo>
                        <a:pt x="161" y="44"/>
                      </a:lnTo>
                      <a:lnTo>
                        <a:pt x="161" y="42"/>
                      </a:lnTo>
                      <a:lnTo>
                        <a:pt x="161" y="40"/>
                      </a:lnTo>
                      <a:lnTo>
                        <a:pt x="159" y="40"/>
                      </a:lnTo>
                      <a:lnTo>
                        <a:pt x="157" y="40"/>
                      </a:lnTo>
                      <a:lnTo>
                        <a:pt x="155" y="40"/>
                      </a:lnTo>
                      <a:lnTo>
                        <a:pt x="154" y="40"/>
                      </a:lnTo>
                      <a:lnTo>
                        <a:pt x="154" y="42"/>
                      </a:lnTo>
                      <a:lnTo>
                        <a:pt x="152" y="44"/>
                      </a:lnTo>
                      <a:lnTo>
                        <a:pt x="152" y="46"/>
                      </a:lnTo>
                      <a:lnTo>
                        <a:pt x="152" y="47"/>
                      </a:lnTo>
                      <a:lnTo>
                        <a:pt x="154" y="47"/>
                      </a:lnTo>
                      <a:lnTo>
                        <a:pt x="152" y="49"/>
                      </a:lnTo>
                      <a:lnTo>
                        <a:pt x="154" y="51"/>
                      </a:lnTo>
                      <a:lnTo>
                        <a:pt x="152" y="53"/>
                      </a:lnTo>
                      <a:lnTo>
                        <a:pt x="152" y="55"/>
                      </a:lnTo>
                      <a:lnTo>
                        <a:pt x="152" y="57"/>
                      </a:lnTo>
                      <a:lnTo>
                        <a:pt x="152" y="58"/>
                      </a:lnTo>
                      <a:lnTo>
                        <a:pt x="154" y="60"/>
                      </a:lnTo>
                      <a:lnTo>
                        <a:pt x="154" y="62"/>
                      </a:lnTo>
                      <a:lnTo>
                        <a:pt x="152" y="64"/>
                      </a:lnTo>
                      <a:lnTo>
                        <a:pt x="152" y="66"/>
                      </a:lnTo>
                      <a:lnTo>
                        <a:pt x="154" y="66"/>
                      </a:lnTo>
                      <a:lnTo>
                        <a:pt x="154" y="68"/>
                      </a:lnTo>
                      <a:lnTo>
                        <a:pt x="155" y="66"/>
                      </a:lnTo>
                      <a:lnTo>
                        <a:pt x="157" y="66"/>
                      </a:lnTo>
                      <a:lnTo>
                        <a:pt x="157" y="68"/>
                      </a:lnTo>
                      <a:lnTo>
                        <a:pt x="159" y="69"/>
                      </a:lnTo>
                      <a:lnTo>
                        <a:pt x="159" y="71"/>
                      </a:lnTo>
                      <a:lnTo>
                        <a:pt x="155" y="73"/>
                      </a:lnTo>
                      <a:lnTo>
                        <a:pt x="154" y="73"/>
                      </a:lnTo>
                      <a:lnTo>
                        <a:pt x="154" y="75"/>
                      </a:lnTo>
                      <a:lnTo>
                        <a:pt x="152" y="75"/>
                      </a:lnTo>
                      <a:lnTo>
                        <a:pt x="152" y="73"/>
                      </a:lnTo>
                      <a:lnTo>
                        <a:pt x="150" y="73"/>
                      </a:lnTo>
                      <a:lnTo>
                        <a:pt x="148" y="73"/>
                      </a:lnTo>
                      <a:lnTo>
                        <a:pt x="146" y="73"/>
                      </a:lnTo>
                      <a:lnTo>
                        <a:pt x="144" y="75"/>
                      </a:lnTo>
                      <a:lnTo>
                        <a:pt x="141" y="77"/>
                      </a:lnTo>
                      <a:lnTo>
                        <a:pt x="143" y="77"/>
                      </a:lnTo>
                      <a:lnTo>
                        <a:pt x="143" y="79"/>
                      </a:lnTo>
                      <a:lnTo>
                        <a:pt x="144" y="79"/>
                      </a:lnTo>
                      <a:lnTo>
                        <a:pt x="143" y="80"/>
                      </a:lnTo>
                      <a:lnTo>
                        <a:pt x="144" y="82"/>
                      </a:lnTo>
                      <a:lnTo>
                        <a:pt x="143" y="84"/>
                      </a:lnTo>
                      <a:lnTo>
                        <a:pt x="141" y="86"/>
                      </a:lnTo>
                      <a:lnTo>
                        <a:pt x="141" y="88"/>
                      </a:lnTo>
                      <a:lnTo>
                        <a:pt x="141" y="90"/>
                      </a:lnTo>
                      <a:lnTo>
                        <a:pt x="141" y="91"/>
                      </a:lnTo>
                      <a:lnTo>
                        <a:pt x="139" y="91"/>
                      </a:lnTo>
                      <a:lnTo>
                        <a:pt x="137" y="93"/>
                      </a:lnTo>
                      <a:lnTo>
                        <a:pt x="137" y="95"/>
                      </a:lnTo>
                      <a:lnTo>
                        <a:pt x="137" y="97"/>
                      </a:lnTo>
                      <a:lnTo>
                        <a:pt x="137" y="99"/>
                      </a:lnTo>
                      <a:lnTo>
                        <a:pt x="135" y="100"/>
                      </a:lnTo>
                      <a:lnTo>
                        <a:pt x="135" y="102"/>
                      </a:lnTo>
                      <a:lnTo>
                        <a:pt x="133" y="102"/>
                      </a:lnTo>
                      <a:lnTo>
                        <a:pt x="133" y="104"/>
                      </a:lnTo>
                      <a:lnTo>
                        <a:pt x="132" y="106"/>
                      </a:lnTo>
                      <a:lnTo>
                        <a:pt x="132" y="108"/>
                      </a:lnTo>
                      <a:lnTo>
                        <a:pt x="132" y="110"/>
                      </a:lnTo>
                      <a:lnTo>
                        <a:pt x="132" y="111"/>
                      </a:lnTo>
                      <a:lnTo>
                        <a:pt x="132" y="113"/>
                      </a:lnTo>
                      <a:lnTo>
                        <a:pt x="132" y="115"/>
                      </a:lnTo>
                      <a:lnTo>
                        <a:pt x="132" y="117"/>
                      </a:lnTo>
                      <a:lnTo>
                        <a:pt x="132" y="119"/>
                      </a:lnTo>
                      <a:lnTo>
                        <a:pt x="130" y="121"/>
                      </a:lnTo>
                      <a:lnTo>
                        <a:pt x="126" y="124"/>
                      </a:lnTo>
                      <a:lnTo>
                        <a:pt x="124" y="124"/>
                      </a:lnTo>
                      <a:lnTo>
                        <a:pt x="93" y="119"/>
                      </a:lnTo>
                      <a:lnTo>
                        <a:pt x="59" y="115"/>
                      </a:lnTo>
                      <a:lnTo>
                        <a:pt x="37" y="113"/>
                      </a:lnTo>
                      <a:lnTo>
                        <a:pt x="17" y="90"/>
                      </a:lnTo>
                      <a:lnTo>
                        <a:pt x="15" y="86"/>
                      </a:lnTo>
                      <a:lnTo>
                        <a:pt x="13" y="84"/>
                      </a:lnTo>
                      <a:lnTo>
                        <a:pt x="6" y="75"/>
                      </a:lnTo>
                      <a:lnTo>
                        <a:pt x="2" y="69"/>
                      </a:lnTo>
                      <a:lnTo>
                        <a:pt x="2" y="66"/>
                      </a:lnTo>
                      <a:lnTo>
                        <a:pt x="2" y="64"/>
                      </a:lnTo>
                      <a:lnTo>
                        <a:pt x="2" y="66"/>
                      </a:lnTo>
                      <a:lnTo>
                        <a:pt x="2" y="64"/>
                      </a:lnTo>
                      <a:lnTo>
                        <a:pt x="2" y="62"/>
                      </a:lnTo>
                      <a:lnTo>
                        <a:pt x="0" y="62"/>
                      </a:lnTo>
                      <a:lnTo>
                        <a:pt x="2" y="62"/>
                      </a:lnTo>
                      <a:lnTo>
                        <a:pt x="2" y="60"/>
                      </a:lnTo>
                      <a:lnTo>
                        <a:pt x="2" y="62"/>
                      </a:lnTo>
                      <a:lnTo>
                        <a:pt x="2" y="64"/>
                      </a:lnTo>
                      <a:lnTo>
                        <a:pt x="4" y="64"/>
                      </a:lnTo>
                      <a:lnTo>
                        <a:pt x="2" y="64"/>
                      </a:lnTo>
                      <a:lnTo>
                        <a:pt x="4" y="64"/>
                      </a:lnTo>
                      <a:lnTo>
                        <a:pt x="2" y="64"/>
                      </a:lnTo>
                      <a:lnTo>
                        <a:pt x="2" y="66"/>
                      </a:lnTo>
                      <a:lnTo>
                        <a:pt x="4" y="66"/>
                      </a:lnTo>
                      <a:lnTo>
                        <a:pt x="4" y="68"/>
                      </a:lnTo>
                      <a:lnTo>
                        <a:pt x="2" y="68"/>
                      </a:lnTo>
                      <a:lnTo>
                        <a:pt x="4" y="68"/>
                      </a:lnTo>
                      <a:lnTo>
                        <a:pt x="4" y="66"/>
                      </a:lnTo>
                      <a:lnTo>
                        <a:pt x="4" y="64"/>
                      </a:lnTo>
                      <a:lnTo>
                        <a:pt x="4" y="62"/>
                      </a:lnTo>
                      <a:lnTo>
                        <a:pt x="4" y="64"/>
                      </a:lnTo>
                      <a:lnTo>
                        <a:pt x="4" y="66"/>
                      </a:lnTo>
                      <a:lnTo>
                        <a:pt x="6" y="66"/>
                      </a:lnTo>
                      <a:lnTo>
                        <a:pt x="4" y="66"/>
                      </a:lnTo>
                      <a:lnTo>
                        <a:pt x="6" y="68"/>
                      </a:lnTo>
                      <a:lnTo>
                        <a:pt x="6" y="66"/>
                      </a:lnTo>
                      <a:lnTo>
                        <a:pt x="6" y="64"/>
                      </a:lnTo>
                      <a:lnTo>
                        <a:pt x="7" y="64"/>
                      </a:lnTo>
                      <a:lnTo>
                        <a:pt x="6" y="64"/>
                      </a:lnTo>
                      <a:lnTo>
                        <a:pt x="7" y="64"/>
                      </a:lnTo>
                      <a:lnTo>
                        <a:pt x="7" y="66"/>
                      </a:lnTo>
                      <a:lnTo>
                        <a:pt x="7" y="68"/>
                      </a:lnTo>
                      <a:lnTo>
                        <a:pt x="7" y="69"/>
                      </a:lnTo>
                      <a:lnTo>
                        <a:pt x="7" y="68"/>
                      </a:lnTo>
                      <a:lnTo>
                        <a:pt x="7" y="69"/>
                      </a:lnTo>
                      <a:lnTo>
                        <a:pt x="7" y="71"/>
                      </a:lnTo>
                      <a:lnTo>
                        <a:pt x="7" y="73"/>
                      </a:lnTo>
                      <a:lnTo>
                        <a:pt x="9" y="73"/>
                      </a:lnTo>
                      <a:lnTo>
                        <a:pt x="9" y="75"/>
                      </a:lnTo>
                      <a:lnTo>
                        <a:pt x="11" y="75"/>
                      </a:lnTo>
                      <a:lnTo>
                        <a:pt x="13" y="75"/>
                      </a:lnTo>
                      <a:lnTo>
                        <a:pt x="15" y="75"/>
                      </a:lnTo>
                      <a:lnTo>
                        <a:pt x="17" y="75"/>
                      </a:lnTo>
                      <a:lnTo>
                        <a:pt x="18" y="75"/>
                      </a:lnTo>
                      <a:lnTo>
                        <a:pt x="18" y="77"/>
                      </a:lnTo>
                      <a:lnTo>
                        <a:pt x="18" y="75"/>
                      </a:lnTo>
                      <a:lnTo>
                        <a:pt x="20" y="75"/>
                      </a:lnTo>
                      <a:lnTo>
                        <a:pt x="20" y="77"/>
                      </a:lnTo>
                      <a:lnTo>
                        <a:pt x="22" y="77"/>
                      </a:lnTo>
                      <a:lnTo>
                        <a:pt x="24" y="77"/>
                      </a:lnTo>
                      <a:lnTo>
                        <a:pt x="26" y="75"/>
                      </a:lnTo>
                      <a:lnTo>
                        <a:pt x="28" y="75"/>
                      </a:lnTo>
                      <a:lnTo>
                        <a:pt x="28" y="73"/>
                      </a:lnTo>
                      <a:lnTo>
                        <a:pt x="29" y="73"/>
                      </a:lnTo>
                      <a:lnTo>
                        <a:pt x="31" y="73"/>
                      </a:lnTo>
                      <a:lnTo>
                        <a:pt x="31" y="71"/>
                      </a:lnTo>
                      <a:lnTo>
                        <a:pt x="33" y="71"/>
                      </a:lnTo>
                      <a:lnTo>
                        <a:pt x="31" y="71"/>
                      </a:lnTo>
                      <a:lnTo>
                        <a:pt x="31" y="69"/>
                      </a:lnTo>
                      <a:lnTo>
                        <a:pt x="31" y="71"/>
                      </a:lnTo>
                      <a:lnTo>
                        <a:pt x="33" y="71"/>
                      </a:lnTo>
                      <a:lnTo>
                        <a:pt x="35" y="71"/>
                      </a:lnTo>
                      <a:lnTo>
                        <a:pt x="37" y="69"/>
                      </a:lnTo>
                      <a:lnTo>
                        <a:pt x="37" y="68"/>
                      </a:lnTo>
                      <a:lnTo>
                        <a:pt x="39" y="68"/>
                      </a:lnTo>
                      <a:lnTo>
                        <a:pt x="39" y="69"/>
                      </a:lnTo>
                      <a:lnTo>
                        <a:pt x="40" y="69"/>
                      </a:lnTo>
                      <a:lnTo>
                        <a:pt x="42" y="69"/>
                      </a:lnTo>
                      <a:lnTo>
                        <a:pt x="42" y="68"/>
                      </a:lnTo>
                      <a:lnTo>
                        <a:pt x="40" y="68"/>
                      </a:lnTo>
                      <a:lnTo>
                        <a:pt x="42" y="68"/>
                      </a:lnTo>
                      <a:lnTo>
                        <a:pt x="42" y="69"/>
                      </a:lnTo>
                      <a:lnTo>
                        <a:pt x="44" y="69"/>
                      </a:lnTo>
                      <a:lnTo>
                        <a:pt x="46" y="69"/>
                      </a:lnTo>
                      <a:lnTo>
                        <a:pt x="48" y="69"/>
                      </a:lnTo>
                      <a:lnTo>
                        <a:pt x="49" y="69"/>
                      </a:lnTo>
                      <a:lnTo>
                        <a:pt x="51" y="69"/>
                      </a:lnTo>
                      <a:lnTo>
                        <a:pt x="53" y="69"/>
                      </a:lnTo>
                      <a:lnTo>
                        <a:pt x="51" y="69"/>
                      </a:lnTo>
                      <a:lnTo>
                        <a:pt x="53" y="69"/>
                      </a:lnTo>
                      <a:lnTo>
                        <a:pt x="55" y="69"/>
                      </a:lnTo>
                      <a:lnTo>
                        <a:pt x="57" y="69"/>
                      </a:lnTo>
                      <a:lnTo>
                        <a:pt x="57" y="68"/>
                      </a:lnTo>
                      <a:lnTo>
                        <a:pt x="57" y="69"/>
                      </a:lnTo>
                      <a:lnTo>
                        <a:pt x="59" y="69"/>
                      </a:lnTo>
                      <a:lnTo>
                        <a:pt x="60" y="69"/>
                      </a:lnTo>
                      <a:lnTo>
                        <a:pt x="60" y="71"/>
                      </a:lnTo>
                      <a:lnTo>
                        <a:pt x="60" y="69"/>
                      </a:lnTo>
                      <a:lnTo>
                        <a:pt x="60" y="71"/>
                      </a:lnTo>
                      <a:lnTo>
                        <a:pt x="62" y="71"/>
                      </a:lnTo>
                      <a:lnTo>
                        <a:pt x="64" y="71"/>
                      </a:lnTo>
                      <a:lnTo>
                        <a:pt x="66" y="71"/>
                      </a:lnTo>
                      <a:lnTo>
                        <a:pt x="68" y="69"/>
                      </a:lnTo>
                      <a:lnTo>
                        <a:pt x="68" y="71"/>
                      </a:lnTo>
                      <a:lnTo>
                        <a:pt x="70" y="71"/>
                      </a:lnTo>
                      <a:lnTo>
                        <a:pt x="71" y="71"/>
                      </a:lnTo>
                      <a:lnTo>
                        <a:pt x="71" y="73"/>
                      </a:lnTo>
                      <a:lnTo>
                        <a:pt x="73" y="73"/>
                      </a:lnTo>
                      <a:lnTo>
                        <a:pt x="75" y="73"/>
                      </a:lnTo>
                      <a:lnTo>
                        <a:pt x="77" y="73"/>
                      </a:lnTo>
                      <a:lnTo>
                        <a:pt x="77" y="71"/>
                      </a:lnTo>
                      <a:lnTo>
                        <a:pt x="77" y="73"/>
                      </a:lnTo>
                      <a:lnTo>
                        <a:pt x="79" y="73"/>
                      </a:lnTo>
                      <a:lnTo>
                        <a:pt x="81" y="73"/>
                      </a:lnTo>
                      <a:lnTo>
                        <a:pt x="81" y="71"/>
                      </a:lnTo>
                      <a:lnTo>
                        <a:pt x="81" y="73"/>
                      </a:lnTo>
                      <a:lnTo>
                        <a:pt x="82" y="73"/>
                      </a:lnTo>
                      <a:lnTo>
                        <a:pt x="82" y="71"/>
                      </a:lnTo>
                      <a:lnTo>
                        <a:pt x="81" y="71"/>
                      </a:lnTo>
                      <a:lnTo>
                        <a:pt x="82" y="71"/>
                      </a:lnTo>
                      <a:lnTo>
                        <a:pt x="82" y="73"/>
                      </a:lnTo>
                      <a:lnTo>
                        <a:pt x="84" y="71"/>
                      </a:lnTo>
                      <a:lnTo>
                        <a:pt x="84" y="69"/>
                      </a:lnTo>
                      <a:lnTo>
                        <a:pt x="84" y="71"/>
                      </a:lnTo>
                      <a:lnTo>
                        <a:pt x="84" y="69"/>
                      </a:lnTo>
                      <a:lnTo>
                        <a:pt x="84" y="71"/>
                      </a:lnTo>
                      <a:lnTo>
                        <a:pt x="82" y="69"/>
                      </a:lnTo>
                      <a:lnTo>
                        <a:pt x="84" y="69"/>
                      </a:lnTo>
                      <a:lnTo>
                        <a:pt x="82" y="69"/>
                      </a:lnTo>
                      <a:lnTo>
                        <a:pt x="82" y="68"/>
                      </a:lnTo>
                      <a:lnTo>
                        <a:pt x="82" y="69"/>
                      </a:lnTo>
                      <a:lnTo>
                        <a:pt x="82" y="68"/>
                      </a:lnTo>
                      <a:lnTo>
                        <a:pt x="82" y="69"/>
                      </a:lnTo>
                      <a:lnTo>
                        <a:pt x="81" y="69"/>
                      </a:lnTo>
                      <a:lnTo>
                        <a:pt x="82" y="69"/>
                      </a:lnTo>
                      <a:lnTo>
                        <a:pt x="81" y="69"/>
                      </a:lnTo>
                      <a:lnTo>
                        <a:pt x="79" y="69"/>
                      </a:lnTo>
                      <a:lnTo>
                        <a:pt x="77" y="69"/>
                      </a:lnTo>
                      <a:lnTo>
                        <a:pt x="75" y="69"/>
                      </a:lnTo>
                      <a:lnTo>
                        <a:pt x="73" y="68"/>
                      </a:lnTo>
                      <a:lnTo>
                        <a:pt x="75" y="68"/>
                      </a:lnTo>
                      <a:lnTo>
                        <a:pt x="77" y="68"/>
                      </a:lnTo>
                      <a:lnTo>
                        <a:pt x="77" y="66"/>
                      </a:lnTo>
                      <a:lnTo>
                        <a:pt x="79" y="66"/>
                      </a:lnTo>
                      <a:lnTo>
                        <a:pt x="81" y="66"/>
                      </a:lnTo>
                      <a:lnTo>
                        <a:pt x="81" y="68"/>
                      </a:lnTo>
                      <a:lnTo>
                        <a:pt x="81" y="66"/>
                      </a:lnTo>
                      <a:lnTo>
                        <a:pt x="82" y="66"/>
                      </a:lnTo>
                      <a:lnTo>
                        <a:pt x="82" y="64"/>
                      </a:lnTo>
                      <a:lnTo>
                        <a:pt x="82" y="66"/>
                      </a:lnTo>
                      <a:lnTo>
                        <a:pt x="84" y="66"/>
                      </a:lnTo>
                      <a:lnTo>
                        <a:pt x="84" y="68"/>
                      </a:lnTo>
                      <a:lnTo>
                        <a:pt x="86" y="68"/>
                      </a:lnTo>
                      <a:lnTo>
                        <a:pt x="86" y="66"/>
                      </a:lnTo>
                      <a:lnTo>
                        <a:pt x="86" y="68"/>
                      </a:lnTo>
                      <a:lnTo>
                        <a:pt x="86" y="69"/>
                      </a:lnTo>
                      <a:lnTo>
                        <a:pt x="84" y="69"/>
                      </a:lnTo>
                      <a:lnTo>
                        <a:pt x="84" y="71"/>
                      </a:lnTo>
                      <a:lnTo>
                        <a:pt x="86" y="71"/>
                      </a:lnTo>
                      <a:lnTo>
                        <a:pt x="88" y="71"/>
                      </a:lnTo>
                      <a:lnTo>
                        <a:pt x="88" y="69"/>
                      </a:lnTo>
                      <a:lnTo>
                        <a:pt x="90" y="69"/>
                      </a:lnTo>
                      <a:lnTo>
                        <a:pt x="88" y="69"/>
                      </a:lnTo>
                      <a:lnTo>
                        <a:pt x="90" y="69"/>
                      </a:lnTo>
                      <a:lnTo>
                        <a:pt x="91" y="69"/>
                      </a:lnTo>
                      <a:lnTo>
                        <a:pt x="91" y="68"/>
                      </a:lnTo>
                      <a:lnTo>
                        <a:pt x="93" y="68"/>
                      </a:lnTo>
                      <a:lnTo>
                        <a:pt x="91" y="68"/>
                      </a:lnTo>
                      <a:lnTo>
                        <a:pt x="93" y="68"/>
                      </a:lnTo>
                      <a:lnTo>
                        <a:pt x="91" y="68"/>
                      </a:lnTo>
                      <a:lnTo>
                        <a:pt x="90" y="68"/>
                      </a:lnTo>
                      <a:lnTo>
                        <a:pt x="90" y="69"/>
                      </a:lnTo>
                      <a:lnTo>
                        <a:pt x="88" y="68"/>
                      </a:lnTo>
                      <a:lnTo>
                        <a:pt x="90" y="68"/>
                      </a:lnTo>
                      <a:lnTo>
                        <a:pt x="88" y="68"/>
                      </a:lnTo>
                      <a:lnTo>
                        <a:pt x="90" y="68"/>
                      </a:lnTo>
                      <a:lnTo>
                        <a:pt x="91" y="68"/>
                      </a:lnTo>
                      <a:lnTo>
                        <a:pt x="90" y="68"/>
                      </a:lnTo>
                      <a:lnTo>
                        <a:pt x="90" y="66"/>
                      </a:lnTo>
                      <a:lnTo>
                        <a:pt x="91" y="66"/>
                      </a:lnTo>
                      <a:lnTo>
                        <a:pt x="91" y="68"/>
                      </a:lnTo>
                      <a:lnTo>
                        <a:pt x="91" y="66"/>
                      </a:lnTo>
                      <a:lnTo>
                        <a:pt x="90" y="66"/>
                      </a:lnTo>
                      <a:lnTo>
                        <a:pt x="90" y="64"/>
                      </a:lnTo>
                      <a:lnTo>
                        <a:pt x="91" y="64"/>
                      </a:lnTo>
                      <a:lnTo>
                        <a:pt x="93" y="62"/>
                      </a:lnTo>
                      <a:lnTo>
                        <a:pt x="93" y="64"/>
                      </a:lnTo>
                      <a:lnTo>
                        <a:pt x="93" y="66"/>
                      </a:lnTo>
                      <a:lnTo>
                        <a:pt x="95" y="66"/>
                      </a:lnTo>
                      <a:lnTo>
                        <a:pt x="95" y="64"/>
                      </a:lnTo>
                      <a:lnTo>
                        <a:pt x="93" y="64"/>
                      </a:lnTo>
                      <a:lnTo>
                        <a:pt x="95" y="64"/>
                      </a:lnTo>
                      <a:lnTo>
                        <a:pt x="93" y="64"/>
                      </a:lnTo>
                      <a:lnTo>
                        <a:pt x="95" y="64"/>
                      </a:lnTo>
                      <a:lnTo>
                        <a:pt x="93" y="64"/>
                      </a:lnTo>
                      <a:lnTo>
                        <a:pt x="93" y="62"/>
                      </a:lnTo>
                      <a:lnTo>
                        <a:pt x="95" y="62"/>
                      </a:lnTo>
                      <a:lnTo>
                        <a:pt x="93" y="62"/>
                      </a:lnTo>
                      <a:lnTo>
                        <a:pt x="95" y="62"/>
                      </a:lnTo>
                      <a:lnTo>
                        <a:pt x="97" y="62"/>
                      </a:lnTo>
                      <a:lnTo>
                        <a:pt x="97" y="64"/>
                      </a:lnTo>
                      <a:lnTo>
                        <a:pt x="97" y="66"/>
                      </a:lnTo>
                      <a:lnTo>
                        <a:pt x="97" y="64"/>
                      </a:lnTo>
                      <a:lnTo>
                        <a:pt x="97" y="66"/>
                      </a:lnTo>
                      <a:lnTo>
                        <a:pt x="97" y="64"/>
                      </a:lnTo>
                      <a:lnTo>
                        <a:pt x="97" y="66"/>
                      </a:lnTo>
                      <a:lnTo>
                        <a:pt x="99" y="64"/>
                      </a:lnTo>
                      <a:lnTo>
                        <a:pt x="97" y="64"/>
                      </a:lnTo>
                      <a:lnTo>
                        <a:pt x="97" y="62"/>
                      </a:lnTo>
                      <a:lnTo>
                        <a:pt x="95" y="62"/>
                      </a:lnTo>
                      <a:lnTo>
                        <a:pt x="95" y="60"/>
                      </a:lnTo>
                      <a:lnTo>
                        <a:pt x="97" y="60"/>
                      </a:lnTo>
                      <a:lnTo>
                        <a:pt x="97" y="62"/>
                      </a:lnTo>
                      <a:lnTo>
                        <a:pt x="99" y="64"/>
                      </a:lnTo>
                      <a:lnTo>
                        <a:pt x="99" y="66"/>
                      </a:lnTo>
                      <a:lnTo>
                        <a:pt x="97" y="66"/>
                      </a:lnTo>
                      <a:lnTo>
                        <a:pt x="99" y="66"/>
                      </a:lnTo>
                      <a:lnTo>
                        <a:pt x="101" y="66"/>
                      </a:lnTo>
                      <a:lnTo>
                        <a:pt x="102" y="66"/>
                      </a:lnTo>
                      <a:lnTo>
                        <a:pt x="102" y="64"/>
                      </a:lnTo>
                      <a:lnTo>
                        <a:pt x="104" y="64"/>
                      </a:lnTo>
                      <a:lnTo>
                        <a:pt x="106" y="64"/>
                      </a:lnTo>
                      <a:lnTo>
                        <a:pt x="104" y="64"/>
                      </a:lnTo>
                      <a:lnTo>
                        <a:pt x="104" y="62"/>
                      </a:lnTo>
                      <a:lnTo>
                        <a:pt x="104" y="60"/>
                      </a:lnTo>
                      <a:lnTo>
                        <a:pt x="106" y="60"/>
                      </a:lnTo>
                      <a:lnTo>
                        <a:pt x="104" y="60"/>
                      </a:lnTo>
                      <a:lnTo>
                        <a:pt x="102" y="60"/>
                      </a:lnTo>
                      <a:lnTo>
                        <a:pt x="104" y="60"/>
                      </a:lnTo>
                      <a:lnTo>
                        <a:pt x="102" y="60"/>
                      </a:lnTo>
                      <a:lnTo>
                        <a:pt x="102" y="58"/>
                      </a:lnTo>
                      <a:lnTo>
                        <a:pt x="101" y="58"/>
                      </a:lnTo>
                      <a:lnTo>
                        <a:pt x="102" y="58"/>
                      </a:lnTo>
                      <a:lnTo>
                        <a:pt x="102" y="60"/>
                      </a:lnTo>
                      <a:lnTo>
                        <a:pt x="101" y="60"/>
                      </a:lnTo>
                      <a:lnTo>
                        <a:pt x="101" y="58"/>
                      </a:lnTo>
                      <a:lnTo>
                        <a:pt x="99" y="58"/>
                      </a:lnTo>
                      <a:lnTo>
                        <a:pt x="101" y="58"/>
                      </a:lnTo>
                      <a:lnTo>
                        <a:pt x="99" y="58"/>
                      </a:lnTo>
                      <a:lnTo>
                        <a:pt x="99" y="57"/>
                      </a:lnTo>
                      <a:lnTo>
                        <a:pt x="101" y="57"/>
                      </a:lnTo>
                      <a:lnTo>
                        <a:pt x="101" y="55"/>
                      </a:lnTo>
                      <a:lnTo>
                        <a:pt x="101" y="57"/>
                      </a:lnTo>
                      <a:lnTo>
                        <a:pt x="102" y="57"/>
                      </a:lnTo>
                      <a:lnTo>
                        <a:pt x="101" y="57"/>
                      </a:lnTo>
                      <a:lnTo>
                        <a:pt x="102" y="58"/>
                      </a:lnTo>
                      <a:lnTo>
                        <a:pt x="104" y="58"/>
                      </a:lnTo>
                      <a:lnTo>
                        <a:pt x="102" y="58"/>
                      </a:lnTo>
                      <a:lnTo>
                        <a:pt x="104" y="58"/>
                      </a:lnTo>
                      <a:lnTo>
                        <a:pt x="104" y="60"/>
                      </a:lnTo>
                      <a:lnTo>
                        <a:pt x="104" y="58"/>
                      </a:lnTo>
                      <a:lnTo>
                        <a:pt x="106" y="58"/>
                      </a:lnTo>
                      <a:lnTo>
                        <a:pt x="108" y="58"/>
                      </a:lnTo>
                      <a:lnTo>
                        <a:pt x="110" y="58"/>
                      </a:lnTo>
                      <a:lnTo>
                        <a:pt x="108" y="58"/>
                      </a:lnTo>
                      <a:lnTo>
                        <a:pt x="108" y="57"/>
                      </a:lnTo>
                      <a:lnTo>
                        <a:pt x="106" y="57"/>
                      </a:lnTo>
                      <a:lnTo>
                        <a:pt x="104" y="57"/>
                      </a:lnTo>
                      <a:lnTo>
                        <a:pt x="104" y="55"/>
                      </a:lnTo>
                      <a:lnTo>
                        <a:pt x="106" y="55"/>
                      </a:lnTo>
                      <a:lnTo>
                        <a:pt x="106" y="57"/>
                      </a:lnTo>
                      <a:lnTo>
                        <a:pt x="106" y="55"/>
                      </a:lnTo>
                      <a:lnTo>
                        <a:pt x="106" y="57"/>
                      </a:lnTo>
                      <a:lnTo>
                        <a:pt x="108" y="57"/>
                      </a:lnTo>
                      <a:lnTo>
                        <a:pt x="110" y="57"/>
                      </a:lnTo>
                      <a:lnTo>
                        <a:pt x="110" y="55"/>
                      </a:lnTo>
                      <a:lnTo>
                        <a:pt x="110" y="53"/>
                      </a:lnTo>
                      <a:lnTo>
                        <a:pt x="108" y="53"/>
                      </a:lnTo>
                      <a:lnTo>
                        <a:pt x="108" y="51"/>
                      </a:lnTo>
                      <a:lnTo>
                        <a:pt x="110" y="51"/>
                      </a:lnTo>
                      <a:lnTo>
                        <a:pt x="110" y="53"/>
                      </a:lnTo>
                      <a:lnTo>
                        <a:pt x="110" y="51"/>
                      </a:lnTo>
                      <a:lnTo>
                        <a:pt x="112" y="51"/>
                      </a:lnTo>
                      <a:lnTo>
                        <a:pt x="110" y="51"/>
                      </a:lnTo>
                      <a:lnTo>
                        <a:pt x="112" y="51"/>
                      </a:lnTo>
                      <a:lnTo>
                        <a:pt x="110" y="51"/>
                      </a:lnTo>
                      <a:lnTo>
                        <a:pt x="110" y="49"/>
                      </a:lnTo>
                      <a:lnTo>
                        <a:pt x="112" y="49"/>
                      </a:lnTo>
                      <a:lnTo>
                        <a:pt x="110" y="51"/>
                      </a:lnTo>
                      <a:lnTo>
                        <a:pt x="112" y="51"/>
                      </a:lnTo>
                      <a:lnTo>
                        <a:pt x="112" y="49"/>
                      </a:lnTo>
                      <a:lnTo>
                        <a:pt x="110" y="49"/>
                      </a:lnTo>
                      <a:lnTo>
                        <a:pt x="110" y="47"/>
                      </a:lnTo>
                      <a:lnTo>
                        <a:pt x="112" y="47"/>
                      </a:lnTo>
                      <a:lnTo>
                        <a:pt x="110" y="47"/>
                      </a:lnTo>
                      <a:lnTo>
                        <a:pt x="112" y="47"/>
                      </a:lnTo>
                      <a:lnTo>
                        <a:pt x="110" y="47"/>
                      </a:lnTo>
                      <a:lnTo>
                        <a:pt x="112" y="47"/>
                      </a:lnTo>
                      <a:lnTo>
                        <a:pt x="112" y="46"/>
                      </a:lnTo>
                      <a:lnTo>
                        <a:pt x="113" y="46"/>
                      </a:lnTo>
                      <a:lnTo>
                        <a:pt x="113" y="44"/>
                      </a:lnTo>
                      <a:lnTo>
                        <a:pt x="115" y="44"/>
                      </a:lnTo>
                      <a:lnTo>
                        <a:pt x="115" y="46"/>
                      </a:lnTo>
                      <a:lnTo>
                        <a:pt x="115" y="44"/>
                      </a:lnTo>
                      <a:lnTo>
                        <a:pt x="117" y="44"/>
                      </a:lnTo>
                      <a:lnTo>
                        <a:pt x="117" y="42"/>
                      </a:lnTo>
                      <a:lnTo>
                        <a:pt x="119" y="42"/>
                      </a:lnTo>
                      <a:lnTo>
                        <a:pt x="117" y="42"/>
                      </a:lnTo>
                      <a:lnTo>
                        <a:pt x="119" y="42"/>
                      </a:lnTo>
                      <a:lnTo>
                        <a:pt x="121" y="42"/>
                      </a:lnTo>
                      <a:lnTo>
                        <a:pt x="121" y="40"/>
                      </a:lnTo>
                      <a:lnTo>
                        <a:pt x="122" y="40"/>
                      </a:lnTo>
                      <a:lnTo>
                        <a:pt x="124" y="40"/>
                      </a:lnTo>
                      <a:lnTo>
                        <a:pt x="124" y="38"/>
                      </a:lnTo>
                      <a:lnTo>
                        <a:pt x="124" y="40"/>
                      </a:lnTo>
                      <a:lnTo>
                        <a:pt x="126" y="40"/>
                      </a:lnTo>
                      <a:lnTo>
                        <a:pt x="126" y="38"/>
                      </a:lnTo>
                      <a:lnTo>
                        <a:pt x="126" y="40"/>
                      </a:lnTo>
                      <a:lnTo>
                        <a:pt x="126" y="38"/>
                      </a:lnTo>
                      <a:lnTo>
                        <a:pt x="124" y="38"/>
                      </a:lnTo>
                      <a:lnTo>
                        <a:pt x="126" y="38"/>
                      </a:lnTo>
                      <a:lnTo>
                        <a:pt x="124" y="38"/>
                      </a:lnTo>
                      <a:lnTo>
                        <a:pt x="126" y="38"/>
                      </a:lnTo>
                      <a:lnTo>
                        <a:pt x="126" y="36"/>
                      </a:lnTo>
                      <a:lnTo>
                        <a:pt x="128" y="36"/>
                      </a:lnTo>
                      <a:lnTo>
                        <a:pt x="128" y="35"/>
                      </a:lnTo>
                      <a:lnTo>
                        <a:pt x="130" y="35"/>
                      </a:lnTo>
                      <a:lnTo>
                        <a:pt x="130" y="33"/>
                      </a:lnTo>
                      <a:lnTo>
                        <a:pt x="132" y="33"/>
                      </a:lnTo>
                      <a:lnTo>
                        <a:pt x="132" y="31"/>
                      </a:lnTo>
                      <a:lnTo>
                        <a:pt x="133" y="31"/>
                      </a:lnTo>
                      <a:lnTo>
                        <a:pt x="133" y="29"/>
                      </a:lnTo>
                      <a:lnTo>
                        <a:pt x="135" y="29"/>
                      </a:lnTo>
                      <a:lnTo>
                        <a:pt x="135" y="31"/>
                      </a:lnTo>
                      <a:lnTo>
                        <a:pt x="135" y="29"/>
                      </a:lnTo>
                      <a:lnTo>
                        <a:pt x="133" y="29"/>
                      </a:lnTo>
                      <a:lnTo>
                        <a:pt x="135" y="29"/>
                      </a:lnTo>
                      <a:lnTo>
                        <a:pt x="135" y="27"/>
                      </a:lnTo>
                      <a:lnTo>
                        <a:pt x="137" y="26"/>
                      </a:lnTo>
                      <a:lnTo>
                        <a:pt x="137" y="27"/>
                      </a:lnTo>
                      <a:lnTo>
                        <a:pt x="137" y="26"/>
                      </a:lnTo>
                      <a:lnTo>
                        <a:pt x="137" y="27"/>
                      </a:lnTo>
                      <a:lnTo>
                        <a:pt x="137" y="26"/>
                      </a:lnTo>
                      <a:lnTo>
                        <a:pt x="139" y="24"/>
                      </a:lnTo>
                      <a:lnTo>
                        <a:pt x="141" y="24"/>
                      </a:lnTo>
                      <a:lnTo>
                        <a:pt x="139" y="24"/>
                      </a:lnTo>
                      <a:lnTo>
                        <a:pt x="139" y="22"/>
                      </a:lnTo>
                      <a:lnTo>
                        <a:pt x="141" y="22"/>
                      </a:lnTo>
                      <a:lnTo>
                        <a:pt x="139" y="22"/>
                      </a:lnTo>
                      <a:lnTo>
                        <a:pt x="141" y="22"/>
                      </a:lnTo>
                      <a:lnTo>
                        <a:pt x="143" y="22"/>
                      </a:lnTo>
                      <a:lnTo>
                        <a:pt x="141" y="22"/>
                      </a:lnTo>
                      <a:lnTo>
                        <a:pt x="143" y="20"/>
                      </a:lnTo>
                      <a:lnTo>
                        <a:pt x="143" y="18"/>
                      </a:lnTo>
                      <a:lnTo>
                        <a:pt x="144" y="18"/>
                      </a:lnTo>
                      <a:lnTo>
                        <a:pt x="144" y="16"/>
                      </a:lnTo>
                      <a:lnTo>
                        <a:pt x="144" y="18"/>
                      </a:lnTo>
                      <a:lnTo>
                        <a:pt x="143" y="18"/>
                      </a:lnTo>
                      <a:lnTo>
                        <a:pt x="143" y="20"/>
                      </a:lnTo>
                      <a:lnTo>
                        <a:pt x="144" y="20"/>
                      </a:lnTo>
                      <a:lnTo>
                        <a:pt x="146" y="20"/>
                      </a:lnTo>
                      <a:lnTo>
                        <a:pt x="146" y="18"/>
                      </a:lnTo>
                      <a:lnTo>
                        <a:pt x="146" y="16"/>
                      </a:lnTo>
                      <a:lnTo>
                        <a:pt x="148" y="16"/>
                      </a:lnTo>
                      <a:lnTo>
                        <a:pt x="150" y="16"/>
                      </a:lnTo>
                      <a:lnTo>
                        <a:pt x="150" y="15"/>
                      </a:lnTo>
                      <a:lnTo>
                        <a:pt x="152" y="15"/>
                      </a:lnTo>
                      <a:lnTo>
                        <a:pt x="152" y="13"/>
                      </a:lnTo>
                      <a:lnTo>
                        <a:pt x="152" y="15"/>
                      </a:lnTo>
                      <a:lnTo>
                        <a:pt x="152" y="13"/>
                      </a:lnTo>
                      <a:lnTo>
                        <a:pt x="154" y="13"/>
                      </a:lnTo>
                      <a:lnTo>
                        <a:pt x="152" y="13"/>
                      </a:lnTo>
                      <a:lnTo>
                        <a:pt x="154" y="13"/>
                      </a:lnTo>
                      <a:lnTo>
                        <a:pt x="155" y="13"/>
                      </a:lnTo>
                      <a:lnTo>
                        <a:pt x="155" y="11"/>
                      </a:lnTo>
                      <a:lnTo>
                        <a:pt x="157" y="11"/>
                      </a:lnTo>
                      <a:lnTo>
                        <a:pt x="157" y="9"/>
                      </a:lnTo>
                      <a:lnTo>
                        <a:pt x="157" y="11"/>
                      </a:lnTo>
                      <a:lnTo>
                        <a:pt x="157" y="9"/>
                      </a:lnTo>
                      <a:lnTo>
                        <a:pt x="159" y="9"/>
                      </a:lnTo>
                      <a:lnTo>
                        <a:pt x="159" y="7"/>
                      </a:lnTo>
                      <a:lnTo>
                        <a:pt x="159" y="9"/>
                      </a:lnTo>
                      <a:lnTo>
                        <a:pt x="157" y="9"/>
                      </a:lnTo>
                      <a:lnTo>
                        <a:pt x="159" y="9"/>
                      </a:lnTo>
                      <a:lnTo>
                        <a:pt x="159" y="7"/>
                      </a:lnTo>
                      <a:lnTo>
                        <a:pt x="161" y="7"/>
                      </a:lnTo>
                      <a:lnTo>
                        <a:pt x="161" y="5"/>
                      </a:lnTo>
                      <a:lnTo>
                        <a:pt x="161" y="7"/>
                      </a:lnTo>
                      <a:lnTo>
                        <a:pt x="161" y="5"/>
                      </a:lnTo>
                      <a:lnTo>
                        <a:pt x="161" y="4"/>
                      </a:lnTo>
                      <a:close/>
                      <a:moveTo>
                        <a:pt x="168" y="26"/>
                      </a:moveTo>
                      <a:lnTo>
                        <a:pt x="168" y="27"/>
                      </a:lnTo>
                      <a:lnTo>
                        <a:pt x="166" y="27"/>
                      </a:lnTo>
                      <a:lnTo>
                        <a:pt x="168" y="27"/>
                      </a:lnTo>
                      <a:lnTo>
                        <a:pt x="170" y="29"/>
                      </a:lnTo>
                      <a:lnTo>
                        <a:pt x="170" y="27"/>
                      </a:lnTo>
                      <a:lnTo>
                        <a:pt x="170" y="26"/>
                      </a:lnTo>
                      <a:lnTo>
                        <a:pt x="168" y="26"/>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7" name="Freeform 123">
                  <a:extLst>
                    <a:ext uri="{FF2B5EF4-FFF2-40B4-BE49-F238E27FC236}">
                      <a16:creationId xmlns:a16="http://schemas.microsoft.com/office/drawing/2014/main" id="{3BA41946-4F7E-BB53-5E89-A116027654DA}"/>
                    </a:ext>
                  </a:extLst>
                </p:cNvPr>
                <p:cNvSpPr>
                  <a:spLocks noEditPoints="1"/>
                </p:cNvSpPr>
                <p:nvPr/>
              </p:nvSpPr>
              <p:spPr bwMode="auto">
                <a:xfrm>
                  <a:off x="2482574" y="3373684"/>
                  <a:ext cx="294577" cy="115662"/>
                </a:xfrm>
                <a:custGeom>
                  <a:avLst/>
                  <a:gdLst>
                    <a:gd name="T0" fmla="*/ 93 w 163"/>
                    <a:gd name="T1" fmla="*/ 64 h 64"/>
                    <a:gd name="T2" fmla="*/ 17 w 163"/>
                    <a:gd name="T3" fmla="*/ 63 h 64"/>
                    <a:gd name="T4" fmla="*/ 17 w 163"/>
                    <a:gd name="T5" fmla="*/ 63 h 64"/>
                    <a:gd name="T6" fmla="*/ 70 w 163"/>
                    <a:gd name="T7" fmla="*/ 63 h 64"/>
                    <a:gd name="T8" fmla="*/ 19 w 163"/>
                    <a:gd name="T9" fmla="*/ 61 h 64"/>
                    <a:gd name="T10" fmla="*/ 84 w 163"/>
                    <a:gd name="T11" fmla="*/ 59 h 64"/>
                    <a:gd name="T12" fmla="*/ 66 w 163"/>
                    <a:gd name="T13" fmla="*/ 61 h 64"/>
                    <a:gd name="T14" fmla="*/ 62 w 163"/>
                    <a:gd name="T15" fmla="*/ 59 h 64"/>
                    <a:gd name="T16" fmla="*/ 66 w 163"/>
                    <a:gd name="T17" fmla="*/ 59 h 64"/>
                    <a:gd name="T18" fmla="*/ 57 w 163"/>
                    <a:gd name="T19" fmla="*/ 59 h 64"/>
                    <a:gd name="T20" fmla="*/ 41 w 163"/>
                    <a:gd name="T21" fmla="*/ 57 h 64"/>
                    <a:gd name="T22" fmla="*/ 39 w 163"/>
                    <a:gd name="T23" fmla="*/ 59 h 64"/>
                    <a:gd name="T24" fmla="*/ 39 w 163"/>
                    <a:gd name="T25" fmla="*/ 59 h 64"/>
                    <a:gd name="T26" fmla="*/ 41 w 163"/>
                    <a:gd name="T27" fmla="*/ 57 h 64"/>
                    <a:gd name="T28" fmla="*/ 101 w 163"/>
                    <a:gd name="T29" fmla="*/ 57 h 64"/>
                    <a:gd name="T30" fmla="*/ 101 w 163"/>
                    <a:gd name="T31" fmla="*/ 57 h 64"/>
                    <a:gd name="T32" fmla="*/ 99 w 163"/>
                    <a:gd name="T33" fmla="*/ 55 h 64"/>
                    <a:gd name="T34" fmla="*/ 2 w 163"/>
                    <a:gd name="T35" fmla="*/ 55 h 64"/>
                    <a:gd name="T36" fmla="*/ 103 w 163"/>
                    <a:gd name="T37" fmla="*/ 53 h 64"/>
                    <a:gd name="T38" fmla="*/ 101 w 163"/>
                    <a:gd name="T39" fmla="*/ 55 h 64"/>
                    <a:gd name="T40" fmla="*/ 106 w 163"/>
                    <a:gd name="T41" fmla="*/ 53 h 64"/>
                    <a:gd name="T42" fmla="*/ 66 w 163"/>
                    <a:gd name="T43" fmla="*/ 53 h 64"/>
                    <a:gd name="T44" fmla="*/ 99 w 163"/>
                    <a:gd name="T45" fmla="*/ 53 h 64"/>
                    <a:gd name="T46" fmla="*/ 99 w 163"/>
                    <a:gd name="T47" fmla="*/ 53 h 64"/>
                    <a:gd name="T48" fmla="*/ 106 w 163"/>
                    <a:gd name="T49" fmla="*/ 53 h 64"/>
                    <a:gd name="T50" fmla="*/ 110 w 163"/>
                    <a:gd name="T51" fmla="*/ 53 h 64"/>
                    <a:gd name="T52" fmla="*/ 104 w 163"/>
                    <a:gd name="T53" fmla="*/ 52 h 64"/>
                    <a:gd name="T54" fmla="*/ 104 w 163"/>
                    <a:gd name="T55" fmla="*/ 52 h 64"/>
                    <a:gd name="T56" fmla="*/ 104 w 163"/>
                    <a:gd name="T57" fmla="*/ 52 h 64"/>
                    <a:gd name="T58" fmla="*/ 104 w 163"/>
                    <a:gd name="T59" fmla="*/ 52 h 64"/>
                    <a:gd name="T60" fmla="*/ 30 w 163"/>
                    <a:gd name="T61" fmla="*/ 55 h 64"/>
                    <a:gd name="T62" fmla="*/ 28 w 163"/>
                    <a:gd name="T63" fmla="*/ 50 h 64"/>
                    <a:gd name="T64" fmla="*/ 108 w 163"/>
                    <a:gd name="T65" fmla="*/ 50 h 64"/>
                    <a:gd name="T66" fmla="*/ 108 w 163"/>
                    <a:gd name="T67" fmla="*/ 48 h 64"/>
                    <a:gd name="T68" fmla="*/ 104 w 163"/>
                    <a:gd name="T69" fmla="*/ 52 h 64"/>
                    <a:gd name="T70" fmla="*/ 106 w 163"/>
                    <a:gd name="T71" fmla="*/ 50 h 64"/>
                    <a:gd name="T72" fmla="*/ 8 w 163"/>
                    <a:gd name="T73" fmla="*/ 50 h 64"/>
                    <a:gd name="T74" fmla="*/ 108 w 163"/>
                    <a:gd name="T75" fmla="*/ 48 h 64"/>
                    <a:gd name="T76" fmla="*/ 37 w 163"/>
                    <a:gd name="T77" fmla="*/ 41 h 64"/>
                    <a:gd name="T78" fmla="*/ 57 w 163"/>
                    <a:gd name="T79" fmla="*/ 39 h 64"/>
                    <a:gd name="T80" fmla="*/ 48 w 163"/>
                    <a:gd name="T81" fmla="*/ 35 h 64"/>
                    <a:gd name="T82" fmla="*/ 31 w 163"/>
                    <a:gd name="T83" fmla="*/ 35 h 64"/>
                    <a:gd name="T84" fmla="*/ 97 w 163"/>
                    <a:gd name="T85" fmla="*/ 26 h 64"/>
                    <a:gd name="T86" fmla="*/ 148 w 163"/>
                    <a:gd name="T87" fmla="*/ 13 h 64"/>
                    <a:gd name="T88" fmla="*/ 146 w 163"/>
                    <a:gd name="T89" fmla="*/ 13 h 64"/>
                    <a:gd name="T90" fmla="*/ 148 w 163"/>
                    <a:gd name="T91" fmla="*/ 13 h 64"/>
                    <a:gd name="T92" fmla="*/ 148 w 163"/>
                    <a:gd name="T93" fmla="*/ 11 h 64"/>
                    <a:gd name="T94" fmla="*/ 148 w 163"/>
                    <a:gd name="T95" fmla="*/ 11 h 64"/>
                    <a:gd name="T96" fmla="*/ 148 w 163"/>
                    <a:gd name="T97" fmla="*/ 11 h 64"/>
                    <a:gd name="T98" fmla="*/ 163 w 163"/>
                    <a:gd name="T99" fmla="*/ 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 h="64">
                      <a:moveTo>
                        <a:pt x="93" y="63"/>
                      </a:moveTo>
                      <a:lnTo>
                        <a:pt x="93" y="64"/>
                      </a:lnTo>
                      <a:lnTo>
                        <a:pt x="93" y="63"/>
                      </a:lnTo>
                      <a:lnTo>
                        <a:pt x="93" y="64"/>
                      </a:lnTo>
                      <a:lnTo>
                        <a:pt x="92" y="64"/>
                      </a:lnTo>
                      <a:lnTo>
                        <a:pt x="92" y="63"/>
                      </a:lnTo>
                      <a:lnTo>
                        <a:pt x="93" y="63"/>
                      </a:lnTo>
                      <a:close/>
                      <a:moveTo>
                        <a:pt x="17" y="63"/>
                      </a:moveTo>
                      <a:lnTo>
                        <a:pt x="19" y="63"/>
                      </a:lnTo>
                      <a:lnTo>
                        <a:pt x="19" y="64"/>
                      </a:lnTo>
                      <a:lnTo>
                        <a:pt x="17" y="64"/>
                      </a:lnTo>
                      <a:lnTo>
                        <a:pt x="17" y="63"/>
                      </a:lnTo>
                      <a:close/>
                      <a:moveTo>
                        <a:pt x="90" y="63"/>
                      </a:moveTo>
                      <a:lnTo>
                        <a:pt x="90" y="61"/>
                      </a:lnTo>
                      <a:lnTo>
                        <a:pt x="90" y="63"/>
                      </a:lnTo>
                      <a:close/>
                      <a:moveTo>
                        <a:pt x="70" y="63"/>
                      </a:moveTo>
                      <a:lnTo>
                        <a:pt x="68" y="63"/>
                      </a:lnTo>
                      <a:lnTo>
                        <a:pt x="68" y="61"/>
                      </a:lnTo>
                      <a:lnTo>
                        <a:pt x="70" y="63"/>
                      </a:lnTo>
                      <a:close/>
                      <a:moveTo>
                        <a:pt x="19" y="61"/>
                      </a:moveTo>
                      <a:lnTo>
                        <a:pt x="19" y="63"/>
                      </a:lnTo>
                      <a:lnTo>
                        <a:pt x="17" y="63"/>
                      </a:lnTo>
                      <a:lnTo>
                        <a:pt x="19" y="61"/>
                      </a:lnTo>
                      <a:close/>
                      <a:moveTo>
                        <a:pt x="84" y="59"/>
                      </a:moveTo>
                      <a:lnTo>
                        <a:pt x="83" y="59"/>
                      </a:lnTo>
                      <a:lnTo>
                        <a:pt x="84" y="59"/>
                      </a:lnTo>
                      <a:close/>
                      <a:moveTo>
                        <a:pt x="66" y="59"/>
                      </a:moveTo>
                      <a:lnTo>
                        <a:pt x="66" y="61"/>
                      </a:lnTo>
                      <a:lnTo>
                        <a:pt x="64" y="61"/>
                      </a:lnTo>
                      <a:lnTo>
                        <a:pt x="66" y="59"/>
                      </a:lnTo>
                      <a:lnTo>
                        <a:pt x="64" y="59"/>
                      </a:lnTo>
                      <a:lnTo>
                        <a:pt x="62" y="59"/>
                      </a:lnTo>
                      <a:lnTo>
                        <a:pt x="62" y="61"/>
                      </a:lnTo>
                      <a:lnTo>
                        <a:pt x="62" y="59"/>
                      </a:lnTo>
                      <a:lnTo>
                        <a:pt x="64" y="59"/>
                      </a:lnTo>
                      <a:lnTo>
                        <a:pt x="66" y="59"/>
                      </a:lnTo>
                      <a:close/>
                      <a:moveTo>
                        <a:pt x="57" y="57"/>
                      </a:moveTo>
                      <a:lnTo>
                        <a:pt x="57" y="59"/>
                      </a:lnTo>
                      <a:lnTo>
                        <a:pt x="57" y="57"/>
                      </a:lnTo>
                      <a:lnTo>
                        <a:pt x="57" y="59"/>
                      </a:lnTo>
                      <a:lnTo>
                        <a:pt x="57" y="57"/>
                      </a:lnTo>
                      <a:close/>
                      <a:moveTo>
                        <a:pt x="41" y="57"/>
                      </a:moveTo>
                      <a:lnTo>
                        <a:pt x="41" y="59"/>
                      </a:lnTo>
                      <a:lnTo>
                        <a:pt x="41" y="57"/>
                      </a:lnTo>
                      <a:lnTo>
                        <a:pt x="41" y="59"/>
                      </a:lnTo>
                      <a:lnTo>
                        <a:pt x="39" y="59"/>
                      </a:lnTo>
                      <a:lnTo>
                        <a:pt x="39" y="61"/>
                      </a:lnTo>
                      <a:lnTo>
                        <a:pt x="39" y="59"/>
                      </a:lnTo>
                      <a:lnTo>
                        <a:pt x="39" y="61"/>
                      </a:lnTo>
                      <a:lnTo>
                        <a:pt x="39" y="59"/>
                      </a:lnTo>
                      <a:lnTo>
                        <a:pt x="39" y="61"/>
                      </a:lnTo>
                      <a:lnTo>
                        <a:pt x="39" y="59"/>
                      </a:lnTo>
                      <a:lnTo>
                        <a:pt x="37" y="59"/>
                      </a:lnTo>
                      <a:lnTo>
                        <a:pt x="39" y="57"/>
                      </a:lnTo>
                      <a:lnTo>
                        <a:pt x="41" y="55"/>
                      </a:lnTo>
                      <a:lnTo>
                        <a:pt x="41" y="57"/>
                      </a:lnTo>
                      <a:close/>
                      <a:moveTo>
                        <a:pt x="101" y="55"/>
                      </a:moveTo>
                      <a:lnTo>
                        <a:pt x="101" y="57"/>
                      </a:lnTo>
                      <a:lnTo>
                        <a:pt x="103" y="57"/>
                      </a:lnTo>
                      <a:lnTo>
                        <a:pt x="101" y="57"/>
                      </a:lnTo>
                      <a:lnTo>
                        <a:pt x="103" y="57"/>
                      </a:lnTo>
                      <a:lnTo>
                        <a:pt x="101" y="57"/>
                      </a:lnTo>
                      <a:lnTo>
                        <a:pt x="101" y="59"/>
                      </a:lnTo>
                      <a:lnTo>
                        <a:pt x="101" y="57"/>
                      </a:lnTo>
                      <a:lnTo>
                        <a:pt x="99" y="57"/>
                      </a:lnTo>
                      <a:lnTo>
                        <a:pt x="99" y="55"/>
                      </a:lnTo>
                      <a:lnTo>
                        <a:pt x="101" y="55"/>
                      </a:lnTo>
                      <a:lnTo>
                        <a:pt x="99" y="55"/>
                      </a:lnTo>
                      <a:lnTo>
                        <a:pt x="101" y="55"/>
                      </a:lnTo>
                      <a:close/>
                      <a:moveTo>
                        <a:pt x="2" y="55"/>
                      </a:moveTo>
                      <a:lnTo>
                        <a:pt x="0" y="55"/>
                      </a:lnTo>
                      <a:lnTo>
                        <a:pt x="2" y="55"/>
                      </a:lnTo>
                      <a:lnTo>
                        <a:pt x="0" y="55"/>
                      </a:lnTo>
                      <a:lnTo>
                        <a:pt x="2" y="53"/>
                      </a:lnTo>
                      <a:lnTo>
                        <a:pt x="2" y="55"/>
                      </a:lnTo>
                      <a:close/>
                      <a:moveTo>
                        <a:pt x="103" y="53"/>
                      </a:moveTo>
                      <a:lnTo>
                        <a:pt x="103" y="55"/>
                      </a:lnTo>
                      <a:lnTo>
                        <a:pt x="104" y="55"/>
                      </a:lnTo>
                      <a:lnTo>
                        <a:pt x="103" y="55"/>
                      </a:lnTo>
                      <a:lnTo>
                        <a:pt x="101" y="55"/>
                      </a:lnTo>
                      <a:lnTo>
                        <a:pt x="101" y="53"/>
                      </a:lnTo>
                      <a:lnTo>
                        <a:pt x="103" y="53"/>
                      </a:lnTo>
                      <a:close/>
                      <a:moveTo>
                        <a:pt x="108" y="53"/>
                      </a:moveTo>
                      <a:lnTo>
                        <a:pt x="106" y="53"/>
                      </a:lnTo>
                      <a:lnTo>
                        <a:pt x="108" y="53"/>
                      </a:lnTo>
                      <a:close/>
                      <a:moveTo>
                        <a:pt x="66" y="53"/>
                      </a:moveTo>
                      <a:lnTo>
                        <a:pt x="68" y="53"/>
                      </a:lnTo>
                      <a:lnTo>
                        <a:pt x="66" y="53"/>
                      </a:lnTo>
                      <a:close/>
                      <a:moveTo>
                        <a:pt x="101" y="53"/>
                      </a:moveTo>
                      <a:lnTo>
                        <a:pt x="99" y="53"/>
                      </a:lnTo>
                      <a:lnTo>
                        <a:pt x="101" y="53"/>
                      </a:lnTo>
                      <a:lnTo>
                        <a:pt x="99" y="53"/>
                      </a:lnTo>
                      <a:lnTo>
                        <a:pt x="99" y="52"/>
                      </a:lnTo>
                      <a:lnTo>
                        <a:pt x="101" y="52"/>
                      </a:lnTo>
                      <a:lnTo>
                        <a:pt x="101" y="53"/>
                      </a:lnTo>
                      <a:lnTo>
                        <a:pt x="99" y="53"/>
                      </a:lnTo>
                      <a:lnTo>
                        <a:pt x="101" y="53"/>
                      </a:lnTo>
                      <a:close/>
                      <a:moveTo>
                        <a:pt x="110" y="53"/>
                      </a:moveTo>
                      <a:lnTo>
                        <a:pt x="108" y="53"/>
                      </a:lnTo>
                      <a:lnTo>
                        <a:pt x="106" y="53"/>
                      </a:lnTo>
                      <a:lnTo>
                        <a:pt x="106" y="52"/>
                      </a:lnTo>
                      <a:lnTo>
                        <a:pt x="108" y="52"/>
                      </a:lnTo>
                      <a:lnTo>
                        <a:pt x="108" y="53"/>
                      </a:lnTo>
                      <a:lnTo>
                        <a:pt x="110" y="53"/>
                      </a:lnTo>
                      <a:close/>
                      <a:moveTo>
                        <a:pt x="106" y="52"/>
                      </a:moveTo>
                      <a:lnTo>
                        <a:pt x="106" y="53"/>
                      </a:lnTo>
                      <a:lnTo>
                        <a:pt x="104" y="53"/>
                      </a:lnTo>
                      <a:lnTo>
                        <a:pt x="104" y="52"/>
                      </a:lnTo>
                      <a:lnTo>
                        <a:pt x="106" y="52"/>
                      </a:lnTo>
                      <a:lnTo>
                        <a:pt x="104" y="52"/>
                      </a:lnTo>
                      <a:lnTo>
                        <a:pt x="106" y="52"/>
                      </a:lnTo>
                      <a:close/>
                      <a:moveTo>
                        <a:pt x="104" y="52"/>
                      </a:moveTo>
                      <a:lnTo>
                        <a:pt x="104" y="53"/>
                      </a:lnTo>
                      <a:lnTo>
                        <a:pt x="104" y="52"/>
                      </a:lnTo>
                      <a:lnTo>
                        <a:pt x="103" y="52"/>
                      </a:lnTo>
                      <a:lnTo>
                        <a:pt x="104" y="52"/>
                      </a:lnTo>
                      <a:lnTo>
                        <a:pt x="103" y="52"/>
                      </a:lnTo>
                      <a:lnTo>
                        <a:pt x="104" y="52"/>
                      </a:lnTo>
                      <a:lnTo>
                        <a:pt x="103" y="52"/>
                      </a:lnTo>
                      <a:lnTo>
                        <a:pt x="104" y="52"/>
                      </a:lnTo>
                      <a:close/>
                      <a:moveTo>
                        <a:pt x="30" y="50"/>
                      </a:moveTo>
                      <a:lnTo>
                        <a:pt x="30" y="52"/>
                      </a:lnTo>
                      <a:lnTo>
                        <a:pt x="30" y="53"/>
                      </a:lnTo>
                      <a:lnTo>
                        <a:pt x="30" y="55"/>
                      </a:lnTo>
                      <a:lnTo>
                        <a:pt x="30" y="53"/>
                      </a:lnTo>
                      <a:lnTo>
                        <a:pt x="30" y="52"/>
                      </a:lnTo>
                      <a:lnTo>
                        <a:pt x="28" y="52"/>
                      </a:lnTo>
                      <a:lnTo>
                        <a:pt x="28" y="50"/>
                      </a:lnTo>
                      <a:lnTo>
                        <a:pt x="30" y="50"/>
                      </a:lnTo>
                      <a:close/>
                      <a:moveTo>
                        <a:pt x="108" y="50"/>
                      </a:moveTo>
                      <a:lnTo>
                        <a:pt x="110" y="50"/>
                      </a:lnTo>
                      <a:lnTo>
                        <a:pt x="108" y="50"/>
                      </a:lnTo>
                      <a:close/>
                      <a:moveTo>
                        <a:pt x="108" y="50"/>
                      </a:moveTo>
                      <a:lnTo>
                        <a:pt x="110" y="50"/>
                      </a:lnTo>
                      <a:lnTo>
                        <a:pt x="108" y="50"/>
                      </a:lnTo>
                      <a:lnTo>
                        <a:pt x="108" y="48"/>
                      </a:lnTo>
                      <a:lnTo>
                        <a:pt x="108" y="50"/>
                      </a:lnTo>
                      <a:close/>
                      <a:moveTo>
                        <a:pt x="106" y="50"/>
                      </a:moveTo>
                      <a:lnTo>
                        <a:pt x="106" y="52"/>
                      </a:lnTo>
                      <a:lnTo>
                        <a:pt x="104" y="52"/>
                      </a:lnTo>
                      <a:lnTo>
                        <a:pt x="104" y="50"/>
                      </a:lnTo>
                      <a:lnTo>
                        <a:pt x="103" y="50"/>
                      </a:lnTo>
                      <a:lnTo>
                        <a:pt x="104" y="50"/>
                      </a:lnTo>
                      <a:lnTo>
                        <a:pt x="106" y="50"/>
                      </a:lnTo>
                      <a:lnTo>
                        <a:pt x="106" y="48"/>
                      </a:lnTo>
                      <a:lnTo>
                        <a:pt x="106" y="50"/>
                      </a:lnTo>
                      <a:close/>
                      <a:moveTo>
                        <a:pt x="8" y="48"/>
                      </a:moveTo>
                      <a:lnTo>
                        <a:pt x="8" y="50"/>
                      </a:lnTo>
                      <a:lnTo>
                        <a:pt x="8" y="48"/>
                      </a:lnTo>
                      <a:close/>
                      <a:moveTo>
                        <a:pt x="110" y="46"/>
                      </a:moveTo>
                      <a:lnTo>
                        <a:pt x="110" y="48"/>
                      </a:lnTo>
                      <a:lnTo>
                        <a:pt x="108" y="48"/>
                      </a:lnTo>
                      <a:lnTo>
                        <a:pt x="108" y="46"/>
                      </a:lnTo>
                      <a:lnTo>
                        <a:pt x="110" y="46"/>
                      </a:lnTo>
                      <a:close/>
                      <a:moveTo>
                        <a:pt x="39" y="42"/>
                      </a:moveTo>
                      <a:lnTo>
                        <a:pt x="37" y="41"/>
                      </a:lnTo>
                      <a:lnTo>
                        <a:pt x="39" y="41"/>
                      </a:lnTo>
                      <a:lnTo>
                        <a:pt x="39" y="42"/>
                      </a:lnTo>
                      <a:close/>
                      <a:moveTo>
                        <a:pt x="57" y="37"/>
                      </a:moveTo>
                      <a:lnTo>
                        <a:pt x="57" y="39"/>
                      </a:lnTo>
                      <a:lnTo>
                        <a:pt x="55" y="39"/>
                      </a:lnTo>
                      <a:lnTo>
                        <a:pt x="55" y="37"/>
                      </a:lnTo>
                      <a:lnTo>
                        <a:pt x="57" y="37"/>
                      </a:lnTo>
                      <a:close/>
                      <a:moveTo>
                        <a:pt x="48" y="35"/>
                      </a:moveTo>
                      <a:lnTo>
                        <a:pt x="48" y="37"/>
                      </a:lnTo>
                      <a:lnTo>
                        <a:pt x="48" y="35"/>
                      </a:lnTo>
                      <a:close/>
                      <a:moveTo>
                        <a:pt x="33" y="35"/>
                      </a:moveTo>
                      <a:lnTo>
                        <a:pt x="31" y="35"/>
                      </a:lnTo>
                      <a:lnTo>
                        <a:pt x="33" y="35"/>
                      </a:lnTo>
                      <a:close/>
                      <a:moveTo>
                        <a:pt x="97" y="26"/>
                      </a:moveTo>
                      <a:lnTo>
                        <a:pt x="97" y="24"/>
                      </a:lnTo>
                      <a:lnTo>
                        <a:pt x="97" y="26"/>
                      </a:lnTo>
                      <a:close/>
                      <a:moveTo>
                        <a:pt x="146" y="13"/>
                      </a:moveTo>
                      <a:lnTo>
                        <a:pt x="146" y="15"/>
                      </a:lnTo>
                      <a:lnTo>
                        <a:pt x="146" y="13"/>
                      </a:lnTo>
                      <a:close/>
                      <a:moveTo>
                        <a:pt x="148" y="13"/>
                      </a:moveTo>
                      <a:lnTo>
                        <a:pt x="146" y="13"/>
                      </a:lnTo>
                      <a:lnTo>
                        <a:pt x="148" y="13"/>
                      </a:lnTo>
                      <a:close/>
                      <a:moveTo>
                        <a:pt x="146" y="15"/>
                      </a:moveTo>
                      <a:lnTo>
                        <a:pt x="146" y="13"/>
                      </a:lnTo>
                      <a:lnTo>
                        <a:pt x="146" y="15"/>
                      </a:lnTo>
                      <a:close/>
                      <a:moveTo>
                        <a:pt x="148" y="13"/>
                      </a:moveTo>
                      <a:lnTo>
                        <a:pt x="146" y="13"/>
                      </a:lnTo>
                      <a:lnTo>
                        <a:pt x="148" y="13"/>
                      </a:lnTo>
                      <a:lnTo>
                        <a:pt x="148" y="11"/>
                      </a:lnTo>
                      <a:lnTo>
                        <a:pt x="148" y="13"/>
                      </a:lnTo>
                      <a:close/>
                      <a:moveTo>
                        <a:pt x="150" y="11"/>
                      </a:moveTo>
                      <a:lnTo>
                        <a:pt x="148" y="11"/>
                      </a:lnTo>
                      <a:lnTo>
                        <a:pt x="148" y="13"/>
                      </a:lnTo>
                      <a:lnTo>
                        <a:pt x="148" y="11"/>
                      </a:lnTo>
                      <a:lnTo>
                        <a:pt x="148" y="13"/>
                      </a:lnTo>
                      <a:lnTo>
                        <a:pt x="148" y="11"/>
                      </a:lnTo>
                      <a:lnTo>
                        <a:pt x="146" y="11"/>
                      </a:lnTo>
                      <a:lnTo>
                        <a:pt x="146" y="13"/>
                      </a:lnTo>
                      <a:lnTo>
                        <a:pt x="146" y="11"/>
                      </a:lnTo>
                      <a:lnTo>
                        <a:pt x="148" y="11"/>
                      </a:lnTo>
                      <a:lnTo>
                        <a:pt x="150" y="11"/>
                      </a:lnTo>
                      <a:lnTo>
                        <a:pt x="150" y="10"/>
                      </a:lnTo>
                      <a:lnTo>
                        <a:pt x="150" y="11"/>
                      </a:lnTo>
                      <a:close/>
                      <a:moveTo>
                        <a:pt x="163" y="2"/>
                      </a:moveTo>
                      <a:lnTo>
                        <a:pt x="161" y="2"/>
                      </a:lnTo>
                      <a:lnTo>
                        <a:pt x="163" y="0"/>
                      </a:lnTo>
                      <a:lnTo>
                        <a:pt x="163"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8" name="Freeform 124">
                  <a:extLst>
                    <a:ext uri="{FF2B5EF4-FFF2-40B4-BE49-F238E27FC236}">
                      <a16:creationId xmlns:a16="http://schemas.microsoft.com/office/drawing/2014/main" id="{48014EEA-7EAF-1F83-0EC5-44C3FA77911F}"/>
                    </a:ext>
                  </a:extLst>
                </p:cNvPr>
                <p:cNvSpPr>
                  <a:spLocks noEditPoints="1"/>
                </p:cNvSpPr>
                <p:nvPr/>
              </p:nvSpPr>
              <p:spPr bwMode="auto">
                <a:xfrm>
                  <a:off x="2486188" y="3397179"/>
                  <a:ext cx="260239" cy="95783"/>
                </a:xfrm>
                <a:custGeom>
                  <a:avLst/>
                  <a:gdLst>
                    <a:gd name="T0" fmla="*/ 62 w 144"/>
                    <a:gd name="T1" fmla="*/ 53 h 53"/>
                    <a:gd name="T2" fmla="*/ 13 w 144"/>
                    <a:gd name="T3" fmla="*/ 51 h 53"/>
                    <a:gd name="T4" fmla="*/ 13 w 144"/>
                    <a:gd name="T5" fmla="*/ 51 h 53"/>
                    <a:gd name="T6" fmla="*/ 82 w 144"/>
                    <a:gd name="T7" fmla="*/ 51 h 53"/>
                    <a:gd name="T8" fmla="*/ 82 w 144"/>
                    <a:gd name="T9" fmla="*/ 51 h 53"/>
                    <a:gd name="T10" fmla="*/ 82 w 144"/>
                    <a:gd name="T11" fmla="*/ 51 h 53"/>
                    <a:gd name="T12" fmla="*/ 60 w 144"/>
                    <a:gd name="T13" fmla="*/ 51 h 53"/>
                    <a:gd name="T14" fmla="*/ 11 w 144"/>
                    <a:gd name="T15" fmla="*/ 50 h 53"/>
                    <a:gd name="T16" fmla="*/ 11 w 144"/>
                    <a:gd name="T17" fmla="*/ 50 h 53"/>
                    <a:gd name="T18" fmla="*/ 97 w 144"/>
                    <a:gd name="T19" fmla="*/ 48 h 53"/>
                    <a:gd name="T20" fmla="*/ 90 w 144"/>
                    <a:gd name="T21" fmla="*/ 48 h 53"/>
                    <a:gd name="T22" fmla="*/ 90 w 144"/>
                    <a:gd name="T23" fmla="*/ 48 h 53"/>
                    <a:gd name="T24" fmla="*/ 93 w 144"/>
                    <a:gd name="T25" fmla="*/ 48 h 53"/>
                    <a:gd name="T26" fmla="*/ 95 w 144"/>
                    <a:gd name="T27" fmla="*/ 48 h 53"/>
                    <a:gd name="T28" fmla="*/ 6 w 144"/>
                    <a:gd name="T29" fmla="*/ 46 h 53"/>
                    <a:gd name="T30" fmla="*/ 9 w 144"/>
                    <a:gd name="T31" fmla="*/ 46 h 53"/>
                    <a:gd name="T32" fmla="*/ 9 w 144"/>
                    <a:gd name="T33" fmla="*/ 46 h 53"/>
                    <a:gd name="T34" fmla="*/ 102 w 144"/>
                    <a:gd name="T35" fmla="*/ 46 h 53"/>
                    <a:gd name="T36" fmla="*/ 2 w 144"/>
                    <a:gd name="T37" fmla="*/ 44 h 53"/>
                    <a:gd name="T38" fmla="*/ 2 w 144"/>
                    <a:gd name="T39" fmla="*/ 44 h 53"/>
                    <a:gd name="T40" fmla="*/ 42 w 144"/>
                    <a:gd name="T41" fmla="*/ 44 h 53"/>
                    <a:gd name="T42" fmla="*/ 101 w 144"/>
                    <a:gd name="T43" fmla="*/ 42 h 53"/>
                    <a:gd name="T44" fmla="*/ 101 w 144"/>
                    <a:gd name="T45" fmla="*/ 42 h 53"/>
                    <a:gd name="T46" fmla="*/ 2 w 144"/>
                    <a:gd name="T47" fmla="*/ 42 h 53"/>
                    <a:gd name="T48" fmla="*/ 66 w 144"/>
                    <a:gd name="T49" fmla="*/ 42 h 53"/>
                    <a:gd name="T50" fmla="*/ 66 w 144"/>
                    <a:gd name="T51" fmla="*/ 42 h 53"/>
                    <a:gd name="T52" fmla="*/ 42 w 144"/>
                    <a:gd name="T53" fmla="*/ 42 h 53"/>
                    <a:gd name="T54" fmla="*/ 99 w 144"/>
                    <a:gd name="T55" fmla="*/ 42 h 53"/>
                    <a:gd name="T56" fmla="*/ 99 w 144"/>
                    <a:gd name="T57" fmla="*/ 42 h 53"/>
                    <a:gd name="T58" fmla="*/ 99 w 144"/>
                    <a:gd name="T59" fmla="*/ 40 h 53"/>
                    <a:gd name="T60" fmla="*/ 99 w 144"/>
                    <a:gd name="T61" fmla="*/ 39 h 53"/>
                    <a:gd name="T62" fmla="*/ 99 w 144"/>
                    <a:gd name="T63" fmla="*/ 39 h 53"/>
                    <a:gd name="T64" fmla="*/ 106 w 144"/>
                    <a:gd name="T65" fmla="*/ 37 h 53"/>
                    <a:gd name="T66" fmla="*/ 64 w 144"/>
                    <a:gd name="T67" fmla="*/ 35 h 53"/>
                    <a:gd name="T68" fmla="*/ 64 w 144"/>
                    <a:gd name="T69" fmla="*/ 35 h 53"/>
                    <a:gd name="T70" fmla="*/ 53 w 144"/>
                    <a:gd name="T71" fmla="*/ 35 h 53"/>
                    <a:gd name="T72" fmla="*/ 110 w 144"/>
                    <a:gd name="T73" fmla="*/ 33 h 53"/>
                    <a:gd name="T74" fmla="*/ 110 w 144"/>
                    <a:gd name="T75" fmla="*/ 33 h 53"/>
                    <a:gd name="T76" fmla="*/ 113 w 144"/>
                    <a:gd name="T77" fmla="*/ 26 h 53"/>
                    <a:gd name="T78" fmla="*/ 115 w 144"/>
                    <a:gd name="T79" fmla="*/ 26 h 53"/>
                    <a:gd name="T80" fmla="*/ 115 w 144"/>
                    <a:gd name="T81" fmla="*/ 26 h 53"/>
                    <a:gd name="T82" fmla="*/ 143 w 144"/>
                    <a:gd name="T83" fmla="*/ 0 h 53"/>
                    <a:gd name="T84" fmla="*/ 144 w 144"/>
                    <a:gd name="T85"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53">
                      <a:moveTo>
                        <a:pt x="64" y="53"/>
                      </a:moveTo>
                      <a:lnTo>
                        <a:pt x="62" y="53"/>
                      </a:lnTo>
                      <a:lnTo>
                        <a:pt x="64" y="53"/>
                      </a:lnTo>
                      <a:close/>
                      <a:moveTo>
                        <a:pt x="13" y="51"/>
                      </a:moveTo>
                      <a:lnTo>
                        <a:pt x="13" y="53"/>
                      </a:lnTo>
                      <a:lnTo>
                        <a:pt x="13" y="51"/>
                      </a:lnTo>
                      <a:close/>
                      <a:moveTo>
                        <a:pt x="82" y="53"/>
                      </a:moveTo>
                      <a:lnTo>
                        <a:pt x="82" y="51"/>
                      </a:lnTo>
                      <a:lnTo>
                        <a:pt x="82" y="53"/>
                      </a:lnTo>
                      <a:close/>
                      <a:moveTo>
                        <a:pt x="82" y="51"/>
                      </a:moveTo>
                      <a:lnTo>
                        <a:pt x="82" y="53"/>
                      </a:lnTo>
                      <a:lnTo>
                        <a:pt x="82" y="51"/>
                      </a:lnTo>
                      <a:close/>
                      <a:moveTo>
                        <a:pt x="62" y="51"/>
                      </a:moveTo>
                      <a:lnTo>
                        <a:pt x="60" y="51"/>
                      </a:lnTo>
                      <a:lnTo>
                        <a:pt x="62" y="51"/>
                      </a:lnTo>
                      <a:close/>
                      <a:moveTo>
                        <a:pt x="11" y="50"/>
                      </a:moveTo>
                      <a:lnTo>
                        <a:pt x="11" y="48"/>
                      </a:lnTo>
                      <a:lnTo>
                        <a:pt x="11" y="50"/>
                      </a:lnTo>
                      <a:close/>
                      <a:moveTo>
                        <a:pt x="99" y="48"/>
                      </a:moveTo>
                      <a:lnTo>
                        <a:pt x="97" y="48"/>
                      </a:lnTo>
                      <a:lnTo>
                        <a:pt x="99" y="48"/>
                      </a:lnTo>
                      <a:close/>
                      <a:moveTo>
                        <a:pt x="90" y="48"/>
                      </a:moveTo>
                      <a:lnTo>
                        <a:pt x="90" y="46"/>
                      </a:lnTo>
                      <a:lnTo>
                        <a:pt x="90" y="48"/>
                      </a:lnTo>
                      <a:close/>
                      <a:moveTo>
                        <a:pt x="95" y="48"/>
                      </a:moveTo>
                      <a:lnTo>
                        <a:pt x="93" y="48"/>
                      </a:lnTo>
                      <a:lnTo>
                        <a:pt x="95" y="46"/>
                      </a:lnTo>
                      <a:lnTo>
                        <a:pt x="95" y="48"/>
                      </a:lnTo>
                      <a:close/>
                      <a:moveTo>
                        <a:pt x="4" y="46"/>
                      </a:moveTo>
                      <a:lnTo>
                        <a:pt x="6" y="46"/>
                      </a:lnTo>
                      <a:lnTo>
                        <a:pt x="4" y="46"/>
                      </a:lnTo>
                      <a:close/>
                      <a:moveTo>
                        <a:pt x="9" y="46"/>
                      </a:moveTo>
                      <a:lnTo>
                        <a:pt x="7" y="46"/>
                      </a:lnTo>
                      <a:lnTo>
                        <a:pt x="9" y="46"/>
                      </a:lnTo>
                      <a:close/>
                      <a:moveTo>
                        <a:pt x="102" y="44"/>
                      </a:moveTo>
                      <a:lnTo>
                        <a:pt x="102" y="46"/>
                      </a:lnTo>
                      <a:lnTo>
                        <a:pt x="102" y="44"/>
                      </a:lnTo>
                      <a:close/>
                      <a:moveTo>
                        <a:pt x="2" y="44"/>
                      </a:moveTo>
                      <a:lnTo>
                        <a:pt x="4" y="44"/>
                      </a:lnTo>
                      <a:lnTo>
                        <a:pt x="2" y="44"/>
                      </a:lnTo>
                      <a:close/>
                      <a:moveTo>
                        <a:pt x="44" y="44"/>
                      </a:moveTo>
                      <a:lnTo>
                        <a:pt x="42" y="44"/>
                      </a:lnTo>
                      <a:lnTo>
                        <a:pt x="44" y="44"/>
                      </a:lnTo>
                      <a:close/>
                      <a:moveTo>
                        <a:pt x="101" y="42"/>
                      </a:moveTo>
                      <a:lnTo>
                        <a:pt x="99" y="42"/>
                      </a:lnTo>
                      <a:lnTo>
                        <a:pt x="101" y="42"/>
                      </a:lnTo>
                      <a:close/>
                      <a:moveTo>
                        <a:pt x="0" y="42"/>
                      </a:moveTo>
                      <a:lnTo>
                        <a:pt x="2" y="42"/>
                      </a:lnTo>
                      <a:lnTo>
                        <a:pt x="0" y="42"/>
                      </a:lnTo>
                      <a:close/>
                      <a:moveTo>
                        <a:pt x="66" y="42"/>
                      </a:moveTo>
                      <a:lnTo>
                        <a:pt x="68" y="42"/>
                      </a:lnTo>
                      <a:lnTo>
                        <a:pt x="66" y="42"/>
                      </a:lnTo>
                      <a:close/>
                      <a:moveTo>
                        <a:pt x="44" y="42"/>
                      </a:moveTo>
                      <a:lnTo>
                        <a:pt x="42" y="42"/>
                      </a:lnTo>
                      <a:lnTo>
                        <a:pt x="44" y="42"/>
                      </a:lnTo>
                      <a:close/>
                      <a:moveTo>
                        <a:pt x="99" y="42"/>
                      </a:moveTo>
                      <a:lnTo>
                        <a:pt x="99" y="40"/>
                      </a:lnTo>
                      <a:lnTo>
                        <a:pt x="99" y="42"/>
                      </a:lnTo>
                      <a:close/>
                      <a:moveTo>
                        <a:pt x="99" y="39"/>
                      </a:moveTo>
                      <a:lnTo>
                        <a:pt x="99" y="40"/>
                      </a:lnTo>
                      <a:lnTo>
                        <a:pt x="99" y="39"/>
                      </a:lnTo>
                      <a:close/>
                      <a:moveTo>
                        <a:pt x="99" y="39"/>
                      </a:moveTo>
                      <a:lnTo>
                        <a:pt x="101" y="39"/>
                      </a:lnTo>
                      <a:lnTo>
                        <a:pt x="99" y="39"/>
                      </a:lnTo>
                      <a:close/>
                      <a:moveTo>
                        <a:pt x="108" y="37"/>
                      </a:moveTo>
                      <a:lnTo>
                        <a:pt x="106" y="37"/>
                      </a:lnTo>
                      <a:lnTo>
                        <a:pt x="108" y="37"/>
                      </a:lnTo>
                      <a:close/>
                      <a:moveTo>
                        <a:pt x="64" y="35"/>
                      </a:moveTo>
                      <a:lnTo>
                        <a:pt x="62" y="35"/>
                      </a:lnTo>
                      <a:lnTo>
                        <a:pt x="64" y="35"/>
                      </a:lnTo>
                      <a:close/>
                      <a:moveTo>
                        <a:pt x="53" y="33"/>
                      </a:moveTo>
                      <a:lnTo>
                        <a:pt x="53" y="35"/>
                      </a:lnTo>
                      <a:lnTo>
                        <a:pt x="53" y="33"/>
                      </a:lnTo>
                      <a:close/>
                      <a:moveTo>
                        <a:pt x="110" y="33"/>
                      </a:moveTo>
                      <a:lnTo>
                        <a:pt x="108" y="33"/>
                      </a:lnTo>
                      <a:lnTo>
                        <a:pt x="110" y="33"/>
                      </a:lnTo>
                      <a:close/>
                      <a:moveTo>
                        <a:pt x="115" y="26"/>
                      </a:moveTo>
                      <a:lnTo>
                        <a:pt x="113" y="26"/>
                      </a:lnTo>
                      <a:lnTo>
                        <a:pt x="115" y="26"/>
                      </a:lnTo>
                      <a:close/>
                      <a:moveTo>
                        <a:pt x="115" y="26"/>
                      </a:moveTo>
                      <a:lnTo>
                        <a:pt x="113" y="26"/>
                      </a:lnTo>
                      <a:lnTo>
                        <a:pt x="115" y="26"/>
                      </a:lnTo>
                      <a:close/>
                      <a:moveTo>
                        <a:pt x="144" y="2"/>
                      </a:moveTo>
                      <a:lnTo>
                        <a:pt x="143" y="0"/>
                      </a:lnTo>
                      <a:lnTo>
                        <a:pt x="144" y="0"/>
                      </a:lnTo>
                      <a:lnTo>
                        <a:pt x="144"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29" name="Freeform 125">
                  <a:extLst>
                    <a:ext uri="{FF2B5EF4-FFF2-40B4-BE49-F238E27FC236}">
                      <a16:creationId xmlns:a16="http://schemas.microsoft.com/office/drawing/2014/main" id="{39C32031-7490-7D89-1856-52F1973286FE}"/>
                    </a:ext>
                  </a:extLst>
                </p:cNvPr>
                <p:cNvSpPr>
                  <a:spLocks noEditPoints="1"/>
                </p:cNvSpPr>
                <p:nvPr/>
              </p:nvSpPr>
              <p:spPr bwMode="auto">
                <a:xfrm>
                  <a:off x="2773535" y="2103212"/>
                  <a:ext cx="1107825" cy="543973"/>
                </a:xfrm>
                <a:custGeom>
                  <a:avLst/>
                  <a:gdLst>
                    <a:gd name="T0" fmla="*/ 542 w 613"/>
                    <a:gd name="T1" fmla="*/ 199 h 301"/>
                    <a:gd name="T2" fmla="*/ 93 w 613"/>
                    <a:gd name="T3" fmla="*/ 0 h 301"/>
                    <a:gd name="T4" fmla="*/ 281 w 613"/>
                    <a:gd name="T5" fmla="*/ 71 h 301"/>
                    <a:gd name="T6" fmla="*/ 358 w 613"/>
                    <a:gd name="T7" fmla="*/ 124 h 301"/>
                    <a:gd name="T8" fmla="*/ 416 w 613"/>
                    <a:gd name="T9" fmla="*/ 157 h 301"/>
                    <a:gd name="T10" fmla="*/ 431 w 613"/>
                    <a:gd name="T11" fmla="*/ 170 h 301"/>
                    <a:gd name="T12" fmla="*/ 451 w 613"/>
                    <a:gd name="T13" fmla="*/ 177 h 301"/>
                    <a:gd name="T14" fmla="*/ 447 w 613"/>
                    <a:gd name="T15" fmla="*/ 164 h 301"/>
                    <a:gd name="T16" fmla="*/ 465 w 613"/>
                    <a:gd name="T17" fmla="*/ 155 h 301"/>
                    <a:gd name="T18" fmla="*/ 478 w 613"/>
                    <a:gd name="T19" fmla="*/ 146 h 301"/>
                    <a:gd name="T20" fmla="*/ 495 w 613"/>
                    <a:gd name="T21" fmla="*/ 139 h 301"/>
                    <a:gd name="T22" fmla="*/ 518 w 613"/>
                    <a:gd name="T23" fmla="*/ 124 h 301"/>
                    <a:gd name="T24" fmla="*/ 540 w 613"/>
                    <a:gd name="T25" fmla="*/ 117 h 301"/>
                    <a:gd name="T26" fmla="*/ 531 w 613"/>
                    <a:gd name="T27" fmla="*/ 128 h 301"/>
                    <a:gd name="T28" fmla="*/ 513 w 613"/>
                    <a:gd name="T29" fmla="*/ 140 h 301"/>
                    <a:gd name="T30" fmla="*/ 524 w 613"/>
                    <a:gd name="T31" fmla="*/ 146 h 301"/>
                    <a:gd name="T32" fmla="*/ 538 w 613"/>
                    <a:gd name="T33" fmla="*/ 157 h 301"/>
                    <a:gd name="T34" fmla="*/ 553 w 613"/>
                    <a:gd name="T35" fmla="*/ 155 h 301"/>
                    <a:gd name="T36" fmla="*/ 562 w 613"/>
                    <a:gd name="T37" fmla="*/ 150 h 301"/>
                    <a:gd name="T38" fmla="*/ 579 w 613"/>
                    <a:gd name="T39" fmla="*/ 157 h 301"/>
                    <a:gd name="T40" fmla="*/ 593 w 613"/>
                    <a:gd name="T41" fmla="*/ 166 h 301"/>
                    <a:gd name="T42" fmla="*/ 611 w 613"/>
                    <a:gd name="T43" fmla="*/ 170 h 301"/>
                    <a:gd name="T44" fmla="*/ 597 w 613"/>
                    <a:gd name="T45" fmla="*/ 181 h 301"/>
                    <a:gd name="T46" fmla="*/ 584 w 613"/>
                    <a:gd name="T47" fmla="*/ 184 h 301"/>
                    <a:gd name="T48" fmla="*/ 568 w 613"/>
                    <a:gd name="T49" fmla="*/ 190 h 301"/>
                    <a:gd name="T50" fmla="*/ 555 w 613"/>
                    <a:gd name="T51" fmla="*/ 190 h 301"/>
                    <a:gd name="T52" fmla="*/ 529 w 613"/>
                    <a:gd name="T53" fmla="*/ 192 h 301"/>
                    <a:gd name="T54" fmla="*/ 520 w 613"/>
                    <a:gd name="T55" fmla="*/ 179 h 301"/>
                    <a:gd name="T56" fmla="*/ 522 w 613"/>
                    <a:gd name="T57" fmla="*/ 166 h 301"/>
                    <a:gd name="T58" fmla="*/ 498 w 613"/>
                    <a:gd name="T59" fmla="*/ 173 h 301"/>
                    <a:gd name="T60" fmla="*/ 476 w 613"/>
                    <a:gd name="T61" fmla="*/ 173 h 301"/>
                    <a:gd name="T62" fmla="*/ 475 w 613"/>
                    <a:gd name="T63" fmla="*/ 190 h 301"/>
                    <a:gd name="T64" fmla="*/ 453 w 613"/>
                    <a:gd name="T65" fmla="*/ 197 h 301"/>
                    <a:gd name="T66" fmla="*/ 462 w 613"/>
                    <a:gd name="T67" fmla="*/ 203 h 301"/>
                    <a:gd name="T68" fmla="*/ 449 w 613"/>
                    <a:gd name="T69" fmla="*/ 214 h 301"/>
                    <a:gd name="T70" fmla="*/ 418 w 613"/>
                    <a:gd name="T71" fmla="*/ 212 h 301"/>
                    <a:gd name="T72" fmla="*/ 409 w 613"/>
                    <a:gd name="T73" fmla="*/ 225 h 301"/>
                    <a:gd name="T74" fmla="*/ 422 w 613"/>
                    <a:gd name="T75" fmla="*/ 236 h 301"/>
                    <a:gd name="T76" fmla="*/ 433 w 613"/>
                    <a:gd name="T77" fmla="*/ 243 h 301"/>
                    <a:gd name="T78" fmla="*/ 434 w 613"/>
                    <a:gd name="T79" fmla="*/ 257 h 301"/>
                    <a:gd name="T80" fmla="*/ 438 w 613"/>
                    <a:gd name="T81" fmla="*/ 274 h 301"/>
                    <a:gd name="T82" fmla="*/ 422 w 613"/>
                    <a:gd name="T83" fmla="*/ 301 h 301"/>
                    <a:gd name="T84" fmla="*/ 398 w 613"/>
                    <a:gd name="T85" fmla="*/ 298 h 301"/>
                    <a:gd name="T86" fmla="*/ 378 w 613"/>
                    <a:gd name="T87" fmla="*/ 289 h 301"/>
                    <a:gd name="T88" fmla="*/ 369 w 613"/>
                    <a:gd name="T89" fmla="*/ 267 h 301"/>
                    <a:gd name="T90" fmla="*/ 341 w 613"/>
                    <a:gd name="T91" fmla="*/ 261 h 301"/>
                    <a:gd name="T92" fmla="*/ 297 w 613"/>
                    <a:gd name="T93" fmla="*/ 236 h 301"/>
                    <a:gd name="T94" fmla="*/ 228 w 613"/>
                    <a:gd name="T95" fmla="*/ 195 h 301"/>
                    <a:gd name="T96" fmla="*/ 219 w 613"/>
                    <a:gd name="T97" fmla="*/ 177 h 301"/>
                    <a:gd name="T98" fmla="*/ 210 w 613"/>
                    <a:gd name="T99" fmla="*/ 159 h 301"/>
                    <a:gd name="T100" fmla="*/ 186 w 613"/>
                    <a:gd name="T101" fmla="*/ 159 h 301"/>
                    <a:gd name="T102" fmla="*/ 146 w 613"/>
                    <a:gd name="T103" fmla="*/ 148 h 301"/>
                    <a:gd name="T104" fmla="*/ 150 w 613"/>
                    <a:gd name="T105" fmla="*/ 133 h 301"/>
                    <a:gd name="T106" fmla="*/ 142 w 613"/>
                    <a:gd name="T107" fmla="*/ 119 h 301"/>
                    <a:gd name="T108" fmla="*/ 115 w 613"/>
                    <a:gd name="T109" fmla="*/ 111 h 301"/>
                    <a:gd name="T110" fmla="*/ 84 w 613"/>
                    <a:gd name="T111" fmla="*/ 104 h 301"/>
                    <a:gd name="T112" fmla="*/ 86 w 613"/>
                    <a:gd name="T113" fmla="*/ 117 h 301"/>
                    <a:gd name="T114" fmla="*/ 68 w 613"/>
                    <a:gd name="T115" fmla="*/ 113 h 301"/>
                    <a:gd name="T116" fmla="*/ 46 w 613"/>
                    <a:gd name="T117" fmla="*/ 122 h 301"/>
                    <a:gd name="T118" fmla="*/ 38 w 613"/>
                    <a:gd name="T119" fmla="*/ 150 h 301"/>
                    <a:gd name="T120" fmla="*/ 4 w 613"/>
                    <a:gd name="T121" fmla="*/ 2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3" h="301">
                      <a:moveTo>
                        <a:pt x="566" y="201"/>
                      </a:moveTo>
                      <a:lnTo>
                        <a:pt x="568" y="201"/>
                      </a:lnTo>
                      <a:lnTo>
                        <a:pt x="566" y="201"/>
                      </a:lnTo>
                      <a:lnTo>
                        <a:pt x="564" y="201"/>
                      </a:lnTo>
                      <a:lnTo>
                        <a:pt x="562" y="201"/>
                      </a:lnTo>
                      <a:lnTo>
                        <a:pt x="564" y="201"/>
                      </a:lnTo>
                      <a:lnTo>
                        <a:pt x="564" y="199"/>
                      </a:lnTo>
                      <a:lnTo>
                        <a:pt x="566" y="199"/>
                      </a:lnTo>
                      <a:lnTo>
                        <a:pt x="566" y="201"/>
                      </a:lnTo>
                      <a:close/>
                      <a:moveTo>
                        <a:pt x="537" y="193"/>
                      </a:moveTo>
                      <a:lnTo>
                        <a:pt x="538" y="193"/>
                      </a:lnTo>
                      <a:lnTo>
                        <a:pt x="540" y="195"/>
                      </a:lnTo>
                      <a:lnTo>
                        <a:pt x="540" y="197"/>
                      </a:lnTo>
                      <a:lnTo>
                        <a:pt x="540" y="199"/>
                      </a:lnTo>
                      <a:lnTo>
                        <a:pt x="542" y="199"/>
                      </a:lnTo>
                      <a:lnTo>
                        <a:pt x="544" y="199"/>
                      </a:lnTo>
                      <a:lnTo>
                        <a:pt x="544" y="197"/>
                      </a:lnTo>
                      <a:lnTo>
                        <a:pt x="544" y="199"/>
                      </a:lnTo>
                      <a:lnTo>
                        <a:pt x="542" y="199"/>
                      </a:lnTo>
                      <a:lnTo>
                        <a:pt x="542" y="201"/>
                      </a:lnTo>
                      <a:lnTo>
                        <a:pt x="544" y="201"/>
                      </a:lnTo>
                      <a:lnTo>
                        <a:pt x="544" y="203"/>
                      </a:lnTo>
                      <a:lnTo>
                        <a:pt x="542" y="203"/>
                      </a:lnTo>
                      <a:lnTo>
                        <a:pt x="540" y="203"/>
                      </a:lnTo>
                      <a:lnTo>
                        <a:pt x="540" y="204"/>
                      </a:lnTo>
                      <a:lnTo>
                        <a:pt x="540" y="203"/>
                      </a:lnTo>
                      <a:lnTo>
                        <a:pt x="538" y="203"/>
                      </a:lnTo>
                      <a:lnTo>
                        <a:pt x="540" y="201"/>
                      </a:lnTo>
                      <a:lnTo>
                        <a:pt x="540" y="199"/>
                      </a:lnTo>
                      <a:lnTo>
                        <a:pt x="538" y="199"/>
                      </a:lnTo>
                      <a:lnTo>
                        <a:pt x="537" y="197"/>
                      </a:lnTo>
                      <a:lnTo>
                        <a:pt x="537" y="195"/>
                      </a:lnTo>
                      <a:lnTo>
                        <a:pt x="537" y="193"/>
                      </a:lnTo>
                      <a:close/>
                      <a:moveTo>
                        <a:pt x="538" y="192"/>
                      </a:moveTo>
                      <a:lnTo>
                        <a:pt x="537" y="192"/>
                      </a:lnTo>
                      <a:lnTo>
                        <a:pt x="538" y="190"/>
                      </a:lnTo>
                      <a:lnTo>
                        <a:pt x="538" y="192"/>
                      </a:lnTo>
                      <a:close/>
                      <a:moveTo>
                        <a:pt x="93" y="0"/>
                      </a:moveTo>
                      <a:lnTo>
                        <a:pt x="146" y="25"/>
                      </a:lnTo>
                      <a:lnTo>
                        <a:pt x="175" y="40"/>
                      </a:lnTo>
                      <a:lnTo>
                        <a:pt x="181" y="42"/>
                      </a:lnTo>
                      <a:lnTo>
                        <a:pt x="181" y="44"/>
                      </a:lnTo>
                      <a:lnTo>
                        <a:pt x="182" y="44"/>
                      </a:lnTo>
                      <a:lnTo>
                        <a:pt x="184" y="47"/>
                      </a:lnTo>
                      <a:lnTo>
                        <a:pt x="193" y="56"/>
                      </a:lnTo>
                      <a:lnTo>
                        <a:pt x="204" y="66"/>
                      </a:lnTo>
                      <a:lnTo>
                        <a:pt x="212" y="71"/>
                      </a:lnTo>
                      <a:lnTo>
                        <a:pt x="215" y="75"/>
                      </a:lnTo>
                      <a:lnTo>
                        <a:pt x="223" y="73"/>
                      </a:lnTo>
                      <a:lnTo>
                        <a:pt x="230" y="73"/>
                      </a:lnTo>
                      <a:lnTo>
                        <a:pt x="237" y="73"/>
                      </a:lnTo>
                      <a:lnTo>
                        <a:pt x="246" y="71"/>
                      </a:lnTo>
                      <a:lnTo>
                        <a:pt x="250" y="69"/>
                      </a:lnTo>
                      <a:lnTo>
                        <a:pt x="261" y="69"/>
                      </a:lnTo>
                      <a:lnTo>
                        <a:pt x="268" y="69"/>
                      </a:lnTo>
                      <a:lnTo>
                        <a:pt x="277" y="69"/>
                      </a:lnTo>
                      <a:lnTo>
                        <a:pt x="281" y="71"/>
                      </a:lnTo>
                      <a:lnTo>
                        <a:pt x="294" y="71"/>
                      </a:lnTo>
                      <a:lnTo>
                        <a:pt x="303" y="71"/>
                      </a:lnTo>
                      <a:lnTo>
                        <a:pt x="305" y="71"/>
                      </a:lnTo>
                      <a:lnTo>
                        <a:pt x="319" y="66"/>
                      </a:lnTo>
                      <a:lnTo>
                        <a:pt x="321" y="66"/>
                      </a:lnTo>
                      <a:lnTo>
                        <a:pt x="323" y="69"/>
                      </a:lnTo>
                      <a:lnTo>
                        <a:pt x="329" y="75"/>
                      </a:lnTo>
                      <a:lnTo>
                        <a:pt x="332" y="77"/>
                      </a:lnTo>
                      <a:lnTo>
                        <a:pt x="341" y="80"/>
                      </a:lnTo>
                      <a:lnTo>
                        <a:pt x="341" y="82"/>
                      </a:lnTo>
                      <a:lnTo>
                        <a:pt x="349" y="91"/>
                      </a:lnTo>
                      <a:lnTo>
                        <a:pt x="352" y="97"/>
                      </a:lnTo>
                      <a:lnTo>
                        <a:pt x="354" y="97"/>
                      </a:lnTo>
                      <a:lnTo>
                        <a:pt x="361" y="95"/>
                      </a:lnTo>
                      <a:lnTo>
                        <a:pt x="361" y="104"/>
                      </a:lnTo>
                      <a:lnTo>
                        <a:pt x="361" y="108"/>
                      </a:lnTo>
                      <a:lnTo>
                        <a:pt x="361" y="115"/>
                      </a:lnTo>
                      <a:lnTo>
                        <a:pt x="358" y="115"/>
                      </a:lnTo>
                      <a:lnTo>
                        <a:pt x="358" y="124"/>
                      </a:lnTo>
                      <a:lnTo>
                        <a:pt x="358" y="130"/>
                      </a:lnTo>
                      <a:lnTo>
                        <a:pt x="360" y="130"/>
                      </a:lnTo>
                      <a:lnTo>
                        <a:pt x="363" y="131"/>
                      </a:lnTo>
                      <a:lnTo>
                        <a:pt x="372" y="131"/>
                      </a:lnTo>
                      <a:lnTo>
                        <a:pt x="376" y="131"/>
                      </a:lnTo>
                      <a:lnTo>
                        <a:pt x="378" y="139"/>
                      </a:lnTo>
                      <a:lnTo>
                        <a:pt x="380" y="146"/>
                      </a:lnTo>
                      <a:lnTo>
                        <a:pt x="381" y="153"/>
                      </a:lnTo>
                      <a:lnTo>
                        <a:pt x="383" y="157"/>
                      </a:lnTo>
                      <a:lnTo>
                        <a:pt x="383" y="159"/>
                      </a:lnTo>
                      <a:lnTo>
                        <a:pt x="391" y="159"/>
                      </a:lnTo>
                      <a:lnTo>
                        <a:pt x="396" y="159"/>
                      </a:lnTo>
                      <a:lnTo>
                        <a:pt x="398" y="159"/>
                      </a:lnTo>
                      <a:lnTo>
                        <a:pt x="403" y="159"/>
                      </a:lnTo>
                      <a:lnTo>
                        <a:pt x="405" y="159"/>
                      </a:lnTo>
                      <a:lnTo>
                        <a:pt x="407" y="159"/>
                      </a:lnTo>
                      <a:lnTo>
                        <a:pt x="411" y="159"/>
                      </a:lnTo>
                      <a:lnTo>
                        <a:pt x="414" y="157"/>
                      </a:lnTo>
                      <a:lnTo>
                        <a:pt x="416" y="157"/>
                      </a:lnTo>
                      <a:lnTo>
                        <a:pt x="418" y="157"/>
                      </a:lnTo>
                      <a:lnTo>
                        <a:pt x="420" y="157"/>
                      </a:lnTo>
                      <a:lnTo>
                        <a:pt x="425" y="159"/>
                      </a:lnTo>
                      <a:lnTo>
                        <a:pt x="427" y="159"/>
                      </a:lnTo>
                      <a:lnTo>
                        <a:pt x="429" y="161"/>
                      </a:lnTo>
                      <a:lnTo>
                        <a:pt x="429" y="162"/>
                      </a:lnTo>
                      <a:lnTo>
                        <a:pt x="431" y="162"/>
                      </a:lnTo>
                      <a:lnTo>
                        <a:pt x="431" y="161"/>
                      </a:lnTo>
                      <a:lnTo>
                        <a:pt x="433" y="161"/>
                      </a:lnTo>
                      <a:lnTo>
                        <a:pt x="433" y="162"/>
                      </a:lnTo>
                      <a:lnTo>
                        <a:pt x="434" y="162"/>
                      </a:lnTo>
                      <a:lnTo>
                        <a:pt x="433" y="162"/>
                      </a:lnTo>
                      <a:lnTo>
                        <a:pt x="431" y="162"/>
                      </a:lnTo>
                      <a:lnTo>
                        <a:pt x="431" y="164"/>
                      </a:lnTo>
                      <a:lnTo>
                        <a:pt x="431" y="162"/>
                      </a:lnTo>
                      <a:lnTo>
                        <a:pt x="433" y="164"/>
                      </a:lnTo>
                      <a:lnTo>
                        <a:pt x="433" y="166"/>
                      </a:lnTo>
                      <a:lnTo>
                        <a:pt x="431" y="168"/>
                      </a:lnTo>
                      <a:lnTo>
                        <a:pt x="431" y="170"/>
                      </a:lnTo>
                      <a:lnTo>
                        <a:pt x="429" y="168"/>
                      </a:lnTo>
                      <a:lnTo>
                        <a:pt x="427" y="170"/>
                      </a:lnTo>
                      <a:lnTo>
                        <a:pt x="429" y="170"/>
                      </a:lnTo>
                      <a:lnTo>
                        <a:pt x="431" y="172"/>
                      </a:lnTo>
                      <a:lnTo>
                        <a:pt x="433" y="172"/>
                      </a:lnTo>
                      <a:lnTo>
                        <a:pt x="434" y="173"/>
                      </a:lnTo>
                      <a:lnTo>
                        <a:pt x="436" y="175"/>
                      </a:lnTo>
                      <a:lnTo>
                        <a:pt x="438" y="175"/>
                      </a:lnTo>
                      <a:lnTo>
                        <a:pt x="440" y="175"/>
                      </a:lnTo>
                      <a:lnTo>
                        <a:pt x="442" y="177"/>
                      </a:lnTo>
                      <a:lnTo>
                        <a:pt x="443" y="177"/>
                      </a:lnTo>
                      <a:lnTo>
                        <a:pt x="445" y="179"/>
                      </a:lnTo>
                      <a:lnTo>
                        <a:pt x="447" y="179"/>
                      </a:lnTo>
                      <a:lnTo>
                        <a:pt x="449" y="179"/>
                      </a:lnTo>
                      <a:lnTo>
                        <a:pt x="451" y="179"/>
                      </a:lnTo>
                      <a:lnTo>
                        <a:pt x="453" y="177"/>
                      </a:lnTo>
                      <a:lnTo>
                        <a:pt x="453" y="179"/>
                      </a:lnTo>
                      <a:lnTo>
                        <a:pt x="453" y="177"/>
                      </a:lnTo>
                      <a:lnTo>
                        <a:pt x="451" y="177"/>
                      </a:lnTo>
                      <a:lnTo>
                        <a:pt x="453" y="177"/>
                      </a:lnTo>
                      <a:lnTo>
                        <a:pt x="453" y="175"/>
                      </a:lnTo>
                      <a:lnTo>
                        <a:pt x="451" y="175"/>
                      </a:lnTo>
                      <a:lnTo>
                        <a:pt x="451" y="173"/>
                      </a:lnTo>
                      <a:lnTo>
                        <a:pt x="451" y="172"/>
                      </a:lnTo>
                      <a:lnTo>
                        <a:pt x="449" y="172"/>
                      </a:lnTo>
                      <a:lnTo>
                        <a:pt x="449" y="170"/>
                      </a:lnTo>
                      <a:lnTo>
                        <a:pt x="451" y="168"/>
                      </a:lnTo>
                      <a:lnTo>
                        <a:pt x="449" y="168"/>
                      </a:lnTo>
                      <a:lnTo>
                        <a:pt x="449" y="166"/>
                      </a:lnTo>
                      <a:lnTo>
                        <a:pt x="451" y="166"/>
                      </a:lnTo>
                      <a:lnTo>
                        <a:pt x="449" y="166"/>
                      </a:lnTo>
                      <a:lnTo>
                        <a:pt x="451" y="166"/>
                      </a:lnTo>
                      <a:lnTo>
                        <a:pt x="449" y="166"/>
                      </a:lnTo>
                      <a:lnTo>
                        <a:pt x="447" y="166"/>
                      </a:lnTo>
                      <a:lnTo>
                        <a:pt x="447" y="164"/>
                      </a:lnTo>
                      <a:lnTo>
                        <a:pt x="445" y="166"/>
                      </a:lnTo>
                      <a:lnTo>
                        <a:pt x="445" y="164"/>
                      </a:lnTo>
                      <a:lnTo>
                        <a:pt x="447" y="164"/>
                      </a:lnTo>
                      <a:lnTo>
                        <a:pt x="447" y="162"/>
                      </a:lnTo>
                      <a:lnTo>
                        <a:pt x="449" y="162"/>
                      </a:lnTo>
                      <a:lnTo>
                        <a:pt x="451" y="162"/>
                      </a:lnTo>
                      <a:lnTo>
                        <a:pt x="451" y="164"/>
                      </a:lnTo>
                      <a:lnTo>
                        <a:pt x="453" y="164"/>
                      </a:lnTo>
                      <a:lnTo>
                        <a:pt x="451" y="164"/>
                      </a:lnTo>
                      <a:lnTo>
                        <a:pt x="453" y="166"/>
                      </a:lnTo>
                      <a:lnTo>
                        <a:pt x="453" y="164"/>
                      </a:lnTo>
                      <a:lnTo>
                        <a:pt x="454" y="164"/>
                      </a:lnTo>
                      <a:lnTo>
                        <a:pt x="456" y="164"/>
                      </a:lnTo>
                      <a:lnTo>
                        <a:pt x="454" y="162"/>
                      </a:lnTo>
                      <a:lnTo>
                        <a:pt x="456" y="161"/>
                      </a:lnTo>
                      <a:lnTo>
                        <a:pt x="458" y="161"/>
                      </a:lnTo>
                      <a:lnTo>
                        <a:pt x="460" y="159"/>
                      </a:lnTo>
                      <a:lnTo>
                        <a:pt x="462" y="159"/>
                      </a:lnTo>
                      <a:lnTo>
                        <a:pt x="462" y="157"/>
                      </a:lnTo>
                      <a:lnTo>
                        <a:pt x="464" y="157"/>
                      </a:lnTo>
                      <a:lnTo>
                        <a:pt x="465" y="157"/>
                      </a:lnTo>
                      <a:lnTo>
                        <a:pt x="465" y="155"/>
                      </a:lnTo>
                      <a:lnTo>
                        <a:pt x="467" y="155"/>
                      </a:lnTo>
                      <a:lnTo>
                        <a:pt x="465" y="153"/>
                      </a:lnTo>
                      <a:lnTo>
                        <a:pt x="467" y="153"/>
                      </a:lnTo>
                      <a:lnTo>
                        <a:pt x="467" y="151"/>
                      </a:lnTo>
                      <a:lnTo>
                        <a:pt x="465" y="151"/>
                      </a:lnTo>
                      <a:lnTo>
                        <a:pt x="467" y="151"/>
                      </a:lnTo>
                      <a:lnTo>
                        <a:pt x="465" y="151"/>
                      </a:lnTo>
                      <a:lnTo>
                        <a:pt x="467" y="151"/>
                      </a:lnTo>
                      <a:lnTo>
                        <a:pt x="467" y="150"/>
                      </a:lnTo>
                      <a:lnTo>
                        <a:pt x="467" y="151"/>
                      </a:lnTo>
                      <a:lnTo>
                        <a:pt x="469" y="151"/>
                      </a:lnTo>
                      <a:lnTo>
                        <a:pt x="469" y="150"/>
                      </a:lnTo>
                      <a:lnTo>
                        <a:pt x="471" y="150"/>
                      </a:lnTo>
                      <a:lnTo>
                        <a:pt x="471" y="148"/>
                      </a:lnTo>
                      <a:lnTo>
                        <a:pt x="473" y="148"/>
                      </a:lnTo>
                      <a:lnTo>
                        <a:pt x="475" y="148"/>
                      </a:lnTo>
                      <a:lnTo>
                        <a:pt x="476" y="148"/>
                      </a:lnTo>
                      <a:lnTo>
                        <a:pt x="478" y="148"/>
                      </a:lnTo>
                      <a:lnTo>
                        <a:pt x="478" y="146"/>
                      </a:lnTo>
                      <a:lnTo>
                        <a:pt x="478" y="148"/>
                      </a:lnTo>
                      <a:lnTo>
                        <a:pt x="478" y="146"/>
                      </a:lnTo>
                      <a:lnTo>
                        <a:pt x="480" y="146"/>
                      </a:lnTo>
                      <a:lnTo>
                        <a:pt x="480" y="148"/>
                      </a:lnTo>
                      <a:lnTo>
                        <a:pt x="482" y="148"/>
                      </a:lnTo>
                      <a:lnTo>
                        <a:pt x="482" y="146"/>
                      </a:lnTo>
                      <a:lnTo>
                        <a:pt x="480" y="146"/>
                      </a:lnTo>
                      <a:lnTo>
                        <a:pt x="478" y="146"/>
                      </a:lnTo>
                      <a:lnTo>
                        <a:pt x="480" y="144"/>
                      </a:lnTo>
                      <a:lnTo>
                        <a:pt x="482" y="142"/>
                      </a:lnTo>
                      <a:lnTo>
                        <a:pt x="482" y="144"/>
                      </a:lnTo>
                      <a:lnTo>
                        <a:pt x="484" y="144"/>
                      </a:lnTo>
                      <a:lnTo>
                        <a:pt x="484" y="142"/>
                      </a:lnTo>
                      <a:lnTo>
                        <a:pt x="485" y="142"/>
                      </a:lnTo>
                      <a:lnTo>
                        <a:pt x="485" y="140"/>
                      </a:lnTo>
                      <a:lnTo>
                        <a:pt x="487" y="140"/>
                      </a:lnTo>
                      <a:lnTo>
                        <a:pt x="491" y="139"/>
                      </a:lnTo>
                      <a:lnTo>
                        <a:pt x="493" y="139"/>
                      </a:lnTo>
                      <a:lnTo>
                        <a:pt x="495" y="139"/>
                      </a:lnTo>
                      <a:lnTo>
                        <a:pt x="496" y="139"/>
                      </a:lnTo>
                      <a:lnTo>
                        <a:pt x="498" y="139"/>
                      </a:lnTo>
                      <a:lnTo>
                        <a:pt x="498" y="137"/>
                      </a:lnTo>
                      <a:lnTo>
                        <a:pt x="500" y="137"/>
                      </a:lnTo>
                      <a:lnTo>
                        <a:pt x="500" y="135"/>
                      </a:lnTo>
                      <a:lnTo>
                        <a:pt x="502" y="135"/>
                      </a:lnTo>
                      <a:lnTo>
                        <a:pt x="504" y="135"/>
                      </a:lnTo>
                      <a:lnTo>
                        <a:pt x="506" y="133"/>
                      </a:lnTo>
                      <a:lnTo>
                        <a:pt x="507" y="133"/>
                      </a:lnTo>
                      <a:lnTo>
                        <a:pt x="507" y="131"/>
                      </a:lnTo>
                      <a:lnTo>
                        <a:pt x="509" y="131"/>
                      </a:lnTo>
                      <a:lnTo>
                        <a:pt x="509" y="130"/>
                      </a:lnTo>
                      <a:lnTo>
                        <a:pt x="511" y="130"/>
                      </a:lnTo>
                      <a:lnTo>
                        <a:pt x="513" y="130"/>
                      </a:lnTo>
                      <a:lnTo>
                        <a:pt x="513" y="128"/>
                      </a:lnTo>
                      <a:lnTo>
                        <a:pt x="513" y="126"/>
                      </a:lnTo>
                      <a:lnTo>
                        <a:pt x="515" y="126"/>
                      </a:lnTo>
                      <a:lnTo>
                        <a:pt x="516" y="124"/>
                      </a:lnTo>
                      <a:lnTo>
                        <a:pt x="518" y="124"/>
                      </a:lnTo>
                      <a:lnTo>
                        <a:pt x="520" y="124"/>
                      </a:lnTo>
                      <a:lnTo>
                        <a:pt x="520" y="126"/>
                      </a:lnTo>
                      <a:lnTo>
                        <a:pt x="520" y="128"/>
                      </a:lnTo>
                      <a:lnTo>
                        <a:pt x="522" y="128"/>
                      </a:lnTo>
                      <a:lnTo>
                        <a:pt x="524" y="128"/>
                      </a:lnTo>
                      <a:lnTo>
                        <a:pt x="524" y="126"/>
                      </a:lnTo>
                      <a:lnTo>
                        <a:pt x="526" y="124"/>
                      </a:lnTo>
                      <a:lnTo>
                        <a:pt x="526" y="122"/>
                      </a:lnTo>
                      <a:lnTo>
                        <a:pt x="527" y="122"/>
                      </a:lnTo>
                      <a:lnTo>
                        <a:pt x="527" y="120"/>
                      </a:lnTo>
                      <a:lnTo>
                        <a:pt x="529" y="120"/>
                      </a:lnTo>
                      <a:lnTo>
                        <a:pt x="531" y="120"/>
                      </a:lnTo>
                      <a:lnTo>
                        <a:pt x="533" y="120"/>
                      </a:lnTo>
                      <a:lnTo>
                        <a:pt x="533" y="119"/>
                      </a:lnTo>
                      <a:lnTo>
                        <a:pt x="535" y="119"/>
                      </a:lnTo>
                      <a:lnTo>
                        <a:pt x="537" y="119"/>
                      </a:lnTo>
                      <a:lnTo>
                        <a:pt x="537" y="117"/>
                      </a:lnTo>
                      <a:lnTo>
                        <a:pt x="538" y="117"/>
                      </a:lnTo>
                      <a:lnTo>
                        <a:pt x="540" y="117"/>
                      </a:lnTo>
                      <a:lnTo>
                        <a:pt x="540" y="119"/>
                      </a:lnTo>
                      <a:lnTo>
                        <a:pt x="542" y="119"/>
                      </a:lnTo>
                      <a:lnTo>
                        <a:pt x="544" y="119"/>
                      </a:lnTo>
                      <a:lnTo>
                        <a:pt x="544" y="120"/>
                      </a:lnTo>
                      <a:lnTo>
                        <a:pt x="546" y="120"/>
                      </a:lnTo>
                      <a:lnTo>
                        <a:pt x="546" y="122"/>
                      </a:lnTo>
                      <a:lnTo>
                        <a:pt x="544" y="122"/>
                      </a:lnTo>
                      <a:lnTo>
                        <a:pt x="542" y="122"/>
                      </a:lnTo>
                      <a:lnTo>
                        <a:pt x="542" y="124"/>
                      </a:lnTo>
                      <a:lnTo>
                        <a:pt x="542" y="122"/>
                      </a:lnTo>
                      <a:lnTo>
                        <a:pt x="542" y="124"/>
                      </a:lnTo>
                      <a:lnTo>
                        <a:pt x="540" y="124"/>
                      </a:lnTo>
                      <a:lnTo>
                        <a:pt x="538" y="124"/>
                      </a:lnTo>
                      <a:lnTo>
                        <a:pt x="538" y="126"/>
                      </a:lnTo>
                      <a:lnTo>
                        <a:pt x="537" y="126"/>
                      </a:lnTo>
                      <a:lnTo>
                        <a:pt x="535" y="126"/>
                      </a:lnTo>
                      <a:lnTo>
                        <a:pt x="533" y="126"/>
                      </a:lnTo>
                      <a:lnTo>
                        <a:pt x="531" y="126"/>
                      </a:lnTo>
                      <a:lnTo>
                        <a:pt x="531" y="128"/>
                      </a:lnTo>
                      <a:lnTo>
                        <a:pt x="531" y="130"/>
                      </a:lnTo>
                      <a:lnTo>
                        <a:pt x="529" y="131"/>
                      </a:lnTo>
                      <a:lnTo>
                        <a:pt x="529" y="130"/>
                      </a:lnTo>
                      <a:lnTo>
                        <a:pt x="527" y="130"/>
                      </a:lnTo>
                      <a:lnTo>
                        <a:pt x="527" y="131"/>
                      </a:lnTo>
                      <a:lnTo>
                        <a:pt x="526" y="131"/>
                      </a:lnTo>
                      <a:lnTo>
                        <a:pt x="524" y="131"/>
                      </a:lnTo>
                      <a:lnTo>
                        <a:pt x="524" y="133"/>
                      </a:lnTo>
                      <a:lnTo>
                        <a:pt x="522" y="133"/>
                      </a:lnTo>
                      <a:lnTo>
                        <a:pt x="522" y="135"/>
                      </a:lnTo>
                      <a:lnTo>
                        <a:pt x="520" y="135"/>
                      </a:lnTo>
                      <a:lnTo>
                        <a:pt x="518" y="137"/>
                      </a:lnTo>
                      <a:lnTo>
                        <a:pt x="518" y="139"/>
                      </a:lnTo>
                      <a:lnTo>
                        <a:pt x="518" y="137"/>
                      </a:lnTo>
                      <a:lnTo>
                        <a:pt x="518" y="139"/>
                      </a:lnTo>
                      <a:lnTo>
                        <a:pt x="516" y="139"/>
                      </a:lnTo>
                      <a:lnTo>
                        <a:pt x="515" y="139"/>
                      </a:lnTo>
                      <a:lnTo>
                        <a:pt x="515" y="140"/>
                      </a:lnTo>
                      <a:lnTo>
                        <a:pt x="513" y="140"/>
                      </a:lnTo>
                      <a:lnTo>
                        <a:pt x="511" y="140"/>
                      </a:lnTo>
                      <a:lnTo>
                        <a:pt x="511" y="142"/>
                      </a:lnTo>
                      <a:lnTo>
                        <a:pt x="509" y="142"/>
                      </a:lnTo>
                      <a:lnTo>
                        <a:pt x="507" y="142"/>
                      </a:lnTo>
                      <a:lnTo>
                        <a:pt x="507" y="144"/>
                      </a:lnTo>
                      <a:lnTo>
                        <a:pt x="507" y="146"/>
                      </a:lnTo>
                      <a:lnTo>
                        <a:pt x="509" y="146"/>
                      </a:lnTo>
                      <a:lnTo>
                        <a:pt x="511" y="146"/>
                      </a:lnTo>
                      <a:lnTo>
                        <a:pt x="511" y="144"/>
                      </a:lnTo>
                      <a:lnTo>
                        <a:pt x="513" y="146"/>
                      </a:lnTo>
                      <a:lnTo>
                        <a:pt x="515" y="146"/>
                      </a:lnTo>
                      <a:lnTo>
                        <a:pt x="515" y="148"/>
                      </a:lnTo>
                      <a:lnTo>
                        <a:pt x="516" y="148"/>
                      </a:lnTo>
                      <a:lnTo>
                        <a:pt x="518" y="150"/>
                      </a:lnTo>
                      <a:lnTo>
                        <a:pt x="520" y="150"/>
                      </a:lnTo>
                      <a:lnTo>
                        <a:pt x="520" y="148"/>
                      </a:lnTo>
                      <a:lnTo>
                        <a:pt x="522" y="148"/>
                      </a:lnTo>
                      <a:lnTo>
                        <a:pt x="524" y="148"/>
                      </a:lnTo>
                      <a:lnTo>
                        <a:pt x="524" y="146"/>
                      </a:lnTo>
                      <a:lnTo>
                        <a:pt x="526" y="146"/>
                      </a:lnTo>
                      <a:lnTo>
                        <a:pt x="526" y="148"/>
                      </a:lnTo>
                      <a:lnTo>
                        <a:pt x="527" y="148"/>
                      </a:lnTo>
                      <a:lnTo>
                        <a:pt x="527" y="150"/>
                      </a:lnTo>
                      <a:lnTo>
                        <a:pt x="529" y="150"/>
                      </a:lnTo>
                      <a:lnTo>
                        <a:pt x="529" y="151"/>
                      </a:lnTo>
                      <a:lnTo>
                        <a:pt x="527" y="151"/>
                      </a:lnTo>
                      <a:lnTo>
                        <a:pt x="527" y="153"/>
                      </a:lnTo>
                      <a:lnTo>
                        <a:pt x="529" y="153"/>
                      </a:lnTo>
                      <a:lnTo>
                        <a:pt x="527" y="153"/>
                      </a:lnTo>
                      <a:lnTo>
                        <a:pt x="529" y="155"/>
                      </a:lnTo>
                      <a:lnTo>
                        <a:pt x="529" y="157"/>
                      </a:lnTo>
                      <a:lnTo>
                        <a:pt x="529" y="155"/>
                      </a:lnTo>
                      <a:lnTo>
                        <a:pt x="531" y="155"/>
                      </a:lnTo>
                      <a:lnTo>
                        <a:pt x="533" y="155"/>
                      </a:lnTo>
                      <a:lnTo>
                        <a:pt x="533" y="157"/>
                      </a:lnTo>
                      <a:lnTo>
                        <a:pt x="535" y="157"/>
                      </a:lnTo>
                      <a:lnTo>
                        <a:pt x="537" y="157"/>
                      </a:lnTo>
                      <a:lnTo>
                        <a:pt x="538" y="157"/>
                      </a:lnTo>
                      <a:lnTo>
                        <a:pt x="540" y="157"/>
                      </a:lnTo>
                      <a:lnTo>
                        <a:pt x="540" y="159"/>
                      </a:lnTo>
                      <a:lnTo>
                        <a:pt x="542" y="159"/>
                      </a:lnTo>
                      <a:lnTo>
                        <a:pt x="542" y="157"/>
                      </a:lnTo>
                      <a:lnTo>
                        <a:pt x="544" y="157"/>
                      </a:lnTo>
                      <a:lnTo>
                        <a:pt x="546" y="157"/>
                      </a:lnTo>
                      <a:lnTo>
                        <a:pt x="546" y="159"/>
                      </a:lnTo>
                      <a:lnTo>
                        <a:pt x="548" y="159"/>
                      </a:lnTo>
                      <a:lnTo>
                        <a:pt x="548" y="157"/>
                      </a:lnTo>
                      <a:lnTo>
                        <a:pt x="549" y="157"/>
                      </a:lnTo>
                      <a:lnTo>
                        <a:pt x="549" y="159"/>
                      </a:lnTo>
                      <a:lnTo>
                        <a:pt x="551" y="159"/>
                      </a:lnTo>
                      <a:lnTo>
                        <a:pt x="553" y="159"/>
                      </a:lnTo>
                      <a:lnTo>
                        <a:pt x="553" y="157"/>
                      </a:lnTo>
                      <a:lnTo>
                        <a:pt x="551" y="157"/>
                      </a:lnTo>
                      <a:lnTo>
                        <a:pt x="553" y="157"/>
                      </a:lnTo>
                      <a:lnTo>
                        <a:pt x="553" y="155"/>
                      </a:lnTo>
                      <a:lnTo>
                        <a:pt x="551" y="155"/>
                      </a:lnTo>
                      <a:lnTo>
                        <a:pt x="553" y="155"/>
                      </a:lnTo>
                      <a:lnTo>
                        <a:pt x="553" y="153"/>
                      </a:lnTo>
                      <a:lnTo>
                        <a:pt x="551" y="153"/>
                      </a:lnTo>
                      <a:lnTo>
                        <a:pt x="553" y="153"/>
                      </a:lnTo>
                      <a:lnTo>
                        <a:pt x="555" y="153"/>
                      </a:lnTo>
                      <a:lnTo>
                        <a:pt x="557" y="153"/>
                      </a:lnTo>
                      <a:lnTo>
                        <a:pt x="558" y="151"/>
                      </a:lnTo>
                      <a:lnTo>
                        <a:pt x="560" y="150"/>
                      </a:lnTo>
                      <a:lnTo>
                        <a:pt x="560" y="148"/>
                      </a:lnTo>
                      <a:lnTo>
                        <a:pt x="560" y="146"/>
                      </a:lnTo>
                      <a:lnTo>
                        <a:pt x="558" y="146"/>
                      </a:lnTo>
                      <a:lnTo>
                        <a:pt x="560" y="146"/>
                      </a:lnTo>
                      <a:lnTo>
                        <a:pt x="560" y="144"/>
                      </a:lnTo>
                      <a:lnTo>
                        <a:pt x="562" y="144"/>
                      </a:lnTo>
                      <a:lnTo>
                        <a:pt x="562" y="146"/>
                      </a:lnTo>
                      <a:lnTo>
                        <a:pt x="562" y="144"/>
                      </a:lnTo>
                      <a:lnTo>
                        <a:pt x="562" y="146"/>
                      </a:lnTo>
                      <a:lnTo>
                        <a:pt x="562" y="148"/>
                      </a:lnTo>
                      <a:lnTo>
                        <a:pt x="560" y="148"/>
                      </a:lnTo>
                      <a:lnTo>
                        <a:pt x="562" y="150"/>
                      </a:lnTo>
                      <a:lnTo>
                        <a:pt x="562" y="148"/>
                      </a:lnTo>
                      <a:lnTo>
                        <a:pt x="564" y="148"/>
                      </a:lnTo>
                      <a:lnTo>
                        <a:pt x="564" y="150"/>
                      </a:lnTo>
                      <a:lnTo>
                        <a:pt x="564" y="148"/>
                      </a:lnTo>
                      <a:lnTo>
                        <a:pt x="566" y="150"/>
                      </a:lnTo>
                      <a:lnTo>
                        <a:pt x="566" y="151"/>
                      </a:lnTo>
                      <a:lnTo>
                        <a:pt x="568" y="151"/>
                      </a:lnTo>
                      <a:lnTo>
                        <a:pt x="569" y="153"/>
                      </a:lnTo>
                      <a:lnTo>
                        <a:pt x="569" y="155"/>
                      </a:lnTo>
                      <a:lnTo>
                        <a:pt x="568" y="155"/>
                      </a:lnTo>
                      <a:lnTo>
                        <a:pt x="568" y="157"/>
                      </a:lnTo>
                      <a:lnTo>
                        <a:pt x="569" y="159"/>
                      </a:lnTo>
                      <a:lnTo>
                        <a:pt x="571" y="159"/>
                      </a:lnTo>
                      <a:lnTo>
                        <a:pt x="573" y="159"/>
                      </a:lnTo>
                      <a:lnTo>
                        <a:pt x="575" y="159"/>
                      </a:lnTo>
                      <a:lnTo>
                        <a:pt x="577" y="159"/>
                      </a:lnTo>
                      <a:lnTo>
                        <a:pt x="577" y="157"/>
                      </a:lnTo>
                      <a:lnTo>
                        <a:pt x="577" y="159"/>
                      </a:lnTo>
                      <a:lnTo>
                        <a:pt x="579" y="157"/>
                      </a:lnTo>
                      <a:lnTo>
                        <a:pt x="579" y="159"/>
                      </a:lnTo>
                      <a:lnTo>
                        <a:pt x="579" y="161"/>
                      </a:lnTo>
                      <a:lnTo>
                        <a:pt x="580" y="161"/>
                      </a:lnTo>
                      <a:lnTo>
                        <a:pt x="580" y="162"/>
                      </a:lnTo>
                      <a:lnTo>
                        <a:pt x="579" y="162"/>
                      </a:lnTo>
                      <a:lnTo>
                        <a:pt x="579" y="164"/>
                      </a:lnTo>
                      <a:lnTo>
                        <a:pt x="580" y="164"/>
                      </a:lnTo>
                      <a:lnTo>
                        <a:pt x="582" y="164"/>
                      </a:lnTo>
                      <a:lnTo>
                        <a:pt x="582" y="162"/>
                      </a:lnTo>
                      <a:lnTo>
                        <a:pt x="584" y="162"/>
                      </a:lnTo>
                      <a:lnTo>
                        <a:pt x="584" y="161"/>
                      </a:lnTo>
                      <a:lnTo>
                        <a:pt x="584" y="162"/>
                      </a:lnTo>
                      <a:lnTo>
                        <a:pt x="586" y="162"/>
                      </a:lnTo>
                      <a:lnTo>
                        <a:pt x="588" y="162"/>
                      </a:lnTo>
                      <a:lnTo>
                        <a:pt x="590" y="162"/>
                      </a:lnTo>
                      <a:lnTo>
                        <a:pt x="590" y="164"/>
                      </a:lnTo>
                      <a:lnTo>
                        <a:pt x="591" y="164"/>
                      </a:lnTo>
                      <a:lnTo>
                        <a:pt x="591" y="166"/>
                      </a:lnTo>
                      <a:lnTo>
                        <a:pt x="593" y="166"/>
                      </a:lnTo>
                      <a:lnTo>
                        <a:pt x="591" y="166"/>
                      </a:lnTo>
                      <a:lnTo>
                        <a:pt x="593" y="166"/>
                      </a:lnTo>
                      <a:lnTo>
                        <a:pt x="593" y="168"/>
                      </a:lnTo>
                      <a:lnTo>
                        <a:pt x="595" y="168"/>
                      </a:lnTo>
                      <a:lnTo>
                        <a:pt x="597" y="170"/>
                      </a:lnTo>
                      <a:lnTo>
                        <a:pt x="599" y="170"/>
                      </a:lnTo>
                      <a:lnTo>
                        <a:pt x="600" y="170"/>
                      </a:lnTo>
                      <a:lnTo>
                        <a:pt x="600" y="168"/>
                      </a:lnTo>
                      <a:lnTo>
                        <a:pt x="600" y="170"/>
                      </a:lnTo>
                      <a:lnTo>
                        <a:pt x="602" y="170"/>
                      </a:lnTo>
                      <a:lnTo>
                        <a:pt x="602" y="168"/>
                      </a:lnTo>
                      <a:lnTo>
                        <a:pt x="602" y="170"/>
                      </a:lnTo>
                      <a:lnTo>
                        <a:pt x="604" y="170"/>
                      </a:lnTo>
                      <a:lnTo>
                        <a:pt x="606" y="170"/>
                      </a:lnTo>
                      <a:lnTo>
                        <a:pt x="608" y="170"/>
                      </a:lnTo>
                      <a:lnTo>
                        <a:pt x="608" y="168"/>
                      </a:lnTo>
                      <a:lnTo>
                        <a:pt x="608" y="170"/>
                      </a:lnTo>
                      <a:lnTo>
                        <a:pt x="610" y="170"/>
                      </a:lnTo>
                      <a:lnTo>
                        <a:pt x="611" y="170"/>
                      </a:lnTo>
                      <a:lnTo>
                        <a:pt x="613" y="170"/>
                      </a:lnTo>
                      <a:lnTo>
                        <a:pt x="613" y="172"/>
                      </a:lnTo>
                      <a:lnTo>
                        <a:pt x="611" y="172"/>
                      </a:lnTo>
                      <a:lnTo>
                        <a:pt x="610" y="172"/>
                      </a:lnTo>
                      <a:lnTo>
                        <a:pt x="608" y="172"/>
                      </a:lnTo>
                      <a:lnTo>
                        <a:pt x="606" y="173"/>
                      </a:lnTo>
                      <a:lnTo>
                        <a:pt x="604" y="173"/>
                      </a:lnTo>
                      <a:lnTo>
                        <a:pt x="602" y="173"/>
                      </a:lnTo>
                      <a:lnTo>
                        <a:pt x="602" y="175"/>
                      </a:lnTo>
                      <a:lnTo>
                        <a:pt x="600" y="175"/>
                      </a:lnTo>
                      <a:lnTo>
                        <a:pt x="599" y="175"/>
                      </a:lnTo>
                      <a:lnTo>
                        <a:pt x="600" y="175"/>
                      </a:lnTo>
                      <a:lnTo>
                        <a:pt x="600" y="177"/>
                      </a:lnTo>
                      <a:lnTo>
                        <a:pt x="599" y="177"/>
                      </a:lnTo>
                      <a:lnTo>
                        <a:pt x="599" y="179"/>
                      </a:lnTo>
                      <a:lnTo>
                        <a:pt x="597" y="179"/>
                      </a:lnTo>
                      <a:lnTo>
                        <a:pt x="595" y="179"/>
                      </a:lnTo>
                      <a:lnTo>
                        <a:pt x="597" y="179"/>
                      </a:lnTo>
                      <a:lnTo>
                        <a:pt x="597" y="181"/>
                      </a:lnTo>
                      <a:lnTo>
                        <a:pt x="595" y="181"/>
                      </a:lnTo>
                      <a:lnTo>
                        <a:pt x="593" y="181"/>
                      </a:lnTo>
                      <a:lnTo>
                        <a:pt x="591" y="181"/>
                      </a:lnTo>
                      <a:lnTo>
                        <a:pt x="590" y="179"/>
                      </a:lnTo>
                      <a:lnTo>
                        <a:pt x="588" y="179"/>
                      </a:lnTo>
                      <a:lnTo>
                        <a:pt x="588" y="177"/>
                      </a:lnTo>
                      <a:lnTo>
                        <a:pt x="586" y="177"/>
                      </a:lnTo>
                      <a:lnTo>
                        <a:pt x="584" y="177"/>
                      </a:lnTo>
                      <a:lnTo>
                        <a:pt x="586" y="179"/>
                      </a:lnTo>
                      <a:lnTo>
                        <a:pt x="588" y="179"/>
                      </a:lnTo>
                      <a:lnTo>
                        <a:pt x="588" y="181"/>
                      </a:lnTo>
                      <a:lnTo>
                        <a:pt x="586" y="181"/>
                      </a:lnTo>
                      <a:lnTo>
                        <a:pt x="588" y="181"/>
                      </a:lnTo>
                      <a:lnTo>
                        <a:pt x="588" y="183"/>
                      </a:lnTo>
                      <a:lnTo>
                        <a:pt x="588" y="184"/>
                      </a:lnTo>
                      <a:lnTo>
                        <a:pt x="586" y="184"/>
                      </a:lnTo>
                      <a:lnTo>
                        <a:pt x="588" y="184"/>
                      </a:lnTo>
                      <a:lnTo>
                        <a:pt x="586" y="184"/>
                      </a:lnTo>
                      <a:lnTo>
                        <a:pt x="584" y="184"/>
                      </a:lnTo>
                      <a:lnTo>
                        <a:pt x="582" y="184"/>
                      </a:lnTo>
                      <a:lnTo>
                        <a:pt x="580" y="183"/>
                      </a:lnTo>
                      <a:lnTo>
                        <a:pt x="579" y="183"/>
                      </a:lnTo>
                      <a:lnTo>
                        <a:pt x="579" y="181"/>
                      </a:lnTo>
                      <a:lnTo>
                        <a:pt x="579" y="183"/>
                      </a:lnTo>
                      <a:lnTo>
                        <a:pt x="577" y="183"/>
                      </a:lnTo>
                      <a:lnTo>
                        <a:pt x="575" y="183"/>
                      </a:lnTo>
                      <a:lnTo>
                        <a:pt x="575" y="184"/>
                      </a:lnTo>
                      <a:lnTo>
                        <a:pt x="575" y="186"/>
                      </a:lnTo>
                      <a:lnTo>
                        <a:pt x="573" y="186"/>
                      </a:lnTo>
                      <a:lnTo>
                        <a:pt x="573" y="188"/>
                      </a:lnTo>
                      <a:lnTo>
                        <a:pt x="571" y="188"/>
                      </a:lnTo>
                      <a:lnTo>
                        <a:pt x="573" y="188"/>
                      </a:lnTo>
                      <a:lnTo>
                        <a:pt x="573" y="190"/>
                      </a:lnTo>
                      <a:lnTo>
                        <a:pt x="575" y="190"/>
                      </a:lnTo>
                      <a:lnTo>
                        <a:pt x="573" y="190"/>
                      </a:lnTo>
                      <a:lnTo>
                        <a:pt x="571" y="190"/>
                      </a:lnTo>
                      <a:lnTo>
                        <a:pt x="569" y="190"/>
                      </a:lnTo>
                      <a:lnTo>
                        <a:pt x="568" y="190"/>
                      </a:lnTo>
                      <a:lnTo>
                        <a:pt x="566" y="190"/>
                      </a:lnTo>
                      <a:lnTo>
                        <a:pt x="566" y="192"/>
                      </a:lnTo>
                      <a:lnTo>
                        <a:pt x="568" y="192"/>
                      </a:lnTo>
                      <a:lnTo>
                        <a:pt x="566" y="192"/>
                      </a:lnTo>
                      <a:lnTo>
                        <a:pt x="566" y="193"/>
                      </a:lnTo>
                      <a:lnTo>
                        <a:pt x="564" y="193"/>
                      </a:lnTo>
                      <a:lnTo>
                        <a:pt x="562" y="193"/>
                      </a:lnTo>
                      <a:lnTo>
                        <a:pt x="560" y="193"/>
                      </a:lnTo>
                      <a:lnTo>
                        <a:pt x="560" y="192"/>
                      </a:lnTo>
                      <a:lnTo>
                        <a:pt x="562" y="192"/>
                      </a:lnTo>
                      <a:lnTo>
                        <a:pt x="560" y="192"/>
                      </a:lnTo>
                      <a:lnTo>
                        <a:pt x="562" y="192"/>
                      </a:lnTo>
                      <a:lnTo>
                        <a:pt x="562" y="190"/>
                      </a:lnTo>
                      <a:lnTo>
                        <a:pt x="560" y="190"/>
                      </a:lnTo>
                      <a:lnTo>
                        <a:pt x="558" y="190"/>
                      </a:lnTo>
                      <a:lnTo>
                        <a:pt x="558" y="192"/>
                      </a:lnTo>
                      <a:lnTo>
                        <a:pt x="557" y="192"/>
                      </a:lnTo>
                      <a:lnTo>
                        <a:pt x="555" y="192"/>
                      </a:lnTo>
                      <a:lnTo>
                        <a:pt x="555" y="190"/>
                      </a:lnTo>
                      <a:lnTo>
                        <a:pt x="553" y="190"/>
                      </a:lnTo>
                      <a:lnTo>
                        <a:pt x="551" y="190"/>
                      </a:lnTo>
                      <a:lnTo>
                        <a:pt x="551" y="188"/>
                      </a:lnTo>
                      <a:lnTo>
                        <a:pt x="549" y="188"/>
                      </a:lnTo>
                      <a:lnTo>
                        <a:pt x="548" y="188"/>
                      </a:lnTo>
                      <a:lnTo>
                        <a:pt x="546" y="188"/>
                      </a:lnTo>
                      <a:lnTo>
                        <a:pt x="544" y="188"/>
                      </a:lnTo>
                      <a:lnTo>
                        <a:pt x="544" y="186"/>
                      </a:lnTo>
                      <a:lnTo>
                        <a:pt x="542" y="188"/>
                      </a:lnTo>
                      <a:lnTo>
                        <a:pt x="540" y="188"/>
                      </a:lnTo>
                      <a:lnTo>
                        <a:pt x="538" y="188"/>
                      </a:lnTo>
                      <a:lnTo>
                        <a:pt x="538" y="190"/>
                      </a:lnTo>
                      <a:lnTo>
                        <a:pt x="537" y="190"/>
                      </a:lnTo>
                      <a:lnTo>
                        <a:pt x="535" y="190"/>
                      </a:lnTo>
                      <a:lnTo>
                        <a:pt x="537" y="192"/>
                      </a:lnTo>
                      <a:lnTo>
                        <a:pt x="535" y="192"/>
                      </a:lnTo>
                      <a:lnTo>
                        <a:pt x="533" y="192"/>
                      </a:lnTo>
                      <a:lnTo>
                        <a:pt x="531" y="192"/>
                      </a:lnTo>
                      <a:lnTo>
                        <a:pt x="529" y="192"/>
                      </a:lnTo>
                      <a:lnTo>
                        <a:pt x="527" y="193"/>
                      </a:lnTo>
                      <a:lnTo>
                        <a:pt x="526" y="193"/>
                      </a:lnTo>
                      <a:lnTo>
                        <a:pt x="524" y="193"/>
                      </a:lnTo>
                      <a:lnTo>
                        <a:pt x="522" y="192"/>
                      </a:lnTo>
                      <a:lnTo>
                        <a:pt x="522" y="190"/>
                      </a:lnTo>
                      <a:lnTo>
                        <a:pt x="520" y="188"/>
                      </a:lnTo>
                      <a:lnTo>
                        <a:pt x="522" y="188"/>
                      </a:lnTo>
                      <a:lnTo>
                        <a:pt x="520" y="186"/>
                      </a:lnTo>
                      <a:lnTo>
                        <a:pt x="518" y="186"/>
                      </a:lnTo>
                      <a:lnTo>
                        <a:pt x="516" y="186"/>
                      </a:lnTo>
                      <a:lnTo>
                        <a:pt x="515" y="186"/>
                      </a:lnTo>
                      <a:lnTo>
                        <a:pt x="513" y="184"/>
                      </a:lnTo>
                      <a:lnTo>
                        <a:pt x="513" y="183"/>
                      </a:lnTo>
                      <a:lnTo>
                        <a:pt x="515" y="183"/>
                      </a:lnTo>
                      <a:lnTo>
                        <a:pt x="516" y="183"/>
                      </a:lnTo>
                      <a:lnTo>
                        <a:pt x="516" y="181"/>
                      </a:lnTo>
                      <a:lnTo>
                        <a:pt x="518" y="181"/>
                      </a:lnTo>
                      <a:lnTo>
                        <a:pt x="518" y="179"/>
                      </a:lnTo>
                      <a:lnTo>
                        <a:pt x="520" y="179"/>
                      </a:lnTo>
                      <a:lnTo>
                        <a:pt x="522" y="179"/>
                      </a:lnTo>
                      <a:lnTo>
                        <a:pt x="524" y="177"/>
                      </a:lnTo>
                      <a:lnTo>
                        <a:pt x="526" y="177"/>
                      </a:lnTo>
                      <a:lnTo>
                        <a:pt x="526" y="175"/>
                      </a:lnTo>
                      <a:lnTo>
                        <a:pt x="527" y="175"/>
                      </a:lnTo>
                      <a:lnTo>
                        <a:pt x="527" y="173"/>
                      </a:lnTo>
                      <a:lnTo>
                        <a:pt x="529" y="173"/>
                      </a:lnTo>
                      <a:lnTo>
                        <a:pt x="527" y="173"/>
                      </a:lnTo>
                      <a:lnTo>
                        <a:pt x="527" y="172"/>
                      </a:lnTo>
                      <a:lnTo>
                        <a:pt x="526" y="172"/>
                      </a:lnTo>
                      <a:lnTo>
                        <a:pt x="524" y="172"/>
                      </a:lnTo>
                      <a:lnTo>
                        <a:pt x="526" y="170"/>
                      </a:lnTo>
                      <a:lnTo>
                        <a:pt x="526" y="172"/>
                      </a:lnTo>
                      <a:lnTo>
                        <a:pt x="527" y="170"/>
                      </a:lnTo>
                      <a:lnTo>
                        <a:pt x="526" y="170"/>
                      </a:lnTo>
                      <a:lnTo>
                        <a:pt x="524" y="170"/>
                      </a:lnTo>
                      <a:lnTo>
                        <a:pt x="524" y="168"/>
                      </a:lnTo>
                      <a:lnTo>
                        <a:pt x="522" y="168"/>
                      </a:lnTo>
                      <a:lnTo>
                        <a:pt x="522" y="166"/>
                      </a:lnTo>
                      <a:lnTo>
                        <a:pt x="522" y="164"/>
                      </a:lnTo>
                      <a:lnTo>
                        <a:pt x="520" y="164"/>
                      </a:lnTo>
                      <a:lnTo>
                        <a:pt x="518" y="162"/>
                      </a:lnTo>
                      <a:lnTo>
                        <a:pt x="516" y="162"/>
                      </a:lnTo>
                      <a:lnTo>
                        <a:pt x="515" y="162"/>
                      </a:lnTo>
                      <a:lnTo>
                        <a:pt x="515" y="164"/>
                      </a:lnTo>
                      <a:lnTo>
                        <a:pt x="515" y="166"/>
                      </a:lnTo>
                      <a:lnTo>
                        <a:pt x="515" y="168"/>
                      </a:lnTo>
                      <a:lnTo>
                        <a:pt x="513" y="168"/>
                      </a:lnTo>
                      <a:lnTo>
                        <a:pt x="511" y="168"/>
                      </a:lnTo>
                      <a:lnTo>
                        <a:pt x="511" y="170"/>
                      </a:lnTo>
                      <a:lnTo>
                        <a:pt x="509" y="170"/>
                      </a:lnTo>
                      <a:lnTo>
                        <a:pt x="507" y="170"/>
                      </a:lnTo>
                      <a:lnTo>
                        <a:pt x="506" y="170"/>
                      </a:lnTo>
                      <a:lnTo>
                        <a:pt x="506" y="172"/>
                      </a:lnTo>
                      <a:lnTo>
                        <a:pt x="504" y="172"/>
                      </a:lnTo>
                      <a:lnTo>
                        <a:pt x="502" y="173"/>
                      </a:lnTo>
                      <a:lnTo>
                        <a:pt x="500" y="173"/>
                      </a:lnTo>
                      <a:lnTo>
                        <a:pt x="498" y="173"/>
                      </a:lnTo>
                      <a:lnTo>
                        <a:pt x="496" y="173"/>
                      </a:lnTo>
                      <a:lnTo>
                        <a:pt x="495" y="173"/>
                      </a:lnTo>
                      <a:lnTo>
                        <a:pt x="495" y="175"/>
                      </a:lnTo>
                      <a:lnTo>
                        <a:pt x="495" y="173"/>
                      </a:lnTo>
                      <a:lnTo>
                        <a:pt x="493" y="173"/>
                      </a:lnTo>
                      <a:lnTo>
                        <a:pt x="493" y="175"/>
                      </a:lnTo>
                      <a:lnTo>
                        <a:pt x="493" y="177"/>
                      </a:lnTo>
                      <a:lnTo>
                        <a:pt x="491" y="177"/>
                      </a:lnTo>
                      <a:lnTo>
                        <a:pt x="489" y="177"/>
                      </a:lnTo>
                      <a:lnTo>
                        <a:pt x="489" y="175"/>
                      </a:lnTo>
                      <a:lnTo>
                        <a:pt x="487" y="175"/>
                      </a:lnTo>
                      <a:lnTo>
                        <a:pt x="485" y="175"/>
                      </a:lnTo>
                      <a:lnTo>
                        <a:pt x="485" y="173"/>
                      </a:lnTo>
                      <a:lnTo>
                        <a:pt x="484" y="172"/>
                      </a:lnTo>
                      <a:lnTo>
                        <a:pt x="482" y="172"/>
                      </a:lnTo>
                      <a:lnTo>
                        <a:pt x="480" y="172"/>
                      </a:lnTo>
                      <a:lnTo>
                        <a:pt x="478" y="172"/>
                      </a:lnTo>
                      <a:lnTo>
                        <a:pt x="478" y="173"/>
                      </a:lnTo>
                      <a:lnTo>
                        <a:pt x="476" y="173"/>
                      </a:lnTo>
                      <a:lnTo>
                        <a:pt x="478" y="175"/>
                      </a:lnTo>
                      <a:lnTo>
                        <a:pt x="476" y="175"/>
                      </a:lnTo>
                      <a:lnTo>
                        <a:pt x="476" y="177"/>
                      </a:lnTo>
                      <a:lnTo>
                        <a:pt x="478" y="177"/>
                      </a:lnTo>
                      <a:lnTo>
                        <a:pt x="476" y="179"/>
                      </a:lnTo>
                      <a:lnTo>
                        <a:pt x="475" y="179"/>
                      </a:lnTo>
                      <a:lnTo>
                        <a:pt x="473" y="179"/>
                      </a:lnTo>
                      <a:lnTo>
                        <a:pt x="473" y="181"/>
                      </a:lnTo>
                      <a:lnTo>
                        <a:pt x="475" y="181"/>
                      </a:lnTo>
                      <a:lnTo>
                        <a:pt x="475" y="183"/>
                      </a:lnTo>
                      <a:lnTo>
                        <a:pt x="475" y="184"/>
                      </a:lnTo>
                      <a:lnTo>
                        <a:pt x="476" y="184"/>
                      </a:lnTo>
                      <a:lnTo>
                        <a:pt x="475" y="184"/>
                      </a:lnTo>
                      <a:lnTo>
                        <a:pt x="475" y="186"/>
                      </a:lnTo>
                      <a:lnTo>
                        <a:pt x="476" y="186"/>
                      </a:lnTo>
                      <a:lnTo>
                        <a:pt x="476" y="188"/>
                      </a:lnTo>
                      <a:lnTo>
                        <a:pt x="476" y="190"/>
                      </a:lnTo>
                      <a:lnTo>
                        <a:pt x="475" y="188"/>
                      </a:lnTo>
                      <a:lnTo>
                        <a:pt x="475" y="190"/>
                      </a:lnTo>
                      <a:lnTo>
                        <a:pt x="476" y="190"/>
                      </a:lnTo>
                      <a:lnTo>
                        <a:pt x="475" y="192"/>
                      </a:lnTo>
                      <a:lnTo>
                        <a:pt x="476" y="192"/>
                      </a:lnTo>
                      <a:lnTo>
                        <a:pt x="476" y="193"/>
                      </a:lnTo>
                      <a:lnTo>
                        <a:pt x="475" y="192"/>
                      </a:lnTo>
                      <a:lnTo>
                        <a:pt x="473" y="192"/>
                      </a:lnTo>
                      <a:lnTo>
                        <a:pt x="471" y="192"/>
                      </a:lnTo>
                      <a:lnTo>
                        <a:pt x="469" y="192"/>
                      </a:lnTo>
                      <a:lnTo>
                        <a:pt x="465" y="192"/>
                      </a:lnTo>
                      <a:lnTo>
                        <a:pt x="462" y="192"/>
                      </a:lnTo>
                      <a:lnTo>
                        <a:pt x="460" y="192"/>
                      </a:lnTo>
                      <a:lnTo>
                        <a:pt x="460" y="193"/>
                      </a:lnTo>
                      <a:lnTo>
                        <a:pt x="458" y="193"/>
                      </a:lnTo>
                      <a:lnTo>
                        <a:pt x="456" y="192"/>
                      </a:lnTo>
                      <a:lnTo>
                        <a:pt x="453" y="193"/>
                      </a:lnTo>
                      <a:lnTo>
                        <a:pt x="451" y="193"/>
                      </a:lnTo>
                      <a:lnTo>
                        <a:pt x="449" y="193"/>
                      </a:lnTo>
                      <a:lnTo>
                        <a:pt x="449" y="195"/>
                      </a:lnTo>
                      <a:lnTo>
                        <a:pt x="453" y="197"/>
                      </a:lnTo>
                      <a:lnTo>
                        <a:pt x="453" y="195"/>
                      </a:lnTo>
                      <a:lnTo>
                        <a:pt x="454" y="195"/>
                      </a:lnTo>
                      <a:lnTo>
                        <a:pt x="456" y="195"/>
                      </a:lnTo>
                      <a:lnTo>
                        <a:pt x="458" y="195"/>
                      </a:lnTo>
                      <a:lnTo>
                        <a:pt x="460" y="195"/>
                      </a:lnTo>
                      <a:lnTo>
                        <a:pt x="462" y="193"/>
                      </a:lnTo>
                      <a:lnTo>
                        <a:pt x="464" y="193"/>
                      </a:lnTo>
                      <a:lnTo>
                        <a:pt x="465" y="193"/>
                      </a:lnTo>
                      <a:lnTo>
                        <a:pt x="465" y="195"/>
                      </a:lnTo>
                      <a:lnTo>
                        <a:pt x="465" y="197"/>
                      </a:lnTo>
                      <a:lnTo>
                        <a:pt x="464" y="197"/>
                      </a:lnTo>
                      <a:lnTo>
                        <a:pt x="462" y="197"/>
                      </a:lnTo>
                      <a:lnTo>
                        <a:pt x="460" y="197"/>
                      </a:lnTo>
                      <a:lnTo>
                        <a:pt x="460" y="199"/>
                      </a:lnTo>
                      <a:lnTo>
                        <a:pt x="462" y="199"/>
                      </a:lnTo>
                      <a:lnTo>
                        <a:pt x="462" y="201"/>
                      </a:lnTo>
                      <a:lnTo>
                        <a:pt x="462" y="203"/>
                      </a:lnTo>
                      <a:lnTo>
                        <a:pt x="464" y="203"/>
                      </a:lnTo>
                      <a:lnTo>
                        <a:pt x="462" y="203"/>
                      </a:lnTo>
                      <a:lnTo>
                        <a:pt x="462" y="204"/>
                      </a:lnTo>
                      <a:lnTo>
                        <a:pt x="460" y="204"/>
                      </a:lnTo>
                      <a:lnTo>
                        <a:pt x="460" y="203"/>
                      </a:lnTo>
                      <a:lnTo>
                        <a:pt x="460" y="201"/>
                      </a:lnTo>
                      <a:lnTo>
                        <a:pt x="458" y="201"/>
                      </a:lnTo>
                      <a:lnTo>
                        <a:pt x="460" y="203"/>
                      </a:lnTo>
                      <a:lnTo>
                        <a:pt x="460" y="204"/>
                      </a:lnTo>
                      <a:lnTo>
                        <a:pt x="458" y="204"/>
                      </a:lnTo>
                      <a:lnTo>
                        <a:pt x="456" y="204"/>
                      </a:lnTo>
                      <a:lnTo>
                        <a:pt x="454" y="204"/>
                      </a:lnTo>
                      <a:lnTo>
                        <a:pt x="454" y="206"/>
                      </a:lnTo>
                      <a:lnTo>
                        <a:pt x="453" y="204"/>
                      </a:lnTo>
                      <a:lnTo>
                        <a:pt x="453" y="206"/>
                      </a:lnTo>
                      <a:lnTo>
                        <a:pt x="453" y="208"/>
                      </a:lnTo>
                      <a:lnTo>
                        <a:pt x="451" y="208"/>
                      </a:lnTo>
                      <a:lnTo>
                        <a:pt x="451" y="210"/>
                      </a:lnTo>
                      <a:lnTo>
                        <a:pt x="451" y="212"/>
                      </a:lnTo>
                      <a:lnTo>
                        <a:pt x="451" y="214"/>
                      </a:lnTo>
                      <a:lnTo>
                        <a:pt x="449" y="214"/>
                      </a:lnTo>
                      <a:lnTo>
                        <a:pt x="449" y="215"/>
                      </a:lnTo>
                      <a:lnTo>
                        <a:pt x="447" y="215"/>
                      </a:lnTo>
                      <a:lnTo>
                        <a:pt x="445" y="215"/>
                      </a:lnTo>
                      <a:lnTo>
                        <a:pt x="443" y="215"/>
                      </a:lnTo>
                      <a:lnTo>
                        <a:pt x="442" y="215"/>
                      </a:lnTo>
                      <a:lnTo>
                        <a:pt x="440" y="215"/>
                      </a:lnTo>
                      <a:lnTo>
                        <a:pt x="438" y="215"/>
                      </a:lnTo>
                      <a:lnTo>
                        <a:pt x="436" y="215"/>
                      </a:lnTo>
                      <a:lnTo>
                        <a:pt x="434" y="215"/>
                      </a:lnTo>
                      <a:lnTo>
                        <a:pt x="433" y="215"/>
                      </a:lnTo>
                      <a:lnTo>
                        <a:pt x="431" y="215"/>
                      </a:lnTo>
                      <a:lnTo>
                        <a:pt x="429" y="214"/>
                      </a:lnTo>
                      <a:lnTo>
                        <a:pt x="427" y="214"/>
                      </a:lnTo>
                      <a:lnTo>
                        <a:pt x="425" y="214"/>
                      </a:lnTo>
                      <a:lnTo>
                        <a:pt x="423" y="214"/>
                      </a:lnTo>
                      <a:lnTo>
                        <a:pt x="423" y="212"/>
                      </a:lnTo>
                      <a:lnTo>
                        <a:pt x="422" y="212"/>
                      </a:lnTo>
                      <a:lnTo>
                        <a:pt x="420" y="212"/>
                      </a:lnTo>
                      <a:lnTo>
                        <a:pt x="418" y="212"/>
                      </a:lnTo>
                      <a:lnTo>
                        <a:pt x="416" y="212"/>
                      </a:lnTo>
                      <a:lnTo>
                        <a:pt x="416" y="214"/>
                      </a:lnTo>
                      <a:lnTo>
                        <a:pt x="414" y="214"/>
                      </a:lnTo>
                      <a:lnTo>
                        <a:pt x="412" y="214"/>
                      </a:lnTo>
                      <a:lnTo>
                        <a:pt x="411" y="214"/>
                      </a:lnTo>
                      <a:lnTo>
                        <a:pt x="411" y="215"/>
                      </a:lnTo>
                      <a:lnTo>
                        <a:pt x="409" y="214"/>
                      </a:lnTo>
                      <a:lnTo>
                        <a:pt x="409" y="215"/>
                      </a:lnTo>
                      <a:lnTo>
                        <a:pt x="411" y="215"/>
                      </a:lnTo>
                      <a:lnTo>
                        <a:pt x="409" y="215"/>
                      </a:lnTo>
                      <a:lnTo>
                        <a:pt x="407" y="215"/>
                      </a:lnTo>
                      <a:lnTo>
                        <a:pt x="407" y="217"/>
                      </a:lnTo>
                      <a:lnTo>
                        <a:pt x="409" y="217"/>
                      </a:lnTo>
                      <a:lnTo>
                        <a:pt x="411" y="219"/>
                      </a:lnTo>
                      <a:lnTo>
                        <a:pt x="409" y="219"/>
                      </a:lnTo>
                      <a:lnTo>
                        <a:pt x="411" y="221"/>
                      </a:lnTo>
                      <a:lnTo>
                        <a:pt x="411" y="223"/>
                      </a:lnTo>
                      <a:lnTo>
                        <a:pt x="411" y="225"/>
                      </a:lnTo>
                      <a:lnTo>
                        <a:pt x="409" y="225"/>
                      </a:lnTo>
                      <a:lnTo>
                        <a:pt x="407" y="225"/>
                      </a:lnTo>
                      <a:lnTo>
                        <a:pt x="405" y="225"/>
                      </a:lnTo>
                      <a:lnTo>
                        <a:pt x="407" y="225"/>
                      </a:lnTo>
                      <a:lnTo>
                        <a:pt x="405" y="225"/>
                      </a:lnTo>
                      <a:lnTo>
                        <a:pt x="407" y="226"/>
                      </a:lnTo>
                      <a:lnTo>
                        <a:pt x="405" y="226"/>
                      </a:lnTo>
                      <a:lnTo>
                        <a:pt x="409" y="226"/>
                      </a:lnTo>
                      <a:lnTo>
                        <a:pt x="409" y="228"/>
                      </a:lnTo>
                      <a:lnTo>
                        <a:pt x="411" y="228"/>
                      </a:lnTo>
                      <a:lnTo>
                        <a:pt x="412" y="228"/>
                      </a:lnTo>
                      <a:lnTo>
                        <a:pt x="414" y="228"/>
                      </a:lnTo>
                      <a:lnTo>
                        <a:pt x="416" y="228"/>
                      </a:lnTo>
                      <a:lnTo>
                        <a:pt x="416" y="230"/>
                      </a:lnTo>
                      <a:lnTo>
                        <a:pt x="418" y="230"/>
                      </a:lnTo>
                      <a:lnTo>
                        <a:pt x="418" y="232"/>
                      </a:lnTo>
                      <a:lnTo>
                        <a:pt x="418" y="234"/>
                      </a:lnTo>
                      <a:lnTo>
                        <a:pt x="418" y="236"/>
                      </a:lnTo>
                      <a:lnTo>
                        <a:pt x="420" y="236"/>
                      </a:lnTo>
                      <a:lnTo>
                        <a:pt x="422" y="236"/>
                      </a:lnTo>
                      <a:lnTo>
                        <a:pt x="423" y="236"/>
                      </a:lnTo>
                      <a:lnTo>
                        <a:pt x="425" y="236"/>
                      </a:lnTo>
                      <a:lnTo>
                        <a:pt x="425" y="234"/>
                      </a:lnTo>
                      <a:lnTo>
                        <a:pt x="427" y="234"/>
                      </a:lnTo>
                      <a:lnTo>
                        <a:pt x="429" y="234"/>
                      </a:lnTo>
                      <a:lnTo>
                        <a:pt x="429" y="236"/>
                      </a:lnTo>
                      <a:lnTo>
                        <a:pt x="431" y="236"/>
                      </a:lnTo>
                      <a:lnTo>
                        <a:pt x="431" y="234"/>
                      </a:lnTo>
                      <a:lnTo>
                        <a:pt x="433" y="234"/>
                      </a:lnTo>
                      <a:lnTo>
                        <a:pt x="433" y="236"/>
                      </a:lnTo>
                      <a:lnTo>
                        <a:pt x="434" y="236"/>
                      </a:lnTo>
                      <a:lnTo>
                        <a:pt x="434" y="237"/>
                      </a:lnTo>
                      <a:lnTo>
                        <a:pt x="436" y="237"/>
                      </a:lnTo>
                      <a:lnTo>
                        <a:pt x="436" y="239"/>
                      </a:lnTo>
                      <a:lnTo>
                        <a:pt x="436" y="241"/>
                      </a:lnTo>
                      <a:lnTo>
                        <a:pt x="434" y="241"/>
                      </a:lnTo>
                      <a:lnTo>
                        <a:pt x="433" y="241"/>
                      </a:lnTo>
                      <a:lnTo>
                        <a:pt x="431" y="243"/>
                      </a:lnTo>
                      <a:lnTo>
                        <a:pt x="433" y="243"/>
                      </a:lnTo>
                      <a:lnTo>
                        <a:pt x="434" y="245"/>
                      </a:lnTo>
                      <a:lnTo>
                        <a:pt x="433" y="245"/>
                      </a:lnTo>
                      <a:lnTo>
                        <a:pt x="431" y="245"/>
                      </a:lnTo>
                      <a:lnTo>
                        <a:pt x="431" y="246"/>
                      </a:lnTo>
                      <a:lnTo>
                        <a:pt x="433" y="246"/>
                      </a:lnTo>
                      <a:lnTo>
                        <a:pt x="433" y="248"/>
                      </a:lnTo>
                      <a:lnTo>
                        <a:pt x="433" y="250"/>
                      </a:lnTo>
                      <a:lnTo>
                        <a:pt x="431" y="250"/>
                      </a:lnTo>
                      <a:lnTo>
                        <a:pt x="431" y="252"/>
                      </a:lnTo>
                      <a:lnTo>
                        <a:pt x="433" y="252"/>
                      </a:lnTo>
                      <a:lnTo>
                        <a:pt x="433" y="254"/>
                      </a:lnTo>
                      <a:lnTo>
                        <a:pt x="434" y="254"/>
                      </a:lnTo>
                      <a:lnTo>
                        <a:pt x="433" y="254"/>
                      </a:lnTo>
                      <a:lnTo>
                        <a:pt x="433" y="256"/>
                      </a:lnTo>
                      <a:lnTo>
                        <a:pt x="431" y="257"/>
                      </a:lnTo>
                      <a:lnTo>
                        <a:pt x="433" y="257"/>
                      </a:lnTo>
                      <a:lnTo>
                        <a:pt x="433" y="256"/>
                      </a:lnTo>
                      <a:lnTo>
                        <a:pt x="434" y="256"/>
                      </a:lnTo>
                      <a:lnTo>
                        <a:pt x="434" y="257"/>
                      </a:lnTo>
                      <a:lnTo>
                        <a:pt x="436" y="257"/>
                      </a:lnTo>
                      <a:lnTo>
                        <a:pt x="436" y="259"/>
                      </a:lnTo>
                      <a:lnTo>
                        <a:pt x="438" y="259"/>
                      </a:lnTo>
                      <a:lnTo>
                        <a:pt x="440" y="259"/>
                      </a:lnTo>
                      <a:lnTo>
                        <a:pt x="440" y="261"/>
                      </a:lnTo>
                      <a:lnTo>
                        <a:pt x="440" y="263"/>
                      </a:lnTo>
                      <a:lnTo>
                        <a:pt x="442" y="263"/>
                      </a:lnTo>
                      <a:lnTo>
                        <a:pt x="443" y="263"/>
                      </a:lnTo>
                      <a:lnTo>
                        <a:pt x="443" y="265"/>
                      </a:lnTo>
                      <a:lnTo>
                        <a:pt x="443" y="267"/>
                      </a:lnTo>
                      <a:lnTo>
                        <a:pt x="442" y="267"/>
                      </a:lnTo>
                      <a:lnTo>
                        <a:pt x="443" y="267"/>
                      </a:lnTo>
                      <a:lnTo>
                        <a:pt x="442" y="268"/>
                      </a:lnTo>
                      <a:lnTo>
                        <a:pt x="443" y="268"/>
                      </a:lnTo>
                      <a:lnTo>
                        <a:pt x="442" y="268"/>
                      </a:lnTo>
                      <a:lnTo>
                        <a:pt x="442" y="270"/>
                      </a:lnTo>
                      <a:lnTo>
                        <a:pt x="440" y="270"/>
                      </a:lnTo>
                      <a:lnTo>
                        <a:pt x="440" y="272"/>
                      </a:lnTo>
                      <a:lnTo>
                        <a:pt x="438" y="274"/>
                      </a:lnTo>
                      <a:lnTo>
                        <a:pt x="440" y="274"/>
                      </a:lnTo>
                      <a:lnTo>
                        <a:pt x="438" y="274"/>
                      </a:lnTo>
                      <a:lnTo>
                        <a:pt x="436" y="274"/>
                      </a:lnTo>
                      <a:lnTo>
                        <a:pt x="434" y="274"/>
                      </a:lnTo>
                      <a:lnTo>
                        <a:pt x="433" y="276"/>
                      </a:lnTo>
                      <a:lnTo>
                        <a:pt x="433" y="278"/>
                      </a:lnTo>
                      <a:lnTo>
                        <a:pt x="431" y="279"/>
                      </a:lnTo>
                      <a:lnTo>
                        <a:pt x="431" y="281"/>
                      </a:lnTo>
                      <a:lnTo>
                        <a:pt x="429" y="281"/>
                      </a:lnTo>
                      <a:lnTo>
                        <a:pt x="429" y="283"/>
                      </a:lnTo>
                      <a:lnTo>
                        <a:pt x="427" y="283"/>
                      </a:lnTo>
                      <a:lnTo>
                        <a:pt x="425" y="287"/>
                      </a:lnTo>
                      <a:lnTo>
                        <a:pt x="423" y="287"/>
                      </a:lnTo>
                      <a:lnTo>
                        <a:pt x="423" y="289"/>
                      </a:lnTo>
                      <a:lnTo>
                        <a:pt x="423" y="292"/>
                      </a:lnTo>
                      <a:lnTo>
                        <a:pt x="423" y="294"/>
                      </a:lnTo>
                      <a:lnTo>
                        <a:pt x="423" y="296"/>
                      </a:lnTo>
                      <a:lnTo>
                        <a:pt x="422" y="300"/>
                      </a:lnTo>
                      <a:lnTo>
                        <a:pt x="422" y="301"/>
                      </a:lnTo>
                      <a:lnTo>
                        <a:pt x="422" y="300"/>
                      </a:lnTo>
                      <a:lnTo>
                        <a:pt x="420" y="300"/>
                      </a:lnTo>
                      <a:lnTo>
                        <a:pt x="418" y="300"/>
                      </a:lnTo>
                      <a:lnTo>
                        <a:pt x="416" y="300"/>
                      </a:lnTo>
                      <a:lnTo>
                        <a:pt x="416" y="298"/>
                      </a:lnTo>
                      <a:lnTo>
                        <a:pt x="414" y="298"/>
                      </a:lnTo>
                      <a:lnTo>
                        <a:pt x="414" y="300"/>
                      </a:lnTo>
                      <a:lnTo>
                        <a:pt x="412" y="300"/>
                      </a:lnTo>
                      <a:lnTo>
                        <a:pt x="412" y="298"/>
                      </a:lnTo>
                      <a:lnTo>
                        <a:pt x="411" y="298"/>
                      </a:lnTo>
                      <a:lnTo>
                        <a:pt x="409" y="298"/>
                      </a:lnTo>
                      <a:lnTo>
                        <a:pt x="409" y="300"/>
                      </a:lnTo>
                      <a:lnTo>
                        <a:pt x="407" y="300"/>
                      </a:lnTo>
                      <a:lnTo>
                        <a:pt x="405" y="300"/>
                      </a:lnTo>
                      <a:lnTo>
                        <a:pt x="403" y="300"/>
                      </a:lnTo>
                      <a:lnTo>
                        <a:pt x="402" y="300"/>
                      </a:lnTo>
                      <a:lnTo>
                        <a:pt x="402" y="298"/>
                      </a:lnTo>
                      <a:lnTo>
                        <a:pt x="400" y="298"/>
                      </a:lnTo>
                      <a:lnTo>
                        <a:pt x="398" y="298"/>
                      </a:lnTo>
                      <a:lnTo>
                        <a:pt x="398" y="296"/>
                      </a:lnTo>
                      <a:lnTo>
                        <a:pt x="398" y="294"/>
                      </a:lnTo>
                      <a:lnTo>
                        <a:pt x="396" y="294"/>
                      </a:lnTo>
                      <a:lnTo>
                        <a:pt x="394" y="294"/>
                      </a:lnTo>
                      <a:lnTo>
                        <a:pt x="392" y="294"/>
                      </a:lnTo>
                      <a:lnTo>
                        <a:pt x="391" y="294"/>
                      </a:lnTo>
                      <a:lnTo>
                        <a:pt x="389" y="294"/>
                      </a:lnTo>
                      <a:lnTo>
                        <a:pt x="387" y="294"/>
                      </a:lnTo>
                      <a:lnTo>
                        <a:pt x="385" y="294"/>
                      </a:lnTo>
                      <a:lnTo>
                        <a:pt x="383" y="294"/>
                      </a:lnTo>
                      <a:lnTo>
                        <a:pt x="381" y="294"/>
                      </a:lnTo>
                      <a:lnTo>
                        <a:pt x="380" y="296"/>
                      </a:lnTo>
                      <a:lnTo>
                        <a:pt x="380" y="294"/>
                      </a:lnTo>
                      <a:lnTo>
                        <a:pt x="378" y="294"/>
                      </a:lnTo>
                      <a:lnTo>
                        <a:pt x="376" y="294"/>
                      </a:lnTo>
                      <a:lnTo>
                        <a:pt x="376" y="292"/>
                      </a:lnTo>
                      <a:lnTo>
                        <a:pt x="378" y="292"/>
                      </a:lnTo>
                      <a:lnTo>
                        <a:pt x="378" y="290"/>
                      </a:lnTo>
                      <a:lnTo>
                        <a:pt x="378" y="289"/>
                      </a:lnTo>
                      <a:lnTo>
                        <a:pt x="376" y="287"/>
                      </a:lnTo>
                      <a:lnTo>
                        <a:pt x="376" y="285"/>
                      </a:lnTo>
                      <a:lnTo>
                        <a:pt x="378" y="283"/>
                      </a:lnTo>
                      <a:lnTo>
                        <a:pt x="378" y="281"/>
                      </a:lnTo>
                      <a:lnTo>
                        <a:pt x="378" y="279"/>
                      </a:lnTo>
                      <a:lnTo>
                        <a:pt x="378" y="278"/>
                      </a:lnTo>
                      <a:lnTo>
                        <a:pt x="378" y="276"/>
                      </a:lnTo>
                      <a:lnTo>
                        <a:pt x="380" y="276"/>
                      </a:lnTo>
                      <a:lnTo>
                        <a:pt x="381" y="274"/>
                      </a:lnTo>
                      <a:lnTo>
                        <a:pt x="381" y="272"/>
                      </a:lnTo>
                      <a:lnTo>
                        <a:pt x="380" y="270"/>
                      </a:lnTo>
                      <a:lnTo>
                        <a:pt x="378" y="270"/>
                      </a:lnTo>
                      <a:lnTo>
                        <a:pt x="376" y="270"/>
                      </a:lnTo>
                      <a:lnTo>
                        <a:pt x="374" y="270"/>
                      </a:lnTo>
                      <a:lnTo>
                        <a:pt x="372" y="270"/>
                      </a:lnTo>
                      <a:lnTo>
                        <a:pt x="370" y="270"/>
                      </a:lnTo>
                      <a:lnTo>
                        <a:pt x="370" y="268"/>
                      </a:lnTo>
                      <a:lnTo>
                        <a:pt x="369" y="268"/>
                      </a:lnTo>
                      <a:lnTo>
                        <a:pt x="369" y="267"/>
                      </a:lnTo>
                      <a:lnTo>
                        <a:pt x="367" y="267"/>
                      </a:lnTo>
                      <a:lnTo>
                        <a:pt x="367" y="265"/>
                      </a:lnTo>
                      <a:lnTo>
                        <a:pt x="365" y="265"/>
                      </a:lnTo>
                      <a:lnTo>
                        <a:pt x="363" y="265"/>
                      </a:lnTo>
                      <a:lnTo>
                        <a:pt x="361" y="265"/>
                      </a:lnTo>
                      <a:lnTo>
                        <a:pt x="361" y="263"/>
                      </a:lnTo>
                      <a:lnTo>
                        <a:pt x="361" y="265"/>
                      </a:lnTo>
                      <a:lnTo>
                        <a:pt x="360" y="265"/>
                      </a:lnTo>
                      <a:lnTo>
                        <a:pt x="361" y="263"/>
                      </a:lnTo>
                      <a:lnTo>
                        <a:pt x="360" y="263"/>
                      </a:lnTo>
                      <a:lnTo>
                        <a:pt x="358" y="263"/>
                      </a:lnTo>
                      <a:lnTo>
                        <a:pt x="356" y="263"/>
                      </a:lnTo>
                      <a:lnTo>
                        <a:pt x="356" y="261"/>
                      </a:lnTo>
                      <a:lnTo>
                        <a:pt x="354" y="261"/>
                      </a:lnTo>
                      <a:lnTo>
                        <a:pt x="352" y="261"/>
                      </a:lnTo>
                      <a:lnTo>
                        <a:pt x="350" y="261"/>
                      </a:lnTo>
                      <a:lnTo>
                        <a:pt x="345" y="261"/>
                      </a:lnTo>
                      <a:lnTo>
                        <a:pt x="343" y="261"/>
                      </a:lnTo>
                      <a:lnTo>
                        <a:pt x="341" y="261"/>
                      </a:lnTo>
                      <a:lnTo>
                        <a:pt x="336" y="257"/>
                      </a:lnTo>
                      <a:lnTo>
                        <a:pt x="334" y="256"/>
                      </a:lnTo>
                      <a:lnTo>
                        <a:pt x="329" y="254"/>
                      </a:lnTo>
                      <a:lnTo>
                        <a:pt x="327" y="252"/>
                      </a:lnTo>
                      <a:lnTo>
                        <a:pt x="323" y="250"/>
                      </a:lnTo>
                      <a:lnTo>
                        <a:pt x="321" y="248"/>
                      </a:lnTo>
                      <a:lnTo>
                        <a:pt x="319" y="248"/>
                      </a:lnTo>
                      <a:lnTo>
                        <a:pt x="318" y="246"/>
                      </a:lnTo>
                      <a:lnTo>
                        <a:pt x="316" y="246"/>
                      </a:lnTo>
                      <a:lnTo>
                        <a:pt x="314" y="246"/>
                      </a:lnTo>
                      <a:lnTo>
                        <a:pt x="314" y="245"/>
                      </a:lnTo>
                      <a:lnTo>
                        <a:pt x="312" y="245"/>
                      </a:lnTo>
                      <a:lnTo>
                        <a:pt x="310" y="245"/>
                      </a:lnTo>
                      <a:lnTo>
                        <a:pt x="310" y="243"/>
                      </a:lnTo>
                      <a:lnTo>
                        <a:pt x="308" y="243"/>
                      </a:lnTo>
                      <a:lnTo>
                        <a:pt x="305" y="241"/>
                      </a:lnTo>
                      <a:lnTo>
                        <a:pt x="301" y="237"/>
                      </a:lnTo>
                      <a:lnTo>
                        <a:pt x="299" y="237"/>
                      </a:lnTo>
                      <a:lnTo>
                        <a:pt x="297" y="236"/>
                      </a:lnTo>
                      <a:lnTo>
                        <a:pt x="292" y="237"/>
                      </a:lnTo>
                      <a:lnTo>
                        <a:pt x="292" y="236"/>
                      </a:lnTo>
                      <a:lnTo>
                        <a:pt x="288" y="234"/>
                      </a:lnTo>
                      <a:lnTo>
                        <a:pt x="276" y="226"/>
                      </a:lnTo>
                      <a:lnTo>
                        <a:pt x="276" y="225"/>
                      </a:lnTo>
                      <a:lnTo>
                        <a:pt x="272" y="225"/>
                      </a:lnTo>
                      <a:lnTo>
                        <a:pt x="268" y="223"/>
                      </a:lnTo>
                      <a:lnTo>
                        <a:pt x="265" y="219"/>
                      </a:lnTo>
                      <a:lnTo>
                        <a:pt x="246" y="210"/>
                      </a:lnTo>
                      <a:lnTo>
                        <a:pt x="239" y="204"/>
                      </a:lnTo>
                      <a:lnTo>
                        <a:pt x="234" y="203"/>
                      </a:lnTo>
                      <a:lnTo>
                        <a:pt x="232" y="201"/>
                      </a:lnTo>
                      <a:lnTo>
                        <a:pt x="230" y="201"/>
                      </a:lnTo>
                      <a:lnTo>
                        <a:pt x="230" y="199"/>
                      </a:lnTo>
                      <a:lnTo>
                        <a:pt x="228" y="199"/>
                      </a:lnTo>
                      <a:lnTo>
                        <a:pt x="228" y="197"/>
                      </a:lnTo>
                      <a:lnTo>
                        <a:pt x="230" y="197"/>
                      </a:lnTo>
                      <a:lnTo>
                        <a:pt x="230" y="195"/>
                      </a:lnTo>
                      <a:lnTo>
                        <a:pt x="228" y="195"/>
                      </a:lnTo>
                      <a:lnTo>
                        <a:pt x="230" y="195"/>
                      </a:lnTo>
                      <a:lnTo>
                        <a:pt x="230" y="193"/>
                      </a:lnTo>
                      <a:lnTo>
                        <a:pt x="228" y="193"/>
                      </a:lnTo>
                      <a:lnTo>
                        <a:pt x="228" y="192"/>
                      </a:lnTo>
                      <a:lnTo>
                        <a:pt x="228" y="190"/>
                      </a:lnTo>
                      <a:lnTo>
                        <a:pt x="228" y="188"/>
                      </a:lnTo>
                      <a:lnTo>
                        <a:pt x="228" y="186"/>
                      </a:lnTo>
                      <a:lnTo>
                        <a:pt x="226" y="186"/>
                      </a:lnTo>
                      <a:lnTo>
                        <a:pt x="228" y="186"/>
                      </a:lnTo>
                      <a:lnTo>
                        <a:pt x="228" y="184"/>
                      </a:lnTo>
                      <a:lnTo>
                        <a:pt x="226" y="184"/>
                      </a:lnTo>
                      <a:lnTo>
                        <a:pt x="224" y="184"/>
                      </a:lnTo>
                      <a:lnTo>
                        <a:pt x="224" y="183"/>
                      </a:lnTo>
                      <a:lnTo>
                        <a:pt x="223" y="183"/>
                      </a:lnTo>
                      <a:lnTo>
                        <a:pt x="221" y="183"/>
                      </a:lnTo>
                      <a:lnTo>
                        <a:pt x="221" y="181"/>
                      </a:lnTo>
                      <a:lnTo>
                        <a:pt x="221" y="179"/>
                      </a:lnTo>
                      <a:lnTo>
                        <a:pt x="219" y="179"/>
                      </a:lnTo>
                      <a:lnTo>
                        <a:pt x="219" y="177"/>
                      </a:lnTo>
                      <a:lnTo>
                        <a:pt x="217" y="177"/>
                      </a:lnTo>
                      <a:lnTo>
                        <a:pt x="219" y="177"/>
                      </a:lnTo>
                      <a:lnTo>
                        <a:pt x="217" y="177"/>
                      </a:lnTo>
                      <a:lnTo>
                        <a:pt x="219" y="177"/>
                      </a:lnTo>
                      <a:lnTo>
                        <a:pt x="217" y="175"/>
                      </a:lnTo>
                      <a:lnTo>
                        <a:pt x="215" y="173"/>
                      </a:lnTo>
                      <a:lnTo>
                        <a:pt x="215" y="172"/>
                      </a:lnTo>
                      <a:lnTo>
                        <a:pt x="215" y="170"/>
                      </a:lnTo>
                      <a:lnTo>
                        <a:pt x="214" y="170"/>
                      </a:lnTo>
                      <a:lnTo>
                        <a:pt x="214" y="168"/>
                      </a:lnTo>
                      <a:lnTo>
                        <a:pt x="215" y="168"/>
                      </a:lnTo>
                      <a:lnTo>
                        <a:pt x="214" y="168"/>
                      </a:lnTo>
                      <a:lnTo>
                        <a:pt x="214" y="166"/>
                      </a:lnTo>
                      <a:lnTo>
                        <a:pt x="214" y="164"/>
                      </a:lnTo>
                      <a:lnTo>
                        <a:pt x="214" y="162"/>
                      </a:lnTo>
                      <a:lnTo>
                        <a:pt x="212" y="162"/>
                      </a:lnTo>
                      <a:lnTo>
                        <a:pt x="212" y="161"/>
                      </a:lnTo>
                      <a:lnTo>
                        <a:pt x="210" y="161"/>
                      </a:lnTo>
                      <a:lnTo>
                        <a:pt x="210" y="159"/>
                      </a:lnTo>
                      <a:lnTo>
                        <a:pt x="208" y="159"/>
                      </a:lnTo>
                      <a:lnTo>
                        <a:pt x="206" y="157"/>
                      </a:lnTo>
                      <a:lnTo>
                        <a:pt x="204" y="157"/>
                      </a:lnTo>
                      <a:lnTo>
                        <a:pt x="204" y="155"/>
                      </a:lnTo>
                      <a:lnTo>
                        <a:pt x="203" y="155"/>
                      </a:lnTo>
                      <a:lnTo>
                        <a:pt x="203" y="153"/>
                      </a:lnTo>
                      <a:lnTo>
                        <a:pt x="201" y="153"/>
                      </a:lnTo>
                      <a:lnTo>
                        <a:pt x="201" y="155"/>
                      </a:lnTo>
                      <a:lnTo>
                        <a:pt x="199" y="153"/>
                      </a:lnTo>
                      <a:lnTo>
                        <a:pt x="199" y="155"/>
                      </a:lnTo>
                      <a:lnTo>
                        <a:pt x="197" y="153"/>
                      </a:lnTo>
                      <a:lnTo>
                        <a:pt x="195" y="153"/>
                      </a:lnTo>
                      <a:lnTo>
                        <a:pt x="193" y="153"/>
                      </a:lnTo>
                      <a:lnTo>
                        <a:pt x="193" y="155"/>
                      </a:lnTo>
                      <a:lnTo>
                        <a:pt x="193" y="157"/>
                      </a:lnTo>
                      <a:lnTo>
                        <a:pt x="192" y="157"/>
                      </a:lnTo>
                      <a:lnTo>
                        <a:pt x="190" y="159"/>
                      </a:lnTo>
                      <a:lnTo>
                        <a:pt x="188" y="159"/>
                      </a:lnTo>
                      <a:lnTo>
                        <a:pt x="186" y="159"/>
                      </a:lnTo>
                      <a:lnTo>
                        <a:pt x="184" y="157"/>
                      </a:lnTo>
                      <a:lnTo>
                        <a:pt x="182" y="157"/>
                      </a:lnTo>
                      <a:lnTo>
                        <a:pt x="182" y="155"/>
                      </a:lnTo>
                      <a:lnTo>
                        <a:pt x="181" y="155"/>
                      </a:lnTo>
                      <a:lnTo>
                        <a:pt x="181" y="153"/>
                      </a:lnTo>
                      <a:lnTo>
                        <a:pt x="181" y="155"/>
                      </a:lnTo>
                      <a:lnTo>
                        <a:pt x="179" y="155"/>
                      </a:lnTo>
                      <a:lnTo>
                        <a:pt x="173" y="155"/>
                      </a:lnTo>
                      <a:lnTo>
                        <a:pt x="168" y="155"/>
                      </a:lnTo>
                      <a:lnTo>
                        <a:pt x="166" y="155"/>
                      </a:lnTo>
                      <a:lnTo>
                        <a:pt x="164" y="155"/>
                      </a:lnTo>
                      <a:lnTo>
                        <a:pt x="162" y="155"/>
                      </a:lnTo>
                      <a:lnTo>
                        <a:pt x="161" y="155"/>
                      </a:lnTo>
                      <a:lnTo>
                        <a:pt x="159" y="155"/>
                      </a:lnTo>
                      <a:lnTo>
                        <a:pt x="157" y="153"/>
                      </a:lnTo>
                      <a:lnTo>
                        <a:pt x="155" y="153"/>
                      </a:lnTo>
                      <a:lnTo>
                        <a:pt x="151" y="151"/>
                      </a:lnTo>
                      <a:lnTo>
                        <a:pt x="146" y="150"/>
                      </a:lnTo>
                      <a:lnTo>
                        <a:pt x="146" y="148"/>
                      </a:lnTo>
                      <a:lnTo>
                        <a:pt x="146" y="144"/>
                      </a:lnTo>
                      <a:lnTo>
                        <a:pt x="148" y="144"/>
                      </a:lnTo>
                      <a:lnTo>
                        <a:pt x="148" y="142"/>
                      </a:lnTo>
                      <a:lnTo>
                        <a:pt x="150" y="142"/>
                      </a:lnTo>
                      <a:lnTo>
                        <a:pt x="150" y="140"/>
                      </a:lnTo>
                      <a:lnTo>
                        <a:pt x="148" y="140"/>
                      </a:lnTo>
                      <a:lnTo>
                        <a:pt x="146" y="139"/>
                      </a:lnTo>
                      <a:lnTo>
                        <a:pt x="144" y="137"/>
                      </a:lnTo>
                      <a:lnTo>
                        <a:pt x="146" y="137"/>
                      </a:lnTo>
                      <a:lnTo>
                        <a:pt x="146" y="135"/>
                      </a:lnTo>
                      <a:lnTo>
                        <a:pt x="148" y="135"/>
                      </a:lnTo>
                      <a:lnTo>
                        <a:pt x="150" y="135"/>
                      </a:lnTo>
                      <a:lnTo>
                        <a:pt x="151" y="135"/>
                      </a:lnTo>
                      <a:lnTo>
                        <a:pt x="151" y="137"/>
                      </a:lnTo>
                      <a:lnTo>
                        <a:pt x="153" y="137"/>
                      </a:lnTo>
                      <a:lnTo>
                        <a:pt x="155" y="137"/>
                      </a:lnTo>
                      <a:lnTo>
                        <a:pt x="153" y="135"/>
                      </a:lnTo>
                      <a:lnTo>
                        <a:pt x="151" y="135"/>
                      </a:lnTo>
                      <a:lnTo>
                        <a:pt x="150" y="133"/>
                      </a:lnTo>
                      <a:lnTo>
                        <a:pt x="148" y="133"/>
                      </a:lnTo>
                      <a:lnTo>
                        <a:pt x="148" y="131"/>
                      </a:lnTo>
                      <a:lnTo>
                        <a:pt x="146" y="131"/>
                      </a:lnTo>
                      <a:lnTo>
                        <a:pt x="144" y="131"/>
                      </a:lnTo>
                      <a:lnTo>
                        <a:pt x="144" y="130"/>
                      </a:lnTo>
                      <a:lnTo>
                        <a:pt x="142" y="130"/>
                      </a:lnTo>
                      <a:lnTo>
                        <a:pt x="141" y="128"/>
                      </a:lnTo>
                      <a:lnTo>
                        <a:pt x="142" y="128"/>
                      </a:lnTo>
                      <a:lnTo>
                        <a:pt x="144" y="128"/>
                      </a:lnTo>
                      <a:lnTo>
                        <a:pt x="144" y="126"/>
                      </a:lnTo>
                      <a:lnTo>
                        <a:pt x="144" y="124"/>
                      </a:lnTo>
                      <a:lnTo>
                        <a:pt x="142" y="124"/>
                      </a:lnTo>
                      <a:lnTo>
                        <a:pt x="142" y="122"/>
                      </a:lnTo>
                      <a:lnTo>
                        <a:pt x="144" y="122"/>
                      </a:lnTo>
                      <a:lnTo>
                        <a:pt x="144" y="120"/>
                      </a:lnTo>
                      <a:lnTo>
                        <a:pt x="142" y="120"/>
                      </a:lnTo>
                      <a:lnTo>
                        <a:pt x="142" y="119"/>
                      </a:lnTo>
                      <a:lnTo>
                        <a:pt x="141" y="119"/>
                      </a:lnTo>
                      <a:lnTo>
                        <a:pt x="142" y="119"/>
                      </a:lnTo>
                      <a:lnTo>
                        <a:pt x="141" y="119"/>
                      </a:lnTo>
                      <a:lnTo>
                        <a:pt x="141" y="117"/>
                      </a:lnTo>
                      <a:lnTo>
                        <a:pt x="139" y="117"/>
                      </a:lnTo>
                      <a:lnTo>
                        <a:pt x="137" y="117"/>
                      </a:lnTo>
                      <a:lnTo>
                        <a:pt x="135" y="119"/>
                      </a:lnTo>
                      <a:lnTo>
                        <a:pt x="135" y="117"/>
                      </a:lnTo>
                      <a:lnTo>
                        <a:pt x="133" y="117"/>
                      </a:lnTo>
                      <a:lnTo>
                        <a:pt x="131" y="117"/>
                      </a:lnTo>
                      <a:lnTo>
                        <a:pt x="130" y="117"/>
                      </a:lnTo>
                      <a:lnTo>
                        <a:pt x="128" y="117"/>
                      </a:lnTo>
                      <a:lnTo>
                        <a:pt x="126" y="117"/>
                      </a:lnTo>
                      <a:lnTo>
                        <a:pt x="124" y="117"/>
                      </a:lnTo>
                      <a:lnTo>
                        <a:pt x="122" y="117"/>
                      </a:lnTo>
                      <a:lnTo>
                        <a:pt x="120" y="117"/>
                      </a:lnTo>
                      <a:lnTo>
                        <a:pt x="119" y="115"/>
                      </a:lnTo>
                      <a:lnTo>
                        <a:pt x="117" y="115"/>
                      </a:lnTo>
                      <a:lnTo>
                        <a:pt x="117" y="113"/>
                      </a:lnTo>
                      <a:lnTo>
                        <a:pt x="117" y="111"/>
                      </a:lnTo>
                      <a:lnTo>
                        <a:pt x="115" y="111"/>
                      </a:lnTo>
                      <a:lnTo>
                        <a:pt x="113" y="109"/>
                      </a:lnTo>
                      <a:lnTo>
                        <a:pt x="109" y="109"/>
                      </a:lnTo>
                      <a:lnTo>
                        <a:pt x="108" y="109"/>
                      </a:lnTo>
                      <a:lnTo>
                        <a:pt x="108" y="108"/>
                      </a:lnTo>
                      <a:lnTo>
                        <a:pt x="104" y="108"/>
                      </a:lnTo>
                      <a:lnTo>
                        <a:pt x="104" y="106"/>
                      </a:lnTo>
                      <a:lnTo>
                        <a:pt x="100" y="104"/>
                      </a:lnTo>
                      <a:lnTo>
                        <a:pt x="99" y="102"/>
                      </a:lnTo>
                      <a:lnTo>
                        <a:pt x="95" y="98"/>
                      </a:lnTo>
                      <a:lnTo>
                        <a:pt x="93" y="98"/>
                      </a:lnTo>
                      <a:lnTo>
                        <a:pt x="93" y="100"/>
                      </a:lnTo>
                      <a:lnTo>
                        <a:pt x="95" y="102"/>
                      </a:lnTo>
                      <a:lnTo>
                        <a:pt x="93" y="102"/>
                      </a:lnTo>
                      <a:lnTo>
                        <a:pt x="93" y="104"/>
                      </a:lnTo>
                      <a:lnTo>
                        <a:pt x="91" y="104"/>
                      </a:lnTo>
                      <a:lnTo>
                        <a:pt x="89" y="104"/>
                      </a:lnTo>
                      <a:lnTo>
                        <a:pt x="88" y="104"/>
                      </a:lnTo>
                      <a:lnTo>
                        <a:pt x="86" y="104"/>
                      </a:lnTo>
                      <a:lnTo>
                        <a:pt x="84" y="104"/>
                      </a:lnTo>
                      <a:lnTo>
                        <a:pt x="82" y="104"/>
                      </a:lnTo>
                      <a:lnTo>
                        <a:pt x="80" y="104"/>
                      </a:lnTo>
                      <a:lnTo>
                        <a:pt x="78" y="104"/>
                      </a:lnTo>
                      <a:lnTo>
                        <a:pt x="78" y="106"/>
                      </a:lnTo>
                      <a:lnTo>
                        <a:pt x="77" y="106"/>
                      </a:lnTo>
                      <a:lnTo>
                        <a:pt x="78" y="106"/>
                      </a:lnTo>
                      <a:lnTo>
                        <a:pt x="78" y="108"/>
                      </a:lnTo>
                      <a:lnTo>
                        <a:pt x="80" y="108"/>
                      </a:lnTo>
                      <a:lnTo>
                        <a:pt x="82" y="108"/>
                      </a:lnTo>
                      <a:lnTo>
                        <a:pt x="82" y="109"/>
                      </a:lnTo>
                      <a:lnTo>
                        <a:pt x="84" y="111"/>
                      </a:lnTo>
                      <a:lnTo>
                        <a:pt x="86" y="113"/>
                      </a:lnTo>
                      <a:lnTo>
                        <a:pt x="86" y="115"/>
                      </a:lnTo>
                      <a:lnTo>
                        <a:pt x="88" y="115"/>
                      </a:lnTo>
                      <a:lnTo>
                        <a:pt x="89" y="117"/>
                      </a:lnTo>
                      <a:lnTo>
                        <a:pt x="89" y="119"/>
                      </a:lnTo>
                      <a:lnTo>
                        <a:pt x="89" y="117"/>
                      </a:lnTo>
                      <a:lnTo>
                        <a:pt x="88" y="117"/>
                      </a:lnTo>
                      <a:lnTo>
                        <a:pt x="86" y="117"/>
                      </a:lnTo>
                      <a:lnTo>
                        <a:pt x="86" y="115"/>
                      </a:lnTo>
                      <a:lnTo>
                        <a:pt x="86" y="113"/>
                      </a:lnTo>
                      <a:lnTo>
                        <a:pt x="84" y="113"/>
                      </a:lnTo>
                      <a:lnTo>
                        <a:pt x="84" y="111"/>
                      </a:lnTo>
                      <a:lnTo>
                        <a:pt x="82" y="111"/>
                      </a:lnTo>
                      <a:lnTo>
                        <a:pt x="80" y="111"/>
                      </a:lnTo>
                      <a:lnTo>
                        <a:pt x="78" y="111"/>
                      </a:lnTo>
                      <a:lnTo>
                        <a:pt x="77" y="111"/>
                      </a:lnTo>
                      <a:lnTo>
                        <a:pt x="77" y="109"/>
                      </a:lnTo>
                      <a:lnTo>
                        <a:pt x="75" y="109"/>
                      </a:lnTo>
                      <a:lnTo>
                        <a:pt x="73" y="109"/>
                      </a:lnTo>
                      <a:lnTo>
                        <a:pt x="73" y="108"/>
                      </a:lnTo>
                      <a:lnTo>
                        <a:pt x="73" y="109"/>
                      </a:lnTo>
                      <a:lnTo>
                        <a:pt x="71" y="109"/>
                      </a:lnTo>
                      <a:lnTo>
                        <a:pt x="71" y="111"/>
                      </a:lnTo>
                      <a:lnTo>
                        <a:pt x="69" y="113"/>
                      </a:lnTo>
                      <a:lnTo>
                        <a:pt x="69" y="111"/>
                      </a:lnTo>
                      <a:lnTo>
                        <a:pt x="69" y="113"/>
                      </a:lnTo>
                      <a:lnTo>
                        <a:pt x="68" y="113"/>
                      </a:lnTo>
                      <a:lnTo>
                        <a:pt x="69" y="113"/>
                      </a:lnTo>
                      <a:lnTo>
                        <a:pt x="69" y="115"/>
                      </a:lnTo>
                      <a:lnTo>
                        <a:pt x="68" y="119"/>
                      </a:lnTo>
                      <a:lnTo>
                        <a:pt x="68" y="120"/>
                      </a:lnTo>
                      <a:lnTo>
                        <a:pt x="66" y="119"/>
                      </a:lnTo>
                      <a:lnTo>
                        <a:pt x="66" y="120"/>
                      </a:lnTo>
                      <a:lnTo>
                        <a:pt x="66" y="122"/>
                      </a:lnTo>
                      <a:lnTo>
                        <a:pt x="66" y="120"/>
                      </a:lnTo>
                      <a:lnTo>
                        <a:pt x="66" y="122"/>
                      </a:lnTo>
                      <a:lnTo>
                        <a:pt x="64" y="122"/>
                      </a:lnTo>
                      <a:lnTo>
                        <a:pt x="62" y="122"/>
                      </a:lnTo>
                      <a:lnTo>
                        <a:pt x="60" y="122"/>
                      </a:lnTo>
                      <a:lnTo>
                        <a:pt x="58" y="122"/>
                      </a:lnTo>
                      <a:lnTo>
                        <a:pt x="57" y="122"/>
                      </a:lnTo>
                      <a:lnTo>
                        <a:pt x="53" y="122"/>
                      </a:lnTo>
                      <a:lnTo>
                        <a:pt x="51" y="122"/>
                      </a:lnTo>
                      <a:lnTo>
                        <a:pt x="49" y="122"/>
                      </a:lnTo>
                      <a:lnTo>
                        <a:pt x="47" y="122"/>
                      </a:lnTo>
                      <a:lnTo>
                        <a:pt x="46" y="122"/>
                      </a:lnTo>
                      <a:lnTo>
                        <a:pt x="46" y="124"/>
                      </a:lnTo>
                      <a:lnTo>
                        <a:pt x="42" y="128"/>
                      </a:lnTo>
                      <a:lnTo>
                        <a:pt x="40" y="130"/>
                      </a:lnTo>
                      <a:lnTo>
                        <a:pt x="40" y="131"/>
                      </a:lnTo>
                      <a:lnTo>
                        <a:pt x="38" y="131"/>
                      </a:lnTo>
                      <a:lnTo>
                        <a:pt x="36" y="131"/>
                      </a:lnTo>
                      <a:lnTo>
                        <a:pt x="35" y="131"/>
                      </a:lnTo>
                      <a:lnTo>
                        <a:pt x="35" y="133"/>
                      </a:lnTo>
                      <a:lnTo>
                        <a:pt x="35" y="135"/>
                      </a:lnTo>
                      <a:lnTo>
                        <a:pt x="35" y="137"/>
                      </a:lnTo>
                      <a:lnTo>
                        <a:pt x="35" y="139"/>
                      </a:lnTo>
                      <a:lnTo>
                        <a:pt x="35" y="140"/>
                      </a:lnTo>
                      <a:lnTo>
                        <a:pt x="36" y="144"/>
                      </a:lnTo>
                      <a:lnTo>
                        <a:pt x="36" y="146"/>
                      </a:lnTo>
                      <a:lnTo>
                        <a:pt x="38" y="146"/>
                      </a:lnTo>
                      <a:lnTo>
                        <a:pt x="36" y="146"/>
                      </a:lnTo>
                      <a:lnTo>
                        <a:pt x="36" y="148"/>
                      </a:lnTo>
                      <a:lnTo>
                        <a:pt x="38" y="148"/>
                      </a:lnTo>
                      <a:lnTo>
                        <a:pt x="38" y="150"/>
                      </a:lnTo>
                      <a:lnTo>
                        <a:pt x="40" y="151"/>
                      </a:lnTo>
                      <a:lnTo>
                        <a:pt x="40" y="150"/>
                      </a:lnTo>
                      <a:lnTo>
                        <a:pt x="42" y="150"/>
                      </a:lnTo>
                      <a:lnTo>
                        <a:pt x="42" y="151"/>
                      </a:lnTo>
                      <a:lnTo>
                        <a:pt x="40" y="151"/>
                      </a:lnTo>
                      <a:lnTo>
                        <a:pt x="38" y="151"/>
                      </a:lnTo>
                      <a:lnTo>
                        <a:pt x="38" y="153"/>
                      </a:lnTo>
                      <a:lnTo>
                        <a:pt x="38" y="155"/>
                      </a:lnTo>
                      <a:lnTo>
                        <a:pt x="36" y="155"/>
                      </a:lnTo>
                      <a:lnTo>
                        <a:pt x="35" y="155"/>
                      </a:lnTo>
                      <a:lnTo>
                        <a:pt x="29" y="153"/>
                      </a:lnTo>
                      <a:lnTo>
                        <a:pt x="22" y="153"/>
                      </a:lnTo>
                      <a:lnTo>
                        <a:pt x="18" y="153"/>
                      </a:lnTo>
                      <a:lnTo>
                        <a:pt x="16" y="153"/>
                      </a:lnTo>
                      <a:lnTo>
                        <a:pt x="5" y="151"/>
                      </a:lnTo>
                      <a:lnTo>
                        <a:pt x="0" y="151"/>
                      </a:lnTo>
                      <a:lnTo>
                        <a:pt x="0" y="20"/>
                      </a:lnTo>
                      <a:lnTo>
                        <a:pt x="2" y="20"/>
                      </a:lnTo>
                      <a:lnTo>
                        <a:pt x="4" y="20"/>
                      </a:lnTo>
                      <a:lnTo>
                        <a:pt x="27" y="14"/>
                      </a:lnTo>
                      <a:lnTo>
                        <a:pt x="91" y="0"/>
                      </a:lnTo>
                      <a:lnTo>
                        <a:pt x="93" y="0"/>
                      </a:lnTo>
                      <a:close/>
                      <a:moveTo>
                        <a:pt x="524" y="166"/>
                      </a:moveTo>
                      <a:lnTo>
                        <a:pt x="526" y="166"/>
                      </a:lnTo>
                      <a:lnTo>
                        <a:pt x="524" y="166"/>
                      </a:lnTo>
                      <a:lnTo>
                        <a:pt x="524" y="164"/>
                      </a:lnTo>
                      <a:lnTo>
                        <a:pt x="522" y="164"/>
                      </a:lnTo>
                      <a:lnTo>
                        <a:pt x="520" y="164"/>
                      </a:lnTo>
                      <a:lnTo>
                        <a:pt x="522" y="164"/>
                      </a:lnTo>
                      <a:lnTo>
                        <a:pt x="524" y="166"/>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0" name="Freeform 126">
                  <a:extLst>
                    <a:ext uri="{FF2B5EF4-FFF2-40B4-BE49-F238E27FC236}">
                      <a16:creationId xmlns:a16="http://schemas.microsoft.com/office/drawing/2014/main" id="{EEB84985-84A3-52E2-8F4B-071AD6BF5C80}"/>
                    </a:ext>
                  </a:extLst>
                </p:cNvPr>
                <p:cNvSpPr>
                  <a:spLocks noEditPoints="1"/>
                </p:cNvSpPr>
                <p:nvPr/>
              </p:nvSpPr>
              <p:spPr bwMode="auto">
                <a:xfrm>
                  <a:off x="5755443" y="3539948"/>
                  <a:ext cx="475299" cy="950596"/>
                </a:xfrm>
                <a:custGeom>
                  <a:avLst/>
                  <a:gdLst>
                    <a:gd name="T0" fmla="*/ 135 w 263"/>
                    <a:gd name="T1" fmla="*/ 470 h 526"/>
                    <a:gd name="T2" fmla="*/ 144 w 263"/>
                    <a:gd name="T3" fmla="*/ 475 h 526"/>
                    <a:gd name="T4" fmla="*/ 122 w 263"/>
                    <a:gd name="T5" fmla="*/ 470 h 526"/>
                    <a:gd name="T6" fmla="*/ 146 w 263"/>
                    <a:gd name="T7" fmla="*/ 497 h 526"/>
                    <a:gd name="T8" fmla="*/ 113 w 263"/>
                    <a:gd name="T9" fmla="*/ 521 h 526"/>
                    <a:gd name="T10" fmla="*/ 97 w 263"/>
                    <a:gd name="T11" fmla="*/ 491 h 526"/>
                    <a:gd name="T12" fmla="*/ 104 w 263"/>
                    <a:gd name="T13" fmla="*/ 477 h 526"/>
                    <a:gd name="T14" fmla="*/ 102 w 263"/>
                    <a:gd name="T15" fmla="*/ 455 h 526"/>
                    <a:gd name="T16" fmla="*/ 104 w 263"/>
                    <a:gd name="T17" fmla="*/ 451 h 526"/>
                    <a:gd name="T18" fmla="*/ 235 w 263"/>
                    <a:gd name="T19" fmla="*/ 437 h 526"/>
                    <a:gd name="T20" fmla="*/ 188 w 263"/>
                    <a:gd name="T21" fmla="*/ 462 h 526"/>
                    <a:gd name="T22" fmla="*/ 173 w 263"/>
                    <a:gd name="T23" fmla="*/ 457 h 526"/>
                    <a:gd name="T24" fmla="*/ 162 w 263"/>
                    <a:gd name="T25" fmla="*/ 448 h 526"/>
                    <a:gd name="T26" fmla="*/ 166 w 263"/>
                    <a:gd name="T27" fmla="*/ 468 h 526"/>
                    <a:gd name="T28" fmla="*/ 111 w 263"/>
                    <a:gd name="T29" fmla="*/ 449 h 526"/>
                    <a:gd name="T30" fmla="*/ 146 w 263"/>
                    <a:gd name="T31" fmla="*/ 444 h 526"/>
                    <a:gd name="T32" fmla="*/ 139 w 263"/>
                    <a:gd name="T33" fmla="*/ 415 h 526"/>
                    <a:gd name="T34" fmla="*/ 175 w 263"/>
                    <a:gd name="T35" fmla="*/ 404 h 526"/>
                    <a:gd name="T36" fmla="*/ 195 w 263"/>
                    <a:gd name="T37" fmla="*/ 382 h 526"/>
                    <a:gd name="T38" fmla="*/ 192 w 263"/>
                    <a:gd name="T39" fmla="*/ 320 h 526"/>
                    <a:gd name="T40" fmla="*/ 192 w 263"/>
                    <a:gd name="T41" fmla="*/ 285 h 526"/>
                    <a:gd name="T42" fmla="*/ 175 w 263"/>
                    <a:gd name="T43" fmla="*/ 252 h 526"/>
                    <a:gd name="T44" fmla="*/ 146 w 263"/>
                    <a:gd name="T45" fmla="*/ 219 h 526"/>
                    <a:gd name="T46" fmla="*/ 108 w 263"/>
                    <a:gd name="T47" fmla="*/ 179 h 526"/>
                    <a:gd name="T48" fmla="*/ 71 w 263"/>
                    <a:gd name="T49" fmla="*/ 150 h 526"/>
                    <a:gd name="T50" fmla="*/ 91 w 263"/>
                    <a:gd name="T51" fmla="*/ 131 h 526"/>
                    <a:gd name="T52" fmla="*/ 80 w 263"/>
                    <a:gd name="T53" fmla="*/ 106 h 526"/>
                    <a:gd name="T54" fmla="*/ 60 w 263"/>
                    <a:gd name="T55" fmla="*/ 91 h 526"/>
                    <a:gd name="T56" fmla="*/ 27 w 263"/>
                    <a:gd name="T57" fmla="*/ 77 h 526"/>
                    <a:gd name="T58" fmla="*/ 18 w 263"/>
                    <a:gd name="T59" fmla="*/ 55 h 526"/>
                    <a:gd name="T60" fmla="*/ 13 w 263"/>
                    <a:gd name="T61" fmla="*/ 20 h 526"/>
                    <a:gd name="T62" fmla="*/ 46 w 263"/>
                    <a:gd name="T63" fmla="*/ 22 h 526"/>
                    <a:gd name="T64" fmla="*/ 77 w 263"/>
                    <a:gd name="T65" fmla="*/ 18 h 526"/>
                    <a:gd name="T66" fmla="*/ 117 w 263"/>
                    <a:gd name="T67" fmla="*/ 2 h 526"/>
                    <a:gd name="T68" fmla="*/ 153 w 263"/>
                    <a:gd name="T69" fmla="*/ 18 h 526"/>
                    <a:gd name="T70" fmla="*/ 162 w 263"/>
                    <a:gd name="T71" fmla="*/ 46 h 526"/>
                    <a:gd name="T72" fmla="*/ 199 w 263"/>
                    <a:gd name="T73" fmla="*/ 64 h 526"/>
                    <a:gd name="T74" fmla="*/ 206 w 263"/>
                    <a:gd name="T75" fmla="*/ 66 h 526"/>
                    <a:gd name="T76" fmla="*/ 188 w 263"/>
                    <a:gd name="T77" fmla="*/ 73 h 526"/>
                    <a:gd name="T78" fmla="*/ 177 w 263"/>
                    <a:gd name="T79" fmla="*/ 86 h 526"/>
                    <a:gd name="T80" fmla="*/ 166 w 263"/>
                    <a:gd name="T81" fmla="*/ 88 h 526"/>
                    <a:gd name="T82" fmla="*/ 164 w 263"/>
                    <a:gd name="T83" fmla="*/ 97 h 526"/>
                    <a:gd name="T84" fmla="*/ 144 w 263"/>
                    <a:gd name="T85" fmla="*/ 104 h 526"/>
                    <a:gd name="T86" fmla="*/ 140 w 263"/>
                    <a:gd name="T87" fmla="*/ 122 h 526"/>
                    <a:gd name="T88" fmla="*/ 128 w 263"/>
                    <a:gd name="T89" fmla="*/ 150 h 526"/>
                    <a:gd name="T90" fmla="*/ 133 w 263"/>
                    <a:gd name="T91" fmla="*/ 172 h 526"/>
                    <a:gd name="T92" fmla="*/ 153 w 263"/>
                    <a:gd name="T93" fmla="*/ 197 h 526"/>
                    <a:gd name="T94" fmla="*/ 159 w 263"/>
                    <a:gd name="T95" fmla="*/ 208 h 526"/>
                    <a:gd name="T96" fmla="*/ 181 w 263"/>
                    <a:gd name="T97" fmla="*/ 232 h 526"/>
                    <a:gd name="T98" fmla="*/ 193 w 263"/>
                    <a:gd name="T99" fmla="*/ 243 h 526"/>
                    <a:gd name="T100" fmla="*/ 212 w 263"/>
                    <a:gd name="T101" fmla="*/ 252 h 526"/>
                    <a:gd name="T102" fmla="*/ 221 w 263"/>
                    <a:gd name="T103" fmla="*/ 261 h 526"/>
                    <a:gd name="T104" fmla="*/ 210 w 263"/>
                    <a:gd name="T105" fmla="*/ 268 h 526"/>
                    <a:gd name="T106" fmla="*/ 232 w 263"/>
                    <a:gd name="T107" fmla="*/ 281 h 526"/>
                    <a:gd name="T108" fmla="*/ 237 w 263"/>
                    <a:gd name="T109" fmla="*/ 289 h 526"/>
                    <a:gd name="T110" fmla="*/ 237 w 263"/>
                    <a:gd name="T111" fmla="*/ 301 h 526"/>
                    <a:gd name="T112" fmla="*/ 243 w 263"/>
                    <a:gd name="T113" fmla="*/ 321 h 526"/>
                    <a:gd name="T114" fmla="*/ 255 w 263"/>
                    <a:gd name="T115" fmla="*/ 345 h 526"/>
                    <a:gd name="T116" fmla="*/ 254 w 263"/>
                    <a:gd name="T117" fmla="*/ 358 h 526"/>
                    <a:gd name="T118" fmla="*/ 259 w 263"/>
                    <a:gd name="T119" fmla="*/ 373 h 526"/>
                    <a:gd name="T120" fmla="*/ 254 w 263"/>
                    <a:gd name="T121" fmla="*/ 387 h 526"/>
                    <a:gd name="T122" fmla="*/ 255 w 263"/>
                    <a:gd name="T123" fmla="*/ 411 h 526"/>
                    <a:gd name="T124" fmla="*/ 246 w 263"/>
                    <a:gd name="T125" fmla="*/ 42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526">
                      <a:moveTo>
                        <a:pt x="140" y="470"/>
                      </a:moveTo>
                      <a:lnTo>
                        <a:pt x="142" y="470"/>
                      </a:lnTo>
                      <a:lnTo>
                        <a:pt x="144" y="470"/>
                      </a:lnTo>
                      <a:lnTo>
                        <a:pt x="146" y="470"/>
                      </a:lnTo>
                      <a:lnTo>
                        <a:pt x="148" y="470"/>
                      </a:lnTo>
                      <a:lnTo>
                        <a:pt x="150" y="470"/>
                      </a:lnTo>
                      <a:lnTo>
                        <a:pt x="151" y="471"/>
                      </a:lnTo>
                      <a:lnTo>
                        <a:pt x="151" y="473"/>
                      </a:lnTo>
                      <a:lnTo>
                        <a:pt x="151" y="475"/>
                      </a:lnTo>
                      <a:lnTo>
                        <a:pt x="153" y="475"/>
                      </a:lnTo>
                      <a:lnTo>
                        <a:pt x="153" y="477"/>
                      </a:lnTo>
                      <a:lnTo>
                        <a:pt x="155" y="477"/>
                      </a:lnTo>
                      <a:lnTo>
                        <a:pt x="155" y="479"/>
                      </a:lnTo>
                      <a:lnTo>
                        <a:pt x="157" y="479"/>
                      </a:lnTo>
                      <a:lnTo>
                        <a:pt x="159" y="479"/>
                      </a:lnTo>
                      <a:lnTo>
                        <a:pt x="159" y="481"/>
                      </a:lnTo>
                      <a:lnTo>
                        <a:pt x="161" y="481"/>
                      </a:lnTo>
                      <a:lnTo>
                        <a:pt x="162" y="481"/>
                      </a:lnTo>
                      <a:lnTo>
                        <a:pt x="162" y="482"/>
                      </a:lnTo>
                      <a:lnTo>
                        <a:pt x="162" y="484"/>
                      </a:lnTo>
                      <a:lnTo>
                        <a:pt x="161" y="484"/>
                      </a:lnTo>
                      <a:lnTo>
                        <a:pt x="161" y="486"/>
                      </a:lnTo>
                      <a:lnTo>
                        <a:pt x="159" y="486"/>
                      </a:lnTo>
                      <a:lnTo>
                        <a:pt x="159" y="484"/>
                      </a:lnTo>
                      <a:lnTo>
                        <a:pt x="157" y="484"/>
                      </a:lnTo>
                      <a:lnTo>
                        <a:pt x="157" y="482"/>
                      </a:lnTo>
                      <a:lnTo>
                        <a:pt x="155" y="482"/>
                      </a:lnTo>
                      <a:lnTo>
                        <a:pt x="155" y="481"/>
                      </a:lnTo>
                      <a:lnTo>
                        <a:pt x="153" y="481"/>
                      </a:lnTo>
                      <a:lnTo>
                        <a:pt x="151" y="479"/>
                      </a:lnTo>
                      <a:lnTo>
                        <a:pt x="150" y="479"/>
                      </a:lnTo>
                      <a:lnTo>
                        <a:pt x="150" y="477"/>
                      </a:lnTo>
                      <a:lnTo>
                        <a:pt x="148" y="477"/>
                      </a:lnTo>
                      <a:lnTo>
                        <a:pt x="148" y="475"/>
                      </a:lnTo>
                      <a:lnTo>
                        <a:pt x="146" y="473"/>
                      </a:lnTo>
                      <a:lnTo>
                        <a:pt x="144" y="473"/>
                      </a:lnTo>
                      <a:lnTo>
                        <a:pt x="144" y="471"/>
                      </a:lnTo>
                      <a:lnTo>
                        <a:pt x="142" y="471"/>
                      </a:lnTo>
                      <a:lnTo>
                        <a:pt x="142" y="470"/>
                      </a:lnTo>
                      <a:lnTo>
                        <a:pt x="140" y="470"/>
                      </a:lnTo>
                      <a:lnTo>
                        <a:pt x="139" y="470"/>
                      </a:lnTo>
                      <a:lnTo>
                        <a:pt x="137" y="470"/>
                      </a:lnTo>
                      <a:lnTo>
                        <a:pt x="135" y="470"/>
                      </a:lnTo>
                      <a:lnTo>
                        <a:pt x="137" y="468"/>
                      </a:lnTo>
                      <a:lnTo>
                        <a:pt x="139" y="468"/>
                      </a:lnTo>
                      <a:lnTo>
                        <a:pt x="140" y="468"/>
                      </a:lnTo>
                      <a:lnTo>
                        <a:pt x="140" y="470"/>
                      </a:lnTo>
                      <a:close/>
                      <a:moveTo>
                        <a:pt x="84" y="464"/>
                      </a:moveTo>
                      <a:lnTo>
                        <a:pt x="84" y="466"/>
                      </a:lnTo>
                      <a:lnTo>
                        <a:pt x="82" y="466"/>
                      </a:lnTo>
                      <a:lnTo>
                        <a:pt x="82" y="464"/>
                      </a:lnTo>
                      <a:lnTo>
                        <a:pt x="84" y="464"/>
                      </a:lnTo>
                      <a:close/>
                      <a:moveTo>
                        <a:pt x="117" y="459"/>
                      </a:moveTo>
                      <a:lnTo>
                        <a:pt x="119" y="459"/>
                      </a:lnTo>
                      <a:lnTo>
                        <a:pt x="119" y="460"/>
                      </a:lnTo>
                      <a:lnTo>
                        <a:pt x="120" y="460"/>
                      </a:lnTo>
                      <a:lnTo>
                        <a:pt x="120" y="462"/>
                      </a:lnTo>
                      <a:lnTo>
                        <a:pt x="122" y="462"/>
                      </a:lnTo>
                      <a:lnTo>
                        <a:pt x="122" y="464"/>
                      </a:lnTo>
                      <a:lnTo>
                        <a:pt x="124" y="464"/>
                      </a:lnTo>
                      <a:lnTo>
                        <a:pt x="126" y="464"/>
                      </a:lnTo>
                      <a:lnTo>
                        <a:pt x="128" y="464"/>
                      </a:lnTo>
                      <a:lnTo>
                        <a:pt x="128" y="466"/>
                      </a:lnTo>
                      <a:lnTo>
                        <a:pt x="130" y="466"/>
                      </a:lnTo>
                      <a:lnTo>
                        <a:pt x="130" y="468"/>
                      </a:lnTo>
                      <a:lnTo>
                        <a:pt x="131" y="470"/>
                      </a:lnTo>
                      <a:lnTo>
                        <a:pt x="131" y="468"/>
                      </a:lnTo>
                      <a:lnTo>
                        <a:pt x="133" y="468"/>
                      </a:lnTo>
                      <a:lnTo>
                        <a:pt x="133" y="470"/>
                      </a:lnTo>
                      <a:lnTo>
                        <a:pt x="135" y="470"/>
                      </a:lnTo>
                      <a:lnTo>
                        <a:pt x="133" y="470"/>
                      </a:lnTo>
                      <a:lnTo>
                        <a:pt x="131" y="470"/>
                      </a:lnTo>
                      <a:lnTo>
                        <a:pt x="130" y="470"/>
                      </a:lnTo>
                      <a:lnTo>
                        <a:pt x="130" y="468"/>
                      </a:lnTo>
                      <a:lnTo>
                        <a:pt x="130" y="470"/>
                      </a:lnTo>
                      <a:lnTo>
                        <a:pt x="131" y="470"/>
                      </a:lnTo>
                      <a:lnTo>
                        <a:pt x="133" y="470"/>
                      </a:lnTo>
                      <a:lnTo>
                        <a:pt x="135" y="470"/>
                      </a:lnTo>
                      <a:lnTo>
                        <a:pt x="137" y="470"/>
                      </a:lnTo>
                      <a:lnTo>
                        <a:pt x="139" y="470"/>
                      </a:lnTo>
                      <a:lnTo>
                        <a:pt x="140" y="470"/>
                      </a:lnTo>
                      <a:lnTo>
                        <a:pt x="142" y="470"/>
                      </a:lnTo>
                      <a:lnTo>
                        <a:pt x="142" y="471"/>
                      </a:lnTo>
                      <a:lnTo>
                        <a:pt x="144" y="471"/>
                      </a:lnTo>
                      <a:lnTo>
                        <a:pt x="144" y="473"/>
                      </a:lnTo>
                      <a:lnTo>
                        <a:pt x="144" y="475"/>
                      </a:lnTo>
                      <a:lnTo>
                        <a:pt x="146" y="475"/>
                      </a:lnTo>
                      <a:lnTo>
                        <a:pt x="146" y="477"/>
                      </a:lnTo>
                      <a:lnTo>
                        <a:pt x="148" y="477"/>
                      </a:lnTo>
                      <a:lnTo>
                        <a:pt x="150" y="479"/>
                      </a:lnTo>
                      <a:lnTo>
                        <a:pt x="151" y="479"/>
                      </a:lnTo>
                      <a:lnTo>
                        <a:pt x="151" y="481"/>
                      </a:lnTo>
                      <a:lnTo>
                        <a:pt x="153" y="481"/>
                      </a:lnTo>
                      <a:lnTo>
                        <a:pt x="153" y="482"/>
                      </a:lnTo>
                      <a:lnTo>
                        <a:pt x="155" y="484"/>
                      </a:lnTo>
                      <a:lnTo>
                        <a:pt x="157" y="486"/>
                      </a:lnTo>
                      <a:lnTo>
                        <a:pt x="157" y="488"/>
                      </a:lnTo>
                      <a:lnTo>
                        <a:pt x="159" y="488"/>
                      </a:lnTo>
                      <a:lnTo>
                        <a:pt x="159" y="490"/>
                      </a:lnTo>
                      <a:lnTo>
                        <a:pt x="157" y="490"/>
                      </a:lnTo>
                      <a:lnTo>
                        <a:pt x="157" y="491"/>
                      </a:lnTo>
                      <a:lnTo>
                        <a:pt x="157" y="493"/>
                      </a:lnTo>
                      <a:lnTo>
                        <a:pt x="155" y="493"/>
                      </a:lnTo>
                      <a:lnTo>
                        <a:pt x="155" y="491"/>
                      </a:lnTo>
                      <a:lnTo>
                        <a:pt x="153" y="491"/>
                      </a:lnTo>
                      <a:lnTo>
                        <a:pt x="150" y="493"/>
                      </a:lnTo>
                      <a:lnTo>
                        <a:pt x="148" y="493"/>
                      </a:lnTo>
                      <a:lnTo>
                        <a:pt x="148" y="491"/>
                      </a:lnTo>
                      <a:lnTo>
                        <a:pt x="146" y="491"/>
                      </a:lnTo>
                      <a:lnTo>
                        <a:pt x="144" y="490"/>
                      </a:lnTo>
                      <a:lnTo>
                        <a:pt x="142" y="488"/>
                      </a:lnTo>
                      <a:lnTo>
                        <a:pt x="140" y="486"/>
                      </a:lnTo>
                      <a:lnTo>
                        <a:pt x="139" y="484"/>
                      </a:lnTo>
                      <a:lnTo>
                        <a:pt x="139" y="482"/>
                      </a:lnTo>
                      <a:lnTo>
                        <a:pt x="137" y="482"/>
                      </a:lnTo>
                      <a:lnTo>
                        <a:pt x="137" y="481"/>
                      </a:lnTo>
                      <a:lnTo>
                        <a:pt x="135" y="481"/>
                      </a:lnTo>
                      <a:lnTo>
                        <a:pt x="135" y="479"/>
                      </a:lnTo>
                      <a:lnTo>
                        <a:pt x="133" y="479"/>
                      </a:lnTo>
                      <a:lnTo>
                        <a:pt x="131" y="479"/>
                      </a:lnTo>
                      <a:lnTo>
                        <a:pt x="131" y="477"/>
                      </a:lnTo>
                      <a:lnTo>
                        <a:pt x="130" y="477"/>
                      </a:lnTo>
                      <a:lnTo>
                        <a:pt x="130" y="475"/>
                      </a:lnTo>
                      <a:lnTo>
                        <a:pt x="128" y="475"/>
                      </a:lnTo>
                      <a:lnTo>
                        <a:pt x="126" y="473"/>
                      </a:lnTo>
                      <a:lnTo>
                        <a:pt x="126" y="471"/>
                      </a:lnTo>
                      <a:lnTo>
                        <a:pt x="124" y="471"/>
                      </a:lnTo>
                      <a:lnTo>
                        <a:pt x="124" y="470"/>
                      </a:lnTo>
                      <a:lnTo>
                        <a:pt x="122" y="470"/>
                      </a:lnTo>
                      <a:lnTo>
                        <a:pt x="122" y="468"/>
                      </a:lnTo>
                      <a:lnTo>
                        <a:pt x="120" y="468"/>
                      </a:lnTo>
                      <a:lnTo>
                        <a:pt x="120" y="466"/>
                      </a:lnTo>
                      <a:lnTo>
                        <a:pt x="119" y="466"/>
                      </a:lnTo>
                      <a:lnTo>
                        <a:pt x="119" y="464"/>
                      </a:lnTo>
                      <a:lnTo>
                        <a:pt x="119" y="462"/>
                      </a:lnTo>
                      <a:lnTo>
                        <a:pt x="117" y="462"/>
                      </a:lnTo>
                      <a:lnTo>
                        <a:pt x="115" y="462"/>
                      </a:lnTo>
                      <a:lnTo>
                        <a:pt x="115" y="460"/>
                      </a:lnTo>
                      <a:lnTo>
                        <a:pt x="115" y="459"/>
                      </a:lnTo>
                      <a:lnTo>
                        <a:pt x="117" y="459"/>
                      </a:lnTo>
                      <a:close/>
                      <a:moveTo>
                        <a:pt x="113" y="459"/>
                      </a:moveTo>
                      <a:lnTo>
                        <a:pt x="115" y="460"/>
                      </a:lnTo>
                      <a:lnTo>
                        <a:pt x="115" y="462"/>
                      </a:lnTo>
                      <a:lnTo>
                        <a:pt x="117" y="462"/>
                      </a:lnTo>
                      <a:lnTo>
                        <a:pt x="117" y="464"/>
                      </a:lnTo>
                      <a:lnTo>
                        <a:pt x="119" y="464"/>
                      </a:lnTo>
                      <a:lnTo>
                        <a:pt x="119" y="466"/>
                      </a:lnTo>
                      <a:lnTo>
                        <a:pt x="120" y="466"/>
                      </a:lnTo>
                      <a:lnTo>
                        <a:pt x="120" y="468"/>
                      </a:lnTo>
                      <a:lnTo>
                        <a:pt x="120" y="470"/>
                      </a:lnTo>
                      <a:lnTo>
                        <a:pt x="122" y="470"/>
                      </a:lnTo>
                      <a:lnTo>
                        <a:pt x="124" y="471"/>
                      </a:lnTo>
                      <a:lnTo>
                        <a:pt x="126" y="473"/>
                      </a:lnTo>
                      <a:lnTo>
                        <a:pt x="128" y="475"/>
                      </a:lnTo>
                      <a:lnTo>
                        <a:pt x="130" y="477"/>
                      </a:lnTo>
                      <a:lnTo>
                        <a:pt x="131" y="477"/>
                      </a:lnTo>
                      <a:lnTo>
                        <a:pt x="131" y="479"/>
                      </a:lnTo>
                      <a:lnTo>
                        <a:pt x="133" y="481"/>
                      </a:lnTo>
                      <a:lnTo>
                        <a:pt x="135" y="481"/>
                      </a:lnTo>
                      <a:lnTo>
                        <a:pt x="135" y="482"/>
                      </a:lnTo>
                      <a:lnTo>
                        <a:pt x="137" y="484"/>
                      </a:lnTo>
                      <a:lnTo>
                        <a:pt x="139" y="484"/>
                      </a:lnTo>
                      <a:lnTo>
                        <a:pt x="139" y="486"/>
                      </a:lnTo>
                      <a:lnTo>
                        <a:pt x="140" y="486"/>
                      </a:lnTo>
                      <a:lnTo>
                        <a:pt x="140" y="488"/>
                      </a:lnTo>
                      <a:lnTo>
                        <a:pt x="140" y="490"/>
                      </a:lnTo>
                      <a:lnTo>
                        <a:pt x="142" y="490"/>
                      </a:lnTo>
                      <a:lnTo>
                        <a:pt x="142" y="491"/>
                      </a:lnTo>
                      <a:lnTo>
                        <a:pt x="144" y="493"/>
                      </a:lnTo>
                      <a:lnTo>
                        <a:pt x="144" y="495"/>
                      </a:lnTo>
                      <a:lnTo>
                        <a:pt x="146" y="495"/>
                      </a:lnTo>
                      <a:lnTo>
                        <a:pt x="146" y="497"/>
                      </a:lnTo>
                      <a:lnTo>
                        <a:pt x="146" y="499"/>
                      </a:lnTo>
                      <a:lnTo>
                        <a:pt x="144" y="499"/>
                      </a:lnTo>
                      <a:lnTo>
                        <a:pt x="144" y="501"/>
                      </a:lnTo>
                      <a:lnTo>
                        <a:pt x="142" y="501"/>
                      </a:lnTo>
                      <a:lnTo>
                        <a:pt x="142" y="499"/>
                      </a:lnTo>
                      <a:lnTo>
                        <a:pt x="140" y="499"/>
                      </a:lnTo>
                      <a:lnTo>
                        <a:pt x="139" y="499"/>
                      </a:lnTo>
                      <a:lnTo>
                        <a:pt x="137" y="499"/>
                      </a:lnTo>
                      <a:lnTo>
                        <a:pt x="137" y="497"/>
                      </a:lnTo>
                      <a:lnTo>
                        <a:pt x="137" y="499"/>
                      </a:lnTo>
                      <a:lnTo>
                        <a:pt x="139" y="499"/>
                      </a:lnTo>
                      <a:lnTo>
                        <a:pt x="140" y="499"/>
                      </a:lnTo>
                      <a:lnTo>
                        <a:pt x="142" y="499"/>
                      </a:lnTo>
                      <a:lnTo>
                        <a:pt x="142" y="501"/>
                      </a:lnTo>
                      <a:lnTo>
                        <a:pt x="144" y="501"/>
                      </a:lnTo>
                      <a:lnTo>
                        <a:pt x="144" y="502"/>
                      </a:lnTo>
                      <a:lnTo>
                        <a:pt x="142" y="502"/>
                      </a:lnTo>
                      <a:lnTo>
                        <a:pt x="140" y="502"/>
                      </a:lnTo>
                      <a:lnTo>
                        <a:pt x="139" y="504"/>
                      </a:lnTo>
                      <a:lnTo>
                        <a:pt x="137" y="504"/>
                      </a:lnTo>
                      <a:lnTo>
                        <a:pt x="135" y="504"/>
                      </a:lnTo>
                      <a:lnTo>
                        <a:pt x="133" y="504"/>
                      </a:lnTo>
                      <a:lnTo>
                        <a:pt x="133" y="506"/>
                      </a:lnTo>
                      <a:lnTo>
                        <a:pt x="131" y="506"/>
                      </a:lnTo>
                      <a:lnTo>
                        <a:pt x="130" y="506"/>
                      </a:lnTo>
                      <a:lnTo>
                        <a:pt x="130" y="508"/>
                      </a:lnTo>
                      <a:lnTo>
                        <a:pt x="128" y="508"/>
                      </a:lnTo>
                      <a:lnTo>
                        <a:pt x="126" y="508"/>
                      </a:lnTo>
                      <a:lnTo>
                        <a:pt x="126" y="510"/>
                      </a:lnTo>
                      <a:lnTo>
                        <a:pt x="124" y="510"/>
                      </a:lnTo>
                      <a:lnTo>
                        <a:pt x="122" y="510"/>
                      </a:lnTo>
                      <a:lnTo>
                        <a:pt x="120" y="512"/>
                      </a:lnTo>
                      <a:lnTo>
                        <a:pt x="119" y="512"/>
                      </a:lnTo>
                      <a:lnTo>
                        <a:pt x="119" y="513"/>
                      </a:lnTo>
                      <a:lnTo>
                        <a:pt x="117" y="513"/>
                      </a:lnTo>
                      <a:lnTo>
                        <a:pt x="117" y="512"/>
                      </a:lnTo>
                      <a:lnTo>
                        <a:pt x="117" y="513"/>
                      </a:lnTo>
                      <a:lnTo>
                        <a:pt x="117" y="515"/>
                      </a:lnTo>
                      <a:lnTo>
                        <a:pt x="117" y="517"/>
                      </a:lnTo>
                      <a:lnTo>
                        <a:pt x="115" y="517"/>
                      </a:lnTo>
                      <a:lnTo>
                        <a:pt x="115" y="519"/>
                      </a:lnTo>
                      <a:lnTo>
                        <a:pt x="115" y="521"/>
                      </a:lnTo>
                      <a:lnTo>
                        <a:pt x="113" y="521"/>
                      </a:lnTo>
                      <a:lnTo>
                        <a:pt x="111" y="521"/>
                      </a:lnTo>
                      <a:lnTo>
                        <a:pt x="111" y="523"/>
                      </a:lnTo>
                      <a:lnTo>
                        <a:pt x="109" y="521"/>
                      </a:lnTo>
                      <a:lnTo>
                        <a:pt x="109" y="523"/>
                      </a:lnTo>
                      <a:lnTo>
                        <a:pt x="108" y="523"/>
                      </a:lnTo>
                      <a:lnTo>
                        <a:pt x="106" y="523"/>
                      </a:lnTo>
                      <a:lnTo>
                        <a:pt x="104" y="523"/>
                      </a:lnTo>
                      <a:lnTo>
                        <a:pt x="102" y="523"/>
                      </a:lnTo>
                      <a:lnTo>
                        <a:pt x="102" y="524"/>
                      </a:lnTo>
                      <a:lnTo>
                        <a:pt x="100" y="524"/>
                      </a:lnTo>
                      <a:lnTo>
                        <a:pt x="100" y="526"/>
                      </a:lnTo>
                      <a:lnTo>
                        <a:pt x="98" y="526"/>
                      </a:lnTo>
                      <a:lnTo>
                        <a:pt x="97" y="526"/>
                      </a:lnTo>
                      <a:lnTo>
                        <a:pt x="97" y="524"/>
                      </a:lnTo>
                      <a:lnTo>
                        <a:pt x="98" y="524"/>
                      </a:lnTo>
                      <a:lnTo>
                        <a:pt x="98" y="523"/>
                      </a:lnTo>
                      <a:lnTo>
                        <a:pt x="98" y="521"/>
                      </a:lnTo>
                      <a:lnTo>
                        <a:pt x="100" y="521"/>
                      </a:lnTo>
                      <a:lnTo>
                        <a:pt x="98" y="521"/>
                      </a:lnTo>
                      <a:lnTo>
                        <a:pt x="98" y="523"/>
                      </a:lnTo>
                      <a:lnTo>
                        <a:pt x="97" y="523"/>
                      </a:lnTo>
                      <a:lnTo>
                        <a:pt x="95" y="523"/>
                      </a:lnTo>
                      <a:lnTo>
                        <a:pt x="95" y="521"/>
                      </a:lnTo>
                      <a:lnTo>
                        <a:pt x="95" y="519"/>
                      </a:lnTo>
                      <a:lnTo>
                        <a:pt x="95" y="517"/>
                      </a:lnTo>
                      <a:lnTo>
                        <a:pt x="95" y="515"/>
                      </a:lnTo>
                      <a:lnTo>
                        <a:pt x="95" y="513"/>
                      </a:lnTo>
                      <a:lnTo>
                        <a:pt x="97" y="513"/>
                      </a:lnTo>
                      <a:lnTo>
                        <a:pt x="98" y="513"/>
                      </a:lnTo>
                      <a:lnTo>
                        <a:pt x="97" y="513"/>
                      </a:lnTo>
                      <a:lnTo>
                        <a:pt x="95" y="513"/>
                      </a:lnTo>
                      <a:lnTo>
                        <a:pt x="95" y="512"/>
                      </a:lnTo>
                      <a:lnTo>
                        <a:pt x="95" y="510"/>
                      </a:lnTo>
                      <a:lnTo>
                        <a:pt x="95" y="508"/>
                      </a:lnTo>
                      <a:lnTo>
                        <a:pt x="97" y="506"/>
                      </a:lnTo>
                      <a:lnTo>
                        <a:pt x="97" y="504"/>
                      </a:lnTo>
                      <a:lnTo>
                        <a:pt x="97" y="502"/>
                      </a:lnTo>
                      <a:lnTo>
                        <a:pt x="97" y="501"/>
                      </a:lnTo>
                      <a:lnTo>
                        <a:pt x="97" y="499"/>
                      </a:lnTo>
                      <a:lnTo>
                        <a:pt x="97" y="497"/>
                      </a:lnTo>
                      <a:lnTo>
                        <a:pt x="97" y="495"/>
                      </a:lnTo>
                      <a:lnTo>
                        <a:pt x="97" y="493"/>
                      </a:lnTo>
                      <a:lnTo>
                        <a:pt x="97" y="491"/>
                      </a:lnTo>
                      <a:lnTo>
                        <a:pt x="97" y="490"/>
                      </a:lnTo>
                      <a:lnTo>
                        <a:pt x="97" y="488"/>
                      </a:lnTo>
                      <a:lnTo>
                        <a:pt x="98" y="488"/>
                      </a:lnTo>
                      <a:lnTo>
                        <a:pt x="98" y="486"/>
                      </a:lnTo>
                      <a:lnTo>
                        <a:pt x="98" y="484"/>
                      </a:lnTo>
                      <a:lnTo>
                        <a:pt x="100" y="484"/>
                      </a:lnTo>
                      <a:lnTo>
                        <a:pt x="102" y="484"/>
                      </a:lnTo>
                      <a:lnTo>
                        <a:pt x="102" y="482"/>
                      </a:lnTo>
                      <a:lnTo>
                        <a:pt x="104" y="481"/>
                      </a:lnTo>
                      <a:lnTo>
                        <a:pt x="106" y="481"/>
                      </a:lnTo>
                      <a:lnTo>
                        <a:pt x="106" y="482"/>
                      </a:lnTo>
                      <a:lnTo>
                        <a:pt x="106" y="484"/>
                      </a:lnTo>
                      <a:lnTo>
                        <a:pt x="108" y="484"/>
                      </a:lnTo>
                      <a:lnTo>
                        <a:pt x="108" y="486"/>
                      </a:lnTo>
                      <a:lnTo>
                        <a:pt x="108" y="488"/>
                      </a:lnTo>
                      <a:lnTo>
                        <a:pt x="109" y="488"/>
                      </a:lnTo>
                      <a:lnTo>
                        <a:pt x="109" y="490"/>
                      </a:lnTo>
                      <a:lnTo>
                        <a:pt x="111" y="490"/>
                      </a:lnTo>
                      <a:lnTo>
                        <a:pt x="113" y="490"/>
                      </a:lnTo>
                      <a:lnTo>
                        <a:pt x="111" y="491"/>
                      </a:lnTo>
                      <a:lnTo>
                        <a:pt x="113" y="491"/>
                      </a:lnTo>
                      <a:lnTo>
                        <a:pt x="113" y="490"/>
                      </a:lnTo>
                      <a:lnTo>
                        <a:pt x="111" y="490"/>
                      </a:lnTo>
                      <a:lnTo>
                        <a:pt x="111" y="488"/>
                      </a:lnTo>
                      <a:lnTo>
                        <a:pt x="113" y="490"/>
                      </a:lnTo>
                      <a:lnTo>
                        <a:pt x="115" y="491"/>
                      </a:lnTo>
                      <a:lnTo>
                        <a:pt x="115" y="490"/>
                      </a:lnTo>
                      <a:lnTo>
                        <a:pt x="113" y="490"/>
                      </a:lnTo>
                      <a:lnTo>
                        <a:pt x="111" y="488"/>
                      </a:lnTo>
                      <a:lnTo>
                        <a:pt x="111" y="490"/>
                      </a:lnTo>
                      <a:lnTo>
                        <a:pt x="109" y="490"/>
                      </a:lnTo>
                      <a:lnTo>
                        <a:pt x="109" y="488"/>
                      </a:lnTo>
                      <a:lnTo>
                        <a:pt x="108" y="488"/>
                      </a:lnTo>
                      <a:lnTo>
                        <a:pt x="108" y="486"/>
                      </a:lnTo>
                      <a:lnTo>
                        <a:pt x="108" y="484"/>
                      </a:lnTo>
                      <a:lnTo>
                        <a:pt x="106" y="484"/>
                      </a:lnTo>
                      <a:lnTo>
                        <a:pt x="106" y="482"/>
                      </a:lnTo>
                      <a:lnTo>
                        <a:pt x="106" y="481"/>
                      </a:lnTo>
                      <a:lnTo>
                        <a:pt x="106" y="482"/>
                      </a:lnTo>
                      <a:lnTo>
                        <a:pt x="106" y="481"/>
                      </a:lnTo>
                      <a:lnTo>
                        <a:pt x="106" y="479"/>
                      </a:lnTo>
                      <a:lnTo>
                        <a:pt x="104" y="479"/>
                      </a:lnTo>
                      <a:lnTo>
                        <a:pt x="104" y="477"/>
                      </a:lnTo>
                      <a:lnTo>
                        <a:pt x="102" y="475"/>
                      </a:lnTo>
                      <a:lnTo>
                        <a:pt x="100" y="475"/>
                      </a:lnTo>
                      <a:lnTo>
                        <a:pt x="98" y="475"/>
                      </a:lnTo>
                      <a:lnTo>
                        <a:pt x="97" y="475"/>
                      </a:lnTo>
                      <a:lnTo>
                        <a:pt x="97" y="473"/>
                      </a:lnTo>
                      <a:lnTo>
                        <a:pt x="95" y="471"/>
                      </a:lnTo>
                      <a:lnTo>
                        <a:pt x="93" y="471"/>
                      </a:lnTo>
                      <a:lnTo>
                        <a:pt x="91" y="471"/>
                      </a:lnTo>
                      <a:lnTo>
                        <a:pt x="91" y="473"/>
                      </a:lnTo>
                      <a:lnTo>
                        <a:pt x="89" y="473"/>
                      </a:lnTo>
                      <a:lnTo>
                        <a:pt x="88" y="473"/>
                      </a:lnTo>
                      <a:lnTo>
                        <a:pt x="89" y="473"/>
                      </a:lnTo>
                      <a:lnTo>
                        <a:pt x="88" y="473"/>
                      </a:lnTo>
                      <a:lnTo>
                        <a:pt x="88" y="471"/>
                      </a:lnTo>
                      <a:lnTo>
                        <a:pt x="88" y="470"/>
                      </a:lnTo>
                      <a:lnTo>
                        <a:pt x="86" y="470"/>
                      </a:lnTo>
                      <a:lnTo>
                        <a:pt x="86" y="468"/>
                      </a:lnTo>
                      <a:lnTo>
                        <a:pt x="86" y="470"/>
                      </a:lnTo>
                      <a:lnTo>
                        <a:pt x="86" y="468"/>
                      </a:lnTo>
                      <a:lnTo>
                        <a:pt x="86" y="466"/>
                      </a:lnTo>
                      <a:lnTo>
                        <a:pt x="84" y="466"/>
                      </a:lnTo>
                      <a:lnTo>
                        <a:pt x="86" y="466"/>
                      </a:lnTo>
                      <a:lnTo>
                        <a:pt x="84" y="466"/>
                      </a:lnTo>
                      <a:lnTo>
                        <a:pt x="84" y="464"/>
                      </a:lnTo>
                      <a:lnTo>
                        <a:pt x="86" y="464"/>
                      </a:lnTo>
                      <a:lnTo>
                        <a:pt x="84" y="464"/>
                      </a:lnTo>
                      <a:lnTo>
                        <a:pt x="86" y="464"/>
                      </a:lnTo>
                      <a:lnTo>
                        <a:pt x="86" y="462"/>
                      </a:lnTo>
                      <a:lnTo>
                        <a:pt x="86" y="464"/>
                      </a:lnTo>
                      <a:lnTo>
                        <a:pt x="86" y="462"/>
                      </a:lnTo>
                      <a:lnTo>
                        <a:pt x="88" y="462"/>
                      </a:lnTo>
                      <a:lnTo>
                        <a:pt x="86" y="462"/>
                      </a:lnTo>
                      <a:lnTo>
                        <a:pt x="88" y="462"/>
                      </a:lnTo>
                      <a:lnTo>
                        <a:pt x="88" y="460"/>
                      </a:lnTo>
                      <a:lnTo>
                        <a:pt x="89" y="460"/>
                      </a:lnTo>
                      <a:lnTo>
                        <a:pt x="91" y="460"/>
                      </a:lnTo>
                      <a:lnTo>
                        <a:pt x="93" y="460"/>
                      </a:lnTo>
                      <a:lnTo>
                        <a:pt x="95" y="460"/>
                      </a:lnTo>
                      <a:lnTo>
                        <a:pt x="97" y="460"/>
                      </a:lnTo>
                      <a:lnTo>
                        <a:pt x="98" y="460"/>
                      </a:lnTo>
                      <a:lnTo>
                        <a:pt x="98" y="459"/>
                      </a:lnTo>
                      <a:lnTo>
                        <a:pt x="100" y="457"/>
                      </a:lnTo>
                      <a:lnTo>
                        <a:pt x="102" y="455"/>
                      </a:lnTo>
                      <a:lnTo>
                        <a:pt x="106" y="453"/>
                      </a:lnTo>
                      <a:lnTo>
                        <a:pt x="106" y="451"/>
                      </a:lnTo>
                      <a:lnTo>
                        <a:pt x="106" y="453"/>
                      </a:lnTo>
                      <a:lnTo>
                        <a:pt x="108" y="453"/>
                      </a:lnTo>
                      <a:lnTo>
                        <a:pt x="109" y="455"/>
                      </a:lnTo>
                      <a:lnTo>
                        <a:pt x="109" y="457"/>
                      </a:lnTo>
                      <a:lnTo>
                        <a:pt x="111" y="459"/>
                      </a:lnTo>
                      <a:lnTo>
                        <a:pt x="113" y="459"/>
                      </a:lnTo>
                      <a:close/>
                      <a:moveTo>
                        <a:pt x="108" y="446"/>
                      </a:moveTo>
                      <a:lnTo>
                        <a:pt x="109" y="446"/>
                      </a:lnTo>
                      <a:lnTo>
                        <a:pt x="109" y="448"/>
                      </a:lnTo>
                      <a:lnTo>
                        <a:pt x="109" y="449"/>
                      </a:lnTo>
                      <a:lnTo>
                        <a:pt x="111" y="449"/>
                      </a:lnTo>
                      <a:lnTo>
                        <a:pt x="109" y="449"/>
                      </a:lnTo>
                      <a:lnTo>
                        <a:pt x="111" y="449"/>
                      </a:lnTo>
                      <a:lnTo>
                        <a:pt x="111" y="451"/>
                      </a:lnTo>
                      <a:lnTo>
                        <a:pt x="113" y="451"/>
                      </a:lnTo>
                      <a:lnTo>
                        <a:pt x="113" y="453"/>
                      </a:lnTo>
                      <a:lnTo>
                        <a:pt x="115" y="453"/>
                      </a:lnTo>
                      <a:lnTo>
                        <a:pt x="115" y="455"/>
                      </a:lnTo>
                      <a:lnTo>
                        <a:pt x="115" y="457"/>
                      </a:lnTo>
                      <a:lnTo>
                        <a:pt x="115" y="459"/>
                      </a:lnTo>
                      <a:lnTo>
                        <a:pt x="113" y="459"/>
                      </a:lnTo>
                      <a:lnTo>
                        <a:pt x="111" y="459"/>
                      </a:lnTo>
                      <a:lnTo>
                        <a:pt x="109" y="457"/>
                      </a:lnTo>
                      <a:lnTo>
                        <a:pt x="109" y="455"/>
                      </a:lnTo>
                      <a:lnTo>
                        <a:pt x="109" y="453"/>
                      </a:lnTo>
                      <a:lnTo>
                        <a:pt x="108" y="453"/>
                      </a:lnTo>
                      <a:lnTo>
                        <a:pt x="108" y="451"/>
                      </a:lnTo>
                      <a:lnTo>
                        <a:pt x="106" y="451"/>
                      </a:lnTo>
                      <a:lnTo>
                        <a:pt x="106" y="449"/>
                      </a:lnTo>
                      <a:lnTo>
                        <a:pt x="106" y="448"/>
                      </a:lnTo>
                      <a:lnTo>
                        <a:pt x="106" y="446"/>
                      </a:lnTo>
                      <a:lnTo>
                        <a:pt x="108" y="446"/>
                      </a:lnTo>
                      <a:close/>
                      <a:moveTo>
                        <a:pt x="106" y="444"/>
                      </a:moveTo>
                      <a:lnTo>
                        <a:pt x="106" y="446"/>
                      </a:lnTo>
                      <a:lnTo>
                        <a:pt x="106" y="448"/>
                      </a:lnTo>
                      <a:lnTo>
                        <a:pt x="106" y="449"/>
                      </a:lnTo>
                      <a:lnTo>
                        <a:pt x="106" y="451"/>
                      </a:lnTo>
                      <a:lnTo>
                        <a:pt x="108" y="453"/>
                      </a:lnTo>
                      <a:lnTo>
                        <a:pt x="106" y="453"/>
                      </a:lnTo>
                      <a:lnTo>
                        <a:pt x="106" y="451"/>
                      </a:lnTo>
                      <a:lnTo>
                        <a:pt x="104" y="451"/>
                      </a:lnTo>
                      <a:lnTo>
                        <a:pt x="104" y="449"/>
                      </a:lnTo>
                      <a:lnTo>
                        <a:pt x="104" y="448"/>
                      </a:lnTo>
                      <a:lnTo>
                        <a:pt x="104" y="446"/>
                      </a:lnTo>
                      <a:lnTo>
                        <a:pt x="104" y="448"/>
                      </a:lnTo>
                      <a:lnTo>
                        <a:pt x="104" y="446"/>
                      </a:lnTo>
                      <a:lnTo>
                        <a:pt x="106" y="446"/>
                      </a:lnTo>
                      <a:lnTo>
                        <a:pt x="106" y="444"/>
                      </a:lnTo>
                      <a:close/>
                      <a:moveTo>
                        <a:pt x="223" y="268"/>
                      </a:moveTo>
                      <a:lnTo>
                        <a:pt x="223" y="270"/>
                      </a:lnTo>
                      <a:lnTo>
                        <a:pt x="223" y="268"/>
                      </a:lnTo>
                      <a:close/>
                      <a:moveTo>
                        <a:pt x="223" y="268"/>
                      </a:moveTo>
                      <a:lnTo>
                        <a:pt x="223" y="270"/>
                      </a:lnTo>
                      <a:lnTo>
                        <a:pt x="223" y="268"/>
                      </a:lnTo>
                      <a:close/>
                      <a:moveTo>
                        <a:pt x="168" y="88"/>
                      </a:moveTo>
                      <a:lnTo>
                        <a:pt x="168" y="89"/>
                      </a:lnTo>
                      <a:lnTo>
                        <a:pt x="170" y="89"/>
                      </a:lnTo>
                      <a:lnTo>
                        <a:pt x="170" y="91"/>
                      </a:lnTo>
                      <a:lnTo>
                        <a:pt x="168" y="91"/>
                      </a:lnTo>
                      <a:lnTo>
                        <a:pt x="168" y="89"/>
                      </a:lnTo>
                      <a:lnTo>
                        <a:pt x="166" y="89"/>
                      </a:lnTo>
                      <a:lnTo>
                        <a:pt x="166" y="88"/>
                      </a:lnTo>
                      <a:lnTo>
                        <a:pt x="168" y="88"/>
                      </a:lnTo>
                      <a:close/>
                      <a:moveTo>
                        <a:pt x="244" y="424"/>
                      </a:moveTo>
                      <a:lnTo>
                        <a:pt x="244" y="422"/>
                      </a:lnTo>
                      <a:lnTo>
                        <a:pt x="244" y="424"/>
                      </a:lnTo>
                      <a:lnTo>
                        <a:pt x="246" y="424"/>
                      </a:lnTo>
                      <a:lnTo>
                        <a:pt x="246" y="426"/>
                      </a:lnTo>
                      <a:lnTo>
                        <a:pt x="246" y="428"/>
                      </a:lnTo>
                      <a:lnTo>
                        <a:pt x="246" y="429"/>
                      </a:lnTo>
                      <a:lnTo>
                        <a:pt x="246" y="431"/>
                      </a:lnTo>
                      <a:lnTo>
                        <a:pt x="244" y="431"/>
                      </a:lnTo>
                      <a:lnTo>
                        <a:pt x="243" y="431"/>
                      </a:lnTo>
                      <a:lnTo>
                        <a:pt x="243" y="433"/>
                      </a:lnTo>
                      <a:lnTo>
                        <a:pt x="243" y="431"/>
                      </a:lnTo>
                      <a:lnTo>
                        <a:pt x="241" y="431"/>
                      </a:lnTo>
                      <a:lnTo>
                        <a:pt x="239" y="431"/>
                      </a:lnTo>
                      <a:lnTo>
                        <a:pt x="237" y="431"/>
                      </a:lnTo>
                      <a:lnTo>
                        <a:pt x="237" y="433"/>
                      </a:lnTo>
                      <a:lnTo>
                        <a:pt x="237" y="435"/>
                      </a:lnTo>
                      <a:lnTo>
                        <a:pt x="235" y="435"/>
                      </a:lnTo>
                      <a:lnTo>
                        <a:pt x="237" y="435"/>
                      </a:lnTo>
                      <a:lnTo>
                        <a:pt x="235" y="435"/>
                      </a:lnTo>
                      <a:lnTo>
                        <a:pt x="235" y="437"/>
                      </a:lnTo>
                      <a:lnTo>
                        <a:pt x="234" y="437"/>
                      </a:lnTo>
                      <a:lnTo>
                        <a:pt x="232" y="437"/>
                      </a:lnTo>
                      <a:lnTo>
                        <a:pt x="230" y="437"/>
                      </a:lnTo>
                      <a:lnTo>
                        <a:pt x="228" y="437"/>
                      </a:lnTo>
                      <a:lnTo>
                        <a:pt x="230" y="437"/>
                      </a:lnTo>
                      <a:lnTo>
                        <a:pt x="228" y="437"/>
                      </a:lnTo>
                      <a:lnTo>
                        <a:pt x="228" y="438"/>
                      </a:lnTo>
                      <a:lnTo>
                        <a:pt x="226" y="440"/>
                      </a:lnTo>
                      <a:lnTo>
                        <a:pt x="226" y="442"/>
                      </a:lnTo>
                      <a:lnTo>
                        <a:pt x="224" y="442"/>
                      </a:lnTo>
                      <a:lnTo>
                        <a:pt x="223" y="442"/>
                      </a:lnTo>
                      <a:lnTo>
                        <a:pt x="223" y="444"/>
                      </a:lnTo>
                      <a:lnTo>
                        <a:pt x="221" y="444"/>
                      </a:lnTo>
                      <a:lnTo>
                        <a:pt x="221" y="446"/>
                      </a:lnTo>
                      <a:lnTo>
                        <a:pt x="219" y="446"/>
                      </a:lnTo>
                      <a:lnTo>
                        <a:pt x="219" y="444"/>
                      </a:lnTo>
                      <a:lnTo>
                        <a:pt x="217" y="444"/>
                      </a:lnTo>
                      <a:lnTo>
                        <a:pt x="217" y="446"/>
                      </a:lnTo>
                      <a:lnTo>
                        <a:pt x="215" y="446"/>
                      </a:lnTo>
                      <a:lnTo>
                        <a:pt x="213" y="446"/>
                      </a:lnTo>
                      <a:lnTo>
                        <a:pt x="212" y="446"/>
                      </a:lnTo>
                      <a:lnTo>
                        <a:pt x="212" y="448"/>
                      </a:lnTo>
                      <a:lnTo>
                        <a:pt x="212" y="449"/>
                      </a:lnTo>
                      <a:lnTo>
                        <a:pt x="210" y="449"/>
                      </a:lnTo>
                      <a:lnTo>
                        <a:pt x="210" y="451"/>
                      </a:lnTo>
                      <a:lnTo>
                        <a:pt x="210" y="453"/>
                      </a:lnTo>
                      <a:lnTo>
                        <a:pt x="208" y="453"/>
                      </a:lnTo>
                      <a:lnTo>
                        <a:pt x="206" y="453"/>
                      </a:lnTo>
                      <a:lnTo>
                        <a:pt x="204" y="453"/>
                      </a:lnTo>
                      <a:lnTo>
                        <a:pt x="203" y="453"/>
                      </a:lnTo>
                      <a:lnTo>
                        <a:pt x="203" y="455"/>
                      </a:lnTo>
                      <a:lnTo>
                        <a:pt x="201" y="455"/>
                      </a:lnTo>
                      <a:lnTo>
                        <a:pt x="201" y="457"/>
                      </a:lnTo>
                      <a:lnTo>
                        <a:pt x="199" y="457"/>
                      </a:lnTo>
                      <a:lnTo>
                        <a:pt x="197" y="457"/>
                      </a:lnTo>
                      <a:lnTo>
                        <a:pt x="195" y="457"/>
                      </a:lnTo>
                      <a:lnTo>
                        <a:pt x="195" y="459"/>
                      </a:lnTo>
                      <a:lnTo>
                        <a:pt x="193" y="459"/>
                      </a:lnTo>
                      <a:lnTo>
                        <a:pt x="193" y="460"/>
                      </a:lnTo>
                      <a:lnTo>
                        <a:pt x="192" y="460"/>
                      </a:lnTo>
                      <a:lnTo>
                        <a:pt x="190" y="460"/>
                      </a:lnTo>
                      <a:lnTo>
                        <a:pt x="190" y="462"/>
                      </a:lnTo>
                      <a:lnTo>
                        <a:pt x="188" y="462"/>
                      </a:lnTo>
                      <a:lnTo>
                        <a:pt x="186" y="462"/>
                      </a:lnTo>
                      <a:lnTo>
                        <a:pt x="188" y="462"/>
                      </a:lnTo>
                      <a:lnTo>
                        <a:pt x="186" y="462"/>
                      </a:lnTo>
                      <a:lnTo>
                        <a:pt x="184" y="464"/>
                      </a:lnTo>
                      <a:lnTo>
                        <a:pt x="182" y="464"/>
                      </a:lnTo>
                      <a:lnTo>
                        <a:pt x="182" y="466"/>
                      </a:lnTo>
                      <a:lnTo>
                        <a:pt x="182" y="464"/>
                      </a:lnTo>
                      <a:lnTo>
                        <a:pt x="181" y="464"/>
                      </a:lnTo>
                      <a:lnTo>
                        <a:pt x="182" y="464"/>
                      </a:lnTo>
                      <a:lnTo>
                        <a:pt x="181" y="464"/>
                      </a:lnTo>
                      <a:lnTo>
                        <a:pt x="181" y="462"/>
                      </a:lnTo>
                      <a:lnTo>
                        <a:pt x="179" y="462"/>
                      </a:lnTo>
                      <a:lnTo>
                        <a:pt x="177" y="462"/>
                      </a:lnTo>
                      <a:lnTo>
                        <a:pt x="177" y="460"/>
                      </a:lnTo>
                      <a:lnTo>
                        <a:pt x="177" y="462"/>
                      </a:lnTo>
                      <a:lnTo>
                        <a:pt x="175" y="462"/>
                      </a:lnTo>
                      <a:lnTo>
                        <a:pt x="177" y="460"/>
                      </a:lnTo>
                      <a:lnTo>
                        <a:pt x="175" y="460"/>
                      </a:lnTo>
                      <a:lnTo>
                        <a:pt x="177" y="460"/>
                      </a:lnTo>
                      <a:lnTo>
                        <a:pt x="175" y="460"/>
                      </a:lnTo>
                      <a:lnTo>
                        <a:pt x="175" y="459"/>
                      </a:lnTo>
                      <a:lnTo>
                        <a:pt x="175" y="457"/>
                      </a:lnTo>
                      <a:lnTo>
                        <a:pt x="173" y="457"/>
                      </a:lnTo>
                      <a:lnTo>
                        <a:pt x="175" y="457"/>
                      </a:lnTo>
                      <a:lnTo>
                        <a:pt x="173" y="457"/>
                      </a:lnTo>
                      <a:lnTo>
                        <a:pt x="175" y="457"/>
                      </a:lnTo>
                      <a:lnTo>
                        <a:pt x="175" y="455"/>
                      </a:lnTo>
                      <a:lnTo>
                        <a:pt x="173" y="455"/>
                      </a:lnTo>
                      <a:lnTo>
                        <a:pt x="173" y="453"/>
                      </a:lnTo>
                      <a:lnTo>
                        <a:pt x="173" y="455"/>
                      </a:lnTo>
                      <a:lnTo>
                        <a:pt x="175" y="455"/>
                      </a:lnTo>
                      <a:lnTo>
                        <a:pt x="175" y="457"/>
                      </a:lnTo>
                      <a:lnTo>
                        <a:pt x="173" y="457"/>
                      </a:lnTo>
                      <a:lnTo>
                        <a:pt x="175" y="457"/>
                      </a:lnTo>
                      <a:lnTo>
                        <a:pt x="175" y="459"/>
                      </a:lnTo>
                      <a:lnTo>
                        <a:pt x="173" y="459"/>
                      </a:lnTo>
                      <a:lnTo>
                        <a:pt x="175" y="459"/>
                      </a:lnTo>
                      <a:lnTo>
                        <a:pt x="175" y="460"/>
                      </a:lnTo>
                      <a:lnTo>
                        <a:pt x="173" y="460"/>
                      </a:lnTo>
                      <a:lnTo>
                        <a:pt x="173" y="459"/>
                      </a:lnTo>
                      <a:lnTo>
                        <a:pt x="173" y="460"/>
                      </a:lnTo>
                      <a:lnTo>
                        <a:pt x="173" y="459"/>
                      </a:lnTo>
                      <a:lnTo>
                        <a:pt x="173" y="457"/>
                      </a:lnTo>
                      <a:lnTo>
                        <a:pt x="173" y="455"/>
                      </a:lnTo>
                      <a:lnTo>
                        <a:pt x="173" y="457"/>
                      </a:lnTo>
                      <a:lnTo>
                        <a:pt x="171" y="457"/>
                      </a:lnTo>
                      <a:lnTo>
                        <a:pt x="171" y="455"/>
                      </a:lnTo>
                      <a:lnTo>
                        <a:pt x="171" y="457"/>
                      </a:lnTo>
                      <a:lnTo>
                        <a:pt x="171" y="455"/>
                      </a:lnTo>
                      <a:lnTo>
                        <a:pt x="171" y="457"/>
                      </a:lnTo>
                      <a:lnTo>
                        <a:pt x="173" y="457"/>
                      </a:lnTo>
                      <a:lnTo>
                        <a:pt x="171" y="457"/>
                      </a:lnTo>
                      <a:lnTo>
                        <a:pt x="170" y="457"/>
                      </a:lnTo>
                      <a:lnTo>
                        <a:pt x="170" y="455"/>
                      </a:lnTo>
                      <a:lnTo>
                        <a:pt x="170" y="457"/>
                      </a:lnTo>
                      <a:lnTo>
                        <a:pt x="168" y="457"/>
                      </a:lnTo>
                      <a:lnTo>
                        <a:pt x="168" y="455"/>
                      </a:lnTo>
                      <a:lnTo>
                        <a:pt x="166" y="455"/>
                      </a:lnTo>
                      <a:lnTo>
                        <a:pt x="166" y="453"/>
                      </a:lnTo>
                      <a:lnTo>
                        <a:pt x="166" y="451"/>
                      </a:lnTo>
                      <a:lnTo>
                        <a:pt x="168" y="451"/>
                      </a:lnTo>
                      <a:lnTo>
                        <a:pt x="168" y="453"/>
                      </a:lnTo>
                      <a:lnTo>
                        <a:pt x="168" y="451"/>
                      </a:lnTo>
                      <a:lnTo>
                        <a:pt x="170" y="451"/>
                      </a:lnTo>
                      <a:lnTo>
                        <a:pt x="170" y="449"/>
                      </a:lnTo>
                      <a:lnTo>
                        <a:pt x="168" y="448"/>
                      </a:lnTo>
                      <a:lnTo>
                        <a:pt x="168" y="446"/>
                      </a:lnTo>
                      <a:lnTo>
                        <a:pt x="166" y="444"/>
                      </a:lnTo>
                      <a:lnTo>
                        <a:pt x="166" y="442"/>
                      </a:lnTo>
                      <a:lnTo>
                        <a:pt x="168" y="442"/>
                      </a:lnTo>
                      <a:lnTo>
                        <a:pt x="166" y="440"/>
                      </a:lnTo>
                      <a:lnTo>
                        <a:pt x="166" y="442"/>
                      </a:lnTo>
                      <a:lnTo>
                        <a:pt x="166" y="444"/>
                      </a:lnTo>
                      <a:lnTo>
                        <a:pt x="166" y="446"/>
                      </a:lnTo>
                      <a:lnTo>
                        <a:pt x="168" y="446"/>
                      </a:lnTo>
                      <a:lnTo>
                        <a:pt x="168" y="448"/>
                      </a:lnTo>
                      <a:lnTo>
                        <a:pt x="168" y="449"/>
                      </a:lnTo>
                      <a:lnTo>
                        <a:pt x="168" y="451"/>
                      </a:lnTo>
                      <a:lnTo>
                        <a:pt x="166" y="451"/>
                      </a:lnTo>
                      <a:lnTo>
                        <a:pt x="164" y="453"/>
                      </a:lnTo>
                      <a:lnTo>
                        <a:pt x="164" y="451"/>
                      </a:lnTo>
                      <a:lnTo>
                        <a:pt x="166" y="451"/>
                      </a:lnTo>
                      <a:lnTo>
                        <a:pt x="164" y="451"/>
                      </a:lnTo>
                      <a:lnTo>
                        <a:pt x="164" y="449"/>
                      </a:lnTo>
                      <a:lnTo>
                        <a:pt x="162" y="449"/>
                      </a:lnTo>
                      <a:lnTo>
                        <a:pt x="162" y="448"/>
                      </a:lnTo>
                      <a:lnTo>
                        <a:pt x="164" y="448"/>
                      </a:lnTo>
                      <a:lnTo>
                        <a:pt x="162" y="448"/>
                      </a:lnTo>
                      <a:lnTo>
                        <a:pt x="162" y="446"/>
                      </a:lnTo>
                      <a:lnTo>
                        <a:pt x="161" y="446"/>
                      </a:lnTo>
                      <a:lnTo>
                        <a:pt x="162" y="446"/>
                      </a:lnTo>
                      <a:lnTo>
                        <a:pt x="162" y="444"/>
                      </a:lnTo>
                      <a:lnTo>
                        <a:pt x="161" y="444"/>
                      </a:lnTo>
                      <a:lnTo>
                        <a:pt x="162" y="446"/>
                      </a:lnTo>
                      <a:lnTo>
                        <a:pt x="161" y="446"/>
                      </a:lnTo>
                      <a:lnTo>
                        <a:pt x="162" y="446"/>
                      </a:lnTo>
                      <a:lnTo>
                        <a:pt x="162" y="448"/>
                      </a:lnTo>
                      <a:lnTo>
                        <a:pt x="164" y="448"/>
                      </a:lnTo>
                      <a:lnTo>
                        <a:pt x="162" y="448"/>
                      </a:lnTo>
                      <a:lnTo>
                        <a:pt x="162" y="449"/>
                      </a:lnTo>
                      <a:lnTo>
                        <a:pt x="164" y="449"/>
                      </a:lnTo>
                      <a:lnTo>
                        <a:pt x="164" y="451"/>
                      </a:lnTo>
                      <a:lnTo>
                        <a:pt x="164" y="453"/>
                      </a:lnTo>
                      <a:lnTo>
                        <a:pt x="166" y="453"/>
                      </a:lnTo>
                      <a:lnTo>
                        <a:pt x="164" y="453"/>
                      </a:lnTo>
                      <a:lnTo>
                        <a:pt x="164" y="455"/>
                      </a:lnTo>
                      <a:lnTo>
                        <a:pt x="166" y="455"/>
                      </a:lnTo>
                      <a:lnTo>
                        <a:pt x="164" y="455"/>
                      </a:lnTo>
                      <a:lnTo>
                        <a:pt x="166" y="457"/>
                      </a:lnTo>
                      <a:lnTo>
                        <a:pt x="166" y="459"/>
                      </a:lnTo>
                      <a:lnTo>
                        <a:pt x="164" y="459"/>
                      </a:lnTo>
                      <a:lnTo>
                        <a:pt x="164" y="460"/>
                      </a:lnTo>
                      <a:lnTo>
                        <a:pt x="162" y="460"/>
                      </a:lnTo>
                      <a:lnTo>
                        <a:pt x="162" y="462"/>
                      </a:lnTo>
                      <a:lnTo>
                        <a:pt x="161" y="462"/>
                      </a:lnTo>
                      <a:lnTo>
                        <a:pt x="159" y="464"/>
                      </a:lnTo>
                      <a:lnTo>
                        <a:pt x="159" y="462"/>
                      </a:lnTo>
                      <a:lnTo>
                        <a:pt x="159" y="460"/>
                      </a:lnTo>
                      <a:lnTo>
                        <a:pt x="159" y="462"/>
                      </a:lnTo>
                      <a:lnTo>
                        <a:pt x="159" y="464"/>
                      </a:lnTo>
                      <a:lnTo>
                        <a:pt x="161" y="464"/>
                      </a:lnTo>
                      <a:lnTo>
                        <a:pt x="161" y="462"/>
                      </a:lnTo>
                      <a:lnTo>
                        <a:pt x="162" y="462"/>
                      </a:lnTo>
                      <a:lnTo>
                        <a:pt x="162" y="464"/>
                      </a:lnTo>
                      <a:lnTo>
                        <a:pt x="162" y="462"/>
                      </a:lnTo>
                      <a:lnTo>
                        <a:pt x="164" y="462"/>
                      </a:lnTo>
                      <a:lnTo>
                        <a:pt x="166" y="464"/>
                      </a:lnTo>
                      <a:lnTo>
                        <a:pt x="166" y="466"/>
                      </a:lnTo>
                      <a:lnTo>
                        <a:pt x="166" y="468"/>
                      </a:lnTo>
                      <a:lnTo>
                        <a:pt x="166" y="470"/>
                      </a:lnTo>
                      <a:lnTo>
                        <a:pt x="164" y="470"/>
                      </a:lnTo>
                      <a:lnTo>
                        <a:pt x="162" y="470"/>
                      </a:lnTo>
                      <a:lnTo>
                        <a:pt x="162" y="468"/>
                      </a:lnTo>
                      <a:lnTo>
                        <a:pt x="162" y="470"/>
                      </a:lnTo>
                      <a:lnTo>
                        <a:pt x="161" y="470"/>
                      </a:lnTo>
                      <a:lnTo>
                        <a:pt x="161" y="468"/>
                      </a:lnTo>
                      <a:lnTo>
                        <a:pt x="159" y="468"/>
                      </a:lnTo>
                      <a:lnTo>
                        <a:pt x="157" y="468"/>
                      </a:lnTo>
                      <a:lnTo>
                        <a:pt x="155" y="468"/>
                      </a:lnTo>
                      <a:lnTo>
                        <a:pt x="153" y="468"/>
                      </a:lnTo>
                      <a:lnTo>
                        <a:pt x="151" y="466"/>
                      </a:lnTo>
                      <a:lnTo>
                        <a:pt x="150" y="466"/>
                      </a:lnTo>
                      <a:lnTo>
                        <a:pt x="148" y="468"/>
                      </a:lnTo>
                      <a:lnTo>
                        <a:pt x="146" y="468"/>
                      </a:lnTo>
                      <a:lnTo>
                        <a:pt x="144" y="468"/>
                      </a:lnTo>
                      <a:lnTo>
                        <a:pt x="142" y="468"/>
                      </a:lnTo>
                      <a:lnTo>
                        <a:pt x="140" y="468"/>
                      </a:lnTo>
                      <a:lnTo>
                        <a:pt x="139" y="468"/>
                      </a:lnTo>
                      <a:lnTo>
                        <a:pt x="137" y="468"/>
                      </a:lnTo>
                      <a:lnTo>
                        <a:pt x="135" y="468"/>
                      </a:lnTo>
                      <a:lnTo>
                        <a:pt x="135" y="470"/>
                      </a:lnTo>
                      <a:lnTo>
                        <a:pt x="133" y="468"/>
                      </a:lnTo>
                      <a:lnTo>
                        <a:pt x="131" y="468"/>
                      </a:lnTo>
                      <a:lnTo>
                        <a:pt x="130" y="466"/>
                      </a:lnTo>
                      <a:lnTo>
                        <a:pt x="128" y="464"/>
                      </a:lnTo>
                      <a:lnTo>
                        <a:pt x="126" y="464"/>
                      </a:lnTo>
                      <a:lnTo>
                        <a:pt x="124" y="464"/>
                      </a:lnTo>
                      <a:lnTo>
                        <a:pt x="124" y="462"/>
                      </a:lnTo>
                      <a:lnTo>
                        <a:pt x="122" y="462"/>
                      </a:lnTo>
                      <a:lnTo>
                        <a:pt x="122" y="460"/>
                      </a:lnTo>
                      <a:lnTo>
                        <a:pt x="120" y="459"/>
                      </a:lnTo>
                      <a:lnTo>
                        <a:pt x="120" y="460"/>
                      </a:lnTo>
                      <a:lnTo>
                        <a:pt x="119" y="460"/>
                      </a:lnTo>
                      <a:lnTo>
                        <a:pt x="119" y="459"/>
                      </a:lnTo>
                      <a:lnTo>
                        <a:pt x="117" y="457"/>
                      </a:lnTo>
                      <a:lnTo>
                        <a:pt x="117" y="455"/>
                      </a:lnTo>
                      <a:lnTo>
                        <a:pt x="117" y="453"/>
                      </a:lnTo>
                      <a:lnTo>
                        <a:pt x="115" y="453"/>
                      </a:lnTo>
                      <a:lnTo>
                        <a:pt x="115" y="451"/>
                      </a:lnTo>
                      <a:lnTo>
                        <a:pt x="115" y="449"/>
                      </a:lnTo>
                      <a:lnTo>
                        <a:pt x="113" y="449"/>
                      </a:lnTo>
                      <a:lnTo>
                        <a:pt x="111" y="449"/>
                      </a:lnTo>
                      <a:lnTo>
                        <a:pt x="109" y="449"/>
                      </a:lnTo>
                      <a:lnTo>
                        <a:pt x="109" y="448"/>
                      </a:lnTo>
                      <a:lnTo>
                        <a:pt x="109" y="446"/>
                      </a:lnTo>
                      <a:lnTo>
                        <a:pt x="109" y="448"/>
                      </a:lnTo>
                      <a:lnTo>
                        <a:pt x="111" y="448"/>
                      </a:lnTo>
                      <a:lnTo>
                        <a:pt x="113" y="448"/>
                      </a:lnTo>
                      <a:lnTo>
                        <a:pt x="115" y="448"/>
                      </a:lnTo>
                      <a:lnTo>
                        <a:pt x="115" y="446"/>
                      </a:lnTo>
                      <a:lnTo>
                        <a:pt x="117" y="446"/>
                      </a:lnTo>
                      <a:lnTo>
                        <a:pt x="117" y="444"/>
                      </a:lnTo>
                      <a:lnTo>
                        <a:pt x="119" y="444"/>
                      </a:lnTo>
                      <a:lnTo>
                        <a:pt x="120" y="444"/>
                      </a:lnTo>
                      <a:lnTo>
                        <a:pt x="120" y="446"/>
                      </a:lnTo>
                      <a:lnTo>
                        <a:pt x="120" y="444"/>
                      </a:lnTo>
                      <a:lnTo>
                        <a:pt x="120" y="446"/>
                      </a:lnTo>
                      <a:lnTo>
                        <a:pt x="120" y="444"/>
                      </a:lnTo>
                      <a:lnTo>
                        <a:pt x="122" y="444"/>
                      </a:lnTo>
                      <a:lnTo>
                        <a:pt x="124" y="444"/>
                      </a:lnTo>
                      <a:lnTo>
                        <a:pt x="126" y="444"/>
                      </a:lnTo>
                      <a:lnTo>
                        <a:pt x="128" y="444"/>
                      </a:lnTo>
                      <a:lnTo>
                        <a:pt x="128" y="442"/>
                      </a:lnTo>
                      <a:lnTo>
                        <a:pt x="130" y="442"/>
                      </a:lnTo>
                      <a:lnTo>
                        <a:pt x="131" y="442"/>
                      </a:lnTo>
                      <a:lnTo>
                        <a:pt x="131" y="444"/>
                      </a:lnTo>
                      <a:lnTo>
                        <a:pt x="133" y="446"/>
                      </a:lnTo>
                      <a:lnTo>
                        <a:pt x="133" y="448"/>
                      </a:lnTo>
                      <a:lnTo>
                        <a:pt x="135" y="449"/>
                      </a:lnTo>
                      <a:lnTo>
                        <a:pt x="135" y="448"/>
                      </a:lnTo>
                      <a:lnTo>
                        <a:pt x="137" y="448"/>
                      </a:lnTo>
                      <a:lnTo>
                        <a:pt x="137" y="446"/>
                      </a:lnTo>
                      <a:lnTo>
                        <a:pt x="137" y="448"/>
                      </a:lnTo>
                      <a:lnTo>
                        <a:pt x="139" y="448"/>
                      </a:lnTo>
                      <a:lnTo>
                        <a:pt x="140" y="449"/>
                      </a:lnTo>
                      <a:lnTo>
                        <a:pt x="142" y="449"/>
                      </a:lnTo>
                      <a:lnTo>
                        <a:pt x="144" y="449"/>
                      </a:lnTo>
                      <a:lnTo>
                        <a:pt x="144" y="451"/>
                      </a:lnTo>
                      <a:lnTo>
                        <a:pt x="144" y="449"/>
                      </a:lnTo>
                      <a:lnTo>
                        <a:pt x="144" y="448"/>
                      </a:lnTo>
                      <a:lnTo>
                        <a:pt x="144" y="446"/>
                      </a:lnTo>
                      <a:lnTo>
                        <a:pt x="142" y="446"/>
                      </a:lnTo>
                      <a:lnTo>
                        <a:pt x="144" y="446"/>
                      </a:lnTo>
                      <a:lnTo>
                        <a:pt x="144" y="444"/>
                      </a:lnTo>
                      <a:lnTo>
                        <a:pt x="146" y="444"/>
                      </a:lnTo>
                      <a:lnTo>
                        <a:pt x="146" y="442"/>
                      </a:lnTo>
                      <a:lnTo>
                        <a:pt x="144" y="442"/>
                      </a:lnTo>
                      <a:lnTo>
                        <a:pt x="144" y="440"/>
                      </a:lnTo>
                      <a:lnTo>
                        <a:pt x="142" y="440"/>
                      </a:lnTo>
                      <a:lnTo>
                        <a:pt x="140" y="438"/>
                      </a:lnTo>
                      <a:lnTo>
                        <a:pt x="139" y="438"/>
                      </a:lnTo>
                      <a:lnTo>
                        <a:pt x="139" y="437"/>
                      </a:lnTo>
                      <a:lnTo>
                        <a:pt x="137" y="437"/>
                      </a:lnTo>
                      <a:lnTo>
                        <a:pt x="137" y="435"/>
                      </a:lnTo>
                      <a:lnTo>
                        <a:pt x="135" y="435"/>
                      </a:lnTo>
                      <a:lnTo>
                        <a:pt x="135" y="433"/>
                      </a:lnTo>
                      <a:lnTo>
                        <a:pt x="133" y="433"/>
                      </a:lnTo>
                      <a:lnTo>
                        <a:pt x="133" y="431"/>
                      </a:lnTo>
                      <a:lnTo>
                        <a:pt x="133" y="429"/>
                      </a:lnTo>
                      <a:lnTo>
                        <a:pt x="133" y="428"/>
                      </a:lnTo>
                      <a:lnTo>
                        <a:pt x="135" y="428"/>
                      </a:lnTo>
                      <a:lnTo>
                        <a:pt x="133" y="428"/>
                      </a:lnTo>
                      <a:lnTo>
                        <a:pt x="133" y="426"/>
                      </a:lnTo>
                      <a:lnTo>
                        <a:pt x="133" y="424"/>
                      </a:lnTo>
                      <a:lnTo>
                        <a:pt x="133" y="426"/>
                      </a:lnTo>
                      <a:lnTo>
                        <a:pt x="133" y="424"/>
                      </a:lnTo>
                      <a:lnTo>
                        <a:pt x="135" y="424"/>
                      </a:lnTo>
                      <a:lnTo>
                        <a:pt x="133" y="424"/>
                      </a:lnTo>
                      <a:lnTo>
                        <a:pt x="135" y="424"/>
                      </a:lnTo>
                      <a:lnTo>
                        <a:pt x="133" y="424"/>
                      </a:lnTo>
                      <a:lnTo>
                        <a:pt x="133" y="422"/>
                      </a:lnTo>
                      <a:lnTo>
                        <a:pt x="133" y="424"/>
                      </a:lnTo>
                      <a:lnTo>
                        <a:pt x="133" y="422"/>
                      </a:lnTo>
                      <a:lnTo>
                        <a:pt x="133" y="424"/>
                      </a:lnTo>
                      <a:lnTo>
                        <a:pt x="133" y="422"/>
                      </a:lnTo>
                      <a:lnTo>
                        <a:pt x="133" y="424"/>
                      </a:lnTo>
                      <a:lnTo>
                        <a:pt x="133" y="422"/>
                      </a:lnTo>
                      <a:lnTo>
                        <a:pt x="131" y="422"/>
                      </a:lnTo>
                      <a:lnTo>
                        <a:pt x="131" y="420"/>
                      </a:lnTo>
                      <a:lnTo>
                        <a:pt x="133" y="420"/>
                      </a:lnTo>
                      <a:lnTo>
                        <a:pt x="133" y="418"/>
                      </a:lnTo>
                      <a:lnTo>
                        <a:pt x="135" y="418"/>
                      </a:lnTo>
                      <a:lnTo>
                        <a:pt x="135" y="420"/>
                      </a:lnTo>
                      <a:lnTo>
                        <a:pt x="137" y="420"/>
                      </a:lnTo>
                      <a:lnTo>
                        <a:pt x="137" y="418"/>
                      </a:lnTo>
                      <a:lnTo>
                        <a:pt x="139" y="418"/>
                      </a:lnTo>
                      <a:lnTo>
                        <a:pt x="139" y="417"/>
                      </a:lnTo>
                      <a:lnTo>
                        <a:pt x="139" y="415"/>
                      </a:lnTo>
                      <a:lnTo>
                        <a:pt x="140" y="415"/>
                      </a:lnTo>
                      <a:lnTo>
                        <a:pt x="142" y="417"/>
                      </a:lnTo>
                      <a:lnTo>
                        <a:pt x="144" y="417"/>
                      </a:lnTo>
                      <a:lnTo>
                        <a:pt x="146" y="417"/>
                      </a:lnTo>
                      <a:lnTo>
                        <a:pt x="148" y="417"/>
                      </a:lnTo>
                      <a:lnTo>
                        <a:pt x="148" y="418"/>
                      </a:lnTo>
                      <a:lnTo>
                        <a:pt x="150" y="418"/>
                      </a:lnTo>
                      <a:lnTo>
                        <a:pt x="151" y="418"/>
                      </a:lnTo>
                      <a:lnTo>
                        <a:pt x="153" y="418"/>
                      </a:lnTo>
                      <a:lnTo>
                        <a:pt x="155" y="418"/>
                      </a:lnTo>
                      <a:lnTo>
                        <a:pt x="153" y="418"/>
                      </a:lnTo>
                      <a:lnTo>
                        <a:pt x="153" y="417"/>
                      </a:lnTo>
                      <a:lnTo>
                        <a:pt x="153" y="415"/>
                      </a:lnTo>
                      <a:lnTo>
                        <a:pt x="153" y="413"/>
                      </a:lnTo>
                      <a:lnTo>
                        <a:pt x="155" y="413"/>
                      </a:lnTo>
                      <a:lnTo>
                        <a:pt x="153" y="409"/>
                      </a:lnTo>
                      <a:lnTo>
                        <a:pt x="153" y="407"/>
                      </a:lnTo>
                      <a:lnTo>
                        <a:pt x="153" y="409"/>
                      </a:lnTo>
                      <a:lnTo>
                        <a:pt x="153" y="407"/>
                      </a:lnTo>
                      <a:lnTo>
                        <a:pt x="155" y="407"/>
                      </a:lnTo>
                      <a:lnTo>
                        <a:pt x="155" y="409"/>
                      </a:lnTo>
                      <a:lnTo>
                        <a:pt x="157" y="409"/>
                      </a:lnTo>
                      <a:lnTo>
                        <a:pt x="157" y="407"/>
                      </a:lnTo>
                      <a:lnTo>
                        <a:pt x="157" y="409"/>
                      </a:lnTo>
                      <a:lnTo>
                        <a:pt x="159" y="409"/>
                      </a:lnTo>
                      <a:lnTo>
                        <a:pt x="159" y="407"/>
                      </a:lnTo>
                      <a:lnTo>
                        <a:pt x="161" y="407"/>
                      </a:lnTo>
                      <a:lnTo>
                        <a:pt x="161" y="409"/>
                      </a:lnTo>
                      <a:lnTo>
                        <a:pt x="161" y="407"/>
                      </a:lnTo>
                      <a:lnTo>
                        <a:pt x="161" y="409"/>
                      </a:lnTo>
                      <a:lnTo>
                        <a:pt x="162" y="409"/>
                      </a:lnTo>
                      <a:lnTo>
                        <a:pt x="162" y="407"/>
                      </a:lnTo>
                      <a:lnTo>
                        <a:pt x="162" y="409"/>
                      </a:lnTo>
                      <a:lnTo>
                        <a:pt x="164" y="409"/>
                      </a:lnTo>
                      <a:lnTo>
                        <a:pt x="164" y="407"/>
                      </a:lnTo>
                      <a:lnTo>
                        <a:pt x="166" y="406"/>
                      </a:lnTo>
                      <a:lnTo>
                        <a:pt x="166" y="404"/>
                      </a:lnTo>
                      <a:lnTo>
                        <a:pt x="168" y="404"/>
                      </a:lnTo>
                      <a:lnTo>
                        <a:pt x="168" y="406"/>
                      </a:lnTo>
                      <a:lnTo>
                        <a:pt x="170" y="406"/>
                      </a:lnTo>
                      <a:lnTo>
                        <a:pt x="171" y="406"/>
                      </a:lnTo>
                      <a:lnTo>
                        <a:pt x="173" y="404"/>
                      </a:lnTo>
                      <a:lnTo>
                        <a:pt x="175" y="404"/>
                      </a:lnTo>
                      <a:lnTo>
                        <a:pt x="173" y="404"/>
                      </a:lnTo>
                      <a:lnTo>
                        <a:pt x="175" y="404"/>
                      </a:lnTo>
                      <a:lnTo>
                        <a:pt x="173" y="404"/>
                      </a:lnTo>
                      <a:lnTo>
                        <a:pt x="175" y="404"/>
                      </a:lnTo>
                      <a:lnTo>
                        <a:pt x="175" y="402"/>
                      </a:lnTo>
                      <a:lnTo>
                        <a:pt x="175" y="404"/>
                      </a:lnTo>
                      <a:lnTo>
                        <a:pt x="175" y="402"/>
                      </a:lnTo>
                      <a:lnTo>
                        <a:pt x="177" y="402"/>
                      </a:lnTo>
                      <a:lnTo>
                        <a:pt x="175" y="402"/>
                      </a:lnTo>
                      <a:lnTo>
                        <a:pt x="177" y="402"/>
                      </a:lnTo>
                      <a:lnTo>
                        <a:pt x="175" y="402"/>
                      </a:lnTo>
                      <a:lnTo>
                        <a:pt x="177" y="402"/>
                      </a:lnTo>
                      <a:lnTo>
                        <a:pt x="177" y="400"/>
                      </a:lnTo>
                      <a:lnTo>
                        <a:pt x="179" y="400"/>
                      </a:lnTo>
                      <a:lnTo>
                        <a:pt x="179" y="398"/>
                      </a:lnTo>
                      <a:lnTo>
                        <a:pt x="179" y="400"/>
                      </a:lnTo>
                      <a:lnTo>
                        <a:pt x="179" y="398"/>
                      </a:lnTo>
                      <a:lnTo>
                        <a:pt x="179" y="396"/>
                      </a:lnTo>
                      <a:lnTo>
                        <a:pt x="181" y="396"/>
                      </a:lnTo>
                      <a:lnTo>
                        <a:pt x="182" y="396"/>
                      </a:lnTo>
                      <a:lnTo>
                        <a:pt x="184" y="396"/>
                      </a:lnTo>
                      <a:lnTo>
                        <a:pt x="184" y="395"/>
                      </a:lnTo>
                      <a:lnTo>
                        <a:pt x="186" y="395"/>
                      </a:lnTo>
                      <a:lnTo>
                        <a:pt x="186" y="396"/>
                      </a:lnTo>
                      <a:lnTo>
                        <a:pt x="186" y="395"/>
                      </a:lnTo>
                      <a:lnTo>
                        <a:pt x="186" y="396"/>
                      </a:lnTo>
                      <a:lnTo>
                        <a:pt x="188" y="396"/>
                      </a:lnTo>
                      <a:lnTo>
                        <a:pt x="188" y="398"/>
                      </a:lnTo>
                      <a:lnTo>
                        <a:pt x="190" y="398"/>
                      </a:lnTo>
                      <a:lnTo>
                        <a:pt x="190" y="396"/>
                      </a:lnTo>
                      <a:lnTo>
                        <a:pt x="192" y="396"/>
                      </a:lnTo>
                      <a:lnTo>
                        <a:pt x="192" y="395"/>
                      </a:lnTo>
                      <a:lnTo>
                        <a:pt x="193" y="395"/>
                      </a:lnTo>
                      <a:lnTo>
                        <a:pt x="193" y="393"/>
                      </a:lnTo>
                      <a:lnTo>
                        <a:pt x="193" y="391"/>
                      </a:lnTo>
                      <a:lnTo>
                        <a:pt x="195" y="391"/>
                      </a:lnTo>
                      <a:lnTo>
                        <a:pt x="195" y="389"/>
                      </a:lnTo>
                      <a:lnTo>
                        <a:pt x="193" y="389"/>
                      </a:lnTo>
                      <a:lnTo>
                        <a:pt x="195" y="389"/>
                      </a:lnTo>
                      <a:lnTo>
                        <a:pt x="195" y="387"/>
                      </a:lnTo>
                      <a:lnTo>
                        <a:pt x="195" y="385"/>
                      </a:lnTo>
                      <a:lnTo>
                        <a:pt x="195" y="384"/>
                      </a:lnTo>
                      <a:lnTo>
                        <a:pt x="195" y="382"/>
                      </a:lnTo>
                      <a:lnTo>
                        <a:pt x="193" y="382"/>
                      </a:lnTo>
                      <a:lnTo>
                        <a:pt x="193" y="380"/>
                      </a:lnTo>
                      <a:lnTo>
                        <a:pt x="193" y="378"/>
                      </a:lnTo>
                      <a:lnTo>
                        <a:pt x="193" y="376"/>
                      </a:lnTo>
                      <a:lnTo>
                        <a:pt x="192" y="376"/>
                      </a:lnTo>
                      <a:lnTo>
                        <a:pt x="192" y="374"/>
                      </a:lnTo>
                      <a:lnTo>
                        <a:pt x="192" y="373"/>
                      </a:lnTo>
                      <a:lnTo>
                        <a:pt x="192" y="371"/>
                      </a:lnTo>
                      <a:lnTo>
                        <a:pt x="193" y="367"/>
                      </a:lnTo>
                      <a:lnTo>
                        <a:pt x="193" y="364"/>
                      </a:lnTo>
                      <a:lnTo>
                        <a:pt x="195" y="360"/>
                      </a:lnTo>
                      <a:lnTo>
                        <a:pt x="197" y="358"/>
                      </a:lnTo>
                      <a:lnTo>
                        <a:pt x="195" y="353"/>
                      </a:lnTo>
                      <a:lnTo>
                        <a:pt x="195" y="349"/>
                      </a:lnTo>
                      <a:lnTo>
                        <a:pt x="193" y="349"/>
                      </a:lnTo>
                      <a:lnTo>
                        <a:pt x="193" y="347"/>
                      </a:lnTo>
                      <a:lnTo>
                        <a:pt x="193" y="345"/>
                      </a:lnTo>
                      <a:lnTo>
                        <a:pt x="192" y="343"/>
                      </a:lnTo>
                      <a:lnTo>
                        <a:pt x="190" y="343"/>
                      </a:lnTo>
                      <a:lnTo>
                        <a:pt x="190" y="342"/>
                      </a:lnTo>
                      <a:lnTo>
                        <a:pt x="192" y="342"/>
                      </a:lnTo>
                      <a:lnTo>
                        <a:pt x="190" y="340"/>
                      </a:lnTo>
                      <a:lnTo>
                        <a:pt x="192" y="340"/>
                      </a:lnTo>
                      <a:lnTo>
                        <a:pt x="192" y="338"/>
                      </a:lnTo>
                      <a:lnTo>
                        <a:pt x="190" y="338"/>
                      </a:lnTo>
                      <a:lnTo>
                        <a:pt x="190" y="336"/>
                      </a:lnTo>
                      <a:lnTo>
                        <a:pt x="188" y="336"/>
                      </a:lnTo>
                      <a:lnTo>
                        <a:pt x="186" y="334"/>
                      </a:lnTo>
                      <a:lnTo>
                        <a:pt x="188" y="334"/>
                      </a:lnTo>
                      <a:lnTo>
                        <a:pt x="188" y="332"/>
                      </a:lnTo>
                      <a:lnTo>
                        <a:pt x="186" y="332"/>
                      </a:lnTo>
                      <a:lnTo>
                        <a:pt x="186" y="331"/>
                      </a:lnTo>
                      <a:lnTo>
                        <a:pt x="188" y="329"/>
                      </a:lnTo>
                      <a:lnTo>
                        <a:pt x="186" y="329"/>
                      </a:lnTo>
                      <a:lnTo>
                        <a:pt x="188" y="329"/>
                      </a:lnTo>
                      <a:lnTo>
                        <a:pt x="188" y="327"/>
                      </a:lnTo>
                      <a:lnTo>
                        <a:pt x="188" y="325"/>
                      </a:lnTo>
                      <a:lnTo>
                        <a:pt x="188" y="323"/>
                      </a:lnTo>
                      <a:lnTo>
                        <a:pt x="190" y="321"/>
                      </a:lnTo>
                      <a:lnTo>
                        <a:pt x="190" y="320"/>
                      </a:lnTo>
                      <a:lnTo>
                        <a:pt x="190" y="321"/>
                      </a:lnTo>
                      <a:lnTo>
                        <a:pt x="192" y="321"/>
                      </a:lnTo>
                      <a:lnTo>
                        <a:pt x="192" y="320"/>
                      </a:lnTo>
                      <a:lnTo>
                        <a:pt x="192" y="318"/>
                      </a:lnTo>
                      <a:lnTo>
                        <a:pt x="193" y="316"/>
                      </a:lnTo>
                      <a:lnTo>
                        <a:pt x="193" y="314"/>
                      </a:lnTo>
                      <a:lnTo>
                        <a:pt x="192" y="314"/>
                      </a:lnTo>
                      <a:lnTo>
                        <a:pt x="193" y="314"/>
                      </a:lnTo>
                      <a:lnTo>
                        <a:pt x="193" y="312"/>
                      </a:lnTo>
                      <a:lnTo>
                        <a:pt x="193" y="311"/>
                      </a:lnTo>
                      <a:lnTo>
                        <a:pt x="193" y="309"/>
                      </a:lnTo>
                      <a:lnTo>
                        <a:pt x="193" y="307"/>
                      </a:lnTo>
                      <a:lnTo>
                        <a:pt x="192" y="307"/>
                      </a:lnTo>
                      <a:lnTo>
                        <a:pt x="193" y="307"/>
                      </a:lnTo>
                      <a:lnTo>
                        <a:pt x="193" y="305"/>
                      </a:lnTo>
                      <a:lnTo>
                        <a:pt x="195" y="305"/>
                      </a:lnTo>
                      <a:lnTo>
                        <a:pt x="195" y="303"/>
                      </a:lnTo>
                      <a:lnTo>
                        <a:pt x="193" y="303"/>
                      </a:lnTo>
                      <a:lnTo>
                        <a:pt x="192" y="301"/>
                      </a:lnTo>
                      <a:lnTo>
                        <a:pt x="192" y="303"/>
                      </a:lnTo>
                      <a:lnTo>
                        <a:pt x="192" y="301"/>
                      </a:lnTo>
                      <a:lnTo>
                        <a:pt x="192" y="300"/>
                      </a:lnTo>
                      <a:lnTo>
                        <a:pt x="192" y="298"/>
                      </a:lnTo>
                      <a:lnTo>
                        <a:pt x="193" y="298"/>
                      </a:lnTo>
                      <a:lnTo>
                        <a:pt x="195" y="298"/>
                      </a:lnTo>
                      <a:lnTo>
                        <a:pt x="197" y="298"/>
                      </a:lnTo>
                      <a:lnTo>
                        <a:pt x="195" y="298"/>
                      </a:lnTo>
                      <a:lnTo>
                        <a:pt x="195" y="296"/>
                      </a:lnTo>
                      <a:lnTo>
                        <a:pt x="197" y="296"/>
                      </a:lnTo>
                      <a:lnTo>
                        <a:pt x="195" y="296"/>
                      </a:lnTo>
                      <a:lnTo>
                        <a:pt x="197" y="294"/>
                      </a:lnTo>
                      <a:lnTo>
                        <a:pt x="195" y="294"/>
                      </a:lnTo>
                      <a:lnTo>
                        <a:pt x="195" y="292"/>
                      </a:lnTo>
                      <a:lnTo>
                        <a:pt x="197" y="292"/>
                      </a:lnTo>
                      <a:lnTo>
                        <a:pt x="197" y="290"/>
                      </a:lnTo>
                      <a:lnTo>
                        <a:pt x="195" y="290"/>
                      </a:lnTo>
                      <a:lnTo>
                        <a:pt x="197" y="290"/>
                      </a:lnTo>
                      <a:lnTo>
                        <a:pt x="195" y="290"/>
                      </a:lnTo>
                      <a:lnTo>
                        <a:pt x="197" y="289"/>
                      </a:lnTo>
                      <a:lnTo>
                        <a:pt x="195" y="289"/>
                      </a:lnTo>
                      <a:lnTo>
                        <a:pt x="195" y="287"/>
                      </a:lnTo>
                      <a:lnTo>
                        <a:pt x="195" y="285"/>
                      </a:lnTo>
                      <a:lnTo>
                        <a:pt x="197" y="285"/>
                      </a:lnTo>
                      <a:lnTo>
                        <a:pt x="195" y="285"/>
                      </a:lnTo>
                      <a:lnTo>
                        <a:pt x="193" y="285"/>
                      </a:lnTo>
                      <a:lnTo>
                        <a:pt x="192" y="285"/>
                      </a:lnTo>
                      <a:lnTo>
                        <a:pt x="193" y="285"/>
                      </a:lnTo>
                      <a:lnTo>
                        <a:pt x="193" y="283"/>
                      </a:lnTo>
                      <a:lnTo>
                        <a:pt x="192" y="283"/>
                      </a:lnTo>
                      <a:lnTo>
                        <a:pt x="193" y="283"/>
                      </a:lnTo>
                      <a:lnTo>
                        <a:pt x="192" y="283"/>
                      </a:lnTo>
                      <a:lnTo>
                        <a:pt x="192" y="281"/>
                      </a:lnTo>
                      <a:lnTo>
                        <a:pt x="190" y="281"/>
                      </a:lnTo>
                      <a:lnTo>
                        <a:pt x="190" y="283"/>
                      </a:lnTo>
                      <a:lnTo>
                        <a:pt x="188" y="281"/>
                      </a:lnTo>
                      <a:lnTo>
                        <a:pt x="188" y="279"/>
                      </a:lnTo>
                      <a:lnTo>
                        <a:pt x="186" y="279"/>
                      </a:lnTo>
                      <a:lnTo>
                        <a:pt x="186" y="278"/>
                      </a:lnTo>
                      <a:lnTo>
                        <a:pt x="184" y="278"/>
                      </a:lnTo>
                      <a:lnTo>
                        <a:pt x="184" y="276"/>
                      </a:lnTo>
                      <a:lnTo>
                        <a:pt x="184" y="274"/>
                      </a:lnTo>
                      <a:lnTo>
                        <a:pt x="182" y="274"/>
                      </a:lnTo>
                      <a:lnTo>
                        <a:pt x="182" y="272"/>
                      </a:lnTo>
                      <a:lnTo>
                        <a:pt x="182" y="274"/>
                      </a:lnTo>
                      <a:lnTo>
                        <a:pt x="181" y="272"/>
                      </a:lnTo>
                      <a:lnTo>
                        <a:pt x="182" y="272"/>
                      </a:lnTo>
                      <a:lnTo>
                        <a:pt x="182" y="270"/>
                      </a:lnTo>
                      <a:lnTo>
                        <a:pt x="182" y="268"/>
                      </a:lnTo>
                      <a:lnTo>
                        <a:pt x="184" y="268"/>
                      </a:lnTo>
                      <a:lnTo>
                        <a:pt x="186" y="268"/>
                      </a:lnTo>
                      <a:lnTo>
                        <a:pt x="188" y="268"/>
                      </a:lnTo>
                      <a:lnTo>
                        <a:pt x="188" y="267"/>
                      </a:lnTo>
                      <a:lnTo>
                        <a:pt x="190" y="267"/>
                      </a:lnTo>
                      <a:lnTo>
                        <a:pt x="190" y="265"/>
                      </a:lnTo>
                      <a:lnTo>
                        <a:pt x="190" y="263"/>
                      </a:lnTo>
                      <a:lnTo>
                        <a:pt x="190" y="261"/>
                      </a:lnTo>
                      <a:lnTo>
                        <a:pt x="188" y="261"/>
                      </a:lnTo>
                      <a:lnTo>
                        <a:pt x="186" y="261"/>
                      </a:lnTo>
                      <a:lnTo>
                        <a:pt x="184" y="261"/>
                      </a:lnTo>
                      <a:lnTo>
                        <a:pt x="184" y="259"/>
                      </a:lnTo>
                      <a:lnTo>
                        <a:pt x="182" y="259"/>
                      </a:lnTo>
                      <a:lnTo>
                        <a:pt x="181" y="259"/>
                      </a:lnTo>
                      <a:lnTo>
                        <a:pt x="181" y="258"/>
                      </a:lnTo>
                      <a:lnTo>
                        <a:pt x="179" y="258"/>
                      </a:lnTo>
                      <a:lnTo>
                        <a:pt x="179" y="256"/>
                      </a:lnTo>
                      <a:lnTo>
                        <a:pt x="179" y="254"/>
                      </a:lnTo>
                      <a:lnTo>
                        <a:pt x="177" y="252"/>
                      </a:lnTo>
                      <a:lnTo>
                        <a:pt x="177" y="254"/>
                      </a:lnTo>
                      <a:lnTo>
                        <a:pt x="175" y="252"/>
                      </a:lnTo>
                      <a:lnTo>
                        <a:pt x="175" y="254"/>
                      </a:lnTo>
                      <a:lnTo>
                        <a:pt x="175" y="252"/>
                      </a:lnTo>
                      <a:lnTo>
                        <a:pt x="173" y="252"/>
                      </a:lnTo>
                      <a:lnTo>
                        <a:pt x="173" y="254"/>
                      </a:lnTo>
                      <a:lnTo>
                        <a:pt x="173" y="252"/>
                      </a:lnTo>
                      <a:lnTo>
                        <a:pt x="171" y="250"/>
                      </a:lnTo>
                      <a:lnTo>
                        <a:pt x="170" y="250"/>
                      </a:lnTo>
                      <a:lnTo>
                        <a:pt x="170" y="248"/>
                      </a:lnTo>
                      <a:lnTo>
                        <a:pt x="170" y="247"/>
                      </a:lnTo>
                      <a:lnTo>
                        <a:pt x="170" y="245"/>
                      </a:lnTo>
                      <a:lnTo>
                        <a:pt x="168" y="245"/>
                      </a:lnTo>
                      <a:lnTo>
                        <a:pt x="168" y="247"/>
                      </a:lnTo>
                      <a:lnTo>
                        <a:pt x="166" y="247"/>
                      </a:lnTo>
                      <a:lnTo>
                        <a:pt x="166" y="248"/>
                      </a:lnTo>
                      <a:lnTo>
                        <a:pt x="164" y="248"/>
                      </a:lnTo>
                      <a:lnTo>
                        <a:pt x="162" y="248"/>
                      </a:lnTo>
                      <a:lnTo>
                        <a:pt x="162" y="247"/>
                      </a:lnTo>
                      <a:lnTo>
                        <a:pt x="162" y="245"/>
                      </a:lnTo>
                      <a:lnTo>
                        <a:pt x="161" y="245"/>
                      </a:lnTo>
                      <a:lnTo>
                        <a:pt x="162" y="245"/>
                      </a:lnTo>
                      <a:lnTo>
                        <a:pt x="162" y="243"/>
                      </a:lnTo>
                      <a:lnTo>
                        <a:pt x="161" y="243"/>
                      </a:lnTo>
                      <a:lnTo>
                        <a:pt x="159" y="243"/>
                      </a:lnTo>
                      <a:lnTo>
                        <a:pt x="159" y="241"/>
                      </a:lnTo>
                      <a:lnTo>
                        <a:pt x="159" y="239"/>
                      </a:lnTo>
                      <a:lnTo>
                        <a:pt x="159" y="234"/>
                      </a:lnTo>
                      <a:lnTo>
                        <a:pt x="157" y="232"/>
                      </a:lnTo>
                      <a:lnTo>
                        <a:pt x="159" y="230"/>
                      </a:lnTo>
                      <a:lnTo>
                        <a:pt x="159" y="228"/>
                      </a:lnTo>
                      <a:lnTo>
                        <a:pt x="157" y="228"/>
                      </a:lnTo>
                      <a:lnTo>
                        <a:pt x="155" y="228"/>
                      </a:lnTo>
                      <a:lnTo>
                        <a:pt x="153" y="228"/>
                      </a:lnTo>
                      <a:lnTo>
                        <a:pt x="153" y="226"/>
                      </a:lnTo>
                      <a:lnTo>
                        <a:pt x="153" y="225"/>
                      </a:lnTo>
                      <a:lnTo>
                        <a:pt x="151" y="225"/>
                      </a:lnTo>
                      <a:lnTo>
                        <a:pt x="151" y="223"/>
                      </a:lnTo>
                      <a:lnTo>
                        <a:pt x="150" y="223"/>
                      </a:lnTo>
                      <a:lnTo>
                        <a:pt x="150" y="221"/>
                      </a:lnTo>
                      <a:lnTo>
                        <a:pt x="150" y="219"/>
                      </a:lnTo>
                      <a:lnTo>
                        <a:pt x="150" y="217"/>
                      </a:lnTo>
                      <a:lnTo>
                        <a:pt x="148" y="217"/>
                      </a:lnTo>
                      <a:lnTo>
                        <a:pt x="148" y="219"/>
                      </a:lnTo>
                      <a:lnTo>
                        <a:pt x="146" y="219"/>
                      </a:lnTo>
                      <a:lnTo>
                        <a:pt x="146" y="217"/>
                      </a:lnTo>
                      <a:lnTo>
                        <a:pt x="144" y="217"/>
                      </a:lnTo>
                      <a:lnTo>
                        <a:pt x="142" y="215"/>
                      </a:lnTo>
                      <a:lnTo>
                        <a:pt x="140" y="215"/>
                      </a:lnTo>
                      <a:lnTo>
                        <a:pt x="140" y="214"/>
                      </a:lnTo>
                      <a:lnTo>
                        <a:pt x="139" y="214"/>
                      </a:lnTo>
                      <a:lnTo>
                        <a:pt x="133" y="206"/>
                      </a:lnTo>
                      <a:lnTo>
                        <a:pt x="133" y="205"/>
                      </a:lnTo>
                      <a:lnTo>
                        <a:pt x="131" y="205"/>
                      </a:lnTo>
                      <a:lnTo>
                        <a:pt x="130" y="205"/>
                      </a:lnTo>
                      <a:lnTo>
                        <a:pt x="130" y="203"/>
                      </a:lnTo>
                      <a:lnTo>
                        <a:pt x="128" y="203"/>
                      </a:lnTo>
                      <a:lnTo>
                        <a:pt x="128" y="201"/>
                      </a:lnTo>
                      <a:lnTo>
                        <a:pt x="128" y="199"/>
                      </a:lnTo>
                      <a:lnTo>
                        <a:pt x="126" y="199"/>
                      </a:lnTo>
                      <a:lnTo>
                        <a:pt x="128" y="199"/>
                      </a:lnTo>
                      <a:lnTo>
                        <a:pt x="126" y="197"/>
                      </a:lnTo>
                      <a:lnTo>
                        <a:pt x="124" y="197"/>
                      </a:lnTo>
                      <a:lnTo>
                        <a:pt x="124" y="195"/>
                      </a:lnTo>
                      <a:lnTo>
                        <a:pt x="124" y="194"/>
                      </a:lnTo>
                      <a:lnTo>
                        <a:pt x="126" y="194"/>
                      </a:lnTo>
                      <a:lnTo>
                        <a:pt x="126" y="192"/>
                      </a:lnTo>
                      <a:lnTo>
                        <a:pt x="124" y="192"/>
                      </a:lnTo>
                      <a:lnTo>
                        <a:pt x="124" y="190"/>
                      </a:lnTo>
                      <a:lnTo>
                        <a:pt x="122" y="190"/>
                      </a:lnTo>
                      <a:lnTo>
                        <a:pt x="122" y="188"/>
                      </a:lnTo>
                      <a:lnTo>
                        <a:pt x="120" y="188"/>
                      </a:lnTo>
                      <a:lnTo>
                        <a:pt x="120" y="186"/>
                      </a:lnTo>
                      <a:lnTo>
                        <a:pt x="120" y="184"/>
                      </a:lnTo>
                      <a:lnTo>
                        <a:pt x="120" y="186"/>
                      </a:lnTo>
                      <a:lnTo>
                        <a:pt x="119" y="184"/>
                      </a:lnTo>
                      <a:lnTo>
                        <a:pt x="117" y="186"/>
                      </a:lnTo>
                      <a:lnTo>
                        <a:pt x="115" y="186"/>
                      </a:lnTo>
                      <a:lnTo>
                        <a:pt x="113" y="184"/>
                      </a:lnTo>
                      <a:lnTo>
                        <a:pt x="115" y="183"/>
                      </a:lnTo>
                      <a:lnTo>
                        <a:pt x="113" y="183"/>
                      </a:lnTo>
                      <a:lnTo>
                        <a:pt x="113" y="184"/>
                      </a:lnTo>
                      <a:lnTo>
                        <a:pt x="113" y="183"/>
                      </a:lnTo>
                      <a:lnTo>
                        <a:pt x="111" y="183"/>
                      </a:lnTo>
                      <a:lnTo>
                        <a:pt x="111" y="181"/>
                      </a:lnTo>
                      <a:lnTo>
                        <a:pt x="109" y="181"/>
                      </a:lnTo>
                      <a:lnTo>
                        <a:pt x="109" y="179"/>
                      </a:lnTo>
                      <a:lnTo>
                        <a:pt x="108" y="179"/>
                      </a:lnTo>
                      <a:lnTo>
                        <a:pt x="108" y="177"/>
                      </a:lnTo>
                      <a:lnTo>
                        <a:pt x="106" y="177"/>
                      </a:lnTo>
                      <a:lnTo>
                        <a:pt x="106" y="175"/>
                      </a:lnTo>
                      <a:lnTo>
                        <a:pt x="106" y="173"/>
                      </a:lnTo>
                      <a:lnTo>
                        <a:pt x="108" y="173"/>
                      </a:lnTo>
                      <a:lnTo>
                        <a:pt x="108" y="172"/>
                      </a:lnTo>
                      <a:lnTo>
                        <a:pt x="108" y="170"/>
                      </a:lnTo>
                      <a:lnTo>
                        <a:pt x="109" y="170"/>
                      </a:lnTo>
                      <a:lnTo>
                        <a:pt x="109" y="168"/>
                      </a:lnTo>
                      <a:lnTo>
                        <a:pt x="108" y="170"/>
                      </a:lnTo>
                      <a:lnTo>
                        <a:pt x="108" y="168"/>
                      </a:lnTo>
                      <a:lnTo>
                        <a:pt x="108" y="166"/>
                      </a:lnTo>
                      <a:lnTo>
                        <a:pt x="108" y="168"/>
                      </a:lnTo>
                      <a:lnTo>
                        <a:pt x="106" y="168"/>
                      </a:lnTo>
                      <a:lnTo>
                        <a:pt x="106" y="166"/>
                      </a:lnTo>
                      <a:lnTo>
                        <a:pt x="104" y="166"/>
                      </a:lnTo>
                      <a:lnTo>
                        <a:pt x="102" y="166"/>
                      </a:lnTo>
                      <a:lnTo>
                        <a:pt x="104" y="166"/>
                      </a:lnTo>
                      <a:lnTo>
                        <a:pt x="102" y="166"/>
                      </a:lnTo>
                      <a:lnTo>
                        <a:pt x="100" y="166"/>
                      </a:lnTo>
                      <a:lnTo>
                        <a:pt x="100" y="164"/>
                      </a:lnTo>
                      <a:lnTo>
                        <a:pt x="98" y="164"/>
                      </a:lnTo>
                      <a:lnTo>
                        <a:pt x="97" y="164"/>
                      </a:lnTo>
                      <a:lnTo>
                        <a:pt x="95" y="164"/>
                      </a:lnTo>
                      <a:lnTo>
                        <a:pt x="93" y="164"/>
                      </a:lnTo>
                      <a:lnTo>
                        <a:pt x="93" y="162"/>
                      </a:lnTo>
                      <a:lnTo>
                        <a:pt x="91" y="162"/>
                      </a:lnTo>
                      <a:lnTo>
                        <a:pt x="89" y="161"/>
                      </a:lnTo>
                      <a:lnTo>
                        <a:pt x="88" y="161"/>
                      </a:lnTo>
                      <a:lnTo>
                        <a:pt x="88" y="159"/>
                      </a:lnTo>
                      <a:lnTo>
                        <a:pt x="86" y="159"/>
                      </a:lnTo>
                      <a:lnTo>
                        <a:pt x="86" y="157"/>
                      </a:lnTo>
                      <a:lnTo>
                        <a:pt x="84" y="157"/>
                      </a:lnTo>
                      <a:lnTo>
                        <a:pt x="82" y="155"/>
                      </a:lnTo>
                      <a:lnTo>
                        <a:pt x="80" y="155"/>
                      </a:lnTo>
                      <a:lnTo>
                        <a:pt x="80" y="153"/>
                      </a:lnTo>
                      <a:lnTo>
                        <a:pt x="78" y="153"/>
                      </a:lnTo>
                      <a:lnTo>
                        <a:pt x="77" y="152"/>
                      </a:lnTo>
                      <a:lnTo>
                        <a:pt x="75" y="153"/>
                      </a:lnTo>
                      <a:lnTo>
                        <a:pt x="75" y="152"/>
                      </a:lnTo>
                      <a:lnTo>
                        <a:pt x="73" y="152"/>
                      </a:lnTo>
                      <a:lnTo>
                        <a:pt x="73" y="150"/>
                      </a:lnTo>
                      <a:lnTo>
                        <a:pt x="71" y="150"/>
                      </a:lnTo>
                      <a:lnTo>
                        <a:pt x="71" y="148"/>
                      </a:lnTo>
                      <a:lnTo>
                        <a:pt x="71" y="150"/>
                      </a:lnTo>
                      <a:lnTo>
                        <a:pt x="69" y="148"/>
                      </a:lnTo>
                      <a:lnTo>
                        <a:pt x="67" y="148"/>
                      </a:lnTo>
                      <a:lnTo>
                        <a:pt x="66" y="148"/>
                      </a:lnTo>
                      <a:lnTo>
                        <a:pt x="66" y="146"/>
                      </a:lnTo>
                      <a:lnTo>
                        <a:pt x="64" y="146"/>
                      </a:lnTo>
                      <a:lnTo>
                        <a:pt x="62" y="146"/>
                      </a:lnTo>
                      <a:lnTo>
                        <a:pt x="62" y="144"/>
                      </a:lnTo>
                      <a:lnTo>
                        <a:pt x="64" y="144"/>
                      </a:lnTo>
                      <a:lnTo>
                        <a:pt x="66" y="144"/>
                      </a:lnTo>
                      <a:lnTo>
                        <a:pt x="66" y="142"/>
                      </a:lnTo>
                      <a:lnTo>
                        <a:pt x="67" y="142"/>
                      </a:lnTo>
                      <a:lnTo>
                        <a:pt x="67" y="141"/>
                      </a:lnTo>
                      <a:lnTo>
                        <a:pt x="69" y="141"/>
                      </a:lnTo>
                      <a:lnTo>
                        <a:pt x="69" y="142"/>
                      </a:lnTo>
                      <a:lnTo>
                        <a:pt x="69" y="141"/>
                      </a:lnTo>
                      <a:lnTo>
                        <a:pt x="69" y="139"/>
                      </a:lnTo>
                      <a:lnTo>
                        <a:pt x="71" y="139"/>
                      </a:lnTo>
                      <a:lnTo>
                        <a:pt x="71" y="137"/>
                      </a:lnTo>
                      <a:lnTo>
                        <a:pt x="71" y="135"/>
                      </a:lnTo>
                      <a:lnTo>
                        <a:pt x="69" y="135"/>
                      </a:lnTo>
                      <a:lnTo>
                        <a:pt x="69" y="133"/>
                      </a:lnTo>
                      <a:lnTo>
                        <a:pt x="71" y="133"/>
                      </a:lnTo>
                      <a:lnTo>
                        <a:pt x="73" y="133"/>
                      </a:lnTo>
                      <a:lnTo>
                        <a:pt x="73" y="131"/>
                      </a:lnTo>
                      <a:lnTo>
                        <a:pt x="75" y="131"/>
                      </a:lnTo>
                      <a:lnTo>
                        <a:pt x="77" y="131"/>
                      </a:lnTo>
                      <a:lnTo>
                        <a:pt x="78" y="131"/>
                      </a:lnTo>
                      <a:lnTo>
                        <a:pt x="78" y="133"/>
                      </a:lnTo>
                      <a:lnTo>
                        <a:pt x="80" y="133"/>
                      </a:lnTo>
                      <a:lnTo>
                        <a:pt x="82" y="131"/>
                      </a:lnTo>
                      <a:lnTo>
                        <a:pt x="82" y="133"/>
                      </a:lnTo>
                      <a:lnTo>
                        <a:pt x="84" y="133"/>
                      </a:lnTo>
                      <a:lnTo>
                        <a:pt x="84" y="135"/>
                      </a:lnTo>
                      <a:lnTo>
                        <a:pt x="86" y="135"/>
                      </a:lnTo>
                      <a:lnTo>
                        <a:pt x="88" y="135"/>
                      </a:lnTo>
                      <a:lnTo>
                        <a:pt x="88" y="133"/>
                      </a:lnTo>
                      <a:lnTo>
                        <a:pt x="89" y="133"/>
                      </a:lnTo>
                      <a:lnTo>
                        <a:pt x="89" y="135"/>
                      </a:lnTo>
                      <a:lnTo>
                        <a:pt x="89" y="133"/>
                      </a:lnTo>
                      <a:lnTo>
                        <a:pt x="91" y="133"/>
                      </a:lnTo>
                      <a:lnTo>
                        <a:pt x="91" y="131"/>
                      </a:lnTo>
                      <a:lnTo>
                        <a:pt x="91" y="130"/>
                      </a:lnTo>
                      <a:lnTo>
                        <a:pt x="93" y="130"/>
                      </a:lnTo>
                      <a:lnTo>
                        <a:pt x="95" y="130"/>
                      </a:lnTo>
                      <a:lnTo>
                        <a:pt x="95" y="128"/>
                      </a:lnTo>
                      <a:lnTo>
                        <a:pt x="97" y="128"/>
                      </a:lnTo>
                      <a:lnTo>
                        <a:pt x="97" y="126"/>
                      </a:lnTo>
                      <a:lnTo>
                        <a:pt x="95" y="126"/>
                      </a:lnTo>
                      <a:lnTo>
                        <a:pt x="95" y="124"/>
                      </a:lnTo>
                      <a:lnTo>
                        <a:pt x="97" y="122"/>
                      </a:lnTo>
                      <a:lnTo>
                        <a:pt x="98" y="122"/>
                      </a:lnTo>
                      <a:lnTo>
                        <a:pt x="98" y="120"/>
                      </a:lnTo>
                      <a:lnTo>
                        <a:pt x="100" y="120"/>
                      </a:lnTo>
                      <a:lnTo>
                        <a:pt x="102" y="120"/>
                      </a:lnTo>
                      <a:lnTo>
                        <a:pt x="100" y="119"/>
                      </a:lnTo>
                      <a:lnTo>
                        <a:pt x="102" y="119"/>
                      </a:lnTo>
                      <a:lnTo>
                        <a:pt x="102" y="117"/>
                      </a:lnTo>
                      <a:lnTo>
                        <a:pt x="100" y="117"/>
                      </a:lnTo>
                      <a:lnTo>
                        <a:pt x="100" y="115"/>
                      </a:lnTo>
                      <a:lnTo>
                        <a:pt x="98" y="115"/>
                      </a:lnTo>
                      <a:lnTo>
                        <a:pt x="97" y="115"/>
                      </a:lnTo>
                      <a:lnTo>
                        <a:pt x="95" y="113"/>
                      </a:lnTo>
                      <a:lnTo>
                        <a:pt x="93" y="113"/>
                      </a:lnTo>
                      <a:lnTo>
                        <a:pt x="91" y="113"/>
                      </a:lnTo>
                      <a:lnTo>
                        <a:pt x="89" y="113"/>
                      </a:lnTo>
                      <a:lnTo>
                        <a:pt x="88" y="111"/>
                      </a:lnTo>
                      <a:lnTo>
                        <a:pt x="89" y="111"/>
                      </a:lnTo>
                      <a:lnTo>
                        <a:pt x="89" y="109"/>
                      </a:lnTo>
                      <a:lnTo>
                        <a:pt x="89" y="108"/>
                      </a:lnTo>
                      <a:lnTo>
                        <a:pt x="91" y="108"/>
                      </a:lnTo>
                      <a:lnTo>
                        <a:pt x="91" y="106"/>
                      </a:lnTo>
                      <a:lnTo>
                        <a:pt x="93" y="106"/>
                      </a:lnTo>
                      <a:lnTo>
                        <a:pt x="91" y="106"/>
                      </a:lnTo>
                      <a:lnTo>
                        <a:pt x="91" y="104"/>
                      </a:lnTo>
                      <a:lnTo>
                        <a:pt x="89" y="104"/>
                      </a:lnTo>
                      <a:lnTo>
                        <a:pt x="89" y="106"/>
                      </a:lnTo>
                      <a:lnTo>
                        <a:pt x="88" y="106"/>
                      </a:lnTo>
                      <a:lnTo>
                        <a:pt x="86" y="106"/>
                      </a:lnTo>
                      <a:lnTo>
                        <a:pt x="86" y="108"/>
                      </a:lnTo>
                      <a:lnTo>
                        <a:pt x="84" y="108"/>
                      </a:lnTo>
                      <a:lnTo>
                        <a:pt x="82" y="108"/>
                      </a:lnTo>
                      <a:lnTo>
                        <a:pt x="80" y="106"/>
                      </a:lnTo>
                      <a:lnTo>
                        <a:pt x="82" y="106"/>
                      </a:lnTo>
                      <a:lnTo>
                        <a:pt x="80" y="106"/>
                      </a:lnTo>
                      <a:lnTo>
                        <a:pt x="80" y="104"/>
                      </a:lnTo>
                      <a:lnTo>
                        <a:pt x="82" y="104"/>
                      </a:lnTo>
                      <a:lnTo>
                        <a:pt x="82" y="102"/>
                      </a:lnTo>
                      <a:lnTo>
                        <a:pt x="84" y="102"/>
                      </a:lnTo>
                      <a:lnTo>
                        <a:pt x="84" y="100"/>
                      </a:lnTo>
                      <a:lnTo>
                        <a:pt x="84" y="102"/>
                      </a:lnTo>
                      <a:lnTo>
                        <a:pt x="86" y="100"/>
                      </a:lnTo>
                      <a:lnTo>
                        <a:pt x="86" y="99"/>
                      </a:lnTo>
                      <a:lnTo>
                        <a:pt x="88" y="99"/>
                      </a:lnTo>
                      <a:lnTo>
                        <a:pt x="89" y="99"/>
                      </a:lnTo>
                      <a:lnTo>
                        <a:pt x="89" y="97"/>
                      </a:lnTo>
                      <a:lnTo>
                        <a:pt x="88" y="97"/>
                      </a:lnTo>
                      <a:lnTo>
                        <a:pt x="88" y="95"/>
                      </a:lnTo>
                      <a:lnTo>
                        <a:pt x="86" y="95"/>
                      </a:lnTo>
                      <a:lnTo>
                        <a:pt x="84" y="95"/>
                      </a:lnTo>
                      <a:lnTo>
                        <a:pt x="84" y="93"/>
                      </a:lnTo>
                      <a:lnTo>
                        <a:pt x="82" y="93"/>
                      </a:lnTo>
                      <a:lnTo>
                        <a:pt x="82" y="91"/>
                      </a:lnTo>
                      <a:lnTo>
                        <a:pt x="82" y="93"/>
                      </a:lnTo>
                      <a:lnTo>
                        <a:pt x="82" y="91"/>
                      </a:lnTo>
                      <a:lnTo>
                        <a:pt x="80" y="91"/>
                      </a:lnTo>
                      <a:lnTo>
                        <a:pt x="78" y="91"/>
                      </a:lnTo>
                      <a:lnTo>
                        <a:pt x="78" y="89"/>
                      </a:lnTo>
                      <a:lnTo>
                        <a:pt x="78" y="88"/>
                      </a:lnTo>
                      <a:lnTo>
                        <a:pt x="77" y="88"/>
                      </a:lnTo>
                      <a:lnTo>
                        <a:pt x="77" y="89"/>
                      </a:lnTo>
                      <a:lnTo>
                        <a:pt x="75" y="89"/>
                      </a:lnTo>
                      <a:lnTo>
                        <a:pt x="75" y="88"/>
                      </a:lnTo>
                      <a:lnTo>
                        <a:pt x="73" y="88"/>
                      </a:lnTo>
                      <a:lnTo>
                        <a:pt x="73" y="86"/>
                      </a:lnTo>
                      <a:lnTo>
                        <a:pt x="71" y="88"/>
                      </a:lnTo>
                      <a:lnTo>
                        <a:pt x="71" y="86"/>
                      </a:lnTo>
                      <a:lnTo>
                        <a:pt x="69" y="86"/>
                      </a:lnTo>
                      <a:lnTo>
                        <a:pt x="69" y="88"/>
                      </a:lnTo>
                      <a:lnTo>
                        <a:pt x="67" y="88"/>
                      </a:lnTo>
                      <a:lnTo>
                        <a:pt x="66" y="88"/>
                      </a:lnTo>
                      <a:lnTo>
                        <a:pt x="66" y="89"/>
                      </a:lnTo>
                      <a:lnTo>
                        <a:pt x="64" y="89"/>
                      </a:lnTo>
                      <a:lnTo>
                        <a:pt x="64" y="88"/>
                      </a:lnTo>
                      <a:lnTo>
                        <a:pt x="62" y="88"/>
                      </a:lnTo>
                      <a:lnTo>
                        <a:pt x="62" y="89"/>
                      </a:lnTo>
                      <a:lnTo>
                        <a:pt x="60" y="89"/>
                      </a:lnTo>
                      <a:lnTo>
                        <a:pt x="60" y="91"/>
                      </a:lnTo>
                      <a:lnTo>
                        <a:pt x="58" y="91"/>
                      </a:lnTo>
                      <a:lnTo>
                        <a:pt x="58" y="93"/>
                      </a:lnTo>
                      <a:lnTo>
                        <a:pt x="60" y="93"/>
                      </a:lnTo>
                      <a:lnTo>
                        <a:pt x="58" y="95"/>
                      </a:lnTo>
                      <a:lnTo>
                        <a:pt x="56" y="95"/>
                      </a:lnTo>
                      <a:lnTo>
                        <a:pt x="58" y="97"/>
                      </a:lnTo>
                      <a:lnTo>
                        <a:pt x="56" y="97"/>
                      </a:lnTo>
                      <a:lnTo>
                        <a:pt x="55" y="97"/>
                      </a:lnTo>
                      <a:lnTo>
                        <a:pt x="55" y="95"/>
                      </a:lnTo>
                      <a:lnTo>
                        <a:pt x="55" y="97"/>
                      </a:lnTo>
                      <a:lnTo>
                        <a:pt x="55" y="95"/>
                      </a:lnTo>
                      <a:lnTo>
                        <a:pt x="53" y="95"/>
                      </a:lnTo>
                      <a:lnTo>
                        <a:pt x="51" y="93"/>
                      </a:lnTo>
                      <a:lnTo>
                        <a:pt x="51" y="95"/>
                      </a:lnTo>
                      <a:lnTo>
                        <a:pt x="51" y="93"/>
                      </a:lnTo>
                      <a:lnTo>
                        <a:pt x="49" y="93"/>
                      </a:lnTo>
                      <a:lnTo>
                        <a:pt x="47" y="93"/>
                      </a:lnTo>
                      <a:lnTo>
                        <a:pt x="47" y="91"/>
                      </a:lnTo>
                      <a:lnTo>
                        <a:pt x="47" y="93"/>
                      </a:lnTo>
                      <a:lnTo>
                        <a:pt x="46" y="93"/>
                      </a:lnTo>
                      <a:lnTo>
                        <a:pt x="46" y="91"/>
                      </a:lnTo>
                      <a:lnTo>
                        <a:pt x="46" y="93"/>
                      </a:lnTo>
                      <a:lnTo>
                        <a:pt x="44" y="93"/>
                      </a:lnTo>
                      <a:lnTo>
                        <a:pt x="44" y="91"/>
                      </a:lnTo>
                      <a:lnTo>
                        <a:pt x="42" y="91"/>
                      </a:lnTo>
                      <a:lnTo>
                        <a:pt x="40" y="91"/>
                      </a:lnTo>
                      <a:lnTo>
                        <a:pt x="38" y="91"/>
                      </a:lnTo>
                      <a:lnTo>
                        <a:pt x="38" y="89"/>
                      </a:lnTo>
                      <a:lnTo>
                        <a:pt x="40" y="89"/>
                      </a:lnTo>
                      <a:lnTo>
                        <a:pt x="38" y="89"/>
                      </a:lnTo>
                      <a:lnTo>
                        <a:pt x="38" y="88"/>
                      </a:lnTo>
                      <a:lnTo>
                        <a:pt x="36" y="88"/>
                      </a:lnTo>
                      <a:lnTo>
                        <a:pt x="35" y="88"/>
                      </a:lnTo>
                      <a:lnTo>
                        <a:pt x="35" y="86"/>
                      </a:lnTo>
                      <a:lnTo>
                        <a:pt x="33" y="86"/>
                      </a:lnTo>
                      <a:lnTo>
                        <a:pt x="33" y="84"/>
                      </a:lnTo>
                      <a:lnTo>
                        <a:pt x="33" y="82"/>
                      </a:lnTo>
                      <a:lnTo>
                        <a:pt x="31" y="82"/>
                      </a:lnTo>
                      <a:lnTo>
                        <a:pt x="29" y="82"/>
                      </a:lnTo>
                      <a:lnTo>
                        <a:pt x="29" y="80"/>
                      </a:lnTo>
                      <a:lnTo>
                        <a:pt x="29" y="78"/>
                      </a:lnTo>
                      <a:lnTo>
                        <a:pt x="27" y="78"/>
                      </a:lnTo>
                      <a:lnTo>
                        <a:pt x="27" y="77"/>
                      </a:lnTo>
                      <a:lnTo>
                        <a:pt x="25" y="75"/>
                      </a:lnTo>
                      <a:lnTo>
                        <a:pt x="25" y="77"/>
                      </a:lnTo>
                      <a:lnTo>
                        <a:pt x="24" y="77"/>
                      </a:lnTo>
                      <a:lnTo>
                        <a:pt x="24" y="75"/>
                      </a:lnTo>
                      <a:lnTo>
                        <a:pt x="25" y="75"/>
                      </a:lnTo>
                      <a:lnTo>
                        <a:pt x="27" y="75"/>
                      </a:lnTo>
                      <a:lnTo>
                        <a:pt x="27" y="73"/>
                      </a:lnTo>
                      <a:lnTo>
                        <a:pt x="27" y="71"/>
                      </a:lnTo>
                      <a:lnTo>
                        <a:pt x="27" y="69"/>
                      </a:lnTo>
                      <a:lnTo>
                        <a:pt x="29" y="69"/>
                      </a:lnTo>
                      <a:lnTo>
                        <a:pt x="27" y="69"/>
                      </a:lnTo>
                      <a:lnTo>
                        <a:pt x="25" y="69"/>
                      </a:lnTo>
                      <a:lnTo>
                        <a:pt x="27" y="69"/>
                      </a:lnTo>
                      <a:lnTo>
                        <a:pt x="27" y="67"/>
                      </a:lnTo>
                      <a:lnTo>
                        <a:pt x="27" y="66"/>
                      </a:lnTo>
                      <a:lnTo>
                        <a:pt x="29" y="66"/>
                      </a:lnTo>
                      <a:lnTo>
                        <a:pt x="29" y="64"/>
                      </a:lnTo>
                      <a:lnTo>
                        <a:pt x="31" y="64"/>
                      </a:lnTo>
                      <a:lnTo>
                        <a:pt x="31" y="62"/>
                      </a:lnTo>
                      <a:lnTo>
                        <a:pt x="31" y="60"/>
                      </a:lnTo>
                      <a:lnTo>
                        <a:pt x="31" y="58"/>
                      </a:lnTo>
                      <a:lnTo>
                        <a:pt x="29" y="58"/>
                      </a:lnTo>
                      <a:lnTo>
                        <a:pt x="27" y="58"/>
                      </a:lnTo>
                      <a:lnTo>
                        <a:pt x="27" y="60"/>
                      </a:lnTo>
                      <a:lnTo>
                        <a:pt x="25" y="60"/>
                      </a:lnTo>
                      <a:lnTo>
                        <a:pt x="25" y="58"/>
                      </a:lnTo>
                      <a:lnTo>
                        <a:pt x="25" y="56"/>
                      </a:lnTo>
                      <a:lnTo>
                        <a:pt x="25" y="55"/>
                      </a:lnTo>
                      <a:lnTo>
                        <a:pt x="24" y="55"/>
                      </a:lnTo>
                      <a:lnTo>
                        <a:pt x="24" y="56"/>
                      </a:lnTo>
                      <a:lnTo>
                        <a:pt x="24" y="58"/>
                      </a:lnTo>
                      <a:lnTo>
                        <a:pt x="25" y="58"/>
                      </a:lnTo>
                      <a:lnTo>
                        <a:pt x="24" y="58"/>
                      </a:lnTo>
                      <a:lnTo>
                        <a:pt x="25" y="58"/>
                      </a:lnTo>
                      <a:lnTo>
                        <a:pt x="24" y="58"/>
                      </a:lnTo>
                      <a:lnTo>
                        <a:pt x="24" y="60"/>
                      </a:lnTo>
                      <a:lnTo>
                        <a:pt x="22" y="60"/>
                      </a:lnTo>
                      <a:lnTo>
                        <a:pt x="22" y="62"/>
                      </a:lnTo>
                      <a:lnTo>
                        <a:pt x="20" y="62"/>
                      </a:lnTo>
                      <a:lnTo>
                        <a:pt x="18" y="60"/>
                      </a:lnTo>
                      <a:lnTo>
                        <a:pt x="18" y="58"/>
                      </a:lnTo>
                      <a:lnTo>
                        <a:pt x="18" y="56"/>
                      </a:lnTo>
                      <a:lnTo>
                        <a:pt x="18" y="55"/>
                      </a:lnTo>
                      <a:lnTo>
                        <a:pt x="16" y="55"/>
                      </a:lnTo>
                      <a:lnTo>
                        <a:pt x="16" y="53"/>
                      </a:lnTo>
                      <a:lnTo>
                        <a:pt x="16" y="51"/>
                      </a:lnTo>
                      <a:lnTo>
                        <a:pt x="15" y="51"/>
                      </a:lnTo>
                      <a:lnTo>
                        <a:pt x="13" y="51"/>
                      </a:lnTo>
                      <a:lnTo>
                        <a:pt x="13" y="49"/>
                      </a:lnTo>
                      <a:lnTo>
                        <a:pt x="15" y="49"/>
                      </a:lnTo>
                      <a:lnTo>
                        <a:pt x="15" y="47"/>
                      </a:lnTo>
                      <a:lnTo>
                        <a:pt x="13" y="47"/>
                      </a:lnTo>
                      <a:lnTo>
                        <a:pt x="11" y="47"/>
                      </a:lnTo>
                      <a:lnTo>
                        <a:pt x="11" y="46"/>
                      </a:lnTo>
                      <a:lnTo>
                        <a:pt x="9" y="46"/>
                      </a:lnTo>
                      <a:lnTo>
                        <a:pt x="9" y="44"/>
                      </a:lnTo>
                      <a:lnTo>
                        <a:pt x="7" y="44"/>
                      </a:lnTo>
                      <a:lnTo>
                        <a:pt x="7" y="42"/>
                      </a:lnTo>
                      <a:lnTo>
                        <a:pt x="5" y="42"/>
                      </a:lnTo>
                      <a:lnTo>
                        <a:pt x="5" y="40"/>
                      </a:lnTo>
                      <a:lnTo>
                        <a:pt x="4" y="40"/>
                      </a:lnTo>
                      <a:lnTo>
                        <a:pt x="4" y="38"/>
                      </a:lnTo>
                      <a:lnTo>
                        <a:pt x="2" y="38"/>
                      </a:lnTo>
                      <a:lnTo>
                        <a:pt x="2" y="36"/>
                      </a:lnTo>
                      <a:lnTo>
                        <a:pt x="0" y="35"/>
                      </a:lnTo>
                      <a:lnTo>
                        <a:pt x="2" y="35"/>
                      </a:lnTo>
                      <a:lnTo>
                        <a:pt x="2" y="33"/>
                      </a:lnTo>
                      <a:lnTo>
                        <a:pt x="2" y="35"/>
                      </a:lnTo>
                      <a:lnTo>
                        <a:pt x="4" y="35"/>
                      </a:lnTo>
                      <a:lnTo>
                        <a:pt x="5" y="35"/>
                      </a:lnTo>
                      <a:lnTo>
                        <a:pt x="5" y="33"/>
                      </a:lnTo>
                      <a:lnTo>
                        <a:pt x="4" y="33"/>
                      </a:lnTo>
                      <a:lnTo>
                        <a:pt x="5" y="33"/>
                      </a:lnTo>
                      <a:lnTo>
                        <a:pt x="5" y="31"/>
                      </a:lnTo>
                      <a:lnTo>
                        <a:pt x="5" y="29"/>
                      </a:lnTo>
                      <a:lnTo>
                        <a:pt x="7" y="29"/>
                      </a:lnTo>
                      <a:lnTo>
                        <a:pt x="7" y="27"/>
                      </a:lnTo>
                      <a:lnTo>
                        <a:pt x="9" y="27"/>
                      </a:lnTo>
                      <a:lnTo>
                        <a:pt x="11" y="27"/>
                      </a:lnTo>
                      <a:lnTo>
                        <a:pt x="11" y="25"/>
                      </a:lnTo>
                      <a:lnTo>
                        <a:pt x="9" y="25"/>
                      </a:lnTo>
                      <a:lnTo>
                        <a:pt x="9" y="24"/>
                      </a:lnTo>
                      <a:lnTo>
                        <a:pt x="11" y="24"/>
                      </a:lnTo>
                      <a:lnTo>
                        <a:pt x="11" y="22"/>
                      </a:lnTo>
                      <a:lnTo>
                        <a:pt x="13" y="22"/>
                      </a:lnTo>
                      <a:lnTo>
                        <a:pt x="13" y="20"/>
                      </a:lnTo>
                      <a:lnTo>
                        <a:pt x="13" y="22"/>
                      </a:lnTo>
                      <a:lnTo>
                        <a:pt x="15" y="22"/>
                      </a:lnTo>
                      <a:lnTo>
                        <a:pt x="15" y="24"/>
                      </a:lnTo>
                      <a:lnTo>
                        <a:pt x="16" y="24"/>
                      </a:lnTo>
                      <a:lnTo>
                        <a:pt x="15" y="24"/>
                      </a:lnTo>
                      <a:lnTo>
                        <a:pt x="16" y="24"/>
                      </a:lnTo>
                      <a:lnTo>
                        <a:pt x="18" y="24"/>
                      </a:lnTo>
                      <a:lnTo>
                        <a:pt x="20" y="24"/>
                      </a:lnTo>
                      <a:lnTo>
                        <a:pt x="20" y="25"/>
                      </a:lnTo>
                      <a:lnTo>
                        <a:pt x="22" y="25"/>
                      </a:lnTo>
                      <a:lnTo>
                        <a:pt x="24" y="27"/>
                      </a:lnTo>
                      <a:lnTo>
                        <a:pt x="25" y="27"/>
                      </a:lnTo>
                      <a:lnTo>
                        <a:pt x="27" y="27"/>
                      </a:lnTo>
                      <a:lnTo>
                        <a:pt x="25" y="29"/>
                      </a:lnTo>
                      <a:lnTo>
                        <a:pt x="27" y="29"/>
                      </a:lnTo>
                      <a:lnTo>
                        <a:pt x="27" y="31"/>
                      </a:lnTo>
                      <a:lnTo>
                        <a:pt x="29" y="31"/>
                      </a:lnTo>
                      <a:lnTo>
                        <a:pt x="29" y="33"/>
                      </a:lnTo>
                      <a:lnTo>
                        <a:pt x="29" y="31"/>
                      </a:lnTo>
                      <a:lnTo>
                        <a:pt x="29" y="33"/>
                      </a:lnTo>
                      <a:lnTo>
                        <a:pt x="31" y="33"/>
                      </a:lnTo>
                      <a:lnTo>
                        <a:pt x="33" y="33"/>
                      </a:lnTo>
                      <a:lnTo>
                        <a:pt x="35" y="33"/>
                      </a:lnTo>
                      <a:lnTo>
                        <a:pt x="33" y="33"/>
                      </a:lnTo>
                      <a:lnTo>
                        <a:pt x="33" y="31"/>
                      </a:lnTo>
                      <a:lnTo>
                        <a:pt x="35" y="31"/>
                      </a:lnTo>
                      <a:lnTo>
                        <a:pt x="36" y="31"/>
                      </a:lnTo>
                      <a:lnTo>
                        <a:pt x="36" y="29"/>
                      </a:lnTo>
                      <a:lnTo>
                        <a:pt x="38" y="29"/>
                      </a:lnTo>
                      <a:lnTo>
                        <a:pt x="36" y="29"/>
                      </a:lnTo>
                      <a:lnTo>
                        <a:pt x="38" y="29"/>
                      </a:lnTo>
                      <a:lnTo>
                        <a:pt x="36" y="29"/>
                      </a:lnTo>
                      <a:lnTo>
                        <a:pt x="36" y="27"/>
                      </a:lnTo>
                      <a:lnTo>
                        <a:pt x="38" y="27"/>
                      </a:lnTo>
                      <a:lnTo>
                        <a:pt x="38" y="25"/>
                      </a:lnTo>
                      <a:lnTo>
                        <a:pt x="40" y="25"/>
                      </a:lnTo>
                      <a:lnTo>
                        <a:pt x="40" y="24"/>
                      </a:lnTo>
                      <a:lnTo>
                        <a:pt x="42" y="24"/>
                      </a:lnTo>
                      <a:lnTo>
                        <a:pt x="42" y="22"/>
                      </a:lnTo>
                      <a:lnTo>
                        <a:pt x="42" y="20"/>
                      </a:lnTo>
                      <a:lnTo>
                        <a:pt x="44" y="20"/>
                      </a:lnTo>
                      <a:lnTo>
                        <a:pt x="44" y="22"/>
                      </a:lnTo>
                      <a:lnTo>
                        <a:pt x="46" y="22"/>
                      </a:lnTo>
                      <a:lnTo>
                        <a:pt x="47" y="22"/>
                      </a:lnTo>
                      <a:lnTo>
                        <a:pt x="46" y="24"/>
                      </a:lnTo>
                      <a:lnTo>
                        <a:pt x="47" y="24"/>
                      </a:lnTo>
                      <a:lnTo>
                        <a:pt x="47" y="25"/>
                      </a:lnTo>
                      <a:lnTo>
                        <a:pt x="47" y="27"/>
                      </a:lnTo>
                      <a:lnTo>
                        <a:pt x="49" y="27"/>
                      </a:lnTo>
                      <a:lnTo>
                        <a:pt x="51" y="27"/>
                      </a:lnTo>
                      <a:lnTo>
                        <a:pt x="51" y="25"/>
                      </a:lnTo>
                      <a:lnTo>
                        <a:pt x="51" y="24"/>
                      </a:lnTo>
                      <a:lnTo>
                        <a:pt x="53" y="24"/>
                      </a:lnTo>
                      <a:lnTo>
                        <a:pt x="53" y="22"/>
                      </a:lnTo>
                      <a:lnTo>
                        <a:pt x="53" y="20"/>
                      </a:lnTo>
                      <a:lnTo>
                        <a:pt x="53" y="22"/>
                      </a:lnTo>
                      <a:lnTo>
                        <a:pt x="53" y="20"/>
                      </a:lnTo>
                      <a:lnTo>
                        <a:pt x="55" y="20"/>
                      </a:lnTo>
                      <a:lnTo>
                        <a:pt x="55" y="22"/>
                      </a:lnTo>
                      <a:lnTo>
                        <a:pt x="56" y="22"/>
                      </a:lnTo>
                      <a:lnTo>
                        <a:pt x="56" y="24"/>
                      </a:lnTo>
                      <a:lnTo>
                        <a:pt x="58" y="24"/>
                      </a:lnTo>
                      <a:lnTo>
                        <a:pt x="58" y="25"/>
                      </a:lnTo>
                      <a:lnTo>
                        <a:pt x="58" y="24"/>
                      </a:lnTo>
                      <a:lnTo>
                        <a:pt x="58" y="25"/>
                      </a:lnTo>
                      <a:lnTo>
                        <a:pt x="60" y="25"/>
                      </a:lnTo>
                      <a:lnTo>
                        <a:pt x="60" y="27"/>
                      </a:lnTo>
                      <a:lnTo>
                        <a:pt x="62" y="27"/>
                      </a:lnTo>
                      <a:lnTo>
                        <a:pt x="62" y="29"/>
                      </a:lnTo>
                      <a:lnTo>
                        <a:pt x="64" y="29"/>
                      </a:lnTo>
                      <a:lnTo>
                        <a:pt x="64" y="31"/>
                      </a:lnTo>
                      <a:lnTo>
                        <a:pt x="64" y="29"/>
                      </a:lnTo>
                      <a:lnTo>
                        <a:pt x="64" y="31"/>
                      </a:lnTo>
                      <a:lnTo>
                        <a:pt x="66" y="31"/>
                      </a:lnTo>
                      <a:lnTo>
                        <a:pt x="67" y="31"/>
                      </a:lnTo>
                      <a:lnTo>
                        <a:pt x="67" y="29"/>
                      </a:lnTo>
                      <a:lnTo>
                        <a:pt x="67" y="27"/>
                      </a:lnTo>
                      <a:lnTo>
                        <a:pt x="67" y="25"/>
                      </a:lnTo>
                      <a:lnTo>
                        <a:pt x="67" y="24"/>
                      </a:lnTo>
                      <a:lnTo>
                        <a:pt x="69" y="22"/>
                      </a:lnTo>
                      <a:lnTo>
                        <a:pt x="69" y="20"/>
                      </a:lnTo>
                      <a:lnTo>
                        <a:pt x="71" y="20"/>
                      </a:lnTo>
                      <a:lnTo>
                        <a:pt x="73" y="20"/>
                      </a:lnTo>
                      <a:lnTo>
                        <a:pt x="75" y="20"/>
                      </a:lnTo>
                      <a:lnTo>
                        <a:pt x="75" y="18"/>
                      </a:lnTo>
                      <a:lnTo>
                        <a:pt x="77" y="18"/>
                      </a:lnTo>
                      <a:lnTo>
                        <a:pt x="77" y="20"/>
                      </a:lnTo>
                      <a:lnTo>
                        <a:pt x="77" y="22"/>
                      </a:lnTo>
                      <a:lnTo>
                        <a:pt x="77" y="24"/>
                      </a:lnTo>
                      <a:lnTo>
                        <a:pt x="78" y="24"/>
                      </a:lnTo>
                      <a:lnTo>
                        <a:pt x="80" y="24"/>
                      </a:lnTo>
                      <a:lnTo>
                        <a:pt x="82" y="24"/>
                      </a:lnTo>
                      <a:lnTo>
                        <a:pt x="82" y="22"/>
                      </a:lnTo>
                      <a:lnTo>
                        <a:pt x="84" y="22"/>
                      </a:lnTo>
                      <a:lnTo>
                        <a:pt x="86" y="20"/>
                      </a:lnTo>
                      <a:lnTo>
                        <a:pt x="88" y="20"/>
                      </a:lnTo>
                      <a:lnTo>
                        <a:pt x="88" y="18"/>
                      </a:lnTo>
                      <a:lnTo>
                        <a:pt x="88" y="20"/>
                      </a:lnTo>
                      <a:lnTo>
                        <a:pt x="89" y="20"/>
                      </a:lnTo>
                      <a:lnTo>
                        <a:pt x="89" y="18"/>
                      </a:lnTo>
                      <a:lnTo>
                        <a:pt x="89" y="20"/>
                      </a:lnTo>
                      <a:lnTo>
                        <a:pt x="91" y="20"/>
                      </a:lnTo>
                      <a:lnTo>
                        <a:pt x="93" y="20"/>
                      </a:lnTo>
                      <a:lnTo>
                        <a:pt x="93" y="18"/>
                      </a:lnTo>
                      <a:lnTo>
                        <a:pt x="95" y="18"/>
                      </a:lnTo>
                      <a:lnTo>
                        <a:pt x="95" y="16"/>
                      </a:lnTo>
                      <a:lnTo>
                        <a:pt x="97" y="16"/>
                      </a:lnTo>
                      <a:lnTo>
                        <a:pt x="97" y="14"/>
                      </a:lnTo>
                      <a:lnTo>
                        <a:pt x="97" y="13"/>
                      </a:lnTo>
                      <a:lnTo>
                        <a:pt x="97" y="11"/>
                      </a:lnTo>
                      <a:lnTo>
                        <a:pt x="95" y="9"/>
                      </a:lnTo>
                      <a:lnTo>
                        <a:pt x="97" y="9"/>
                      </a:lnTo>
                      <a:lnTo>
                        <a:pt x="98" y="9"/>
                      </a:lnTo>
                      <a:lnTo>
                        <a:pt x="98" y="7"/>
                      </a:lnTo>
                      <a:lnTo>
                        <a:pt x="100" y="7"/>
                      </a:lnTo>
                      <a:lnTo>
                        <a:pt x="100" y="5"/>
                      </a:lnTo>
                      <a:lnTo>
                        <a:pt x="102" y="5"/>
                      </a:lnTo>
                      <a:lnTo>
                        <a:pt x="104" y="5"/>
                      </a:lnTo>
                      <a:lnTo>
                        <a:pt x="104" y="3"/>
                      </a:lnTo>
                      <a:lnTo>
                        <a:pt x="106" y="3"/>
                      </a:lnTo>
                      <a:lnTo>
                        <a:pt x="108" y="3"/>
                      </a:lnTo>
                      <a:lnTo>
                        <a:pt x="109" y="3"/>
                      </a:lnTo>
                      <a:lnTo>
                        <a:pt x="111" y="3"/>
                      </a:lnTo>
                      <a:lnTo>
                        <a:pt x="111" y="2"/>
                      </a:lnTo>
                      <a:lnTo>
                        <a:pt x="113" y="2"/>
                      </a:lnTo>
                      <a:lnTo>
                        <a:pt x="113" y="0"/>
                      </a:lnTo>
                      <a:lnTo>
                        <a:pt x="115" y="0"/>
                      </a:lnTo>
                      <a:lnTo>
                        <a:pt x="115" y="2"/>
                      </a:lnTo>
                      <a:lnTo>
                        <a:pt x="117" y="2"/>
                      </a:lnTo>
                      <a:lnTo>
                        <a:pt x="117" y="3"/>
                      </a:lnTo>
                      <a:lnTo>
                        <a:pt x="117" y="2"/>
                      </a:lnTo>
                      <a:lnTo>
                        <a:pt x="119" y="2"/>
                      </a:lnTo>
                      <a:lnTo>
                        <a:pt x="119" y="3"/>
                      </a:lnTo>
                      <a:lnTo>
                        <a:pt x="120" y="5"/>
                      </a:lnTo>
                      <a:lnTo>
                        <a:pt x="120" y="7"/>
                      </a:lnTo>
                      <a:lnTo>
                        <a:pt x="122" y="7"/>
                      </a:lnTo>
                      <a:lnTo>
                        <a:pt x="122" y="9"/>
                      </a:lnTo>
                      <a:lnTo>
                        <a:pt x="122" y="11"/>
                      </a:lnTo>
                      <a:lnTo>
                        <a:pt x="124" y="11"/>
                      </a:lnTo>
                      <a:lnTo>
                        <a:pt x="126" y="11"/>
                      </a:lnTo>
                      <a:lnTo>
                        <a:pt x="128" y="11"/>
                      </a:lnTo>
                      <a:lnTo>
                        <a:pt x="130" y="11"/>
                      </a:lnTo>
                      <a:lnTo>
                        <a:pt x="128" y="11"/>
                      </a:lnTo>
                      <a:lnTo>
                        <a:pt x="130" y="13"/>
                      </a:lnTo>
                      <a:lnTo>
                        <a:pt x="128" y="13"/>
                      </a:lnTo>
                      <a:lnTo>
                        <a:pt x="130" y="13"/>
                      </a:lnTo>
                      <a:lnTo>
                        <a:pt x="131" y="13"/>
                      </a:lnTo>
                      <a:lnTo>
                        <a:pt x="131" y="14"/>
                      </a:lnTo>
                      <a:lnTo>
                        <a:pt x="133" y="14"/>
                      </a:lnTo>
                      <a:lnTo>
                        <a:pt x="133" y="16"/>
                      </a:lnTo>
                      <a:lnTo>
                        <a:pt x="135" y="16"/>
                      </a:lnTo>
                      <a:lnTo>
                        <a:pt x="135" y="14"/>
                      </a:lnTo>
                      <a:lnTo>
                        <a:pt x="135" y="16"/>
                      </a:lnTo>
                      <a:lnTo>
                        <a:pt x="137" y="16"/>
                      </a:lnTo>
                      <a:lnTo>
                        <a:pt x="137" y="14"/>
                      </a:lnTo>
                      <a:lnTo>
                        <a:pt x="139" y="16"/>
                      </a:lnTo>
                      <a:lnTo>
                        <a:pt x="139" y="14"/>
                      </a:lnTo>
                      <a:lnTo>
                        <a:pt x="139" y="13"/>
                      </a:lnTo>
                      <a:lnTo>
                        <a:pt x="139" y="14"/>
                      </a:lnTo>
                      <a:lnTo>
                        <a:pt x="140" y="13"/>
                      </a:lnTo>
                      <a:lnTo>
                        <a:pt x="140" y="14"/>
                      </a:lnTo>
                      <a:lnTo>
                        <a:pt x="140" y="13"/>
                      </a:lnTo>
                      <a:lnTo>
                        <a:pt x="142" y="14"/>
                      </a:lnTo>
                      <a:lnTo>
                        <a:pt x="142" y="13"/>
                      </a:lnTo>
                      <a:lnTo>
                        <a:pt x="144" y="13"/>
                      </a:lnTo>
                      <a:lnTo>
                        <a:pt x="144" y="14"/>
                      </a:lnTo>
                      <a:lnTo>
                        <a:pt x="146" y="14"/>
                      </a:lnTo>
                      <a:lnTo>
                        <a:pt x="148" y="16"/>
                      </a:lnTo>
                      <a:lnTo>
                        <a:pt x="148" y="18"/>
                      </a:lnTo>
                      <a:lnTo>
                        <a:pt x="150" y="18"/>
                      </a:lnTo>
                      <a:lnTo>
                        <a:pt x="151" y="18"/>
                      </a:lnTo>
                      <a:lnTo>
                        <a:pt x="153" y="18"/>
                      </a:lnTo>
                      <a:lnTo>
                        <a:pt x="153" y="16"/>
                      </a:lnTo>
                      <a:lnTo>
                        <a:pt x="153" y="18"/>
                      </a:lnTo>
                      <a:lnTo>
                        <a:pt x="153" y="16"/>
                      </a:lnTo>
                      <a:lnTo>
                        <a:pt x="155" y="16"/>
                      </a:lnTo>
                      <a:lnTo>
                        <a:pt x="157" y="16"/>
                      </a:lnTo>
                      <a:lnTo>
                        <a:pt x="157" y="14"/>
                      </a:lnTo>
                      <a:lnTo>
                        <a:pt x="157" y="16"/>
                      </a:lnTo>
                      <a:lnTo>
                        <a:pt x="159" y="16"/>
                      </a:lnTo>
                      <a:lnTo>
                        <a:pt x="161" y="16"/>
                      </a:lnTo>
                      <a:lnTo>
                        <a:pt x="161" y="18"/>
                      </a:lnTo>
                      <a:lnTo>
                        <a:pt x="162" y="18"/>
                      </a:lnTo>
                      <a:lnTo>
                        <a:pt x="162" y="16"/>
                      </a:lnTo>
                      <a:lnTo>
                        <a:pt x="162" y="18"/>
                      </a:lnTo>
                      <a:lnTo>
                        <a:pt x="164" y="18"/>
                      </a:lnTo>
                      <a:lnTo>
                        <a:pt x="164" y="20"/>
                      </a:lnTo>
                      <a:lnTo>
                        <a:pt x="166" y="20"/>
                      </a:lnTo>
                      <a:lnTo>
                        <a:pt x="168" y="20"/>
                      </a:lnTo>
                      <a:lnTo>
                        <a:pt x="168" y="22"/>
                      </a:lnTo>
                      <a:lnTo>
                        <a:pt x="166" y="22"/>
                      </a:lnTo>
                      <a:lnTo>
                        <a:pt x="166" y="24"/>
                      </a:lnTo>
                      <a:lnTo>
                        <a:pt x="166" y="25"/>
                      </a:lnTo>
                      <a:lnTo>
                        <a:pt x="164" y="25"/>
                      </a:lnTo>
                      <a:lnTo>
                        <a:pt x="164" y="27"/>
                      </a:lnTo>
                      <a:lnTo>
                        <a:pt x="164" y="29"/>
                      </a:lnTo>
                      <a:lnTo>
                        <a:pt x="162" y="27"/>
                      </a:lnTo>
                      <a:lnTo>
                        <a:pt x="162" y="29"/>
                      </a:lnTo>
                      <a:lnTo>
                        <a:pt x="161" y="29"/>
                      </a:lnTo>
                      <a:lnTo>
                        <a:pt x="159" y="29"/>
                      </a:lnTo>
                      <a:lnTo>
                        <a:pt x="159" y="31"/>
                      </a:lnTo>
                      <a:lnTo>
                        <a:pt x="159" y="33"/>
                      </a:lnTo>
                      <a:lnTo>
                        <a:pt x="159" y="35"/>
                      </a:lnTo>
                      <a:lnTo>
                        <a:pt x="159" y="36"/>
                      </a:lnTo>
                      <a:lnTo>
                        <a:pt x="161" y="36"/>
                      </a:lnTo>
                      <a:lnTo>
                        <a:pt x="162" y="36"/>
                      </a:lnTo>
                      <a:lnTo>
                        <a:pt x="162" y="38"/>
                      </a:lnTo>
                      <a:lnTo>
                        <a:pt x="162" y="40"/>
                      </a:lnTo>
                      <a:lnTo>
                        <a:pt x="164" y="40"/>
                      </a:lnTo>
                      <a:lnTo>
                        <a:pt x="164" y="42"/>
                      </a:lnTo>
                      <a:lnTo>
                        <a:pt x="162" y="42"/>
                      </a:lnTo>
                      <a:lnTo>
                        <a:pt x="162" y="44"/>
                      </a:lnTo>
                      <a:lnTo>
                        <a:pt x="164" y="44"/>
                      </a:lnTo>
                      <a:lnTo>
                        <a:pt x="162" y="44"/>
                      </a:lnTo>
                      <a:lnTo>
                        <a:pt x="162" y="46"/>
                      </a:lnTo>
                      <a:lnTo>
                        <a:pt x="164" y="46"/>
                      </a:lnTo>
                      <a:lnTo>
                        <a:pt x="164" y="47"/>
                      </a:lnTo>
                      <a:lnTo>
                        <a:pt x="162" y="49"/>
                      </a:lnTo>
                      <a:lnTo>
                        <a:pt x="162" y="51"/>
                      </a:lnTo>
                      <a:lnTo>
                        <a:pt x="164" y="51"/>
                      </a:lnTo>
                      <a:lnTo>
                        <a:pt x="164" y="49"/>
                      </a:lnTo>
                      <a:lnTo>
                        <a:pt x="164" y="51"/>
                      </a:lnTo>
                      <a:lnTo>
                        <a:pt x="164" y="49"/>
                      </a:lnTo>
                      <a:lnTo>
                        <a:pt x="166" y="49"/>
                      </a:lnTo>
                      <a:lnTo>
                        <a:pt x="168" y="49"/>
                      </a:lnTo>
                      <a:lnTo>
                        <a:pt x="170" y="49"/>
                      </a:lnTo>
                      <a:lnTo>
                        <a:pt x="171" y="49"/>
                      </a:lnTo>
                      <a:lnTo>
                        <a:pt x="171" y="51"/>
                      </a:lnTo>
                      <a:lnTo>
                        <a:pt x="173" y="53"/>
                      </a:lnTo>
                      <a:lnTo>
                        <a:pt x="173" y="51"/>
                      </a:lnTo>
                      <a:lnTo>
                        <a:pt x="175" y="51"/>
                      </a:lnTo>
                      <a:lnTo>
                        <a:pt x="175" y="53"/>
                      </a:lnTo>
                      <a:lnTo>
                        <a:pt x="177" y="53"/>
                      </a:lnTo>
                      <a:lnTo>
                        <a:pt x="175" y="53"/>
                      </a:lnTo>
                      <a:lnTo>
                        <a:pt x="175" y="55"/>
                      </a:lnTo>
                      <a:lnTo>
                        <a:pt x="175" y="56"/>
                      </a:lnTo>
                      <a:lnTo>
                        <a:pt x="177" y="56"/>
                      </a:lnTo>
                      <a:lnTo>
                        <a:pt x="179" y="56"/>
                      </a:lnTo>
                      <a:lnTo>
                        <a:pt x="179" y="58"/>
                      </a:lnTo>
                      <a:lnTo>
                        <a:pt x="181" y="58"/>
                      </a:lnTo>
                      <a:lnTo>
                        <a:pt x="181" y="60"/>
                      </a:lnTo>
                      <a:lnTo>
                        <a:pt x="182" y="60"/>
                      </a:lnTo>
                      <a:lnTo>
                        <a:pt x="182" y="58"/>
                      </a:lnTo>
                      <a:lnTo>
                        <a:pt x="184" y="58"/>
                      </a:lnTo>
                      <a:lnTo>
                        <a:pt x="186" y="58"/>
                      </a:lnTo>
                      <a:lnTo>
                        <a:pt x="186" y="60"/>
                      </a:lnTo>
                      <a:lnTo>
                        <a:pt x="186" y="62"/>
                      </a:lnTo>
                      <a:lnTo>
                        <a:pt x="186" y="64"/>
                      </a:lnTo>
                      <a:lnTo>
                        <a:pt x="188" y="64"/>
                      </a:lnTo>
                      <a:lnTo>
                        <a:pt x="188" y="62"/>
                      </a:lnTo>
                      <a:lnTo>
                        <a:pt x="190" y="62"/>
                      </a:lnTo>
                      <a:lnTo>
                        <a:pt x="192" y="62"/>
                      </a:lnTo>
                      <a:lnTo>
                        <a:pt x="192" y="64"/>
                      </a:lnTo>
                      <a:lnTo>
                        <a:pt x="193" y="64"/>
                      </a:lnTo>
                      <a:lnTo>
                        <a:pt x="195" y="62"/>
                      </a:lnTo>
                      <a:lnTo>
                        <a:pt x="195" y="64"/>
                      </a:lnTo>
                      <a:lnTo>
                        <a:pt x="197" y="64"/>
                      </a:lnTo>
                      <a:lnTo>
                        <a:pt x="199" y="64"/>
                      </a:lnTo>
                      <a:lnTo>
                        <a:pt x="199" y="62"/>
                      </a:lnTo>
                      <a:lnTo>
                        <a:pt x="201" y="62"/>
                      </a:lnTo>
                      <a:lnTo>
                        <a:pt x="203" y="62"/>
                      </a:lnTo>
                      <a:lnTo>
                        <a:pt x="204" y="62"/>
                      </a:lnTo>
                      <a:lnTo>
                        <a:pt x="206" y="62"/>
                      </a:lnTo>
                      <a:lnTo>
                        <a:pt x="206" y="64"/>
                      </a:lnTo>
                      <a:lnTo>
                        <a:pt x="208" y="64"/>
                      </a:lnTo>
                      <a:lnTo>
                        <a:pt x="208" y="66"/>
                      </a:lnTo>
                      <a:lnTo>
                        <a:pt x="210" y="66"/>
                      </a:lnTo>
                      <a:lnTo>
                        <a:pt x="212" y="66"/>
                      </a:lnTo>
                      <a:lnTo>
                        <a:pt x="210" y="66"/>
                      </a:lnTo>
                      <a:lnTo>
                        <a:pt x="212" y="66"/>
                      </a:lnTo>
                      <a:lnTo>
                        <a:pt x="210" y="66"/>
                      </a:lnTo>
                      <a:lnTo>
                        <a:pt x="210" y="67"/>
                      </a:lnTo>
                      <a:lnTo>
                        <a:pt x="212" y="67"/>
                      </a:lnTo>
                      <a:lnTo>
                        <a:pt x="212" y="66"/>
                      </a:lnTo>
                      <a:lnTo>
                        <a:pt x="212" y="67"/>
                      </a:lnTo>
                      <a:lnTo>
                        <a:pt x="210" y="67"/>
                      </a:lnTo>
                      <a:lnTo>
                        <a:pt x="212" y="67"/>
                      </a:lnTo>
                      <a:lnTo>
                        <a:pt x="210" y="67"/>
                      </a:lnTo>
                      <a:lnTo>
                        <a:pt x="210" y="69"/>
                      </a:lnTo>
                      <a:lnTo>
                        <a:pt x="208" y="69"/>
                      </a:lnTo>
                      <a:lnTo>
                        <a:pt x="210" y="69"/>
                      </a:lnTo>
                      <a:lnTo>
                        <a:pt x="210" y="67"/>
                      </a:lnTo>
                      <a:lnTo>
                        <a:pt x="208" y="67"/>
                      </a:lnTo>
                      <a:lnTo>
                        <a:pt x="210" y="67"/>
                      </a:lnTo>
                      <a:lnTo>
                        <a:pt x="208" y="67"/>
                      </a:lnTo>
                      <a:lnTo>
                        <a:pt x="208" y="69"/>
                      </a:lnTo>
                      <a:lnTo>
                        <a:pt x="208" y="67"/>
                      </a:lnTo>
                      <a:lnTo>
                        <a:pt x="208" y="69"/>
                      </a:lnTo>
                      <a:lnTo>
                        <a:pt x="208" y="67"/>
                      </a:lnTo>
                      <a:lnTo>
                        <a:pt x="208" y="69"/>
                      </a:lnTo>
                      <a:lnTo>
                        <a:pt x="208" y="67"/>
                      </a:lnTo>
                      <a:lnTo>
                        <a:pt x="208" y="69"/>
                      </a:lnTo>
                      <a:lnTo>
                        <a:pt x="206" y="69"/>
                      </a:lnTo>
                      <a:lnTo>
                        <a:pt x="206" y="67"/>
                      </a:lnTo>
                      <a:lnTo>
                        <a:pt x="208" y="67"/>
                      </a:lnTo>
                      <a:lnTo>
                        <a:pt x="206" y="67"/>
                      </a:lnTo>
                      <a:lnTo>
                        <a:pt x="208" y="67"/>
                      </a:lnTo>
                      <a:lnTo>
                        <a:pt x="206" y="67"/>
                      </a:lnTo>
                      <a:lnTo>
                        <a:pt x="206" y="66"/>
                      </a:lnTo>
                      <a:lnTo>
                        <a:pt x="206" y="67"/>
                      </a:lnTo>
                      <a:lnTo>
                        <a:pt x="206" y="66"/>
                      </a:lnTo>
                      <a:lnTo>
                        <a:pt x="206" y="67"/>
                      </a:lnTo>
                      <a:lnTo>
                        <a:pt x="204" y="67"/>
                      </a:lnTo>
                      <a:lnTo>
                        <a:pt x="204" y="66"/>
                      </a:lnTo>
                      <a:lnTo>
                        <a:pt x="204" y="67"/>
                      </a:lnTo>
                      <a:lnTo>
                        <a:pt x="204" y="66"/>
                      </a:lnTo>
                      <a:lnTo>
                        <a:pt x="203" y="67"/>
                      </a:lnTo>
                      <a:lnTo>
                        <a:pt x="201" y="67"/>
                      </a:lnTo>
                      <a:lnTo>
                        <a:pt x="203" y="67"/>
                      </a:lnTo>
                      <a:lnTo>
                        <a:pt x="203" y="69"/>
                      </a:lnTo>
                      <a:lnTo>
                        <a:pt x="201" y="69"/>
                      </a:lnTo>
                      <a:lnTo>
                        <a:pt x="201" y="71"/>
                      </a:lnTo>
                      <a:lnTo>
                        <a:pt x="199" y="71"/>
                      </a:lnTo>
                      <a:lnTo>
                        <a:pt x="197" y="71"/>
                      </a:lnTo>
                      <a:lnTo>
                        <a:pt x="199" y="71"/>
                      </a:lnTo>
                      <a:lnTo>
                        <a:pt x="197" y="71"/>
                      </a:lnTo>
                      <a:lnTo>
                        <a:pt x="199" y="71"/>
                      </a:lnTo>
                      <a:lnTo>
                        <a:pt x="197" y="71"/>
                      </a:lnTo>
                      <a:lnTo>
                        <a:pt x="197" y="73"/>
                      </a:lnTo>
                      <a:lnTo>
                        <a:pt x="195" y="73"/>
                      </a:lnTo>
                      <a:lnTo>
                        <a:pt x="197" y="73"/>
                      </a:lnTo>
                      <a:lnTo>
                        <a:pt x="195" y="73"/>
                      </a:lnTo>
                      <a:lnTo>
                        <a:pt x="197" y="73"/>
                      </a:lnTo>
                      <a:lnTo>
                        <a:pt x="195" y="73"/>
                      </a:lnTo>
                      <a:lnTo>
                        <a:pt x="197" y="75"/>
                      </a:lnTo>
                      <a:lnTo>
                        <a:pt x="195" y="75"/>
                      </a:lnTo>
                      <a:lnTo>
                        <a:pt x="193" y="73"/>
                      </a:lnTo>
                      <a:lnTo>
                        <a:pt x="193" y="75"/>
                      </a:lnTo>
                      <a:lnTo>
                        <a:pt x="195" y="75"/>
                      </a:lnTo>
                      <a:lnTo>
                        <a:pt x="193" y="75"/>
                      </a:lnTo>
                      <a:lnTo>
                        <a:pt x="193" y="73"/>
                      </a:lnTo>
                      <a:lnTo>
                        <a:pt x="193" y="75"/>
                      </a:lnTo>
                      <a:lnTo>
                        <a:pt x="193" y="73"/>
                      </a:lnTo>
                      <a:lnTo>
                        <a:pt x="193" y="75"/>
                      </a:lnTo>
                      <a:lnTo>
                        <a:pt x="193" y="73"/>
                      </a:lnTo>
                      <a:lnTo>
                        <a:pt x="193" y="75"/>
                      </a:lnTo>
                      <a:lnTo>
                        <a:pt x="192" y="75"/>
                      </a:lnTo>
                      <a:lnTo>
                        <a:pt x="190" y="73"/>
                      </a:lnTo>
                      <a:lnTo>
                        <a:pt x="190" y="75"/>
                      </a:lnTo>
                      <a:lnTo>
                        <a:pt x="188" y="73"/>
                      </a:lnTo>
                      <a:lnTo>
                        <a:pt x="190" y="73"/>
                      </a:lnTo>
                      <a:lnTo>
                        <a:pt x="190" y="75"/>
                      </a:lnTo>
                      <a:lnTo>
                        <a:pt x="188" y="75"/>
                      </a:lnTo>
                      <a:lnTo>
                        <a:pt x="188" y="73"/>
                      </a:lnTo>
                      <a:lnTo>
                        <a:pt x="188" y="75"/>
                      </a:lnTo>
                      <a:lnTo>
                        <a:pt x="186" y="75"/>
                      </a:lnTo>
                      <a:lnTo>
                        <a:pt x="188" y="75"/>
                      </a:lnTo>
                      <a:lnTo>
                        <a:pt x="186" y="75"/>
                      </a:lnTo>
                      <a:lnTo>
                        <a:pt x="188" y="75"/>
                      </a:lnTo>
                      <a:lnTo>
                        <a:pt x="186" y="75"/>
                      </a:lnTo>
                      <a:lnTo>
                        <a:pt x="188" y="75"/>
                      </a:lnTo>
                      <a:lnTo>
                        <a:pt x="186" y="75"/>
                      </a:lnTo>
                      <a:lnTo>
                        <a:pt x="188" y="75"/>
                      </a:lnTo>
                      <a:lnTo>
                        <a:pt x="188" y="77"/>
                      </a:lnTo>
                      <a:lnTo>
                        <a:pt x="188" y="75"/>
                      </a:lnTo>
                      <a:lnTo>
                        <a:pt x="188" y="77"/>
                      </a:lnTo>
                      <a:lnTo>
                        <a:pt x="186" y="77"/>
                      </a:lnTo>
                      <a:lnTo>
                        <a:pt x="188" y="77"/>
                      </a:lnTo>
                      <a:lnTo>
                        <a:pt x="190" y="77"/>
                      </a:lnTo>
                      <a:lnTo>
                        <a:pt x="190" y="75"/>
                      </a:lnTo>
                      <a:lnTo>
                        <a:pt x="190" y="77"/>
                      </a:lnTo>
                      <a:lnTo>
                        <a:pt x="188" y="77"/>
                      </a:lnTo>
                      <a:lnTo>
                        <a:pt x="190" y="77"/>
                      </a:lnTo>
                      <a:lnTo>
                        <a:pt x="188" y="77"/>
                      </a:lnTo>
                      <a:lnTo>
                        <a:pt x="188" y="78"/>
                      </a:lnTo>
                      <a:lnTo>
                        <a:pt x="188" y="77"/>
                      </a:lnTo>
                      <a:lnTo>
                        <a:pt x="188" y="78"/>
                      </a:lnTo>
                      <a:lnTo>
                        <a:pt x="188" y="80"/>
                      </a:lnTo>
                      <a:lnTo>
                        <a:pt x="188" y="82"/>
                      </a:lnTo>
                      <a:lnTo>
                        <a:pt x="186" y="82"/>
                      </a:lnTo>
                      <a:lnTo>
                        <a:pt x="188" y="82"/>
                      </a:lnTo>
                      <a:lnTo>
                        <a:pt x="188" y="84"/>
                      </a:lnTo>
                      <a:lnTo>
                        <a:pt x="186" y="84"/>
                      </a:lnTo>
                      <a:lnTo>
                        <a:pt x="188" y="84"/>
                      </a:lnTo>
                      <a:lnTo>
                        <a:pt x="186" y="84"/>
                      </a:lnTo>
                      <a:lnTo>
                        <a:pt x="186" y="86"/>
                      </a:lnTo>
                      <a:lnTo>
                        <a:pt x="186" y="84"/>
                      </a:lnTo>
                      <a:lnTo>
                        <a:pt x="186" y="86"/>
                      </a:lnTo>
                      <a:lnTo>
                        <a:pt x="184" y="86"/>
                      </a:lnTo>
                      <a:lnTo>
                        <a:pt x="182" y="86"/>
                      </a:lnTo>
                      <a:lnTo>
                        <a:pt x="182" y="88"/>
                      </a:lnTo>
                      <a:lnTo>
                        <a:pt x="181" y="88"/>
                      </a:lnTo>
                      <a:lnTo>
                        <a:pt x="181" y="86"/>
                      </a:lnTo>
                      <a:lnTo>
                        <a:pt x="181" y="88"/>
                      </a:lnTo>
                      <a:lnTo>
                        <a:pt x="179" y="88"/>
                      </a:lnTo>
                      <a:lnTo>
                        <a:pt x="177" y="88"/>
                      </a:lnTo>
                      <a:lnTo>
                        <a:pt x="177" y="86"/>
                      </a:lnTo>
                      <a:lnTo>
                        <a:pt x="177" y="84"/>
                      </a:lnTo>
                      <a:lnTo>
                        <a:pt x="179" y="84"/>
                      </a:lnTo>
                      <a:lnTo>
                        <a:pt x="177" y="84"/>
                      </a:lnTo>
                      <a:lnTo>
                        <a:pt x="177" y="86"/>
                      </a:lnTo>
                      <a:lnTo>
                        <a:pt x="177" y="84"/>
                      </a:lnTo>
                      <a:lnTo>
                        <a:pt x="177" y="86"/>
                      </a:lnTo>
                      <a:lnTo>
                        <a:pt x="175" y="86"/>
                      </a:lnTo>
                      <a:lnTo>
                        <a:pt x="177" y="86"/>
                      </a:lnTo>
                      <a:lnTo>
                        <a:pt x="177" y="84"/>
                      </a:lnTo>
                      <a:lnTo>
                        <a:pt x="175" y="84"/>
                      </a:lnTo>
                      <a:lnTo>
                        <a:pt x="177" y="84"/>
                      </a:lnTo>
                      <a:lnTo>
                        <a:pt x="175" y="84"/>
                      </a:lnTo>
                      <a:lnTo>
                        <a:pt x="175" y="86"/>
                      </a:lnTo>
                      <a:lnTo>
                        <a:pt x="175" y="84"/>
                      </a:lnTo>
                      <a:lnTo>
                        <a:pt x="175" y="86"/>
                      </a:lnTo>
                      <a:lnTo>
                        <a:pt x="175" y="84"/>
                      </a:lnTo>
                      <a:lnTo>
                        <a:pt x="173" y="84"/>
                      </a:lnTo>
                      <a:lnTo>
                        <a:pt x="175" y="86"/>
                      </a:lnTo>
                      <a:lnTo>
                        <a:pt x="173" y="84"/>
                      </a:lnTo>
                      <a:lnTo>
                        <a:pt x="173" y="86"/>
                      </a:lnTo>
                      <a:lnTo>
                        <a:pt x="175" y="86"/>
                      </a:lnTo>
                      <a:lnTo>
                        <a:pt x="177" y="86"/>
                      </a:lnTo>
                      <a:lnTo>
                        <a:pt x="175" y="86"/>
                      </a:lnTo>
                      <a:lnTo>
                        <a:pt x="175" y="88"/>
                      </a:lnTo>
                      <a:lnTo>
                        <a:pt x="175" y="86"/>
                      </a:lnTo>
                      <a:lnTo>
                        <a:pt x="175" y="88"/>
                      </a:lnTo>
                      <a:lnTo>
                        <a:pt x="175" y="86"/>
                      </a:lnTo>
                      <a:lnTo>
                        <a:pt x="173" y="86"/>
                      </a:lnTo>
                      <a:lnTo>
                        <a:pt x="173" y="88"/>
                      </a:lnTo>
                      <a:lnTo>
                        <a:pt x="171" y="88"/>
                      </a:lnTo>
                      <a:lnTo>
                        <a:pt x="171" y="86"/>
                      </a:lnTo>
                      <a:lnTo>
                        <a:pt x="170" y="86"/>
                      </a:lnTo>
                      <a:lnTo>
                        <a:pt x="170" y="88"/>
                      </a:lnTo>
                      <a:lnTo>
                        <a:pt x="170" y="86"/>
                      </a:lnTo>
                      <a:lnTo>
                        <a:pt x="170" y="88"/>
                      </a:lnTo>
                      <a:lnTo>
                        <a:pt x="170" y="86"/>
                      </a:lnTo>
                      <a:lnTo>
                        <a:pt x="170" y="88"/>
                      </a:lnTo>
                      <a:lnTo>
                        <a:pt x="170" y="89"/>
                      </a:lnTo>
                      <a:lnTo>
                        <a:pt x="170" y="88"/>
                      </a:lnTo>
                      <a:lnTo>
                        <a:pt x="170" y="89"/>
                      </a:lnTo>
                      <a:lnTo>
                        <a:pt x="168" y="89"/>
                      </a:lnTo>
                      <a:lnTo>
                        <a:pt x="168" y="88"/>
                      </a:lnTo>
                      <a:lnTo>
                        <a:pt x="166" y="88"/>
                      </a:lnTo>
                      <a:lnTo>
                        <a:pt x="166" y="86"/>
                      </a:lnTo>
                      <a:lnTo>
                        <a:pt x="164" y="86"/>
                      </a:lnTo>
                      <a:lnTo>
                        <a:pt x="162" y="84"/>
                      </a:lnTo>
                      <a:lnTo>
                        <a:pt x="161" y="84"/>
                      </a:lnTo>
                      <a:lnTo>
                        <a:pt x="162" y="84"/>
                      </a:lnTo>
                      <a:lnTo>
                        <a:pt x="164" y="86"/>
                      </a:lnTo>
                      <a:lnTo>
                        <a:pt x="166" y="86"/>
                      </a:lnTo>
                      <a:lnTo>
                        <a:pt x="166" y="88"/>
                      </a:lnTo>
                      <a:lnTo>
                        <a:pt x="164" y="88"/>
                      </a:lnTo>
                      <a:lnTo>
                        <a:pt x="164" y="86"/>
                      </a:lnTo>
                      <a:lnTo>
                        <a:pt x="164" y="88"/>
                      </a:lnTo>
                      <a:lnTo>
                        <a:pt x="162" y="88"/>
                      </a:lnTo>
                      <a:lnTo>
                        <a:pt x="162" y="86"/>
                      </a:lnTo>
                      <a:lnTo>
                        <a:pt x="161" y="86"/>
                      </a:lnTo>
                      <a:lnTo>
                        <a:pt x="162" y="86"/>
                      </a:lnTo>
                      <a:lnTo>
                        <a:pt x="162" y="88"/>
                      </a:lnTo>
                      <a:lnTo>
                        <a:pt x="164" y="88"/>
                      </a:lnTo>
                      <a:lnTo>
                        <a:pt x="166" y="88"/>
                      </a:lnTo>
                      <a:lnTo>
                        <a:pt x="166" y="89"/>
                      </a:lnTo>
                      <a:lnTo>
                        <a:pt x="164" y="89"/>
                      </a:lnTo>
                      <a:lnTo>
                        <a:pt x="162" y="89"/>
                      </a:lnTo>
                      <a:lnTo>
                        <a:pt x="161" y="89"/>
                      </a:lnTo>
                      <a:lnTo>
                        <a:pt x="161" y="88"/>
                      </a:lnTo>
                      <a:lnTo>
                        <a:pt x="159" y="88"/>
                      </a:lnTo>
                      <a:lnTo>
                        <a:pt x="161" y="88"/>
                      </a:lnTo>
                      <a:lnTo>
                        <a:pt x="161" y="89"/>
                      </a:lnTo>
                      <a:lnTo>
                        <a:pt x="162" y="89"/>
                      </a:lnTo>
                      <a:lnTo>
                        <a:pt x="164" y="89"/>
                      </a:lnTo>
                      <a:lnTo>
                        <a:pt x="166" y="91"/>
                      </a:lnTo>
                      <a:lnTo>
                        <a:pt x="168" y="91"/>
                      </a:lnTo>
                      <a:lnTo>
                        <a:pt x="166" y="91"/>
                      </a:lnTo>
                      <a:lnTo>
                        <a:pt x="166" y="93"/>
                      </a:lnTo>
                      <a:lnTo>
                        <a:pt x="164" y="93"/>
                      </a:lnTo>
                      <a:lnTo>
                        <a:pt x="164" y="91"/>
                      </a:lnTo>
                      <a:lnTo>
                        <a:pt x="164" y="93"/>
                      </a:lnTo>
                      <a:lnTo>
                        <a:pt x="166" y="93"/>
                      </a:lnTo>
                      <a:lnTo>
                        <a:pt x="166" y="95"/>
                      </a:lnTo>
                      <a:lnTo>
                        <a:pt x="166" y="97"/>
                      </a:lnTo>
                      <a:lnTo>
                        <a:pt x="168" y="97"/>
                      </a:lnTo>
                      <a:lnTo>
                        <a:pt x="166" y="97"/>
                      </a:lnTo>
                      <a:lnTo>
                        <a:pt x="166" y="95"/>
                      </a:lnTo>
                      <a:lnTo>
                        <a:pt x="164" y="95"/>
                      </a:lnTo>
                      <a:lnTo>
                        <a:pt x="164" y="97"/>
                      </a:lnTo>
                      <a:lnTo>
                        <a:pt x="162" y="97"/>
                      </a:lnTo>
                      <a:lnTo>
                        <a:pt x="162" y="95"/>
                      </a:lnTo>
                      <a:lnTo>
                        <a:pt x="162" y="97"/>
                      </a:lnTo>
                      <a:lnTo>
                        <a:pt x="162" y="95"/>
                      </a:lnTo>
                      <a:lnTo>
                        <a:pt x="161" y="95"/>
                      </a:lnTo>
                      <a:lnTo>
                        <a:pt x="159" y="95"/>
                      </a:lnTo>
                      <a:lnTo>
                        <a:pt x="159" y="93"/>
                      </a:lnTo>
                      <a:lnTo>
                        <a:pt x="157" y="93"/>
                      </a:lnTo>
                      <a:lnTo>
                        <a:pt x="159" y="93"/>
                      </a:lnTo>
                      <a:lnTo>
                        <a:pt x="159" y="95"/>
                      </a:lnTo>
                      <a:lnTo>
                        <a:pt x="161" y="95"/>
                      </a:lnTo>
                      <a:lnTo>
                        <a:pt x="161" y="97"/>
                      </a:lnTo>
                      <a:lnTo>
                        <a:pt x="162" y="97"/>
                      </a:lnTo>
                      <a:lnTo>
                        <a:pt x="164" y="97"/>
                      </a:lnTo>
                      <a:lnTo>
                        <a:pt x="162" y="97"/>
                      </a:lnTo>
                      <a:lnTo>
                        <a:pt x="162" y="99"/>
                      </a:lnTo>
                      <a:lnTo>
                        <a:pt x="161" y="99"/>
                      </a:lnTo>
                      <a:lnTo>
                        <a:pt x="159" y="97"/>
                      </a:lnTo>
                      <a:lnTo>
                        <a:pt x="161" y="99"/>
                      </a:lnTo>
                      <a:lnTo>
                        <a:pt x="161" y="100"/>
                      </a:lnTo>
                      <a:lnTo>
                        <a:pt x="159" y="100"/>
                      </a:lnTo>
                      <a:lnTo>
                        <a:pt x="159" y="102"/>
                      </a:lnTo>
                      <a:lnTo>
                        <a:pt x="161" y="104"/>
                      </a:lnTo>
                      <a:lnTo>
                        <a:pt x="159" y="102"/>
                      </a:lnTo>
                      <a:lnTo>
                        <a:pt x="161" y="102"/>
                      </a:lnTo>
                      <a:lnTo>
                        <a:pt x="161" y="104"/>
                      </a:lnTo>
                      <a:lnTo>
                        <a:pt x="159" y="104"/>
                      </a:lnTo>
                      <a:lnTo>
                        <a:pt x="157" y="104"/>
                      </a:lnTo>
                      <a:lnTo>
                        <a:pt x="155" y="104"/>
                      </a:lnTo>
                      <a:lnTo>
                        <a:pt x="155" y="102"/>
                      </a:lnTo>
                      <a:lnTo>
                        <a:pt x="155" y="104"/>
                      </a:lnTo>
                      <a:lnTo>
                        <a:pt x="153" y="104"/>
                      </a:lnTo>
                      <a:lnTo>
                        <a:pt x="153" y="102"/>
                      </a:lnTo>
                      <a:lnTo>
                        <a:pt x="153" y="104"/>
                      </a:lnTo>
                      <a:lnTo>
                        <a:pt x="151" y="104"/>
                      </a:lnTo>
                      <a:lnTo>
                        <a:pt x="150" y="104"/>
                      </a:lnTo>
                      <a:lnTo>
                        <a:pt x="150" y="102"/>
                      </a:lnTo>
                      <a:lnTo>
                        <a:pt x="148" y="102"/>
                      </a:lnTo>
                      <a:lnTo>
                        <a:pt x="146" y="102"/>
                      </a:lnTo>
                      <a:lnTo>
                        <a:pt x="144" y="102"/>
                      </a:lnTo>
                      <a:lnTo>
                        <a:pt x="144" y="100"/>
                      </a:lnTo>
                      <a:lnTo>
                        <a:pt x="144" y="102"/>
                      </a:lnTo>
                      <a:lnTo>
                        <a:pt x="144" y="104"/>
                      </a:lnTo>
                      <a:lnTo>
                        <a:pt x="146" y="104"/>
                      </a:lnTo>
                      <a:lnTo>
                        <a:pt x="146" y="106"/>
                      </a:lnTo>
                      <a:lnTo>
                        <a:pt x="148" y="106"/>
                      </a:lnTo>
                      <a:lnTo>
                        <a:pt x="148" y="108"/>
                      </a:lnTo>
                      <a:lnTo>
                        <a:pt x="148" y="109"/>
                      </a:lnTo>
                      <a:lnTo>
                        <a:pt x="150" y="108"/>
                      </a:lnTo>
                      <a:lnTo>
                        <a:pt x="150" y="109"/>
                      </a:lnTo>
                      <a:lnTo>
                        <a:pt x="150" y="111"/>
                      </a:lnTo>
                      <a:lnTo>
                        <a:pt x="148" y="111"/>
                      </a:lnTo>
                      <a:lnTo>
                        <a:pt x="146" y="113"/>
                      </a:lnTo>
                      <a:lnTo>
                        <a:pt x="144" y="113"/>
                      </a:lnTo>
                      <a:lnTo>
                        <a:pt x="144" y="115"/>
                      </a:lnTo>
                      <a:lnTo>
                        <a:pt x="144" y="117"/>
                      </a:lnTo>
                      <a:lnTo>
                        <a:pt x="146" y="117"/>
                      </a:lnTo>
                      <a:lnTo>
                        <a:pt x="146" y="119"/>
                      </a:lnTo>
                      <a:lnTo>
                        <a:pt x="146" y="120"/>
                      </a:lnTo>
                      <a:lnTo>
                        <a:pt x="144" y="120"/>
                      </a:lnTo>
                      <a:lnTo>
                        <a:pt x="144" y="122"/>
                      </a:lnTo>
                      <a:lnTo>
                        <a:pt x="142" y="122"/>
                      </a:lnTo>
                      <a:lnTo>
                        <a:pt x="142" y="124"/>
                      </a:lnTo>
                      <a:lnTo>
                        <a:pt x="144" y="122"/>
                      </a:lnTo>
                      <a:lnTo>
                        <a:pt x="144" y="124"/>
                      </a:lnTo>
                      <a:lnTo>
                        <a:pt x="142" y="124"/>
                      </a:lnTo>
                      <a:lnTo>
                        <a:pt x="142" y="122"/>
                      </a:lnTo>
                      <a:lnTo>
                        <a:pt x="142" y="120"/>
                      </a:lnTo>
                      <a:lnTo>
                        <a:pt x="142" y="119"/>
                      </a:lnTo>
                      <a:lnTo>
                        <a:pt x="144" y="119"/>
                      </a:lnTo>
                      <a:lnTo>
                        <a:pt x="144" y="117"/>
                      </a:lnTo>
                      <a:lnTo>
                        <a:pt x="144" y="115"/>
                      </a:lnTo>
                      <a:lnTo>
                        <a:pt x="144" y="113"/>
                      </a:lnTo>
                      <a:lnTo>
                        <a:pt x="142" y="113"/>
                      </a:lnTo>
                      <a:lnTo>
                        <a:pt x="142" y="111"/>
                      </a:lnTo>
                      <a:lnTo>
                        <a:pt x="142" y="113"/>
                      </a:lnTo>
                      <a:lnTo>
                        <a:pt x="144" y="113"/>
                      </a:lnTo>
                      <a:lnTo>
                        <a:pt x="144" y="115"/>
                      </a:lnTo>
                      <a:lnTo>
                        <a:pt x="144" y="117"/>
                      </a:lnTo>
                      <a:lnTo>
                        <a:pt x="144" y="119"/>
                      </a:lnTo>
                      <a:lnTo>
                        <a:pt x="142" y="119"/>
                      </a:lnTo>
                      <a:lnTo>
                        <a:pt x="142" y="120"/>
                      </a:lnTo>
                      <a:lnTo>
                        <a:pt x="142" y="122"/>
                      </a:lnTo>
                      <a:lnTo>
                        <a:pt x="142" y="124"/>
                      </a:lnTo>
                      <a:lnTo>
                        <a:pt x="140" y="124"/>
                      </a:lnTo>
                      <a:lnTo>
                        <a:pt x="140" y="122"/>
                      </a:lnTo>
                      <a:lnTo>
                        <a:pt x="139" y="122"/>
                      </a:lnTo>
                      <a:lnTo>
                        <a:pt x="137" y="122"/>
                      </a:lnTo>
                      <a:lnTo>
                        <a:pt x="139" y="122"/>
                      </a:lnTo>
                      <a:lnTo>
                        <a:pt x="137" y="122"/>
                      </a:lnTo>
                      <a:lnTo>
                        <a:pt x="137" y="124"/>
                      </a:lnTo>
                      <a:lnTo>
                        <a:pt x="137" y="126"/>
                      </a:lnTo>
                      <a:lnTo>
                        <a:pt x="135" y="126"/>
                      </a:lnTo>
                      <a:lnTo>
                        <a:pt x="135" y="128"/>
                      </a:lnTo>
                      <a:lnTo>
                        <a:pt x="137" y="128"/>
                      </a:lnTo>
                      <a:lnTo>
                        <a:pt x="135" y="128"/>
                      </a:lnTo>
                      <a:lnTo>
                        <a:pt x="135" y="130"/>
                      </a:lnTo>
                      <a:lnTo>
                        <a:pt x="133" y="130"/>
                      </a:lnTo>
                      <a:lnTo>
                        <a:pt x="133" y="128"/>
                      </a:lnTo>
                      <a:lnTo>
                        <a:pt x="131" y="128"/>
                      </a:lnTo>
                      <a:lnTo>
                        <a:pt x="133" y="128"/>
                      </a:lnTo>
                      <a:lnTo>
                        <a:pt x="133" y="130"/>
                      </a:lnTo>
                      <a:lnTo>
                        <a:pt x="135" y="130"/>
                      </a:lnTo>
                      <a:lnTo>
                        <a:pt x="135" y="128"/>
                      </a:lnTo>
                      <a:lnTo>
                        <a:pt x="135" y="130"/>
                      </a:lnTo>
                      <a:lnTo>
                        <a:pt x="135" y="131"/>
                      </a:lnTo>
                      <a:lnTo>
                        <a:pt x="133" y="130"/>
                      </a:lnTo>
                      <a:lnTo>
                        <a:pt x="133" y="131"/>
                      </a:lnTo>
                      <a:lnTo>
                        <a:pt x="133" y="133"/>
                      </a:lnTo>
                      <a:lnTo>
                        <a:pt x="131" y="133"/>
                      </a:lnTo>
                      <a:lnTo>
                        <a:pt x="131" y="135"/>
                      </a:lnTo>
                      <a:lnTo>
                        <a:pt x="130" y="135"/>
                      </a:lnTo>
                      <a:lnTo>
                        <a:pt x="131" y="135"/>
                      </a:lnTo>
                      <a:lnTo>
                        <a:pt x="131" y="137"/>
                      </a:lnTo>
                      <a:lnTo>
                        <a:pt x="131" y="139"/>
                      </a:lnTo>
                      <a:lnTo>
                        <a:pt x="131" y="141"/>
                      </a:lnTo>
                      <a:lnTo>
                        <a:pt x="131" y="142"/>
                      </a:lnTo>
                      <a:lnTo>
                        <a:pt x="130" y="142"/>
                      </a:lnTo>
                      <a:lnTo>
                        <a:pt x="131" y="142"/>
                      </a:lnTo>
                      <a:lnTo>
                        <a:pt x="130" y="142"/>
                      </a:lnTo>
                      <a:lnTo>
                        <a:pt x="131" y="142"/>
                      </a:lnTo>
                      <a:lnTo>
                        <a:pt x="131" y="144"/>
                      </a:lnTo>
                      <a:lnTo>
                        <a:pt x="131" y="146"/>
                      </a:lnTo>
                      <a:lnTo>
                        <a:pt x="130" y="146"/>
                      </a:lnTo>
                      <a:lnTo>
                        <a:pt x="130" y="148"/>
                      </a:lnTo>
                      <a:lnTo>
                        <a:pt x="128" y="148"/>
                      </a:lnTo>
                      <a:lnTo>
                        <a:pt x="130" y="148"/>
                      </a:lnTo>
                      <a:lnTo>
                        <a:pt x="130" y="150"/>
                      </a:lnTo>
                      <a:lnTo>
                        <a:pt x="128" y="150"/>
                      </a:lnTo>
                      <a:lnTo>
                        <a:pt x="130" y="150"/>
                      </a:lnTo>
                      <a:lnTo>
                        <a:pt x="130" y="152"/>
                      </a:lnTo>
                      <a:lnTo>
                        <a:pt x="128" y="152"/>
                      </a:lnTo>
                      <a:lnTo>
                        <a:pt x="130" y="153"/>
                      </a:lnTo>
                      <a:lnTo>
                        <a:pt x="128" y="153"/>
                      </a:lnTo>
                      <a:lnTo>
                        <a:pt x="126" y="153"/>
                      </a:lnTo>
                      <a:lnTo>
                        <a:pt x="124" y="155"/>
                      </a:lnTo>
                      <a:lnTo>
                        <a:pt x="124" y="157"/>
                      </a:lnTo>
                      <a:lnTo>
                        <a:pt x="124" y="155"/>
                      </a:lnTo>
                      <a:lnTo>
                        <a:pt x="124" y="157"/>
                      </a:lnTo>
                      <a:lnTo>
                        <a:pt x="124" y="159"/>
                      </a:lnTo>
                      <a:lnTo>
                        <a:pt x="126" y="159"/>
                      </a:lnTo>
                      <a:lnTo>
                        <a:pt x="126" y="161"/>
                      </a:lnTo>
                      <a:lnTo>
                        <a:pt x="128" y="161"/>
                      </a:lnTo>
                      <a:lnTo>
                        <a:pt x="128" y="162"/>
                      </a:lnTo>
                      <a:lnTo>
                        <a:pt x="128" y="164"/>
                      </a:lnTo>
                      <a:lnTo>
                        <a:pt x="130" y="164"/>
                      </a:lnTo>
                      <a:lnTo>
                        <a:pt x="130" y="166"/>
                      </a:lnTo>
                      <a:lnTo>
                        <a:pt x="130" y="168"/>
                      </a:lnTo>
                      <a:lnTo>
                        <a:pt x="128" y="168"/>
                      </a:lnTo>
                      <a:lnTo>
                        <a:pt x="128" y="170"/>
                      </a:lnTo>
                      <a:lnTo>
                        <a:pt x="128" y="172"/>
                      </a:lnTo>
                      <a:lnTo>
                        <a:pt x="126" y="172"/>
                      </a:lnTo>
                      <a:lnTo>
                        <a:pt x="124" y="172"/>
                      </a:lnTo>
                      <a:lnTo>
                        <a:pt x="124" y="173"/>
                      </a:lnTo>
                      <a:lnTo>
                        <a:pt x="122" y="173"/>
                      </a:lnTo>
                      <a:lnTo>
                        <a:pt x="122" y="175"/>
                      </a:lnTo>
                      <a:lnTo>
                        <a:pt x="122" y="173"/>
                      </a:lnTo>
                      <a:lnTo>
                        <a:pt x="124" y="173"/>
                      </a:lnTo>
                      <a:lnTo>
                        <a:pt x="124" y="172"/>
                      </a:lnTo>
                      <a:lnTo>
                        <a:pt x="126" y="172"/>
                      </a:lnTo>
                      <a:lnTo>
                        <a:pt x="128" y="172"/>
                      </a:lnTo>
                      <a:lnTo>
                        <a:pt x="128" y="170"/>
                      </a:lnTo>
                      <a:lnTo>
                        <a:pt x="130" y="168"/>
                      </a:lnTo>
                      <a:lnTo>
                        <a:pt x="130" y="166"/>
                      </a:lnTo>
                      <a:lnTo>
                        <a:pt x="130" y="164"/>
                      </a:lnTo>
                      <a:lnTo>
                        <a:pt x="130" y="166"/>
                      </a:lnTo>
                      <a:lnTo>
                        <a:pt x="130" y="164"/>
                      </a:lnTo>
                      <a:lnTo>
                        <a:pt x="130" y="166"/>
                      </a:lnTo>
                      <a:lnTo>
                        <a:pt x="131" y="166"/>
                      </a:lnTo>
                      <a:lnTo>
                        <a:pt x="131" y="168"/>
                      </a:lnTo>
                      <a:lnTo>
                        <a:pt x="131" y="170"/>
                      </a:lnTo>
                      <a:lnTo>
                        <a:pt x="133" y="172"/>
                      </a:lnTo>
                      <a:lnTo>
                        <a:pt x="133" y="173"/>
                      </a:lnTo>
                      <a:lnTo>
                        <a:pt x="135" y="175"/>
                      </a:lnTo>
                      <a:lnTo>
                        <a:pt x="135" y="177"/>
                      </a:lnTo>
                      <a:lnTo>
                        <a:pt x="135" y="179"/>
                      </a:lnTo>
                      <a:lnTo>
                        <a:pt x="133" y="179"/>
                      </a:lnTo>
                      <a:lnTo>
                        <a:pt x="133" y="177"/>
                      </a:lnTo>
                      <a:lnTo>
                        <a:pt x="131" y="177"/>
                      </a:lnTo>
                      <a:lnTo>
                        <a:pt x="133" y="177"/>
                      </a:lnTo>
                      <a:lnTo>
                        <a:pt x="133" y="179"/>
                      </a:lnTo>
                      <a:lnTo>
                        <a:pt x="135" y="179"/>
                      </a:lnTo>
                      <a:lnTo>
                        <a:pt x="135" y="177"/>
                      </a:lnTo>
                      <a:lnTo>
                        <a:pt x="135" y="175"/>
                      </a:lnTo>
                      <a:lnTo>
                        <a:pt x="137" y="175"/>
                      </a:lnTo>
                      <a:lnTo>
                        <a:pt x="137" y="177"/>
                      </a:lnTo>
                      <a:lnTo>
                        <a:pt x="139" y="179"/>
                      </a:lnTo>
                      <a:lnTo>
                        <a:pt x="140" y="181"/>
                      </a:lnTo>
                      <a:lnTo>
                        <a:pt x="140" y="183"/>
                      </a:lnTo>
                      <a:lnTo>
                        <a:pt x="142" y="183"/>
                      </a:lnTo>
                      <a:lnTo>
                        <a:pt x="140" y="183"/>
                      </a:lnTo>
                      <a:lnTo>
                        <a:pt x="142" y="184"/>
                      </a:lnTo>
                      <a:lnTo>
                        <a:pt x="142" y="183"/>
                      </a:lnTo>
                      <a:lnTo>
                        <a:pt x="142" y="184"/>
                      </a:lnTo>
                      <a:lnTo>
                        <a:pt x="142" y="183"/>
                      </a:lnTo>
                      <a:lnTo>
                        <a:pt x="144" y="183"/>
                      </a:lnTo>
                      <a:lnTo>
                        <a:pt x="146" y="184"/>
                      </a:lnTo>
                      <a:lnTo>
                        <a:pt x="148" y="184"/>
                      </a:lnTo>
                      <a:lnTo>
                        <a:pt x="148" y="186"/>
                      </a:lnTo>
                      <a:lnTo>
                        <a:pt x="150" y="186"/>
                      </a:lnTo>
                      <a:lnTo>
                        <a:pt x="150" y="188"/>
                      </a:lnTo>
                      <a:lnTo>
                        <a:pt x="151" y="188"/>
                      </a:lnTo>
                      <a:lnTo>
                        <a:pt x="150" y="188"/>
                      </a:lnTo>
                      <a:lnTo>
                        <a:pt x="151" y="188"/>
                      </a:lnTo>
                      <a:lnTo>
                        <a:pt x="153" y="188"/>
                      </a:lnTo>
                      <a:lnTo>
                        <a:pt x="153" y="190"/>
                      </a:lnTo>
                      <a:lnTo>
                        <a:pt x="155" y="192"/>
                      </a:lnTo>
                      <a:lnTo>
                        <a:pt x="155" y="194"/>
                      </a:lnTo>
                      <a:lnTo>
                        <a:pt x="157" y="194"/>
                      </a:lnTo>
                      <a:lnTo>
                        <a:pt x="157" y="195"/>
                      </a:lnTo>
                      <a:lnTo>
                        <a:pt x="155" y="195"/>
                      </a:lnTo>
                      <a:lnTo>
                        <a:pt x="155" y="197"/>
                      </a:lnTo>
                      <a:lnTo>
                        <a:pt x="153" y="197"/>
                      </a:lnTo>
                      <a:lnTo>
                        <a:pt x="153" y="195"/>
                      </a:lnTo>
                      <a:lnTo>
                        <a:pt x="153" y="197"/>
                      </a:lnTo>
                      <a:lnTo>
                        <a:pt x="153" y="195"/>
                      </a:lnTo>
                      <a:lnTo>
                        <a:pt x="153" y="197"/>
                      </a:lnTo>
                      <a:lnTo>
                        <a:pt x="153" y="195"/>
                      </a:lnTo>
                      <a:lnTo>
                        <a:pt x="153" y="197"/>
                      </a:lnTo>
                      <a:lnTo>
                        <a:pt x="155" y="197"/>
                      </a:lnTo>
                      <a:lnTo>
                        <a:pt x="153" y="197"/>
                      </a:lnTo>
                      <a:lnTo>
                        <a:pt x="153" y="199"/>
                      </a:lnTo>
                      <a:lnTo>
                        <a:pt x="155" y="199"/>
                      </a:lnTo>
                      <a:lnTo>
                        <a:pt x="155" y="201"/>
                      </a:lnTo>
                      <a:lnTo>
                        <a:pt x="155" y="203"/>
                      </a:lnTo>
                      <a:lnTo>
                        <a:pt x="153" y="203"/>
                      </a:lnTo>
                      <a:lnTo>
                        <a:pt x="153" y="201"/>
                      </a:lnTo>
                      <a:lnTo>
                        <a:pt x="151" y="201"/>
                      </a:lnTo>
                      <a:lnTo>
                        <a:pt x="150" y="201"/>
                      </a:lnTo>
                      <a:lnTo>
                        <a:pt x="148" y="201"/>
                      </a:lnTo>
                      <a:lnTo>
                        <a:pt x="148" y="199"/>
                      </a:lnTo>
                      <a:lnTo>
                        <a:pt x="148" y="201"/>
                      </a:lnTo>
                      <a:lnTo>
                        <a:pt x="146" y="199"/>
                      </a:lnTo>
                      <a:lnTo>
                        <a:pt x="144" y="199"/>
                      </a:lnTo>
                      <a:lnTo>
                        <a:pt x="146" y="199"/>
                      </a:lnTo>
                      <a:lnTo>
                        <a:pt x="148" y="201"/>
                      </a:lnTo>
                      <a:lnTo>
                        <a:pt x="150" y="201"/>
                      </a:lnTo>
                      <a:lnTo>
                        <a:pt x="151" y="201"/>
                      </a:lnTo>
                      <a:lnTo>
                        <a:pt x="153" y="201"/>
                      </a:lnTo>
                      <a:lnTo>
                        <a:pt x="153" y="203"/>
                      </a:lnTo>
                      <a:lnTo>
                        <a:pt x="151" y="203"/>
                      </a:lnTo>
                      <a:lnTo>
                        <a:pt x="153" y="203"/>
                      </a:lnTo>
                      <a:lnTo>
                        <a:pt x="153" y="205"/>
                      </a:lnTo>
                      <a:lnTo>
                        <a:pt x="151" y="205"/>
                      </a:lnTo>
                      <a:lnTo>
                        <a:pt x="151" y="206"/>
                      </a:lnTo>
                      <a:lnTo>
                        <a:pt x="150" y="206"/>
                      </a:lnTo>
                      <a:lnTo>
                        <a:pt x="151" y="206"/>
                      </a:lnTo>
                      <a:lnTo>
                        <a:pt x="151" y="205"/>
                      </a:lnTo>
                      <a:lnTo>
                        <a:pt x="153" y="205"/>
                      </a:lnTo>
                      <a:lnTo>
                        <a:pt x="153" y="203"/>
                      </a:lnTo>
                      <a:lnTo>
                        <a:pt x="151" y="203"/>
                      </a:lnTo>
                      <a:lnTo>
                        <a:pt x="153" y="203"/>
                      </a:lnTo>
                      <a:lnTo>
                        <a:pt x="155" y="203"/>
                      </a:lnTo>
                      <a:lnTo>
                        <a:pt x="157" y="203"/>
                      </a:lnTo>
                      <a:lnTo>
                        <a:pt x="157" y="205"/>
                      </a:lnTo>
                      <a:lnTo>
                        <a:pt x="157" y="206"/>
                      </a:lnTo>
                      <a:lnTo>
                        <a:pt x="159" y="206"/>
                      </a:lnTo>
                      <a:lnTo>
                        <a:pt x="159" y="208"/>
                      </a:lnTo>
                      <a:lnTo>
                        <a:pt x="159" y="210"/>
                      </a:lnTo>
                      <a:lnTo>
                        <a:pt x="161" y="210"/>
                      </a:lnTo>
                      <a:lnTo>
                        <a:pt x="161" y="212"/>
                      </a:lnTo>
                      <a:lnTo>
                        <a:pt x="161" y="214"/>
                      </a:lnTo>
                      <a:lnTo>
                        <a:pt x="161" y="215"/>
                      </a:lnTo>
                      <a:lnTo>
                        <a:pt x="161" y="217"/>
                      </a:lnTo>
                      <a:lnTo>
                        <a:pt x="161" y="215"/>
                      </a:lnTo>
                      <a:lnTo>
                        <a:pt x="162" y="215"/>
                      </a:lnTo>
                      <a:lnTo>
                        <a:pt x="162" y="217"/>
                      </a:lnTo>
                      <a:lnTo>
                        <a:pt x="164" y="217"/>
                      </a:lnTo>
                      <a:lnTo>
                        <a:pt x="162" y="215"/>
                      </a:lnTo>
                      <a:lnTo>
                        <a:pt x="161" y="215"/>
                      </a:lnTo>
                      <a:lnTo>
                        <a:pt x="161" y="214"/>
                      </a:lnTo>
                      <a:lnTo>
                        <a:pt x="162" y="214"/>
                      </a:lnTo>
                      <a:lnTo>
                        <a:pt x="161" y="214"/>
                      </a:lnTo>
                      <a:lnTo>
                        <a:pt x="161" y="212"/>
                      </a:lnTo>
                      <a:lnTo>
                        <a:pt x="161" y="210"/>
                      </a:lnTo>
                      <a:lnTo>
                        <a:pt x="161" y="212"/>
                      </a:lnTo>
                      <a:lnTo>
                        <a:pt x="162" y="212"/>
                      </a:lnTo>
                      <a:lnTo>
                        <a:pt x="162" y="214"/>
                      </a:lnTo>
                      <a:lnTo>
                        <a:pt x="164" y="215"/>
                      </a:lnTo>
                      <a:lnTo>
                        <a:pt x="166" y="215"/>
                      </a:lnTo>
                      <a:lnTo>
                        <a:pt x="166" y="217"/>
                      </a:lnTo>
                      <a:lnTo>
                        <a:pt x="168" y="217"/>
                      </a:lnTo>
                      <a:lnTo>
                        <a:pt x="168" y="219"/>
                      </a:lnTo>
                      <a:lnTo>
                        <a:pt x="170" y="219"/>
                      </a:lnTo>
                      <a:lnTo>
                        <a:pt x="171" y="221"/>
                      </a:lnTo>
                      <a:lnTo>
                        <a:pt x="173" y="221"/>
                      </a:lnTo>
                      <a:lnTo>
                        <a:pt x="175" y="223"/>
                      </a:lnTo>
                      <a:lnTo>
                        <a:pt x="175" y="225"/>
                      </a:lnTo>
                      <a:lnTo>
                        <a:pt x="177" y="225"/>
                      </a:lnTo>
                      <a:lnTo>
                        <a:pt x="179" y="225"/>
                      </a:lnTo>
                      <a:lnTo>
                        <a:pt x="179" y="226"/>
                      </a:lnTo>
                      <a:lnTo>
                        <a:pt x="177" y="226"/>
                      </a:lnTo>
                      <a:lnTo>
                        <a:pt x="179" y="226"/>
                      </a:lnTo>
                      <a:lnTo>
                        <a:pt x="179" y="228"/>
                      </a:lnTo>
                      <a:lnTo>
                        <a:pt x="177" y="228"/>
                      </a:lnTo>
                      <a:lnTo>
                        <a:pt x="175" y="228"/>
                      </a:lnTo>
                      <a:lnTo>
                        <a:pt x="177" y="228"/>
                      </a:lnTo>
                      <a:lnTo>
                        <a:pt x="179" y="228"/>
                      </a:lnTo>
                      <a:lnTo>
                        <a:pt x="179" y="230"/>
                      </a:lnTo>
                      <a:lnTo>
                        <a:pt x="181" y="230"/>
                      </a:lnTo>
                      <a:lnTo>
                        <a:pt x="181" y="232"/>
                      </a:lnTo>
                      <a:lnTo>
                        <a:pt x="179" y="232"/>
                      </a:lnTo>
                      <a:lnTo>
                        <a:pt x="179" y="234"/>
                      </a:lnTo>
                      <a:lnTo>
                        <a:pt x="177" y="234"/>
                      </a:lnTo>
                      <a:lnTo>
                        <a:pt x="179" y="234"/>
                      </a:lnTo>
                      <a:lnTo>
                        <a:pt x="179" y="236"/>
                      </a:lnTo>
                      <a:lnTo>
                        <a:pt x="181" y="236"/>
                      </a:lnTo>
                      <a:lnTo>
                        <a:pt x="179" y="236"/>
                      </a:lnTo>
                      <a:lnTo>
                        <a:pt x="181" y="236"/>
                      </a:lnTo>
                      <a:lnTo>
                        <a:pt x="181" y="237"/>
                      </a:lnTo>
                      <a:lnTo>
                        <a:pt x="181" y="239"/>
                      </a:lnTo>
                      <a:lnTo>
                        <a:pt x="179" y="239"/>
                      </a:lnTo>
                      <a:lnTo>
                        <a:pt x="181" y="239"/>
                      </a:lnTo>
                      <a:lnTo>
                        <a:pt x="181" y="237"/>
                      </a:lnTo>
                      <a:lnTo>
                        <a:pt x="181" y="236"/>
                      </a:lnTo>
                      <a:lnTo>
                        <a:pt x="179" y="236"/>
                      </a:lnTo>
                      <a:lnTo>
                        <a:pt x="181" y="236"/>
                      </a:lnTo>
                      <a:lnTo>
                        <a:pt x="179" y="236"/>
                      </a:lnTo>
                      <a:lnTo>
                        <a:pt x="179" y="234"/>
                      </a:lnTo>
                      <a:lnTo>
                        <a:pt x="181" y="234"/>
                      </a:lnTo>
                      <a:lnTo>
                        <a:pt x="181" y="232"/>
                      </a:lnTo>
                      <a:lnTo>
                        <a:pt x="182" y="232"/>
                      </a:lnTo>
                      <a:lnTo>
                        <a:pt x="182" y="234"/>
                      </a:lnTo>
                      <a:lnTo>
                        <a:pt x="184" y="234"/>
                      </a:lnTo>
                      <a:lnTo>
                        <a:pt x="184" y="236"/>
                      </a:lnTo>
                      <a:lnTo>
                        <a:pt x="186" y="236"/>
                      </a:lnTo>
                      <a:lnTo>
                        <a:pt x="186" y="237"/>
                      </a:lnTo>
                      <a:lnTo>
                        <a:pt x="188" y="237"/>
                      </a:lnTo>
                      <a:lnTo>
                        <a:pt x="190" y="237"/>
                      </a:lnTo>
                      <a:lnTo>
                        <a:pt x="190" y="239"/>
                      </a:lnTo>
                      <a:lnTo>
                        <a:pt x="192" y="241"/>
                      </a:lnTo>
                      <a:lnTo>
                        <a:pt x="193" y="241"/>
                      </a:lnTo>
                      <a:lnTo>
                        <a:pt x="195" y="243"/>
                      </a:lnTo>
                      <a:lnTo>
                        <a:pt x="193" y="243"/>
                      </a:lnTo>
                      <a:lnTo>
                        <a:pt x="193" y="241"/>
                      </a:lnTo>
                      <a:lnTo>
                        <a:pt x="192" y="241"/>
                      </a:lnTo>
                      <a:lnTo>
                        <a:pt x="190" y="241"/>
                      </a:lnTo>
                      <a:lnTo>
                        <a:pt x="190" y="239"/>
                      </a:lnTo>
                      <a:lnTo>
                        <a:pt x="188" y="239"/>
                      </a:lnTo>
                      <a:lnTo>
                        <a:pt x="190" y="239"/>
                      </a:lnTo>
                      <a:lnTo>
                        <a:pt x="190" y="241"/>
                      </a:lnTo>
                      <a:lnTo>
                        <a:pt x="192" y="241"/>
                      </a:lnTo>
                      <a:lnTo>
                        <a:pt x="192" y="243"/>
                      </a:lnTo>
                      <a:lnTo>
                        <a:pt x="193" y="243"/>
                      </a:lnTo>
                      <a:lnTo>
                        <a:pt x="195" y="243"/>
                      </a:lnTo>
                      <a:lnTo>
                        <a:pt x="195" y="245"/>
                      </a:lnTo>
                      <a:lnTo>
                        <a:pt x="197" y="245"/>
                      </a:lnTo>
                      <a:lnTo>
                        <a:pt x="195" y="245"/>
                      </a:lnTo>
                      <a:lnTo>
                        <a:pt x="195" y="247"/>
                      </a:lnTo>
                      <a:lnTo>
                        <a:pt x="193" y="248"/>
                      </a:lnTo>
                      <a:lnTo>
                        <a:pt x="193" y="250"/>
                      </a:lnTo>
                      <a:lnTo>
                        <a:pt x="195" y="250"/>
                      </a:lnTo>
                      <a:lnTo>
                        <a:pt x="193" y="248"/>
                      </a:lnTo>
                      <a:lnTo>
                        <a:pt x="195" y="248"/>
                      </a:lnTo>
                      <a:lnTo>
                        <a:pt x="195" y="247"/>
                      </a:lnTo>
                      <a:lnTo>
                        <a:pt x="195" y="245"/>
                      </a:lnTo>
                      <a:lnTo>
                        <a:pt x="197" y="245"/>
                      </a:lnTo>
                      <a:lnTo>
                        <a:pt x="197" y="247"/>
                      </a:lnTo>
                      <a:lnTo>
                        <a:pt x="197" y="245"/>
                      </a:lnTo>
                      <a:lnTo>
                        <a:pt x="197" y="247"/>
                      </a:lnTo>
                      <a:lnTo>
                        <a:pt x="199" y="245"/>
                      </a:lnTo>
                      <a:lnTo>
                        <a:pt x="199" y="247"/>
                      </a:lnTo>
                      <a:lnTo>
                        <a:pt x="201" y="247"/>
                      </a:lnTo>
                      <a:lnTo>
                        <a:pt x="201" y="248"/>
                      </a:lnTo>
                      <a:lnTo>
                        <a:pt x="201" y="247"/>
                      </a:lnTo>
                      <a:lnTo>
                        <a:pt x="201" y="248"/>
                      </a:lnTo>
                      <a:lnTo>
                        <a:pt x="203" y="248"/>
                      </a:lnTo>
                      <a:lnTo>
                        <a:pt x="203" y="250"/>
                      </a:lnTo>
                      <a:lnTo>
                        <a:pt x="204" y="250"/>
                      </a:lnTo>
                      <a:lnTo>
                        <a:pt x="204" y="252"/>
                      </a:lnTo>
                      <a:lnTo>
                        <a:pt x="203" y="252"/>
                      </a:lnTo>
                      <a:lnTo>
                        <a:pt x="203" y="250"/>
                      </a:lnTo>
                      <a:lnTo>
                        <a:pt x="201" y="250"/>
                      </a:lnTo>
                      <a:lnTo>
                        <a:pt x="203" y="250"/>
                      </a:lnTo>
                      <a:lnTo>
                        <a:pt x="203" y="252"/>
                      </a:lnTo>
                      <a:lnTo>
                        <a:pt x="201" y="252"/>
                      </a:lnTo>
                      <a:lnTo>
                        <a:pt x="203" y="252"/>
                      </a:lnTo>
                      <a:lnTo>
                        <a:pt x="203" y="254"/>
                      </a:lnTo>
                      <a:lnTo>
                        <a:pt x="204" y="254"/>
                      </a:lnTo>
                      <a:lnTo>
                        <a:pt x="206" y="254"/>
                      </a:lnTo>
                      <a:lnTo>
                        <a:pt x="206" y="252"/>
                      </a:lnTo>
                      <a:lnTo>
                        <a:pt x="208" y="252"/>
                      </a:lnTo>
                      <a:lnTo>
                        <a:pt x="208" y="254"/>
                      </a:lnTo>
                      <a:lnTo>
                        <a:pt x="210" y="254"/>
                      </a:lnTo>
                      <a:lnTo>
                        <a:pt x="208" y="252"/>
                      </a:lnTo>
                      <a:lnTo>
                        <a:pt x="210" y="252"/>
                      </a:lnTo>
                      <a:lnTo>
                        <a:pt x="212" y="252"/>
                      </a:lnTo>
                      <a:lnTo>
                        <a:pt x="212" y="254"/>
                      </a:lnTo>
                      <a:lnTo>
                        <a:pt x="213" y="256"/>
                      </a:lnTo>
                      <a:lnTo>
                        <a:pt x="212" y="256"/>
                      </a:lnTo>
                      <a:lnTo>
                        <a:pt x="212" y="254"/>
                      </a:lnTo>
                      <a:lnTo>
                        <a:pt x="212" y="256"/>
                      </a:lnTo>
                      <a:lnTo>
                        <a:pt x="213" y="256"/>
                      </a:lnTo>
                      <a:lnTo>
                        <a:pt x="215" y="256"/>
                      </a:lnTo>
                      <a:lnTo>
                        <a:pt x="217" y="256"/>
                      </a:lnTo>
                      <a:lnTo>
                        <a:pt x="217" y="258"/>
                      </a:lnTo>
                      <a:lnTo>
                        <a:pt x="215" y="258"/>
                      </a:lnTo>
                      <a:lnTo>
                        <a:pt x="215" y="259"/>
                      </a:lnTo>
                      <a:lnTo>
                        <a:pt x="213" y="259"/>
                      </a:lnTo>
                      <a:lnTo>
                        <a:pt x="212" y="259"/>
                      </a:lnTo>
                      <a:lnTo>
                        <a:pt x="213" y="259"/>
                      </a:lnTo>
                      <a:lnTo>
                        <a:pt x="215" y="259"/>
                      </a:lnTo>
                      <a:lnTo>
                        <a:pt x="215" y="261"/>
                      </a:lnTo>
                      <a:lnTo>
                        <a:pt x="217" y="261"/>
                      </a:lnTo>
                      <a:lnTo>
                        <a:pt x="217" y="263"/>
                      </a:lnTo>
                      <a:lnTo>
                        <a:pt x="219" y="263"/>
                      </a:lnTo>
                      <a:lnTo>
                        <a:pt x="217" y="263"/>
                      </a:lnTo>
                      <a:lnTo>
                        <a:pt x="217" y="265"/>
                      </a:lnTo>
                      <a:lnTo>
                        <a:pt x="217" y="263"/>
                      </a:lnTo>
                      <a:lnTo>
                        <a:pt x="219" y="263"/>
                      </a:lnTo>
                      <a:lnTo>
                        <a:pt x="217" y="263"/>
                      </a:lnTo>
                      <a:lnTo>
                        <a:pt x="217" y="265"/>
                      </a:lnTo>
                      <a:lnTo>
                        <a:pt x="217" y="263"/>
                      </a:lnTo>
                      <a:lnTo>
                        <a:pt x="219" y="263"/>
                      </a:lnTo>
                      <a:lnTo>
                        <a:pt x="217" y="263"/>
                      </a:lnTo>
                      <a:lnTo>
                        <a:pt x="217" y="261"/>
                      </a:lnTo>
                      <a:lnTo>
                        <a:pt x="219" y="261"/>
                      </a:lnTo>
                      <a:lnTo>
                        <a:pt x="217" y="261"/>
                      </a:lnTo>
                      <a:lnTo>
                        <a:pt x="219" y="261"/>
                      </a:lnTo>
                      <a:lnTo>
                        <a:pt x="219" y="259"/>
                      </a:lnTo>
                      <a:lnTo>
                        <a:pt x="217" y="259"/>
                      </a:lnTo>
                      <a:lnTo>
                        <a:pt x="219" y="259"/>
                      </a:lnTo>
                      <a:lnTo>
                        <a:pt x="219" y="258"/>
                      </a:lnTo>
                      <a:lnTo>
                        <a:pt x="219" y="259"/>
                      </a:lnTo>
                      <a:lnTo>
                        <a:pt x="221" y="259"/>
                      </a:lnTo>
                      <a:lnTo>
                        <a:pt x="223" y="259"/>
                      </a:lnTo>
                      <a:lnTo>
                        <a:pt x="221" y="259"/>
                      </a:lnTo>
                      <a:lnTo>
                        <a:pt x="221" y="261"/>
                      </a:lnTo>
                      <a:lnTo>
                        <a:pt x="221" y="259"/>
                      </a:lnTo>
                      <a:lnTo>
                        <a:pt x="221" y="261"/>
                      </a:lnTo>
                      <a:lnTo>
                        <a:pt x="219" y="261"/>
                      </a:lnTo>
                      <a:lnTo>
                        <a:pt x="219" y="263"/>
                      </a:lnTo>
                      <a:lnTo>
                        <a:pt x="219" y="265"/>
                      </a:lnTo>
                      <a:lnTo>
                        <a:pt x="221" y="265"/>
                      </a:lnTo>
                      <a:lnTo>
                        <a:pt x="221" y="267"/>
                      </a:lnTo>
                      <a:lnTo>
                        <a:pt x="223" y="268"/>
                      </a:lnTo>
                      <a:lnTo>
                        <a:pt x="224" y="268"/>
                      </a:lnTo>
                      <a:lnTo>
                        <a:pt x="223" y="268"/>
                      </a:lnTo>
                      <a:lnTo>
                        <a:pt x="223" y="267"/>
                      </a:lnTo>
                      <a:lnTo>
                        <a:pt x="221" y="267"/>
                      </a:lnTo>
                      <a:lnTo>
                        <a:pt x="221" y="268"/>
                      </a:lnTo>
                      <a:lnTo>
                        <a:pt x="221" y="267"/>
                      </a:lnTo>
                      <a:lnTo>
                        <a:pt x="223" y="267"/>
                      </a:lnTo>
                      <a:lnTo>
                        <a:pt x="223" y="268"/>
                      </a:lnTo>
                      <a:lnTo>
                        <a:pt x="223" y="267"/>
                      </a:lnTo>
                      <a:lnTo>
                        <a:pt x="223" y="268"/>
                      </a:lnTo>
                      <a:lnTo>
                        <a:pt x="221" y="268"/>
                      </a:lnTo>
                      <a:lnTo>
                        <a:pt x="219" y="268"/>
                      </a:lnTo>
                      <a:lnTo>
                        <a:pt x="217" y="268"/>
                      </a:lnTo>
                      <a:lnTo>
                        <a:pt x="217" y="270"/>
                      </a:lnTo>
                      <a:lnTo>
                        <a:pt x="215" y="270"/>
                      </a:lnTo>
                      <a:lnTo>
                        <a:pt x="215" y="268"/>
                      </a:lnTo>
                      <a:lnTo>
                        <a:pt x="217" y="268"/>
                      </a:lnTo>
                      <a:lnTo>
                        <a:pt x="215" y="268"/>
                      </a:lnTo>
                      <a:lnTo>
                        <a:pt x="215" y="270"/>
                      </a:lnTo>
                      <a:lnTo>
                        <a:pt x="213" y="270"/>
                      </a:lnTo>
                      <a:lnTo>
                        <a:pt x="215" y="270"/>
                      </a:lnTo>
                      <a:lnTo>
                        <a:pt x="213" y="270"/>
                      </a:lnTo>
                      <a:lnTo>
                        <a:pt x="213" y="268"/>
                      </a:lnTo>
                      <a:lnTo>
                        <a:pt x="215" y="268"/>
                      </a:lnTo>
                      <a:lnTo>
                        <a:pt x="213" y="268"/>
                      </a:lnTo>
                      <a:lnTo>
                        <a:pt x="212" y="268"/>
                      </a:lnTo>
                      <a:lnTo>
                        <a:pt x="210" y="268"/>
                      </a:lnTo>
                      <a:lnTo>
                        <a:pt x="210" y="270"/>
                      </a:lnTo>
                      <a:lnTo>
                        <a:pt x="210" y="268"/>
                      </a:lnTo>
                      <a:lnTo>
                        <a:pt x="208" y="268"/>
                      </a:lnTo>
                      <a:lnTo>
                        <a:pt x="208" y="270"/>
                      </a:lnTo>
                      <a:lnTo>
                        <a:pt x="206" y="270"/>
                      </a:lnTo>
                      <a:lnTo>
                        <a:pt x="204" y="270"/>
                      </a:lnTo>
                      <a:lnTo>
                        <a:pt x="206" y="270"/>
                      </a:lnTo>
                      <a:lnTo>
                        <a:pt x="208" y="270"/>
                      </a:lnTo>
                      <a:lnTo>
                        <a:pt x="208" y="268"/>
                      </a:lnTo>
                      <a:lnTo>
                        <a:pt x="210" y="268"/>
                      </a:lnTo>
                      <a:lnTo>
                        <a:pt x="210" y="270"/>
                      </a:lnTo>
                      <a:lnTo>
                        <a:pt x="210" y="268"/>
                      </a:lnTo>
                      <a:lnTo>
                        <a:pt x="212" y="268"/>
                      </a:lnTo>
                      <a:lnTo>
                        <a:pt x="213" y="268"/>
                      </a:lnTo>
                      <a:lnTo>
                        <a:pt x="213" y="270"/>
                      </a:lnTo>
                      <a:lnTo>
                        <a:pt x="212" y="270"/>
                      </a:lnTo>
                      <a:lnTo>
                        <a:pt x="212" y="272"/>
                      </a:lnTo>
                      <a:lnTo>
                        <a:pt x="212" y="274"/>
                      </a:lnTo>
                      <a:lnTo>
                        <a:pt x="210" y="276"/>
                      </a:lnTo>
                      <a:lnTo>
                        <a:pt x="210" y="278"/>
                      </a:lnTo>
                      <a:lnTo>
                        <a:pt x="210" y="279"/>
                      </a:lnTo>
                      <a:lnTo>
                        <a:pt x="212" y="279"/>
                      </a:lnTo>
                      <a:lnTo>
                        <a:pt x="213" y="279"/>
                      </a:lnTo>
                      <a:lnTo>
                        <a:pt x="212" y="279"/>
                      </a:lnTo>
                      <a:lnTo>
                        <a:pt x="210" y="278"/>
                      </a:lnTo>
                      <a:lnTo>
                        <a:pt x="212" y="278"/>
                      </a:lnTo>
                      <a:lnTo>
                        <a:pt x="210" y="278"/>
                      </a:lnTo>
                      <a:lnTo>
                        <a:pt x="210" y="276"/>
                      </a:lnTo>
                      <a:lnTo>
                        <a:pt x="212" y="274"/>
                      </a:lnTo>
                      <a:lnTo>
                        <a:pt x="212" y="272"/>
                      </a:lnTo>
                      <a:lnTo>
                        <a:pt x="212" y="270"/>
                      </a:lnTo>
                      <a:lnTo>
                        <a:pt x="213" y="270"/>
                      </a:lnTo>
                      <a:lnTo>
                        <a:pt x="215" y="270"/>
                      </a:lnTo>
                      <a:lnTo>
                        <a:pt x="217" y="270"/>
                      </a:lnTo>
                      <a:lnTo>
                        <a:pt x="219" y="270"/>
                      </a:lnTo>
                      <a:lnTo>
                        <a:pt x="221" y="270"/>
                      </a:lnTo>
                      <a:lnTo>
                        <a:pt x="223" y="270"/>
                      </a:lnTo>
                      <a:lnTo>
                        <a:pt x="223" y="272"/>
                      </a:lnTo>
                      <a:lnTo>
                        <a:pt x="224" y="272"/>
                      </a:lnTo>
                      <a:lnTo>
                        <a:pt x="223" y="272"/>
                      </a:lnTo>
                      <a:lnTo>
                        <a:pt x="223" y="270"/>
                      </a:lnTo>
                      <a:lnTo>
                        <a:pt x="223" y="268"/>
                      </a:lnTo>
                      <a:lnTo>
                        <a:pt x="224" y="268"/>
                      </a:lnTo>
                      <a:lnTo>
                        <a:pt x="224" y="270"/>
                      </a:lnTo>
                      <a:lnTo>
                        <a:pt x="224" y="272"/>
                      </a:lnTo>
                      <a:lnTo>
                        <a:pt x="226" y="272"/>
                      </a:lnTo>
                      <a:lnTo>
                        <a:pt x="226" y="274"/>
                      </a:lnTo>
                      <a:lnTo>
                        <a:pt x="226" y="276"/>
                      </a:lnTo>
                      <a:lnTo>
                        <a:pt x="228" y="276"/>
                      </a:lnTo>
                      <a:lnTo>
                        <a:pt x="228" y="278"/>
                      </a:lnTo>
                      <a:lnTo>
                        <a:pt x="230" y="279"/>
                      </a:lnTo>
                      <a:lnTo>
                        <a:pt x="232" y="279"/>
                      </a:lnTo>
                      <a:lnTo>
                        <a:pt x="232" y="281"/>
                      </a:lnTo>
                      <a:lnTo>
                        <a:pt x="234" y="281"/>
                      </a:lnTo>
                      <a:lnTo>
                        <a:pt x="232" y="281"/>
                      </a:lnTo>
                      <a:lnTo>
                        <a:pt x="230" y="281"/>
                      </a:lnTo>
                      <a:lnTo>
                        <a:pt x="230" y="279"/>
                      </a:lnTo>
                      <a:lnTo>
                        <a:pt x="230" y="278"/>
                      </a:lnTo>
                      <a:lnTo>
                        <a:pt x="228" y="278"/>
                      </a:lnTo>
                      <a:lnTo>
                        <a:pt x="228" y="276"/>
                      </a:lnTo>
                      <a:lnTo>
                        <a:pt x="226" y="276"/>
                      </a:lnTo>
                      <a:lnTo>
                        <a:pt x="226" y="274"/>
                      </a:lnTo>
                      <a:lnTo>
                        <a:pt x="226" y="276"/>
                      </a:lnTo>
                      <a:lnTo>
                        <a:pt x="228" y="276"/>
                      </a:lnTo>
                      <a:lnTo>
                        <a:pt x="228" y="278"/>
                      </a:lnTo>
                      <a:lnTo>
                        <a:pt x="230" y="278"/>
                      </a:lnTo>
                      <a:lnTo>
                        <a:pt x="230" y="279"/>
                      </a:lnTo>
                      <a:lnTo>
                        <a:pt x="230" y="281"/>
                      </a:lnTo>
                      <a:lnTo>
                        <a:pt x="232" y="281"/>
                      </a:lnTo>
                      <a:lnTo>
                        <a:pt x="230" y="281"/>
                      </a:lnTo>
                      <a:lnTo>
                        <a:pt x="230" y="279"/>
                      </a:lnTo>
                      <a:lnTo>
                        <a:pt x="228" y="279"/>
                      </a:lnTo>
                      <a:lnTo>
                        <a:pt x="230" y="279"/>
                      </a:lnTo>
                      <a:lnTo>
                        <a:pt x="230" y="281"/>
                      </a:lnTo>
                      <a:lnTo>
                        <a:pt x="230" y="283"/>
                      </a:lnTo>
                      <a:lnTo>
                        <a:pt x="232" y="283"/>
                      </a:lnTo>
                      <a:lnTo>
                        <a:pt x="234" y="285"/>
                      </a:lnTo>
                      <a:lnTo>
                        <a:pt x="234" y="283"/>
                      </a:lnTo>
                      <a:lnTo>
                        <a:pt x="234" y="285"/>
                      </a:lnTo>
                      <a:lnTo>
                        <a:pt x="234" y="283"/>
                      </a:lnTo>
                      <a:lnTo>
                        <a:pt x="234" y="285"/>
                      </a:lnTo>
                      <a:lnTo>
                        <a:pt x="234" y="283"/>
                      </a:lnTo>
                      <a:lnTo>
                        <a:pt x="234" y="285"/>
                      </a:lnTo>
                      <a:lnTo>
                        <a:pt x="234" y="283"/>
                      </a:lnTo>
                      <a:lnTo>
                        <a:pt x="235" y="283"/>
                      </a:lnTo>
                      <a:lnTo>
                        <a:pt x="234" y="283"/>
                      </a:lnTo>
                      <a:lnTo>
                        <a:pt x="235" y="283"/>
                      </a:lnTo>
                      <a:lnTo>
                        <a:pt x="235" y="285"/>
                      </a:lnTo>
                      <a:lnTo>
                        <a:pt x="237" y="287"/>
                      </a:lnTo>
                      <a:lnTo>
                        <a:pt x="237" y="289"/>
                      </a:lnTo>
                      <a:lnTo>
                        <a:pt x="235" y="289"/>
                      </a:lnTo>
                      <a:lnTo>
                        <a:pt x="235" y="290"/>
                      </a:lnTo>
                      <a:lnTo>
                        <a:pt x="234" y="290"/>
                      </a:lnTo>
                      <a:lnTo>
                        <a:pt x="235" y="290"/>
                      </a:lnTo>
                      <a:lnTo>
                        <a:pt x="235" y="289"/>
                      </a:lnTo>
                      <a:lnTo>
                        <a:pt x="237" y="289"/>
                      </a:lnTo>
                      <a:lnTo>
                        <a:pt x="237" y="287"/>
                      </a:lnTo>
                      <a:lnTo>
                        <a:pt x="237" y="285"/>
                      </a:lnTo>
                      <a:lnTo>
                        <a:pt x="239" y="285"/>
                      </a:lnTo>
                      <a:lnTo>
                        <a:pt x="239" y="287"/>
                      </a:lnTo>
                      <a:lnTo>
                        <a:pt x="241" y="287"/>
                      </a:lnTo>
                      <a:lnTo>
                        <a:pt x="241" y="289"/>
                      </a:lnTo>
                      <a:lnTo>
                        <a:pt x="241" y="290"/>
                      </a:lnTo>
                      <a:lnTo>
                        <a:pt x="243" y="290"/>
                      </a:lnTo>
                      <a:lnTo>
                        <a:pt x="243" y="292"/>
                      </a:lnTo>
                      <a:lnTo>
                        <a:pt x="241" y="292"/>
                      </a:lnTo>
                      <a:lnTo>
                        <a:pt x="243" y="292"/>
                      </a:lnTo>
                      <a:lnTo>
                        <a:pt x="241" y="292"/>
                      </a:lnTo>
                      <a:lnTo>
                        <a:pt x="241" y="294"/>
                      </a:lnTo>
                      <a:lnTo>
                        <a:pt x="243" y="294"/>
                      </a:lnTo>
                      <a:lnTo>
                        <a:pt x="241" y="294"/>
                      </a:lnTo>
                      <a:lnTo>
                        <a:pt x="239" y="294"/>
                      </a:lnTo>
                      <a:lnTo>
                        <a:pt x="237" y="294"/>
                      </a:lnTo>
                      <a:lnTo>
                        <a:pt x="237" y="296"/>
                      </a:lnTo>
                      <a:lnTo>
                        <a:pt x="237" y="294"/>
                      </a:lnTo>
                      <a:lnTo>
                        <a:pt x="235" y="294"/>
                      </a:lnTo>
                      <a:lnTo>
                        <a:pt x="234" y="294"/>
                      </a:lnTo>
                      <a:lnTo>
                        <a:pt x="235" y="294"/>
                      </a:lnTo>
                      <a:lnTo>
                        <a:pt x="234" y="294"/>
                      </a:lnTo>
                      <a:lnTo>
                        <a:pt x="232" y="294"/>
                      </a:lnTo>
                      <a:lnTo>
                        <a:pt x="234" y="294"/>
                      </a:lnTo>
                      <a:lnTo>
                        <a:pt x="235" y="294"/>
                      </a:lnTo>
                      <a:lnTo>
                        <a:pt x="237" y="294"/>
                      </a:lnTo>
                      <a:lnTo>
                        <a:pt x="237" y="296"/>
                      </a:lnTo>
                      <a:lnTo>
                        <a:pt x="239" y="296"/>
                      </a:lnTo>
                      <a:lnTo>
                        <a:pt x="239" y="294"/>
                      </a:lnTo>
                      <a:lnTo>
                        <a:pt x="241" y="294"/>
                      </a:lnTo>
                      <a:lnTo>
                        <a:pt x="241" y="296"/>
                      </a:lnTo>
                      <a:lnTo>
                        <a:pt x="241" y="294"/>
                      </a:lnTo>
                      <a:lnTo>
                        <a:pt x="241" y="296"/>
                      </a:lnTo>
                      <a:lnTo>
                        <a:pt x="243" y="296"/>
                      </a:lnTo>
                      <a:lnTo>
                        <a:pt x="241" y="296"/>
                      </a:lnTo>
                      <a:lnTo>
                        <a:pt x="241" y="298"/>
                      </a:lnTo>
                      <a:lnTo>
                        <a:pt x="241" y="296"/>
                      </a:lnTo>
                      <a:lnTo>
                        <a:pt x="241" y="298"/>
                      </a:lnTo>
                      <a:lnTo>
                        <a:pt x="241" y="300"/>
                      </a:lnTo>
                      <a:lnTo>
                        <a:pt x="239" y="300"/>
                      </a:lnTo>
                      <a:lnTo>
                        <a:pt x="237" y="300"/>
                      </a:lnTo>
                      <a:lnTo>
                        <a:pt x="237" y="301"/>
                      </a:lnTo>
                      <a:lnTo>
                        <a:pt x="237" y="303"/>
                      </a:lnTo>
                      <a:lnTo>
                        <a:pt x="237" y="301"/>
                      </a:lnTo>
                      <a:lnTo>
                        <a:pt x="237" y="300"/>
                      </a:lnTo>
                      <a:lnTo>
                        <a:pt x="239" y="300"/>
                      </a:lnTo>
                      <a:lnTo>
                        <a:pt x="241" y="300"/>
                      </a:lnTo>
                      <a:lnTo>
                        <a:pt x="241" y="298"/>
                      </a:lnTo>
                      <a:lnTo>
                        <a:pt x="243" y="298"/>
                      </a:lnTo>
                      <a:lnTo>
                        <a:pt x="243" y="296"/>
                      </a:lnTo>
                      <a:lnTo>
                        <a:pt x="243" y="298"/>
                      </a:lnTo>
                      <a:lnTo>
                        <a:pt x="243" y="300"/>
                      </a:lnTo>
                      <a:lnTo>
                        <a:pt x="243" y="301"/>
                      </a:lnTo>
                      <a:lnTo>
                        <a:pt x="244" y="303"/>
                      </a:lnTo>
                      <a:lnTo>
                        <a:pt x="244" y="305"/>
                      </a:lnTo>
                      <a:lnTo>
                        <a:pt x="244" y="307"/>
                      </a:lnTo>
                      <a:lnTo>
                        <a:pt x="244" y="305"/>
                      </a:lnTo>
                      <a:lnTo>
                        <a:pt x="246" y="305"/>
                      </a:lnTo>
                      <a:lnTo>
                        <a:pt x="246" y="307"/>
                      </a:lnTo>
                      <a:lnTo>
                        <a:pt x="246" y="309"/>
                      </a:lnTo>
                      <a:lnTo>
                        <a:pt x="248" y="309"/>
                      </a:lnTo>
                      <a:lnTo>
                        <a:pt x="248" y="311"/>
                      </a:lnTo>
                      <a:lnTo>
                        <a:pt x="248" y="312"/>
                      </a:lnTo>
                      <a:lnTo>
                        <a:pt x="248" y="311"/>
                      </a:lnTo>
                      <a:lnTo>
                        <a:pt x="248" y="312"/>
                      </a:lnTo>
                      <a:lnTo>
                        <a:pt x="248" y="314"/>
                      </a:lnTo>
                      <a:lnTo>
                        <a:pt x="248" y="316"/>
                      </a:lnTo>
                      <a:lnTo>
                        <a:pt x="248" y="314"/>
                      </a:lnTo>
                      <a:lnTo>
                        <a:pt x="248" y="316"/>
                      </a:lnTo>
                      <a:lnTo>
                        <a:pt x="248" y="318"/>
                      </a:lnTo>
                      <a:lnTo>
                        <a:pt x="248" y="320"/>
                      </a:lnTo>
                      <a:lnTo>
                        <a:pt x="248" y="318"/>
                      </a:lnTo>
                      <a:lnTo>
                        <a:pt x="248" y="320"/>
                      </a:lnTo>
                      <a:lnTo>
                        <a:pt x="246" y="320"/>
                      </a:lnTo>
                      <a:lnTo>
                        <a:pt x="246" y="321"/>
                      </a:lnTo>
                      <a:lnTo>
                        <a:pt x="244" y="321"/>
                      </a:lnTo>
                      <a:lnTo>
                        <a:pt x="244" y="320"/>
                      </a:lnTo>
                      <a:lnTo>
                        <a:pt x="243" y="320"/>
                      </a:lnTo>
                      <a:lnTo>
                        <a:pt x="243" y="321"/>
                      </a:lnTo>
                      <a:lnTo>
                        <a:pt x="243" y="320"/>
                      </a:lnTo>
                      <a:lnTo>
                        <a:pt x="243" y="318"/>
                      </a:lnTo>
                      <a:lnTo>
                        <a:pt x="243" y="316"/>
                      </a:lnTo>
                      <a:lnTo>
                        <a:pt x="243" y="318"/>
                      </a:lnTo>
                      <a:lnTo>
                        <a:pt x="243" y="320"/>
                      </a:lnTo>
                      <a:lnTo>
                        <a:pt x="243" y="321"/>
                      </a:lnTo>
                      <a:lnTo>
                        <a:pt x="244" y="320"/>
                      </a:lnTo>
                      <a:lnTo>
                        <a:pt x="244" y="321"/>
                      </a:lnTo>
                      <a:lnTo>
                        <a:pt x="246" y="321"/>
                      </a:lnTo>
                      <a:lnTo>
                        <a:pt x="244" y="321"/>
                      </a:lnTo>
                      <a:lnTo>
                        <a:pt x="246" y="321"/>
                      </a:lnTo>
                      <a:lnTo>
                        <a:pt x="246" y="320"/>
                      </a:lnTo>
                      <a:lnTo>
                        <a:pt x="248" y="320"/>
                      </a:lnTo>
                      <a:lnTo>
                        <a:pt x="248" y="318"/>
                      </a:lnTo>
                      <a:lnTo>
                        <a:pt x="248" y="320"/>
                      </a:lnTo>
                      <a:lnTo>
                        <a:pt x="248" y="318"/>
                      </a:lnTo>
                      <a:lnTo>
                        <a:pt x="250" y="318"/>
                      </a:lnTo>
                      <a:lnTo>
                        <a:pt x="250" y="320"/>
                      </a:lnTo>
                      <a:lnTo>
                        <a:pt x="250" y="318"/>
                      </a:lnTo>
                      <a:lnTo>
                        <a:pt x="248" y="318"/>
                      </a:lnTo>
                      <a:lnTo>
                        <a:pt x="250" y="318"/>
                      </a:lnTo>
                      <a:lnTo>
                        <a:pt x="250" y="320"/>
                      </a:lnTo>
                      <a:lnTo>
                        <a:pt x="250" y="321"/>
                      </a:lnTo>
                      <a:lnTo>
                        <a:pt x="250" y="323"/>
                      </a:lnTo>
                      <a:lnTo>
                        <a:pt x="252" y="323"/>
                      </a:lnTo>
                      <a:lnTo>
                        <a:pt x="252" y="325"/>
                      </a:lnTo>
                      <a:lnTo>
                        <a:pt x="252" y="327"/>
                      </a:lnTo>
                      <a:lnTo>
                        <a:pt x="252" y="329"/>
                      </a:lnTo>
                      <a:lnTo>
                        <a:pt x="252" y="331"/>
                      </a:lnTo>
                      <a:lnTo>
                        <a:pt x="254" y="331"/>
                      </a:lnTo>
                      <a:lnTo>
                        <a:pt x="252" y="331"/>
                      </a:lnTo>
                      <a:lnTo>
                        <a:pt x="252" y="329"/>
                      </a:lnTo>
                      <a:lnTo>
                        <a:pt x="252" y="331"/>
                      </a:lnTo>
                      <a:lnTo>
                        <a:pt x="254" y="331"/>
                      </a:lnTo>
                      <a:lnTo>
                        <a:pt x="254" y="332"/>
                      </a:lnTo>
                      <a:lnTo>
                        <a:pt x="254" y="334"/>
                      </a:lnTo>
                      <a:lnTo>
                        <a:pt x="254" y="336"/>
                      </a:lnTo>
                      <a:lnTo>
                        <a:pt x="255" y="336"/>
                      </a:lnTo>
                      <a:lnTo>
                        <a:pt x="254" y="336"/>
                      </a:lnTo>
                      <a:lnTo>
                        <a:pt x="255" y="336"/>
                      </a:lnTo>
                      <a:lnTo>
                        <a:pt x="255" y="338"/>
                      </a:lnTo>
                      <a:lnTo>
                        <a:pt x="254" y="338"/>
                      </a:lnTo>
                      <a:lnTo>
                        <a:pt x="255" y="338"/>
                      </a:lnTo>
                      <a:lnTo>
                        <a:pt x="255" y="340"/>
                      </a:lnTo>
                      <a:lnTo>
                        <a:pt x="255" y="342"/>
                      </a:lnTo>
                      <a:lnTo>
                        <a:pt x="255" y="343"/>
                      </a:lnTo>
                      <a:lnTo>
                        <a:pt x="255" y="345"/>
                      </a:lnTo>
                      <a:lnTo>
                        <a:pt x="255" y="343"/>
                      </a:lnTo>
                      <a:lnTo>
                        <a:pt x="255" y="345"/>
                      </a:lnTo>
                      <a:lnTo>
                        <a:pt x="255" y="343"/>
                      </a:lnTo>
                      <a:lnTo>
                        <a:pt x="254" y="343"/>
                      </a:lnTo>
                      <a:lnTo>
                        <a:pt x="255" y="343"/>
                      </a:lnTo>
                      <a:lnTo>
                        <a:pt x="254" y="343"/>
                      </a:lnTo>
                      <a:lnTo>
                        <a:pt x="255" y="343"/>
                      </a:lnTo>
                      <a:lnTo>
                        <a:pt x="255" y="342"/>
                      </a:lnTo>
                      <a:lnTo>
                        <a:pt x="255" y="343"/>
                      </a:lnTo>
                      <a:lnTo>
                        <a:pt x="255" y="342"/>
                      </a:lnTo>
                      <a:lnTo>
                        <a:pt x="254" y="342"/>
                      </a:lnTo>
                      <a:lnTo>
                        <a:pt x="255" y="342"/>
                      </a:lnTo>
                      <a:lnTo>
                        <a:pt x="254" y="340"/>
                      </a:lnTo>
                      <a:lnTo>
                        <a:pt x="254" y="342"/>
                      </a:lnTo>
                      <a:lnTo>
                        <a:pt x="254" y="340"/>
                      </a:lnTo>
                      <a:lnTo>
                        <a:pt x="254" y="338"/>
                      </a:lnTo>
                      <a:lnTo>
                        <a:pt x="254" y="340"/>
                      </a:lnTo>
                      <a:lnTo>
                        <a:pt x="254" y="342"/>
                      </a:lnTo>
                      <a:lnTo>
                        <a:pt x="254" y="343"/>
                      </a:lnTo>
                      <a:lnTo>
                        <a:pt x="254" y="345"/>
                      </a:lnTo>
                      <a:lnTo>
                        <a:pt x="254" y="347"/>
                      </a:lnTo>
                      <a:lnTo>
                        <a:pt x="254" y="349"/>
                      </a:lnTo>
                      <a:lnTo>
                        <a:pt x="254" y="351"/>
                      </a:lnTo>
                      <a:lnTo>
                        <a:pt x="255" y="351"/>
                      </a:lnTo>
                      <a:lnTo>
                        <a:pt x="255" y="353"/>
                      </a:lnTo>
                      <a:lnTo>
                        <a:pt x="255" y="351"/>
                      </a:lnTo>
                      <a:lnTo>
                        <a:pt x="254" y="351"/>
                      </a:lnTo>
                      <a:lnTo>
                        <a:pt x="254" y="349"/>
                      </a:lnTo>
                      <a:lnTo>
                        <a:pt x="252" y="349"/>
                      </a:lnTo>
                      <a:lnTo>
                        <a:pt x="254" y="349"/>
                      </a:lnTo>
                      <a:lnTo>
                        <a:pt x="254" y="351"/>
                      </a:lnTo>
                      <a:lnTo>
                        <a:pt x="255" y="351"/>
                      </a:lnTo>
                      <a:lnTo>
                        <a:pt x="255" y="353"/>
                      </a:lnTo>
                      <a:lnTo>
                        <a:pt x="255" y="351"/>
                      </a:lnTo>
                      <a:lnTo>
                        <a:pt x="255" y="353"/>
                      </a:lnTo>
                      <a:lnTo>
                        <a:pt x="254" y="353"/>
                      </a:lnTo>
                      <a:lnTo>
                        <a:pt x="255" y="353"/>
                      </a:lnTo>
                      <a:lnTo>
                        <a:pt x="255" y="354"/>
                      </a:lnTo>
                      <a:lnTo>
                        <a:pt x="257" y="354"/>
                      </a:lnTo>
                      <a:lnTo>
                        <a:pt x="257" y="356"/>
                      </a:lnTo>
                      <a:lnTo>
                        <a:pt x="255" y="356"/>
                      </a:lnTo>
                      <a:lnTo>
                        <a:pt x="255" y="354"/>
                      </a:lnTo>
                      <a:lnTo>
                        <a:pt x="254" y="354"/>
                      </a:lnTo>
                      <a:lnTo>
                        <a:pt x="254" y="356"/>
                      </a:lnTo>
                      <a:lnTo>
                        <a:pt x="254" y="358"/>
                      </a:lnTo>
                      <a:lnTo>
                        <a:pt x="254" y="356"/>
                      </a:lnTo>
                      <a:lnTo>
                        <a:pt x="254" y="358"/>
                      </a:lnTo>
                      <a:lnTo>
                        <a:pt x="255" y="358"/>
                      </a:lnTo>
                      <a:lnTo>
                        <a:pt x="254" y="358"/>
                      </a:lnTo>
                      <a:lnTo>
                        <a:pt x="254" y="360"/>
                      </a:lnTo>
                      <a:lnTo>
                        <a:pt x="252" y="360"/>
                      </a:lnTo>
                      <a:lnTo>
                        <a:pt x="254" y="360"/>
                      </a:lnTo>
                      <a:lnTo>
                        <a:pt x="254" y="358"/>
                      </a:lnTo>
                      <a:lnTo>
                        <a:pt x="255" y="358"/>
                      </a:lnTo>
                      <a:lnTo>
                        <a:pt x="255" y="360"/>
                      </a:lnTo>
                      <a:lnTo>
                        <a:pt x="255" y="358"/>
                      </a:lnTo>
                      <a:lnTo>
                        <a:pt x="255" y="360"/>
                      </a:lnTo>
                      <a:lnTo>
                        <a:pt x="255" y="362"/>
                      </a:lnTo>
                      <a:lnTo>
                        <a:pt x="255" y="360"/>
                      </a:lnTo>
                      <a:lnTo>
                        <a:pt x="255" y="362"/>
                      </a:lnTo>
                      <a:lnTo>
                        <a:pt x="254" y="362"/>
                      </a:lnTo>
                      <a:lnTo>
                        <a:pt x="255" y="362"/>
                      </a:lnTo>
                      <a:lnTo>
                        <a:pt x="255" y="364"/>
                      </a:lnTo>
                      <a:lnTo>
                        <a:pt x="255" y="362"/>
                      </a:lnTo>
                      <a:lnTo>
                        <a:pt x="255" y="364"/>
                      </a:lnTo>
                      <a:lnTo>
                        <a:pt x="255" y="362"/>
                      </a:lnTo>
                      <a:lnTo>
                        <a:pt x="257" y="362"/>
                      </a:lnTo>
                      <a:lnTo>
                        <a:pt x="255" y="362"/>
                      </a:lnTo>
                      <a:lnTo>
                        <a:pt x="255" y="364"/>
                      </a:lnTo>
                      <a:lnTo>
                        <a:pt x="257" y="364"/>
                      </a:lnTo>
                      <a:lnTo>
                        <a:pt x="255" y="364"/>
                      </a:lnTo>
                      <a:lnTo>
                        <a:pt x="255" y="365"/>
                      </a:lnTo>
                      <a:lnTo>
                        <a:pt x="257" y="365"/>
                      </a:lnTo>
                      <a:lnTo>
                        <a:pt x="255" y="365"/>
                      </a:lnTo>
                      <a:lnTo>
                        <a:pt x="255" y="367"/>
                      </a:lnTo>
                      <a:lnTo>
                        <a:pt x="257" y="369"/>
                      </a:lnTo>
                      <a:lnTo>
                        <a:pt x="255" y="369"/>
                      </a:lnTo>
                      <a:lnTo>
                        <a:pt x="255" y="371"/>
                      </a:lnTo>
                      <a:lnTo>
                        <a:pt x="254" y="371"/>
                      </a:lnTo>
                      <a:lnTo>
                        <a:pt x="255" y="371"/>
                      </a:lnTo>
                      <a:lnTo>
                        <a:pt x="255" y="369"/>
                      </a:lnTo>
                      <a:lnTo>
                        <a:pt x="257" y="369"/>
                      </a:lnTo>
                      <a:lnTo>
                        <a:pt x="259" y="371"/>
                      </a:lnTo>
                      <a:lnTo>
                        <a:pt x="259" y="373"/>
                      </a:lnTo>
                      <a:lnTo>
                        <a:pt x="261" y="373"/>
                      </a:lnTo>
                      <a:lnTo>
                        <a:pt x="259" y="373"/>
                      </a:lnTo>
                      <a:lnTo>
                        <a:pt x="261" y="373"/>
                      </a:lnTo>
                      <a:lnTo>
                        <a:pt x="259" y="373"/>
                      </a:lnTo>
                      <a:lnTo>
                        <a:pt x="261" y="373"/>
                      </a:lnTo>
                      <a:lnTo>
                        <a:pt x="261" y="374"/>
                      </a:lnTo>
                      <a:lnTo>
                        <a:pt x="263" y="374"/>
                      </a:lnTo>
                      <a:lnTo>
                        <a:pt x="261" y="376"/>
                      </a:lnTo>
                      <a:lnTo>
                        <a:pt x="263" y="376"/>
                      </a:lnTo>
                      <a:lnTo>
                        <a:pt x="261" y="376"/>
                      </a:lnTo>
                      <a:lnTo>
                        <a:pt x="259" y="376"/>
                      </a:lnTo>
                      <a:lnTo>
                        <a:pt x="259" y="378"/>
                      </a:lnTo>
                      <a:lnTo>
                        <a:pt x="259" y="380"/>
                      </a:lnTo>
                      <a:lnTo>
                        <a:pt x="259" y="382"/>
                      </a:lnTo>
                      <a:lnTo>
                        <a:pt x="261" y="382"/>
                      </a:lnTo>
                      <a:lnTo>
                        <a:pt x="261" y="384"/>
                      </a:lnTo>
                      <a:lnTo>
                        <a:pt x="263" y="384"/>
                      </a:lnTo>
                      <a:lnTo>
                        <a:pt x="261" y="384"/>
                      </a:lnTo>
                      <a:lnTo>
                        <a:pt x="263" y="384"/>
                      </a:lnTo>
                      <a:lnTo>
                        <a:pt x="261" y="384"/>
                      </a:lnTo>
                      <a:lnTo>
                        <a:pt x="261" y="385"/>
                      </a:lnTo>
                      <a:lnTo>
                        <a:pt x="261" y="387"/>
                      </a:lnTo>
                      <a:lnTo>
                        <a:pt x="261" y="385"/>
                      </a:lnTo>
                      <a:lnTo>
                        <a:pt x="259" y="385"/>
                      </a:lnTo>
                      <a:lnTo>
                        <a:pt x="259" y="384"/>
                      </a:lnTo>
                      <a:lnTo>
                        <a:pt x="261" y="385"/>
                      </a:lnTo>
                      <a:lnTo>
                        <a:pt x="261" y="384"/>
                      </a:lnTo>
                      <a:lnTo>
                        <a:pt x="259" y="384"/>
                      </a:lnTo>
                      <a:lnTo>
                        <a:pt x="261" y="384"/>
                      </a:lnTo>
                      <a:lnTo>
                        <a:pt x="259" y="384"/>
                      </a:lnTo>
                      <a:lnTo>
                        <a:pt x="257" y="384"/>
                      </a:lnTo>
                      <a:lnTo>
                        <a:pt x="257" y="382"/>
                      </a:lnTo>
                      <a:lnTo>
                        <a:pt x="259" y="382"/>
                      </a:lnTo>
                      <a:lnTo>
                        <a:pt x="259" y="380"/>
                      </a:lnTo>
                      <a:lnTo>
                        <a:pt x="259" y="378"/>
                      </a:lnTo>
                      <a:lnTo>
                        <a:pt x="257" y="378"/>
                      </a:lnTo>
                      <a:lnTo>
                        <a:pt x="257" y="380"/>
                      </a:lnTo>
                      <a:lnTo>
                        <a:pt x="255" y="380"/>
                      </a:lnTo>
                      <a:lnTo>
                        <a:pt x="255" y="382"/>
                      </a:lnTo>
                      <a:lnTo>
                        <a:pt x="254" y="382"/>
                      </a:lnTo>
                      <a:lnTo>
                        <a:pt x="254" y="384"/>
                      </a:lnTo>
                      <a:lnTo>
                        <a:pt x="252" y="384"/>
                      </a:lnTo>
                      <a:lnTo>
                        <a:pt x="252" y="385"/>
                      </a:lnTo>
                      <a:lnTo>
                        <a:pt x="254" y="385"/>
                      </a:lnTo>
                      <a:lnTo>
                        <a:pt x="252" y="385"/>
                      </a:lnTo>
                      <a:lnTo>
                        <a:pt x="252" y="387"/>
                      </a:lnTo>
                      <a:lnTo>
                        <a:pt x="254" y="387"/>
                      </a:lnTo>
                      <a:lnTo>
                        <a:pt x="254" y="385"/>
                      </a:lnTo>
                      <a:lnTo>
                        <a:pt x="254" y="387"/>
                      </a:lnTo>
                      <a:lnTo>
                        <a:pt x="254" y="389"/>
                      </a:lnTo>
                      <a:lnTo>
                        <a:pt x="255" y="389"/>
                      </a:lnTo>
                      <a:lnTo>
                        <a:pt x="255" y="391"/>
                      </a:lnTo>
                      <a:lnTo>
                        <a:pt x="255" y="393"/>
                      </a:lnTo>
                      <a:lnTo>
                        <a:pt x="257" y="393"/>
                      </a:lnTo>
                      <a:lnTo>
                        <a:pt x="257" y="395"/>
                      </a:lnTo>
                      <a:lnTo>
                        <a:pt x="257" y="393"/>
                      </a:lnTo>
                      <a:lnTo>
                        <a:pt x="255" y="393"/>
                      </a:lnTo>
                      <a:lnTo>
                        <a:pt x="255" y="395"/>
                      </a:lnTo>
                      <a:lnTo>
                        <a:pt x="255" y="393"/>
                      </a:lnTo>
                      <a:lnTo>
                        <a:pt x="254" y="393"/>
                      </a:lnTo>
                      <a:lnTo>
                        <a:pt x="254" y="391"/>
                      </a:lnTo>
                      <a:lnTo>
                        <a:pt x="252" y="391"/>
                      </a:lnTo>
                      <a:lnTo>
                        <a:pt x="250" y="391"/>
                      </a:lnTo>
                      <a:lnTo>
                        <a:pt x="252" y="391"/>
                      </a:lnTo>
                      <a:lnTo>
                        <a:pt x="252" y="393"/>
                      </a:lnTo>
                      <a:lnTo>
                        <a:pt x="250" y="393"/>
                      </a:lnTo>
                      <a:lnTo>
                        <a:pt x="250" y="391"/>
                      </a:lnTo>
                      <a:lnTo>
                        <a:pt x="250" y="393"/>
                      </a:lnTo>
                      <a:lnTo>
                        <a:pt x="252" y="393"/>
                      </a:lnTo>
                      <a:lnTo>
                        <a:pt x="252" y="395"/>
                      </a:lnTo>
                      <a:lnTo>
                        <a:pt x="254" y="395"/>
                      </a:lnTo>
                      <a:lnTo>
                        <a:pt x="252" y="395"/>
                      </a:lnTo>
                      <a:lnTo>
                        <a:pt x="254" y="395"/>
                      </a:lnTo>
                      <a:lnTo>
                        <a:pt x="254" y="396"/>
                      </a:lnTo>
                      <a:lnTo>
                        <a:pt x="252" y="398"/>
                      </a:lnTo>
                      <a:lnTo>
                        <a:pt x="254" y="398"/>
                      </a:lnTo>
                      <a:lnTo>
                        <a:pt x="252" y="398"/>
                      </a:lnTo>
                      <a:lnTo>
                        <a:pt x="254" y="400"/>
                      </a:lnTo>
                      <a:lnTo>
                        <a:pt x="252" y="400"/>
                      </a:lnTo>
                      <a:lnTo>
                        <a:pt x="254" y="400"/>
                      </a:lnTo>
                      <a:lnTo>
                        <a:pt x="254" y="402"/>
                      </a:lnTo>
                      <a:lnTo>
                        <a:pt x="252" y="402"/>
                      </a:lnTo>
                      <a:lnTo>
                        <a:pt x="254" y="402"/>
                      </a:lnTo>
                      <a:lnTo>
                        <a:pt x="254" y="404"/>
                      </a:lnTo>
                      <a:lnTo>
                        <a:pt x="252" y="404"/>
                      </a:lnTo>
                      <a:lnTo>
                        <a:pt x="254" y="406"/>
                      </a:lnTo>
                      <a:lnTo>
                        <a:pt x="254" y="407"/>
                      </a:lnTo>
                      <a:lnTo>
                        <a:pt x="255" y="407"/>
                      </a:lnTo>
                      <a:lnTo>
                        <a:pt x="255" y="409"/>
                      </a:lnTo>
                      <a:lnTo>
                        <a:pt x="255" y="411"/>
                      </a:lnTo>
                      <a:lnTo>
                        <a:pt x="255" y="413"/>
                      </a:lnTo>
                      <a:lnTo>
                        <a:pt x="254" y="413"/>
                      </a:lnTo>
                      <a:lnTo>
                        <a:pt x="254" y="411"/>
                      </a:lnTo>
                      <a:lnTo>
                        <a:pt x="252" y="411"/>
                      </a:lnTo>
                      <a:lnTo>
                        <a:pt x="254" y="411"/>
                      </a:lnTo>
                      <a:lnTo>
                        <a:pt x="254" y="409"/>
                      </a:lnTo>
                      <a:lnTo>
                        <a:pt x="254" y="407"/>
                      </a:lnTo>
                      <a:lnTo>
                        <a:pt x="254" y="406"/>
                      </a:lnTo>
                      <a:lnTo>
                        <a:pt x="252" y="406"/>
                      </a:lnTo>
                      <a:lnTo>
                        <a:pt x="252" y="404"/>
                      </a:lnTo>
                      <a:lnTo>
                        <a:pt x="252" y="406"/>
                      </a:lnTo>
                      <a:lnTo>
                        <a:pt x="252" y="407"/>
                      </a:lnTo>
                      <a:lnTo>
                        <a:pt x="254" y="407"/>
                      </a:lnTo>
                      <a:lnTo>
                        <a:pt x="252" y="407"/>
                      </a:lnTo>
                      <a:lnTo>
                        <a:pt x="254" y="407"/>
                      </a:lnTo>
                      <a:lnTo>
                        <a:pt x="252" y="407"/>
                      </a:lnTo>
                      <a:lnTo>
                        <a:pt x="252" y="409"/>
                      </a:lnTo>
                      <a:lnTo>
                        <a:pt x="252" y="411"/>
                      </a:lnTo>
                      <a:lnTo>
                        <a:pt x="250" y="411"/>
                      </a:lnTo>
                      <a:lnTo>
                        <a:pt x="250" y="413"/>
                      </a:lnTo>
                      <a:lnTo>
                        <a:pt x="250" y="415"/>
                      </a:lnTo>
                      <a:lnTo>
                        <a:pt x="250" y="413"/>
                      </a:lnTo>
                      <a:lnTo>
                        <a:pt x="252" y="413"/>
                      </a:lnTo>
                      <a:lnTo>
                        <a:pt x="252" y="411"/>
                      </a:lnTo>
                      <a:lnTo>
                        <a:pt x="252" y="413"/>
                      </a:lnTo>
                      <a:lnTo>
                        <a:pt x="252" y="415"/>
                      </a:lnTo>
                      <a:lnTo>
                        <a:pt x="254" y="415"/>
                      </a:lnTo>
                      <a:lnTo>
                        <a:pt x="254" y="417"/>
                      </a:lnTo>
                      <a:lnTo>
                        <a:pt x="254" y="418"/>
                      </a:lnTo>
                      <a:lnTo>
                        <a:pt x="254" y="417"/>
                      </a:lnTo>
                      <a:lnTo>
                        <a:pt x="254" y="418"/>
                      </a:lnTo>
                      <a:lnTo>
                        <a:pt x="254" y="417"/>
                      </a:lnTo>
                      <a:lnTo>
                        <a:pt x="252" y="417"/>
                      </a:lnTo>
                      <a:lnTo>
                        <a:pt x="252" y="418"/>
                      </a:lnTo>
                      <a:lnTo>
                        <a:pt x="254" y="418"/>
                      </a:lnTo>
                      <a:lnTo>
                        <a:pt x="252" y="418"/>
                      </a:lnTo>
                      <a:lnTo>
                        <a:pt x="252" y="420"/>
                      </a:lnTo>
                      <a:lnTo>
                        <a:pt x="250" y="420"/>
                      </a:lnTo>
                      <a:lnTo>
                        <a:pt x="250" y="422"/>
                      </a:lnTo>
                      <a:lnTo>
                        <a:pt x="248" y="422"/>
                      </a:lnTo>
                      <a:lnTo>
                        <a:pt x="246" y="422"/>
                      </a:lnTo>
                      <a:lnTo>
                        <a:pt x="246" y="420"/>
                      </a:lnTo>
                      <a:lnTo>
                        <a:pt x="246" y="422"/>
                      </a:lnTo>
                      <a:lnTo>
                        <a:pt x="246" y="424"/>
                      </a:lnTo>
                      <a:lnTo>
                        <a:pt x="244" y="424"/>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1" name="Freeform 127">
                  <a:extLst>
                    <a:ext uri="{FF2B5EF4-FFF2-40B4-BE49-F238E27FC236}">
                      <a16:creationId xmlns:a16="http://schemas.microsoft.com/office/drawing/2014/main" id="{98167D73-B769-4FC6-2BE6-42D2887AF3B7}"/>
                    </a:ext>
                  </a:extLst>
                </p:cNvPr>
                <p:cNvSpPr>
                  <a:spLocks noEditPoints="1"/>
                </p:cNvSpPr>
                <p:nvPr/>
              </p:nvSpPr>
              <p:spPr bwMode="auto">
                <a:xfrm>
                  <a:off x="5840383" y="3664647"/>
                  <a:ext cx="386744" cy="842163"/>
                </a:xfrm>
                <a:custGeom>
                  <a:avLst/>
                  <a:gdLst>
                    <a:gd name="T0" fmla="*/ 115 w 214"/>
                    <a:gd name="T1" fmla="*/ 455 h 466"/>
                    <a:gd name="T2" fmla="*/ 64 w 214"/>
                    <a:gd name="T3" fmla="*/ 454 h 466"/>
                    <a:gd name="T4" fmla="*/ 112 w 214"/>
                    <a:gd name="T5" fmla="*/ 421 h 466"/>
                    <a:gd name="T6" fmla="*/ 33 w 214"/>
                    <a:gd name="T7" fmla="*/ 421 h 466"/>
                    <a:gd name="T8" fmla="*/ 99 w 214"/>
                    <a:gd name="T9" fmla="*/ 424 h 466"/>
                    <a:gd name="T10" fmla="*/ 41 w 214"/>
                    <a:gd name="T11" fmla="*/ 417 h 466"/>
                    <a:gd name="T12" fmla="*/ 90 w 214"/>
                    <a:gd name="T13" fmla="*/ 415 h 466"/>
                    <a:gd name="T14" fmla="*/ 110 w 214"/>
                    <a:gd name="T15" fmla="*/ 415 h 466"/>
                    <a:gd name="T16" fmla="*/ 103 w 214"/>
                    <a:gd name="T17" fmla="*/ 410 h 466"/>
                    <a:gd name="T18" fmla="*/ 106 w 214"/>
                    <a:gd name="T19" fmla="*/ 406 h 466"/>
                    <a:gd name="T20" fmla="*/ 97 w 214"/>
                    <a:gd name="T21" fmla="*/ 404 h 466"/>
                    <a:gd name="T22" fmla="*/ 117 w 214"/>
                    <a:gd name="T23" fmla="*/ 406 h 466"/>
                    <a:gd name="T24" fmla="*/ 108 w 214"/>
                    <a:gd name="T25" fmla="*/ 401 h 466"/>
                    <a:gd name="T26" fmla="*/ 114 w 214"/>
                    <a:gd name="T27" fmla="*/ 401 h 466"/>
                    <a:gd name="T28" fmla="*/ 95 w 214"/>
                    <a:gd name="T29" fmla="*/ 399 h 466"/>
                    <a:gd name="T30" fmla="*/ 103 w 214"/>
                    <a:gd name="T31" fmla="*/ 399 h 466"/>
                    <a:gd name="T32" fmla="*/ 22 w 214"/>
                    <a:gd name="T33" fmla="*/ 397 h 466"/>
                    <a:gd name="T34" fmla="*/ 13 w 214"/>
                    <a:gd name="T35" fmla="*/ 397 h 466"/>
                    <a:gd name="T36" fmla="*/ 130 w 214"/>
                    <a:gd name="T37" fmla="*/ 395 h 466"/>
                    <a:gd name="T38" fmla="*/ 130 w 214"/>
                    <a:gd name="T39" fmla="*/ 395 h 466"/>
                    <a:gd name="T40" fmla="*/ 121 w 214"/>
                    <a:gd name="T41" fmla="*/ 393 h 466"/>
                    <a:gd name="T42" fmla="*/ 124 w 214"/>
                    <a:gd name="T43" fmla="*/ 393 h 466"/>
                    <a:gd name="T44" fmla="*/ 75 w 214"/>
                    <a:gd name="T45" fmla="*/ 393 h 466"/>
                    <a:gd name="T46" fmla="*/ 121 w 214"/>
                    <a:gd name="T47" fmla="*/ 393 h 466"/>
                    <a:gd name="T48" fmla="*/ 124 w 214"/>
                    <a:gd name="T49" fmla="*/ 390 h 466"/>
                    <a:gd name="T50" fmla="*/ 124 w 214"/>
                    <a:gd name="T51" fmla="*/ 388 h 466"/>
                    <a:gd name="T52" fmla="*/ 121 w 214"/>
                    <a:gd name="T53" fmla="*/ 388 h 466"/>
                    <a:gd name="T54" fmla="*/ 119 w 214"/>
                    <a:gd name="T55" fmla="*/ 386 h 466"/>
                    <a:gd name="T56" fmla="*/ 68 w 214"/>
                    <a:gd name="T57" fmla="*/ 382 h 466"/>
                    <a:gd name="T58" fmla="*/ 64 w 214"/>
                    <a:gd name="T59" fmla="*/ 380 h 466"/>
                    <a:gd name="T60" fmla="*/ 208 w 214"/>
                    <a:gd name="T61" fmla="*/ 331 h 466"/>
                    <a:gd name="T62" fmla="*/ 212 w 214"/>
                    <a:gd name="T63" fmla="*/ 316 h 466"/>
                    <a:gd name="T64" fmla="*/ 207 w 214"/>
                    <a:gd name="T65" fmla="*/ 273 h 466"/>
                    <a:gd name="T66" fmla="*/ 185 w 214"/>
                    <a:gd name="T67" fmla="*/ 212 h 466"/>
                    <a:gd name="T68" fmla="*/ 174 w 214"/>
                    <a:gd name="T69" fmla="*/ 199 h 466"/>
                    <a:gd name="T70" fmla="*/ 183 w 214"/>
                    <a:gd name="T71" fmla="*/ 198 h 466"/>
                    <a:gd name="T72" fmla="*/ 156 w 214"/>
                    <a:gd name="T73" fmla="*/ 179 h 466"/>
                    <a:gd name="T74" fmla="*/ 132 w 214"/>
                    <a:gd name="T75" fmla="*/ 163 h 466"/>
                    <a:gd name="T76" fmla="*/ 154 w 214"/>
                    <a:gd name="T77" fmla="*/ 46 h 466"/>
                    <a:gd name="T78" fmla="*/ 114 w 214"/>
                    <a:gd name="T79" fmla="*/ 40 h 466"/>
                    <a:gd name="T80" fmla="*/ 106 w 214"/>
                    <a:gd name="T81" fmla="*/ 44 h 466"/>
                    <a:gd name="T82" fmla="*/ 103 w 214"/>
                    <a:gd name="T83" fmla="*/ 40 h 466"/>
                    <a:gd name="T84" fmla="*/ 143 w 214"/>
                    <a:gd name="T85" fmla="*/ 26 h 466"/>
                    <a:gd name="T86" fmla="*/ 143 w 214"/>
                    <a:gd name="T87" fmla="*/ 24 h 466"/>
                    <a:gd name="T88" fmla="*/ 135 w 214"/>
                    <a:gd name="T89" fmla="*/ 22 h 466"/>
                    <a:gd name="T90" fmla="*/ 124 w 214"/>
                    <a:gd name="T91" fmla="*/ 20 h 466"/>
                    <a:gd name="T92" fmla="*/ 123 w 214"/>
                    <a:gd name="T93" fmla="*/ 20 h 466"/>
                    <a:gd name="T94" fmla="*/ 124 w 214"/>
                    <a:gd name="T95" fmla="*/ 20 h 466"/>
                    <a:gd name="T96" fmla="*/ 130 w 214"/>
                    <a:gd name="T97" fmla="*/ 22 h 466"/>
                    <a:gd name="T98" fmla="*/ 124 w 214"/>
                    <a:gd name="T99" fmla="*/ 22 h 466"/>
                    <a:gd name="T100" fmla="*/ 128 w 214"/>
                    <a:gd name="T101" fmla="*/ 20 h 466"/>
                    <a:gd name="T102" fmla="*/ 137 w 214"/>
                    <a:gd name="T103" fmla="*/ 19 h 466"/>
                    <a:gd name="T104" fmla="*/ 123 w 214"/>
                    <a:gd name="T105" fmla="*/ 19 h 466"/>
                    <a:gd name="T106" fmla="*/ 145 w 214"/>
                    <a:gd name="T107" fmla="*/ 22 h 466"/>
                    <a:gd name="T108" fmla="*/ 143 w 214"/>
                    <a:gd name="T109" fmla="*/ 19 h 466"/>
                    <a:gd name="T110" fmla="*/ 146 w 214"/>
                    <a:gd name="T111" fmla="*/ 19 h 466"/>
                    <a:gd name="T112" fmla="*/ 156 w 214"/>
                    <a:gd name="T113" fmla="*/ 15 h 466"/>
                    <a:gd name="T114" fmla="*/ 145 w 214"/>
                    <a:gd name="T115" fmla="*/ 13 h 466"/>
                    <a:gd name="T116" fmla="*/ 157 w 214"/>
                    <a:gd name="T117" fmla="*/ 9 h 466"/>
                    <a:gd name="T118" fmla="*/ 148 w 214"/>
                    <a:gd name="T119" fmla="*/ 8 h 466"/>
                    <a:gd name="T120" fmla="*/ 141 w 214"/>
                    <a:gd name="T121" fmla="*/ 15 h 466"/>
                    <a:gd name="T122" fmla="*/ 148 w 214"/>
                    <a:gd name="T123" fmla="*/ 6 h 466"/>
                    <a:gd name="T124" fmla="*/ 156 w 214"/>
                    <a:gd name="T125" fmla="*/ 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4" h="466">
                      <a:moveTo>
                        <a:pt x="50" y="466"/>
                      </a:moveTo>
                      <a:lnTo>
                        <a:pt x="50" y="465"/>
                      </a:lnTo>
                      <a:lnTo>
                        <a:pt x="50" y="466"/>
                      </a:lnTo>
                      <a:close/>
                      <a:moveTo>
                        <a:pt x="115" y="457"/>
                      </a:moveTo>
                      <a:lnTo>
                        <a:pt x="117" y="457"/>
                      </a:lnTo>
                      <a:lnTo>
                        <a:pt x="115" y="457"/>
                      </a:lnTo>
                      <a:close/>
                      <a:moveTo>
                        <a:pt x="112" y="455"/>
                      </a:moveTo>
                      <a:lnTo>
                        <a:pt x="110" y="455"/>
                      </a:lnTo>
                      <a:lnTo>
                        <a:pt x="110" y="457"/>
                      </a:lnTo>
                      <a:lnTo>
                        <a:pt x="110" y="455"/>
                      </a:lnTo>
                      <a:lnTo>
                        <a:pt x="112" y="455"/>
                      </a:lnTo>
                      <a:close/>
                      <a:moveTo>
                        <a:pt x="50" y="457"/>
                      </a:moveTo>
                      <a:lnTo>
                        <a:pt x="50" y="455"/>
                      </a:lnTo>
                      <a:lnTo>
                        <a:pt x="50" y="457"/>
                      </a:lnTo>
                      <a:close/>
                      <a:moveTo>
                        <a:pt x="50" y="455"/>
                      </a:moveTo>
                      <a:lnTo>
                        <a:pt x="48" y="455"/>
                      </a:lnTo>
                      <a:lnTo>
                        <a:pt x="50" y="455"/>
                      </a:lnTo>
                      <a:close/>
                      <a:moveTo>
                        <a:pt x="115" y="454"/>
                      </a:moveTo>
                      <a:lnTo>
                        <a:pt x="115" y="455"/>
                      </a:lnTo>
                      <a:lnTo>
                        <a:pt x="114" y="455"/>
                      </a:lnTo>
                      <a:lnTo>
                        <a:pt x="115" y="457"/>
                      </a:lnTo>
                      <a:lnTo>
                        <a:pt x="114" y="457"/>
                      </a:lnTo>
                      <a:lnTo>
                        <a:pt x="112" y="457"/>
                      </a:lnTo>
                      <a:lnTo>
                        <a:pt x="114" y="457"/>
                      </a:lnTo>
                      <a:lnTo>
                        <a:pt x="114" y="459"/>
                      </a:lnTo>
                      <a:lnTo>
                        <a:pt x="112" y="459"/>
                      </a:lnTo>
                      <a:lnTo>
                        <a:pt x="110" y="459"/>
                      </a:lnTo>
                      <a:lnTo>
                        <a:pt x="110" y="457"/>
                      </a:lnTo>
                      <a:lnTo>
                        <a:pt x="112" y="457"/>
                      </a:lnTo>
                      <a:lnTo>
                        <a:pt x="112" y="459"/>
                      </a:lnTo>
                      <a:lnTo>
                        <a:pt x="112" y="457"/>
                      </a:lnTo>
                      <a:lnTo>
                        <a:pt x="112" y="455"/>
                      </a:lnTo>
                      <a:lnTo>
                        <a:pt x="114" y="455"/>
                      </a:lnTo>
                      <a:lnTo>
                        <a:pt x="115" y="455"/>
                      </a:lnTo>
                      <a:lnTo>
                        <a:pt x="115" y="454"/>
                      </a:lnTo>
                      <a:close/>
                      <a:moveTo>
                        <a:pt x="66" y="452"/>
                      </a:moveTo>
                      <a:lnTo>
                        <a:pt x="66" y="454"/>
                      </a:lnTo>
                      <a:lnTo>
                        <a:pt x="64" y="454"/>
                      </a:lnTo>
                      <a:lnTo>
                        <a:pt x="64" y="455"/>
                      </a:lnTo>
                      <a:lnTo>
                        <a:pt x="62" y="454"/>
                      </a:lnTo>
                      <a:lnTo>
                        <a:pt x="64" y="454"/>
                      </a:lnTo>
                      <a:lnTo>
                        <a:pt x="64" y="452"/>
                      </a:lnTo>
                      <a:lnTo>
                        <a:pt x="66" y="452"/>
                      </a:lnTo>
                      <a:close/>
                      <a:moveTo>
                        <a:pt x="0" y="433"/>
                      </a:moveTo>
                      <a:lnTo>
                        <a:pt x="2" y="433"/>
                      </a:lnTo>
                      <a:lnTo>
                        <a:pt x="2" y="435"/>
                      </a:lnTo>
                      <a:lnTo>
                        <a:pt x="0" y="435"/>
                      </a:lnTo>
                      <a:lnTo>
                        <a:pt x="0" y="433"/>
                      </a:lnTo>
                      <a:close/>
                      <a:moveTo>
                        <a:pt x="2" y="435"/>
                      </a:moveTo>
                      <a:lnTo>
                        <a:pt x="2" y="433"/>
                      </a:lnTo>
                      <a:lnTo>
                        <a:pt x="2" y="435"/>
                      </a:lnTo>
                      <a:close/>
                      <a:moveTo>
                        <a:pt x="35" y="422"/>
                      </a:moveTo>
                      <a:lnTo>
                        <a:pt x="33" y="422"/>
                      </a:lnTo>
                      <a:lnTo>
                        <a:pt x="33" y="421"/>
                      </a:lnTo>
                      <a:lnTo>
                        <a:pt x="33" y="422"/>
                      </a:lnTo>
                      <a:lnTo>
                        <a:pt x="35" y="422"/>
                      </a:lnTo>
                      <a:close/>
                      <a:moveTo>
                        <a:pt x="112" y="421"/>
                      </a:moveTo>
                      <a:lnTo>
                        <a:pt x="112" y="422"/>
                      </a:lnTo>
                      <a:lnTo>
                        <a:pt x="112" y="424"/>
                      </a:lnTo>
                      <a:lnTo>
                        <a:pt x="110" y="424"/>
                      </a:lnTo>
                      <a:lnTo>
                        <a:pt x="110" y="426"/>
                      </a:lnTo>
                      <a:lnTo>
                        <a:pt x="108" y="426"/>
                      </a:lnTo>
                      <a:lnTo>
                        <a:pt x="106" y="426"/>
                      </a:lnTo>
                      <a:lnTo>
                        <a:pt x="104" y="426"/>
                      </a:lnTo>
                      <a:lnTo>
                        <a:pt x="103" y="424"/>
                      </a:lnTo>
                      <a:lnTo>
                        <a:pt x="101" y="424"/>
                      </a:lnTo>
                      <a:lnTo>
                        <a:pt x="103" y="424"/>
                      </a:lnTo>
                      <a:lnTo>
                        <a:pt x="106" y="422"/>
                      </a:lnTo>
                      <a:lnTo>
                        <a:pt x="108" y="424"/>
                      </a:lnTo>
                      <a:lnTo>
                        <a:pt x="108" y="422"/>
                      </a:lnTo>
                      <a:lnTo>
                        <a:pt x="108" y="424"/>
                      </a:lnTo>
                      <a:lnTo>
                        <a:pt x="110" y="424"/>
                      </a:lnTo>
                      <a:lnTo>
                        <a:pt x="110" y="422"/>
                      </a:lnTo>
                      <a:lnTo>
                        <a:pt x="110" y="421"/>
                      </a:lnTo>
                      <a:lnTo>
                        <a:pt x="112" y="421"/>
                      </a:lnTo>
                      <a:close/>
                      <a:moveTo>
                        <a:pt x="33" y="421"/>
                      </a:moveTo>
                      <a:lnTo>
                        <a:pt x="33" y="422"/>
                      </a:lnTo>
                      <a:lnTo>
                        <a:pt x="31" y="422"/>
                      </a:lnTo>
                      <a:lnTo>
                        <a:pt x="31" y="421"/>
                      </a:lnTo>
                      <a:lnTo>
                        <a:pt x="33" y="421"/>
                      </a:lnTo>
                      <a:lnTo>
                        <a:pt x="31" y="421"/>
                      </a:lnTo>
                      <a:lnTo>
                        <a:pt x="33" y="421"/>
                      </a:lnTo>
                      <a:close/>
                      <a:moveTo>
                        <a:pt x="97" y="422"/>
                      </a:moveTo>
                      <a:lnTo>
                        <a:pt x="99" y="422"/>
                      </a:lnTo>
                      <a:lnTo>
                        <a:pt x="99" y="424"/>
                      </a:lnTo>
                      <a:lnTo>
                        <a:pt x="99" y="422"/>
                      </a:lnTo>
                      <a:lnTo>
                        <a:pt x="97" y="422"/>
                      </a:lnTo>
                      <a:lnTo>
                        <a:pt x="99" y="422"/>
                      </a:lnTo>
                      <a:lnTo>
                        <a:pt x="99" y="424"/>
                      </a:lnTo>
                      <a:lnTo>
                        <a:pt x="101" y="424"/>
                      </a:lnTo>
                      <a:lnTo>
                        <a:pt x="101" y="426"/>
                      </a:lnTo>
                      <a:lnTo>
                        <a:pt x="101" y="428"/>
                      </a:lnTo>
                      <a:lnTo>
                        <a:pt x="99" y="428"/>
                      </a:lnTo>
                      <a:lnTo>
                        <a:pt x="99" y="426"/>
                      </a:lnTo>
                      <a:lnTo>
                        <a:pt x="99" y="424"/>
                      </a:lnTo>
                      <a:lnTo>
                        <a:pt x="97" y="424"/>
                      </a:lnTo>
                      <a:lnTo>
                        <a:pt x="99" y="424"/>
                      </a:lnTo>
                      <a:lnTo>
                        <a:pt x="99" y="426"/>
                      </a:lnTo>
                      <a:lnTo>
                        <a:pt x="99" y="424"/>
                      </a:lnTo>
                      <a:lnTo>
                        <a:pt x="97" y="424"/>
                      </a:lnTo>
                      <a:lnTo>
                        <a:pt x="97" y="422"/>
                      </a:lnTo>
                      <a:lnTo>
                        <a:pt x="95" y="422"/>
                      </a:lnTo>
                      <a:lnTo>
                        <a:pt x="95" y="421"/>
                      </a:lnTo>
                      <a:lnTo>
                        <a:pt x="95" y="419"/>
                      </a:lnTo>
                      <a:lnTo>
                        <a:pt x="93" y="419"/>
                      </a:lnTo>
                      <a:lnTo>
                        <a:pt x="95" y="419"/>
                      </a:lnTo>
                      <a:lnTo>
                        <a:pt x="95" y="421"/>
                      </a:lnTo>
                      <a:lnTo>
                        <a:pt x="97" y="421"/>
                      </a:lnTo>
                      <a:lnTo>
                        <a:pt x="97" y="422"/>
                      </a:lnTo>
                      <a:close/>
                      <a:moveTo>
                        <a:pt x="93" y="417"/>
                      </a:moveTo>
                      <a:lnTo>
                        <a:pt x="92" y="417"/>
                      </a:lnTo>
                      <a:lnTo>
                        <a:pt x="93" y="417"/>
                      </a:lnTo>
                      <a:close/>
                      <a:moveTo>
                        <a:pt x="42" y="417"/>
                      </a:moveTo>
                      <a:lnTo>
                        <a:pt x="41" y="417"/>
                      </a:lnTo>
                      <a:lnTo>
                        <a:pt x="42" y="417"/>
                      </a:lnTo>
                      <a:close/>
                      <a:moveTo>
                        <a:pt x="110" y="415"/>
                      </a:moveTo>
                      <a:lnTo>
                        <a:pt x="108" y="415"/>
                      </a:lnTo>
                      <a:lnTo>
                        <a:pt x="110" y="415"/>
                      </a:lnTo>
                      <a:close/>
                      <a:moveTo>
                        <a:pt x="92" y="415"/>
                      </a:moveTo>
                      <a:lnTo>
                        <a:pt x="92" y="417"/>
                      </a:lnTo>
                      <a:lnTo>
                        <a:pt x="92" y="415"/>
                      </a:lnTo>
                      <a:lnTo>
                        <a:pt x="90" y="415"/>
                      </a:lnTo>
                      <a:lnTo>
                        <a:pt x="92" y="415"/>
                      </a:lnTo>
                      <a:close/>
                      <a:moveTo>
                        <a:pt x="90" y="415"/>
                      </a:moveTo>
                      <a:lnTo>
                        <a:pt x="90" y="413"/>
                      </a:lnTo>
                      <a:lnTo>
                        <a:pt x="90" y="415"/>
                      </a:lnTo>
                      <a:close/>
                      <a:moveTo>
                        <a:pt x="110" y="415"/>
                      </a:moveTo>
                      <a:lnTo>
                        <a:pt x="108" y="415"/>
                      </a:lnTo>
                      <a:lnTo>
                        <a:pt x="108" y="413"/>
                      </a:lnTo>
                      <a:lnTo>
                        <a:pt x="108" y="415"/>
                      </a:lnTo>
                      <a:lnTo>
                        <a:pt x="110" y="415"/>
                      </a:lnTo>
                      <a:close/>
                      <a:moveTo>
                        <a:pt x="90" y="413"/>
                      </a:moveTo>
                      <a:lnTo>
                        <a:pt x="90" y="415"/>
                      </a:lnTo>
                      <a:lnTo>
                        <a:pt x="92" y="415"/>
                      </a:lnTo>
                      <a:lnTo>
                        <a:pt x="90" y="415"/>
                      </a:lnTo>
                      <a:lnTo>
                        <a:pt x="90" y="413"/>
                      </a:lnTo>
                      <a:lnTo>
                        <a:pt x="88" y="413"/>
                      </a:lnTo>
                      <a:lnTo>
                        <a:pt x="90" y="413"/>
                      </a:lnTo>
                      <a:close/>
                      <a:moveTo>
                        <a:pt x="92" y="413"/>
                      </a:moveTo>
                      <a:lnTo>
                        <a:pt x="92" y="415"/>
                      </a:lnTo>
                      <a:lnTo>
                        <a:pt x="92" y="413"/>
                      </a:lnTo>
                      <a:lnTo>
                        <a:pt x="90" y="413"/>
                      </a:lnTo>
                      <a:lnTo>
                        <a:pt x="90" y="412"/>
                      </a:lnTo>
                      <a:lnTo>
                        <a:pt x="90" y="413"/>
                      </a:lnTo>
                      <a:lnTo>
                        <a:pt x="92" y="413"/>
                      </a:lnTo>
                      <a:close/>
                      <a:moveTo>
                        <a:pt x="110" y="415"/>
                      </a:moveTo>
                      <a:lnTo>
                        <a:pt x="108" y="413"/>
                      </a:lnTo>
                      <a:lnTo>
                        <a:pt x="106" y="413"/>
                      </a:lnTo>
                      <a:lnTo>
                        <a:pt x="106" y="412"/>
                      </a:lnTo>
                      <a:lnTo>
                        <a:pt x="108" y="413"/>
                      </a:lnTo>
                      <a:lnTo>
                        <a:pt x="110" y="413"/>
                      </a:lnTo>
                      <a:lnTo>
                        <a:pt x="110" y="415"/>
                      </a:lnTo>
                      <a:close/>
                      <a:moveTo>
                        <a:pt x="106" y="412"/>
                      </a:moveTo>
                      <a:lnTo>
                        <a:pt x="104" y="412"/>
                      </a:lnTo>
                      <a:lnTo>
                        <a:pt x="106" y="412"/>
                      </a:lnTo>
                      <a:close/>
                      <a:moveTo>
                        <a:pt x="20" y="412"/>
                      </a:moveTo>
                      <a:lnTo>
                        <a:pt x="20" y="410"/>
                      </a:lnTo>
                      <a:lnTo>
                        <a:pt x="20" y="412"/>
                      </a:lnTo>
                      <a:close/>
                      <a:moveTo>
                        <a:pt x="104" y="412"/>
                      </a:moveTo>
                      <a:lnTo>
                        <a:pt x="104" y="410"/>
                      </a:lnTo>
                      <a:lnTo>
                        <a:pt x="104" y="412"/>
                      </a:lnTo>
                      <a:close/>
                      <a:moveTo>
                        <a:pt x="88" y="412"/>
                      </a:moveTo>
                      <a:lnTo>
                        <a:pt x="90" y="413"/>
                      </a:lnTo>
                      <a:lnTo>
                        <a:pt x="88" y="412"/>
                      </a:lnTo>
                      <a:lnTo>
                        <a:pt x="86" y="412"/>
                      </a:lnTo>
                      <a:lnTo>
                        <a:pt x="86" y="410"/>
                      </a:lnTo>
                      <a:lnTo>
                        <a:pt x="88" y="412"/>
                      </a:lnTo>
                      <a:close/>
                      <a:moveTo>
                        <a:pt x="104" y="410"/>
                      </a:moveTo>
                      <a:lnTo>
                        <a:pt x="103" y="410"/>
                      </a:lnTo>
                      <a:lnTo>
                        <a:pt x="103" y="408"/>
                      </a:lnTo>
                      <a:lnTo>
                        <a:pt x="103" y="410"/>
                      </a:lnTo>
                      <a:lnTo>
                        <a:pt x="104" y="410"/>
                      </a:lnTo>
                      <a:close/>
                      <a:moveTo>
                        <a:pt x="84" y="410"/>
                      </a:moveTo>
                      <a:lnTo>
                        <a:pt x="84" y="408"/>
                      </a:lnTo>
                      <a:lnTo>
                        <a:pt x="84" y="410"/>
                      </a:lnTo>
                      <a:close/>
                      <a:moveTo>
                        <a:pt x="39" y="410"/>
                      </a:moveTo>
                      <a:lnTo>
                        <a:pt x="39" y="408"/>
                      </a:lnTo>
                      <a:lnTo>
                        <a:pt x="41" y="410"/>
                      </a:lnTo>
                      <a:lnTo>
                        <a:pt x="39" y="410"/>
                      </a:lnTo>
                      <a:close/>
                      <a:moveTo>
                        <a:pt x="103" y="408"/>
                      </a:moveTo>
                      <a:lnTo>
                        <a:pt x="103" y="410"/>
                      </a:lnTo>
                      <a:lnTo>
                        <a:pt x="103" y="408"/>
                      </a:lnTo>
                      <a:close/>
                      <a:moveTo>
                        <a:pt x="83" y="406"/>
                      </a:moveTo>
                      <a:lnTo>
                        <a:pt x="83" y="408"/>
                      </a:lnTo>
                      <a:lnTo>
                        <a:pt x="83" y="406"/>
                      </a:lnTo>
                      <a:close/>
                      <a:moveTo>
                        <a:pt x="108" y="408"/>
                      </a:moveTo>
                      <a:lnTo>
                        <a:pt x="106" y="408"/>
                      </a:lnTo>
                      <a:lnTo>
                        <a:pt x="106" y="406"/>
                      </a:lnTo>
                      <a:lnTo>
                        <a:pt x="108" y="408"/>
                      </a:lnTo>
                      <a:close/>
                      <a:moveTo>
                        <a:pt x="106" y="406"/>
                      </a:moveTo>
                      <a:lnTo>
                        <a:pt x="104" y="406"/>
                      </a:lnTo>
                      <a:lnTo>
                        <a:pt x="104" y="404"/>
                      </a:lnTo>
                      <a:lnTo>
                        <a:pt x="106" y="406"/>
                      </a:lnTo>
                      <a:close/>
                      <a:moveTo>
                        <a:pt x="101" y="408"/>
                      </a:moveTo>
                      <a:lnTo>
                        <a:pt x="99" y="406"/>
                      </a:lnTo>
                      <a:lnTo>
                        <a:pt x="97" y="404"/>
                      </a:lnTo>
                      <a:lnTo>
                        <a:pt x="99" y="404"/>
                      </a:lnTo>
                      <a:lnTo>
                        <a:pt x="99" y="406"/>
                      </a:lnTo>
                      <a:lnTo>
                        <a:pt x="101" y="406"/>
                      </a:lnTo>
                      <a:lnTo>
                        <a:pt x="101" y="408"/>
                      </a:lnTo>
                      <a:close/>
                      <a:moveTo>
                        <a:pt x="39" y="404"/>
                      </a:moveTo>
                      <a:lnTo>
                        <a:pt x="39" y="402"/>
                      </a:lnTo>
                      <a:lnTo>
                        <a:pt x="39" y="404"/>
                      </a:lnTo>
                      <a:close/>
                      <a:moveTo>
                        <a:pt x="104" y="404"/>
                      </a:moveTo>
                      <a:lnTo>
                        <a:pt x="104" y="402"/>
                      </a:lnTo>
                      <a:lnTo>
                        <a:pt x="104" y="404"/>
                      </a:lnTo>
                      <a:close/>
                      <a:moveTo>
                        <a:pt x="97" y="404"/>
                      </a:moveTo>
                      <a:lnTo>
                        <a:pt x="97" y="402"/>
                      </a:lnTo>
                      <a:lnTo>
                        <a:pt x="97" y="404"/>
                      </a:lnTo>
                      <a:close/>
                      <a:moveTo>
                        <a:pt x="104" y="402"/>
                      </a:moveTo>
                      <a:lnTo>
                        <a:pt x="104" y="404"/>
                      </a:lnTo>
                      <a:lnTo>
                        <a:pt x="104" y="402"/>
                      </a:lnTo>
                      <a:close/>
                      <a:moveTo>
                        <a:pt x="99" y="401"/>
                      </a:moveTo>
                      <a:lnTo>
                        <a:pt x="97" y="401"/>
                      </a:lnTo>
                      <a:lnTo>
                        <a:pt x="99" y="401"/>
                      </a:lnTo>
                      <a:close/>
                      <a:moveTo>
                        <a:pt x="115" y="401"/>
                      </a:moveTo>
                      <a:lnTo>
                        <a:pt x="114" y="401"/>
                      </a:lnTo>
                      <a:lnTo>
                        <a:pt x="112" y="401"/>
                      </a:lnTo>
                      <a:lnTo>
                        <a:pt x="110" y="401"/>
                      </a:lnTo>
                      <a:lnTo>
                        <a:pt x="112" y="401"/>
                      </a:lnTo>
                      <a:lnTo>
                        <a:pt x="114" y="401"/>
                      </a:lnTo>
                      <a:lnTo>
                        <a:pt x="115" y="401"/>
                      </a:lnTo>
                      <a:close/>
                      <a:moveTo>
                        <a:pt x="115" y="402"/>
                      </a:moveTo>
                      <a:lnTo>
                        <a:pt x="117" y="402"/>
                      </a:lnTo>
                      <a:lnTo>
                        <a:pt x="117" y="404"/>
                      </a:lnTo>
                      <a:lnTo>
                        <a:pt x="119" y="404"/>
                      </a:lnTo>
                      <a:lnTo>
                        <a:pt x="119" y="406"/>
                      </a:lnTo>
                      <a:lnTo>
                        <a:pt x="117" y="406"/>
                      </a:lnTo>
                      <a:lnTo>
                        <a:pt x="119" y="404"/>
                      </a:lnTo>
                      <a:lnTo>
                        <a:pt x="117" y="404"/>
                      </a:lnTo>
                      <a:lnTo>
                        <a:pt x="117" y="406"/>
                      </a:lnTo>
                      <a:lnTo>
                        <a:pt x="119" y="406"/>
                      </a:lnTo>
                      <a:lnTo>
                        <a:pt x="119" y="408"/>
                      </a:lnTo>
                      <a:lnTo>
                        <a:pt x="117" y="408"/>
                      </a:lnTo>
                      <a:lnTo>
                        <a:pt x="115" y="408"/>
                      </a:lnTo>
                      <a:lnTo>
                        <a:pt x="117" y="408"/>
                      </a:lnTo>
                      <a:lnTo>
                        <a:pt x="115" y="408"/>
                      </a:lnTo>
                      <a:lnTo>
                        <a:pt x="115" y="406"/>
                      </a:lnTo>
                      <a:lnTo>
                        <a:pt x="114" y="404"/>
                      </a:lnTo>
                      <a:lnTo>
                        <a:pt x="112" y="404"/>
                      </a:lnTo>
                      <a:lnTo>
                        <a:pt x="112" y="402"/>
                      </a:lnTo>
                      <a:lnTo>
                        <a:pt x="110" y="402"/>
                      </a:lnTo>
                      <a:lnTo>
                        <a:pt x="108" y="402"/>
                      </a:lnTo>
                      <a:lnTo>
                        <a:pt x="108" y="401"/>
                      </a:lnTo>
                      <a:lnTo>
                        <a:pt x="106" y="401"/>
                      </a:lnTo>
                      <a:lnTo>
                        <a:pt x="108" y="399"/>
                      </a:lnTo>
                      <a:lnTo>
                        <a:pt x="108" y="401"/>
                      </a:lnTo>
                      <a:lnTo>
                        <a:pt x="110" y="401"/>
                      </a:lnTo>
                      <a:lnTo>
                        <a:pt x="112" y="401"/>
                      </a:lnTo>
                      <a:lnTo>
                        <a:pt x="114" y="401"/>
                      </a:lnTo>
                      <a:lnTo>
                        <a:pt x="114" y="402"/>
                      </a:lnTo>
                      <a:lnTo>
                        <a:pt x="115" y="402"/>
                      </a:lnTo>
                      <a:close/>
                      <a:moveTo>
                        <a:pt x="77" y="402"/>
                      </a:moveTo>
                      <a:lnTo>
                        <a:pt x="75" y="401"/>
                      </a:lnTo>
                      <a:lnTo>
                        <a:pt x="73" y="401"/>
                      </a:lnTo>
                      <a:lnTo>
                        <a:pt x="73" y="399"/>
                      </a:lnTo>
                      <a:lnTo>
                        <a:pt x="75" y="399"/>
                      </a:lnTo>
                      <a:lnTo>
                        <a:pt x="75" y="401"/>
                      </a:lnTo>
                      <a:lnTo>
                        <a:pt x="77" y="401"/>
                      </a:lnTo>
                      <a:lnTo>
                        <a:pt x="77" y="402"/>
                      </a:lnTo>
                      <a:close/>
                      <a:moveTo>
                        <a:pt x="110" y="401"/>
                      </a:moveTo>
                      <a:lnTo>
                        <a:pt x="108" y="401"/>
                      </a:lnTo>
                      <a:lnTo>
                        <a:pt x="108" y="399"/>
                      </a:lnTo>
                      <a:lnTo>
                        <a:pt x="110" y="401"/>
                      </a:lnTo>
                      <a:close/>
                      <a:moveTo>
                        <a:pt x="112" y="401"/>
                      </a:moveTo>
                      <a:lnTo>
                        <a:pt x="114" y="401"/>
                      </a:lnTo>
                      <a:lnTo>
                        <a:pt x="115" y="401"/>
                      </a:lnTo>
                      <a:lnTo>
                        <a:pt x="115" y="399"/>
                      </a:lnTo>
                      <a:lnTo>
                        <a:pt x="115" y="401"/>
                      </a:lnTo>
                      <a:lnTo>
                        <a:pt x="117" y="401"/>
                      </a:lnTo>
                      <a:lnTo>
                        <a:pt x="119" y="401"/>
                      </a:lnTo>
                      <a:lnTo>
                        <a:pt x="119" y="402"/>
                      </a:lnTo>
                      <a:lnTo>
                        <a:pt x="117" y="402"/>
                      </a:lnTo>
                      <a:lnTo>
                        <a:pt x="115" y="401"/>
                      </a:lnTo>
                      <a:lnTo>
                        <a:pt x="114" y="401"/>
                      </a:lnTo>
                      <a:lnTo>
                        <a:pt x="112" y="401"/>
                      </a:lnTo>
                      <a:lnTo>
                        <a:pt x="110" y="401"/>
                      </a:lnTo>
                      <a:lnTo>
                        <a:pt x="110" y="399"/>
                      </a:lnTo>
                      <a:lnTo>
                        <a:pt x="108" y="399"/>
                      </a:lnTo>
                      <a:lnTo>
                        <a:pt x="110" y="399"/>
                      </a:lnTo>
                      <a:lnTo>
                        <a:pt x="112" y="399"/>
                      </a:lnTo>
                      <a:lnTo>
                        <a:pt x="112" y="401"/>
                      </a:lnTo>
                      <a:close/>
                      <a:moveTo>
                        <a:pt x="99" y="399"/>
                      </a:moveTo>
                      <a:lnTo>
                        <a:pt x="97" y="399"/>
                      </a:lnTo>
                      <a:lnTo>
                        <a:pt x="95" y="399"/>
                      </a:lnTo>
                      <a:lnTo>
                        <a:pt x="95" y="401"/>
                      </a:lnTo>
                      <a:lnTo>
                        <a:pt x="95" y="399"/>
                      </a:lnTo>
                      <a:lnTo>
                        <a:pt x="93" y="399"/>
                      </a:lnTo>
                      <a:lnTo>
                        <a:pt x="95" y="399"/>
                      </a:lnTo>
                      <a:lnTo>
                        <a:pt x="97" y="399"/>
                      </a:lnTo>
                      <a:lnTo>
                        <a:pt x="99" y="399"/>
                      </a:lnTo>
                      <a:close/>
                      <a:moveTo>
                        <a:pt x="84" y="399"/>
                      </a:moveTo>
                      <a:lnTo>
                        <a:pt x="86" y="399"/>
                      </a:lnTo>
                      <a:lnTo>
                        <a:pt x="84" y="399"/>
                      </a:lnTo>
                      <a:close/>
                      <a:moveTo>
                        <a:pt x="93" y="399"/>
                      </a:moveTo>
                      <a:lnTo>
                        <a:pt x="95" y="401"/>
                      </a:lnTo>
                      <a:lnTo>
                        <a:pt x="93" y="401"/>
                      </a:lnTo>
                      <a:lnTo>
                        <a:pt x="93" y="399"/>
                      </a:lnTo>
                      <a:lnTo>
                        <a:pt x="92" y="399"/>
                      </a:lnTo>
                      <a:lnTo>
                        <a:pt x="93" y="399"/>
                      </a:lnTo>
                      <a:close/>
                      <a:moveTo>
                        <a:pt x="104" y="399"/>
                      </a:moveTo>
                      <a:lnTo>
                        <a:pt x="103" y="399"/>
                      </a:lnTo>
                      <a:lnTo>
                        <a:pt x="104" y="399"/>
                      </a:lnTo>
                      <a:close/>
                      <a:moveTo>
                        <a:pt x="103" y="399"/>
                      </a:moveTo>
                      <a:lnTo>
                        <a:pt x="103" y="397"/>
                      </a:lnTo>
                      <a:lnTo>
                        <a:pt x="104" y="397"/>
                      </a:lnTo>
                      <a:lnTo>
                        <a:pt x="103" y="399"/>
                      </a:lnTo>
                      <a:close/>
                      <a:moveTo>
                        <a:pt x="84" y="399"/>
                      </a:moveTo>
                      <a:lnTo>
                        <a:pt x="83" y="399"/>
                      </a:lnTo>
                      <a:lnTo>
                        <a:pt x="83" y="397"/>
                      </a:lnTo>
                      <a:lnTo>
                        <a:pt x="84" y="399"/>
                      </a:lnTo>
                      <a:close/>
                      <a:moveTo>
                        <a:pt x="83" y="397"/>
                      </a:moveTo>
                      <a:lnTo>
                        <a:pt x="81" y="397"/>
                      </a:lnTo>
                      <a:lnTo>
                        <a:pt x="83" y="397"/>
                      </a:lnTo>
                      <a:close/>
                      <a:moveTo>
                        <a:pt x="72" y="395"/>
                      </a:moveTo>
                      <a:lnTo>
                        <a:pt x="70" y="395"/>
                      </a:lnTo>
                      <a:lnTo>
                        <a:pt x="72" y="395"/>
                      </a:lnTo>
                      <a:close/>
                      <a:moveTo>
                        <a:pt x="77" y="395"/>
                      </a:moveTo>
                      <a:lnTo>
                        <a:pt x="75" y="395"/>
                      </a:lnTo>
                      <a:lnTo>
                        <a:pt x="77" y="395"/>
                      </a:lnTo>
                      <a:close/>
                      <a:moveTo>
                        <a:pt x="20" y="395"/>
                      </a:moveTo>
                      <a:lnTo>
                        <a:pt x="22" y="395"/>
                      </a:lnTo>
                      <a:lnTo>
                        <a:pt x="22" y="397"/>
                      </a:lnTo>
                      <a:lnTo>
                        <a:pt x="22" y="399"/>
                      </a:lnTo>
                      <a:lnTo>
                        <a:pt x="22" y="401"/>
                      </a:lnTo>
                      <a:lnTo>
                        <a:pt x="22" y="402"/>
                      </a:lnTo>
                      <a:lnTo>
                        <a:pt x="20" y="404"/>
                      </a:lnTo>
                      <a:lnTo>
                        <a:pt x="20" y="406"/>
                      </a:lnTo>
                      <a:lnTo>
                        <a:pt x="20" y="408"/>
                      </a:lnTo>
                      <a:lnTo>
                        <a:pt x="20" y="410"/>
                      </a:lnTo>
                      <a:lnTo>
                        <a:pt x="22" y="410"/>
                      </a:lnTo>
                      <a:lnTo>
                        <a:pt x="20" y="410"/>
                      </a:lnTo>
                      <a:lnTo>
                        <a:pt x="20" y="408"/>
                      </a:lnTo>
                      <a:lnTo>
                        <a:pt x="19" y="408"/>
                      </a:lnTo>
                      <a:lnTo>
                        <a:pt x="19" y="406"/>
                      </a:lnTo>
                      <a:lnTo>
                        <a:pt x="19" y="404"/>
                      </a:lnTo>
                      <a:lnTo>
                        <a:pt x="19" y="402"/>
                      </a:lnTo>
                      <a:lnTo>
                        <a:pt x="19" y="401"/>
                      </a:lnTo>
                      <a:lnTo>
                        <a:pt x="17" y="401"/>
                      </a:lnTo>
                      <a:lnTo>
                        <a:pt x="17" y="399"/>
                      </a:lnTo>
                      <a:lnTo>
                        <a:pt x="15" y="399"/>
                      </a:lnTo>
                      <a:lnTo>
                        <a:pt x="13" y="397"/>
                      </a:lnTo>
                      <a:lnTo>
                        <a:pt x="15" y="397"/>
                      </a:lnTo>
                      <a:lnTo>
                        <a:pt x="17" y="397"/>
                      </a:lnTo>
                      <a:lnTo>
                        <a:pt x="17" y="395"/>
                      </a:lnTo>
                      <a:lnTo>
                        <a:pt x="19" y="395"/>
                      </a:lnTo>
                      <a:lnTo>
                        <a:pt x="19" y="393"/>
                      </a:lnTo>
                      <a:lnTo>
                        <a:pt x="20" y="393"/>
                      </a:lnTo>
                      <a:lnTo>
                        <a:pt x="20" y="395"/>
                      </a:lnTo>
                      <a:close/>
                      <a:moveTo>
                        <a:pt x="134" y="393"/>
                      </a:moveTo>
                      <a:lnTo>
                        <a:pt x="134" y="395"/>
                      </a:lnTo>
                      <a:lnTo>
                        <a:pt x="134" y="393"/>
                      </a:lnTo>
                      <a:lnTo>
                        <a:pt x="134" y="395"/>
                      </a:lnTo>
                      <a:lnTo>
                        <a:pt x="132" y="395"/>
                      </a:lnTo>
                      <a:lnTo>
                        <a:pt x="132" y="397"/>
                      </a:lnTo>
                      <a:lnTo>
                        <a:pt x="130" y="397"/>
                      </a:lnTo>
                      <a:lnTo>
                        <a:pt x="130" y="399"/>
                      </a:lnTo>
                      <a:lnTo>
                        <a:pt x="130" y="397"/>
                      </a:lnTo>
                      <a:lnTo>
                        <a:pt x="128" y="397"/>
                      </a:lnTo>
                      <a:lnTo>
                        <a:pt x="130" y="397"/>
                      </a:lnTo>
                      <a:lnTo>
                        <a:pt x="130" y="395"/>
                      </a:lnTo>
                      <a:lnTo>
                        <a:pt x="130" y="397"/>
                      </a:lnTo>
                      <a:lnTo>
                        <a:pt x="130" y="395"/>
                      </a:lnTo>
                      <a:lnTo>
                        <a:pt x="132" y="395"/>
                      </a:lnTo>
                      <a:lnTo>
                        <a:pt x="134" y="395"/>
                      </a:lnTo>
                      <a:lnTo>
                        <a:pt x="132" y="395"/>
                      </a:lnTo>
                      <a:lnTo>
                        <a:pt x="132" y="393"/>
                      </a:lnTo>
                      <a:lnTo>
                        <a:pt x="132" y="395"/>
                      </a:lnTo>
                      <a:lnTo>
                        <a:pt x="132" y="393"/>
                      </a:lnTo>
                      <a:lnTo>
                        <a:pt x="134" y="393"/>
                      </a:lnTo>
                      <a:close/>
                      <a:moveTo>
                        <a:pt x="132" y="393"/>
                      </a:moveTo>
                      <a:lnTo>
                        <a:pt x="132" y="395"/>
                      </a:lnTo>
                      <a:lnTo>
                        <a:pt x="132" y="393"/>
                      </a:lnTo>
                      <a:close/>
                      <a:moveTo>
                        <a:pt x="134" y="393"/>
                      </a:moveTo>
                      <a:lnTo>
                        <a:pt x="132" y="393"/>
                      </a:lnTo>
                      <a:lnTo>
                        <a:pt x="134" y="393"/>
                      </a:lnTo>
                      <a:close/>
                      <a:moveTo>
                        <a:pt x="130" y="393"/>
                      </a:moveTo>
                      <a:lnTo>
                        <a:pt x="132" y="393"/>
                      </a:lnTo>
                      <a:lnTo>
                        <a:pt x="130" y="393"/>
                      </a:lnTo>
                      <a:lnTo>
                        <a:pt x="130" y="395"/>
                      </a:lnTo>
                      <a:lnTo>
                        <a:pt x="128" y="393"/>
                      </a:lnTo>
                      <a:lnTo>
                        <a:pt x="130" y="393"/>
                      </a:lnTo>
                      <a:close/>
                      <a:moveTo>
                        <a:pt x="68" y="393"/>
                      </a:moveTo>
                      <a:lnTo>
                        <a:pt x="70" y="393"/>
                      </a:lnTo>
                      <a:lnTo>
                        <a:pt x="68" y="393"/>
                      </a:lnTo>
                      <a:close/>
                      <a:moveTo>
                        <a:pt x="128" y="393"/>
                      </a:moveTo>
                      <a:lnTo>
                        <a:pt x="126" y="393"/>
                      </a:lnTo>
                      <a:lnTo>
                        <a:pt x="128" y="391"/>
                      </a:lnTo>
                      <a:lnTo>
                        <a:pt x="128" y="393"/>
                      </a:lnTo>
                      <a:close/>
                      <a:moveTo>
                        <a:pt x="197" y="393"/>
                      </a:moveTo>
                      <a:lnTo>
                        <a:pt x="197" y="391"/>
                      </a:lnTo>
                      <a:lnTo>
                        <a:pt x="197" y="393"/>
                      </a:lnTo>
                      <a:close/>
                      <a:moveTo>
                        <a:pt x="126" y="391"/>
                      </a:moveTo>
                      <a:lnTo>
                        <a:pt x="126" y="393"/>
                      </a:lnTo>
                      <a:lnTo>
                        <a:pt x="126" y="391"/>
                      </a:lnTo>
                      <a:close/>
                      <a:moveTo>
                        <a:pt x="121" y="391"/>
                      </a:moveTo>
                      <a:lnTo>
                        <a:pt x="123" y="391"/>
                      </a:lnTo>
                      <a:lnTo>
                        <a:pt x="123" y="393"/>
                      </a:lnTo>
                      <a:lnTo>
                        <a:pt x="121" y="393"/>
                      </a:lnTo>
                      <a:lnTo>
                        <a:pt x="119" y="393"/>
                      </a:lnTo>
                      <a:lnTo>
                        <a:pt x="121" y="393"/>
                      </a:lnTo>
                      <a:lnTo>
                        <a:pt x="119" y="393"/>
                      </a:lnTo>
                      <a:lnTo>
                        <a:pt x="119" y="391"/>
                      </a:lnTo>
                      <a:lnTo>
                        <a:pt x="121" y="391"/>
                      </a:lnTo>
                      <a:close/>
                      <a:moveTo>
                        <a:pt x="117" y="391"/>
                      </a:moveTo>
                      <a:lnTo>
                        <a:pt x="117" y="393"/>
                      </a:lnTo>
                      <a:lnTo>
                        <a:pt x="115" y="393"/>
                      </a:lnTo>
                      <a:lnTo>
                        <a:pt x="115" y="391"/>
                      </a:lnTo>
                      <a:lnTo>
                        <a:pt x="117" y="391"/>
                      </a:lnTo>
                      <a:close/>
                      <a:moveTo>
                        <a:pt x="128" y="391"/>
                      </a:moveTo>
                      <a:lnTo>
                        <a:pt x="128" y="393"/>
                      </a:lnTo>
                      <a:lnTo>
                        <a:pt x="128" y="391"/>
                      </a:lnTo>
                      <a:lnTo>
                        <a:pt x="126" y="391"/>
                      </a:lnTo>
                      <a:lnTo>
                        <a:pt x="128" y="391"/>
                      </a:lnTo>
                      <a:close/>
                      <a:moveTo>
                        <a:pt x="124" y="391"/>
                      </a:moveTo>
                      <a:lnTo>
                        <a:pt x="124" y="393"/>
                      </a:lnTo>
                      <a:lnTo>
                        <a:pt x="124" y="391"/>
                      </a:lnTo>
                      <a:lnTo>
                        <a:pt x="124" y="393"/>
                      </a:lnTo>
                      <a:lnTo>
                        <a:pt x="123" y="393"/>
                      </a:lnTo>
                      <a:lnTo>
                        <a:pt x="123" y="391"/>
                      </a:lnTo>
                      <a:lnTo>
                        <a:pt x="123" y="393"/>
                      </a:lnTo>
                      <a:lnTo>
                        <a:pt x="124" y="393"/>
                      </a:lnTo>
                      <a:lnTo>
                        <a:pt x="123" y="393"/>
                      </a:lnTo>
                      <a:lnTo>
                        <a:pt x="124" y="393"/>
                      </a:lnTo>
                      <a:lnTo>
                        <a:pt x="124" y="395"/>
                      </a:lnTo>
                      <a:lnTo>
                        <a:pt x="123" y="395"/>
                      </a:lnTo>
                      <a:lnTo>
                        <a:pt x="124" y="395"/>
                      </a:lnTo>
                      <a:lnTo>
                        <a:pt x="126" y="395"/>
                      </a:lnTo>
                      <a:lnTo>
                        <a:pt x="124" y="395"/>
                      </a:lnTo>
                      <a:lnTo>
                        <a:pt x="124" y="397"/>
                      </a:lnTo>
                      <a:lnTo>
                        <a:pt x="123" y="397"/>
                      </a:lnTo>
                      <a:lnTo>
                        <a:pt x="123" y="395"/>
                      </a:lnTo>
                      <a:lnTo>
                        <a:pt x="123" y="393"/>
                      </a:lnTo>
                      <a:lnTo>
                        <a:pt x="123" y="391"/>
                      </a:lnTo>
                      <a:lnTo>
                        <a:pt x="124" y="391"/>
                      </a:lnTo>
                      <a:close/>
                      <a:moveTo>
                        <a:pt x="75" y="395"/>
                      </a:moveTo>
                      <a:lnTo>
                        <a:pt x="75" y="393"/>
                      </a:lnTo>
                      <a:lnTo>
                        <a:pt x="73" y="393"/>
                      </a:lnTo>
                      <a:lnTo>
                        <a:pt x="73" y="391"/>
                      </a:lnTo>
                      <a:lnTo>
                        <a:pt x="75" y="391"/>
                      </a:lnTo>
                      <a:lnTo>
                        <a:pt x="75" y="393"/>
                      </a:lnTo>
                      <a:lnTo>
                        <a:pt x="75" y="395"/>
                      </a:lnTo>
                      <a:close/>
                      <a:moveTo>
                        <a:pt x="75" y="391"/>
                      </a:moveTo>
                      <a:lnTo>
                        <a:pt x="73" y="391"/>
                      </a:lnTo>
                      <a:lnTo>
                        <a:pt x="73" y="390"/>
                      </a:lnTo>
                      <a:lnTo>
                        <a:pt x="75" y="391"/>
                      </a:lnTo>
                      <a:close/>
                      <a:moveTo>
                        <a:pt x="196" y="390"/>
                      </a:moveTo>
                      <a:lnTo>
                        <a:pt x="197" y="390"/>
                      </a:lnTo>
                      <a:lnTo>
                        <a:pt x="197" y="391"/>
                      </a:lnTo>
                      <a:lnTo>
                        <a:pt x="196" y="391"/>
                      </a:lnTo>
                      <a:lnTo>
                        <a:pt x="196" y="390"/>
                      </a:lnTo>
                      <a:close/>
                      <a:moveTo>
                        <a:pt x="119" y="390"/>
                      </a:moveTo>
                      <a:lnTo>
                        <a:pt x="119" y="391"/>
                      </a:lnTo>
                      <a:lnTo>
                        <a:pt x="121" y="393"/>
                      </a:lnTo>
                      <a:lnTo>
                        <a:pt x="119" y="393"/>
                      </a:lnTo>
                      <a:lnTo>
                        <a:pt x="121" y="393"/>
                      </a:lnTo>
                      <a:lnTo>
                        <a:pt x="123" y="393"/>
                      </a:lnTo>
                      <a:lnTo>
                        <a:pt x="121" y="395"/>
                      </a:lnTo>
                      <a:lnTo>
                        <a:pt x="119" y="395"/>
                      </a:lnTo>
                      <a:lnTo>
                        <a:pt x="119" y="393"/>
                      </a:lnTo>
                      <a:lnTo>
                        <a:pt x="119" y="391"/>
                      </a:lnTo>
                      <a:lnTo>
                        <a:pt x="119" y="390"/>
                      </a:lnTo>
                      <a:close/>
                      <a:moveTo>
                        <a:pt x="124" y="390"/>
                      </a:moveTo>
                      <a:lnTo>
                        <a:pt x="126" y="390"/>
                      </a:lnTo>
                      <a:lnTo>
                        <a:pt x="124" y="390"/>
                      </a:lnTo>
                      <a:lnTo>
                        <a:pt x="126" y="390"/>
                      </a:lnTo>
                      <a:lnTo>
                        <a:pt x="126" y="391"/>
                      </a:lnTo>
                      <a:lnTo>
                        <a:pt x="128" y="391"/>
                      </a:lnTo>
                      <a:lnTo>
                        <a:pt x="126" y="391"/>
                      </a:lnTo>
                      <a:lnTo>
                        <a:pt x="126" y="393"/>
                      </a:lnTo>
                      <a:lnTo>
                        <a:pt x="124" y="393"/>
                      </a:lnTo>
                      <a:lnTo>
                        <a:pt x="124" y="391"/>
                      </a:lnTo>
                      <a:lnTo>
                        <a:pt x="126" y="391"/>
                      </a:lnTo>
                      <a:lnTo>
                        <a:pt x="124" y="391"/>
                      </a:lnTo>
                      <a:lnTo>
                        <a:pt x="124" y="390"/>
                      </a:lnTo>
                      <a:close/>
                      <a:moveTo>
                        <a:pt x="123" y="390"/>
                      </a:moveTo>
                      <a:lnTo>
                        <a:pt x="124" y="390"/>
                      </a:lnTo>
                      <a:lnTo>
                        <a:pt x="123" y="391"/>
                      </a:lnTo>
                      <a:lnTo>
                        <a:pt x="124" y="391"/>
                      </a:lnTo>
                      <a:lnTo>
                        <a:pt x="123" y="391"/>
                      </a:lnTo>
                      <a:lnTo>
                        <a:pt x="121" y="391"/>
                      </a:lnTo>
                      <a:lnTo>
                        <a:pt x="121" y="390"/>
                      </a:lnTo>
                      <a:lnTo>
                        <a:pt x="123" y="390"/>
                      </a:lnTo>
                      <a:lnTo>
                        <a:pt x="123" y="388"/>
                      </a:lnTo>
                      <a:lnTo>
                        <a:pt x="123" y="390"/>
                      </a:lnTo>
                      <a:close/>
                      <a:moveTo>
                        <a:pt x="123" y="388"/>
                      </a:moveTo>
                      <a:lnTo>
                        <a:pt x="123" y="390"/>
                      </a:lnTo>
                      <a:lnTo>
                        <a:pt x="123" y="388"/>
                      </a:lnTo>
                      <a:close/>
                      <a:moveTo>
                        <a:pt x="124" y="388"/>
                      </a:moveTo>
                      <a:lnTo>
                        <a:pt x="126" y="388"/>
                      </a:lnTo>
                      <a:lnTo>
                        <a:pt x="126" y="390"/>
                      </a:lnTo>
                      <a:lnTo>
                        <a:pt x="124" y="390"/>
                      </a:lnTo>
                      <a:lnTo>
                        <a:pt x="124" y="388"/>
                      </a:lnTo>
                      <a:close/>
                      <a:moveTo>
                        <a:pt x="124" y="388"/>
                      </a:moveTo>
                      <a:lnTo>
                        <a:pt x="126" y="388"/>
                      </a:lnTo>
                      <a:lnTo>
                        <a:pt x="126" y="390"/>
                      </a:lnTo>
                      <a:lnTo>
                        <a:pt x="126" y="388"/>
                      </a:lnTo>
                      <a:lnTo>
                        <a:pt x="126" y="390"/>
                      </a:lnTo>
                      <a:lnTo>
                        <a:pt x="126" y="388"/>
                      </a:lnTo>
                      <a:lnTo>
                        <a:pt x="124" y="388"/>
                      </a:lnTo>
                      <a:close/>
                      <a:moveTo>
                        <a:pt x="126" y="388"/>
                      </a:moveTo>
                      <a:lnTo>
                        <a:pt x="126" y="390"/>
                      </a:lnTo>
                      <a:lnTo>
                        <a:pt x="126" y="388"/>
                      </a:lnTo>
                      <a:close/>
                      <a:moveTo>
                        <a:pt x="123" y="388"/>
                      </a:moveTo>
                      <a:lnTo>
                        <a:pt x="124" y="388"/>
                      </a:lnTo>
                      <a:lnTo>
                        <a:pt x="124" y="390"/>
                      </a:lnTo>
                      <a:lnTo>
                        <a:pt x="124" y="391"/>
                      </a:lnTo>
                      <a:lnTo>
                        <a:pt x="124" y="390"/>
                      </a:lnTo>
                      <a:lnTo>
                        <a:pt x="123" y="390"/>
                      </a:lnTo>
                      <a:lnTo>
                        <a:pt x="123" y="388"/>
                      </a:lnTo>
                      <a:lnTo>
                        <a:pt x="123" y="390"/>
                      </a:lnTo>
                      <a:lnTo>
                        <a:pt x="123" y="388"/>
                      </a:lnTo>
                      <a:lnTo>
                        <a:pt x="121" y="388"/>
                      </a:lnTo>
                      <a:lnTo>
                        <a:pt x="123" y="388"/>
                      </a:lnTo>
                      <a:lnTo>
                        <a:pt x="123" y="386"/>
                      </a:lnTo>
                      <a:lnTo>
                        <a:pt x="123" y="388"/>
                      </a:lnTo>
                      <a:close/>
                      <a:moveTo>
                        <a:pt x="119" y="386"/>
                      </a:moveTo>
                      <a:lnTo>
                        <a:pt x="121" y="386"/>
                      </a:lnTo>
                      <a:lnTo>
                        <a:pt x="121" y="388"/>
                      </a:lnTo>
                      <a:lnTo>
                        <a:pt x="123" y="388"/>
                      </a:lnTo>
                      <a:lnTo>
                        <a:pt x="123" y="390"/>
                      </a:lnTo>
                      <a:lnTo>
                        <a:pt x="121" y="390"/>
                      </a:lnTo>
                      <a:lnTo>
                        <a:pt x="121" y="391"/>
                      </a:lnTo>
                      <a:lnTo>
                        <a:pt x="123" y="391"/>
                      </a:lnTo>
                      <a:lnTo>
                        <a:pt x="121" y="391"/>
                      </a:lnTo>
                      <a:lnTo>
                        <a:pt x="119" y="391"/>
                      </a:lnTo>
                      <a:lnTo>
                        <a:pt x="119" y="390"/>
                      </a:lnTo>
                      <a:lnTo>
                        <a:pt x="119" y="391"/>
                      </a:lnTo>
                      <a:lnTo>
                        <a:pt x="117" y="390"/>
                      </a:lnTo>
                      <a:lnTo>
                        <a:pt x="119" y="390"/>
                      </a:lnTo>
                      <a:lnTo>
                        <a:pt x="119" y="388"/>
                      </a:lnTo>
                      <a:lnTo>
                        <a:pt x="119" y="386"/>
                      </a:lnTo>
                      <a:lnTo>
                        <a:pt x="117" y="386"/>
                      </a:lnTo>
                      <a:lnTo>
                        <a:pt x="119" y="386"/>
                      </a:lnTo>
                      <a:close/>
                      <a:moveTo>
                        <a:pt x="72" y="390"/>
                      </a:moveTo>
                      <a:lnTo>
                        <a:pt x="70" y="390"/>
                      </a:lnTo>
                      <a:lnTo>
                        <a:pt x="68" y="390"/>
                      </a:lnTo>
                      <a:lnTo>
                        <a:pt x="68" y="388"/>
                      </a:lnTo>
                      <a:lnTo>
                        <a:pt x="68" y="386"/>
                      </a:lnTo>
                      <a:lnTo>
                        <a:pt x="68" y="384"/>
                      </a:lnTo>
                      <a:lnTo>
                        <a:pt x="70" y="386"/>
                      </a:lnTo>
                      <a:lnTo>
                        <a:pt x="70" y="388"/>
                      </a:lnTo>
                      <a:lnTo>
                        <a:pt x="70" y="390"/>
                      </a:lnTo>
                      <a:lnTo>
                        <a:pt x="72" y="390"/>
                      </a:lnTo>
                      <a:close/>
                      <a:moveTo>
                        <a:pt x="121" y="384"/>
                      </a:moveTo>
                      <a:lnTo>
                        <a:pt x="121" y="382"/>
                      </a:lnTo>
                      <a:lnTo>
                        <a:pt x="121" y="384"/>
                      </a:lnTo>
                      <a:close/>
                      <a:moveTo>
                        <a:pt x="68" y="382"/>
                      </a:moveTo>
                      <a:lnTo>
                        <a:pt x="66" y="382"/>
                      </a:lnTo>
                      <a:lnTo>
                        <a:pt x="68" y="382"/>
                      </a:lnTo>
                      <a:close/>
                      <a:moveTo>
                        <a:pt x="68" y="382"/>
                      </a:moveTo>
                      <a:lnTo>
                        <a:pt x="68" y="384"/>
                      </a:lnTo>
                      <a:lnTo>
                        <a:pt x="66" y="384"/>
                      </a:lnTo>
                      <a:lnTo>
                        <a:pt x="66" y="382"/>
                      </a:lnTo>
                      <a:lnTo>
                        <a:pt x="64" y="382"/>
                      </a:lnTo>
                      <a:lnTo>
                        <a:pt x="66" y="382"/>
                      </a:lnTo>
                      <a:lnTo>
                        <a:pt x="68" y="382"/>
                      </a:lnTo>
                      <a:close/>
                      <a:moveTo>
                        <a:pt x="61" y="382"/>
                      </a:moveTo>
                      <a:lnTo>
                        <a:pt x="59" y="382"/>
                      </a:lnTo>
                      <a:lnTo>
                        <a:pt x="59" y="380"/>
                      </a:lnTo>
                      <a:lnTo>
                        <a:pt x="59" y="382"/>
                      </a:lnTo>
                      <a:lnTo>
                        <a:pt x="61" y="382"/>
                      </a:lnTo>
                      <a:close/>
                      <a:moveTo>
                        <a:pt x="64" y="380"/>
                      </a:moveTo>
                      <a:lnTo>
                        <a:pt x="66" y="380"/>
                      </a:lnTo>
                      <a:lnTo>
                        <a:pt x="64" y="380"/>
                      </a:lnTo>
                      <a:close/>
                      <a:moveTo>
                        <a:pt x="66" y="380"/>
                      </a:moveTo>
                      <a:lnTo>
                        <a:pt x="68" y="380"/>
                      </a:lnTo>
                      <a:lnTo>
                        <a:pt x="68" y="382"/>
                      </a:lnTo>
                      <a:lnTo>
                        <a:pt x="66" y="382"/>
                      </a:lnTo>
                      <a:lnTo>
                        <a:pt x="64" y="380"/>
                      </a:lnTo>
                      <a:lnTo>
                        <a:pt x="66" y="380"/>
                      </a:lnTo>
                      <a:close/>
                      <a:moveTo>
                        <a:pt x="123" y="380"/>
                      </a:moveTo>
                      <a:lnTo>
                        <a:pt x="123" y="382"/>
                      </a:lnTo>
                      <a:lnTo>
                        <a:pt x="121" y="382"/>
                      </a:lnTo>
                      <a:lnTo>
                        <a:pt x="121" y="380"/>
                      </a:lnTo>
                      <a:lnTo>
                        <a:pt x="123" y="380"/>
                      </a:lnTo>
                      <a:close/>
                      <a:moveTo>
                        <a:pt x="119" y="371"/>
                      </a:moveTo>
                      <a:lnTo>
                        <a:pt x="119" y="373"/>
                      </a:lnTo>
                      <a:lnTo>
                        <a:pt x="121" y="373"/>
                      </a:lnTo>
                      <a:lnTo>
                        <a:pt x="119" y="373"/>
                      </a:lnTo>
                      <a:lnTo>
                        <a:pt x="119" y="371"/>
                      </a:lnTo>
                      <a:close/>
                      <a:moveTo>
                        <a:pt x="208" y="333"/>
                      </a:moveTo>
                      <a:lnTo>
                        <a:pt x="210" y="333"/>
                      </a:lnTo>
                      <a:lnTo>
                        <a:pt x="208" y="333"/>
                      </a:lnTo>
                      <a:close/>
                      <a:moveTo>
                        <a:pt x="207" y="333"/>
                      </a:moveTo>
                      <a:lnTo>
                        <a:pt x="207" y="331"/>
                      </a:lnTo>
                      <a:lnTo>
                        <a:pt x="207" y="333"/>
                      </a:lnTo>
                      <a:close/>
                      <a:moveTo>
                        <a:pt x="208" y="329"/>
                      </a:moveTo>
                      <a:lnTo>
                        <a:pt x="208" y="331"/>
                      </a:lnTo>
                      <a:lnTo>
                        <a:pt x="210" y="331"/>
                      </a:lnTo>
                      <a:lnTo>
                        <a:pt x="210" y="329"/>
                      </a:lnTo>
                      <a:lnTo>
                        <a:pt x="210" y="331"/>
                      </a:lnTo>
                      <a:lnTo>
                        <a:pt x="208" y="331"/>
                      </a:lnTo>
                      <a:lnTo>
                        <a:pt x="207" y="331"/>
                      </a:lnTo>
                      <a:lnTo>
                        <a:pt x="207" y="329"/>
                      </a:lnTo>
                      <a:lnTo>
                        <a:pt x="207" y="331"/>
                      </a:lnTo>
                      <a:lnTo>
                        <a:pt x="208" y="331"/>
                      </a:lnTo>
                      <a:lnTo>
                        <a:pt x="208" y="329"/>
                      </a:lnTo>
                      <a:close/>
                      <a:moveTo>
                        <a:pt x="210" y="320"/>
                      </a:moveTo>
                      <a:lnTo>
                        <a:pt x="212" y="320"/>
                      </a:lnTo>
                      <a:lnTo>
                        <a:pt x="212" y="322"/>
                      </a:lnTo>
                      <a:lnTo>
                        <a:pt x="210" y="322"/>
                      </a:lnTo>
                      <a:lnTo>
                        <a:pt x="210" y="320"/>
                      </a:lnTo>
                      <a:close/>
                      <a:moveTo>
                        <a:pt x="210" y="320"/>
                      </a:moveTo>
                      <a:lnTo>
                        <a:pt x="208" y="320"/>
                      </a:lnTo>
                      <a:lnTo>
                        <a:pt x="210" y="320"/>
                      </a:lnTo>
                      <a:close/>
                      <a:moveTo>
                        <a:pt x="210" y="316"/>
                      </a:moveTo>
                      <a:lnTo>
                        <a:pt x="212" y="316"/>
                      </a:lnTo>
                      <a:lnTo>
                        <a:pt x="212" y="318"/>
                      </a:lnTo>
                      <a:lnTo>
                        <a:pt x="214" y="318"/>
                      </a:lnTo>
                      <a:lnTo>
                        <a:pt x="212" y="318"/>
                      </a:lnTo>
                      <a:lnTo>
                        <a:pt x="210" y="318"/>
                      </a:lnTo>
                      <a:lnTo>
                        <a:pt x="210" y="316"/>
                      </a:lnTo>
                      <a:lnTo>
                        <a:pt x="208" y="316"/>
                      </a:lnTo>
                      <a:lnTo>
                        <a:pt x="210" y="316"/>
                      </a:lnTo>
                      <a:lnTo>
                        <a:pt x="210" y="315"/>
                      </a:lnTo>
                      <a:lnTo>
                        <a:pt x="210" y="316"/>
                      </a:lnTo>
                      <a:close/>
                      <a:moveTo>
                        <a:pt x="208" y="313"/>
                      </a:moveTo>
                      <a:lnTo>
                        <a:pt x="210" y="313"/>
                      </a:lnTo>
                      <a:lnTo>
                        <a:pt x="208" y="313"/>
                      </a:lnTo>
                      <a:close/>
                      <a:moveTo>
                        <a:pt x="210" y="280"/>
                      </a:moveTo>
                      <a:lnTo>
                        <a:pt x="212" y="280"/>
                      </a:lnTo>
                      <a:lnTo>
                        <a:pt x="210" y="280"/>
                      </a:lnTo>
                      <a:close/>
                      <a:moveTo>
                        <a:pt x="207" y="271"/>
                      </a:moveTo>
                      <a:lnTo>
                        <a:pt x="207" y="273"/>
                      </a:lnTo>
                      <a:lnTo>
                        <a:pt x="207" y="271"/>
                      </a:lnTo>
                      <a:lnTo>
                        <a:pt x="207" y="273"/>
                      </a:lnTo>
                      <a:lnTo>
                        <a:pt x="207" y="271"/>
                      </a:lnTo>
                      <a:close/>
                      <a:moveTo>
                        <a:pt x="192" y="225"/>
                      </a:moveTo>
                      <a:lnTo>
                        <a:pt x="192" y="227"/>
                      </a:lnTo>
                      <a:lnTo>
                        <a:pt x="192" y="225"/>
                      </a:lnTo>
                      <a:close/>
                      <a:moveTo>
                        <a:pt x="196" y="227"/>
                      </a:moveTo>
                      <a:lnTo>
                        <a:pt x="194" y="227"/>
                      </a:lnTo>
                      <a:lnTo>
                        <a:pt x="196" y="227"/>
                      </a:lnTo>
                      <a:lnTo>
                        <a:pt x="194" y="227"/>
                      </a:lnTo>
                      <a:lnTo>
                        <a:pt x="196" y="225"/>
                      </a:lnTo>
                      <a:lnTo>
                        <a:pt x="194" y="227"/>
                      </a:lnTo>
                      <a:lnTo>
                        <a:pt x="196" y="227"/>
                      </a:lnTo>
                      <a:close/>
                      <a:moveTo>
                        <a:pt x="203" y="216"/>
                      </a:moveTo>
                      <a:lnTo>
                        <a:pt x="203" y="218"/>
                      </a:lnTo>
                      <a:lnTo>
                        <a:pt x="201" y="218"/>
                      </a:lnTo>
                      <a:lnTo>
                        <a:pt x="201" y="216"/>
                      </a:lnTo>
                      <a:lnTo>
                        <a:pt x="203" y="216"/>
                      </a:lnTo>
                      <a:close/>
                      <a:moveTo>
                        <a:pt x="187" y="214"/>
                      </a:moveTo>
                      <a:lnTo>
                        <a:pt x="185" y="214"/>
                      </a:lnTo>
                      <a:lnTo>
                        <a:pt x="185" y="212"/>
                      </a:lnTo>
                      <a:lnTo>
                        <a:pt x="187" y="214"/>
                      </a:lnTo>
                      <a:close/>
                      <a:moveTo>
                        <a:pt x="187" y="212"/>
                      </a:moveTo>
                      <a:lnTo>
                        <a:pt x="187" y="214"/>
                      </a:lnTo>
                      <a:lnTo>
                        <a:pt x="187" y="212"/>
                      </a:lnTo>
                      <a:close/>
                      <a:moveTo>
                        <a:pt x="185" y="212"/>
                      </a:moveTo>
                      <a:lnTo>
                        <a:pt x="185" y="214"/>
                      </a:lnTo>
                      <a:lnTo>
                        <a:pt x="183" y="214"/>
                      </a:lnTo>
                      <a:lnTo>
                        <a:pt x="183" y="212"/>
                      </a:lnTo>
                      <a:lnTo>
                        <a:pt x="185" y="212"/>
                      </a:lnTo>
                      <a:close/>
                      <a:moveTo>
                        <a:pt x="168" y="201"/>
                      </a:moveTo>
                      <a:lnTo>
                        <a:pt x="168" y="199"/>
                      </a:lnTo>
                      <a:lnTo>
                        <a:pt x="168" y="201"/>
                      </a:lnTo>
                      <a:close/>
                      <a:moveTo>
                        <a:pt x="174" y="201"/>
                      </a:moveTo>
                      <a:lnTo>
                        <a:pt x="172" y="201"/>
                      </a:lnTo>
                      <a:lnTo>
                        <a:pt x="172" y="199"/>
                      </a:lnTo>
                      <a:lnTo>
                        <a:pt x="174" y="199"/>
                      </a:lnTo>
                      <a:lnTo>
                        <a:pt x="174" y="201"/>
                      </a:lnTo>
                      <a:close/>
                      <a:moveTo>
                        <a:pt x="176" y="199"/>
                      </a:moveTo>
                      <a:lnTo>
                        <a:pt x="174" y="199"/>
                      </a:lnTo>
                      <a:lnTo>
                        <a:pt x="176" y="199"/>
                      </a:lnTo>
                      <a:close/>
                      <a:moveTo>
                        <a:pt x="168" y="201"/>
                      </a:moveTo>
                      <a:lnTo>
                        <a:pt x="170" y="201"/>
                      </a:lnTo>
                      <a:lnTo>
                        <a:pt x="170" y="199"/>
                      </a:lnTo>
                      <a:lnTo>
                        <a:pt x="172" y="199"/>
                      </a:lnTo>
                      <a:lnTo>
                        <a:pt x="172" y="201"/>
                      </a:lnTo>
                      <a:lnTo>
                        <a:pt x="170" y="201"/>
                      </a:lnTo>
                      <a:lnTo>
                        <a:pt x="168" y="201"/>
                      </a:lnTo>
                      <a:lnTo>
                        <a:pt x="168" y="199"/>
                      </a:lnTo>
                      <a:lnTo>
                        <a:pt x="168" y="201"/>
                      </a:lnTo>
                      <a:close/>
                      <a:moveTo>
                        <a:pt x="176" y="199"/>
                      </a:moveTo>
                      <a:lnTo>
                        <a:pt x="174" y="199"/>
                      </a:lnTo>
                      <a:lnTo>
                        <a:pt x="176" y="199"/>
                      </a:lnTo>
                      <a:close/>
                      <a:moveTo>
                        <a:pt x="174" y="199"/>
                      </a:moveTo>
                      <a:lnTo>
                        <a:pt x="176" y="199"/>
                      </a:lnTo>
                      <a:lnTo>
                        <a:pt x="176" y="201"/>
                      </a:lnTo>
                      <a:lnTo>
                        <a:pt x="174" y="201"/>
                      </a:lnTo>
                      <a:lnTo>
                        <a:pt x="174" y="199"/>
                      </a:lnTo>
                      <a:close/>
                      <a:moveTo>
                        <a:pt x="183" y="198"/>
                      </a:moveTo>
                      <a:lnTo>
                        <a:pt x="181" y="198"/>
                      </a:lnTo>
                      <a:lnTo>
                        <a:pt x="183" y="198"/>
                      </a:lnTo>
                      <a:close/>
                      <a:moveTo>
                        <a:pt x="181" y="196"/>
                      </a:moveTo>
                      <a:lnTo>
                        <a:pt x="181" y="198"/>
                      </a:lnTo>
                      <a:lnTo>
                        <a:pt x="183" y="198"/>
                      </a:lnTo>
                      <a:lnTo>
                        <a:pt x="181" y="198"/>
                      </a:lnTo>
                      <a:lnTo>
                        <a:pt x="183" y="198"/>
                      </a:lnTo>
                      <a:lnTo>
                        <a:pt x="181" y="198"/>
                      </a:lnTo>
                      <a:lnTo>
                        <a:pt x="181" y="196"/>
                      </a:lnTo>
                      <a:lnTo>
                        <a:pt x="179" y="196"/>
                      </a:lnTo>
                      <a:lnTo>
                        <a:pt x="181" y="196"/>
                      </a:lnTo>
                      <a:close/>
                      <a:moveTo>
                        <a:pt x="152" y="176"/>
                      </a:moveTo>
                      <a:lnTo>
                        <a:pt x="156" y="178"/>
                      </a:lnTo>
                      <a:lnTo>
                        <a:pt x="159" y="181"/>
                      </a:lnTo>
                      <a:lnTo>
                        <a:pt x="159" y="183"/>
                      </a:lnTo>
                      <a:lnTo>
                        <a:pt x="157" y="183"/>
                      </a:lnTo>
                      <a:lnTo>
                        <a:pt x="157" y="181"/>
                      </a:lnTo>
                      <a:lnTo>
                        <a:pt x="156" y="181"/>
                      </a:lnTo>
                      <a:lnTo>
                        <a:pt x="156" y="179"/>
                      </a:lnTo>
                      <a:lnTo>
                        <a:pt x="154" y="179"/>
                      </a:lnTo>
                      <a:lnTo>
                        <a:pt x="154" y="178"/>
                      </a:lnTo>
                      <a:lnTo>
                        <a:pt x="152" y="178"/>
                      </a:lnTo>
                      <a:lnTo>
                        <a:pt x="152" y="176"/>
                      </a:lnTo>
                      <a:lnTo>
                        <a:pt x="150" y="176"/>
                      </a:lnTo>
                      <a:lnTo>
                        <a:pt x="152" y="176"/>
                      </a:lnTo>
                      <a:close/>
                      <a:moveTo>
                        <a:pt x="150" y="174"/>
                      </a:moveTo>
                      <a:lnTo>
                        <a:pt x="150" y="176"/>
                      </a:lnTo>
                      <a:lnTo>
                        <a:pt x="150" y="174"/>
                      </a:lnTo>
                      <a:close/>
                      <a:moveTo>
                        <a:pt x="132" y="163"/>
                      </a:moveTo>
                      <a:lnTo>
                        <a:pt x="132" y="165"/>
                      </a:lnTo>
                      <a:lnTo>
                        <a:pt x="132" y="163"/>
                      </a:lnTo>
                      <a:close/>
                      <a:moveTo>
                        <a:pt x="132" y="163"/>
                      </a:moveTo>
                      <a:lnTo>
                        <a:pt x="134" y="163"/>
                      </a:lnTo>
                      <a:lnTo>
                        <a:pt x="134" y="165"/>
                      </a:lnTo>
                      <a:lnTo>
                        <a:pt x="132" y="165"/>
                      </a:lnTo>
                      <a:lnTo>
                        <a:pt x="132" y="163"/>
                      </a:lnTo>
                      <a:lnTo>
                        <a:pt x="134" y="163"/>
                      </a:lnTo>
                      <a:lnTo>
                        <a:pt x="132" y="163"/>
                      </a:lnTo>
                      <a:close/>
                      <a:moveTo>
                        <a:pt x="104" y="134"/>
                      </a:moveTo>
                      <a:lnTo>
                        <a:pt x="106" y="134"/>
                      </a:lnTo>
                      <a:lnTo>
                        <a:pt x="104" y="134"/>
                      </a:lnTo>
                      <a:close/>
                      <a:moveTo>
                        <a:pt x="81" y="99"/>
                      </a:moveTo>
                      <a:lnTo>
                        <a:pt x="81" y="101"/>
                      </a:lnTo>
                      <a:lnTo>
                        <a:pt x="81" y="99"/>
                      </a:lnTo>
                      <a:lnTo>
                        <a:pt x="83" y="99"/>
                      </a:lnTo>
                      <a:lnTo>
                        <a:pt x="81" y="99"/>
                      </a:lnTo>
                      <a:close/>
                      <a:moveTo>
                        <a:pt x="84" y="75"/>
                      </a:moveTo>
                      <a:lnTo>
                        <a:pt x="84" y="77"/>
                      </a:lnTo>
                      <a:lnTo>
                        <a:pt x="84" y="75"/>
                      </a:lnTo>
                      <a:close/>
                      <a:moveTo>
                        <a:pt x="88" y="73"/>
                      </a:moveTo>
                      <a:lnTo>
                        <a:pt x="90" y="73"/>
                      </a:lnTo>
                      <a:lnTo>
                        <a:pt x="88" y="73"/>
                      </a:lnTo>
                      <a:lnTo>
                        <a:pt x="88" y="75"/>
                      </a:lnTo>
                      <a:lnTo>
                        <a:pt x="88" y="73"/>
                      </a:lnTo>
                      <a:close/>
                      <a:moveTo>
                        <a:pt x="154" y="48"/>
                      </a:moveTo>
                      <a:lnTo>
                        <a:pt x="152" y="48"/>
                      </a:lnTo>
                      <a:lnTo>
                        <a:pt x="154" y="46"/>
                      </a:lnTo>
                      <a:lnTo>
                        <a:pt x="154" y="48"/>
                      </a:lnTo>
                      <a:close/>
                      <a:moveTo>
                        <a:pt x="112" y="42"/>
                      </a:moveTo>
                      <a:lnTo>
                        <a:pt x="112" y="44"/>
                      </a:lnTo>
                      <a:lnTo>
                        <a:pt x="112" y="42"/>
                      </a:lnTo>
                      <a:lnTo>
                        <a:pt x="112" y="44"/>
                      </a:lnTo>
                      <a:lnTo>
                        <a:pt x="110" y="44"/>
                      </a:lnTo>
                      <a:lnTo>
                        <a:pt x="110" y="42"/>
                      </a:lnTo>
                      <a:lnTo>
                        <a:pt x="112" y="42"/>
                      </a:lnTo>
                      <a:close/>
                      <a:moveTo>
                        <a:pt x="112" y="40"/>
                      </a:moveTo>
                      <a:lnTo>
                        <a:pt x="112" y="42"/>
                      </a:lnTo>
                      <a:lnTo>
                        <a:pt x="112" y="40"/>
                      </a:lnTo>
                      <a:lnTo>
                        <a:pt x="112" y="42"/>
                      </a:lnTo>
                      <a:lnTo>
                        <a:pt x="112" y="40"/>
                      </a:lnTo>
                      <a:lnTo>
                        <a:pt x="112" y="42"/>
                      </a:lnTo>
                      <a:lnTo>
                        <a:pt x="114" y="42"/>
                      </a:lnTo>
                      <a:lnTo>
                        <a:pt x="114" y="40"/>
                      </a:lnTo>
                      <a:lnTo>
                        <a:pt x="114" y="42"/>
                      </a:lnTo>
                      <a:lnTo>
                        <a:pt x="112" y="42"/>
                      </a:lnTo>
                      <a:lnTo>
                        <a:pt x="114" y="40"/>
                      </a:lnTo>
                      <a:lnTo>
                        <a:pt x="114" y="42"/>
                      </a:lnTo>
                      <a:lnTo>
                        <a:pt x="112" y="42"/>
                      </a:lnTo>
                      <a:lnTo>
                        <a:pt x="112" y="40"/>
                      </a:lnTo>
                      <a:lnTo>
                        <a:pt x="114" y="40"/>
                      </a:lnTo>
                      <a:lnTo>
                        <a:pt x="112" y="40"/>
                      </a:lnTo>
                      <a:lnTo>
                        <a:pt x="114" y="40"/>
                      </a:lnTo>
                      <a:lnTo>
                        <a:pt x="112" y="40"/>
                      </a:lnTo>
                      <a:lnTo>
                        <a:pt x="114" y="40"/>
                      </a:lnTo>
                      <a:lnTo>
                        <a:pt x="112" y="40"/>
                      </a:lnTo>
                      <a:close/>
                      <a:moveTo>
                        <a:pt x="104" y="39"/>
                      </a:moveTo>
                      <a:lnTo>
                        <a:pt x="106" y="40"/>
                      </a:lnTo>
                      <a:lnTo>
                        <a:pt x="108" y="42"/>
                      </a:lnTo>
                      <a:lnTo>
                        <a:pt x="108" y="40"/>
                      </a:lnTo>
                      <a:lnTo>
                        <a:pt x="110" y="40"/>
                      </a:lnTo>
                      <a:lnTo>
                        <a:pt x="112" y="42"/>
                      </a:lnTo>
                      <a:lnTo>
                        <a:pt x="110" y="42"/>
                      </a:lnTo>
                      <a:lnTo>
                        <a:pt x="110" y="44"/>
                      </a:lnTo>
                      <a:lnTo>
                        <a:pt x="108" y="44"/>
                      </a:lnTo>
                      <a:lnTo>
                        <a:pt x="106" y="44"/>
                      </a:lnTo>
                      <a:lnTo>
                        <a:pt x="104" y="44"/>
                      </a:lnTo>
                      <a:lnTo>
                        <a:pt x="104" y="46"/>
                      </a:lnTo>
                      <a:lnTo>
                        <a:pt x="103" y="46"/>
                      </a:lnTo>
                      <a:lnTo>
                        <a:pt x="103" y="48"/>
                      </a:lnTo>
                      <a:lnTo>
                        <a:pt x="101" y="48"/>
                      </a:lnTo>
                      <a:lnTo>
                        <a:pt x="101" y="50"/>
                      </a:lnTo>
                      <a:lnTo>
                        <a:pt x="99" y="50"/>
                      </a:lnTo>
                      <a:lnTo>
                        <a:pt x="99" y="51"/>
                      </a:lnTo>
                      <a:lnTo>
                        <a:pt x="99" y="50"/>
                      </a:lnTo>
                      <a:lnTo>
                        <a:pt x="99" y="48"/>
                      </a:lnTo>
                      <a:lnTo>
                        <a:pt x="97" y="48"/>
                      </a:lnTo>
                      <a:lnTo>
                        <a:pt x="97" y="46"/>
                      </a:lnTo>
                      <a:lnTo>
                        <a:pt x="97" y="44"/>
                      </a:lnTo>
                      <a:lnTo>
                        <a:pt x="99" y="44"/>
                      </a:lnTo>
                      <a:lnTo>
                        <a:pt x="101" y="42"/>
                      </a:lnTo>
                      <a:lnTo>
                        <a:pt x="101" y="44"/>
                      </a:lnTo>
                      <a:lnTo>
                        <a:pt x="101" y="42"/>
                      </a:lnTo>
                      <a:lnTo>
                        <a:pt x="103" y="42"/>
                      </a:lnTo>
                      <a:lnTo>
                        <a:pt x="103" y="40"/>
                      </a:lnTo>
                      <a:lnTo>
                        <a:pt x="103" y="39"/>
                      </a:lnTo>
                      <a:lnTo>
                        <a:pt x="104" y="39"/>
                      </a:lnTo>
                      <a:close/>
                      <a:moveTo>
                        <a:pt x="114" y="37"/>
                      </a:moveTo>
                      <a:lnTo>
                        <a:pt x="112" y="37"/>
                      </a:lnTo>
                      <a:lnTo>
                        <a:pt x="114" y="37"/>
                      </a:lnTo>
                      <a:lnTo>
                        <a:pt x="114" y="35"/>
                      </a:lnTo>
                      <a:lnTo>
                        <a:pt x="114" y="37"/>
                      </a:lnTo>
                      <a:close/>
                      <a:moveTo>
                        <a:pt x="114" y="37"/>
                      </a:moveTo>
                      <a:lnTo>
                        <a:pt x="114" y="35"/>
                      </a:lnTo>
                      <a:lnTo>
                        <a:pt x="114" y="37"/>
                      </a:lnTo>
                      <a:lnTo>
                        <a:pt x="114" y="35"/>
                      </a:lnTo>
                      <a:lnTo>
                        <a:pt x="114" y="37"/>
                      </a:lnTo>
                      <a:close/>
                      <a:moveTo>
                        <a:pt x="132" y="30"/>
                      </a:moveTo>
                      <a:lnTo>
                        <a:pt x="134" y="30"/>
                      </a:lnTo>
                      <a:lnTo>
                        <a:pt x="132" y="30"/>
                      </a:lnTo>
                      <a:lnTo>
                        <a:pt x="134" y="30"/>
                      </a:lnTo>
                      <a:lnTo>
                        <a:pt x="132" y="30"/>
                      </a:lnTo>
                      <a:close/>
                      <a:moveTo>
                        <a:pt x="145" y="26"/>
                      </a:moveTo>
                      <a:lnTo>
                        <a:pt x="143" y="26"/>
                      </a:lnTo>
                      <a:lnTo>
                        <a:pt x="145" y="26"/>
                      </a:lnTo>
                      <a:close/>
                      <a:moveTo>
                        <a:pt x="130" y="24"/>
                      </a:moveTo>
                      <a:lnTo>
                        <a:pt x="130" y="26"/>
                      </a:lnTo>
                      <a:lnTo>
                        <a:pt x="130" y="24"/>
                      </a:lnTo>
                      <a:close/>
                      <a:moveTo>
                        <a:pt x="141" y="24"/>
                      </a:moveTo>
                      <a:lnTo>
                        <a:pt x="141" y="26"/>
                      </a:lnTo>
                      <a:lnTo>
                        <a:pt x="141" y="24"/>
                      </a:lnTo>
                      <a:close/>
                      <a:moveTo>
                        <a:pt x="132" y="24"/>
                      </a:moveTo>
                      <a:lnTo>
                        <a:pt x="132" y="26"/>
                      </a:lnTo>
                      <a:lnTo>
                        <a:pt x="132" y="24"/>
                      </a:lnTo>
                      <a:close/>
                      <a:moveTo>
                        <a:pt x="124" y="24"/>
                      </a:moveTo>
                      <a:lnTo>
                        <a:pt x="123" y="24"/>
                      </a:lnTo>
                      <a:lnTo>
                        <a:pt x="124" y="24"/>
                      </a:lnTo>
                      <a:close/>
                      <a:moveTo>
                        <a:pt x="141" y="24"/>
                      </a:moveTo>
                      <a:lnTo>
                        <a:pt x="143" y="24"/>
                      </a:lnTo>
                      <a:lnTo>
                        <a:pt x="141" y="24"/>
                      </a:lnTo>
                      <a:lnTo>
                        <a:pt x="141" y="22"/>
                      </a:lnTo>
                      <a:lnTo>
                        <a:pt x="143" y="22"/>
                      </a:lnTo>
                      <a:lnTo>
                        <a:pt x="143" y="24"/>
                      </a:lnTo>
                      <a:lnTo>
                        <a:pt x="141" y="24"/>
                      </a:lnTo>
                      <a:close/>
                      <a:moveTo>
                        <a:pt x="132" y="22"/>
                      </a:moveTo>
                      <a:lnTo>
                        <a:pt x="132" y="24"/>
                      </a:lnTo>
                      <a:lnTo>
                        <a:pt x="132" y="22"/>
                      </a:lnTo>
                      <a:close/>
                      <a:moveTo>
                        <a:pt x="123" y="22"/>
                      </a:moveTo>
                      <a:lnTo>
                        <a:pt x="123" y="24"/>
                      </a:lnTo>
                      <a:lnTo>
                        <a:pt x="121" y="24"/>
                      </a:lnTo>
                      <a:lnTo>
                        <a:pt x="121" y="22"/>
                      </a:lnTo>
                      <a:lnTo>
                        <a:pt x="123" y="22"/>
                      </a:lnTo>
                      <a:close/>
                      <a:moveTo>
                        <a:pt x="132" y="22"/>
                      </a:moveTo>
                      <a:lnTo>
                        <a:pt x="134" y="22"/>
                      </a:lnTo>
                      <a:lnTo>
                        <a:pt x="132" y="22"/>
                      </a:lnTo>
                      <a:lnTo>
                        <a:pt x="134" y="22"/>
                      </a:lnTo>
                      <a:lnTo>
                        <a:pt x="132" y="22"/>
                      </a:lnTo>
                      <a:lnTo>
                        <a:pt x="132" y="20"/>
                      </a:lnTo>
                      <a:lnTo>
                        <a:pt x="132" y="22"/>
                      </a:lnTo>
                      <a:close/>
                      <a:moveTo>
                        <a:pt x="135" y="22"/>
                      </a:moveTo>
                      <a:lnTo>
                        <a:pt x="135" y="20"/>
                      </a:lnTo>
                      <a:lnTo>
                        <a:pt x="135" y="22"/>
                      </a:lnTo>
                      <a:close/>
                      <a:moveTo>
                        <a:pt x="134" y="22"/>
                      </a:moveTo>
                      <a:lnTo>
                        <a:pt x="134" y="20"/>
                      </a:lnTo>
                      <a:lnTo>
                        <a:pt x="134" y="22"/>
                      </a:lnTo>
                      <a:close/>
                      <a:moveTo>
                        <a:pt x="139" y="20"/>
                      </a:moveTo>
                      <a:lnTo>
                        <a:pt x="139" y="22"/>
                      </a:lnTo>
                      <a:lnTo>
                        <a:pt x="141" y="22"/>
                      </a:lnTo>
                      <a:lnTo>
                        <a:pt x="141" y="24"/>
                      </a:lnTo>
                      <a:lnTo>
                        <a:pt x="141" y="22"/>
                      </a:lnTo>
                      <a:lnTo>
                        <a:pt x="139" y="22"/>
                      </a:lnTo>
                      <a:lnTo>
                        <a:pt x="139" y="20"/>
                      </a:lnTo>
                      <a:close/>
                      <a:moveTo>
                        <a:pt x="128" y="20"/>
                      </a:moveTo>
                      <a:lnTo>
                        <a:pt x="128" y="22"/>
                      </a:lnTo>
                      <a:lnTo>
                        <a:pt x="128" y="20"/>
                      </a:lnTo>
                      <a:lnTo>
                        <a:pt x="128" y="22"/>
                      </a:lnTo>
                      <a:lnTo>
                        <a:pt x="128" y="20"/>
                      </a:lnTo>
                      <a:close/>
                      <a:moveTo>
                        <a:pt x="137" y="20"/>
                      </a:moveTo>
                      <a:lnTo>
                        <a:pt x="137" y="22"/>
                      </a:lnTo>
                      <a:lnTo>
                        <a:pt x="137" y="20"/>
                      </a:lnTo>
                      <a:close/>
                      <a:moveTo>
                        <a:pt x="124" y="20"/>
                      </a:moveTo>
                      <a:lnTo>
                        <a:pt x="124" y="22"/>
                      </a:lnTo>
                      <a:lnTo>
                        <a:pt x="124" y="20"/>
                      </a:lnTo>
                      <a:close/>
                      <a:moveTo>
                        <a:pt x="130" y="20"/>
                      </a:moveTo>
                      <a:lnTo>
                        <a:pt x="130" y="22"/>
                      </a:lnTo>
                      <a:lnTo>
                        <a:pt x="130" y="20"/>
                      </a:lnTo>
                      <a:lnTo>
                        <a:pt x="130" y="22"/>
                      </a:lnTo>
                      <a:lnTo>
                        <a:pt x="132" y="22"/>
                      </a:lnTo>
                      <a:lnTo>
                        <a:pt x="130" y="22"/>
                      </a:lnTo>
                      <a:lnTo>
                        <a:pt x="132" y="22"/>
                      </a:lnTo>
                      <a:lnTo>
                        <a:pt x="130" y="22"/>
                      </a:lnTo>
                      <a:lnTo>
                        <a:pt x="130" y="20"/>
                      </a:lnTo>
                      <a:close/>
                      <a:moveTo>
                        <a:pt x="137" y="20"/>
                      </a:moveTo>
                      <a:lnTo>
                        <a:pt x="135" y="20"/>
                      </a:lnTo>
                      <a:lnTo>
                        <a:pt x="137" y="20"/>
                      </a:lnTo>
                      <a:lnTo>
                        <a:pt x="135" y="20"/>
                      </a:lnTo>
                      <a:lnTo>
                        <a:pt x="137" y="20"/>
                      </a:lnTo>
                      <a:close/>
                      <a:moveTo>
                        <a:pt x="123" y="20"/>
                      </a:moveTo>
                      <a:lnTo>
                        <a:pt x="123" y="22"/>
                      </a:lnTo>
                      <a:lnTo>
                        <a:pt x="123" y="20"/>
                      </a:lnTo>
                      <a:close/>
                      <a:moveTo>
                        <a:pt x="145" y="20"/>
                      </a:moveTo>
                      <a:lnTo>
                        <a:pt x="143" y="20"/>
                      </a:lnTo>
                      <a:lnTo>
                        <a:pt x="145" y="20"/>
                      </a:lnTo>
                      <a:close/>
                      <a:moveTo>
                        <a:pt x="130" y="20"/>
                      </a:moveTo>
                      <a:lnTo>
                        <a:pt x="128" y="20"/>
                      </a:lnTo>
                      <a:lnTo>
                        <a:pt x="130" y="20"/>
                      </a:lnTo>
                      <a:close/>
                      <a:moveTo>
                        <a:pt x="126" y="20"/>
                      </a:moveTo>
                      <a:lnTo>
                        <a:pt x="124" y="20"/>
                      </a:lnTo>
                      <a:lnTo>
                        <a:pt x="126" y="20"/>
                      </a:lnTo>
                      <a:lnTo>
                        <a:pt x="124" y="20"/>
                      </a:lnTo>
                      <a:lnTo>
                        <a:pt x="126" y="20"/>
                      </a:lnTo>
                      <a:lnTo>
                        <a:pt x="124" y="20"/>
                      </a:lnTo>
                      <a:lnTo>
                        <a:pt x="126" y="20"/>
                      </a:lnTo>
                      <a:close/>
                      <a:moveTo>
                        <a:pt x="128" y="20"/>
                      </a:moveTo>
                      <a:lnTo>
                        <a:pt x="126" y="20"/>
                      </a:lnTo>
                      <a:lnTo>
                        <a:pt x="128" y="20"/>
                      </a:lnTo>
                      <a:lnTo>
                        <a:pt x="126" y="20"/>
                      </a:lnTo>
                      <a:lnTo>
                        <a:pt x="128" y="20"/>
                      </a:lnTo>
                      <a:close/>
                      <a:moveTo>
                        <a:pt x="124" y="20"/>
                      </a:moveTo>
                      <a:lnTo>
                        <a:pt x="126" y="20"/>
                      </a:lnTo>
                      <a:lnTo>
                        <a:pt x="126" y="22"/>
                      </a:lnTo>
                      <a:lnTo>
                        <a:pt x="126" y="20"/>
                      </a:lnTo>
                      <a:lnTo>
                        <a:pt x="128" y="22"/>
                      </a:lnTo>
                      <a:lnTo>
                        <a:pt x="128" y="20"/>
                      </a:lnTo>
                      <a:lnTo>
                        <a:pt x="128" y="22"/>
                      </a:lnTo>
                      <a:lnTo>
                        <a:pt x="130" y="22"/>
                      </a:lnTo>
                      <a:lnTo>
                        <a:pt x="128" y="22"/>
                      </a:lnTo>
                      <a:lnTo>
                        <a:pt x="130" y="22"/>
                      </a:lnTo>
                      <a:lnTo>
                        <a:pt x="128" y="22"/>
                      </a:lnTo>
                      <a:lnTo>
                        <a:pt x="130" y="22"/>
                      </a:lnTo>
                      <a:lnTo>
                        <a:pt x="128" y="22"/>
                      </a:lnTo>
                      <a:lnTo>
                        <a:pt x="130" y="22"/>
                      </a:lnTo>
                      <a:lnTo>
                        <a:pt x="130" y="24"/>
                      </a:lnTo>
                      <a:lnTo>
                        <a:pt x="130" y="22"/>
                      </a:lnTo>
                      <a:lnTo>
                        <a:pt x="130" y="24"/>
                      </a:lnTo>
                      <a:lnTo>
                        <a:pt x="130" y="22"/>
                      </a:lnTo>
                      <a:lnTo>
                        <a:pt x="130" y="24"/>
                      </a:lnTo>
                      <a:lnTo>
                        <a:pt x="130" y="22"/>
                      </a:lnTo>
                      <a:lnTo>
                        <a:pt x="128" y="22"/>
                      </a:lnTo>
                      <a:lnTo>
                        <a:pt x="130" y="22"/>
                      </a:lnTo>
                      <a:lnTo>
                        <a:pt x="130" y="24"/>
                      </a:lnTo>
                      <a:lnTo>
                        <a:pt x="128" y="24"/>
                      </a:lnTo>
                      <a:lnTo>
                        <a:pt x="130" y="24"/>
                      </a:lnTo>
                      <a:lnTo>
                        <a:pt x="130" y="26"/>
                      </a:lnTo>
                      <a:lnTo>
                        <a:pt x="128" y="26"/>
                      </a:lnTo>
                      <a:lnTo>
                        <a:pt x="130" y="26"/>
                      </a:lnTo>
                      <a:lnTo>
                        <a:pt x="128" y="26"/>
                      </a:lnTo>
                      <a:lnTo>
                        <a:pt x="126" y="26"/>
                      </a:lnTo>
                      <a:lnTo>
                        <a:pt x="126" y="24"/>
                      </a:lnTo>
                      <a:lnTo>
                        <a:pt x="126" y="26"/>
                      </a:lnTo>
                      <a:lnTo>
                        <a:pt x="126" y="24"/>
                      </a:lnTo>
                      <a:lnTo>
                        <a:pt x="124" y="24"/>
                      </a:lnTo>
                      <a:lnTo>
                        <a:pt x="124" y="22"/>
                      </a:lnTo>
                      <a:lnTo>
                        <a:pt x="123" y="22"/>
                      </a:lnTo>
                      <a:lnTo>
                        <a:pt x="124" y="22"/>
                      </a:lnTo>
                      <a:lnTo>
                        <a:pt x="124" y="20"/>
                      </a:lnTo>
                      <a:lnTo>
                        <a:pt x="124" y="22"/>
                      </a:lnTo>
                      <a:lnTo>
                        <a:pt x="124" y="20"/>
                      </a:lnTo>
                      <a:lnTo>
                        <a:pt x="124" y="22"/>
                      </a:lnTo>
                      <a:lnTo>
                        <a:pt x="124" y="20"/>
                      </a:lnTo>
                      <a:lnTo>
                        <a:pt x="124" y="22"/>
                      </a:lnTo>
                      <a:lnTo>
                        <a:pt x="124" y="20"/>
                      </a:lnTo>
                      <a:close/>
                      <a:moveTo>
                        <a:pt x="117" y="20"/>
                      </a:moveTo>
                      <a:lnTo>
                        <a:pt x="119" y="20"/>
                      </a:lnTo>
                      <a:lnTo>
                        <a:pt x="119" y="22"/>
                      </a:lnTo>
                      <a:lnTo>
                        <a:pt x="117" y="20"/>
                      </a:lnTo>
                      <a:close/>
                      <a:moveTo>
                        <a:pt x="134" y="20"/>
                      </a:moveTo>
                      <a:lnTo>
                        <a:pt x="135" y="20"/>
                      </a:lnTo>
                      <a:lnTo>
                        <a:pt x="134" y="20"/>
                      </a:lnTo>
                      <a:lnTo>
                        <a:pt x="135" y="20"/>
                      </a:lnTo>
                      <a:lnTo>
                        <a:pt x="134" y="20"/>
                      </a:lnTo>
                      <a:close/>
                      <a:moveTo>
                        <a:pt x="128" y="20"/>
                      </a:moveTo>
                      <a:lnTo>
                        <a:pt x="126" y="20"/>
                      </a:lnTo>
                      <a:lnTo>
                        <a:pt x="128" y="20"/>
                      </a:lnTo>
                      <a:lnTo>
                        <a:pt x="126" y="20"/>
                      </a:lnTo>
                      <a:lnTo>
                        <a:pt x="128" y="20"/>
                      </a:lnTo>
                      <a:close/>
                      <a:moveTo>
                        <a:pt x="139" y="20"/>
                      </a:moveTo>
                      <a:lnTo>
                        <a:pt x="141" y="20"/>
                      </a:lnTo>
                      <a:lnTo>
                        <a:pt x="139" y="20"/>
                      </a:lnTo>
                      <a:close/>
                      <a:moveTo>
                        <a:pt x="119" y="19"/>
                      </a:moveTo>
                      <a:lnTo>
                        <a:pt x="119" y="20"/>
                      </a:lnTo>
                      <a:lnTo>
                        <a:pt x="121" y="20"/>
                      </a:lnTo>
                      <a:lnTo>
                        <a:pt x="121" y="22"/>
                      </a:lnTo>
                      <a:lnTo>
                        <a:pt x="119" y="22"/>
                      </a:lnTo>
                      <a:lnTo>
                        <a:pt x="119" y="20"/>
                      </a:lnTo>
                      <a:lnTo>
                        <a:pt x="119" y="19"/>
                      </a:lnTo>
                      <a:close/>
                      <a:moveTo>
                        <a:pt x="145" y="19"/>
                      </a:moveTo>
                      <a:lnTo>
                        <a:pt x="145" y="20"/>
                      </a:lnTo>
                      <a:lnTo>
                        <a:pt x="145" y="19"/>
                      </a:lnTo>
                      <a:close/>
                      <a:moveTo>
                        <a:pt x="128" y="19"/>
                      </a:moveTo>
                      <a:lnTo>
                        <a:pt x="128" y="20"/>
                      </a:lnTo>
                      <a:lnTo>
                        <a:pt x="128" y="19"/>
                      </a:lnTo>
                      <a:lnTo>
                        <a:pt x="128" y="20"/>
                      </a:lnTo>
                      <a:lnTo>
                        <a:pt x="128" y="19"/>
                      </a:lnTo>
                      <a:close/>
                      <a:moveTo>
                        <a:pt x="137" y="19"/>
                      </a:moveTo>
                      <a:lnTo>
                        <a:pt x="139" y="19"/>
                      </a:lnTo>
                      <a:lnTo>
                        <a:pt x="139" y="20"/>
                      </a:lnTo>
                      <a:lnTo>
                        <a:pt x="137" y="20"/>
                      </a:lnTo>
                      <a:lnTo>
                        <a:pt x="137" y="19"/>
                      </a:lnTo>
                      <a:lnTo>
                        <a:pt x="137" y="20"/>
                      </a:lnTo>
                      <a:lnTo>
                        <a:pt x="137" y="19"/>
                      </a:lnTo>
                      <a:close/>
                      <a:moveTo>
                        <a:pt x="139" y="19"/>
                      </a:moveTo>
                      <a:lnTo>
                        <a:pt x="137" y="19"/>
                      </a:lnTo>
                      <a:lnTo>
                        <a:pt x="139" y="19"/>
                      </a:lnTo>
                      <a:close/>
                      <a:moveTo>
                        <a:pt x="124" y="19"/>
                      </a:moveTo>
                      <a:lnTo>
                        <a:pt x="126" y="19"/>
                      </a:lnTo>
                      <a:lnTo>
                        <a:pt x="124" y="19"/>
                      </a:lnTo>
                      <a:close/>
                      <a:moveTo>
                        <a:pt x="124" y="17"/>
                      </a:moveTo>
                      <a:lnTo>
                        <a:pt x="124" y="19"/>
                      </a:lnTo>
                      <a:lnTo>
                        <a:pt x="123" y="19"/>
                      </a:lnTo>
                      <a:lnTo>
                        <a:pt x="124" y="19"/>
                      </a:lnTo>
                      <a:lnTo>
                        <a:pt x="123" y="19"/>
                      </a:lnTo>
                      <a:lnTo>
                        <a:pt x="123" y="17"/>
                      </a:lnTo>
                      <a:lnTo>
                        <a:pt x="123" y="19"/>
                      </a:lnTo>
                      <a:lnTo>
                        <a:pt x="123" y="17"/>
                      </a:lnTo>
                      <a:lnTo>
                        <a:pt x="124" y="17"/>
                      </a:lnTo>
                      <a:close/>
                      <a:moveTo>
                        <a:pt x="124" y="19"/>
                      </a:moveTo>
                      <a:lnTo>
                        <a:pt x="124" y="17"/>
                      </a:lnTo>
                      <a:lnTo>
                        <a:pt x="124" y="19"/>
                      </a:lnTo>
                      <a:close/>
                      <a:moveTo>
                        <a:pt x="137" y="17"/>
                      </a:moveTo>
                      <a:lnTo>
                        <a:pt x="137" y="19"/>
                      </a:lnTo>
                      <a:lnTo>
                        <a:pt x="137" y="17"/>
                      </a:lnTo>
                      <a:close/>
                      <a:moveTo>
                        <a:pt x="141" y="17"/>
                      </a:moveTo>
                      <a:lnTo>
                        <a:pt x="141" y="19"/>
                      </a:lnTo>
                      <a:lnTo>
                        <a:pt x="139" y="19"/>
                      </a:lnTo>
                      <a:lnTo>
                        <a:pt x="137" y="19"/>
                      </a:lnTo>
                      <a:lnTo>
                        <a:pt x="139" y="19"/>
                      </a:lnTo>
                      <a:lnTo>
                        <a:pt x="141" y="19"/>
                      </a:lnTo>
                      <a:lnTo>
                        <a:pt x="141" y="17"/>
                      </a:lnTo>
                      <a:close/>
                      <a:moveTo>
                        <a:pt x="146" y="19"/>
                      </a:moveTo>
                      <a:lnTo>
                        <a:pt x="146" y="20"/>
                      </a:lnTo>
                      <a:lnTo>
                        <a:pt x="145" y="20"/>
                      </a:lnTo>
                      <a:lnTo>
                        <a:pt x="145" y="22"/>
                      </a:lnTo>
                      <a:lnTo>
                        <a:pt x="145" y="20"/>
                      </a:lnTo>
                      <a:lnTo>
                        <a:pt x="145" y="19"/>
                      </a:lnTo>
                      <a:lnTo>
                        <a:pt x="146" y="19"/>
                      </a:lnTo>
                      <a:lnTo>
                        <a:pt x="146" y="17"/>
                      </a:lnTo>
                      <a:lnTo>
                        <a:pt x="146" y="19"/>
                      </a:lnTo>
                      <a:close/>
                      <a:moveTo>
                        <a:pt x="124" y="17"/>
                      </a:moveTo>
                      <a:lnTo>
                        <a:pt x="123" y="17"/>
                      </a:lnTo>
                      <a:lnTo>
                        <a:pt x="124" y="17"/>
                      </a:lnTo>
                      <a:close/>
                      <a:moveTo>
                        <a:pt x="143" y="19"/>
                      </a:moveTo>
                      <a:lnTo>
                        <a:pt x="141" y="19"/>
                      </a:lnTo>
                      <a:lnTo>
                        <a:pt x="141" y="20"/>
                      </a:lnTo>
                      <a:lnTo>
                        <a:pt x="139" y="20"/>
                      </a:lnTo>
                      <a:lnTo>
                        <a:pt x="139" y="19"/>
                      </a:lnTo>
                      <a:lnTo>
                        <a:pt x="139" y="20"/>
                      </a:lnTo>
                      <a:lnTo>
                        <a:pt x="139" y="19"/>
                      </a:lnTo>
                      <a:lnTo>
                        <a:pt x="141" y="19"/>
                      </a:lnTo>
                      <a:lnTo>
                        <a:pt x="143" y="19"/>
                      </a:lnTo>
                      <a:lnTo>
                        <a:pt x="143" y="17"/>
                      </a:lnTo>
                      <a:lnTo>
                        <a:pt x="143" y="19"/>
                      </a:lnTo>
                      <a:close/>
                      <a:moveTo>
                        <a:pt x="137" y="17"/>
                      </a:moveTo>
                      <a:lnTo>
                        <a:pt x="139" y="17"/>
                      </a:lnTo>
                      <a:lnTo>
                        <a:pt x="137" y="17"/>
                      </a:lnTo>
                      <a:close/>
                      <a:moveTo>
                        <a:pt x="143" y="19"/>
                      </a:moveTo>
                      <a:lnTo>
                        <a:pt x="143" y="17"/>
                      </a:lnTo>
                      <a:lnTo>
                        <a:pt x="145" y="17"/>
                      </a:lnTo>
                      <a:lnTo>
                        <a:pt x="143" y="19"/>
                      </a:lnTo>
                      <a:close/>
                      <a:moveTo>
                        <a:pt x="154" y="15"/>
                      </a:moveTo>
                      <a:lnTo>
                        <a:pt x="154" y="17"/>
                      </a:lnTo>
                      <a:lnTo>
                        <a:pt x="156" y="17"/>
                      </a:lnTo>
                      <a:lnTo>
                        <a:pt x="154" y="17"/>
                      </a:lnTo>
                      <a:lnTo>
                        <a:pt x="156" y="17"/>
                      </a:lnTo>
                      <a:lnTo>
                        <a:pt x="154" y="17"/>
                      </a:lnTo>
                      <a:lnTo>
                        <a:pt x="154" y="19"/>
                      </a:lnTo>
                      <a:lnTo>
                        <a:pt x="154" y="17"/>
                      </a:lnTo>
                      <a:lnTo>
                        <a:pt x="154" y="15"/>
                      </a:lnTo>
                      <a:close/>
                      <a:moveTo>
                        <a:pt x="146" y="15"/>
                      </a:moveTo>
                      <a:lnTo>
                        <a:pt x="146" y="17"/>
                      </a:lnTo>
                      <a:lnTo>
                        <a:pt x="146" y="19"/>
                      </a:lnTo>
                      <a:lnTo>
                        <a:pt x="145" y="19"/>
                      </a:lnTo>
                      <a:lnTo>
                        <a:pt x="143" y="19"/>
                      </a:lnTo>
                      <a:lnTo>
                        <a:pt x="143" y="20"/>
                      </a:lnTo>
                      <a:lnTo>
                        <a:pt x="141" y="20"/>
                      </a:lnTo>
                      <a:lnTo>
                        <a:pt x="143" y="20"/>
                      </a:lnTo>
                      <a:lnTo>
                        <a:pt x="143" y="19"/>
                      </a:lnTo>
                      <a:lnTo>
                        <a:pt x="141" y="20"/>
                      </a:lnTo>
                      <a:lnTo>
                        <a:pt x="141" y="19"/>
                      </a:lnTo>
                      <a:lnTo>
                        <a:pt x="143" y="19"/>
                      </a:lnTo>
                      <a:lnTo>
                        <a:pt x="145" y="19"/>
                      </a:lnTo>
                      <a:lnTo>
                        <a:pt x="145" y="17"/>
                      </a:lnTo>
                      <a:lnTo>
                        <a:pt x="145" y="15"/>
                      </a:lnTo>
                      <a:lnTo>
                        <a:pt x="145" y="17"/>
                      </a:lnTo>
                      <a:lnTo>
                        <a:pt x="145" y="15"/>
                      </a:lnTo>
                      <a:lnTo>
                        <a:pt x="146" y="15"/>
                      </a:lnTo>
                      <a:close/>
                      <a:moveTo>
                        <a:pt x="157" y="15"/>
                      </a:moveTo>
                      <a:lnTo>
                        <a:pt x="157" y="17"/>
                      </a:lnTo>
                      <a:lnTo>
                        <a:pt x="156" y="17"/>
                      </a:lnTo>
                      <a:lnTo>
                        <a:pt x="156" y="15"/>
                      </a:lnTo>
                      <a:lnTo>
                        <a:pt x="157" y="15"/>
                      </a:lnTo>
                      <a:close/>
                      <a:moveTo>
                        <a:pt x="156" y="15"/>
                      </a:moveTo>
                      <a:lnTo>
                        <a:pt x="154" y="15"/>
                      </a:lnTo>
                      <a:lnTo>
                        <a:pt x="156" y="15"/>
                      </a:lnTo>
                      <a:close/>
                      <a:moveTo>
                        <a:pt x="141" y="15"/>
                      </a:moveTo>
                      <a:lnTo>
                        <a:pt x="141" y="13"/>
                      </a:lnTo>
                      <a:lnTo>
                        <a:pt x="141" y="15"/>
                      </a:lnTo>
                      <a:close/>
                      <a:moveTo>
                        <a:pt x="146" y="15"/>
                      </a:moveTo>
                      <a:lnTo>
                        <a:pt x="146" y="13"/>
                      </a:lnTo>
                      <a:lnTo>
                        <a:pt x="146" y="15"/>
                      </a:lnTo>
                      <a:close/>
                      <a:moveTo>
                        <a:pt x="156" y="11"/>
                      </a:moveTo>
                      <a:lnTo>
                        <a:pt x="156" y="13"/>
                      </a:lnTo>
                      <a:lnTo>
                        <a:pt x="156" y="11"/>
                      </a:lnTo>
                      <a:close/>
                      <a:moveTo>
                        <a:pt x="148" y="11"/>
                      </a:moveTo>
                      <a:lnTo>
                        <a:pt x="148" y="13"/>
                      </a:lnTo>
                      <a:lnTo>
                        <a:pt x="146" y="13"/>
                      </a:lnTo>
                      <a:lnTo>
                        <a:pt x="146" y="15"/>
                      </a:lnTo>
                      <a:lnTo>
                        <a:pt x="145" y="15"/>
                      </a:lnTo>
                      <a:lnTo>
                        <a:pt x="145" y="13"/>
                      </a:lnTo>
                      <a:lnTo>
                        <a:pt x="146" y="13"/>
                      </a:lnTo>
                      <a:lnTo>
                        <a:pt x="146" y="11"/>
                      </a:lnTo>
                      <a:lnTo>
                        <a:pt x="148" y="11"/>
                      </a:lnTo>
                      <a:close/>
                      <a:moveTo>
                        <a:pt x="148" y="15"/>
                      </a:moveTo>
                      <a:lnTo>
                        <a:pt x="148" y="17"/>
                      </a:lnTo>
                      <a:lnTo>
                        <a:pt x="146" y="17"/>
                      </a:lnTo>
                      <a:lnTo>
                        <a:pt x="148" y="17"/>
                      </a:lnTo>
                      <a:lnTo>
                        <a:pt x="146" y="17"/>
                      </a:lnTo>
                      <a:lnTo>
                        <a:pt x="148" y="15"/>
                      </a:lnTo>
                      <a:lnTo>
                        <a:pt x="148" y="13"/>
                      </a:lnTo>
                      <a:lnTo>
                        <a:pt x="148" y="11"/>
                      </a:lnTo>
                      <a:lnTo>
                        <a:pt x="150" y="11"/>
                      </a:lnTo>
                      <a:lnTo>
                        <a:pt x="148" y="13"/>
                      </a:lnTo>
                      <a:lnTo>
                        <a:pt x="148" y="15"/>
                      </a:lnTo>
                      <a:close/>
                      <a:moveTo>
                        <a:pt x="148" y="11"/>
                      </a:moveTo>
                      <a:lnTo>
                        <a:pt x="146" y="11"/>
                      </a:lnTo>
                      <a:lnTo>
                        <a:pt x="148" y="11"/>
                      </a:lnTo>
                      <a:close/>
                      <a:moveTo>
                        <a:pt x="157" y="11"/>
                      </a:moveTo>
                      <a:lnTo>
                        <a:pt x="157" y="9"/>
                      </a:lnTo>
                      <a:lnTo>
                        <a:pt x="157" y="11"/>
                      </a:lnTo>
                      <a:close/>
                      <a:moveTo>
                        <a:pt x="141" y="9"/>
                      </a:moveTo>
                      <a:lnTo>
                        <a:pt x="141" y="11"/>
                      </a:lnTo>
                      <a:lnTo>
                        <a:pt x="141" y="9"/>
                      </a:lnTo>
                      <a:close/>
                      <a:moveTo>
                        <a:pt x="150" y="11"/>
                      </a:moveTo>
                      <a:lnTo>
                        <a:pt x="150" y="9"/>
                      </a:lnTo>
                      <a:lnTo>
                        <a:pt x="150" y="8"/>
                      </a:lnTo>
                      <a:lnTo>
                        <a:pt x="152" y="8"/>
                      </a:lnTo>
                      <a:lnTo>
                        <a:pt x="152" y="9"/>
                      </a:lnTo>
                      <a:lnTo>
                        <a:pt x="150" y="9"/>
                      </a:lnTo>
                      <a:lnTo>
                        <a:pt x="150" y="11"/>
                      </a:lnTo>
                      <a:close/>
                      <a:moveTo>
                        <a:pt x="148" y="8"/>
                      </a:moveTo>
                      <a:lnTo>
                        <a:pt x="146" y="9"/>
                      </a:lnTo>
                      <a:lnTo>
                        <a:pt x="148" y="8"/>
                      </a:lnTo>
                      <a:close/>
                      <a:moveTo>
                        <a:pt x="161" y="8"/>
                      </a:moveTo>
                      <a:lnTo>
                        <a:pt x="163" y="8"/>
                      </a:lnTo>
                      <a:lnTo>
                        <a:pt x="161" y="8"/>
                      </a:lnTo>
                      <a:close/>
                      <a:moveTo>
                        <a:pt x="150" y="8"/>
                      </a:moveTo>
                      <a:lnTo>
                        <a:pt x="148" y="8"/>
                      </a:lnTo>
                      <a:lnTo>
                        <a:pt x="150" y="8"/>
                      </a:lnTo>
                      <a:lnTo>
                        <a:pt x="150" y="6"/>
                      </a:lnTo>
                      <a:lnTo>
                        <a:pt x="150" y="8"/>
                      </a:lnTo>
                      <a:close/>
                      <a:moveTo>
                        <a:pt x="143" y="6"/>
                      </a:moveTo>
                      <a:lnTo>
                        <a:pt x="145" y="6"/>
                      </a:lnTo>
                      <a:lnTo>
                        <a:pt x="145" y="8"/>
                      </a:lnTo>
                      <a:lnTo>
                        <a:pt x="146" y="8"/>
                      </a:lnTo>
                      <a:lnTo>
                        <a:pt x="146" y="9"/>
                      </a:lnTo>
                      <a:lnTo>
                        <a:pt x="148" y="9"/>
                      </a:lnTo>
                      <a:lnTo>
                        <a:pt x="148" y="8"/>
                      </a:lnTo>
                      <a:lnTo>
                        <a:pt x="148" y="9"/>
                      </a:lnTo>
                      <a:lnTo>
                        <a:pt x="146" y="9"/>
                      </a:lnTo>
                      <a:lnTo>
                        <a:pt x="146" y="11"/>
                      </a:lnTo>
                      <a:lnTo>
                        <a:pt x="146" y="9"/>
                      </a:lnTo>
                      <a:lnTo>
                        <a:pt x="146" y="11"/>
                      </a:lnTo>
                      <a:lnTo>
                        <a:pt x="145" y="11"/>
                      </a:lnTo>
                      <a:lnTo>
                        <a:pt x="145" y="13"/>
                      </a:lnTo>
                      <a:lnTo>
                        <a:pt x="143" y="13"/>
                      </a:lnTo>
                      <a:lnTo>
                        <a:pt x="141" y="15"/>
                      </a:lnTo>
                      <a:lnTo>
                        <a:pt x="141" y="13"/>
                      </a:lnTo>
                      <a:lnTo>
                        <a:pt x="141" y="11"/>
                      </a:lnTo>
                      <a:lnTo>
                        <a:pt x="143" y="11"/>
                      </a:lnTo>
                      <a:lnTo>
                        <a:pt x="141" y="11"/>
                      </a:lnTo>
                      <a:lnTo>
                        <a:pt x="141" y="9"/>
                      </a:lnTo>
                      <a:lnTo>
                        <a:pt x="143" y="9"/>
                      </a:lnTo>
                      <a:lnTo>
                        <a:pt x="143" y="8"/>
                      </a:lnTo>
                      <a:lnTo>
                        <a:pt x="143" y="9"/>
                      </a:lnTo>
                      <a:lnTo>
                        <a:pt x="145" y="9"/>
                      </a:lnTo>
                      <a:lnTo>
                        <a:pt x="143" y="9"/>
                      </a:lnTo>
                      <a:lnTo>
                        <a:pt x="143" y="8"/>
                      </a:lnTo>
                      <a:lnTo>
                        <a:pt x="143" y="6"/>
                      </a:lnTo>
                      <a:close/>
                      <a:moveTo>
                        <a:pt x="148" y="6"/>
                      </a:moveTo>
                      <a:lnTo>
                        <a:pt x="148" y="8"/>
                      </a:lnTo>
                      <a:lnTo>
                        <a:pt x="146" y="8"/>
                      </a:lnTo>
                      <a:lnTo>
                        <a:pt x="146" y="6"/>
                      </a:lnTo>
                      <a:lnTo>
                        <a:pt x="146" y="8"/>
                      </a:lnTo>
                      <a:lnTo>
                        <a:pt x="146" y="6"/>
                      </a:lnTo>
                      <a:lnTo>
                        <a:pt x="148" y="6"/>
                      </a:lnTo>
                      <a:close/>
                      <a:moveTo>
                        <a:pt x="146" y="6"/>
                      </a:moveTo>
                      <a:lnTo>
                        <a:pt x="145" y="6"/>
                      </a:lnTo>
                      <a:lnTo>
                        <a:pt x="146" y="6"/>
                      </a:lnTo>
                      <a:close/>
                      <a:moveTo>
                        <a:pt x="156" y="6"/>
                      </a:moveTo>
                      <a:lnTo>
                        <a:pt x="154" y="6"/>
                      </a:lnTo>
                      <a:lnTo>
                        <a:pt x="156" y="6"/>
                      </a:lnTo>
                      <a:close/>
                      <a:moveTo>
                        <a:pt x="152" y="6"/>
                      </a:moveTo>
                      <a:lnTo>
                        <a:pt x="150" y="6"/>
                      </a:lnTo>
                      <a:lnTo>
                        <a:pt x="152" y="6"/>
                      </a:lnTo>
                      <a:lnTo>
                        <a:pt x="150" y="6"/>
                      </a:lnTo>
                      <a:lnTo>
                        <a:pt x="152" y="6"/>
                      </a:lnTo>
                      <a:close/>
                      <a:moveTo>
                        <a:pt x="156" y="4"/>
                      </a:moveTo>
                      <a:lnTo>
                        <a:pt x="154" y="4"/>
                      </a:lnTo>
                      <a:lnTo>
                        <a:pt x="154" y="6"/>
                      </a:lnTo>
                      <a:lnTo>
                        <a:pt x="154" y="4"/>
                      </a:lnTo>
                      <a:lnTo>
                        <a:pt x="154" y="6"/>
                      </a:lnTo>
                      <a:lnTo>
                        <a:pt x="152" y="6"/>
                      </a:lnTo>
                      <a:lnTo>
                        <a:pt x="154" y="4"/>
                      </a:lnTo>
                      <a:lnTo>
                        <a:pt x="156" y="4"/>
                      </a:lnTo>
                      <a:close/>
                      <a:moveTo>
                        <a:pt x="163" y="2"/>
                      </a:moveTo>
                      <a:lnTo>
                        <a:pt x="161" y="2"/>
                      </a:lnTo>
                      <a:lnTo>
                        <a:pt x="161" y="4"/>
                      </a:lnTo>
                      <a:lnTo>
                        <a:pt x="161" y="2"/>
                      </a:lnTo>
                      <a:lnTo>
                        <a:pt x="159" y="2"/>
                      </a:lnTo>
                      <a:lnTo>
                        <a:pt x="159" y="4"/>
                      </a:lnTo>
                      <a:lnTo>
                        <a:pt x="157" y="4"/>
                      </a:lnTo>
                      <a:lnTo>
                        <a:pt x="157" y="2"/>
                      </a:lnTo>
                      <a:lnTo>
                        <a:pt x="159" y="2"/>
                      </a:lnTo>
                      <a:lnTo>
                        <a:pt x="161" y="2"/>
                      </a:lnTo>
                      <a:lnTo>
                        <a:pt x="163" y="2"/>
                      </a:lnTo>
                      <a:close/>
                      <a:moveTo>
                        <a:pt x="161" y="0"/>
                      </a:moveTo>
                      <a:lnTo>
                        <a:pt x="159" y="0"/>
                      </a:lnTo>
                      <a:lnTo>
                        <a:pt x="16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2" name="Freeform 128">
                  <a:extLst>
                    <a:ext uri="{FF2B5EF4-FFF2-40B4-BE49-F238E27FC236}">
                      <a16:creationId xmlns:a16="http://schemas.microsoft.com/office/drawing/2014/main" id="{18E2B3A5-7A89-1EB3-1B38-E77133436E2E}"/>
                    </a:ext>
                  </a:extLst>
                </p:cNvPr>
                <p:cNvSpPr>
                  <a:spLocks/>
                </p:cNvSpPr>
                <p:nvPr/>
              </p:nvSpPr>
              <p:spPr bwMode="auto">
                <a:xfrm>
                  <a:off x="2598236" y="4230305"/>
                  <a:ext cx="79518" cy="25301"/>
                </a:xfrm>
                <a:custGeom>
                  <a:avLst/>
                  <a:gdLst>
                    <a:gd name="T0" fmla="*/ 11 w 44"/>
                    <a:gd name="T1" fmla="*/ 0 h 14"/>
                    <a:gd name="T2" fmla="*/ 13 w 44"/>
                    <a:gd name="T3" fmla="*/ 2 h 14"/>
                    <a:gd name="T4" fmla="*/ 17 w 44"/>
                    <a:gd name="T5" fmla="*/ 2 h 14"/>
                    <a:gd name="T6" fmla="*/ 19 w 44"/>
                    <a:gd name="T7" fmla="*/ 3 h 14"/>
                    <a:gd name="T8" fmla="*/ 20 w 44"/>
                    <a:gd name="T9" fmla="*/ 3 h 14"/>
                    <a:gd name="T10" fmla="*/ 22 w 44"/>
                    <a:gd name="T11" fmla="*/ 2 h 14"/>
                    <a:gd name="T12" fmla="*/ 24 w 44"/>
                    <a:gd name="T13" fmla="*/ 2 h 14"/>
                    <a:gd name="T14" fmla="*/ 26 w 44"/>
                    <a:gd name="T15" fmla="*/ 2 h 14"/>
                    <a:gd name="T16" fmla="*/ 28 w 44"/>
                    <a:gd name="T17" fmla="*/ 2 h 14"/>
                    <a:gd name="T18" fmla="*/ 28 w 44"/>
                    <a:gd name="T19" fmla="*/ 0 h 14"/>
                    <a:gd name="T20" fmla="*/ 29 w 44"/>
                    <a:gd name="T21" fmla="*/ 0 h 14"/>
                    <a:gd name="T22" fmla="*/ 31 w 44"/>
                    <a:gd name="T23" fmla="*/ 2 h 14"/>
                    <a:gd name="T24" fmla="*/ 33 w 44"/>
                    <a:gd name="T25" fmla="*/ 2 h 14"/>
                    <a:gd name="T26" fmla="*/ 33 w 44"/>
                    <a:gd name="T27" fmla="*/ 2 h 14"/>
                    <a:gd name="T28" fmla="*/ 33 w 44"/>
                    <a:gd name="T29" fmla="*/ 2 h 14"/>
                    <a:gd name="T30" fmla="*/ 35 w 44"/>
                    <a:gd name="T31" fmla="*/ 2 h 14"/>
                    <a:gd name="T32" fmla="*/ 35 w 44"/>
                    <a:gd name="T33" fmla="*/ 3 h 14"/>
                    <a:gd name="T34" fmla="*/ 37 w 44"/>
                    <a:gd name="T35" fmla="*/ 3 h 14"/>
                    <a:gd name="T36" fmla="*/ 39 w 44"/>
                    <a:gd name="T37" fmla="*/ 3 h 14"/>
                    <a:gd name="T38" fmla="*/ 39 w 44"/>
                    <a:gd name="T39" fmla="*/ 3 h 14"/>
                    <a:gd name="T40" fmla="*/ 40 w 44"/>
                    <a:gd name="T41" fmla="*/ 5 h 14"/>
                    <a:gd name="T42" fmla="*/ 42 w 44"/>
                    <a:gd name="T43" fmla="*/ 5 h 14"/>
                    <a:gd name="T44" fmla="*/ 44 w 44"/>
                    <a:gd name="T45" fmla="*/ 5 h 14"/>
                    <a:gd name="T46" fmla="*/ 44 w 44"/>
                    <a:gd name="T47" fmla="*/ 5 h 14"/>
                    <a:gd name="T48" fmla="*/ 44 w 44"/>
                    <a:gd name="T49" fmla="*/ 5 h 14"/>
                    <a:gd name="T50" fmla="*/ 42 w 44"/>
                    <a:gd name="T51" fmla="*/ 7 h 14"/>
                    <a:gd name="T52" fmla="*/ 40 w 44"/>
                    <a:gd name="T53" fmla="*/ 7 h 14"/>
                    <a:gd name="T54" fmla="*/ 40 w 44"/>
                    <a:gd name="T55" fmla="*/ 9 h 14"/>
                    <a:gd name="T56" fmla="*/ 39 w 44"/>
                    <a:gd name="T57" fmla="*/ 9 h 14"/>
                    <a:gd name="T58" fmla="*/ 39 w 44"/>
                    <a:gd name="T59" fmla="*/ 9 h 14"/>
                    <a:gd name="T60" fmla="*/ 37 w 44"/>
                    <a:gd name="T61" fmla="*/ 9 h 14"/>
                    <a:gd name="T62" fmla="*/ 37 w 44"/>
                    <a:gd name="T63" fmla="*/ 9 h 14"/>
                    <a:gd name="T64" fmla="*/ 35 w 44"/>
                    <a:gd name="T65" fmla="*/ 9 h 14"/>
                    <a:gd name="T66" fmla="*/ 33 w 44"/>
                    <a:gd name="T67" fmla="*/ 11 h 14"/>
                    <a:gd name="T68" fmla="*/ 31 w 44"/>
                    <a:gd name="T69" fmla="*/ 13 h 14"/>
                    <a:gd name="T70" fmla="*/ 28 w 44"/>
                    <a:gd name="T71" fmla="*/ 13 h 14"/>
                    <a:gd name="T72" fmla="*/ 26 w 44"/>
                    <a:gd name="T73" fmla="*/ 13 h 14"/>
                    <a:gd name="T74" fmla="*/ 24 w 44"/>
                    <a:gd name="T75" fmla="*/ 13 h 14"/>
                    <a:gd name="T76" fmla="*/ 19 w 44"/>
                    <a:gd name="T77" fmla="*/ 14 h 14"/>
                    <a:gd name="T78" fmla="*/ 17 w 44"/>
                    <a:gd name="T79" fmla="*/ 14 h 14"/>
                    <a:gd name="T80" fmla="*/ 13 w 44"/>
                    <a:gd name="T81" fmla="*/ 14 h 14"/>
                    <a:gd name="T82" fmla="*/ 11 w 44"/>
                    <a:gd name="T83" fmla="*/ 13 h 14"/>
                    <a:gd name="T84" fmla="*/ 9 w 44"/>
                    <a:gd name="T85" fmla="*/ 13 h 14"/>
                    <a:gd name="T86" fmla="*/ 9 w 44"/>
                    <a:gd name="T87" fmla="*/ 13 h 14"/>
                    <a:gd name="T88" fmla="*/ 9 w 44"/>
                    <a:gd name="T89" fmla="*/ 13 h 14"/>
                    <a:gd name="T90" fmla="*/ 9 w 44"/>
                    <a:gd name="T91" fmla="*/ 13 h 14"/>
                    <a:gd name="T92" fmla="*/ 8 w 44"/>
                    <a:gd name="T93" fmla="*/ 11 h 14"/>
                    <a:gd name="T94" fmla="*/ 8 w 44"/>
                    <a:gd name="T95" fmla="*/ 11 h 14"/>
                    <a:gd name="T96" fmla="*/ 6 w 44"/>
                    <a:gd name="T97" fmla="*/ 11 h 14"/>
                    <a:gd name="T98" fmla="*/ 6 w 44"/>
                    <a:gd name="T99" fmla="*/ 9 h 14"/>
                    <a:gd name="T100" fmla="*/ 4 w 44"/>
                    <a:gd name="T101" fmla="*/ 9 h 14"/>
                    <a:gd name="T102" fmla="*/ 0 w 44"/>
                    <a:gd name="T103" fmla="*/ 7 h 14"/>
                    <a:gd name="T104" fmla="*/ 2 w 44"/>
                    <a:gd name="T105" fmla="*/ 5 h 14"/>
                    <a:gd name="T106" fmla="*/ 2 w 44"/>
                    <a:gd name="T107" fmla="*/ 5 h 14"/>
                    <a:gd name="T108" fmla="*/ 4 w 44"/>
                    <a:gd name="T109" fmla="*/ 5 h 14"/>
                    <a:gd name="T110" fmla="*/ 4 w 44"/>
                    <a:gd name="T111" fmla="*/ 5 h 14"/>
                    <a:gd name="T112" fmla="*/ 4 w 44"/>
                    <a:gd name="T113" fmla="*/ 3 h 14"/>
                    <a:gd name="T114" fmla="*/ 4 w 44"/>
                    <a:gd name="T115" fmla="*/ 2 h 14"/>
                    <a:gd name="T116" fmla="*/ 4 w 44"/>
                    <a:gd name="T117" fmla="*/ 2 h 14"/>
                    <a:gd name="T118" fmla="*/ 6 w 44"/>
                    <a:gd name="T119" fmla="*/ 2 h 14"/>
                    <a:gd name="T120" fmla="*/ 8 w 44"/>
                    <a:gd name="T121" fmla="*/ 0 h 14"/>
                    <a:gd name="T122" fmla="*/ 9 w 44"/>
                    <a:gd name="T1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14">
                      <a:moveTo>
                        <a:pt x="9" y="0"/>
                      </a:moveTo>
                      <a:lnTo>
                        <a:pt x="9" y="0"/>
                      </a:lnTo>
                      <a:lnTo>
                        <a:pt x="9" y="0"/>
                      </a:lnTo>
                      <a:lnTo>
                        <a:pt x="9" y="0"/>
                      </a:lnTo>
                      <a:lnTo>
                        <a:pt x="9" y="0"/>
                      </a:lnTo>
                      <a:lnTo>
                        <a:pt x="11" y="0"/>
                      </a:lnTo>
                      <a:lnTo>
                        <a:pt x="11" y="0"/>
                      </a:lnTo>
                      <a:lnTo>
                        <a:pt x="11" y="0"/>
                      </a:lnTo>
                      <a:lnTo>
                        <a:pt x="11" y="0"/>
                      </a:lnTo>
                      <a:lnTo>
                        <a:pt x="11" y="0"/>
                      </a:lnTo>
                      <a:lnTo>
                        <a:pt x="13" y="0"/>
                      </a:lnTo>
                      <a:lnTo>
                        <a:pt x="13" y="0"/>
                      </a:lnTo>
                      <a:lnTo>
                        <a:pt x="13" y="0"/>
                      </a:lnTo>
                      <a:lnTo>
                        <a:pt x="13" y="0"/>
                      </a:lnTo>
                      <a:lnTo>
                        <a:pt x="13" y="0"/>
                      </a:lnTo>
                      <a:lnTo>
                        <a:pt x="13" y="2"/>
                      </a:lnTo>
                      <a:lnTo>
                        <a:pt x="15" y="2"/>
                      </a:lnTo>
                      <a:lnTo>
                        <a:pt x="15" y="2"/>
                      </a:lnTo>
                      <a:lnTo>
                        <a:pt x="15" y="2"/>
                      </a:lnTo>
                      <a:lnTo>
                        <a:pt x="15" y="2"/>
                      </a:lnTo>
                      <a:lnTo>
                        <a:pt x="15" y="2"/>
                      </a:lnTo>
                      <a:lnTo>
                        <a:pt x="15" y="2"/>
                      </a:lnTo>
                      <a:lnTo>
                        <a:pt x="17" y="2"/>
                      </a:lnTo>
                      <a:lnTo>
                        <a:pt x="17" y="2"/>
                      </a:lnTo>
                      <a:lnTo>
                        <a:pt x="17" y="3"/>
                      </a:lnTo>
                      <a:lnTo>
                        <a:pt x="17" y="3"/>
                      </a:lnTo>
                      <a:lnTo>
                        <a:pt x="17" y="3"/>
                      </a:lnTo>
                      <a:lnTo>
                        <a:pt x="17" y="3"/>
                      </a:lnTo>
                      <a:lnTo>
                        <a:pt x="19" y="3"/>
                      </a:lnTo>
                      <a:lnTo>
                        <a:pt x="19" y="3"/>
                      </a:lnTo>
                      <a:lnTo>
                        <a:pt x="19" y="3"/>
                      </a:lnTo>
                      <a:lnTo>
                        <a:pt x="19" y="3"/>
                      </a:lnTo>
                      <a:lnTo>
                        <a:pt x="19" y="3"/>
                      </a:lnTo>
                      <a:lnTo>
                        <a:pt x="20" y="3"/>
                      </a:lnTo>
                      <a:lnTo>
                        <a:pt x="20" y="3"/>
                      </a:lnTo>
                      <a:lnTo>
                        <a:pt x="20" y="3"/>
                      </a:lnTo>
                      <a:lnTo>
                        <a:pt x="20" y="3"/>
                      </a:lnTo>
                      <a:lnTo>
                        <a:pt x="20" y="3"/>
                      </a:lnTo>
                      <a:lnTo>
                        <a:pt x="20" y="3"/>
                      </a:lnTo>
                      <a:lnTo>
                        <a:pt x="20" y="3"/>
                      </a:lnTo>
                      <a:lnTo>
                        <a:pt x="20" y="3"/>
                      </a:lnTo>
                      <a:lnTo>
                        <a:pt x="20" y="3"/>
                      </a:lnTo>
                      <a:lnTo>
                        <a:pt x="20" y="3"/>
                      </a:lnTo>
                      <a:lnTo>
                        <a:pt x="20" y="3"/>
                      </a:lnTo>
                      <a:lnTo>
                        <a:pt x="20" y="3"/>
                      </a:lnTo>
                      <a:lnTo>
                        <a:pt x="20" y="2"/>
                      </a:lnTo>
                      <a:lnTo>
                        <a:pt x="20" y="2"/>
                      </a:lnTo>
                      <a:lnTo>
                        <a:pt x="22" y="2"/>
                      </a:lnTo>
                      <a:lnTo>
                        <a:pt x="22" y="2"/>
                      </a:lnTo>
                      <a:lnTo>
                        <a:pt x="22" y="2"/>
                      </a:lnTo>
                      <a:lnTo>
                        <a:pt x="22" y="2"/>
                      </a:lnTo>
                      <a:lnTo>
                        <a:pt x="22" y="2"/>
                      </a:lnTo>
                      <a:lnTo>
                        <a:pt x="24" y="2"/>
                      </a:lnTo>
                      <a:lnTo>
                        <a:pt x="24" y="2"/>
                      </a:lnTo>
                      <a:lnTo>
                        <a:pt x="24" y="2"/>
                      </a:lnTo>
                      <a:lnTo>
                        <a:pt x="24" y="2"/>
                      </a:lnTo>
                      <a:lnTo>
                        <a:pt x="24" y="2"/>
                      </a:lnTo>
                      <a:lnTo>
                        <a:pt x="24" y="2"/>
                      </a:lnTo>
                      <a:lnTo>
                        <a:pt x="24" y="2"/>
                      </a:lnTo>
                      <a:lnTo>
                        <a:pt x="24" y="2"/>
                      </a:lnTo>
                      <a:lnTo>
                        <a:pt x="24" y="2"/>
                      </a:lnTo>
                      <a:lnTo>
                        <a:pt x="24" y="2"/>
                      </a:lnTo>
                      <a:lnTo>
                        <a:pt x="26" y="2"/>
                      </a:lnTo>
                      <a:lnTo>
                        <a:pt x="26" y="2"/>
                      </a:lnTo>
                      <a:lnTo>
                        <a:pt x="26" y="2"/>
                      </a:lnTo>
                      <a:lnTo>
                        <a:pt x="26" y="2"/>
                      </a:lnTo>
                      <a:lnTo>
                        <a:pt x="26" y="2"/>
                      </a:lnTo>
                      <a:lnTo>
                        <a:pt x="26" y="2"/>
                      </a:lnTo>
                      <a:lnTo>
                        <a:pt x="26" y="2"/>
                      </a:lnTo>
                      <a:lnTo>
                        <a:pt x="26" y="2"/>
                      </a:lnTo>
                      <a:lnTo>
                        <a:pt x="28" y="2"/>
                      </a:lnTo>
                      <a:lnTo>
                        <a:pt x="28" y="2"/>
                      </a:lnTo>
                      <a:lnTo>
                        <a:pt x="28" y="2"/>
                      </a:lnTo>
                      <a:lnTo>
                        <a:pt x="28" y="2"/>
                      </a:lnTo>
                      <a:lnTo>
                        <a:pt x="28" y="2"/>
                      </a:lnTo>
                      <a:lnTo>
                        <a:pt x="28" y="2"/>
                      </a:lnTo>
                      <a:lnTo>
                        <a:pt x="28" y="2"/>
                      </a:lnTo>
                      <a:lnTo>
                        <a:pt x="28" y="2"/>
                      </a:lnTo>
                      <a:lnTo>
                        <a:pt x="28" y="2"/>
                      </a:lnTo>
                      <a:lnTo>
                        <a:pt x="28" y="0"/>
                      </a:lnTo>
                      <a:lnTo>
                        <a:pt x="28" y="0"/>
                      </a:lnTo>
                      <a:lnTo>
                        <a:pt x="29" y="0"/>
                      </a:lnTo>
                      <a:lnTo>
                        <a:pt x="29" y="0"/>
                      </a:lnTo>
                      <a:lnTo>
                        <a:pt x="29" y="0"/>
                      </a:lnTo>
                      <a:lnTo>
                        <a:pt x="29" y="0"/>
                      </a:lnTo>
                      <a:lnTo>
                        <a:pt x="29" y="0"/>
                      </a:lnTo>
                      <a:lnTo>
                        <a:pt x="29" y="0"/>
                      </a:lnTo>
                      <a:lnTo>
                        <a:pt x="29" y="0"/>
                      </a:lnTo>
                      <a:lnTo>
                        <a:pt x="29" y="0"/>
                      </a:lnTo>
                      <a:lnTo>
                        <a:pt x="29" y="0"/>
                      </a:lnTo>
                      <a:lnTo>
                        <a:pt x="29" y="0"/>
                      </a:lnTo>
                      <a:lnTo>
                        <a:pt x="31" y="2"/>
                      </a:lnTo>
                      <a:lnTo>
                        <a:pt x="31" y="2"/>
                      </a:lnTo>
                      <a:lnTo>
                        <a:pt x="31" y="2"/>
                      </a:lnTo>
                      <a:lnTo>
                        <a:pt x="31" y="2"/>
                      </a:lnTo>
                      <a:lnTo>
                        <a:pt x="31" y="2"/>
                      </a:lnTo>
                      <a:lnTo>
                        <a:pt x="31" y="2"/>
                      </a:lnTo>
                      <a:lnTo>
                        <a:pt x="31" y="2"/>
                      </a:lnTo>
                      <a:lnTo>
                        <a:pt x="31" y="2"/>
                      </a:lnTo>
                      <a:lnTo>
                        <a:pt x="31"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3" y="2"/>
                      </a:lnTo>
                      <a:lnTo>
                        <a:pt x="35" y="2"/>
                      </a:lnTo>
                      <a:lnTo>
                        <a:pt x="35" y="2"/>
                      </a:lnTo>
                      <a:lnTo>
                        <a:pt x="35" y="2"/>
                      </a:lnTo>
                      <a:lnTo>
                        <a:pt x="35" y="2"/>
                      </a:lnTo>
                      <a:lnTo>
                        <a:pt x="35" y="2"/>
                      </a:lnTo>
                      <a:lnTo>
                        <a:pt x="35" y="2"/>
                      </a:lnTo>
                      <a:lnTo>
                        <a:pt x="35" y="2"/>
                      </a:lnTo>
                      <a:lnTo>
                        <a:pt x="35" y="3"/>
                      </a:lnTo>
                      <a:lnTo>
                        <a:pt x="35" y="3"/>
                      </a:lnTo>
                      <a:lnTo>
                        <a:pt x="35" y="3"/>
                      </a:lnTo>
                      <a:lnTo>
                        <a:pt x="35" y="3"/>
                      </a:lnTo>
                      <a:lnTo>
                        <a:pt x="35" y="3"/>
                      </a:lnTo>
                      <a:lnTo>
                        <a:pt x="35" y="3"/>
                      </a:lnTo>
                      <a:lnTo>
                        <a:pt x="35" y="3"/>
                      </a:lnTo>
                      <a:lnTo>
                        <a:pt x="35" y="3"/>
                      </a:lnTo>
                      <a:lnTo>
                        <a:pt x="37" y="3"/>
                      </a:lnTo>
                      <a:lnTo>
                        <a:pt x="37" y="3"/>
                      </a:lnTo>
                      <a:lnTo>
                        <a:pt x="37" y="3"/>
                      </a:lnTo>
                      <a:lnTo>
                        <a:pt x="37" y="3"/>
                      </a:lnTo>
                      <a:lnTo>
                        <a:pt x="37" y="3"/>
                      </a:lnTo>
                      <a:lnTo>
                        <a:pt x="37" y="3"/>
                      </a:lnTo>
                      <a:lnTo>
                        <a:pt x="37" y="3"/>
                      </a:lnTo>
                      <a:lnTo>
                        <a:pt x="37" y="3"/>
                      </a:lnTo>
                      <a:lnTo>
                        <a:pt x="37" y="3"/>
                      </a:lnTo>
                      <a:lnTo>
                        <a:pt x="37" y="3"/>
                      </a:lnTo>
                      <a:lnTo>
                        <a:pt x="37" y="3"/>
                      </a:lnTo>
                      <a:lnTo>
                        <a:pt x="37" y="3"/>
                      </a:lnTo>
                      <a:lnTo>
                        <a:pt x="37" y="3"/>
                      </a:lnTo>
                      <a:lnTo>
                        <a:pt x="37" y="3"/>
                      </a:lnTo>
                      <a:lnTo>
                        <a:pt x="39" y="3"/>
                      </a:lnTo>
                      <a:lnTo>
                        <a:pt x="39" y="3"/>
                      </a:lnTo>
                      <a:lnTo>
                        <a:pt x="39" y="3"/>
                      </a:lnTo>
                      <a:lnTo>
                        <a:pt x="39" y="3"/>
                      </a:lnTo>
                      <a:lnTo>
                        <a:pt x="39" y="3"/>
                      </a:lnTo>
                      <a:lnTo>
                        <a:pt x="39" y="3"/>
                      </a:lnTo>
                      <a:lnTo>
                        <a:pt x="39" y="3"/>
                      </a:lnTo>
                      <a:lnTo>
                        <a:pt x="39" y="3"/>
                      </a:lnTo>
                      <a:lnTo>
                        <a:pt x="39" y="3"/>
                      </a:lnTo>
                      <a:lnTo>
                        <a:pt x="39" y="3"/>
                      </a:lnTo>
                      <a:lnTo>
                        <a:pt x="39" y="3"/>
                      </a:lnTo>
                      <a:lnTo>
                        <a:pt x="39" y="3"/>
                      </a:lnTo>
                      <a:lnTo>
                        <a:pt x="39" y="3"/>
                      </a:lnTo>
                      <a:lnTo>
                        <a:pt x="40" y="5"/>
                      </a:lnTo>
                      <a:lnTo>
                        <a:pt x="40" y="5"/>
                      </a:lnTo>
                      <a:lnTo>
                        <a:pt x="40" y="5"/>
                      </a:lnTo>
                      <a:lnTo>
                        <a:pt x="40" y="5"/>
                      </a:lnTo>
                      <a:lnTo>
                        <a:pt x="40" y="5"/>
                      </a:lnTo>
                      <a:lnTo>
                        <a:pt x="40" y="5"/>
                      </a:lnTo>
                      <a:lnTo>
                        <a:pt x="40" y="5"/>
                      </a:lnTo>
                      <a:lnTo>
                        <a:pt x="40" y="5"/>
                      </a:lnTo>
                      <a:lnTo>
                        <a:pt x="40" y="5"/>
                      </a:lnTo>
                      <a:lnTo>
                        <a:pt x="42" y="5"/>
                      </a:lnTo>
                      <a:lnTo>
                        <a:pt x="42" y="5"/>
                      </a:lnTo>
                      <a:lnTo>
                        <a:pt x="42" y="5"/>
                      </a:lnTo>
                      <a:lnTo>
                        <a:pt x="42" y="5"/>
                      </a:lnTo>
                      <a:lnTo>
                        <a:pt x="42" y="5"/>
                      </a:lnTo>
                      <a:lnTo>
                        <a:pt x="42" y="5"/>
                      </a:lnTo>
                      <a:lnTo>
                        <a:pt x="42" y="5"/>
                      </a:lnTo>
                      <a:lnTo>
                        <a:pt x="42" y="5"/>
                      </a:lnTo>
                      <a:lnTo>
                        <a:pt x="42"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4" y="5"/>
                      </a:lnTo>
                      <a:lnTo>
                        <a:pt x="42" y="7"/>
                      </a:lnTo>
                      <a:lnTo>
                        <a:pt x="42" y="7"/>
                      </a:lnTo>
                      <a:lnTo>
                        <a:pt x="42" y="7"/>
                      </a:lnTo>
                      <a:lnTo>
                        <a:pt x="42" y="7"/>
                      </a:lnTo>
                      <a:lnTo>
                        <a:pt x="42" y="7"/>
                      </a:lnTo>
                      <a:lnTo>
                        <a:pt x="42" y="7"/>
                      </a:lnTo>
                      <a:lnTo>
                        <a:pt x="40" y="7"/>
                      </a:lnTo>
                      <a:lnTo>
                        <a:pt x="40" y="7"/>
                      </a:lnTo>
                      <a:lnTo>
                        <a:pt x="40" y="7"/>
                      </a:lnTo>
                      <a:lnTo>
                        <a:pt x="40" y="7"/>
                      </a:lnTo>
                      <a:lnTo>
                        <a:pt x="40" y="7"/>
                      </a:lnTo>
                      <a:lnTo>
                        <a:pt x="40" y="7"/>
                      </a:lnTo>
                      <a:lnTo>
                        <a:pt x="40" y="7"/>
                      </a:lnTo>
                      <a:lnTo>
                        <a:pt x="40" y="7"/>
                      </a:lnTo>
                      <a:lnTo>
                        <a:pt x="40" y="7"/>
                      </a:lnTo>
                      <a:lnTo>
                        <a:pt x="40" y="7"/>
                      </a:lnTo>
                      <a:lnTo>
                        <a:pt x="40" y="9"/>
                      </a:lnTo>
                      <a:lnTo>
                        <a:pt x="40" y="9"/>
                      </a:lnTo>
                      <a:lnTo>
                        <a:pt x="40" y="9"/>
                      </a:lnTo>
                      <a:lnTo>
                        <a:pt x="40" y="9"/>
                      </a:lnTo>
                      <a:lnTo>
                        <a:pt x="40" y="9"/>
                      </a:lnTo>
                      <a:lnTo>
                        <a:pt x="40" y="9"/>
                      </a:lnTo>
                      <a:lnTo>
                        <a:pt x="40" y="9"/>
                      </a:lnTo>
                      <a:lnTo>
                        <a:pt x="40" y="9"/>
                      </a:lnTo>
                      <a:lnTo>
                        <a:pt x="40" y="9"/>
                      </a:lnTo>
                      <a:lnTo>
                        <a:pt x="40" y="9"/>
                      </a:lnTo>
                      <a:lnTo>
                        <a:pt x="40" y="9"/>
                      </a:lnTo>
                      <a:lnTo>
                        <a:pt x="39" y="9"/>
                      </a:lnTo>
                      <a:lnTo>
                        <a:pt x="39" y="9"/>
                      </a:lnTo>
                      <a:lnTo>
                        <a:pt x="39" y="9"/>
                      </a:lnTo>
                      <a:lnTo>
                        <a:pt x="39" y="9"/>
                      </a:lnTo>
                      <a:lnTo>
                        <a:pt x="39" y="9"/>
                      </a:lnTo>
                      <a:lnTo>
                        <a:pt x="39" y="9"/>
                      </a:lnTo>
                      <a:lnTo>
                        <a:pt x="39" y="9"/>
                      </a:lnTo>
                      <a:lnTo>
                        <a:pt x="39" y="9"/>
                      </a:lnTo>
                      <a:lnTo>
                        <a:pt x="39" y="9"/>
                      </a:lnTo>
                      <a:lnTo>
                        <a:pt x="39"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7" y="9"/>
                      </a:lnTo>
                      <a:lnTo>
                        <a:pt x="35" y="9"/>
                      </a:lnTo>
                      <a:lnTo>
                        <a:pt x="35" y="9"/>
                      </a:lnTo>
                      <a:lnTo>
                        <a:pt x="35" y="9"/>
                      </a:lnTo>
                      <a:lnTo>
                        <a:pt x="35" y="9"/>
                      </a:lnTo>
                      <a:lnTo>
                        <a:pt x="35" y="9"/>
                      </a:lnTo>
                      <a:lnTo>
                        <a:pt x="35" y="9"/>
                      </a:lnTo>
                      <a:lnTo>
                        <a:pt x="35" y="9"/>
                      </a:lnTo>
                      <a:lnTo>
                        <a:pt x="35" y="11"/>
                      </a:lnTo>
                      <a:lnTo>
                        <a:pt x="33" y="11"/>
                      </a:lnTo>
                      <a:lnTo>
                        <a:pt x="33" y="11"/>
                      </a:lnTo>
                      <a:lnTo>
                        <a:pt x="33" y="11"/>
                      </a:lnTo>
                      <a:lnTo>
                        <a:pt x="33" y="11"/>
                      </a:lnTo>
                      <a:lnTo>
                        <a:pt x="33" y="11"/>
                      </a:lnTo>
                      <a:lnTo>
                        <a:pt x="33" y="11"/>
                      </a:lnTo>
                      <a:lnTo>
                        <a:pt x="33" y="11"/>
                      </a:lnTo>
                      <a:lnTo>
                        <a:pt x="33" y="11"/>
                      </a:lnTo>
                      <a:lnTo>
                        <a:pt x="33" y="11"/>
                      </a:lnTo>
                      <a:lnTo>
                        <a:pt x="33" y="11"/>
                      </a:lnTo>
                      <a:lnTo>
                        <a:pt x="33" y="11"/>
                      </a:lnTo>
                      <a:lnTo>
                        <a:pt x="33" y="11"/>
                      </a:lnTo>
                      <a:lnTo>
                        <a:pt x="33" y="11"/>
                      </a:lnTo>
                      <a:lnTo>
                        <a:pt x="31" y="13"/>
                      </a:lnTo>
                      <a:lnTo>
                        <a:pt x="31" y="13"/>
                      </a:lnTo>
                      <a:lnTo>
                        <a:pt x="31" y="13"/>
                      </a:lnTo>
                      <a:lnTo>
                        <a:pt x="31" y="13"/>
                      </a:lnTo>
                      <a:lnTo>
                        <a:pt x="31" y="13"/>
                      </a:lnTo>
                      <a:lnTo>
                        <a:pt x="31" y="13"/>
                      </a:lnTo>
                      <a:lnTo>
                        <a:pt x="29" y="13"/>
                      </a:lnTo>
                      <a:lnTo>
                        <a:pt x="29" y="13"/>
                      </a:lnTo>
                      <a:lnTo>
                        <a:pt x="29" y="13"/>
                      </a:lnTo>
                      <a:lnTo>
                        <a:pt x="28" y="13"/>
                      </a:lnTo>
                      <a:lnTo>
                        <a:pt x="28" y="13"/>
                      </a:lnTo>
                      <a:lnTo>
                        <a:pt x="28" y="13"/>
                      </a:lnTo>
                      <a:lnTo>
                        <a:pt x="26" y="13"/>
                      </a:lnTo>
                      <a:lnTo>
                        <a:pt x="26" y="13"/>
                      </a:lnTo>
                      <a:lnTo>
                        <a:pt x="26" y="13"/>
                      </a:lnTo>
                      <a:lnTo>
                        <a:pt x="26" y="13"/>
                      </a:lnTo>
                      <a:lnTo>
                        <a:pt x="26" y="13"/>
                      </a:lnTo>
                      <a:lnTo>
                        <a:pt x="26" y="13"/>
                      </a:lnTo>
                      <a:lnTo>
                        <a:pt x="26" y="13"/>
                      </a:lnTo>
                      <a:lnTo>
                        <a:pt x="26" y="13"/>
                      </a:lnTo>
                      <a:lnTo>
                        <a:pt x="26" y="13"/>
                      </a:lnTo>
                      <a:lnTo>
                        <a:pt x="26" y="13"/>
                      </a:lnTo>
                      <a:lnTo>
                        <a:pt x="24" y="13"/>
                      </a:lnTo>
                      <a:lnTo>
                        <a:pt x="24" y="13"/>
                      </a:lnTo>
                      <a:lnTo>
                        <a:pt x="24" y="13"/>
                      </a:lnTo>
                      <a:lnTo>
                        <a:pt x="24" y="13"/>
                      </a:lnTo>
                      <a:lnTo>
                        <a:pt x="22" y="13"/>
                      </a:lnTo>
                      <a:lnTo>
                        <a:pt x="22" y="13"/>
                      </a:lnTo>
                      <a:lnTo>
                        <a:pt x="22" y="13"/>
                      </a:lnTo>
                      <a:lnTo>
                        <a:pt x="20" y="14"/>
                      </a:lnTo>
                      <a:lnTo>
                        <a:pt x="20" y="14"/>
                      </a:lnTo>
                      <a:lnTo>
                        <a:pt x="20" y="14"/>
                      </a:lnTo>
                      <a:lnTo>
                        <a:pt x="19" y="14"/>
                      </a:lnTo>
                      <a:lnTo>
                        <a:pt x="19" y="14"/>
                      </a:lnTo>
                      <a:lnTo>
                        <a:pt x="19" y="14"/>
                      </a:lnTo>
                      <a:lnTo>
                        <a:pt x="19" y="14"/>
                      </a:lnTo>
                      <a:lnTo>
                        <a:pt x="19" y="14"/>
                      </a:lnTo>
                      <a:lnTo>
                        <a:pt x="19" y="14"/>
                      </a:lnTo>
                      <a:lnTo>
                        <a:pt x="19" y="14"/>
                      </a:lnTo>
                      <a:lnTo>
                        <a:pt x="19" y="14"/>
                      </a:lnTo>
                      <a:lnTo>
                        <a:pt x="19" y="14"/>
                      </a:lnTo>
                      <a:lnTo>
                        <a:pt x="17" y="14"/>
                      </a:lnTo>
                      <a:lnTo>
                        <a:pt x="17" y="14"/>
                      </a:lnTo>
                      <a:lnTo>
                        <a:pt x="17" y="14"/>
                      </a:lnTo>
                      <a:lnTo>
                        <a:pt x="17" y="14"/>
                      </a:lnTo>
                      <a:lnTo>
                        <a:pt x="17" y="14"/>
                      </a:lnTo>
                      <a:lnTo>
                        <a:pt x="15" y="14"/>
                      </a:lnTo>
                      <a:lnTo>
                        <a:pt x="13" y="14"/>
                      </a:lnTo>
                      <a:lnTo>
                        <a:pt x="13" y="14"/>
                      </a:lnTo>
                      <a:lnTo>
                        <a:pt x="13" y="14"/>
                      </a:lnTo>
                      <a:lnTo>
                        <a:pt x="13" y="14"/>
                      </a:lnTo>
                      <a:lnTo>
                        <a:pt x="13" y="14"/>
                      </a:lnTo>
                      <a:lnTo>
                        <a:pt x="13" y="14"/>
                      </a:lnTo>
                      <a:lnTo>
                        <a:pt x="11" y="13"/>
                      </a:lnTo>
                      <a:lnTo>
                        <a:pt x="11" y="13"/>
                      </a:lnTo>
                      <a:lnTo>
                        <a:pt x="11" y="13"/>
                      </a:lnTo>
                      <a:lnTo>
                        <a:pt x="11" y="13"/>
                      </a:lnTo>
                      <a:lnTo>
                        <a:pt x="11"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9" y="13"/>
                      </a:lnTo>
                      <a:lnTo>
                        <a:pt x="8" y="13"/>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8" y="11"/>
                      </a:lnTo>
                      <a:lnTo>
                        <a:pt x="6" y="11"/>
                      </a:lnTo>
                      <a:lnTo>
                        <a:pt x="6" y="11"/>
                      </a:lnTo>
                      <a:lnTo>
                        <a:pt x="6" y="9"/>
                      </a:lnTo>
                      <a:lnTo>
                        <a:pt x="6" y="9"/>
                      </a:lnTo>
                      <a:lnTo>
                        <a:pt x="6" y="9"/>
                      </a:lnTo>
                      <a:lnTo>
                        <a:pt x="6" y="9"/>
                      </a:lnTo>
                      <a:lnTo>
                        <a:pt x="6" y="9"/>
                      </a:lnTo>
                      <a:lnTo>
                        <a:pt x="6" y="9"/>
                      </a:lnTo>
                      <a:lnTo>
                        <a:pt x="6" y="9"/>
                      </a:lnTo>
                      <a:lnTo>
                        <a:pt x="6" y="9"/>
                      </a:lnTo>
                      <a:lnTo>
                        <a:pt x="6" y="9"/>
                      </a:lnTo>
                      <a:lnTo>
                        <a:pt x="4" y="9"/>
                      </a:lnTo>
                      <a:lnTo>
                        <a:pt x="4" y="9"/>
                      </a:lnTo>
                      <a:lnTo>
                        <a:pt x="4" y="9"/>
                      </a:lnTo>
                      <a:lnTo>
                        <a:pt x="4" y="9"/>
                      </a:lnTo>
                      <a:lnTo>
                        <a:pt x="4" y="9"/>
                      </a:lnTo>
                      <a:lnTo>
                        <a:pt x="4" y="9"/>
                      </a:lnTo>
                      <a:lnTo>
                        <a:pt x="2" y="7"/>
                      </a:lnTo>
                      <a:lnTo>
                        <a:pt x="2" y="7"/>
                      </a:lnTo>
                      <a:lnTo>
                        <a:pt x="2" y="7"/>
                      </a:lnTo>
                      <a:lnTo>
                        <a:pt x="2" y="7"/>
                      </a:lnTo>
                      <a:lnTo>
                        <a:pt x="0" y="7"/>
                      </a:lnTo>
                      <a:lnTo>
                        <a:pt x="0" y="7"/>
                      </a:lnTo>
                      <a:lnTo>
                        <a:pt x="0" y="7"/>
                      </a:lnTo>
                      <a:lnTo>
                        <a:pt x="0" y="7"/>
                      </a:lnTo>
                      <a:lnTo>
                        <a:pt x="0" y="7"/>
                      </a:lnTo>
                      <a:lnTo>
                        <a:pt x="0" y="7"/>
                      </a:lnTo>
                      <a:lnTo>
                        <a:pt x="0" y="5"/>
                      </a:lnTo>
                      <a:lnTo>
                        <a:pt x="0" y="5"/>
                      </a:lnTo>
                      <a:lnTo>
                        <a:pt x="0" y="5"/>
                      </a:lnTo>
                      <a:lnTo>
                        <a:pt x="0" y="5"/>
                      </a:lnTo>
                      <a:lnTo>
                        <a:pt x="0"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2" y="5"/>
                      </a:lnTo>
                      <a:lnTo>
                        <a:pt x="4" y="5"/>
                      </a:lnTo>
                      <a:lnTo>
                        <a:pt x="4" y="5"/>
                      </a:lnTo>
                      <a:lnTo>
                        <a:pt x="4" y="5"/>
                      </a:lnTo>
                      <a:lnTo>
                        <a:pt x="4" y="5"/>
                      </a:lnTo>
                      <a:lnTo>
                        <a:pt x="4" y="5"/>
                      </a:lnTo>
                      <a:lnTo>
                        <a:pt x="4" y="5"/>
                      </a:lnTo>
                      <a:lnTo>
                        <a:pt x="4" y="5"/>
                      </a:lnTo>
                      <a:lnTo>
                        <a:pt x="4" y="5"/>
                      </a:lnTo>
                      <a:lnTo>
                        <a:pt x="4" y="5"/>
                      </a:lnTo>
                      <a:lnTo>
                        <a:pt x="4" y="5"/>
                      </a:lnTo>
                      <a:lnTo>
                        <a:pt x="4" y="5"/>
                      </a:lnTo>
                      <a:lnTo>
                        <a:pt x="4" y="3"/>
                      </a:lnTo>
                      <a:lnTo>
                        <a:pt x="4" y="3"/>
                      </a:lnTo>
                      <a:lnTo>
                        <a:pt x="4" y="3"/>
                      </a:lnTo>
                      <a:lnTo>
                        <a:pt x="4" y="3"/>
                      </a:lnTo>
                      <a:lnTo>
                        <a:pt x="4" y="3"/>
                      </a:lnTo>
                      <a:lnTo>
                        <a:pt x="4" y="3"/>
                      </a:lnTo>
                      <a:lnTo>
                        <a:pt x="4" y="3"/>
                      </a:lnTo>
                      <a:lnTo>
                        <a:pt x="4" y="3"/>
                      </a:lnTo>
                      <a:lnTo>
                        <a:pt x="4" y="3"/>
                      </a:lnTo>
                      <a:lnTo>
                        <a:pt x="4" y="3"/>
                      </a:lnTo>
                      <a:lnTo>
                        <a:pt x="4" y="3"/>
                      </a:lnTo>
                      <a:lnTo>
                        <a:pt x="4" y="3"/>
                      </a:lnTo>
                      <a:lnTo>
                        <a:pt x="4" y="3"/>
                      </a:lnTo>
                      <a:lnTo>
                        <a:pt x="4" y="2"/>
                      </a:lnTo>
                      <a:lnTo>
                        <a:pt x="4" y="2"/>
                      </a:lnTo>
                      <a:lnTo>
                        <a:pt x="4" y="2"/>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6" y="2"/>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9" y="0"/>
                      </a:lnTo>
                      <a:lnTo>
                        <a:pt x="9"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3" name="Freeform 129">
                  <a:extLst>
                    <a:ext uri="{FF2B5EF4-FFF2-40B4-BE49-F238E27FC236}">
                      <a16:creationId xmlns:a16="http://schemas.microsoft.com/office/drawing/2014/main" id="{83D518BE-DB43-0904-816E-270F138C4867}"/>
                    </a:ext>
                  </a:extLst>
                </p:cNvPr>
                <p:cNvSpPr>
                  <a:spLocks noEditPoints="1"/>
                </p:cNvSpPr>
                <p:nvPr/>
              </p:nvSpPr>
              <p:spPr bwMode="auto">
                <a:xfrm>
                  <a:off x="2518718" y="4259220"/>
                  <a:ext cx="79518" cy="10843"/>
                </a:xfrm>
                <a:custGeom>
                  <a:avLst/>
                  <a:gdLst>
                    <a:gd name="T0" fmla="*/ 44 w 44"/>
                    <a:gd name="T1" fmla="*/ 4 h 6"/>
                    <a:gd name="T2" fmla="*/ 44 w 44"/>
                    <a:gd name="T3" fmla="*/ 6 h 6"/>
                    <a:gd name="T4" fmla="*/ 44 w 44"/>
                    <a:gd name="T5" fmla="*/ 6 h 6"/>
                    <a:gd name="T6" fmla="*/ 44 w 44"/>
                    <a:gd name="T7" fmla="*/ 6 h 6"/>
                    <a:gd name="T8" fmla="*/ 42 w 44"/>
                    <a:gd name="T9" fmla="*/ 6 h 6"/>
                    <a:gd name="T10" fmla="*/ 42 w 44"/>
                    <a:gd name="T11" fmla="*/ 6 h 6"/>
                    <a:gd name="T12" fmla="*/ 42 w 44"/>
                    <a:gd name="T13" fmla="*/ 4 h 6"/>
                    <a:gd name="T14" fmla="*/ 35 w 44"/>
                    <a:gd name="T15" fmla="*/ 2 h 6"/>
                    <a:gd name="T16" fmla="*/ 37 w 44"/>
                    <a:gd name="T17" fmla="*/ 4 h 6"/>
                    <a:gd name="T18" fmla="*/ 37 w 44"/>
                    <a:gd name="T19" fmla="*/ 4 h 6"/>
                    <a:gd name="T20" fmla="*/ 37 w 44"/>
                    <a:gd name="T21" fmla="*/ 4 h 6"/>
                    <a:gd name="T22" fmla="*/ 37 w 44"/>
                    <a:gd name="T23" fmla="*/ 4 h 6"/>
                    <a:gd name="T24" fmla="*/ 35 w 44"/>
                    <a:gd name="T25" fmla="*/ 4 h 6"/>
                    <a:gd name="T26" fmla="*/ 35 w 44"/>
                    <a:gd name="T27" fmla="*/ 4 h 6"/>
                    <a:gd name="T28" fmla="*/ 33 w 44"/>
                    <a:gd name="T29" fmla="*/ 4 h 6"/>
                    <a:gd name="T30" fmla="*/ 33 w 44"/>
                    <a:gd name="T31" fmla="*/ 4 h 6"/>
                    <a:gd name="T32" fmla="*/ 33 w 44"/>
                    <a:gd name="T33" fmla="*/ 4 h 6"/>
                    <a:gd name="T34" fmla="*/ 33 w 44"/>
                    <a:gd name="T35" fmla="*/ 2 h 6"/>
                    <a:gd name="T36" fmla="*/ 0 w 44"/>
                    <a:gd name="T37" fmla="*/ 0 h 6"/>
                    <a:gd name="T38" fmla="*/ 2 w 44"/>
                    <a:gd name="T39" fmla="*/ 0 h 6"/>
                    <a:gd name="T40" fmla="*/ 2 w 44"/>
                    <a:gd name="T41" fmla="*/ 0 h 6"/>
                    <a:gd name="T42" fmla="*/ 4 w 44"/>
                    <a:gd name="T43" fmla="*/ 2 h 6"/>
                    <a:gd name="T44" fmla="*/ 6 w 44"/>
                    <a:gd name="T45" fmla="*/ 2 h 6"/>
                    <a:gd name="T46" fmla="*/ 6 w 44"/>
                    <a:gd name="T47" fmla="*/ 2 h 6"/>
                    <a:gd name="T48" fmla="*/ 6 w 44"/>
                    <a:gd name="T49" fmla="*/ 2 h 6"/>
                    <a:gd name="T50" fmla="*/ 8 w 44"/>
                    <a:gd name="T51" fmla="*/ 2 h 6"/>
                    <a:gd name="T52" fmla="*/ 8 w 44"/>
                    <a:gd name="T53" fmla="*/ 2 h 6"/>
                    <a:gd name="T54" fmla="*/ 8 w 44"/>
                    <a:gd name="T55" fmla="*/ 2 h 6"/>
                    <a:gd name="T56" fmla="*/ 10 w 44"/>
                    <a:gd name="T57" fmla="*/ 2 h 6"/>
                    <a:gd name="T58" fmla="*/ 11 w 44"/>
                    <a:gd name="T59" fmla="*/ 2 h 6"/>
                    <a:gd name="T60" fmla="*/ 11 w 44"/>
                    <a:gd name="T61" fmla="*/ 2 h 6"/>
                    <a:gd name="T62" fmla="*/ 11 w 44"/>
                    <a:gd name="T63" fmla="*/ 2 h 6"/>
                    <a:gd name="T64" fmla="*/ 11 w 44"/>
                    <a:gd name="T65" fmla="*/ 4 h 6"/>
                    <a:gd name="T66" fmla="*/ 11 w 44"/>
                    <a:gd name="T67" fmla="*/ 4 h 6"/>
                    <a:gd name="T68" fmla="*/ 10 w 44"/>
                    <a:gd name="T69" fmla="*/ 4 h 6"/>
                    <a:gd name="T70" fmla="*/ 10 w 44"/>
                    <a:gd name="T71" fmla="*/ 4 h 6"/>
                    <a:gd name="T72" fmla="*/ 8 w 44"/>
                    <a:gd name="T73" fmla="*/ 4 h 6"/>
                    <a:gd name="T74" fmla="*/ 8 w 44"/>
                    <a:gd name="T75" fmla="*/ 4 h 6"/>
                    <a:gd name="T76" fmla="*/ 8 w 44"/>
                    <a:gd name="T77" fmla="*/ 4 h 6"/>
                    <a:gd name="T78" fmla="*/ 6 w 44"/>
                    <a:gd name="T79" fmla="*/ 4 h 6"/>
                    <a:gd name="T80" fmla="*/ 6 w 44"/>
                    <a:gd name="T81" fmla="*/ 2 h 6"/>
                    <a:gd name="T82" fmla="*/ 4 w 44"/>
                    <a:gd name="T83" fmla="*/ 2 h 6"/>
                    <a:gd name="T84" fmla="*/ 4 w 44"/>
                    <a:gd name="T85" fmla="*/ 2 h 6"/>
                    <a:gd name="T86" fmla="*/ 4 w 44"/>
                    <a:gd name="T87" fmla="*/ 2 h 6"/>
                    <a:gd name="T88" fmla="*/ 2 w 44"/>
                    <a:gd name="T89" fmla="*/ 2 h 6"/>
                    <a:gd name="T90" fmla="*/ 2 w 44"/>
                    <a:gd name="T91" fmla="*/ 2 h 6"/>
                    <a:gd name="T92" fmla="*/ 2 w 44"/>
                    <a:gd name="T93" fmla="*/ 2 h 6"/>
                    <a:gd name="T94" fmla="*/ 2 w 44"/>
                    <a:gd name="T95" fmla="*/ 2 h 6"/>
                    <a:gd name="T96" fmla="*/ 0 w 44"/>
                    <a:gd name="T97" fmla="*/ 2 h 6"/>
                    <a:gd name="T98" fmla="*/ 0 w 44"/>
                    <a:gd name="T99" fmla="*/ 2 h 6"/>
                    <a:gd name="T100" fmla="*/ 0 w 44"/>
                    <a:gd name="T101" fmla="*/ 2 h 6"/>
                    <a:gd name="T102" fmla="*/ 0 w 44"/>
                    <a:gd name="T103" fmla="*/ 0 h 6"/>
                    <a:gd name="T104" fmla="*/ 0 w 44"/>
                    <a:gd name="T105" fmla="*/ 0 h 6"/>
                    <a:gd name="T106" fmla="*/ 0 w 44"/>
                    <a:gd name="T10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 h="6">
                      <a:moveTo>
                        <a:pt x="42" y="4"/>
                      </a:moveTo>
                      <a:lnTo>
                        <a:pt x="44" y="4"/>
                      </a:lnTo>
                      <a:lnTo>
                        <a:pt x="44" y="4"/>
                      </a:lnTo>
                      <a:lnTo>
                        <a:pt x="44" y="4"/>
                      </a:lnTo>
                      <a:lnTo>
                        <a:pt x="44" y="4"/>
                      </a:lnTo>
                      <a:lnTo>
                        <a:pt x="44" y="4"/>
                      </a:lnTo>
                      <a:lnTo>
                        <a:pt x="44" y="6"/>
                      </a:lnTo>
                      <a:lnTo>
                        <a:pt x="44" y="6"/>
                      </a:lnTo>
                      <a:lnTo>
                        <a:pt x="44" y="6"/>
                      </a:lnTo>
                      <a:lnTo>
                        <a:pt x="44" y="6"/>
                      </a:lnTo>
                      <a:lnTo>
                        <a:pt x="44" y="6"/>
                      </a:lnTo>
                      <a:lnTo>
                        <a:pt x="44" y="6"/>
                      </a:lnTo>
                      <a:lnTo>
                        <a:pt x="44" y="6"/>
                      </a:lnTo>
                      <a:lnTo>
                        <a:pt x="44" y="6"/>
                      </a:lnTo>
                      <a:lnTo>
                        <a:pt x="44" y="6"/>
                      </a:lnTo>
                      <a:lnTo>
                        <a:pt x="44" y="6"/>
                      </a:lnTo>
                      <a:lnTo>
                        <a:pt x="44" y="6"/>
                      </a:lnTo>
                      <a:lnTo>
                        <a:pt x="44" y="6"/>
                      </a:lnTo>
                      <a:lnTo>
                        <a:pt x="44" y="6"/>
                      </a:lnTo>
                      <a:lnTo>
                        <a:pt x="44" y="6"/>
                      </a:lnTo>
                      <a:lnTo>
                        <a:pt x="44" y="6"/>
                      </a:lnTo>
                      <a:lnTo>
                        <a:pt x="44" y="6"/>
                      </a:lnTo>
                      <a:lnTo>
                        <a:pt x="44" y="6"/>
                      </a:lnTo>
                      <a:lnTo>
                        <a:pt x="44" y="6"/>
                      </a:lnTo>
                      <a:lnTo>
                        <a:pt x="42" y="6"/>
                      </a:lnTo>
                      <a:lnTo>
                        <a:pt x="42" y="6"/>
                      </a:lnTo>
                      <a:lnTo>
                        <a:pt x="42" y="6"/>
                      </a:lnTo>
                      <a:lnTo>
                        <a:pt x="42" y="6"/>
                      </a:lnTo>
                      <a:lnTo>
                        <a:pt x="42" y="6"/>
                      </a:lnTo>
                      <a:lnTo>
                        <a:pt x="42" y="6"/>
                      </a:lnTo>
                      <a:lnTo>
                        <a:pt x="42" y="6"/>
                      </a:lnTo>
                      <a:lnTo>
                        <a:pt x="42" y="6"/>
                      </a:lnTo>
                      <a:lnTo>
                        <a:pt x="42" y="6"/>
                      </a:lnTo>
                      <a:lnTo>
                        <a:pt x="42" y="6"/>
                      </a:lnTo>
                      <a:lnTo>
                        <a:pt x="42" y="6"/>
                      </a:lnTo>
                      <a:lnTo>
                        <a:pt x="42" y="6"/>
                      </a:lnTo>
                      <a:lnTo>
                        <a:pt x="42" y="6"/>
                      </a:lnTo>
                      <a:lnTo>
                        <a:pt x="42" y="6"/>
                      </a:lnTo>
                      <a:lnTo>
                        <a:pt x="42" y="6"/>
                      </a:lnTo>
                      <a:lnTo>
                        <a:pt x="42" y="6"/>
                      </a:lnTo>
                      <a:lnTo>
                        <a:pt x="42" y="4"/>
                      </a:lnTo>
                      <a:lnTo>
                        <a:pt x="42" y="4"/>
                      </a:lnTo>
                      <a:close/>
                      <a:moveTo>
                        <a:pt x="35" y="2"/>
                      </a:moveTo>
                      <a:lnTo>
                        <a:pt x="35" y="2"/>
                      </a:lnTo>
                      <a:lnTo>
                        <a:pt x="35" y="2"/>
                      </a:lnTo>
                      <a:lnTo>
                        <a:pt x="35" y="2"/>
                      </a:lnTo>
                      <a:lnTo>
                        <a:pt x="35" y="4"/>
                      </a:lnTo>
                      <a:lnTo>
                        <a:pt x="35" y="2"/>
                      </a:lnTo>
                      <a:lnTo>
                        <a:pt x="35"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7" y="4"/>
                      </a:lnTo>
                      <a:lnTo>
                        <a:pt x="35" y="4"/>
                      </a:lnTo>
                      <a:lnTo>
                        <a:pt x="35" y="4"/>
                      </a:lnTo>
                      <a:lnTo>
                        <a:pt x="35" y="4"/>
                      </a:lnTo>
                      <a:lnTo>
                        <a:pt x="35" y="4"/>
                      </a:lnTo>
                      <a:lnTo>
                        <a:pt x="35" y="4"/>
                      </a:lnTo>
                      <a:lnTo>
                        <a:pt x="35" y="4"/>
                      </a:lnTo>
                      <a:lnTo>
                        <a:pt x="35" y="4"/>
                      </a:lnTo>
                      <a:lnTo>
                        <a:pt x="35" y="4"/>
                      </a:lnTo>
                      <a:lnTo>
                        <a:pt x="35" y="4"/>
                      </a:lnTo>
                      <a:lnTo>
                        <a:pt x="35" y="4"/>
                      </a:lnTo>
                      <a:lnTo>
                        <a:pt x="35" y="4"/>
                      </a:lnTo>
                      <a:lnTo>
                        <a:pt x="35" y="4"/>
                      </a:lnTo>
                      <a:lnTo>
                        <a:pt x="35" y="4"/>
                      </a:lnTo>
                      <a:lnTo>
                        <a:pt x="35" y="4"/>
                      </a:lnTo>
                      <a:lnTo>
                        <a:pt x="35"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4"/>
                      </a:lnTo>
                      <a:lnTo>
                        <a:pt x="33" y="2"/>
                      </a:lnTo>
                      <a:lnTo>
                        <a:pt x="33" y="2"/>
                      </a:lnTo>
                      <a:lnTo>
                        <a:pt x="35" y="2"/>
                      </a:lnTo>
                      <a:lnTo>
                        <a:pt x="35" y="2"/>
                      </a:lnTo>
                      <a:lnTo>
                        <a:pt x="35" y="2"/>
                      </a:lnTo>
                      <a:lnTo>
                        <a:pt x="35" y="2"/>
                      </a:lnTo>
                      <a:lnTo>
                        <a:pt x="35" y="2"/>
                      </a:lnTo>
                      <a:close/>
                      <a:moveTo>
                        <a:pt x="0" y="0"/>
                      </a:move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2"/>
                      </a:lnTo>
                      <a:lnTo>
                        <a:pt x="11" y="4"/>
                      </a:lnTo>
                      <a:lnTo>
                        <a:pt x="11" y="4"/>
                      </a:lnTo>
                      <a:lnTo>
                        <a:pt x="11" y="4"/>
                      </a:lnTo>
                      <a:lnTo>
                        <a:pt x="11" y="4"/>
                      </a:lnTo>
                      <a:lnTo>
                        <a:pt x="11" y="4"/>
                      </a:lnTo>
                      <a:lnTo>
                        <a:pt x="11" y="4"/>
                      </a:lnTo>
                      <a:lnTo>
                        <a:pt x="11" y="4"/>
                      </a:lnTo>
                      <a:lnTo>
                        <a:pt x="11" y="4"/>
                      </a:lnTo>
                      <a:lnTo>
                        <a:pt x="11" y="4"/>
                      </a:lnTo>
                      <a:lnTo>
                        <a:pt x="10" y="4"/>
                      </a:lnTo>
                      <a:lnTo>
                        <a:pt x="10" y="4"/>
                      </a:lnTo>
                      <a:lnTo>
                        <a:pt x="10" y="4"/>
                      </a:lnTo>
                      <a:lnTo>
                        <a:pt x="10" y="4"/>
                      </a:lnTo>
                      <a:lnTo>
                        <a:pt x="10" y="4"/>
                      </a:lnTo>
                      <a:lnTo>
                        <a:pt x="10" y="4"/>
                      </a:ln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8" y="4"/>
                      </a:lnTo>
                      <a:lnTo>
                        <a:pt x="6" y="4"/>
                      </a:lnTo>
                      <a:lnTo>
                        <a:pt x="6" y="4"/>
                      </a:lnTo>
                      <a:lnTo>
                        <a:pt x="6" y="4"/>
                      </a:lnTo>
                      <a:lnTo>
                        <a:pt x="6" y="4"/>
                      </a:lnTo>
                      <a:lnTo>
                        <a:pt x="6" y="4"/>
                      </a:lnTo>
                      <a:lnTo>
                        <a:pt x="6" y="4"/>
                      </a:lnTo>
                      <a:lnTo>
                        <a:pt x="6" y="4"/>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4" name="Freeform 130">
                  <a:extLst>
                    <a:ext uri="{FF2B5EF4-FFF2-40B4-BE49-F238E27FC236}">
                      <a16:creationId xmlns:a16="http://schemas.microsoft.com/office/drawing/2014/main" id="{967AF75D-9B89-AF9F-2A51-DC338F2709D6}"/>
                    </a:ext>
                  </a:extLst>
                </p:cNvPr>
                <p:cNvSpPr>
                  <a:spLocks noEditPoints="1"/>
                </p:cNvSpPr>
                <p:nvPr/>
              </p:nvSpPr>
              <p:spPr bwMode="auto">
                <a:xfrm>
                  <a:off x="2522333" y="4230305"/>
                  <a:ext cx="90361" cy="16266"/>
                </a:xfrm>
                <a:custGeom>
                  <a:avLst/>
                  <a:gdLst>
                    <a:gd name="T0" fmla="*/ 0 w 50"/>
                    <a:gd name="T1" fmla="*/ 9 h 9"/>
                    <a:gd name="T2" fmla="*/ 0 w 50"/>
                    <a:gd name="T3" fmla="*/ 9 h 9"/>
                    <a:gd name="T4" fmla="*/ 0 w 50"/>
                    <a:gd name="T5" fmla="*/ 9 h 9"/>
                    <a:gd name="T6" fmla="*/ 0 w 50"/>
                    <a:gd name="T7" fmla="*/ 9 h 9"/>
                    <a:gd name="T8" fmla="*/ 0 w 50"/>
                    <a:gd name="T9" fmla="*/ 9 h 9"/>
                    <a:gd name="T10" fmla="*/ 0 w 50"/>
                    <a:gd name="T11" fmla="*/ 9 h 9"/>
                    <a:gd name="T12" fmla="*/ 0 w 50"/>
                    <a:gd name="T13" fmla="*/ 9 h 9"/>
                    <a:gd name="T14" fmla="*/ 0 w 50"/>
                    <a:gd name="T15" fmla="*/ 9 h 9"/>
                    <a:gd name="T16" fmla="*/ 0 w 50"/>
                    <a:gd name="T17" fmla="*/ 9 h 9"/>
                    <a:gd name="T18" fmla="*/ 0 w 50"/>
                    <a:gd name="T19" fmla="*/ 9 h 9"/>
                    <a:gd name="T20" fmla="*/ 0 w 50"/>
                    <a:gd name="T21" fmla="*/ 9 h 9"/>
                    <a:gd name="T22" fmla="*/ 0 w 50"/>
                    <a:gd name="T23" fmla="*/ 9 h 9"/>
                    <a:gd name="T24" fmla="*/ 0 w 50"/>
                    <a:gd name="T25" fmla="*/ 9 h 9"/>
                    <a:gd name="T26" fmla="*/ 37 w 50"/>
                    <a:gd name="T27" fmla="*/ 2 h 9"/>
                    <a:gd name="T28" fmla="*/ 37 w 50"/>
                    <a:gd name="T29" fmla="*/ 2 h 9"/>
                    <a:gd name="T30" fmla="*/ 37 w 50"/>
                    <a:gd name="T31" fmla="*/ 2 h 9"/>
                    <a:gd name="T32" fmla="*/ 37 w 50"/>
                    <a:gd name="T33" fmla="*/ 2 h 9"/>
                    <a:gd name="T34" fmla="*/ 37 w 50"/>
                    <a:gd name="T35" fmla="*/ 2 h 9"/>
                    <a:gd name="T36" fmla="*/ 37 w 50"/>
                    <a:gd name="T37" fmla="*/ 2 h 9"/>
                    <a:gd name="T38" fmla="*/ 37 w 50"/>
                    <a:gd name="T39" fmla="*/ 2 h 9"/>
                    <a:gd name="T40" fmla="*/ 37 w 50"/>
                    <a:gd name="T41" fmla="*/ 2 h 9"/>
                    <a:gd name="T42" fmla="*/ 50 w 50"/>
                    <a:gd name="T43" fmla="*/ 0 h 9"/>
                    <a:gd name="T44" fmla="*/ 50 w 50"/>
                    <a:gd name="T45" fmla="*/ 0 h 9"/>
                    <a:gd name="T46" fmla="*/ 50 w 50"/>
                    <a:gd name="T47" fmla="*/ 0 h 9"/>
                    <a:gd name="T48" fmla="*/ 50 w 50"/>
                    <a:gd name="T49" fmla="*/ 0 h 9"/>
                    <a:gd name="T50" fmla="*/ 50 w 50"/>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9">
                      <a:moveTo>
                        <a:pt x="0" y="9"/>
                      </a:moveTo>
                      <a:lnTo>
                        <a:pt x="0" y="9"/>
                      </a:lnTo>
                      <a:lnTo>
                        <a:pt x="0" y="9"/>
                      </a:lnTo>
                      <a:lnTo>
                        <a:pt x="0" y="9"/>
                      </a:lnTo>
                      <a:lnTo>
                        <a:pt x="0" y="9"/>
                      </a:lnTo>
                      <a:lnTo>
                        <a:pt x="0" y="9"/>
                      </a:lnTo>
                      <a:lnTo>
                        <a:pt x="0" y="9"/>
                      </a:lnTo>
                      <a:lnTo>
                        <a:pt x="0" y="9"/>
                      </a:lnTo>
                      <a:lnTo>
                        <a:pt x="0" y="9"/>
                      </a:lnTo>
                      <a:lnTo>
                        <a:pt x="0" y="9"/>
                      </a:lnTo>
                      <a:lnTo>
                        <a:pt x="0" y="9"/>
                      </a:lnTo>
                      <a:lnTo>
                        <a:pt x="0" y="9"/>
                      </a:lnTo>
                      <a:lnTo>
                        <a:pt x="0" y="9"/>
                      </a:lnTo>
                      <a:close/>
                      <a:moveTo>
                        <a:pt x="37" y="2"/>
                      </a:moveTo>
                      <a:lnTo>
                        <a:pt x="37" y="2"/>
                      </a:lnTo>
                      <a:lnTo>
                        <a:pt x="37" y="2"/>
                      </a:lnTo>
                      <a:lnTo>
                        <a:pt x="37" y="2"/>
                      </a:lnTo>
                      <a:lnTo>
                        <a:pt x="37" y="2"/>
                      </a:lnTo>
                      <a:lnTo>
                        <a:pt x="37" y="2"/>
                      </a:lnTo>
                      <a:lnTo>
                        <a:pt x="37" y="2"/>
                      </a:lnTo>
                      <a:lnTo>
                        <a:pt x="37" y="2"/>
                      </a:lnTo>
                      <a:close/>
                      <a:moveTo>
                        <a:pt x="50" y="0"/>
                      </a:moveTo>
                      <a:lnTo>
                        <a:pt x="50" y="0"/>
                      </a:lnTo>
                      <a:lnTo>
                        <a:pt x="50" y="0"/>
                      </a:lnTo>
                      <a:lnTo>
                        <a:pt x="50" y="0"/>
                      </a:lnTo>
                      <a:lnTo>
                        <a:pt x="5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5" name="Freeform 131">
                  <a:extLst>
                    <a:ext uri="{FF2B5EF4-FFF2-40B4-BE49-F238E27FC236}">
                      <a16:creationId xmlns:a16="http://schemas.microsoft.com/office/drawing/2014/main" id="{839A7F50-A3F8-7B4F-5C3E-214E5C7F409B}"/>
                    </a:ext>
                  </a:extLst>
                </p:cNvPr>
                <p:cNvSpPr>
                  <a:spLocks/>
                </p:cNvSpPr>
                <p:nvPr/>
              </p:nvSpPr>
              <p:spPr bwMode="auto">
                <a:xfrm>
                  <a:off x="1906071" y="3823682"/>
                  <a:ext cx="675899" cy="412045"/>
                </a:xfrm>
                <a:custGeom>
                  <a:avLst/>
                  <a:gdLst>
                    <a:gd name="T0" fmla="*/ 11 w 374"/>
                    <a:gd name="T1" fmla="*/ 90 h 228"/>
                    <a:gd name="T2" fmla="*/ 20 w 374"/>
                    <a:gd name="T3" fmla="*/ 84 h 228"/>
                    <a:gd name="T4" fmla="*/ 20 w 374"/>
                    <a:gd name="T5" fmla="*/ 73 h 228"/>
                    <a:gd name="T6" fmla="*/ 24 w 374"/>
                    <a:gd name="T7" fmla="*/ 62 h 228"/>
                    <a:gd name="T8" fmla="*/ 26 w 374"/>
                    <a:gd name="T9" fmla="*/ 53 h 228"/>
                    <a:gd name="T10" fmla="*/ 38 w 374"/>
                    <a:gd name="T11" fmla="*/ 57 h 228"/>
                    <a:gd name="T12" fmla="*/ 47 w 374"/>
                    <a:gd name="T13" fmla="*/ 60 h 228"/>
                    <a:gd name="T14" fmla="*/ 58 w 374"/>
                    <a:gd name="T15" fmla="*/ 57 h 228"/>
                    <a:gd name="T16" fmla="*/ 120 w 374"/>
                    <a:gd name="T17" fmla="*/ 69 h 228"/>
                    <a:gd name="T18" fmla="*/ 175 w 374"/>
                    <a:gd name="T19" fmla="*/ 66 h 228"/>
                    <a:gd name="T20" fmla="*/ 224 w 374"/>
                    <a:gd name="T21" fmla="*/ 22 h 228"/>
                    <a:gd name="T22" fmla="*/ 301 w 374"/>
                    <a:gd name="T23" fmla="*/ 7 h 228"/>
                    <a:gd name="T24" fmla="*/ 370 w 374"/>
                    <a:gd name="T25" fmla="*/ 86 h 228"/>
                    <a:gd name="T26" fmla="*/ 356 w 374"/>
                    <a:gd name="T27" fmla="*/ 91 h 228"/>
                    <a:gd name="T28" fmla="*/ 345 w 374"/>
                    <a:gd name="T29" fmla="*/ 101 h 228"/>
                    <a:gd name="T30" fmla="*/ 345 w 374"/>
                    <a:gd name="T31" fmla="*/ 113 h 228"/>
                    <a:gd name="T32" fmla="*/ 341 w 374"/>
                    <a:gd name="T33" fmla="*/ 121 h 228"/>
                    <a:gd name="T34" fmla="*/ 327 w 374"/>
                    <a:gd name="T35" fmla="*/ 128 h 228"/>
                    <a:gd name="T36" fmla="*/ 318 w 374"/>
                    <a:gd name="T37" fmla="*/ 133 h 228"/>
                    <a:gd name="T38" fmla="*/ 303 w 374"/>
                    <a:gd name="T39" fmla="*/ 137 h 228"/>
                    <a:gd name="T40" fmla="*/ 287 w 374"/>
                    <a:gd name="T41" fmla="*/ 141 h 228"/>
                    <a:gd name="T42" fmla="*/ 272 w 374"/>
                    <a:gd name="T43" fmla="*/ 148 h 228"/>
                    <a:gd name="T44" fmla="*/ 259 w 374"/>
                    <a:gd name="T45" fmla="*/ 150 h 228"/>
                    <a:gd name="T46" fmla="*/ 243 w 374"/>
                    <a:gd name="T47" fmla="*/ 155 h 228"/>
                    <a:gd name="T48" fmla="*/ 230 w 374"/>
                    <a:gd name="T49" fmla="*/ 164 h 228"/>
                    <a:gd name="T50" fmla="*/ 223 w 374"/>
                    <a:gd name="T51" fmla="*/ 172 h 228"/>
                    <a:gd name="T52" fmla="*/ 212 w 374"/>
                    <a:gd name="T53" fmla="*/ 179 h 228"/>
                    <a:gd name="T54" fmla="*/ 199 w 374"/>
                    <a:gd name="T55" fmla="*/ 177 h 228"/>
                    <a:gd name="T56" fmla="*/ 184 w 374"/>
                    <a:gd name="T57" fmla="*/ 181 h 228"/>
                    <a:gd name="T58" fmla="*/ 175 w 374"/>
                    <a:gd name="T59" fmla="*/ 190 h 228"/>
                    <a:gd name="T60" fmla="*/ 161 w 374"/>
                    <a:gd name="T61" fmla="*/ 194 h 228"/>
                    <a:gd name="T62" fmla="*/ 148 w 374"/>
                    <a:gd name="T63" fmla="*/ 199 h 228"/>
                    <a:gd name="T64" fmla="*/ 130 w 374"/>
                    <a:gd name="T65" fmla="*/ 199 h 228"/>
                    <a:gd name="T66" fmla="*/ 113 w 374"/>
                    <a:gd name="T67" fmla="*/ 201 h 228"/>
                    <a:gd name="T68" fmla="*/ 102 w 374"/>
                    <a:gd name="T69" fmla="*/ 210 h 228"/>
                    <a:gd name="T70" fmla="*/ 88 w 374"/>
                    <a:gd name="T71" fmla="*/ 219 h 228"/>
                    <a:gd name="T72" fmla="*/ 86 w 374"/>
                    <a:gd name="T73" fmla="*/ 221 h 228"/>
                    <a:gd name="T74" fmla="*/ 82 w 374"/>
                    <a:gd name="T75" fmla="*/ 225 h 228"/>
                    <a:gd name="T76" fmla="*/ 69 w 374"/>
                    <a:gd name="T77" fmla="*/ 223 h 228"/>
                    <a:gd name="T78" fmla="*/ 55 w 374"/>
                    <a:gd name="T79" fmla="*/ 228 h 228"/>
                    <a:gd name="T80" fmla="*/ 47 w 374"/>
                    <a:gd name="T81" fmla="*/ 228 h 228"/>
                    <a:gd name="T82" fmla="*/ 35 w 374"/>
                    <a:gd name="T83" fmla="*/ 225 h 228"/>
                    <a:gd name="T84" fmla="*/ 31 w 374"/>
                    <a:gd name="T85" fmla="*/ 223 h 228"/>
                    <a:gd name="T86" fmla="*/ 29 w 374"/>
                    <a:gd name="T87" fmla="*/ 214 h 228"/>
                    <a:gd name="T88" fmla="*/ 24 w 374"/>
                    <a:gd name="T89" fmla="*/ 199 h 228"/>
                    <a:gd name="T90" fmla="*/ 24 w 374"/>
                    <a:gd name="T91" fmla="*/ 185 h 228"/>
                    <a:gd name="T92" fmla="*/ 18 w 374"/>
                    <a:gd name="T93" fmla="*/ 172 h 228"/>
                    <a:gd name="T94" fmla="*/ 13 w 374"/>
                    <a:gd name="T95" fmla="*/ 157 h 228"/>
                    <a:gd name="T96" fmla="*/ 16 w 374"/>
                    <a:gd name="T97" fmla="*/ 161 h 228"/>
                    <a:gd name="T98" fmla="*/ 11 w 374"/>
                    <a:gd name="T99" fmla="*/ 148 h 228"/>
                    <a:gd name="T100" fmla="*/ 13 w 374"/>
                    <a:gd name="T101" fmla="*/ 146 h 228"/>
                    <a:gd name="T102" fmla="*/ 9 w 374"/>
                    <a:gd name="T103" fmla="*/ 137 h 228"/>
                    <a:gd name="T104" fmla="*/ 0 w 374"/>
                    <a:gd name="T105" fmla="*/ 135 h 228"/>
                    <a:gd name="T106" fmla="*/ 5 w 374"/>
                    <a:gd name="T107" fmla="*/ 133 h 228"/>
                    <a:gd name="T108" fmla="*/ 7 w 374"/>
                    <a:gd name="T109" fmla="*/ 128 h 228"/>
                    <a:gd name="T110" fmla="*/ 4 w 374"/>
                    <a:gd name="T111" fmla="*/ 121 h 228"/>
                    <a:gd name="T112" fmla="*/ 7 w 374"/>
                    <a:gd name="T113" fmla="*/ 113 h 228"/>
                    <a:gd name="T114" fmla="*/ 9 w 374"/>
                    <a:gd name="T115" fmla="*/ 104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4" h="228">
                      <a:moveTo>
                        <a:pt x="7" y="93"/>
                      </a:moveTo>
                      <a:lnTo>
                        <a:pt x="7" y="95"/>
                      </a:lnTo>
                      <a:lnTo>
                        <a:pt x="7" y="93"/>
                      </a:lnTo>
                      <a:lnTo>
                        <a:pt x="5" y="93"/>
                      </a:lnTo>
                      <a:lnTo>
                        <a:pt x="7" y="93"/>
                      </a:lnTo>
                      <a:lnTo>
                        <a:pt x="9" y="93"/>
                      </a:lnTo>
                      <a:lnTo>
                        <a:pt x="11" y="93"/>
                      </a:lnTo>
                      <a:lnTo>
                        <a:pt x="11" y="91"/>
                      </a:lnTo>
                      <a:lnTo>
                        <a:pt x="13" y="91"/>
                      </a:lnTo>
                      <a:lnTo>
                        <a:pt x="11" y="90"/>
                      </a:lnTo>
                      <a:lnTo>
                        <a:pt x="13" y="90"/>
                      </a:lnTo>
                      <a:lnTo>
                        <a:pt x="15" y="90"/>
                      </a:lnTo>
                      <a:lnTo>
                        <a:pt x="15" y="88"/>
                      </a:lnTo>
                      <a:lnTo>
                        <a:pt x="16" y="88"/>
                      </a:lnTo>
                      <a:lnTo>
                        <a:pt x="18" y="88"/>
                      </a:lnTo>
                      <a:lnTo>
                        <a:pt x="18" y="86"/>
                      </a:lnTo>
                      <a:lnTo>
                        <a:pt x="18" y="84"/>
                      </a:lnTo>
                      <a:lnTo>
                        <a:pt x="18" y="82"/>
                      </a:lnTo>
                      <a:lnTo>
                        <a:pt x="20" y="82"/>
                      </a:lnTo>
                      <a:lnTo>
                        <a:pt x="20" y="84"/>
                      </a:lnTo>
                      <a:lnTo>
                        <a:pt x="22" y="84"/>
                      </a:lnTo>
                      <a:lnTo>
                        <a:pt x="22" y="82"/>
                      </a:lnTo>
                      <a:lnTo>
                        <a:pt x="20" y="80"/>
                      </a:lnTo>
                      <a:lnTo>
                        <a:pt x="22" y="80"/>
                      </a:lnTo>
                      <a:lnTo>
                        <a:pt x="22" y="79"/>
                      </a:lnTo>
                      <a:lnTo>
                        <a:pt x="20" y="77"/>
                      </a:lnTo>
                      <a:lnTo>
                        <a:pt x="20" y="75"/>
                      </a:lnTo>
                      <a:lnTo>
                        <a:pt x="18" y="75"/>
                      </a:lnTo>
                      <a:lnTo>
                        <a:pt x="18" y="73"/>
                      </a:lnTo>
                      <a:lnTo>
                        <a:pt x="20" y="73"/>
                      </a:lnTo>
                      <a:lnTo>
                        <a:pt x="20" y="71"/>
                      </a:lnTo>
                      <a:lnTo>
                        <a:pt x="20" y="69"/>
                      </a:lnTo>
                      <a:lnTo>
                        <a:pt x="18" y="69"/>
                      </a:lnTo>
                      <a:lnTo>
                        <a:pt x="18" y="68"/>
                      </a:lnTo>
                      <a:lnTo>
                        <a:pt x="20" y="68"/>
                      </a:lnTo>
                      <a:lnTo>
                        <a:pt x="20" y="66"/>
                      </a:lnTo>
                      <a:lnTo>
                        <a:pt x="20" y="64"/>
                      </a:lnTo>
                      <a:lnTo>
                        <a:pt x="22" y="64"/>
                      </a:lnTo>
                      <a:lnTo>
                        <a:pt x="22" y="62"/>
                      </a:lnTo>
                      <a:lnTo>
                        <a:pt x="24" y="62"/>
                      </a:lnTo>
                      <a:lnTo>
                        <a:pt x="24" y="60"/>
                      </a:lnTo>
                      <a:lnTo>
                        <a:pt x="22" y="60"/>
                      </a:lnTo>
                      <a:lnTo>
                        <a:pt x="20" y="60"/>
                      </a:lnTo>
                      <a:lnTo>
                        <a:pt x="20" y="58"/>
                      </a:lnTo>
                      <a:lnTo>
                        <a:pt x="22" y="58"/>
                      </a:lnTo>
                      <a:lnTo>
                        <a:pt x="22" y="57"/>
                      </a:lnTo>
                      <a:lnTo>
                        <a:pt x="24" y="57"/>
                      </a:lnTo>
                      <a:lnTo>
                        <a:pt x="24" y="55"/>
                      </a:lnTo>
                      <a:lnTo>
                        <a:pt x="26" y="55"/>
                      </a:lnTo>
                      <a:lnTo>
                        <a:pt x="26" y="53"/>
                      </a:lnTo>
                      <a:lnTo>
                        <a:pt x="27" y="53"/>
                      </a:lnTo>
                      <a:lnTo>
                        <a:pt x="29" y="53"/>
                      </a:lnTo>
                      <a:lnTo>
                        <a:pt x="31" y="51"/>
                      </a:lnTo>
                      <a:lnTo>
                        <a:pt x="31" y="53"/>
                      </a:lnTo>
                      <a:lnTo>
                        <a:pt x="33" y="51"/>
                      </a:lnTo>
                      <a:lnTo>
                        <a:pt x="35" y="53"/>
                      </a:lnTo>
                      <a:lnTo>
                        <a:pt x="36" y="53"/>
                      </a:lnTo>
                      <a:lnTo>
                        <a:pt x="36" y="55"/>
                      </a:lnTo>
                      <a:lnTo>
                        <a:pt x="38" y="55"/>
                      </a:lnTo>
                      <a:lnTo>
                        <a:pt x="38" y="57"/>
                      </a:lnTo>
                      <a:lnTo>
                        <a:pt x="40" y="57"/>
                      </a:lnTo>
                      <a:lnTo>
                        <a:pt x="42" y="58"/>
                      </a:lnTo>
                      <a:lnTo>
                        <a:pt x="42" y="57"/>
                      </a:lnTo>
                      <a:lnTo>
                        <a:pt x="44" y="57"/>
                      </a:lnTo>
                      <a:lnTo>
                        <a:pt x="44" y="58"/>
                      </a:lnTo>
                      <a:lnTo>
                        <a:pt x="46" y="58"/>
                      </a:lnTo>
                      <a:lnTo>
                        <a:pt x="47" y="58"/>
                      </a:lnTo>
                      <a:lnTo>
                        <a:pt x="47" y="57"/>
                      </a:lnTo>
                      <a:lnTo>
                        <a:pt x="47" y="58"/>
                      </a:lnTo>
                      <a:lnTo>
                        <a:pt x="47" y="60"/>
                      </a:lnTo>
                      <a:lnTo>
                        <a:pt x="49" y="60"/>
                      </a:lnTo>
                      <a:lnTo>
                        <a:pt x="49" y="58"/>
                      </a:lnTo>
                      <a:lnTo>
                        <a:pt x="49" y="60"/>
                      </a:lnTo>
                      <a:lnTo>
                        <a:pt x="49" y="58"/>
                      </a:lnTo>
                      <a:lnTo>
                        <a:pt x="51" y="58"/>
                      </a:lnTo>
                      <a:lnTo>
                        <a:pt x="53" y="58"/>
                      </a:lnTo>
                      <a:lnTo>
                        <a:pt x="55" y="58"/>
                      </a:lnTo>
                      <a:lnTo>
                        <a:pt x="55" y="57"/>
                      </a:lnTo>
                      <a:lnTo>
                        <a:pt x="57" y="57"/>
                      </a:lnTo>
                      <a:lnTo>
                        <a:pt x="58" y="57"/>
                      </a:lnTo>
                      <a:lnTo>
                        <a:pt x="60" y="57"/>
                      </a:lnTo>
                      <a:lnTo>
                        <a:pt x="62" y="57"/>
                      </a:lnTo>
                      <a:lnTo>
                        <a:pt x="64" y="57"/>
                      </a:lnTo>
                      <a:lnTo>
                        <a:pt x="69" y="60"/>
                      </a:lnTo>
                      <a:lnTo>
                        <a:pt x="84" y="60"/>
                      </a:lnTo>
                      <a:lnTo>
                        <a:pt x="86" y="60"/>
                      </a:lnTo>
                      <a:lnTo>
                        <a:pt x="89" y="60"/>
                      </a:lnTo>
                      <a:lnTo>
                        <a:pt x="109" y="68"/>
                      </a:lnTo>
                      <a:lnTo>
                        <a:pt x="113" y="68"/>
                      </a:lnTo>
                      <a:lnTo>
                        <a:pt x="120" y="69"/>
                      </a:lnTo>
                      <a:lnTo>
                        <a:pt x="131" y="69"/>
                      </a:lnTo>
                      <a:lnTo>
                        <a:pt x="144" y="68"/>
                      </a:lnTo>
                      <a:lnTo>
                        <a:pt x="150" y="62"/>
                      </a:lnTo>
                      <a:lnTo>
                        <a:pt x="151" y="64"/>
                      </a:lnTo>
                      <a:lnTo>
                        <a:pt x="159" y="73"/>
                      </a:lnTo>
                      <a:lnTo>
                        <a:pt x="164" y="73"/>
                      </a:lnTo>
                      <a:lnTo>
                        <a:pt x="166" y="71"/>
                      </a:lnTo>
                      <a:lnTo>
                        <a:pt x="170" y="71"/>
                      </a:lnTo>
                      <a:lnTo>
                        <a:pt x="173" y="68"/>
                      </a:lnTo>
                      <a:lnTo>
                        <a:pt x="175" y="66"/>
                      </a:lnTo>
                      <a:lnTo>
                        <a:pt x="177" y="60"/>
                      </a:lnTo>
                      <a:lnTo>
                        <a:pt x="179" y="57"/>
                      </a:lnTo>
                      <a:lnTo>
                        <a:pt x="182" y="49"/>
                      </a:lnTo>
                      <a:lnTo>
                        <a:pt x="192" y="38"/>
                      </a:lnTo>
                      <a:lnTo>
                        <a:pt x="193" y="38"/>
                      </a:lnTo>
                      <a:lnTo>
                        <a:pt x="203" y="31"/>
                      </a:lnTo>
                      <a:lnTo>
                        <a:pt x="206" y="29"/>
                      </a:lnTo>
                      <a:lnTo>
                        <a:pt x="212" y="26"/>
                      </a:lnTo>
                      <a:lnTo>
                        <a:pt x="217" y="24"/>
                      </a:lnTo>
                      <a:lnTo>
                        <a:pt x="224" y="22"/>
                      </a:lnTo>
                      <a:lnTo>
                        <a:pt x="237" y="18"/>
                      </a:lnTo>
                      <a:lnTo>
                        <a:pt x="248" y="16"/>
                      </a:lnTo>
                      <a:lnTo>
                        <a:pt x="255" y="16"/>
                      </a:lnTo>
                      <a:lnTo>
                        <a:pt x="265" y="15"/>
                      </a:lnTo>
                      <a:lnTo>
                        <a:pt x="266" y="15"/>
                      </a:lnTo>
                      <a:lnTo>
                        <a:pt x="268" y="15"/>
                      </a:lnTo>
                      <a:lnTo>
                        <a:pt x="276" y="13"/>
                      </a:lnTo>
                      <a:lnTo>
                        <a:pt x="279" y="13"/>
                      </a:lnTo>
                      <a:lnTo>
                        <a:pt x="294" y="9"/>
                      </a:lnTo>
                      <a:lnTo>
                        <a:pt x="301" y="7"/>
                      </a:lnTo>
                      <a:lnTo>
                        <a:pt x="308" y="5"/>
                      </a:lnTo>
                      <a:lnTo>
                        <a:pt x="312" y="5"/>
                      </a:lnTo>
                      <a:lnTo>
                        <a:pt x="336" y="0"/>
                      </a:lnTo>
                      <a:lnTo>
                        <a:pt x="338" y="0"/>
                      </a:lnTo>
                      <a:lnTo>
                        <a:pt x="361" y="60"/>
                      </a:lnTo>
                      <a:lnTo>
                        <a:pt x="363" y="60"/>
                      </a:lnTo>
                      <a:lnTo>
                        <a:pt x="374" y="84"/>
                      </a:lnTo>
                      <a:lnTo>
                        <a:pt x="372" y="84"/>
                      </a:lnTo>
                      <a:lnTo>
                        <a:pt x="370" y="84"/>
                      </a:lnTo>
                      <a:lnTo>
                        <a:pt x="370" y="86"/>
                      </a:lnTo>
                      <a:lnTo>
                        <a:pt x="369" y="86"/>
                      </a:lnTo>
                      <a:lnTo>
                        <a:pt x="367" y="86"/>
                      </a:lnTo>
                      <a:lnTo>
                        <a:pt x="367" y="88"/>
                      </a:lnTo>
                      <a:lnTo>
                        <a:pt x="365" y="88"/>
                      </a:lnTo>
                      <a:lnTo>
                        <a:pt x="363" y="88"/>
                      </a:lnTo>
                      <a:lnTo>
                        <a:pt x="361" y="88"/>
                      </a:lnTo>
                      <a:lnTo>
                        <a:pt x="361" y="90"/>
                      </a:lnTo>
                      <a:lnTo>
                        <a:pt x="360" y="90"/>
                      </a:lnTo>
                      <a:lnTo>
                        <a:pt x="358" y="90"/>
                      </a:lnTo>
                      <a:lnTo>
                        <a:pt x="356" y="91"/>
                      </a:lnTo>
                      <a:lnTo>
                        <a:pt x="354" y="91"/>
                      </a:lnTo>
                      <a:lnTo>
                        <a:pt x="352" y="91"/>
                      </a:lnTo>
                      <a:lnTo>
                        <a:pt x="352" y="93"/>
                      </a:lnTo>
                      <a:lnTo>
                        <a:pt x="350" y="93"/>
                      </a:lnTo>
                      <a:lnTo>
                        <a:pt x="350" y="95"/>
                      </a:lnTo>
                      <a:lnTo>
                        <a:pt x="349" y="97"/>
                      </a:lnTo>
                      <a:lnTo>
                        <a:pt x="347" y="97"/>
                      </a:lnTo>
                      <a:lnTo>
                        <a:pt x="347" y="99"/>
                      </a:lnTo>
                      <a:lnTo>
                        <a:pt x="345" y="99"/>
                      </a:lnTo>
                      <a:lnTo>
                        <a:pt x="345" y="101"/>
                      </a:lnTo>
                      <a:lnTo>
                        <a:pt x="345" y="102"/>
                      </a:lnTo>
                      <a:lnTo>
                        <a:pt x="345" y="104"/>
                      </a:lnTo>
                      <a:lnTo>
                        <a:pt x="343" y="104"/>
                      </a:lnTo>
                      <a:lnTo>
                        <a:pt x="343" y="106"/>
                      </a:lnTo>
                      <a:lnTo>
                        <a:pt x="343" y="108"/>
                      </a:lnTo>
                      <a:lnTo>
                        <a:pt x="341" y="108"/>
                      </a:lnTo>
                      <a:lnTo>
                        <a:pt x="343" y="110"/>
                      </a:lnTo>
                      <a:lnTo>
                        <a:pt x="343" y="111"/>
                      </a:lnTo>
                      <a:lnTo>
                        <a:pt x="343" y="113"/>
                      </a:lnTo>
                      <a:lnTo>
                        <a:pt x="345" y="113"/>
                      </a:lnTo>
                      <a:lnTo>
                        <a:pt x="343" y="113"/>
                      </a:lnTo>
                      <a:lnTo>
                        <a:pt x="343" y="115"/>
                      </a:lnTo>
                      <a:lnTo>
                        <a:pt x="345" y="115"/>
                      </a:lnTo>
                      <a:lnTo>
                        <a:pt x="343" y="115"/>
                      </a:lnTo>
                      <a:lnTo>
                        <a:pt x="343" y="117"/>
                      </a:lnTo>
                      <a:lnTo>
                        <a:pt x="345" y="117"/>
                      </a:lnTo>
                      <a:lnTo>
                        <a:pt x="345" y="119"/>
                      </a:lnTo>
                      <a:lnTo>
                        <a:pt x="345" y="121"/>
                      </a:lnTo>
                      <a:lnTo>
                        <a:pt x="343" y="121"/>
                      </a:lnTo>
                      <a:lnTo>
                        <a:pt x="341" y="121"/>
                      </a:lnTo>
                      <a:lnTo>
                        <a:pt x="341" y="122"/>
                      </a:lnTo>
                      <a:lnTo>
                        <a:pt x="339" y="122"/>
                      </a:lnTo>
                      <a:lnTo>
                        <a:pt x="338" y="122"/>
                      </a:lnTo>
                      <a:lnTo>
                        <a:pt x="336" y="124"/>
                      </a:lnTo>
                      <a:lnTo>
                        <a:pt x="334" y="124"/>
                      </a:lnTo>
                      <a:lnTo>
                        <a:pt x="332" y="124"/>
                      </a:lnTo>
                      <a:lnTo>
                        <a:pt x="332" y="126"/>
                      </a:lnTo>
                      <a:lnTo>
                        <a:pt x="330" y="126"/>
                      </a:lnTo>
                      <a:lnTo>
                        <a:pt x="328" y="126"/>
                      </a:lnTo>
                      <a:lnTo>
                        <a:pt x="327" y="128"/>
                      </a:lnTo>
                      <a:lnTo>
                        <a:pt x="325" y="128"/>
                      </a:lnTo>
                      <a:lnTo>
                        <a:pt x="325" y="130"/>
                      </a:lnTo>
                      <a:lnTo>
                        <a:pt x="323" y="130"/>
                      </a:lnTo>
                      <a:lnTo>
                        <a:pt x="325" y="130"/>
                      </a:lnTo>
                      <a:lnTo>
                        <a:pt x="325" y="132"/>
                      </a:lnTo>
                      <a:lnTo>
                        <a:pt x="323" y="132"/>
                      </a:lnTo>
                      <a:lnTo>
                        <a:pt x="321" y="132"/>
                      </a:lnTo>
                      <a:lnTo>
                        <a:pt x="319" y="132"/>
                      </a:lnTo>
                      <a:lnTo>
                        <a:pt x="318" y="132"/>
                      </a:lnTo>
                      <a:lnTo>
                        <a:pt x="318" y="133"/>
                      </a:lnTo>
                      <a:lnTo>
                        <a:pt x="316" y="133"/>
                      </a:lnTo>
                      <a:lnTo>
                        <a:pt x="314" y="133"/>
                      </a:lnTo>
                      <a:lnTo>
                        <a:pt x="314" y="135"/>
                      </a:lnTo>
                      <a:lnTo>
                        <a:pt x="314" y="133"/>
                      </a:lnTo>
                      <a:lnTo>
                        <a:pt x="312" y="135"/>
                      </a:lnTo>
                      <a:lnTo>
                        <a:pt x="310" y="135"/>
                      </a:lnTo>
                      <a:lnTo>
                        <a:pt x="308" y="135"/>
                      </a:lnTo>
                      <a:lnTo>
                        <a:pt x="307" y="137"/>
                      </a:lnTo>
                      <a:lnTo>
                        <a:pt x="305" y="137"/>
                      </a:lnTo>
                      <a:lnTo>
                        <a:pt x="303" y="137"/>
                      </a:lnTo>
                      <a:lnTo>
                        <a:pt x="301" y="137"/>
                      </a:lnTo>
                      <a:lnTo>
                        <a:pt x="301" y="139"/>
                      </a:lnTo>
                      <a:lnTo>
                        <a:pt x="299" y="139"/>
                      </a:lnTo>
                      <a:lnTo>
                        <a:pt x="297" y="139"/>
                      </a:lnTo>
                      <a:lnTo>
                        <a:pt x="296" y="139"/>
                      </a:lnTo>
                      <a:lnTo>
                        <a:pt x="294" y="139"/>
                      </a:lnTo>
                      <a:lnTo>
                        <a:pt x="292" y="141"/>
                      </a:lnTo>
                      <a:lnTo>
                        <a:pt x="290" y="141"/>
                      </a:lnTo>
                      <a:lnTo>
                        <a:pt x="288" y="141"/>
                      </a:lnTo>
                      <a:lnTo>
                        <a:pt x="287" y="141"/>
                      </a:lnTo>
                      <a:lnTo>
                        <a:pt x="285" y="141"/>
                      </a:lnTo>
                      <a:lnTo>
                        <a:pt x="283" y="143"/>
                      </a:lnTo>
                      <a:lnTo>
                        <a:pt x="281" y="143"/>
                      </a:lnTo>
                      <a:lnTo>
                        <a:pt x="279" y="143"/>
                      </a:lnTo>
                      <a:lnTo>
                        <a:pt x="279" y="144"/>
                      </a:lnTo>
                      <a:lnTo>
                        <a:pt x="277" y="144"/>
                      </a:lnTo>
                      <a:lnTo>
                        <a:pt x="277" y="146"/>
                      </a:lnTo>
                      <a:lnTo>
                        <a:pt x="276" y="146"/>
                      </a:lnTo>
                      <a:lnTo>
                        <a:pt x="274" y="146"/>
                      </a:lnTo>
                      <a:lnTo>
                        <a:pt x="272" y="148"/>
                      </a:lnTo>
                      <a:lnTo>
                        <a:pt x="270" y="148"/>
                      </a:lnTo>
                      <a:lnTo>
                        <a:pt x="268" y="148"/>
                      </a:lnTo>
                      <a:lnTo>
                        <a:pt x="268" y="150"/>
                      </a:lnTo>
                      <a:lnTo>
                        <a:pt x="266" y="150"/>
                      </a:lnTo>
                      <a:lnTo>
                        <a:pt x="266" y="148"/>
                      </a:lnTo>
                      <a:lnTo>
                        <a:pt x="265" y="148"/>
                      </a:lnTo>
                      <a:lnTo>
                        <a:pt x="263" y="148"/>
                      </a:lnTo>
                      <a:lnTo>
                        <a:pt x="261" y="148"/>
                      </a:lnTo>
                      <a:lnTo>
                        <a:pt x="261" y="150"/>
                      </a:lnTo>
                      <a:lnTo>
                        <a:pt x="259" y="150"/>
                      </a:lnTo>
                      <a:lnTo>
                        <a:pt x="257" y="150"/>
                      </a:lnTo>
                      <a:lnTo>
                        <a:pt x="255" y="150"/>
                      </a:lnTo>
                      <a:lnTo>
                        <a:pt x="254" y="152"/>
                      </a:lnTo>
                      <a:lnTo>
                        <a:pt x="252" y="152"/>
                      </a:lnTo>
                      <a:lnTo>
                        <a:pt x="250" y="152"/>
                      </a:lnTo>
                      <a:lnTo>
                        <a:pt x="248" y="154"/>
                      </a:lnTo>
                      <a:lnTo>
                        <a:pt x="246" y="154"/>
                      </a:lnTo>
                      <a:lnTo>
                        <a:pt x="245" y="154"/>
                      </a:lnTo>
                      <a:lnTo>
                        <a:pt x="245" y="155"/>
                      </a:lnTo>
                      <a:lnTo>
                        <a:pt x="243" y="155"/>
                      </a:lnTo>
                      <a:lnTo>
                        <a:pt x="241" y="157"/>
                      </a:lnTo>
                      <a:lnTo>
                        <a:pt x="239" y="157"/>
                      </a:lnTo>
                      <a:lnTo>
                        <a:pt x="237" y="159"/>
                      </a:lnTo>
                      <a:lnTo>
                        <a:pt x="235" y="159"/>
                      </a:lnTo>
                      <a:lnTo>
                        <a:pt x="235" y="161"/>
                      </a:lnTo>
                      <a:lnTo>
                        <a:pt x="235" y="159"/>
                      </a:lnTo>
                      <a:lnTo>
                        <a:pt x="234" y="159"/>
                      </a:lnTo>
                      <a:lnTo>
                        <a:pt x="232" y="161"/>
                      </a:lnTo>
                      <a:lnTo>
                        <a:pt x="230" y="163"/>
                      </a:lnTo>
                      <a:lnTo>
                        <a:pt x="230" y="164"/>
                      </a:lnTo>
                      <a:lnTo>
                        <a:pt x="230" y="166"/>
                      </a:lnTo>
                      <a:lnTo>
                        <a:pt x="228" y="166"/>
                      </a:lnTo>
                      <a:lnTo>
                        <a:pt x="230" y="166"/>
                      </a:lnTo>
                      <a:lnTo>
                        <a:pt x="230" y="168"/>
                      </a:lnTo>
                      <a:lnTo>
                        <a:pt x="228" y="168"/>
                      </a:lnTo>
                      <a:lnTo>
                        <a:pt x="226" y="168"/>
                      </a:lnTo>
                      <a:lnTo>
                        <a:pt x="226" y="170"/>
                      </a:lnTo>
                      <a:lnTo>
                        <a:pt x="224" y="170"/>
                      </a:lnTo>
                      <a:lnTo>
                        <a:pt x="224" y="172"/>
                      </a:lnTo>
                      <a:lnTo>
                        <a:pt x="223" y="172"/>
                      </a:lnTo>
                      <a:lnTo>
                        <a:pt x="223" y="174"/>
                      </a:lnTo>
                      <a:lnTo>
                        <a:pt x="221" y="174"/>
                      </a:lnTo>
                      <a:lnTo>
                        <a:pt x="221" y="175"/>
                      </a:lnTo>
                      <a:lnTo>
                        <a:pt x="219" y="175"/>
                      </a:lnTo>
                      <a:lnTo>
                        <a:pt x="219" y="177"/>
                      </a:lnTo>
                      <a:lnTo>
                        <a:pt x="217" y="177"/>
                      </a:lnTo>
                      <a:lnTo>
                        <a:pt x="215" y="177"/>
                      </a:lnTo>
                      <a:lnTo>
                        <a:pt x="214" y="177"/>
                      </a:lnTo>
                      <a:lnTo>
                        <a:pt x="212" y="177"/>
                      </a:lnTo>
                      <a:lnTo>
                        <a:pt x="212" y="179"/>
                      </a:lnTo>
                      <a:lnTo>
                        <a:pt x="210" y="179"/>
                      </a:lnTo>
                      <a:lnTo>
                        <a:pt x="210" y="177"/>
                      </a:lnTo>
                      <a:lnTo>
                        <a:pt x="208" y="177"/>
                      </a:lnTo>
                      <a:lnTo>
                        <a:pt x="206" y="177"/>
                      </a:lnTo>
                      <a:lnTo>
                        <a:pt x="206" y="179"/>
                      </a:lnTo>
                      <a:lnTo>
                        <a:pt x="204" y="179"/>
                      </a:lnTo>
                      <a:lnTo>
                        <a:pt x="203" y="179"/>
                      </a:lnTo>
                      <a:lnTo>
                        <a:pt x="201" y="179"/>
                      </a:lnTo>
                      <a:lnTo>
                        <a:pt x="199" y="179"/>
                      </a:lnTo>
                      <a:lnTo>
                        <a:pt x="199" y="177"/>
                      </a:lnTo>
                      <a:lnTo>
                        <a:pt x="197" y="177"/>
                      </a:lnTo>
                      <a:lnTo>
                        <a:pt x="195" y="177"/>
                      </a:lnTo>
                      <a:lnTo>
                        <a:pt x="193" y="177"/>
                      </a:lnTo>
                      <a:lnTo>
                        <a:pt x="192" y="177"/>
                      </a:lnTo>
                      <a:lnTo>
                        <a:pt x="190" y="177"/>
                      </a:lnTo>
                      <a:lnTo>
                        <a:pt x="190" y="179"/>
                      </a:lnTo>
                      <a:lnTo>
                        <a:pt x="188" y="179"/>
                      </a:lnTo>
                      <a:lnTo>
                        <a:pt x="188" y="181"/>
                      </a:lnTo>
                      <a:lnTo>
                        <a:pt x="186" y="181"/>
                      </a:lnTo>
                      <a:lnTo>
                        <a:pt x="184" y="181"/>
                      </a:lnTo>
                      <a:lnTo>
                        <a:pt x="182" y="181"/>
                      </a:lnTo>
                      <a:lnTo>
                        <a:pt x="182" y="183"/>
                      </a:lnTo>
                      <a:lnTo>
                        <a:pt x="181" y="183"/>
                      </a:lnTo>
                      <a:lnTo>
                        <a:pt x="181" y="185"/>
                      </a:lnTo>
                      <a:lnTo>
                        <a:pt x="179" y="185"/>
                      </a:lnTo>
                      <a:lnTo>
                        <a:pt x="179" y="186"/>
                      </a:lnTo>
                      <a:lnTo>
                        <a:pt x="177" y="186"/>
                      </a:lnTo>
                      <a:lnTo>
                        <a:pt x="177" y="188"/>
                      </a:lnTo>
                      <a:lnTo>
                        <a:pt x="175" y="188"/>
                      </a:lnTo>
                      <a:lnTo>
                        <a:pt x="175" y="190"/>
                      </a:lnTo>
                      <a:lnTo>
                        <a:pt x="173" y="190"/>
                      </a:lnTo>
                      <a:lnTo>
                        <a:pt x="172" y="190"/>
                      </a:lnTo>
                      <a:lnTo>
                        <a:pt x="172" y="192"/>
                      </a:lnTo>
                      <a:lnTo>
                        <a:pt x="170" y="192"/>
                      </a:lnTo>
                      <a:lnTo>
                        <a:pt x="168" y="192"/>
                      </a:lnTo>
                      <a:lnTo>
                        <a:pt x="166" y="192"/>
                      </a:lnTo>
                      <a:lnTo>
                        <a:pt x="166" y="194"/>
                      </a:lnTo>
                      <a:lnTo>
                        <a:pt x="164" y="194"/>
                      </a:lnTo>
                      <a:lnTo>
                        <a:pt x="162" y="194"/>
                      </a:lnTo>
                      <a:lnTo>
                        <a:pt x="161" y="194"/>
                      </a:lnTo>
                      <a:lnTo>
                        <a:pt x="159" y="194"/>
                      </a:lnTo>
                      <a:lnTo>
                        <a:pt x="157" y="194"/>
                      </a:lnTo>
                      <a:lnTo>
                        <a:pt x="157" y="196"/>
                      </a:lnTo>
                      <a:lnTo>
                        <a:pt x="155" y="196"/>
                      </a:lnTo>
                      <a:lnTo>
                        <a:pt x="153" y="196"/>
                      </a:lnTo>
                      <a:lnTo>
                        <a:pt x="153" y="197"/>
                      </a:lnTo>
                      <a:lnTo>
                        <a:pt x="151" y="197"/>
                      </a:lnTo>
                      <a:lnTo>
                        <a:pt x="150" y="197"/>
                      </a:lnTo>
                      <a:lnTo>
                        <a:pt x="150" y="199"/>
                      </a:lnTo>
                      <a:lnTo>
                        <a:pt x="148" y="199"/>
                      </a:lnTo>
                      <a:lnTo>
                        <a:pt x="146" y="199"/>
                      </a:lnTo>
                      <a:lnTo>
                        <a:pt x="144" y="199"/>
                      </a:lnTo>
                      <a:lnTo>
                        <a:pt x="142" y="199"/>
                      </a:lnTo>
                      <a:lnTo>
                        <a:pt x="141" y="199"/>
                      </a:lnTo>
                      <a:lnTo>
                        <a:pt x="139" y="199"/>
                      </a:lnTo>
                      <a:lnTo>
                        <a:pt x="137" y="199"/>
                      </a:lnTo>
                      <a:lnTo>
                        <a:pt x="135" y="199"/>
                      </a:lnTo>
                      <a:lnTo>
                        <a:pt x="133" y="199"/>
                      </a:lnTo>
                      <a:lnTo>
                        <a:pt x="131" y="199"/>
                      </a:lnTo>
                      <a:lnTo>
                        <a:pt x="130" y="199"/>
                      </a:lnTo>
                      <a:lnTo>
                        <a:pt x="128" y="199"/>
                      </a:lnTo>
                      <a:lnTo>
                        <a:pt x="126" y="199"/>
                      </a:lnTo>
                      <a:lnTo>
                        <a:pt x="124" y="199"/>
                      </a:lnTo>
                      <a:lnTo>
                        <a:pt x="122" y="199"/>
                      </a:lnTo>
                      <a:lnTo>
                        <a:pt x="120" y="199"/>
                      </a:lnTo>
                      <a:lnTo>
                        <a:pt x="119" y="199"/>
                      </a:lnTo>
                      <a:lnTo>
                        <a:pt x="119" y="201"/>
                      </a:lnTo>
                      <a:lnTo>
                        <a:pt x="117" y="201"/>
                      </a:lnTo>
                      <a:lnTo>
                        <a:pt x="115" y="201"/>
                      </a:lnTo>
                      <a:lnTo>
                        <a:pt x="113" y="201"/>
                      </a:lnTo>
                      <a:lnTo>
                        <a:pt x="111" y="201"/>
                      </a:lnTo>
                      <a:lnTo>
                        <a:pt x="109" y="201"/>
                      </a:lnTo>
                      <a:lnTo>
                        <a:pt x="109" y="203"/>
                      </a:lnTo>
                      <a:lnTo>
                        <a:pt x="108" y="203"/>
                      </a:lnTo>
                      <a:lnTo>
                        <a:pt x="108" y="205"/>
                      </a:lnTo>
                      <a:lnTo>
                        <a:pt x="106" y="205"/>
                      </a:lnTo>
                      <a:lnTo>
                        <a:pt x="106" y="207"/>
                      </a:lnTo>
                      <a:lnTo>
                        <a:pt x="104" y="207"/>
                      </a:lnTo>
                      <a:lnTo>
                        <a:pt x="104" y="208"/>
                      </a:lnTo>
                      <a:lnTo>
                        <a:pt x="102" y="210"/>
                      </a:lnTo>
                      <a:lnTo>
                        <a:pt x="100" y="212"/>
                      </a:lnTo>
                      <a:lnTo>
                        <a:pt x="99" y="212"/>
                      </a:lnTo>
                      <a:lnTo>
                        <a:pt x="97" y="214"/>
                      </a:lnTo>
                      <a:lnTo>
                        <a:pt x="95" y="214"/>
                      </a:lnTo>
                      <a:lnTo>
                        <a:pt x="93" y="214"/>
                      </a:lnTo>
                      <a:lnTo>
                        <a:pt x="91" y="216"/>
                      </a:lnTo>
                      <a:lnTo>
                        <a:pt x="89" y="216"/>
                      </a:lnTo>
                      <a:lnTo>
                        <a:pt x="89" y="217"/>
                      </a:lnTo>
                      <a:lnTo>
                        <a:pt x="89" y="219"/>
                      </a:lnTo>
                      <a:lnTo>
                        <a:pt x="88" y="219"/>
                      </a:lnTo>
                      <a:lnTo>
                        <a:pt x="88" y="221"/>
                      </a:lnTo>
                      <a:lnTo>
                        <a:pt x="88" y="223"/>
                      </a:lnTo>
                      <a:lnTo>
                        <a:pt x="86" y="223"/>
                      </a:lnTo>
                      <a:lnTo>
                        <a:pt x="86" y="221"/>
                      </a:lnTo>
                      <a:lnTo>
                        <a:pt x="88" y="221"/>
                      </a:lnTo>
                      <a:lnTo>
                        <a:pt x="88" y="219"/>
                      </a:lnTo>
                      <a:lnTo>
                        <a:pt x="88" y="221"/>
                      </a:lnTo>
                      <a:lnTo>
                        <a:pt x="88" y="219"/>
                      </a:lnTo>
                      <a:lnTo>
                        <a:pt x="86" y="219"/>
                      </a:lnTo>
                      <a:lnTo>
                        <a:pt x="86" y="221"/>
                      </a:lnTo>
                      <a:lnTo>
                        <a:pt x="84" y="221"/>
                      </a:lnTo>
                      <a:lnTo>
                        <a:pt x="82" y="221"/>
                      </a:lnTo>
                      <a:lnTo>
                        <a:pt x="82" y="223"/>
                      </a:lnTo>
                      <a:lnTo>
                        <a:pt x="82" y="221"/>
                      </a:lnTo>
                      <a:lnTo>
                        <a:pt x="80" y="221"/>
                      </a:lnTo>
                      <a:lnTo>
                        <a:pt x="80" y="223"/>
                      </a:lnTo>
                      <a:lnTo>
                        <a:pt x="82" y="223"/>
                      </a:lnTo>
                      <a:lnTo>
                        <a:pt x="84" y="223"/>
                      </a:lnTo>
                      <a:lnTo>
                        <a:pt x="82" y="223"/>
                      </a:lnTo>
                      <a:lnTo>
                        <a:pt x="82" y="225"/>
                      </a:lnTo>
                      <a:lnTo>
                        <a:pt x="80" y="225"/>
                      </a:lnTo>
                      <a:lnTo>
                        <a:pt x="80" y="223"/>
                      </a:lnTo>
                      <a:lnTo>
                        <a:pt x="78" y="223"/>
                      </a:lnTo>
                      <a:lnTo>
                        <a:pt x="77" y="223"/>
                      </a:lnTo>
                      <a:lnTo>
                        <a:pt x="77" y="221"/>
                      </a:lnTo>
                      <a:lnTo>
                        <a:pt x="75" y="221"/>
                      </a:lnTo>
                      <a:lnTo>
                        <a:pt x="73" y="221"/>
                      </a:lnTo>
                      <a:lnTo>
                        <a:pt x="71" y="221"/>
                      </a:lnTo>
                      <a:lnTo>
                        <a:pt x="69" y="221"/>
                      </a:lnTo>
                      <a:lnTo>
                        <a:pt x="69" y="223"/>
                      </a:lnTo>
                      <a:lnTo>
                        <a:pt x="67" y="223"/>
                      </a:lnTo>
                      <a:lnTo>
                        <a:pt x="67" y="225"/>
                      </a:lnTo>
                      <a:lnTo>
                        <a:pt x="66" y="225"/>
                      </a:lnTo>
                      <a:lnTo>
                        <a:pt x="66" y="227"/>
                      </a:lnTo>
                      <a:lnTo>
                        <a:pt x="64" y="227"/>
                      </a:lnTo>
                      <a:lnTo>
                        <a:pt x="62" y="227"/>
                      </a:lnTo>
                      <a:lnTo>
                        <a:pt x="60" y="228"/>
                      </a:lnTo>
                      <a:lnTo>
                        <a:pt x="58" y="228"/>
                      </a:lnTo>
                      <a:lnTo>
                        <a:pt x="57" y="228"/>
                      </a:lnTo>
                      <a:lnTo>
                        <a:pt x="55" y="228"/>
                      </a:lnTo>
                      <a:lnTo>
                        <a:pt x="57" y="228"/>
                      </a:lnTo>
                      <a:lnTo>
                        <a:pt x="58" y="228"/>
                      </a:lnTo>
                      <a:lnTo>
                        <a:pt x="58" y="227"/>
                      </a:lnTo>
                      <a:lnTo>
                        <a:pt x="57" y="227"/>
                      </a:lnTo>
                      <a:lnTo>
                        <a:pt x="55" y="227"/>
                      </a:lnTo>
                      <a:lnTo>
                        <a:pt x="55" y="228"/>
                      </a:lnTo>
                      <a:lnTo>
                        <a:pt x="53" y="228"/>
                      </a:lnTo>
                      <a:lnTo>
                        <a:pt x="51" y="228"/>
                      </a:lnTo>
                      <a:lnTo>
                        <a:pt x="49" y="228"/>
                      </a:lnTo>
                      <a:lnTo>
                        <a:pt x="47" y="228"/>
                      </a:lnTo>
                      <a:lnTo>
                        <a:pt x="47" y="227"/>
                      </a:lnTo>
                      <a:lnTo>
                        <a:pt x="46" y="227"/>
                      </a:lnTo>
                      <a:lnTo>
                        <a:pt x="44" y="227"/>
                      </a:lnTo>
                      <a:lnTo>
                        <a:pt x="44" y="225"/>
                      </a:lnTo>
                      <a:lnTo>
                        <a:pt x="42" y="225"/>
                      </a:lnTo>
                      <a:lnTo>
                        <a:pt x="40" y="225"/>
                      </a:lnTo>
                      <a:lnTo>
                        <a:pt x="38" y="225"/>
                      </a:lnTo>
                      <a:lnTo>
                        <a:pt x="36" y="223"/>
                      </a:lnTo>
                      <a:lnTo>
                        <a:pt x="35" y="223"/>
                      </a:lnTo>
                      <a:lnTo>
                        <a:pt x="35" y="225"/>
                      </a:lnTo>
                      <a:lnTo>
                        <a:pt x="35" y="227"/>
                      </a:lnTo>
                      <a:lnTo>
                        <a:pt x="33" y="227"/>
                      </a:lnTo>
                      <a:lnTo>
                        <a:pt x="33" y="225"/>
                      </a:lnTo>
                      <a:lnTo>
                        <a:pt x="33" y="227"/>
                      </a:lnTo>
                      <a:lnTo>
                        <a:pt x="31" y="227"/>
                      </a:lnTo>
                      <a:lnTo>
                        <a:pt x="31" y="225"/>
                      </a:lnTo>
                      <a:lnTo>
                        <a:pt x="33" y="225"/>
                      </a:lnTo>
                      <a:lnTo>
                        <a:pt x="31" y="225"/>
                      </a:lnTo>
                      <a:lnTo>
                        <a:pt x="33" y="223"/>
                      </a:lnTo>
                      <a:lnTo>
                        <a:pt x="31" y="223"/>
                      </a:lnTo>
                      <a:lnTo>
                        <a:pt x="33" y="223"/>
                      </a:lnTo>
                      <a:lnTo>
                        <a:pt x="33" y="221"/>
                      </a:lnTo>
                      <a:lnTo>
                        <a:pt x="33" y="219"/>
                      </a:lnTo>
                      <a:lnTo>
                        <a:pt x="31" y="219"/>
                      </a:lnTo>
                      <a:lnTo>
                        <a:pt x="31" y="217"/>
                      </a:lnTo>
                      <a:lnTo>
                        <a:pt x="29" y="217"/>
                      </a:lnTo>
                      <a:lnTo>
                        <a:pt x="29" y="216"/>
                      </a:lnTo>
                      <a:lnTo>
                        <a:pt x="29" y="217"/>
                      </a:lnTo>
                      <a:lnTo>
                        <a:pt x="29" y="216"/>
                      </a:lnTo>
                      <a:lnTo>
                        <a:pt x="29" y="214"/>
                      </a:lnTo>
                      <a:lnTo>
                        <a:pt x="27" y="212"/>
                      </a:lnTo>
                      <a:lnTo>
                        <a:pt x="26" y="210"/>
                      </a:lnTo>
                      <a:lnTo>
                        <a:pt x="26" y="208"/>
                      </a:lnTo>
                      <a:lnTo>
                        <a:pt x="24" y="207"/>
                      </a:lnTo>
                      <a:lnTo>
                        <a:pt x="24" y="205"/>
                      </a:lnTo>
                      <a:lnTo>
                        <a:pt x="24" y="203"/>
                      </a:lnTo>
                      <a:lnTo>
                        <a:pt x="24" y="205"/>
                      </a:lnTo>
                      <a:lnTo>
                        <a:pt x="24" y="203"/>
                      </a:lnTo>
                      <a:lnTo>
                        <a:pt x="24" y="201"/>
                      </a:lnTo>
                      <a:lnTo>
                        <a:pt x="24" y="199"/>
                      </a:lnTo>
                      <a:lnTo>
                        <a:pt x="24" y="197"/>
                      </a:lnTo>
                      <a:lnTo>
                        <a:pt x="24" y="196"/>
                      </a:lnTo>
                      <a:lnTo>
                        <a:pt x="26" y="196"/>
                      </a:lnTo>
                      <a:lnTo>
                        <a:pt x="26" y="194"/>
                      </a:lnTo>
                      <a:lnTo>
                        <a:pt x="26" y="192"/>
                      </a:lnTo>
                      <a:lnTo>
                        <a:pt x="26" y="190"/>
                      </a:lnTo>
                      <a:lnTo>
                        <a:pt x="26" y="188"/>
                      </a:lnTo>
                      <a:lnTo>
                        <a:pt x="24" y="188"/>
                      </a:lnTo>
                      <a:lnTo>
                        <a:pt x="24" y="186"/>
                      </a:lnTo>
                      <a:lnTo>
                        <a:pt x="24" y="185"/>
                      </a:lnTo>
                      <a:lnTo>
                        <a:pt x="24" y="183"/>
                      </a:lnTo>
                      <a:lnTo>
                        <a:pt x="22" y="183"/>
                      </a:lnTo>
                      <a:lnTo>
                        <a:pt x="22" y="181"/>
                      </a:lnTo>
                      <a:lnTo>
                        <a:pt x="20" y="181"/>
                      </a:lnTo>
                      <a:lnTo>
                        <a:pt x="20" y="179"/>
                      </a:lnTo>
                      <a:lnTo>
                        <a:pt x="20" y="177"/>
                      </a:lnTo>
                      <a:lnTo>
                        <a:pt x="18" y="177"/>
                      </a:lnTo>
                      <a:lnTo>
                        <a:pt x="18" y="175"/>
                      </a:lnTo>
                      <a:lnTo>
                        <a:pt x="18" y="174"/>
                      </a:lnTo>
                      <a:lnTo>
                        <a:pt x="18" y="172"/>
                      </a:lnTo>
                      <a:lnTo>
                        <a:pt x="18" y="170"/>
                      </a:lnTo>
                      <a:lnTo>
                        <a:pt x="16" y="170"/>
                      </a:lnTo>
                      <a:lnTo>
                        <a:pt x="16" y="168"/>
                      </a:lnTo>
                      <a:lnTo>
                        <a:pt x="16" y="166"/>
                      </a:lnTo>
                      <a:lnTo>
                        <a:pt x="15" y="164"/>
                      </a:lnTo>
                      <a:lnTo>
                        <a:pt x="15" y="163"/>
                      </a:lnTo>
                      <a:lnTo>
                        <a:pt x="15" y="161"/>
                      </a:lnTo>
                      <a:lnTo>
                        <a:pt x="15" y="159"/>
                      </a:lnTo>
                      <a:lnTo>
                        <a:pt x="13" y="159"/>
                      </a:lnTo>
                      <a:lnTo>
                        <a:pt x="13" y="157"/>
                      </a:lnTo>
                      <a:lnTo>
                        <a:pt x="13" y="159"/>
                      </a:lnTo>
                      <a:lnTo>
                        <a:pt x="15" y="159"/>
                      </a:lnTo>
                      <a:lnTo>
                        <a:pt x="15" y="161"/>
                      </a:lnTo>
                      <a:lnTo>
                        <a:pt x="15" y="163"/>
                      </a:lnTo>
                      <a:lnTo>
                        <a:pt x="16" y="163"/>
                      </a:lnTo>
                      <a:lnTo>
                        <a:pt x="15" y="163"/>
                      </a:lnTo>
                      <a:lnTo>
                        <a:pt x="16" y="163"/>
                      </a:lnTo>
                      <a:lnTo>
                        <a:pt x="15" y="163"/>
                      </a:lnTo>
                      <a:lnTo>
                        <a:pt x="15" y="161"/>
                      </a:lnTo>
                      <a:lnTo>
                        <a:pt x="16" y="161"/>
                      </a:lnTo>
                      <a:lnTo>
                        <a:pt x="15" y="161"/>
                      </a:lnTo>
                      <a:lnTo>
                        <a:pt x="15" y="159"/>
                      </a:lnTo>
                      <a:lnTo>
                        <a:pt x="15" y="157"/>
                      </a:lnTo>
                      <a:lnTo>
                        <a:pt x="15" y="155"/>
                      </a:lnTo>
                      <a:lnTo>
                        <a:pt x="15" y="154"/>
                      </a:lnTo>
                      <a:lnTo>
                        <a:pt x="13" y="154"/>
                      </a:lnTo>
                      <a:lnTo>
                        <a:pt x="13" y="152"/>
                      </a:lnTo>
                      <a:lnTo>
                        <a:pt x="13" y="150"/>
                      </a:lnTo>
                      <a:lnTo>
                        <a:pt x="13" y="148"/>
                      </a:lnTo>
                      <a:lnTo>
                        <a:pt x="11" y="148"/>
                      </a:lnTo>
                      <a:lnTo>
                        <a:pt x="11" y="146"/>
                      </a:lnTo>
                      <a:lnTo>
                        <a:pt x="11" y="148"/>
                      </a:lnTo>
                      <a:lnTo>
                        <a:pt x="13" y="148"/>
                      </a:lnTo>
                      <a:lnTo>
                        <a:pt x="11" y="148"/>
                      </a:lnTo>
                      <a:lnTo>
                        <a:pt x="13" y="148"/>
                      </a:lnTo>
                      <a:lnTo>
                        <a:pt x="13" y="150"/>
                      </a:lnTo>
                      <a:lnTo>
                        <a:pt x="13" y="148"/>
                      </a:lnTo>
                      <a:lnTo>
                        <a:pt x="13" y="146"/>
                      </a:lnTo>
                      <a:lnTo>
                        <a:pt x="13" y="148"/>
                      </a:lnTo>
                      <a:lnTo>
                        <a:pt x="13" y="146"/>
                      </a:lnTo>
                      <a:lnTo>
                        <a:pt x="13" y="144"/>
                      </a:lnTo>
                      <a:lnTo>
                        <a:pt x="13" y="146"/>
                      </a:lnTo>
                      <a:lnTo>
                        <a:pt x="13" y="144"/>
                      </a:lnTo>
                      <a:lnTo>
                        <a:pt x="13" y="143"/>
                      </a:lnTo>
                      <a:lnTo>
                        <a:pt x="11" y="143"/>
                      </a:lnTo>
                      <a:lnTo>
                        <a:pt x="11" y="141"/>
                      </a:lnTo>
                      <a:lnTo>
                        <a:pt x="9" y="141"/>
                      </a:lnTo>
                      <a:lnTo>
                        <a:pt x="11" y="139"/>
                      </a:lnTo>
                      <a:lnTo>
                        <a:pt x="9" y="139"/>
                      </a:lnTo>
                      <a:lnTo>
                        <a:pt x="9" y="137"/>
                      </a:lnTo>
                      <a:lnTo>
                        <a:pt x="7" y="137"/>
                      </a:lnTo>
                      <a:lnTo>
                        <a:pt x="7" y="135"/>
                      </a:lnTo>
                      <a:lnTo>
                        <a:pt x="5" y="135"/>
                      </a:lnTo>
                      <a:lnTo>
                        <a:pt x="4" y="135"/>
                      </a:lnTo>
                      <a:lnTo>
                        <a:pt x="4" y="137"/>
                      </a:lnTo>
                      <a:lnTo>
                        <a:pt x="2" y="137"/>
                      </a:lnTo>
                      <a:lnTo>
                        <a:pt x="2" y="135"/>
                      </a:lnTo>
                      <a:lnTo>
                        <a:pt x="0" y="135"/>
                      </a:lnTo>
                      <a:lnTo>
                        <a:pt x="0" y="133"/>
                      </a:lnTo>
                      <a:lnTo>
                        <a:pt x="0" y="135"/>
                      </a:lnTo>
                      <a:lnTo>
                        <a:pt x="0" y="133"/>
                      </a:lnTo>
                      <a:lnTo>
                        <a:pt x="2" y="133"/>
                      </a:lnTo>
                      <a:lnTo>
                        <a:pt x="2" y="135"/>
                      </a:lnTo>
                      <a:lnTo>
                        <a:pt x="4" y="135"/>
                      </a:lnTo>
                      <a:lnTo>
                        <a:pt x="4" y="133"/>
                      </a:lnTo>
                      <a:lnTo>
                        <a:pt x="4" y="132"/>
                      </a:lnTo>
                      <a:lnTo>
                        <a:pt x="4" y="130"/>
                      </a:lnTo>
                      <a:lnTo>
                        <a:pt x="4" y="132"/>
                      </a:lnTo>
                      <a:lnTo>
                        <a:pt x="5" y="132"/>
                      </a:lnTo>
                      <a:lnTo>
                        <a:pt x="5" y="133"/>
                      </a:lnTo>
                      <a:lnTo>
                        <a:pt x="7" y="133"/>
                      </a:lnTo>
                      <a:lnTo>
                        <a:pt x="7" y="135"/>
                      </a:lnTo>
                      <a:lnTo>
                        <a:pt x="7" y="133"/>
                      </a:lnTo>
                      <a:lnTo>
                        <a:pt x="7" y="135"/>
                      </a:lnTo>
                      <a:lnTo>
                        <a:pt x="7" y="133"/>
                      </a:lnTo>
                      <a:lnTo>
                        <a:pt x="7" y="132"/>
                      </a:lnTo>
                      <a:lnTo>
                        <a:pt x="7" y="130"/>
                      </a:lnTo>
                      <a:lnTo>
                        <a:pt x="7" y="128"/>
                      </a:lnTo>
                      <a:lnTo>
                        <a:pt x="5" y="128"/>
                      </a:lnTo>
                      <a:lnTo>
                        <a:pt x="7" y="128"/>
                      </a:lnTo>
                      <a:lnTo>
                        <a:pt x="7" y="126"/>
                      </a:lnTo>
                      <a:lnTo>
                        <a:pt x="5" y="124"/>
                      </a:lnTo>
                      <a:lnTo>
                        <a:pt x="5" y="122"/>
                      </a:lnTo>
                      <a:lnTo>
                        <a:pt x="5" y="124"/>
                      </a:lnTo>
                      <a:lnTo>
                        <a:pt x="5" y="122"/>
                      </a:lnTo>
                      <a:lnTo>
                        <a:pt x="5" y="124"/>
                      </a:lnTo>
                      <a:lnTo>
                        <a:pt x="4" y="122"/>
                      </a:lnTo>
                      <a:lnTo>
                        <a:pt x="5" y="122"/>
                      </a:lnTo>
                      <a:lnTo>
                        <a:pt x="5" y="121"/>
                      </a:lnTo>
                      <a:lnTo>
                        <a:pt x="4" y="121"/>
                      </a:lnTo>
                      <a:lnTo>
                        <a:pt x="4" y="119"/>
                      </a:lnTo>
                      <a:lnTo>
                        <a:pt x="4" y="117"/>
                      </a:lnTo>
                      <a:lnTo>
                        <a:pt x="5" y="117"/>
                      </a:lnTo>
                      <a:lnTo>
                        <a:pt x="4" y="117"/>
                      </a:lnTo>
                      <a:lnTo>
                        <a:pt x="5" y="117"/>
                      </a:lnTo>
                      <a:lnTo>
                        <a:pt x="5" y="115"/>
                      </a:lnTo>
                      <a:lnTo>
                        <a:pt x="5" y="113"/>
                      </a:lnTo>
                      <a:lnTo>
                        <a:pt x="5" y="115"/>
                      </a:lnTo>
                      <a:lnTo>
                        <a:pt x="7" y="115"/>
                      </a:lnTo>
                      <a:lnTo>
                        <a:pt x="7" y="113"/>
                      </a:lnTo>
                      <a:lnTo>
                        <a:pt x="5" y="113"/>
                      </a:lnTo>
                      <a:lnTo>
                        <a:pt x="7" y="113"/>
                      </a:lnTo>
                      <a:lnTo>
                        <a:pt x="7" y="111"/>
                      </a:lnTo>
                      <a:lnTo>
                        <a:pt x="9" y="111"/>
                      </a:lnTo>
                      <a:lnTo>
                        <a:pt x="7" y="111"/>
                      </a:lnTo>
                      <a:lnTo>
                        <a:pt x="9" y="111"/>
                      </a:lnTo>
                      <a:lnTo>
                        <a:pt x="9" y="110"/>
                      </a:lnTo>
                      <a:lnTo>
                        <a:pt x="9" y="108"/>
                      </a:lnTo>
                      <a:lnTo>
                        <a:pt x="9" y="106"/>
                      </a:lnTo>
                      <a:lnTo>
                        <a:pt x="9" y="104"/>
                      </a:lnTo>
                      <a:lnTo>
                        <a:pt x="9" y="102"/>
                      </a:lnTo>
                      <a:lnTo>
                        <a:pt x="9" y="101"/>
                      </a:lnTo>
                      <a:lnTo>
                        <a:pt x="9" y="99"/>
                      </a:lnTo>
                      <a:lnTo>
                        <a:pt x="7" y="99"/>
                      </a:lnTo>
                      <a:lnTo>
                        <a:pt x="9" y="99"/>
                      </a:lnTo>
                      <a:lnTo>
                        <a:pt x="7" y="99"/>
                      </a:lnTo>
                      <a:lnTo>
                        <a:pt x="7" y="97"/>
                      </a:lnTo>
                      <a:lnTo>
                        <a:pt x="7" y="95"/>
                      </a:lnTo>
                      <a:lnTo>
                        <a:pt x="7" y="93"/>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6" name="Freeform 132">
                  <a:extLst>
                    <a:ext uri="{FF2B5EF4-FFF2-40B4-BE49-F238E27FC236}">
                      <a16:creationId xmlns:a16="http://schemas.microsoft.com/office/drawing/2014/main" id="{9BEF8D8F-223B-CB21-1E18-4F7F8323504F}"/>
                    </a:ext>
                  </a:extLst>
                </p:cNvPr>
                <p:cNvSpPr>
                  <a:spLocks noEditPoints="1"/>
                </p:cNvSpPr>
                <p:nvPr/>
              </p:nvSpPr>
              <p:spPr bwMode="auto">
                <a:xfrm>
                  <a:off x="1857277" y="3995367"/>
                  <a:ext cx="421082" cy="240360"/>
                </a:xfrm>
                <a:custGeom>
                  <a:avLst/>
                  <a:gdLst>
                    <a:gd name="T0" fmla="*/ 58 w 233"/>
                    <a:gd name="T1" fmla="*/ 132 h 133"/>
                    <a:gd name="T2" fmla="*/ 58 w 233"/>
                    <a:gd name="T3" fmla="*/ 132 h 133"/>
                    <a:gd name="T4" fmla="*/ 104 w 233"/>
                    <a:gd name="T5" fmla="*/ 130 h 133"/>
                    <a:gd name="T6" fmla="*/ 32 w 233"/>
                    <a:gd name="T7" fmla="*/ 99 h 133"/>
                    <a:gd name="T8" fmla="*/ 34 w 233"/>
                    <a:gd name="T9" fmla="*/ 93 h 133"/>
                    <a:gd name="T10" fmla="*/ 34 w 233"/>
                    <a:gd name="T11" fmla="*/ 93 h 133"/>
                    <a:gd name="T12" fmla="*/ 32 w 233"/>
                    <a:gd name="T13" fmla="*/ 93 h 133"/>
                    <a:gd name="T14" fmla="*/ 31 w 233"/>
                    <a:gd name="T15" fmla="*/ 95 h 133"/>
                    <a:gd name="T16" fmla="*/ 32 w 233"/>
                    <a:gd name="T17" fmla="*/ 93 h 133"/>
                    <a:gd name="T18" fmla="*/ 34 w 233"/>
                    <a:gd name="T19" fmla="*/ 88 h 133"/>
                    <a:gd name="T20" fmla="*/ 233 w 233"/>
                    <a:gd name="T21" fmla="*/ 84 h 133"/>
                    <a:gd name="T22" fmla="*/ 34 w 233"/>
                    <a:gd name="T23" fmla="*/ 82 h 133"/>
                    <a:gd name="T24" fmla="*/ 34 w 233"/>
                    <a:gd name="T25" fmla="*/ 86 h 133"/>
                    <a:gd name="T26" fmla="*/ 34 w 233"/>
                    <a:gd name="T27" fmla="*/ 86 h 133"/>
                    <a:gd name="T28" fmla="*/ 32 w 233"/>
                    <a:gd name="T29" fmla="*/ 84 h 133"/>
                    <a:gd name="T30" fmla="*/ 31 w 233"/>
                    <a:gd name="T31" fmla="*/ 82 h 133"/>
                    <a:gd name="T32" fmla="*/ 38 w 233"/>
                    <a:gd name="T33" fmla="*/ 62 h 133"/>
                    <a:gd name="T34" fmla="*/ 38 w 233"/>
                    <a:gd name="T35" fmla="*/ 62 h 133"/>
                    <a:gd name="T36" fmla="*/ 40 w 233"/>
                    <a:gd name="T37" fmla="*/ 53 h 133"/>
                    <a:gd name="T38" fmla="*/ 12 w 233"/>
                    <a:gd name="T39" fmla="*/ 46 h 133"/>
                    <a:gd name="T40" fmla="*/ 11 w 233"/>
                    <a:gd name="T41" fmla="*/ 44 h 133"/>
                    <a:gd name="T42" fmla="*/ 32 w 233"/>
                    <a:gd name="T43" fmla="*/ 38 h 133"/>
                    <a:gd name="T44" fmla="*/ 29 w 233"/>
                    <a:gd name="T45" fmla="*/ 33 h 133"/>
                    <a:gd name="T46" fmla="*/ 29 w 233"/>
                    <a:gd name="T47" fmla="*/ 33 h 133"/>
                    <a:gd name="T48" fmla="*/ 27 w 233"/>
                    <a:gd name="T49" fmla="*/ 38 h 133"/>
                    <a:gd name="T50" fmla="*/ 27 w 233"/>
                    <a:gd name="T51" fmla="*/ 35 h 133"/>
                    <a:gd name="T52" fmla="*/ 27 w 233"/>
                    <a:gd name="T53" fmla="*/ 33 h 133"/>
                    <a:gd name="T54" fmla="*/ 25 w 233"/>
                    <a:gd name="T55" fmla="*/ 31 h 133"/>
                    <a:gd name="T56" fmla="*/ 23 w 233"/>
                    <a:gd name="T57" fmla="*/ 29 h 133"/>
                    <a:gd name="T58" fmla="*/ 20 w 233"/>
                    <a:gd name="T59" fmla="*/ 29 h 133"/>
                    <a:gd name="T60" fmla="*/ 20 w 233"/>
                    <a:gd name="T61" fmla="*/ 29 h 133"/>
                    <a:gd name="T62" fmla="*/ 0 w 233"/>
                    <a:gd name="T63" fmla="*/ 27 h 133"/>
                    <a:gd name="T64" fmla="*/ 25 w 233"/>
                    <a:gd name="T65" fmla="*/ 27 h 133"/>
                    <a:gd name="T66" fmla="*/ 29 w 233"/>
                    <a:gd name="T67" fmla="*/ 24 h 133"/>
                    <a:gd name="T68" fmla="*/ 27 w 233"/>
                    <a:gd name="T69" fmla="*/ 22 h 133"/>
                    <a:gd name="T70" fmla="*/ 16 w 233"/>
                    <a:gd name="T71" fmla="*/ 24 h 133"/>
                    <a:gd name="T72" fmla="*/ 25 w 233"/>
                    <a:gd name="T73" fmla="*/ 22 h 133"/>
                    <a:gd name="T74" fmla="*/ 20 w 233"/>
                    <a:gd name="T75" fmla="*/ 22 h 133"/>
                    <a:gd name="T76" fmla="*/ 29 w 233"/>
                    <a:gd name="T77" fmla="*/ 22 h 133"/>
                    <a:gd name="T78" fmla="*/ 29 w 233"/>
                    <a:gd name="T79" fmla="*/ 22 h 133"/>
                    <a:gd name="T80" fmla="*/ 27 w 233"/>
                    <a:gd name="T81" fmla="*/ 16 h 133"/>
                    <a:gd name="T82" fmla="*/ 21 w 233"/>
                    <a:gd name="T83" fmla="*/ 7 h 133"/>
                    <a:gd name="T84" fmla="*/ 20 w 233"/>
                    <a:gd name="T85" fmla="*/ 6 h 133"/>
                    <a:gd name="T86" fmla="*/ 25 w 233"/>
                    <a:gd name="T87" fmla="*/ 4 h 133"/>
                    <a:gd name="T88" fmla="*/ 18 w 233"/>
                    <a:gd name="T89" fmla="*/ 2 h 133"/>
                    <a:gd name="T90" fmla="*/ 23 w 233"/>
                    <a:gd name="T91" fmla="*/ 2 h 133"/>
                    <a:gd name="T92" fmla="*/ 23 w 233"/>
                    <a:gd name="T93" fmla="*/ 2 h 133"/>
                    <a:gd name="T94" fmla="*/ 14 w 233"/>
                    <a:gd name="T95" fmla="*/ 0 h 133"/>
                    <a:gd name="T96" fmla="*/ 16 w 233"/>
                    <a:gd name="T97" fmla="*/ 2 h 133"/>
                    <a:gd name="T98" fmla="*/ 18 w 233"/>
                    <a:gd name="T99" fmla="*/ 0 h 133"/>
                    <a:gd name="T100" fmla="*/ 14 w 233"/>
                    <a:gd name="T10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3" h="133">
                      <a:moveTo>
                        <a:pt x="56" y="132"/>
                      </a:moveTo>
                      <a:lnTo>
                        <a:pt x="58" y="132"/>
                      </a:lnTo>
                      <a:lnTo>
                        <a:pt x="58" y="133"/>
                      </a:lnTo>
                      <a:lnTo>
                        <a:pt x="58" y="132"/>
                      </a:lnTo>
                      <a:lnTo>
                        <a:pt x="56" y="132"/>
                      </a:lnTo>
                      <a:lnTo>
                        <a:pt x="58" y="132"/>
                      </a:lnTo>
                      <a:lnTo>
                        <a:pt x="56" y="132"/>
                      </a:lnTo>
                      <a:lnTo>
                        <a:pt x="58" y="132"/>
                      </a:lnTo>
                      <a:lnTo>
                        <a:pt x="56" y="132"/>
                      </a:lnTo>
                      <a:close/>
                      <a:moveTo>
                        <a:pt x="104" y="130"/>
                      </a:moveTo>
                      <a:lnTo>
                        <a:pt x="104" y="128"/>
                      </a:lnTo>
                      <a:lnTo>
                        <a:pt x="104" y="130"/>
                      </a:lnTo>
                      <a:lnTo>
                        <a:pt x="104" y="128"/>
                      </a:lnTo>
                      <a:lnTo>
                        <a:pt x="104" y="130"/>
                      </a:lnTo>
                      <a:close/>
                      <a:moveTo>
                        <a:pt x="32" y="97"/>
                      </a:moveTo>
                      <a:lnTo>
                        <a:pt x="32" y="99"/>
                      </a:lnTo>
                      <a:lnTo>
                        <a:pt x="32" y="97"/>
                      </a:lnTo>
                      <a:lnTo>
                        <a:pt x="32" y="99"/>
                      </a:lnTo>
                      <a:lnTo>
                        <a:pt x="32" y="97"/>
                      </a:lnTo>
                      <a:close/>
                      <a:moveTo>
                        <a:pt x="34" y="93"/>
                      </a:moveTo>
                      <a:lnTo>
                        <a:pt x="34" y="95"/>
                      </a:lnTo>
                      <a:lnTo>
                        <a:pt x="34" y="93"/>
                      </a:lnTo>
                      <a:close/>
                      <a:moveTo>
                        <a:pt x="36" y="93"/>
                      </a:moveTo>
                      <a:lnTo>
                        <a:pt x="34" y="93"/>
                      </a:lnTo>
                      <a:lnTo>
                        <a:pt x="36" y="93"/>
                      </a:lnTo>
                      <a:close/>
                      <a:moveTo>
                        <a:pt x="34" y="91"/>
                      </a:moveTo>
                      <a:lnTo>
                        <a:pt x="34" y="93"/>
                      </a:lnTo>
                      <a:lnTo>
                        <a:pt x="32" y="93"/>
                      </a:lnTo>
                      <a:lnTo>
                        <a:pt x="32" y="95"/>
                      </a:lnTo>
                      <a:lnTo>
                        <a:pt x="31" y="95"/>
                      </a:lnTo>
                      <a:lnTo>
                        <a:pt x="31" y="97"/>
                      </a:lnTo>
                      <a:lnTo>
                        <a:pt x="31" y="95"/>
                      </a:lnTo>
                      <a:lnTo>
                        <a:pt x="31" y="97"/>
                      </a:lnTo>
                      <a:lnTo>
                        <a:pt x="31" y="95"/>
                      </a:lnTo>
                      <a:lnTo>
                        <a:pt x="31" y="93"/>
                      </a:lnTo>
                      <a:lnTo>
                        <a:pt x="32" y="93"/>
                      </a:lnTo>
                      <a:lnTo>
                        <a:pt x="32" y="91"/>
                      </a:lnTo>
                      <a:lnTo>
                        <a:pt x="34" y="91"/>
                      </a:lnTo>
                      <a:close/>
                      <a:moveTo>
                        <a:pt x="36" y="88"/>
                      </a:moveTo>
                      <a:lnTo>
                        <a:pt x="34" y="88"/>
                      </a:lnTo>
                      <a:lnTo>
                        <a:pt x="34" y="90"/>
                      </a:lnTo>
                      <a:lnTo>
                        <a:pt x="34" y="88"/>
                      </a:lnTo>
                      <a:lnTo>
                        <a:pt x="36" y="88"/>
                      </a:lnTo>
                      <a:close/>
                      <a:moveTo>
                        <a:pt x="233" y="84"/>
                      </a:moveTo>
                      <a:lnTo>
                        <a:pt x="231" y="84"/>
                      </a:lnTo>
                      <a:lnTo>
                        <a:pt x="233" y="84"/>
                      </a:lnTo>
                      <a:close/>
                      <a:moveTo>
                        <a:pt x="34" y="80"/>
                      </a:moveTo>
                      <a:lnTo>
                        <a:pt x="34" y="82"/>
                      </a:lnTo>
                      <a:lnTo>
                        <a:pt x="34" y="84"/>
                      </a:lnTo>
                      <a:lnTo>
                        <a:pt x="34" y="86"/>
                      </a:lnTo>
                      <a:lnTo>
                        <a:pt x="34" y="88"/>
                      </a:lnTo>
                      <a:lnTo>
                        <a:pt x="34" y="86"/>
                      </a:lnTo>
                      <a:lnTo>
                        <a:pt x="32" y="86"/>
                      </a:lnTo>
                      <a:lnTo>
                        <a:pt x="32" y="88"/>
                      </a:lnTo>
                      <a:lnTo>
                        <a:pt x="32" y="86"/>
                      </a:lnTo>
                      <a:lnTo>
                        <a:pt x="34" y="86"/>
                      </a:lnTo>
                      <a:lnTo>
                        <a:pt x="32" y="86"/>
                      </a:lnTo>
                      <a:lnTo>
                        <a:pt x="32" y="84"/>
                      </a:lnTo>
                      <a:lnTo>
                        <a:pt x="32" y="86"/>
                      </a:lnTo>
                      <a:lnTo>
                        <a:pt x="32" y="84"/>
                      </a:lnTo>
                      <a:lnTo>
                        <a:pt x="31" y="84"/>
                      </a:lnTo>
                      <a:lnTo>
                        <a:pt x="31" y="82"/>
                      </a:lnTo>
                      <a:lnTo>
                        <a:pt x="32" y="82"/>
                      </a:lnTo>
                      <a:lnTo>
                        <a:pt x="31" y="82"/>
                      </a:lnTo>
                      <a:lnTo>
                        <a:pt x="32" y="82"/>
                      </a:lnTo>
                      <a:lnTo>
                        <a:pt x="32" y="80"/>
                      </a:lnTo>
                      <a:lnTo>
                        <a:pt x="34" y="80"/>
                      </a:lnTo>
                      <a:close/>
                      <a:moveTo>
                        <a:pt x="38" y="62"/>
                      </a:moveTo>
                      <a:lnTo>
                        <a:pt x="40" y="62"/>
                      </a:lnTo>
                      <a:lnTo>
                        <a:pt x="40" y="60"/>
                      </a:lnTo>
                      <a:lnTo>
                        <a:pt x="40" y="62"/>
                      </a:lnTo>
                      <a:lnTo>
                        <a:pt x="38" y="62"/>
                      </a:lnTo>
                      <a:lnTo>
                        <a:pt x="38" y="60"/>
                      </a:lnTo>
                      <a:lnTo>
                        <a:pt x="38" y="62"/>
                      </a:lnTo>
                      <a:close/>
                      <a:moveTo>
                        <a:pt x="40" y="51"/>
                      </a:moveTo>
                      <a:lnTo>
                        <a:pt x="40" y="53"/>
                      </a:lnTo>
                      <a:lnTo>
                        <a:pt x="40" y="51"/>
                      </a:lnTo>
                      <a:close/>
                      <a:moveTo>
                        <a:pt x="12" y="46"/>
                      </a:moveTo>
                      <a:lnTo>
                        <a:pt x="12" y="48"/>
                      </a:lnTo>
                      <a:lnTo>
                        <a:pt x="12" y="46"/>
                      </a:lnTo>
                      <a:close/>
                      <a:moveTo>
                        <a:pt x="12" y="44"/>
                      </a:moveTo>
                      <a:lnTo>
                        <a:pt x="12" y="46"/>
                      </a:lnTo>
                      <a:lnTo>
                        <a:pt x="11" y="46"/>
                      </a:lnTo>
                      <a:lnTo>
                        <a:pt x="11" y="44"/>
                      </a:lnTo>
                      <a:lnTo>
                        <a:pt x="12" y="44"/>
                      </a:lnTo>
                      <a:close/>
                      <a:moveTo>
                        <a:pt x="32" y="38"/>
                      </a:moveTo>
                      <a:lnTo>
                        <a:pt x="32" y="37"/>
                      </a:lnTo>
                      <a:lnTo>
                        <a:pt x="32" y="38"/>
                      </a:lnTo>
                      <a:close/>
                      <a:moveTo>
                        <a:pt x="29" y="31"/>
                      </a:moveTo>
                      <a:lnTo>
                        <a:pt x="29" y="33"/>
                      </a:lnTo>
                      <a:lnTo>
                        <a:pt x="27" y="33"/>
                      </a:lnTo>
                      <a:lnTo>
                        <a:pt x="29" y="33"/>
                      </a:lnTo>
                      <a:lnTo>
                        <a:pt x="27" y="33"/>
                      </a:lnTo>
                      <a:lnTo>
                        <a:pt x="27" y="35"/>
                      </a:lnTo>
                      <a:lnTo>
                        <a:pt x="27" y="33"/>
                      </a:lnTo>
                      <a:lnTo>
                        <a:pt x="29" y="33"/>
                      </a:lnTo>
                      <a:lnTo>
                        <a:pt x="29" y="35"/>
                      </a:lnTo>
                      <a:lnTo>
                        <a:pt x="29" y="37"/>
                      </a:lnTo>
                      <a:lnTo>
                        <a:pt x="29" y="38"/>
                      </a:lnTo>
                      <a:lnTo>
                        <a:pt x="27" y="38"/>
                      </a:lnTo>
                      <a:lnTo>
                        <a:pt x="25" y="38"/>
                      </a:lnTo>
                      <a:lnTo>
                        <a:pt x="25" y="37"/>
                      </a:lnTo>
                      <a:lnTo>
                        <a:pt x="27" y="37"/>
                      </a:lnTo>
                      <a:lnTo>
                        <a:pt x="27" y="35"/>
                      </a:lnTo>
                      <a:lnTo>
                        <a:pt x="25" y="35"/>
                      </a:lnTo>
                      <a:lnTo>
                        <a:pt x="27" y="35"/>
                      </a:lnTo>
                      <a:lnTo>
                        <a:pt x="25" y="35"/>
                      </a:lnTo>
                      <a:lnTo>
                        <a:pt x="27" y="33"/>
                      </a:lnTo>
                      <a:lnTo>
                        <a:pt x="27" y="31"/>
                      </a:lnTo>
                      <a:lnTo>
                        <a:pt x="29" y="31"/>
                      </a:lnTo>
                      <a:close/>
                      <a:moveTo>
                        <a:pt x="25" y="29"/>
                      </a:moveTo>
                      <a:lnTo>
                        <a:pt x="25" y="31"/>
                      </a:lnTo>
                      <a:lnTo>
                        <a:pt x="23" y="31"/>
                      </a:lnTo>
                      <a:lnTo>
                        <a:pt x="25" y="31"/>
                      </a:lnTo>
                      <a:lnTo>
                        <a:pt x="25" y="29"/>
                      </a:lnTo>
                      <a:lnTo>
                        <a:pt x="23" y="29"/>
                      </a:lnTo>
                      <a:lnTo>
                        <a:pt x="23" y="31"/>
                      </a:lnTo>
                      <a:lnTo>
                        <a:pt x="23" y="29"/>
                      </a:lnTo>
                      <a:lnTo>
                        <a:pt x="25" y="29"/>
                      </a:lnTo>
                      <a:close/>
                      <a:moveTo>
                        <a:pt x="20" y="29"/>
                      </a:moveTo>
                      <a:lnTo>
                        <a:pt x="20" y="31"/>
                      </a:lnTo>
                      <a:lnTo>
                        <a:pt x="21" y="31"/>
                      </a:lnTo>
                      <a:lnTo>
                        <a:pt x="20" y="31"/>
                      </a:lnTo>
                      <a:lnTo>
                        <a:pt x="20" y="29"/>
                      </a:lnTo>
                      <a:close/>
                      <a:moveTo>
                        <a:pt x="1" y="27"/>
                      </a:moveTo>
                      <a:lnTo>
                        <a:pt x="1" y="29"/>
                      </a:lnTo>
                      <a:lnTo>
                        <a:pt x="0" y="29"/>
                      </a:lnTo>
                      <a:lnTo>
                        <a:pt x="0" y="27"/>
                      </a:lnTo>
                      <a:lnTo>
                        <a:pt x="1" y="27"/>
                      </a:lnTo>
                      <a:close/>
                      <a:moveTo>
                        <a:pt x="25" y="27"/>
                      </a:moveTo>
                      <a:lnTo>
                        <a:pt x="27" y="27"/>
                      </a:lnTo>
                      <a:lnTo>
                        <a:pt x="25" y="27"/>
                      </a:lnTo>
                      <a:close/>
                      <a:moveTo>
                        <a:pt x="29" y="26"/>
                      </a:moveTo>
                      <a:lnTo>
                        <a:pt x="27" y="26"/>
                      </a:lnTo>
                      <a:lnTo>
                        <a:pt x="27" y="24"/>
                      </a:lnTo>
                      <a:lnTo>
                        <a:pt x="29" y="24"/>
                      </a:lnTo>
                      <a:lnTo>
                        <a:pt x="29" y="26"/>
                      </a:lnTo>
                      <a:close/>
                      <a:moveTo>
                        <a:pt x="27" y="22"/>
                      </a:moveTo>
                      <a:lnTo>
                        <a:pt x="25" y="22"/>
                      </a:lnTo>
                      <a:lnTo>
                        <a:pt x="27" y="22"/>
                      </a:lnTo>
                      <a:close/>
                      <a:moveTo>
                        <a:pt x="18" y="24"/>
                      </a:moveTo>
                      <a:lnTo>
                        <a:pt x="16" y="24"/>
                      </a:lnTo>
                      <a:lnTo>
                        <a:pt x="16" y="22"/>
                      </a:lnTo>
                      <a:lnTo>
                        <a:pt x="16" y="24"/>
                      </a:lnTo>
                      <a:lnTo>
                        <a:pt x="18" y="24"/>
                      </a:lnTo>
                      <a:close/>
                      <a:moveTo>
                        <a:pt x="25" y="22"/>
                      </a:moveTo>
                      <a:lnTo>
                        <a:pt x="23" y="22"/>
                      </a:lnTo>
                      <a:lnTo>
                        <a:pt x="25" y="22"/>
                      </a:lnTo>
                      <a:close/>
                      <a:moveTo>
                        <a:pt x="21" y="22"/>
                      </a:moveTo>
                      <a:lnTo>
                        <a:pt x="23" y="22"/>
                      </a:lnTo>
                      <a:lnTo>
                        <a:pt x="21" y="22"/>
                      </a:lnTo>
                      <a:lnTo>
                        <a:pt x="20" y="22"/>
                      </a:lnTo>
                      <a:lnTo>
                        <a:pt x="20" y="20"/>
                      </a:lnTo>
                      <a:lnTo>
                        <a:pt x="20" y="22"/>
                      </a:lnTo>
                      <a:lnTo>
                        <a:pt x="21" y="22"/>
                      </a:lnTo>
                      <a:close/>
                      <a:moveTo>
                        <a:pt x="29" y="22"/>
                      </a:moveTo>
                      <a:lnTo>
                        <a:pt x="27" y="22"/>
                      </a:lnTo>
                      <a:lnTo>
                        <a:pt x="27" y="20"/>
                      </a:lnTo>
                      <a:lnTo>
                        <a:pt x="29" y="20"/>
                      </a:lnTo>
                      <a:lnTo>
                        <a:pt x="29" y="22"/>
                      </a:lnTo>
                      <a:close/>
                      <a:moveTo>
                        <a:pt x="23" y="20"/>
                      </a:moveTo>
                      <a:lnTo>
                        <a:pt x="21" y="20"/>
                      </a:lnTo>
                      <a:lnTo>
                        <a:pt x="23" y="20"/>
                      </a:lnTo>
                      <a:close/>
                      <a:moveTo>
                        <a:pt x="27" y="16"/>
                      </a:moveTo>
                      <a:lnTo>
                        <a:pt x="27" y="15"/>
                      </a:lnTo>
                      <a:lnTo>
                        <a:pt x="27" y="16"/>
                      </a:lnTo>
                      <a:close/>
                      <a:moveTo>
                        <a:pt x="21" y="9"/>
                      </a:moveTo>
                      <a:lnTo>
                        <a:pt x="21" y="7"/>
                      </a:lnTo>
                      <a:lnTo>
                        <a:pt x="21" y="9"/>
                      </a:lnTo>
                      <a:close/>
                      <a:moveTo>
                        <a:pt x="20" y="6"/>
                      </a:moveTo>
                      <a:lnTo>
                        <a:pt x="20" y="4"/>
                      </a:lnTo>
                      <a:lnTo>
                        <a:pt x="20" y="6"/>
                      </a:lnTo>
                      <a:close/>
                      <a:moveTo>
                        <a:pt x="23" y="2"/>
                      </a:moveTo>
                      <a:lnTo>
                        <a:pt x="23" y="4"/>
                      </a:lnTo>
                      <a:lnTo>
                        <a:pt x="25" y="2"/>
                      </a:lnTo>
                      <a:lnTo>
                        <a:pt x="25" y="4"/>
                      </a:lnTo>
                      <a:lnTo>
                        <a:pt x="23" y="4"/>
                      </a:lnTo>
                      <a:lnTo>
                        <a:pt x="23" y="2"/>
                      </a:lnTo>
                      <a:close/>
                      <a:moveTo>
                        <a:pt x="20" y="2"/>
                      </a:moveTo>
                      <a:lnTo>
                        <a:pt x="18" y="2"/>
                      </a:lnTo>
                      <a:lnTo>
                        <a:pt x="20" y="2"/>
                      </a:lnTo>
                      <a:close/>
                      <a:moveTo>
                        <a:pt x="23" y="2"/>
                      </a:moveTo>
                      <a:lnTo>
                        <a:pt x="25" y="2"/>
                      </a:lnTo>
                      <a:lnTo>
                        <a:pt x="23" y="2"/>
                      </a:lnTo>
                      <a:lnTo>
                        <a:pt x="21" y="2"/>
                      </a:lnTo>
                      <a:lnTo>
                        <a:pt x="23" y="2"/>
                      </a:lnTo>
                      <a:lnTo>
                        <a:pt x="21" y="2"/>
                      </a:lnTo>
                      <a:lnTo>
                        <a:pt x="23" y="2"/>
                      </a:lnTo>
                      <a:close/>
                      <a:moveTo>
                        <a:pt x="14" y="2"/>
                      </a:moveTo>
                      <a:lnTo>
                        <a:pt x="12" y="2"/>
                      </a:lnTo>
                      <a:lnTo>
                        <a:pt x="12" y="0"/>
                      </a:lnTo>
                      <a:lnTo>
                        <a:pt x="14" y="0"/>
                      </a:lnTo>
                      <a:lnTo>
                        <a:pt x="14" y="2"/>
                      </a:lnTo>
                      <a:close/>
                      <a:moveTo>
                        <a:pt x="18" y="0"/>
                      </a:moveTo>
                      <a:lnTo>
                        <a:pt x="18" y="2"/>
                      </a:lnTo>
                      <a:lnTo>
                        <a:pt x="16" y="2"/>
                      </a:lnTo>
                      <a:lnTo>
                        <a:pt x="18" y="2"/>
                      </a:lnTo>
                      <a:lnTo>
                        <a:pt x="18" y="0"/>
                      </a:lnTo>
                      <a:lnTo>
                        <a:pt x="18" y="2"/>
                      </a:lnTo>
                      <a:lnTo>
                        <a:pt x="18" y="0"/>
                      </a:lnTo>
                      <a:close/>
                      <a:moveTo>
                        <a:pt x="16" y="0"/>
                      </a:moveTo>
                      <a:lnTo>
                        <a:pt x="14" y="0"/>
                      </a:lnTo>
                      <a:lnTo>
                        <a:pt x="14" y="2"/>
                      </a:lnTo>
                      <a:lnTo>
                        <a:pt x="14" y="0"/>
                      </a:lnTo>
                      <a:lnTo>
                        <a:pt x="1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7" name="Freeform 133">
                  <a:extLst>
                    <a:ext uri="{FF2B5EF4-FFF2-40B4-BE49-F238E27FC236}">
                      <a16:creationId xmlns:a16="http://schemas.microsoft.com/office/drawing/2014/main" id="{A89615A7-0E2B-CC94-CC0D-0AED2D580D8C}"/>
                    </a:ext>
                  </a:extLst>
                </p:cNvPr>
                <p:cNvSpPr>
                  <a:spLocks noEditPoints="1"/>
                </p:cNvSpPr>
                <p:nvPr/>
              </p:nvSpPr>
              <p:spPr bwMode="auto">
                <a:xfrm>
                  <a:off x="1873541" y="3998981"/>
                  <a:ext cx="48795" cy="159035"/>
                </a:xfrm>
                <a:custGeom>
                  <a:avLst/>
                  <a:gdLst>
                    <a:gd name="T0" fmla="*/ 27 w 27"/>
                    <a:gd name="T1" fmla="*/ 88 h 88"/>
                    <a:gd name="T2" fmla="*/ 27 w 27"/>
                    <a:gd name="T3" fmla="*/ 86 h 88"/>
                    <a:gd name="T4" fmla="*/ 27 w 27"/>
                    <a:gd name="T5" fmla="*/ 88 h 88"/>
                    <a:gd name="T6" fmla="*/ 27 w 27"/>
                    <a:gd name="T7" fmla="*/ 86 h 88"/>
                    <a:gd name="T8" fmla="*/ 25 w 27"/>
                    <a:gd name="T9" fmla="*/ 86 h 88"/>
                    <a:gd name="T10" fmla="*/ 27 w 27"/>
                    <a:gd name="T11" fmla="*/ 86 h 88"/>
                    <a:gd name="T12" fmla="*/ 25 w 27"/>
                    <a:gd name="T13" fmla="*/ 78 h 88"/>
                    <a:gd name="T14" fmla="*/ 23 w 27"/>
                    <a:gd name="T15" fmla="*/ 78 h 88"/>
                    <a:gd name="T16" fmla="*/ 25 w 27"/>
                    <a:gd name="T17" fmla="*/ 78 h 88"/>
                    <a:gd name="T18" fmla="*/ 2 w 27"/>
                    <a:gd name="T19" fmla="*/ 42 h 88"/>
                    <a:gd name="T20" fmla="*/ 0 w 27"/>
                    <a:gd name="T21" fmla="*/ 42 h 88"/>
                    <a:gd name="T22" fmla="*/ 2 w 27"/>
                    <a:gd name="T23" fmla="*/ 42 h 88"/>
                    <a:gd name="T24" fmla="*/ 27 w 27"/>
                    <a:gd name="T25" fmla="*/ 14 h 88"/>
                    <a:gd name="T26" fmla="*/ 25 w 27"/>
                    <a:gd name="T27" fmla="*/ 14 h 88"/>
                    <a:gd name="T28" fmla="*/ 27 w 27"/>
                    <a:gd name="T29" fmla="*/ 14 h 88"/>
                    <a:gd name="T30" fmla="*/ 18 w 27"/>
                    <a:gd name="T31" fmla="*/ 11 h 88"/>
                    <a:gd name="T32" fmla="*/ 18 w 27"/>
                    <a:gd name="T33" fmla="*/ 9 h 88"/>
                    <a:gd name="T34" fmla="*/ 18 w 27"/>
                    <a:gd name="T35" fmla="*/ 11 h 88"/>
                    <a:gd name="T36" fmla="*/ 23 w 27"/>
                    <a:gd name="T37" fmla="*/ 9 h 88"/>
                    <a:gd name="T38" fmla="*/ 22 w 27"/>
                    <a:gd name="T39" fmla="*/ 9 h 88"/>
                    <a:gd name="T40" fmla="*/ 23 w 27"/>
                    <a:gd name="T41" fmla="*/ 9 h 88"/>
                    <a:gd name="T42" fmla="*/ 16 w 27"/>
                    <a:gd name="T43" fmla="*/ 2 h 88"/>
                    <a:gd name="T44" fmla="*/ 16 w 27"/>
                    <a:gd name="T45" fmla="*/ 0 h 88"/>
                    <a:gd name="T46" fmla="*/ 16 w 27"/>
                    <a:gd name="T47" fmla="*/ 2 h 88"/>
                    <a:gd name="T48" fmla="*/ 18 w 27"/>
                    <a:gd name="T49" fmla="*/ 0 h 88"/>
                    <a:gd name="T50" fmla="*/ 16 w 27"/>
                    <a:gd name="T51" fmla="*/ 0 h 88"/>
                    <a:gd name="T52" fmla="*/ 18 w 27"/>
                    <a:gd name="T5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 h="88">
                      <a:moveTo>
                        <a:pt x="27" y="88"/>
                      </a:moveTo>
                      <a:lnTo>
                        <a:pt x="27" y="86"/>
                      </a:lnTo>
                      <a:lnTo>
                        <a:pt x="27" y="88"/>
                      </a:lnTo>
                      <a:close/>
                      <a:moveTo>
                        <a:pt x="27" y="86"/>
                      </a:moveTo>
                      <a:lnTo>
                        <a:pt x="25" y="86"/>
                      </a:lnTo>
                      <a:lnTo>
                        <a:pt x="27" y="86"/>
                      </a:lnTo>
                      <a:close/>
                      <a:moveTo>
                        <a:pt x="25" y="78"/>
                      </a:moveTo>
                      <a:lnTo>
                        <a:pt x="23" y="78"/>
                      </a:lnTo>
                      <a:lnTo>
                        <a:pt x="25" y="78"/>
                      </a:lnTo>
                      <a:close/>
                      <a:moveTo>
                        <a:pt x="2" y="42"/>
                      </a:moveTo>
                      <a:lnTo>
                        <a:pt x="0" y="42"/>
                      </a:lnTo>
                      <a:lnTo>
                        <a:pt x="2" y="42"/>
                      </a:lnTo>
                      <a:close/>
                      <a:moveTo>
                        <a:pt x="27" y="14"/>
                      </a:moveTo>
                      <a:lnTo>
                        <a:pt x="25" y="14"/>
                      </a:lnTo>
                      <a:lnTo>
                        <a:pt x="27" y="14"/>
                      </a:lnTo>
                      <a:close/>
                      <a:moveTo>
                        <a:pt x="18" y="11"/>
                      </a:moveTo>
                      <a:lnTo>
                        <a:pt x="18" y="9"/>
                      </a:lnTo>
                      <a:lnTo>
                        <a:pt x="18" y="11"/>
                      </a:lnTo>
                      <a:close/>
                      <a:moveTo>
                        <a:pt x="23" y="9"/>
                      </a:moveTo>
                      <a:lnTo>
                        <a:pt x="22" y="9"/>
                      </a:lnTo>
                      <a:lnTo>
                        <a:pt x="23" y="9"/>
                      </a:lnTo>
                      <a:close/>
                      <a:moveTo>
                        <a:pt x="16" y="2"/>
                      </a:moveTo>
                      <a:lnTo>
                        <a:pt x="16" y="0"/>
                      </a:lnTo>
                      <a:lnTo>
                        <a:pt x="16" y="2"/>
                      </a:lnTo>
                      <a:close/>
                      <a:moveTo>
                        <a:pt x="18" y="0"/>
                      </a:moveTo>
                      <a:lnTo>
                        <a:pt x="16" y="0"/>
                      </a:lnTo>
                      <a:lnTo>
                        <a:pt x="18"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8" name="Freeform 134">
                  <a:extLst>
                    <a:ext uri="{FF2B5EF4-FFF2-40B4-BE49-F238E27FC236}">
                      <a16:creationId xmlns:a16="http://schemas.microsoft.com/office/drawing/2014/main" id="{547B88ED-BF9A-FB41-34ED-7C4C1EA7BDA0}"/>
                    </a:ext>
                  </a:extLst>
                </p:cNvPr>
                <p:cNvSpPr>
                  <a:spLocks noEditPoints="1"/>
                </p:cNvSpPr>
                <p:nvPr/>
              </p:nvSpPr>
              <p:spPr bwMode="auto">
                <a:xfrm>
                  <a:off x="7101820" y="2108633"/>
                  <a:ext cx="1463846" cy="1622880"/>
                </a:xfrm>
                <a:custGeom>
                  <a:avLst/>
                  <a:gdLst>
                    <a:gd name="T0" fmla="*/ 34 w 810"/>
                    <a:gd name="T1" fmla="*/ 755 h 898"/>
                    <a:gd name="T2" fmla="*/ 1 w 810"/>
                    <a:gd name="T3" fmla="*/ 753 h 898"/>
                    <a:gd name="T4" fmla="*/ 40 w 810"/>
                    <a:gd name="T5" fmla="*/ 753 h 898"/>
                    <a:gd name="T6" fmla="*/ 78 w 810"/>
                    <a:gd name="T7" fmla="*/ 739 h 898"/>
                    <a:gd name="T8" fmla="*/ 84 w 810"/>
                    <a:gd name="T9" fmla="*/ 739 h 898"/>
                    <a:gd name="T10" fmla="*/ 160 w 810"/>
                    <a:gd name="T11" fmla="*/ 689 h 898"/>
                    <a:gd name="T12" fmla="*/ 149 w 810"/>
                    <a:gd name="T13" fmla="*/ 684 h 898"/>
                    <a:gd name="T14" fmla="*/ 688 w 810"/>
                    <a:gd name="T15" fmla="*/ 675 h 898"/>
                    <a:gd name="T16" fmla="*/ 689 w 810"/>
                    <a:gd name="T17" fmla="*/ 660 h 898"/>
                    <a:gd name="T18" fmla="*/ 686 w 810"/>
                    <a:gd name="T19" fmla="*/ 636 h 898"/>
                    <a:gd name="T20" fmla="*/ 224 w 810"/>
                    <a:gd name="T21" fmla="*/ 625 h 898"/>
                    <a:gd name="T22" fmla="*/ 222 w 810"/>
                    <a:gd name="T23" fmla="*/ 616 h 898"/>
                    <a:gd name="T24" fmla="*/ 235 w 810"/>
                    <a:gd name="T25" fmla="*/ 567 h 898"/>
                    <a:gd name="T26" fmla="*/ 266 w 810"/>
                    <a:gd name="T27" fmla="*/ 541 h 898"/>
                    <a:gd name="T28" fmla="*/ 268 w 810"/>
                    <a:gd name="T29" fmla="*/ 525 h 898"/>
                    <a:gd name="T30" fmla="*/ 288 w 810"/>
                    <a:gd name="T31" fmla="*/ 527 h 898"/>
                    <a:gd name="T32" fmla="*/ 240 w 810"/>
                    <a:gd name="T33" fmla="*/ 492 h 898"/>
                    <a:gd name="T34" fmla="*/ 193 w 810"/>
                    <a:gd name="T35" fmla="*/ 481 h 898"/>
                    <a:gd name="T36" fmla="*/ 262 w 810"/>
                    <a:gd name="T37" fmla="*/ 472 h 898"/>
                    <a:gd name="T38" fmla="*/ 266 w 810"/>
                    <a:gd name="T39" fmla="*/ 463 h 898"/>
                    <a:gd name="T40" fmla="*/ 213 w 810"/>
                    <a:gd name="T41" fmla="*/ 457 h 898"/>
                    <a:gd name="T42" fmla="*/ 209 w 810"/>
                    <a:gd name="T43" fmla="*/ 456 h 898"/>
                    <a:gd name="T44" fmla="*/ 204 w 810"/>
                    <a:gd name="T45" fmla="*/ 459 h 898"/>
                    <a:gd name="T46" fmla="*/ 211 w 810"/>
                    <a:gd name="T47" fmla="*/ 454 h 898"/>
                    <a:gd name="T48" fmla="*/ 215 w 810"/>
                    <a:gd name="T49" fmla="*/ 452 h 898"/>
                    <a:gd name="T50" fmla="*/ 224 w 810"/>
                    <a:gd name="T51" fmla="*/ 446 h 898"/>
                    <a:gd name="T52" fmla="*/ 220 w 810"/>
                    <a:gd name="T53" fmla="*/ 443 h 898"/>
                    <a:gd name="T54" fmla="*/ 215 w 810"/>
                    <a:gd name="T55" fmla="*/ 448 h 898"/>
                    <a:gd name="T56" fmla="*/ 264 w 810"/>
                    <a:gd name="T57" fmla="*/ 439 h 898"/>
                    <a:gd name="T58" fmla="*/ 323 w 810"/>
                    <a:gd name="T59" fmla="*/ 437 h 898"/>
                    <a:gd name="T60" fmla="*/ 231 w 810"/>
                    <a:gd name="T61" fmla="*/ 437 h 898"/>
                    <a:gd name="T62" fmla="*/ 242 w 810"/>
                    <a:gd name="T63" fmla="*/ 430 h 898"/>
                    <a:gd name="T64" fmla="*/ 262 w 810"/>
                    <a:gd name="T65" fmla="*/ 424 h 898"/>
                    <a:gd name="T66" fmla="*/ 423 w 810"/>
                    <a:gd name="T67" fmla="*/ 417 h 898"/>
                    <a:gd name="T68" fmla="*/ 240 w 810"/>
                    <a:gd name="T69" fmla="*/ 421 h 898"/>
                    <a:gd name="T70" fmla="*/ 596 w 810"/>
                    <a:gd name="T71" fmla="*/ 415 h 898"/>
                    <a:gd name="T72" fmla="*/ 335 w 810"/>
                    <a:gd name="T73" fmla="*/ 415 h 898"/>
                    <a:gd name="T74" fmla="*/ 348 w 810"/>
                    <a:gd name="T75" fmla="*/ 413 h 898"/>
                    <a:gd name="T76" fmla="*/ 308 w 810"/>
                    <a:gd name="T77" fmla="*/ 410 h 898"/>
                    <a:gd name="T78" fmla="*/ 595 w 810"/>
                    <a:gd name="T79" fmla="*/ 408 h 898"/>
                    <a:gd name="T80" fmla="*/ 361 w 810"/>
                    <a:gd name="T81" fmla="*/ 406 h 898"/>
                    <a:gd name="T82" fmla="*/ 365 w 810"/>
                    <a:gd name="T83" fmla="*/ 404 h 898"/>
                    <a:gd name="T84" fmla="*/ 383 w 810"/>
                    <a:gd name="T85" fmla="*/ 403 h 898"/>
                    <a:gd name="T86" fmla="*/ 430 w 810"/>
                    <a:gd name="T87" fmla="*/ 401 h 898"/>
                    <a:gd name="T88" fmla="*/ 496 w 810"/>
                    <a:gd name="T89" fmla="*/ 401 h 898"/>
                    <a:gd name="T90" fmla="*/ 361 w 810"/>
                    <a:gd name="T91" fmla="*/ 401 h 898"/>
                    <a:gd name="T92" fmla="*/ 383 w 810"/>
                    <a:gd name="T93" fmla="*/ 399 h 898"/>
                    <a:gd name="T94" fmla="*/ 366 w 810"/>
                    <a:gd name="T95" fmla="*/ 397 h 898"/>
                    <a:gd name="T96" fmla="*/ 377 w 810"/>
                    <a:gd name="T97" fmla="*/ 395 h 898"/>
                    <a:gd name="T98" fmla="*/ 394 w 810"/>
                    <a:gd name="T99" fmla="*/ 395 h 898"/>
                    <a:gd name="T100" fmla="*/ 447 w 810"/>
                    <a:gd name="T101" fmla="*/ 392 h 898"/>
                    <a:gd name="T102" fmla="*/ 438 w 810"/>
                    <a:gd name="T103" fmla="*/ 388 h 898"/>
                    <a:gd name="T104" fmla="*/ 414 w 810"/>
                    <a:gd name="T105" fmla="*/ 386 h 898"/>
                    <a:gd name="T106" fmla="*/ 512 w 810"/>
                    <a:gd name="T107" fmla="*/ 382 h 898"/>
                    <a:gd name="T108" fmla="*/ 496 w 810"/>
                    <a:gd name="T109" fmla="*/ 375 h 898"/>
                    <a:gd name="T110" fmla="*/ 602 w 810"/>
                    <a:gd name="T111" fmla="*/ 353 h 898"/>
                    <a:gd name="T112" fmla="*/ 365 w 810"/>
                    <a:gd name="T113" fmla="*/ 335 h 898"/>
                    <a:gd name="T114" fmla="*/ 372 w 810"/>
                    <a:gd name="T115" fmla="*/ 329 h 898"/>
                    <a:gd name="T116" fmla="*/ 498 w 810"/>
                    <a:gd name="T117" fmla="*/ 298 h 898"/>
                    <a:gd name="T118" fmla="*/ 582 w 810"/>
                    <a:gd name="T119" fmla="*/ 253 h 898"/>
                    <a:gd name="T120" fmla="*/ 591 w 810"/>
                    <a:gd name="T121" fmla="*/ 123 h 898"/>
                    <a:gd name="T122" fmla="*/ 801 w 810"/>
                    <a:gd name="T123" fmla="*/ 68 h 898"/>
                    <a:gd name="T124" fmla="*/ 648 w 810"/>
                    <a:gd name="T125" fmla="*/ 4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0" h="898">
                      <a:moveTo>
                        <a:pt x="470" y="898"/>
                      </a:moveTo>
                      <a:lnTo>
                        <a:pt x="469" y="898"/>
                      </a:lnTo>
                      <a:lnTo>
                        <a:pt x="470" y="898"/>
                      </a:lnTo>
                      <a:close/>
                      <a:moveTo>
                        <a:pt x="29" y="766"/>
                      </a:moveTo>
                      <a:lnTo>
                        <a:pt x="29" y="768"/>
                      </a:lnTo>
                      <a:lnTo>
                        <a:pt x="31" y="768"/>
                      </a:lnTo>
                      <a:lnTo>
                        <a:pt x="29" y="768"/>
                      </a:lnTo>
                      <a:lnTo>
                        <a:pt x="29" y="766"/>
                      </a:lnTo>
                      <a:close/>
                      <a:moveTo>
                        <a:pt x="34" y="763"/>
                      </a:moveTo>
                      <a:lnTo>
                        <a:pt x="34" y="761"/>
                      </a:lnTo>
                      <a:lnTo>
                        <a:pt x="34" y="763"/>
                      </a:lnTo>
                      <a:close/>
                      <a:moveTo>
                        <a:pt x="36" y="761"/>
                      </a:moveTo>
                      <a:lnTo>
                        <a:pt x="34" y="761"/>
                      </a:lnTo>
                      <a:lnTo>
                        <a:pt x="36" y="761"/>
                      </a:lnTo>
                      <a:close/>
                      <a:moveTo>
                        <a:pt x="662" y="761"/>
                      </a:moveTo>
                      <a:lnTo>
                        <a:pt x="660" y="761"/>
                      </a:lnTo>
                      <a:lnTo>
                        <a:pt x="662" y="761"/>
                      </a:lnTo>
                      <a:close/>
                      <a:moveTo>
                        <a:pt x="38" y="761"/>
                      </a:moveTo>
                      <a:lnTo>
                        <a:pt x="36" y="761"/>
                      </a:lnTo>
                      <a:lnTo>
                        <a:pt x="38" y="761"/>
                      </a:lnTo>
                      <a:close/>
                      <a:moveTo>
                        <a:pt x="40" y="759"/>
                      </a:moveTo>
                      <a:lnTo>
                        <a:pt x="40" y="757"/>
                      </a:lnTo>
                      <a:lnTo>
                        <a:pt x="40" y="759"/>
                      </a:lnTo>
                      <a:close/>
                      <a:moveTo>
                        <a:pt x="36" y="757"/>
                      </a:moveTo>
                      <a:lnTo>
                        <a:pt x="38" y="757"/>
                      </a:lnTo>
                      <a:lnTo>
                        <a:pt x="36" y="757"/>
                      </a:lnTo>
                      <a:close/>
                      <a:moveTo>
                        <a:pt x="27" y="755"/>
                      </a:moveTo>
                      <a:lnTo>
                        <a:pt x="27" y="757"/>
                      </a:lnTo>
                      <a:lnTo>
                        <a:pt x="27" y="755"/>
                      </a:lnTo>
                      <a:close/>
                      <a:moveTo>
                        <a:pt x="29" y="753"/>
                      </a:moveTo>
                      <a:lnTo>
                        <a:pt x="31" y="753"/>
                      </a:lnTo>
                      <a:lnTo>
                        <a:pt x="31" y="755"/>
                      </a:lnTo>
                      <a:lnTo>
                        <a:pt x="32" y="755"/>
                      </a:lnTo>
                      <a:lnTo>
                        <a:pt x="34" y="755"/>
                      </a:lnTo>
                      <a:lnTo>
                        <a:pt x="34" y="757"/>
                      </a:lnTo>
                      <a:lnTo>
                        <a:pt x="34" y="759"/>
                      </a:lnTo>
                      <a:lnTo>
                        <a:pt x="34" y="757"/>
                      </a:lnTo>
                      <a:lnTo>
                        <a:pt x="34" y="759"/>
                      </a:lnTo>
                      <a:lnTo>
                        <a:pt x="32" y="759"/>
                      </a:lnTo>
                      <a:lnTo>
                        <a:pt x="32" y="761"/>
                      </a:lnTo>
                      <a:lnTo>
                        <a:pt x="31" y="761"/>
                      </a:lnTo>
                      <a:lnTo>
                        <a:pt x="31" y="759"/>
                      </a:lnTo>
                      <a:lnTo>
                        <a:pt x="29" y="759"/>
                      </a:lnTo>
                      <a:lnTo>
                        <a:pt x="27" y="759"/>
                      </a:lnTo>
                      <a:lnTo>
                        <a:pt x="25" y="759"/>
                      </a:lnTo>
                      <a:lnTo>
                        <a:pt x="25" y="757"/>
                      </a:lnTo>
                      <a:lnTo>
                        <a:pt x="27" y="757"/>
                      </a:lnTo>
                      <a:lnTo>
                        <a:pt x="27" y="759"/>
                      </a:lnTo>
                      <a:lnTo>
                        <a:pt x="27" y="757"/>
                      </a:lnTo>
                      <a:lnTo>
                        <a:pt x="27" y="759"/>
                      </a:lnTo>
                      <a:lnTo>
                        <a:pt x="27" y="757"/>
                      </a:lnTo>
                      <a:lnTo>
                        <a:pt x="29" y="759"/>
                      </a:lnTo>
                      <a:lnTo>
                        <a:pt x="27" y="757"/>
                      </a:lnTo>
                      <a:lnTo>
                        <a:pt x="29" y="757"/>
                      </a:lnTo>
                      <a:lnTo>
                        <a:pt x="27" y="757"/>
                      </a:lnTo>
                      <a:lnTo>
                        <a:pt x="29" y="757"/>
                      </a:lnTo>
                      <a:lnTo>
                        <a:pt x="27" y="757"/>
                      </a:lnTo>
                      <a:lnTo>
                        <a:pt x="29" y="757"/>
                      </a:lnTo>
                      <a:lnTo>
                        <a:pt x="27" y="757"/>
                      </a:lnTo>
                      <a:lnTo>
                        <a:pt x="29" y="757"/>
                      </a:lnTo>
                      <a:lnTo>
                        <a:pt x="29" y="755"/>
                      </a:lnTo>
                      <a:lnTo>
                        <a:pt x="27" y="755"/>
                      </a:lnTo>
                      <a:lnTo>
                        <a:pt x="29" y="755"/>
                      </a:lnTo>
                      <a:lnTo>
                        <a:pt x="27" y="755"/>
                      </a:lnTo>
                      <a:lnTo>
                        <a:pt x="29" y="755"/>
                      </a:lnTo>
                      <a:lnTo>
                        <a:pt x="29" y="753"/>
                      </a:lnTo>
                      <a:close/>
                      <a:moveTo>
                        <a:pt x="1" y="752"/>
                      </a:moveTo>
                      <a:lnTo>
                        <a:pt x="1" y="753"/>
                      </a:lnTo>
                      <a:lnTo>
                        <a:pt x="1" y="752"/>
                      </a:lnTo>
                      <a:lnTo>
                        <a:pt x="1" y="753"/>
                      </a:lnTo>
                      <a:lnTo>
                        <a:pt x="3" y="753"/>
                      </a:lnTo>
                      <a:lnTo>
                        <a:pt x="1" y="753"/>
                      </a:lnTo>
                      <a:lnTo>
                        <a:pt x="0" y="753"/>
                      </a:lnTo>
                      <a:lnTo>
                        <a:pt x="1" y="753"/>
                      </a:lnTo>
                      <a:lnTo>
                        <a:pt x="1" y="752"/>
                      </a:lnTo>
                      <a:lnTo>
                        <a:pt x="1" y="753"/>
                      </a:lnTo>
                      <a:lnTo>
                        <a:pt x="1" y="752"/>
                      </a:lnTo>
                      <a:lnTo>
                        <a:pt x="1" y="753"/>
                      </a:lnTo>
                      <a:lnTo>
                        <a:pt x="1" y="752"/>
                      </a:lnTo>
                      <a:close/>
                      <a:moveTo>
                        <a:pt x="31" y="753"/>
                      </a:moveTo>
                      <a:lnTo>
                        <a:pt x="31" y="752"/>
                      </a:lnTo>
                      <a:lnTo>
                        <a:pt x="31" y="753"/>
                      </a:lnTo>
                      <a:close/>
                      <a:moveTo>
                        <a:pt x="49" y="748"/>
                      </a:moveTo>
                      <a:lnTo>
                        <a:pt x="49" y="750"/>
                      </a:lnTo>
                      <a:lnTo>
                        <a:pt x="47" y="750"/>
                      </a:lnTo>
                      <a:lnTo>
                        <a:pt x="49" y="750"/>
                      </a:lnTo>
                      <a:lnTo>
                        <a:pt x="47" y="750"/>
                      </a:lnTo>
                      <a:lnTo>
                        <a:pt x="47" y="752"/>
                      </a:lnTo>
                      <a:lnTo>
                        <a:pt x="47" y="753"/>
                      </a:lnTo>
                      <a:lnTo>
                        <a:pt x="45" y="753"/>
                      </a:lnTo>
                      <a:lnTo>
                        <a:pt x="47" y="753"/>
                      </a:lnTo>
                      <a:lnTo>
                        <a:pt x="45" y="753"/>
                      </a:lnTo>
                      <a:lnTo>
                        <a:pt x="47" y="755"/>
                      </a:lnTo>
                      <a:lnTo>
                        <a:pt x="45" y="755"/>
                      </a:lnTo>
                      <a:lnTo>
                        <a:pt x="45" y="757"/>
                      </a:lnTo>
                      <a:lnTo>
                        <a:pt x="43" y="757"/>
                      </a:lnTo>
                      <a:lnTo>
                        <a:pt x="42" y="757"/>
                      </a:lnTo>
                      <a:lnTo>
                        <a:pt x="43" y="757"/>
                      </a:lnTo>
                      <a:lnTo>
                        <a:pt x="42" y="757"/>
                      </a:lnTo>
                      <a:lnTo>
                        <a:pt x="42" y="755"/>
                      </a:lnTo>
                      <a:lnTo>
                        <a:pt x="42" y="753"/>
                      </a:lnTo>
                      <a:lnTo>
                        <a:pt x="40" y="753"/>
                      </a:lnTo>
                      <a:lnTo>
                        <a:pt x="40" y="755"/>
                      </a:lnTo>
                      <a:lnTo>
                        <a:pt x="40" y="753"/>
                      </a:lnTo>
                      <a:lnTo>
                        <a:pt x="42" y="753"/>
                      </a:lnTo>
                      <a:lnTo>
                        <a:pt x="42" y="752"/>
                      </a:lnTo>
                      <a:lnTo>
                        <a:pt x="42" y="753"/>
                      </a:lnTo>
                      <a:lnTo>
                        <a:pt x="43" y="753"/>
                      </a:lnTo>
                      <a:lnTo>
                        <a:pt x="45" y="753"/>
                      </a:lnTo>
                      <a:lnTo>
                        <a:pt x="45" y="752"/>
                      </a:lnTo>
                      <a:lnTo>
                        <a:pt x="47" y="752"/>
                      </a:lnTo>
                      <a:lnTo>
                        <a:pt x="47" y="750"/>
                      </a:lnTo>
                      <a:lnTo>
                        <a:pt x="47" y="748"/>
                      </a:lnTo>
                      <a:lnTo>
                        <a:pt x="49" y="748"/>
                      </a:lnTo>
                      <a:close/>
                      <a:moveTo>
                        <a:pt x="62" y="746"/>
                      </a:moveTo>
                      <a:lnTo>
                        <a:pt x="63" y="746"/>
                      </a:lnTo>
                      <a:lnTo>
                        <a:pt x="62" y="746"/>
                      </a:lnTo>
                      <a:lnTo>
                        <a:pt x="62" y="744"/>
                      </a:lnTo>
                      <a:lnTo>
                        <a:pt x="62" y="746"/>
                      </a:lnTo>
                      <a:close/>
                      <a:moveTo>
                        <a:pt x="82" y="744"/>
                      </a:moveTo>
                      <a:lnTo>
                        <a:pt x="82" y="742"/>
                      </a:lnTo>
                      <a:lnTo>
                        <a:pt x="82" y="744"/>
                      </a:lnTo>
                      <a:close/>
                      <a:moveTo>
                        <a:pt x="62" y="741"/>
                      </a:moveTo>
                      <a:lnTo>
                        <a:pt x="62" y="742"/>
                      </a:lnTo>
                      <a:lnTo>
                        <a:pt x="62" y="741"/>
                      </a:lnTo>
                      <a:lnTo>
                        <a:pt x="62" y="742"/>
                      </a:lnTo>
                      <a:lnTo>
                        <a:pt x="62" y="741"/>
                      </a:lnTo>
                      <a:close/>
                      <a:moveTo>
                        <a:pt x="657" y="741"/>
                      </a:moveTo>
                      <a:lnTo>
                        <a:pt x="657" y="742"/>
                      </a:lnTo>
                      <a:lnTo>
                        <a:pt x="655" y="742"/>
                      </a:lnTo>
                      <a:lnTo>
                        <a:pt x="655" y="741"/>
                      </a:lnTo>
                      <a:lnTo>
                        <a:pt x="657" y="741"/>
                      </a:lnTo>
                      <a:close/>
                      <a:moveTo>
                        <a:pt x="80" y="739"/>
                      </a:moveTo>
                      <a:lnTo>
                        <a:pt x="80" y="741"/>
                      </a:lnTo>
                      <a:lnTo>
                        <a:pt x="78" y="741"/>
                      </a:lnTo>
                      <a:lnTo>
                        <a:pt x="78" y="739"/>
                      </a:lnTo>
                      <a:lnTo>
                        <a:pt x="80" y="739"/>
                      </a:lnTo>
                      <a:close/>
                      <a:moveTo>
                        <a:pt x="82" y="737"/>
                      </a:moveTo>
                      <a:lnTo>
                        <a:pt x="84" y="737"/>
                      </a:lnTo>
                      <a:lnTo>
                        <a:pt x="84" y="739"/>
                      </a:lnTo>
                      <a:lnTo>
                        <a:pt x="84" y="741"/>
                      </a:lnTo>
                      <a:lnTo>
                        <a:pt x="85" y="741"/>
                      </a:lnTo>
                      <a:lnTo>
                        <a:pt x="87" y="741"/>
                      </a:lnTo>
                      <a:lnTo>
                        <a:pt x="87" y="742"/>
                      </a:lnTo>
                      <a:lnTo>
                        <a:pt x="89" y="742"/>
                      </a:lnTo>
                      <a:lnTo>
                        <a:pt x="89" y="744"/>
                      </a:lnTo>
                      <a:lnTo>
                        <a:pt x="89" y="742"/>
                      </a:lnTo>
                      <a:lnTo>
                        <a:pt x="89" y="744"/>
                      </a:lnTo>
                      <a:lnTo>
                        <a:pt x="89" y="742"/>
                      </a:lnTo>
                      <a:lnTo>
                        <a:pt x="89" y="744"/>
                      </a:lnTo>
                      <a:lnTo>
                        <a:pt x="89" y="742"/>
                      </a:lnTo>
                      <a:lnTo>
                        <a:pt x="87" y="744"/>
                      </a:lnTo>
                      <a:lnTo>
                        <a:pt x="87" y="742"/>
                      </a:lnTo>
                      <a:lnTo>
                        <a:pt x="87" y="744"/>
                      </a:lnTo>
                      <a:lnTo>
                        <a:pt x="85" y="744"/>
                      </a:lnTo>
                      <a:lnTo>
                        <a:pt x="85" y="742"/>
                      </a:lnTo>
                      <a:lnTo>
                        <a:pt x="85" y="744"/>
                      </a:lnTo>
                      <a:lnTo>
                        <a:pt x="84" y="744"/>
                      </a:lnTo>
                      <a:lnTo>
                        <a:pt x="82" y="744"/>
                      </a:lnTo>
                      <a:lnTo>
                        <a:pt x="82" y="742"/>
                      </a:lnTo>
                      <a:lnTo>
                        <a:pt x="84" y="742"/>
                      </a:lnTo>
                      <a:lnTo>
                        <a:pt x="82" y="742"/>
                      </a:lnTo>
                      <a:lnTo>
                        <a:pt x="82" y="741"/>
                      </a:lnTo>
                      <a:lnTo>
                        <a:pt x="84" y="741"/>
                      </a:lnTo>
                      <a:lnTo>
                        <a:pt x="82" y="741"/>
                      </a:lnTo>
                      <a:lnTo>
                        <a:pt x="84" y="741"/>
                      </a:lnTo>
                      <a:lnTo>
                        <a:pt x="82" y="739"/>
                      </a:lnTo>
                      <a:lnTo>
                        <a:pt x="84" y="739"/>
                      </a:lnTo>
                      <a:lnTo>
                        <a:pt x="82" y="739"/>
                      </a:lnTo>
                      <a:lnTo>
                        <a:pt x="84" y="739"/>
                      </a:lnTo>
                      <a:lnTo>
                        <a:pt x="82" y="739"/>
                      </a:lnTo>
                      <a:lnTo>
                        <a:pt x="82" y="737"/>
                      </a:lnTo>
                      <a:close/>
                      <a:moveTo>
                        <a:pt x="82" y="735"/>
                      </a:moveTo>
                      <a:lnTo>
                        <a:pt x="82" y="737"/>
                      </a:lnTo>
                      <a:lnTo>
                        <a:pt x="82" y="735"/>
                      </a:lnTo>
                      <a:close/>
                      <a:moveTo>
                        <a:pt x="655" y="719"/>
                      </a:moveTo>
                      <a:lnTo>
                        <a:pt x="655" y="717"/>
                      </a:lnTo>
                      <a:lnTo>
                        <a:pt x="655" y="719"/>
                      </a:lnTo>
                      <a:close/>
                      <a:moveTo>
                        <a:pt x="295" y="704"/>
                      </a:moveTo>
                      <a:lnTo>
                        <a:pt x="295" y="702"/>
                      </a:lnTo>
                      <a:lnTo>
                        <a:pt x="297" y="702"/>
                      </a:lnTo>
                      <a:lnTo>
                        <a:pt x="297" y="704"/>
                      </a:lnTo>
                      <a:lnTo>
                        <a:pt x="295" y="704"/>
                      </a:lnTo>
                      <a:close/>
                      <a:moveTo>
                        <a:pt x="297" y="699"/>
                      </a:moveTo>
                      <a:lnTo>
                        <a:pt x="299" y="699"/>
                      </a:lnTo>
                      <a:lnTo>
                        <a:pt x="299" y="700"/>
                      </a:lnTo>
                      <a:lnTo>
                        <a:pt x="297" y="700"/>
                      </a:lnTo>
                      <a:lnTo>
                        <a:pt x="297" y="699"/>
                      </a:lnTo>
                      <a:close/>
                      <a:moveTo>
                        <a:pt x="177" y="693"/>
                      </a:moveTo>
                      <a:lnTo>
                        <a:pt x="177" y="691"/>
                      </a:lnTo>
                      <a:lnTo>
                        <a:pt x="177" y="693"/>
                      </a:lnTo>
                      <a:close/>
                      <a:moveTo>
                        <a:pt x="155" y="691"/>
                      </a:moveTo>
                      <a:lnTo>
                        <a:pt x="153" y="691"/>
                      </a:lnTo>
                      <a:lnTo>
                        <a:pt x="155" y="691"/>
                      </a:lnTo>
                      <a:lnTo>
                        <a:pt x="155" y="689"/>
                      </a:lnTo>
                      <a:lnTo>
                        <a:pt x="155" y="691"/>
                      </a:lnTo>
                      <a:close/>
                      <a:moveTo>
                        <a:pt x="155" y="691"/>
                      </a:moveTo>
                      <a:lnTo>
                        <a:pt x="155" y="689"/>
                      </a:lnTo>
                      <a:lnTo>
                        <a:pt x="155" y="691"/>
                      </a:lnTo>
                      <a:close/>
                      <a:moveTo>
                        <a:pt x="153" y="689"/>
                      </a:moveTo>
                      <a:lnTo>
                        <a:pt x="153" y="691"/>
                      </a:lnTo>
                      <a:lnTo>
                        <a:pt x="153" y="689"/>
                      </a:lnTo>
                      <a:close/>
                      <a:moveTo>
                        <a:pt x="160" y="691"/>
                      </a:moveTo>
                      <a:lnTo>
                        <a:pt x="160" y="689"/>
                      </a:lnTo>
                      <a:lnTo>
                        <a:pt x="160" y="691"/>
                      </a:lnTo>
                      <a:close/>
                      <a:moveTo>
                        <a:pt x="157" y="691"/>
                      </a:moveTo>
                      <a:lnTo>
                        <a:pt x="157" y="693"/>
                      </a:lnTo>
                      <a:lnTo>
                        <a:pt x="157" y="691"/>
                      </a:lnTo>
                      <a:lnTo>
                        <a:pt x="157" y="689"/>
                      </a:lnTo>
                      <a:lnTo>
                        <a:pt x="158" y="689"/>
                      </a:lnTo>
                      <a:lnTo>
                        <a:pt x="158" y="691"/>
                      </a:lnTo>
                      <a:lnTo>
                        <a:pt x="157" y="691"/>
                      </a:lnTo>
                      <a:lnTo>
                        <a:pt x="158" y="691"/>
                      </a:lnTo>
                      <a:lnTo>
                        <a:pt x="157" y="691"/>
                      </a:lnTo>
                      <a:close/>
                      <a:moveTo>
                        <a:pt x="158" y="689"/>
                      </a:moveTo>
                      <a:lnTo>
                        <a:pt x="157" y="689"/>
                      </a:lnTo>
                      <a:lnTo>
                        <a:pt x="158" y="689"/>
                      </a:lnTo>
                      <a:close/>
                      <a:moveTo>
                        <a:pt x="155" y="689"/>
                      </a:moveTo>
                      <a:lnTo>
                        <a:pt x="157" y="689"/>
                      </a:lnTo>
                      <a:lnTo>
                        <a:pt x="155" y="689"/>
                      </a:lnTo>
                      <a:close/>
                      <a:moveTo>
                        <a:pt x="178" y="689"/>
                      </a:moveTo>
                      <a:lnTo>
                        <a:pt x="178" y="688"/>
                      </a:lnTo>
                      <a:lnTo>
                        <a:pt x="178" y="689"/>
                      </a:lnTo>
                      <a:close/>
                      <a:moveTo>
                        <a:pt x="178" y="686"/>
                      </a:moveTo>
                      <a:lnTo>
                        <a:pt x="178" y="688"/>
                      </a:lnTo>
                      <a:lnTo>
                        <a:pt x="178" y="686"/>
                      </a:lnTo>
                      <a:close/>
                      <a:moveTo>
                        <a:pt x="142" y="684"/>
                      </a:moveTo>
                      <a:lnTo>
                        <a:pt x="142" y="686"/>
                      </a:lnTo>
                      <a:lnTo>
                        <a:pt x="142" y="684"/>
                      </a:lnTo>
                      <a:lnTo>
                        <a:pt x="140" y="684"/>
                      </a:lnTo>
                      <a:lnTo>
                        <a:pt x="140" y="686"/>
                      </a:lnTo>
                      <a:lnTo>
                        <a:pt x="138" y="686"/>
                      </a:lnTo>
                      <a:lnTo>
                        <a:pt x="140" y="686"/>
                      </a:lnTo>
                      <a:lnTo>
                        <a:pt x="140" y="684"/>
                      </a:lnTo>
                      <a:lnTo>
                        <a:pt x="142" y="684"/>
                      </a:lnTo>
                      <a:close/>
                      <a:moveTo>
                        <a:pt x="149" y="684"/>
                      </a:moveTo>
                      <a:lnTo>
                        <a:pt x="149" y="686"/>
                      </a:lnTo>
                      <a:lnTo>
                        <a:pt x="149" y="684"/>
                      </a:lnTo>
                      <a:close/>
                      <a:moveTo>
                        <a:pt x="136" y="684"/>
                      </a:moveTo>
                      <a:lnTo>
                        <a:pt x="138" y="684"/>
                      </a:lnTo>
                      <a:lnTo>
                        <a:pt x="138" y="686"/>
                      </a:lnTo>
                      <a:lnTo>
                        <a:pt x="136" y="686"/>
                      </a:lnTo>
                      <a:lnTo>
                        <a:pt x="136" y="688"/>
                      </a:lnTo>
                      <a:lnTo>
                        <a:pt x="138" y="688"/>
                      </a:lnTo>
                      <a:lnTo>
                        <a:pt x="136" y="688"/>
                      </a:lnTo>
                      <a:lnTo>
                        <a:pt x="136" y="686"/>
                      </a:lnTo>
                      <a:lnTo>
                        <a:pt x="135" y="686"/>
                      </a:lnTo>
                      <a:lnTo>
                        <a:pt x="135" y="684"/>
                      </a:lnTo>
                      <a:lnTo>
                        <a:pt x="136" y="684"/>
                      </a:lnTo>
                      <a:close/>
                      <a:moveTo>
                        <a:pt x="688" y="678"/>
                      </a:moveTo>
                      <a:lnTo>
                        <a:pt x="688" y="677"/>
                      </a:lnTo>
                      <a:lnTo>
                        <a:pt x="688" y="678"/>
                      </a:lnTo>
                      <a:close/>
                      <a:moveTo>
                        <a:pt x="689" y="677"/>
                      </a:moveTo>
                      <a:lnTo>
                        <a:pt x="689" y="678"/>
                      </a:lnTo>
                      <a:lnTo>
                        <a:pt x="689" y="677"/>
                      </a:lnTo>
                      <a:close/>
                      <a:moveTo>
                        <a:pt x="153" y="677"/>
                      </a:moveTo>
                      <a:lnTo>
                        <a:pt x="151" y="677"/>
                      </a:lnTo>
                      <a:lnTo>
                        <a:pt x="153" y="677"/>
                      </a:lnTo>
                      <a:close/>
                      <a:moveTo>
                        <a:pt x="180" y="673"/>
                      </a:moveTo>
                      <a:lnTo>
                        <a:pt x="180" y="675"/>
                      </a:lnTo>
                      <a:lnTo>
                        <a:pt x="182" y="675"/>
                      </a:lnTo>
                      <a:lnTo>
                        <a:pt x="180" y="675"/>
                      </a:lnTo>
                      <a:lnTo>
                        <a:pt x="182" y="675"/>
                      </a:lnTo>
                      <a:lnTo>
                        <a:pt x="180" y="675"/>
                      </a:lnTo>
                      <a:lnTo>
                        <a:pt x="180" y="673"/>
                      </a:lnTo>
                      <a:close/>
                      <a:moveTo>
                        <a:pt x="686" y="673"/>
                      </a:moveTo>
                      <a:lnTo>
                        <a:pt x="686" y="675"/>
                      </a:lnTo>
                      <a:lnTo>
                        <a:pt x="688" y="673"/>
                      </a:lnTo>
                      <a:lnTo>
                        <a:pt x="686" y="675"/>
                      </a:lnTo>
                      <a:lnTo>
                        <a:pt x="688" y="675"/>
                      </a:lnTo>
                      <a:lnTo>
                        <a:pt x="688" y="677"/>
                      </a:lnTo>
                      <a:lnTo>
                        <a:pt x="688" y="675"/>
                      </a:lnTo>
                      <a:lnTo>
                        <a:pt x="686" y="675"/>
                      </a:lnTo>
                      <a:lnTo>
                        <a:pt x="686" y="673"/>
                      </a:lnTo>
                      <a:close/>
                      <a:moveTo>
                        <a:pt x="173" y="671"/>
                      </a:moveTo>
                      <a:lnTo>
                        <a:pt x="175" y="671"/>
                      </a:lnTo>
                      <a:lnTo>
                        <a:pt x="175" y="673"/>
                      </a:lnTo>
                      <a:lnTo>
                        <a:pt x="173" y="673"/>
                      </a:lnTo>
                      <a:lnTo>
                        <a:pt x="171" y="673"/>
                      </a:lnTo>
                      <a:lnTo>
                        <a:pt x="171" y="671"/>
                      </a:lnTo>
                      <a:lnTo>
                        <a:pt x="173" y="671"/>
                      </a:lnTo>
                      <a:close/>
                      <a:moveTo>
                        <a:pt x="178" y="666"/>
                      </a:moveTo>
                      <a:lnTo>
                        <a:pt x="177" y="666"/>
                      </a:lnTo>
                      <a:lnTo>
                        <a:pt x="178" y="666"/>
                      </a:lnTo>
                      <a:close/>
                      <a:moveTo>
                        <a:pt x="178" y="666"/>
                      </a:moveTo>
                      <a:lnTo>
                        <a:pt x="177" y="666"/>
                      </a:lnTo>
                      <a:lnTo>
                        <a:pt x="177" y="664"/>
                      </a:lnTo>
                      <a:lnTo>
                        <a:pt x="178" y="664"/>
                      </a:lnTo>
                      <a:lnTo>
                        <a:pt x="178" y="666"/>
                      </a:lnTo>
                      <a:close/>
                      <a:moveTo>
                        <a:pt x="197" y="660"/>
                      </a:moveTo>
                      <a:lnTo>
                        <a:pt x="197" y="662"/>
                      </a:lnTo>
                      <a:lnTo>
                        <a:pt x="195" y="662"/>
                      </a:lnTo>
                      <a:lnTo>
                        <a:pt x="195" y="660"/>
                      </a:lnTo>
                      <a:lnTo>
                        <a:pt x="197" y="660"/>
                      </a:lnTo>
                      <a:close/>
                      <a:moveTo>
                        <a:pt x="180" y="658"/>
                      </a:moveTo>
                      <a:lnTo>
                        <a:pt x="180" y="660"/>
                      </a:lnTo>
                      <a:lnTo>
                        <a:pt x="178" y="660"/>
                      </a:lnTo>
                      <a:lnTo>
                        <a:pt x="178" y="662"/>
                      </a:lnTo>
                      <a:lnTo>
                        <a:pt x="177" y="662"/>
                      </a:lnTo>
                      <a:lnTo>
                        <a:pt x="178" y="662"/>
                      </a:lnTo>
                      <a:lnTo>
                        <a:pt x="178" y="660"/>
                      </a:lnTo>
                      <a:lnTo>
                        <a:pt x="180" y="660"/>
                      </a:lnTo>
                      <a:lnTo>
                        <a:pt x="180" y="658"/>
                      </a:lnTo>
                      <a:close/>
                      <a:moveTo>
                        <a:pt x="688" y="658"/>
                      </a:moveTo>
                      <a:lnTo>
                        <a:pt x="689" y="658"/>
                      </a:lnTo>
                      <a:lnTo>
                        <a:pt x="689" y="660"/>
                      </a:lnTo>
                      <a:lnTo>
                        <a:pt x="688" y="660"/>
                      </a:lnTo>
                      <a:lnTo>
                        <a:pt x="688" y="658"/>
                      </a:lnTo>
                      <a:lnTo>
                        <a:pt x="688" y="660"/>
                      </a:lnTo>
                      <a:lnTo>
                        <a:pt x="688" y="658"/>
                      </a:lnTo>
                      <a:close/>
                      <a:moveTo>
                        <a:pt x="686" y="658"/>
                      </a:moveTo>
                      <a:lnTo>
                        <a:pt x="688" y="658"/>
                      </a:lnTo>
                      <a:lnTo>
                        <a:pt x="686" y="658"/>
                      </a:lnTo>
                      <a:close/>
                      <a:moveTo>
                        <a:pt x="688" y="657"/>
                      </a:moveTo>
                      <a:lnTo>
                        <a:pt x="689" y="658"/>
                      </a:lnTo>
                      <a:lnTo>
                        <a:pt x="688" y="658"/>
                      </a:lnTo>
                      <a:lnTo>
                        <a:pt x="688" y="657"/>
                      </a:lnTo>
                      <a:close/>
                      <a:moveTo>
                        <a:pt x="688" y="655"/>
                      </a:moveTo>
                      <a:lnTo>
                        <a:pt x="688" y="657"/>
                      </a:lnTo>
                      <a:lnTo>
                        <a:pt x="688" y="655"/>
                      </a:lnTo>
                      <a:close/>
                      <a:moveTo>
                        <a:pt x="206" y="647"/>
                      </a:moveTo>
                      <a:lnTo>
                        <a:pt x="204" y="647"/>
                      </a:lnTo>
                      <a:lnTo>
                        <a:pt x="204" y="649"/>
                      </a:lnTo>
                      <a:lnTo>
                        <a:pt x="202" y="649"/>
                      </a:lnTo>
                      <a:lnTo>
                        <a:pt x="200" y="651"/>
                      </a:lnTo>
                      <a:lnTo>
                        <a:pt x="200" y="649"/>
                      </a:lnTo>
                      <a:lnTo>
                        <a:pt x="200" y="651"/>
                      </a:lnTo>
                      <a:lnTo>
                        <a:pt x="200" y="649"/>
                      </a:lnTo>
                      <a:lnTo>
                        <a:pt x="199" y="649"/>
                      </a:lnTo>
                      <a:lnTo>
                        <a:pt x="199" y="647"/>
                      </a:lnTo>
                      <a:lnTo>
                        <a:pt x="200" y="647"/>
                      </a:lnTo>
                      <a:lnTo>
                        <a:pt x="202" y="647"/>
                      </a:lnTo>
                      <a:lnTo>
                        <a:pt x="204" y="647"/>
                      </a:lnTo>
                      <a:lnTo>
                        <a:pt x="204" y="646"/>
                      </a:lnTo>
                      <a:lnTo>
                        <a:pt x="206" y="646"/>
                      </a:lnTo>
                      <a:lnTo>
                        <a:pt x="206" y="647"/>
                      </a:lnTo>
                      <a:close/>
                      <a:moveTo>
                        <a:pt x="686" y="638"/>
                      </a:moveTo>
                      <a:lnTo>
                        <a:pt x="686" y="636"/>
                      </a:lnTo>
                      <a:lnTo>
                        <a:pt x="686" y="638"/>
                      </a:lnTo>
                      <a:lnTo>
                        <a:pt x="686" y="636"/>
                      </a:lnTo>
                      <a:lnTo>
                        <a:pt x="686" y="638"/>
                      </a:lnTo>
                      <a:close/>
                      <a:moveTo>
                        <a:pt x="213" y="629"/>
                      </a:moveTo>
                      <a:lnTo>
                        <a:pt x="213" y="631"/>
                      </a:lnTo>
                      <a:lnTo>
                        <a:pt x="215" y="631"/>
                      </a:lnTo>
                      <a:lnTo>
                        <a:pt x="215" y="629"/>
                      </a:lnTo>
                      <a:lnTo>
                        <a:pt x="215" y="631"/>
                      </a:lnTo>
                      <a:lnTo>
                        <a:pt x="215" y="633"/>
                      </a:lnTo>
                      <a:lnTo>
                        <a:pt x="217" y="635"/>
                      </a:lnTo>
                      <a:lnTo>
                        <a:pt x="217" y="636"/>
                      </a:lnTo>
                      <a:lnTo>
                        <a:pt x="215" y="636"/>
                      </a:lnTo>
                      <a:lnTo>
                        <a:pt x="215" y="638"/>
                      </a:lnTo>
                      <a:lnTo>
                        <a:pt x="213" y="638"/>
                      </a:lnTo>
                      <a:lnTo>
                        <a:pt x="213" y="636"/>
                      </a:lnTo>
                      <a:lnTo>
                        <a:pt x="211" y="636"/>
                      </a:lnTo>
                      <a:lnTo>
                        <a:pt x="211" y="635"/>
                      </a:lnTo>
                      <a:lnTo>
                        <a:pt x="213" y="635"/>
                      </a:lnTo>
                      <a:lnTo>
                        <a:pt x="211" y="635"/>
                      </a:lnTo>
                      <a:lnTo>
                        <a:pt x="213" y="635"/>
                      </a:lnTo>
                      <a:lnTo>
                        <a:pt x="211" y="635"/>
                      </a:lnTo>
                      <a:lnTo>
                        <a:pt x="211" y="633"/>
                      </a:lnTo>
                      <a:lnTo>
                        <a:pt x="211" y="631"/>
                      </a:lnTo>
                      <a:lnTo>
                        <a:pt x="211" y="633"/>
                      </a:lnTo>
                      <a:lnTo>
                        <a:pt x="211" y="631"/>
                      </a:lnTo>
                      <a:lnTo>
                        <a:pt x="211" y="629"/>
                      </a:lnTo>
                      <a:lnTo>
                        <a:pt x="213" y="629"/>
                      </a:lnTo>
                      <a:close/>
                      <a:moveTo>
                        <a:pt x="189" y="629"/>
                      </a:moveTo>
                      <a:lnTo>
                        <a:pt x="188" y="631"/>
                      </a:lnTo>
                      <a:lnTo>
                        <a:pt x="189" y="629"/>
                      </a:lnTo>
                      <a:close/>
                      <a:moveTo>
                        <a:pt x="224" y="625"/>
                      </a:moveTo>
                      <a:lnTo>
                        <a:pt x="226" y="625"/>
                      </a:lnTo>
                      <a:lnTo>
                        <a:pt x="224" y="625"/>
                      </a:lnTo>
                      <a:lnTo>
                        <a:pt x="222" y="625"/>
                      </a:lnTo>
                      <a:lnTo>
                        <a:pt x="224" y="624"/>
                      </a:lnTo>
                      <a:lnTo>
                        <a:pt x="224" y="625"/>
                      </a:lnTo>
                      <a:close/>
                      <a:moveTo>
                        <a:pt x="222" y="624"/>
                      </a:moveTo>
                      <a:lnTo>
                        <a:pt x="222" y="625"/>
                      </a:lnTo>
                      <a:lnTo>
                        <a:pt x="220" y="625"/>
                      </a:lnTo>
                      <a:lnTo>
                        <a:pt x="220" y="624"/>
                      </a:lnTo>
                      <a:lnTo>
                        <a:pt x="222" y="624"/>
                      </a:lnTo>
                      <a:close/>
                      <a:moveTo>
                        <a:pt x="224" y="620"/>
                      </a:moveTo>
                      <a:lnTo>
                        <a:pt x="224" y="618"/>
                      </a:lnTo>
                      <a:lnTo>
                        <a:pt x="224" y="620"/>
                      </a:lnTo>
                      <a:lnTo>
                        <a:pt x="222" y="620"/>
                      </a:lnTo>
                      <a:lnTo>
                        <a:pt x="224" y="620"/>
                      </a:lnTo>
                      <a:lnTo>
                        <a:pt x="226" y="620"/>
                      </a:lnTo>
                      <a:lnTo>
                        <a:pt x="224" y="620"/>
                      </a:lnTo>
                      <a:lnTo>
                        <a:pt x="226" y="620"/>
                      </a:lnTo>
                      <a:lnTo>
                        <a:pt x="224" y="620"/>
                      </a:lnTo>
                      <a:lnTo>
                        <a:pt x="224" y="622"/>
                      </a:lnTo>
                      <a:lnTo>
                        <a:pt x="226" y="622"/>
                      </a:lnTo>
                      <a:lnTo>
                        <a:pt x="224" y="622"/>
                      </a:lnTo>
                      <a:lnTo>
                        <a:pt x="226" y="622"/>
                      </a:lnTo>
                      <a:lnTo>
                        <a:pt x="228" y="622"/>
                      </a:lnTo>
                      <a:lnTo>
                        <a:pt x="228" y="624"/>
                      </a:lnTo>
                      <a:lnTo>
                        <a:pt x="228" y="622"/>
                      </a:lnTo>
                      <a:lnTo>
                        <a:pt x="228" y="624"/>
                      </a:lnTo>
                      <a:lnTo>
                        <a:pt x="226" y="624"/>
                      </a:lnTo>
                      <a:lnTo>
                        <a:pt x="226" y="622"/>
                      </a:lnTo>
                      <a:lnTo>
                        <a:pt x="224" y="622"/>
                      </a:lnTo>
                      <a:lnTo>
                        <a:pt x="224" y="624"/>
                      </a:lnTo>
                      <a:lnTo>
                        <a:pt x="224" y="622"/>
                      </a:lnTo>
                      <a:lnTo>
                        <a:pt x="222" y="622"/>
                      </a:lnTo>
                      <a:lnTo>
                        <a:pt x="222" y="620"/>
                      </a:lnTo>
                      <a:lnTo>
                        <a:pt x="224" y="618"/>
                      </a:lnTo>
                      <a:lnTo>
                        <a:pt x="224" y="620"/>
                      </a:lnTo>
                      <a:close/>
                      <a:moveTo>
                        <a:pt x="222" y="615"/>
                      </a:moveTo>
                      <a:lnTo>
                        <a:pt x="224" y="616"/>
                      </a:lnTo>
                      <a:lnTo>
                        <a:pt x="222" y="616"/>
                      </a:lnTo>
                      <a:lnTo>
                        <a:pt x="222" y="615"/>
                      </a:lnTo>
                      <a:close/>
                      <a:moveTo>
                        <a:pt x="253" y="613"/>
                      </a:moveTo>
                      <a:lnTo>
                        <a:pt x="253" y="615"/>
                      </a:lnTo>
                      <a:lnTo>
                        <a:pt x="251" y="615"/>
                      </a:lnTo>
                      <a:lnTo>
                        <a:pt x="251" y="616"/>
                      </a:lnTo>
                      <a:lnTo>
                        <a:pt x="250" y="616"/>
                      </a:lnTo>
                      <a:lnTo>
                        <a:pt x="248" y="616"/>
                      </a:lnTo>
                      <a:lnTo>
                        <a:pt x="248" y="615"/>
                      </a:lnTo>
                      <a:lnTo>
                        <a:pt x="250" y="615"/>
                      </a:lnTo>
                      <a:lnTo>
                        <a:pt x="251" y="615"/>
                      </a:lnTo>
                      <a:lnTo>
                        <a:pt x="251" y="613"/>
                      </a:lnTo>
                      <a:lnTo>
                        <a:pt x="253" y="613"/>
                      </a:lnTo>
                      <a:close/>
                      <a:moveTo>
                        <a:pt x="217" y="598"/>
                      </a:moveTo>
                      <a:lnTo>
                        <a:pt x="215" y="598"/>
                      </a:lnTo>
                      <a:lnTo>
                        <a:pt x="217" y="598"/>
                      </a:lnTo>
                      <a:close/>
                      <a:moveTo>
                        <a:pt x="222" y="585"/>
                      </a:moveTo>
                      <a:lnTo>
                        <a:pt x="224" y="585"/>
                      </a:lnTo>
                      <a:lnTo>
                        <a:pt x="222" y="585"/>
                      </a:lnTo>
                      <a:close/>
                      <a:moveTo>
                        <a:pt x="228" y="582"/>
                      </a:moveTo>
                      <a:lnTo>
                        <a:pt x="228" y="583"/>
                      </a:lnTo>
                      <a:lnTo>
                        <a:pt x="228" y="582"/>
                      </a:lnTo>
                      <a:close/>
                      <a:moveTo>
                        <a:pt x="239" y="574"/>
                      </a:moveTo>
                      <a:lnTo>
                        <a:pt x="237" y="574"/>
                      </a:lnTo>
                      <a:lnTo>
                        <a:pt x="237" y="572"/>
                      </a:lnTo>
                      <a:lnTo>
                        <a:pt x="237" y="574"/>
                      </a:lnTo>
                      <a:lnTo>
                        <a:pt x="239" y="574"/>
                      </a:lnTo>
                      <a:close/>
                      <a:moveTo>
                        <a:pt x="242" y="567"/>
                      </a:moveTo>
                      <a:lnTo>
                        <a:pt x="242" y="569"/>
                      </a:lnTo>
                      <a:lnTo>
                        <a:pt x="240" y="569"/>
                      </a:lnTo>
                      <a:lnTo>
                        <a:pt x="240" y="567"/>
                      </a:lnTo>
                      <a:lnTo>
                        <a:pt x="242" y="567"/>
                      </a:lnTo>
                      <a:close/>
                      <a:moveTo>
                        <a:pt x="235" y="567"/>
                      </a:moveTo>
                      <a:lnTo>
                        <a:pt x="235" y="565"/>
                      </a:lnTo>
                      <a:lnTo>
                        <a:pt x="235" y="567"/>
                      </a:lnTo>
                      <a:close/>
                      <a:moveTo>
                        <a:pt x="246" y="558"/>
                      </a:moveTo>
                      <a:lnTo>
                        <a:pt x="246" y="560"/>
                      </a:lnTo>
                      <a:lnTo>
                        <a:pt x="246" y="558"/>
                      </a:lnTo>
                      <a:lnTo>
                        <a:pt x="246" y="560"/>
                      </a:lnTo>
                      <a:lnTo>
                        <a:pt x="248" y="560"/>
                      </a:lnTo>
                      <a:lnTo>
                        <a:pt x="248" y="562"/>
                      </a:lnTo>
                      <a:lnTo>
                        <a:pt x="246" y="562"/>
                      </a:lnTo>
                      <a:lnTo>
                        <a:pt x="246" y="560"/>
                      </a:lnTo>
                      <a:lnTo>
                        <a:pt x="246" y="558"/>
                      </a:lnTo>
                      <a:close/>
                      <a:moveTo>
                        <a:pt x="250" y="556"/>
                      </a:moveTo>
                      <a:lnTo>
                        <a:pt x="248" y="556"/>
                      </a:lnTo>
                      <a:lnTo>
                        <a:pt x="248" y="554"/>
                      </a:lnTo>
                      <a:lnTo>
                        <a:pt x="250" y="554"/>
                      </a:lnTo>
                      <a:lnTo>
                        <a:pt x="250" y="556"/>
                      </a:lnTo>
                      <a:close/>
                      <a:moveTo>
                        <a:pt x="270" y="538"/>
                      </a:moveTo>
                      <a:lnTo>
                        <a:pt x="272" y="538"/>
                      </a:lnTo>
                      <a:lnTo>
                        <a:pt x="272" y="540"/>
                      </a:lnTo>
                      <a:lnTo>
                        <a:pt x="273" y="540"/>
                      </a:lnTo>
                      <a:lnTo>
                        <a:pt x="275" y="540"/>
                      </a:lnTo>
                      <a:lnTo>
                        <a:pt x="275" y="541"/>
                      </a:lnTo>
                      <a:lnTo>
                        <a:pt x="275" y="543"/>
                      </a:lnTo>
                      <a:lnTo>
                        <a:pt x="275" y="545"/>
                      </a:lnTo>
                      <a:lnTo>
                        <a:pt x="273" y="545"/>
                      </a:lnTo>
                      <a:lnTo>
                        <a:pt x="272" y="547"/>
                      </a:lnTo>
                      <a:lnTo>
                        <a:pt x="270" y="547"/>
                      </a:lnTo>
                      <a:lnTo>
                        <a:pt x="268" y="547"/>
                      </a:lnTo>
                      <a:lnTo>
                        <a:pt x="268" y="545"/>
                      </a:lnTo>
                      <a:lnTo>
                        <a:pt x="266" y="545"/>
                      </a:lnTo>
                      <a:lnTo>
                        <a:pt x="268" y="545"/>
                      </a:lnTo>
                      <a:lnTo>
                        <a:pt x="266" y="545"/>
                      </a:lnTo>
                      <a:lnTo>
                        <a:pt x="266" y="543"/>
                      </a:lnTo>
                      <a:lnTo>
                        <a:pt x="266" y="541"/>
                      </a:lnTo>
                      <a:lnTo>
                        <a:pt x="264" y="541"/>
                      </a:lnTo>
                      <a:lnTo>
                        <a:pt x="266" y="541"/>
                      </a:lnTo>
                      <a:lnTo>
                        <a:pt x="264" y="541"/>
                      </a:lnTo>
                      <a:lnTo>
                        <a:pt x="264" y="540"/>
                      </a:lnTo>
                      <a:lnTo>
                        <a:pt x="264" y="541"/>
                      </a:lnTo>
                      <a:lnTo>
                        <a:pt x="266" y="540"/>
                      </a:lnTo>
                      <a:lnTo>
                        <a:pt x="266" y="541"/>
                      </a:lnTo>
                      <a:lnTo>
                        <a:pt x="266" y="540"/>
                      </a:lnTo>
                      <a:lnTo>
                        <a:pt x="268" y="540"/>
                      </a:lnTo>
                      <a:lnTo>
                        <a:pt x="268" y="538"/>
                      </a:lnTo>
                      <a:lnTo>
                        <a:pt x="270" y="538"/>
                      </a:lnTo>
                      <a:close/>
                      <a:moveTo>
                        <a:pt x="257" y="538"/>
                      </a:moveTo>
                      <a:lnTo>
                        <a:pt x="259" y="538"/>
                      </a:lnTo>
                      <a:lnTo>
                        <a:pt x="261" y="538"/>
                      </a:lnTo>
                      <a:lnTo>
                        <a:pt x="261" y="540"/>
                      </a:lnTo>
                      <a:lnTo>
                        <a:pt x="259" y="540"/>
                      </a:lnTo>
                      <a:lnTo>
                        <a:pt x="259" y="538"/>
                      </a:lnTo>
                      <a:lnTo>
                        <a:pt x="257" y="538"/>
                      </a:lnTo>
                      <a:close/>
                      <a:moveTo>
                        <a:pt x="620" y="538"/>
                      </a:moveTo>
                      <a:lnTo>
                        <a:pt x="620" y="536"/>
                      </a:lnTo>
                      <a:lnTo>
                        <a:pt x="620" y="538"/>
                      </a:lnTo>
                      <a:close/>
                      <a:moveTo>
                        <a:pt x="282" y="529"/>
                      </a:moveTo>
                      <a:lnTo>
                        <a:pt x="281" y="529"/>
                      </a:lnTo>
                      <a:lnTo>
                        <a:pt x="282" y="529"/>
                      </a:lnTo>
                      <a:lnTo>
                        <a:pt x="282" y="527"/>
                      </a:lnTo>
                      <a:lnTo>
                        <a:pt x="282" y="529"/>
                      </a:lnTo>
                      <a:close/>
                      <a:moveTo>
                        <a:pt x="262" y="527"/>
                      </a:moveTo>
                      <a:lnTo>
                        <a:pt x="261" y="527"/>
                      </a:lnTo>
                      <a:lnTo>
                        <a:pt x="262" y="527"/>
                      </a:lnTo>
                      <a:lnTo>
                        <a:pt x="261" y="527"/>
                      </a:lnTo>
                      <a:lnTo>
                        <a:pt x="262" y="527"/>
                      </a:lnTo>
                      <a:lnTo>
                        <a:pt x="262" y="525"/>
                      </a:lnTo>
                      <a:lnTo>
                        <a:pt x="262" y="527"/>
                      </a:lnTo>
                      <a:close/>
                      <a:moveTo>
                        <a:pt x="268" y="525"/>
                      </a:moveTo>
                      <a:lnTo>
                        <a:pt x="268" y="527"/>
                      </a:lnTo>
                      <a:lnTo>
                        <a:pt x="268" y="525"/>
                      </a:lnTo>
                      <a:lnTo>
                        <a:pt x="266" y="525"/>
                      </a:lnTo>
                      <a:lnTo>
                        <a:pt x="268" y="525"/>
                      </a:lnTo>
                      <a:close/>
                      <a:moveTo>
                        <a:pt x="290" y="525"/>
                      </a:moveTo>
                      <a:lnTo>
                        <a:pt x="290" y="527"/>
                      </a:lnTo>
                      <a:lnTo>
                        <a:pt x="290" y="529"/>
                      </a:lnTo>
                      <a:lnTo>
                        <a:pt x="290" y="530"/>
                      </a:lnTo>
                      <a:lnTo>
                        <a:pt x="290" y="532"/>
                      </a:lnTo>
                      <a:lnTo>
                        <a:pt x="290" y="534"/>
                      </a:lnTo>
                      <a:lnTo>
                        <a:pt x="288" y="534"/>
                      </a:lnTo>
                      <a:lnTo>
                        <a:pt x="288" y="536"/>
                      </a:lnTo>
                      <a:lnTo>
                        <a:pt x="286" y="536"/>
                      </a:lnTo>
                      <a:lnTo>
                        <a:pt x="286" y="538"/>
                      </a:lnTo>
                      <a:lnTo>
                        <a:pt x="286" y="540"/>
                      </a:lnTo>
                      <a:lnTo>
                        <a:pt x="286" y="541"/>
                      </a:lnTo>
                      <a:lnTo>
                        <a:pt x="284" y="541"/>
                      </a:lnTo>
                      <a:lnTo>
                        <a:pt x="282" y="541"/>
                      </a:lnTo>
                      <a:lnTo>
                        <a:pt x="282" y="540"/>
                      </a:lnTo>
                      <a:lnTo>
                        <a:pt x="282" y="538"/>
                      </a:lnTo>
                      <a:lnTo>
                        <a:pt x="284" y="538"/>
                      </a:lnTo>
                      <a:lnTo>
                        <a:pt x="284" y="536"/>
                      </a:lnTo>
                      <a:lnTo>
                        <a:pt x="286" y="534"/>
                      </a:lnTo>
                      <a:lnTo>
                        <a:pt x="286" y="532"/>
                      </a:lnTo>
                      <a:lnTo>
                        <a:pt x="284" y="532"/>
                      </a:lnTo>
                      <a:lnTo>
                        <a:pt x="284" y="530"/>
                      </a:lnTo>
                      <a:lnTo>
                        <a:pt x="286" y="530"/>
                      </a:lnTo>
                      <a:lnTo>
                        <a:pt x="284" y="530"/>
                      </a:lnTo>
                      <a:lnTo>
                        <a:pt x="286" y="530"/>
                      </a:lnTo>
                      <a:lnTo>
                        <a:pt x="286" y="529"/>
                      </a:lnTo>
                      <a:lnTo>
                        <a:pt x="288" y="529"/>
                      </a:lnTo>
                      <a:lnTo>
                        <a:pt x="286" y="529"/>
                      </a:lnTo>
                      <a:lnTo>
                        <a:pt x="288" y="529"/>
                      </a:lnTo>
                      <a:lnTo>
                        <a:pt x="286" y="529"/>
                      </a:lnTo>
                      <a:lnTo>
                        <a:pt x="288" y="529"/>
                      </a:lnTo>
                      <a:lnTo>
                        <a:pt x="288" y="527"/>
                      </a:lnTo>
                      <a:lnTo>
                        <a:pt x="288" y="525"/>
                      </a:lnTo>
                      <a:lnTo>
                        <a:pt x="290" y="525"/>
                      </a:lnTo>
                      <a:close/>
                      <a:moveTo>
                        <a:pt x="250" y="525"/>
                      </a:moveTo>
                      <a:lnTo>
                        <a:pt x="248" y="525"/>
                      </a:lnTo>
                      <a:lnTo>
                        <a:pt x="250" y="525"/>
                      </a:lnTo>
                      <a:close/>
                      <a:moveTo>
                        <a:pt x="233" y="512"/>
                      </a:moveTo>
                      <a:lnTo>
                        <a:pt x="233" y="510"/>
                      </a:lnTo>
                      <a:lnTo>
                        <a:pt x="233" y="512"/>
                      </a:lnTo>
                      <a:close/>
                      <a:moveTo>
                        <a:pt x="257" y="507"/>
                      </a:moveTo>
                      <a:lnTo>
                        <a:pt x="257" y="505"/>
                      </a:lnTo>
                      <a:lnTo>
                        <a:pt x="257" y="507"/>
                      </a:lnTo>
                      <a:close/>
                      <a:moveTo>
                        <a:pt x="288" y="507"/>
                      </a:moveTo>
                      <a:lnTo>
                        <a:pt x="288" y="505"/>
                      </a:lnTo>
                      <a:lnTo>
                        <a:pt x="288" y="507"/>
                      </a:lnTo>
                      <a:close/>
                      <a:moveTo>
                        <a:pt x="270" y="501"/>
                      </a:moveTo>
                      <a:lnTo>
                        <a:pt x="272" y="501"/>
                      </a:lnTo>
                      <a:lnTo>
                        <a:pt x="270" y="501"/>
                      </a:lnTo>
                      <a:lnTo>
                        <a:pt x="272" y="501"/>
                      </a:lnTo>
                      <a:lnTo>
                        <a:pt x="270" y="501"/>
                      </a:lnTo>
                      <a:close/>
                      <a:moveTo>
                        <a:pt x="303" y="501"/>
                      </a:moveTo>
                      <a:lnTo>
                        <a:pt x="303" y="499"/>
                      </a:lnTo>
                      <a:lnTo>
                        <a:pt x="303" y="501"/>
                      </a:lnTo>
                      <a:close/>
                      <a:moveTo>
                        <a:pt x="244" y="490"/>
                      </a:moveTo>
                      <a:lnTo>
                        <a:pt x="244" y="492"/>
                      </a:lnTo>
                      <a:lnTo>
                        <a:pt x="244" y="494"/>
                      </a:lnTo>
                      <a:lnTo>
                        <a:pt x="242" y="494"/>
                      </a:lnTo>
                      <a:lnTo>
                        <a:pt x="242" y="496"/>
                      </a:lnTo>
                      <a:lnTo>
                        <a:pt x="240" y="496"/>
                      </a:lnTo>
                      <a:lnTo>
                        <a:pt x="239" y="496"/>
                      </a:lnTo>
                      <a:lnTo>
                        <a:pt x="240" y="496"/>
                      </a:lnTo>
                      <a:lnTo>
                        <a:pt x="239" y="496"/>
                      </a:lnTo>
                      <a:lnTo>
                        <a:pt x="240" y="496"/>
                      </a:lnTo>
                      <a:lnTo>
                        <a:pt x="240" y="494"/>
                      </a:lnTo>
                      <a:lnTo>
                        <a:pt x="240" y="492"/>
                      </a:lnTo>
                      <a:lnTo>
                        <a:pt x="242" y="492"/>
                      </a:lnTo>
                      <a:lnTo>
                        <a:pt x="244" y="492"/>
                      </a:lnTo>
                      <a:lnTo>
                        <a:pt x="244" y="490"/>
                      </a:lnTo>
                      <a:close/>
                      <a:moveTo>
                        <a:pt x="246" y="490"/>
                      </a:moveTo>
                      <a:lnTo>
                        <a:pt x="244" y="490"/>
                      </a:lnTo>
                      <a:lnTo>
                        <a:pt x="246" y="490"/>
                      </a:lnTo>
                      <a:close/>
                      <a:moveTo>
                        <a:pt x="246" y="487"/>
                      </a:moveTo>
                      <a:lnTo>
                        <a:pt x="248" y="488"/>
                      </a:lnTo>
                      <a:lnTo>
                        <a:pt x="250" y="488"/>
                      </a:lnTo>
                      <a:lnTo>
                        <a:pt x="248" y="488"/>
                      </a:lnTo>
                      <a:lnTo>
                        <a:pt x="250" y="488"/>
                      </a:lnTo>
                      <a:lnTo>
                        <a:pt x="248" y="488"/>
                      </a:lnTo>
                      <a:lnTo>
                        <a:pt x="250" y="488"/>
                      </a:lnTo>
                      <a:lnTo>
                        <a:pt x="250" y="490"/>
                      </a:lnTo>
                      <a:lnTo>
                        <a:pt x="248" y="490"/>
                      </a:lnTo>
                      <a:lnTo>
                        <a:pt x="248" y="488"/>
                      </a:lnTo>
                      <a:lnTo>
                        <a:pt x="248" y="490"/>
                      </a:lnTo>
                      <a:lnTo>
                        <a:pt x="248" y="488"/>
                      </a:lnTo>
                      <a:lnTo>
                        <a:pt x="248" y="490"/>
                      </a:lnTo>
                      <a:lnTo>
                        <a:pt x="248" y="488"/>
                      </a:lnTo>
                      <a:lnTo>
                        <a:pt x="246" y="490"/>
                      </a:lnTo>
                      <a:lnTo>
                        <a:pt x="246" y="488"/>
                      </a:lnTo>
                      <a:lnTo>
                        <a:pt x="244" y="488"/>
                      </a:lnTo>
                      <a:lnTo>
                        <a:pt x="246" y="488"/>
                      </a:lnTo>
                      <a:lnTo>
                        <a:pt x="244" y="488"/>
                      </a:lnTo>
                      <a:lnTo>
                        <a:pt x="246" y="488"/>
                      </a:lnTo>
                      <a:lnTo>
                        <a:pt x="246" y="487"/>
                      </a:lnTo>
                      <a:close/>
                      <a:moveTo>
                        <a:pt x="257" y="481"/>
                      </a:moveTo>
                      <a:lnTo>
                        <a:pt x="257" y="483"/>
                      </a:lnTo>
                      <a:lnTo>
                        <a:pt x="257" y="481"/>
                      </a:lnTo>
                      <a:lnTo>
                        <a:pt x="257" y="483"/>
                      </a:lnTo>
                      <a:lnTo>
                        <a:pt x="257" y="481"/>
                      </a:lnTo>
                      <a:close/>
                      <a:moveTo>
                        <a:pt x="195" y="481"/>
                      </a:moveTo>
                      <a:lnTo>
                        <a:pt x="193" y="481"/>
                      </a:lnTo>
                      <a:lnTo>
                        <a:pt x="195" y="481"/>
                      </a:lnTo>
                      <a:close/>
                      <a:moveTo>
                        <a:pt x="250" y="476"/>
                      </a:moveTo>
                      <a:lnTo>
                        <a:pt x="251" y="477"/>
                      </a:lnTo>
                      <a:lnTo>
                        <a:pt x="250" y="476"/>
                      </a:lnTo>
                      <a:close/>
                      <a:moveTo>
                        <a:pt x="255" y="476"/>
                      </a:moveTo>
                      <a:lnTo>
                        <a:pt x="253" y="476"/>
                      </a:lnTo>
                      <a:lnTo>
                        <a:pt x="255" y="476"/>
                      </a:lnTo>
                      <a:close/>
                      <a:moveTo>
                        <a:pt x="259" y="476"/>
                      </a:moveTo>
                      <a:lnTo>
                        <a:pt x="259" y="474"/>
                      </a:lnTo>
                      <a:lnTo>
                        <a:pt x="259" y="476"/>
                      </a:lnTo>
                      <a:close/>
                      <a:moveTo>
                        <a:pt x="259" y="474"/>
                      </a:moveTo>
                      <a:lnTo>
                        <a:pt x="257" y="474"/>
                      </a:lnTo>
                      <a:lnTo>
                        <a:pt x="257" y="476"/>
                      </a:lnTo>
                      <a:lnTo>
                        <a:pt x="259" y="476"/>
                      </a:lnTo>
                      <a:lnTo>
                        <a:pt x="259" y="477"/>
                      </a:lnTo>
                      <a:lnTo>
                        <a:pt x="259" y="479"/>
                      </a:lnTo>
                      <a:lnTo>
                        <a:pt x="257" y="477"/>
                      </a:lnTo>
                      <a:lnTo>
                        <a:pt x="257" y="479"/>
                      </a:lnTo>
                      <a:lnTo>
                        <a:pt x="259" y="479"/>
                      </a:lnTo>
                      <a:lnTo>
                        <a:pt x="257" y="479"/>
                      </a:lnTo>
                      <a:lnTo>
                        <a:pt x="255" y="479"/>
                      </a:lnTo>
                      <a:lnTo>
                        <a:pt x="255" y="477"/>
                      </a:lnTo>
                      <a:lnTo>
                        <a:pt x="255" y="476"/>
                      </a:lnTo>
                      <a:lnTo>
                        <a:pt x="257" y="476"/>
                      </a:lnTo>
                      <a:lnTo>
                        <a:pt x="257" y="474"/>
                      </a:lnTo>
                      <a:lnTo>
                        <a:pt x="259" y="474"/>
                      </a:lnTo>
                      <a:close/>
                      <a:moveTo>
                        <a:pt x="261" y="472"/>
                      </a:moveTo>
                      <a:lnTo>
                        <a:pt x="261" y="474"/>
                      </a:lnTo>
                      <a:lnTo>
                        <a:pt x="259" y="474"/>
                      </a:lnTo>
                      <a:lnTo>
                        <a:pt x="259" y="472"/>
                      </a:lnTo>
                      <a:lnTo>
                        <a:pt x="261" y="472"/>
                      </a:lnTo>
                      <a:close/>
                      <a:moveTo>
                        <a:pt x="262" y="472"/>
                      </a:moveTo>
                      <a:lnTo>
                        <a:pt x="262" y="470"/>
                      </a:lnTo>
                      <a:lnTo>
                        <a:pt x="262" y="472"/>
                      </a:lnTo>
                      <a:close/>
                      <a:moveTo>
                        <a:pt x="264" y="470"/>
                      </a:moveTo>
                      <a:lnTo>
                        <a:pt x="264" y="472"/>
                      </a:lnTo>
                      <a:lnTo>
                        <a:pt x="262" y="472"/>
                      </a:lnTo>
                      <a:lnTo>
                        <a:pt x="264" y="472"/>
                      </a:lnTo>
                      <a:lnTo>
                        <a:pt x="264" y="470"/>
                      </a:lnTo>
                      <a:close/>
                      <a:moveTo>
                        <a:pt x="262" y="470"/>
                      </a:moveTo>
                      <a:lnTo>
                        <a:pt x="264" y="470"/>
                      </a:lnTo>
                      <a:lnTo>
                        <a:pt x="262" y="470"/>
                      </a:lnTo>
                      <a:close/>
                      <a:moveTo>
                        <a:pt x="266" y="470"/>
                      </a:moveTo>
                      <a:lnTo>
                        <a:pt x="268" y="470"/>
                      </a:lnTo>
                      <a:lnTo>
                        <a:pt x="266" y="470"/>
                      </a:lnTo>
                      <a:lnTo>
                        <a:pt x="266" y="468"/>
                      </a:lnTo>
                      <a:lnTo>
                        <a:pt x="266" y="470"/>
                      </a:lnTo>
                      <a:close/>
                      <a:moveTo>
                        <a:pt x="602" y="466"/>
                      </a:moveTo>
                      <a:lnTo>
                        <a:pt x="600" y="466"/>
                      </a:lnTo>
                      <a:lnTo>
                        <a:pt x="602" y="466"/>
                      </a:lnTo>
                      <a:close/>
                      <a:moveTo>
                        <a:pt x="273" y="465"/>
                      </a:moveTo>
                      <a:lnTo>
                        <a:pt x="272" y="465"/>
                      </a:lnTo>
                      <a:lnTo>
                        <a:pt x="272" y="466"/>
                      </a:lnTo>
                      <a:lnTo>
                        <a:pt x="272" y="465"/>
                      </a:lnTo>
                      <a:lnTo>
                        <a:pt x="273" y="465"/>
                      </a:lnTo>
                      <a:close/>
                      <a:moveTo>
                        <a:pt x="266" y="465"/>
                      </a:moveTo>
                      <a:lnTo>
                        <a:pt x="268" y="465"/>
                      </a:lnTo>
                      <a:lnTo>
                        <a:pt x="266" y="465"/>
                      </a:lnTo>
                      <a:close/>
                      <a:moveTo>
                        <a:pt x="266" y="463"/>
                      </a:moveTo>
                      <a:lnTo>
                        <a:pt x="266" y="465"/>
                      </a:lnTo>
                      <a:lnTo>
                        <a:pt x="266" y="463"/>
                      </a:lnTo>
                      <a:close/>
                      <a:moveTo>
                        <a:pt x="213" y="463"/>
                      </a:moveTo>
                      <a:lnTo>
                        <a:pt x="211" y="463"/>
                      </a:lnTo>
                      <a:lnTo>
                        <a:pt x="213" y="463"/>
                      </a:lnTo>
                      <a:close/>
                      <a:moveTo>
                        <a:pt x="266" y="461"/>
                      </a:moveTo>
                      <a:lnTo>
                        <a:pt x="266" y="463"/>
                      </a:lnTo>
                      <a:lnTo>
                        <a:pt x="264" y="463"/>
                      </a:lnTo>
                      <a:lnTo>
                        <a:pt x="266" y="463"/>
                      </a:lnTo>
                      <a:lnTo>
                        <a:pt x="266" y="461"/>
                      </a:lnTo>
                      <a:close/>
                      <a:moveTo>
                        <a:pt x="268" y="463"/>
                      </a:moveTo>
                      <a:lnTo>
                        <a:pt x="268" y="461"/>
                      </a:lnTo>
                      <a:lnTo>
                        <a:pt x="268" y="463"/>
                      </a:lnTo>
                      <a:lnTo>
                        <a:pt x="270" y="463"/>
                      </a:lnTo>
                      <a:lnTo>
                        <a:pt x="268" y="463"/>
                      </a:lnTo>
                      <a:close/>
                      <a:moveTo>
                        <a:pt x="312" y="463"/>
                      </a:moveTo>
                      <a:lnTo>
                        <a:pt x="312" y="461"/>
                      </a:lnTo>
                      <a:lnTo>
                        <a:pt x="312" y="463"/>
                      </a:lnTo>
                      <a:lnTo>
                        <a:pt x="312" y="461"/>
                      </a:lnTo>
                      <a:lnTo>
                        <a:pt x="314" y="461"/>
                      </a:lnTo>
                      <a:lnTo>
                        <a:pt x="312" y="463"/>
                      </a:lnTo>
                      <a:close/>
                      <a:moveTo>
                        <a:pt x="270" y="461"/>
                      </a:moveTo>
                      <a:lnTo>
                        <a:pt x="270" y="463"/>
                      </a:lnTo>
                      <a:lnTo>
                        <a:pt x="270" y="461"/>
                      </a:lnTo>
                      <a:lnTo>
                        <a:pt x="268" y="461"/>
                      </a:lnTo>
                      <a:lnTo>
                        <a:pt x="270" y="461"/>
                      </a:lnTo>
                      <a:lnTo>
                        <a:pt x="268" y="461"/>
                      </a:lnTo>
                      <a:lnTo>
                        <a:pt x="270" y="461"/>
                      </a:lnTo>
                      <a:close/>
                      <a:moveTo>
                        <a:pt x="268" y="461"/>
                      </a:moveTo>
                      <a:lnTo>
                        <a:pt x="268" y="463"/>
                      </a:lnTo>
                      <a:lnTo>
                        <a:pt x="266" y="463"/>
                      </a:lnTo>
                      <a:lnTo>
                        <a:pt x="266" y="461"/>
                      </a:lnTo>
                      <a:lnTo>
                        <a:pt x="268" y="461"/>
                      </a:lnTo>
                      <a:close/>
                      <a:moveTo>
                        <a:pt x="317" y="459"/>
                      </a:moveTo>
                      <a:lnTo>
                        <a:pt x="315" y="459"/>
                      </a:lnTo>
                      <a:lnTo>
                        <a:pt x="317" y="459"/>
                      </a:lnTo>
                      <a:lnTo>
                        <a:pt x="315" y="459"/>
                      </a:lnTo>
                      <a:lnTo>
                        <a:pt x="317" y="459"/>
                      </a:lnTo>
                      <a:close/>
                      <a:moveTo>
                        <a:pt x="202" y="459"/>
                      </a:moveTo>
                      <a:lnTo>
                        <a:pt x="202" y="461"/>
                      </a:lnTo>
                      <a:lnTo>
                        <a:pt x="202" y="459"/>
                      </a:lnTo>
                      <a:close/>
                      <a:moveTo>
                        <a:pt x="211" y="457"/>
                      </a:moveTo>
                      <a:lnTo>
                        <a:pt x="213" y="457"/>
                      </a:lnTo>
                      <a:lnTo>
                        <a:pt x="211" y="457"/>
                      </a:lnTo>
                      <a:close/>
                      <a:moveTo>
                        <a:pt x="242" y="457"/>
                      </a:moveTo>
                      <a:lnTo>
                        <a:pt x="244" y="457"/>
                      </a:lnTo>
                      <a:lnTo>
                        <a:pt x="242" y="457"/>
                      </a:lnTo>
                      <a:close/>
                      <a:moveTo>
                        <a:pt x="202" y="457"/>
                      </a:moveTo>
                      <a:lnTo>
                        <a:pt x="200" y="457"/>
                      </a:lnTo>
                      <a:lnTo>
                        <a:pt x="202" y="457"/>
                      </a:lnTo>
                      <a:lnTo>
                        <a:pt x="202" y="456"/>
                      </a:lnTo>
                      <a:lnTo>
                        <a:pt x="202" y="457"/>
                      </a:lnTo>
                      <a:close/>
                      <a:moveTo>
                        <a:pt x="341" y="457"/>
                      </a:moveTo>
                      <a:lnTo>
                        <a:pt x="341" y="456"/>
                      </a:lnTo>
                      <a:lnTo>
                        <a:pt x="341" y="457"/>
                      </a:lnTo>
                      <a:close/>
                      <a:moveTo>
                        <a:pt x="211" y="456"/>
                      </a:moveTo>
                      <a:lnTo>
                        <a:pt x="211" y="457"/>
                      </a:lnTo>
                      <a:lnTo>
                        <a:pt x="211" y="456"/>
                      </a:lnTo>
                      <a:close/>
                      <a:moveTo>
                        <a:pt x="343" y="456"/>
                      </a:moveTo>
                      <a:lnTo>
                        <a:pt x="343" y="457"/>
                      </a:lnTo>
                      <a:lnTo>
                        <a:pt x="343" y="456"/>
                      </a:lnTo>
                      <a:close/>
                      <a:moveTo>
                        <a:pt x="250" y="456"/>
                      </a:moveTo>
                      <a:lnTo>
                        <a:pt x="251" y="456"/>
                      </a:lnTo>
                      <a:lnTo>
                        <a:pt x="250" y="456"/>
                      </a:lnTo>
                      <a:close/>
                      <a:moveTo>
                        <a:pt x="346" y="456"/>
                      </a:moveTo>
                      <a:lnTo>
                        <a:pt x="345" y="456"/>
                      </a:lnTo>
                      <a:lnTo>
                        <a:pt x="346" y="456"/>
                      </a:lnTo>
                      <a:close/>
                      <a:moveTo>
                        <a:pt x="321" y="456"/>
                      </a:moveTo>
                      <a:lnTo>
                        <a:pt x="319" y="456"/>
                      </a:lnTo>
                      <a:lnTo>
                        <a:pt x="321" y="456"/>
                      </a:lnTo>
                      <a:close/>
                      <a:moveTo>
                        <a:pt x="217" y="456"/>
                      </a:moveTo>
                      <a:lnTo>
                        <a:pt x="215" y="456"/>
                      </a:lnTo>
                      <a:lnTo>
                        <a:pt x="217" y="456"/>
                      </a:lnTo>
                      <a:lnTo>
                        <a:pt x="215" y="456"/>
                      </a:lnTo>
                      <a:lnTo>
                        <a:pt x="217" y="456"/>
                      </a:lnTo>
                      <a:close/>
                      <a:moveTo>
                        <a:pt x="209" y="454"/>
                      </a:moveTo>
                      <a:lnTo>
                        <a:pt x="209" y="456"/>
                      </a:lnTo>
                      <a:lnTo>
                        <a:pt x="209" y="457"/>
                      </a:lnTo>
                      <a:lnTo>
                        <a:pt x="209" y="456"/>
                      </a:lnTo>
                      <a:lnTo>
                        <a:pt x="211" y="456"/>
                      </a:lnTo>
                      <a:lnTo>
                        <a:pt x="209" y="456"/>
                      </a:lnTo>
                      <a:lnTo>
                        <a:pt x="209" y="457"/>
                      </a:lnTo>
                      <a:lnTo>
                        <a:pt x="211" y="457"/>
                      </a:lnTo>
                      <a:lnTo>
                        <a:pt x="209" y="457"/>
                      </a:lnTo>
                      <a:lnTo>
                        <a:pt x="211" y="457"/>
                      </a:lnTo>
                      <a:lnTo>
                        <a:pt x="209" y="457"/>
                      </a:lnTo>
                      <a:lnTo>
                        <a:pt x="209" y="459"/>
                      </a:lnTo>
                      <a:lnTo>
                        <a:pt x="211" y="457"/>
                      </a:lnTo>
                      <a:lnTo>
                        <a:pt x="211" y="459"/>
                      </a:lnTo>
                      <a:lnTo>
                        <a:pt x="211" y="461"/>
                      </a:lnTo>
                      <a:lnTo>
                        <a:pt x="211" y="459"/>
                      </a:lnTo>
                      <a:lnTo>
                        <a:pt x="209" y="459"/>
                      </a:lnTo>
                      <a:lnTo>
                        <a:pt x="209" y="461"/>
                      </a:lnTo>
                      <a:lnTo>
                        <a:pt x="209" y="459"/>
                      </a:lnTo>
                      <a:lnTo>
                        <a:pt x="208" y="459"/>
                      </a:lnTo>
                      <a:lnTo>
                        <a:pt x="208" y="461"/>
                      </a:lnTo>
                      <a:lnTo>
                        <a:pt x="208" y="463"/>
                      </a:lnTo>
                      <a:lnTo>
                        <a:pt x="208" y="461"/>
                      </a:lnTo>
                      <a:lnTo>
                        <a:pt x="208" y="463"/>
                      </a:lnTo>
                      <a:lnTo>
                        <a:pt x="208" y="461"/>
                      </a:lnTo>
                      <a:lnTo>
                        <a:pt x="206" y="461"/>
                      </a:lnTo>
                      <a:lnTo>
                        <a:pt x="204" y="461"/>
                      </a:lnTo>
                      <a:lnTo>
                        <a:pt x="202" y="461"/>
                      </a:lnTo>
                      <a:lnTo>
                        <a:pt x="202" y="459"/>
                      </a:lnTo>
                      <a:lnTo>
                        <a:pt x="202" y="461"/>
                      </a:lnTo>
                      <a:lnTo>
                        <a:pt x="204" y="461"/>
                      </a:lnTo>
                      <a:lnTo>
                        <a:pt x="202" y="461"/>
                      </a:lnTo>
                      <a:lnTo>
                        <a:pt x="204" y="461"/>
                      </a:lnTo>
                      <a:lnTo>
                        <a:pt x="202" y="461"/>
                      </a:lnTo>
                      <a:lnTo>
                        <a:pt x="202" y="459"/>
                      </a:lnTo>
                      <a:lnTo>
                        <a:pt x="204" y="459"/>
                      </a:lnTo>
                      <a:lnTo>
                        <a:pt x="202" y="459"/>
                      </a:lnTo>
                      <a:lnTo>
                        <a:pt x="204" y="459"/>
                      </a:lnTo>
                      <a:lnTo>
                        <a:pt x="204" y="457"/>
                      </a:lnTo>
                      <a:lnTo>
                        <a:pt x="202" y="457"/>
                      </a:lnTo>
                      <a:lnTo>
                        <a:pt x="204" y="457"/>
                      </a:lnTo>
                      <a:lnTo>
                        <a:pt x="204" y="456"/>
                      </a:lnTo>
                      <a:lnTo>
                        <a:pt x="202" y="456"/>
                      </a:lnTo>
                      <a:lnTo>
                        <a:pt x="204" y="456"/>
                      </a:lnTo>
                      <a:lnTo>
                        <a:pt x="206" y="456"/>
                      </a:lnTo>
                      <a:lnTo>
                        <a:pt x="204" y="456"/>
                      </a:lnTo>
                      <a:lnTo>
                        <a:pt x="206" y="456"/>
                      </a:lnTo>
                      <a:lnTo>
                        <a:pt x="204" y="456"/>
                      </a:lnTo>
                      <a:lnTo>
                        <a:pt x="204" y="457"/>
                      </a:lnTo>
                      <a:lnTo>
                        <a:pt x="206" y="457"/>
                      </a:lnTo>
                      <a:lnTo>
                        <a:pt x="206" y="456"/>
                      </a:lnTo>
                      <a:lnTo>
                        <a:pt x="206" y="457"/>
                      </a:lnTo>
                      <a:lnTo>
                        <a:pt x="206" y="456"/>
                      </a:lnTo>
                      <a:lnTo>
                        <a:pt x="208" y="456"/>
                      </a:lnTo>
                      <a:lnTo>
                        <a:pt x="206" y="456"/>
                      </a:lnTo>
                      <a:lnTo>
                        <a:pt x="208" y="456"/>
                      </a:lnTo>
                      <a:lnTo>
                        <a:pt x="208" y="457"/>
                      </a:lnTo>
                      <a:lnTo>
                        <a:pt x="208" y="456"/>
                      </a:lnTo>
                      <a:lnTo>
                        <a:pt x="209" y="454"/>
                      </a:lnTo>
                      <a:close/>
                      <a:moveTo>
                        <a:pt x="211" y="454"/>
                      </a:moveTo>
                      <a:lnTo>
                        <a:pt x="213" y="454"/>
                      </a:lnTo>
                      <a:lnTo>
                        <a:pt x="211" y="454"/>
                      </a:lnTo>
                      <a:lnTo>
                        <a:pt x="213" y="454"/>
                      </a:lnTo>
                      <a:lnTo>
                        <a:pt x="213" y="456"/>
                      </a:lnTo>
                      <a:lnTo>
                        <a:pt x="211" y="456"/>
                      </a:lnTo>
                      <a:lnTo>
                        <a:pt x="209" y="456"/>
                      </a:lnTo>
                      <a:lnTo>
                        <a:pt x="209" y="454"/>
                      </a:lnTo>
                      <a:lnTo>
                        <a:pt x="211" y="454"/>
                      </a:lnTo>
                      <a:lnTo>
                        <a:pt x="211" y="452"/>
                      </a:lnTo>
                      <a:lnTo>
                        <a:pt x="211" y="454"/>
                      </a:lnTo>
                      <a:close/>
                      <a:moveTo>
                        <a:pt x="215" y="452"/>
                      </a:moveTo>
                      <a:lnTo>
                        <a:pt x="215" y="454"/>
                      </a:lnTo>
                      <a:lnTo>
                        <a:pt x="213" y="454"/>
                      </a:lnTo>
                      <a:lnTo>
                        <a:pt x="215" y="454"/>
                      </a:lnTo>
                      <a:lnTo>
                        <a:pt x="213" y="454"/>
                      </a:lnTo>
                      <a:lnTo>
                        <a:pt x="213" y="452"/>
                      </a:lnTo>
                      <a:lnTo>
                        <a:pt x="211" y="452"/>
                      </a:lnTo>
                      <a:lnTo>
                        <a:pt x="213" y="452"/>
                      </a:lnTo>
                      <a:lnTo>
                        <a:pt x="211" y="452"/>
                      </a:lnTo>
                      <a:lnTo>
                        <a:pt x="213" y="452"/>
                      </a:lnTo>
                      <a:lnTo>
                        <a:pt x="213" y="454"/>
                      </a:lnTo>
                      <a:lnTo>
                        <a:pt x="213" y="452"/>
                      </a:lnTo>
                      <a:lnTo>
                        <a:pt x="215" y="452"/>
                      </a:lnTo>
                      <a:close/>
                      <a:moveTo>
                        <a:pt x="213" y="452"/>
                      </a:moveTo>
                      <a:lnTo>
                        <a:pt x="213" y="450"/>
                      </a:lnTo>
                      <a:lnTo>
                        <a:pt x="213" y="452"/>
                      </a:lnTo>
                      <a:close/>
                      <a:moveTo>
                        <a:pt x="213" y="450"/>
                      </a:moveTo>
                      <a:lnTo>
                        <a:pt x="215" y="450"/>
                      </a:lnTo>
                      <a:lnTo>
                        <a:pt x="213" y="450"/>
                      </a:lnTo>
                      <a:close/>
                      <a:moveTo>
                        <a:pt x="248" y="450"/>
                      </a:moveTo>
                      <a:lnTo>
                        <a:pt x="250" y="450"/>
                      </a:lnTo>
                      <a:lnTo>
                        <a:pt x="248" y="450"/>
                      </a:lnTo>
                      <a:close/>
                      <a:moveTo>
                        <a:pt x="215" y="450"/>
                      </a:moveTo>
                      <a:lnTo>
                        <a:pt x="217" y="450"/>
                      </a:lnTo>
                      <a:lnTo>
                        <a:pt x="217" y="452"/>
                      </a:lnTo>
                      <a:lnTo>
                        <a:pt x="215" y="452"/>
                      </a:lnTo>
                      <a:lnTo>
                        <a:pt x="215" y="450"/>
                      </a:lnTo>
                      <a:lnTo>
                        <a:pt x="215" y="452"/>
                      </a:lnTo>
                      <a:lnTo>
                        <a:pt x="215" y="450"/>
                      </a:lnTo>
                      <a:lnTo>
                        <a:pt x="215" y="452"/>
                      </a:lnTo>
                      <a:lnTo>
                        <a:pt x="217" y="452"/>
                      </a:lnTo>
                      <a:lnTo>
                        <a:pt x="215" y="452"/>
                      </a:lnTo>
                      <a:lnTo>
                        <a:pt x="217" y="452"/>
                      </a:lnTo>
                      <a:lnTo>
                        <a:pt x="215" y="452"/>
                      </a:lnTo>
                      <a:lnTo>
                        <a:pt x="215" y="450"/>
                      </a:lnTo>
                      <a:close/>
                      <a:moveTo>
                        <a:pt x="237" y="450"/>
                      </a:moveTo>
                      <a:lnTo>
                        <a:pt x="239" y="450"/>
                      </a:lnTo>
                      <a:lnTo>
                        <a:pt x="237" y="450"/>
                      </a:lnTo>
                      <a:lnTo>
                        <a:pt x="239" y="450"/>
                      </a:lnTo>
                      <a:lnTo>
                        <a:pt x="237" y="450"/>
                      </a:lnTo>
                      <a:lnTo>
                        <a:pt x="237" y="448"/>
                      </a:lnTo>
                      <a:lnTo>
                        <a:pt x="237" y="450"/>
                      </a:lnTo>
                      <a:close/>
                      <a:moveTo>
                        <a:pt x="339" y="448"/>
                      </a:moveTo>
                      <a:lnTo>
                        <a:pt x="339" y="450"/>
                      </a:lnTo>
                      <a:lnTo>
                        <a:pt x="339" y="448"/>
                      </a:lnTo>
                      <a:close/>
                      <a:moveTo>
                        <a:pt x="215" y="448"/>
                      </a:moveTo>
                      <a:lnTo>
                        <a:pt x="215" y="450"/>
                      </a:lnTo>
                      <a:lnTo>
                        <a:pt x="215" y="448"/>
                      </a:lnTo>
                      <a:close/>
                      <a:moveTo>
                        <a:pt x="326" y="448"/>
                      </a:moveTo>
                      <a:lnTo>
                        <a:pt x="324" y="448"/>
                      </a:lnTo>
                      <a:lnTo>
                        <a:pt x="326" y="448"/>
                      </a:lnTo>
                      <a:close/>
                      <a:moveTo>
                        <a:pt x="321" y="446"/>
                      </a:moveTo>
                      <a:lnTo>
                        <a:pt x="321" y="448"/>
                      </a:lnTo>
                      <a:lnTo>
                        <a:pt x="319" y="448"/>
                      </a:lnTo>
                      <a:lnTo>
                        <a:pt x="321" y="448"/>
                      </a:lnTo>
                      <a:lnTo>
                        <a:pt x="321" y="446"/>
                      </a:lnTo>
                      <a:lnTo>
                        <a:pt x="321" y="448"/>
                      </a:lnTo>
                      <a:lnTo>
                        <a:pt x="321" y="446"/>
                      </a:lnTo>
                      <a:close/>
                      <a:moveTo>
                        <a:pt x="228" y="446"/>
                      </a:moveTo>
                      <a:lnTo>
                        <a:pt x="230" y="446"/>
                      </a:lnTo>
                      <a:lnTo>
                        <a:pt x="228" y="446"/>
                      </a:lnTo>
                      <a:lnTo>
                        <a:pt x="230" y="446"/>
                      </a:lnTo>
                      <a:lnTo>
                        <a:pt x="228" y="446"/>
                      </a:lnTo>
                      <a:close/>
                      <a:moveTo>
                        <a:pt x="224" y="446"/>
                      </a:moveTo>
                      <a:lnTo>
                        <a:pt x="226" y="446"/>
                      </a:lnTo>
                      <a:lnTo>
                        <a:pt x="224" y="446"/>
                      </a:lnTo>
                      <a:lnTo>
                        <a:pt x="224" y="448"/>
                      </a:lnTo>
                      <a:lnTo>
                        <a:pt x="224" y="446"/>
                      </a:lnTo>
                      <a:close/>
                      <a:moveTo>
                        <a:pt x="237" y="446"/>
                      </a:moveTo>
                      <a:lnTo>
                        <a:pt x="235" y="446"/>
                      </a:lnTo>
                      <a:lnTo>
                        <a:pt x="237" y="446"/>
                      </a:lnTo>
                      <a:lnTo>
                        <a:pt x="235" y="446"/>
                      </a:lnTo>
                      <a:lnTo>
                        <a:pt x="237" y="446"/>
                      </a:lnTo>
                      <a:close/>
                      <a:moveTo>
                        <a:pt x="239" y="445"/>
                      </a:moveTo>
                      <a:lnTo>
                        <a:pt x="239" y="446"/>
                      </a:lnTo>
                      <a:lnTo>
                        <a:pt x="237" y="446"/>
                      </a:lnTo>
                      <a:lnTo>
                        <a:pt x="237" y="445"/>
                      </a:lnTo>
                      <a:lnTo>
                        <a:pt x="239" y="445"/>
                      </a:lnTo>
                      <a:close/>
                      <a:moveTo>
                        <a:pt x="335" y="443"/>
                      </a:moveTo>
                      <a:lnTo>
                        <a:pt x="334" y="443"/>
                      </a:lnTo>
                      <a:lnTo>
                        <a:pt x="335" y="443"/>
                      </a:lnTo>
                      <a:close/>
                      <a:moveTo>
                        <a:pt x="323" y="443"/>
                      </a:moveTo>
                      <a:lnTo>
                        <a:pt x="324" y="443"/>
                      </a:lnTo>
                      <a:lnTo>
                        <a:pt x="323" y="445"/>
                      </a:lnTo>
                      <a:lnTo>
                        <a:pt x="323" y="443"/>
                      </a:lnTo>
                      <a:close/>
                      <a:moveTo>
                        <a:pt x="235" y="441"/>
                      </a:moveTo>
                      <a:lnTo>
                        <a:pt x="235" y="443"/>
                      </a:lnTo>
                      <a:lnTo>
                        <a:pt x="233" y="443"/>
                      </a:lnTo>
                      <a:lnTo>
                        <a:pt x="235" y="443"/>
                      </a:lnTo>
                      <a:lnTo>
                        <a:pt x="235" y="441"/>
                      </a:lnTo>
                      <a:close/>
                      <a:moveTo>
                        <a:pt x="600" y="441"/>
                      </a:moveTo>
                      <a:lnTo>
                        <a:pt x="602" y="441"/>
                      </a:lnTo>
                      <a:lnTo>
                        <a:pt x="602" y="443"/>
                      </a:lnTo>
                      <a:lnTo>
                        <a:pt x="604" y="443"/>
                      </a:lnTo>
                      <a:lnTo>
                        <a:pt x="604" y="445"/>
                      </a:lnTo>
                      <a:lnTo>
                        <a:pt x="604" y="446"/>
                      </a:lnTo>
                      <a:lnTo>
                        <a:pt x="604" y="445"/>
                      </a:lnTo>
                      <a:lnTo>
                        <a:pt x="602" y="445"/>
                      </a:lnTo>
                      <a:lnTo>
                        <a:pt x="602" y="443"/>
                      </a:lnTo>
                      <a:lnTo>
                        <a:pt x="600" y="443"/>
                      </a:lnTo>
                      <a:lnTo>
                        <a:pt x="600" y="441"/>
                      </a:lnTo>
                      <a:close/>
                      <a:moveTo>
                        <a:pt x="220" y="443"/>
                      </a:moveTo>
                      <a:lnTo>
                        <a:pt x="220" y="445"/>
                      </a:lnTo>
                      <a:lnTo>
                        <a:pt x="219" y="445"/>
                      </a:lnTo>
                      <a:lnTo>
                        <a:pt x="219" y="446"/>
                      </a:lnTo>
                      <a:lnTo>
                        <a:pt x="219" y="448"/>
                      </a:lnTo>
                      <a:lnTo>
                        <a:pt x="220" y="448"/>
                      </a:lnTo>
                      <a:lnTo>
                        <a:pt x="220" y="446"/>
                      </a:lnTo>
                      <a:lnTo>
                        <a:pt x="222" y="446"/>
                      </a:lnTo>
                      <a:lnTo>
                        <a:pt x="222" y="448"/>
                      </a:lnTo>
                      <a:lnTo>
                        <a:pt x="220" y="448"/>
                      </a:lnTo>
                      <a:lnTo>
                        <a:pt x="220" y="450"/>
                      </a:lnTo>
                      <a:lnTo>
                        <a:pt x="220" y="448"/>
                      </a:lnTo>
                      <a:lnTo>
                        <a:pt x="219" y="448"/>
                      </a:lnTo>
                      <a:lnTo>
                        <a:pt x="220" y="448"/>
                      </a:lnTo>
                      <a:lnTo>
                        <a:pt x="220" y="450"/>
                      </a:lnTo>
                      <a:lnTo>
                        <a:pt x="219" y="450"/>
                      </a:lnTo>
                      <a:lnTo>
                        <a:pt x="219" y="452"/>
                      </a:lnTo>
                      <a:lnTo>
                        <a:pt x="219" y="454"/>
                      </a:lnTo>
                      <a:lnTo>
                        <a:pt x="217" y="454"/>
                      </a:lnTo>
                      <a:lnTo>
                        <a:pt x="217" y="452"/>
                      </a:lnTo>
                      <a:lnTo>
                        <a:pt x="219" y="452"/>
                      </a:lnTo>
                      <a:lnTo>
                        <a:pt x="219" y="450"/>
                      </a:lnTo>
                      <a:lnTo>
                        <a:pt x="219" y="452"/>
                      </a:lnTo>
                      <a:lnTo>
                        <a:pt x="217" y="452"/>
                      </a:lnTo>
                      <a:lnTo>
                        <a:pt x="217" y="450"/>
                      </a:lnTo>
                      <a:lnTo>
                        <a:pt x="217" y="452"/>
                      </a:lnTo>
                      <a:lnTo>
                        <a:pt x="217" y="450"/>
                      </a:lnTo>
                      <a:lnTo>
                        <a:pt x="219" y="450"/>
                      </a:lnTo>
                      <a:lnTo>
                        <a:pt x="217" y="450"/>
                      </a:lnTo>
                      <a:lnTo>
                        <a:pt x="217" y="448"/>
                      </a:lnTo>
                      <a:lnTo>
                        <a:pt x="217" y="450"/>
                      </a:lnTo>
                      <a:lnTo>
                        <a:pt x="217" y="448"/>
                      </a:lnTo>
                      <a:lnTo>
                        <a:pt x="217" y="450"/>
                      </a:lnTo>
                      <a:lnTo>
                        <a:pt x="215" y="450"/>
                      </a:lnTo>
                      <a:lnTo>
                        <a:pt x="215" y="448"/>
                      </a:lnTo>
                      <a:lnTo>
                        <a:pt x="215" y="450"/>
                      </a:lnTo>
                      <a:lnTo>
                        <a:pt x="215" y="448"/>
                      </a:lnTo>
                      <a:lnTo>
                        <a:pt x="217" y="448"/>
                      </a:lnTo>
                      <a:lnTo>
                        <a:pt x="215" y="448"/>
                      </a:lnTo>
                      <a:lnTo>
                        <a:pt x="217" y="448"/>
                      </a:lnTo>
                      <a:lnTo>
                        <a:pt x="215" y="448"/>
                      </a:lnTo>
                      <a:lnTo>
                        <a:pt x="217" y="448"/>
                      </a:lnTo>
                      <a:lnTo>
                        <a:pt x="219" y="448"/>
                      </a:lnTo>
                      <a:lnTo>
                        <a:pt x="217" y="448"/>
                      </a:lnTo>
                      <a:lnTo>
                        <a:pt x="219" y="448"/>
                      </a:lnTo>
                      <a:lnTo>
                        <a:pt x="217" y="448"/>
                      </a:lnTo>
                      <a:lnTo>
                        <a:pt x="217" y="446"/>
                      </a:lnTo>
                      <a:lnTo>
                        <a:pt x="219" y="446"/>
                      </a:lnTo>
                      <a:lnTo>
                        <a:pt x="219" y="445"/>
                      </a:lnTo>
                      <a:lnTo>
                        <a:pt x="220" y="445"/>
                      </a:lnTo>
                      <a:lnTo>
                        <a:pt x="220" y="443"/>
                      </a:lnTo>
                      <a:lnTo>
                        <a:pt x="219" y="443"/>
                      </a:lnTo>
                      <a:lnTo>
                        <a:pt x="220" y="441"/>
                      </a:lnTo>
                      <a:lnTo>
                        <a:pt x="220" y="443"/>
                      </a:lnTo>
                      <a:lnTo>
                        <a:pt x="219" y="443"/>
                      </a:lnTo>
                      <a:lnTo>
                        <a:pt x="220" y="443"/>
                      </a:lnTo>
                      <a:close/>
                      <a:moveTo>
                        <a:pt x="332" y="441"/>
                      </a:moveTo>
                      <a:lnTo>
                        <a:pt x="334" y="441"/>
                      </a:lnTo>
                      <a:lnTo>
                        <a:pt x="334" y="443"/>
                      </a:lnTo>
                      <a:lnTo>
                        <a:pt x="334" y="441"/>
                      </a:lnTo>
                      <a:lnTo>
                        <a:pt x="332" y="441"/>
                      </a:lnTo>
                      <a:close/>
                      <a:moveTo>
                        <a:pt x="337" y="439"/>
                      </a:moveTo>
                      <a:lnTo>
                        <a:pt x="337" y="441"/>
                      </a:lnTo>
                      <a:lnTo>
                        <a:pt x="337" y="439"/>
                      </a:lnTo>
                      <a:close/>
                      <a:moveTo>
                        <a:pt x="264" y="443"/>
                      </a:moveTo>
                      <a:lnTo>
                        <a:pt x="264" y="441"/>
                      </a:lnTo>
                      <a:lnTo>
                        <a:pt x="262" y="441"/>
                      </a:lnTo>
                      <a:lnTo>
                        <a:pt x="264" y="441"/>
                      </a:lnTo>
                      <a:lnTo>
                        <a:pt x="264" y="439"/>
                      </a:lnTo>
                      <a:lnTo>
                        <a:pt x="264" y="441"/>
                      </a:lnTo>
                      <a:lnTo>
                        <a:pt x="264" y="443"/>
                      </a:lnTo>
                      <a:close/>
                      <a:moveTo>
                        <a:pt x="217" y="439"/>
                      </a:moveTo>
                      <a:lnTo>
                        <a:pt x="217" y="441"/>
                      </a:lnTo>
                      <a:lnTo>
                        <a:pt x="217" y="439"/>
                      </a:lnTo>
                      <a:close/>
                      <a:moveTo>
                        <a:pt x="220" y="439"/>
                      </a:moveTo>
                      <a:lnTo>
                        <a:pt x="220" y="441"/>
                      </a:lnTo>
                      <a:lnTo>
                        <a:pt x="220" y="439"/>
                      </a:lnTo>
                      <a:close/>
                      <a:moveTo>
                        <a:pt x="219" y="439"/>
                      </a:moveTo>
                      <a:lnTo>
                        <a:pt x="219" y="441"/>
                      </a:lnTo>
                      <a:lnTo>
                        <a:pt x="217" y="441"/>
                      </a:lnTo>
                      <a:lnTo>
                        <a:pt x="217" y="439"/>
                      </a:lnTo>
                      <a:lnTo>
                        <a:pt x="219" y="439"/>
                      </a:lnTo>
                      <a:close/>
                      <a:moveTo>
                        <a:pt x="337" y="439"/>
                      </a:moveTo>
                      <a:lnTo>
                        <a:pt x="335" y="439"/>
                      </a:lnTo>
                      <a:lnTo>
                        <a:pt x="335" y="441"/>
                      </a:lnTo>
                      <a:lnTo>
                        <a:pt x="335" y="439"/>
                      </a:lnTo>
                      <a:lnTo>
                        <a:pt x="337" y="439"/>
                      </a:lnTo>
                      <a:close/>
                      <a:moveTo>
                        <a:pt x="341" y="439"/>
                      </a:moveTo>
                      <a:lnTo>
                        <a:pt x="343" y="439"/>
                      </a:lnTo>
                      <a:lnTo>
                        <a:pt x="341" y="439"/>
                      </a:lnTo>
                      <a:close/>
                      <a:moveTo>
                        <a:pt x="315" y="439"/>
                      </a:moveTo>
                      <a:lnTo>
                        <a:pt x="314" y="439"/>
                      </a:lnTo>
                      <a:lnTo>
                        <a:pt x="314" y="437"/>
                      </a:lnTo>
                      <a:lnTo>
                        <a:pt x="315" y="437"/>
                      </a:lnTo>
                      <a:lnTo>
                        <a:pt x="315" y="439"/>
                      </a:lnTo>
                      <a:lnTo>
                        <a:pt x="315" y="437"/>
                      </a:lnTo>
                      <a:lnTo>
                        <a:pt x="315" y="439"/>
                      </a:lnTo>
                      <a:close/>
                      <a:moveTo>
                        <a:pt x="219" y="437"/>
                      </a:moveTo>
                      <a:lnTo>
                        <a:pt x="219" y="439"/>
                      </a:lnTo>
                      <a:lnTo>
                        <a:pt x="219" y="437"/>
                      </a:lnTo>
                      <a:close/>
                      <a:moveTo>
                        <a:pt x="323" y="437"/>
                      </a:moveTo>
                      <a:lnTo>
                        <a:pt x="321" y="437"/>
                      </a:lnTo>
                      <a:lnTo>
                        <a:pt x="323" y="437"/>
                      </a:lnTo>
                      <a:close/>
                      <a:moveTo>
                        <a:pt x="220" y="437"/>
                      </a:moveTo>
                      <a:lnTo>
                        <a:pt x="222" y="437"/>
                      </a:lnTo>
                      <a:lnTo>
                        <a:pt x="220" y="437"/>
                      </a:lnTo>
                      <a:lnTo>
                        <a:pt x="220" y="439"/>
                      </a:lnTo>
                      <a:lnTo>
                        <a:pt x="219" y="439"/>
                      </a:lnTo>
                      <a:lnTo>
                        <a:pt x="219" y="437"/>
                      </a:lnTo>
                      <a:lnTo>
                        <a:pt x="220" y="437"/>
                      </a:lnTo>
                      <a:lnTo>
                        <a:pt x="220" y="435"/>
                      </a:lnTo>
                      <a:lnTo>
                        <a:pt x="220" y="437"/>
                      </a:lnTo>
                      <a:lnTo>
                        <a:pt x="220" y="435"/>
                      </a:lnTo>
                      <a:lnTo>
                        <a:pt x="220" y="437"/>
                      </a:lnTo>
                      <a:close/>
                      <a:moveTo>
                        <a:pt x="235" y="432"/>
                      </a:moveTo>
                      <a:lnTo>
                        <a:pt x="235" y="434"/>
                      </a:lnTo>
                      <a:lnTo>
                        <a:pt x="237" y="434"/>
                      </a:lnTo>
                      <a:lnTo>
                        <a:pt x="235" y="434"/>
                      </a:lnTo>
                      <a:lnTo>
                        <a:pt x="235" y="435"/>
                      </a:lnTo>
                      <a:lnTo>
                        <a:pt x="233" y="437"/>
                      </a:lnTo>
                      <a:lnTo>
                        <a:pt x="233" y="435"/>
                      </a:lnTo>
                      <a:lnTo>
                        <a:pt x="233" y="437"/>
                      </a:lnTo>
                      <a:lnTo>
                        <a:pt x="233" y="439"/>
                      </a:lnTo>
                      <a:lnTo>
                        <a:pt x="231" y="439"/>
                      </a:lnTo>
                      <a:lnTo>
                        <a:pt x="231" y="441"/>
                      </a:lnTo>
                      <a:lnTo>
                        <a:pt x="230" y="441"/>
                      </a:lnTo>
                      <a:lnTo>
                        <a:pt x="228" y="441"/>
                      </a:lnTo>
                      <a:lnTo>
                        <a:pt x="228" y="439"/>
                      </a:lnTo>
                      <a:lnTo>
                        <a:pt x="230" y="439"/>
                      </a:lnTo>
                      <a:lnTo>
                        <a:pt x="230" y="441"/>
                      </a:lnTo>
                      <a:lnTo>
                        <a:pt x="230" y="439"/>
                      </a:lnTo>
                      <a:lnTo>
                        <a:pt x="231" y="439"/>
                      </a:lnTo>
                      <a:lnTo>
                        <a:pt x="230" y="439"/>
                      </a:lnTo>
                      <a:lnTo>
                        <a:pt x="230" y="437"/>
                      </a:lnTo>
                      <a:lnTo>
                        <a:pt x="231" y="437"/>
                      </a:lnTo>
                      <a:lnTo>
                        <a:pt x="230" y="437"/>
                      </a:lnTo>
                      <a:lnTo>
                        <a:pt x="231" y="437"/>
                      </a:lnTo>
                      <a:lnTo>
                        <a:pt x="231" y="435"/>
                      </a:lnTo>
                      <a:lnTo>
                        <a:pt x="233" y="434"/>
                      </a:lnTo>
                      <a:lnTo>
                        <a:pt x="233" y="435"/>
                      </a:lnTo>
                      <a:lnTo>
                        <a:pt x="233" y="434"/>
                      </a:lnTo>
                      <a:lnTo>
                        <a:pt x="235" y="434"/>
                      </a:lnTo>
                      <a:lnTo>
                        <a:pt x="235" y="432"/>
                      </a:lnTo>
                      <a:lnTo>
                        <a:pt x="235" y="434"/>
                      </a:lnTo>
                      <a:lnTo>
                        <a:pt x="235" y="432"/>
                      </a:lnTo>
                      <a:close/>
                      <a:moveTo>
                        <a:pt x="244" y="432"/>
                      </a:moveTo>
                      <a:lnTo>
                        <a:pt x="246" y="432"/>
                      </a:lnTo>
                      <a:lnTo>
                        <a:pt x="246" y="434"/>
                      </a:lnTo>
                      <a:lnTo>
                        <a:pt x="244" y="435"/>
                      </a:lnTo>
                      <a:lnTo>
                        <a:pt x="244" y="434"/>
                      </a:lnTo>
                      <a:lnTo>
                        <a:pt x="244" y="432"/>
                      </a:lnTo>
                      <a:close/>
                      <a:moveTo>
                        <a:pt x="231" y="432"/>
                      </a:moveTo>
                      <a:lnTo>
                        <a:pt x="231" y="434"/>
                      </a:lnTo>
                      <a:lnTo>
                        <a:pt x="231" y="435"/>
                      </a:lnTo>
                      <a:lnTo>
                        <a:pt x="230" y="434"/>
                      </a:lnTo>
                      <a:lnTo>
                        <a:pt x="231" y="434"/>
                      </a:lnTo>
                      <a:lnTo>
                        <a:pt x="231" y="432"/>
                      </a:lnTo>
                      <a:close/>
                      <a:moveTo>
                        <a:pt x="235" y="432"/>
                      </a:moveTo>
                      <a:lnTo>
                        <a:pt x="233" y="432"/>
                      </a:lnTo>
                      <a:lnTo>
                        <a:pt x="235" y="432"/>
                      </a:lnTo>
                      <a:close/>
                      <a:moveTo>
                        <a:pt x="242" y="432"/>
                      </a:moveTo>
                      <a:lnTo>
                        <a:pt x="240" y="430"/>
                      </a:lnTo>
                      <a:lnTo>
                        <a:pt x="242" y="430"/>
                      </a:lnTo>
                      <a:lnTo>
                        <a:pt x="242" y="432"/>
                      </a:lnTo>
                      <a:close/>
                      <a:moveTo>
                        <a:pt x="242" y="430"/>
                      </a:moveTo>
                      <a:lnTo>
                        <a:pt x="244" y="430"/>
                      </a:lnTo>
                      <a:lnTo>
                        <a:pt x="244" y="432"/>
                      </a:lnTo>
                      <a:lnTo>
                        <a:pt x="242" y="432"/>
                      </a:lnTo>
                      <a:lnTo>
                        <a:pt x="242" y="430"/>
                      </a:lnTo>
                      <a:lnTo>
                        <a:pt x="242" y="432"/>
                      </a:lnTo>
                      <a:lnTo>
                        <a:pt x="242" y="430"/>
                      </a:lnTo>
                      <a:close/>
                      <a:moveTo>
                        <a:pt x="460" y="430"/>
                      </a:moveTo>
                      <a:lnTo>
                        <a:pt x="461" y="430"/>
                      </a:lnTo>
                      <a:lnTo>
                        <a:pt x="460" y="430"/>
                      </a:lnTo>
                      <a:lnTo>
                        <a:pt x="460" y="432"/>
                      </a:lnTo>
                      <a:lnTo>
                        <a:pt x="460" y="430"/>
                      </a:lnTo>
                      <a:lnTo>
                        <a:pt x="460" y="432"/>
                      </a:lnTo>
                      <a:lnTo>
                        <a:pt x="460" y="430"/>
                      </a:lnTo>
                      <a:close/>
                      <a:moveTo>
                        <a:pt x="235" y="430"/>
                      </a:moveTo>
                      <a:lnTo>
                        <a:pt x="237" y="430"/>
                      </a:lnTo>
                      <a:lnTo>
                        <a:pt x="235" y="430"/>
                      </a:lnTo>
                      <a:lnTo>
                        <a:pt x="237" y="430"/>
                      </a:lnTo>
                      <a:lnTo>
                        <a:pt x="235" y="430"/>
                      </a:lnTo>
                      <a:lnTo>
                        <a:pt x="233" y="430"/>
                      </a:lnTo>
                      <a:lnTo>
                        <a:pt x="235" y="430"/>
                      </a:lnTo>
                      <a:lnTo>
                        <a:pt x="235" y="428"/>
                      </a:lnTo>
                      <a:lnTo>
                        <a:pt x="235" y="430"/>
                      </a:lnTo>
                      <a:close/>
                      <a:moveTo>
                        <a:pt x="251" y="428"/>
                      </a:moveTo>
                      <a:lnTo>
                        <a:pt x="250" y="428"/>
                      </a:lnTo>
                      <a:lnTo>
                        <a:pt x="251" y="428"/>
                      </a:lnTo>
                      <a:close/>
                      <a:moveTo>
                        <a:pt x="248" y="426"/>
                      </a:moveTo>
                      <a:lnTo>
                        <a:pt x="248" y="428"/>
                      </a:lnTo>
                      <a:lnTo>
                        <a:pt x="248" y="426"/>
                      </a:lnTo>
                      <a:close/>
                      <a:moveTo>
                        <a:pt x="244" y="426"/>
                      </a:moveTo>
                      <a:lnTo>
                        <a:pt x="242" y="426"/>
                      </a:lnTo>
                      <a:lnTo>
                        <a:pt x="244" y="426"/>
                      </a:lnTo>
                      <a:close/>
                      <a:moveTo>
                        <a:pt x="246" y="426"/>
                      </a:moveTo>
                      <a:lnTo>
                        <a:pt x="246" y="424"/>
                      </a:lnTo>
                      <a:lnTo>
                        <a:pt x="246" y="426"/>
                      </a:lnTo>
                      <a:close/>
                      <a:moveTo>
                        <a:pt x="293" y="424"/>
                      </a:moveTo>
                      <a:lnTo>
                        <a:pt x="293" y="426"/>
                      </a:lnTo>
                      <a:lnTo>
                        <a:pt x="293" y="424"/>
                      </a:lnTo>
                      <a:close/>
                      <a:moveTo>
                        <a:pt x="262" y="424"/>
                      </a:moveTo>
                      <a:lnTo>
                        <a:pt x="262" y="426"/>
                      </a:lnTo>
                      <a:lnTo>
                        <a:pt x="262" y="424"/>
                      </a:lnTo>
                      <a:close/>
                      <a:moveTo>
                        <a:pt x="266" y="423"/>
                      </a:moveTo>
                      <a:lnTo>
                        <a:pt x="266" y="424"/>
                      </a:lnTo>
                      <a:lnTo>
                        <a:pt x="266" y="423"/>
                      </a:lnTo>
                      <a:lnTo>
                        <a:pt x="266" y="424"/>
                      </a:lnTo>
                      <a:lnTo>
                        <a:pt x="266" y="423"/>
                      </a:lnTo>
                      <a:close/>
                      <a:moveTo>
                        <a:pt x="261" y="423"/>
                      </a:moveTo>
                      <a:lnTo>
                        <a:pt x="259" y="423"/>
                      </a:lnTo>
                      <a:lnTo>
                        <a:pt x="261" y="423"/>
                      </a:lnTo>
                      <a:close/>
                      <a:moveTo>
                        <a:pt x="312" y="421"/>
                      </a:moveTo>
                      <a:lnTo>
                        <a:pt x="310" y="421"/>
                      </a:lnTo>
                      <a:lnTo>
                        <a:pt x="312" y="421"/>
                      </a:lnTo>
                      <a:close/>
                      <a:moveTo>
                        <a:pt x="264" y="419"/>
                      </a:moveTo>
                      <a:lnTo>
                        <a:pt x="266" y="421"/>
                      </a:lnTo>
                      <a:lnTo>
                        <a:pt x="264" y="421"/>
                      </a:lnTo>
                      <a:lnTo>
                        <a:pt x="264" y="419"/>
                      </a:lnTo>
                      <a:close/>
                      <a:moveTo>
                        <a:pt x="323" y="419"/>
                      </a:moveTo>
                      <a:lnTo>
                        <a:pt x="321" y="419"/>
                      </a:lnTo>
                      <a:lnTo>
                        <a:pt x="323" y="419"/>
                      </a:lnTo>
                      <a:lnTo>
                        <a:pt x="321" y="419"/>
                      </a:lnTo>
                      <a:lnTo>
                        <a:pt x="323" y="419"/>
                      </a:lnTo>
                      <a:close/>
                      <a:moveTo>
                        <a:pt x="337" y="419"/>
                      </a:moveTo>
                      <a:lnTo>
                        <a:pt x="337" y="417"/>
                      </a:lnTo>
                      <a:lnTo>
                        <a:pt x="337" y="419"/>
                      </a:lnTo>
                      <a:close/>
                      <a:moveTo>
                        <a:pt x="330" y="417"/>
                      </a:moveTo>
                      <a:lnTo>
                        <a:pt x="332" y="417"/>
                      </a:lnTo>
                      <a:lnTo>
                        <a:pt x="332" y="419"/>
                      </a:lnTo>
                      <a:lnTo>
                        <a:pt x="334" y="419"/>
                      </a:lnTo>
                      <a:lnTo>
                        <a:pt x="332" y="419"/>
                      </a:lnTo>
                      <a:lnTo>
                        <a:pt x="330" y="419"/>
                      </a:lnTo>
                      <a:lnTo>
                        <a:pt x="330" y="417"/>
                      </a:lnTo>
                      <a:close/>
                      <a:moveTo>
                        <a:pt x="332" y="419"/>
                      </a:moveTo>
                      <a:lnTo>
                        <a:pt x="332" y="417"/>
                      </a:lnTo>
                      <a:lnTo>
                        <a:pt x="332" y="419"/>
                      </a:lnTo>
                      <a:close/>
                      <a:moveTo>
                        <a:pt x="423" y="417"/>
                      </a:moveTo>
                      <a:lnTo>
                        <a:pt x="425" y="417"/>
                      </a:lnTo>
                      <a:lnTo>
                        <a:pt x="423" y="417"/>
                      </a:lnTo>
                      <a:lnTo>
                        <a:pt x="425" y="417"/>
                      </a:lnTo>
                      <a:lnTo>
                        <a:pt x="423" y="417"/>
                      </a:lnTo>
                      <a:close/>
                      <a:moveTo>
                        <a:pt x="326" y="417"/>
                      </a:moveTo>
                      <a:lnTo>
                        <a:pt x="328" y="417"/>
                      </a:lnTo>
                      <a:lnTo>
                        <a:pt x="326" y="417"/>
                      </a:lnTo>
                      <a:lnTo>
                        <a:pt x="326" y="419"/>
                      </a:lnTo>
                      <a:lnTo>
                        <a:pt x="324" y="419"/>
                      </a:lnTo>
                      <a:lnTo>
                        <a:pt x="324" y="417"/>
                      </a:lnTo>
                      <a:lnTo>
                        <a:pt x="326" y="417"/>
                      </a:lnTo>
                      <a:close/>
                      <a:moveTo>
                        <a:pt x="335" y="417"/>
                      </a:moveTo>
                      <a:lnTo>
                        <a:pt x="337" y="417"/>
                      </a:lnTo>
                      <a:lnTo>
                        <a:pt x="335" y="417"/>
                      </a:lnTo>
                      <a:close/>
                      <a:moveTo>
                        <a:pt x="240" y="417"/>
                      </a:moveTo>
                      <a:lnTo>
                        <a:pt x="242" y="417"/>
                      </a:lnTo>
                      <a:lnTo>
                        <a:pt x="244" y="417"/>
                      </a:lnTo>
                      <a:lnTo>
                        <a:pt x="242" y="417"/>
                      </a:lnTo>
                      <a:lnTo>
                        <a:pt x="242" y="419"/>
                      </a:lnTo>
                      <a:lnTo>
                        <a:pt x="244" y="419"/>
                      </a:lnTo>
                      <a:lnTo>
                        <a:pt x="242" y="419"/>
                      </a:lnTo>
                      <a:lnTo>
                        <a:pt x="244" y="419"/>
                      </a:lnTo>
                      <a:lnTo>
                        <a:pt x="244" y="421"/>
                      </a:lnTo>
                      <a:lnTo>
                        <a:pt x="242" y="421"/>
                      </a:lnTo>
                      <a:lnTo>
                        <a:pt x="242" y="423"/>
                      </a:lnTo>
                      <a:lnTo>
                        <a:pt x="240" y="421"/>
                      </a:lnTo>
                      <a:lnTo>
                        <a:pt x="240" y="423"/>
                      </a:lnTo>
                      <a:lnTo>
                        <a:pt x="240" y="421"/>
                      </a:lnTo>
                      <a:lnTo>
                        <a:pt x="240" y="423"/>
                      </a:lnTo>
                      <a:lnTo>
                        <a:pt x="240" y="421"/>
                      </a:lnTo>
                      <a:lnTo>
                        <a:pt x="239" y="421"/>
                      </a:lnTo>
                      <a:lnTo>
                        <a:pt x="239" y="419"/>
                      </a:lnTo>
                      <a:lnTo>
                        <a:pt x="240" y="419"/>
                      </a:lnTo>
                      <a:lnTo>
                        <a:pt x="240" y="421"/>
                      </a:lnTo>
                      <a:lnTo>
                        <a:pt x="240" y="419"/>
                      </a:lnTo>
                      <a:lnTo>
                        <a:pt x="239" y="419"/>
                      </a:lnTo>
                      <a:lnTo>
                        <a:pt x="240" y="419"/>
                      </a:lnTo>
                      <a:lnTo>
                        <a:pt x="239" y="419"/>
                      </a:lnTo>
                      <a:lnTo>
                        <a:pt x="239" y="417"/>
                      </a:lnTo>
                      <a:lnTo>
                        <a:pt x="239" y="419"/>
                      </a:lnTo>
                      <a:lnTo>
                        <a:pt x="240" y="419"/>
                      </a:lnTo>
                      <a:lnTo>
                        <a:pt x="240" y="417"/>
                      </a:lnTo>
                      <a:lnTo>
                        <a:pt x="240" y="415"/>
                      </a:lnTo>
                      <a:lnTo>
                        <a:pt x="240" y="417"/>
                      </a:lnTo>
                      <a:close/>
                      <a:moveTo>
                        <a:pt x="418" y="417"/>
                      </a:moveTo>
                      <a:lnTo>
                        <a:pt x="418" y="415"/>
                      </a:lnTo>
                      <a:lnTo>
                        <a:pt x="418" y="417"/>
                      </a:lnTo>
                      <a:close/>
                      <a:moveTo>
                        <a:pt x="419" y="415"/>
                      </a:moveTo>
                      <a:lnTo>
                        <a:pt x="419" y="417"/>
                      </a:lnTo>
                      <a:lnTo>
                        <a:pt x="419" y="415"/>
                      </a:lnTo>
                      <a:close/>
                      <a:moveTo>
                        <a:pt x="324" y="417"/>
                      </a:moveTo>
                      <a:lnTo>
                        <a:pt x="323" y="417"/>
                      </a:lnTo>
                      <a:lnTo>
                        <a:pt x="324" y="417"/>
                      </a:lnTo>
                      <a:lnTo>
                        <a:pt x="324" y="415"/>
                      </a:lnTo>
                      <a:lnTo>
                        <a:pt x="324" y="417"/>
                      </a:lnTo>
                      <a:close/>
                      <a:moveTo>
                        <a:pt x="240" y="417"/>
                      </a:moveTo>
                      <a:lnTo>
                        <a:pt x="240" y="415"/>
                      </a:lnTo>
                      <a:lnTo>
                        <a:pt x="240" y="417"/>
                      </a:lnTo>
                      <a:close/>
                      <a:moveTo>
                        <a:pt x="253" y="415"/>
                      </a:moveTo>
                      <a:lnTo>
                        <a:pt x="253" y="417"/>
                      </a:lnTo>
                      <a:lnTo>
                        <a:pt x="253" y="415"/>
                      </a:lnTo>
                      <a:close/>
                      <a:moveTo>
                        <a:pt x="326" y="415"/>
                      </a:moveTo>
                      <a:lnTo>
                        <a:pt x="324" y="415"/>
                      </a:lnTo>
                      <a:lnTo>
                        <a:pt x="326" y="415"/>
                      </a:lnTo>
                      <a:close/>
                      <a:moveTo>
                        <a:pt x="596" y="417"/>
                      </a:moveTo>
                      <a:lnTo>
                        <a:pt x="595" y="417"/>
                      </a:lnTo>
                      <a:lnTo>
                        <a:pt x="595" y="415"/>
                      </a:lnTo>
                      <a:lnTo>
                        <a:pt x="596" y="415"/>
                      </a:lnTo>
                      <a:lnTo>
                        <a:pt x="596" y="417"/>
                      </a:lnTo>
                      <a:close/>
                      <a:moveTo>
                        <a:pt x="268" y="413"/>
                      </a:moveTo>
                      <a:lnTo>
                        <a:pt x="268" y="415"/>
                      </a:lnTo>
                      <a:lnTo>
                        <a:pt x="266" y="415"/>
                      </a:lnTo>
                      <a:lnTo>
                        <a:pt x="268" y="413"/>
                      </a:lnTo>
                      <a:lnTo>
                        <a:pt x="268" y="415"/>
                      </a:lnTo>
                      <a:lnTo>
                        <a:pt x="268" y="413"/>
                      </a:lnTo>
                      <a:close/>
                      <a:moveTo>
                        <a:pt x="348" y="413"/>
                      </a:moveTo>
                      <a:lnTo>
                        <a:pt x="348" y="415"/>
                      </a:lnTo>
                      <a:lnTo>
                        <a:pt x="346" y="415"/>
                      </a:lnTo>
                      <a:lnTo>
                        <a:pt x="348" y="415"/>
                      </a:lnTo>
                      <a:lnTo>
                        <a:pt x="346" y="415"/>
                      </a:lnTo>
                      <a:lnTo>
                        <a:pt x="348" y="415"/>
                      </a:lnTo>
                      <a:lnTo>
                        <a:pt x="348" y="413"/>
                      </a:lnTo>
                      <a:close/>
                      <a:moveTo>
                        <a:pt x="343" y="413"/>
                      </a:moveTo>
                      <a:lnTo>
                        <a:pt x="341" y="413"/>
                      </a:lnTo>
                      <a:lnTo>
                        <a:pt x="343" y="413"/>
                      </a:lnTo>
                      <a:close/>
                      <a:moveTo>
                        <a:pt x="328" y="413"/>
                      </a:moveTo>
                      <a:lnTo>
                        <a:pt x="330" y="413"/>
                      </a:lnTo>
                      <a:lnTo>
                        <a:pt x="328" y="413"/>
                      </a:lnTo>
                      <a:close/>
                      <a:moveTo>
                        <a:pt x="281" y="413"/>
                      </a:moveTo>
                      <a:lnTo>
                        <a:pt x="282" y="413"/>
                      </a:lnTo>
                      <a:lnTo>
                        <a:pt x="281" y="413"/>
                      </a:lnTo>
                      <a:lnTo>
                        <a:pt x="279" y="413"/>
                      </a:lnTo>
                      <a:lnTo>
                        <a:pt x="281" y="413"/>
                      </a:lnTo>
                      <a:close/>
                      <a:moveTo>
                        <a:pt x="341" y="413"/>
                      </a:moveTo>
                      <a:lnTo>
                        <a:pt x="339" y="413"/>
                      </a:lnTo>
                      <a:lnTo>
                        <a:pt x="339" y="412"/>
                      </a:lnTo>
                      <a:lnTo>
                        <a:pt x="341" y="413"/>
                      </a:lnTo>
                      <a:close/>
                      <a:moveTo>
                        <a:pt x="332" y="413"/>
                      </a:moveTo>
                      <a:lnTo>
                        <a:pt x="334" y="413"/>
                      </a:lnTo>
                      <a:lnTo>
                        <a:pt x="335" y="413"/>
                      </a:lnTo>
                      <a:lnTo>
                        <a:pt x="334" y="415"/>
                      </a:lnTo>
                      <a:lnTo>
                        <a:pt x="335" y="415"/>
                      </a:lnTo>
                      <a:lnTo>
                        <a:pt x="335" y="413"/>
                      </a:lnTo>
                      <a:lnTo>
                        <a:pt x="337" y="413"/>
                      </a:lnTo>
                      <a:lnTo>
                        <a:pt x="339" y="413"/>
                      </a:lnTo>
                      <a:lnTo>
                        <a:pt x="337" y="413"/>
                      </a:lnTo>
                      <a:lnTo>
                        <a:pt x="337" y="415"/>
                      </a:lnTo>
                      <a:lnTo>
                        <a:pt x="337" y="413"/>
                      </a:lnTo>
                      <a:lnTo>
                        <a:pt x="337" y="415"/>
                      </a:lnTo>
                      <a:lnTo>
                        <a:pt x="337" y="413"/>
                      </a:lnTo>
                      <a:lnTo>
                        <a:pt x="337" y="415"/>
                      </a:lnTo>
                      <a:lnTo>
                        <a:pt x="335" y="415"/>
                      </a:lnTo>
                      <a:lnTo>
                        <a:pt x="337" y="415"/>
                      </a:lnTo>
                      <a:lnTo>
                        <a:pt x="337" y="417"/>
                      </a:lnTo>
                      <a:lnTo>
                        <a:pt x="335" y="415"/>
                      </a:lnTo>
                      <a:lnTo>
                        <a:pt x="335" y="417"/>
                      </a:lnTo>
                      <a:lnTo>
                        <a:pt x="335" y="415"/>
                      </a:lnTo>
                      <a:lnTo>
                        <a:pt x="335" y="417"/>
                      </a:lnTo>
                      <a:lnTo>
                        <a:pt x="335" y="415"/>
                      </a:lnTo>
                      <a:lnTo>
                        <a:pt x="334" y="415"/>
                      </a:lnTo>
                      <a:lnTo>
                        <a:pt x="332" y="415"/>
                      </a:lnTo>
                      <a:lnTo>
                        <a:pt x="330" y="415"/>
                      </a:lnTo>
                      <a:lnTo>
                        <a:pt x="330" y="417"/>
                      </a:lnTo>
                      <a:lnTo>
                        <a:pt x="330" y="415"/>
                      </a:lnTo>
                      <a:lnTo>
                        <a:pt x="330" y="413"/>
                      </a:lnTo>
                      <a:lnTo>
                        <a:pt x="332" y="413"/>
                      </a:lnTo>
                      <a:lnTo>
                        <a:pt x="332" y="412"/>
                      </a:lnTo>
                      <a:lnTo>
                        <a:pt x="332" y="413"/>
                      </a:lnTo>
                      <a:close/>
                      <a:moveTo>
                        <a:pt x="335" y="413"/>
                      </a:moveTo>
                      <a:lnTo>
                        <a:pt x="335" y="412"/>
                      </a:lnTo>
                      <a:lnTo>
                        <a:pt x="335" y="413"/>
                      </a:lnTo>
                      <a:close/>
                      <a:moveTo>
                        <a:pt x="346" y="413"/>
                      </a:moveTo>
                      <a:lnTo>
                        <a:pt x="346" y="412"/>
                      </a:lnTo>
                      <a:lnTo>
                        <a:pt x="346" y="413"/>
                      </a:lnTo>
                      <a:close/>
                      <a:moveTo>
                        <a:pt x="348" y="412"/>
                      </a:moveTo>
                      <a:lnTo>
                        <a:pt x="348" y="413"/>
                      </a:lnTo>
                      <a:lnTo>
                        <a:pt x="348" y="412"/>
                      </a:lnTo>
                      <a:close/>
                      <a:moveTo>
                        <a:pt x="319" y="412"/>
                      </a:moveTo>
                      <a:lnTo>
                        <a:pt x="317" y="413"/>
                      </a:lnTo>
                      <a:lnTo>
                        <a:pt x="319" y="413"/>
                      </a:lnTo>
                      <a:lnTo>
                        <a:pt x="317" y="413"/>
                      </a:lnTo>
                      <a:lnTo>
                        <a:pt x="315" y="413"/>
                      </a:lnTo>
                      <a:lnTo>
                        <a:pt x="317" y="413"/>
                      </a:lnTo>
                      <a:lnTo>
                        <a:pt x="317" y="412"/>
                      </a:lnTo>
                      <a:lnTo>
                        <a:pt x="319" y="412"/>
                      </a:lnTo>
                      <a:close/>
                      <a:moveTo>
                        <a:pt x="341" y="412"/>
                      </a:moveTo>
                      <a:lnTo>
                        <a:pt x="341" y="413"/>
                      </a:lnTo>
                      <a:lnTo>
                        <a:pt x="341" y="412"/>
                      </a:lnTo>
                      <a:close/>
                      <a:moveTo>
                        <a:pt x="343" y="412"/>
                      </a:moveTo>
                      <a:lnTo>
                        <a:pt x="343" y="413"/>
                      </a:lnTo>
                      <a:lnTo>
                        <a:pt x="343" y="412"/>
                      </a:lnTo>
                      <a:close/>
                      <a:moveTo>
                        <a:pt x="334" y="412"/>
                      </a:moveTo>
                      <a:lnTo>
                        <a:pt x="332" y="412"/>
                      </a:lnTo>
                      <a:lnTo>
                        <a:pt x="334" y="412"/>
                      </a:lnTo>
                      <a:lnTo>
                        <a:pt x="332" y="412"/>
                      </a:lnTo>
                      <a:lnTo>
                        <a:pt x="334" y="412"/>
                      </a:lnTo>
                      <a:close/>
                      <a:moveTo>
                        <a:pt x="346" y="412"/>
                      </a:moveTo>
                      <a:lnTo>
                        <a:pt x="346" y="413"/>
                      </a:lnTo>
                      <a:lnTo>
                        <a:pt x="345" y="413"/>
                      </a:lnTo>
                      <a:lnTo>
                        <a:pt x="345" y="412"/>
                      </a:lnTo>
                      <a:lnTo>
                        <a:pt x="346" y="412"/>
                      </a:lnTo>
                      <a:lnTo>
                        <a:pt x="346" y="410"/>
                      </a:lnTo>
                      <a:lnTo>
                        <a:pt x="346" y="412"/>
                      </a:lnTo>
                      <a:close/>
                      <a:moveTo>
                        <a:pt x="277" y="410"/>
                      </a:moveTo>
                      <a:lnTo>
                        <a:pt x="277" y="412"/>
                      </a:lnTo>
                      <a:lnTo>
                        <a:pt x="277" y="410"/>
                      </a:lnTo>
                      <a:lnTo>
                        <a:pt x="279" y="410"/>
                      </a:lnTo>
                      <a:lnTo>
                        <a:pt x="277" y="410"/>
                      </a:lnTo>
                      <a:close/>
                      <a:moveTo>
                        <a:pt x="308" y="412"/>
                      </a:moveTo>
                      <a:lnTo>
                        <a:pt x="308" y="410"/>
                      </a:lnTo>
                      <a:lnTo>
                        <a:pt x="308" y="412"/>
                      </a:lnTo>
                      <a:close/>
                      <a:moveTo>
                        <a:pt x="339" y="412"/>
                      </a:moveTo>
                      <a:lnTo>
                        <a:pt x="337" y="412"/>
                      </a:lnTo>
                      <a:lnTo>
                        <a:pt x="337" y="410"/>
                      </a:lnTo>
                      <a:lnTo>
                        <a:pt x="339" y="410"/>
                      </a:lnTo>
                      <a:lnTo>
                        <a:pt x="339" y="412"/>
                      </a:lnTo>
                      <a:close/>
                      <a:moveTo>
                        <a:pt x="314" y="412"/>
                      </a:moveTo>
                      <a:lnTo>
                        <a:pt x="312" y="412"/>
                      </a:lnTo>
                      <a:lnTo>
                        <a:pt x="312" y="410"/>
                      </a:lnTo>
                      <a:lnTo>
                        <a:pt x="314" y="410"/>
                      </a:lnTo>
                      <a:lnTo>
                        <a:pt x="314" y="412"/>
                      </a:lnTo>
                      <a:close/>
                      <a:moveTo>
                        <a:pt x="315" y="410"/>
                      </a:moveTo>
                      <a:lnTo>
                        <a:pt x="314" y="410"/>
                      </a:lnTo>
                      <a:lnTo>
                        <a:pt x="315" y="410"/>
                      </a:lnTo>
                      <a:close/>
                      <a:moveTo>
                        <a:pt x="343" y="410"/>
                      </a:moveTo>
                      <a:lnTo>
                        <a:pt x="341" y="410"/>
                      </a:lnTo>
                      <a:lnTo>
                        <a:pt x="343" y="410"/>
                      </a:lnTo>
                      <a:lnTo>
                        <a:pt x="343" y="408"/>
                      </a:lnTo>
                      <a:lnTo>
                        <a:pt x="343" y="410"/>
                      </a:lnTo>
                      <a:close/>
                      <a:moveTo>
                        <a:pt x="365" y="408"/>
                      </a:moveTo>
                      <a:lnTo>
                        <a:pt x="366" y="408"/>
                      </a:lnTo>
                      <a:lnTo>
                        <a:pt x="365" y="408"/>
                      </a:lnTo>
                      <a:close/>
                      <a:moveTo>
                        <a:pt x="279" y="408"/>
                      </a:moveTo>
                      <a:lnTo>
                        <a:pt x="281" y="408"/>
                      </a:lnTo>
                      <a:lnTo>
                        <a:pt x="279" y="408"/>
                      </a:lnTo>
                      <a:close/>
                      <a:moveTo>
                        <a:pt x="352" y="406"/>
                      </a:moveTo>
                      <a:lnTo>
                        <a:pt x="352" y="408"/>
                      </a:lnTo>
                      <a:lnTo>
                        <a:pt x="352" y="406"/>
                      </a:lnTo>
                      <a:close/>
                      <a:moveTo>
                        <a:pt x="359" y="408"/>
                      </a:moveTo>
                      <a:lnTo>
                        <a:pt x="359" y="406"/>
                      </a:lnTo>
                      <a:lnTo>
                        <a:pt x="359" y="408"/>
                      </a:lnTo>
                      <a:close/>
                      <a:moveTo>
                        <a:pt x="593" y="406"/>
                      </a:moveTo>
                      <a:lnTo>
                        <a:pt x="593" y="408"/>
                      </a:lnTo>
                      <a:lnTo>
                        <a:pt x="595" y="408"/>
                      </a:lnTo>
                      <a:lnTo>
                        <a:pt x="593" y="408"/>
                      </a:lnTo>
                      <a:lnTo>
                        <a:pt x="595" y="408"/>
                      </a:lnTo>
                      <a:lnTo>
                        <a:pt x="593" y="408"/>
                      </a:lnTo>
                      <a:lnTo>
                        <a:pt x="593" y="410"/>
                      </a:lnTo>
                      <a:lnTo>
                        <a:pt x="591" y="410"/>
                      </a:lnTo>
                      <a:lnTo>
                        <a:pt x="591" y="408"/>
                      </a:lnTo>
                      <a:lnTo>
                        <a:pt x="591" y="406"/>
                      </a:lnTo>
                      <a:lnTo>
                        <a:pt x="593" y="406"/>
                      </a:lnTo>
                      <a:close/>
                      <a:moveTo>
                        <a:pt x="332" y="406"/>
                      </a:moveTo>
                      <a:lnTo>
                        <a:pt x="330" y="406"/>
                      </a:lnTo>
                      <a:lnTo>
                        <a:pt x="332" y="406"/>
                      </a:lnTo>
                      <a:close/>
                      <a:moveTo>
                        <a:pt x="345" y="406"/>
                      </a:moveTo>
                      <a:lnTo>
                        <a:pt x="343" y="406"/>
                      </a:lnTo>
                      <a:lnTo>
                        <a:pt x="345" y="406"/>
                      </a:lnTo>
                      <a:close/>
                      <a:moveTo>
                        <a:pt x="337" y="404"/>
                      </a:moveTo>
                      <a:lnTo>
                        <a:pt x="337" y="406"/>
                      </a:lnTo>
                      <a:lnTo>
                        <a:pt x="337" y="404"/>
                      </a:lnTo>
                      <a:close/>
                      <a:moveTo>
                        <a:pt x="425" y="406"/>
                      </a:moveTo>
                      <a:lnTo>
                        <a:pt x="423" y="406"/>
                      </a:lnTo>
                      <a:lnTo>
                        <a:pt x="423" y="404"/>
                      </a:lnTo>
                      <a:lnTo>
                        <a:pt x="425" y="404"/>
                      </a:lnTo>
                      <a:lnTo>
                        <a:pt x="425" y="406"/>
                      </a:lnTo>
                      <a:close/>
                      <a:moveTo>
                        <a:pt x="352" y="406"/>
                      </a:moveTo>
                      <a:lnTo>
                        <a:pt x="350" y="406"/>
                      </a:lnTo>
                      <a:lnTo>
                        <a:pt x="350" y="404"/>
                      </a:lnTo>
                      <a:lnTo>
                        <a:pt x="352" y="404"/>
                      </a:lnTo>
                      <a:lnTo>
                        <a:pt x="352" y="406"/>
                      </a:lnTo>
                      <a:close/>
                      <a:moveTo>
                        <a:pt x="363" y="404"/>
                      </a:moveTo>
                      <a:lnTo>
                        <a:pt x="361" y="404"/>
                      </a:lnTo>
                      <a:lnTo>
                        <a:pt x="363" y="404"/>
                      </a:lnTo>
                      <a:close/>
                      <a:moveTo>
                        <a:pt x="361" y="404"/>
                      </a:moveTo>
                      <a:lnTo>
                        <a:pt x="363" y="404"/>
                      </a:lnTo>
                      <a:lnTo>
                        <a:pt x="363" y="406"/>
                      </a:lnTo>
                      <a:lnTo>
                        <a:pt x="361" y="406"/>
                      </a:lnTo>
                      <a:lnTo>
                        <a:pt x="361" y="408"/>
                      </a:lnTo>
                      <a:lnTo>
                        <a:pt x="359" y="408"/>
                      </a:lnTo>
                      <a:lnTo>
                        <a:pt x="359" y="406"/>
                      </a:lnTo>
                      <a:lnTo>
                        <a:pt x="361" y="406"/>
                      </a:lnTo>
                      <a:lnTo>
                        <a:pt x="359" y="404"/>
                      </a:lnTo>
                      <a:lnTo>
                        <a:pt x="361" y="404"/>
                      </a:lnTo>
                      <a:close/>
                      <a:moveTo>
                        <a:pt x="354" y="404"/>
                      </a:moveTo>
                      <a:lnTo>
                        <a:pt x="354" y="406"/>
                      </a:lnTo>
                      <a:lnTo>
                        <a:pt x="352" y="406"/>
                      </a:lnTo>
                      <a:lnTo>
                        <a:pt x="352" y="404"/>
                      </a:lnTo>
                      <a:lnTo>
                        <a:pt x="354" y="404"/>
                      </a:lnTo>
                      <a:close/>
                      <a:moveTo>
                        <a:pt x="354" y="404"/>
                      </a:moveTo>
                      <a:lnTo>
                        <a:pt x="355" y="404"/>
                      </a:lnTo>
                      <a:lnTo>
                        <a:pt x="354" y="404"/>
                      </a:lnTo>
                      <a:close/>
                      <a:moveTo>
                        <a:pt x="355" y="404"/>
                      </a:moveTo>
                      <a:lnTo>
                        <a:pt x="357" y="404"/>
                      </a:lnTo>
                      <a:lnTo>
                        <a:pt x="355" y="404"/>
                      </a:lnTo>
                      <a:close/>
                      <a:moveTo>
                        <a:pt x="348" y="404"/>
                      </a:moveTo>
                      <a:lnTo>
                        <a:pt x="346" y="404"/>
                      </a:lnTo>
                      <a:lnTo>
                        <a:pt x="348" y="404"/>
                      </a:lnTo>
                      <a:lnTo>
                        <a:pt x="346" y="404"/>
                      </a:lnTo>
                      <a:lnTo>
                        <a:pt x="346" y="406"/>
                      </a:lnTo>
                      <a:lnTo>
                        <a:pt x="346" y="404"/>
                      </a:lnTo>
                      <a:lnTo>
                        <a:pt x="348" y="404"/>
                      </a:lnTo>
                      <a:close/>
                      <a:moveTo>
                        <a:pt x="348" y="404"/>
                      </a:moveTo>
                      <a:lnTo>
                        <a:pt x="350" y="404"/>
                      </a:lnTo>
                      <a:lnTo>
                        <a:pt x="350" y="406"/>
                      </a:lnTo>
                      <a:lnTo>
                        <a:pt x="350" y="404"/>
                      </a:lnTo>
                      <a:lnTo>
                        <a:pt x="348" y="404"/>
                      </a:lnTo>
                      <a:lnTo>
                        <a:pt x="348" y="406"/>
                      </a:lnTo>
                      <a:lnTo>
                        <a:pt x="348" y="404"/>
                      </a:lnTo>
                      <a:close/>
                      <a:moveTo>
                        <a:pt x="365" y="404"/>
                      </a:moveTo>
                      <a:lnTo>
                        <a:pt x="365" y="403"/>
                      </a:lnTo>
                      <a:lnTo>
                        <a:pt x="365" y="404"/>
                      </a:lnTo>
                      <a:close/>
                      <a:moveTo>
                        <a:pt x="363" y="403"/>
                      </a:moveTo>
                      <a:lnTo>
                        <a:pt x="363" y="404"/>
                      </a:lnTo>
                      <a:lnTo>
                        <a:pt x="365" y="403"/>
                      </a:lnTo>
                      <a:lnTo>
                        <a:pt x="365" y="404"/>
                      </a:lnTo>
                      <a:lnTo>
                        <a:pt x="363" y="404"/>
                      </a:lnTo>
                      <a:lnTo>
                        <a:pt x="361" y="404"/>
                      </a:lnTo>
                      <a:lnTo>
                        <a:pt x="361" y="403"/>
                      </a:lnTo>
                      <a:lnTo>
                        <a:pt x="363" y="403"/>
                      </a:lnTo>
                      <a:close/>
                      <a:moveTo>
                        <a:pt x="578" y="403"/>
                      </a:moveTo>
                      <a:lnTo>
                        <a:pt x="580" y="403"/>
                      </a:lnTo>
                      <a:lnTo>
                        <a:pt x="580" y="404"/>
                      </a:lnTo>
                      <a:lnTo>
                        <a:pt x="578" y="404"/>
                      </a:lnTo>
                      <a:lnTo>
                        <a:pt x="578" y="403"/>
                      </a:lnTo>
                      <a:close/>
                      <a:moveTo>
                        <a:pt x="416" y="403"/>
                      </a:moveTo>
                      <a:lnTo>
                        <a:pt x="418" y="403"/>
                      </a:lnTo>
                      <a:lnTo>
                        <a:pt x="416" y="403"/>
                      </a:lnTo>
                      <a:lnTo>
                        <a:pt x="418" y="403"/>
                      </a:lnTo>
                      <a:lnTo>
                        <a:pt x="418" y="404"/>
                      </a:lnTo>
                      <a:lnTo>
                        <a:pt x="416" y="404"/>
                      </a:lnTo>
                      <a:lnTo>
                        <a:pt x="418" y="404"/>
                      </a:lnTo>
                      <a:lnTo>
                        <a:pt x="416" y="404"/>
                      </a:lnTo>
                      <a:lnTo>
                        <a:pt x="416" y="403"/>
                      </a:lnTo>
                      <a:lnTo>
                        <a:pt x="418" y="403"/>
                      </a:lnTo>
                      <a:lnTo>
                        <a:pt x="416" y="403"/>
                      </a:lnTo>
                      <a:lnTo>
                        <a:pt x="418" y="403"/>
                      </a:lnTo>
                      <a:lnTo>
                        <a:pt x="416" y="403"/>
                      </a:lnTo>
                      <a:lnTo>
                        <a:pt x="416" y="404"/>
                      </a:lnTo>
                      <a:lnTo>
                        <a:pt x="416" y="403"/>
                      </a:lnTo>
                      <a:close/>
                      <a:moveTo>
                        <a:pt x="366" y="403"/>
                      </a:moveTo>
                      <a:lnTo>
                        <a:pt x="365" y="403"/>
                      </a:lnTo>
                      <a:lnTo>
                        <a:pt x="366" y="403"/>
                      </a:lnTo>
                      <a:close/>
                      <a:moveTo>
                        <a:pt x="383" y="403"/>
                      </a:moveTo>
                      <a:lnTo>
                        <a:pt x="383" y="401"/>
                      </a:lnTo>
                      <a:lnTo>
                        <a:pt x="383" y="403"/>
                      </a:lnTo>
                      <a:close/>
                      <a:moveTo>
                        <a:pt x="337" y="401"/>
                      </a:moveTo>
                      <a:lnTo>
                        <a:pt x="335" y="401"/>
                      </a:lnTo>
                      <a:lnTo>
                        <a:pt x="337" y="401"/>
                      </a:lnTo>
                      <a:close/>
                      <a:moveTo>
                        <a:pt x="365" y="403"/>
                      </a:moveTo>
                      <a:lnTo>
                        <a:pt x="363" y="403"/>
                      </a:lnTo>
                      <a:lnTo>
                        <a:pt x="365" y="401"/>
                      </a:lnTo>
                      <a:lnTo>
                        <a:pt x="365" y="403"/>
                      </a:lnTo>
                      <a:close/>
                      <a:moveTo>
                        <a:pt x="352" y="401"/>
                      </a:moveTo>
                      <a:lnTo>
                        <a:pt x="352" y="403"/>
                      </a:lnTo>
                      <a:lnTo>
                        <a:pt x="352" y="401"/>
                      </a:lnTo>
                      <a:close/>
                      <a:moveTo>
                        <a:pt x="357" y="401"/>
                      </a:moveTo>
                      <a:lnTo>
                        <a:pt x="357" y="403"/>
                      </a:lnTo>
                      <a:lnTo>
                        <a:pt x="355" y="403"/>
                      </a:lnTo>
                      <a:lnTo>
                        <a:pt x="355" y="404"/>
                      </a:lnTo>
                      <a:lnTo>
                        <a:pt x="354" y="404"/>
                      </a:lnTo>
                      <a:lnTo>
                        <a:pt x="354" y="403"/>
                      </a:lnTo>
                      <a:lnTo>
                        <a:pt x="355" y="403"/>
                      </a:lnTo>
                      <a:lnTo>
                        <a:pt x="355" y="401"/>
                      </a:lnTo>
                      <a:lnTo>
                        <a:pt x="357" y="401"/>
                      </a:lnTo>
                      <a:close/>
                      <a:moveTo>
                        <a:pt x="365" y="401"/>
                      </a:moveTo>
                      <a:lnTo>
                        <a:pt x="365" y="403"/>
                      </a:lnTo>
                      <a:lnTo>
                        <a:pt x="366" y="403"/>
                      </a:lnTo>
                      <a:lnTo>
                        <a:pt x="365" y="403"/>
                      </a:lnTo>
                      <a:lnTo>
                        <a:pt x="365" y="401"/>
                      </a:lnTo>
                      <a:close/>
                      <a:moveTo>
                        <a:pt x="381" y="401"/>
                      </a:moveTo>
                      <a:lnTo>
                        <a:pt x="383" y="401"/>
                      </a:lnTo>
                      <a:lnTo>
                        <a:pt x="383" y="403"/>
                      </a:lnTo>
                      <a:lnTo>
                        <a:pt x="381" y="403"/>
                      </a:lnTo>
                      <a:lnTo>
                        <a:pt x="381" y="401"/>
                      </a:lnTo>
                      <a:close/>
                      <a:moveTo>
                        <a:pt x="366" y="403"/>
                      </a:moveTo>
                      <a:lnTo>
                        <a:pt x="366" y="401"/>
                      </a:lnTo>
                      <a:lnTo>
                        <a:pt x="366" y="403"/>
                      </a:lnTo>
                      <a:close/>
                      <a:moveTo>
                        <a:pt x="432" y="401"/>
                      </a:moveTo>
                      <a:lnTo>
                        <a:pt x="430" y="401"/>
                      </a:lnTo>
                      <a:lnTo>
                        <a:pt x="432" y="401"/>
                      </a:lnTo>
                      <a:close/>
                      <a:moveTo>
                        <a:pt x="341" y="401"/>
                      </a:moveTo>
                      <a:lnTo>
                        <a:pt x="341" y="403"/>
                      </a:lnTo>
                      <a:lnTo>
                        <a:pt x="341" y="404"/>
                      </a:lnTo>
                      <a:lnTo>
                        <a:pt x="339" y="404"/>
                      </a:lnTo>
                      <a:lnTo>
                        <a:pt x="341" y="404"/>
                      </a:lnTo>
                      <a:lnTo>
                        <a:pt x="341" y="406"/>
                      </a:lnTo>
                      <a:lnTo>
                        <a:pt x="339" y="406"/>
                      </a:lnTo>
                      <a:lnTo>
                        <a:pt x="339" y="404"/>
                      </a:lnTo>
                      <a:lnTo>
                        <a:pt x="337" y="404"/>
                      </a:lnTo>
                      <a:lnTo>
                        <a:pt x="337" y="403"/>
                      </a:lnTo>
                      <a:lnTo>
                        <a:pt x="339" y="403"/>
                      </a:lnTo>
                      <a:lnTo>
                        <a:pt x="339" y="404"/>
                      </a:lnTo>
                      <a:lnTo>
                        <a:pt x="341" y="404"/>
                      </a:lnTo>
                      <a:lnTo>
                        <a:pt x="341" y="403"/>
                      </a:lnTo>
                      <a:lnTo>
                        <a:pt x="339" y="403"/>
                      </a:lnTo>
                      <a:lnTo>
                        <a:pt x="339" y="401"/>
                      </a:lnTo>
                      <a:lnTo>
                        <a:pt x="341" y="401"/>
                      </a:lnTo>
                      <a:close/>
                      <a:moveTo>
                        <a:pt x="359" y="401"/>
                      </a:moveTo>
                      <a:lnTo>
                        <a:pt x="361" y="401"/>
                      </a:lnTo>
                      <a:lnTo>
                        <a:pt x="361" y="403"/>
                      </a:lnTo>
                      <a:lnTo>
                        <a:pt x="361" y="404"/>
                      </a:lnTo>
                      <a:lnTo>
                        <a:pt x="359" y="404"/>
                      </a:lnTo>
                      <a:lnTo>
                        <a:pt x="357" y="404"/>
                      </a:lnTo>
                      <a:lnTo>
                        <a:pt x="357" y="403"/>
                      </a:lnTo>
                      <a:lnTo>
                        <a:pt x="359" y="403"/>
                      </a:lnTo>
                      <a:lnTo>
                        <a:pt x="357" y="403"/>
                      </a:lnTo>
                      <a:lnTo>
                        <a:pt x="359" y="403"/>
                      </a:lnTo>
                      <a:lnTo>
                        <a:pt x="359" y="401"/>
                      </a:lnTo>
                      <a:lnTo>
                        <a:pt x="357" y="401"/>
                      </a:lnTo>
                      <a:lnTo>
                        <a:pt x="359" y="401"/>
                      </a:lnTo>
                      <a:close/>
                      <a:moveTo>
                        <a:pt x="496" y="401"/>
                      </a:moveTo>
                      <a:lnTo>
                        <a:pt x="494" y="401"/>
                      </a:lnTo>
                      <a:lnTo>
                        <a:pt x="496" y="401"/>
                      </a:lnTo>
                      <a:close/>
                      <a:moveTo>
                        <a:pt x="335" y="401"/>
                      </a:moveTo>
                      <a:lnTo>
                        <a:pt x="335" y="403"/>
                      </a:lnTo>
                      <a:lnTo>
                        <a:pt x="334" y="403"/>
                      </a:lnTo>
                      <a:lnTo>
                        <a:pt x="332" y="403"/>
                      </a:lnTo>
                      <a:lnTo>
                        <a:pt x="334" y="403"/>
                      </a:lnTo>
                      <a:lnTo>
                        <a:pt x="334" y="401"/>
                      </a:lnTo>
                      <a:lnTo>
                        <a:pt x="335" y="401"/>
                      </a:lnTo>
                      <a:close/>
                      <a:moveTo>
                        <a:pt x="363" y="401"/>
                      </a:moveTo>
                      <a:lnTo>
                        <a:pt x="365" y="401"/>
                      </a:lnTo>
                      <a:lnTo>
                        <a:pt x="363" y="401"/>
                      </a:lnTo>
                      <a:lnTo>
                        <a:pt x="363" y="403"/>
                      </a:lnTo>
                      <a:lnTo>
                        <a:pt x="361" y="403"/>
                      </a:lnTo>
                      <a:lnTo>
                        <a:pt x="361" y="401"/>
                      </a:lnTo>
                      <a:lnTo>
                        <a:pt x="363" y="401"/>
                      </a:lnTo>
                      <a:close/>
                      <a:moveTo>
                        <a:pt x="357" y="401"/>
                      </a:moveTo>
                      <a:lnTo>
                        <a:pt x="357" y="399"/>
                      </a:lnTo>
                      <a:lnTo>
                        <a:pt x="357" y="401"/>
                      </a:lnTo>
                      <a:close/>
                      <a:moveTo>
                        <a:pt x="230" y="399"/>
                      </a:moveTo>
                      <a:lnTo>
                        <a:pt x="230" y="401"/>
                      </a:lnTo>
                      <a:lnTo>
                        <a:pt x="231" y="401"/>
                      </a:lnTo>
                      <a:lnTo>
                        <a:pt x="230" y="401"/>
                      </a:lnTo>
                      <a:lnTo>
                        <a:pt x="230" y="399"/>
                      </a:lnTo>
                      <a:close/>
                      <a:moveTo>
                        <a:pt x="339" y="401"/>
                      </a:moveTo>
                      <a:lnTo>
                        <a:pt x="337" y="401"/>
                      </a:lnTo>
                      <a:lnTo>
                        <a:pt x="339" y="401"/>
                      </a:lnTo>
                      <a:lnTo>
                        <a:pt x="339" y="399"/>
                      </a:lnTo>
                      <a:lnTo>
                        <a:pt x="339" y="401"/>
                      </a:lnTo>
                      <a:close/>
                      <a:moveTo>
                        <a:pt x="383" y="401"/>
                      </a:moveTo>
                      <a:lnTo>
                        <a:pt x="383" y="399"/>
                      </a:lnTo>
                      <a:lnTo>
                        <a:pt x="383" y="401"/>
                      </a:lnTo>
                      <a:close/>
                      <a:moveTo>
                        <a:pt x="361" y="399"/>
                      </a:moveTo>
                      <a:lnTo>
                        <a:pt x="361" y="401"/>
                      </a:lnTo>
                      <a:lnTo>
                        <a:pt x="363" y="401"/>
                      </a:lnTo>
                      <a:lnTo>
                        <a:pt x="361" y="401"/>
                      </a:lnTo>
                      <a:lnTo>
                        <a:pt x="361" y="399"/>
                      </a:lnTo>
                      <a:close/>
                      <a:moveTo>
                        <a:pt x="582" y="399"/>
                      </a:moveTo>
                      <a:lnTo>
                        <a:pt x="582" y="401"/>
                      </a:lnTo>
                      <a:lnTo>
                        <a:pt x="582" y="399"/>
                      </a:lnTo>
                      <a:lnTo>
                        <a:pt x="582" y="401"/>
                      </a:lnTo>
                      <a:lnTo>
                        <a:pt x="580" y="401"/>
                      </a:lnTo>
                      <a:lnTo>
                        <a:pt x="580" y="399"/>
                      </a:lnTo>
                      <a:lnTo>
                        <a:pt x="582" y="399"/>
                      </a:lnTo>
                      <a:close/>
                      <a:moveTo>
                        <a:pt x="374" y="399"/>
                      </a:moveTo>
                      <a:lnTo>
                        <a:pt x="376" y="399"/>
                      </a:lnTo>
                      <a:lnTo>
                        <a:pt x="374" y="399"/>
                      </a:lnTo>
                      <a:close/>
                      <a:moveTo>
                        <a:pt x="365" y="399"/>
                      </a:moveTo>
                      <a:lnTo>
                        <a:pt x="366" y="399"/>
                      </a:lnTo>
                      <a:lnTo>
                        <a:pt x="366" y="401"/>
                      </a:lnTo>
                      <a:lnTo>
                        <a:pt x="365" y="401"/>
                      </a:lnTo>
                      <a:lnTo>
                        <a:pt x="365" y="399"/>
                      </a:lnTo>
                      <a:lnTo>
                        <a:pt x="363" y="399"/>
                      </a:lnTo>
                      <a:lnTo>
                        <a:pt x="365" y="399"/>
                      </a:lnTo>
                      <a:close/>
                      <a:moveTo>
                        <a:pt x="363" y="399"/>
                      </a:moveTo>
                      <a:lnTo>
                        <a:pt x="363" y="401"/>
                      </a:lnTo>
                      <a:lnTo>
                        <a:pt x="363" y="399"/>
                      </a:lnTo>
                      <a:close/>
                      <a:moveTo>
                        <a:pt x="365" y="399"/>
                      </a:moveTo>
                      <a:lnTo>
                        <a:pt x="363" y="399"/>
                      </a:lnTo>
                      <a:lnTo>
                        <a:pt x="365" y="399"/>
                      </a:lnTo>
                      <a:close/>
                      <a:moveTo>
                        <a:pt x="370" y="399"/>
                      </a:moveTo>
                      <a:lnTo>
                        <a:pt x="372" y="399"/>
                      </a:lnTo>
                      <a:lnTo>
                        <a:pt x="370" y="399"/>
                      </a:lnTo>
                      <a:lnTo>
                        <a:pt x="368" y="399"/>
                      </a:lnTo>
                      <a:lnTo>
                        <a:pt x="370" y="399"/>
                      </a:lnTo>
                      <a:close/>
                      <a:moveTo>
                        <a:pt x="282" y="399"/>
                      </a:moveTo>
                      <a:lnTo>
                        <a:pt x="281" y="399"/>
                      </a:lnTo>
                      <a:lnTo>
                        <a:pt x="282" y="399"/>
                      </a:lnTo>
                      <a:close/>
                      <a:moveTo>
                        <a:pt x="383" y="397"/>
                      </a:moveTo>
                      <a:lnTo>
                        <a:pt x="383" y="399"/>
                      </a:lnTo>
                      <a:lnTo>
                        <a:pt x="383" y="397"/>
                      </a:lnTo>
                      <a:lnTo>
                        <a:pt x="381" y="397"/>
                      </a:lnTo>
                      <a:lnTo>
                        <a:pt x="383" y="397"/>
                      </a:lnTo>
                      <a:close/>
                      <a:moveTo>
                        <a:pt x="368" y="397"/>
                      </a:moveTo>
                      <a:lnTo>
                        <a:pt x="368" y="399"/>
                      </a:lnTo>
                      <a:lnTo>
                        <a:pt x="368" y="397"/>
                      </a:lnTo>
                      <a:close/>
                      <a:moveTo>
                        <a:pt x="374" y="397"/>
                      </a:moveTo>
                      <a:lnTo>
                        <a:pt x="372" y="397"/>
                      </a:lnTo>
                      <a:lnTo>
                        <a:pt x="374" y="397"/>
                      </a:lnTo>
                      <a:close/>
                      <a:moveTo>
                        <a:pt x="365" y="397"/>
                      </a:moveTo>
                      <a:lnTo>
                        <a:pt x="365" y="399"/>
                      </a:lnTo>
                      <a:lnTo>
                        <a:pt x="365" y="397"/>
                      </a:lnTo>
                      <a:close/>
                      <a:moveTo>
                        <a:pt x="339" y="399"/>
                      </a:moveTo>
                      <a:lnTo>
                        <a:pt x="339" y="397"/>
                      </a:lnTo>
                      <a:lnTo>
                        <a:pt x="339" y="399"/>
                      </a:lnTo>
                      <a:close/>
                      <a:moveTo>
                        <a:pt x="385" y="397"/>
                      </a:moveTo>
                      <a:lnTo>
                        <a:pt x="385" y="399"/>
                      </a:lnTo>
                      <a:lnTo>
                        <a:pt x="383" y="399"/>
                      </a:lnTo>
                      <a:lnTo>
                        <a:pt x="383" y="397"/>
                      </a:lnTo>
                      <a:lnTo>
                        <a:pt x="385" y="397"/>
                      </a:lnTo>
                      <a:close/>
                      <a:moveTo>
                        <a:pt x="387" y="397"/>
                      </a:moveTo>
                      <a:lnTo>
                        <a:pt x="387" y="399"/>
                      </a:lnTo>
                      <a:lnTo>
                        <a:pt x="387" y="397"/>
                      </a:lnTo>
                      <a:close/>
                      <a:moveTo>
                        <a:pt x="379" y="397"/>
                      </a:moveTo>
                      <a:lnTo>
                        <a:pt x="379" y="399"/>
                      </a:lnTo>
                      <a:lnTo>
                        <a:pt x="377" y="399"/>
                      </a:lnTo>
                      <a:lnTo>
                        <a:pt x="377" y="397"/>
                      </a:lnTo>
                      <a:lnTo>
                        <a:pt x="379" y="397"/>
                      </a:lnTo>
                      <a:close/>
                      <a:moveTo>
                        <a:pt x="396" y="397"/>
                      </a:moveTo>
                      <a:lnTo>
                        <a:pt x="397" y="397"/>
                      </a:lnTo>
                      <a:lnTo>
                        <a:pt x="396" y="397"/>
                      </a:lnTo>
                      <a:close/>
                      <a:moveTo>
                        <a:pt x="366" y="397"/>
                      </a:moveTo>
                      <a:lnTo>
                        <a:pt x="368" y="397"/>
                      </a:lnTo>
                      <a:lnTo>
                        <a:pt x="366" y="397"/>
                      </a:lnTo>
                      <a:lnTo>
                        <a:pt x="366" y="399"/>
                      </a:lnTo>
                      <a:lnTo>
                        <a:pt x="365" y="399"/>
                      </a:lnTo>
                      <a:lnTo>
                        <a:pt x="365" y="397"/>
                      </a:lnTo>
                      <a:lnTo>
                        <a:pt x="366" y="397"/>
                      </a:lnTo>
                      <a:close/>
                      <a:moveTo>
                        <a:pt x="399" y="397"/>
                      </a:moveTo>
                      <a:lnTo>
                        <a:pt x="397" y="397"/>
                      </a:lnTo>
                      <a:lnTo>
                        <a:pt x="399" y="397"/>
                      </a:lnTo>
                      <a:close/>
                      <a:moveTo>
                        <a:pt x="339" y="397"/>
                      </a:moveTo>
                      <a:lnTo>
                        <a:pt x="339" y="399"/>
                      </a:lnTo>
                      <a:lnTo>
                        <a:pt x="339" y="397"/>
                      </a:lnTo>
                      <a:lnTo>
                        <a:pt x="337" y="399"/>
                      </a:lnTo>
                      <a:lnTo>
                        <a:pt x="339" y="397"/>
                      </a:lnTo>
                      <a:lnTo>
                        <a:pt x="339" y="395"/>
                      </a:lnTo>
                      <a:lnTo>
                        <a:pt x="339" y="397"/>
                      </a:lnTo>
                      <a:close/>
                      <a:moveTo>
                        <a:pt x="388" y="395"/>
                      </a:moveTo>
                      <a:lnTo>
                        <a:pt x="388" y="397"/>
                      </a:lnTo>
                      <a:lnTo>
                        <a:pt x="387" y="397"/>
                      </a:lnTo>
                      <a:lnTo>
                        <a:pt x="387" y="395"/>
                      </a:lnTo>
                      <a:lnTo>
                        <a:pt x="388" y="395"/>
                      </a:lnTo>
                      <a:close/>
                      <a:moveTo>
                        <a:pt x="584" y="397"/>
                      </a:moveTo>
                      <a:lnTo>
                        <a:pt x="584" y="399"/>
                      </a:lnTo>
                      <a:lnTo>
                        <a:pt x="582" y="399"/>
                      </a:lnTo>
                      <a:lnTo>
                        <a:pt x="582" y="397"/>
                      </a:lnTo>
                      <a:lnTo>
                        <a:pt x="584" y="397"/>
                      </a:lnTo>
                      <a:lnTo>
                        <a:pt x="584" y="395"/>
                      </a:lnTo>
                      <a:lnTo>
                        <a:pt x="584" y="397"/>
                      </a:lnTo>
                      <a:close/>
                      <a:moveTo>
                        <a:pt x="387" y="395"/>
                      </a:moveTo>
                      <a:lnTo>
                        <a:pt x="387" y="397"/>
                      </a:lnTo>
                      <a:lnTo>
                        <a:pt x="387" y="395"/>
                      </a:lnTo>
                      <a:close/>
                      <a:moveTo>
                        <a:pt x="397" y="397"/>
                      </a:moveTo>
                      <a:lnTo>
                        <a:pt x="396" y="397"/>
                      </a:lnTo>
                      <a:lnTo>
                        <a:pt x="397" y="395"/>
                      </a:lnTo>
                      <a:lnTo>
                        <a:pt x="397" y="397"/>
                      </a:lnTo>
                      <a:close/>
                      <a:moveTo>
                        <a:pt x="377" y="395"/>
                      </a:moveTo>
                      <a:lnTo>
                        <a:pt x="377" y="397"/>
                      </a:lnTo>
                      <a:lnTo>
                        <a:pt x="377" y="395"/>
                      </a:lnTo>
                      <a:close/>
                      <a:moveTo>
                        <a:pt x="295" y="395"/>
                      </a:moveTo>
                      <a:lnTo>
                        <a:pt x="297" y="395"/>
                      </a:lnTo>
                      <a:lnTo>
                        <a:pt x="297" y="397"/>
                      </a:lnTo>
                      <a:lnTo>
                        <a:pt x="295" y="395"/>
                      </a:lnTo>
                      <a:lnTo>
                        <a:pt x="295" y="397"/>
                      </a:lnTo>
                      <a:lnTo>
                        <a:pt x="295" y="395"/>
                      </a:lnTo>
                      <a:lnTo>
                        <a:pt x="295" y="397"/>
                      </a:lnTo>
                      <a:lnTo>
                        <a:pt x="293" y="397"/>
                      </a:lnTo>
                      <a:lnTo>
                        <a:pt x="295" y="397"/>
                      </a:lnTo>
                      <a:lnTo>
                        <a:pt x="293" y="397"/>
                      </a:lnTo>
                      <a:lnTo>
                        <a:pt x="293" y="395"/>
                      </a:lnTo>
                      <a:lnTo>
                        <a:pt x="293" y="397"/>
                      </a:lnTo>
                      <a:lnTo>
                        <a:pt x="293" y="395"/>
                      </a:lnTo>
                      <a:lnTo>
                        <a:pt x="295" y="395"/>
                      </a:lnTo>
                      <a:close/>
                      <a:moveTo>
                        <a:pt x="439" y="395"/>
                      </a:moveTo>
                      <a:lnTo>
                        <a:pt x="439" y="397"/>
                      </a:lnTo>
                      <a:lnTo>
                        <a:pt x="438" y="397"/>
                      </a:lnTo>
                      <a:lnTo>
                        <a:pt x="439" y="395"/>
                      </a:lnTo>
                      <a:lnTo>
                        <a:pt x="438" y="395"/>
                      </a:lnTo>
                      <a:lnTo>
                        <a:pt x="438" y="397"/>
                      </a:lnTo>
                      <a:lnTo>
                        <a:pt x="438" y="395"/>
                      </a:lnTo>
                      <a:lnTo>
                        <a:pt x="439" y="395"/>
                      </a:lnTo>
                      <a:close/>
                      <a:moveTo>
                        <a:pt x="443" y="395"/>
                      </a:moveTo>
                      <a:lnTo>
                        <a:pt x="441" y="395"/>
                      </a:lnTo>
                      <a:lnTo>
                        <a:pt x="443" y="395"/>
                      </a:lnTo>
                      <a:close/>
                      <a:moveTo>
                        <a:pt x="396" y="395"/>
                      </a:moveTo>
                      <a:lnTo>
                        <a:pt x="394" y="395"/>
                      </a:lnTo>
                      <a:lnTo>
                        <a:pt x="396" y="395"/>
                      </a:lnTo>
                      <a:close/>
                      <a:moveTo>
                        <a:pt x="394" y="393"/>
                      </a:moveTo>
                      <a:lnTo>
                        <a:pt x="394" y="395"/>
                      </a:lnTo>
                      <a:lnTo>
                        <a:pt x="394" y="393"/>
                      </a:lnTo>
                      <a:lnTo>
                        <a:pt x="394" y="395"/>
                      </a:lnTo>
                      <a:lnTo>
                        <a:pt x="396" y="395"/>
                      </a:lnTo>
                      <a:lnTo>
                        <a:pt x="394" y="395"/>
                      </a:lnTo>
                      <a:lnTo>
                        <a:pt x="394" y="393"/>
                      </a:lnTo>
                      <a:close/>
                      <a:moveTo>
                        <a:pt x="399" y="393"/>
                      </a:moveTo>
                      <a:lnTo>
                        <a:pt x="399" y="395"/>
                      </a:lnTo>
                      <a:lnTo>
                        <a:pt x="399" y="393"/>
                      </a:lnTo>
                      <a:close/>
                      <a:moveTo>
                        <a:pt x="496" y="393"/>
                      </a:moveTo>
                      <a:lnTo>
                        <a:pt x="498" y="393"/>
                      </a:lnTo>
                      <a:lnTo>
                        <a:pt x="496" y="393"/>
                      </a:lnTo>
                      <a:close/>
                      <a:moveTo>
                        <a:pt x="397" y="393"/>
                      </a:moveTo>
                      <a:lnTo>
                        <a:pt x="397" y="395"/>
                      </a:lnTo>
                      <a:lnTo>
                        <a:pt x="396" y="395"/>
                      </a:lnTo>
                      <a:lnTo>
                        <a:pt x="396" y="393"/>
                      </a:lnTo>
                      <a:lnTo>
                        <a:pt x="396" y="395"/>
                      </a:lnTo>
                      <a:lnTo>
                        <a:pt x="396" y="393"/>
                      </a:lnTo>
                      <a:lnTo>
                        <a:pt x="397" y="393"/>
                      </a:lnTo>
                      <a:close/>
                      <a:moveTo>
                        <a:pt x="303" y="393"/>
                      </a:moveTo>
                      <a:lnTo>
                        <a:pt x="301" y="393"/>
                      </a:lnTo>
                      <a:lnTo>
                        <a:pt x="303" y="393"/>
                      </a:lnTo>
                      <a:close/>
                      <a:moveTo>
                        <a:pt x="584" y="392"/>
                      </a:moveTo>
                      <a:lnTo>
                        <a:pt x="584" y="393"/>
                      </a:lnTo>
                      <a:lnTo>
                        <a:pt x="584" y="392"/>
                      </a:lnTo>
                      <a:close/>
                      <a:moveTo>
                        <a:pt x="498" y="392"/>
                      </a:moveTo>
                      <a:lnTo>
                        <a:pt x="498" y="393"/>
                      </a:lnTo>
                      <a:lnTo>
                        <a:pt x="496" y="393"/>
                      </a:lnTo>
                      <a:lnTo>
                        <a:pt x="498" y="393"/>
                      </a:lnTo>
                      <a:lnTo>
                        <a:pt x="498" y="392"/>
                      </a:lnTo>
                      <a:lnTo>
                        <a:pt x="498" y="393"/>
                      </a:lnTo>
                      <a:lnTo>
                        <a:pt x="498" y="392"/>
                      </a:lnTo>
                      <a:close/>
                      <a:moveTo>
                        <a:pt x="447" y="392"/>
                      </a:moveTo>
                      <a:lnTo>
                        <a:pt x="445" y="392"/>
                      </a:lnTo>
                      <a:lnTo>
                        <a:pt x="445" y="393"/>
                      </a:lnTo>
                      <a:lnTo>
                        <a:pt x="445" y="392"/>
                      </a:lnTo>
                      <a:lnTo>
                        <a:pt x="447" y="392"/>
                      </a:lnTo>
                      <a:close/>
                      <a:moveTo>
                        <a:pt x="407" y="392"/>
                      </a:moveTo>
                      <a:lnTo>
                        <a:pt x="408" y="392"/>
                      </a:lnTo>
                      <a:lnTo>
                        <a:pt x="407" y="392"/>
                      </a:lnTo>
                      <a:lnTo>
                        <a:pt x="407" y="393"/>
                      </a:lnTo>
                      <a:lnTo>
                        <a:pt x="407" y="395"/>
                      </a:lnTo>
                      <a:lnTo>
                        <a:pt x="405" y="395"/>
                      </a:lnTo>
                      <a:lnTo>
                        <a:pt x="407" y="395"/>
                      </a:lnTo>
                      <a:lnTo>
                        <a:pt x="407" y="393"/>
                      </a:lnTo>
                      <a:lnTo>
                        <a:pt x="405" y="393"/>
                      </a:lnTo>
                      <a:lnTo>
                        <a:pt x="405" y="395"/>
                      </a:lnTo>
                      <a:lnTo>
                        <a:pt x="403" y="395"/>
                      </a:lnTo>
                      <a:lnTo>
                        <a:pt x="403" y="397"/>
                      </a:lnTo>
                      <a:lnTo>
                        <a:pt x="403" y="395"/>
                      </a:lnTo>
                      <a:lnTo>
                        <a:pt x="403" y="393"/>
                      </a:lnTo>
                      <a:lnTo>
                        <a:pt x="403" y="395"/>
                      </a:lnTo>
                      <a:lnTo>
                        <a:pt x="403" y="393"/>
                      </a:lnTo>
                      <a:lnTo>
                        <a:pt x="401" y="393"/>
                      </a:lnTo>
                      <a:lnTo>
                        <a:pt x="401" y="395"/>
                      </a:lnTo>
                      <a:lnTo>
                        <a:pt x="399" y="395"/>
                      </a:lnTo>
                      <a:lnTo>
                        <a:pt x="399" y="393"/>
                      </a:lnTo>
                      <a:lnTo>
                        <a:pt x="401" y="393"/>
                      </a:lnTo>
                      <a:lnTo>
                        <a:pt x="399" y="393"/>
                      </a:lnTo>
                      <a:lnTo>
                        <a:pt x="401" y="393"/>
                      </a:lnTo>
                      <a:lnTo>
                        <a:pt x="401" y="392"/>
                      </a:lnTo>
                      <a:lnTo>
                        <a:pt x="401" y="393"/>
                      </a:lnTo>
                      <a:lnTo>
                        <a:pt x="403" y="393"/>
                      </a:lnTo>
                      <a:lnTo>
                        <a:pt x="403" y="392"/>
                      </a:lnTo>
                      <a:lnTo>
                        <a:pt x="405" y="392"/>
                      </a:lnTo>
                      <a:lnTo>
                        <a:pt x="407" y="392"/>
                      </a:lnTo>
                      <a:close/>
                      <a:moveTo>
                        <a:pt x="397" y="392"/>
                      </a:moveTo>
                      <a:lnTo>
                        <a:pt x="399" y="392"/>
                      </a:lnTo>
                      <a:lnTo>
                        <a:pt x="397" y="392"/>
                      </a:lnTo>
                      <a:close/>
                      <a:moveTo>
                        <a:pt x="439" y="388"/>
                      </a:moveTo>
                      <a:lnTo>
                        <a:pt x="438" y="388"/>
                      </a:lnTo>
                      <a:lnTo>
                        <a:pt x="439" y="388"/>
                      </a:lnTo>
                      <a:close/>
                      <a:moveTo>
                        <a:pt x="445" y="388"/>
                      </a:moveTo>
                      <a:lnTo>
                        <a:pt x="447" y="388"/>
                      </a:lnTo>
                      <a:lnTo>
                        <a:pt x="445" y="390"/>
                      </a:lnTo>
                      <a:lnTo>
                        <a:pt x="445" y="388"/>
                      </a:lnTo>
                      <a:close/>
                      <a:moveTo>
                        <a:pt x="414" y="388"/>
                      </a:moveTo>
                      <a:lnTo>
                        <a:pt x="412" y="388"/>
                      </a:lnTo>
                      <a:lnTo>
                        <a:pt x="414" y="388"/>
                      </a:lnTo>
                      <a:lnTo>
                        <a:pt x="412" y="388"/>
                      </a:lnTo>
                      <a:lnTo>
                        <a:pt x="414" y="388"/>
                      </a:lnTo>
                      <a:close/>
                      <a:moveTo>
                        <a:pt x="445" y="388"/>
                      </a:moveTo>
                      <a:lnTo>
                        <a:pt x="443" y="388"/>
                      </a:lnTo>
                      <a:lnTo>
                        <a:pt x="445" y="388"/>
                      </a:lnTo>
                      <a:close/>
                      <a:moveTo>
                        <a:pt x="412" y="388"/>
                      </a:moveTo>
                      <a:lnTo>
                        <a:pt x="410" y="388"/>
                      </a:lnTo>
                      <a:lnTo>
                        <a:pt x="412" y="388"/>
                      </a:lnTo>
                      <a:close/>
                      <a:moveTo>
                        <a:pt x="416" y="388"/>
                      </a:moveTo>
                      <a:lnTo>
                        <a:pt x="414" y="388"/>
                      </a:lnTo>
                      <a:lnTo>
                        <a:pt x="416" y="388"/>
                      </a:lnTo>
                      <a:close/>
                      <a:moveTo>
                        <a:pt x="438" y="388"/>
                      </a:moveTo>
                      <a:lnTo>
                        <a:pt x="439" y="388"/>
                      </a:lnTo>
                      <a:lnTo>
                        <a:pt x="438" y="388"/>
                      </a:lnTo>
                      <a:lnTo>
                        <a:pt x="439" y="388"/>
                      </a:lnTo>
                      <a:lnTo>
                        <a:pt x="438" y="388"/>
                      </a:lnTo>
                      <a:lnTo>
                        <a:pt x="439" y="388"/>
                      </a:lnTo>
                      <a:lnTo>
                        <a:pt x="438" y="388"/>
                      </a:lnTo>
                      <a:lnTo>
                        <a:pt x="438" y="386"/>
                      </a:lnTo>
                      <a:lnTo>
                        <a:pt x="438" y="388"/>
                      </a:lnTo>
                      <a:close/>
                      <a:moveTo>
                        <a:pt x="414" y="386"/>
                      </a:moveTo>
                      <a:lnTo>
                        <a:pt x="414" y="388"/>
                      </a:lnTo>
                      <a:lnTo>
                        <a:pt x="414" y="386"/>
                      </a:lnTo>
                      <a:lnTo>
                        <a:pt x="414" y="388"/>
                      </a:lnTo>
                      <a:lnTo>
                        <a:pt x="412" y="388"/>
                      </a:lnTo>
                      <a:lnTo>
                        <a:pt x="414" y="386"/>
                      </a:lnTo>
                      <a:close/>
                      <a:moveTo>
                        <a:pt x="501" y="386"/>
                      </a:moveTo>
                      <a:lnTo>
                        <a:pt x="501" y="388"/>
                      </a:lnTo>
                      <a:lnTo>
                        <a:pt x="501" y="386"/>
                      </a:lnTo>
                      <a:close/>
                      <a:moveTo>
                        <a:pt x="405" y="386"/>
                      </a:moveTo>
                      <a:lnTo>
                        <a:pt x="405" y="388"/>
                      </a:lnTo>
                      <a:lnTo>
                        <a:pt x="403" y="386"/>
                      </a:lnTo>
                      <a:lnTo>
                        <a:pt x="403" y="388"/>
                      </a:lnTo>
                      <a:lnTo>
                        <a:pt x="403" y="386"/>
                      </a:lnTo>
                      <a:lnTo>
                        <a:pt x="405" y="386"/>
                      </a:lnTo>
                      <a:close/>
                      <a:moveTo>
                        <a:pt x="441" y="386"/>
                      </a:moveTo>
                      <a:lnTo>
                        <a:pt x="439" y="386"/>
                      </a:lnTo>
                      <a:lnTo>
                        <a:pt x="441" y="386"/>
                      </a:lnTo>
                      <a:lnTo>
                        <a:pt x="439" y="386"/>
                      </a:lnTo>
                      <a:lnTo>
                        <a:pt x="439" y="388"/>
                      </a:lnTo>
                      <a:lnTo>
                        <a:pt x="439" y="386"/>
                      </a:lnTo>
                      <a:lnTo>
                        <a:pt x="441" y="386"/>
                      </a:lnTo>
                      <a:close/>
                      <a:moveTo>
                        <a:pt x="405" y="386"/>
                      </a:moveTo>
                      <a:lnTo>
                        <a:pt x="403" y="386"/>
                      </a:lnTo>
                      <a:lnTo>
                        <a:pt x="405" y="386"/>
                      </a:lnTo>
                      <a:close/>
                      <a:moveTo>
                        <a:pt x="405" y="386"/>
                      </a:moveTo>
                      <a:lnTo>
                        <a:pt x="403" y="386"/>
                      </a:lnTo>
                      <a:lnTo>
                        <a:pt x="405" y="386"/>
                      </a:lnTo>
                      <a:close/>
                      <a:moveTo>
                        <a:pt x="443" y="386"/>
                      </a:moveTo>
                      <a:lnTo>
                        <a:pt x="441" y="386"/>
                      </a:lnTo>
                      <a:lnTo>
                        <a:pt x="443" y="386"/>
                      </a:lnTo>
                      <a:close/>
                      <a:moveTo>
                        <a:pt x="407" y="386"/>
                      </a:moveTo>
                      <a:lnTo>
                        <a:pt x="405" y="386"/>
                      </a:lnTo>
                      <a:lnTo>
                        <a:pt x="407" y="386"/>
                      </a:lnTo>
                      <a:close/>
                      <a:moveTo>
                        <a:pt x="503" y="386"/>
                      </a:moveTo>
                      <a:lnTo>
                        <a:pt x="503" y="384"/>
                      </a:lnTo>
                      <a:lnTo>
                        <a:pt x="503" y="386"/>
                      </a:lnTo>
                      <a:close/>
                      <a:moveTo>
                        <a:pt x="514" y="382"/>
                      </a:moveTo>
                      <a:lnTo>
                        <a:pt x="512" y="384"/>
                      </a:lnTo>
                      <a:lnTo>
                        <a:pt x="512" y="382"/>
                      </a:lnTo>
                      <a:lnTo>
                        <a:pt x="514" y="382"/>
                      </a:lnTo>
                      <a:close/>
                      <a:moveTo>
                        <a:pt x="292" y="382"/>
                      </a:moveTo>
                      <a:lnTo>
                        <a:pt x="293" y="382"/>
                      </a:lnTo>
                      <a:lnTo>
                        <a:pt x="292" y="384"/>
                      </a:lnTo>
                      <a:lnTo>
                        <a:pt x="293" y="384"/>
                      </a:lnTo>
                      <a:lnTo>
                        <a:pt x="292" y="384"/>
                      </a:lnTo>
                      <a:lnTo>
                        <a:pt x="292" y="382"/>
                      </a:lnTo>
                      <a:close/>
                      <a:moveTo>
                        <a:pt x="585" y="382"/>
                      </a:moveTo>
                      <a:lnTo>
                        <a:pt x="587" y="382"/>
                      </a:lnTo>
                      <a:lnTo>
                        <a:pt x="589" y="382"/>
                      </a:lnTo>
                      <a:lnTo>
                        <a:pt x="589" y="384"/>
                      </a:lnTo>
                      <a:lnTo>
                        <a:pt x="589" y="386"/>
                      </a:lnTo>
                      <a:lnTo>
                        <a:pt x="589" y="388"/>
                      </a:lnTo>
                      <a:lnTo>
                        <a:pt x="589" y="386"/>
                      </a:lnTo>
                      <a:lnTo>
                        <a:pt x="587" y="386"/>
                      </a:lnTo>
                      <a:lnTo>
                        <a:pt x="585" y="386"/>
                      </a:lnTo>
                      <a:lnTo>
                        <a:pt x="585" y="384"/>
                      </a:lnTo>
                      <a:lnTo>
                        <a:pt x="585" y="382"/>
                      </a:lnTo>
                      <a:close/>
                      <a:moveTo>
                        <a:pt x="496" y="381"/>
                      </a:moveTo>
                      <a:lnTo>
                        <a:pt x="494" y="381"/>
                      </a:lnTo>
                      <a:lnTo>
                        <a:pt x="496" y="381"/>
                      </a:lnTo>
                      <a:close/>
                      <a:moveTo>
                        <a:pt x="491" y="375"/>
                      </a:moveTo>
                      <a:lnTo>
                        <a:pt x="491" y="377"/>
                      </a:lnTo>
                      <a:lnTo>
                        <a:pt x="489" y="377"/>
                      </a:lnTo>
                      <a:lnTo>
                        <a:pt x="489" y="375"/>
                      </a:lnTo>
                      <a:lnTo>
                        <a:pt x="491" y="375"/>
                      </a:lnTo>
                      <a:close/>
                      <a:moveTo>
                        <a:pt x="496" y="375"/>
                      </a:moveTo>
                      <a:lnTo>
                        <a:pt x="494" y="375"/>
                      </a:lnTo>
                      <a:lnTo>
                        <a:pt x="496" y="375"/>
                      </a:lnTo>
                      <a:close/>
                      <a:moveTo>
                        <a:pt x="580" y="375"/>
                      </a:moveTo>
                      <a:lnTo>
                        <a:pt x="580" y="373"/>
                      </a:lnTo>
                      <a:lnTo>
                        <a:pt x="580" y="375"/>
                      </a:lnTo>
                      <a:close/>
                      <a:moveTo>
                        <a:pt x="496" y="373"/>
                      </a:moveTo>
                      <a:lnTo>
                        <a:pt x="496" y="375"/>
                      </a:lnTo>
                      <a:lnTo>
                        <a:pt x="494" y="375"/>
                      </a:lnTo>
                      <a:lnTo>
                        <a:pt x="494" y="373"/>
                      </a:lnTo>
                      <a:lnTo>
                        <a:pt x="496" y="373"/>
                      </a:lnTo>
                      <a:close/>
                      <a:moveTo>
                        <a:pt x="596" y="371"/>
                      </a:moveTo>
                      <a:lnTo>
                        <a:pt x="595" y="371"/>
                      </a:lnTo>
                      <a:lnTo>
                        <a:pt x="596" y="371"/>
                      </a:lnTo>
                      <a:close/>
                      <a:moveTo>
                        <a:pt x="602" y="357"/>
                      </a:moveTo>
                      <a:lnTo>
                        <a:pt x="600" y="359"/>
                      </a:lnTo>
                      <a:lnTo>
                        <a:pt x="598" y="359"/>
                      </a:lnTo>
                      <a:lnTo>
                        <a:pt x="600" y="359"/>
                      </a:lnTo>
                      <a:lnTo>
                        <a:pt x="600" y="357"/>
                      </a:lnTo>
                      <a:lnTo>
                        <a:pt x="602" y="357"/>
                      </a:lnTo>
                      <a:close/>
                      <a:moveTo>
                        <a:pt x="365" y="357"/>
                      </a:moveTo>
                      <a:lnTo>
                        <a:pt x="366" y="357"/>
                      </a:lnTo>
                      <a:lnTo>
                        <a:pt x="366" y="359"/>
                      </a:lnTo>
                      <a:lnTo>
                        <a:pt x="365" y="359"/>
                      </a:lnTo>
                      <a:lnTo>
                        <a:pt x="366" y="359"/>
                      </a:lnTo>
                      <a:lnTo>
                        <a:pt x="365" y="359"/>
                      </a:lnTo>
                      <a:lnTo>
                        <a:pt x="365" y="357"/>
                      </a:lnTo>
                      <a:close/>
                      <a:moveTo>
                        <a:pt x="602" y="357"/>
                      </a:moveTo>
                      <a:lnTo>
                        <a:pt x="600" y="357"/>
                      </a:lnTo>
                      <a:lnTo>
                        <a:pt x="602" y="357"/>
                      </a:lnTo>
                      <a:close/>
                      <a:moveTo>
                        <a:pt x="602" y="355"/>
                      </a:moveTo>
                      <a:lnTo>
                        <a:pt x="600" y="355"/>
                      </a:lnTo>
                      <a:lnTo>
                        <a:pt x="602" y="355"/>
                      </a:lnTo>
                      <a:close/>
                      <a:moveTo>
                        <a:pt x="602" y="353"/>
                      </a:moveTo>
                      <a:lnTo>
                        <a:pt x="604" y="355"/>
                      </a:lnTo>
                      <a:lnTo>
                        <a:pt x="602" y="355"/>
                      </a:lnTo>
                      <a:lnTo>
                        <a:pt x="602" y="353"/>
                      </a:lnTo>
                      <a:lnTo>
                        <a:pt x="602" y="355"/>
                      </a:lnTo>
                      <a:lnTo>
                        <a:pt x="602" y="353"/>
                      </a:lnTo>
                      <a:close/>
                      <a:moveTo>
                        <a:pt x="602" y="353"/>
                      </a:moveTo>
                      <a:lnTo>
                        <a:pt x="602" y="355"/>
                      </a:lnTo>
                      <a:lnTo>
                        <a:pt x="602" y="353"/>
                      </a:lnTo>
                      <a:close/>
                      <a:moveTo>
                        <a:pt x="600" y="355"/>
                      </a:moveTo>
                      <a:lnTo>
                        <a:pt x="602" y="355"/>
                      </a:lnTo>
                      <a:lnTo>
                        <a:pt x="600" y="355"/>
                      </a:lnTo>
                      <a:lnTo>
                        <a:pt x="600" y="353"/>
                      </a:lnTo>
                      <a:lnTo>
                        <a:pt x="602" y="355"/>
                      </a:lnTo>
                      <a:lnTo>
                        <a:pt x="600" y="355"/>
                      </a:lnTo>
                      <a:close/>
                      <a:moveTo>
                        <a:pt x="602" y="353"/>
                      </a:moveTo>
                      <a:lnTo>
                        <a:pt x="600" y="353"/>
                      </a:lnTo>
                      <a:lnTo>
                        <a:pt x="602" y="353"/>
                      </a:lnTo>
                      <a:close/>
                      <a:moveTo>
                        <a:pt x="602" y="351"/>
                      </a:moveTo>
                      <a:lnTo>
                        <a:pt x="602" y="353"/>
                      </a:lnTo>
                      <a:lnTo>
                        <a:pt x="604" y="353"/>
                      </a:lnTo>
                      <a:lnTo>
                        <a:pt x="602" y="353"/>
                      </a:lnTo>
                      <a:lnTo>
                        <a:pt x="602" y="351"/>
                      </a:lnTo>
                      <a:close/>
                      <a:moveTo>
                        <a:pt x="602" y="351"/>
                      </a:moveTo>
                      <a:lnTo>
                        <a:pt x="602" y="353"/>
                      </a:lnTo>
                      <a:lnTo>
                        <a:pt x="600" y="353"/>
                      </a:lnTo>
                      <a:lnTo>
                        <a:pt x="602" y="351"/>
                      </a:lnTo>
                      <a:lnTo>
                        <a:pt x="600" y="351"/>
                      </a:lnTo>
                      <a:lnTo>
                        <a:pt x="602" y="351"/>
                      </a:lnTo>
                      <a:close/>
                      <a:moveTo>
                        <a:pt x="609" y="351"/>
                      </a:moveTo>
                      <a:lnTo>
                        <a:pt x="607" y="351"/>
                      </a:lnTo>
                      <a:lnTo>
                        <a:pt x="609" y="351"/>
                      </a:lnTo>
                      <a:lnTo>
                        <a:pt x="607" y="351"/>
                      </a:lnTo>
                      <a:lnTo>
                        <a:pt x="609" y="351"/>
                      </a:lnTo>
                      <a:close/>
                      <a:moveTo>
                        <a:pt x="359" y="339"/>
                      </a:moveTo>
                      <a:lnTo>
                        <a:pt x="361" y="339"/>
                      </a:lnTo>
                      <a:lnTo>
                        <a:pt x="361" y="340"/>
                      </a:lnTo>
                      <a:lnTo>
                        <a:pt x="361" y="339"/>
                      </a:lnTo>
                      <a:lnTo>
                        <a:pt x="361" y="340"/>
                      </a:lnTo>
                      <a:lnTo>
                        <a:pt x="359" y="340"/>
                      </a:lnTo>
                      <a:lnTo>
                        <a:pt x="359" y="339"/>
                      </a:lnTo>
                      <a:close/>
                      <a:moveTo>
                        <a:pt x="365" y="337"/>
                      </a:moveTo>
                      <a:lnTo>
                        <a:pt x="365" y="335"/>
                      </a:lnTo>
                      <a:lnTo>
                        <a:pt x="365" y="337"/>
                      </a:lnTo>
                      <a:close/>
                      <a:moveTo>
                        <a:pt x="363" y="335"/>
                      </a:moveTo>
                      <a:lnTo>
                        <a:pt x="363" y="337"/>
                      </a:lnTo>
                      <a:lnTo>
                        <a:pt x="365" y="337"/>
                      </a:lnTo>
                      <a:lnTo>
                        <a:pt x="363" y="337"/>
                      </a:lnTo>
                      <a:lnTo>
                        <a:pt x="363" y="339"/>
                      </a:lnTo>
                      <a:lnTo>
                        <a:pt x="361" y="339"/>
                      </a:lnTo>
                      <a:lnTo>
                        <a:pt x="361" y="337"/>
                      </a:lnTo>
                      <a:lnTo>
                        <a:pt x="361" y="335"/>
                      </a:lnTo>
                      <a:lnTo>
                        <a:pt x="363" y="335"/>
                      </a:lnTo>
                      <a:lnTo>
                        <a:pt x="363" y="337"/>
                      </a:lnTo>
                      <a:lnTo>
                        <a:pt x="363" y="335"/>
                      </a:lnTo>
                      <a:close/>
                      <a:moveTo>
                        <a:pt x="361" y="335"/>
                      </a:moveTo>
                      <a:lnTo>
                        <a:pt x="363" y="335"/>
                      </a:lnTo>
                      <a:lnTo>
                        <a:pt x="361" y="335"/>
                      </a:lnTo>
                      <a:lnTo>
                        <a:pt x="361" y="337"/>
                      </a:lnTo>
                      <a:lnTo>
                        <a:pt x="359" y="337"/>
                      </a:lnTo>
                      <a:lnTo>
                        <a:pt x="357" y="337"/>
                      </a:lnTo>
                      <a:lnTo>
                        <a:pt x="359" y="337"/>
                      </a:lnTo>
                      <a:lnTo>
                        <a:pt x="359" y="339"/>
                      </a:lnTo>
                      <a:lnTo>
                        <a:pt x="357" y="339"/>
                      </a:lnTo>
                      <a:lnTo>
                        <a:pt x="357" y="337"/>
                      </a:lnTo>
                      <a:lnTo>
                        <a:pt x="357" y="335"/>
                      </a:lnTo>
                      <a:lnTo>
                        <a:pt x="359" y="335"/>
                      </a:lnTo>
                      <a:lnTo>
                        <a:pt x="359" y="337"/>
                      </a:lnTo>
                      <a:lnTo>
                        <a:pt x="359" y="335"/>
                      </a:lnTo>
                      <a:lnTo>
                        <a:pt x="359" y="337"/>
                      </a:lnTo>
                      <a:lnTo>
                        <a:pt x="359" y="335"/>
                      </a:lnTo>
                      <a:lnTo>
                        <a:pt x="361" y="335"/>
                      </a:lnTo>
                      <a:close/>
                      <a:moveTo>
                        <a:pt x="370" y="328"/>
                      </a:moveTo>
                      <a:lnTo>
                        <a:pt x="370" y="329"/>
                      </a:lnTo>
                      <a:lnTo>
                        <a:pt x="372" y="329"/>
                      </a:lnTo>
                      <a:lnTo>
                        <a:pt x="370" y="329"/>
                      </a:lnTo>
                      <a:lnTo>
                        <a:pt x="372" y="329"/>
                      </a:lnTo>
                      <a:lnTo>
                        <a:pt x="372" y="331"/>
                      </a:lnTo>
                      <a:lnTo>
                        <a:pt x="372" y="333"/>
                      </a:lnTo>
                      <a:lnTo>
                        <a:pt x="370" y="333"/>
                      </a:lnTo>
                      <a:lnTo>
                        <a:pt x="372" y="333"/>
                      </a:lnTo>
                      <a:lnTo>
                        <a:pt x="372" y="331"/>
                      </a:lnTo>
                      <a:lnTo>
                        <a:pt x="370" y="331"/>
                      </a:lnTo>
                      <a:lnTo>
                        <a:pt x="370" y="333"/>
                      </a:lnTo>
                      <a:lnTo>
                        <a:pt x="372" y="333"/>
                      </a:lnTo>
                      <a:lnTo>
                        <a:pt x="370" y="333"/>
                      </a:lnTo>
                      <a:lnTo>
                        <a:pt x="368" y="333"/>
                      </a:lnTo>
                      <a:lnTo>
                        <a:pt x="370" y="333"/>
                      </a:lnTo>
                      <a:lnTo>
                        <a:pt x="368" y="333"/>
                      </a:lnTo>
                      <a:lnTo>
                        <a:pt x="366" y="333"/>
                      </a:lnTo>
                      <a:lnTo>
                        <a:pt x="368" y="333"/>
                      </a:lnTo>
                      <a:lnTo>
                        <a:pt x="366" y="333"/>
                      </a:lnTo>
                      <a:lnTo>
                        <a:pt x="368" y="333"/>
                      </a:lnTo>
                      <a:lnTo>
                        <a:pt x="366" y="333"/>
                      </a:lnTo>
                      <a:lnTo>
                        <a:pt x="366" y="331"/>
                      </a:lnTo>
                      <a:lnTo>
                        <a:pt x="365" y="331"/>
                      </a:lnTo>
                      <a:lnTo>
                        <a:pt x="366" y="331"/>
                      </a:lnTo>
                      <a:lnTo>
                        <a:pt x="365" y="331"/>
                      </a:lnTo>
                      <a:lnTo>
                        <a:pt x="365" y="329"/>
                      </a:lnTo>
                      <a:lnTo>
                        <a:pt x="366" y="329"/>
                      </a:lnTo>
                      <a:lnTo>
                        <a:pt x="365" y="329"/>
                      </a:lnTo>
                      <a:lnTo>
                        <a:pt x="366" y="329"/>
                      </a:lnTo>
                      <a:lnTo>
                        <a:pt x="366" y="328"/>
                      </a:lnTo>
                      <a:lnTo>
                        <a:pt x="368" y="328"/>
                      </a:lnTo>
                      <a:lnTo>
                        <a:pt x="370" y="328"/>
                      </a:lnTo>
                      <a:close/>
                      <a:moveTo>
                        <a:pt x="503" y="298"/>
                      </a:moveTo>
                      <a:lnTo>
                        <a:pt x="503" y="300"/>
                      </a:lnTo>
                      <a:lnTo>
                        <a:pt x="501" y="300"/>
                      </a:lnTo>
                      <a:lnTo>
                        <a:pt x="500" y="300"/>
                      </a:lnTo>
                      <a:lnTo>
                        <a:pt x="500" y="298"/>
                      </a:lnTo>
                      <a:lnTo>
                        <a:pt x="498" y="298"/>
                      </a:lnTo>
                      <a:lnTo>
                        <a:pt x="500" y="298"/>
                      </a:lnTo>
                      <a:lnTo>
                        <a:pt x="501" y="298"/>
                      </a:lnTo>
                      <a:lnTo>
                        <a:pt x="503" y="298"/>
                      </a:lnTo>
                      <a:close/>
                      <a:moveTo>
                        <a:pt x="500" y="273"/>
                      </a:moveTo>
                      <a:lnTo>
                        <a:pt x="500" y="275"/>
                      </a:lnTo>
                      <a:lnTo>
                        <a:pt x="500" y="273"/>
                      </a:lnTo>
                      <a:lnTo>
                        <a:pt x="498" y="273"/>
                      </a:lnTo>
                      <a:lnTo>
                        <a:pt x="500" y="273"/>
                      </a:lnTo>
                      <a:close/>
                      <a:moveTo>
                        <a:pt x="575" y="271"/>
                      </a:moveTo>
                      <a:lnTo>
                        <a:pt x="573" y="271"/>
                      </a:lnTo>
                      <a:lnTo>
                        <a:pt x="575" y="271"/>
                      </a:lnTo>
                      <a:lnTo>
                        <a:pt x="576" y="271"/>
                      </a:lnTo>
                      <a:lnTo>
                        <a:pt x="576" y="269"/>
                      </a:lnTo>
                      <a:lnTo>
                        <a:pt x="576" y="271"/>
                      </a:lnTo>
                      <a:lnTo>
                        <a:pt x="575" y="271"/>
                      </a:lnTo>
                      <a:close/>
                      <a:moveTo>
                        <a:pt x="662" y="258"/>
                      </a:moveTo>
                      <a:lnTo>
                        <a:pt x="662" y="260"/>
                      </a:lnTo>
                      <a:lnTo>
                        <a:pt x="662" y="258"/>
                      </a:lnTo>
                      <a:close/>
                      <a:moveTo>
                        <a:pt x="660" y="258"/>
                      </a:moveTo>
                      <a:lnTo>
                        <a:pt x="660" y="256"/>
                      </a:lnTo>
                      <a:lnTo>
                        <a:pt x="660" y="258"/>
                      </a:lnTo>
                      <a:close/>
                      <a:moveTo>
                        <a:pt x="666" y="256"/>
                      </a:moveTo>
                      <a:lnTo>
                        <a:pt x="666" y="258"/>
                      </a:lnTo>
                      <a:lnTo>
                        <a:pt x="664" y="258"/>
                      </a:lnTo>
                      <a:lnTo>
                        <a:pt x="664" y="256"/>
                      </a:lnTo>
                      <a:lnTo>
                        <a:pt x="666" y="256"/>
                      </a:lnTo>
                      <a:close/>
                      <a:moveTo>
                        <a:pt x="648" y="256"/>
                      </a:moveTo>
                      <a:lnTo>
                        <a:pt x="649" y="256"/>
                      </a:lnTo>
                      <a:lnTo>
                        <a:pt x="648" y="256"/>
                      </a:lnTo>
                      <a:close/>
                      <a:moveTo>
                        <a:pt x="664" y="251"/>
                      </a:moveTo>
                      <a:lnTo>
                        <a:pt x="664" y="253"/>
                      </a:lnTo>
                      <a:lnTo>
                        <a:pt x="664" y="251"/>
                      </a:lnTo>
                      <a:close/>
                      <a:moveTo>
                        <a:pt x="582" y="251"/>
                      </a:moveTo>
                      <a:lnTo>
                        <a:pt x="582" y="253"/>
                      </a:lnTo>
                      <a:lnTo>
                        <a:pt x="582" y="251"/>
                      </a:lnTo>
                      <a:lnTo>
                        <a:pt x="584" y="251"/>
                      </a:lnTo>
                      <a:lnTo>
                        <a:pt x="582" y="251"/>
                      </a:lnTo>
                      <a:close/>
                      <a:moveTo>
                        <a:pt x="668" y="236"/>
                      </a:moveTo>
                      <a:lnTo>
                        <a:pt x="668" y="238"/>
                      </a:lnTo>
                      <a:lnTo>
                        <a:pt x="666" y="238"/>
                      </a:lnTo>
                      <a:lnTo>
                        <a:pt x="668" y="236"/>
                      </a:lnTo>
                      <a:lnTo>
                        <a:pt x="666" y="236"/>
                      </a:lnTo>
                      <a:lnTo>
                        <a:pt x="668" y="236"/>
                      </a:lnTo>
                      <a:close/>
                      <a:moveTo>
                        <a:pt x="609" y="194"/>
                      </a:moveTo>
                      <a:lnTo>
                        <a:pt x="611" y="194"/>
                      </a:lnTo>
                      <a:lnTo>
                        <a:pt x="611" y="196"/>
                      </a:lnTo>
                      <a:lnTo>
                        <a:pt x="611" y="198"/>
                      </a:lnTo>
                      <a:lnTo>
                        <a:pt x="611" y="200"/>
                      </a:lnTo>
                      <a:lnTo>
                        <a:pt x="609" y="200"/>
                      </a:lnTo>
                      <a:lnTo>
                        <a:pt x="607" y="198"/>
                      </a:lnTo>
                      <a:lnTo>
                        <a:pt x="607" y="196"/>
                      </a:lnTo>
                      <a:lnTo>
                        <a:pt x="607" y="194"/>
                      </a:lnTo>
                      <a:lnTo>
                        <a:pt x="609" y="194"/>
                      </a:lnTo>
                      <a:lnTo>
                        <a:pt x="609" y="192"/>
                      </a:lnTo>
                      <a:lnTo>
                        <a:pt x="609" y="194"/>
                      </a:lnTo>
                      <a:close/>
                      <a:moveTo>
                        <a:pt x="602" y="147"/>
                      </a:moveTo>
                      <a:lnTo>
                        <a:pt x="602" y="148"/>
                      </a:lnTo>
                      <a:lnTo>
                        <a:pt x="602" y="147"/>
                      </a:lnTo>
                      <a:close/>
                      <a:moveTo>
                        <a:pt x="585" y="141"/>
                      </a:moveTo>
                      <a:lnTo>
                        <a:pt x="587" y="141"/>
                      </a:lnTo>
                      <a:lnTo>
                        <a:pt x="587" y="143"/>
                      </a:lnTo>
                      <a:lnTo>
                        <a:pt x="585" y="143"/>
                      </a:lnTo>
                      <a:lnTo>
                        <a:pt x="585" y="141"/>
                      </a:lnTo>
                      <a:close/>
                      <a:moveTo>
                        <a:pt x="593" y="116"/>
                      </a:moveTo>
                      <a:lnTo>
                        <a:pt x="593" y="117"/>
                      </a:lnTo>
                      <a:lnTo>
                        <a:pt x="593" y="119"/>
                      </a:lnTo>
                      <a:lnTo>
                        <a:pt x="591" y="121"/>
                      </a:lnTo>
                      <a:lnTo>
                        <a:pt x="591" y="123"/>
                      </a:lnTo>
                      <a:lnTo>
                        <a:pt x="589" y="123"/>
                      </a:lnTo>
                      <a:lnTo>
                        <a:pt x="589" y="121"/>
                      </a:lnTo>
                      <a:lnTo>
                        <a:pt x="589" y="119"/>
                      </a:lnTo>
                      <a:lnTo>
                        <a:pt x="587" y="119"/>
                      </a:lnTo>
                      <a:lnTo>
                        <a:pt x="587" y="117"/>
                      </a:lnTo>
                      <a:lnTo>
                        <a:pt x="589" y="117"/>
                      </a:lnTo>
                      <a:lnTo>
                        <a:pt x="591" y="117"/>
                      </a:lnTo>
                      <a:lnTo>
                        <a:pt x="593" y="117"/>
                      </a:lnTo>
                      <a:lnTo>
                        <a:pt x="593" y="116"/>
                      </a:lnTo>
                      <a:close/>
                      <a:moveTo>
                        <a:pt x="783" y="90"/>
                      </a:moveTo>
                      <a:lnTo>
                        <a:pt x="783" y="92"/>
                      </a:lnTo>
                      <a:lnTo>
                        <a:pt x="783" y="90"/>
                      </a:lnTo>
                      <a:lnTo>
                        <a:pt x="784" y="90"/>
                      </a:lnTo>
                      <a:lnTo>
                        <a:pt x="783" y="90"/>
                      </a:lnTo>
                      <a:close/>
                      <a:moveTo>
                        <a:pt x="792" y="88"/>
                      </a:moveTo>
                      <a:lnTo>
                        <a:pt x="792" y="86"/>
                      </a:lnTo>
                      <a:lnTo>
                        <a:pt x="792" y="88"/>
                      </a:lnTo>
                      <a:close/>
                      <a:moveTo>
                        <a:pt x="810" y="81"/>
                      </a:moveTo>
                      <a:lnTo>
                        <a:pt x="808" y="81"/>
                      </a:lnTo>
                      <a:lnTo>
                        <a:pt x="810" y="81"/>
                      </a:lnTo>
                      <a:lnTo>
                        <a:pt x="808" y="81"/>
                      </a:lnTo>
                      <a:lnTo>
                        <a:pt x="810" y="81"/>
                      </a:lnTo>
                      <a:close/>
                      <a:moveTo>
                        <a:pt x="803" y="79"/>
                      </a:moveTo>
                      <a:lnTo>
                        <a:pt x="804" y="79"/>
                      </a:lnTo>
                      <a:lnTo>
                        <a:pt x="803" y="79"/>
                      </a:lnTo>
                      <a:close/>
                      <a:moveTo>
                        <a:pt x="797" y="66"/>
                      </a:moveTo>
                      <a:lnTo>
                        <a:pt x="799" y="68"/>
                      </a:lnTo>
                      <a:lnTo>
                        <a:pt x="801" y="68"/>
                      </a:lnTo>
                      <a:lnTo>
                        <a:pt x="801" y="70"/>
                      </a:lnTo>
                      <a:lnTo>
                        <a:pt x="799" y="70"/>
                      </a:lnTo>
                      <a:lnTo>
                        <a:pt x="799" y="68"/>
                      </a:lnTo>
                      <a:lnTo>
                        <a:pt x="799" y="70"/>
                      </a:lnTo>
                      <a:lnTo>
                        <a:pt x="799" y="68"/>
                      </a:lnTo>
                      <a:lnTo>
                        <a:pt x="801" y="68"/>
                      </a:lnTo>
                      <a:lnTo>
                        <a:pt x="799" y="68"/>
                      </a:lnTo>
                      <a:lnTo>
                        <a:pt x="801" y="68"/>
                      </a:lnTo>
                      <a:lnTo>
                        <a:pt x="799" y="68"/>
                      </a:lnTo>
                      <a:lnTo>
                        <a:pt x="797" y="68"/>
                      </a:lnTo>
                      <a:lnTo>
                        <a:pt x="799" y="68"/>
                      </a:lnTo>
                      <a:lnTo>
                        <a:pt x="797" y="68"/>
                      </a:lnTo>
                      <a:lnTo>
                        <a:pt x="797" y="66"/>
                      </a:lnTo>
                      <a:close/>
                      <a:moveTo>
                        <a:pt x="657" y="39"/>
                      </a:moveTo>
                      <a:lnTo>
                        <a:pt x="655" y="39"/>
                      </a:lnTo>
                      <a:lnTo>
                        <a:pt x="657" y="37"/>
                      </a:lnTo>
                      <a:lnTo>
                        <a:pt x="657" y="39"/>
                      </a:lnTo>
                      <a:close/>
                      <a:moveTo>
                        <a:pt x="660" y="37"/>
                      </a:moveTo>
                      <a:lnTo>
                        <a:pt x="658" y="37"/>
                      </a:lnTo>
                      <a:lnTo>
                        <a:pt x="660" y="37"/>
                      </a:lnTo>
                      <a:close/>
                      <a:moveTo>
                        <a:pt x="653" y="8"/>
                      </a:moveTo>
                      <a:lnTo>
                        <a:pt x="653" y="10"/>
                      </a:lnTo>
                      <a:lnTo>
                        <a:pt x="655" y="10"/>
                      </a:lnTo>
                      <a:lnTo>
                        <a:pt x="657" y="10"/>
                      </a:lnTo>
                      <a:lnTo>
                        <a:pt x="657" y="11"/>
                      </a:lnTo>
                      <a:lnTo>
                        <a:pt x="657" y="13"/>
                      </a:lnTo>
                      <a:lnTo>
                        <a:pt x="655" y="13"/>
                      </a:lnTo>
                      <a:lnTo>
                        <a:pt x="653" y="13"/>
                      </a:lnTo>
                      <a:lnTo>
                        <a:pt x="651" y="13"/>
                      </a:lnTo>
                      <a:lnTo>
                        <a:pt x="651" y="11"/>
                      </a:lnTo>
                      <a:lnTo>
                        <a:pt x="649" y="11"/>
                      </a:lnTo>
                      <a:lnTo>
                        <a:pt x="649" y="10"/>
                      </a:lnTo>
                      <a:lnTo>
                        <a:pt x="651" y="10"/>
                      </a:lnTo>
                      <a:lnTo>
                        <a:pt x="651" y="8"/>
                      </a:lnTo>
                      <a:lnTo>
                        <a:pt x="653" y="8"/>
                      </a:lnTo>
                      <a:close/>
                      <a:moveTo>
                        <a:pt x="646" y="2"/>
                      </a:moveTo>
                      <a:lnTo>
                        <a:pt x="646" y="0"/>
                      </a:lnTo>
                      <a:lnTo>
                        <a:pt x="648" y="0"/>
                      </a:lnTo>
                      <a:lnTo>
                        <a:pt x="648" y="2"/>
                      </a:lnTo>
                      <a:lnTo>
                        <a:pt x="648" y="4"/>
                      </a:lnTo>
                      <a:lnTo>
                        <a:pt x="648" y="6"/>
                      </a:lnTo>
                      <a:lnTo>
                        <a:pt x="646" y="6"/>
                      </a:lnTo>
                      <a:lnTo>
                        <a:pt x="648" y="8"/>
                      </a:lnTo>
                      <a:lnTo>
                        <a:pt x="646" y="8"/>
                      </a:lnTo>
                      <a:lnTo>
                        <a:pt x="646" y="6"/>
                      </a:lnTo>
                      <a:lnTo>
                        <a:pt x="646" y="4"/>
                      </a:lnTo>
                      <a:lnTo>
                        <a:pt x="644" y="4"/>
                      </a:lnTo>
                      <a:lnTo>
                        <a:pt x="644" y="2"/>
                      </a:lnTo>
                      <a:lnTo>
                        <a:pt x="644" y="0"/>
                      </a:lnTo>
                      <a:lnTo>
                        <a:pt x="644" y="2"/>
                      </a:lnTo>
                      <a:lnTo>
                        <a:pt x="646"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39" name="Freeform 135">
                  <a:extLst>
                    <a:ext uri="{FF2B5EF4-FFF2-40B4-BE49-F238E27FC236}">
                      <a16:creationId xmlns:a16="http://schemas.microsoft.com/office/drawing/2014/main" id="{0DD450F9-96ED-EDCC-4745-6D9665564292}"/>
                    </a:ext>
                  </a:extLst>
                </p:cNvPr>
                <p:cNvSpPr>
                  <a:spLocks noEditPoints="1"/>
                </p:cNvSpPr>
                <p:nvPr/>
              </p:nvSpPr>
              <p:spPr bwMode="auto">
                <a:xfrm>
                  <a:off x="7166880" y="2247789"/>
                  <a:ext cx="1402400" cy="1228907"/>
                </a:xfrm>
                <a:custGeom>
                  <a:avLst/>
                  <a:gdLst>
                    <a:gd name="T0" fmla="*/ 49 w 776"/>
                    <a:gd name="T1" fmla="*/ 658 h 680"/>
                    <a:gd name="T2" fmla="*/ 119 w 776"/>
                    <a:gd name="T3" fmla="*/ 612 h 680"/>
                    <a:gd name="T4" fmla="*/ 104 w 776"/>
                    <a:gd name="T5" fmla="*/ 609 h 680"/>
                    <a:gd name="T6" fmla="*/ 142 w 776"/>
                    <a:gd name="T7" fmla="*/ 585 h 680"/>
                    <a:gd name="T8" fmla="*/ 653 w 776"/>
                    <a:gd name="T9" fmla="*/ 567 h 680"/>
                    <a:gd name="T10" fmla="*/ 181 w 776"/>
                    <a:gd name="T11" fmla="*/ 519 h 680"/>
                    <a:gd name="T12" fmla="*/ 197 w 776"/>
                    <a:gd name="T13" fmla="*/ 446 h 680"/>
                    <a:gd name="T14" fmla="*/ 157 w 776"/>
                    <a:gd name="T15" fmla="*/ 406 h 680"/>
                    <a:gd name="T16" fmla="*/ 215 w 776"/>
                    <a:gd name="T17" fmla="*/ 399 h 680"/>
                    <a:gd name="T18" fmla="*/ 228 w 776"/>
                    <a:gd name="T19" fmla="*/ 393 h 680"/>
                    <a:gd name="T20" fmla="*/ 232 w 776"/>
                    <a:gd name="T21" fmla="*/ 388 h 680"/>
                    <a:gd name="T22" fmla="*/ 168 w 776"/>
                    <a:gd name="T23" fmla="*/ 384 h 680"/>
                    <a:gd name="T24" fmla="*/ 172 w 776"/>
                    <a:gd name="T25" fmla="*/ 379 h 680"/>
                    <a:gd name="T26" fmla="*/ 309 w 776"/>
                    <a:gd name="T27" fmla="*/ 379 h 680"/>
                    <a:gd name="T28" fmla="*/ 177 w 776"/>
                    <a:gd name="T29" fmla="*/ 377 h 680"/>
                    <a:gd name="T30" fmla="*/ 183 w 776"/>
                    <a:gd name="T31" fmla="*/ 375 h 680"/>
                    <a:gd name="T32" fmla="*/ 301 w 776"/>
                    <a:gd name="T33" fmla="*/ 371 h 680"/>
                    <a:gd name="T34" fmla="*/ 208 w 776"/>
                    <a:gd name="T35" fmla="*/ 369 h 680"/>
                    <a:gd name="T36" fmla="*/ 199 w 776"/>
                    <a:gd name="T37" fmla="*/ 369 h 680"/>
                    <a:gd name="T38" fmla="*/ 186 w 776"/>
                    <a:gd name="T39" fmla="*/ 369 h 680"/>
                    <a:gd name="T40" fmla="*/ 203 w 776"/>
                    <a:gd name="T41" fmla="*/ 366 h 680"/>
                    <a:gd name="T42" fmla="*/ 177 w 776"/>
                    <a:gd name="T43" fmla="*/ 364 h 680"/>
                    <a:gd name="T44" fmla="*/ 301 w 776"/>
                    <a:gd name="T45" fmla="*/ 364 h 680"/>
                    <a:gd name="T46" fmla="*/ 203 w 776"/>
                    <a:gd name="T47" fmla="*/ 364 h 680"/>
                    <a:gd name="T48" fmla="*/ 199 w 776"/>
                    <a:gd name="T49" fmla="*/ 362 h 680"/>
                    <a:gd name="T50" fmla="*/ 199 w 776"/>
                    <a:gd name="T51" fmla="*/ 360 h 680"/>
                    <a:gd name="T52" fmla="*/ 210 w 776"/>
                    <a:gd name="T53" fmla="*/ 358 h 680"/>
                    <a:gd name="T54" fmla="*/ 210 w 776"/>
                    <a:gd name="T55" fmla="*/ 353 h 680"/>
                    <a:gd name="T56" fmla="*/ 371 w 776"/>
                    <a:gd name="T57" fmla="*/ 351 h 680"/>
                    <a:gd name="T58" fmla="*/ 380 w 776"/>
                    <a:gd name="T59" fmla="*/ 342 h 680"/>
                    <a:gd name="T60" fmla="*/ 232 w 776"/>
                    <a:gd name="T61" fmla="*/ 340 h 680"/>
                    <a:gd name="T62" fmla="*/ 382 w 776"/>
                    <a:gd name="T63" fmla="*/ 338 h 680"/>
                    <a:gd name="T64" fmla="*/ 398 w 776"/>
                    <a:gd name="T65" fmla="*/ 333 h 680"/>
                    <a:gd name="T66" fmla="*/ 312 w 776"/>
                    <a:gd name="T67" fmla="*/ 331 h 680"/>
                    <a:gd name="T68" fmla="*/ 321 w 776"/>
                    <a:gd name="T69" fmla="*/ 331 h 680"/>
                    <a:gd name="T70" fmla="*/ 298 w 776"/>
                    <a:gd name="T71" fmla="*/ 329 h 680"/>
                    <a:gd name="T72" fmla="*/ 442 w 776"/>
                    <a:gd name="T73" fmla="*/ 329 h 680"/>
                    <a:gd name="T74" fmla="*/ 442 w 776"/>
                    <a:gd name="T75" fmla="*/ 329 h 680"/>
                    <a:gd name="T76" fmla="*/ 321 w 776"/>
                    <a:gd name="T77" fmla="*/ 327 h 680"/>
                    <a:gd name="T78" fmla="*/ 449 w 776"/>
                    <a:gd name="T79" fmla="*/ 326 h 680"/>
                    <a:gd name="T80" fmla="*/ 369 w 776"/>
                    <a:gd name="T81" fmla="*/ 324 h 680"/>
                    <a:gd name="T82" fmla="*/ 343 w 776"/>
                    <a:gd name="T83" fmla="*/ 320 h 680"/>
                    <a:gd name="T84" fmla="*/ 194 w 776"/>
                    <a:gd name="T85" fmla="*/ 320 h 680"/>
                    <a:gd name="T86" fmla="*/ 190 w 776"/>
                    <a:gd name="T87" fmla="*/ 318 h 680"/>
                    <a:gd name="T88" fmla="*/ 358 w 776"/>
                    <a:gd name="T89" fmla="*/ 318 h 680"/>
                    <a:gd name="T90" fmla="*/ 356 w 776"/>
                    <a:gd name="T91" fmla="*/ 318 h 680"/>
                    <a:gd name="T92" fmla="*/ 407 w 776"/>
                    <a:gd name="T93" fmla="*/ 318 h 680"/>
                    <a:gd name="T94" fmla="*/ 460 w 776"/>
                    <a:gd name="T95" fmla="*/ 316 h 680"/>
                    <a:gd name="T96" fmla="*/ 464 w 776"/>
                    <a:gd name="T97" fmla="*/ 315 h 680"/>
                    <a:gd name="T98" fmla="*/ 465 w 776"/>
                    <a:gd name="T99" fmla="*/ 311 h 680"/>
                    <a:gd name="T100" fmla="*/ 403 w 776"/>
                    <a:gd name="T101" fmla="*/ 309 h 680"/>
                    <a:gd name="T102" fmla="*/ 460 w 776"/>
                    <a:gd name="T103" fmla="*/ 296 h 680"/>
                    <a:gd name="T104" fmla="*/ 407 w 776"/>
                    <a:gd name="T105" fmla="*/ 282 h 680"/>
                    <a:gd name="T106" fmla="*/ 411 w 776"/>
                    <a:gd name="T107" fmla="*/ 278 h 680"/>
                    <a:gd name="T108" fmla="*/ 332 w 776"/>
                    <a:gd name="T109" fmla="*/ 258 h 680"/>
                    <a:gd name="T110" fmla="*/ 460 w 776"/>
                    <a:gd name="T111" fmla="*/ 207 h 680"/>
                    <a:gd name="T112" fmla="*/ 513 w 776"/>
                    <a:gd name="T113" fmla="*/ 183 h 680"/>
                    <a:gd name="T114" fmla="*/ 628 w 776"/>
                    <a:gd name="T115" fmla="*/ 177 h 680"/>
                    <a:gd name="T116" fmla="*/ 577 w 776"/>
                    <a:gd name="T117" fmla="*/ 132 h 680"/>
                    <a:gd name="T118" fmla="*/ 637 w 776"/>
                    <a:gd name="T119" fmla="*/ 113 h 680"/>
                    <a:gd name="T120" fmla="*/ 637 w 776"/>
                    <a:gd name="T121" fmla="*/ 2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6" h="680">
                      <a:moveTo>
                        <a:pt x="2" y="680"/>
                      </a:moveTo>
                      <a:lnTo>
                        <a:pt x="0" y="680"/>
                      </a:lnTo>
                      <a:lnTo>
                        <a:pt x="2" y="680"/>
                      </a:lnTo>
                      <a:close/>
                      <a:moveTo>
                        <a:pt x="46" y="664"/>
                      </a:moveTo>
                      <a:lnTo>
                        <a:pt x="46" y="662"/>
                      </a:lnTo>
                      <a:lnTo>
                        <a:pt x="46" y="664"/>
                      </a:lnTo>
                      <a:close/>
                      <a:moveTo>
                        <a:pt x="49" y="658"/>
                      </a:moveTo>
                      <a:lnTo>
                        <a:pt x="49" y="656"/>
                      </a:lnTo>
                      <a:lnTo>
                        <a:pt x="49" y="658"/>
                      </a:lnTo>
                      <a:close/>
                      <a:moveTo>
                        <a:pt x="119" y="616"/>
                      </a:moveTo>
                      <a:lnTo>
                        <a:pt x="119" y="614"/>
                      </a:lnTo>
                      <a:lnTo>
                        <a:pt x="119" y="616"/>
                      </a:lnTo>
                      <a:close/>
                      <a:moveTo>
                        <a:pt x="119" y="616"/>
                      </a:moveTo>
                      <a:lnTo>
                        <a:pt x="119" y="614"/>
                      </a:lnTo>
                      <a:lnTo>
                        <a:pt x="119" y="616"/>
                      </a:lnTo>
                      <a:close/>
                      <a:moveTo>
                        <a:pt x="119" y="612"/>
                      </a:moveTo>
                      <a:lnTo>
                        <a:pt x="117" y="612"/>
                      </a:lnTo>
                      <a:lnTo>
                        <a:pt x="119" y="612"/>
                      </a:lnTo>
                      <a:close/>
                      <a:moveTo>
                        <a:pt x="131" y="611"/>
                      </a:moveTo>
                      <a:lnTo>
                        <a:pt x="131" y="612"/>
                      </a:lnTo>
                      <a:lnTo>
                        <a:pt x="131" y="611"/>
                      </a:lnTo>
                      <a:close/>
                      <a:moveTo>
                        <a:pt x="130" y="611"/>
                      </a:moveTo>
                      <a:lnTo>
                        <a:pt x="130" y="612"/>
                      </a:lnTo>
                      <a:lnTo>
                        <a:pt x="130" y="611"/>
                      </a:lnTo>
                      <a:close/>
                      <a:moveTo>
                        <a:pt x="104" y="609"/>
                      </a:moveTo>
                      <a:lnTo>
                        <a:pt x="102" y="609"/>
                      </a:lnTo>
                      <a:lnTo>
                        <a:pt x="104" y="609"/>
                      </a:lnTo>
                      <a:close/>
                      <a:moveTo>
                        <a:pt x="650" y="600"/>
                      </a:moveTo>
                      <a:lnTo>
                        <a:pt x="652" y="600"/>
                      </a:lnTo>
                      <a:lnTo>
                        <a:pt x="650" y="600"/>
                      </a:lnTo>
                      <a:close/>
                      <a:moveTo>
                        <a:pt x="144" y="598"/>
                      </a:moveTo>
                      <a:lnTo>
                        <a:pt x="146" y="598"/>
                      </a:lnTo>
                      <a:lnTo>
                        <a:pt x="144" y="598"/>
                      </a:lnTo>
                      <a:close/>
                      <a:moveTo>
                        <a:pt x="142" y="585"/>
                      </a:moveTo>
                      <a:lnTo>
                        <a:pt x="142" y="587"/>
                      </a:lnTo>
                      <a:lnTo>
                        <a:pt x="142" y="585"/>
                      </a:lnTo>
                      <a:close/>
                      <a:moveTo>
                        <a:pt x="652" y="580"/>
                      </a:moveTo>
                      <a:lnTo>
                        <a:pt x="652" y="581"/>
                      </a:lnTo>
                      <a:lnTo>
                        <a:pt x="652" y="580"/>
                      </a:lnTo>
                      <a:close/>
                      <a:moveTo>
                        <a:pt x="652" y="567"/>
                      </a:moveTo>
                      <a:lnTo>
                        <a:pt x="652" y="569"/>
                      </a:lnTo>
                      <a:lnTo>
                        <a:pt x="652" y="567"/>
                      </a:lnTo>
                      <a:close/>
                      <a:moveTo>
                        <a:pt x="653" y="567"/>
                      </a:moveTo>
                      <a:lnTo>
                        <a:pt x="652" y="567"/>
                      </a:lnTo>
                      <a:lnTo>
                        <a:pt x="653" y="567"/>
                      </a:lnTo>
                      <a:close/>
                      <a:moveTo>
                        <a:pt x="186" y="548"/>
                      </a:moveTo>
                      <a:lnTo>
                        <a:pt x="186" y="547"/>
                      </a:lnTo>
                      <a:lnTo>
                        <a:pt x="186" y="548"/>
                      </a:lnTo>
                      <a:close/>
                      <a:moveTo>
                        <a:pt x="186" y="543"/>
                      </a:moveTo>
                      <a:lnTo>
                        <a:pt x="186" y="541"/>
                      </a:lnTo>
                      <a:lnTo>
                        <a:pt x="186" y="543"/>
                      </a:lnTo>
                      <a:close/>
                      <a:moveTo>
                        <a:pt x="181" y="519"/>
                      </a:moveTo>
                      <a:lnTo>
                        <a:pt x="179" y="519"/>
                      </a:lnTo>
                      <a:lnTo>
                        <a:pt x="181" y="519"/>
                      </a:lnTo>
                      <a:close/>
                      <a:moveTo>
                        <a:pt x="203" y="483"/>
                      </a:moveTo>
                      <a:lnTo>
                        <a:pt x="203" y="481"/>
                      </a:lnTo>
                      <a:lnTo>
                        <a:pt x="203" y="483"/>
                      </a:lnTo>
                      <a:close/>
                      <a:moveTo>
                        <a:pt x="195" y="446"/>
                      </a:moveTo>
                      <a:lnTo>
                        <a:pt x="195" y="448"/>
                      </a:lnTo>
                      <a:lnTo>
                        <a:pt x="195" y="446"/>
                      </a:lnTo>
                      <a:close/>
                      <a:moveTo>
                        <a:pt x="197" y="446"/>
                      </a:moveTo>
                      <a:lnTo>
                        <a:pt x="195" y="446"/>
                      </a:lnTo>
                      <a:lnTo>
                        <a:pt x="197" y="446"/>
                      </a:lnTo>
                      <a:close/>
                      <a:moveTo>
                        <a:pt x="241" y="421"/>
                      </a:moveTo>
                      <a:lnTo>
                        <a:pt x="241" y="419"/>
                      </a:lnTo>
                      <a:lnTo>
                        <a:pt x="241" y="421"/>
                      </a:lnTo>
                      <a:close/>
                      <a:moveTo>
                        <a:pt x="210" y="413"/>
                      </a:moveTo>
                      <a:lnTo>
                        <a:pt x="210" y="411"/>
                      </a:lnTo>
                      <a:lnTo>
                        <a:pt x="210" y="413"/>
                      </a:lnTo>
                      <a:close/>
                      <a:moveTo>
                        <a:pt x="157" y="406"/>
                      </a:moveTo>
                      <a:lnTo>
                        <a:pt x="157" y="404"/>
                      </a:lnTo>
                      <a:lnTo>
                        <a:pt x="157" y="406"/>
                      </a:lnTo>
                      <a:close/>
                      <a:moveTo>
                        <a:pt x="215" y="400"/>
                      </a:moveTo>
                      <a:lnTo>
                        <a:pt x="214" y="400"/>
                      </a:lnTo>
                      <a:lnTo>
                        <a:pt x="215" y="400"/>
                      </a:lnTo>
                      <a:close/>
                      <a:moveTo>
                        <a:pt x="214" y="400"/>
                      </a:moveTo>
                      <a:lnTo>
                        <a:pt x="214" y="399"/>
                      </a:lnTo>
                      <a:lnTo>
                        <a:pt x="214" y="400"/>
                      </a:lnTo>
                      <a:close/>
                      <a:moveTo>
                        <a:pt x="215" y="399"/>
                      </a:moveTo>
                      <a:lnTo>
                        <a:pt x="214" y="399"/>
                      </a:lnTo>
                      <a:lnTo>
                        <a:pt x="215" y="399"/>
                      </a:lnTo>
                      <a:close/>
                      <a:moveTo>
                        <a:pt x="223" y="399"/>
                      </a:moveTo>
                      <a:lnTo>
                        <a:pt x="223" y="397"/>
                      </a:lnTo>
                      <a:lnTo>
                        <a:pt x="223" y="399"/>
                      </a:lnTo>
                      <a:close/>
                      <a:moveTo>
                        <a:pt x="225" y="397"/>
                      </a:moveTo>
                      <a:lnTo>
                        <a:pt x="223" y="397"/>
                      </a:lnTo>
                      <a:lnTo>
                        <a:pt x="225" y="397"/>
                      </a:lnTo>
                      <a:close/>
                      <a:moveTo>
                        <a:pt x="228" y="393"/>
                      </a:moveTo>
                      <a:lnTo>
                        <a:pt x="226" y="393"/>
                      </a:lnTo>
                      <a:lnTo>
                        <a:pt x="228" y="393"/>
                      </a:lnTo>
                      <a:close/>
                      <a:moveTo>
                        <a:pt x="226" y="391"/>
                      </a:moveTo>
                      <a:lnTo>
                        <a:pt x="228" y="391"/>
                      </a:lnTo>
                      <a:lnTo>
                        <a:pt x="226" y="391"/>
                      </a:lnTo>
                      <a:close/>
                      <a:moveTo>
                        <a:pt x="234" y="388"/>
                      </a:moveTo>
                      <a:lnTo>
                        <a:pt x="234" y="389"/>
                      </a:lnTo>
                      <a:lnTo>
                        <a:pt x="234" y="388"/>
                      </a:lnTo>
                      <a:lnTo>
                        <a:pt x="234" y="389"/>
                      </a:lnTo>
                      <a:lnTo>
                        <a:pt x="234" y="388"/>
                      </a:lnTo>
                      <a:close/>
                      <a:moveTo>
                        <a:pt x="232" y="388"/>
                      </a:moveTo>
                      <a:lnTo>
                        <a:pt x="230" y="388"/>
                      </a:lnTo>
                      <a:lnTo>
                        <a:pt x="232" y="388"/>
                      </a:lnTo>
                      <a:close/>
                      <a:moveTo>
                        <a:pt x="232" y="388"/>
                      </a:moveTo>
                      <a:lnTo>
                        <a:pt x="232" y="386"/>
                      </a:lnTo>
                      <a:lnTo>
                        <a:pt x="232" y="388"/>
                      </a:lnTo>
                      <a:close/>
                      <a:moveTo>
                        <a:pt x="228" y="384"/>
                      </a:moveTo>
                      <a:lnTo>
                        <a:pt x="228" y="386"/>
                      </a:lnTo>
                      <a:lnTo>
                        <a:pt x="228" y="384"/>
                      </a:lnTo>
                      <a:close/>
                      <a:moveTo>
                        <a:pt x="168" y="384"/>
                      </a:moveTo>
                      <a:lnTo>
                        <a:pt x="168" y="386"/>
                      </a:lnTo>
                      <a:lnTo>
                        <a:pt x="168" y="384"/>
                      </a:lnTo>
                      <a:close/>
                      <a:moveTo>
                        <a:pt x="177" y="384"/>
                      </a:moveTo>
                      <a:lnTo>
                        <a:pt x="177" y="386"/>
                      </a:lnTo>
                      <a:lnTo>
                        <a:pt x="175" y="386"/>
                      </a:lnTo>
                      <a:lnTo>
                        <a:pt x="175" y="384"/>
                      </a:lnTo>
                      <a:lnTo>
                        <a:pt x="177" y="384"/>
                      </a:lnTo>
                      <a:close/>
                      <a:moveTo>
                        <a:pt x="172" y="380"/>
                      </a:moveTo>
                      <a:lnTo>
                        <a:pt x="172" y="379"/>
                      </a:lnTo>
                      <a:lnTo>
                        <a:pt x="172" y="380"/>
                      </a:lnTo>
                      <a:close/>
                      <a:moveTo>
                        <a:pt x="179" y="379"/>
                      </a:moveTo>
                      <a:lnTo>
                        <a:pt x="177" y="379"/>
                      </a:lnTo>
                      <a:lnTo>
                        <a:pt x="179" y="379"/>
                      </a:lnTo>
                      <a:close/>
                      <a:moveTo>
                        <a:pt x="179" y="379"/>
                      </a:moveTo>
                      <a:lnTo>
                        <a:pt x="177" y="379"/>
                      </a:lnTo>
                      <a:lnTo>
                        <a:pt x="179" y="379"/>
                      </a:lnTo>
                      <a:close/>
                      <a:moveTo>
                        <a:pt x="310" y="379"/>
                      </a:moveTo>
                      <a:lnTo>
                        <a:pt x="309" y="379"/>
                      </a:lnTo>
                      <a:lnTo>
                        <a:pt x="310" y="379"/>
                      </a:lnTo>
                      <a:close/>
                      <a:moveTo>
                        <a:pt x="179" y="379"/>
                      </a:moveTo>
                      <a:lnTo>
                        <a:pt x="177" y="379"/>
                      </a:lnTo>
                      <a:lnTo>
                        <a:pt x="179" y="379"/>
                      </a:lnTo>
                      <a:close/>
                      <a:moveTo>
                        <a:pt x="206" y="379"/>
                      </a:moveTo>
                      <a:lnTo>
                        <a:pt x="206" y="377"/>
                      </a:lnTo>
                      <a:lnTo>
                        <a:pt x="206" y="379"/>
                      </a:lnTo>
                      <a:close/>
                      <a:moveTo>
                        <a:pt x="177" y="379"/>
                      </a:moveTo>
                      <a:lnTo>
                        <a:pt x="177" y="377"/>
                      </a:lnTo>
                      <a:lnTo>
                        <a:pt x="177" y="379"/>
                      </a:lnTo>
                      <a:close/>
                      <a:moveTo>
                        <a:pt x="181" y="377"/>
                      </a:moveTo>
                      <a:lnTo>
                        <a:pt x="179" y="377"/>
                      </a:lnTo>
                      <a:lnTo>
                        <a:pt x="181" y="377"/>
                      </a:lnTo>
                      <a:close/>
                      <a:moveTo>
                        <a:pt x="181" y="375"/>
                      </a:moveTo>
                      <a:lnTo>
                        <a:pt x="179" y="375"/>
                      </a:lnTo>
                      <a:lnTo>
                        <a:pt x="181" y="375"/>
                      </a:lnTo>
                      <a:close/>
                      <a:moveTo>
                        <a:pt x="184" y="375"/>
                      </a:moveTo>
                      <a:lnTo>
                        <a:pt x="183" y="375"/>
                      </a:lnTo>
                      <a:lnTo>
                        <a:pt x="184" y="375"/>
                      </a:lnTo>
                      <a:close/>
                      <a:moveTo>
                        <a:pt x="183" y="375"/>
                      </a:moveTo>
                      <a:lnTo>
                        <a:pt x="181" y="375"/>
                      </a:lnTo>
                      <a:lnTo>
                        <a:pt x="183" y="375"/>
                      </a:lnTo>
                      <a:close/>
                      <a:moveTo>
                        <a:pt x="210" y="373"/>
                      </a:moveTo>
                      <a:lnTo>
                        <a:pt x="210" y="375"/>
                      </a:lnTo>
                      <a:lnTo>
                        <a:pt x="210" y="373"/>
                      </a:lnTo>
                      <a:close/>
                      <a:moveTo>
                        <a:pt x="301" y="373"/>
                      </a:moveTo>
                      <a:lnTo>
                        <a:pt x="301" y="371"/>
                      </a:lnTo>
                      <a:lnTo>
                        <a:pt x="301" y="373"/>
                      </a:lnTo>
                      <a:close/>
                      <a:moveTo>
                        <a:pt x="321" y="373"/>
                      </a:moveTo>
                      <a:lnTo>
                        <a:pt x="321" y="371"/>
                      </a:lnTo>
                      <a:lnTo>
                        <a:pt x="321" y="373"/>
                      </a:lnTo>
                      <a:lnTo>
                        <a:pt x="323" y="373"/>
                      </a:lnTo>
                      <a:lnTo>
                        <a:pt x="321" y="373"/>
                      </a:lnTo>
                      <a:close/>
                      <a:moveTo>
                        <a:pt x="210" y="371"/>
                      </a:moveTo>
                      <a:lnTo>
                        <a:pt x="208" y="371"/>
                      </a:lnTo>
                      <a:lnTo>
                        <a:pt x="208" y="369"/>
                      </a:lnTo>
                      <a:lnTo>
                        <a:pt x="210" y="371"/>
                      </a:lnTo>
                      <a:close/>
                      <a:moveTo>
                        <a:pt x="285" y="371"/>
                      </a:moveTo>
                      <a:lnTo>
                        <a:pt x="285" y="369"/>
                      </a:lnTo>
                      <a:lnTo>
                        <a:pt x="285" y="371"/>
                      </a:lnTo>
                      <a:close/>
                      <a:moveTo>
                        <a:pt x="183" y="371"/>
                      </a:moveTo>
                      <a:lnTo>
                        <a:pt x="183" y="369"/>
                      </a:lnTo>
                      <a:lnTo>
                        <a:pt x="183" y="371"/>
                      </a:lnTo>
                      <a:close/>
                      <a:moveTo>
                        <a:pt x="199" y="371"/>
                      </a:moveTo>
                      <a:lnTo>
                        <a:pt x="199" y="369"/>
                      </a:lnTo>
                      <a:lnTo>
                        <a:pt x="199" y="371"/>
                      </a:lnTo>
                      <a:close/>
                      <a:moveTo>
                        <a:pt x="285" y="369"/>
                      </a:moveTo>
                      <a:lnTo>
                        <a:pt x="283" y="369"/>
                      </a:lnTo>
                      <a:lnTo>
                        <a:pt x="285" y="369"/>
                      </a:lnTo>
                      <a:lnTo>
                        <a:pt x="283" y="369"/>
                      </a:lnTo>
                      <a:lnTo>
                        <a:pt x="285" y="369"/>
                      </a:lnTo>
                      <a:close/>
                      <a:moveTo>
                        <a:pt x="186" y="369"/>
                      </a:moveTo>
                      <a:lnTo>
                        <a:pt x="184" y="369"/>
                      </a:lnTo>
                      <a:lnTo>
                        <a:pt x="186" y="369"/>
                      </a:lnTo>
                      <a:close/>
                      <a:moveTo>
                        <a:pt x="210" y="368"/>
                      </a:moveTo>
                      <a:lnTo>
                        <a:pt x="208" y="368"/>
                      </a:lnTo>
                      <a:lnTo>
                        <a:pt x="210" y="368"/>
                      </a:lnTo>
                      <a:close/>
                      <a:moveTo>
                        <a:pt x="303" y="366"/>
                      </a:moveTo>
                      <a:lnTo>
                        <a:pt x="301" y="366"/>
                      </a:lnTo>
                      <a:lnTo>
                        <a:pt x="303" y="366"/>
                      </a:lnTo>
                      <a:close/>
                      <a:moveTo>
                        <a:pt x="203" y="366"/>
                      </a:moveTo>
                      <a:lnTo>
                        <a:pt x="204" y="366"/>
                      </a:lnTo>
                      <a:lnTo>
                        <a:pt x="203" y="366"/>
                      </a:lnTo>
                      <a:close/>
                      <a:moveTo>
                        <a:pt x="283" y="366"/>
                      </a:moveTo>
                      <a:lnTo>
                        <a:pt x="281" y="366"/>
                      </a:lnTo>
                      <a:lnTo>
                        <a:pt x="283" y="366"/>
                      </a:lnTo>
                      <a:close/>
                      <a:moveTo>
                        <a:pt x="204" y="364"/>
                      </a:moveTo>
                      <a:lnTo>
                        <a:pt x="203" y="364"/>
                      </a:lnTo>
                      <a:lnTo>
                        <a:pt x="204" y="364"/>
                      </a:lnTo>
                      <a:close/>
                      <a:moveTo>
                        <a:pt x="177" y="364"/>
                      </a:moveTo>
                      <a:lnTo>
                        <a:pt x="175" y="364"/>
                      </a:lnTo>
                      <a:lnTo>
                        <a:pt x="177" y="364"/>
                      </a:lnTo>
                      <a:close/>
                      <a:moveTo>
                        <a:pt x="177" y="364"/>
                      </a:moveTo>
                      <a:lnTo>
                        <a:pt x="175" y="364"/>
                      </a:lnTo>
                      <a:lnTo>
                        <a:pt x="177" y="364"/>
                      </a:lnTo>
                      <a:close/>
                      <a:moveTo>
                        <a:pt x="183" y="364"/>
                      </a:moveTo>
                      <a:lnTo>
                        <a:pt x="181" y="364"/>
                      </a:lnTo>
                      <a:lnTo>
                        <a:pt x="183" y="364"/>
                      </a:lnTo>
                      <a:close/>
                      <a:moveTo>
                        <a:pt x="301" y="364"/>
                      </a:moveTo>
                      <a:lnTo>
                        <a:pt x="299" y="364"/>
                      </a:lnTo>
                      <a:lnTo>
                        <a:pt x="301" y="364"/>
                      </a:lnTo>
                      <a:close/>
                      <a:moveTo>
                        <a:pt x="296" y="364"/>
                      </a:moveTo>
                      <a:lnTo>
                        <a:pt x="298" y="364"/>
                      </a:lnTo>
                      <a:lnTo>
                        <a:pt x="296" y="364"/>
                      </a:lnTo>
                      <a:close/>
                      <a:moveTo>
                        <a:pt x="203" y="364"/>
                      </a:moveTo>
                      <a:lnTo>
                        <a:pt x="201" y="364"/>
                      </a:lnTo>
                      <a:lnTo>
                        <a:pt x="203" y="364"/>
                      </a:lnTo>
                      <a:close/>
                      <a:moveTo>
                        <a:pt x="203" y="364"/>
                      </a:moveTo>
                      <a:lnTo>
                        <a:pt x="201" y="364"/>
                      </a:lnTo>
                      <a:lnTo>
                        <a:pt x="203" y="364"/>
                      </a:lnTo>
                      <a:close/>
                      <a:moveTo>
                        <a:pt x="305" y="362"/>
                      </a:moveTo>
                      <a:lnTo>
                        <a:pt x="305" y="364"/>
                      </a:lnTo>
                      <a:lnTo>
                        <a:pt x="305" y="362"/>
                      </a:lnTo>
                      <a:close/>
                      <a:moveTo>
                        <a:pt x="201" y="364"/>
                      </a:moveTo>
                      <a:lnTo>
                        <a:pt x="201" y="362"/>
                      </a:lnTo>
                      <a:lnTo>
                        <a:pt x="201" y="364"/>
                      </a:lnTo>
                      <a:close/>
                      <a:moveTo>
                        <a:pt x="199" y="362"/>
                      </a:moveTo>
                      <a:lnTo>
                        <a:pt x="199" y="360"/>
                      </a:lnTo>
                      <a:lnTo>
                        <a:pt x="199" y="362"/>
                      </a:lnTo>
                      <a:close/>
                      <a:moveTo>
                        <a:pt x="192" y="362"/>
                      </a:moveTo>
                      <a:lnTo>
                        <a:pt x="192" y="360"/>
                      </a:lnTo>
                      <a:lnTo>
                        <a:pt x="192" y="362"/>
                      </a:lnTo>
                      <a:close/>
                      <a:moveTo>
                        <a:pt x="199" y="360"/>
                      </a:moveTo>
                      <a:lnTo>
                        <a:pt x="201" y="360"/>
                      </a:lnTo>
                      <a:lnTo>
                        <a:pt x="199" y="360"/>
                      </a:lnTo>
                      <a:close/>
                      <a:moveTo>
                        <a:pt x="199" y="360"/>
                      </a:moveTo>
                      <a:lnTo>
                        <a:pt x="197" y="360"/>
                      </a:lnTo>
                      <a:lnTo>
                        <a:pt x="199" y="360"/>
                      </a:lnTo>
                      <a:close/>
                      <a:moveTo>
                        <a:pt x="201" y="360"/>
                      </a:moveTo>
                      <a:lnTo>
                        <a:pt x="199" y="360"/>
                      </a:lnTo>
                      <a:lnTo>
                        <a:pt x="201" y="360"/>
                      </a:lnTo>
                      <a:close/>
                      <a:moveTo>
                        <a:pt x="195" y="360"/>
                      </a:moveTo>
                      <a:lnTo>
                        <a:pt x="194" y="360"/>
                      </a:lnTo>
                      <a:lnTo>
                        <a:pt x="195" y="360"/>
                      </a:lnTo>
                      <a:close/>
                      <a:moveTo>
                        <a:pt x="210" y="358"/>
                      </a:moveTo>
                      <a:lnTo>
                        <a:pt x="210" y="357"/>
                      </a:lnTo>
                      <a:lnTo>
                        <a:pt x="210" y="358"/>
                      </a:lnTo>
                      <a:close/>
                      <a:moveTo>
                        <a:pt x="199" y="355"/>
                      </a:moveTo>
                      <a:lnTo>
                        <a:pt x="199" y="357"/>
                      </a:lnTo>
                      <a:lnTo>
                        <a:pt x="197" y="355"/>
                      </a:lnTo>
                      <a:lnTo>
                        <a:pt x="199" y="355"/>
                      </a:lnTo>
                      <a:close/>
                      <a:moveTo>
                        <a:pt x="340" y="355"/>
                      </a:moveTo>
                      <a:lnTo>
                        <a:pt x="338" y="355"/>
                      </a:lnTo>
                      <a:lnTo>
                        <a:pt x="340" y="355"/>
                      </a:lnTo>
                      <a:close/>
                      <a:moveTo>
                        <a:pt x="210" y="355"/>
                      </a:moveTo>
                      <a:lnTo>
                        <a:pt x="210" y="353"/>
                      </a:lnTo>
                      <a:lnTo>
                        <a:pt x="210" y="355"/>
                      </a:lnTo>
                      <a:close/>
                      <a:moveTo>
                        <a:pt x="299" y="353"/>
                      </a:moveTo>
                      <a:lnTo>
                        <a:pt x="299" y="355"/>
                      </a:lnTo>
                      <a:lnTo>
                        <a:pt x="299" y="353"/>
                      </a:lnTo>
                      <a:close/>
                      <a:moveTo>
                        <a:pt x="371" y="351"/>
                      </a:moveTo>
                      <a:lnTo>
                        <a:pt x="369" y="351"/>
                      </a:lnTo>
                      <a:lnTo>
                        <a:pt x="371" y="351"/>
                      </a:lnTo>
                      <a:close/>
                      <a:moveTo>
                        <a:pt x="371" y="349"/>
                      </a:moveTo>
                      <a:lnTo>
                        <a:pt x="371" y="351"/>
                      </a:lnTo>
                      <a:lnTo>
                        <a:pt x="371" y="349"/>
                      </a:lnTo>
                      <a:close/>
                      <a:moveTo>
                        <a:pt x="199" y="349"/>
                      </a:moveTo>
                      <a:lnTo>
                        <a:pt x="199" y="347"/>
                      </a:lnTo>
                      <a:lnTo>
                        <a:pt x="199" y="349"/>
                      </a:lnTo>
                      <a:close/>
                      <a:moveTo>
                        <a:pt x="210" y="344"/>
                      </a:moveTo>
                      <a:lnTo>
                        <a:pt x="212" y="344"/>
                      </a:lnTo>
                      <a:lnTo>
                        <a:pt x="210" y="344"/>
                      </a:lnTo>
                      <a:close/>
                      <a:moveTo>
                        <a:pt x="380" y="344"/>
                      </a:moveTo>
                      <a:lnTo>
                        <a:pt x="380" y="342"/>
                      </a:lnTo>
                      <a:lnTo>
                        <a:pt x="380" y="344"/>
                      </a:lnTo>
                      <a:close/>
                      <a:moveTo>
                        <a:pt x="292" y="342"/>
                      </a:moveTo>
                      <a:lnTo>
                        <a:pt x="292" y="344"/>
                      </a:lnTo>
                      <a:lnTo>
                        <a:pt x="292" y="342"/>
                      </a:lnTo>
                      <a:close/>
                      <a:moveTo>
                        <a:pt x="292" y="340"/>
                      </a:moveTo>
                      <a:lnTo>
                        <a:pt x="292" y="342"/>
                      </a:lnTo>
                      <a:lnTo>
                        <a:pt x="292" y="340"/>
                      </a:lnTo>
                      <a:close/>
                      <a:moveTo>
                        <a:pt x="232" y="338"/>
                      </a:moveTo>
                      <a:lnTo>
                        <a:pt x="232" y="340"/>
                      </a:lnTo>
                      <a:lnTo>
                        <a:pt x="232" y="338"/>
                      </a:lnTo>
                      <a:close/>
                      <a:moveTo>
                        <a:pt x="298" y="338"/>
                      </a:moveTo>
                      <a:lnTo>
                        <a:pt x="298" y="340"/>
                      </a:lnTo>
                      <a:lnTo>
                        <a:pt x="298" y="338"/>
                      </a:lnTo>
                      <a:close/>
                      <a:moveTo>
                        <a:pt x="204" y="338"/>
                      </a:moveTo>
                      <a:lnTo>
                        <a:pt x="204" y="340"/>
                      </a:lnTo>
                      <a:lnTo>
                        <a:pt x="204" y="338"/>
                      </a:lnTo>
                      <a:close/>
                      <a:moveTo>
                        <a:pt x="383" y="338"/>
                      </a:moveTo>
                      <a:lnTo>
                        <a:pt x="382" y="338"/>
                      </a:lnTo>
                      <a:lnTo>
                        <a:pt x="383" y="338"/>
                      </a:lnTo>
                      <a:close/>
                      <a:moveTo>
                        <a:pt x="299" y="338"/>
                      </a:moveTo>
                      <a:lnTo>
                        <a:pt x="299" y="336"/>
                      </a:lnTo>
                      <a:lnTo>
                        <a:pt x="299" y="338"/>
                      </a:lnTo>
                      <a:close/>
                      <a:moveTo>
                        <a:pt x="396" y="336"/>
                      </a:moveTo>
                      <a:lnTo>
                        <a:pt x="398" y="336"/>
                      </a:lnTo>
                      <a:lnTo>
                        <a:pt x="396" y="336"/>
                      </a:lnTo>
                      <a:close/>
                      <a:moveTo>
                        <a:pt x="398" y="335"/>
                      </a:moveTo>
                      <a:lnTo>
                        <a:pt x="398" y="333"/>
                      </a:lnTo>
                      <a:lnTo>
                        <a:pt x="400" y="333"/>
                      </a:lnTo>
                      <a:lnTo>
                        <a:pt x="398" y="333"/>
                      </a:lnTo>
                      <a:lnTo>
                        <a:pt x="398" y="335"/>
                      </a:lnTo>
                      <a:close/>
                      <a:moveTo>
                        <a:pt x="303" y="333"/>
                      </a:moveTo>
                      <a:lnTo>
                        <a:pt x="301" y="333"/>
                      </a:lnTo>
                      <a:lnTo>
                        <a:pt x="303" y="333"/>
                      </a:lnTo>
                      <a:close/>
                      <a:moveTo>
                        <a:pt x="312" y="331"/>
                      </a:moveTo>
                      <a:lnTo>
                        <a:pt x="312" y="333"/>
                      </a:lnTo>
                      <a:lnTo>
                        <a:pt x="312" y="331"/>
                      </a:lnTo>
                      <a:close/>
                      <a:moveTo>
                        <a:pt x="319" y="331"/>
                      </a:moveTo>
                      <a:lnTo>
                        <a:pt x="318" y="331"/>
                      </a:lnTo>
                      <a:lnTo>
                        <a:pt x="319" y="331"/>
                      </a:lnTo>
                      <a:close/>
                      <a:moveTo>
                        <a:pt x="323" y="331"/>
                      </a:moveTo>
                      <a:lnTo>
                        <a:pt x="323" y="329"/>
                      </a:lnTo>
                      <a:lnTo>
                        <a:pt x="323" y="331"/>
                      </a:lnTo>
                      <a:close/>
                      <a:moveTo>
                        <a:pt x="321" y="331"/>
                      </a:moveTo>
                      <a:lnTo>
                        <a:pt x="321" y="329"/>
                      </a:lnTo>
                      <a:lnTo>
                        <a:pt x="321" y="331"/>
                      </a:lnTo>
                      <a:close/>
                      <a:moveTo>
                        <a:pt x="330" y="331"/>
                      </a:moveTo>
                      <a:lnTo>
                        <a:pt x="329" y="331"/>
                      </a:lnTo>
                      <a:lnTo>
                        <a:pt x="329" y="329"/>
                      </a:lnTo>
                      <a:lnTo>
                        <a:pt x="330" y="329"/>
                      </a:lnTo>
                      <a:lnTo>
                        <a:pt x="329" y="329"/>
                      </a:lnTo>
                      <a:lnTo>
                        <a:pt x="330" y="331"/>
                      </a:lnTo>
                      <a:close/>
                      <a:moveTo>
                        <a:pt x="298" y="329"/>
                      </a:moveTo>
                      <a:lnTo>
                        <a:pt x="299" y="329"/>
                      </a:lnTo>
                      <a:lnTo>
                        <a:pt x="298" y="329"/>
                      </a:lnTo>
                      <a:close/>
                      <a:moveTo>
                        <a:pt x="321" y="329"/>
                      </a:moveTo>
                      <a:lnTo>
                        <a:pt x="323" y="329"/>
                      </a:lnTo>
                      <a:lnTo>
                        <a:pt x="321" y="329"/>
                      </a:lnTo>
                      <a:close/>
                      <a:moveTo>
                        <a:pt x="301" y="329"/>
                      </a:moveTo>
                      <a:lnTo>
                        <a:pt x="303" y="329"/>
                      </a:lnTo>
                      <a:lnTo>
                        <a:pt x="301" y="329"/>
                      </a:lnTo>
                      <a:close/>
                      <a:moveTo>
                        <a:pt x="442" y="329"/>
                      </a:moveTo>
                      <a:lnTo>
                        <a:pt x="440" y="329"/>
                      </a:lnTo>
                      <a:lnTo>
                        <a:pt x="442" y="329"/>
                      </a:lnTo>
                      <a:lnTo>
                        <a:pt x="440" y="329"/>
                      </a:lnTo>
                      <a:lnTo>
                        <a:pt x="442" y="329"/>
                      </a:lnTo>
                      <a:close/>
                      <a:moveTo>
                        <a:pt x="442" y="327"/>
                      </a:moveTo>
                      <a:lnTo>
                        <a:pt x="442" y="329"/>
                      </a:lnTo>
                      <a:lnTo>
                        <a:pt x="440" y="327"/>
                      </a:lnTo>
                      <a:lnTo>
                        <a:pt x="442" y="327"/>
                      </a:lnTo>
                      <a:close/>
                      <a:moveTo>
                        <a:pt x="442" y="329"/>
                      </a:moveTo>
                      <a:lnTo>
                        <a:pt x="442" y="327"/>
                      </a:lnTo>
                      <a:lnTo>
                        <a:pt x="442" y="329"/>
                      </a:lnTo>
                      <a:close/>
                      <a:moveTo>
                        <a:pt x="336" y="329"/>
                      </a:moveTo>
                      <a:lnTo>
                        <a:pt x="336" y="327"/>
                      </a:lnTo>
                      <a:lnTo>
                        <a:pt x="336" y="329"/>
                      </a:lnTo>
                      <a:close/>
                      <a:moveTo>
                        <a:pt x="299" y="327"/>
                      </a:moveTo>
                      <a:lnTo>
                        <a:pt x="298" y="327"/>
                      </a:lnTo>
                      <a:lnTo>
                        <a:pt x="299" y="327"/>
                      </a:lnTo>
                      <a:close/>
                      <a:moveTo>
                        <a:pt x="321" y="327"/>
                      </a:moveTo>
                      <a:lnTo>
                        <a:pt x="319" y="327"/>
                      </a:lnTo>
                      <a:lnTo>
                        <a:pt x="321" y="327"/>
                      </a:lnTo>
                      <a:close/>
                      <a:moveTo>
                        <a:pt x="345" y="327"/>
                      </a:moveTo>
                      <a:lnTo>
                        <a:pt x="345" y="326"/>
                      </a:lnTo>
                      <a:lnTo>
                        <a:pt x="345" y="327"/>
                      </a:lnTo>
                      <a:close/>
                      <a:moveTo>
                        <a:pt x="312" y="327"/>
                      </a:moveTo>
                      <a:lnTo>
                        <a:pt x="312" y="326"/>
                      </a:lnTo>
                      <a:lnTo>
                        <a:pt x="312" y="327"/>
                      </a:lnTo>
                      <a:close/>
                      <a:moveTo>
                        <a:pt x="449" y="326"/>
                      </a:moveTo>
                      <a:lnTo>
                        <a:pt x="451" y="326"/>
                      </a:lnTo>
                      <a:lnTo>
                        <a:pt x="449" y="326"/>
                      </a:lnTo>
                      <a:close/>
                      <a:moveTo>
                        <a:pt x="319" y="326"/>
                      </a:moveTo>
                      <a:lnTo>
                        <a:pt x="319" y="324"/>
                      </a:lnTo>
                      <a:lnTo>
                        <a:pt x="319" y="326"/>
                      </a:lnTo>
                      <a:close/>
                      <a:moveTo>
                        <a:pt x="319" y="324"/>
                      </a:moveTo>
                      <a:lnTo>
                        <a:pt x="319" y="326"/>
                      </a:lnTo>
                      <a:lnTo>
                        <a:pt x="319" y="324"/>
                      </a:lnTo>
                      <a:close/>
                      <a:moveTo>
                        <a:pt x="369" y="324"/>
                      </a:moveTo>
                      <a:lnTo>
                        <a:pt x="371" y="324"/>
                      </a:lnTo>
                      <a:lnTo>
                        <a:pt x="369" y="324"/>
                      </a:lnTo>
                      <a:close/>
                      <a:moveTo>
                        <a:pt x="369" y="324"/>
                      </a:moveTo>
                      <a:lnTo>
                        <a:pt x="369" y="322"/>
                      </a:lnTo>
                      <a:lnTo>
                        <a:pt x="369" y="324"/>
                      </a:lnTo>
                      <a:close/>
                      <a:moveTo>
                        <a:pt x="354" y="322"/>
                      </a:moveTo>
                      <a:lnTo>
                        <a:pt x="352" y="322"/>
                      </a:lnTo>
                      <a:lnTo>
                        <a:pt x="354" y="322"/>
                      </a:lnTo>
                      <a:close/>
                      <a:moveTo>
                        <a:pt x="343" y="320"/>
                      </a:moveTo>
                      <a:lnTo>
                        <a:pt x="343" y="322"/>
                      </a:lnTo>
                      <a:lnTo>
                        <a:pt x="343" y="320"/>
                      </a:lnTo>
                      <a:close/>
                      <a:moveTo>
                        <a:pt x="330" y="322"/>
                      </a:moveTo>
                      <a:lnTo>
                        <a:pt x="330" y="320"/>
                      </a:lnTo>
                      <a:lnTo>
                        <a:pt x="330" y="322"/>
                      </a:lnTo>
                      <a:close/>
                      <a:moveTo>
                        <a:pt x="546" y="322"/>
                      </a:moveTo>
                      <a:lnTo>
                        <a:pt x="546" y="320"/>
                      </a:lnTo>
                      <a:lnTo>
                        <a:pt x="546" y="322"/>
                      </a:lnTo>
                      <a:close/>
                      <a:moveTo>
                        <a:pt x="194" y="320"/>
                      </a:moveTo>
                      <a:lnTo>
                        <a:pt x="194" y="322"/>
                      </a:lnTo>
                      <a:lnTo>
                        <a:pt x="194" y="320"/>
                      </a:lnTo>
                      <a:close/>
                      <a:moveTo>
                        <a:pt x="332" y="320"/>
                      </a:moveTo>
                      <a:lnTo>
                        <a:pt x="332" y="322"/>
                      </a:lnTo>
                      <a:lnTo>
                        <a:pt x="330" y="320"/>
                      </a:lnTo>
                      <a:lnTo>
                        <a:pt x="332" y="320"/>
                      </a:lnTo>
                      <a:close/>
                      <a:moveTo>
                        <a:pt x="343" y="322"/>
                      </a:moveTo>
                      <a:lnTo>
                        <a:pt x="343" y="320"/>
                      </a:lnTo>
                      <a:lnTo>
                        <a:pt x="343" y="322"/>
                      </a:lnTo>
                      <a:close/>
                      <a:moveTo>
                        <a:pt x="190" y="320"/>
                      </a:moveTo>
                      <a:lnTo>
                        <a:pt x="190" y="318"/>
                      </a:lnTo>
                      <a:lnTo>
                        <a:pt x="190" y="320"/>
                      </a:lnTo>
                      <a:close/>
                      <a:moveTo>
                        <a:pt x="352" y="320"/>
                      </a:moveTo>
                      <a:lnTo>
                        <a:pt x="352" y="318"/>
                      </a:lnTo>
                      <a:lnTo>
                        <a:pt x="352" y="320"/>
                      </a:lnTo>
                      <a:close/>
                      <a:moveTo>
                        <a:pt x="369" y="320"/>
                      </a:moveTo>
                      <a:lnTo>
                        <a:pt x="369" y="318"/>
                      </a:lnTo>
                      <a:lnTo>
                        <a:pt x="369" y="320"/>
                      </a:lnTo>
                      <a:close/>
                      <a:moveTo>
                        <a:pt x="360" y="318"/>
                      </a:moveTo>
                      <a:lnTo>
                        <a:pt x="358" y="318"/>
                      </a:lnTo>
                      <a:lnTo>
                        <a:pt x="360" y="318"/>
                      </a:lnTo>
                      <a:close/>
                      <a:moveTo>
                        <a:pt x="351" y="318"/>
                      </a:moveTo>
                      <a:lnTo>
                        <a:pt x="349" y="318"/>
                      </a:lnTo>
                      <a:lnTo>
                        <a:pt x="351" y="318"/>
                      </a:lnTo>
                      <a:close/>
                      <a:moveTo>
                        <a:pt x="548" y="318"/>
                      </a:moveTo>
                      <a:lnTo>
                        <a:pt x="548" y="316"/>
                      </a:lnTo>
                      <a:lnTo>
                        <a:pt x="548" y="318"/>
                      </a:lnTo>
                      <a:close/>
                      <a:moveTo>
                        <a:pt x="358" y="318"/>
                      </a:moveTo>
                      <a:lnTo>
                        <a:pt x="356" y="318"/>
                      </a:lnTo>
                      <a:lnTo>
                        <a:pt x="356" y="316"/>
                      </a:lnTo>
                      <a:lnTo>
                        <a:pt x="358" y="316"/>
                      </a:lnTo>
                      <a:lnTo>
                        <a:pt x="358" y="318"/>
                      </a:lnTo>
                      <a:close/>
                      <a:moveTo>
                        <a:pt x="358" y="318"/>
                      </a:moveTo>
                      <a:lnTo>
                        <a:pt x="358" y="316"/>
                      </a:lnTo>
                      <a:lnTo>
                        <a:pt x="358" y="318"/>
                      </a:lnTo>
                      <a:lnTo>
                        <a:pt x="358" y="316"/>
                      </a:lnTo>
                      <a:lnTo>
                        <a:pt x="358" y="318"/>
                      </a:lnTo>
                      <a:close/>
                      <a:moveTo>
                        <a:pt x="407" y="318"/>
                      </a:moveTo>
                      <a:lnTo>
                        <a:pt x="407" y="316"/>
                      </a:lnTo>
                      <a:lnTo>
                        <a:pt x="407" y="318"/>
                      </a:lnTo>
                      <a:close/>
                      <a:moveTo>
                        <a:pt x="358" y="316"/>
                      </a:moveTo>
                      <a:lnTo>
                        <a:pt x="358" y="318"/>
                      </a:lnTo>
                      <a:lnTo>
                        <a:pt x="358" y="316"/>
                      </a:lnTo>
                      <a:close/>
                      <a:moveTo>
                        <a:pt x="365" y="316"/>
                      </a:moveTo>
                      <a:lnTo>
                        <a:pt x="363" y="316"/>
                      </a:lnTo>
                      <a:lnTo>
                        <a:pt x="365" y="316"/>
                      </a:lnTo>
                      <a:close/>
                      <a:moveTo>
                        <a:pt x="460" y="316"/>
                      </a:moveTo>
                      <a:lnTo>
                        <a:pt x="462" y="316"/>
                      </a:lnTo>
                      <a:lnTo>
                        <a:pt x="460" y="316"/>
                      </a:lnTo>
                      <a:close/>
                      <a:moveTo>
                        <a:pt x="456" y="315"/>
                      </a:moveTo>
                      <a:lnTo>
                        <a:pt x="456" y="316"/>
                      </a:lnTo>
                      <a:lnTo>
                        <a:pt x="456" y="315"/>
                      </a:lnTo>
                      <a:close/>
                      <a:moveTo>
                        <a:pt x="371" y="315"/>
                      </a:moveTo>
                      <a:lnTo>
                        <a:pt x="372" y="315"/>
                      </a:lnTo>
                      <a:lnTo>
                        <a:pt x="371" y="315"/>
                      </a:lnTo>
                      <a:close/>
                      <a:moveTo>
                        <a:pt x="464" y="315"/>
                      </a:moveTo>
                      <a:lnTo>
                        <a:pt x="462" y="315"/>
                      </a:lnTo>
                      <a:lnTo>
                        <a:pt x="464" y="315"/>
                      </a:lnTo>
                      <a:close/>
                      <a:moveTo>
                        <a:pt x="365" y="313"/>
                      </a:moveTo>
                      <a:lnTo>
                        <a:pt x="367" y="313"/>
                      </a:lnTo>
                      <a:lnTo>
                        <a:pt x="365" y="313"/>
                      </a:lnTo>
                      <a:close/>
                      <a:moveTo>
                        <a:pt x="274" y="311"/>
                      </a:moveTo>
                      <a:lnTo>
                        <a:pt x="272" y="311"/>
                      </a:lnTo>
                      <a:lnTo>
                        <a:pt x="274" y="311"/>
                      </a:lnTo>
                      <a:close/>
                      <a:moveTo>
                        <a:pt x="465" y="311"/>
                      </a:moveTo>
                      <a:lnTo>
                        <a:pt x="465" y="309"/>
                      </a:lnTo>
                      <a:lnTo>
                        <a:pt x="465" y="311"/>
                      </a:lnTo>
                      <a:close/>
                      <a:moveTo>
                        <a:pt x="367" y="309"/>
                      </a:moveTo>
                      <a:lnTo>
                        <a:pt x="367" y="311"/>
                      </a:lnTo>
                      <a:lnTo>
                        <a:pt x="367" y="309"/>
                      </a:lnTo>
                      <a:close/>
                      <a:moveTo>
                        <a:pt x="197" y="309"/>
                      </a:moveTo>
                      <a:lnTo>
                        <a:pt x="197" y="311"/>
                      </a:lnTo>
                      <a:lnTo>
                        <a:pt x="197" y="309"/>
                      </a:lnTo>
                      <a:close/>
                      <a:moveTo>
                        <a:pt x="403" y="309"/>
                      </a:moveTo>
                      <a:lnTo>
                        <a:pt x="402" y="309"/>
                      </a:lnTo>
                      <a:lnTo>
                        <a:pt x="403" y="309"/>
                      </a:lnTo>
                      <a:close/>
                      <a:moveTo>
                        <a:pt x="376" y="307"/>
                      </a:moveTo>
                      <a:lnTo>
                        <a:pt x="374" y="307"/>
                      </a:lnTo>
                      <a:lnTo>
                        <a:pt x="376" y="307"/>
                      </a:lnTo>
                      <a:close/>
                      <a:moveTo>
                        <a:pt x="416" y="305"/>
                      </a:moveTo>
                      <a:lnTo>
                        <a:pt x="418" y="305"/>
                      </a:lnTo>
                      <a:lnTo>
                        <a:pt x="416" y="305"/>
                      </a:lnTo>
                      <a:close/>
                      <a:moveTo>
                        <a:pt x="460" y="296"/>
                      </a:moveTo>
                      <a:lnTo>
                        <a:pt x="460" y="294"/>
                      </a:lnTo>
                      <a:lnTo>
                        <a:pt x="460" y="296"/>
                      </a:lnTo>
                      <a:close/>
                      <a:moveTo>
                        <a:pt x="566" y="287"/>
                      </a:moveTo>
                      <a:lnTo>
                        <a:pt x="564" y="287"/>
                      </a:lnTo>
                      <a:lnTo>
                        <a:pt x="566" y="287"/>
                      </a:lnTo>
                      <a:close/>
                      <a:moveTo>
                        <a:pt x="334" y="283"/>
                      </a:moveTo>
                      <a:lnTo>
                        <a:pt x="332" y="283"/>
                      </a:lnTo>
                      <a:lnTo>
                        <a:pt x="334" y="283"/>
                      </a:lnTo>
                      <a:close/>
                      <a:moveTo>
                        <a:pt x="407" y="282"/>
                      </a:moveTo>
                      <a:lnTo>
                        <a:pt x="407" y="280"/>
                      </a:lnTo>
                      <a:lnTo>
                        <a:pt x="407" y="282"/>
                      </a:lnTo>
                      <a:close/>
                      <a:moveTo>
                        <a:pt x="407" y="282"/>
                      </a:moveTo>
                      <a:lnTo>
                        <a:pt x="407" y="280"/>
                      </a:lnTo>
                      <a:lnTo>
                        <a:pt x="407" y="282"/>
                      </a:lnTo>
                      <a:close/>
                      <a:moveTo>
                        <a:pt x="332" y="278"/>
                      </a:moveTo>
                      <a:lnTo>
                        <a:pt x="330" y="278"/>
                      </a:lnTo>
                      <a:lnTo>
                        <a:pt x="332" y="278"/>
                      </a:lnTo>
                      <a:close/>
                      <a:moveTo>
                        <a:pt x="411" y="278"/>
                      </a:moveTo>
                      <a:lnTo>
                        <a:pt x="411" y="276"/>
                      </a:lnTo>
                      <a:lnTo>
                        <a:pt x="411" y="278"/>
                      </a:lnTo>
                      <a:close/>
                      <a:moveTo>
                        <a:pt x="604" y="273"/>
                      </a:moveTo>
                      <a:lnTo>
                        <a:pt x="604" y="271"/>
                      </a:lnTo>
                      <a:lnTo>
                        <a:pt x="604" y="273"/>
                      </a:lnTo>
                      <a:close/>
                      <a:moveTo>
                        <a:pt x="329" y="260"/>
                      </a:moveTo>
                      <a:lnTo>
                        <a:pt x="327" y="260"/>
                      </a:lnTo>
                      <a:lnTo>
                        <a:pt x="329" y="260"/>
                      </a:lnTo>
                      <a:close/>
                      <a:moveTo>
                        <a:pt x="332" y="258"/>
                      </a:moveTo>
                      <a:lnTo>
                        <a:pt x="332" y="256"/>
                      </a:lnTo>
                      <a:lnTo>
                        <a:pt x="332" y="258"/>
                      </a:lnTo>
                      <a:close/>
                      <a:moveTo>
                        <a:pt x="458" y="227"/>
                      </a:moveTo>
                      <a:lnTo>
                        <a:pt x="456" y="227"/>
                      </a:lnTo>
                      <a:lnTo>
                        <a:pt x="458" y="227"/>
                      </a:lnTo>
                      <a:close/>
                      <a:moveTo>
                        <a:pt x="531" y="210"/>
                      </a:moveTo>
                      <a:lnTo>
                        <a:pt x="531" y="209"/>
                      </a:lnTo>
                      <a:lnTo>
                        <a:pt x="531" y="210"/>
                      </a:lnTo>
                      <a:close/>
                      <a:moveTo>
                        <a:pt x="460" y="207"/>
                      </a:moveTo>
                      <a:lnTo>
                        <a:pt x="460" y="205"/>
                      </a:lnTo>
                      <a:lnTo>
                        <a:pt x="460" y="207"/>
                      </a:lnTo>
                      <a:close/>
                      <a:moveTo>
                        <a:pt x="462" y="207"/>
                      </a:moveTo>
                      <a:lnTo>
                        <a:pt x="462" y="205"/>
                      </a:lnTo>
                      <a:lnTo>
                        <a:pt x="462" y="207"/>
                      </a:lnTo>
                      <a:close/>
                      <a:moveTo>
                        <a:pt x="460" y="205"/>
                      </a:moveTo>
                      <a:lnTo>
                        <a:pt x="462" y="205"/>
                      </a:lnTo>
                      <a:lnTo>
                        <a:pt x="460" y="205"/>
                      </a:lnTo>
                      <a:close/>
                      <a:moveTo>
                        <a:pt x="513" y="183"/>
                      </a:moveTo>
                      <a:lnTo>
                        <a:pt x="513" y="185"/>
                      </a:lnTo>
                      <a:lnTo>
                        <a:pt x="513" y="183"/>
                      </a:lnTo>
                      <a:close/>
                      <a:moveTo>
                        <a:pt x="613" y="179"/>
                      </a:moveTo>
                      <a:lnTo>
                        <a:pt x="613" y="177"/>
                      </a:lnTo>
                      <a:lnTo>
                        <a:pt x="613" y="179"/>
                      </a:lnTo>
                      <a:close/>
                      <a:moveTo>
                        <a:pt x="628" y="177"/>
                      </a:moveTo>
                      <a:lnTo>
                        <a:pt x="628" y="176"/>
                      </a:lnTo>
                      <a:lnTo>
                        <a:pt x="628" y="177"/>
                      </a:lnTo>
                      <a:close/>
                      <a:moveTo>
                        <a:pt x="628" y="177"/>
                      </a:moveTo>
                      <a:lnTo>
                        <a:pt x="628" y="176"/>
                      </a:lnTo>
                      <a:lnTo>
                        <a:pt x="628" y="177"/>
                      </a:lnTo>
                      <a:close/>
                      <a:moveTo>
                        <a:pt x="626" y="172"/>
                      </a:moveTo>
                      <a:lnTo>
                        <a:pt x="626" y="170"/>
                      </a:lnTo>
                      <a:lnTo>
                        <a:pt x="626" y="172"/>
                      </a:lnTo>
                      <a:close/>
                      <a:moveTo>
                        <a:pt x="628" y="170"/>
                      </a:moveTo>
                      <a:lnTo>
                        <a:pt x="628" y="172"/>
                      </a:lnTo>
                      <a:lnTo>
                        <a:pt x="628" y="170"/>
                      </a:lnTo>
                      <a:close/>
                      <a:moveTo>
                        <a:pt x="577" y="132"/>
                      </a:moveTo>
                      <a:lnTo>
                        <a:pt x="577" y="130"/>
                      </a:lnTo>
                      <a:lnTo>
                        <a:pt x="577" y="132"/>
                      </a:lnTo>
                      <a:close/>
                      <a:moveTo>
                        <a:pt x="573" y="126"/>
                      </a:moveTo>
                      <a:lnTo>
                        <a:pt x="573" y="128"/>
                      </a:lnTo>
                      <a:lnTo>
                        <a:pt x="573" y="126"/>
                      </a:lnTo>
                      <a:lnTo>
                        <a:pt x="575" y="126"/>
                      </a:lnTo>
                      <a:lnTo>
                        <a:pt x="573" y="126"/>
                      </a:lnTo>
                      <a:close/>
                      <a:moveTo>
                        <a:pt x="639" y="113"/>
                      </a:moveTo>
                      <a:lnTo>
                        <a:pt x="637" y="113"/>
                      </a:lnTo>
                      <a:lnTo>
                        <a:pt x="637" y="112"/>
                      </a:lnTo>
                      <a:lnTo>
                        <a:pt x="639" y="112"/>
                      </a:lnTo>
                      <a:lnTo>
                        <a:pt x="639" y="113"/>
                      </a:lnTo>
                      <a:close/>
                      <a:moveTo>
                        <a:pt x="624" y="86"/>
                      </a:moveTo>
                      <a:lnTo>
                        <a:pt x="622" y="86"/>
                      </a:lnTo>
                      <a:lnTo>
                        <a:pt x="624" y="86"/>
                      </a:lnTo>
                      <a:close/>
                      <a:moveTo>
                        <a:pt x="637" y="26"/>
                      </a:moveTo>
                      <a:lnTo>
                        <a:pt x="637" y="28"/>
                      </a:lnTo>
                      <a:lnTo>
                        <a:pt x="637" y="26"/>
                      </a:lnTo>
                      <a:close/>
                      <a:moveTo>
                        <a:pt x="776" y="2"/>
                      </a:moveTo>
                      <a:lnTo>
                        <a:pt x="776" y="0"/>
                      </a:lnTo>
                      <a:lnTo>
                        <a:pt x="776" y="2"/>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40" name="Freeform 136">
                  <a:extLst>
                    <a:ext uri="{FF2B5EF4-FFF2-40B4-BE49-F238E27FC236}">
                      <a16:creationId xmlns:a16="http://schemas.microsoft.com/office/drawing/2014/main" id="{3EE1520C-4908-99D5-3F1E-D25E88C1D349}"/>
                    </a:ext>
                  </a:extLst>
                </p:cNvPr>
                <p:cNvSpPr>
                  <a:spLocks noEditPoints="1"/>
                </p:cNvSpPr>
                <p:nvPr/>
              </p:nvSpPr>
              <p:spPr bwMode="auto">
                <a:xfrm>
                  <a:off x="5840383" y="3659225"/>
                  <a:ext cx="386744" cy="818670"/>
                </a:xfrm>
                <a:custGeom>
                  <a:avLst/>
                  <a:gdLst>
                    <a:gd name="T0" fmla="*/ 2 w 214"/>
                    <a:gd name="T1" fmla="*/ 436 h 453"/>
                    <a:gd name="T2" fmla="*/ 33 w 214"/>
                    <a:gd name="T3" fmla="*/ 424 h 453"/>
                    <a:gd name="T4" fmla="*/ 93 w 214"/>
                    <a:gd name="T5" fmla="*/ 420 h 453"/>
                    <a:gd name="T6" fmla="*/ 92 w 214"/>
                    <a:gd name="T7" fmla="*/ 420 h 453"/>
                    <a:gd name="T8" fmla="*/ 19 w 214"/>
                    <a:gd name="T9" fmla="*/ 416 h 453"/>
                    <a:gd name="T10" fmla="*/ 39 w 214"/>
                    <a:gd name="T11" fmla="*/ 409 h 453"/>
                    <a:gd name="T12" fmla="*/ 39 w 214"/>
                    <a:gd name="T13" fmla="*/ 409 h 453"/>
                    <a:gd name="T14" fmla="*/ 72 w 214"/>
                    <a:gd name="T15" fmla="*/ 400 h 453"/>
                    <a:gd name="T16" fmla="*/ 134 w 214"/>
                    <a:gd name="T17" fmla="*/ 396 h 453"/>
                    <a:gd name="T18" fmla="*/ 163 w 214"/>
                    <a:gd name="T19" fmla="*/ 387 h 453"/>
                    <a:gd name="T20" fmla="*/ 207 w 214"/>
                    <a:gd name="T21" fmla="*/ 327 h 453"/>
                    <a:gd name="T22" fmla="*/ 207 w 214"/>
                    <a:gd name="T23" fmla="*/ 321 h 453"/>
                    <a:gd name="T24" fmla="*/ 212 w 214"/>
                    <a:gd name="T25" fmla="*/ 307 h 453"/>
                    <a:gd name="T26" fmla="*/ 208 w 214"/>
                    <a:gd name="T27" fmla="*/ 281 h 453"/>
                    <a:gd name="T28" fmla="*/ 197 w 214"/>
                    <a:gd name="T29" fmla="*/ 239 h 453"/>
                    <a:gd name="T30" fmla="*/ 192 w 214"/>
                    <a:gd name="T31" fmla="*/ 228 h 453"/>
                    <a:gd name="T32" fmla="*/ 185 w 214"/>
                    <a:gd name="T33" fmla="*/ 215 h 453"/>
                    <a:gd name="T34" fmla="*/ 170 w 214"/>
                    <a:gd name="T35" fmla="*/ 195 h 453"/>
                    <a:gd name="T36" fmla="*/ 148 w 214"/>
                    <a:gd name="T37" fmla="*/ 179 h 453"/>
                    <a:gd name="T38" fmla="*/ 106 w 214"/>
                    <a:gd name="T39" fmla="*/ 135 h 453"/>
                    <a:gd name="T40" fmla="*/ 110 w 214"/>
                    <a:gd name="T41" fmla="*/ 129 h 453"/>
                    <a:gd name="T42" fmla="*/ 88 w 214"/>
                    <a:gd name="T43" fmla="*/ 76 h 453"/>
                    <a:gd name="T44" fmla="*/ 110 w 214"/>
                    <a:gd name="T45" fmla="*/ 47 h 453"/>
                    <a:gd name="T46" fmla="*/ 112 w 214"/>
                    <a:gd name="T47" fmla="*/ 38 h 453"/>
                    <a:gd name="T48" fmla="*/ 126 w 214"/>
                    <a:gd name="T49" fmla="*/ 29 h 453"/>
                    <a:gd name="T50" fmla="*/ 141 w 214"/>
                    <a:gd name="T51" fmla="*/ 27 h 453"/>
                    <a:gd name="T52" fmla="*/ 128 w 214"/>
                    <a:gd name="T53" fmla="*/ 27 h 453"/>
                    <a:gd name="T54" fmla="*/ 130 w 214"/>
                    <a:gd name="T55" fmla="*/ 25 h 453"/>
                    <a:gd name="T56" fmla="*/ 135 w 214"/>
                    <a:gd name="T57" fmla="*/ 25 h 453"/>
                    <a:gd name="T58" fmla="*/ 132 w 214"/>
                    <a:gd name="T59" fmla="*/ 25 h 453"/>
                    <a:gd name="T60" fmla="*/ 134 w 214"/>
                    <a:gd name="T61" fmla="*/ 25 h 453"/>
                    <a:gd name="T62" fmla="*/ 132 w 214"/>
                    <a:gd name="T63" fmla="*/ 25 h 453"/>
                    <a:gd name="T64" fmla="*/ 130 w 214"/>
                    <a:gd name="T65" fmla="*/ 25 h 453"/>
                    <a:gd name="T66" fmla="*/ 137 w 214"/>
                    <a:gd name="T67" fmla="*/ 25 h 453"/>
                    <a:gd name="T68" fmla="*/ 132 w 214"/>
                    <a:gd name="T69" fmla="*/ 25 h 453"/>
                    <a:gd name="T70" fmla="*/ 134 w 214"/>
                    <a:gd name="T71" fmla="*/ 23 h 453"/>
                    <a:gd name="T72" fmla="*/ 134 w 214"/>
                    <a:gd name="T73" fmla="*/ 23 h 453"/>
                    <a:gd name="T74" fmla="*/ 134 w 214"/>
                    <a:gd name="T75" fmla="*/ 23 h 453"/>
                    <a:gd name="T76" fmla="*/ 126 w 214"/>
                    <a:gd name="T77" fmla="*/ 23 h 453"/>
                    <a:gd name="T78" fmla="*/ 132 w 214"/>
                    <a:gd name="T79" fmla="*/ 23 h 453"/>
                    <a:gd name="T80" fmla="*/ 139 w 214"/>
                    <a:gd name="T81" fmla="*/ 22 h 453"/>
                    <a:gd name="T82" fmla="*/ 128 w 214"/>
                    <a:gd name="T83" fmla="*/ 23 h 453"/>
                    <a:gd name="T84" fmla="*/ 134 w 214"/>
                    <a:gd name="T85" fmla="*/ 23 h 453"/>
                    <a:gd name="T86" fmla="*/ 137 w 214"/>
                    <a:gd name="T87" fmla="*/ 22 h 453"/>
                    <a:gd name="T88" fmla="*/ 132 w 214"/>
                    <a:gd name="T89" fmla="*/ 22 h 453"/>
                    <a:gd name="T90" fmla="*/ 139 w 214"/>
                    <a:gd name="T91" fmla="*/ 22 h 453"/>
                    <a:gd name="T92" fmla="*/ 135 w 214"/>
                    <a:gd name="T93" fmla="*/ 22 h 453"/>
                    <a:gd name="T94" fmla="*/ 137 w 214"/>
                    <a:gd name="T95" fmla="*/ 20 h 453"/>
                    <a:gd name="T96" fmla="*/ 145 w 214"/>
                    <a:gd name="T97" fmla="*/ 20 h 453"/>
                    <a:gd name="T98" fmla="*/ 139 w 214"/>
                    <a:gd name="T99" fmla="*/ 20 h 453"/>
                    <a:gd name="T100" fmla="*/ 146 w 214"/>
                    <a:gd name="T101" fmla="*/ 18 h 453"/>
                    <a:gd name="T102" fmla="*/ 143 w 214"/>
                    <a:gd name="T103" fmla="*/ 18 h 453"/>
                    <a:gd name="T104" fmla="*/ 143 w 214"/>
                    <a:gd name="T105" fmla="*/ 16 h 453"/>
                    <a:gd name="T106" fmla="*/ 157 w 214"/>
                    <a:gd name="T107" fmla="*/ 16 h 453"/>
                    <a:gd name="T108" fmla="*/ 157 w 214"/>
                    <a:gd name="T109" fmla="*/ 16 h 453"/>
                    <a:gd name="T110" fmla="*/ 141 w 214"/>
                    <a:gd name="T111" fmla="*/ 16 h 453"/>
                    <a:gd name="T112" fmla="*/ 141 w 214"/>
                    <a:gd name="T113" fmla="*/ 12 h 453"/>
                    <a:gd name="T114" fmla="*/ 148 w 214"/>
                    <a:gd name="T115" fmla="*/ 9 h 453"/>
                    <a:gd name="T116" fmla="*/ 163 w 214"/>
                    <a:gd name="T11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453">
                      <a:moveTo>
                        <a:pt x="41" y="453"/>
                      </a:moveTo>
                      <a:lnTo>
                        <a:pt x="39" y="453"/>
                      </a:lnTo>
                      <a:lnTo>
                        <a:pt x="41" y="453"/>
                      </a:lnTo>
                      <a:close/>
                      <a:moveTo>
                        <a:pt x="2" y="438"/>
                      </a:moveTo>
                      <a:lnTo>
                        <a:pt x="0" y="438"/>
                      </a:lnTo>
                      <a:lnTo>
                        <a:pt x="2" y="438"/>
                      </a:lnTo>
                      <a:close/>
                      <a:moveTo>
                        <a:pt x="4" y="436"/>
                      </a:moveTo>
                      <a:lnTo>
                        <a:pt x="2" y="436"/>
                      </a:lnTo>
                      <a:lnTo>
                        <a:pt x="4" y="436"/>
                      </a:lnTo>
                      <a:close/>
                      <a:moveTo>
                        <a:pt x="8" y="435"/>
                      </a:moveTo>
                      <a:lnTo>
                        <a:pt x="6" y="435"/>
                      </a:lnTo>
                      <a:lnTo>
                        <a:pt x="8" y="435"/>
                      </a:lnTo>
                      <a:close/>
                      <a:moveTo>
                        <a:pt x="33" y="425"/>
                      </a:moveTo>
                      <a:lnTo>
                        <a:pt x="35" y="425"/>
                      </a:lnTo>
                      <a:lnTo>
                        <a:pt x="33" y="425"/>
                      </a:lnTo>
                      <a:close/>
                      <a:moveTo>
                        <a:pt x="33" y="424"/>
                      </a:moveTo>
                      <a:lnTo>
                        <a:pt x="31" y="424"/>
                      </a:lnTo>
                      <a:lnTo>
                        <a:pt x="31" y="422"/>
                      </a:lnTo>
                      <a:lnTo>
                        <a:pt x="33" y="422"/>
                      </a:lnTo>
                      <a:lnTo>
                        <a:pt x="33" y="424"/>
                      </a:lnTo>
                      <a:close/>
                      <a:moveTo>
                        <a:pt x="93" y="422"/>
                      </a:moveTo>
                      <a:lnTo>
                        <a:pt x="93" y="420"/>
                      </a:lnTo>
                      <a:lnTo>
                        <a:pt x="93" y="422"/>
                      </a:lnTo>
                      <a:close/>
                      <a:moveTo>
                        <a:pt x="93" y="420"/>
                      </a:moveTo>
                      <a:lnTo>
                        <a:pt x="92" y="420"/>
                      </a:lnTo>
                      <a:lnTo>
                        <a:pt x="93" y="420"/>
                      </a:lnTo>
                      <a:close/>
                      <a:moveTo>
                        <a:pt x="114" y="420"/>
                      </a:moveTo>
                      <a:lnTo>
                        <a:pt x="114" y="418"/>
                      </a:lnTo>
                      <a:lnTo>
                        <a:pt x="114" y="420"/>
                      </a:lnTo>
                      <a:close/>
                      <a:moveTo>
                        <a:pt x="92" y="420"/>
                      </a:moveTo>
                      <a:lnTo>
                        <a:pt x="92" y="418"/>
                      </a:lnTo>
                      <a:lnTo>
                        <a:pt x="92" y="420"/>
                      </a:lnTo>
                      <a:close/>
                      <a:moveTo>
                        <a:pt x="114" y="420"/>
                      </a:moveTo>
                      <a:lnTo>
                        <a:pt x="115" y="418"/>
                      </a:lnTo>
                      <a:lnTo>
                        <a:pt x="114" y="420"/>
                      </a:lnTo>
                      <a:close/>
                      <a:moveTo>
                        <a:pt x="115" y="418"/>
                      </a:moveTo>
                      <a:lnTo>
                        <a:pt x="114" y="418"/>
                      </a:lnTo>
                      <a:lnTo>
                        <a:pt x="115" y="418"/>
                      </a:lnTo>
                      <a:close/>
                      <a:moveTo>
                        <a:pt x="20" y="416"/>
                      </a:moveTo>
                      <a:lnTo>
                        <a:pt x="19" y="416"/>
                      </a:lnTo>
                      <a:lnTo>
                        <a:pt x="20" y="416"/>
                      </a:lnTo>
                      <a:close/>
                      <a:moveTo>
                        <a:pt x="20" y="416"/>
                      </a:moveTo>
                      <a:lnTo>
                        <a:pt x="20" y="415"/>
                      </a:lnTo>
                      <a:lnTo>
                        <a:pt x="20" y="416"/>
                      </a:lnTo>
                      <a:close/>
                      <a:moveTo>
                        <a:pt x="196" y="411"/>
                      </a:moveTo>
                      <a:lnTo>
                        <a:pt x="194" y="411"/>
                      </a:lnTo>
                      <a:lnTo>
                        <a:pt x="196" y="411"/>
                      </a:lnTo>
                      <a:close/>
                      <a:moveTo>
                        <a:pt x="39" y="409"/>
                      </a:moveTo>
                      <a:lnTo>
                        <a:pt x="37" y="409"/>
                      </a:lnTo>
                      <a:lnTo>
                        <a:pt x="39" y="409"/>
                      </a:lnTo>
                      <a:close/>
                      <a:moveTo>
                        <a:pt x="39" y="409"/>
                      </a:moveTo>
                      <a:lnTo>
                        <a:pt x="39" y="407"/>
                      </a:lnTo>
                      <a:lnTo>
                        <a:pt x="39" y="409"/>
                      </a:lnTo>
                      <a:close/>
                      <a:moveTo>
                        <a:pt x="39" y="409"/>
                      </a:moveTo>
                      <a:lnTo>
                        <a:pt x="39" y="407"/>
                      </a:lnTo>
                      <a:lnTo>
                        <a:pt x="39" y="409"/>
                      </a:lnTo>
                      <a:close/>
                      <a:moveTo>
                        <a:pt x="104" y="405"/>
                      </a:moveTo>
                      <a:lnTo>
                        <a:pt x="104" y="407"/>
                      </a:lnTo>
                      <a:lnTo>
                        <a:pt x="104" y="405"/>
                      </a:lnTo>
                      <a:close/>
                      <a:moveTo>
                        <a:pt x="31" y="402"/>
                      </a:moveTo>
                      <a:lnTo>
                        <a:pt x="31" y="404"/>
                      </a:lnTo>
                      <a:lnTo>
                        <a:pt x="31" y="402"/>
                      </a:lnTo>
                      <a:close/>
                      <a:moveTo>
                        <a:pt x="72" y="398"/>
                      </a:moveTo>
                      <a:lnTo>
                        <a:pt x="72" y="400"/>
                      </a:lnTo>
                      <a:lnTo>
                        <a:pt x="72" y="398"/>
                      </a:lnTo>
                      <a:close/>
                      <a:moveTo>
                        <a:pt x="37" y="398"/>
                      </a:moveTo>
                      <a:lnTo>
                        <a:pt x="39" y="398"/>
                      </a:lnTo>
                      <a:lnTo>
                        <a:pt x="37" y="398"/>
                      </a:lnTo>
                      <a:close/>
                      <a:moveTo>
                        <a:pt x="134" y="396"/>
                      </a:moveTo>
                      <a:lnTo>
                        <a:pt x="134" y="398"/>
                      </a:lnTo>
                      <a:lnTo>
                        <a:pt x="134" y="396"/>
                      </a:lnTo>
                      <a:close/>
                      <a:moveTo>
                        <a:pt x="134" y="396"/>
                      </a:moveTo>
                      <a:lnTo>
                        <a:pt x="134" y="398"/>
                      </a:lnTo>
                      <a:lnTo>
                        <a:pt x="134" y="396"/>
                      </a:lnTo>
                      <a:close/>
                      <a:moveTo>
                        <a:pt x="128" y="391"/>
                      </a:moveTo>
                      <a:lnTo>
                        <a:pt x="126" y="391"/>
                      </a:lnTo>
                      <a:lnTo>
                        <a:pt x="128" y="391"/>
                      </a:lnTo>
                      <a:close/>
                      <a:moveTo>
                        <a:pt x="163" y="387"/>
                      </a:moveTo>
                      <a:lnTo>
                        <a:pt x="163" y="389"/>
                      </a:lnTo>
                      <a:lnTo>
                        <a:pt x="163" y="387"/>
                      </a:lnTo>
                      <a:close/>
                      <a:moveTo>
                        <a:pt x="205" y="347"/>
                      </a:moveTo>
                      <a:lnTo>
                        <a:pt x="207" y="349"/>
                      </a:lnTo>
                      <a:lnTo>
                        <a:pt x="205" y="349"/>
                      </a:lnTo>
                      <a:lnTo>
                        <a:pt x="205" y="347"/>
                      </a:lnTo>
                      <a:close/>
                      <a:moveTo>
                        <a:pt x="208" y="334"/>
                      </a:moveTo>
                      <a:lnTo>
                        <a:pt x="208" y="336"/>
                      </a:lnTo>
                      <a:lnTo>
                        <a:pt x="208" y="334"/>
                      </a:lnTo>
                      <a:close/>
                      <a:moveTo>
                        <a:pt x="207" y="327"/>
                      </a:moveTo>
                      <a:lnTo>
                        <a:pt x="205" y="327"/>
                      </a:lnTo>
                      <a:lnTo>
                        <a:pt x="207" y="327"/>
                      </a:lnTo>
                      <a:close/>
                      <a:moveTo>
                        <a:pt x="210" y="325"/>
                      </a:moveTo>
                      <a:lnTo>
                        <a:pt x="208" y="325"/>
                      </a:lnTo>
                      <a:lnTo>
                        <a:pt x="210" y="325"/>
                      </a:lnTo>
                      <a:close/>
                      <a:moveTo>
                        <a:pt x="207" y="321"/>
                      </a:moveTo>
                      <a:lnTo>
                        <a:pt x="205" y="321"/>
                      </a:lnTo>
                      <a:lnTo>
                        <a:pt x="207" y="321"/>
                      </a:lnTo>
                      <a:close/>
                      <a:moveTo>
                        <a:pt x="207" y="321"/>
                      </a:moveTo>
                      <a:lnTo>
                        <a:pt x="205" y="321"/>
                      </a:lnTo>
                      <a:lnTo>
                        <a:pt x="207" y="321"/>
                      </a:lnTo>
                      <a:close/>
                      <a:moveTo>
                        <a:pt x="210" y="319"/>
                      </a:moveTo>
                      <a:lnTo>
                        <a:pt x="208" y="319"/>
                      </a:lnTo>
                      <a:lnTo>
                        <a:pt x="210" y="319"/>
                      </a:lnTo>
                      <a:close/>
                      <a:moveTo>
                        <a:pt x="214" y="307"/>
                      </a:moveTo>
                      <a:lnTo>
                        <a:pt x="212" y="307"/>
                      </a:lnTo>
                      <a:lnTo>
                        <a:pt x="214" y="307"/>
                      </a:lnTo>
                      <a:close/>
                      <a:moveTo>
                        <a:pt x="210" y="303"/>
                      </a:moveTo>
                      <a:lnTo>
                        <a:pt x="208" y="303"/>
                      </a:lnTo>
                      <a:lnTo>
                        <a:pt x="210" y="303"/>
                      </a:lnTo>
                      <a:close/>
                      <a:moveTo>
                        <a:pt x="208" y="294"/>
                      </a:moveTo>
                      <a:lnTo>
                        <a:pt x="208" y="296"/>
                      </a:lnTo>
                      <a:lnTo>
                        <a:pt x="208" y="294"/>
                      </a:lnTo>
                      <a:close/>
                      <a:moveTo>
                        <a:pt x="208" y="281"/>
                      </a:moveTo>
                      <a:lnTo>
                        <a:pt x="207" y="281"/>
                      </a:lnTo>
                      <a:lnTo>
                        <a:pt x="208" y="281"/>
                      </a:lnTo>
                      <a:close/>
                      <a:moveTo>
                        <a:pt x="208" y="274"/>
                      </a:moveTo>
                      <a:lnTo>
                        <a:pt x="210" y="274"/>
                      </a:lnTo>
                      <a:lnTo>
                        <a:pt x="208" y="274"/>
                      </a:lnTo>
                      <a:close/>
                      <a:moveTo>
                        <a:pt x="197" y="239"/>
                      </a:moveTo>
                      <a:lnTo>
                        <a:pt x="197" y="241"/>
                      </a:lnTo>
                      <a:lnTo>
                        <a:pt x="197" y="239"/>
                      </a:lnTo>
                      <a:close/>
                      <a:moveTo>
                        <a:pt x="196" y="230"/>
                      </a:moveTo>
                      <a:lnTo>
                        <a:pt x="194" y="230"/>
                      </a:lnTo>
                      <a:lnTo>
                        <a:pt x="196" y="230"/>
                      </a:lnTo>
                      <a:close/>
                      <a:moveTo>
                        <a:pt x="196" y="230"/>
                      </a:moveTo>
                      <a:lnTo>
                        <a:pt x="194" y="230"/>
                      </a:lnTo>
                      <a:lnTo>
                        <a:pt x="196" y="230"/>
                      </a:lnTo>
                      <a:close/>
                      <a:moveTo>
                        <a:pt x="192" y="230"/>
                      </a:moveTo>
                      <a:lnTo>
                        <a:pt x="192" y="228"/>
                      </a:lnTo>
                      <a:lnTo>
                        <a:pt x="192" y="230"/>
                      </a:lnTo>
                      <a:close/>
                      <a:moveTo>
                        <a:pt x="190" y="223"/>
                      </a:moveTo>
                      <a:lnTo>
                        <a:pt x="190" y="221"/>
                      </a:lnTo>
                      <a:lnTo>
                        <a:pt x="190" y="223"/>
                      </a:lnTo>
                      <a:close/>
                      <a:moveTo>
                        <a:pt x="185" y="217"/>
                      </a:moveTo>
                      <a:lnTo>
                        <a:pt x="187" y="217"/>
                      </a:lnTo>
                      <a:lnTo>
                        <a:pt x="185" y="217"/>
                      </a:lnTo>
                      <a:close/>
                      <a:moveTo>
                        <a:pt x="185" y="215"/>
                      </a:moveTo>
                      <a:lnTo>
                        <a:pt x="183" y="215"/>
                      </a:lnTo>
                      <a:lnTo>
                        <a:pt x="185" y="215"/>
                      </a:lnTo>
                      <a:close/>
                      <a:moveTo>
                        <a:pt x="187" y="204"/>
                      </a:moveTo>
                      <a:lnTo>
                        <a:pt x="188" y="204"/>
                      </a:lnTo>
                      <a:lnTo>
                        <a:pt x="187" y="204"/>
                      </a:lnTo>
                      <a:close/>
                      <a:moveTo>
                        <a:pt x="170" y="195"/>
                      </a:moveTo>
                      <a:lnTo>
                        <a:pt x="170" y="193"/>
                      </a:lnTo>
                      <a:lnTo>
                        <a:pt x="170" y="195"/>
                      </a:lnTo>
                      <a:close/>
                      <a:moveTo>
                        <a:pt x="161" y="186"/>
                      </a:moveTo>
                      <a:lnTo>
                        <a:pt x="159" y="186"/>
                      </a:lnTo>
                      <a:lnTo>
                        <a:pt x="161" y="186"/>
                      </a:lnTo>
                      <a:close/>
                      <a:moveTo>
                        <a:pt x="148" y="181"/>
                      </a:moveTo>
                      <a:lnTo>
                        <a:pt x="148" y="179"/>
                      </a:lnTo>
                      <a:lnTo>
                        <a:pt x="148" y="181"/>
                      </a:lnTo>
                      <a:close/>
                      <a:moveTo>
                        <a:pt x="150" y="179"/>
                      </a:moveTo>
                      <a:lnTo>
                        <a:pt x="148" y="179"/>
                      </a:lnTo>
                      <a:lnTo>
                        <a:pt x="150" y="179"/>
                      </a:lnTo>
                      <a:close/>
                      <a:moveTo>
                        <a:pt x="150" y="177"/>
                      </a:moveTo>
                      <a:lnTo>
                        <a:pt x="148" y="177"/>
                      </a:lnTo>
                      <a:lnTo>
                        <a:pt x="150" y="177"/>
                      </a:lnTo>
                      <a:close/>
                      <a:moveTo>
                        <a:pt x="132" y="168"/>
                      </a:moveTo>
                      <a:lnTo>
                        <a:pt x="132" y="166"/>
                      </a:lnTo>
                      <a:lnTo>
                        <a:pt x="132" y="168"/>
                      </a:lnTo>
                      <a:close/>
                      <a:moveTo>
                        <a:pt x="106" y="135"/>
                      </a:moveTo>
                      <a:lnTo>
                        <a:pt x="106" y="137"/>
                      </a:lnTo>
                      <a:lnTo>
                        <a:pt x="106" y="135"/>
                      </a:lnTo>
                      <a:close/>
                      <a:moveTo>
                        <a:pt x="104" y="135"/>
                      </a:moveTo>
                      <a:lnTo>
                        <a:pt x="103" y="135"/>
                      </a:lnTo>
                      <a:lnTo>
                        <a:pt x="104" y="135"/>
                      </a:lnTo>
                      <a:close/>
                      <a:moveTo>
                        <a:pt x="110" y="129"/>
                      </a:moveTo>
                      <a:lnTo>
                        <a:pt x="108" y="129"/>
                      </a:lnTo>
                      <a:lnTo>
                        <a:pt x="110" y="129"/>
                      </a:lnTo>
                      <a:close/>
                      <a:moveTo>
                        <a:pt x="110" y="128"/>
                      </a:moveTo>
                      <a:lnTo>
                        <a:pt x="110" y="129"/>
                      </a:lnTo>
                      <a:lnTo>
                        <a:pt x="110" y="128"/>
                      </a:lnTo>
                      <a:close/>
                      <a:moveTo>
                        <a:pt x="88" y="80"/>
                      </a:moveTo>
                      <a:lnTo>
                        <a:pt x="88" y="78"/>
                      </a:lnTo>
                      <a:lnTo>
                        <a:pt x="88" y="80"/>
                      </a:lnTo>
                      <a:close/>
                      <a:moveTo>
                        <a:pt x="88" y="78"/>
                      </a:moveTo>
                      <a:lnTo>
                        <a:pt x="88" y="76"/>
                      </a:lnTo>
                      <a:lnTo>
                        <a:pt x="88" y="78"/>
                      </a:lnTo>
                      <a:close/>
                      <a:moveTo>
                        <a:pt x="86" y="64"/>
                      </a:moveTo>
                      <a:lnTo>
                        <a:pt x="86" y="62"/>
                      </a:lnTo>
                      <a:lnTo>
                        <a:pt x="86" y="64"/>
                      </a:lnTo>
                      <a:close/>
                      <a:moveTo>
                        <a:pt x="108" y="47"/>
                      </a:moveTo>
                      <a:lnTo>
                        <a:pt x="110" y="47"/>
                      </a:lnTo>
                      <a:lnTo>
                        <a:pt x="108" y="47"/>
                      </a:lnTo>
                      <a:close/>
                      <a:moveTo>
                        <a:pt x="110" y="47"/>
                      </a:moveTo>
                      <a:lnTo>
                        <a:pt x="112" y="47"/>
                      </a:lnTo>
                      <a:lnTo>
                        <a:pt x="110" y="47"/>
                      </a:lnTo>
                      <a:close/>
                      <a:moveTo>
                        <a:pt x="114" y="40"/>
                      </a:moveTo>
                      <a:lnTo>
                        <a:pt x="112" y="40"/>
                      </a:lnTo>
                      <a:lnTo>
                        <a:pt x="114" y="40"/>
                      </a:lnTo>
                      <a:close/>
                      <a:moveTo>
                        <a:pt x="112" y="38"/>
                      </a:moveTo>
                      <a:lnTo>
                        <a:pt x="110" y="38"/>
                      </a:lnTo>
                      <a:lnTo>
                        <a:pt x="112" y="38"/>
                      </a:lnTo>
                      <a:close/>
                      <a:moveTo>
                        <a:pt x="117" y="31"/>
                      </a:moveTo>
                      <a:lnTo>
                        <a:pt x="115" y="31"/>
                      </a:lnTo>
                      <a:lnTo>
                        <a:pt x="117" y="31"/>
                      </a:lnTo>
                      <a:close/>
                      <a:moveTo>
                        <a:pt x="130" y="31"/>
                      </a:moveTo>
                      <a:lnTo>
                        <a:pt x="130" y="29"/>
                      </a:lnTo>
                      <a:lnTo>
                        <a:pt x="130" y="31"/>
                      </a:lnTo>
                      <a:close/>
                      <a:moveTo>
                        <a:pt x="128" y="29"/>
                      </a:moveTo>
                      <a:lnTo>
                        <a:pt x="126" y="29"/>
                      </a:lnTo>
                      <a:lnTo>
                        <a:pt x="128" y="29"/>
                      </a:lnTo>
                      <a:close/>
                      <a:moveTo>
                        <a:pt x="134" y="29"/>
                      </a:moveTo>
                      <a:lnTo>
                        <a:pt x="134" y="27"/>
                      </a:lnTo>
                      <a:lnTo>
                        <a:pt x="134" y="29"/>
                      </a:lnTo>
                      <a:close/>
                      <a:moveTo>
                        <a:pt x="132" y="27"/>
                      </a:moveTo>
                      <a:lnTo>
                        <a:pt x="132" y="29"/>
                      </a:lnTo>
                      <a:lnTo>
                        <a:pt x="132" y="27"/>
                      </a:lnTo>
                      <a:close/>
                      <a:moveTo>
                        <a:pt x="141" y="27"/>
                      </a:moveTo>
                      <a:lnTo>
                        <a:pt x="141" y="29"/>
                      </a:lnTo>
                      <a:lnTo>
                        <a:pt x="141" y="27"/>
                      </a:lnTo>
                      <a:close/>
                      <a:moveTo>
                        <a:pt x="128" y="27"/>
                      </a:moveTo>
                      <a:lnTo>
                        <a:pt x="130" y="27"/>
                      </a:lnTo>
                      <a:lnTo>
                        <a:pt x="128" y="27"/>
                      </a:lnTo>
                      <a:close/>
                      <a:moveTo>
                        <a:pt x="128" y="27"/>
                      </a:moveTo>
                      <a:lnTo>
                        <a:pt x="130" y="27"/>
                      </a:lnTo>
                      <a:lnTo>
                        <a:pt x="128" y="27"/>
                      </a:lnTo>
                      <a:close/>
                      <a:moveTo>
                        <a:pt x="134" y="25"/>
                      </a:moveTo>
                      <a:lnTo>
                        <a:pt x="134" y="27"/>
                      </a:lnTo>
                      <a:lnTo>
                        <a:pt x="134" y="25"/>
                      </a:lnTo>
                      <a:close/>
                      <a:moveTo>
                        <a:pt x="134" y="27"/>
                      </a:moveTo>
                      <a:lnTo>
                        <a:pt x="134" y="25"/>
                      </a:lnTo>
                      <a:lnTo>
                        <a:pt x="134" y="27"/>
                      </a:lnTo>
                      <a:close/>
                      <a:moveTo>
                        <a:pt x="132" y="25"/>
                      </a:moveTo>
                      <a:lnTo>
                        <a:pt x="130" y="25"/>
                      </a:lnTo>
                      <a:lnTo>
                        <a:pt x="132" y="25"/>
                      </a:lnTo>
                      <a:close/>
                      <a:moveTo>
                        <a:pt x="137" y="25"/>
                      </a:moveTo>
                      <a:lnTo>
                        <a:pt x="135" y="25"/>
                      </a:lnTo>
                      <a:lnTo>
                        <a:pt x="137" y="25"/>
                      </a:lnTo>
                      <a:close/>
                      <a:moveTo>
                        <a:pt x="135" y="25"/>
                      </a:moveTo>
                      <a:lnTo>
                        <a:pt x="134" y="25"/>
                      </a:lnTo>
                      <a:lnTo>
                        <a:pt x="135" y="25"/>
                      </a:lnTo>
                      <a:close/>
                      <a:moveTo>
                        <a:pt x="135" y="25"/>
                      </a:moveTo>
                      <a:lnTo>
                        <a:pt x="134" y="25"/>
                      </a:lnTo>
                      <a:lnTo>
                        <a:pt x="135" y="25"/>
                      </a:lnTo>
                      <a:close/>
                      <a:moveTo>
                        <a:pt x="135" y="25"/>
                      </a:moveTo>
                      <a:lnTo>
                        <a:pt x="134" y="25"/>
                      </a:lnTo>
                      <a:lnTo>
                        <a:pt x="135" y="25"/>
                      </a:lnTo>
                      <a:close/>
                      <a:moveTo>
                        <a:pt x="132" y="25"/>
                      </a:moveTo>
                      <a:lnTo>
                        <a:pt x="130" y="25"/>
                      </a:lnTo>
                      <a:lnTo>
                        <a:pt x="132" y="25"/>
                      </a:lnTo>
                      <a:close/>
                      <a:moveTo>
                        <a:pt x="135" y="25"/>
                      </a:moveTo>
                      <a:lnTo>
                        <a:pt x="137" y="25"/>
                      </a:lnTo>
                      <a:lnTo>
                        <a:pt x="135" y="25"/>
                      </a:lnTo>
                      <a:close/>
                      <a:moveTo>
                        <a:pt x="134" y="25"/>
                      </a:moveTo>
                      <a:lnTo>
                        <a:pt x="135" y="25"/>
                      </a:lnTo>
                      <a:lnTo>
                        <a:pt x="134" y="25"/>
                      </a:lnTo>
                      <a:close/>
                      <a:moveTo>
                        <a:pt x="135" y="25"/>
                      </a:moveTo>
                      <a:lnTo>
                        <a:pt x="134" y="25"/>
                      </a:lnTo>
                      <a:lnTo>
                        <a:pt x="135" y="25"/>
                      </a:lnTo>
                      <a:close/>
                      <a:moveTo>
                        <a:pt x="137" y="25"/>
                      </a:moveTo>
                      <a:lnTo>
                        <a:pt x="135" y="25"/>
                      </a:lnTo>
                      <a:lnTo>
                        <a:pt x="137" y="25"/>
                      </a:lnTo>
                      <a:close/>
                      <a:moveTo>
                        <a:pt x="130" y="25"/>
                      </a:moveTo>
                      <a:lnTo>
                        <a:pt x="130" y="23"/>
                      </a:lnTo>
                      <a:lnTo>
                        <a:pt x="130" y="25"/>
                      </a:lnTo>
                      <a:close/>
                      <a:moveTo>
                        <a:pt x="132" y="25"/>
                      </a:moveTo>
                      <a:lnTo>
                        <a:pt x="132" y="23"/>
                      </a:lnTo>
                      <a:lnTo>
                        <a:pt x="132" y="25"/>
                      </a:lnTo>
                      <a:close/>
                      <a:moveTo>
                        <a:pt x="130" y="23"/>
                      </a:moveTo>
                      <a:lnTo>
                        <a:pt x="130" y="25"/>
                      </a:lnTo>
                      <a:lnTo>
                        <a:pt x="130" y="23"/>
                      </a:lnTo>
                      <a:close/>
                      <a:moveTo>
                        <a:pt x="130" y="25"/>
                      </a:moveTo>
                      <a:lnTo>
                        <a:pt x="130" y="23"/>
                      </a:lnTo>
                      <a:lnTo>
                        <a:pt x="130" y="25"/>
                      </a:lnTo>
                      <a:close/>
                      <a:moveTo>
                        <a:pt x="137" y="23"/>
                      </a:moveTo>
                      <a:lnTo>
                        <a:pt x="137" y="25"/>
                      </a:lnTo>
                      <a:lnTo>
                        <a:pt x="137" y="23"/>
                      </a:lnTo>
                      <a:close/>
                      <a:moveTo>
                        <a:pt x="130" y="23"/>
                      </a:moveTo>
                      <a:lnTo>
                        <a:pt x="130" y="25"/>
                      </a:lnTo>
                      <a:lnTo>
                        <a:pt x="130" y="23"/>
                      </a:lnTo>
                      <a:close/>
                      <a:moveTo>
                        <a:pt x="137" y="23"/>
                      </a:moveTo>
                      <a:lnTo>
                        <a:pt x="137" y="25"/>
                      </a:lnTo>
                      <a:lnTo>
                        <a:pt x="137" y="23"/>
                      </a:lnTo>
                      <a:close/>
                      <a:moveTo>
                        <a:pt x="141" y="25"/>
                      </a:moveTo>
                      <a:lnTo>
                        <a:pt x="141" y="23"/>
                      </a:lnTo>
                      <a:lnTo>
                        <a:pt x="143" y="23"/>
                      </a:lnTo>
                      <a:lnTo>
                        <a:pt x="141" y="25"/>
                      </a:lnTo>
                      <a:close/>
                      <a:moveTo>
                        <a:pt x="130" y="23"/>
                      </a:moveTo>
                      <a:lnTo>
                        <a:pt x="132" y="23"/>
                      </a:lnTo>
                      <a:lnTo>
                        <a:pt x="132" y="25"/>
                      </a:lnTo>
                      <a:lnTo>
                        <a:pt x="132" y="23"/>
                      </a:lnTo>
                      <a:lnTo>
                        <a:pt x="130" y="23"/>
                      </a:lnTo>
                      <a:close/>
                      <a:moveTo>
                        <a:pt x="139" y="23"/>
                      </a:moveTo>
                      <a:lnTo>
                        <a:pt x="137" y="23"/>
                      </a:lnTo>
                      <a:lnTo>
                        <a:pt x="139" y="23"/>
                      </a:lnTo>
                      <a:close/>
                      <a:moveTo>
                        <a:pt x="134" y="23"/>
                      </a:moveTo>
                      <a:lnTo>
                        <a:pt x="132" y="23"/>
                      </a:lnTo>
                      <a:lnTo>
                        <a:pt x="134" y="23"/>
                      </a:lnTo>
                      <a:close/>
                      <a:moveTo>
                        <a:pt x="137" y="23"/>
                      </a:moveTo>
                      <a:lnTo>
                        <a:pt x="135" y="23"/>
                      </a:lnTo>
                      <a:lnTo>
                        <a:pt x="137" y="23"/>
                      </a:lnTo>
                      <a:close/>
                      <a:moveTo>
                        <a:pt x="132" y="23"/>
                      </a:moveTo>
                      <a:lnTo>
                        <a:pt x="130" y="23"/>
                      </a:lnTo>
                      <a:lnTo>
                        <a:pt x="132" y="23"/>
                      </a:lnTo>
                      <a:close/>
                      <a:moveTo>
                        <a:pt x="135" y="23"/>
                      </a:moveTo>
                      <a:lnTo>
                        <a:pt x="134" y="23"/>
                      </a:lnTo>
                      <a:lnTo>
                        <a:pt x="135" y="23"/>
                      </a:lnTo>
                      <a:close/>
                      <a:moveTo>
                        <a:pt x="132" y="23"/>
                      </a:moveTo>
                      <a:lnTo>
                        <a:pt x="130" y="23"/>
                      </a:lnTo>
                      <a:lnTo>
                        <a:pt x="132" y="23"/>
                      </a:lnTo>
                      <a:close/>
                      <a:moveTo>
                        <a:pt x="124" y="23"/>
                      </a:moveTo>
                      <a:lnTo>
                        <a:pt x="126" y="23"/>
                      </a:lnTo>
                      <a:lnTo>
                        <a:pt x="124" y="23"/>
                      </a:lnTo>
                      <a:close/>
                      <a:moveTo>
                        <a:pt x="134" y="23"/>
                      </a:moveTo>
                      <a:lnTo>
                        <a:pt x="132" y="23"/>
                      </a:lnTo>
                      <a:lnTo>
                        <a:pt x="134" y="23"/>
                      </a:lnTo>
                      <a:close/>
                      <a:moveTo>
                        <a:pt x="145" y="23"/>
                      </a:moveTo>
                      <a:lnTo>
                        <a:pt x="143" y="23"/>
                      </a:lnTo>
                      <a:lnTo>
                        <a:pt x="145" y="23"/>
                      </a:lnTo>
                      <a:close/>
                      <a:moveTo>
                        <a:pt x="126" y="23"/>
                      </a:moveTo>
                      <a:lnTo>
                        <a:pt x="128" y="23"/>
                      </a:lnTo>
                      <a:lnTo>
                        <a:pt x="126" y="23"/>
                      </a:lnTo>
                      <a:lnTo>
                        <a:pt x="126" y="22"/>
                      </a:lnTo>
                      <a:lnTo>
                        <a:pt x="126" y="23"/>
                      </a:lnTo>
                      <a:close/>
                      <a:moveTo>
                        <a:pt x="139" y="22"/>
                      </a:moveTo>
                      <a:lnTo>
                        <a:pt x="139" y="23"/>
                      </a:lnTo>
                      <a:lnTo>
                        <a:pt x="139" y="22"/>
                      </a:lnTo>
                      <a:close/>
                      <a:moveTo>
                        <a:pt x="132" y="23"/>
                      </a:moveTo>
                      <a:lnTo>
                        <a:pt x="132" y="22"/>
                      </a:lnTo>
                      <a:lnTo>
                        <a:pt x="132" y="23"/>
                      </a:lnTo>
                      <a:close/>
                      <a:moveTo>
                        <a:pt x="130" y="23"/>
                      </a:moveTo>
                      <a:lnTo>
                        <a:pt x="130" y="22"/>
                      </a:lnTo>
                      <a:lnTo>
                        <a:pt x="130" y="23"/>
                      </a:lnTo>
                      <a:close/>
                      <a:moveTo>
                        <a:pt x="141" y="23"/>
                      </a:moveTo>
                      <a:lnTo>
                        <a:pt x="141" y="22"/>
                      </a:lnTo>
                      <a:lnTo>
                        <a:pt x="141" y="23"/>
                      </a:lnTo>
                      <a:close/>
                      <a:moveTo>
                        <a:pt x="139" y="23"/>
                      </a:moveTo>
                      <a:lnTo>
                        <a:pt x="139" y="22"/>
                      </a:lnTo>
                      <a:lnTo>
                        <a:pt x="139" y="23"/>
                      </a:lnTo>
                      <a:close/>
                      <a:moveTo>
                        <a:pt x="128" y="22"/>
                      </a:moveTo>
                      <a:lnTo>
                        <a:pt x="128" y="23"/>
                      </a:lnTo>
                      <a:lnTo>
                        <a:pt x="128" y="22"/>
                      </a:lnTo>
                      <a:close/>
                      <a:moveTo>
                        <a:pt x="134" y="23"/>
                      </a:moveTo>
                      <a:lnTo>
                        <a:pt x="134" y="22"/>
                      </a:lnTo>
                      <a:lnTo>
                        <a:pt x="134" y="23"/>
                      </a:lnTo>
                      <a:close/>
                      <a:moveTo>
                        <a:pt x="128" y="23"/>
                      </a:moveTo>
                      <a:lnTo>
                        <a:pt x="128" y="22"/>
                      </a:lnTo>
                      <a:lnTo>
                        <a:pt x="128" y="23"/>
                      </a:lnTo>
                      <a:close/>
                      <a:moveTo>
                        <a:pt x="126" y="22"/>
                      </a:moveTo>
                      <a:lnTo>
                        <a:pt x="126" y="23"/>
                      </a:lnTo>
                      <a:lnTo>
                        <a:pt x="126" y="22"/>
                      </a:lnTo>
                      <a:lnTo>
                        <a:pt x="126" y="23"/>
                      </a:lnTo>
                      <a:lnTo>
                        <a:pt x="126" y="22"/>
                      </a:lnTo>
                      <a:close/>
                      <a:moveTo>
                        <a:pt x="134" y="23"/>
                      </a:moveTo>
                      <a:lnTo>
                        <a:pt x="134" y="22"/>
                      </a:lnTo>
                      <a:lnTo>
                        <a:pt x="134" y="23"/>
                      </a:lnTo>
                      <a:close/>
                      <a:moveTo>
                        <a:pt x="132" y="22"/>
                      </a:moveTo>
                      <a:lnTo>
                        <a:pt x="132" y="23"/>
                      </a:lnTo>
                      <a:lnTo>
                        <a:pt x="132" y="22"/>
                      </a:lnTo>
                      <a:close/>
                      <a:moveTo>
                        <a:pt x="137" y="22"/>
                      </a:moveTo>
                      <a:lnTo>
                        <a:pt x="135" y="22"/>
                      </a:lnTo>
                      <a:lnTo>
                        <a:pt x="137" y="22"/>
                      </a:lnTo>
                      <a:close/>
                      <a:moveTo>
                        <a:pt x="141" y="22"/>
                      </a:moveTo>
                      <a:lnTo>
                        <a:pt x="139" y="22"/>
                      </a:lnTo>
                      <a:lnTo>
                        <a:pt x="141" y="22"/>
                      </a:lnTo>
                      <a:close/>
                      <a:moveTo>
                        <a:pt x="132" y="22"/>
                      </a:moveTo>
                      <a:lnTo>
                        <a:pt x="130" y="22"/>
                      </a:lnTo>
                      <a:lnTo>
                        <a:pt x="132" y="22"/>
                      </a:lnTo>
                      <a:lnTo>
                        <a:pt x="130" y="22"/>
                      </a:lnTo>
                      <a:lnTo>
                        <a:pt x="132" y="22"/>
                      </a:lnTo>
                      <a:close/>
                      <a:moveTo>
                        <a:pt x="137" y="22"/>
                      </a:moveTo>
                      <a:lnTo>
                        <a:pt x="135" y="22"/>
                      </a:lnTo>
                      <a:lnTo>
                        <a:pt x="137" y="22"/>
                      </a:lnTo>
                      <a:close/>
                      <a:moveTo>
                        <a:pt x="135" y="20"/>
                      </a:moveTo>
                      <a:lnTo>
                        <a:pt x="135" y="22"/>
                      </a:lnTo>
                      <a:lnTo>
                        <a:pt x="135" y="20"/>
                      </a:lnTo>
                      <a:close/>
                      <a:moveTo>
                        <a:pt x="139" y="20"/>
                      </a:moveTo>
                      <a:lnTo>
                        <a:pt x="139" y="22"/>
                      </a:lnTo>
                      <a:lnTo>
                        <a:pt x="139" y="20"/>
                      </a:lnTo>
                      <a:close/>
                      <a:moveTo>
                        <a:pt x="135" y="20"/>
                      </a:moveTo>
                      <a:lnTo>
                        <a:pt x="135" y="22"/>
                      </a:lnTo>
                      <a:lnTo>
                        <a:pt x="135" y="20"/>
                      </a:lnTo>
                      <a:close/>
                      <a:moveTo>
                        <a:pt x="135" y="20"/>
                      </a:moveTo>
                      <a:lnTo>
                        <a:pt x="135" y="22"/>
                      </a:lnTo>
                      <a:lnTo>
                        <a:pt x="135" y="20"/>
                      </a:lnTo>
                      <a:lnTo>
                        <a:pt x="135" y="22"/>
                      </a:lnTo>
                      <a:lnTo>
                        <a:pt x="135" y="20"/>
                      </a:lnTo>
                      <a:close/>
                      <a:moveTo>
                        <a:pt x="141" y="20"/>
                      </a:moveTo>
                      <a:lnTo>
                        <a:pt x="141" y="22"/>
                      </a:lnTo>
                      <a:lnTo>
                        <a:pt x="141" y="20"/>
                      </a:lnTo>
                      <a:close/>
                      <a:moveTo>
                        <a:pt x="141" y="20"/>
                      </a:moveTo>
                      <a:lnTo>
                        <a:pt x="139" y="20"/>
                      </a:lnTo>
                      <a:lnTo>
                        <a:pt x="141" y="20"/>
                      </a:lnTo>
                      <a:close/>
                      <a:moveTo>
                        <a:pt x="137" y="20"/>
                      </a:moveTo>
                      <a:lnTo>
                        <a:pt x="135" y="20"/>
                      </a:lnTo>
                      <a:lnTo>
                        <a:pt x="137" y="20"/>
                      </a:lnTo>
                      <a:close/>
                      <a:moveTo>
                        <a:pt x="143" y="20"/>
                      </a:moveTo>
                      <a:lnTo>
                        <a:pt x="141" y="20"/>
                      </a:lnTo>
                      <a:lnTo>
                        <a:pt x="143" y="20"/>
                      </a:lnTo>
                      <a:close/>
                      <a:moveTo>
                        <a:pt x="145" y="20"/>
                      </a:moveTo>
                      <a:lnTo>
                        <a:pt x="143" y="20"/>
                      </a:lnTo>
                      <a:lnTo>
                        <a:pt x="145" y="20"/>
                      </a:lnTo>
                      <a:close/>
                      <a:moveTo>
                        <a:pt x="143" y="20"/>
                      </a:moveTo>
                      <a:lnTo>
                        <a:pt x="141" y="20"/>
                      </a:lnTo>
                      <a:lnTo>
                        <a:pt x="143" y="20"/>
                      </a:lnTo>
                      <a:close/>
                      <a:moveTo>
                        <a:pt x="141" y="20"/>
                      </a:moveTo>
                      <a:lnTo>
                        <a:pt x="139" y="20"/>
                      </a:lnTo>
                      <a:lnTo>
                        <a:pt x="141" y="20"/>
                      </a:lnTo>
                      <a:close/>
                      <a:moveTo>
                        <a:pt x="141" y="20"/>
                      </a:moveTo>
                      <a:lnTo>
                        <a:pt x="139" y="20"/>
                      </a:lnTo>
                      <a:lnTo>
                        <a:pt x="141" y="20"/>
                      </a:lnTo>
                      <a:close/>
                      <a:moveTo>
                        <a:pt x="141" y="18"/>
                      </a:moveTo>
                      <a:lnTo>
                        <a:pt x="141" y="20"/>
                      </a:lnTo>
                      <a:lnTo>
                        <a:pt x="141" y="18"/>
                      </a:lnTo>
                      <a:close/>
                      <a:moveTo>
                        <a:pt x="141" y="18"/>
                      </a:moveTo>
                      <a:lnTo>
                        <a:pt x="143" y="18"/>
                      </a:lnTo>
                      <a:lnTo>
                        <a:pt x="141" y="18"/>
                      </a:lnTo>
                      <a:close/>
                      <a:moveTo>
                        <a:pt x="146" y="18"/>
                      </a:moveTo>
                      <a:lnTo>
                        <a:pt x="145" y="18"/>
                      </a:lnTo>
                      <a:lnTo>
                        <a:pt x="146" y="18"/>
                      </a:lnTo>
                      <a:close/>
                      <a:moveTo>
                        <a:pt x="156" y="18"/>
                      </a:moveTo>
                      <a:lnTo>
                        <a:pt x="157" y="18"/>
                      </a:lnTo>
                      <a:lnTo>
                        <a:pt x="156" y="18"/>
                      </a:lnTo>
                      <a:close/>
                      <a:moveTo>
                        <a:pt x="143" y="18"/>
                      </a:moveTo>
                      <a:lnTo>
                        <a:pt x="141" y="18"/>
                      </a:lnTo>
                      <a:lnTo>
                        <a:pt x="143" y="18"/>
                      </a:lnTo>
                      <a:close/>
                      <a:moveTo>
                        <a:pt x="143" y="18"/>
                      </a:moveTo>
                      <a:lnTo>
                        <a:pt x="141" y="18"/>
                      </a:lnTo>
                      <a:lnTo>
                        <a:pt x="143" y="18"/>
                      </a:lnTo>
                      <a:close/>
                      <a:moveTo>
                        <a:pt x="154" y="18"/>
                      </a:moveTo>
                      <a:lnTo>
                        <a:pt x="154" y="16"/>
                      </a:lnTo>
                      <a:lnTo>
                        <a:pt x="154" y="18"/>
                      </a:lnTo>
                      <a:close/>
                      <a:moveTo>
                        <a:pt x="143" y="18"/>
                      </a:moveTo>
                      <a:lnTo>
                        <a:pt x="143" y="16"/>
                      </a:lnTo>
                      <a:lnTo>
                        <a:pt x="143" y="18"/>
                      </a:lnTo>
                      <a:close/>
                      <a:moveTo>
                        <a:pt x="143" y="16"/>
                      </a:moveTo>
                      <a:lnTo>
                        <a:pt x="143" y="18"/>
                      </a:lnTo>
                      <a:lnTo>
                        <a:pt x="143" y="16"/>
                      </a:lnTo>
                      <a:close/>
                      <a:moveTo>
                        <a:pt x="146" y="18"/>
                      </a:moveTo>
                      <a:lnTo>
                        <a:pt x="146" y="16"/>
                      </a:lnTo>
                      <a:lnTo>
                        <a:pt x="146" y="18"/>
                      </a:lnTo>
                      <a:close/>
                      <a:moveTo>
                        <a:pt x="157" y="16"/>
                      </a:moveTo>
                      <a:lnTo>
                        <a:pt x="157" y="18"/>
                      </a:lnTo>
                      <a:lnTo>
                        <a:pt x="157" y="16"/>
                      </a:lnTo>
                      <a:close/>
                      <a:moveTo>
                        <a:pt x="154" y="16"/>
                      </a:moveTo>
                      <a:lnTo>
                        <a:pt x="156" y="16"/>
                      </a:lnTo>
                      <a:lnTo>
                        <a:pt x="154" y="16"/>
                      </a:lnTo>
                      <a:close/>
                      <a:moveTo>
                        <a:pt x="157" y="16"/>
                      </a:moveTo>
                      <a:lnTo>
                        <a:pt x="156" y="16"/>
                      </a:lnTo>
                      <a:lnTo>
                        <a:pt x="157" y="16"/>
                      </a:lnTo>
                      <a:close/>
                      <a:moveTo>
                        <a:pt x="146" y="14"/>
                      </a:moveTo>
                      <a:lnTo>
                        <a:pt x="146" y="16"/>
                      </a:lnTo>
                      <a:lnTo>
                        <a:pt x="146" y="14"/>
                      </a:lnTo>
                      <a:close/>
                      <a:moveTo>
                        <a:pt x="146" y="14"/>
                      </a:moveTo>
                      <a:lnTo>
                        <a:pt x="145" y="14"/>
                      </a:lnTo>
                      <a:lnTo>
                        <a:pt x="146" y="14"/>
                      </a:lnTo>
                      <a:close/>
                      <a:moveTo>
                        <a:pt x="141" y="14"/>
                      </a:moveTo>
                      <a:lnTo>
                        <a:pt x="141" y="16"/>
                      </a:lnTo>
                      <a:lnTo>
                        <a:pt x="141" y="14"/>
                      </a:lnTo>
                      <a:close/>
                      <a:moveTo>
                        <a:pt x="141" y="12"/>
                      </a:moveTo>
                      <a:lnTo>
                        <a:pt x="141" y="14"/>
                      </a:lnTo>
                      <a:lnTo>
                        <a:pt x="141" y="12"/>
                      </a:lnTo>
                      <a:close/>
                      <a:moveTo>
                        <a:pt x="148" y="12"/>
                      </a:moveTo>
                      <a:lnTo>
                        <a:pt x="150" y="12"/>
                      </a:lnTo>
                      <a:lnTo>
                        <a:pt x="148" y="12"/>
                      </a:lnTo>
                      <a:close/>
                      <a:moveTo>
                        <a:pt x="141" y="12"/>
                      </a:moveTo>
                      <a:lnTo>
                        <a:pt x="141" y="11"/>
                      </a:lnTo>
                      <a:lnTo>
                        <a:pt x="143" y="12"/>
                      </a:lnTo>
                      <a:lnTo>
                        <a:pt x="141" y="12"/>
                      </a:lnTo>
                      <a:close/>
                      <a:moveTo>
                        <a:pt x="152" y="9"/>
                      </a:moveTo>
                      <a:lnTo>
                        <a:pt x="152" y="11"/>
                      </a:lnTo>
                      <a:lnTo>
                        <a:pt x="152" y="9"/>
                      </a:lnTo>
                      <a:close/>
                      <a:moveTo>
                        <a:pt x="150" y="9"/>
                      </a:moveTo>
                      <a:lnTo>
                        <a:pt x="148" y="9"/>
                      </a:lnTo>
                      <a:lnTo>
                        <a:pt x="150" y="9"/>
                      </a:lnTo>
                      <a:close/>
                      <a:moveTo>
                        <a:pt x="150" y="9"/>
                      </a:moveTo>
                      <a:lnTo>
                        <a:pt x="150" y="7"/>
                      </a:lnTo>
                      <a:lnTo>
                        <a:pt x="150" y="9"/>
                      </a:lnTo>
                      <a:close/>
                      <a:moveTo>
                        <a:pt x="163" y="1"/>
                      </a:moveTo>
                      <a:lnTo>
                        <a:pt x="165" y="1"/>
                      </a:lnTo>
                      <a:lnTo>
                        <a:pt x="163" y="1"/>
                      </a:lnTo>
                      <a:lnTo>
                        <a:pt x="163" y="0"/>
                      </a:lnTo>
                      <a:lnTo>
                        <a:pt x="163" y="1"/>
                      </a:lnTo>
                      <a:close/>
                      <a:moveTo>
                        <a:pt x="165" y="0"/>
                      </a:moveTo>
                      <a:lnTo>
                        <a:pt x="165" y="1"/>
                      </a:lnTo>
                      <a:lnTo>
                        <a:pt x="165" y="0"/>
                      </a:lnTo>
                      <a:close/>
                      <a:moveTo>
                        <a:pt x="159" y="0"/>
                      </a:moveTo>
                      <a:lnTo>
                        <a:pt x="159" y="1"/>
                      </a:lnTo>
                      <a:lnTo>
                        <a:pt x="159" y="0"/>
                      </a:lnTo>
                      <a:close/>
                    </a:path>
                  </a:pathLst>
                </a:custGeom>
                <a:solidFill>
                  <a:srgbClr val="62B5E5"/>
                </a:solid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41" name="Freeform 137">
                  <a:extLst>
                    <a:ext uri="{FF2B5EF4-FFF2-40B4-BE49-F238E27FC236}">
                      <a16:creationId xmlns:a16="http://schemas.microsoft.com/office/drawing/2014/main" id="{E26A6BBA-7606-8F9F-BBD9-DE00168CD339}"/>
                    </a:ext>
                  </a:extLst>
                </p:cNvPr>
                <p:cNvSpPr>
                  <a:spLocks/>
                </p:cNvSpPr>
                <p:nvPr/>
              </p:nvSpPr>
              <p:spPr bwMode="auto">
                <a:xfrm>
                  <a:off x="4320513" y="3053808"/>
                  <a:ext cx="19880" cy="19880"/>
                </a:xfrm>
                <a:custGeom>
                  <a:avLst/>
                  <a:gdLst>
                    <a:gd name="T0" fmla="*/ 2 w 11"/>
                    <a:gd name="T1" fmla="*/ 0 h 11"/>
                    <a:gd name="T2" fmla="*/ 2 w 11"/>
                    <a:gd name="T3" fmla="*/ 0 h 11"/>
                    <a:gd name="T4" fmla="*/ 4 w 11"/>
                    <a:gd name="T5" fmla="*/ 0 h 11"/>
                    <a:gd name="T6" fmla="*/ 4 w 11"/>
                    <a:gd name="T7" fmla="*/ 2 h 11"/>
                    <a:gd name="T8" fmla="*/ 4 w 11"/>
                    <a:gd name="T9" fmla="*/ 2 h 11"/>
                    <a:gd name="T10" fmla="*/ 4 w 11"/>
                    <a:gd name="T11" fmla="*/ 2 h 11"/>
                    <a:gd name="T12" fmla="*/ 5 w 11"/>
                    <a:gd name="T13" fmla="*/ 2 h 11"/>
                    <a:gd name="T14" fmla="*/ 5 w 11"/>
                    <a:gd name="T15" fmla="*/ 4 h 11"/>
                    <a:gd name="T16" fmla="*/ 7 w 11"/>
                    <a:gd name="T17" fmla="*/ 4 h 11"/>
                    <a:gd name="T18" fmla="*/ 7 w 11"/>
                    <a:gd name="T19" fmla="*/ 2 h 11"/>
                    <a:gd name="T20" fmla="*/ 9 w 11"/>
                    <a:gd name="T21" fmla="*/ 4 h 11"/>
                    <a:gd name="T22" fmla="*/ 9 w 11"/>
                    <a:gd name="T23" fmla="*/ 4 h 11"/>
                    <a:gd name="T24" fmla="*/ 9 w 11"/>
                    <a:gd name="T25" fmla="*/ 4 h 11"/>
                    <a:gd name="T26" fmla="*/ 9 w 11"/>
                    <a:gd name="T27" fmla="*/ 4 h 11"/>
                    <a:gd name="T28" fmla="*/ 11 w 11"/>
                    <a:gd name="T29" fmla="*/ 4 h 11"/>
                    <a:gd name="T30" fmla="*/ 11 w 11"/>
                    <a:gd name="T31" fmla="*/ 6 h 11"/>
                    <a:gd name="T32" fmla="*/ 11 w 11"/>
                    <a:gd name="T33" fmla="*/ 6 h 11"/>
                    <a:gd name="T34" fmla="*/ 11 w 11"/>
                    <a:gd name="T35" fmla="*/ 6 h 11"/>
                    <a:gd name="T36" fmla="*/ 11 w 11"/>
                    <a:gd name="T37" fmla="*/ 7 h 11"/>
                    <a:gd name="T38" fmla="*/ 9 w 11"/>
                    <a:gd name="T39" fmla="*/ 7 h 11"/>
                    <a:gd name="T40" fmla="*/ 9 w 11"/>
                    <a:gd name="T41" fmla="*/ 7 h 11"/>
                    <a:gd name="T42" fmla="*/ 9 w 11"/>
                    <a:gd name="T43" fmla="*/ 7 h 11"/>
                    <a:gd name="T44" fmla="*/ 11 w 11"/>
                    <a:gd name="T45" fmla="*/ 9 h 11"/>
                    <a:gd name="T46" fmla="*/ 11 w 11"/>
                    <a:gd name="T47" fmla="*/ 9 h 11"/>
                    <a:gd name="T48" fmla="*/ 9 w 11"/>
                    <a:gd name="T49" fmla="*/ 9 h 11"/>
                    <a:gd name="T50" fmla="*/ 9 w 11"/>
                    <a:gd name="T51" fmla="*/ 11 h 11"/>
                    <a:gd name="T52" fmla="*/ 9 w 11"/>
                    <a:gd name="T53" fmla="*/ 11 h 11"/>
                    <a:gd name="T54" fmla="*/ 9 w 11"/>
                    <a:gd name="T55" fmla="*/ 9 h 11"/>
                    <a:gd name="T56" fmla="*/ 7 w 11"/>
                    <a:gd name="T57" fmla="*/ 9 h 11"/>
                    <a:gd name="T58" fmla="*/ 7 w 11"/>
                    <a:gd name="T59" fmla="*/ 7 h 11"/>
                    <a:gd name="T60" fmla="*/ 7 w 11"/>
                    <a:gd name="T61" fmla="*/ 7 h 11"/>
                    <a:gd name="T62" fmla="*/ 7 w 11"/>
                    <a:gd name="T63" fmla="*/ 7 h 11"/>
                    <a:gd name="T64" fmla="*/ 5 w 11"/>
                    <a:gd name="T65" fmla="*/ 7 h 11"/>
                    <a:gd name="T66" fmla="*/ 5 w 11"/>
                    <a:gd name="T67" fmla="*/ 7 h 11"/>
                    <a:gd name="T68" fmla="*/ 4 w 11"/>
                    <a:gd name="T69" fmla="*/ 6 h 11"/>
                    <a:gd name="T70" fmla="*/ 5 w 11"/>
                    <a:gd name="T71" fmla="*/ 4 h 11"/>
                    <a:gd name="T72" fmla="*/ 4 w 11"/>
                    <a:gd name="T73" fmla="*/ 4 h 11"/>
                    <a:gd name="T74" fmla="*/ 4 w 11"/>
                    <a:gd name="T75" fmla="*/ 2 h 11"/>
                    <a:gd name="T76" fmla="*/ 2 w 11"/>
                    <a:gd name="T77" fmla="*/ 2 h 11"/>
                    <a:gd name="T78" fmla="*/ 0 w 11"/>
                    <a:gd name="T79" fmla="*/ 0 h 11"/>
                    <a:gd name="T80" fmla="*/ 0 w 11"/>
                    <a:gd name="T81" fmla="*/ 0 h 11"/>
                    <a:gd name="T82" fmla="*/ 2 w 11"/>
                    <a:gd name="T8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1">
                      <a:moveTo>
                        <a:pt x="2" y="0"/>
                      </a:moveTo>
                      <a:lnTo>
                        <a:pt x="2" y="0"/>
                      </a:lnTo>
                      <a:lnTo>
                        <a:pt x="2" y="0"/>
                      </a:lnTo>
                      <a:lnTo>
                        <a:pt x="2" y="0"/>
                      </a:lnTo>
                      <a:lnTo>
                        <a:pt x="2" y="0"/>
                      </a:lnTo>
                      <a:lnTo>
                        <a:pt x="4" y="0"/>
                      </a:lnTo>
                      <a:lnTo>
                        <a:pt x="4" y="0"/>
                      </a:lnTo>
                      <a:lnTo>
                        <a:pt x="4" y="2"/>
                      </a:lnTo>
                      <a:lnTo>
                        <a:pt x="4" y="2"/>
                      </a:lnTo>
                      <a:lnTo>
                        <a:pt x="4" y="2"/>
                      </a:lnTo>
                      <a:lnTo>
                        <a:pt x="4" y="2"/>
                      </a:lnTo>
                      <a:lnTo>
                        <a:pt x="4" y="2"/>
                      </a:lnTo>
                      <a:lnTo>
                        <a:pt x="5" y="2"/>
                      </a:lnTo>
                      <a:lnTo>
                        <a:pt x="5" y="2"/>
                      </a:lnTo>
                      <a:lnTo>
                        <a:pt x="5" y="2"/>
                      </a:lnTo>
                      <a:lnTo>
                        <a:pt x="5" y="4"/>
                      </a:lnTo>
                      <a:lnTo>
                        <a:pt x="7" y="4"/>
                      </a:lnTo>
                      <a:lnTo>
                        <a:pt x="7" y="4"/>
                      </a:lnTo>
                      <a:lnTo>
                        <a:pt x="7" y="4"/>
                      </a:lnTo>
                      <a:lnTo>
                        <a:pt x="7" y="2"/>
                      </a:lnTo>
                      <a:lnTo>
                        <a:pt x="9" y="2"/>
                      </a:lnTo>
                      <a:lnTo>
                        <a:pt x="9" y="4"/>
                      </a:lnTo>
                      <a:lnTo>
                        <a:pt x="9" y="4"/>
                      </a:lnTo>
                      <a:lnTo>
                        <a:pt x="9" y="4"/>
                      </a:lnTo>
                      <a:lnTo>
                        <a:pt x="9" y="4"/>
                      </a:lnTo>
                      <a:lnTo>
                        <a:pt x="9" y="4"/>
                      </a:lnTo>
                      <a:lnTo>
                        <a:pt x="9" y="4"/>
                      </a:lnTo>
                      <a:lnTo>
                        <a:pt x="9" y="4"/>
                      </a:lnTo>
                      <a:lnTo>
                        <a:pt x="9" y="4"/>
                      </a:lnTo>
                      <a:lnTo>
                        <a:pt x="11" y="4"/>
                      </a:lnTo>
                      <a:lnTo>
                        <a:pt x="11" y="4"/>
                      </a:lnTo>
                      <a:lnTo>
                        <a:pt x="11" y="6"/>
                      </a:lnTo>
                      <a:lnTo>
                        <a:pt x="11" y="6"/>
                      </a:lnTo>
                      <a:lnTo>
                        <a:pt x="11" y="6"/>
                      </a:lnTo>
                      <a:lnTo>
                        <a:pt x="11" y="6"/>
                      </a:lnTo>
                      <a:lnTo>
                        <a:pt x="11" y="6"/>
                      </a:lnTo>
                      <a:lnTo>
                        <a:pt x="11" y="6"/>
                      </a:lnTo>
                      <a:lnTo>
                        <a:pt x="11" y="7"/>
                      </a:lnTo>
                      <a:lnTo>
                        <a:pt x="9" y="7"/>
                      </a:lnTo>
                      <a:lnTo>
                        <a:pt x="9" y="7"/>
                      </a:lnTo>
                      <a:lnTo>
                        <a:pt x="9" y="7"/>
                      </a:lnTo>
                      <a:lnTo>
                        <a:pt x="9" y="7"/>
                      </a:lnTo>
                      <a:lnTo>
                        <a:pt x="9" y="7"/>
                      </a:lnTo>
                      <a:lnTo>
                        <a:pt x="9" y="7"/>
                      </a:lnTo>
                      <a:lnTo>
                        <a:pt x="9" y="7"/>
                      </a:lnTo>
                      <a:lnTo>
                        <a:pt x="11" y="9"/>
                      </a:lnTo>
                      <a:lnTo>
                        <a:pt x="11" y="9"/>
                      </a:lnTo>
                      <a:lnTo>
                        <a:pt x="11" y="9"/>
                      </a:lnTo>
                      <a:lnTo>
                        <a:pt x="11" y="9"/>
                      </a:lnTo>
                      <a:lnTo>
                        <a:pt x="9" y="9"/>
                      </a:lnTo>
                      <a:lnTo>
                        <a:pt x="9" y="11"/>
                      </a:lnTo>
                      <a:lnTo>
                        <a:pt x="9" y="11"/>
                      </a:lnTo>
                      <a:lnTo>
                        <a:pt x="11" y="11"/>
                      </a:lnTo>
                      <a:lnTo>
                        <a:pt x="9" y="11"/>
                      </a:lnTo>
                      <a:lnTo>
                        <a:pt x="9" y="11"/>
                      </a:lnTo>
                      <a:lnTo>
                        <a:pt x="9" y="9"/>
                      </a:lnTo>
                      <a:lnTo>
                        <a:pt x="9" y="9"/>
                      </a:lnTo>
                      <a:lnTo>
                        <a:pt x="7" y="9"/>
                      </a:lnTo>
                      <a:lnTo>
                        <a:pt x="7" y="9"/>
                      </a:lnTo>
                      <a:lnTo>
                        <a:pt x="7" y="7"/>
                      </a:lnTo>
                      <a:lnTo>
                        <a:pt x="7" y="7"/>
                      </a:lnTo>
                      <a:lnTo>
                        <a:pt x="7" y="7"/>
                      </a:lnTo>
                      <a:lnTo>
                        <a:pt x="7" y="7"/>
                      </a:lnTo>
                      <a:lnTo>
                        <a:pt x="7" y="7"/>
                      </a:lnTo>
                      <a:lnTo>
                        <a:pt x="5" y="7"/>
                      </a:lnTo>
                      <a:lnTo>
                        <a:pt x="5" y="7"/>
                      </a:lnTo>
                      <a:lnTo>
                        <a:pt x="5" y="7"/>
                      </a:lnTo>
                      <a:lnTo>
                        <a:pt x="5" y="7"/>
                      </a:lnTo>
                      <a:lnTo>
                        <a:pt x="4" y="7"/>
                      </a:lnTo>
                      <a:lnTo>
                        <a:pt x="4" y="6"/>
                      </a:lnTo>
                      <a:lnTo>
                        <a:pt x="5" y="4"/>
                      </a:lnTo>
                      <a:lnTo>
                        <a:pt x="5" y="4"/>
                      </a:lnTo>
                      <a:lnTo>
                        <a:pt x="5" y="4"/>
                      </a:lnTo>
                      <a:lnTo>
                        <a:pt x="4" y="4"/>
                      </a:lnTo>
                      <a:lnTo>
                        <a:pt x="4" y="2"/>
                      </a:lnTo>
                      <a:lnTo>
                        <a:pt x="4" y="2"/>
                      </a:lnTo>
                      <a:lnTo>
                        <a:pt x="2" y="2"/>
                      </a:lnTo>
                      <a:lnTo>
                        <a:pt x="2" y="2"/>
                      </a:lnTo>
                      <a:lnTo>
                        <a:pt x="2" y="0"/>
                      </a:lnTo>
                      <a:lnTo>
                        <a:pt x="0" y="0"/>
                      </a:lnTo>
                      <a:lnTo>
                        <a:pt x="0" y="0"/>
                      </a:lnTo>
                      <a:lnTo>
                        <a:pt x="0" y="0"/>
                      </a:lnTo>
                      <a:lnTo>
                        <a:pt x="2" y="0"/>
                      </a:lnTo>
                      <a:lnTo>
                        <a:pt x="2"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42" name="Freeform 138">
                  <a:extLst>
                    <a:ext uri="{FF2B5EF4-FFF2-40B4-BE49-F238E27FC236}">
                      <a16:creationId xmlns:a16="http://schemas.microsoft.com/office/drawing/2014/main" id="{809D5BE0-2A8B-5DD5-EB16-19E991DB6AE6}"/>
                    </a:ext>
                  </a:extLst>
                </p:cNvPr>
                <p:cNvSpPr>
                  <a:spLocks/>
                </p:cNvSpPr>
                <p:nvPr/>
              </p:nvSpPr>
              <p:spPr bwMode="auto">
                <a:xfrm>
                  <a:off x="4271719" y="2905616"/>
                  <a:ext cx="25301" cy="43373"/>
                </a:xfrm>
                <a:custGeom>
                  <a:avLst/>
                  <a:gdLst>
                    <a:gd name="T0" fmla="*/ 7 w 14"/>
                    <a:gd name="T1" fmla="*/ 0 h 24"/>
                    <a:gd name="T2" fmla="*/ 9 w 14"/>
                    <a:gd name="T3" fmla="*/ 0 h 24"/>
                    <a:gd name="T4" fmla="*/ 9 w 14"/>
                    <a:gd name="T5" fmla="*/ 2 h 24"/>
                    <a:gd name="T6" fmla="*/ 7 w 14"/>
                    <a:gd name="T7" fmla="*/ 2 h 24"/>
                    <a:gd name="T8" fmla="*/ 7 w 14"/>
                    <a:gd name="T9" fmla="*/ 4 h 24"/>
                    <a:gd name="T10" fmla="*/ 7 w 14"/>
                    <a:gd name="T11" fmla="*/ 5 h 24"/>
                    <a:gd name="T12" fmla="*/ 7 w 14"/>
                    <a:gd name="T13" fmla="*/ 7 h 24"/>
                    <a:gd name="T14" fmla="*/ 9 w 14"/>
                    <a:gd name="T15" fmla="*/ 9 h 24"/>
                    <a:gd name="T16" fmla="*/ 11 w 14"/>
                    <a:gd name="T17" fmla="*/ 11 h 24"/>
                    <a:gd name="T18" fmla="*/ 11 w 14"/>
                    <a:gd name="T19" fmla="*/ 13 h 24"/>
                    <a:gd name="T20" fmla="*/ 12 w 14"/>
                    <a:gd name="T21" fmla="*/ 15 h 24"/>
                    <a:gd name="T22" fmla="*/ 14 w 14"/>
                    <a:gd name="T23" fmla="*/ 16 h 24"/>
                    <a:gd name="T24" fmla="*/ 14 w 14"/>
                    <a:gd name="T25" fmla="*/ 20 h 24"/>
                    <a:gd name="T26" fmla="*/ 12 w 14"/>
                    <a:gd name="T27" fmla="*/ 20 h 24"/>
                    <a:gd name="T28" fmla="*/ 9 w 14"/>
                    <a:gd name="T29" fmla="*/ 22 h 24"/>
                    <a:gd name="T30" fmla="*/ 7 w 14"/>
                    <a:gd name="T31" fmla="*/ 22 h 24"/>
                    <a:gd name="T32" fmla="*/ 5 w 14"/>
                    <a:gd name="T33" fmla="*/ 24 h 24"/>
                    <a:gd name="T34" fmla="*/ 3 w 14"/>
                    <a:gd name="T35" fmla="*/ 24 h 24"/>
                    <a:gd name="T36" fmla="*/ 3 w 14"/>
                    <a:gd name="T37" fmla="*/ 22 h 24"/>
                    <a:gd name="T38" fmla="*/ 3 w 14"/>
                    <a:gd name="T39" fmla="*/ 22 h 24"/>
                    <a:gd name="T40" fmla="*/ 5 w 14"/>
                    <a:gd name="T41" fmla="*/ 20 h 24"/>
                    <a:gd name="T42" fmla="*/ 3 w 14"/>
                    <a:gd name="T43" fmla="*/ 18 h 24"/>
                    <a:gd name="T44" fmla="*/ 3 w 14"/>
                    <a:gd name="T45" fmla="*/ 16 h 24"/>
                    <a:gd name="T46" fmla="*/ 3 w 14"/>
                    <a:gd name="T47" fmla="*/ 16 h 24"/>
                    <a:gd name="T48" fmla="*/ 3 w 14"/>
                    <a:gd name="T49" fmla="*/ 15 h 24"/>
                    <a:gd name="T50" fmla="*/ 1 w 14"/>
                    <a:gd name="T51" fmla="*/ 13 h 24"/>
                    <a:gd name="T52" fmla="*/ 1 w 14"/>
                    <a:gd name="T53" fmla="*/ 13 h 24"/>
                    <a:gd name="T54" fmla="*/ 3 w 14"/>
                    <a:gd name="T55" fmla="*/ 11 h 24"/>
                    <a:gd name="T56" fmla="*/ 5 w 14"/>
                    <a:gd name="T57" fmla="*/ 9 h 24"/>
                    <a:gd name="T58" fmla="*/ 5 w 14"/>
                    <a:gd name="T59" fmla="*/ 9 h 24"/>
                    <a:gd name="T60" fmla="*/ 5 w 14"/>
                    <a:gd name="T61" fmla="*/ 9 h 24"/>
                    <a:gd name="T62" fmla="*/ 3 w 14"/>
                    <a:gd name="T63" fmla="*/ 9 h 24"/>
                    <a:gd name="T64" fmla="*/ 3 w 14"/>
                    <a:gd name="T65" fmla="*/ 9 h 24"/>
                    <a:gd name="T66" fmla="*/ 3 w 14"/>
                    <a:gd name="T67" fmla="*/ 7 h 24"/>
                    <a:gd name="T68" fmla="*/ 3 w 14"/>
                    <a:gd name="T69" fmla="*/ 7 h 24"/>
                    <a:gd name="T70" fmla="*/ 3 w 14"/>
                    <a:gd name="T71" fmla="*/ 7 h 24"/>
                    <a:gd name="T72" fmla="*/ 1 w 14"/>
                    <a:gd name="T73" fmla="*/ 7 h 24"/>
                    <a:gd name="T74" fmla="*/ 1 w 14"/>
                    <a:gd name="T75" fmla="*/ 7 h 24"/>
                    <a:gd name="T76" fmla="*/ 1 w 14"/>
                    <a:gd name="T77" fmla="*/ 7 h 24"/>
                    <a:gd name="T78" fmla="*/ 1 w 14"/>
                    <a:gd name="T79" fmla="*/ 7 h 24"/>
                    <a:gd name="T80" fmla="*/ 0 w 14"/>
                    <a:gd name="T81" fmla="*/ 7 h 24"/>
                    <a:gd name="T82" fmla="*/ 0 w 14"/>
                    <a:gd name="T83" fmla="*/ 7 h 24"/>
                    <a:gd name="T84" fmla="*/ 0 w 14"/>
                    <a:gd name="T85" fmla="*/ 7 h 24"/>
                    <a:gd name="T86" fmla="*/ 0 w 14"/>
                    <a:gd name="T87" fmla="*/ 5 h 24"/>
                    <a:gd name="T88" fmla="*/ 0 w 14"/>
                    <a:gd name="T89" fmla="*/ 4 h 24"/>
                    <a:gd name="T90" fmla="*/ 0 w 14"/>
                    <a:gd name="T91" fmla="*/ 2 h 24"/>
                    <a:gd name="T92" fmla="*/ 0 w 14"/>
                    <a:gd name="T9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 h="24">
                      <a:moveTo>
                        <a:pt x="1" y="0"/>
                      </a:moveTo>
                      <a:lnTo>
                        <a:pt x="5" y="0"/>
                      </a:lnTo>
                      <a:lnTo>
                        <a:pt x="7" y="0"/>
                      </a:lnTo>
                      <a:lnTo>
                        <a:pt x="7" y="0"/>
                      </a:lnTo>
                      <a:lnTo>
                        <a:pt x="7" y="0"/>
                      </a:lnTo>
                      <a:lnTo>
                        <a:pt x="9" y="0"/>
                      </a:lnTo>
                      <a:lnTo>
                        <a:pt x="9" y="0"/>
                      </a:lnTo>
                      <a:lnTo>
                        <a:pt x="9" y="0"/>
                      </a:lnTo>
                      <a:lnTo>
                        <a:pt x="9" y="2"/>
                      </a:lnTo>
                      <a:lnTo>
                        <a:pt x="9" y="2"/>
                      </a:lnTo>
                      <a:lnTo>
                        <a:pt x="7" y="2"/>
                      </a:lnTo>
                      <a:lnTo>
                        <a:pt x="7" y="2"/>
                      </a:lnTo>
                      <a:lnTo>
                        <a:pt x="7" y="2"/>
                      </a:lnTo>
                      <a:lnTo>
                        <a:pt x="7" y="4"/>
                      </a:lnTo>
                      <a:lnTo>
                        <a:pt x="7" y="4"/>
                      </a:lnTo>
                      <a:lnTo>
                        <a:pt x="7" y="4"/>
                      </a:lnTo>
                      <a:lnTo>
                        <a:pt x="7" y="5"/>
                      </a:lnTo>
                      <a:lnTo>
                        <a:pt x="7" y="5"/>
                      </a:lnTo>
                      <a:lnTo>
                        <a:pt x="7" y="5"/>
                      </a:lnTo>
                      <a:lnTo>
                        <a:pt x="7" y="7"/>
                      </a:lnTo>
                      <a:lnTo>
                        <a:pt x="7" y="7"/>
                      </a:lnTo>
                      <a:lnTo>
                        <a:pt x="7" y="9"/>
                      </a:lnTo>
                      <a:lnTo>
                        <a:pt x="9" y="9"/>
                      </a:lnTo>
                      <a:lnTo>
                        <a:pt x="9" y="9"/>
                      </a:lnTo>
                      <a:lnTo>
                        <a:pt x="9" y="9"/>
                      </a:lnTo>
                      <a:lnTo>
                        <a:pt x="9" y="11"/>
                      </a:lnTo>
                      <a:lnTo>
                        <a:pt x="11" y="11"/>
                      </a:lnTo>
                      <a:lnTo>
                        <a:pt x="11" y="11"/>
                      </a:lnTo>
                      <a:lnTo>
                        <a:pt x="11" y="13"/>
                      </a:lnTo>
                      <a:lnTo>
                        <a:pt x="11" y="13"/>
                      </a:lnTo>
                      <a:lnTo>
                        <a:pt x="11" y="15"/>
                      </a:lnTo>
                      <a:lnTo>
                        <a:pt x="12" y="15"/>
                      </a:lnTo>
                      <a:lnTo>
                        <a:pt x="12" y="15"/>
                      </a:lnTo>
                      <a:lnTo>
                        <a:pt x="12" y="15"/>
                      </a:lnTo>
                      <a:lnTo>
                        <a:pt x="12" y="15"/>
                      </a:lnTo>
                      <a:lnTo>
                        <a:pt x="14" y="16"/>
                      </a:lnTo>
                      <a:lnTo>
                        <a:pt x="14" y="18"/>
                      </a:lnTo>
                      <a:lnTo>
                        <a:pt x="14" y="20"/>
                      </a:lnTo>
                      <a:lnTo>
                        <a:pt x="14" y="20"/>
                      </a:lnTo>
                      <a:lnTo>
                        <a:pt x="12" y="20"/>
                      </a:lnTo>
                      <a:lnTo>
                        <a:pt x="12" y="20"/>
                      </a:lnTo>
                      <a:lnTo>
                        <a:pt x="12" y="20"/>
                      </a:lnTo>
                      <a:lnTo>
                        <a:pt x="11" y="20"/>
                      </a:lnTo>
                      <a:lnTo>
                        <a:pt x="11" y="20"/>
                      </a:lnTo>
                      <a:lnTo>
                        <a:pt x="9" y="22"/>
                      </a:lnTo>
                      <a:lnTo>
                        <a:pt x="9" y="22"/>
                      </a:lnTo>
                      <a:lnTo>
                        <a:pt x="9" y="22"/>
                      </a:lnTo>
                      <a:lnTo>
                        <a:pt x="7" y="22"/>
                      </a:lnTo>
                      <a:lnTo>
                        <a:pt x="5" y="24"/>
                      </a:lnTo>
                      <a:lnTo>
                        <a:pt x="5" y="24"/>
                      </a:lnTo>
                      <a:lnTo>
                        <a:pt x="5" y="24"/>
                      </a:lnTo>
                      <a:lnTo>
                        <a:pt x="5" y="24"/>
                      </a:lnTo>
                      <a:lnTo>
                        <a:pt x="3" y="24"/>
                      </a:lnTo>
                      <a:lnTo>
                        <a:pt x="3" y="24"/>
                      </a:lnTo>
                      <a:lnTo>
                        <a:pt x="3" y="24"/>
                      </a:lnTo>
                      <a:lnTo>
                        <a:pt x="3" y="22"/>
                      </a:lnTo>
                      <a:lnTo>
                        <a:pt x="3" y="22"/>
                      </a:lnTo>
                      <a:lnTo>
                        <a:pt x="3" y="22"/>
                      </a:lnTo>
                      <a:lnTo>
                        <a:pt x="3" y="22"/>
                      </a:lnTo>
                      <a:lnTo>
                        <a:pt x="3" y="22"/>
                      </a:lnTo>
                      <a:lnTo>
                        <a:pt x="3" y="20"/>
                      </a:lnTo>
                      <a:lnTo>
                        <a:pt x="5" y="20"/>
                      </a:lnTo>
                      <a:lnTo>
                        <a:pt x="5" y="20"/>
                      </a:lnTo>
                      <a:lnTo>
                        <a:pt x="3" y="20"/>
                      </a:lnTo>
                      <a:lnTo>
                        <a:pt x="3" y="18"/>
                      </a:lnTo>
                      <a:lnTo>
                        <a:pt x="3" y="18"/>
                      </a:lnTo>
                      <a:lnTo>
                        <a:pt x="3" y="18"/>
                      </a:lnTo>
                      <a:lnTo>
                        <a:pt x="3" y="18"/>
                      </a:lnTo>
                      <a:lnTo>
                        <a:pt x="3" y="16"/>
                      </a:lnTo>
                      <a:lnTo>
                        <a:pt x="3" y="16"/>
                      </a:lnTo>
                      <a:lnTo>
                        <a:pt x="3" y="16"/>
                      </a:lnTo>
                      <a:lnTo>
                        <a:pt x="3" y="16"/>
                      </a:lnTo>
                      <a:lnTo>
                        <a:pt x="3" y="15"/>
                      </a:lnTo>
                      <a:lnTo>
                        <a:pt x="3" y="15"/>
                      </a:lnTo>
                      <a:lnTo>
                        <a:pt x="3" y="15"/>
                      </a:lnTo>
                      <a:lnTo>
                        <a:pt x="1" y="15"/>
                      </a:lnTo>
                      <a:lnTo>
                        <a:pt x="1" y="15"/>
                      </a:lnTo>
                      <a:lnTo>
                        <a:pt x="1" y="13"/>
                      </a:lnTo>
                      <a:lnTo>
                        <a:pt x="1" y="13"/>
                      </a:lnTo>
                      <a:lnTo>
                        <a:pt x="1" y="13"/>
                      </a:lnTo>
                      <a:lnTo>
                        <a:pt x="1" y="13"/>
                      </a:lnTo>
                      <a:lnTo>
                        <a:pt x="1" y="11"/>
                      </a:lnTo>
                      <a:lnTo>
                        <a:pt x="3" y="11"/>
                      </a:lnTo>
                      <a:lnTo>
                        <a:pt x="3" y="11"/>
                      </a:lnTo>
                      <a:lnTo>
                        <a:pt x="5" y="11"/>
                      </a:lnTo>
                      <a:lnTo>
                        <a:pt x="5" y="9"/>
                      </a:lnTo>
                      <a:lnTo>
                        <a:pt x="5" y="9"/>
                      </a:lnTo>
                      <a:lnTo>
                        <a:pt x="5" y="9"/>
                      </a:lnTo>
                      <a:lnTo>
                        <a:pt x="5" y="9"/>
                      </a:lnTo>
                      <a:lnTo>
                        <a:pt x="5" y="9"/>
                      </a:lnTo>
                      <a:lnTo>
                        <a:pt x="5" y="9"/>
                      </a:lnTo>
                      <a:lnTo>
                        <a:pt x="5" y="9"/>
                      </a:lnTo>
                      <a:lnTo>
                        <a:pt x="5" y="9"/>
                      </a:lnTo>
                      <a:lnTo>
                        <a:pt x="5" y="9"/>
                      </a:lnTo>
                      <a:lnTo>
                        <a:pt x="5" y="9"/>
                      </a:lnTo>
                      <a:lnTo>
                        <a:pt x="3" y="9"/>
                      </a:lnTo>
                      <a:lnTo>
                        <a:pt x="3" y="9"/>
                      </a:lnTo>
                      <a:lnTo>
                        <a:pt x="3" y="9"/>
                      </a:lnTo>
                      <a:lnTo>
                        <a:pt x="3" y="9"/>
                      </a:lnTo>
                      <a:lnTo>
                        <a:pt x="3" y="9"/>
                      </a:lnTo>
                      <a:lnTo>
                        <a:pt x="3" y="7"/>
                      </a:lnTo>
                      <a:lnTo>
                        <a:pt x="3" y="7"/>
                      </a:lnTo>
                      <a:lnTo>
                        <a:pt x="3" y="7"/>
                      </a:lnTo>
                      <a:lnTo>
                        <a:pt x="3" y="7"/>
                      </a:lnTo>
                      <a:lnTo>
                        <a:pt x="3" y="7"/>
                      </a:lnTo>
                      <a:lnTo>
                        <a:pt x="3" y="7"/>
                      </a:lnTo>
                      <a:lnTo>
                        <a:pt x="3" y="7"/>
                      </a:lnTo>
                      <a:lnTo>
                        <a:pt x="3" y="7"/>
                      </a:lnTo>
                      <a:lnTo>
                        <a:pt x="3" y="7"/>
                      </a:lnTo>
                      <a:lnTo>
                        <a:pt x="1" y="7"/>
                      </a:lnTo>
                      <a:lnTo>
                        <a:pt x="1" y="7"/>
                      </a:lnTo>
                      <a:lnTo>
                        <a:pt x="1" y="7"/>
                      </a:lnTo>
                      <a:lnTo>
                        <a:pt x="1" y="7"/>
                      </a:lnTo>
                      <a:lnTo>
                        <a:pt x="1" y="7"/>
                      </a:lnTo>
                      <a:lnTo>
                        <a:pt x="1" y="7"/>
                      </a:lnTo>
                      <a:lnTo>
                        <a:pt x="1" y="7"/>
                      </a:lnTo>
                      <a:lnTo>
                        <a:pt x="1" y="7"/>
                      </a:lnTo>
                      <a:lnTo>
                        <a:pt x="1" y="7"/>
                      </a:lnTo>
                      <a:lnTo>
                        <a:pt x="1" y="7"/>
                      </a:lnTo>
                      <a:lnTo>
                        <a:pt x="1" y="7"/>
                      </a:lnTo>
                      <a:lnTo>
                        <a:pt x="1" y="7"/>
                      </a:lnTo>
                      <a:lnTo>
                        <a:pt x="1" y="7"/>
                      </a:lnTo>
                      <a:lnTo>
                        <a:pt x="0" y="7"/>
                      </a:lnTo>
                      <a:lnTo>
                        <a:pt x="0" y="7"/>
                      </a:lnTo>
                      <a:lnTo>
                        <a:pt x="0" y="7"/>
                      </a:lnTo>
                      <a:lnTo>
                        <a:pt x="0" y="7"/>
                      </a:lnTo>
                      <a:lnTo>
                        <a:pt x="0" y="7"/>
                      </a:lnTo>
                      <a:lnTo>
                        <a:pt x="0" y="7"/>
                      </a:lnTo>
                      <a:lnTo>
                        <a:pt x="0" y="7"/>
                      </a:lnTo>
                      <a:lnTo>
                        <a:pt x="0" y="7"/>
                      </a:lnTo>
                      <a:lnTo>
                        <a:pt x="0" y="5"/>
                      </a:lnTo>
                      <a:lnTo>
                        <a:pt x="0" y="5"/>
                      </a:lnTo>
                      <a:lnTo>
                        <a:pt x="0" y="5"/>
                      </a:lnTo>
                      <a:lnTo>
                        <a:pt x="0" y="5"/>
                      </a:lnTo>
                      <a:lnTo>
                        <a:pt x="0" y="4"/>
                      </a:lnTo>
                      <a:lnTo>
                        <a:pt x="0" y="2"/>
                      </a:lnTo>
                      <a:lnTo>
                        <a:pt x="0" y="2"/>
                      </a:lnTo>
                      <a:lnTo>
                        <a:pt x="0" y="2"/>
                      </a:lnTo>
                      <a:lnTo>
                        <a:pt x="0" y="0"/>
                      </a:lnTo>
                      <a:lnTo>
                        <a:pt x="0" y="0"/>
                      </a:lnTo>
                      <a:lnTo>
                        <a:pt x="0" y="0"/>
                      </a:lnTo>
                      <a:lnTo>
                        <a:pt x="0" y="0"/>
                      </a:lnTo>
                      <a:lnTo>
                        <a:pt x="1"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43" name="Freeform 139">
                  <a:extLst>
                    <a:ext uri="{FF2B5EF4-FFF2-40B4-BE49-F238E27FC236}">
                      <a16:creationId xmlns:a16="http://schemas.microsoft.com/office/drawing/2014/main" id="{4DC4C425-E8A2-F142-2DDB-E65E4506200B}"/>
                    </a:ext>
                  </a:extLst>
                </p:cNvPr>
                <p:cNvSpPr>
                  <a:spLocks/>
                </p:cNvSpPr>
                <p:nvPr/>
              </p:nvSpPr>
              <p:spPr bwMode="auto">
                <a:xfrm>
                  <a:off x="4165838" y="2729416"/>
                  <a:ext cx="162651" cy="169878"/>
                </a:xfrm>
                <a:custGeom>
                  <a:avLst/>
                  <a:gdLst>
                    <a:gd name="T0" fmla="*/ 57 w 90"/>
                    <a:gd name="T1" fmla="*/ 4 h 94"/>
                    <a:gd name="T2" fmla="*/ 59 w 90"/>
                    <a:gd name="T3" fmla="*/ 4 h 94"/>
                    <a:gd name="T4" fmla="*/ 64 w 90"/>
                    <a:gd name="T5" fmla="*/ 8 h 94"/>
                    <a:gd name="T6" fmla="*/ 68 w 90"/>
                    <a:gd name="T7" fmla="*/ 11 h 94"/>
                    <a:gd name="T8" fmla="*/ 71 w 90"/>
                    <a:gd name="T9" fmla="*/ 15 h 94"/>
                    <a:gd name="T10" fmla="*/ 75 w 90"/>
                    <a:gd name="T11" fmla="*/ 15 h 94"/>
                    <a:gd name="T12" fmla="*/ 79 w 90"/>
                    <a:gd name="T13" fmla="*/ 20 h 94"/>
                    <a:gd name="T14" fmla="*/ 82 w 90"/>
                    <a:gd name="T15" fmla="*/ 19 h 94"/>
                    <a:gd name="T16" fmla="*/ 84 w 90"/>
                    <a:gd name="T17" fmla="*/ 17 h 94"/>
                    <a:gd name="T18" fmla="*/ 88 w 90"/>
                    <a:gd name="T19" fmla="*/ 19 h 94"/>
                    <a:gd name="T20" fmla="*/ 88 w 90"/>
                    <a:gd name="T21" fmla="*/ 22 h 94"/>
                    <a:gd name="T22" fmla="*/ 86 w 90"/>
                    <a:gd name="T23" fmla="*/ 28 h 94"/>
                    <a:gd name="T24" fmla="*/ 84 w 90"/>
                    <a:gd name="T25" fmla="*/ 37 h 94"/>
                    <a:gd name="T26" fmla="*/ 82 w 90"/>
                    <a:gd name="T27" fmla="*/ 42 h 94"/>
                    <a:gd name="T28" fmla="*/ 79 w 90"/>
                    <a:gd name="T29" fmla="*/ 48 h 94"/>
                    <a:gd name="T30" fmla="*/ 73 w 90"/>
                    <a:gd name="T31" fmla="*/ 48 h 94"/>
                    <a:gd name="T32" fmla="*/ 71 w 90"/>
                    <a:gd name="T33" fmla="*/ 50 h 94"/>
                    <a:gd name="T34" fmla="*/ 68 w 90"/>
                    <a:gd name="T35" fmla="*/ 53 h 94"/>
                    <a:gd name="T36" fmla="*/ 68 w 90"/>
                    <a:gd name="T37" fmla="*/ 55 h 94"/>
                    <a:gd name="T38" fmla="*/ 62 w 90"/>
                    <a:gd name="T39" fmla="*/ 55 h 94"/>
                    <a:gd name="T40" fmla="*/ 60 w 90"/>
                    <a:gd name="T41" fmla="*/ 55 h 94"/>
                    <a:gd name="T42" fmla="*/ 62 w 90"/>
                    <a:gd name="T43" fmla="*/ 63 h 94"/>
                    <a:gd name="T44" fmla="*/ 57 w 90"/>
                    <a:gd name="T45" fmla="*/ 68 h 94"/>
                    <a:gd name="T46" fmla="*/ 51 w 90"/>
                    <a:gd name="T47" fmla="*/ 70 h 94"/>
                    <a:gd name="T48" fmla="*/ 44 w 90"/>
                    <a:gd name="T49" fmla="*/ 72 h 94"/>
                    <a:gd name="T50" fmla="*/ 38 w 90"/>
                    <a:gd name="T51" fmla="*/ 72 h 94"/>
                    <a:gd name="T52" fmla="*/ 40 w 90"/>
                    <a:gd name="T53" fmla="*/ 77 h 94"/>
                    <a:gd name="T54" fmla="*/ 42 w 90"/>
                    <a:gd name="T55" fmla="*/ 81 h 94"/>
                    <a:gd name="T56" fmla="*/ 44 w 90"/>
                    <a:gd name="T57" fmla="*/ 84 h 94"/>
                    <a:gd name="T58" fmla="*/ 38 w 90"/>
                    <a:gd name="T59" fmla="*/ 86 h 94"/>
                    <a:gd name="T60" fmla="*/ 38 w 90"/>
                    <a:gd name="T61" fmla="*/ 90 h 94"/>
                    <a:gd name="T62" fmla="*/ 35 w 90"/>
                    <a:gd name="T63" fmla="*/ 90 h 94"/>
                    <a:gd name="T64" fmla="*/ 31 w 90"/>
                    <a:gd name="T65" fmla="*/ 83 h 94"/>
                    <a:gd name="T66" fmla="*/ 33 w 90"/>
                    <a:gd name="T67" fmla="*/ 77 h 94"/>
                    <a:gd name="T68" fmla="*/ 31 w 90"/>
                    <a:gd name="T69" fmla="*/ 73 h 94"/>
                    <a:gd name="T70" fmla="*/ 31 w 90"/>
                    <a:gd name="T71" fmla="*/ 70 h 94"/>
                    <a:gd name="T72" fmla="*/ 37 w 90"/>
                    <a:gd name="T73" fmla="*/ 66 h 94"/>
                    <a:gd name="T74" fmla="*/ 40 w 90"/>
                    <a:gd name="T75" fmla="*/ 61 h 94"/>
                    <a:gd name="T76" fmla="*/ 35 w 90"/>
                    <a:gd name="T77" fmla="*/ 57 h 94"/>
                    <a:gd name="T78" fmla="*/ 29 w 90"/>
                    <a:gd name="T79" fmla="*/ 53 h 94"/>
                    <a:gd name="T80" fmla="*/ 26 w 90"/>
                    <a:gd name="T81" fmla="*/ 50 h 94"/>
                    <a:gd name="T82" fmla="*/ 20 w 90"/>
                    <a:gd name="T83" fmla="*/ 50 h 94"/>
                    <a:gd name="T84" fmla="*/ 17 w 90"/>
                    <a:gd name="T85" fmla="*/ 48 h 94"/>
                    <a:gd name="T86" fmla="*/ 11 w 90"/>
                    <a:gd name="T87" fmla="*/ 39 h 94"/>
                    <a:gd name="T88" fmla="*/ 9 w 90"/>
                    <a:gd name="T89" fmla="*/ 31 h 94"/>
                    <a:gd name="T90" fmla="*/ 7 w 90"/>
                    <a:gd name="T91" fmla="*/ 30 h 94"/>
                    <a:gd name="T92" fmla="*/ 6 w 90"/>
                    <a:gd name="T93" fmla="*/ 22 h 94"/>
                    <a:gd name="T94" fmla="*/ 7 w 90"/>
                    <a:gd name="T95" fmla="*/ 20 h 94"/>
                    <a:gd name="T96" fmla="*/ 9 w 90"/>
                    <a:gd name="T97" fmla="*/ 19 h 94"/>
                    <a:gd name="T98" fmla="*/ 4 w 90"/>
                    <a:gd name="T99" fmla="*/ 19 h 94"/>
                    <a:gd name="T100" fmla="*/ 0 w 90"/>
                    <a:gd name="T101" fmla="*/ 19 h 94"/>
                    <a:gd name="T102" fmla="*/ 4 w 90"/>
                    <a:gd name="T103" fmla="*/ 17 h 94"/>
                    <a:gd name="T104" fmla="*/ 6 w 90"/>
                    <a:gd name="T105" fmla="*/ 15 h 94"/>
                    <a:gd name="T106" fmla="*/ 11 w 90"/>
                    <a:gd name="T107" fmla="*/ 15 h 94"/>
                    <a:gd name="T108" fmla="*/ 13 w 90"/>
                    <a:gd name="T109" fmla="*/ 11 h 94"/>
                    <a:gd name="T110" fmla="*/ 20 w 90"/>
                    <a:gd name="T111" fmla="*/ 10 h 94"/>
                    <a:gd name="T112" fmla="*/ 24 w 90"/>
                    <a:gd name="T113" fmla="*/ 8 h 94"/>
                    <a:gd name="T114" fmla="*/ 31 w 90"/>
                    <a:gd name="T115" fmla="*/ 2 h 94"/>
                    <a:gd name="T116" fmla="*/ 37 w 90"/>
                    <a:gd name="T117" fmla="*/ 2 h 94"/>
                    <a:gd name="T118" fmla="*/ 48 w 90"/>
                    <a:gd name="T11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 h="94">
                      <a:moveTo>
                        <a:pt x="55" y="0"/>
                      </a:moveTo>
                      <a:lnTo>
                        <a:pt x="55" y="0"/>
                      </a:lnTo>
                      <a:lnTo>
                        <a:pt x="57" y="0"/>
                      </a:lnTo>
                      <a:lnTo>
                        <a:pt x="57" y="0"/>
                      </a:lnTo>
                      <a:lnTo>
                        <a:pt x="57" y="0"/>
                      </a:lnTo>
                      <a:lnTo>
                        <a:pt x="57" y="2"/>
                      </a:lnTo>
                      <a:lnTo>
                        <a:pt x="57" y="4"/>
                      </a:lnTo>
                      <a:lnTo>
                        <a:pt x="57" y="4"/>
                      </a:lnTo>
                      <a:lnTo>
                        <a:pt x="57" y="4"/>
                      </a:lnTo>
                      <a:lnTo>
                        <a:pt x="59" y="4"/>
                      </a:lnTo>
                      <a:lnTo>
                        <a:pt x="59" y="4"/>
                      </a:lnTo>
                      <a:lnTo>
                        <a:pt x="59" y="4"/>
                      </a:lnTo>
                      <a:lnTo>
                        <a:pt x="59" y="4"/>
                      </a:lnTo>
                      <a:lnTo>
                        <a:pt x="59" y="4"/>
                      </a:lnTo>
                      <a:lnTo>
                        <a:pt x="60" y="4"/>
                      </a:lnTo>
                      <a:lnTo>
                        <a:pt x="60" y="4"/>
                      </a:lnTo>
                      <a:lnTo>
                        <a:pt x="60" y="4"/>
                      </a:lnTo>
                      <a:lnTo>
                        <a:pt x="62" y="4"/>
                      </a:lnTo>
                      <a:lnTo>
                        <a:pt x="62" y="6"/>
                      </a:lnTo>
                      <a:lnTo>
                        <a:pt x="64" y="6"/>
                      </a:lnTo>
                      <a:lnTo>
                        <a:pt x="64" y="8"/>
                      </a:lnTo>
                      <a:lnTo>
                        <a:pt x="64" y="8"/>
                      </a:lnTo>
                      <a:lnTo>
                        <a:pt x="64" y="10"/>
                      </a:lnTo>
                      <a:lnTo>
                        <a:pt x="66" y="10"/>
                      </a:lnTo>
                      <a:lnTo>
                        <a:pt x="66" y="11"/>
                      </a:lnTo>
                      <a:lnTo>
                        <a:pt x="66" y="11"/>
                      </a:lnTo>
                      <a:lnTo>
                        <a:pt x="66" y="11"/>
                      </a:lnTo>
                      <a:lnTo>
                        <a:pt x="68" y="11"/>
                      </a:lnTo>
                      <a:lnTo>
                        <a:pt x="68" y="11"/>
                      </a:lnTo>
                      <a:lnTo>
                        <a:pt x="70" y="11"/>
                      </a:lnTo>
                      <a:lnTo>
                        <a:pt x="70" y="13"/>
                      </a:lnTo>
                      <a:lnTo>
                        <a:pt x="70" y="13"/>
                      </a:lnTo>
                      <a:lnTo>
                        <a:pt x="71" y="13"/>
                      </a:lnTo>
                      <a:lnTo>
                        <a:pt x="71" y="13"/>
                      </a:lnTo>
                      <a:lnTo>
                        <a:pt x="71" y="15"/>
                      </a:lnTo>
                      <a:lnTo>
                        <a:pt x="71" y="15"/>
                      </a:lnTo>
                      <a:lnTo>
                        <a:pt x="71" y="15"/>
                      </a:lnTo>
                      <a:lnTo>
                        <a:pt x="73" y="15"/>
                      </a:lnTo>
                      <a:lnTo>
                        <a:pt x="75" y="15"/>
                      </a:lnTo>
                      <a:lnTo>
                        <a:pt x="75" y="15"/>
                      </a:lnTo>
                      <a:lnTo>
                        <a:pt x="75" y="15"/>
                      </a:lnTo>
                      <a:lnTo>
                        <a:pt x="75" y="15"/>
                      </a:lnTo>
                      <a:lnTo>
                        <a:pt x="75" y="15"/>
                      </a:lnTo>
                      <a:lnTo>
                        <a:pt x="75" y="15"/>
                      </a:lnTo>
                      <a:lnTo>
                        <a:pt x="77" y="17"/>
                      </a:lnTo>
                      <a:lnTo>
                        <a:pt x="77" y="17"/>
                      </a:lnTo>
                      <a:lnTo>
                        <a:pt x="77" y="17"/>
                      </a:lnTo>
                      <a:lnTo>
                        <a:pt x="77" y="19"/>
                      </a:lnTo>
                      <a:lnTo>
                        <a:pt x="79" y="20"/>
                      </a:lnTo>
                      <a:lnTo>
                        <a:pt x="79" y="20"/>
                      </a:lnTo>
                      <a:lnTo>
                        <a:pt x="79" y="20"/>
                      </a:lnTo>
                      <a:lnTo>
                        <a:pt x="79" y="20"/>
                      </a:lnTo>
                      <a:lnTo>
                        <a:pt x="80" y="20"/>
                      </a:lnTo>
                      <a:lnTo>
                        <a:pt x="82" y="20"/>
                      </a:lnTo>
                      <a:lnTo>
                        <a:pt x="82" y="20"/>
                      </a:lnTo>
                      <a:lnTo>
                        <a:pt x="82" y="19"/>
                      </a:lnTo>
                      <a:lnTo>
                        <a:pt x="82" y="19"/>
                      </a:lnTo>
                      <a:lnTo>
                        <a:pt x="84" y="19"/>
                      </a:lnTo>
                      <a:lnTo>
                        <a:pt x="84" y="17"/>
                      </a:lnTo>
                      <a:lnTo>
                        <a:pt x="84" y="17"/>
                      </a:lnTo>
                      <a:lnTo>
                        <a:pt x="84" y="17"/>
                      </a:lnTo>
                      <a:lnTo>
                        <a:pt x="84" y="17"/>
                      </a:lnTo>
                      <a:lnTo>
                        <a:pt x="84" y="17"/>
                      </a:lnTo>
                      <a:lnTo>
                        <a:pt x="84" y="17"/>
                      </a:lnTo>
                      <a:lnTo>
                        <a:pt x="84" y="15"/>
                      </a:lnTo>
                      <a:lnTo>
                        <a:pt x="86" y="17"/>
                      </a:lnTo>
                      <a:lnTo>
                        <a:pt x="86" y="17"/>
                      </a:lnTo>
                      <a:lnTo>
                        <a:pt x="88" y="17"/>
                      </a:lnTo>
                      <a:lnTo>
                        <a:pt x="88" y="17"/>
                      </a:lnTo>
                      <a:lnTo>
                        <a:pt x="88" y="19"/>
                      </a:lnTo>
                      <a:lnTo>
                        <a:pt x="90" y="19"/>
                      </a:lnTo>
                      <a:lnTo>
                        <a:pt x="90" y="19"/>
                      </a:lnTo>
                      <a:lnTo>
                        <a:pt x="90" y="19"/>
                      </a:lnTo>
                      <a:lnTo>
                        <a:pt x="90" y="20"/>
                      </a:lnTo>
                      <a:lnTo>
                        <a:pt x="90" y="20"/>
                      </a:lnTo>
                      <a:lnTo>
                        <a:pt x="90" y="20"/>
                      </a:lnTo>
                      <a:lnTo>
                        <a:pt x="88" y="22"/>
                      </a:lnTo>
                      <a:lnTo>
                        <a:pt x="88" y="24"/>
                      </a:lnTo>
                      <a:lnTo>
                        <a:pt x="88" y="24"/>
                      </a:lnTo>
                      <a:lnTo>
                        <a:pt x="88" y="26"/>
                      </a:lnTo>
                      <a:lnTo>
                        <a:pt x="88" y="26"/>
                      </a:lnTo>
                      <a:lnTo>
                        <a:pt x="88" y="28"/>
                      </a:lnTo>
                      <a:lnTo>
                        <a:pt x="88" y="28"/>
                      </a:lnTo>
                      <a:lnTo>
                        <a:pt x="86" y="28"/>
                      </a:lnTo>
                      <a:lnTo>
                        <a:pt x="84" y="31"/>
                      </a:lnTo>
                      <a:lnTo>
                        <a:pt x="84" y="33"/>
                      </a:lnTo>
                      <a:lnTo>
                        <a:pt x="84" y="33"/>
                      </a:lnTo>
                      <a:lnTo>
                        <a:pt x="84" y="33"/>
                      </a:lnTo>
                      <a:lnTo>
                        <a:pt x="84" y="33"/>
                      </a:lnTo>
                      <a:lnTo>
                        <a:pt x="84" y="35"/>
                      </a:lnTo>
                      <a:lnTo>
                        <a:pt x="84" y="37"/>
                      </a:lnTo>
                      <a:lnTo>
                        <a:pt x="84" y="39"/>
                      </a:lnTo>
                      <a:lnTo>
                        <a:pt x="84" y="41"/>
                      </a:lnTo>
                      <a:lnTo>
                        <a:pt x="84" y="41"/>
                      </a:lnTo>
                      <a:lnTo>
                        <a:pt x="82" y="42"/>
                      </a:lnTo>
                      <a:lnTo>
                        <a:pt x="82" y="42"/>
                      </a:lnTo>
                      <a:lnTo>
                        <a:pt x="82" y="42"/>
                      </a:lnTo>
                      <a:lnTo>
                        <a:pt x="82" y="42"/>
                      </a:lnTo>
                      <a:lnTo>
                        <a:pt x="80" y="44"/>
                      </a:lnTo>
                      <a:lnTo>
                        <a:pt x="80" y="44"/>
                      </a:lnTo>
                      <a:lnTo>
                        <a:pt x="80" y="44"/>
                      </a:lnTo>
                      <a:lnTo>
                        <a:pt x="79" y="46"/>
                      </a:lnTo>
                      <a:lnTo>
                        <a:pt x="79" y="46"/>
                      </a:lnTo>
                      <a:lnTo>
                        <a:pt x="79" y="46"/>
                      </a:lnTo>
                      <a:lnTo>
                        <a:pt x="79" y="48"/>
                      </a:lnTo>
                      <a:lnTo>
                        <a:pt x="79" y="48"/>
                      </a:lnTo>
                      <a:lnTo>
                        <a:pt x="79" y="48"/>
                      </a:lnTo>
                      <a:lnTo>
                        <a:pt x="79" y="48"/>
                      </a:lnTo>
                      <a:lnTo>
                        <a:pt x="79" y="48"/>
                      </a:lnTo>
                      <a:lnTo>
                        <a:pt x="77" y="48"/>
                      </a:lnTo>
                      <a:lnTo>
                        <a:pt x="77" y="48"/>
                      </a:lnTo>
                      <a:lnTo>
                        <a:pt x="73" y="48"/>
                      </a:lnTo>
                      <a:lnTo>
                        <a:pt x="73" y="48"/>
                      </a:lnTo>
                      <a:lnTo>
                        <a:pt x="73" y="48"/>
                      </a:lnTo>
                      <a:lnTo>
                        <a:pt x="73" y="48"/>
                      </a:lnTo>
                      <a:lnTo>
                        <a:pt x="73" y="50"/>
                      </a:lnTo>
                      <a:lnTo>
                        <a:pt x="73" y="50"/>
                      </a:lnTo>
                      <a:lnTo>
                        <a:pt x="71" y="50"/>
                      </a:lnTo>
                      <a:lnTo>
                        <a:pt x="71" y="50"/>
                      </a:lnTo>
                      <a:lnTo>
                        <a:pt x="71" y="52"/>
                      </a:lnTo>
                      <a:lnTo>
                        <a:pt x="71" y="52"/>
                      </a:lnTo>
                      <a:lnTo>
                        <a:pt x="70" y="52"/>
                      </a:lnTo>
                      <a:lnTo>
                        <a:pt x="68" y="52"/>
                      </a:lnTo>
                      <a:lnTo>
                        <a:pt x="68" y="52"/>
                      </a:lnTo>
                      <a:lnTo>
                        <a:pt x="68" y="52"/>
                      </a:lnTo>
                      <a:lnTo>
                        <a:pt x="68" y="53"/>
                      </a:lnTo>
                      <a:lnTo>
                        <a:pt x="68" y="53"/>
                      </a:lnTo>
                      <a:lnTo>
                        <a:pt x="68" y="53"/>
                      </a:lnTo>
                      <a:lnTo>
                        <a:pt x="68" y="53"/>
                      </a:lnTo>
                      <a:lnTo>
                        <a:pt x="68" y="53"/>
                      </a:lnTo>
                      <a:lnTo>
                        <a:pt x="68" y="53"/>
                      </a:lnTo>
                      <a:lnTo>
                        <a:pt x="68" y="55"/>
                      </a:lnTo>
                      <a:lnTo>
                        <a:pt x="68" y="55"/>
                      </a:lnTo>
                      <a:lnTo>
                        <a:pt x="68" y="55"/>
                      </a:lnTo>
                      <a:lnTo>
                        <a:pt x="68" y="55"/>
                      </a:lnTo>
                      <a:lnTo>
                        <a:pt x="68" y="55"/>
                      </a:lnTo>
                      <a:lnTo>
                        <a:pt x="66" y="57"/>
                      </a:lnTo>
                      <a:lnTo>
                        <a:pt x="66" y="57"/>
                      </a:lnTo>
                      <a:lnTo>
                        <a:pt x="64" y="55"/>
                      </a:lnTo>
                      <a:lnTo>
                        <a:pt x="62" y="55"/>
                      </a:lnTo>
                      <a:lnTo>
                        <a:pt x="62" y="55"/>
                      </a:lnTo>
                      <a:lnTo>
                        <a:pt x="60" y="55"/>
                      </a:lnTo>
                      <a:lnTo>
                        <a:pt x="60" y="55"/>
                      </a:lnTo>
                      <a:lnTo>
                        <a:pt x="60" y="55"/>
                      </a:lnTo>
                      <a:lnTo>
                        <a:pt x="60" y="55"/>
                      </a:lnTo>
                      <a:lnTo>
                        <a:pt x="60" y="55"/>
                      </a:lnTo>
                      <a:lnTo>
                        <a:pt x="60" y="55"/>
                      </a:lnTo>
                      <a:lnTo>
                        <a:pt x="60" y="57"/>
                      </a:lnTo>
                      <a:lnTo>
                        <a:pt x="60" y="57"/>
                      </a:lnTo>
                      <a:lnTo>
                        <a:pt x="62" y="59"/>
                      </a:lnTo>
                      <a:lnTo>
                        <a:pt x="62" y="59"/>
                      </a:lnTo>
                      <a:lnTo>
                        <a:pt x="62" y="61"/>
                      </a:lnTo>
                      <a:lnTo>
                        <a:pt x="62" y="61"/>
                      </a:lnTo>
                      <a:lnTo>
                        <a:pt x="62" y="63"/>
                      </a:lnTo>
                      <a:lnTo>
                        <a:pt x="62" y="63"/>
                      </a:lnTo>
                      <a:lnTo>
                        <a:pt x="60" y="63"/>
                      </a:lnTo>
                      <a:lnTo>
                        <a:pt x="60" y="66"/>
                      </a:lnTo>
                      <a:lnTo>
                        <a:pt x="60" y="66"/>
                      </a:lnTo>
                      <a:lnTo>
                        <a:pt x="60" y="66"/>
                      </a:lnTo>
                      <a:lnTo>
                        <a:pt x="59" y="68"/>
                      </a:lnTo>
                      <a:lnTo>
                        <a:pt x="57" y="68"/>
                      </a:lnTo>
                      <a:lnTo>
                        <a:pt x="57" y="70"/>
                      </a:lnTo>
                      <a:lnTo>
                        <a:pt x="57" y="70"/>
                      </a:lnTo>
                      <a:lnTo>
                        <a:pt x="57" y="70"/>
                      </a:lnTo>
                      <a:lnTo>
                        <a:pt x="57" y="72"/>
                      </a:lnTo>
                      <a:lnTo>
                        <a:pt x="55" y="72"/>
                      </a:lnTo>
                      <a:lnTo>
                        <a:pt x="55" y="72"/>
                      </a:lnTo>
                      <a:lnTo>
                        <a:pt x="51" y="70"/>
                      </a:lnTo>
                      <a:lnTo>
                        <a:pt x="49" y="72"/>
                      </a:lnTo>
                      <a:lnTo>
                        <a:pt x="49" y="72"/>
                      </a:lnTo>
                      <a:lnTo>
                        <a:pt x="48" y="72"/>
                      </a:lnTo>
                      <a:lnTo>
                        <a:pt x="48" y="72"/>
                      </a:lnTo>
                      <a:lnTo>
                        <a:pt x="46" y="72"/>
                      </a:lnTo>
                      <a:lnTo>
                        <a:pt x="46" y="72"/>
                      </a:lnTo>
                      <a:lnTo>
                        <a:pt x="44" y="72"/>
                      </a:lnTo>
                      <a:lnTo>
                        <a:pt x="44" y="72"/>
                      </a:lnTo>
                      <a:lnTo>
                        <a:pt x="42" y="70"/>
                      </a:lnTo>
                      <a:lnTo>
                        <a:pt x="40" y="70"/>
                      </a:lnTo>
                      <a:lnTo>
                        <a:pt x="40" y="70"/>
                      </a:lnTo>
                      <a:lnTo>
                        <a:pt x="40" y="70"/>
                      </a:lnTo>
                      <a:lnTo>
                        <a:pt x="38" y="72"/>
                      </a:lnTo>
                      <a:lnTo>
                        <a:pt x="38" y="72"/>
                      </a:lnTo>
                      <a:lnTo>
                        <a:pt x="38" y="72"/>
                      </a:lnTo>
                      <a:lnTo>
                        <a:pt x="38" y="72"/>
                      </a:lnTo>
                      <a:lnTo>
                        <a:pt x="38" y="73"/>
                      </a:lnTo>
                      <a:lnTo>
                        <a:pt x="38" y="73"/>
                      </a:lnTo>
                      <a:lnTo>
                        <a:pt x="40" y="77"/>
                      </a:lnTo>
                      <a:lnTo>
                        <a:pt x="40" y="77"/>
                      </a:lnTo>
                      <a:lnTo>
                        <a:pt x="40" y="77"/>
                      </a:lnTo>
                      <a:lnTo>
                        <a:pt x="40" y="77"/>
                      </a:lnTo>
                      <a:lnTo>
                        <a:pt x="40" y="79"/>
                      </a:lnTo>
                      <a:lnTo>
                        <a:pt x="42" y="79"/>
                      </a:lnTo>
                      <a:lnTo>
                        <a:pt x="42" y="79"/>
                      </a:lnTo>
                      <a:lnTo>
                        <a:pt x="42" y="79"/>
                      </a:lnTo>
                      <a:lnTo>
                        <a:pt x="42" y="81"/>
                      </a:lnTo>
                      <a:lnTo>
                        <a:pt x="42" y="81"/>
                      </a:lnTo>
                      <a:lnTo>
                        <a:pt x="44" y="83"/>
                      </a:lnTo>
                      <a:lnTo>
                        <a:pt x="44" y="83"/>
                      </a:lnTo>
                      <a:lnTo>
                        <a:pt x="44" y="84"/>
                      </a:lnTo>
                      <a:lnTo>
                        <a:pt x="44" y="84"/>
                      </a:lnTo>
                      <a:lnTo>
                        <a:pt x="44" y="84"/>
                      </a:lnTo>
                      <a:lnTo>
                        <a:pt x="44" y="84"/>
                      </a:lnTo>
                      <a:lnTo>
                        <a:pt x="44" y="84"/>
                      </a:lnTo>
                      <a:lnTo>
                        <a:pt x="42" y="84"/>
                      </a:lnTo>
                      <a:lnTo>
                        <a:pt x="40" y="86"/>
                      </a:lnTo>
                      <a:lnTo>
                        <a:pt x="38" y="86"/>
                      </a:lnTo>
                      <a:lnTo>
                        <a:pt x="38" y="86"/>
                      </a:lnTo>
                      <a:lnTo>
                        <a:pt x="38" y="86"/>
                      </a:lnTo>
                      <a:lnTo>
                        <a:pt x="38" y="86"/>
                      </a:lnTo>
                      <a:lnTo>
                        <a:pt x="38" y="86"/>
                      </a:lnTo>
                      <a:lnTo>
                        <a:pt x="38" y="86"/>
                      </a:lnTo>
                      <a:lnTo>
                        <a:pt x="38" y="88"/>
                      </a:lnTo>
                      <a:lnTo>
                        <a:pt x="38" y="88"/>
                      </a:lnTo>
                      <a:lnTo>
                        <a:pt x="40" y="88"/>
                      </a:lnTo>
                      <a:lnTo>
                        <a:pt x="40" y="90"/>
                      </a:lnTo>
                      <a:lnTo>
                        <a:pt x="38" y="90"/>
                      </a:lnTo>
                      <a:lnTo>
                        <a:pt x="38" y="90"/>
                      </a:lnTo>
                      <a:lnTo>
                        <a:pt x="38" y="92"/>
                      </a:lnTo>
                      <a:lnTo>
                        <a:pt x="40" y="94"/>
                      </a:lnTo>
                      <a:lnTo>
                        <a:pt x="38" y="94"/>
                      </a:lnTo>
                      <a:lnTo>
                        <a:pt x="38" y="94"/>
                      </a:lnTo>
                      <a:lnTo>
                        <a:pt x="37" y="92"/>
                      </a:lnTo>
                      <a:lnTo>
                        <a:pt x="35" y="90"/>
                      </a:lnTo>
                      <a:lnTo>
                        <a:pt x="35" y="90"/>
                      </a:lnTo>
                      <a:lnTo>
                        <a:pt x="35" y="88"/>
                      </a:lnTo>
                      <a:lnTo>
                        <a:pt x="33" y="88"/>
                      </a:lnTo>
                      <a:lnTo>
                        <a:pt x="33" y="86"/>
                      </a:lnTo>
                      <a:lnTo>
                        <a:pt x="31" y="84"/>
                      </a:lnTo>
                      <a:lnTo>
                        <a:pt x="31" y="84"/>
                      </a:lnTo>
                      <a:lnTo>
                        <a:pt x="31" y="83"/>
                      </a:lnTo>
                      <a:lnTo>
                        <a:pt x="31" y="83"/>
                      </a:lnTo>
                      <a:lnTo>
                        <a:pt x="31" y="83"/>
                      </a:lnTo>
                      <a:lnTo>
                        <a:pt x="33" y="81"/>
                      </a:lnTo>
                      <a:lnTo>
                        <a:pt x="33" y="81"/>
                      </a:lnTo>
                      <a:lnTo>
                        <a:pt x="33" y="79"/>
                      </a:lnTo>
                      <a:lnTo>
                        <a:pt x="33" y="79"/>
                      </a:lnTo>
                      <a:lnTo>
                        <a:pt x="33" y="79"/>
                      </a:lnTo>
                      <a:lnTo>
                        <a:pt x="33" y="77"/>
                      </a:lnTo>
                      <a:lnTo>
                        <a:pt x="31" y="75"/>
                      </a:lnTo>
                      <a:lnTo>
                        <a:pt x="31" y="75"/>
                      </a:lnTo>
                      <a:lnTo>
                        <a:pt x="31" y="73"/>
                      </a:lnTo>
                      <a:lnTo>
                        <a:pt x="31" y="73"/>
                      </a:lnTo>
                      <a:lnTo>
                        <a:pt x="31" y="73"/>
                      </a:lnTo>
                      <a:lnTo>
                        <a:pt x="31" y="73"/>
                      </a:lnTo>
                      <a:lnTo>
                        <a:pt x="31" y="73"/>
                      </a:lnTo>
                      <a:lnTo>
                        <a:pt x="31" y="72"/>
                      </a:lnTo>
                      <a:lnTo>
                        <a:pt x="33" y="72"/>
                      </a:lnTo>
                      <a:lnTo>
                        <a:pt x="33" y="70"/>
                      </a:lnTo>
                      <a:lnTo>
                        <a:pt x="33" y="70"/>
                      </a:lnTo>
                      <a:lnTo>
                        <a:pt x="33" y="70"/>
                      </a:lnTo>
                      <a:lnTo>
                        <a:pt x="31" y="70"/>
                      </a:lnTo>
                      <a:lnTo>
                        <a:pt x="31" y="70"/>
                      </a:lnTo>
                      <a:lnTo>
                        <a:pt x="31" y="70"/>
                      </a:lnTo>
                      <a:lnTo>
                        <a:pt x="31" y="68"/>
                      </a:lnTo>
                      <a:lnTo>
                        <a:pt x="31" y="68"/>
                      </a:lnTo>
                      <a:lnTo>
                        <a:pt x="31" y="68"/>
                      </a:lnTo>
                      <a:lnTo>
                        <a:pt x="33" y="68"/>
                      </a:lnTo>
                      <a:lnTo>
                        <a:pt x="33" y="68"/>
                      </a:lnTo>
                      <a:lnTo>
                        <a:pt x="37" y="66"/>
                      </a:lnTo>
                      <a:lnTo>
                        <a:pt x="38" y="64"/>
                      </a:lnTo>
                      <a:lnTo>
                        <a:pt x="40" y="64"/>
                      </a:lnTo>
                      <a:lnTo>
                        <a:pt x="40" y="64"/>
                      </a:lnTo>
                      <a:lnTo>
                        <a:pt x="40" y="63"/>
                      </a:lnTo>
                      <a:lnTo>
                        <a:pt x="42" y="61"/>
                      </a:lnTo>
                      <a:lnTo>
                        <a:pt x="42" y="61"/>
                      </a:lnTo>
                      <a:lnTo>
                        <a:pt x="40" y="61"/>
                      </a:lnTo>
                      <a:lnTo>
                        <a:pt x="40" y="59"/>
                      </a:lnTo>
                      <a:lnTo>
                        <a:pt x="40" y="59"/>
                      </a:lnTo>
                      <a:lnTo>
                        <a:pt x="40" y="59"/>
                      </a:lnTo>
                      <a:lnTo>
                        <a:pt x="40" y="59"/>
                      </a:lnTo>
                      <a:lnTo>
                        <a:pt x="38" y="57"/>
                      </a:lnTo>
                      <a:lnTo>
                        <a:pt x="38" y="57"/>
                      </a:lnTo>
                      <a:lnTo>
                        <a:pt x="35" y="57"/>
                      </a:lnTo>
                      <a:lnTo>
                        <a:pt x="35" y="57"/>
                      </a:lnTo>
                      <a:lnTo>
                        <a:pt x="33" y="55"/>
                      </a:lnTo>
                      <a:lnTo>
                        <a:pt x="33" y="55"/>
                      </a:lnTo>
                      <a:lnTo>
                        <a:pt x="33" y="53"/>
                      </a:lnTo>
                      <a:lnTo>
                        <a:pt x="31" y="53"/>
                      </a:lnTo>
                      <a:lnTo>
                        <a:pt x="31" y="53"/>
                      </a:lnTo>
                      <a:lnTo>
                        <a:pt x="29" y="53"/>
                      </a:lnTo>
                      <a:lnTo>
                        <a:pt x="29" y="52"/>
                      </a:lnTo>
                      <a:lnTo>
                        <a:pt x="29" y="52"/>
                      </a:lnTo>
                      <a:lnTo>
                        <a:pt x="29" y="52"/>
                      </a:lnTo>
                      <a:lnTo>
                        <a:pt x="28" y="52"/>
                      </a:lnTo>
                      <a:lnTo>
                        <a:pt x="28" y="50"/>
                      </a:lnTo>
                      <a:lnTo>
                        <a:pt x="26" y="50"/>
                      </a:lnTo>
                      <a:lnTo>
                        <a:pt x="26" y="50"/>
                      </a:lnTo>
                      <a:lnTo>
                        <a:pt x="26" y="50"/>
                      </a:lnTo>
                      <a:lnTo>
                        <a:pt x="22" y="50"/>
                      </a:lnTo>
                      <a:lnTo>
                        <a:pt x="22" y="50"/>
                      </a:lnTo>
                      <a:lnTo>
                        <a:pt x="20" y="50"/>
                      </a:lnTo>
                      <a:lnTo>
                        <a:pt x="20" y="50"/>
                      </a:lnTo>
                      <a:lnTo>
                        <a:pt x="20" y="50"/>
                      </a:lnTo>
                      <a:lnTo>
                        <a:pt x="20" y="50"/>
                      </a:lnTo>
                      <a:lnTo>
                        <a:pt x="20" y="48"/>
                      </a:lnTo>
                      <a:lnTo>
                        <a:pt x="20" y="48"/>
                      </a:lnTo>
                      <a:lnTo>
                        <a:pt x="20" y="48"/>
                      </a:lnTo>
                      <a:lnTo>
                        <a:pt x="20" y="48"/>
                      </a:lnTo>
                      <a:lnTo>
                        <a:pt x="17" y="48"/>
                      </a:lnTo>
                      <a:lnTo>
                        <a:pt x="17" y="48"/>
                      </a:lnTo>
                      <a:lnTo>
                        <a:pt x="17" y="48"/>
                      </a:lnTo>
                      <a:lnTo>
                        <a:pt x="17" y="48"/>
                      </a:lnTo>
                      <a:lnTo>
                        <a:pt x="15" y="46"/>
                      </a:lnTo>
                      <a:lnTo>
                        <a:pt x="15" y="46"/>
                      </a:lnTo>
                      <a:lnTo>
                        <a:pt x="13" y="44"/>
                      </a:lnTo>
                      <a:lnTo>
                        <a:pt x="13" y="44"/>
                      </a:lnTo>
                      <a:lnTo>
                        <a:pt x="13" y="41"/>
                      </a:lnTo>
                      <a:lnTo>
                        <a:pt x="11" y="39"/>
                      </a:lnTo>
                      <a:lnTo>
                        <a:pt x="11" y="39"/>
                      </a:lnTo>
                      <a:lnTo>
                        <a:pt x="11" y="37"/>
                      </a:lnTo>
                      <a:lnTo>
                        <a:pt x="9" y="35"/>
                      </a:lnTo>
                      <a:lnTo>
                        <a:pt x="9" y="33"/>
                      </a:lnTo>
                      <a:lnTo>
                        <a:pt x="9" y="31"/>
                      </a:lnTo>
                      <a:lnTo>
                        <a:pt x="9" y="31"/>
                      </a:lnTo>
                      <a:lnTo>
                        <a:pt x="9" y="31"/>
                      </a:lnTo>
                      <a:lnTo>
                        <a:pt x="9" y="31"/>
                      </a:lnTo>
                      <a:lnTo>
                        <a:pt x="9" y="31"/>
                      </a:lnTo>
                      <a:lnTo>
                        <a:pt x="11" y="31"/>
                      </a:lnTo>
                      <a:lnTo>
                        <a:pt x="9" y="31"/>
                      </a:lnTo>
                      <a:lnTo>
                        <a:pt x="9" y="30"/>
                      </a:lnTo>
                      <a:lnTo>
                        <a:pt x="9" y="30"/>
                      </a:lnTo>
                      <a:lnTo>
                        <a:pt x="7" y="30"/>
                      </a:lnTo>
                      <a:lnTo>
                        <a:pt x="7" y="30"/>
                      </a:lnTo>
                      <a:lnTo>
                        <a:pt x="7" y="28"/>
                      </a:lnTo>
                      <a:lnTo>
                        <a:pt x="7" y="28"/>
                      </a:lnTo>
                      <a:lnTo>
                        <a:pt x="6" y="26"/>
                      </a:lnTo>
                      <a:lnTo>
                        <a:pt x="6" y="26"/>
                      </a:lnTo>
                      <a:lnTo>
                        <a:pt x="6" y="24"/>
                      </a:lnTo>
                      <a:lnTo>
                        <a:pt x="6" y="22"/>
                      </a:lnTo>
                      <a:lnTo>
                        <a:pt x="6" y="22"/>
                      </a:lnTo>
                      <a:lnTo>
                        <a:pt x="6" y="22"/>
                      </a:lnTo>
                      <a:lnTo>
                        <a:pt x="6" y="22"/>
                      </a:lnTo>
                      <a:lnTo>
                        <a:pt x="6" y="20"/>
                      </a:lnTo>
                      <a:lnTo>
                        <a:pt x="6" y="20"/>
                      </a:lnTo>
                      <a:lnTo>
                        <a:pt x="7" y="20"/>
                      </a:lnTo>
                      <a:lnTo>
                        <a:pt x="7" y="20"/>
                      </a:lnTo>
                      <a:lnTo>
                        <a:pt x="7" y="20"/>
                      </a:lnTo>
                      <a:lnTo>
                        <a:pt x="7" y="19"/>
                      </a:lnTo>
                      <a:lnTo>
                        <a:pt x="9" y="19"/>
                      </a:lnTo>
                      <a:lnTo>
                        <a:pt x="9" y="19"/>
                      </a:lnTo>
                      <a:lnTo>
                        <a:pt x="9" y="19"/>
                      </a:lnTo>
                      <a:lnTo>
                        <a:pt x="9" y="19"/>
                      </a:lnTo>
                      <a:lnTo>
                        <a:pt x="9" y="19"/>
                      </a:lnTo>
                      <a:lnTo>
                        <a:pt x="9" y="19"/>
                      </a:lnTo>
                      <a:lnTo>
                        <a:pt x="9" y="19"/>
                      </a:lnTo>
                      <a:lnTo>
                        <a:pt x="9" y="19"/>
                      </a:lnTo>
                      <a:lnTo>
                        <a:pt x="6" y="19"/>
                      </a:lnTo>
                      <a:lnTo>
                        <a:pt x="6" y="19"/>
                      </a:lnTo>
                      <a:lnTo>
                        <a:pt x="4" y="19"/>
                      </a:lnTo>
                      <a:lnTo>
                        <a:pt x="4" y="19"/>
                      </a:lnTo>
                      <a:lnTo>
                        <a:pt x="4" y="20"/>
                      </a:lnTo>
                      <a:lnTo>
                        <a:pt x="4" y="20"/>
                      </a:lnTo>
                      <a:lnTo>
                        <a:pt x="2" y="20"/>
                      </a:lnTo>
                      <a:lnTo>
                        <a:pt x="2" y="20"/>
                      </a:lnTo>
                      <a:lnTo>
                        <a:pt x="2" y="20"/>
                      </a:lnTo>
                      <a:lnTo>
                        <a:pt x="2" y="20"/>
                      </a:lnTo>
                      <a:lnTo>
                        <a:pt x="0" y="19"/>
                      </a:lnTo>
                      <a:lnTo>
                        <a:pt x="0" y="19"/>
                      </a:lnTo>
                      <a:lnTo>
                        <a:pt x="0" y="19"/>
                      </a:lnTo>
                      <a:lnTo>
                        <a:pt x="2" y="19"/>
                      </a:lnTo>
                      <a:lnTo>
                        <a:pt x="2" y="19"/>
                      </a:lnTo>
                      <a:lnTo>
                        <a:pt x="2" y="19"/>
                      </a:lnTo>
                      <a:lnTo>
                        <a:pt x="4" y="19"/>
                      </a:lnTo>
                      <a:lnTo>
                        <a:pt x="4" y="17"/>
                      </a:lnTo>
                      <a:lnTo>
                        <a:pt x="4" y="17"/>
                      </a:lnTo>
                      <a:lnTo>
                        <a:pt x="4" y="17"/>
                      </a:lnTo>
                      <a:lnTo>
                        <a:pt x="4" y="15"/>
                      </a:lnTo>
                      <a:lnTo>
                        <a:pt x="4" y="15"/>
                      </a:lnTo>
                      <a:lnTo>
                        <a:pt x="4" y="15"/>
                      </a:lnTo>
                      <a:lnTo>
                        <a:pt x="4" y="15"/>
                      </a:lnTo>
                      <a:lnTo>
                        <a:pt x="6" y="15"/>
                      </a:lnTo>
                      <a:lnTo>
                        <a:pt x="6" y="15"/>
                      </a:lnTo>
                      <a:lnTo>
                        <a:pt x="7" y="15"/>
                      </a:lnTo>
                      <a:lnTo>
                        <a:pt x="7" y="15"/>
                      </a:lnTo>
                      <a:lnTo>
                        <a:pt x="7" y="15"/>
                      </a:lnTo>
                      <a:lnTo>
                        <a:pt x="9" y="15"/>
                      </a:lnTo>
                      <a:lnTo>
                        <a:pt x="9" y="15"/>
                      </a:lnTo>
                      <a:lnTo>
                        <a:pt x="11" y="15"/>
                      </a:lnTo>
                      <a:lnTo>
                        <a:pt x="11" y="15"/>
                      </a:lnTo>
                      <a:lnTo>
                        <a:pt x="11" y="15"/>
                      </a:lnTo>
                      <a:lnTo>
                        <a:pt x="11" y="15"/>
                      </a:lnTo>
                      <a:lnTo>
                        <a:pt x="11" y="15"/>
                      </a:lnTo>
                      <a:lnTo>
                        <a:pt x="11" y="13"/>
                      </a:lnTo>
                      <a:lnTo>
                        <a:pt x="13" y="11"/>
                      </a:lnTo>
                      <a:lnTo>
                        <a:pt x="13" y="11"/>
                      </a:lnTo>
                      <a:lnTo>
                        <a:pt x="13" y="11"/>
                      </a:lnTo>
                      <a:lnTo>
                        <a:pt x="13" y="11"/>
                      </a:lnTo>
                      <a:lnTo>
                        <a:pt x="15" y="11"/>
                      </a:lnTo>
                      <a:lnTo>
                        <a:pt x="17" y="10"/>
                      </a:lnTo>
                      <a:lnTo>
                        <a:pt x="18" y="10"/>
                      </a:lnTo>
                      <a:lnTo>
                        <a:pt x="18" y="10"/>
                      </a:lnTo>
                      <a:lnTo>
                        <a:pt x="20" y="10"/>
                      </a:lnTo>
                      <a:lnTo>
                        <a:pt x="20" y="8"/>
                      </a:lnTo>
                      <a:lnTo>
                        <a:pt x="20" y="8"/>
                      </a:lnTo>
                      <a:lnTo>
                        <a:pt x="22" y="8"/>
                      </a:lnTo>
                      <a:lnTo>
                        <a:pt x="22" y="8"/>
                      </a:lnTo>
                      <a:lnTo>
                        <a:pt x="22" y="8"/>
                      </a:lnTo>
                      <a:lnTo>
                        <a:pt x="22" y="8"/>
                      </a:lnTo>
                      <a:lnTo>
                        <a:pt x="24" y="8"/>
                      </a:lnTo>
                      <a:lnTo>
                        <a:pt x="26" y="6"/>
                      </a:lnTo>
                      <a:lnTo>
                        <a:pt x="28" y="6"/>
                      </a:lnTo>
                      <a:lnTo>
                        <a:pt x="29" y="4"/>
                      </a:lnTo>
                      <a:lnTo>
                        <a:pt x="29" y="4"/>
                      </a:lnTo>
                      <a:lnTo>
                        <a:pt x="29" y="4"/>
                      </a:lnTo>
                      <a:lnTo>
                        <a:pt x="31" y="2"/>
                      </a:lnTo>
                      <a:lnTo>
                        <a:pt x="31" y="2"/>
                      </a:lnTo>
                      <a:lnTo>
                        <a:pt x="33" y="2"/>
                      </a:lnTo>
                      <a:lnTo>
                        <a:pt x="35" y="2"/>
                      </a:lnTo>
                      <a:lnTo>
                        <a:pt x="35" y="2"/>
                      </a:lnTo>
                      <a:lnTo>
                        <a:pt x="37" y="2"/>
                      </a:lnTo>
                      <a:lnTo>
                        <a:pt x="37" y="2"/>
                      </a:lnTo>
                      <a:lnTo>
                        <a:pt x="37" y="2"/>
                      </a:lnTo>
                      <a:lnTo>
                        <a:pt x="37" y="2"/>
                      </a:lnTo>
                      <a:lnTo>
                        <a:pt x="40" y="2"/>
                      </a:lnTo>
                      <a:lnTo>
                        <a:pt x="40" y="2"/>
                      </a:lnTo>
                      <a:lnTo>
                        <a:pt x="42" y="2"/>
                      </a:lnTo>
                      <a:lnTo>
                        <a:pt x="44" y="2"/>
                      </a:lnTo>
                      <a:lnTo>
                        <a:pt x="44" y="2"/>
                      </a:lnTo>
                      <a:lnTo>
                        <a:pt x="46" y="0"/>
                      </a:lnTo>
                      <a:lnTo>
                        <a:pt x="48" y="0"/>
                      </a:lnTo>
                      <a:lnTo>
                        <a:pt x="49" y="0"/>
                      </a:lnTo>
                      <a:lnTo>
                        <a:pt x="51" y="0"/>
                      </a:lnTo>
                      <a:lnTo>
                        <a:pt x="53" y="0"/>
                      </a:lnTo>
                      <a:lnTo>
                        <a:pt x="53" y="0"/>
                      </a:lnTo>
                      <a:lnTo>
                        <a:pt x="53" y="0"/>
                      </a:lnTo>
                      <a:lnTo>
                        <a:pt x="55" y="0"/>
                      </a:lnTo>
                      <a:close/>
                    </a:path>
                  </a:pathLst>
                </a:custGeom>
                <a:solidFill>
                  <a:srgbClr val="62B5E5"/>
                </a:solidFill>
                <a:ln w="635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44" name="Freeform 140">
                  <a:extLst>
                    <a:ext uri="{FF2B5EF4-FFF2-40B4-BE49-F238E27FC236}">
                      <a16:creationId xmlns:a16="http://schemas.microsoft.com/office/drawing/2014/main" id="{10CB8DBD-D8F6-8F31-B4C7-3F2BA2F31CB9}"/>
                    </a:ext>
                  </a:extLst>
                </p:cNvPr>
                <p:cNvSpPr>
                  <a:spLocks noEditPoints="1"/>
                </p:cNvSpPr>
                <p:nvPr/>
              </p:nvSpPr>
              <p:spPr bwMode="auto">
                <a:xfrm>
                  <a:off x="7137965" y="3373684"/>
                  <a:ext cx="65060" cy="14458"/>
                </a:xfrm>
                <a:custGeom>
                  <a:avLst/>
                  <a:gdLst>
                    <a:gd name="T0" fmla="*/ 1 w 36"/>
                    <a:gd name="T1" fmla="*/ 8 h 8"/>
                    <a:gd name="T2" fmla="*/ 1 w 36"/>
                    <a:gd name="T3" fmla="*/ 8 h 8"/>
                    <a:gd name="T4" fmla="*/ 1 w 36"/>
                    <a:gd name="T5" fmla="*/ 8 h 8"/>
                    <a:gd name="T6" fmla="*/ 1 w 36"/>
                    <a:gd name="T7" fmla="*/ 8 h 8"/>
                    <a:gd name="T8" fmla="*/ 1 w 36"/>
                    <a:gd name="T9" fmla="*/ 8 h 8"/>
                    <a:gd name="T10" fmla="*/ 1 w 36"/>
                    <a:gd name="T11" fmla="*/ 8 h 8"/>
                    <a:gd name="T12" fmla="*/ 1 w 36"/>
                    <a:gd name="T13" fmla="*/ 8 h 8"/>
                    <a:gd name="T14" fmla="*/ 1 w 36"/>
                    <a:gd name="T15" fmla="*/ 8 h 8"/>
                    <a:gd name="T16" fmla="*/ 1 w 36"/>
                    <a:gd name="T17" fmla="*/ 8 h 8"/>
                    <a:gd name="T18" fmla="*/ 1 w 36"/>
                    <a:gd name="T19" fmla="*/ 8 h 8"/>
                    <a:gd name="T20" fmla="*/ 0 w 36"/>
                    <a:gd name="T21" fmla="*/ 8 h 8"/>
                    <a:gd name="T22" fmla="*/ 0 w 36"/>
                    <a:gd name="T23" fmla="*/ 8 h 8"/>
                    <a:gd name="T24" fmla="*/ 0 w 36"/>
                    <a:gd name="T25" fmla="*/ 8 h 8"/>
                    <a:gd name="T26" fmla="*/ 0 w 36"/>
                    <a:gd name="T27" fmla="*/ 8 h 8"/>
                    <a:gd name="T28" fmla="*/ 0 w 36"/>
                    <a:gd name="T29" fmla="*/ 8 h 8"/>
                    <a:gd name="T30" fmla="*/ 1 w 36"/>
                    <a:gd name="T31" fmla="*/ 8 h 8"/>
                    <a:gd name="T32" fmla="*/ 1 w 36"/>
                    <a:gd name="T33" fmla="*/ 8 h 8"/>
                    <a:gd name="T34" fmla="*/ 0 w 36"/>
                    <a:gd name="T35" fmla="*/ 6 h 8"/>
                    <a:gd name="T36" fmla="*/ 0 w 36"/>
                    <a:gd name="T37" fmla="*/ 6 h 8"/>
                    <a:gd name="T38" fmla="*/ 0 w 36"/>
                    <a:gd name="T39" fmla="*/ 6 h 8"/>
                    <a:gd name="T40" fmla="*/ 0 w 36"/>
                    <a:gd name="T41" fmla="*/ 6 h 8"/>
                    <a:gd name="T42" fmla="*/ 0 w 36"/>
                    <a:gd name="T43" fmla="*/ 6 h 8"/>
                    <a:gd name="T44" fmla="*/ 1 w 36"/>
                    <a:gd name="T45" fmla="*/ 6 h 8"/>
                    <a:gd name="T46" fmla="*/ 1 w 36"/>
                    <a:gd name="T47" fmla="*/ 6 h 8"/>
                    <a:gd name="T48" fmla="*/ 1 w 36"/>
                    <a:gd name="T49" fmla="*/ 6 h 8"/>
                    <a:gd name="T50" fmla="*/ 1 w 36"/>
                    <a:gd name="T51" fmla="*/ 6 h 8"/>
                    <a:gd name="T52" fmla="*/ 1 w 36"/>
                    <a:gd name="T53" fmla="*/ 6 h 8"/>
                    <a:gd name="T54" fmla="*/ 36 w 36"/>
                    <a:gd name="T55" fmla="*/ 0 h 8"/>
                    <a:gd name="T56" fmla="*/ 36 w 36"/>
                    <a:gd name="T57" fmla="*/ 0 h 8"/>
                    <a:gd name="T58" fmla="*/ 36 w 36"/>
                    <a:gd name="T59" fmla="*/ 0 h 8"/>
                    <a:gd name="T60" fmla="*/ 36 w 36"/>
                    <a:gd name="T6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 h="8">
                      <a:moveTo>
                        <a:pt x="1" y="8"/>
                      </a:moveTo>
                      <a:lnTo>
                        <a:pt x="1" y="8"/>
                      </a:lnTo>
                      <a:lnTo>
                        <a:pt x="1" y="8"/>
                      </a:lnTo>
                      <a:lnTo>
                        <a:pt x="1" y="8"/>
                      </a:lnTo>
                      <a:lnTo>
                        <a:pt x="1" y="8"/>
                      </a:lnTo>
                      <a:lnTo>
                        <a:pt x="1" y="8"/>
                      </a:lnTo>
                      <a:lnTo>
                        <a:pt x="1" y="8"/>
                      </a:lnTo>
                      <a:lnTo>
                        <a:pt x="1" y="8"/>
                      </a:lnTo>
                      <a:lnTo>
                        <a:pt x="1" y="8"/>
                      </a:lnTo>
                      <a:close/>
                      <a:moveTo>
                        <a:pt x="1" y="8"/>
                      </a:moveTo>
                      <a:lnTo>
                        <a:pt x="0" y="8"/>
                      </a:lnTo>
                      <a:lnTo>
                        <a:pt x="0" y="8"/>
                      </a:lnTo>
                      <a:lnTo>
                        <a:pt x="0" y="8"/>
                      </a:lnTo>
                      <a:lnTo>
                        <a:pt x="0" y="8"/>
                      </a:lnTo>
                      <a:lnTo>
                        <a:pt x="0" y="8"/>
                      </a:lnTo>
                      <a:lnTo>
                        <a:pt x="1" y="8"/>
                      </a:lnTo>
                      <a:lnTo>
                        <a:pt x="1" y="8"/>
                      </a:lnTo>
                      <a:close/>
                      <a:moveTo>
                        <a:pt x="0" y="6"/>
                      </a:moveTo>
                      <a:lnTo>
                        <a:pt x="0" y="6"/>
                      </a:lnTo>
                      <a:lnTo>
                        <a:pt x="0" y="6"/>
                      </a:lnTo>
                      <a:lnTo>
                        <a:pt x="0" y="6"/>
                      </a:lnTo>
                      <a:lnTo>
                        <a:pt x="0" y="6"/>
                      </a:lnTo>
                      <a:close/>
                      <a:moveTo>
                        <a:pt x="1" y="6"/>
                      </a:moveTo>
                      <a:lnTo>
                        <a:pt x="1" y="6"/>
                      </a:lnTo>
                      <a:lnTo>
                        <a:pt x="1" y="6"/>
                      </a:lnTo>
                      <a:lnTo>
                        <a:pt x="1" y="6"/>
                      </a:lnTo>
                      <a:lnTo>
                        <a:pt x="1" y="6"/>
                      </a:lnTo>
                      <a:close/>
                      <a:moveTo>
                        <a:pt x="36" y="0"/>
                      </a:moveTo>
                      <a:lnTo>
                        <a:pt x="36" y="0"/>
                      </a:lnTo>
                      <a:lnTo>
                        <a:pt x="36" y="0"/>
                      </a:lnTo>
                      <a:lnTo>
                        <a:pt x="36"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45" name="Freeform 141">
                  <a:extLst>
                    <a:ext uri="{FF2B5EF4-FFF2-40B4-BE49-F238E27FC236}">
                      <a16:creationId xmlns:a16="http://schemas.microsoft.com/office/drawing/2014/main" id="{0FB9EC1C-D3BA-84D3-EBFD-5E546EF0C8EE}"/>
                    </a:ext>
                  </a:extLst>
                </p:cNvPr>
                <p:cNvSpPr>
                  <a:spLocks noEditPoints="1"/>
                </p:cNvSpPr>
                <p:nvPr/>
              </p:nvSpPr>
              <p:spPr bwMode="auto">
                <a:xfrm>
                  <a:off x="7134350" y="3373684"/>
                  <a:ext cx="12651" cy="14458"/>
                </a:xfrm>
                <a:custGeom>
                  <a:avLst/>
                  <a:gdLst>
                    <a:gd name="T0" fmla="*/ 2 w 7"/>
                    <a:gd name="T1" fmla="*/ 8 h 8"/>
                    <a:gd name="T2" fmla="*/ 0 w 7"/>
                    <a:gd name="T3" fmla="*/ 8 h 8"/>
                    <a:gd name="T4" fmla="*/ 0 w 7"/>
                    <a:gd name="T5" fmla="*/ 8 h 8"/>
                    <a:gd name="T6" fmla="*/ 0 w 7"/>
                    <a:gd name="T7" fmla="*/ 8 h 8"/>
                    <a:gd name="T8" fmla="*/ 0 w 7"/>
                    <a:gd name="T9" fmla="*/ 8 h 8"/>
                    <a:gd name="T10" fmla="*/ 0 w 7"/>
                    <a:gd name="T11" fmla="*/ 8 h 8"/>
                    <a:gd name="T12" fmla="*/ 0 w 7"/>
                    <a:gd name="T13" fmla="*/ 8 h 8"/>
                    <a:gd name="T14" fmla="*/ 0 w 7"/>
                    <a:gd name="T15" fmla="*/ 8 h 8"/>
                    <a:gd name="T16" fmla="*/ 0 w 7"/>
                    <a:gd name="T17" fmla="*/ 8 h 8"/>
                    <a:gd name="T18" fmla="*/ 0 w 7"/>
                    <a:gd name="T19" fmla="*/ 8 h 8"/>
                    <a:gd name="T20" fmla="*/ 0 w 7"/>
                    <a:gd name="T21" fmla="*/ 8 h 8"/>
                    <a:gd name="T22" fmla="*/ 0 w 7"/>
                    <a:gd name="T23" fmla="*/ 6 h 8"/>
                    <a:gd name="T24" fmla="*/ 0 w 7"/>
                    <a:gd name="T25" fmla="*/ 6 h 8"/>
                    <a:gd name="T26" fmla="*/ 0 w 7"/>
                    <a:gd name="T27" fmla="*/ 6 h 8"/>
                    <a:gd name="T28" fmla="*/ 0 w 7"/>
                    <a:gd name="T29" fmla="*/ 8 h 8"/>
                    <a:gd name="T30" fmla="*/ 2 w 7"/>
                    <a:gd name="T31" fmla="*/ 8 h 8"/>
                    <a:gd name="T32" fmla="*/ 2 w 7"/>
                    <a:gd name="T33" fmla="*/ 8 h 8"/>
                    <a:gd name="T34" fmla="*/ 7 w 7"/>
                    <a:gd name="T35" fmla="*/ 0 h 8"/>
                    <a:gd name="T36" fmla="*/ 7 w 7"/>
                    <a:gd name="T37" fmla="*/ 0 h 8"/>
                    <a:gd name="T38" fmla="*/ 7 w 7"/>
                    <a:gd name="T39" fmla="*/ 0 h 8"/>
                    <a:gd name="T40" fmla="*/ 7 w 7"/>
                    <a:gd name="T41" fmla="*/ 0 h 8"/>
                    <a:gd name="T42" fmla="*/ 7 w 7"/>
                    <a:gd name="T43" fmla="*/ 0 h 8"/>
                    <a:gd name="T44" fmla="*/ 7 w 7"/>
                    <a:gd name="T45" fmla="*/ 0 h 8"/>
                    <a:gd name="T46" fmla="*/ 7 w 7"/>
                    <a:gd name="T47" fmla="*/ 0 h 8"/>
                    <a:gd name="T48" fmla="*/ 7 w 7"/>
                    <a:gd name="T49" fmla="*/ 0 h 8"/>
                    <a:gd name="T50" fmla="*/ 7 w 7"/>
                    <a:gd name="T51" fmla="*/ 0 h 8"/>
                    <a:gd name="T52" fmla="*/ 7 w 7"/>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8">
                      <a:moveTo>
                        <a:pt x="2" y="8"/>
                      </a:moveTo>
                      <a:lnTo>
                        <a:pt x="0" y="8"/>
                      </a:lnTo>
                      <a:lnTo>
                        <a:pt x="0" y="8"/>
                      </a:lnTo>
                      <a:lnTo>
                        <a:pt x="0" y="8"/>
                      </a:lnTo>
                      <a:lnTo>
                        <a:pt x="0" y="8"/>
                      </a:lnTo>
                      <a:lnTo>
                        <a:pt x="0" y="8"/>
                      </a:lnTo>
                      <a:lnTo>
                        <a:pt x="0" y="8"/>
                      </a:lnTo>
                      <a:lnTo>
                        <a:pt x="0" y="8"/>
                      </a:lnTo>
                      <a:lnTo>
                        <a:pt x="0" y="8"/>
                      </a:lnTo>
                      <a:lnTo>
                        <a:pt x="0" y="8"/>
                      </a:lnTo>
                      <a:lnTo>
                        <a:pt x="0" y="8"/>
                      </a:lnTo>
                      <a:lnTo>
                        <a:pt x="0" y="6"/>
                      </a:lnTo>
                      <a:lnTo>
                        <a:pt x="0" y="6"/>
                      </a:lnTo>
                      <a:lnTo>
                        <a:pt x="0" y="6"/>
                      </a:lnTo>
                      <a:lnTo>
                        <a:pt x="0" y="8"/>
                      </a:lnTo>
                      <a:lnTo>
                        <a:pt x="2" y="8"/>
                      </a:lnTo>
                      <a:lnTo>
                        <a:pt x="2" y="8"/>
                      </a:lnTo>
                      <a:close/>
                      <a:moveTo>
                        <a:pt x="7" y="0"/>
                      </a:moveTo>
                      <a:lnTo>
                        <a:pt x="7" y="0"/>
                      </a:lnTo>
                      <a:lnTo>
                        <a:pt x="7" y="0"/>
                      </a:lnTo>
                      <a:lnTo>
                        <a:pt x="7" y="0"/>
                      </a:lnTo>
                      <a:lnTo>
                        <a:pt x="7" y="0"/>
                      </a:lnTo>
                      <a:lnTo>
                        <a:pt x="7" y="0"/>
                      </a:lnTo>
                      <a:lnTo>
                        <a:pt x="7" y="0"/>
                      </a:lnTo>
                      <a:lnTo>
                        <a:pt x="7" y="0"/>
                      </a:lnTo>
                      <a:lnTo>
                        <a:pt x="7" y="0"/>
                      </a:lnTo>
                      <a:lnTo>
                        <a:pt x="7"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sp>
              <p:nvSpPr>
                <p:cNvPr id="446" name="Freeform 142">
                  <a:extLst>
                    <a:ext uri="{FF2B5EF4-FFF2-40B4-BE49-F238E27FC236}">
                      <a16:creationId xmlns:a16="http://schemas.microsoft.com/office/drawing/2014/main" id="{E50F8969-ED5A-7515-3E19-B9108903DE21}"/>
                    </a:ext>
                  </a:extLst>
                </p:cNvPr>
                <p:cNvSpPr>
                  <a:spLocks/>
                </p:cNvSpPr>
                <p:nvPr/>
              </p:nvSpPr>
              <p:spPr bwMode="auto">
                <a:xfrm>
                  <a:off x="6387969" y="449415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6350">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046A38"/>
                    </a:solidFill>
                    <a:effectLst/>
                    <a:uLnTx/>
                    <a:uFillTx/>
                    <a:latin typeface="Arial" panose="020B0604020202020204" pitchFamily="34" charset="0"/>
                    <a:ea typeface="+mn-ea"/>
                    <a:cs typeface="Arial" panose="020B0604020202020204" pitchFamily="34" charset="0"/>
                  </a:endParaRPr>
                </a:p>
              </p:txBody>
            </p:sp>
          </p:grpSp>
          <p:grpSp>
            <p:nvGrpSpPr>
              <p:cNvPr id="254" name="Group 253">
                <a:extLst>
                  <a:ext uri="{FF2B5EF4-FFF2-40B4-BE49-F238E27FC236}">
                    <a16:creationId xmlns:a16="http://schemas.microsoft.com/office/drawing/2014/main" id="{4875C125-AF5E-DACC-A4F9-E457D8AA52EE}"/>
                  </a:ext>
                </a:extLst>
              </p:cNvPr>
              <p:cNvGrpSpPr/>
              <p:nvPr/>
            </p:nvGrpSpPr>
            <p:grpSpPr>
              <a:xfrm>
                <a:off x="1708120" y="1894669"/>
                <a:ext cx="7451670" cy="3885422"/>
                <a:chOff x="771686" y="2103988"/>
                <a:chExt cx="7451670" cy="3885422"/>
              </a:xfrm>
            </p:grpSpPr>
            <p:sp>
              <p:nvSpPr>
                <p:cNvPr id="268" name="Rectangle 267">
                  <a:extLst>
                    <a:ext uri="{FF2B5EF4-FFF2-40B4-BE49-F238E27FC236}">
                      <a16:creationId xmlns:a16="http://schemas.microsoft.com/office/drawing/2014/main" id="{9C6813B9-FD8C-3373-7913-E0BFF23EA37E}"/>
                    </a:ext>
                  </a:extLst>
                </p:cNvPr>
                <p:cNvSpPr>
                  <a:spLocks noChangeArrowheads="1"/>
                </p:cNvSpPr>
                <p:nvPr/>
              </p:nvSpPr>
              <p:spPr bwMode="auto">
                <a:xfrm>
                  <a:off x="5564053" y="2949251"/>
                  <a:ext cx="130202"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China</a:t>
                  </a:r>
                </a:p>
              </p:txBody>
            </p:sp>
            <p:sp>
              <p:nvSpPr>
                <p:cNvPr id="269" name="Rectangle 268">
                  <a:extLst>
                    <a:ext uri="{FF2B5EF4-FFF2-40B4-BE49-F238E27FC236}">
                      <a16:creationId xmlns:a16="http://schemas.microsoft.com/office/drawing/2014/main" id="{2C3F58B6-CAF3-F135-BE98-BA95173F5F8D}"/>
                    </a:ext>
                  </a:extLst>
                </p:cNvPr>
                <p:cNvSpPr>
                  <a:spLocks noChangeArrowheads="1"/>
                </p:cNvSpPr>
                <p:nvPr/>
              </p:nvSpPr>
              <p:spPr bwMode="auto">
                <a:xfrm>
                  <a:off x="4195816" y="3728676"/>
                  <a:ext cx="108857"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India</a:t>
                  </a:r>
                </a:p>
              </p:txBody>
            </p:sp>
            <p:sp>
              <p:nvSpPr>
                <p:cNvPr id="270" name="Rectangle 269">
                  <a:extLst>
                    <a:ext uri="{FF2B5EF4-FFF2-40B4-BE49-F238E27FC236}">
                      <a16:creationId xmlns:a16="http://schemas.microsoft.com/office/drawing/2014/main" id="{168949D7-22FB-7659-C4E7-86A20323A2A6}"/>
                    </a:ext>
                  </a:extLst>
                </p:cNvPr>
                <p:cNvSpPr>
                  <a:spLocks noChangeArrowheads="1"/>
                </p:cNvSpPr>
                <p:nvPr/>
              </p:nvSpPr>
              <p:spPr bwMode="auto">
                <a:xfrm>
                  <a:off x="2556669" y="3137716"/>
                  <a:ext cx="8751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Iran</a:t>
                  </a:r>
                </a:p>
              </p:txBody>
            </p:sp>
            <p:sp>
              <p:nvSpPr>
                <p:cNvPr id="271" name="Rectangle 270">
                  <a:extLst>
                    <a:ext uri="{FF2B5EF4-FFF2-40B4-BE49-F238E27FC236}">
                      <a16:creationId xmlns:a16="http://schemas.microsoft.com/office/drawing/2014/main" id="{DADBE5EE-FDE6-59DA-11BF-6959547B0B3F}"/>
                    </a:ext>
                  </a:extLst>
                </p:cNvPr>
                <p:cNvSpPr>
                  <a:spLocks noChangeArrowheads="1"/>
                </p:cNvSpPr>
                <p:nvPr/>
              </p:nvSpPr>
              <p:spPr bwMode="auto">
                <a:xfrm>
                  <a:off x="3311916" y="2103988"/>
                  <a:ext cx="264669"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Kazakhstan</a:t>
                  </a:r>
                </a:p>
              </p:txBody>
            </p:sp>
            <p:sp>
              <p:nvSpPr>
                <p:cNvPr id="272" name="Rectangle 271">
                  <a:extLst>
                    <a:ext uri="{FF2B5EF4-FFF2-40B4-BE49-F238E27FC236}">
                      <a16:creationId xmlns:a16="http://schemas.microsoft.com/office/drawing/2014/main" id="{99E7D17D-7C95-0C89-E467-16012202945C}"/>
                    </a:ext>
                  </a:extLst>
                </p:cNvPr>
                <p:cNvSpPr>
                  <a:spLocks noChangeArrowheads="1"/>
                </p:cNvSpPr>
                <p:nvPr/>
              </p:nvSpPr>
              <p:spPr bwMode="auto">
                <a:xfrm>
                  <a:off x="5640987" y="2186689"/>
                  <a:ext cx="202772"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Mongolia</a:t>
                  </a:r>
                </a:p>
              </p:txBody>
            </p:sp>
            <p:sp>
              <p:nvSpPr>
                <p:cNvPr id="273" name="Rectangle 272">
                  <a:extLst>
                    <a:ext uri="{FF2B5EF4-FFF2-40B4-BE49-F238E27FC236}">
                      <a16:creationId xmlns:a16="http://schemas.microsoft.com/office/drawing/2014/main" id="{B940DE0A-8A3F-1497-347A-1F1789754C2D}"/>
                    </a:ext>
                  </a:extLst>
                </p:cNvPr>
                <p:cNvSpPr>
                  <a:spLocks noChangeArrowheads="1"/>
                </p:cNvSpPr>
                <p:nvPr/>
              </p:nvSpPr>
              <p:spPr bwMode="auto">
                <a:xfrm>
                  <a:off x="1683785" y="3649159"/>
                  <a:ext cx="288149"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Saudi Arabia</a:t>
                  </a:r>
                </a:p>
              </p:txBody>
            </p:sp>
            <p:sp>
              <p:nvSpPr>
                <p:cNvPr id="274" name="Rectangle 273">
                  <a:extLst>
                    <a:ext uri="{FF2B5EF4-FFF2-40B4-BE49-F238E27FC236}">
                      <a16:creationId xmlns:a16="http://schemas.microsoft.com/office/drawing/2014/main" id="{A3928AF4-45E8-79D9-7A32-B7F6CDA79565}"/>
                    </a:ext>
                  </a:extLst>
                </p:cNvPr>
                <p:cNvSpPr>
                  <a:spLocks noChangeArrowheads="1"/>
                </p:cNvSpPr>
                <p:nvPr/>
              </p:nvSpPr>
              <p:spPr bwMode="auto">
                <a:xfrm>
                  <a:off x="1251859" y="2687721"/>
                  <a:ext cx="155815"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Turkey</a:t>
                  </a:r>
                </a:p>
              </p:txBody>
            </p:sp>
            <p:sp>
              <p:nvSpPr>
                <p:cNvPr id="275" name="Rectangle 274">
                  <a:extLst>
                    <a:ext uri="{FF2B5EF4-FFF2-40B4-BE49-F238E27FC236}">
                      <a16:creationId xmlns:a16="http://schemas.microsoft.com/office/drawing/2014/main" id="{C5321DF1-404D-4C8A-7FF3-361B02A3435C}"/>
                    </a:ext>
                  </a:extLst>
                </p:cNvPr>
                <p:cNvSpPr>
                  <a:spLocks noChangeArrowheads="1"/>
                </p:cNvSpPr>
                <p:nvPr/>
              </p:nvSpPr>
              <p:spPr bwMode="auto">
                <a:xfrm>
                  <a:off x="1853913" y="3070849"/>
                  <a:ext cx="8751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Iraq</a:t>
                  </a:r>
                </a:p>
              </p:txBody>
            </p:sp>
            <p:sp>
              <p:nvSpPr>
                <p:cNvPr id="276" name="Rectangle 275">
                  <a:extLst>
                    <a:ext uri="{FF2B5EF4-FFF2-40B4-BE49-F238E27FC236}">
                      <a16:creationId xmlns:a16="http://schemas.microsoft.com/office/drawing/2014/main" id="{21E51060-F67B-8AF1-7871-FE5651AF2DDF}"/>
                    </a:ext>
                  </a:extLst>
                </p:cNvPr>
                <p:cNvSpPr>
                  <a:spLocks noChangeArrowheads="1"/>
                </p:cNvSpPr>
                <p:nvPr/>
              </p:nvSpPr>
              <p:spPr bwMode="auto">
                <a:xfrm>
                  <a:off x="3288921" y="3423967"/>
                  <a:ext cx="194234"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Pakistan</a:t>
                  </a:r>
                </a:p>
              </p:txBody>
            </p:sp>
            <p:sp>
              <p:nvSpPr>
                <p:cNvPr id="277" name="Rectangle 276">
                  <a:extLst>
                    <a:ext uri="{FF2B5EF4-FFF2-40B4-BE49-F238E27FC236}">
                      <a16:creationId xmlns:a16="http://schemas.microsoft.com/office/drawing/2014/main" id="{E33FF3BC-F08A-BDCF-E12D-FE99AEB370E4}"/>
                    </a:ext>
                  </a:extLst>
                </p:cNvPr>
                <p:cNvSpPr>
                  <a:spLocks noChangeArrowheads="1"/>
                </p:cNvSpPr>
                <p:nvPr/>
              </p:nvSpPr>
              <p:spPr bwMode="auto">
                <a:xfrm>
                  <a:off x="2047936" y="4205731"/>
                  <a:ext cx="160084"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Yemen</a:t>
                  </a:r>
                </a:p>
              </p:txBody>
            </p:sp>
            <p:sp>
              <p:nvSpPr>
                <p:cNvPr id="278" name="Rectangle 277">
                  <a:extLst>
                    <a:ext uri="{FF2B5EF4-FFF2-40B4-BE49-F238E27FC236}">
                      <a16:creationId xmlns:a16="http://schemas.microsoft.com/office/drawing/2014/main" id="{CED6347C-9DC5-5374-897E-72A5F164100F}"/>
                    </a:ext>
                  </a:extLst>
                </p:cNvPr>
                <p:cNvSpPr>
                  <a:spLocks noChangeArrowheads="1"/>
                </p:cNvSpPr>
                <p:nvPr/>
              </p:nvSpPr>
              <p:spPr bwMode="auto">
                <a:xfrm>
                  <a:off x="1540831" y="2937614"/>
                  <a:ext cx="115259"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Syria</a:t>
                  </a:r>
                </a:p>
              </p:txBody>
            </p:sp>
            <p:sp>
              <p:nvSpPr>
                <p:cNvPr id="279" name="Rectangle 278">
                  <a:extLst>
                    <a:ext uri="{FF2B5EF4-FFF2-40B4-BE49-F238E27FC236}">
                      <a16:creationId xmlns:a16="http://schemas.microsoft.com/office/drawing/2014/main" id="{B5108C7C-7B8D-7351-8266-DA92D4CEA16F}"/>
                    </a:ext>
                  </a:extLst>
                </p:cNvPr>
                <p:cNvSpPr>
                  <a:spLocks noChangeArrowheads="1"/>
                </p:cNvSpPr>
                <p:nvPr/>
              </p:nvSpPr>
              <p:spPr bwMode="auto">
                <a:xfrm>
                  <a:off x="5197569" y="3843671"/>
                  <a:ext cx="211310"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Myanmar</a:t>
                  </a:r>
                </a:p>
              </p:txBody>
            </p:sp>
            <p:sp>
              <p:nvSpPr>
                <p:cNvPr id="280" name="Rectangle 279">
                  <a:extLst>
                    <a:ext uri="{FF2B5EF4-FFF2-40B4-BE49-F238E27FC236}">
                      <a16:creationId xmlns:a16="http://schemas.microsoft.com/office/drawing/2014/main" id="{A9F929D4-F8A4-08E6-B8F7-0D28282BCF97}"/>
                    </a:ext>
                  </a:extLst>
                </p:cNvPr>
                <p:cNvSpPr>
                  <a:spLocks noChangeArrowheads="1"/>
                </p:cNvSpPr>
                <p:nvPr/>
              </p:nvSpPr>
              <p:spPr bwMode="auto">
                <a:xfrm>
                  <a:off x="3159079" y="3036512"/>
                  <a:ext cx="266805"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Afghanistan</a:t>
                  </a:r>
                </a:p>
              </p:txBody>
            </p:sp>
            <p:sp>
              <p:nvSpPr>
                <p:cNvPr id="281" name="Rectangle 280">
                  <a:extLst>
                    <a:ext uri="{FF2B5EF4-FFF2-40B4-BE49-F238E27FC236}">
                      <a16:creationId xmlns:a16="http://schemas.microsoft.com/office/drawing/2014/main" id="{A1D0329A-4438-074A-37DC-7F39079588CB}"/>
                    </a:ext>
                  </a:extLst>
                </p:cNvPr>
                <p:cNvSpPr>
                  <a:spLocks noChangeArrowheads="1"/>
                </p:cNvSpPr>
                <p:nvPr/>
              </p:nvSpPr>
              <p:spPr bwMode="auto">
                <a:xfrm>
                  <a:off x="5569682" y="4205086"/>
                  <a:ext cx="192099"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Thailand</a:t>
                  </a:r>
                </a:p>
              </p:txBody>
            </p:sp>
            <p:sp>
              <p:nvSpPr>
                <p:cNvPr id="282" name="Rectangle 281">
                  <a:extLst>
                    <a:ext uri="{FF2B5EF4-FFF2-40B4-BE49-F238E27FC236}">
                      <a16:creationId xmlns:a16="http://schemas.microsoft.com/office/drawing/2014/main" id="{06F50598-1CD2-0854-5794-D0FAC37B9184}"/>
                    </a:ext>
                  </a:extLst>
                </p:cNvPr>
                <p:cNvSpPr>
                  <a:spLocks noChangeArrowheads="1"/>
                </p:cNvSpPr>
                <p:nvPr/>
              </p:nvSpPr>
              <p:spPr bwMode="auto">
                <a:xfrm>
                  <a:off x="6284140" y="5242366"/>
                  <a:ext cx="217712"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Indonesia</a:t>
                  </a:r>
                </a:p>
              </p:txBody>
            </p:sp>
            <p:sp>
              <p:nvSpPr>
                <p:cNvPr id="283" name="Rectangle 282">
                  <a:extLst>
                    <a:ext uri="{FF2B5EF4-FFF2-40B4-BE49-F238E27FC236}">
                      <a16:creationId xmlns:a16="http://schemas.microsoft.com/office/drawing/2014/main" id="{25183567-E309-E052-681F-079504965452}"/>
                    </a:ext>
                  </a:extLst>
                </p:cNvPr>
                <p:cNvSpPr>
                  <a:spLocks noChangeArrowheads="1"/>
                </p:cNvSpPr>
                <p:nvPr/>
              </p:nvSpPr>
              <p:spPr bwMode="auto">
                <a:xfrm>
                  <a:off x="2748411" y="3788606"/>
                  <a:ext cx="138739"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Oman</a:t>
                  </a:r>
                </a:p>
              </p:txBody>
            </p:sp>
            <p:sp>
              <p:nvSpPr>
                <p:cNvPr id="284" name="Rectangle 283">
                  <a:extLst>
                    <a:ext uri="{FF2B5EF4-FFF2-40B4-BE49-F238E27FC236}">
                      <a16:creationId xmlns:a16="http://schemas.microsoft.com/office/drawing/2014/main" id="{BCE52515-44AE-193C-5C80-EABCE3CAF6E1}"/>
                    </a:ext>
                  </a:extLst>
                </p:cNvPr>
                <p:cNvSpPr>
                  <a:spLocks noChangeArrowheads="1"/>
                </p:cNvSpPr>
                <p:nvPr/>
              </p:nvSpPr>
              <p:spPr bwMode="auto">
                <a:xfrm>
                  <a:off x="2822350" y="2421426"/>
                  <a:ext cx="249730"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Uzbekistan</a:t>
                  </a:r>
                </a:p>
              </p:txBody>
            </p:sp>
            <p:sp>
              <p:nvSpPr>
                <p:cNvPr id="285" name="Rectangle 284">
                  <a:extLst>
                    <a:ext uri="{FF2B5EF4-FFF2-40B4-BE49-F238E27FC236}">
                      <a16:creationId xmlns:a16="http://schemas.microsoft.com/office/drawing/2014/main" id="{D9C7B0FE-E4C9-38DD-5B02-F80D3F3242F6}"/>
                    </a:ext>
                  </a:extLst>
                </p:cNvPr>
                <p:cNvSpPr>
                  <a:spLocks noChangeArrowheads="1"/>
                </p:cNvSpPr>
                <p:nvPr/>
              </p:nvSpPr>
              <p:spPr bwMode="auto">
                <a:xfrm>
                  <a:off x="5678675" y="3904309"/>
                  <a:ext cx="108857"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Laos</a:t>
                  </a:r>
                </a:p>
              </p:txBody>
            </p:sp>
            <p:sp>
              <p:nvSpPr>
                <p:cNvPr id="286" name="Rectangle 285">
                  <a:extLst>
                    <a:ext uri="{FF2B5EF4-FFF2-40B4-BE49-F238E27FC236}">
                      <a16:creationId xmlns:a16="http://schemas.microsoft.com/office/drawing/2014/main" id="{3578F74A-656F-CF4A-DA1A-788FB611B25F}"/>
                    </a:ext>
                  </a:extLst>
                </p:cNvPr>
                <p:cNvSpPr>
                  <a:spLocks noChangeArrowheads="1"/>
                </p:cNvSpPr>
                <p:nvPr/>
              </p:nvSpPr>
              <p:spPr bwMode="auto">
                <a:xfrm>
                  <a:off x="8086753" y="3016033"/>
                  <a:ext cx="13660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Japan</a:t>
                  </a:r>
                </a:p>
              </p:txBody>
            </p:sp>
            <p:sp>
              <p:nvSpPr>
                <p:cNvPr id="287" name="Rectangle 286">
                  <a:extLst>
                    <a:ext uri="{FF2B5EF4-FFF2-40B4-BE49-F238E27FC236}">
                      <a16:creationId xmlns:a16="http://schemas.microsoft.com/office/drawing/2014/main" id="{03CFB46E-B6FD-0178-93C8-24B4F6B5173C}"/>
                    </a:ext>
                  </a:extLst>
                </p:cNvPr>
                <p:cNvSpPr>
                  <a:spLocks noChangeArrowheads="1"/>
                </p:cNvSpPr>
                <p:nvPr/>
              </p:nvSpPr>
              <p:spPr bwMode="auto">
                <a:xfrm>
                  <a:off x="2657872" y="2673974"/>
                  <a:ext cx="307358"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Turkmenistan</a:t>
                  </a:r>
                </a:p>
              </p:txBody>
            </p:sp>
            <p:sp>
              <p:nvSpPr>
                <p:cNvPr id="288" name="Rectangle 287">
                  <a:extLst>
                    <a:ext uri="{FF2B5EF4-FFF2-40B4-BE49-F238E27FC236}">
                      <a16:creationId xmlns:a16="http://schemas.microsoft.com/office/drawing/2014/main" id="{2DF01BCA-723E-E503-81D3-415189CE4355}"/>
                    </a:ext>
                  </a:extLst>
                </p:cNvPr>
                <p:cNvSpPr>
                  <a:spLocks noChangeArrowheads="1"/>
                </p:cNvSpPr>
                <p:nvPr/>
              </p:nvSpPr>
              <p:spPr bwMode="auto">
                <a:xfrm>
                  <a:off x="4390223" y="3374979"/>
                  <a:ext cx="130202"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Nepal</a:t>
                  </a:r>
                </a:p>
              </p:txBody>
            </p:sp>
            <p:sp>
              <p:nvSpPr>
                <p:cNvPr id="289" name="Rectangle 288">
                  <a:extLst>
                    <a:ext uri="{FF2B5EF4-FFF2-40B4-BE49-F238E27FC236}">
                      <a16:creationId xmlns:a16="http://schemas.microsoft.com/office/drawing/2014/main" id="{FBBB41B5-840B-849B-874A-325FFCFF5221}"/>
                    </a:ext>
                  </a:extLst>
                </p:cNvPr>
                <p:cNvSpPr>
                  <a:spLocks noChangeArrowheads="1"/>
                </p:cNvSpPr>
                <p:nvPr/>
              </p:nvSpPr>
              <p:spPr bwMode="auto">
                <a:xfrm>
                  <a:off x="3757693" y="2500542"/>
                  <a:ext cx="25186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Kyrgyzstan</a:t>
                  </a:r>
                </a:p>
              </p:txBody>
            </p:sp>
            <p:sp>
              <p:nvSpPr>
                <p:cNvPr id="290" name="Rectangle 289">
                  <a:extLst>
                    <a:ext uri="{FF2B5EF4-FFF2-40B4-BE49-F238E27FC236}">
                      <a16:creationId xmlns:a16="http://schemas.microsoft.com/office/drawing/2014/main" id="{49E6FCC2-9439-70C7-FB62-340CA0C6B258}"/>
                    </a:ext>
                  </a:extLst>
                </p:cNvPr>
                <p:cNvSpPr>
                  <a:spLocks noChangeArrowheads="1"/>
                </p:cNvSpPr>
                <p:nvPr/>
              </p:nvSpPr>
              <p:spPr bwMode="auto">
                <a:xfrm>
                  <a:off x="5956946" y="4869884"/>
                  <a:ext cx="19850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Malaysia</a:t>
                  </a:r>
                </a:p>
              </p:txBody>
            </p:sp>
            <p:sp>
              <p:nvSpPr>
                <p:cNvPr id="291" name="Rectangle 290">
                  <a:extLst>
                    <a:ext uri="{FF2B5EF4-FFF2-40B4-BE49-F238E27FC236}">
                      <a16:creationId xmlns:a16="http://schemas.microsoft.com/office/drawing/2014/main" id="{8367F14C-8078-5969-FCDC-BE522D1477ED}"/>
                    </a:ext>
                  </a:extLst>
                </p:cNvPr>
                <p:cNvSpPr>
                  <a:spLocks noChangeArrowheads="1"/>
                </p:cNvSpPr>
                <p:nvPr/>
              </p:nvSpPr>
              <p:spPr bwMode="auto">
                <a:xfrm>
                  <a:off x="3554698" y="2709094"/>
                  <a:ext cx="21344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Tajikistan</a:t>
                  </a:r>
                </a:p>
              </p:txBody>
            </p:sp>
            <p:sp>
              <p:nvSpPr>
                <p:cNvPr id="292" name="Rectangle 291">
                  <a:extLst>
                    <a:ext uri="{FF2B5EF4-FFF2-40B4-BE49-F238E27FC236}">
                      <a16:creationId xmlns:a16="http://schemas.microsoft.com/office/drawing/2014/main" id="{426B0F51-C864-7C22-2AB4-A574782BD541}"/>
                    </a:ext>
                  </a:extLst>
                </p:cNvPr>
                <p:cNvSpPr>
                  <a:spLocks noChangeArrowheads="1"/>
                </p:cNvSpPr>
                <p:nvPr/>
              </p:nvSpPr>
              <p:spPr bwMode="auto">
                <a:xfrm>
                  <a:off x="5889836" y="4694847"/>
                  <a:ext cx="228385"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Cambodia</a:t>
                  </a:r>
                </a:p>
              </p:txBody>
            </p:sp>
            <p:sp>
              <p:nvSpPr>
                <p:cNvPr id="293" name="Rectangle 292">
                  <a:extLst>
                    <a:ext uri="{FF2B5EF4-FFF2-40B4-BE49-F238E27FC236}">
                      <a16:creationId xmlns:a16="http://schemas.microsoft.com/office/drawing/2014/main" id="{804E0F08-E6F6-99CE-97A2-B238B7AF5956}"/>
                    </a:ext>
                  </a:extLst>
                </p:cNvPr>
                <p:cNvSpPr>
                  <a:spLocks noChangeArrowheads="1"/>
                </p:cNvSpPr>
                <p:nvPr/>
              </p:nvSpPr>
              <p:spPr bwMode="auto">
                <a:xfrm>
                  <a:off x="1068371" y="3549347"/>
                  <a:ext cx="153679"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Jordan</a:t>
                  </a:r>
                </a:p>
              </p:txBody>
            </p:sp>
            <p:sp>
              <p:nvSpPr>
                <p:cNvPr id="294" name="Rectangle 293">
                  <a:extLst>
                    <a:ext uri="{FF2B5EF4-FFF2-40B4-BE49-F238E27FC236}">
                      <a16:creationId xmlns:a16="http://schemas.microsoft.com/office/drawing/2014/main" id="{67E440A1-DBFF-6FB0-CB1A-3F5542D3D58F}"/>
                    </a:ext>
                  </a:extLst>
                </p:cNvPr>
                <p:cNvSpPr>
                  <a:spLocks noChangeArrowheads="1"/>
                </p:cNvSpPr>
                <p:nvPr/>
              </p:nvSpPr>
              <p:spPr bwMode="auto">
                <a:xfrm>
                  <a:off x="7507013" y="2658804"/>
                  <a:ext cx="273207"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North Korea</a:t>
                  </a:r>
                </a:p>
              </p:txBody>
            </p:sp>
            <p:sp>
              <p:nvSpPr>
                <p:cNvPr id="295" name="Rectangle 294">
                  <a:extLst>
                    <a:ext uri="{FF2B5EF4-FFF2-40B4-BE49-F238E27FC236}">
                      <a16:creationId xmlns:a16="http://schemas.microsoft.com/office/drawing/2014/main" id="{A2C935DD-89AA-FE4E-2AED-8F7F1930544E}"/>
                    </a:ext>
                  </a:extLst>
                </p:cNvPr>
                <p:cNvSpPr>
                  <a:spLocks noChangeArrowheads="1"/>
                </p:cNvSpPr>
                <p:nvPr/>
              </p:nvSpPr>
              <p:spPr bwMode="auto">
                <a:xfrm>
                  <a:off x="1739530" y="2341031"/>
                  <a:ext cx="179292"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Georgia</a:t>
                  </a:r>
                </a:p>
              </p:txBody>
            </p:sp>
            <p:sp>
              <p:nvSpPr>
                <p:cNvPr id="296" name="Rectangle 295">
                  <a:extLst>
                    <a:ext uri="{FF2B5EF4-FFF2-40B4-BE49-F238E27FC236}">
                      <a16:creationId xmlns:a16="http://schemas.microsoft.com/office/drawing/2014/main" id="{AB1B620F-6C76-D68A-F111-C1FBE85F9AB0}"/>
                    </a:ext>
                  </a:extLst>
                </p:cNvPr>
                <p:cNvSpPr>
                  <a:spLocks noChangeArrowheads="1"/>
                </p:cNvSpPr>
                <p:nvPr/>
              </p:nvSpPr>
              <p:spPr bwMode="auto">
                <a:xfrm>
                  <a:off x="4827935" y="4018152"/>
                  <a:ext cx="264669"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Bangladesh</a:t>
                  </a:r>
                </a:p>
              </p:txBody>
            </p:sp>
            <p:sp>
              <p:nvSpPr>
                <p:cNvPr id="297" name="Rectangle 296">
                  <a:extLst>
                    <a:ext uri="{FF2B5EF4-FFF2-40B4-BE49-F238E27FC236}">
                      <a16:creationId xmlns:a16="http://schemas.microsoft.com/office/drawing/2014/main" id="{C963A211-7077-283F-598C-B393679914D6}"/>
                    </a:ext>
                  </a:extLst>
                </p:cNvPr>
                <p:cNvSpPr>
                  <a:spLocks noChangeArrowheads="1"/>
                </p:cNvSpPr>
                <p:nvPr/>
              </p:nvSpPr>
              <p:spPr bwMode="auto">
                <a:xfrm>
                  <a:off x="7096950" y="4198693"/>
                  <a:ext cx="241192"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Philippines</a:t>
                  </a:r>
                </a:p>
              </p:txBody>
            </p:sp>
            <p:sp>
              <p:nvSpPr>
                <p:cNvPr id="298" name="Rectangle 297">
                  <a:extLst>
                    <a:ext uri="{FF2B5EF4-FFF2-40B4-BE49-F238E27FC236}">
                      <a16:creationId xmlns:a16="http://schemas.microsoft.com/office/drawing/2014/main" id="{09AD2941-FF20-5B4A-5E97-F6CB68DA8638}"/>
                    </a:ext>
                  </a:extLst>
                </p:cNvPr>
                <p:cNvSpPr>
                  <a:spLocks noChangeArrowheads="1"/>
                </p:cNvSpPr>
                <p:nvPr/>
              </p:nvSpPr>
              <p:spPr bwMode="auto">
                <a:xfrm>
                  <a:off x="1966206" y="2236452"/>
                  <a:ext cx="23692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Azerbaijan</a:t>
                  </a:r>
                </a:p>
              </p:txBody>
            </p:sp>
            <p:sp>
              <p:nvSpPr>
                <p:cNvPr id="299" name="Rectangle 298">
                  <a:extLst>
                    <a:ext uri="{FF2B5EF4-FFF2-40B4-BE49-F238E27FC236}">
                      <a16:creationId xmlns:a16="http://schemas.microsoft.com/office/drawing/2014/main" id="{D4144F89-97FB-E135-4510-5412F12C6F4D}"/>
                    </a:ext>
                  </a:extLst>
                </p:cNvPr>
                <p:cNvSpPr>
                  <a:spLocks noChangeArrowheads="1"/>
                </p:cNvSpPr>
                <p:nvPr/>
              </p:nvSpPr>
              <p:spPr bwMode="auto">
                <a:xfrm>
                  <a:off x="7507013" y="2774203"/>
                  <a:ext cx="281745"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South Korea</a:t>
                  </a:r>
                </a:p>
              </p:txBody>
            </p:sp>
            <p:sp>
              <p:nvSpPr>
                <p:cNvPr id="300" name="Rectangle 299">
                  <a:extLst>
                    <a:ext uri="{FF2B5EF4-FFF2-40B4-BE49-F238E27FC236}">
                      <a16:creationId xmlns:a16="http://schemas.microsoft.com/office/drawing/2014/main" id="{E8FE51F1-6B2E-98A7-2892-5E85CC209E9D}"/>
                    </a:ext>
                  </a:extLst>
                </p:cNvPr>
                <p:cNvSpPr>
                  <a:spLocks noChangeArrowheads="1"/>
                </p:cNvSpPr>
                <p:nvPr/>
              </p:nvSpPr>
              <p:spPr bwMode="auto">
                <a:xfrm>
                  <a:off x="4228345" y="4897945"/>
                  <a:ext cx="213443"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Sri Lanka</a:t>
                  </a:r>
                </a:p>
              </p:txBody>
            </p:sp>
            <p:sp>
              <p:nvSpPr>
                <p:cNvPr id="301" name="Rectangle 300">
                  <a:extLst>
                    <a:ext uri="{FF2B5EF4-FFF2-40B4-BE49-F238E27FC236}">
                      <a16:creationId xmlns:a16="http://schemas.microsoft.com/office/drawing/2014/main" id="{E1A66DBA-2877-02D9-196C-71335264050F}"/>
                    </a:ext>
                  </a:extLst>
                </p:cNvPr>
                <p:cNvSpPr>
                  <a:spLocks noChangeArrowheads="1"/>
                </p:cNvSpPr>
                <p:nvPr/>
              </p:nvSpPr>
              <p:spPr bwMode="auto">
                <a:xfrm>
                  <a:off x="1239208" y="2269619"/>
                  <a:ext cx="187830"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Armenia</a:t>
                  </a:r>
                </a:p>
              </p:txBody>
            </p:sp>
            <p:sp>
              <p:nvSpPr>
                <p:cNvPr id="302" name="Rectangle 301">
                  <a:extLst>
                    <a:ext uri="{FF2B5EF4-FFF2-40B4-BE49-F238E27FC236}">
                      <a16:creationId xmlns:a16="http://schemas.microsoft.com/office/drawing/2014/main" id="{E2DA7309-D6B0-9E78-AA03-8C84F21ECB7F}"/>
                    </a:ext>
                  </a:extLst>
                </p:cNvPr>
                <p:cNvSpPr>
                  <a:spLocks noChangeArrowheads="1"/>
                </p:cNvSpPr>
                <p:nvPr/>
              </p:nvSpPr>
              <p:spPr bwMode="auto">
                <a:xfrm>
                  <a:off x="1098253" y="3409061"/>
                  <a:ext cx="123797"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Israel</a:t>
                  </a:r>
                </a:p>
              </p:txBody>
            </p:sp>
            <p:sp>
              <p:nvSpPr>
                <p:cNvPr id="303" name="Rectangle 302">
                  <a:extLst>
                    <a:ext uri="{FF2B5EF4-FFF2-40B4-BE49-F238E27FC236}">
                      <a16:creationId xmlns:a16="http://schemas.microsoft.com/office/drawing/2014/main" id="{77DEDA47-4694-00AF-59A5-53782CB2CF58}"/>
                    </a:ext>
                  </a:extLst>
                </p:cNvPr>
                <p:cNvSpPr>
                  <a:spLocks noChangeArrowheads="1"/>
                </p:cNvSpPr>
                <p:nvPr/>
              </p:nvSpPr>
              <p:spPr bwMode="auto">
                <a:xfrm>
                  <a:off x="2553319" y="3691498"/>
                  <a:ext cx="104588"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UAE</a:t>
                  </a:r>
                </a:p>
              </p:txBody>
            </p:sp>
            <p:sp>
              <p:nvSpPr>
                <p:cNvPr id="304" name="Rectangle 303">
                  <a:extLst>
                    <a:ext uri="{FF2B5EF4-FFF2-40B4-BE49-F238E27FC236}">
                      <a16:creationId xmlns:a16="http://schemas.microsoft.com/office/drawing/2014/main" id="{1022DD05-45FB-5F95-DBA0-F11244E456E7}"/>
                    </a:ext>
                  </a:extLst>
                </p:cNvPr>
                <p:cNvSpPr>
                  <a:spLocks noChangeArrowheads="1"/>
                </p:cNvSpPr>
                <p:nvPr/>
              </p:nvSpPr>
              <p:spPr bwMode="auto">
                <a:xfrm>
                  <a:off x="2278337" y="3317247"/>
                  <a:ext cx="151546"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Kuwait</a:t>
                  </a:r>
                </a:p>
              </p:txBody>
            </p:sp>
            <p:sp>
              <p:nvSpPr>
                <p:cNvPr id="305" name="Rectangle 304">
                  <a:extLst>
                    <a:ext uri="{FF2B5EF4-FFF2-40B4-BE49-F238E27FC236}">
                      <a16:creationId xmlns:a16="http://schemas.microsoft.com/office/drawing/2014/main" id="{9480C495-BA48-75E8-946D-C707591EDB47}"/>
                    </a:ext>
                  </a:extLst>
                </p:cNvPr>
                <p:cNvSpPr>
                  <a:spLocks noChangeArrowheads="1"/>
                </p:cNvSpPr>
                <p:nvPr/>
              </p:nvSpPr>
              <p:spPr bwMode="auto">
                <a:xfrm>
                  <a:off x="2482594" y="3521103"/>
                  <a:ext cx="128066"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Qatar</a:t>
                  </a:r>
                </a:p>
              </p:txBody>
            </p:sp>
            <p:sp>
              <p:nvSpPr>
                <p:cNvPr id="306" name="Rectangle 305">
                  <a:extLst>
                    <a:ext uri="{FF2B5EF4-FFF2-40B4-BE49-F238E27FC236}">
                      <a16:creationId xmlns:a16="http://schemas.microsoft.com/office/drawing/2014/main" id="{FE54ADC3-920C-43D1-11F1-3DE0C3743146}"/>
                    </a:ext>
                  </a:extLst>
                </p:cNvPr>
                <p:cNvSpPr>
                  <a:spLocks noChangeArrowheads="1"/>
                </p:cNvSpPr>
                <p:nvPr/>
              </p:nvSpPr>
              <p:spPr bwMode="auto">
                <a:xfrm>
                  <a:off x="938319" y="2963112"/>
                  <a:ext cx="160084"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Cyprus</a:t>
                  </a:r>
                </a:p>
              </p:txBody>
            </p:sp>
            <p:sp>
              <p:nvSpPr>
                <p:cNvPr id="307" name="Rectangle 306">
                  <a:extLst>
                    <a:ext uri="{FF2B5EF4-FFF2-40B4-BE49-F238E27FC236}">
                      <a16:creationId xmlns:a16="http://schemas.microsoft.com/office/drawing/2014/main" id="{9F63AB9E-EAD3-864C-F66E-6A2D78F80CDA}"/>
                    </a:ext>
                  </a:extLst>
                </p:cNvPr>
                <p:cNvSpPr>
                  <a:spLocks noChangeArrowheads="1"/>
                </p:cNvSpPr>
                <p:nvPr/>
              </p:nvSpPr>
              <p:spPr bwMode="auto">
                <a:xfrm>
                  <a:off x="7239168" y="5928414"/>
                  <a:ext cx="271074"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Timor-Leste</a:t>
                  </a:r>
                </a:p>
              </p:txBody>
            </p:sp>
            <p:sp>
              <p:nvSpPr>
                <p:cNvPr id="308" name="Rectangle 307">
                  <a:extLst>
                    <a:ext uri="{FF2B5EF4-FFF2-40B4-BE49-F238E27FC236}">
                      <a16:creationId xmlns:a16="http://schemas.microsoft.com/office/drawing/2014/main" id="{F1A10629-A683-3DDD-F8E7-7F95515F09F7}"/>
                    </a:ext>
                  </a:extLst>
                </p:cNvPr>
                <p:cNvSpPr>
                  <a:spLocks noChangeArrowheads="1"/>
                </p:cNvSpPr>
                <p:nvPr/>
              </p:nvSpPr>
              <p:spPr bwMode="auto">
                <a:xfrm>
                  <a:off x="6427060" y="4440266"/>
                  <a:ext cx="268938" cy="1219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Brunei </a:t>
                  </a:r>
                  <a:b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b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Darussalam</a:t>
                  </a:r>
                </a:p>
              </p:txBody>
            </p:sp>
            <p:sp>
              <p:nvSpPr>
                <p:cNvPr id="309" name="Rectangle 308">
                  <a:extLst>
                    <a:ext uri="{FF2B5EF4-FFF2-40B4-BE49-F238E27FC236}">
                      <a16:creationId xmlns:a16="http://schemas.microsoft.com/office/drawing/2014/main" id="{95DE8EA2-EB44-85A4-0543-4A301848228B}"/>
                    </a:ext>
                  </a:extLst>
                </p:cNvPr>
                <p:cNvSpPr>
                  <a:spLocks noChangeArrowheads="1"/>
                </p:cNvSpPr>
                <p:nvPr/>
              </p:nvSpPr>
              <p:spPr bwMode="auto">
                <a:xfrm>
                  <a:off x="5863282" y="4993748"/>
                  <a:ext cx="228385"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Singapore</a:t>
                  </a:r>
                </a:p>
              </p:txBody>
            </p:sp>
            <p:sp>
              <p:nvSpPr>
                <p:cNvPr id="310" name="Rectangle 309">
                  <a:extLst>
                    <a:ext uri="{FF2B5EF4-FFF2-40B4-BE49-F238E27FC236}">
                      <a16:creationId xmlns:a16="http://schemas.microsoft.com/office/drawing/2014/main" id="{3B6A8BE3-0609-A4D1-E1E5-D51E1B7620C0}"/>
                    </a:ext>
                  </a:extLst>
                </p:cNvPr>
                <p:cNvSpPr>
                  <a:spLocks noChangeArrowheads="1"/>
                </p:cNvSpPr>
                <p:nvPr/>
              </p:nvSpPr>
              <p:spPr bwMode="auto">
                <a:xfrm>
                  <a:off x="771686" y="3268776"/>
                  <a:ext cx="450366"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Palestinian Territory</a:t>
                  </a:r>
                </a:p>
              </p:txBody>
            </p:sp>
            <p:sp>
              <p:nvSpPr>
                <p:cNvPr id="311" name="Rectangle 310">
                  <a:extLst>
                    <a:ext uri="{FF2B5EF4-FFF2-40B4-BE49-F238E27FC236}">
                      <a16:creationId xmlns:a16="http://schemas.microsoft.com/office/drawing/2014/main" id="{96235DF5-2BA8-EAAE-C7F6-A6C39AE9A4EF}"/>
                    </a:ext>
                  </a:extLst>
                </p:cNvPr>
                <p:cNvSpPr>
                  <a:spLocks noChangeArrowheads="1"/>
                </p:cNvSpPr>
                <p:nvPr/>
              </p:nvSpPr>
              <p:spPr bwMode="auto">
                <a:xfrm>
                  <a:off x="1027816" y="3154616"/>
                  <a:ext cx="194234"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Lebanon</a:t>
                  </a:r>
                </a:p>
              </p:txBody>
            </p:sp>
            <p:sp>
              <p:nvSpPr>
                <p:cNvPr id="312" name="Rectangle 311">
                  <a:extLst>
                    <a:ext uri="{FF2B5EF4-FFF2-40B4-BE49-F238E27FC236}">
                      <a16:creationId xmlns:a16="http://schemas.microsoft.com/office/drawing/2014/main" id="{061E8079-A20A-9CFB-53B1-DBB3D959A8F7}"/>
                    </a:ext>
                  </a:extLst>
                </p:cNvPr>
                <p:cNvSpPr>
                  <a:spLocks noChangeArrowheads="1"/>
                </p:cNvSpPr>
                <p:nvPr/>
              </p:nvSpPr>
              <p:spPr bwMode="auto">
                <a:xfrm>
                  <a:off x="6179589" y="4185788"/>
                  <a:ext cx="185697" cy="6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Vietnam</a:t>
                  </a:r>
                </a:p>
              </p:txBody>
            </p:sp>
            <p:sp>
              <p:nvSpPr>
                <p:cNvPr id="313" name="Freeform 190">
                  <a:extLst>
                    <a:ext uri="{FF2B5EF4-FFF2-40B4-BE49-F238E27FC236}">
                      <a16:creationId xmlns:a16="http://schemas.microsoft.com/office/drawing/2014/main" id="{99579B3E-DAD6-8A0D-7F13-FB27391126E5}"/>
                    </a:ext>
                  </a:extLst>
                </p:cNvPr>
                <p:cNvSpPr/>
                <p:nvPr/>
              </p:nvSpPr>
              <p:spPr bwMode="gray">
                <a:xfrm>
                  <a:off x="6339840" y="4923745"/>
                  <a:ext cx="126274" cy="131023"/>
                </a:xfrm>
                <a:custGeom>
                  <a:avLst/>
                  <a:gdLst>
                    <a:gd name="connsiteX0" fmla="*/ 136566 w 136566"/>
                    <a:gd name="connsiteY0" fmla="*/ 95002 h 95002"/>
                    <a:gd name="connsiteX1" fmla="*/ 41564 w 136566"/>
                    <a:gd name="connsiteY1" fmla="*/ 0 h 95002"/>
                    <a:gd name="connsiteX2" fmla="*/ 0 w 136566"/>
                    <a:gd name="connsiteY2" fmla="*/ 0 h 95002"/>
                  </a:gdLst>
                  <a:ahLst/>
                  <a:cxnLst>
                    <a:cxn ang="0">
                      <a:pos x="connsiteX0" y="connsiteY0"/>
                    </a:cxn>
                    <a:cxn ang="0">
                      <a:pos x="connsiteX1" y="connsiteY1"/>
                    </a:cxn>
                    <a:cxn ang="0">
                      <a:pos x="connsiteX2" y="connsiteY2"/>
                    </a:cxn>
                  </a:cxnLst>
                  <a:rect l="l" t="t" r="r" b="b"/>
                  <a:pathLst>
                    <a:path w="136566" h="95002">
                      <a:moveTo>
                        <a:pt x="136566" y="95002"/>
                      </a:moveTo>
                      <a:lnTo>
                        <a:pt x="41564" y="0"/>
                      </a:lnTo>
                      <a:lnTo>
                        <a:pt x="0" y="0"/>
                      </a:lnTo>
                    </a:path>
                  </a:pathLst>
                </a:custGeom>
                <a:noFill/>
                <a:ln w="6350" algn="ctr">
                  <a:solidFill>
                    <a:schemeClr val="tx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grpSp>
            <p:nvGrpSpPr>
              <p:cNvPr id="255" name="Group 254">
                <a:extLst>
                  <a:ext uri="{FF2B5EF4-FFF2-40B4-BE49-F238E27FC236}">
                    <a16:creationId xmlns:a16="http://schemas.microsoft.com/office/drawing/2014/main" id="{6C2AAF79-EFAA-4F4F-3137-3D6FB614A2CB}"/>
                  </a:ext>
                </a:extLst>
              </p:cNvPr>
              <p:cNvGrpSpPr/>
              <p:nvPr/>
            </p:nvGrpSpPr>
            <p:grpSpPr>
              <a:xfrm>
                <a:off x="2175645" y="2098586"/>
                <a:ext cx="5325735" cy="2877387"/>
                <a:chOff x="1239209" y="2307905"/>
                <a:chExt cx="5325735" cy="2877387"/>
              </a:xfrm>
            </p:grpSpPr>
            <p:sp>
              <p:nvSpPr>
                <p:cNvPr id="256" name="Freeform 193">
                  <a:extLst>
                    <a:ext uri="{FF2B5EF4-FFF2-40B4-BE49-F238E27FC236}">
                      <a16:creationId xmlns:a16="http://schemas.microsoft.com/office/drawing/2014/main" id="{A4AA8630-DDB1-6D80-142A-6FB1B0FD5D20}"/>
                    </a:ext>
                  </a:extLst>
                </p:cNvPr>
                <p:cNvSpPr>
                  <a:spLocks noEditPoints="1"/>
                </p:cNvSpPr>
                <p:nvPr/>
              </p:nvSpPr>
              <p:spPr bwMode="auto">
                <a:xfrm>
                  <a:off x="5722938" y="5023225"/>
                  <a:ext cx="17463" cy="11113"/>
                </a:xfrm>
                <a:custGeom>
                  <a:avLst/>
                  <a:gdLst>
                    <a:gd name="T0" fmla="*/ 5 w 11"/>
                    <a:gd name="T1" fmla="*/ 7 h 7"/>
                    <a:gd name="T2" fmla="*/ 5 w 11"/>
                    <a:gd name="T3" fmla="*/ 7 h 7"/>
                    <a:gd name="T4" fmla="*/ 5 w 11"/>
                    <a:gd name="T5" fmla="*/ 7 h 7"/>
                    <a:gd name="T6" fmla="*/ 5 w 11"/>
                    <a:gd name="T7" fmla="*/ 7 h 7"/>
                    <a:gd name="T8" fmla="*/ 5 w 11"/>
                    <a:gd name="T9" fmla="*/ 7 h 7"/>
                    <a:gd name="T10" fmla="*/ 7 w 11"/>
                    <a:gd name="T11" fmla="*/ 7 h 7"/>
                    <a:gd name="T12" fmla="*/ 3 w 11"/>
                    <a:gd name="T13" fmla="*/ 7 h 7"/>
                    <a:gd name="T14" fmla="*/ 3 w 11"/>
                    <a:gd name="T15" fmla="*/ 7 h 7"/>
                    <a:gd name="T16" fmla="*/ 7 w 11"/>
                    <a:gd name="T17" fmla="*/ 7 h 7"/>
                    <a:gd name="T18" fmla="*/ 7 w 11"/>
                    <a:gd name="T19" fmla="*/ 7 h 7"/>
                    <a:gd name="T20" fmla="*/ 3 w 11"/>
                    <a:gd name="T21" fmla="*/ 7 h 7"/>
                    <a:gd name="T22" fmla="*/ 7 w 11"/>
                    <a:gd name="T23" fmla="*/ 7 h 7"/>
                    <a:gd name="T24" fmla="*/ 7 w 11"/>
                    <a:gd name="T25" fmla="*/ 7 h 7"/>
                    <a:gd name="T26" fmla="*/ 7 w 11"/>
                    <a:gd name="T27" fmla="*/ 7 h 7"/>
                    <a:gd name="T28" fmla="*/ 7 w 11"/>
                    <a:gd name="T29" fmla="*/ 7 h 7"/>
                    <a:gd name="T30" fmla="*/ 7 w 11"/>
                    <a:gd name="T31" fmla="*/ 7 h 7"/>
                    <a:gd name="T32" fmla="*/ 7 w 11"/>
                    <a:gd name="T33" fmla="*/ 7 h 7"/>
                    <a:gd name="T34" fmla="*/ 7 w 11"/>
                    <a:gd name="T35" fmla="*/ 7 h 7"/>
                    <a:gd name="T36" fmla="*/ 7 w 11"/>
                    <a:gd name="T37" fmla="*/ 7 h 7"/>
                    <a:gd name="T38" fmla="*/ 5 w 11"/>
                    <a:gd name="T39" fmla="*/ 7 h 7"/>
                    <a:gd name="T40" fmla="*/ 5 w 11"/>
                    <a:gd name="T41" fmla="*/ 7 h 7"/>
                    <a:gd name="T42" fmla="*/ 5 w 11"/>
                    <a:gd name="T43" fmla="*/ 7 h 7"/>
                    <a:gd name="T44" fmla="*/ 5 w 11"/>
                    <a:gd name="T45" fmla="*/ 7 h 7"/>
                    <a:gd name="T46" fmla="*/ 5 w 11"/>
                    <a:gd name="T47" fmla="*/ 5 h 7"/>
                    <a:gd name="T48" fmla="*/ 0 w 11"/>
                    <a:gd name="T49" fmla="*/ 2 h 7"/>
                    <a:gd name="T50" fmla="*/ 0 w 11"/>
                    <a:gd name="T51" fmla="*/ 2 h 7"/>
                    <a:gd name="T52" fmla="*/ 0 w 11"/>
                    <a:gd name="T53" fmla="*/ 2 h 7"/>
                    <a:gd name="T54" fmla="*/ 0 w 11"/>
                    <a:gd name="T55" fmla="*/ 2 h 7"/>
                    <a:gd name="T56" fmla="*/ 1 w 11"/>
                    <a:gd name="T57" fmla="*/ 2 h 7"/>
                    <a:gd name="T58" fmla="*/ 11 w 11"/>
                    <a:gd name="T59" fmla="*/ 2 h 7"/>
                    <a:gd name="T60" fmla="*/ 11 w 11"/>
                    <a:gd name="T61" fmla="*/ 2 h 7"/>
                    <a:gd name="T62" fmla="*/ 11 w 11"/>
                    <a:gd name="T63" fmla="*/ 2 h 7"/>
                    <a:gd name="T64" fmla="*/ 9 w 11"/>
                    <a:gd name="T65" fmla="*/ 2 h 7"/>
                    <a:gd name="T66" fmla="*/ 9 w 11"/>
                    <a:gd name="T67" fmla="*/ 2 h 7"/>
                    <a:gd name="T68" fmla="*/ 9 w 11"/>
                    <a:gd name="T69" fmla="*/ 0 h 7"/>
                    <a:gd name="T70" fmla="*/ 9 w 11"/>
                    <a:gd name="T71" fmla="*/ 0 h 7"/>
                    <a:gd name="T72" fmla="*/ 9 w 11"/>
                    <a:gd name="T73" fmla="*/ 0 h 7"/>
                    <a:gd name="T74" fmla="*/ 1 w 11"/>
                    <a:gd name="T75" fmla="*/ 0 h 7"/>
                    <a:gd name="T76" fmla="*/ 0 w 11"/>
                    <a:gd name="T77" fmla="*/ 0 h 7"/>
                    <a:gd name="T78" fmla="*/ 0 w 11"/>
                    <a:gd name="T79" fmla="*/ 0 h 7"/>
                    <a:gd name="T80" fmla="*/ 7 w 11"/>
                    <a:gd name="T81" fmla="*/ 0 h 7"/>
                    <a:gd name="T82" fmla="*/ 7 w 11"/>
                    <a:gd name="T83" fmla="*/ 0 h 7"/>
                    <a:gd name="T84" fmla="*/ 7 w 11"/>
                    <a:gd name="T8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7">
                      <a:moveTo>
                        <a:pt x="5" y="7"/>
                      </a:moveTo>
                      <a:lnTo>
                        <a:pt x="5" y="7"/>
                      </a:lnTo>
                      <a:lnTo>
                        <a:pt x="5" y="7"/>
                      </a:lnTo>
                      <a:lnTo>
                        <a:pt x="5" y="7"/>
                      </a:lnTo>
                      <a:lnTo>
                        <a:pt x="5" y="7"/>
                      </a:lnTo>
                      <a:lnTo>
                        <a:pt x="5" y="7"/>
                      </a:lnTo>
                      <a:lnTo>
                        <a:pt x="5" y="7"/>
                      </a:lnTo>
                      <a:close/>
                      <a:moveTo>
                        <a:pt x="5" y="7"/>
                      </a:moveTo>
                      <a:lnTo>
                        <a:pt x="5" y="7"/>
                      </a:lnTo>
                      <a:lnTo>
                        <a:pt x="5" y="7"/>
                      </a:lnTo>
                      <a:lnTo>
                        <a:pt x="5" y="7"/>
                      </a:lnTo>
                      <a:lnTo>
                        <a:pt x="5" y="7"/>
                      </a:lnTo>
                      <a:close/>
                      <a:moveTo>
                        <a:pt x="7" y="7"/>
                      </a:moveTo>
                      <a:lnTo>
                        <a:pt x="7" y="7"/>
                      </a:lnTo>
                      <a:lnTo>
                        <a:pt x="5" y="7"/>
                      </a:lnTo>
                      <a:lnTo>
                        <a:pt x="7" y="7"/>
                      </a:lnTo>
                      <a:lnTo>
                        <a:pt x="7" y="7"/>
                      </a:lnTo>
                      <a:lnTo>
                        <a:pt x="7" y="7"/>
                      </a:lnTo>
                      <a:lnTo>
                        <a:pt x="7" y="7"/>
                      </a:lnTo>
                      <a:lnTo>
                        <a:pt x="7" y="7"/>
                      </a:lnTo>
                      <a:close/>
                      <a:moveTo>
                        <a:pt x="3" y="7"/>
                      </a:moveTo>
                      <a:lnTo>
                        <a:pt x="3" y="7"/>
                      </a:lnTo>
                      <a:lnTo>
                        <a:pt x="3" y="7"/>
                      </a:lnTo>
                      <a:lnTo>
                        <a:pt x="3" y="7"/>
                      </a:lnTo>
                      <a:lnTo>
                        <a:pt x="3" y="7"/>
                      </a:lnTo>
                      <a:close/>
                      <a:moveTo>
                        <a:pt x="7" y="7"/>
                      </a:moveTo>
                      <a:lnTo>
                        <a:pt x="7" y="7"/>
                      </a:lnTo>
                      <a:lnTo>
                        <a:pt x="7" y="7"/>
                      </a:lnTo>
                      <a:lnTo>
                        <a:pt x="7" y="7"/>
                      </a:lnTo>
                      <a:lnTo>
                        <a:pt x="7" y="7"/>
                      </a:lnTo>
                      <a:lnTo>
                        <a:pt x="7" y="7"/>
                      </a:lnTo>
                      <a:close/>
                      <a:moveTo>
                        <a:pt x="3" y="7"/>
                      </a:moveTo>
                      <a:lnTo>
                        <a:pt x="3" y="7"/>
                      </a:lnTo>
                      <a:lnTo>
                        <a:pt x="3" y="7"/>
                      </a:lnTo>
                      <a:lnTo>
                        <a:pt x="3" y="7"/>
                      </a:lnTo>
                      <a:close/>
                      <a:moveTo>
                        <a:pt x="7" y="7"/>
                      </a:moveTo>
                      <a:lnTo>
                        <a:pt x="7" y="7"/>
                      </a:lnTo>
                      <a:lnTo>
                        <a:pt x="7" y="7"/>
                      </a:lnTo>
                      <a:lnTo>
                        <a:pt x="7" y="7"/>
                      </a:lnTo>
                      <a:lnTo>
                        <a:pt x="7" y="7"/>
                      </a:lnTo>
                      <a:lnTo>
                        <a:pt x="7" y="7"/>
                      </a:lnTo>
                      <a:lnTo>
                        <a:pt x="7" y="7"/>
                      </a:lnTo>
                      <a:lnTo>
                        <a:pt x="7" y="7"/>
                      </a:lnTo>
                      <a:lnTo>
                        <a:pt x="7" y="7"/>
                      </a:lnTo>
                      <a:lnTo>
                        <a:pt x="7" y="7"/>
                      </a:lnTo>
                      <a:close/>
                      <a:moveTo>
                        <a:pt x="7" y="7"/>
                      </a:moveTo>
                      <a:lnTo>
                        <a:pt x="7" y="7"/>
                      </a:lnTo>
                      <a:lnTo>
                        <a:pt x="7" y="7"/>
                      </a:lnTo>
                      <a:lnTo>
                        <a:pt x="7" y="7"/>
                      </a:lnTo>
                      <a:lnTo>
                        <a:pt x="7" y="7"/>
                      </a:lnTo>
                      <a:lnTo>
                        <a:pt x="7" y="7"/>
                      </a:lnTo>
                      <a:close/>
                      <a:moveTo>
                        <a:pt x="7" y="7"/>
                      </a:moveTo>
                      <a:lnTo>
                        <a:pt x="7" y="7"/>
                      </a:lnTo>
                      <a:lnTo>
                        <a:pt x="7" y="7"/>
                      </a:lnTo>
                      <a:lnTo>
                        <a:pt x="7" y="7"/>
                      </a:lnTo>
                      <a:lnTo>
                        <a:pt x="7" y="7"/>
                      </a:lnTo>
                      <a:lnTo>
                        <a:pt x="7" y="7"/>
                      </a:lnTo>
                      <a:close/>
                      <a:moveTo>
                        <a:pt x="5" y="7"/>
                      </a:moveTo>
                      <a:lnTo>
                        <a:pt x="5" y="7"/>
                      </a:lnTo>
                      <a:lnTo>
                        <a:pt x="5" y="7"/>
                      </a:lnTo>
                      <a:lnTo>
                        <a:pt x="5" y="7"/>
                      </a:lnTo>
                      <a:lnTo>
                        <a:pt x="5" y="7"/>
                      </a:lnTo>
                      <a:lnTo>
                        <a:pt x="5" y="7"/>
                      </a:lnTo>
                      <a:lnTo>
                        <a:pt x="5" y="7"/>
                      </a:lnTo>
                      <a:close/>
                      <a:moveTo>
                        <a:pt x="5" y="7"/>
                      </a:moveTo>
                      <a:lnTo>
                        <a:pt x="5" y="7"/>
                      </a:lnTo>
                      <a:lnTo>
                        <a:pt x="5" y="7"/>
                      </a:lnTo>
                      <a:lnTo>
                        <a:pt x="5" y="5"/>
                      </a:lnTo>
                      <a:lnTo>
                        <a:pt x="5" y="7"/>
                      </a:lnTo>
                      <a:close/>
                      <a:moveTo>
                        <a:pt x="5" y="5"/>
                      </a:moveTo>
                      <a:lnTo>
                        <a:pt x="5" y="5"/>
                      </a:lnTo>
                      <a:lnTo>
                        <a:pt x="5" y="5"/>
                      </a:lnTo>
                      <a:lnTo>
                        <a:pt x="5" y="5"/>
                      </a:lnTo>
                      <a:lnTo>
                        <a:pt x="5" y="5"/>
                      </a:lnTo>
                      <a:close/>
                      <a:moveTo>
                        <a:pt x="0" y="2"/>
                      </a:moveTo>
                      <a:lnTo>
                        <a:pt x="0" y="2"/>
                      </a:lnTo>
                      <a:lnTo>
                        <a:pt x="0" y="2"/>
                      </a:lnTo>
                      <a:lnTo>
                        <a:pt x="0" y="2"/>
                      </a:lnTo>
                      <a:lnTo>
                        <a:pt x="0" y="2"/>
                      </a:lnTo>
                      <a:lnTo>
                        <a:pt x="0" y="2"/>
                      </a:lnTo>
                      <a:lnTo>
                        <a:pt x="0" y="2"/>
                      </a:lnTo>
                      <a:close/>
                      <a:moveTo>
                        <a:pt x="0" y="2"/>
                      </a:moveTo>
                      <a:lnTo>
                        <a:pt x="0" y="2"/>
                      </a:lnTo>
                      <a:lnTo>
                        <a:pt x="0" y="2"/>
                      </a:lnTo>
                      <a:lnTo>
                        <a:pt x="0" y="2"/>
                      </a:lnTo>
                      <a:close/>
                      <a:moveTo>
                        <a:pt x="1" y="2"/>
                      </a:moveTo>
                      <a:lnTo>
                        <a:pt x="1" y="2"/>
                      </a:lnTo>
                      <a:lnTo>
                        <a:pt x="1" y="2"/>
                      </a:lnTo>
                      <a:lnTo>
                        <a:pt x="1" y="2"/>
                      </a:lnTo>
                      <a:close/>
                      <a:moveTo>
                        <a:pt x="11" y="2"/>
                      </a:moveTo>
                      <a:lnTo>
                        <a:pt x="11" y="2"/>
                      </a:lnTo>
                      <a:lnTo>
                        <a:pt x="11" y="2"/>
                      </a:lnTo>
                      <a:lnTo>
                        <a:pt x="11" y="2"/>
                      </a:lnTo>
                      <a:lnTo>
                        <a:pt x="9" y="2"/>
                      </a:lnTo>
                      <a:lnTo>
                        <a:pt x="9" y="0"/>
                      </a:lnTo>
                      <a:lnTo>
                        <a:pt x="11" y="2"/>
                      </a:lnTo>
                      <a:close/>
                      <a:moveTo>
                        <a:pt x="9" y="0"/>
                      </a:moveTo>
                      <a:lnTo>
                        <a:pt x="9" y="2"/>
                      </a:lnTo>
                      <a:lnTo>
                        <a:pt x="9" y="2"/>
                      </a:lnTo>
                      <a:lnTo>
                        <a:pt x="9" y="2"/>
                      </a:lnTo>
                      <a:lnTo>
                        <a:pt x="9" y="2"/>
                      </a:lnTo>
                      <a:lnTo>
                        <a:pt x="9" y="2"/>
                      </a:lnTo>
                      <a:lnTo>
                        <a:pt x="9" y="2"/>
                      </a:lnTo>
                      <a:lnTo>
                        <a:pt x="9" y="2"/>
                      </a:lnTo>
                      <a:lnTo>
                        <a:pt x="9" y="0"/>
                      </a:lnTo>
                      <a:lnTo>
                        <a:pt x="9" y="0"/>
                      </a:lnTo>
                      <a:lnTo>
                        <a:pt x="9" y="0"/>
                      </a:lnTo>
                      <a:lnTo>
                        <a:pt x="9" y="0"/>
                      </a:lnTo>
                      <a:lnTo>
                        <a:pt x="9" y="0"/>
                      </a:lnTo>
                      <a:lnTo>
                        <a:pt x="9" y="0"/>
                      </a:lnTo>
                      <a:lnTo>
                        <a:pt x="9" y="0"/>
                      </a:lnTo>
                      <a:close/>
                      <a:moveTo>
                        <a:pt x="1" y="0"/>
                      </a:moveTo>
                      <a:lnTo>
                        <a:pt x="1" y="0"/>
                      </a:lnTo>
                      <a:lnTo>
                        <a:pt x="1" y="0"/>
                      </a:lnTo>
                      <a:lnTo>
                        <a:pt x="1" y="0"/>
                      </a:lnTo>
                      <a:lnTo>
                        <a:pt x="1" y="0"/>
                      </a:lnTo>
                      <a:close/>
                      <a:moveTo>
                        <a:pt x="0" y="0"/>
                      </a:moveTo>
                      <a:lnTo>
                        <a:pt x="0" y="0"/>
                      </a:lnTo>
                      <a:lnTo>
                        <a:pt x="0" y="0"/>
                      </a:lnTo>
                      <a:lnTo>
                        <a:pt x="0" y="0"/>
                      </a:lnTo>
                      <a:close/>
                      <a:moveTo>
                        <a:pt x="7" y="0"/>
                      </a:moveTo>
                      <a:lnTo>
                        <a:pt x="7" y="0"/>
                      </a:lnTo>
                      <a:lnTo>
                        <a:pt x="7" y="0"/>
                      </a:lnTo>
                      <a:lnTo>
                        <a:pt x="7" y="0"/>
                      </a:lnTo>
                      <a:lnTo>
                        <a:pt x="7" y="0"/>
                      </a:lnTo>
                      <a:lnTo>
                        <a:pt x="7" y="0"/>
                      </a:lnTo>
                      <a:lnTo>
                        <a:pt x="7" y="0"/>
                      </a:lnTo>
                      <a:lnTo>
                        <a:pt x="7" y="0"/>
                      </a:lnTo>
                      <a:lnTo>
                        <a:pt x="7" y="0"/>
                      </a:lnTo>
                      <a:lnTo>
                        <a:pt x="7" y="0"/>
                      </a:lnTo>
                      <a:close/>
                    </a:path>
                  </a:pathLst>
                </a:custGeom>
                <a:solidFill>
                  <a:schemeClr val="accent2"/>
                </a:solidFill>
                <a:ln w="3175">
                  <a:solidFill>
                    <a:schemeClr val="bg1">
                      <a:lumMod val="7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7" name="Freeform 194">
                  <a:extLst>
                    <a:ext uri="{FF2B5EF4-FFF2-40B4-BE49-F238E27FC236}">
                      <a16:creationId xmlns:a16="http://schemas.microsoft.com/office/drawing/2014/main" id="{900A0A32-DA68-0D6B-0A45-DA3D6716AD39}"/>
                    </a:ext>
                  </a:extLst>
                </p:cNvPr>
                <p:cNvSpPr/>
                <p:nvPr/>
              </p:nvSpPr>
              <p:spPr bwMode="gray">
                <a:xfrm>
                  <a:off x="1242823" y="3285948"/>
                  <a:ext cx="156035" cy="178875"/>
                </a:xfrm>
                <a:custGeom>
                  <a:avLst/>
                  <a:gdLst>
                    <a:gd name="connsiteX0" fmla="*/ 205991 w 205991"/>
                    <a:gd name="connsiteY0" fmla="*/ 0 h 140677"/>
                    <a:gd name="connsiteX1" fmla="*/ 65314 w 205991"/>
                    <a:gd name="connsiteY1" fmla="*/ 140677 h 140677"/>
                    <a:gd name="connsiteX2" fmla="*/ 0 w 205991"/>
                    <a:gd name="connsiteY2" fmla="*/ 140677 h 140677"/>
                  </a:gdLst>
                  <a:ahLst/>
                  <a:cxnLst>
                    <a:cxn ang="0">
                      <a:pos x="connsiteX0" y="connsiteY0"/>
                    </a:cxn>
                    <a:cxn ang="0">
                      <a:pos x="connsiteX1" y="connsiteY1"/>
                    </a:cxn>
                    <a:cxn ang="0">
                      <a:pos x="connsiteX2" y="connsiteY2"/>
                    </a:cxn>
                  </a:cxnLst>
                  <a:rect l="l" t="t" r="r" b="b"/>
                  <a:pathLst>
                    <a:path w="205991" h="140677">
                      <a:moveTo>
                        <a:pt x="205991" y="0"/>
                      </a:moveTo>
                      <a:lnTo>
                        <a:pt x="65314" y="140677"/>
                      </a:lnTo>
                      <a:lnTo>
                        <a:pt x="0" y="140677"/>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58" name="Freeform 195">
                  <a:extLst>
                    <a:ext uri="{FF2B5EF4-FFF2-40B4-BE49-F238E27FC236}">
                      <a16:creationId xmlns:a16="http://schemas.microsoft.com/office/drawing/2014/main" id="{030BC977-C64E-9691-6F0D-B9824362B668}"/>
                    </a:ext>
                  </a:extLst>
                </p:cNvPr>
                <p:cNvSpPr/>
                <p:nvPr/>
              </p:nvSpPr>
              <p:spPr bwMode="gray">
                <a:xfrm>
                  <a:off x="1239209" y="3200196"/>
                  <a:ext cx="192995" cy="132699"/>
                </a:xfrm>
                <a:custGeom>
                  <a:avLst/>
                  <a:gdLst>
                    <a:gd name="connsiteX0" fmla="*/ 205991 w 205991"/>
                    <a:gd name="connsiteY0" fmla="*/ 0 h 140677"/>
                    <a:gd name="connsiteX1" fmla="*/ 65314 w 205991"/>
                    <a:gd name="connsiteY1" fmla="*/ 140677 h 140677"/>
                    <a:gd name="connsiteX2" fmla="*/ 0 w 205991"/>
                    <a:gd name="connsiteY2" fmla="*/ 140677 h 140677"/>
                  </a:gdLst>
                  <a:ahLst/>
                  <a:cxnLst>
                    <a:cxn ang="0">
                      <a:pos x="connsiteX0" y="connsiteY0"/>
                    </a:cxn>
                    <a:cxn ang="0">
                      <a:pos x="connsiteX1" y="connsiteY1"/>
                    </a:cxn>
                    <a:cxn ang="0">
                      <a:pos x="connsiteX2" y="connsiteY2"/>
                    </a:cxn>
                  </a:cxnLst>
                  <a:rect l="l" t="t" r="r" b="b"/>
                  <a:pathLst>
                    <a:path w="205991" h="140677">
                      <a:moveTo>
                        <a:pt x="205991" y="0"/>
                      </a:moveTo>
                      <a:lnTo>
                        <a:pt x="65314" y="140677"/>
                      </a:lnTo>
                      <a:lnTo>
                        <a:pt x="0" y="140677"/>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59" name="Freeform 196">
                  <a:extLst>
                    <a:ext uri="{FF2B5EF4-FFF2-40B4-BE49-F238E27FC236}">
                      <a16:creationId xmlns:a16="http://schemas.microsoft.com/office/drawing/2014/main" id="{676846CB-DAB3-32AC-E448-E2530425087D}"/>
                    </a:ext>
                  </a:extLst>
                </p:cNvPr>
                <p:cNvSpPr/>
                <p:nvPr/>
              </p:nvSpPr>
              <p:spPr bwMode="gray">
                <a:xfrm>
                  <a:off x="1242823" y="3074882"/>
                  <a:ext cx="234501" cy="136315"/>
                </a:xfrm>
                <a:custGeom>
                  <a:avLst/>
                  <a:gdLst>
                    <a:gd name="connsiteX0" fmla="*/ 205991 w 205991"/>
                    <a:gd name="connsiteY0" fmla="*/ 0 h 140677"/>
                    <a:gd name="connsiteX1" fmla="*/ 65314 w 205991"/>
                    <a:gd name="connsiteY1" fmla="*/ 140677 h 140677"/>
                    <a:gd name="connsiteX2" fmla="*/ 0 w 205991"/>
                    <a:gd name="connsiteY2" fmla="*/ 140677 h 140677"/>
                  </a:gdLst>
                  <a:ahLst/>
                  <a:cxnLst>
                    <a:cxn ang="0">
                      <a:pos x="connsiteX0" y="connsiteY0"/>
                    </a:cxn>
                    <a:cxn ang="0">
                      <a:pos x="connsiteX1" y="connsiteY1"/>
                    </a:cxn>
                    <a:cxn ang="0">
                      <a:pos x="connsiteX2" y="connsiteY2"/>
                    </a:cxn>
                  </a:cxnLst>
                  <a:rect l="l" t="t" r="r" b="b"/>
                  <a:pathLst>
                    <a:path w="205991" h="140677">
                      <a:moveTo>
                        <a:pt x="205991" y="0"/>
                      </a:moveTo>
                      <a:lnTo>
                        <a:pt x="65314" y="140677"/>
                      </a:lnTo>
                      <a:lnTo>
                        <a:pt x="0" y="140677"/>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60" name="Freeform 197">
                  <a:extLst>
                    <a:ext uri="{FF2B5EF4-FFF2-40B4-BE49-F238E27FC236}">
                      <a16:creationId xmlns:a16="http://schemas.microsoft.com/office/drawing/2014/main" id="{232983FF-0749-066F-A32D-74C22FD44995}"/>
                    </a:ext>
                  </a:extLst>
                </p:cNvPr>
                <p:cNvSpPr/>
                <p:nvPr/>
              </p:nvSpPr>
              <p:spPr bwMode="gray">
                <a:xfrm>
                  <a:off x="1239209" y="3371880"/>
                  <a:ext cx="216647" cy="244749"/>
                </a:xfrm>
                <a:custGeom>
                  <a:avLst/>
                  <a:gdLst>
                    <a:gd name="connsiteX0" fmla="*/ 205991 w 205991"/>
                    <a:gd name="connsiteY0" fmla="*/ 0 h 140677"/>
                    <a:gd name="connsiteX1" fmla="*/ 65314 w 205991"/>
                    <a:gd name="connsiteY1" fmla="*/ 140677 h 140677"/>
                    <a:gd name="connsiteX2" fmla="*/ 0 w 205991"/>
                    <a:gd name="connsiteY2" fmla="*/ 140677 h 140677"/>
                  </a:gdLst>
                  <a:ahLst/>
                  <a:cxnLst>
                    <a:cxn ang="0">
                      <a:pos x="connsiteX0" y="connsiteY0"/>
                    </a:cxn>
                    <a:cxn ang="0">
                      <a:pos x="connsiteX1" y="connsiteY1"/>
                    </a:cxn>
                    <a:cxn ang="0">
                      <a:pos x="connsiteX2" y="connsiteY2"/>
                    </a:cxn>
                  </a:cxnLst>
                  <a:rect l="l" t="t" r="r" b="b"/>
                  <a:pathLst>
                    <a:path w="205991" h="140677">
                      <a:moveTo>
                        <a:pt x="205991" y="0"/>
                      </a:moveTo>
                      <a:lnTo>
                        <a:pt x="65314" y="140677"/>
                      </a:lnTo>
                      <a:lnTo>
                        <a:pt x="0" y="140677"/>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61" name="Freeform 198">
                  <a:extLst>
                    <a:ext uri="{FF2B5EF4-FFF2-40B4-BE49-F238E27FC236}">
                      <a16:creationId xmlns:a16="http://schemas.microsoft.com/office/drawing/2014/main" id="{C19E9312-C7BE-45FD-716F-2B1DF4D13A55}"/>
                    </a:ext>
                  </a:extLst>
                </p:cNvPr>
                <p:cNvSpPr/>
                <p:nvPr/>
              </p:nvSpPr>
              <p:spPr bwMode="gray">
                <a:xfrm flipH="1">
                  <a:off x="1519327" y="2403967"/>
                  <a:ext cx="462538" cy="244749"/>
                </a:xfrm>
                <a:custGeom>
                  <a:avLst/>
                  <a:gdLst>
                    <a:gd name="connsiteX0" fmla="*/ 205991 w 205991"/>
                    <a:gd name="connsiteY0" fmla="*/ 0 h 140677"/>
                    <a:gd name="connsiteX1" fmla="*/ 65314 w 205991"/>
                    <a:gd name="connsiteY1" fmla="*/ 140677 h 140677"/>
                    <a:gd name="connsiteX2" fmla="*/ 0 w 205991"/>
                    <a:gd name="connsiteY2" fmla="*/ 140677 h 140677"/>
                  </a:gdLst>
                  <a:ahLst/>
                  <a:cxnLst>
                    <a:cxn ang="0">
                      <a:pos x="connsiteX0" y="connsiteY0"/>
                    </a:cxn>
                    <a:cxn ang="0">
                      <a:pos x="connsiteX1" y="connsiteY1"/>
                    </a:cxn>
                    <a:cxn ang="0">
                      <a:pos x="connsiteX2" y="connsiteY2"/>
                    </a:cxn>
                  </a:cxnLst>
                  <a:rect l="l" t="t" r="r" b="b"/>
                  <a:pathLst>
                    <a:path w="205991" h="140677">
                      <a:moveTo>
                        <a:pt x="205991" y="0"/>
                      </a:moveTo>
                      <a:lnTo>
                        <a:pt x="65314" y="140677"/>
                      </a:lnTo>
                      <a:lnTo>
                        <a:pt x="0" y="140677"/>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62" name="Freeform 199">
                  <a:extLst>
                    <a:ext uri="{FF2B5EF4-FFF2-40B4-BE49-F238E27FC236}">
                      <a16:creationId xmlns:a16="http://schemas.microsoft.com/office/drawing/2014/main" id="{BD052BA6-C779-9311-5B05-9C29CC384113}"/>
                    </a:ext>
                  </a:extLst>
                </p:cNvPr>
                <p:cNvSpPr/>
                <p:nvPr/>
              </p:nvSpPr>
              <p:spPr bwMode="gray">
                <a:xfrm>
                  <a:off x="2226880" y="2307905"/>
                  <a:ext cx="80073" cy="291261"/>
                </a:xfrm>
                <a:custGeom>
                  <a:avLst/>
                  <a:gdLst>
                    <a:gd name="connsiteX0" fmla="*/ 70338 w 70338"/>
                    <a:gd name="connsiteY0" fmla="*/ 276330 h 276330"/>
                    <a:gd name="connsiteX1" fmla="*/ 70338 w 70338"/>
                    <a:gd name="connsiteY1" fmla="*/ 0 h 276330"/>
                    <a:gd name="connsiteX2" fmla="*/ 0 w 70338"/>
                    <a:gd name="connsiteY2" fmla="*/ 0 h 276330"/>
                  </a:gdLst>
                  <a:ahLst/>
                  <a:cxnLst>
                    <a:cxn ang="0">
                      <a:pos x="connsiteX0" y="connsiteY0"/>
                    </a:cxn>
                    <a:cxn ang="0">
                      <a:pos x="connsiteX1" y="connsiteY1"/>
                    </a:cxn>
                    <a:cxn ang="0">
                      <a:pos x="connsiteX2" y="connsiteY2"/>
                    </a:cxn>
                  </a:cxnLst>
                  <a:rect l="l" t="t" r="r" b="b"/>
                  <a:pathLst>
                    <a:path w="70338" h="276330">
                      <a:moveTo>
                        <a:pt x="70338" y="276330"/>
                      </a:moveTo>
                      <a:lnTo>
                        <a:pt x="70338" y="0"/>
                      </a:lnTo>
                      <a:lnTo>
                        <a:pt x="0" y="0"/>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63" name="Freeform 200">
                  <a:extLst>
                    <a:ext uri="{FF2B5EF4-FFF2-40B4-BE49-F238E27FC236}">
                      <a16:creationId xmlns:a16="http://schemas.microsoft.com/office/drawing/2014/main" id="{27434D15-281B-E027-1A1B-E48466E6FC90}"/>
                    </a:ext>
                  </a:extLst>
                </p:cNvPr>
                <p:cNvSpPr/>
                <p:nvPr/>
              </p:nvSpPr>
              <p:spPr bwMode="gray">
                <a:xfrm>
                  <a:off x="6564944" y="4663841"/>
                  <a:ext cx="0" cy="307889"/>
                </a:xfrm>
                <a:custGeom>
                  <a:avLst/>
                  <a:gdLst>
                    <a:gd name="connsiteX0" fmla="*/ 0 w 0"/>
                    <a:gd name="connsiteY0" fmla="*/ 270457 h 270457"/>
                    <a:gd name="connsiteX1" fmla="*/ 0 w 0"/>
                    <a:gd name="connsiteY1" fmla="*/ 0 h 270457"/>
                  </a:gdLst>
                  <a:ahLst/>
                  <a:cxnLst>
                    <a:cxn ang="0">
                      <a:pos x="connsiteX0" y="connsiteY0"/>
                    </a:cxn>
                    <a:cxn ang="0">
                      <a:pos x="connsiteX1" y="connsiteY1"/>
                    </a:cxn>
                  </a:cxnLst>
                  <a:rect l="l" t="t" r="r" b="b"/>
                  <a:pathLst>
                    <a:path h="270457">
                      <a:moveTo>
                        <a:pt x="0" y="270457"/>
                      </a:moveTo>
                      <a:lnTo>
                        <a:pt x="0" y="0"/>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4" name="Freeform 201">
                  <a:extLst>
                    <a:ext uri="{FF2B5EF4-FFF2-40B4-BE49-F238E27FC236}">
                      <a16:creationId xmlns:a16="http://schemas.microsoft.com/office/drawing/2014/main" id="{45137E63-E6A7-7F22-0587-7349143448E3}"/>
                    </a:ext>
                  </a:extLst>
                </p:cNvPr>
                <p:cNvSpPr/>
                <p:nvPr/>
              </p:nvSpPr>
              <p:spPr bwMode="gray">
                <a:xfrm>
                  <a:off x="4960267" y="3750555"/>
                  <a:ext cx="0" cy="274320"/>
                </a:xfrm>
                <a:custGeom>
                  <a:avLst/>
                  <a:gdLst>
                    <a:gd name="connsiteX0" fmla="*/ 0 w 0"/>
                    <a:gd name="connsiteY0" fmla="*/ 270457 h 270457"/>
                    <a:gd name="connsiteX1" fmla="*/ 0 w 0"/>
                    <a:gd name="connsiteY1" fmla="*/ 0 h 270457"/>
                  </a:gdLst>
                  <a:ahLst/>
                  <a:cxnLst>
                    <a:cxn ang="0">
                      <a:pos x="connsiteX0" y="connsiteY0"/>
                    </a:cxn>
                    <a:cxn ang="0">
                      <a:pos x="connsiteX1" y="connsiteY1"/>
                    </a:cxn>
                  </a:cxnLst>
                  <a:rect l="l" t="t" r="r" b="b"/>
                  <a:pathLst>
                    <a:path h="270457">
                      <a:moveTo>
                        <a:pt x="0" y="270457"/>
                      </a:moveTo>
                      <a:lnTo>
                        <a:pt x="0" y="0"/>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5" name="Freeform 202">
                  <a:extLst>
                    <a:ext uri="{FF2B5EF4-FFF2-40B4-BE49-F238E27FC236}">
                      <a16:creationId xmlns:a16="http://schemas.microsoft.com/office/drawing/2014/main" id="{0AF9DE07-8CF4-6DF1-BCD3-530F50ED6B3C}"/>
                    </a:ext>
                  </a:extLst>
                </p:cNvPr>
                <p:cNvSpPr/>
                <p:nvPr/>
              </p:nvSpPr>
              <p:spPr bwMode="gray">
                <a:xfrm>
                  <a:off x="5816624" y="4514339"/>
                  <a:ext cx="52047" cy="235414"/>
                </a:xfrm>
                <a:custGeom>
                  <a:avLst/>
                  <a:gdLst>
                    <a:gd name="connsiteX0" fmla="*/ 0 w 100484"/>
                    <a:gd name="connsiteY0" fmla="*/ 0 h 180871"/>
                    <a:gd name="connsiteX1" fmla="*/ 0 w 100484"/>
                    <a:gd name="connsiteY1" fmla="*/ 180871 h 180871"/>
                    <a:gd name="connsiteX2" fmla="*/ 100484 w 100484"/>
                    <a:gd name="connsiteY2" fmla="*/ 180871 h 180871"/>
                  </a:gdLst>
                  <a:ahLst/>
                  <a:cxnLst>
                    <a:cxn ang="0">
                      <a:pos x="connsiteX0" y="connsiteY0"/>
                    </a:cxn>
                    <a:cxn ang="0">
                      <a:pos x="connsiteX1" y="connsiteY1"/>
                    </a:cxn>
                    <a:cxn ang="0">
                      <a:pos x="connsiteX2" y="connsiteY2"/>
                    </a:cxn>
                  </a:cxnLst>
                  <a:rect l="l" t="t" r="r" b="b"/>
                  <a:pathLst>
                    <a:path w="100484" h="180871">
                      <a:moveTo>
                        <a:pt x="0" y="0"/>
                      </a:moveTo>
                      <a:lnTo>
                        <a:pt x="0" y="180871"/>
                      </a:lnTo>
                      <a:lnTo>
                        <a:pt x="100484" y="180871"/>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66" name="Freeform 203">
                  <a:extLst>
                    <a:ext uri="{FF2B5EF4-FFF2-40B4-BE49-F238E27FC236}">
                      <a16:creationId xmlns:a16="http://schemas.microsoft.com/office/drawing/2014/main" id="{41A201AE-85C2-79A9-C595-79F88B3E3E84}"/>
                    </a:ext>
                  </a:extLst>
                </p:cNvPr>
                <p:cNvSpPr/>
                <p:nvPr/>
              </p:nvSpPr>
              <p:spPr bwMode="gray">
                <a:xfrm rot="16200000">
                  <a:off x="5947314" y="5046501"/>
                  <a:ext cx="54760" cy="222822"/>
                </a:xfrm>
                <a:custGeom>
                  <a:avLst/>
                  <a:gdLst>
                    <a:gd name="connsiteX0" fmla="*/ 0 w 100484"/>
                    <a:gd name="connsiteY0" fmla="*/ 0 h 180871"/>
                    <a:gd name="connsiteX1" fmla="*/ 0 w 100484"/>
                    <a:gd name="connsiteY1" fmla="*/ 180871 h 180871"/>
                    <a:gd name="connsiteX2" fmla="*/ 100484 w 100484"/>
                    <a:gd name="connsiteY2" fmla="*/ 180871 h 180871"/>
                  </a:gdLst>
                  <a:ahLst/>
                  <a:cxnLst>
                    <a:cxn ang="0">
                      <a:pos x="connsiteX0" y="connsiteY0"/>
                    </a:cxn>
                    <a:cxn ang="0">
                      <a:pos x="connsiteX1" y="connsiteY1"/>
                    </a:cxn>
                    <a:cxn ang="0">
                      <a:pos x="connsiteX2" y="connsiteY2"/>
                    </a:cxn>
                  </a:cxnLst>
                  <a:rect l="l" t="t" r="r" b="b"/>
                  <a:pathLst>
                    <a:path w="100484" h="180871">
                      <a:moveTo>
                        <a:pt x="0" y="0"/>
                      </a:moveTo>
                      <a:lnTo>
                        <a:pt x="0" y="180871"/>
                      </a:lnTo>
                      <a:lnTo>
                        <a:pt x="100484" y="180871"/>
                      </a:lnTo>
                    </a:path>
                  </a:pathLst>
                </a:custGeom>
                <a:noFill/>
                <a:ln w="6350" algn="ctr">
                  <a:solidFill>
                    <a:schemeClr val="bg1">
                      <a:lumMod val="75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srgbClr val="53565A"/>
                    </a:solidFill>
                    <a:effectLst/>
                    <a:uLnTx/>
                    <a:uFillTx/>
                    <a:latin typeface="Arial" panose="020B0604020202020204" pitchFamily="34" charset="0"/>
                    <a:ea typeface="+mn-ea"/>
                    <a:cs typeface="Arial" panose="020B0604020202020204" pitchFamily="34" charset="0"/>
                  </a:endParaRPr>
                </a:p>
              </p:txBody>
            </p:sp>
            <p:sp>
              <p:nvSpPr>
                <p:cNvPr id="267" name="Freeform 204">
                  <a:extLst>
                    <a:ext uri="{FF2B5EF4-FFF2-40B4-BE49-F238E27FC236}">
                      <a16:creationId xmlns:a16="http://schemas.microsoft.com/office/drawing/2014/main" id="{D35CFC54-45E3-939F-1670-BA194430DD26}"/>
                    </a:ext>
                  </a:extLst>
                </p:cNvPr>
                <p:cNvSpPr/>
                <p:nvPr/>
              </p:nvSpPr>
              <p:spPr bwMode="gray">
                <a:xfrm>
                  <a:off x="5808617" y="4923745"/>
                  <a:ext cx="104503" cy="0"/>
                </a:xfrm>
                <a:custGeom>
                  <a:avLst/>
                  <a:gdLst>
                    <a:gd name="connsiteX0" fmla="*/ 0 w 104503"/>
                    <a:gd name="connsiteY0" fmla="*/ 0 h 0"/>
                    <a:gd name="connsiteX1" fmla="*/ 104503 w 104503"/>
                    <a:gd name="connsiteY1" fmla="*/ 0 h 0"/>
                  </a:gdLst>
                  <a:ahLst/>
                  <a:cxnLst>
                    <a:cxn ang="0">
                      <a:pos x="connsiteX0" y="connsiteY0"/>
                    </a:cxn>
                    <a:cxn ang="0">
                      <a:pos x="connsiteX1" y="connsiteY1"/>
                    </a:cxn>
                  </a:cxnLst>
                  <a:rect l="l" t="t" r="r" b="b"/>
                  <a:pathLst>
                    <a:path w="104503">
                      <a:moveTo>
                        <a:pt x="0" y="0"/>
                      </a:moveTo>
                      <a:lnTo>
                        <a:pt x="104503" y="0"/>
                      </a:lnTo>
                    </a:path>
                  </a:pathLst>
                </a:custGeom>
                <a:noFill/>
                <a:ln w="6350" algn="ctr">
                  <a:solidFill>
                    <a:schemeClr val="bg1">
                      <a:lumMod val="75000"/>
                    </a:schemeClr>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grpSp>
        <p:grpSp>
          <p:nvGrpSpPr>
            <p:cNvPr id="104" name="Group 103">
              <a:extLst>
                <a:ext uri="{FF2B5EF4-FFF2-40B4-BE49-F238E27FC236}">
                  <a16:creationId xmlns:a16="http://schemas.microsoft.com/office/drawing/2014/main" id="{502A1656-5572-EF22-6B13-DCE9A50DB6BD}"/>
                </a:ext>
              </a:extLst>
            </p:cNvPr>
            <p:cNvGrpSpPr/>
            <p:nvPr/>
          </p:nvGrpSpPr>
          <p:grpSpPr>
            <a:xfrm>
              <a:off x="713463" y="2141689"/>
              <a:ext cx="2902164" cy="2923591"/>
              <a:chOff x="7535830" y="1741629"/>
              <a:chExt cx="4743602" cy="4729557"/>
            </a:xfrm>
          </p:grpSpPr>
          <p:grpSp>
            <p:nvGrpSpPr>
              <p:cNvPr id="105" name="Group 104">
                <a:extLst>
                  <a:ext uri="{FF2B5EF4-FFF2-40B4-BE49-F238E27FC236}">
                    <a16:creationId xmlns:a16="http://schemas.microsoft.com/office/drawing/2014/main" id="{5FA33510-B5E1-E5C3-7B15-8B1FE5678246}"/>
                  </a:ext>
                </a:extLst>
              </p:cNvPr>
              <p:cNvGrpSpPr/>
              <p:nvPr/>
            </p:nvGrpSpPr>
            <p:grpSpPr>
              <a:xfrm>
                <a:off x="7990292" y="1741629"/>
                <a:ext cx="4289140" cy="4729557"/>
                <a:chOff x="2034942" y="969081"/>
                <a:chExt cx="5014751" cy="5529679"/>
              </a:xfrm>
              <a:solidFill>
                <a:schemeClr val="bg1">
                  <a:lumMod val="85000"/>
                </a:schemeClr>
              </a:solidFill>
            </p:grpSpPr>
            <p:sp>
              <p:nvSpPr>
                <p:cNvPr id="165" name="Freeform 441">
                  <a:extLst>
                    <a:ext uri="{FF2B5EF4-FFF2-40B4-BE49-F238E27FC236}">
                      <a16:creationId xmlns:a16="http://schemas.microsoft.com/office/drawing/2014/main" id="{13E13E37-8701-0B04-DD7F-3869424675EC}"/>
                    </a:ext>
                  </a:extLst>
                </p:cNvPr>
                <p:cNvSpPr>
                  <a:spLocks/>
                </p:cNvSpPr>
                <p:nvPr/>
              </p:nvSpPr>
              <p:spPr bwMode="gray">
                <a:xfrm>
                  <a:off x="4892428" y="2992793"/>
                  <a:ext cx="863146" cy="601961"/>
                </a:xfrm>
                <a:custGeom>
                  <a:avLst/>
                  <a:gdLst>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1228 w 10000"/>
                    <a:gd name="connsiteY18" fmla="*/ 7161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390 w 10000"/>
                    <a:gd name="connsiteY55" fmla="*/ 7460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1356 w 10000"/>
                    <a:gd name="connsiteY17" fmla="*/ 7004 h 10000"/>
                    <a:gd name="connsiteX18" fmla="*/ 1228 w 10000"/>
                    <a:gd name="connsiteY18" fmla="*/ 7161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390 w 10000"/>
                    <a:gd name="connsiteY55" fmla="*/ 7460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1592 w 10000"/>
                    <a:gd name="connsiteY16" fmla="*/ 7011 h 10000"/>
                    <a:gd name="connsiteX17" fmla="*/ 1356 w 10000"/>
                    <a:gd name="connsiteY17" fmla="*/ 7004 h 10000"/>
                    <a:gd name="connsiteX18" fmla="*/ 1228 w 10000"/>
                    <a:gd name="connsiteY18" fmla="*/ 7161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390 w 10000"/>
                    <a:gd name="connsiteY55" fmla="*/ 7460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1954 w 10000"/>
                    <a:gd name="connsiteY15" fmla="*/ 6927 h 10000"/>
                    <a:gd name="connsiteX16" fmla="*/ 1592 w 10000"/>
                    <a:gd name="connsiteY16" fmla="*/ 7011 h 10000"/>
                    <a:gd name="connsiteX17" fmla="*/ 1356 w 10000"/>
                    <a:gd name="connsiteY17" fmla="*/ 7004 h 10000"/>
                    <a:gd name="connsiteX18" fmla="*/ 1228 w 10000"/>
                    <a:gd name="connsiteY18" fmla="*/ 7161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390 w 10000"/>
                    <a:gd name="connsiteY55" fmla="*/ 7460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046 w 10000"/>
                    <a:gd name="connsiteY14" fmla="*/ 6729 h 10000"/>
                    <a:gd name="connsiteX15" fmla="*/ 1954 w 10000"/>
                    <a:gd name="connsiteY15" fmla="*/ 6927 h 10000"/>
                    <a:gd name="connsiteX16" fmla="*/ 1592 w 10000"/>
                    <a:gd name="connsiteY16" fmla="*/ 7011 h 10000"/>
                    <a:gd name="connsiteX17" fmla="*/ 1356 w 10000"/>
                    <a:gd name="connsiteY17" fmla="*/ 7004 h 10000"/>
                    <a:gd name="connsiteX18" fmla="*/ 1228 w 10000"/>
                    <a:gd name="connsiteY18" fmla="*/ 7161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390 w 10000"/>
                    <a:gd name="connsiteY55" fmla="*/ 7460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385 w 10000"/>
                    <a:gd name="connsiteY13" fmla="*/ 6638 h 10000"/>
                    <a:gd name="connsiteX14" fmla="*/ 2046 w 10000"/>
                    <a:gd name="connsiteY14" fmla="*/ 6729 h 10000"/>
                    <a:gd name="connsiteX15" fmla="*/ 1954 w 10000"/>
                    <a:gd name="connsiteY15" fmla="*/ 6927 h 10000"/>
                    <a:gd name="connsiteX16" fmla="*/ 1592 w 10000"/>
                    <a:gd name="connsiteY16" fmla="*/ 7011 h 10000"/>
                    <a:gd name="connsiteX17" fmla="*/ 1356 w 10000"/>
                    <a:gd name="connsiteY17" fmla="*/ 7004 h 10000"/>
                    <a:gd name="connsiteX18" fmla="*/ 1228 w 10000"/>
                    <a:gd name="connsiteY18" fmla="*/ 7161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390 w 10000"/>
                    <a:gd name="connsiteY55" fmla="*/ 7460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2589 w 10000"/>
                    <a:gd name="connsiteY12" fmla="*/ 6973 h 10000"/>
                    <a:gd name="connsiteX13" fmla="*/ 2385 w 10000"/>
                    <a:gd name="connsiteY13" fmla="*/ 6638 h 10000"/>
                    <a:gd name="connsiteX14" fmla="*/ 2046 w 10000"/>
                    <a:gd name="connsiteY14" fmla="*/ 6729 h 10000"/>
                    <a:gd name="connsiteX15" fmla="*/ 1954 w 10000"/>
                    <a:gd name="connsiteY15" fmla="*/ 6927 h 10000"/>
                    <a:gd name="connsiteX16" fmla="*/ 1592 w 10000"/>
                    <a:gd name="connsiteY16" fmla="*/ 7011 h 10000"/>
                    <a:gd name="connsiteX17" fmla="*/ 1356 w 10000"/>
                    <a:gd name="connsiteY17" fmla="*/ 7004 h 10000"/>
                    <a:gd name="connsiteX18" fmla="*/ 1228 w 10000"/>
                    <a:gd name="connsiteY18" fmla="*/ 7161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390 w 10000"/>
                    <a:gd name="connsiteY55" fmla="*/ 7460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165 w 9880"/>
                    <a:gd name="connsiteY0" fmla="*/ 1897 h 10000"/>
                    <a:gd name="connsiteX1" fmla="*/ 1165 w 9880"/>
                    <a:gd name="connsiteY1" fmla="*/ 2412 h 10000"/>
                    <a:gd name="connsiteX2" fmla="*/ 1165 w 9880"/>
                    <a:gd name="connsiteY2" fmla="*/ 2894 h 10000"/>
                    <a:gd name="connsiteX3" fmla="*/ 1165 w 9880"/>
                    <a:gd name="connsiteY3" fmla="*/ 3376 h 10000"/>
                    <a:gd name="connsiteX4" fmla="*/ 1165 w 9880"/>
                    <a:gd name="connsiteY4" fmla="*/ 3826 h 10000"/>
                    <a:gd name="connsiteX5" fmla="*/ 523 w 9880"/>
                    <a:gd name="connsiteY5" fmla="*/ 3923 h 10000"/>
                    <a:gd name="connsiteX6" fmla="*/ 402 w 9880"/>
                    <a:gd name="connsiteY6" fmla="*/ 4180 h 10000"/>
                    <a:gd name="connsiteX7" fmla="*/ 121 w 9880"/>
                    <a:gd name="connsiteY7" fmla="*/ 4502 h 10000"/>
                    <a:gd name="connsiteX8" fmla="*/ 121 w 9880"/>
                    <a:gd name="connsiteY8" fmla="*/ 4759 h 10000"/>
                    <a:gd name="connsiteX9" fmla="*/ 0 w 9880"/>
                    <a:gd name="connsiteY9" fmla="*/ 4823 h 10000"/>
                    <a:gd name="connsiteX10" fmla="*/ 0 w 9880"/>
                    <a:gd name="connsiteY10" fmla="*/ 5048 h 10000"/>
                    <a:gd name="connsiteX11" fmla="*/ 2931 w 9880"/>
                    <a:gd name="connsiteY11" fmla="*/ 7195 h 10000"/>
                    <a:gd name="connsiteX12" fmla="*/ 2469 w 9880"/>
                    <a:gd name="connsiteY12" fmla="*/ 6973 h 10000"/>
                    <a:gd name="connsiteX13" fmla="*/ 2265 w 9880"/>
                    <a:gd name="connsiteY13" fmla="*/ 6638 h 10000"/>
                    <a:gd name="connsiteX14" fmla="*/ 1926 w 9880"/>
                    <a:gd name="connsiteY14" fmla="*/ 6729 h 10000"/>
                    <a:gd name="connsiteX15" fmla="*/ 1834 w 9880"/>
                    <a:gd name="connsiteY15" fmla="*/ 6927 h 10000"/>
                    <a:gd name="connsiteX16" fmla="*/ 1472 w 9880"/>
                    <a:gd name="connsiteY16" fmla="*/ 7011 h 10000"/>
                    <a:gd name="connsiteX17" fmla="*/ 1236 w 9880"/>
                    <a:gd name="connsiteY17" fmla="*/ 7004 h 10000"/>
                    <a:gd name="connsiteX18" fmla="*/ 1108 w 9880"/>
                    <a:gd name="connsiteY18" fmla="*/ 7161 h 10000"/>
                    <a:gd name="connsiteX19" fmla="*/ 884 w 9880"/>
                    <a:gd name="connsiteY19" fmla="*/ 6913 h 10000"/>
                    <a:gd name="connsiteX20" fmla="*/ 844 w 9880"/>
                    <a:gd name="connsiteY20" fmla="*/ 7363 h 10000"/>
                    <a:gd name="connsiteX21" fmla="*/ 924 w 9880"/>
                    <a:gd name="connsiteY21" fmla="*/ 7428 h 10000"/>
                    <a:gd name="connsiteX22" fmla="*/ 1245 w 9880"/>
                    <a:gd name="connsiteY22" fmla="*/ 7460 h 10000"/>
                    <a:gd name="connsiteX23" fmla="*/ 1286 w 9880"/>
                    <a:gd name="connsiteY23" fmla="*/ 7588 h 10000"/>
                    <a:gd name="connsiteX24" fmla="*/ 1647 w 9880"/>
                    <a:gd name="connsiteY24" fmla="*/ 7621 h 10000"/>
                    <a:gd name="connsiteX25" fmla="*/ 1848 w 9880"/>
                    <a:gd name="connsiteY25" fmla="*/ 7749 h 10000"/>
                    <a:gd name="connsiteX26" fmla="*/ 1888 w 9880"/>
                    <a:gd name="connsiteY26" fmla="*/ 7974 h 10000"/>
                    <a:gd name="connsiteX27" fmla="*/ 2531 w 9880"/>
                    <a:gd name="connsiteY27" fmla="*/ 8360 h 10000"/>
                    <a:gd name="connsiteX28" fmla="*/ 2691 w 9880"/>
                    <a:gd name="connsiteY28" fmla="*/ 8746 h 10000"/>
                    <a:gd name="connsiteX29" fmla="*/ 3133 w 9880"/>
                    <a:gd name="connsiteY29" fmla="*/ 8939 h 10000"/>
                    <a:gd name="connsiteX30" fmla="*/ 3294 w 9880"/>
                    <a:gd name="connsiteY30" fmla="*/ 9196 h 10000"/>
                    <a:gd name="connsiteX31" fmla="*/ 3615 w 9880"/>
                    <a:gd name="connsiteY31" fmla="*/ 9518 h 10000"/>
                    <a:gd name="connsiteX32" fmla="*/ 3856 w 9880"/>
                    <a:gd name="connsiteY32" fmla="*/ 9614 h 10000"/>
                    <a:gd name="connsiteX33" fmla="*/ 4017 w 9880"/>
                    <a:gd name="connsiteY33" fmla="*/ 9518 h 10000"/>
                    <a:gd name="connsiteX34" fmla="*/ 4418 w 9880"/>
                    <a:gd name="connsiteY34" fmla="*/ 9550 h 10000"/>
                    <a:gd name="connsiteX35" fmla="*/ 4579 w 9880"/>
                    <a:gd name="connsiteY35" fmla="*/ 9486 h 10000"/>
                    <a:gd name="connsiteX36" fmla="*/ 5302 w 9880"/>
                    <a:gd name="connsiteY36" fmla="*/ 9968 h 10000"/>
                    <a:gd name="connsiteX37" fmla="*/ 5342 w 9880"/>
                    <a:gd name="connsiteY37" fmla="*/ 9968 h 10000"/>
                    <a:gd name="connsiteX38" fmla="*/ 5422 w 9880"/>
                    <a:gd name="connsiteY38" fmla="*/ 9904 h 10000"/>
                    <a:gd name="connsiteX39" fmla="*/ 5944 w 9880"/>
                    <a:gd name="connsiteY39" fmla="*/ 9904 h 10000"/>
                    <a:gd name="connsiteX40" fmla="*/ 6025 w 9880"/>
                    <a:gd name="connsiteY40" fmla="*/ 10000 h 10000"/>
                    <a:gd name="connsiteX41" fmla="*/ 6466 w 9880"/>
                    <a:gd name="connsiteY41" fmla="*/ 9871 h 10000"/>
                    <a:gd name="connsiteX42" fmla="*/ 6868 w 9880"/>
                    <a:gd name="connsiteY42" fmla="*/ 9871 h 10000"/>
                    <a:gd name="connsiteX43" fmla="*/ 7149 w 9880"/>
                    <a:gd name="connsiteY43" fmla="*/ 9743 h 10000"/>
                    <a:gd name="connsiteX44" fmla="*/ 7470 w 9880"/>
                    <a:gd name="connsiteY44" fmla="*/ 9486 h 10000"/>
                    <a:gd name="connsiteX45" fmla="*/ 8314 w 9880"/>
                    <a:gd name="connsiteY45" fmla="*/ 9486 h 10000"/>
                    <a:gd name="connsiteX46" fmla="*/ 8314 w 9880"/>
                    <a:gd name="connsiteY46" fmla="*/ 9132 h 10000"/>
                    <a:gd name="connsiteX47" fmla="*/ 7872 w 9880"/>
                    <a:gd name="connsiteY47" fmla="*/ 8971 h 10000"/>
                    <a:gd name="connsiteX48" fmla="*/ 7631 w 9880"/>
                    <a:gd name="connsiteY48" fmla="*/ 8457 h 10000"/>
                    <a:gd name="connsiteX49" fmla="*/ 7310 w 9880"/>
                    <a:gd name="connsiteY49" fmla="*/ 8264 h 10000"/>
                    <a:gd name="connsiteX50" fmla="*/ 7109 w 9880"/>
                    <a:gd name="connsiteY50" fmla="*/ 8006 h 10000"/>
                    <a:gd name="connsiteX51" fmla="*/ 6587 w 9880"/>
                    <a:gd name="connsiteY51" fmla="*/ 7814 h 10000"/>
                    <a:gd name="connsiteX52" fmla="*/ 6707 w 9880"/>
                    <a:gd name="connsiteY52" fmla="*/ 7749 h 10000"/>
                    <a:gd name="connsiteX53" fmla="*/ 6707 w 9880"/>
                    <a:gd name="connsiteY53" fmla="*/ 7588 h 10000"/>
                    <a:gd name="connsiteX54" fmla="*/ 7069 w 9880"/>
                    <a:gd name="connsiteY54" fmla="*/ 7588 h 10000"/>
                    <a:gd name="connsiteX55" fmla="*/ 7270 w 9880"/>
                    <a:gd name="connsiteY55" fmla="*/ 7460 h 10000"/>
                    <a:gd name="connsiteX56" fmla="*/ 7310 w 9880"/>
                    <a:gd name="connsiteY56" fmla="*/ 6527 h 10000"/>
                    <a:gd name="connsiteX57" fmla="*/ 7350 w 9880"/>
                    <a:gd name="connsiteY57" fmla="*/ 6559 h 10000"/>
                    <a:gd name="connsiteX58" fmla="*/ 7470 w 9880"/>
                    <a:gd name="connsiteY58" fmla="*/ 6367 h 10000"/>
                    <a:gd name="connsiteX59" fmla="*/ 7711 w 9880"/>
                    <a:gd name="connsiteY59" fmla="*/ 6270 h 10000"/>
                    <a:gd name="connsiteX60" fmla="*/ 7832 w 9880"/>
                    <a:gd name="connsiteY60" fmla="*/ 5916 h 10000"/>
                    <a:gd name="connsiteX61" fmla="*/ 8193 w 9880"/>
                    <a:gd name="connsiteY61" fmla="*/ 5498 h 10000"/>
                    <a:gd name="connsiteX62" fmla="*/ 8474 w 9880"/>
                    <a:gd name="connsiteY62" fmla="*/ 5305 h 10000"/>
                    <a:gd name="connsiteX63" fmla="*/ 8675 w 9880"/>
                    <a:gd name="connsiteY63" fmla="*/ 4759 h 10000"/>
                    <a:gd name="connsiteX64" fmla="*/ 8675 w 9880"/>
                    <a:gd name="connsiteY64" fmla="*/ 4630 h 10000"/>
                    <a:gd name="connsiteX65" fmla="*/ 8635 w 9880"/>
                    <a:gd name="connsiteY65" fmla="*/ 4309 h 10000"/>
                    <a:gd name="connsiteX66" fmla="*/ 9037 w 9880"/>
                    <a:gd name="connsiteY66" fmla="*/ 3151 h 10000"/>
                    <a:gd name="connsiteX67" fmla="*/ 9157 w 9880"/>
                    <a:gd name="connsiteY67" fmla="*/ 3151 h 10000"/>
                    <a:gd name="connsiteX68" fmla="*/ 9318 w 9880"/>
                    <a:gd name="connsiteY68" fmla="*/ 3055 h 10000"/>
                    <a:gd name="connsiteX69" fmla="*/ 9800 w 9880"/>
                    <a:gd name="connsiteY69" fmla="*/ 2894 h 10000"/>
                    <a:gd name="connsiteX70" fmla="*/ 9880 w 9880"/>
                    <a:gd name="connsiteY70" fmla="*/ 2637 h 10000"/>
                    <a:gd name="connsiteX71" fmla="*/ 9840 w 9880"/>
                    <a:gd name="connsiteY71" fmla="*/ 2572 h 10000"/>
                    <a:gd name="connsiteX72" fmla="*/ 9679 w 9880"/>
                    <a:gd name="connsiteY72" fmla="*/ 2572 h 10000"/>
                    <a:gd name="connsiteX73" fmla="*/ 9559 w 9880"/>
                    <a:gd name="connsiteY73" fmla="*/ 2412 h 10000"/>
                    <a:gd name="connsiteX74" fmla="*/ 9318 w 9880"/>
                    <a:gd name="connsiteY74" fmla="*/ 2347 h 10000"/>
                    <a:gd name="connsiteX75" fmla="*/ 9197 w 9880"/>
                    <a:gd name="connsiteY75" fmla="*/ 2219 h 10000"/>
                    <a:gd name="connsiteX76" fmla="*/ 9117 w 9880"/>
                    <a:gd name="connsiteY76" fmla="*/ 1736 h 10000"/>
                    <a:gd name="connsiteX77" fmla="*/ 9117 w 9880"/>
                    <a:gd name="connsiteY77" fmla="*/ 1061 h 10000"/>
                    <a:gd name="connsiteX78" fmla="*/ 8916 w 9880"/>
                    <a:gd name="connsiteY78" fmla="*/ 836 h 10000"/>
                    <a:gd name="connsiteX79" fmla="*/ 8876 w 9880"/>
                    <a:gd name="connsiteY79" fmla="*/ 611 h 10000"/>
                    <a:gd name="connsiteX80" fmla="*/ 8555 w 9880"/>
                    <a:gd name="connsiteY80" fmla="*/ 289 h 10000"/>
                    <a:gd name="connsiteX81" fmla="*/ 8274 w 9880"/>
                    <a:gd name="connsiteY81" fmla="*/ 161 h 10000"/>
                    <a:gd name="connsiteX82" fmla="*/ 8113 w 9880"/>
                    <a:gd name="connsiteY82" fmla="*/ 0 h 10000"/>
                    <a:gd name="connsiteX83" fmla="*/ 7872 w 9880"/>
                    <a:gd name="connsiteY83" fmla="*/ 161 h 10000"/>
                    <a:gd name="connsiteX84" fmla="*/ 7711 w 9880"/>
                    <a:gd name="connsiteY84" fmla="*/ 129 h 10000"/>
                    <a:gd name="connsiteX85" fmla="*/ 7591 w 9880"/>
                    <a:gd name="connsiteY85" fmla="*/ 418 h 10000"/>
                    <a:gd name="connsiteX86" fmla="*/ 7270 w 9880"/>
                    <a:gd name="connsiteY86" fmla="*/ 482 h 10000"/>
                    <a:gd name="connsiteX87" fmla="*/ 7189 w 9880"/>
                    <a:gd name="connsiteY87" fmla="*/ 707 h 10000"/>
                    <a:gd name="connsiteX88" fmla="*/ 6908 w 9880"/>
                    <a:gd name="connsiteY88" fmla="*/ 707 h 10000"/>
                    <a:gd name="connsiteX89" fmla="*/ 6667 w 9880"/>
                    <a:gd name="connsiteY89" fmla="*/ 611 h 10000"/>
                    <a:gd name="connsiteX90" fmla="*/ 6145 w 9880"/>
                    <a:gd name="connsiteY90" fmla="*/ 611 h 10000"/>
                    <a:gd name="connsiteX91" fmla="*/ 5623 w 9880"/>
                    <a:gd name="connsiteY91" fmla="*/ 611 h 10000"/>
                    <a:gd name="connsiteX92" fmla="*/ 5663 w 9880"/>
                    <a:gd name="connsiteY92" fmla="*/ 482 h 10000"/>
                    <a:gd name="connsiteX93" fmla="*/ 5583 w 9880"/>
                    <a:gd name="connsiteY93" fmla="*/ 482 h 10000"/>
                    <a:gd name="connsiteX94" fmla="*/ 5543 w 9880"/>
                    <a:gd name="connsiteY94" fmla="*/ 611 h 10000"/>
                    <a:gd name="connsiteX95" fmla="*/ 5061 w 9880"/>
                    <a:gd name="connsiteY95" fmla="*/ 611 h 10000"/>
                    <a:gd name="connsiteX96" fmla="*/ 4579 w 9880"/>
                    <a:gd name="connsiteY96" fmla="*/ 611 h 10000"/>
                    <a:gd name="connsiteX97" fmla="*/ 4097 w 9880"/>
                    <a:gd name="connsiteY97" fmla="*/ 611 h 10000"/>
                    <a:gd name="connsiteX98" fmla="*/ 3615 w 9880"/>
                    <a:gd name="connsiteY98" fmla="*/ 611 h 10000"/>
                    <a:gd name="connsiteX99" fmla="*/ 3173 w 9880"/>
                    <a:gd name="connsiteY99" fmla="*/ 611 h 10000"/>
                    <a:gd name="connsiteX100" fmla="*/ 2691 w 9880"/>
                    <a:gd name="connsiteY100" fmla="*/ 611 h 10000"/>
                    <a:gd name="connsiteX101" fmla="*/ 2249 w 9880"/>
                    <a:gd name="connsiteY101" fmla="*/ 611 h 10000"/>
                    <a:gd name="connsiteX102" fmla="*/ 1768 w 9880"/>
                    <a:gd name="connsiteY102" fmla="*/ 611 h 10000"/>
                    <a:gd name="connsiteX103" fmla="*/ 1768 w 9880"/>
                    <a:gd name="connsiteY103" fmla="*/ 1061 h 10000"/>
                    <a:gd name="connsiteX104" fmla="*/ 1768 w 9880"/>
                    <a:gd name="connsiteY104" fmla="*/ 1640 h 10000"/>
                    <a:gd name="connsiteX105" fmla="*/ 1165 w 9880"/>
                    <a:gd name="connsiteY105" fmla="*/ 1640 h 10000"/>
                    <a:gd name="connsiteX106" fmla="*/ 1165 w 9880"/>
                    <a:gd name="connsiteY106" fmla="*/ 1897 h 10000"/>
                    <a:gd name="connsiteX0" fmla="*/ 1179 w 10000"/>
                    <a:gd name="connsiteY0" fmla="*/ 1897 h 10000"/>
                    <a:gd name="connsiteX1" fmla="*/ 1179 w 10000"/>
                    <a:gd name="connsiteY1" fmla="*/ 2412 h 10000"/>
                    <a:gd name="connsiteX2" fmla="*/ 1179 w 10000"/>
                    <a:gd name="connsiteY2" fmla="*/ 2894 h 10000"/>
                    <a:gd name="connsiteX3" fmla="*/ 1179 w 10000"/>
                    <a:gd name="connsiteY3" fmla="*/ 3376 h 10000"/>
                    <a:gd name="connsiteX4" fmla="*/ 1179 w 10000"/>
                    <a:gd name="connsiteY4" fmla="*/ 3826 h 10000"/>
                    <a:gd name="connsiteX5" fmla="*/ 529 w 10000"/>
                    <a:gd name="connsiteY5" fmla="*/ 3923 h 10000"/>
                    <a:gd name="connsiteX6" fmla="*/ 407 w 10000"/>
                    <a:gd name="connsiteY6" fmla="*/ 4180 h 10000"/>
                    <a:gd name="connsiteX7" fmla="*/ 122 w 10000"/>
                    <a:gd name="connsiteY7" fmla="*/ 4502 h 10000"/>
                    <a:gd name="connsiteX8" fmla="*/ 122 w 10000"/>
                    <a:gd name="connsiteY8" fmla="*/ 4759 h 10000"/>
                    <a:gd name="connsiteX9" fmla="*/ 0 w 10000"/>
                    <a:gd name="connsiteY9" fmla="*/ 4823 h 10000"/>
                    <a:gd name="connsiteX10" fmla="*/ 3155 w 10000"/>
                    <a:gd name="connsiteY10" fmla="*/ 7095 h 10000"/>
                    <a:gd name="connsiteX11" fmla="*/ 2967 w 10000"/>
                    <a:gd name="connsiteY11" fmla="*/ 7195 h 10000"/>
                    <a:gd name="connsiteX12" fmla="*/ 2499 w 10000"/>
                    <a:gd name="connsiteY12" fmla="*/ 6973 h 10000"/>
                    <a:gd name="connsiteX13" fmla="*/ 2293 w 10000"/>
                    <a:gd name="connsiteY13" fmla="*/ 6638 h 10000"/>
                    <a:gd name="connsiteX14" fmla="*/ 1949 w 10000"/>
                    <a:gd name="connsiteY14" fmla="*/ 6729 h 10000"/>
                    <a:gd name="connsiteX15" fmla="*/ 1856 w 10000"/>
                    <a:gd name="connsiteY15" fmla="*/ 6927 h 10000"/>
                    <a:gd name="connsiteX16" fmla="*/ 1490 w 10000"/>
                    <a:gd name="connsiteY16" fmla="*/ 7011 h 10000"/>
                    <a:gd name="connsiteX17" fmla="*/ 1251 w 10000"/>
                    <a:gd name="connsiteY17" fmla="*/ 7004 h 10000"/>
                    <a:gd name="connsiteX18" fmla="*/ 1121 w 10000"/>
                    <a:gd name="connsiteY18" fmla="*/ 7161 h 10000"/>
                    <a:gd name="connsiteX19" fmla="*/ 895 w 10000"/>
                    <a:gd name="connsiteY19" fmla="*/ 6913 h 10000"/>
                    <a:gd name="connsiteX20" fmla="*/ 854 w 10000"/>
                    <a:gd name="connsiteY20" fmla="*/ 7363 h 10000"/>
                    <a:gd name="connsiteX21" fmla="*/ 935 w 10000"/>
                    <a:gd name="connsiteY21" fmla="*/ 7428 h 10000"/>
                    <a:gd name="connsiteX22" fmla="*/ 1260 w 10000"/>
                    <a:gd name="connsiteY22" fmla="*/ 7460 h 10000"/>
                    <a:gd name="connsiteX23" fmla="*/ 1302 w 10000"/>
                    <a:gd name="connsiteY23" fmla="*/ 7588 h 10000"/>
                    <a:gd name="connsiteX24" fmla="*/ 1667 w 10000"/>
                    <a:gd name="connsiteY24" fmla="*/ 7621 h 10000"/>
                    <a:gd name="connsiteX25" fmla="*/ 1870 w 10000"/>
                    <a:gd name="connsiteY25" fmla="*/ 7749 h 10000"/>
                    <a:gd name="connsiteX26" fmla="*/ 1911 w 10000"/>
                    <a:gd name="connsiteY26" fmla="*/ 7974 h 10000"/>
                    <a:gd name="connsiteX27" fmla="*/ 2562 w 10000"/>
                    <a:gd name="connsiteY27" fmla="*/ 8360 h 10000"/>
                    <a:gd name="connsiteX28" fmla="*/ 2724 w 10000"/>
                    <a:gd name="connsiteY28" fmla="*/ 8746 h 10000"/>
                    <a:gd name="connsiteX29" fmla="*/ 3171 w 10000"/>
                    <a:gd name="connsiteY29" fmla="*/ 8939 h 10000"/>
                    <a:gd name="connsiteX30" fmla="*/ 3334 w 10000"/>
                    <a:gd name="connsiteY30" fmla="*/ 9196 h 10000"/>
                    <a:gd name="connsiteX31" fmla="*/ 3659 w 10000"/>
                    <a:gd name="connsiteY31" fmla="*/ 9518 h 10000"/>
                    <a:gd name="connsiteX32" fmla="*/ 3903 w 10000"/>
                    <a:gd name="connsiteY32" fmla="*/ 9614 h 10000"/>
                    <a:gd name="connsiteX33" fmla="*/ 4066 w 10000"/>
                    <a:gd name="connsiteY33" fmla="*/ 9518 h 10000"/>
                    <a:gd name="connsiteX34" fmla="*/ 4472 w 10000"/>
                    <a:gd name="connsiteY34" fmla="*/ 9550 h 10000"/>
                    <a:gd name="connsiteX35" fmla="*/ 4635 w 10000"/>
                    <a:gd name="connsiteY35" fmla="*/ 9486 h 10000"/>
                    <a:gd name="connsiteX36" fmla="*/ 5366 w 10000"/>
                    <a:gd name="connsiteY36" fmla="*/ 9968 h 10000"/>
                    <a:gd name="connsiteX37" fmla="*/ 5407 w 10000"/>
                    <a:gd name="connsiteY37" fmla="*/ 9968 h 10000"/>
                    <a:gd name="connsiteX38" fmla="*/ 5488 w 10000"/>
                    <a:gd name="connsiteY38" fmla="*/ 9904 h 10000"/>
                    <a:gd name="connsiteX39" fmla="*/ 6016 w 10000"/>
                    <a:gd name="connsiteY39" fmla="*/ 9904 h 10000"/>
                    <a:gd name="connsiteX40" fmla="*/ 6098 w 10000"/>
                    <a:gd name="connsiteY40" fmla="*/ 10000 h 10000"/>
                    <a:gd name="connsiteX41" fmla="*/ 6545 w 10000"/>
                    <a:gd name="connsiteY41" fmla="*/ 9871 h 10000"/>
                    <a:gd name="connsiteX42" fmla="*/ 6951 w 10000"/>
                    <a:gd name="connsiteY42" fmla="*/ 9871 h 10000"/>
                    <a:gd name="connsiteX43" fmla="*/ 7236 w 10000"/>
                    <a:gd name="connsiteY43" fmla="*/ 9743 h 10000"/>
                    <a:gd name="connsiteX44" fmla="*/ 7561 w 10000"/>
                    <a:gd name="connsiteY44" fmla="*/ 9486 h 10000"/>
                    <a:gd name="connsiteX45" fmla="*/ 8415 w 10000"/>
                    <a:gd name="connsiteY45" fmla="*/ 9486 h 10000"/>
                    <a:gd name="connsiteX46" fmla="*/ 8415 w 10000"/>
                    <a:gd name="connsiteY46" fmla="*/ 9132 h 10000"/>
                    <a:gd name="connsiteX47" fmla="*/ 7968 w 10000"/>
                    <a:gd name="connsiteY47" fmla="*/ 8971 h 10000"/>
                    <a:gd name="connsiteX48" fmla="*/ 7724 w 10000"/>
                    <a:gd name="connsiteY48" fmla="*/ 8457 h 10000"/>
                    <a:gd name="connsiteX49" fmla="*/ 7399 w 10000"/>
                    <a:gd name="connsiteY49" fmla="*/ 8264 h 10000"/>
                    <a:gd name="connsiteX50" fmla="*/ 7195 w 10000"/>
                    <a:gd name="connsiteY50" fmla="*/ 8006 h 10000"/>
                    <a:gd name="connsiteX51" fmla="*/ 6667 w 10000"/>
                    <a:gd name="connsiteY51" fmla="*/ 7814 h 10000"/>
                    <a:gd name="connsiteX52" fmla="*/ 6788 w 10000"/>
                    <a:gd name="connsiteY52" fmla="*/ 7749 h 10000"/>
                    <a:gd name="connsiteX53" fmla="*/ 6788 w 10000"/>
                    <a:gd name="connsiteY53" fmla="*/ 7588 h 10000"/>
                    <a:gd name="connsiteX54" fmla="*/ 7155 w 10000"/>
                    <a:gd name="connsiteY54" fmla="*/ 7588 h 10000"/>
                    <a:gd name="connsiteX55" fmla="*/ 7358 w 10000"/>
                    <a:gd name="connsiteY55" fmla="*/ 7460 h 10000"/>
                    <a:gd name="connsiteX56" fmla="*/ 7399 w 10000"/>
                    <a:gd name="connsiteY56" fmla="*/ 6527 h 10000"/>
                    <a:gd name="connsiteX57" fmla="*/ 7439 w 10000"/>
                    <a:gd name="connsiteY57" fmla="*/ 6559 h 10000"/>
                    <a:gd name="connsiteX58" fmla="*/ 7561 w 10000"/>
                    <a:gd name="connsiteY58" fmla="*/ 6367 h 10000"/>
                    <a:gd name="connsiteX59" fmla="*/ 7805 w 10000"/>
                    <a:gd name="connsiteY59" fmla="*/ 6270 h 10000"/>
                    <a:gd name="connsiteX60" fmla="*/ 7927 w 10000"/>
                    <a:gd name="connsiteY60" fmla="*/ 5916 h 10000"/>
                    <a:gd name="connsiteX61" fmla="*/ 8293 w 10000"/>
                    <a:gd name="connsiteY61" fmla="*/ 5498 h 10000"/>
                    <a:gd name="connsiteX62" fmla="*/ 8577 w 10000"/>
                    <a:gd name="connsiteY62" fmla="*/ 5305 h 10000"/>
                    <a:gd name="connsiteX63" fmla="*/ 8780 w 10000"/>
                    <a:gd name="connsiteY63" fmla="*/ 4759 h 10000"/>
                    <a:gd name="connsiteX64" fmla="*/ 8780 w 10000"/>
                    <a:gd name="connsiteY64" fmla="*/ 4630 h 10000"/>
                    <a:gd name="connsiteX65" fmla="*/ 8740 w 10000"/>
                    <a:gd name="connsiteY65" fmla="*/ 4309 h 10000"/>
                    <a:gd name="connsiteX66" fmla="*/ 9147 w 10000"/>
                    <a:gd name="connsiteY66" fmla="*/ 3151 h 10000"/>
                    <a:gd name="connsiteX67" fmla="*/ 9268 w 10000"/>
                    <a:gd name="connsiteY67" fmla="*/ 3151 h 10000"/>
                    <a:gd name="connsiteX68" fmla="*/ 9431 w 10000"/>
                    <a:gd name="connsiteY68" fmla="*/ 3055 h 10000"/>
                    <a:gd name="connsiteX69" fmla="*/ 9919 w 10000"/>
                    <a:gd name="connsiteY69" fmla="*/ 2894 h 10000"/>
                    <a:gd name="connsiteX70" fmla="*/ 10000 w 10000"/>
                    <a:gd name="connsiteY70" fmla="*/ 2637 h 10000"/>
                    <a:gd name="connsiteX71" fmla="*/ 9960 w 10000"/>
                    <a:gd name="connsiteY71" fmla="*/ 2572 h 10000"/>
                    <a:gd name="connsiteX72" fmla="*/ 9797 w 10000"/>
                    <a:gd name="connsiteY72" fmla="*/ 2572 h 10000"/>
                    <a:gd name="connsiteX73" fmla="*/ 9675 w 10000"/>
                    <a:gd name="connsiteY73" fmla="*/ 2412 h 10000"/>
                    <a:gd name="connsiteX74" fmla="*/ 9431 w 10000"/>
                    <a:gd name="connsiteY74" fmla="*/ 2347 h 10000"/>
                    <a:gd name="connsiteX75" fmla="*/ 9309 w 10000"/>
                    <a:gd name="connsiteY75" fmla="*/ 2219 h 10000"/>
                    <a:gd name="connsiteX76" fmla="*/ 9228 w 10000"/>
                    <a:gd name="connsiteY76" fmla="*/ 1736 h 10000"/>
                    <a:gd name="connsiteX77" fmla="*/ 9228 w 10000"/>
                    <a:gd name="connsiteY77" fmla="*/ 1061 h 10000"/>
                    <a:gd name="connsiteX78" fmla="*/ 9024 w 10000"/>
                    <a:gd name="connsiteY78" fmla="*/ 836 h 10000"/>
                    <a:gd name="connsiteX79" fmla="*/ 8984 w 10000"/>
                    <a:gd name="connsiteY79" fmla="*/ 611 h 10000"/>
                    <a:gd name="connsiteX80" fmla="*/ 8659 w 10000"/>
                    <a:gd name="connsiteY80" fmla="*/ 289 h 10000"/>
                    <a:gd name="connsiteX81" fmla="*/ 8374 w 10000"/>
                    <a:gd name="connsiteY81" fmla="*/ 161 h 10000"/>
                    <a:gd name="connsiteX82" fmla="*/ 8212 w 10000"/>
                    <a:gd name="connsiteY82" fmla="*/ 0 h 10000"/>
                    <a:gd name="connsiteX83" fmla="*/ 7968 w 10000"/>
                    <a:gd name="connsiteY83" fmla="*/ 161 h 10000"/>
                    <a:gd name="connsiteX84" fmla="*/ 7805 w 10000"/>
                    <a:gd name="connsiteY84" fmla="*/ 129 h 10000"/>
                    <a:gd name="connsiteX85" fmla="*/ 7683 w 10000"/>
                    <a:gd name="connsiteY85" fmla="*/ 418 h 10000"/>
                    <a:gd name="connsiteX86" fmla="*/ 7358 w 10000"/>
                    <a:gd name="connsiteY86" fmla="*/ 482 h 10000"/>
                    <a:gd name="connsiteX87" fmla="*/ 7276 w 10000"/>
                    <a:gd name="connsiteY87" fmla="*/ 707 h 10000"/>
                    <a:gd name="connsiteX88" fmla="*/ 6992 w 10000"/>
                    <a:gd name="connsiteY88" fmla="*/ 707 h 10000"/>
                    <a:gd name="connsiteX89" fmla="*/ 6748 w 10000"/>
                    <a:gd name="connsiteY89" fmla="*/ 611 h 10000"/>
                    <a:gd name="connsiteX90" fmla="*/ 6220 w 10000"/>
                    <a:gd name="connsiteY90" fmla="*/ 611 h 10000"/>
                    <a:gd name="connsiteX91" fmla="*/ 5691 w 10000"/>
                    <a:gd name="connsiteY91" fmla="*/ 611 h 10000"/>
                    <a:gd name="connsiteX92" fmla="*/ 5732 w 10000"/>
                    <a:gd name="connsiteY92" fmla="*/ 482 h 10000"/>
                    <a:gd name="connsiteX93" fmla="*/ 5651 w 10000"/>
                    <a:gd name="connsiteY93" fmla="*/ 482 h 10000"/>
                    <a:gd name="connsiteX94" fmla="*/ 5610 w 10000"/>
                    <a:gd name="connsiteY94" fmla="*/ 611 h 10000"/>
                    <a:gd name="connsiteX95" fmla="*/ 5122 w 10000"/>
                    <a:gd name="connsiteY95" fmla="*/ 611 h 10000"/>
                    <a:gd name="connsiteX96" fmla="*/ 4635 w 10000"/>
                    <a:gd name="connsiteY96" fmla="*/ 611 h 10000"/>
                    <a:gd name="connsiteX97" fmla="*/ 4147 w 10000"/>
                    <a:gd name="connsiteY97" fmla="*/ 611 h 10000"/>
                    <a:gd name="connsiteX98" fmla="*/ 3659 w 10000"/>
                    <a:gd name="connsiteY98" fmla="*/ 611 h 10000"/>
                    <a:gd name="connsiteX99" fmla="*/ 3212 w 10000"/>
                    <a:gd name="connsiteY99" fmla="*/ 611 h 10000"/>
                    <a:gd name="connsiteX100" fmla="*/ 2724 w 10000"/>
                    <a:gd name="connsiteY100" fmla="*/ 611 h 10000"/>
                    <a:gd name="connsiteX101" fmla="*/ 2276 w 10000"/>
                    <a:gd name="connsiteY101" fmla="*/ 611 h 10000"/>
                    <a:gd name="connsiteX102" fmla="*/ 1789 w 10000"/>
                    <a:gd name="connsiteY102" fmla="*/ 611 h 10000"/>
                    <a:gd name="connsiteX103" fmla="*/ 1789 w 10000"/>
                    <a:gd name="connsiteY103" fmla="*/ 1061 h 10000"/>
                    <a:gd name="connsiteX104" fmla="*/ 1789 w 10000"/>
                    <a:gd name="connsiteY104" fmla="*/ 1640 h 10000"/>
                    <a:gd name="connsiteX105" fmla="*/ 1179 w 10000"/>
                    <a:gd name="connsiteY105" fmla="*/ 1640 h 10000"/>
                    <a:gd name="connsiteX106" fmla="*/ 1179 w 10000"/>
                    <a:gd name="connsiteY106" fmla="*/ 1897 h 10000"/>
                    <a:gd name="connsiteX0" fmla="*/ 1098 w 9919"/>
                    <a:gd name="connsiteY0" fmla="*/ 1897 h 10000"/>
                    <a:gd name="connsiteX1" fmla="*/ 1098 w 9919"/>
                    <a:gd name="connsiteY1" fmla="*/ 2412 h 10000"/>
                    <a:gd name="connsiteX2" fmla="*/ 1098 w 9919"/>
                    <a:gd name="connsiteY2" fmla="*/ 2894 h 10000"/>
                    <a:gd name="connsiteX3" fmla="*/ 1098 w 9919"/>
                    <a:gd name="connsiteY3" fmla="*/ 3376 h 10000"/>
                    <a:gd name="connsiteX4" fmla="*/ 1098 w 9919"/>
                    <a:gd name="connsiteY4" fmla="*/ 3826 h 10000"/>
                    <a:gd name="connsiteX5" fmla="*/ 448 w 9919"/>
                    <a:gd name="connsiteY5" fmla="*/ 3923 h 10000"/>
                    <a:gd name="connsiteX6" fmla="*/ 326 w 9919"/>
                    <a:gd name="connsiteY6" fmla="*/ 4180 h 10000"/>
                    <a:gd name="connsiteX7" fmla="*/ 41 w 9919"/>
                    <a:gd name="connsiteY7" fmla="*/ 4502 h 10000"/>
                    <a:gd name="connsiteX8" fmla="*/ 41 w 9919"/>
                    <a:gd name="connsiteY8" fmla="*/ 4759 h 10000"/>
                    <a:gd name="connsiteX9" fmla="*/ 3775 w 9919"/>
                    <a:gd name="connsiteY9" fmla="*/ 7279 h 10000"/>
                    <a:gd name="connsiteX10" fmla="*/ 3074 w 9919"/>
                    <a:gd name="connsiteY10" fmla="*/ 7095 h 10000"/>
                    <a:gd name="connsiteX11" fmla="*/ 2886 w 9919"/>
                    <a:gd name="connsiteY11" fmla="*/ 7195 h 10000"/>
                    <a:gd name="connsiteX12" fmla="*/ 2418 w 9919"/>
                    <a:gd name="connsiteY12" fmla="*/ 6973 h 10000"/>
                    <a:gd name="connsiteX13" fmla="*/ 2212 w 9919"/>
                    <a:gd name="connsiteY13" fmla="*/ 6638 h 10000"/>
                    <a:gd name="connsiteX14" fmla="*/ 1868 w 9919"/>
                    <a:gd name="connsiteY14" fmla="*/ 6729 h 10000"/>
                    <a:gd name="connsiteX15" fmla="*/ 1775 w 9919"/>
                    <a:gd name="connsiteY15" fmla="*/ 6927 h 10000"/>
                    <a:gd name="connsiteX16" fmla="*/ 1409 w 9919"/>
                    <a:gd name="connsiteY16" fmla="*/ 7011 h 10000"/>
                    <a:gd name="connsiteX17" fmla="*/ 1170 w 9919"/>
                    <a:gd name="connsiteY17" fmla="*/ 7004 h 10000"/>
                    <a:gd name="connsiteX18" fmla="*/ 1040 w 9919"/>
                    <a:gd name="connsiteY18" fmla="*/ 7161 h 10000"/>
                    <a:gd name="connsiteX19" fmla="*/ 814 w 9919"/>
                    <a:gd name="connsiteY19" fmla="*/ 6913 h 10000"/>
                    <a:gd name="connsiteX20" fmla="*/ 773 w 9919"/>
                    <a:gd name="connsiteY20" fmla="*/ 7363 h 10000"/>
                    <a:gd name="connsiteX21" fmla="*/ 854 w 9919"/>
                    <a:gd name="connsiteY21" fmla="*/ 7428 h 10000"/>
                    <a:gd name="connsiteX22" fmla="*/ 1179 w 9919"/>
                    <a:gd name="connsiteY22" fmla="*/ 7460 h 10000"/>
                    <a:gd name="connsiteX23" fmla="*/ 1221 w 9919"/>
                    <a:gd name="connsiteY23" fmla="*/ 7588 h 10000"/>
                    <a:gd name="connsiteX24" fmla="*/ 1586 w 9919"/>
                    <a:gd name="connsiteY24" fmla="*/ 7621 h 10000"/>
                    <a:gd name="connsiteX25" fmla="*/ 1789 w 9919"/>
                    <a:gd name="connsiteY25" fmla="*/ 7749 h 10000"/>
                    <a:gd name="connsiteX26" fmla="*/ 1830 w 9919"/>
                    <a:gd name="connsiteY26" fmla="*/ 7974 h 10000"/>
                    <a:gd name="connsiteX27" fmla="*/ 2481 w 9919"/>
                    <a:gd name="connsiteY27" fmla="*/ 8360 h 10000"/>
                    <a:gd name="connsiteX28" fmla="*/ 2643 w 9919"/>
                    <a:gd name="connsiteY28" fmla="*/ 8746 h 10000"/>
                    <a:gd name="connsiteX29" fmla="*/ 3090 w 9919"/>
                    <a:gd name="connsiteY29" fmla="*/ 8939 h 10000"/>
                    <a:gd name="connsiteX30" fmla="*/ 3253 w 9919"/>
                    <a:gd name="connsiteY30" fmla="*/ 9196 h 10000"/>
                    <a:gd name="connsiteX31" fmla="*/ 3578 w 9919"/>
                    <a:gd name="connsiteY31" fmla="*/ 9518 h 10000"/>
                    <a:gd name="connsiteX32" fmla="*/ 3822 w 9919"/>
                    <a:gd name="connsiteY32" fmla="*/ 9614 h 10000"/>
                    <a:gd name="connsiteX33" fmla="*/ 3985 w 9919"/>
                    <a:gd name="connsiteY33" fmla="*/ 9518 h 10000"/>
                    <a:gd name="connsiteX34" fmla="*/ 4391 w 9919"/>
                    <a:gd name="connsiteY34" fmla="*/ 9550 h 10000"/>
                    <a:gd name="connsiteX35" fmla="*/ 4554 w 9919"/>
                    <a:gd name="connsiteY35" fmla="*/ 9486 h 10000"/>
                    <a:gd name="connsiteX36" fmla="*/ 5285 w 9919"/>
                    <a:gd name="connsiteY36" fmla="*/ 9968 h 10000"/>
                    <a:gd name="connsiteX37" fmla="*/ 5326 w 9919"/>
                    <a:gd name="connsiteY37" fmla="*/ 9968 h 10000"/>
                    <a:gd name="connsiteX38" fmla="*/ 5407 w 9919"/>
                    <a:gd name="connsiteY38" fmla="*/ 9904 h 10000"/>
                    <a:gd name="connsiteX39" fmla="*/ 5935 w 9919"/>
                    <a:gd name="connsiteY39" fmla="*/ 9904 h 10000"/>
                    <a:gd name="connsiteX40" fmla="*/ 6017 w 9919"/>
                    <a:gd name="connsiteY40" fmla="*/ 10000 h 10000"/>
                    <a:gd name="connsiteX41" fmla="*/ 6464 w 9919"/>
                    <a:gd name="connsiteY41" fmla="*/ 9871 h 10000"/>
                    <a:gd name="connsiteX42" fmla="*/ 6870 w 9919"/>
                    <a:gd name="connsiteY42" fmla="*/ 9871 h 10000"/>
                    <a:gd name="connsiteX43" fmla="*/ 7155 w 9919"/>
                    <a:gd name="connsiteY43" fmla="*/ 9743 h 10000"/>
                    <a:gd name="connsiteX44" fmla="*/ 7480 w 9919"/>
                    <a:gd name="connsiteY44" fmla="*/ 9486 h 10000"/>
                    <a:gd name="connsiteX45" fmla="*/ 8334 w 9919"/>
                    <a:gd name="connsiteY45" fmla="*/ 9486 h 10000"/>
                    <a:gd name="connsiteX46" fmla="*/ 8334 w 9919"/>
                    <a:gd name="connsiteY46" fmla="*/ 9132 h 10000"/>
                    <a:gd name="connsiteX47" fmla="*/ 7887 w 9919"/>
                    <a:gd name="connsiteY47" fmla="*/ 8971 h 10000"/>
                    <a:gd name="connsiteX48" fmla="*/ 7643 w 9919"/>
                    <a:gd name="connsiteY48" fmla="*/ 8457 h 10000"/>
                    <a:gd name="connsiteX49" fmla="*/ 7318 w 9919"/>
                    <a:gd name="connsiteY49" fmla="*/ 8264 h 10000"/>
                    <a:gd name="connsiteX50" fmla="*/ 7114 w 9919"/>
                    <a:gd name="connsiteY50" fmla="*/ 8006 h 10000"/>
                    <a:gd name="connsiteX51" fmla="*/ 6586 w 9919"/>
                    <a:gd name="connsiteY51" fmla="*/ 7814 h 10000"/>
                    <a:gd name="connsiteX52" fmla="*/ 6707 w 9919"/>
                    <a:gd name="connsiteY52" fmla="*/ 7749 h 10000"/>
                    <a:gd name="connsiteX53" fmla="*/ 6707 w 9919"/>
                    <a:gd name="connsiteY53" fmla="*/ 7588 h 10000"/>
                    <a:gd name="connsiteX54" fmla="*/ 7074 w 9919"/>
                    <a:gd name="connsiteY54" fmla="*/ 7588 h 10000"/>
                    <a:gd name="connsiteX55" fmla="*/ 7277 w 9919"/>
                    <a:gd name="connsiteY55" fmla="*/ 7460 h 10000"/>
                    <a:gd name="connsiteX56" fmla="*/ 7318 w 9919"/>
                    <a:gd name="connsiteY56" fmla="*/ 6527 h 10000"/>
                    <a:gd name="connsiteX57" fmla="*/ 7358 w 9919"/>
                    <a:gd name="connsiteY57" fmla="*/ 6559 h 10000"/>
                    <a:gd name="connsiteX58" fmla="*/ 7480 w 9919"/>
                    <a:gd name="connsiteY58" fmla="*/ 6367 h 10000"/>
                    <a:gd name="connsiteX59" fmla="*/ 7724 w 9919"/>
                    <a:gd name="connsiteY59" fmla="*/ 6270 h 10000"/>
                    <a:gd name="connsiteX60" fmla="*/ 7846 w 9919"/>
                    <a:gd name="connsiteY60" fmla="*/ 5916 h 10000"/>
                    <a:gd name="connsiteX61" fmla="*/ 8212 w 9919"/>
                    <a:gd name="connsiteY61" fmla="*/ 5498 h 10000"/>
                    <a:gd name="connsiteX62" fmla="*/ 8496 w 9919"/>
                    <a:gd name="connsiteY62" fmla="*/ 5305 h 10000"/>
                    <a:gd name="connsiteX63" fmla="*/ 8699 w 9919"/>
                    <a:gd name="connsiteY63" fmla="*/ 4759 h 10000"/>
                    <a:gd name="connsiteX64" fmla="*/ 8699 w 9919"/>
                    <a:gd name="connsiteY64" fmla="*/ 4630 h 10000"/>
                    <a:gd name="connsiteX65" fmla="*/ 8659 w 9919"/>
                    <a:gd name="connsiteY65" fmla="*/ 4309 h 10000"/>
                    <a:gd name="connsiteX66" fmla="*/ 9066 w 9919"/>
                    <a:gd name="connsiteY66" fmla="*/ 3151 h 10000"/>
                    <a:gd name="connsiteX67" fmla="*/ 9187 w 9919"/>
                    <a:gd name="connsiteY67" fmla="*/ 3151 h 10000"/>
                    <a:gd name="connsiteX68" fmla="*/ 9350 w 9919"/>
                    <a:gd name="connsiteY68" fmla="*/ 3055 h 10000"/>
                    <a:gd name="connsiteX69" fmla="*/ 9838 w 9919"/>
                    <a:gd name="connsiteY69" fmla="*/ 2894 h 10000"/>
                    <a:gd name="connsiteX70" fmla="*/ 9919 w 9919"/>
                    <a:gd name="connsiteY70" fmla="*/ 2637 h 10000"/>
                    <a:gd name="connsiteX71" fmla="*/ 9879 w 9919"/>
                    <a:gd name="connsiteY71" fmla="*/ 2572 h 10000"/>
                    <a:gd name="connsiteX72" fmla="*/ 9716 w 9919"/>
                    <a:gd name="connsiteY72" fmla="*/ 2572 h 10000"/>
                    <a:gd name="connsiteX73" fmla="*/ 9594 w 9919"/>
                    <a:gd name="connsiteY73" fmla="*/ 2412 h 10000"/>
                    <a:gd name="connsiteX74" fmla="*/ 9350 w 9919"/>
                    <a:gd name="connsiteY74" fmla="*/ 2347 h 10000"/>
                    <a:gd name="connsiteX75" fmla="*/ 9228 w 9919"/>
                    <a:gd name="connsiteY75" fmla="*/ 2219 h 10000"/>
                    <a:gd name="connsiteX76" fmla="*/ 9147 w 9919"/>
                    <a:gd name="connsiteY76" fmla="*/ 1736 h 10000"/>
                    <a:gd name="connsiteX77" fmla="*/ 9147 w 9919"/>
                    <a:gd name="connsiteY77" fmla="*/ 1061 h 10000"/>
                    <a:gd name="connsiteX78" fmla="*/ 8943 w 9919"/>
                    <a:gd name="connsiteY78" fmla="*/ 836 h 10000"/>
                    <a:gd name="connsiteX79" fmla="*/ 8903 w 9919"/>
                    <a:gd name="connsiteY79" fmla="*/ 611 h 10000"/>
                    <a:gd name="connsiteX80" fmla="*/ 8578 w 9919"/>
                    <a:gd name="connsiteY80" fmla="*/ 289 h 10000"/>
                    <a:gd name="connsiteX81" fmla="*/ 8293 w 9919"/>
                    <a:gd name="connsiteY81" fmla="*/ 161 h 10000"/>
                    <a:gd name="connsiteX82" fmla="*/ 8131 w 9919"/>
                    <a:gd name="connsiteY82" fmla="*/ 0 h 10000"/>
                    <a:gd name="connsiteX83" fmla="*/ 7887 w 9919"/>
                    <a:gd name="connsiteY83" fmla="*/ 161 h 10000"/>
                    <a:gd name="connsiteX84" fmla="*/ 7724 w 9919"/>
                    <a:gd name="connsiteY84" fmla="*/ 129 h 10000"/>
                    <a:gd name="connsiteX85" fmla="*/ 7602 w 9919"/>
                    <a:gd name="connsiteY85" fmla="*/ 418 h 10000"/>
                    <a:gd name="connsiteX86" fmla="*/ 7277 w 9919"/>
                    <a:gd name="connsiteY86" fmla="*/ 482 h 10000"/>
                    <a:gd name="connsiteX87" fmla="*/ 7195 w 9919"/>
                    <a:gd name="connsiteY87" fmla="*/ 707 h 10000"/>
                    <a:gd name="connsiteX88" fmla="*/ 6911 w 9919"/>
                    <a:gd name="connsiteY88" fmla="*/ 707 h 10000"/>
                    <a:gd name="connsiteX89" fmla="*/ 6667 w 9919"/>
                    <a:gd name="connsiteY89" fmla="*/ 611 h 10000"/>
                    <a:gd name="connsiteX90" fmla="*/ 6139 w 9919"/>
                    <a:gd name="connsiteY90" fmla="*/ 611 h 10000"/>
                    <a:gd name="connsiteX91" fmla="*/ 5610 w 9919"/>
                    <a:gd name="connsiteY91" fmla="*/ 611 h 10000"/>
                    <a:gd name="connsiteX92" fmla="*/ 5651 w 9919"/>
                    <a:gd name="connsiteY92" fmla="*/ 482 h 10000"/>
                    <a:gd name="connsiteX93" fmla="*/ 5570 w 9919"/>
                    <a:gd name="connsiteY93" fmla="*/ 482 h 10000"/>
                    <a:gd name="connsiteX94" fmla="*/ 5529 w 9919"/>
                    <a:gd name="connsiteY94" fmla="*/ 611 h 10000"/>
                    <a:gd name="connsiteX95" fmla="*/ 5041 w 9919"/>
                    <a:gd name="connsiteY95" fmla="*/ 611 h 10000"/>
                    <a:gd name="connsiteX96" fmla="*/ 4554 w 9919"/>
                    <a:gd name="connsiteY96" fmla="*/ 611 h 10000"/>
                    <a:gd name="connsiteX97" fmla="*/ 4066 w 9919"/>
                    <a:gd name="connsiteY97" fmla="*/ 611 h 10000"/>
                    <a:gd name="connsiteX98" fmla="*/ 3578 w 9919"/>
                    <a:gd name="connsiteY98" fmla="*/ 611 h 10000"/>
                    <a:gd name="connsiteX99" fmla="*/ 3131 w 9919"/>
                    <a:gd name="connsiteY99" fmla="*/ 611 h 10000"/>
                    <a:gd name="connsiteX100" fmla="*/ 2643 w 9919"/>
                    <a:gd name="connsiteY100" fmla="*/ 611 h 10000"/>
                    <a:gd name="connsiteX101" fmla="*/ 2195 w 9919"/>
                    <a:gd name="connsiteY101" fmla="*/ 611 h 10000"/>
                    <a:gd name="connsiteX102" fmla="*/ 1708 w 9919"/>
                    <a:gd name="connsiteY102" fmla="*/ 611 h 10000"/>
                    <a:gd name="connsiteX103" fmla="*/ 1708 w 9919"/>
                    <a:gd name="connsiteY103" fmla="*/ 1061 h 10000"/>
                    <a:gd name="connsiteX104" fmla="*/ 1708 w 9919"/>
                    <a:gd name="connsiteY104" fmla="*/ 1640 h 10000"/>
                    <a:gd name="connsiteX105" fmla="*/ 1098 w 9919"/>
                    <a:gd name="connsiteY105" fmla="*/ 1640 h 10000"/>
                    <a:gd name="connsiteX106" fmla="*/ 1098 w 9919"/>
                    <a:gd name="connsiteY106" fmla="*/ 1897 h 10000"/>
                    <a:gd name="connsiteX0" fmla="*/ 1066 w 9959"/>
                    <a:gd name="connsiteY0" fmla="*/ 1897 h 10000"/>
                    <a:gd name="connsiteX1" fmla="*/ 1066 w 9959"/>
                    <a:gd name="connsiteY1" fmla="*/ 2412 h 10000"/>
                    <a:gd name="connsiteX2" fmla="*/ 1066 w 9959"/>
                    <a:gd name="connsiteY2" fmla="*/ 2894 h 10000"/>
                    <a:gd name="connsiteX3" fmla="*/ 1066 w 9959"/>
                    <a:gd name="connsiteY3" fmla="*/ 3376 h 10000"/>
                    <a:gd name="connsiteX4" fmla="*/ 1066 w 9959"/>
                    <a:gd name="connsiteY4" fmla="*/ 3826 h 10000"/>
                    <a:gd name="connsiteX5" fmla="*/ 411 w 9959"/>
                    <a:gd name="connsiteY5" fmla="*/ 3923 h 10000"/>
                    <a:gd name="connsiteX6" fmla="*/ 288 w 9959"/>
                    <a:gd name="connsiteY6" fmla="*/ 4180 h 10000"/>
                    <a:gd name="connsiteX7" fmla="*/ 0 w 9959"/>
                    <a:gd name="connsiteY7" fmla="*/ 4502 h 10000"/>
                    <a:gd name="connsiteX8" fmla="*/ 4089 w 9959"/>
                    <a:gd name="connsiteY8" fmla="*/ 7281 h 10000"/>
                    <a:gd name="connsiteX9" fmla="*/ 3765 w 9959"/>
                    <a:gd name="connsiteY9" fmla="*/ 7279 h 10000"/>
                    <a:gd name="connsiteX10" fmla="*/ 3058 w 9959"/>
                    <a:gd name="connsiteY10" fmla="*/ 7095 h 10000"/>
                    <a:gd name="connsiteX11" fmla="*/ 2869 w 9959"/>
                    <a:gd name="connsiteY11" fmla="*/ 7195 h 10000"/>
                    <a:gd name="connsiteX12" fmla="*/ 2397 w 9959"/>
                    <a:gd name="connsiteY12" fmla="*/ 6973 h 10000"/>
                    <a:gd name="connsiteX13" fmla="*/ 2189 w 9959"/>
                    <a:gd name="connsiteY13" fmla="*/ 6638 h 10000"/>
                    <a:gd name="connsiteX14" fmla="*/ 1842 w 9959"/>
                    <a:gd name="connsiteY14" fmla="*/ 6729 h 10000"/>
                    <a:gd name="connsiteX15" fmla="*/ 1748 w 9959"/>
                    <a:gd name="connsiteY15" fmla="*/ 6927 h 10000"/>
                    <a:gd name="connsiteX16" fmla="*/ 1380 w 9959"/>
                    <a:gd name="connsiteY16" fmla="*/ 7011 h 10000"/>
                    <a:gd name="connsiteX17" fmla="*/ 1139 w 9959"/>
                    <a:gd name="connsiteY17" fmla="*/ 7004 h 10000"/>
                    <a:gd name="connsiteX18" fmla="*/ 1007 w 9959"/>
                    <a:gd name="connsiteY18" fmla="*/ 7161 h 10000"/>
                    <a:gd name="connsiteX19" fmla="*/ 780 w 9959"/>
                    <a:gd name="connsiteY19" fmla="*/ 6913 h 10000"/>
                    <a:gd name="connsiteX20" fmla="*/ 738 w 9959"/>
                    <a:gd name="connsiteY20" fmla="*/ 7363 h 10000"/>
                    <a:gd name="connsiteX21" fmla="*/ 820 w 9959"/>
                    <a:gd name="connsiteY21" fmla="*/ 7428 h 10000"/>
                    <a:gd name="connsiteX22" fmla="*/ 1148 w 9959"/>
                    <a:gd name="connsiteY22" fmla="*/ 7460 h 10000"/>
                    <a:gd name="connsiteX23" fmla="*/ 1190 w 9959"/>
                    <a:gd name="connsiteY23" fmla="*/ 7588 h 10000"/>
                    <a:gd name="connsiteX24" fmla="*/ 1558 w 9959"/>
                    <a:gd name="connsiteY24" fmla="*/ 7621 h 10000"/>
                    <a:gd name="connsiteX25" fmla="*/ 1763 w 9959"/>
                    <a:gd name="connsiteY25" fmla="*/ 7749 h 10000"/>
                    <a:gd name="connsiteX26" fmla="*/ 1804 w 9959"/>
                    <a:gd name="connsiteY26" fmla="*/ 7974 h 10000"/>
                    <a:gd name="connsiteX27" fmla="*/ 2460 w 9959"/>
                    <a:gd name="connsiteY27" fmla="*/ 8360 h 10000"/>
                    <a:gd name="connsiteX28" fmla="*/ 2624 w 9959"/>
                    <a:gd name="connsiteY28" fmla="*/ 8746 h 10000"/>
                    <a:gd name="connsiteX29" fmla="*/ 3074 w 9959"/>
                    <a:gd name="connsiteY29" fmla="*/ 8939 h 10000"/>
                    <a:gd name="connsiteX30" fmla="*/ 3239 w 9959"/>
                    <a:gd name="connsiteY30" fmla="*/ 9196 h 10000"/>
                    <a:gd name="connsiteX31" fmla="*/ 3566 w 9959"/>
                    <a:gd name="connsiteY31" fmla="*/ 9518 h 10000"/>
                    <a:gd name="connsiteX32" fmla="*/ 3812 w 9959"/>
                    <a:gd name="connsiteY32" fmla="*/ 9614 h 10000"/>
                    <a:gd name="connsiteX33" fmla="*/ 3977 w 9959"/>
                    <a:gd name="connsiteY33" fmla="*/ 9518 h 10000"/>
                    <a:gd name="connsiteX34" fmla="*/ 4386 w 9959"/>
                    <a:gd name="connsiteY34" fmla="*/ 9550 h 10000"/>
                    <a:gd name="connsiteX35" fmla="*/ 4550 w 9959"/>
                    <a:gd name="connsiteY35" fmla="*/ 9486 h 10000"/>
                    <a:gd name="connsiteX36" fmla="*/ 5287 w 9959"/>
                    <a:gd name="connsiteY36" fmla="*/ 9968 h 10000"/>
                    <a:gd name="connsiteX37" fmla="*/ 5328 w 9959"/>
                    <a:gd name="connsiteY37" fmla="*/ 9968 h 10000"/>
                    <a:gd name="connsiteX38" fmla="*/ 5410 w 9959"/>
                    <a:gd name="connsiteY38" fmla="*/ 9904 h 10000"/>
                    <a:gd name="connsiteX39" fmla="*/ 5942 w 9959"/>
                    <a:gd name="connsiteY39" fmla="*/ 9904 h 10000"/>
                    <a:gd name="connsiteX40" fmla="*/ 6025 w 9959"/>
                    <a:gd name="connsiteY40" fmla="*/ 10000 h 10000"/>
                    <a:gd name="connsiteX41" fmla="*/ 6476 w 9959"/>
                    <a:gd name="connsiteY41" fmla="*/ 9871 h 10000"/>
                    <a:gd name="connsiteX42" fmla="*/ 6885 w 9959"/>
                    <a:gd name="connsiteY42" fmla="*/ 9871 h 10000"/>
                    <a:gd name="connsiteX43" fmla="*/ 7172 w 9959"/>
                    <a:gd name="connsiteY43" fmla="*/ 9743 h 10000"/>
                    <a:gd name="connsiteX44" fmla="*/ 7500 w 9959"/>
                    <a:gd name="connsiteY44" fmla="*/ 9486 h 10000"/>
                    <a:gd name="connsiteX45" fmla="*/ 8361 w 9959"/>
                    <a:gd name="connsiteY45" fmla="*/ 9486 h 10000"/>
                    <a:gd name="connsiteX46" fmla="*/ 8361 w 9959"/>
                    <a:gd name="connsiteY46" fmla="*/ 9132 h 10000"/>
                    <a:gd name="connsiteX47" fmla="*/ 7910 w 9959"/>
                    <a:gd name="connsiteY47" fmla="*/ 8971 h 10000"/>
                    <a:gd name="connsiteX48" fmla="*/ 7664 w 9959"/>
                    <a:gd name="connsiteY48" fmla="*/ 8457 h 10000"/>
                    <a:gd name="connsiteX49" fmla="*/ 7337 w 9959"/>
                    <a:gd name="connsiteY49" fmla="*/ 8264 h 10000"/>
                    <a:gd name="connsiteX50" fmla="*/ 7131 w 9959"/>
                    <a:gd name="connsiteY50" fmla="*/ 8006 h 10000"/>
                    <a:gd name="connsiteX51" fmla="*/ 6599 w 9959"/>
                    <a:gd name="connsiteY51" fmla="*/ 7814 h 10000"/>
                    <a:gd name="connsiteX52" fmla="*/ 6721 w 9959"/>
                    <a:gd name="connsiteY52" fmla="*/ 7749 h 10000"/>
                    <a:gd name="connsiteX53" fmla="*/ 6721 w 9959"/>
                    <a:gd name="connsiteY53" fmla="*/ 7588 h 10000"/>
                    <a:gd name="connsiteX54" fmla="*/ 7091 w 9959"/>
                    <a:gd name="connsiteY54" fmla="*/ 7588 h 10000"/>
                    <a:gd name="connsiteX55" fmla="*/ 7295 w 9959"/>
                    <a:gd name="connsiteY55" fmla="*/ 7460 h 10000"/>
                    <a:gd name="connsiteX56" fmla="*/ 7337 w 9959"/>
                    <a:gd name="connsiteY56" fmla="*/ 6527 h 10000"/>
                    <a:gd name="connsiteX57" fmla="*/ 7377 w 9959"/>
                    <a:gd name="connsiteY57" fmla="*/ 6559 h 10000"/>
                    <a:gd name="connsiteX58" fmla="*/ 7500 w 9959"/>
                    <a:gd name="connsiteY58" fmla="*/ 6367 h 10000"/>
                    <a:gd name="connsiteX59" fmla="*/ 7746 w 9959"/>
                    <a:gd name="connsiteY59" fmla="*/ 6270 h 10000"/>
                    <a:gd name="connsiteX60" fmla="*/ 7869 w 9959"/>
                    <a:gd name="connsiteY60" fmla="*/ 5916 h 10000"/>
                    <a:gd name="connsiteX61" fmla="*/ 8238 w 9959"/>
                    <a:gd name="connsiteY61" fmla="*/ 5498 h 10000"/>
                    <a:gd name="connsiteX62" fmla="*/ 8524 w 9959"/>
                    <a:gd name="connsiteY62" fmla="*/ 5305 h 10000"/>
                    <a:gd name="connsiteX63" fmla="*/ 8729 w 9959"/>
                    <a:gd name="connsiteY63" fmla="*/ 4759 h 10000"/>
                    <a:gd name="connsiteX64" fmla="*/ 8729 w 9959"/>
                    <a:gd name="connsiteY64" fmla="*/ 4630 h 10000"/>
                    <a:gd name="connsiteX65" fmla="*/ 8689 w 9959"/>
                    <a:gd name="connsiteY65" fmla="*/ 4309 h 10000"/>
                    <a:gd name="connsiteX66" fmla="*/ 9099 w 9959"/>
                    <a:gd name="connsiteY66" fmla="*/ 3151 h 10000"/>
                    <a:gd name="connsiteX67" fmla="*/ 9221 w 9959"/>
                    <a:gd name="connsiteY67" fmla="*/ 3151 h 10000"/>
                    <a:gd name="connsiteX68" fmla="*/ 9385 w 9959"/>
                    <a:gd name="connsiteY68" fmla="*/ 3055 h 10000"/>
                    <a:gd name="connsiteX69" fmla="*/ 9877 w 9959"/>
                    <a:gd name="connsiteY69" fmla="*/ 2894 h 10000"/>
                    <a:gd name="connsiteX70" fmla="*/ 9959 w 9959"/>
                    <a:gd name="connsiteY70" fmla="*/ 2637 h 10000"/>
                    <a:gd name="connsiteX71" fmla="*/ 9919 w 9959"/>
                    <a:gd name="connsiteY71" fmla="*/ 2572 h 10000"/>
                    <a:gd name="connsiteX72" fmla="*/ 9754 w 9959"/>
                    <a:gd name="connsiteY72" fmla="*/ 2572 h 10000"/>
                    <a:gd name="connsiteX73" fmla="*/ 9631 w 9959"/>
                    <a:gd name="connsiteY73" fmla="*/ 2412 h 10000"/>
                    <a:gd name="connsiteX74" fmla="*/ 9385 w 9959"/>
                    <a:gd name="connsiteY74" fmla="*/ 2347 h 10000"/>
                    <a:gd name="connsiteX75" fmla="*/ 9262 w 9959"/>
                    <a:gd name="connsiteY75" fmla="*/ 2219 h 10000"/>
                    <a:gd name="connsiteX76" fmla="*/ 9181 w 9959"/>
                    <a:gd name="connsiteY76" fmla="*/ 1736 h 10000"/>
                    <a:gd name="connsiteX77" fmla="*/ 9181 w 9959"/>
                    <a:gd name="connsiteY77" fmla="*/ 1061 h 10000"/>
                    <a:gd name="connsiteX78" fmla="*/ 8975 w 9959"/>
                    <a:gd name="connsiteY78" fmla="*/ 836 h 10000"/>
                    <a:gd name="connsiteX79" fmla="*/ 8935 w 9959"/>
                    <a:gd name="connsiteY79" fmla="*/ 611 h 10000"/>
                    <a:gd name="connsiteX80" fmla="*/ 8607 w 9959"/>
                    <a:gd name="connsiteY80" fmla="*/ 289 h 10000"/>
                    <a:gd name="connsiteX81" fmla="*/ 8320 w 9959"/>
                    <a:gd name="connsiteY81" fmla="*/ 161 h 10000"/>
                    <a:gd name="connsiteX82" fmla="*/ 8156 w 9959"/>
                    <a:gd name="connsiteY82" fmla="*/ 0 h 10000"/>
                    <a:gd name="connsiteX83" fmla="*/ 7910 w 9959"/>
                    <a:gd name="connsiteY83" fmla="*/ 161 h 10000"/>
                    <a:gd name="connsiteX84" fmla="*/ 7746 w 9959"/>
                    <a:gd name="connsiteY84" fmla="*/ 129 h 10000"/>
                    <a:gd name="connsiteX85" fmla="*/ 7623 w 9959"/>
                    <a:gd name="connsiteY85" fmla="*/ 418 h 10000"/>
                    <a:gd name="connsiteX86" fmla="*/ 7295 w 9959"/>
                    <a:gd name="connsiteY86" fmla="*/ 482 h 10000"/>
                    <a:gd name="connsiteX87" fmla="*/ 7213 w 9959"/>
                    <a:gd name="connsiteY87" fmla="*/ 707 h 10000"/>
                    <a:gd name="connsiteX88" fmla="*/ 6926 w 9959"/>
                    <a:gd name="connsiteY88" fmla="*/ 707 h 10000"/>
                    <a:gd name="connsiteX89" fmla="*/ 6680 w 9959"/>
                    <a:gd name="connsiteY89" fmla="*/ 611 h 10000"/>
                    <a:gd name="connsiteX90" fmla="*/ 6148 w 9959"/>
                    <a:gd name="connsiteY90" fmla="*/ 611 h 10000"/>
                    <a:gd name="connsiteX91" fmla="*/ 5615 w 9959"/>
                    <a:gd name="connsiteY91" fmla="*/ 611 h 10000"/>
                    <a:gd name="connsiteX92" fmla="*/ 5656 w 9959"/>
                    <a:gd name="connsiteY92" fmla="*/ 482 h 10000"/>
                    <a:gd name="connsiteX93" fmla="*/ 5574 w 9959"/>
                    <a:gd name="connsiteY93" fmla="*/ 482 h 10000"/>
                    <a:gd name="connsiteX94" fmla="*/ 5533 w 9959"/>
                    <a:gd name="connsiteY94" fmla="*/ 611 h 10000"/>
                    <a:gd name="connsiteX95" fmla="*/ 5041 w 9959"/>
                    <a:gd name="connsiteY95" fmla="*/ 611 h 10000"/>
                    <a:gd name="connsiteX96" fmla="*/ 4550 w 9959"/>
                    <a:gd name="connsiteY96" fmla="*/ 611 h 10000"/>
                    <a:gd name="connsiteX97" fmla="*/ 4058 w 9959"/>
                    <a:gd name="connsiteY97" fmla="*/ 611 h 10000"/>
                    <a:gd name="connsiteX98" fmla="*/ 3566 w 9959"/>
                    <a:gd name="connsiteY98" fmla="*/ 611 h 10000"/>
                    <a:gd name="connsiteX99" fmla="*/ 3116 w 9959"/>
                    <a:gd name="connsiteY99" fmla="*/ 611 h 10000"/>
                    <a:gd name="connsiteX100" fmla="*/ 2624 w 9959"/>
                    <a:gd name="connsiteY100" fmla="*/ 611 h 10000"/>
                    <a:gd name="connsiteX101" fmla="*/ 2172 w 9959"/>
                    <a:gd name="connsiteY101" fmla="*/ 611 h 10000"/>
                    <a:gd name="connsiteX102" fmla="*/ 1681 w 9959"/>
                    <a:gd name="connsiteY102" fmla="*/ 611 h 10000"/>
                    <a:gd name="connsiteX103" fmla="*/ 1681 w 9959"/>
                    <a:gd name="connsiteY103" fmla="*/ 1061 h 10000"/>
                    <a:gd name="connsiteX104" fmla="*/ 1681 w 9959"/>
                    <a:gd name="connsiteY104" fmla="*/ 1640 h 10000"/>
                    <a:gd name="connsiteX105" fmla="*/ 1066 w 9959"/>
                    <a:gd name="connsiteY105" fmla="*/ 1640 h 10000"/>
                    <a:gd name="connsiteX106" fmla="*/ 1066 w 9959"/>
                    <a:gd name="connsiteY106" fmla="*/ 1897 h 10000"/>
                    <a:gd name="connsiteX0" fmla="*/ 781 w 9711"/>
                    <a:gd name="connsiteY0" fmla="*/ 1897 h 10000"/>
                    <a:gd name="connsiteX1" fmla="*/ 781 w 9711"/>
                    <a:gd name="connsiteY1" fmla="*/ 2412 h 10000"/>
                    <a:gd name="connsiteX2" fmla="*/ 781 w 9711"/>
                    <a:gd name="connsiteY2" fmla="*/ 2894 h 10000"/>
                    <a:gd name="connsiteX3" fmla="*/ 781 w 9711"/>
                    <a:gd name="connsiteY3" fmla="*/ 3376 h 10000"/>
                    <a:gd name="connsiteX4" fmla="*/ 781 w 9711"/>
                    <a:gd name="connsiteY4" fmla="*/ 3826 h 10000"/>
                    <a:gd name="connsiteX5" fmla="*/ 124 w 9711"/>
                    <a:gd name="connsiteY5" fmla="*/ 3923 h 10000"/>
                    <a:gd name="connsiteX6" fmla="*/ 0 w 9711"/>
                    <a:gd name="connsiteY6" fmla="*/ 4180 h 10000"/>
                    <a:gd name="connsiteX7" fmla="*/ 4324 w 9711"/>
                    <a:gd name="connsiteY7" fmla="*/ 7064 h 10000"/>
                    <a:gd name="connsiteX8" fmla="*/ 3817 w 9711"/>
                    <a:gd name="connsiteY8" fmla="*/ 7281 h 10000"/>
                    <a:gd name="connsiteX9" fmla="*/ 3492 w 9711"/>
                    <a:gd name="connsiteY9" fmla="*/ 7279 h 10000"/>
                    <a:gd name="connsiteX10" fmla="*/ 2782 w 9711"/>
                    <a:gd name="connsiteY10" fmla="*/ 7095 h 10000"/>
                    <a:gd name="connsiteX11" fmla="*/ 2592 w 9711"/>
                    <a:gd name="connsiteY11" fmla="*/ 7195 h 10000"/>
                    <a:gd name="connsiteX12" fmla="*/ 2118 w 9711"/>
                    <a:gd name="connsiteY12" fmla="*/ 6973 h 10000"/>
                    <a:gd name="connsiteX13" fmla="*/ 1909 w 9711"/>
                    <a:gd name="connsiteY13" fmla="*/ 6638 h 10000"/>
                    <a:gd name="connsiteX14" fmla="*/ 1561 w 9711"/>
                    <a:gd name="connsiteY14" fmla="*/ 6729 h 10000"/>
                    <a:gd name="connsiteX15" fmla="*/ 1466 w 9711"/>
                    <a:gd name="connsiteY15" fmla="*/ 6927 h 10000"/>
                    <a:gd name="connsiteX16" fmla="*/ 1097 w 9711"/>
                    <a:gd name="connsiteY16" fmla="*/ 7011 h 10000"/>
                    <a:gd name="connsiteX17" fmla="*/ 855 w 9711"/>
                    <a:gd name="connsiteY17" fmla="*/ 7004 h 10000"/>
                    <a:gd name="connsiteX18" fmla="*/ 722 w 9711"/>
                    <a:gd name="connsiteY18" fmla="*/ 7161 h 10000"/>
                    <a:gd name="connsiteX19" fmla="*/ 494 w 9711"/>
                    <a:gd name="connsiteY19" fmla="*/ 6913 h 10000"/>
                    <a:gd name="connsiteX20" fmla="*/ 452 w 9711"/>
                    <a:gd name="connsiteY20" fmla="*/ 7363 h 10000"/>
                    <a:gd name="connsiteX21" fmla="*/ 534 w 9711"/>
                    <a:gd name="connsiteY21" fmla="*/ 7428 h 10000"/>
                    <a:gd name="connsiteX22" fmla="*/ 864 w 9711"/>
                    <a:gd name="connsiteY22" fmla="*/ 7460 h 10000"/>
                    <a:gd name="connsiteX23" fmla="*/ 906 w 9711"/>
                    <a:gd name="connsiteY23" fmla="*/ 7588 h 10000"/>
                    <a:gd name="connsiteX24" fmla="*/ 1275 w 9711"/>
                    <a:gd name="connsiteY24" fmla="*/ 7621 h 10000"/>
                    <a:gd name="connsiteX25" fmla="*/ 1481 w 9711"/>
                    <a:gd name="connsiteY25" fmla="*/ 7749 h 10000"/>
                    <a:gd name="connsiteX26" fmla="*/ 1522 w 9711"/>
                    <a:gd name="connsiteY26" fmla="*/ 7974 h 10000"/>
                    <a:gd name="connsiteX27" fmla="*/ 2181 w 9711"/>
                    <a:gd name="connsiteY27" fmla="*/ 8360 h 10000"/>
                    <a:gd name="connsiteX28" fmla="*/ 2346 w 9711"/>
                    <a:gd name="connsiteY28" fmla="*/ 8746 h 10000"/>
                    <a:gd name="connsiteX29" fmla="*/ 2798 w 9711"/>
                    <a:gd name="connsiteY29" fmla="*/ 8939 h 10000"/>
                    <a:gd name="connsiteX30" fmla="*/ 2963 w 9711"/>
                    <a:gd name="connsiteY30" fmla="*/ 9196 h 10000"/>
                    <a:gd name="connsiteX31" fmla="*/ 3292 w 9711"/>
                    <a:gd name="connsiteY31" fmla="*/ 9518 h 10000"/>
                    <a:gd name="connsiteX32" fmla="*/ 3539 w 9711"/>
                    <a:gd name="connsiteY32" fmla="*/ 9614 h 10000"/>
                    <a:gd name="connsiteX33" fmla="*/ 3704 w 9711"/>
                    <a:gd name="connsiteY33" fmla="*/ 9518 h 10000"/>
                    <a:gd name="connsiteX34" fmla="*/ 4115 w 9711"/>
                    <a:gd name="connsiteY34" fmla="*/ 9550 h 10000"/>
                    <a:gd name="connsiteX35" fmla="*/ 4280 w 9711"/>
                    <a:gd name="connsiteY35" fmla="*/ 9486 h 10000"/>
                    <a:gd name="connsiteX36" fmla="*/ 5020 w 9711"/>
                    <a:gd name="connsiteY36" fmla="*/ 9968 h 10000"/>
                    <a:gd name="connsiteX37" fmla="*/ 5061 w 9711"/>
                    <a:gd name="connsiteY37" fmla="*/ 9968 h 10000"/>
                    <a:gd name="connsiteX38" fmla="*/ 5143 w 9711"/>
                    <a:gd name="connsiteY38" fmla="*/ 9904 h 10000"/>
                    <a:gd name="connsiteX39" fmla="*/ 5677 w 9711"/>
                    <a:gd name="connsiteY39" fmla="*/ 9904 h 10000"/>
                    <a:gd name="connsiteX40" fmla="*/ 5761 w 9711"/>
                    <a:gd name="connsiteY40" fmla="*/ 10000 h 10000"/>
                    <a:gd name="connsiteX41" fmla="*/ 6214 w 9711"/>
                    <a:gd name="connsiteY41" fmla="*/ 9871 h 10000"/>
                    <a:gd name="connsiteX42" fmla="*/ 6624 w 9711"/>
                    <a:gd name="connsiteY42" fmla="*/ 9871 h 10000"/>
                    <a:gd name="connsiteX43" fmla="*/ 6913 w 9711"/>
                    <a:gd name="connsiteY43" fmla="*/ 9743 h 10000"/>
                    <a:gd name="connsiteX44" fmla="*/ 7242 w 9711"/>
                    <a:gd name="connsiteY44" fmla="*/ 9486 h 10000"/>
                    <a:gd name="connsiteX45" fmla="*/ 8106 w 9711"/>
                    <a:gd name="connsiteY45" fmla="*/ 9486 h 10000"/>
                    <a:gd name="connsiteX46" fmla="*/ 8106 w 9711"/>
                    <a:gd name="connsiteY46" fmla="*/ 9132 h 10000"/>
                    <a:gd name="connsiteX47" fmla="*/ 7654 w 9711"/>
                    <a:gd name="connsiteY47" fmla="*/ 8971 h 10000"/>
                    <a:gd name="connsiteX48" fmla="*/ 7407 w 9711"/>
                    <a:gd name="connsiteY48" fmla="*/ 8457 h 10000"/>
                    <a:gd name="connsiteX49" fmla="*/ 7078 w 9711"/>
                    <a:gd name="connsiteY49" fmla="*/ 8264 h 10000"/>
                    <a:gd name="connsiteX50" fmla="*/ 6871 w 9711"/>
                    <a:gd name="connsiteY50" fmla="*/ 8006 h 10000"/>
                    <a:gd name="connsiteX51" fmla="*/ 6337 w 9711"/>
                    <a:gd name="connsiteY51" fmla="*/ 7814 h 10000"/>
                    <a:gd name="connsiteX52" fmla="*/ 6460 w 9711"/>
                    <a:gd name="connsiteY52" fmla="*/ 7749 h 10000"/>
                    <a:gd name="connsiteX53" fmla="*/ 6460 w 9711"/>
                    <a:gd name="connsiteY53" fmla="*/ 7588 h 10000"/>
                    <a:gd name="connsiteX54" fmla="*/ 6831 w 9711"/>
                    <a:gd name="connsiteY54" fmla="*/ 7588 h 10000"/>
                    <a:gd name="connsiteX55" fmla="*/ 7036 w 9711"/>
                    <a:gd name="connsiteY55" fmla="*/ 7460 h 10000"/>
                    <a:gd name="connsiteX56" fmla="*/ 7078 w 9711"/>
                    <a:gd name="connsiteY56" fmla="*/ 6527 h 10000"/>
                    <a:gd name="connsiteX57" fmla="*/ 7118 w 9711"/>
                    <a:gd name="connsiteY57" fmla="*/ 6559 h 10000"/>
                    <a:gd name="connsiteX58" fmla="*/ 7242 w 9711"/>
                    <a:gd name="connsiteY58" fmla="*/ 6367 h 10000"/>
                    <a:gd name="connsiteX59" fmla="*/ 7489 w 9711"/>
                    <a:gd name="connsiteY59" fmla="*/ 6270 h 10000"/>
                    <a:gd name="connsiteX60" fmla="*/ 7612 w 9711"/>
                    <a:gd name="connsiteY60" fmla="*/ 5916 h 10000"/>
                    <a:gd name="connsiteX61" fmla="*/ 7983 w 9711"/>
                    <a:gd name="connsiteY61" fmla="*/ 5498 h 10000"/>
                    <a:gd name="connsiteX62" fmla="*/ 8270 w 9711"/>
                    <a:gd name="connsiteY62" fmla="*/ 5305 h 10000"/>
                    <a:gd name="connsiteX63" fmla="*/ 8476 w 9711"/>
                    <a:gd name="connsiteY63" fmla="*/ 4759 h 10000"/>
                    <a:gd name="connsiteX64" fmla="*/ 8476 w 9711"/>
                    <a:gd name="connsiteY64" fmla="*/ 4630 h 10000"/>
                    <a:gd name="connsiteX65" fmla="*/ 8436 w 9711"/>
                    <a:gd name="connsiteY65" fmla="*/ 4309 h 10000"/>
                    <a:gd name="connsiteX66" fmla="*/ 8847 w 9711"/>
                    <a:gd name="connsiteY66" fmla="*/ 3151 h 10000"/>
                    <a:gd name="connsiteX67" fmla="*/ 8970 w 9711"/>
                    <a:gd name="connsiteY67" fmla="*/ 3151 h 10000"/>
                    <a:gd name="connsiteX68" fmla="*/ 9135 w 9711"/>
                    <a:gd name="connsiteY68" fmla="*/ 3055 h 10000"/>
                    <a:gd name="connsiteX69" fmla="*/ 9629 w 9711"/>
                    <a:gd name="connsiteY69" fmla="*/ 2894 h 10000"/>
                    <a:gd name="connsiteX70" fmla="*/ 9711 w 9711"/>
                    <a:gd name="connsiteY70" fmla="*/ 2637 h 10000"/>
                    <a:gd name="connsiteX71" fmla="*/ 9671 w 9711"/>
                    <a:gd name="connsiteY71" fmla="*/ 2572 h 10000"/>
                    <a:gd name="connsiteX72" fmla="*/ 9505 w 9711"/>
                    <a:gd name="connsiteY72" fmla="*/ 2572 h 10000"/>
                    <a:gd name="connsiteX73" fmla="*/ 9382 w 9711"/>
                    <a:gd name="connsiteY73" fmla="*/ 2412 h 10000"/>
                    <a:gd name="connsiteX74" fmla="*/ 9135 w 9711"/>
                    <a:gd name="connsiteY74" fmla="*/ 2347 h 10000"/>
                    <a:gd name="connsiteX75" fmla="*/ 9011 w 9711"/>
                    <a:gd name="connsiteY75" fmla="*/ 2219 h 10000"/>
                    <a:gd name="connsiteX76" fmla="*/ 8930 w 9711"/>
                    <a:gd name="connsiteY76" fmla="*/ 1736 h 10000"/>
                    <a:gd name="connsiteX77" fmla="*/ 8930 w 9711"/>
                    <a:gd name="connsiteY77" fmla="*/ 1061 h 10000"/>
                    <a:gd name="connsiteX78" fmla="*/ 8723 w 9711"/>
                    <a:gd name="connsiteY78" fmla="*/ 836 h 10000"/>
                    <a:gd name="connsiteX79" fmla="*/ 8683 w 9711"/>
                    <a:gd name="connsiteY79" fmla="*/ 611 h 10000"/>
                    <a:gd name="connsiteX80" fmla="*/ 8353 w 9711"/>
                    <a:gd name="connsiteY80" fmla="*/ 289 h 10000"/>
                    <a:gd name="connsiteX81" fmla="*/ 8065 w 9711"/>
                    <a:gd name="connsiteY81" fmla="*/ 161 h 10000"/>
                    <a:gd name="connsiteX82" fmla="*/ 7901 w 9711"/>
                    <a:gd name="connsiteY82" fmla="*/ 0 h 10000"/>
                    <a:gd name="connsiteX83" fmla="*/ 7654 w 9711"/>
                    <a:gd name="connsiteY83" fmla="*/ 161 h 10000"/>
                    <a:gd name="connsiteX84" fmla="*/ 7489 w 9711"/>
                    <a:gd name="connsiteY84" fmla="*/ 129 h 10000"/>
                    <a:gd name="connsiteX85" fmla="*/ 7365 w 9711"/>
                    <a:gd name="connsiteY85" fmla="*/ 418 h 10000"/>
                    <a:gd name="connsiteX86" fmla="*/ 7036 w 9711"/>
                    <a:gd name="connsiteY86" fmla="*/ 482 h 10000"/>
                    <a:gd name="connsiteX87" fmla="*/ 6954 w 9711"/>
                    <a:gd name="connsiteY87" fmla="*/ 707 h 10000"/>
                    <a:gd name="connsiteX88" fmla="*/ 6666 w 9711"/>
                    <a:gd name="connsiteY88" fmla="*/ 707 h 10000"/>
                    <a:gd name="connsiteX89" fmla="*/ 6419 w 9711"/>
                    <a:gd name="connsiteY89" fmla="*/ 611 h 10000"/>
                    <a:gd name="connsiteX90" fmla="*/ 5884 w 9711"/>
                    <a:gd name="connsiteY90" fmla="*/ 611 h 10000"/>
                    <a:gd name="connsiteX91" fmla="*/ 5349 w 9711"/>
                    <a:gd name="connsiteY91" fmla="*/ 611 h 10000"/>
                    <a:gd name="connsiteX92" fmla="*/ 5390 w 9711"/>
                    <a:gd name="connsiteY92" fmla="*/ 482 h 10000"/>
                    <a:gd name="connsiteX93" fmla="*/ 5308 w 9711"/>
                    <a:gd name="connsiteY93" fmla="*/ 482 h 10000"/>
                    <a:gd name="connsiteX94" fmla="*/ 5267 w 9711"/>
                    <a:gd name="connsiteY94" fmla="*/ 611 h 10000"/>
                    <a:gd name="connsiteX95" fmla="*/ 4773 w 9711"/>
                    <a:gd name="connsiteY95" fmla="*/ 611 h 10000"/>
                    <a:gd name="connsiteX96" fmla="*/ 4280 w 9711"/>
                    <a:gd name="connsiteY96" fmla="*/ 611 h 10000"/>
                    <a:gd name="connsiteX97" fmla="*/ 3786 w 9711"/>
                    <a:gd name="connsiteY97" fmla="*/ 611 h 10000"/>
                    <a:gd name="connsiteX98" fmla="*/ 3292 w 9711"/>
                    <a:gd name="connsiteY98" fmla="*/ 611 h 10000"/>
                    <a:gd name="connsiteX99" fmla="*/ 2840 w 9711"/>
                    <a:gd name="connsiteY99" fmla="*/ 611 h 10000"/>
                    <a:gd name="connsiteX100" fmla="*/ 2346 w 9711"/>
                    <a:gd name="connsiteY100" fmla="*/ 611 h 10000"/>
                    <a:gd name="connsiteX101" fmla="*/ 1892 w 9711"/>
                    <a:gd name="connsiteY101" fmla="*/ 611 h 10000"/>
                    <a:gd name="connsiteX102" fmla="*/ 1399 w 9711"/>
                    <a:gd name="connsiteY102" fmla="*/ 611 h 10000"/>
                    <a:gd name="connsiteX103" fmla="*/ 1399 w 9711"/>
                    <a:gd name="connsiteY103" fmla="*/ 1061 h 10000"/>
                    <a:gd name="connsiteX104" fmla="*/ 1399 w 9711"/>
                    <a:gd name="connsiteY104" fmla="*/ 1640 h 10000"/>
                    <a:gd name="connsiteX105" fmla="*/ 781 w 9711"/>
                    <a:gd name="connsiteY105" fmla="*/ 1640 h 10000"/>
                    <a:gd name="connsiteX106" fmla="*/ 781 w 9711"/>
                    <a:gd name="connsiteY106" fmla="*/ 1897 h 10000"/>
                    <a:gd name="connsiteX0" fmla="*/ 719 w 9915"/>
                    <a:gd name="connsiteY0" fmla="*/ 1897 h 10000"/>
                    <a:gd name="connsiteX1" fmla="*/ 719 w 9915"/>
                    <a:gd name="connsiteY1" fmla="*/ 2412 h 10000"/>
                    <a:gd name="connsiteX2" fmla="*/ 719 w 9915"/>
                    <a:gd name="connsiteY2" fmla="*/ 2894 h 10000"/>
                    <a:gd name="connsiteX3" fmla="*/ 719 w 9915"/>
                    <a:gd name="connsiteY3" fmla="*/ 3376 h 10000"/>
                    <a:gd name="connsiteX4" fmla="*/ 719 w 9915"/>
                    <a:gd name="connsiteY4" fmla="*/ 3826 h 10000"/>
                    <a:gd name="connsiteX5" fmla="*/ 43 w 9915"/>
                    <a:gd name="connsiteY5" fmla="*/ 3923 h 10000"/>
                    <a:gd name="connsiteX6" fmla="*/ 4578 w 9915"/>
                    <a:gd name="connsiteY6" fmla="*/ 6781 h 10000"/>
                    <a:gd name="connsiteX7" fmla="*/ 4368 w 9915"/>
                    <a:gd name="connsiteY7" fmla="*/ 7064 h 10000"/>
                    <a:gd name="connsiteX8" fmla="*/ 3846 w 9915"/>
                    <a:gd name="connsiteY8" fmla="*/ 7281 h 10000"/>
                    <a:gd name="connsiteX9" fmla="*/ 3511 w 9915"/>
                    <a:gd name="connsiteY9" fmla="*/ 7279 h 10000"/>
                    <a:gd name="connsiteX10" fmla="*/ 2780 w 9915"/>
                    <a:gd name="connsiteY10" fmla="*/ 7095 h 10000"/>
                    <a:gd name="connsiteX11" fmla="*/ 2584 w 9915"/>
                    <a:gd name="connsiteY11" fmla="*/ 7195 h 10000"/>
                    <a:gd name="connsiteX12" fmla="*/ 2096 w 9915"/>
                    <a:gd name="connsiteY12" fmla="*/ 6973 h 10000"/>
                    <a:gd name="connsiteX13" fmla="*/ 1881 w 9915"/>
                    <a:gd name="connsiteY13" fmla="*/ 6638 h 10000"/>
                    <a:gd name="connsiteX14" fmla="*/ 1522 w 9915"/>
                    <a:gd name="connsiteY14" fmla="*/ 6729 h 10000"/>
                    <a:gd name="connsiteX15" fmla="*/ 1425 w 9915"/>
                    <a:gd name="connsiteY15" fmla="*/ 6927 h 10000"/>
                    <a:gd name="connsiteX16" fmla="*/ 1045 w 9915"/>
                    <a:gd name="connsiteY16" fmla="*/ 7011 h 10000"/>
                    <a:gd name="connsiteX17" fmla="*/ 795 w 9915"/>
                    <a:gd name="connsiteY17" fmla="*/ 7004 h 10000"/>
                    <a:gd name="connsiteX18" fmla="*/ 658 w 9915"/>
                    <a:gd name="connsiteY18" fmla="*/ 7161 h 10000"/>
                    <a:gd name="connsiteX19" fmla="*/ 424 w 9915"/>
                    <a:gd name="connsiteY19" fmla="*/ 6913 h 10000"/>
                    <a:gd name="connsiteX20" fmla="*/ 380 w 9915"/>
                    <a:gd name="connsiteY20" fmla="*/ 7363 h 10000"/>
                    <a:gd name="connsiteX21" fmla="*/ 465 w 9915"/>
                    <a:gd name="connsiteY21" fmla="*/ 7428 h 10000"/>
                    <a:gd name="connsiteX22" fmla="*/ 805 w 9915"/>
                    <a:gd name="connsiteY22" fmla="*/ 7460 h 10000"/>
                    <a:gd name="connsiteX23" fmla="*/ 848 w 9915"/>
                    <a:gd name="connsiteY23" fmla="*/ 7588 h 10000"/>
                    <a:gd name="connsiteX24" fmla="*/ 1228 w 9915"/>
                    <a:gd name="connsiteY24" fmla="*/ 7621 h 10000"/>
                    <a:gd name="connsiteX25" fmla="*/ 1440 w 9915"/>
                    <a:gd name="connsiteY25" fmla="*/ 7749 h 10000"/>
                    <a:gd name="connsiteX26" fmla="*/ 1482 w 9915"/>
                    <a:gd name="connsiteY26" fmla="*/ 7974 h 10000"/>
                    <a:gd name="connsiteX27" fmla="*/ 2161 w 9915"/>
                    <a:gd name="connsiteY27" fmla="*/ 8360 h 10000"/>
                    <a:gd name="connsiteX28" fmla="*/ 2331 w 9915"/>
                    <a:gd name="connsiteY28" fmla="*/ 8746 h 10000"/>
                    <a:gd name="connsiteX29" fmla="*/ 2796 w 9915"/>
                    <a:gd name="connsiteY29" fmla="*/ 8939 h 10000"/>
                    <a:gd name="connsiteX30" fmla="*/ 2966 w 9915"/>
                    <a:gd name="connsiteY30" fmla="*/ 9196 h 10000"/>
                    <a:gd name="connsiteX31" fmla="*/ 3305 w 9915"/>
                    <a:gd name="connsiteY31" fmla="*/ 9518 h 10000"/>
                    <a:gd name="connsiteX32" fmla="*/ 3559 w 9915"/>
                    <a:gd name="connsiteY32" fmla="*/ 9614 h 10000"/>
                    <a:gd name="connsiteX33" fmla="*/ 3729 w 9915"/>
                    <a:gd name="connsiteY33" fmla="*/ 9518 h 10000"/>
                    <a:gd name="connsiteX34" fmla="*/ 4152 w 9915"/>
                    <a:gd name="connsiteY34" fmla="*/ 9550 h 10000"/>
                    <a:gd name="connsiteX35" fmla="*/ 4322 w 9915"/>
                    <a:gd name="connsiteY35" fmla="*/ 9486 h 10000"/>
                    <a:gd name="connsiteX36" fmla="*/ 5084 w 9915"/>
                    <a:gd name="connsiteY36" fmla="*/ 9968 h 10000"/>
                    <a:gd name="connsiteX37" fmla="*/ 5127 w 9915"/>
                    <a:gd name="connsiteY37" fmla="*/ 9968 h 10000"/>
                    <a:gd name="connsiteX38" fmla="*/ 5211 w 9915"/>
                    <a:gd name="connsiteY38" fmla="*/ 9904 h 10000"/>
                    <a:gd name="connsiteX39" fmla="*/ 5761 w 9915"/>
                    <a:gd name="connsiteY39" fmla="*/ 9904 h 10000"/>
                    <a:gd name="connsiteX40" fmla="*/ 5847 w 9915"/>
                    <a:gd name="connsiteY40" fmla="*/ 10000 h 10000"/>
                    <a:gd name="connsiteX41" fmla="*/ 6314 w 9915"/>
                    <a:gd name="connsiteY41" fmla="*/ 9871 h 10000"/>
                    <a:gd name="connsiteX42" fmla="*/ 6736 w 9915"/>
                    <a:gd name="connsiteY42" fmla="*/ 9871 h 10000"/>
                    <a:gd name="connsiteX43" fmla="*/ 7034 w 9915"/>
                    <a:gd name="connsiteY43" fmla="*/ 9743 h 10000"/>
                    <a:gd name="connsiteX44" fmla="*/ 7373 w 9915"/>
                    <a:gd name="connsiteY44" fmla="*/ 9486 h 10000"/>
                    <a:gd name="connsiteX45" fmla="*/ 8262 w 9915"/>
                    <a:gd name="connsiteY45" fmla="*/ 9486 h 10000"/>
                    <a:gd name="connsiteX46" fmla="*/ 8262 w 9915"/>
                    <a:gd name="connsiteY46" fmla="*/ 9132 h 10000"/>
                    <a:gd name="connsiteX47" fmla="*/ 7797 w 9915"/>
                    <a:gd name="connsiteY47" fmla="*/ 8971 h 10000"/>
                    <a:gd name="connsiteX48" fmla="*/ 7542 w 9915"/>
                    <a:gd name="connsiteY48" fmla="*/ 8457 h 10000"/>
                    <a:gd name="connsiteX49" fmla="*/ 7204 w 9915"/>
                    <a:gd name="connsiteY49" fmla="*/ 8264 h 10000"/>
                    <a:gd name="connsiteX50" fmla="*/ 6990 w 9915"/>
                    <a:gd name="connsiteY50" fmla="*/ 8006 h 10000"/>
                    <a:gd name="connsiteX51" fmla="*/ 6441 w 9915"/>
                    <a:gd name="connsiteY51" fmla="*/ 7814 h 10000"/>
                    <a:gd name="connsiteX52" fmla="*/ 6567 w 9915"/>
                    <a:gd name="connsiteY52" fmla="*/ 7749 h 10000"/>
                    <a:gd name="connsiteX53" fmla="*/ 6567 w 9915"/>
                    <a:gd name="connsiteY53" fmla="*/ 7588 h 10000"/>
                    <a:gd name="connsiteX54" fmla="*/ 6949 w 9915"/>
                    <a:gd name="connsiteY54" fmla="*/ 7588 h 10000"/>
                    <a:gd name="connsiteX55" fmla="*/ 7160 w 9915"/>
                    <a:gd name="connsiteY55" fmla="*/ 7460 h 10000"/>
                    <a:gd name="connsiteX56" fmla="*/ 7204 w 9915"/>
                    <a:gd name="connsiteY56" fmla="*/ 6527 h 10000"/>
                    <a:gd name="connsiteX57" fmla="*/ 7245 w 9915"/>
                    <a:gd name="connsiteY57" fmla="*/ 6559 h 10000"/>
                    <a:gd name="connsiteX58" fmla="*/ 7373 w 9915"/>
                    <a:gd name="connsiteY58" fmla="*/ 6367 h 10000"/>
                    <a:gd name="connsiteX59" fmla="*/ 7627 w 9915"/>
                    <a:gd name="connsiteY59" fmla="*/ 6270 h 10000"/>
                    <a:gd name="connsiteX60" fmla="*/ 7754 w 9915"/>
                    <a:gd name="connsiteY60" fmla="*/ 5916 h 10000"/>
                    <a:gd name="connsiteX61" fmla="*/ 8136 w 9915"/>
                    <a:gd name="connsiteY61" fmla="*/ 5498 h 10000"/>
                    <a:gd name="connsiteX62" fmla="*/ 8431 w 9915"/>
                    <a:gd name="connsiteY62" fmla="*/ 5305 h 10000"/>
                    <a:gd name="connsiteX63" fmla="*/ 8643 w 9915"/>
                    <a:gd name="connsiteY63" fmla="*/ 4759 h 10000"/>
                    <a:gd name="connsiteX64" fmla="*/ 8643 w 9915"/>
                    <a:gd name="connsiteY64" fmla="*/ 4630 h 10000"/>
                    <a:gd name="connsiteX65" fmla="*/ 8602 w 9915"/>
                    <a:gd name="connsiteY65" fmla="*/ 4309 h 10000"/>
                    <a:gd name="connsiteX66" fmla="*/ 9025 w 9915"/>
                    <a:gd name="connsiteY66" fmla="*/ 3151 h 10000"/>
                    <a:gd name="connsiteX67" fmla="*/ 9152 w 9915"/>
                    <a:gd name="connsiteY67" fmla="*/ 3151 h 10000"/>
                    <a:gd name="connsiteX68" fmla="*/ 9322 w 9915"/>
                    <a:gd name="connsiteY68" fmla="*/ 3055 h 10000"/>
                    <a:gd name="connsiteX69" fmla="*/ 9831 w 9915"/>
                    <a:gd name="connsiteY69" fmla="*/ 2894 h 10000"/>
                    <a:gd name="connsiteX70" fmla="*/ 9915 w 9915"/>
                    <a:gd name="connsiteY70" fmla="*/ 2637 h 10000"/>
                    <a:gd name="connsiteX71" fmla="*/ 9874 w 9915"/>
                    <a:gd name="connsiteY71" fmla="*/ 2572 h 10000"/>
                    <a:gd name="connsiteX72" fmla="*/ 9703 w 9915"/>
                    <a:gd name="connsiteY72" fmla="*/ 2572 h 10000"/>
                    <a:gd name="connsiteX73" fmla="*/ 9576 w 9915"/>
                    <a:gd name="connsiteY73" fmla="*/ 2412 h 10000"/>
                    <a:gd name="connsiteX74" fmla="*/ 9322 w 9915"/>
                    <a:gd name="connsiteY74" fmla="*/ 2347 h 10000"/>
                    <a:gd name="connsiteX75" fmla="*/ 9194 w 9915"/>
                    <a:gd name="connsiteY75" fmla="*/ 2219 h 10000"/>
                    <a:gd name="connsiteX76" fmla="*/ 9111 w 9915"/>
                    <a:gd name="connsiteY76" fmla="*/ 1736 h 10000"/>
                    <a:gd name="connsiteX77" fmla="*/ 9111 w 9915"/>
                    <a:gd name="connsiteY77" fmla="*/ 1061 h 10000"/>
                    <a:gd name="connsiteX78" fmla="*/ 8898 w 9915"/>
                    <a:gd name="connsiteY78" fmla="*/ 836 h 10000"/>
                    <a:gd name="connsiteX79" fmla="*/ 8856 w 9915"/>
                    <a:gd name="connsiteY79" fmla="*/ 611 h 10000"/>
                    <a:gd name="connsiteX80" fmla="*/ 8517 w 9915"/>
                    <a:gd name="connsiteY80" fmla="*/ 289 h 10000"/>
                    <a:gd name="connsiteX81" fmla="*/ 8220 w 9915"/>
                    <a:gd name="connsiteY81" fmla="*/ 161 h 10000"/>
                    <a:gd name="connsiteX82" fmla="*/ 8051 w 9915"/>
                    <a:gd name="connsiteY82" fmla="*/ 0 h 10000"/>
                    <a:gd name="connsiteX83" fmla="*/ 7797 w 9915"/>
                    <a:gd name="connsiteY83" fmla="*/ 161 h 10000"/>
                    <a:gd name="connsiteX84" fmla="*/ 7627 w 9915"/>
                    <a:gd name="connsiteY84" fmla="*/ 129 h 10000"/>
                    <a:gd name="connsiteX85" fmla="*/ 7499 w 9915"/>
                    <a:gd name="connsiteY85" fmla="*/ 418 h 10000"/>
                    <a:gd name="connsiteX86" fmla="*/ 7160 w 9915"/>
                    <a:gd name="connsiteY86" fmla="*/ 482 h 10000"/>
                    <a:gd name="connsiteX87" fmla="*/ 7076 w 9915"/>
                    <a:gd name="connsiteY87" fmla="*/ 707 h 10000"/>
                    <a:gd name="connsiteX88" fmla="*/ 6779 w 9915"/>
                    <a:gd name="connsiteY88" fmla="*/ 707 h 10000"/>
                    <a:gd name="connsiteX89" fmla="*/ 6525 w 9915"/>
                    <a:gd name="connsiteY89" fmla="*/ 611 h 10000"/>
                    <a:gd name="connsiteX90" fmla="*/ 5974 w 9915"/>
                    <a:gd name="connsiteY90" fmla="*/ 611 h 10000"/>
                    <a:gd name="connsiteX91" fmla="*/ 5423 w 9915"/>
                    <a:gd name="connsiteY91" fmla="*/ 611 h 10000"/>
                    <a:gd name="connsiteX92" fmla="*/ 5465 w 9915"/>
                    <a:gd name="connsiteY92" fmla="*/ 482 h 10000"/>
                    <a:gd name="connsiteX93" fmla="*/ 5381 w 9915"/>
                    <a:gd name="connsiteY93" fmla="*/ 482 h 10000"/>
                    <a:gd name="connsiteX94" fmla="*/ 5339 w 9915"/>
                    <a:gd name="connsiteY94" fmla="*/ 611 h 10000"/>
                    <a:gd name="connsiteX95" fmla="*/ 4830 w 9915"/>
                    <a:gd name="connsiteY95" fmla="*/ 611 h 10000"/>
                    <a:gd name="connsiteX96" fmla="*/ 4322 w 9915"/>
                    <a:gd name="connsiteY96" fmla="*/ 611 h 10000"/>
                    <a:gd name="connsiteX97" fmla="*/ 3814 w 9915"/>
                    <a:gd name="connsiteY97" fmla="*/ 611 h 10000"/>
                    <a:gd name="connsiteX98" fmla="*/ 3305 w 9915"/>
                    <a:gd name="connsiteY98" fmla="*/ 611 h 10000"/>
                    <a:gd name="connsiteX99" fmla="*/ 2840 w 9915"/>
                    <a:gd name="connsiteY99" fmla="*/ 611 h 10000"/>
                    <a:gd name="connsiteX100" fmla="*/ 2331 w 9915"/>
                    <a:gd name="connsiteY100" fmla="*/ 611 h 10000"/>
                    <a:gd name="connsiteX101" fmla="*/ 1863 w 9915"/>
                    <a:gd name="connsiteY101" fmla="*/ 611 h 10000"/>
                    <a:gd name="connsiteX102" fmla="*/ 1356 w 9915"/>
                    <a:gd name="connsiteY102" fmla="*/ 611 h 10000"/>
                    <a:gd name="connsiteX103" fmla="*/ 1356 w 9915"/>
                    <a:gd name="connsiteY103" fmla="*/ 1061 h 10000"/>
                    <a:gd name="connsiteX104" fmla="*/ 1356 w 9915"/>
                    <a:gd name="connsiteY104" fmla="*/ 1640 h 10000"/>
                    <a:gd name="connsiteX105" fmla="*/ 719 w 9915"/>
                    <a:gd name="connsiteY105" fmla="*/ 1640 h 10000"/>
                    <a:gd name="connsiteX106" fmla="*/ 719 w 9915"/>
                    <a:gd name="connsiteY106" fmla="*/ 1897 h 10000"/>
                    <a:gd name="connsiteX0" fmla="*/ 342 w 9617"/>
                    <a:gd name="connsiteY0" fmla="*/ 1897 h 10000"/>
                    <a:gd name="connsiteX1" fmla="*/ 342 w 9617"/>
                    <a:gd name="connsiteY1" fmla="*/ 2412 h 10000"/>
                    <a:gd name="connsiteX2" fmla="*/ 342 w 9617"/>
                    <a:gd name="connsiteY2" fmla="*/ 2894 h 10000"/>
                    <a:gd name="connsiteX3" fmla="*/ 342 w 9617"/>
                    <a:gd name="connsiteY3" fmla="*/ 3376 h 10000"/>
                    <a:gd name="connsiteX4" fmla="*/ 342 w 9617"/>
                    <a:gd name="connsiteY4" fmla="*/ 3826 h 10000"/>
                    <a:gd name="connsiteX5" fmla="*/ 4662 w 9617"/>
                    <a:gd name="connsiteY5" fmla="*/ 6907 h 10000"/>
                    <a:gd name="connsiteX6" fmla="*/ 4234 w 9617"/>
                    <a:gd name="connsiteY6" fmla="*/ 6781 h 10000"/>
                    <a:gd name="connsiteX7" fmla="*/ 4022 w 9617"/>
                    <a:gd name="connsiteY7" fmla="*/ 7064 h 10000"/>
                    <a:gd name="connsiteX8" fmla="*/ 3496 w 9617"/>
                    <a:gd name="connsiteY8" fmla="*/ 7281 h 10000"/>
                    <a:gd name="connsiteX9" fmla="*/ 3158 w 9617"/>
                    <a:gd name="connsiteY9" fmla="*/ 7279 h 10000"/>
                    <a:gd name="connsiteX10" fmla="*/ 2421 w 9617"/>
                    <a:gd name="connsiteY10" fmla="*/ 7095 h 10000"/>
                    <a:gd name="connsiteX11" fmla="*/ 2223 w 9617"/>
                    <a:gd name="connsiteY11" fmla="*/ 7195 h 10000"/>
                    <a:gd name="connsiteX12" fmla="*/ 1731 w 9617"/>
                    <a:gd name="connsiteY12" fmla="*/ 6973 h 10000"/>
                    <a:gd name="connsiteX13" fmla="*/ 1514 w 9617"/>
                    <a:gd name="connsiteY13" fmla="*/ 6638 h 10000"/>
                    <a:gd name="connsiteX14" fmla="*/ 1152 w 9617"/>
                    <a:gd name="connsiteY14" fmla="*/ 6729 h 10000"/>
                    <a:gd name="connsiteX15" fmla="*/ 1054 w 9617"/>
                    <a:gd name="connsiteY15" fmla="*/ 6927 h 10000"/>
                    <a:gd name="connsiteX16" fmla="*/ 671 w 9617"/>
                    <a:gd name="connsiteY16" fmla="*/ 7011 h 10000"/>
                    <a:gd name="connsiteX17" fmla="*/ 419 w 9617"/>
                    <a:gd name="connsiteY17" fmla="*/ 7004 h 10000"/>
                    <a:gd name="connsiteX18" fmla="*/ 281 w 9617"/>
                    <a:gd name="connsiteY18" fmla="*/ 7161 h 10000"/>
                    <a:gd name="connsiteX19" fmla="*/ 45 w 9617"/>
                    <a:gd name="connsiteY19" fmla="*/ 6913 h 10000"/>
                    <a:gd name="connsiteX20" fmla="*/ 0 w 9617"/>
                    <a:gd name="connsiteY20" fmla="*/ 7363 h 10000"/>
                    <a:gd name="connsiteX21" fmla="*/ 86 w 9617"/>
                    <a:gd name="connsiteY21" fmla="*/ 7428 h 10000"/>
                    <a:gd name="connsiteX22" fmla="*/ 429 w 9617"/>
                    <a:gd name="connsiteY22" fmla="*/ 7460 h 10000"/>
                    <a:gd name="connsiteX23" fmla="*/ 472 w 9617"/>
                    <a:gd name="connsiteY23" fmla="*/ 7588 h 10000"/>
                    <a:gd name="connsiteX24" fmla="*/ 856 w 9617"/>
                    <a:gd name="connsiteY24" fmla="*/ 7621 h 10000"/>
                    <a:gd name="connsiteX25" fmla="*/ 1069 w 9617"/>
                    <a:gd name="connsiteY25" fmla="*/ 7749 h 10000"/>
                    <a:gd name="connsiteX26" fmla="*/ 1112 w 9617"/>
                    <a:gd name="connsiteY26" fmla="*/ 7974 h 10000"/>
                    <a:gd name="connsiteX27" fmla="*/ 1797 w 9617"/>
                    <a:gd name="connsiteY27" fmla="*/ 8360 h 10000"/>
                    <a:gd name="connsiteX28" fmla="*/ 1968 w 9617"/>
                    <a:gd name="connsiteY28" fmla="*/ 8746 h 10000"/>
                    <a:gd name="connsiteX29" fmla="*/ 2437 w 9617"/>
                    <a:gd name="connsiteY29" fmla="*/ 8939 h 10000"/>
                    <a:gd name="connsiteX30" fmla="*/ 2608 w 9617"/>
                    <a:gd name="connsiteY30" fmla="*/ 9196 h 10000"/>
                    <a:gd name="connsiteX31" fmla="*/ 2950 w 9617"/>
                    <a:gd name="connsiteY31" fmla="*/ 9518 h 10000"/>
                    <a:gd name="connsiteX32" fmla="*/ 3207 w 9617"/>
                    <a:gd name="connsiteY32" fmla="*/ 9614 h 10000"/>
                    <a:gd name="connsiteX33" fmla="*/ 3378 w 9617"/>
                    <a:gd name="connsiteY33" fmla="*/ 9518 h 10000"/>
                    <a:gd name="connsiteX34" fmla="*/ 3805 w 9617"/>
                    <a:gd name="connsiteY34" fmla="*/ 9550 h 10000"/>
                    <a:gd name="connsiteX35" fmla="*/ 3976 w 9617"/>
                    <a:gd name="connsiteY35" fmla="*/ 9486 h 10000"/>
                    <a:gd name="connsiteX36" fmla="*/ 4745 w 9617"/>
                    <a:gd name="connsiteY36" fmla="*/ 9968 h 10000"/>
                    <a:gd name="connsiteX37" fmla="*/ 4788 w 9617"/>
                    <a:gd name="connsiteY37" fmla="*/ 9968 h 10000"/>
                    <a:gd name="connsiteX38" fmla="*/ 4873 w 9617"/>
                    <a:gd name="connsiteY38" fmla="*/ 9904 h 10000"/>
                    <a:gd name="connsiteX39" fmla="*/ 5427 w 9617"/>
                    <a:gd name="connsiteY39" fmla="*/ 9904 h 10000"/>
                    <a:gd name="connsiteX40" fmla="*/ 5514 w 9617"/>
                    <a:gd name="connsiteY40" fmla="*/ 10000 h 10000"/>
                    <a:gd name="connsiteX41" fmla="*/ 5985 w 9617"/>
                    <a:gd name="connsiteY41" fmla="*/ 9871 h 10000"/>
                    <a:gd name="connsiteX42" fmla="*/ 6411 w 9617"/>
                    <a:gd name="connsiteY42" fmla="*/ 9871 h 10000"/>
                    <a:gd name="connsiteX43" fmla="*/ 6711 w 9617"/>
                    <a:gd name="connsiteY43" fmla="*/ 9743 h 10000"/>
                    <a:gd name="connsiteX44" fmla="*/ 7053 w 9617"/>
                    <a:gd name="connsiteY44" fmla="*/ 9486 h 10000"/>
                    <a:gd name="connsiteX45" fmla="*/ 7950 w 9617"/>
                    <a:gd name="connsiteY45" fmla="*/ 9486 h 10000"/>
                    <a:gd name="connsiteX46" fmla="*/ 7950 w 9617"/>
                    <a:gd name="connsiteY46" fmla="*/ 9132 h 10000"/>
                    <a:gd name="connsiteX47" fmla="*/ 7481 w 9617"/>
                    <a:gd name="connsiteY47" fmla="*/ 8971 h 10000"/>
                    <a:gd name="connsiteX48" fmla="*/ 7224 w 9617"/>
                    <a:gd name="connsiteY48" fmla="*/ 8457 h 10000"/>
                    <a:gd name="connsiteX49" fmla="*/ 6883 w 9617"/>
                    <a:gd name="connsiteY49" fmla="*/ 8264 h 10000"/>
                    <a:gd name="connsiteX50" fmla="*/ 6667 w 9617"/>
                    <a:gd name="connsiteY50" fmla="*/ 8006 h 10000"/>
                    <a:gd name="connsiteX51" fmla="*/ 6113 w 9617"/>
                    <a:gd name="connsiteY51" fmla="*/ 7814 h 10000"/>
                    <a:gd name="connsiteX52" fmla="*/ 6240 w 9617"/>
                    <a:gd name="connsiteY52" fmla="*/ 7749 h 10000"/>
                    <a:gd name="connsiteX53" fmla="*/ 6240 w 9617"/>
                    <a:gd name="connsiteY53" fmla="*/ 7588 h 10000"/>
                    <a:gd name="connsiteX54" fmla="*/ 6626 w 9617"/>
                    <a:gd name="connsiteY54" fmla="*/ 7588 h 10000"/>
                    <a:gd name="connsiteX55" fmla="*/ 6838 w 9617"/>
                    <a:gd name="connsiteY55" fmla="*/ 7460 h 10000"/>
                    <a:gd name="connsiteX56" fmla="*/ 6883 w 9617"/>
                    <a:gd name="connsiteY56" fmla="*/ 6527 h 10000"/>
                    <a:gd name="connsiteX57" fmla="*/ 6924 w 9617"/>
                    <a:gd name="connsiteY57" fmla="*/ 6559 h 10000"/>
                    <a:gd name="connsiteX58" fmla="*/ 7053 w 9617"/>
                    <a:gd name="connsiteY58" fmla="*/ 6367 h 10000"/>
                    <a:gd name="connsiteX59" fmla="*/ 7309 w 9617"/>
                    <a:gd name="connsiteY59" fmla="*/ 6270 h 10000"/>
                    <a:gd name="connsiteX60" fmla="*/ 7437 w 9617"/>
                    <a:gd name="connsiteY60" fmla="*/ 5916 h 10000"/>
                    <a:gd name="connsiteX61" fmla="*/ 7823 w 9617"/>
                    <a:gd name="connsiteY61" fmla="*/ 5498 h 10000"/>
                    <a:gd name="connsiteX62" fmla="*/ 8120 w 9617"/>
                    <a:gd name="connsiteY62" fmla="*/ 5305 h 10000"/>
                    <a:gd name="connsiteX63" fmla="*/ 8334 w 9617"/>
                    <a:gd name="connsiteY63" fmla="*/ 4759 h 10000"/>
                    <a:gd name="connsiteX64" fmla="*/ 8334 w 9617"/>
                    <a:gd name="connsiteY64" fmla="*/ 4630 h 10000"/>
                    <a:gd name="connsiteX65" fmla="*/ 8293 w 9617"/>
                    <a:gd name="connsiteY65" fmla="*/ 4309 h 10000"/>
                    <a:gd name="connsiteX66" fmla="*/ 8719 w 9617"/>
                    <a:gd name="connsiteY66" fmla="*/ 3151 h 10000"/>
                    <a:gd name="connsiteX67" fmla="*/ 8847 w 9617"/>
                    <a:gd name="connsiteY67" fmla="*/ 3151 h 10000"/>
                    <a:gd name="connsiteX68" fmla="*/ 9019 w 9617"/>
                    <a:gd name="connsiteY68" fmla="*/ 3055 h 10000"/>
                    <a:gd name="connsiteX69" fmla="*/ 9532 w 9617"/>
                    <a:gd name="connsiteY69" fmla="*/ 2894 h 10000"/>
                    <a:gd name="connsiteX70" fmla="*/ 9617 w 9617"/>
                    <a:gd name="connsiteY70" fmla="*/ 2637 h 10000"/>
                    <a:gd name="connsiteX71" fmla="*/ 9576 w 9617"/>
                    <a:gd name="connsiteY71" fmla="*/ 2572 h 10000"/>
                    <a:gd name="connsiteX72" fmla="*/ 9403 w 9617"/>
                    <a:gd name="connsiteY72" fmla="*/ 2572 h 10000"/>
                    <a:gd name="connsiteX73" fmla="*/ 9275 w 9617"/>
                    <a:gd name="connsiteY73" fmla="*/ 2412 h 10000"/>
                    <a:gd name="connsiteX74" fmla="*/ 9019 w 9617"/>
                    <a:gd name="connsiteY74" fmla="*/ 2347 h 10000"/>
                    <a:gd name="connsiteX75" fmla="*/ 8890 w 9617"/>
                    <a:gd name="connsiteY75" fmla="*/ 2219 h 10000"/>
                    <a:gd name="connsiteX76" fmla="*/ 8806 w 9617"/>
                    <a:gd name="connsiteY76" fmla="*/ 1736 h 10000"/>
                    <a:gd name="connsiteX77" fmla="*/ 8806 w 9617"/>
                    <a:gd name="connsiteY77" fmla="*/ 1061 h 10000"/>
                    <a:gd name="connsiteX78" fmla="*/ 8591 w 9617"/>
                    <a:gd name="connsiteY78" fmla="*/ 836 h 10000"/>
                    <a:gd name="connsiteX79" fmla="*/ 8549 w 9617"/>
                    <a:gd name="connsiteY79" fmla="*/ 611 h 10000"/>
                    <a:gd name="connsiteX80" fmla="*/ 8207 w 9617"/>
                    <a:gd name="connsiteY80" fmla="*/ 289 h 10000"/>
                    <a:gd name="connsiteX81" fmla="*/ 7907 w 9617"/>
                    <a:gd name="connsiteY81" fmla="*/ 161 h 10000"/>
                    <a:gd name="connsiteX82" fmla="*/ 7737 w 9617"/>
                    <a:gd name="connsiteY82" fmla="*/ 0 h 10000"/>
                    <a:gd name="connsiteX83" fmla="*/ 7481 w 9617"/>
                    <a:gd name="connsiteY83" fmla="*/ 161 h 10000"/>
                    <a:gd name="connsiteX84" fmla="*/ 7309 w 9617"/>
                    <a:gd name="connsiteY84" fmla="*/ 129 h 10000"/>
                    <a:gd name="connsiteX85" fmla="*/ 7180 w 9617"/>
                    <a:gd name="connsiteY85" fmla="*/ 418 h 10000"/>
                    <a:gd name="connsiteX86" fmla="*/ 6838 w 9617"/>
                    <a:gd name="connsiteY86" fmla="*/ 482 h 10000"/>
                    <a:gd name="connsiteX87" fmla="*/ 6754 w 9617"/>
                    <a:gd name="connsiteY87" fmla="*/ 707 h 10000"/>
                    <a:gd name="connsiteX88" fmla="*/ 6454 w 9617"/>
                    <a:gd name="connsiteY88" fmla="*/ 707 h 10000"/>
                    <a:gd name="connsiteX89" fmla="*/ 6198 w 9617"/>
                    <a:gd name="connsiteY89" fmla="*/ 611 h 10000"/>
                    <a:gd name="connsiteX90" fmla="*/ 5642 w 9617"/>
                    <a:gd name="connsiteY90" fmla="*/ 611 h 10000"/>
                    <a:gd name="connsiteX91" fmla="*/ 5086 w 9617"/>
                    <a:gd name="connsiteY91" fmla="*/ 611 h 10000"/>
                    <a:gd name="connsiteX92" fmla="*/ 5129 w 9617"/>
                    <a:gd name="connsiteY92" fmla="*/ 482 h 10000"/>
                    <a:gd name="connsiteX93" fmla="*/ 5044 w 9617"/>
                    <a:gd name="connsiteY93" fmla="*/ 482 h 10000"/>
                    <a:gd name="connsiteX94" fmla="*/ 5002 w 9617"/>
                    <a:gd name="connsiteY94" fmla="*/ 611 h 10000"/>
                    <a:gd name="connsiteX95" fmla="*/ 4488 w 9617"/>
                    <a:gd name="connsiteY95" fmla="*/ 611 h 10000"/>
                    <a:gd name="connsiteX96" fmla="*/ 3976 w 9617"/>
                    <a:gd name="connsiteY96" fmla="*/ 611 h 10000"/>
                    <a:gd name="connsiteX97" fmla="*/ 3464 w 9617"/>
                    <a:gd name="connsiteY97" fmla="*/ 611 h 10000"/>
                    <a:gd name="connsiteX98" fmla="*/ 2950 w 9617"/>
                    <a:gd name="connsiteY98" fmla="*/ 611 h 10000"/>
                    <a:gd name="connsiteX99" fmla="*/ 2481 w 9617"/>
                    <a:gd name="connsiteY99" fmla="*/ 611 h 10000"/>
                    <a:gd name="connsiteX100" fmla="*/ 1968 w 9617"/>
                    <a:gd name="connsiteY100" fmla="*/ 611 h 10000"/>
                    <a:gd name="connsiteX101" fmla="*/ 1496 w 9617"/>
                    <a:gd name="connsiteY101" fmla="*/ 611 h 10000"/>
                    <a:gd name="connsiteX102" fmla="*/ 985 w 9617"/>
                    <a:gd name="connsiteY102" fmla="*/ 611 h 10000"/>
                    <a:gd name="connsiteX103" fmla="*/ 985 w 9617"/>
                    <a:gd name="connsiteY103" fmla="*/ 1061 h 10000"/>
                    <a:gd name="connsiteX104" fmla="*/ 985 w 9617"/>
                    <a:gd name="connsiteY104" fmla="*/ 1640 h 10000"/>
                    <a:gd name="connsiteX105" fmla="*/ 342 w 9617"/>
                    <a:gd name="connsiteY105" fmla="*/ 1640 h 10000"/>
                    <a:gd name="connsiteX106" fmla="*/ 342 w 9617"/>
                    <a:gd name="connsiteY106" fmla="*/ 1897 h 10000"/>
                    <a:gd name="connsiteX0" fmla="*/ 356 w 10000"/>
                    <a:gd name="connsiteY0" fmla="*/ 1897 h 10000"/>
                    <a:gd name="connsiteX1" fmla="*/ 356 w 10000"/>
                    <a:gd name="connsiteY1" fmla="*/ 2412 h 10000"/>
                    <a:gd name="connsiteX2" fmla="*/ 356 w 10000"/>
                    <a:gd name="connsiteY2" fmla="*/ 2894 h 10000"/>
                    <a:gd name="connsiteX3" fmla="*/ 356 w 10000"/>
                    <a:gd name="connsiteY3" fmla="*/ 3376 h 10000"/>
                    <a:gd name="connsiteX4" fmla="*/ 5155 w 10000"/>
                    <a:gd name="connsiteY4" fmla="*/ 7114 h 10000"/>
                    <a:gd name="connsiteX5" fmla="*/ 4848 w 10000"/>
                    <a:gd name="connsiteY5" fmla="*/ 6907 h 10000"/>
                    <a:gd name="connsiteX6" fmla="*/ 4403 w 10000"/>
                    <a:gd name="connsiteY6" fmla="*/ 6781 h 10000"/>
                    <a:gd name="connsiteX7" fmla="*/ 4182 w 10000"/>
                    <a:gd name="connsiteY7" fmla="*/ 7064 h 10000"/>
                    <a:gd name="connsiteX8" fmla="*/ 3635 w 10000"/>
                    <a:gd name="connsiteY8" fmla="*/ 7281 h 10000"/>
                    <a:gd name="connsiteX9" fmla="*/ 3284 w 10000"/>
                    <a:gd name="connsiteY9" fmla="*/ 7279 h 10000"/>
                    <a:gd name="connsiteX10" fmla="*/ 2517 w 10000"/>
                    <a:gd name="connsiteY10" fmla="*/ 7095 h 10000"/>
                    <a:gd name="connsiteX11" fmla="*/ 2312 w 10000"/>
                    <a:gd name="connsiteY11" fmla="*/ 7195 h 10000"/>
                    <a:gd name="connsiteX12" fmla="*/ 1800 w 10000"/>
                    <a:gd name="connsiteY12" fmla="*/ 6973 h 10000"/>
                    <a:gd name="connsiteX13" fmla="*/ 1574 w 10000"/>
                    <a:gd name="connsiteY13" fmla="*/ 6638 h 10000"/>
                    <a:gd name="connsiteX14" fmla="*/ 1198 w 10000"/>
                    <a:gd name="connsiteY14" fmla="*/ 6729 h 10000"/>
                    <a:gd name="connsiteX15" fmla="*/ 1096 w 10000"/>
                    <a:gd name="connsiteY15" fmla="*/ 6927 h 10000"/>
                    <a:gd name="connsiteX16" fmla="*/ 698 w 10000"/>
                    <a:gd name="connsiteY16" fmla="*/ 7011 h 10000"/>
                    <a:gd name="connsiteX17" fmla="*/ 436 w 10000"/>
                    <a:gd name="connsiteY17" fmla="*/ 7004 h 10000"/>
                    <a:gd name="connsiteX18" fmla="*/ 292 w 10000"/>
                    <a:gd name="connsiteY18" fmla="*/ 7161 h 10000"/>
                    <a:gd name="connsiteX19" fmla="*/ 47 w 10000"/>
                    <a:gd name="connsiteY19" fmla="*/ 6913 h 10000"/>
                    <a:gd name="connsiteX20" fmla="*/ 0 w 10000"/>
                    <a:gd name="connsiteY20" fmla="*/ 7363 h 10000"/>
                    <a:gd name="connsiteX21" fmla="*/ 89 w 10000"/>
                    <a:gd name="connsiteY21" fmla="*/ 7428 h 10000"/>
                    <a:gd name="connsiteX22" fmla="*/ 446 w 10000"/>
                    <a:gd name="connsiteY22" fmla="*/ 7460 h 10000"/>
                    <a:gd name="connsiteX23" fmla="*/ 491 w 10000"/>
                    <a:gd name="connsiteY23" fmla="*/ 7588 h 10000"/>
                    <a:gd name="connsiteX24" fmla="*/ 890 w 10000"/>
                    <a:gd name="connsiteY24" fmla="*/ 7621 h 10000"/>
                    <a:gd name="connsiteX25" fmla="*/ 1112 w 10000"/>
                    <a:gd name="connsiteY25" fmla="*/ 7749 h 10000"/>
                    <a:gd name="connsiteX26" fmla="*/ 1156 w 10000"/>
                    <a:gd name="connsiteY26" fmla="*/ 7974 h 10000"/>
                    <a:gd name="connsiteX27" fmla="*/ 1869 w 10000"/>
                    <a:gd name="connsiteY27" fmla="*/ 8360 h 10000"/>
                    <a:gd name="connsiteX28" fmla="*/ 2046 w 10000"/>
                    <a:gd name="connsiteY28" fmla="*/ 8746 h 10000"/>
                    <a:gd name="connsiteX29" fmla="*/ 2534 w 10000"/>
                    <a:gd name="connsiteY29" fmla="*/ 8939 h 10000"/>
                    <a:gd name="connsiteX30" fmla="*/ 2712 w 10000"/>
                    <a:gd name="connsiteY30" fmla="*/ 9196 h 10000"/>
                    <a:gd name="connsiteX31" fmla="*/ 3067 w 10000"/>
                    <a:gd name="connsiteY31" fmla="*/ 9518 h 10000"/>
                    <a:gd name="connsiteX32" fmla="*/ 3335 w 10000"/>
                    <a:gd name="connsiteY32" fmla="*/ 9614 h 10000"/>
                    <a:gd name="connsiteX33" fmla="*/ 3513 w 10000"/>
                    <a:gd name="connsiteY33" fmla="*/ 9518 h 10000"/>
                    <a:gd name="connsiteX34" fmla="*/ 3957 w 10000"/>
                    <a:gd name="connsiteY34" fmla="*/ 9550 h 10000"/>
                    <a:gd name="connsiteX35" fmla="*/ 4134 w 10000"/>
                    <a:gd name="connsiteY35" fmla="*/ 9486 h 10000"/>
                    <a:gd name="connsiteX36" fmla="*/ 4934 w 10000"/>
                    <a:gd name="connsiteY36" fmla="*/ 9968 h 10000"/>
                    <a:gd name="connsiteX37" fmla="*/ 4979 w 10000"/>
                    <a:gd name="connsiteY37" fmla="*/ 9968 h 10000"/>
                    <a:gd name="connsiteX38" fmla="*/ 5067 w 10000"/>
                    <a:gd name="connsiteY38" fmla="*/ 9904 h 10000"/>
                    <a:gd name="connsiteX39" fmla="*/ 5643 w 10000"/>
                    <a:gd name="connsiteY39" fmla="*/ 9904 h 10000"/>
                    <a:gd name="connsiteX40" fmla="*/ 5734 w 10000"/>
                    <a:gd name="connsiteY40" fmla="*/ 10000 h 10000"/>
                    <a:gd name="connsiteX41" fmla="*/ 6223 w 10000"/>
                    <a:gd name="connsiteY41" fmla="*/ 9871 h 10000"/>
                    <a:gd name="connsiteX42" fmla="*/ 6666 w 10000"/>
                    <a:gd name="connsiteY42" fmla="*/ 9871 h 10000"/>
                    <a:gd name="connsiteX43" fmla="*/ 6978 w 10000"/>
                    <a:gd name="connsiteY43" fmla="*/ 9743 h 10000"/>
                    <a:gd name="connsiteX44" fmla="*/ 7334 w 10000"/>
                    <a:gd name="connsiteY44" fmla="*/ 9486 h 10000"/>
                    <a:gd name="connsiteX45" fmla="*/ 8267 w 10000"/>
                    <a:gd name="connsiteY45" fmla="*/ 9486 h 10000"/>
                    <a:gd name="connsiteX46" fmla="*/ 8267 w 10000"/>
                    <a:gd name="connsiteY46" fmla="*/ 9132 h 10000"/>
                    <a:gd name="connsiteX47" fmla="*/ 7779 w 10000"/>
                    <a:gd name="connsiteY47" fmla="*/ 8971 h 10000"/>
                    <a:gd name="connsiteX48" fmla="*/ 7512 w 10000"/>
                    <a:gd name="connsiteY48" fmla="*/ 8457 h 10000"/>
                    <a:gd name="connsiteX49" fmla="*/ 7157 w 10000"/>
                    <a:gd name="connsiteY49" fmla="*/ 8264 h 10000"/>
                    <a:gd name="connsiteX50" fmla="*/ 6933 w 10000"/>
                    <a:gd name="connsiteY50" fmla="*/ 8006 h 10000"/>
                    <a:gd name="connsiteX51" fmla="*/ 6356 w 10000"/>
                    <a:gd name="connsiteY51" fmla="*/ 7814 h 10000"/>
                    <a:gd name="connsiteX52" fmla="*/ 6489 w 10000"/>
                    <a:gd name="connsiteY52" fmla="*/ 7749 h 10000"/>
                    <a:gd name="connsiteX53" fmla="*/ 6489 w 10000"/>
                    <a:gd name="connsiteY53" fmla="*/ 7588 h 10000"/>
                    <a:gd name="connsiteX54" fmla="*/ 6890 w 10000"/>
                    <a:gd name="connsiteY54" fmla="*/ 7588 h 10000"/>
                    <a:gd name="connsiteX55" fmla="*/ 7110 w 10000"/>
                    <a:gd name="connsiteY55" fmla="*/ 7460 h 10000"/>
                    <a:gd name="connsiteX56" fmla="*/ 7157 w 10000"/>
                    <a:gd name="connsiteY56" fmla="*/ 6527 h 10000"/>
                    <a:gd name="connsiteX57" fmla="*/ 7200 w 10000"/>
                    <a:gd name="connsiteY57" fmla="*/ 6559 h 10000"/>
                    <a:gd name="connsiteX58" fmla="*/ 7334 w 10000"/>
                    <a:gd name="connsiteY58" fmla="*/ 6367 h 10000"/>
                    <a:gd name="connsiteX59" fmla="*/ 7600 w 10000"/>
                    <a:gd name="connsiteY59" fmla="*/ 6270 h 10000"/>
                    <a:gd name="connsiteX60" fmla="*/ 7733 w 10000"/>
                    <a:gd name="connsiteY60" fmla="*/ 5916 h 10000"/>
                    <a:gd name="connsiteX61" fmla="*/ 8135 w 10000"/>
                    <a:gd name="connsiteY61" fmla="*/ 5498 h 10000"/>
                    <a:gd name="connsiteX62" fmla="*/ 8443 w 10000"/>
                    <a:gd name="connsiteY62" fmla="*/ 5305 h 10000"/>
                    <a:gd name="connsiteX63" fmla="*/ 8666 w 10000"/>
                    <a:gd name="connsiteY63" fmla="*/ 4759 h 10000"/>
                    <a:gd name="connsiteX64" fmla="*/ 8666 w 10000"/>
                    <a:gd name="connsiteY64" fmla="*/ 4630 h 10000"/>
                    <a:gd name="connsiteX65" fmla="*/ 8623 w 10000"/>
                    <a:gd name="connsiteY65" fmla="*/ 4309 h 10000"/>
                    <a:gd name="connsiteX66" fmla="*/ 9066 w 10000"/>
                    <a:gd name="connsiteY66" fmla="*/ 3151 h 10000"/>
                    <a:gd name="connsiteX67" fmla="*/ 9199 w 10000"/>
                    <a:gd name="connsiteY67" fmla="*/ 3151 h 10000"/>
                    <a:gd name="connsiteX68" fmla="*/ 9378 w 10000"/>
                    <a:gd name="connsiteY68" fmla="*/ 3055 h 10000"/>
                    <a:gd name="connsiteX69" fmla="*/ 9912 w 10000"/>
                    <a:gd name="connsiteY69" fmla="*/ 2894 h 10000"/>
                    <a:gd name="connsiteX70" fmla="*/ 10000 w 10000"/>
                    <a:gd name="connsiteY70" fmla="*/ 2637 h 10000"/>
                    <a:gd name="connsiteX71" fmla="*/ 9957 w 10000"/>
                    <a:gd name="connsiteY71" fmla="*/ 2572 h 10000"/>
                    <a:gd name="connsiteX72" fmla="*/ 9777 w 10000"/>
                    <a:gd name="connsiteY72" fmla="*/ 2572 h 10000"/>
                    <a:gd name="connsiteX73" fmla="*/ 9644 w 10000"/>
                    <a:gd name="connsiteY73" fmla="*/ 2412 h 10000"/>
                    <a:gd name="connsiteX74" fmla="*/ 9378 w 10000"/>
                    <a:gd name="connsiteY74" fmla="*/ 2347 h 10000"/>
                    <a:gd name="connsiteX75" fmla="*/ 9244 w 10000"/>
                    <a:gd name="connsiteY75" fmla="*/ 2219 h 10000"/>
                    <a:gd name="connsiteX76" fmla="*/ 9157 w 10000"/>
                    <a:gd name="connsiteY76" fmla="*/ 1736 h 10000"/>
                    <a:gd name="connsiteX77" fmla="*/ 9157 w 10000"/>
                    <a:gd name="connsiteY77" fmla="*/ 1061 h 10000"/>
                    <a:gd name="connsiteX78" fmla="*/ 8933 w 10000"/>
                    <a:gd name="connsiteY78" fmla="*/ 836 h 10000"/>
                    <a:gd name="connsiteX79" fmla="*/ 8889 w 10000"/>
                    <a:gd name="connsiteY79" fmla="*/ 611 h 10000"/>
                    <a:gd name="connsiteX80" fmla="*/ 8534 w 10000"/>
                    <a:gd name="connsiteY80" fmla="*/ 289 h 10000"/>
                    <a:gd name="connsiteX81" fmla="*/ 8222 w 10000"/>
                    <a:gd name="connsiteY81" fmla="*/ 161 h 10000"/>
                    <a:gd name="connsiteX82" fmla="*/ 8045 w 10000"/>
                    <a:gd name="connsiteY82" fmla="*/ 0 h 10000"/>
                    <a:gd name="connsiteX83" fmla="*/ 7779 w 10000"/>
                    <a:gd name="connsiteY83" fmla="*/ 161 h 10000"/>
                    <a:gd name="connsiteX84" fmla="*/ 7600 w 10000"/>
                    <a:gd name="connsiteY84" fmla="*/ 129 h 10000"/>
                    <a:gd name="connsiteX85" fmla="*/ 7466 w 10000"/>
                    <a:gd name="connsiteY85" fmla="*/ 418 h 10000"/>
                    <a:gd name="connsiteX86" fmla="*/ 7110 w 10000"/>
                    <a:gd name="connsiteY86" fmla="*/ 482 h 10000"/>
                    <a:gd name="connsiteX87" fmla="*/ 7023 w 10000"/>
                    <a:gd name="connsiteY87" fmla="*/ 707 h 10000"/>
                    <a:gd name="connsiteX88" fmla="*/ 6711 w 10000"/>
                    <a:gd name="connsiteY88" fmla="*/ 707 h 10000"/>
                    <a:gd name="connsiteX89" fmla="*/ 6445 w 10000"/>
                    <a:gd name="connsiteY89" fmla="*/ 611 h 10000"/>
                    <a:gd name="connsiteX90" fmla="*/ 5867 w 10000"/>
                    <a:gd name="connsiteY90" fmla="*/ 611 h 10000"/>
                    <a:gd name="connsiteX91" fmla="*/ 5289 w 10000"/>
                    <a:gd name="connsiteY91" fmla="*/ 611 h 10000"/>
                    <a:gd name="connsiteX92" fmla="*/ 5333 w 10000"/>
                    <a:gd name="connsiteY92" fmla="*/ 482 h 10000"/>
                    <a:gd name="connsiteX93" fmla="*/ 5245 w 10000"/>
                    <a:gd name="connsiteY93" fmla="*/ 482 h 10000"/>
                    <a:gd name="connsiteX94" fmla="*/ 5201 w 10000"/>
                    <a:gd name="connsiteY94" fmla="*/ 611 h 10000"/>
                    <a:gd name="connsiteX95" fmla="*/ 4667 w 10000"/>
                    <a:gd name="connsiteY95" fmla="*/ 611 h 10000"/>
                    <a:gd name="connsiteX96" fmla="*/ 4134 w 10000"/>
                    <a:gd name="connsiteY96" fmla="*/ 611 h 10000"/>
                    <a:gd name="connsiteX97" fmla="*/ 3602 w 10000"/>
                    <a:gd name="connsiteY97" fmla="*/ 611 h 10000"/>
                    <a:gd name="connsiteX98" fmla="*/ 3067 w 10000"/>
                    <a:gd name="connsiteY98" fmla="*/ 611 h 10000"/>
                    <a:gd name="connsiteX99" fmla="*/ 2580 w 10000"/>
                    <a:gd name="connsiteY99" fmla="*/ 611 h 10000"/>
                    <a:gd name="connsiteX100" fmla="*/ 2046 w 10000"/>
                    <a:gd name="connsiteY100" fmla="*/ 611 h 10000"/>
                    <a:gd name="connsiteX101" fmla="*/ 1556 w 10000"/>
                    <a:gd name="connsiteY101" fmla="*/ 611 h 10000"/>
                    <a:gd name="connsiteX102" fmla="*/ 1024 w 10000"/>
                    <a:gd name="connsiteY102" fmla="*/ 611 h 10000"/>
                    <a:gd name="connsiteX103" fmla="*/ 1024 w 10000"/>
                    <a:gd name="connsiteY103" fmla="*/ 1061 h 10000"/>
                    <a:gd name="connsiteX104" fmla="*/ 1024 w 10000"/>
                    <a:gd name="connsiteY104" fmla="*/ 1640 h 10000"/>
                    <a:gd name="connsiteX105" fmla="*/ 356 w 10000"/>
                    <a:gd name="connsiteY105" fmla="*/ 1640 h 10000"/>
                    <a:gd name="connsiteX106" fmla="*/ 356 w 10000"/>
                    <a:gd name="connsiteY106" fmla="*/ 1897 h 10000"/>
                    <a:gd name="connsiteX0" fmla="*/ 861 w 10505"/>
                    <a:gd name="connsiteY0" fmla="*/ 1897 h 10000"/>
                    <a:gd name="connsiteX1" fmla="*/ 861 w 10505"/>
                    <a:gd name="connsiteY1" fmla="*/ 2412 h 10000"/>
                    <a:gd name="connsiteX2" fmla="*/ 861 w 10505"/>
                    <a:gd name="connsiteY2" fmla="*/ 2894 h 10000"/>
                    <a:gd name="connsiteX3" fmla="*/ 6025 w 10505"/>
                    <a:gd name="connsiteY3" fmla="*/ 6915 h 10000"/>
                    <a:gd name="connsiteX4" fmla="*/ 5660 w 10505"/>
                    <a:gd name="connsiteY4" fmla="*/ 7114 h 10000"/>
                    <a:gd name="connsiteX5" fmla="*/ 5353 w 10505"/>
                    <a:gd name="connsiteY5" fmla="*/ 6907 h 10000"/>
                    <a:gd name="connsiteX6" fmla="*/ 4908 w 10505"/>
                    <a:gd name="connsiteY6" fmla="*/ 6781 h 10000"/>
                    <a:gd name="connsiteX7" fmla="*/ 4687 w 10505"/>
                    <a:gd name="connsiteY7" fmla="*/ 7064 h 10000"/>
                    <a:gd name="connsiteX8" fmla="*/ 4140 w 10505"/>
                    <a:gd name="connsiteY8" fmla="*/ 7281 h 10000"/>
                    <a:gd name="connsiteX9" fmla="*/ 3789 w 10505"/>
                    <a:gd name="connsiteY9" fmla="*/ 7279 h 10000"/>
                    <a:gd name="connsiteX10" fmla="*/ 3022 w 10505"/>
                    <a:gd name="connsiteY10" fmla="*/ 7095 h 10000"/>
                    <a:gd name="connsiteX11" fmla="*/ 2817 w 10505"/>
                    <a:gd name="connsiteY11" fmla="*/ 7195 h 10000"/>
                    <a:gd name="connsiteX12" fmla="*/ 2305 w 10505"/>
                    <a:gd name="connsiteY12" fmla="*/ 6973 h 10000"/>
                    <a:gd name="connsiteX13" fmla="*/ 2079 w 10505"/>
                    <a:gd name="connsiteY13" fmla="*/ 6638 h 10000"/>
                    <a:gd name="connsiteX14" fmla="*/ 1703 w 10505"/>
                    <a:gd name="connsiteY14" fmla="*/ 6729 h 10000"/>
                    <a:gd name="connsiteX15" fmla="*/ 1601 w 10505"/>
                    <a:gd name="connsiteY15" fmla="*/ 6927 h 10000"/>
                    <a:gd name="connsiteX16" fmla="*/ 1203 w 10505"/>
                    <a:gd name="connsiteY16" fmla="*/ 7011 h 10000"/>
                    <a:gd name="connsiteX17" fmla="*/ 941 w 10505"/>
                    <a:gd name="connsiteY17" fmla="*/ 7004 h 10000"/>
                    <a:gd name="connsiteX18" fmla="*/ 797 w 10505"/>
                    <a:gd name="connsiteY18" fmla="*/ 7161 h 10000"/>
                    <a:gd name="connsiteX19" fmla="*/ 552 w 10505"/>
                    <a:gd name="connsiteY19" fmla="*/ 6913 h 10000"/>
                    <a:gd name="connsiteX20" fmla="*/ 505 w 10505"/>
                    <a:gd name="connsiteY20" fmla="*/ 7363 h 10000"/>
                    <a:gd name="connsiteX21" fmla="*/ 594 w 10505"/>
                    <a:gd name="connsiteY21" fmla="*/ 7428 h 10000"/>
                    <a:gd name="connsiteX22" fmla="*/ 951 w 10505"/>
                    <a:gd name="connsiteY22" fmla="*/ 7460 h 10000"/>
                    <a:gd name="connsiteX23" fmla="*/ 996 w 10505"/>
                    <a:gd name="connsiteY23" fmla="*/ 7588 h 10000"/>
                    <a:gd name="connsiteX24" fmla="*/ 1395 w 10505"/>
                    <a:gd name="connsiteY24" fmla="*/ 7621 h 10000"/>
                    <a:gd name="connsiteX25" fmla="*/ 1617 w 10505"/>
                    <a:gd name="connsiteY25" fmla="*/ 7749 h 10000"/>
                    <a:gd name="connsiteX26" fmla="*/ 1661 w 10505"/>
                    <a:gd name="connsiteY26" fmla="*/ 7974 h 10000"/>
                    <a:gd name="connsiteX27" fmla="*/ 2374 w 10505"/>
                    <a:gd name="connsiteY27" fmla="*/ 8360 h 10000"/>
                    <a:gd name="connsiteX28" fmla="*/ 2551 w 10505"/>
                    <a:gd name="connsiteY28" fmla="*/ 8746 h 10000"/>
                    <a:gd name="connsiteX29" fmla="*/ 3039 w 10505"/>
                    <a:gd name="connsiteY29" fmla="*/ 8939 h 10000"/>
                    <a:gd name="connsiteX30" fmla="*/ 3217 w 10505"/>
                    <a:gd name="connsiteY30" fmla="*/ 9196 h 10000"/>
                    <a:gd name="connsiteX31" fmla="*/ 3572 w 10505"/>
                    <a:gd name="connsiteY31" fmla="*/ 9518 h 10000"/>
                    <a:gd name="connsiteX32" fmla="*/ 3840 w 10505"/>
                    <a:gd name="connsiteY32" fmla="*/ 9614 h 10000"/>
                    <a:gd name="connsiteX33" fmla="*/ 4018 w 10505"/>
                    <a:gd name="connsiteY33" fmla="*/ 9518 h 10000"/>
                    <a:gd name="connsiteX34" fmla="*/ 4462 w 10505"/>
                    <a:gd name="connsiteY34" fmla="*/ 9550 h 10000"/>
                    <a:gd name="connsiteX35" fmla="*/ 4639 w 10505"/>
                    <a:gd name="connsiteY35" fmla="*/ 9486 h 10000"/>
                    <a:gd name="connsiteX36" fmla="*/ 5439 w 10505"/>
                    <a:gd name="connsiteY36" fmla="*/ 9968 h 10000"/>
                    <a:gd name="connsiteX37" fmla="*/ 5484 w 10505"/>
                    <a:gd name="connsiteY37" fmla="*/ 9968 h 10000"/>
                    <a:gd name="connsiteX38" fmla="*/ 5572 w 10505"/>
                    <a:gd name="connsiteY38" fmla="*/ 9904 h 10000"/>
                    <a:gd name="connsiteX39" fmla="*/ 6148 w 10505"/>
                    <a:gd name="connsiteY39" fmla="*/ 9904 h 10000"/>
                    <a:gd name="connsiteX40" fmla="*/ 6239 w 10505"/>
                    <a:gd name="connsiteY40" fmla="*/ 10000 h 10000"/>
                    <a:gd name="connsiteX41" fmla="*/ 6728 w 10505"/>
                    <a:gd name="connsiteY41" fmla="*/ 9871 h 10000"/>
                    <a:gd name="connsiteX42" fmla="*/ 7171 w 10505"/>
                    <a:gd name="connsiteY42" fmla="*/ 9871 h 10000"/>
                    <a:gd name="connsiteX43" fmla="*/ 7483 w 10505"/>
                    <a:gd name="connsiteY43" fmla="*/ 9743 h 10000"/>
                    <a:gd name="connsiteX44" fmla="*/ 7839 w 10505"/>
                    <a:gd name="connsiteY44" fmla="*/ 9486 h 10000"/>
                    <a:gd name="connsiteX45" fmla="*/ 8772 w 10505"/>
                    <a:gd name="connsiteY45" fmla="*/ 9486 h 10000"/>
                    <a:gd name="connsiteX46" fmla="*/ 8772 w 10505"/>
                    <a:gd name="connsiteY46" fmla="*/ 9132 h 10000"/>
                    <a:gd name="connsiteX47" fmla="*/ 8284 w 10505"/>
                    <a:gd name="connsiteY47" fmla="*/ 8971 h 10000"/>
                    <a:gd name="connsiteX48" fmla="*/ 8017 w 10505"/>
                    <a:gd name="connsiteY48" fmla="*/ 8457 h 10000"/>
                    <a:gd name="connsiteX49" fmla="*/ 7662 w 10505"/>
                    <a:gd name="connsiteY49" fmla="*/ 8264 h 10000"/>
                    <a:gd name="connsiteX50" fmla="*/ 7438 w 10505"/>
                    <a:gd name="connsiteY50" fmla="*/ 8006 h 10000"/>
                    <a:gd name="connsiteX51" fmla="*/ 6861 w 10505"/>
                    <a:gd name="connsiteY51" fmla="*/ 7814 h 10000"/>
                    <a:gd name="connsiteX52" fmla="*/ 6994 w 10505"/>
                    <a:gd name="connsiteY52" fmla="*/ 7749 h 10000"/>
                    <a:gd name="connsiteX53" fmla="*/ 6994 w 10505"/>
                    <a:gd name="connsiteY53" fmla="*/ 7588 h 10000"/>
                    <a:gd name="connsiteX54" fmla="*/ 7395 w 10505"/>
                    <a:gd name="connsiteY54" fmla="*/ 7588 h 10000"/>
                    <a:gd name="connsiteX55" fmla="*/ 7615 w 10505"/>
                    <a:gd name="connsiteY55" fmla="*/ 7460 h 10000"/>
                    <a:gd name="connsiteX56" fmla="*/ 7662 w 10505"/>
                    <a:gd name="connsiteY56" fmla="*/ 6527 h 10000"/>
                    <a:gd name="connsiteX57" fmla="*/ 7705 w 10505"/>
                    <a:gd name="connsiteY57" fmla="*/ 6559 h 10000"/>
                    <a:gd name="connsiteX58" fmla="*/ 7839 w 10505"/>
                    <a:gd name="connsiteY58" fmla="*/ 6367 h 10000"/>
                    <a:gd name="connsiteX59" fmla="*/ 8105 w 10505"/>
                    <a:gd name="connsiteY59" fmla="*/ 6270 h 10000"/>
                    <a:gd name="connsiteX60" fmla="*/ 8238 w 10505"/>
                    <a:gd name="connsiteY60" fmla="*/ 5916 h 10000"/>
                    <a:gd name="connsiteX61" fmla="*/ 8640 w 10505"/>
                    <a:gd name="connsiteY61" fmla="*/ 5498 h 10000"/>
                    <a:gd name="connsiteX62" fmla="*/ 8948 w 10505"/>
                    <a:gd name="connsiteY62" fmla="*/ 5305 h 10000"/>
                    <a:gd name="connsiteX63" fmla="*/ 9171 w 10505"/>
                    <a:gd name="connsiteY63" fmla="*/ 4759 h 10000"/>
                    <a:gd name="connsiteX64" fmla="*/ 9171 w 10505"/>
                    <a:gd name="connsiteY64" fmla="*/ 4630 h 10000"/>
                    <a:gd name="connsiteX65" fmla="*/ 9128 w 10505"/>
                    <a:gd name="connsiteY65" fmla="*/ 4309 h 10000"/>
                    <a:gd name="connsiteX66" fmla="*/ 9571 w 10505"/>
                    <a:gd name="connsiteY66" fmla="*/ 3151 h 10000"/>
                    <a:gd name="connsiteX67" fmla="*/ 9704 w 10505"/>
                    <a:gd name="connsiteY67" fmla="*/ 3151 h 10000"/>
                    <a:gd name="connsiteX68" fmla="*/ 9883 w 10505"/>
                    <a:gd name="connsiteY68" fmla="*/ 3055 h 10000"/>
                    <a:gd name="connsiteX69" fmla="*/ 10417 w 10505"/>
                    <a:gd name="connsiteY69" fmla="*/ 2894 h 10000"/>
                    <a:gd name="connsiteX70" fmla="*/ 10505 w 10505"/>
                    <a:gd name="connsiteY70" fmla="*/ 2637 h 10000"/>
                    <a:gd name="connsiteX71" fmla="*/ 10462 w 10505"/>
                    <a:gd name="connsiteY71" fmla="*/ 2572 h 10000"/>
                    <a:gd name="connsiteX72" fmla="*/ 10282 w 10505"/>
                    <a:gd name="connsiteY72" fmla="*/ 2572 h 10000"/>
                    <a:gd name="connsiteX73" fmla="*/ 10149 w 10505"/>
                    <a:gd name="connsiteY73" fmla="*/ 2412 h 10000"/>
                    <a:gd name="connsiteX74" fmla="*/ 9883 w 10505"/>
                    <a:gd name="connsiteY74" fmla="*/ 2347 h 10000"/>
                    <a:gd name="connsiteX75" fmla="*/ 9749 w 10505"/>
                    <a:gd name="connsiteY75" fmla="*/ 2219 h 10000"/>
                    <a:gd name="connsiteX76" fmla="*/ 9662 w 10505"/>
                    <a:gd name="connsiteY76" fmla="*/ 1736 h 10000"/>
                    <a:gd name="connsiteX77" fmla="*/ 9662 w 10505"/>
                    <a:gd name="connsiteY77" fmla="*/ 1061 h 10000"/>
                    <a:gd name="connsiteX78" fmla="*/ 9438 w 10505"/>
                    <a:gd name="connsiteY78" fmla="*/ 836 h 10000"/>
                    <a:gd name="connsiteX79" fmla="*/ 9394 w 10505"/>
                    <a:gd name="connsiteY79" fmla="*/ 611 h 10000"/>
                    <a:gd name="connsiteX80" fmla="*/ 9039 w 10505"/>
                    <a:gd name="connsiteY80" fmla="*/ 289 h 10000"/>
                    <a:gd name="connsiteX81" fmla="*/ 8727 w 10505"/>
                    <a:gd name="connsiteY81" fmla="*/ 161 h 10000"/>
                    <a:gd name="connsiteX82" fmla="*/ 8550 w 10505"/>
                    <a:gd name="connsiteY82" fmla="*/ 0 h 10000"/>
                    <a:gd name="connsiteX83" fmla="*/ 8284 w 10505"/>
                    <a:gd name="connsiteY83" fmla="*/ 161 h 10000"/>
                    <a:gd name="connsiteX84" fmla="*/ 8105 w 10505"/>
                    <a:gd name="connsiteY84" fmla="*/ 129 h 10000"/>
                    <a:gd name="connsiteX85" fmla="*/ 7971 w 10505"/>
                    <a:gd name="connsiteY85" fmla="*/ 418 h 10000"/>
                    <a:gd name="connsiteX86" fmla="*/ 7615 w 10505"/>
                    <a:gd name="connsiteY86" fmla="*/ 482 h 10000"/>
                    <a:gd name="connsiteX87" fmla="*/ 7528 w 10505"/>
                    <a:gd name="connsiteY87" fmla="*/ 707 h 10000"/>
                    <a:gd name="connsiteX88" fmla="*/ 7216 w 10505"/>
                    <a:gd name="connsiteY88" fmla="*/ 707 h 10000"/>
                    <a:gd name="connsiteX89" fmla="*/ 6950 w 10505"/>
                    <a:gd name="connsiteY89" fmla="*/ 611 h 10000"/>
                    <a:gd name="connsiteX90" fmla="*/ 6372 w 10505"/>
                    <a:gd name="connsiteY90" fmla="*/ 611 h 10000"/>
                    <a:gd name="connsiteX91" fmla="*/ 5794 w 10505"/>
                    <a:gd name="connsiteY91" fmla="*/ 611 h 10000"/>
                    <a:gd name="connsiteX92" fmla="*/ 5838 w 10505"/>
                    <a:gd name="connsiteY92" fmla="*/ 482 h 10000"/>
                    <a:gd name="connsiteX93" fmla="*/ 5750 w 10505"/>
                    <a:gd name="connsiteY93" fmla="*/ 482 h 10000"/>
                    <a:gd name="connsiteX94" fmla="*/ 5706 w 10505"/>
                    <a:gd name="connsiteY94" fmla="*/ 611 h 10000"/>
                    <a:gd name="connsiteX95" fmla="*/ 5172 w 10505"/>
                    <a:gd name="connsiteY95" fmla="*/ 611 h 10000"/>
                    <a:gd name="connsiteX96" fmla="*/ 4639 w 10505"/>
                    <a:gd name="connsiteY96" fmla="*/ 611 h 10000"/>
                    <a:gd name="connsiteX97" fmla="*/ 4107 w 10505"/>
                    <a:gd name="connsiteY97" fmla="*/ 611 h 10000"/>
                    <a:gd name="connsiteX98" fmla="*/ 3572 w 10505"/>
                    <a:gd name="connsiteY98" fmla="*/ 611 h 10000"/>
                    <a:gd name="connsiteX99" fmla="*/ 3085 w 10505"/>
                    <a:gd name="connsiteY99" fmla="*/ 611 h 10000"/>
                    <a:gd name="connsiteX100" fmla="*/ 2551 w 10505"/>
                    <a:gd name="connsiteY100" fmla="*/ 611 h 10000"/>
                    <a:gd name="connsiteX101" fmla="*/ 2061 w 10505"/>
                    <a:gd name="connsiteY101" fmla="*/ 611 h 10000"/>
                    <a:gd name="connsiteX102" fmla="*/ 1529 w 10505"/>
                    <a:gd name="connsiteY102" fmla="*/ 611 h 10000"/>
                    <a:gd name="connsiteX103" fmla="*/ 1529 w 10505"/>
                    <a:gd name="connsiteY103" fmla="*/ 1061 h 10000"/>
                    <a:gd name="connsiteX104" fmla="*/ 1529 w 10505"/>
                    <a:gd name="connsiteY104" fmla="*/ 1640 h 10000"/>
                    <a:gd name="connsiteX105" fmla="*/ 861 w 10505"/>
                    <a:gd name="connsiteY105" fmla="*/ 1640 h 10000"/>
                    <a:gd name="connsiteX106" fmla="*/ 861 w 10505"/>
                    <a:gd name="connsiteY106" fmla="*/ 1897 h 10000"/>
                    <a:gd name="connsiteX0" fmla="*/ 356 w 10000"/>
                    <a:gd name="connsiteY0" fmla="*/ 1897 h 10000"/>
                    <a:gd name="connsiteX1" fmla="*/ 356 w 10000"/>
                    <a:gd name="connsiteY1" fmla="*/ 2412 h 10000"/>
                    <a:gd name="connsiteX2" fmla="*/ 4973 w 10000"/>
                    <a:gd name="connsiteY2" fmla="*/ 5205 h 10000"/>
                    <a:gd name="connsiteX3" fmla="*/ 5520 w 10000"/>
                    <a:gd name="connsiteY3" fmla="*/ 6915 h 10000"/>
                    <a:gd name="connsiteX4" fmla="*/ 5155 w 10000"/>
                    <a:gd name="connsiteY4" fmla="*/ 7114 h 10000"/>
                    <a:gd name="connsiteX5" fmla="*/ 4848 w 10000"/>
                    <a:gd name="connsiteY5" fmla="*/ 6907 h 10000"/>
                    <a:gd name="connsiteX6" fmla="*/ 4403 w 10000"/>
                    <a:gd name="connsiteY6" fmla="*/ 6781 h 10000"/>
                    <a:gd name="connsiteX7" fmla="*/ 4182 w 10000"/>
                    <a:gd name="connsiteY7" fmla="*/ 7064 h 10000"/>
                    <a:gd name="connsiteX8" fmla="*/ 3635 w 10000"/>
                    <a:gd name="connsiteY8" fmla="*/ 7281 h 10000"/>
                    <a:gd name="connsiteX9" fmla="*/ 3284 w 10000"/>
                    <a:gd name="connsiteY9" fmla="*/ 7279 h 10000"/>
                    <a:gd name="connsiteX10" fmla="*/ 2517 w 10000"/>
                    <a:gd name="connsiteY10" fmla="*/ 7095 h 10000"/>
                    <a:gd name="connsiteX11" fmla="*/ 2312 w 10000"/>
                    <a:gd name="connsiteY11" fmla="*/ 7195 h 10000"/>
                    <a:gd name="connsiteX12" fmla="*/ 1800 w 10000"/>
                    <a:gd name="connsiteY12" fmla="*/ 6973 h 10000"/>
                    <a:gd name="connsiteX13" fmla="*/ 1574 w 10000"/>
                    <a:gd name="connsiteY13" fmla="*/ 6638 h 10000"/>
                    <a:gd name="connsiteX14" fmla="*/ 1198 w 10000"/>
                    <a:gd name="connsiteY14" fmla="*/ 6729 h 10000"/>
                    <a:gd name="connsiteX15" fmla="*/ 1096 w 10000"/>
                    <a:gd name="connsiteY15" fmla="*/ 6927 h 10000"/>
                    <a:gd name="connsiteX16" fmla="*/ 698 w 10000"/>
                    <a:gd name="connsiteY16" fmla="*/ 7011 h 10000"/>
                    <a:gd name="connsiteX17" fmla="*/ 436 w 10000"/>
                    <a:gd name="connsiteY17" fmla="*/ 7004 h 10000"/>
                    <a:gd name="connsiteX18" fmla="*/ 292 w 10000"/>
                    <a:gd name="connsiteY18" fmla="*/ 7161 h 10000"/>
                    <a:gd name="connsiteX19" fmla="*/ 47 w 10000"/>
                    <a:gd name="connsiteY19" fmla="*/ 6913 h 10000"/>
                    <a:gd name="connsiteX20" fmla="*/ 0 w 10000"/>
                    <a:gd name="connsiteY20" fmla="*/ 7363 h 10000"/>
                    <a:gd name="connsiteX21" fmla="*/ 89 w 10000"/>
                    <a:gd name="connsiteY21" fmla="*/ 7428 h 10000"/>
                    <a:gd name="connsiteX22" fmla="*/ 446 w 10000"/>
                    <a:gd name="connsiteY22" fmla="*/ 7460 h 10000"/>
                    <a:gd name="connsiteX23" fmla="*/ 491 w 10000"/>
                    <a:gd name="connsiteY23" fmla="*/ 7588 h 10000"/>
                    <a:gd name="connsiteX24" fmla="*/ 890 w 10000"/>
                    <a:gd name="connsiteY24" fmla="*/ 7621 h 10000"/>
                    <a:gd name="connsiteX25" fmla="*/ 1112 w 10000"/>
                    <a:gd name="connsiteY25" fmla="*/ 7749 h 10000"/>
                    <a:gd name="connsiteX26" fmla="*/ 1156 w 10000"/>
                    <a:gd name="connsiteY26" fmla="*/ 7974 h 10000"/>
                    <a:gd name="connsiteX27" fmla="*/ 1869 w 10000"/>
                    <a:gd name="connsiteY27" fmla="*/ 8360 h 10000"/>
                    <a:gd name="connsiteX28" fmla="*/ 2046 w 10000"/>
                    <a:gd name="connsiteY28" fmla="*/ 8746 h 10000"/>
                    <a:gd name="connsiteX29" fmla="*/ 2534 w 10000"/>
                    <a:gd name="connsiteY29" fmla="*/ 8939 h 10000"/>
                    <a:gd name="connsiteX30" fmla="*/ 2712 w 10000"/>
                    <a:gd name="connsiteY30" fmla="*/ 9196 h 10000"/>
                    <a:gd name="connsiteX31" fmla="*/ 3067 w 10000"/>
                    <a:gd name="connsiteY31" fmla="*/ 9518 h 10000"/>
                    <a:gd name="connsiteX32" fmla="*/ 3335 w 10000"/>
                    <a:gd name="connsiteY32" fmla="*/ 9614 h 10000"/>
                    <a:gd name="connsiteX33" fmla="*/ 3513 w 10000"/>
                    <a:gd name="connsiteY33" fmla="*/ 9518 h 10000"/>
                    <a:gd name="connsiteX34" fmla="*/ 3957 w 10000"/>
                    <a:gd name="connsiteY34" fmla="*/ 9550 h 10000"/>
                    <a:gd name="connsiteX35" fmla="*/ 4134 w 10000"/>
                    <a:gd name="connsiteY35" fmla="*/ 9486 h 10000"/>
                    <a:gd name="connsiteX36" fmla="*/ 4934 w 10000"/>
                    <a:gd name="connsiteY36" fmla="*/ 9968 h 10000"/>
                    <a:gd name="connsiteX37" fmla="*/ 4979 w 10000"/>
                    <a:gd name="connsiteY37" fmla="*/ 9968 h 10000"/>
                    <a:gd name="connsiteX38" fmla="*/ 5067 w 10000"/>
                    <a:gd name="connsiteY38" fmla="*/ 9904 h 10000"/>
                    <a:gd name="connsiteX39" fmla="*/ 5643 w 10000"/>
                    <a:gd name="connsiteY39" fmla="*/ 9904 h 10000"/>
                    <a:gd name="connsiteX40" fmla="*/ 5734 w 10000"/>
                    <a:gd name="connsiteY40" fmla="*/ 10000 h 10000"/>
                    <a:gd name="connsiteX41" fmla="*/ 6223 w 10000"/>
                    <a:gd name="connsiteY41" fmla="*/ 9871 h 10000"/>
                    <a:gd name="connsiteX42" fmla="*/ 6666 w 10000"/>
                    <a:gd name="connsiteY42" fmla="*/ 9871 h 10000"/>
                    <a:gd name="connsiteX43" fmla="*/ 6978 w 10000"/>
                    <a:gd name="connsiteY43" fmla="*/ 9743 h 10000"/>
                    <a:gd name="connsiteX44" fmla="*/ 7334 w 10000"/>
                    <a:gd name="connsiteY44" fmla="*/ 9486 h 10000"/>
                    <a:gd name="connsiteX45" fmla="*/ 8267 w 10000"/>
                    <a:gd name="connsiteY45" fmla="*/ 9486 h 10000"/>
                    <a:gd name="connsiteX46" fmla="*/ 8267 w 10000"/>
                    <a:gd name="connsiteY46" fmla="*/ 9132 h 10000"/>
                    <a:gd name="connsiteX47" fmla="*/ 7779 w 10000"/>
                    <a:gd name="connsiteY47" fmla="*/ 8971 h 10000"/>
                    <a:gd name="connsiteX48" fmla="*/ 7512 w 10000"/>
                    <a:gd name="connsiteY48" fmla="*/ 8457 h 10000"/>
                    <a:gd name="connsiteX49" fmla="*/ 7157 w 10000"/>
                    <a:gd name="connsiteY49" fmla="*/ 8264 h 10000"/>
                    <a:gd name="connsiteX50" fmla="*/ 6933 w 10000"/>
                    <a:gd name="connsiteY50" fmla="*/ 8006 h 10000"/>
                    <a:gd name="connsiteX51" fmla="*/ 6356 w 10000"/>
                    <a:gd name="connsiteY51" fmla="*/ 7814 h 10000"/>
                    <a:gd name="connsiteX52" fmla="*/ 6489 w 10000"/>
                    <a:gd name="connsiteY52" fmla="*/ 7749 h 10000"/>
                    <a:gd name="connsiteX53" fmla="*/ 6489 w 10000"/>
                    <a:gd name="connsiteY53" fmla="*/ 7588 h 10000"/>
                    <a:gd name="connsiteX54" fmla="*/ 6890 w 10000"/>
                    <a:gd name="connsiteY54" fmla="*/ 7588 h 10000"/>
                    <a:gd name="connsiteX55" fmla="*/ 7110 w 10000"/>
                    <a:gd name="connsiteY55" fmla="*/ 7460 h 10000"/>
                    <a:gd name="connsiteX56" fmla="*/ 7157 w 10000"/>
                    <a:gd name="connsiteY56" fmla="*/ 6527 h 10000"/>
                    <a:gd name="connsiteX57" fmla="*/ 7200 w 10000"/>
                    <a:gd name="connsiteY57" fmla="*/ 6559 h 10000"/>
                    <a:gd name="connsiteX58" fmla="*/ 7334 w 10000"/>
                    <a:gd name="connsiteY58" fmla="*/ 6367 h 10000"/>
                    <a:gd name="connsiteX59" fmla="*/ 7600 w 10000"/>
                    <a:gd name="connsiteY59" fmla="*/ 6270 h 10000"/>
                    <a:gd name="connsiteX60" fmla="*/ 7733 w 10000"/>
                    <a:gd name="connsiteY60" fmla="*/ 5916 h 10000"/>
                    <a:gd name="connsiteX61" fmla="*/ 8135 w 10000"/>
                    <a:gd name="connsiteY61" fmla="*/ 5498 h 10000"/>
                    <a:gd name="connsiteX62" fmla="*/ 8443 w 10000"/>
                    <a:gd name="connsiteY62" fmla="*/ 5305 h 10000"/>
                    <a:gd name="connsiteX63" fmla="*/ 8666 w 10000"/>
                    <a:gd name="connsiteY63" fmla="*/ 4759 h 10000"/>
                    <a:gd name="connsiteX64" fmla="*/ 8666 w 10000"/>
                    <a:gd name="connsiteY64" fmla="*/ 4630 h 10000"/>
                    <a:gd name="connsiteX65" fmla="*/ 8623 w 10000"/>
                    <a:gd name="connsiteY65" fmla="*/ 4309 h 10000"/>
                    <a:gd name="connsiteX66" fmla="*/ 9066 w 10000"/>
                    <a:gd name="connsiteY66" fmla="*/ 3151 h 10000"/>
                    <a:gd name="connsiteX67" fmla="*/ 9199 w 10000"/>
                    <a:gd name="connsiteY67" fmla="*/ 3151 h 10000"/>
                    <a:gd name="connsiteX68" fmla="*/ 9378 w 10000"/>
                    <a:gd name="connsiteY68" fmla="*/ 3055 h 10000"/>
                    <a:gd name="connsiteX69" fmla="*/ 9912 w 10000"/>
                    <a:gd name="connsiteY69" fmla="*/ 2894 h 10000"/>
                    <a:gd name="connsiteX70" fmla="*/ 10000 w 10000"/>
                    <a:gd name="connsiteY70" fmla="*/ 2637 h 10000"/>
                    <a:gd name="connsiteX71" fmla="*/ 9957 w 10000"/>
                    <a:gd name="connsiteY71" fmla="*/ 2572 h 10000"/>
                    <a:gd name="connsiteX72" fmla="*/ 9777 w 10000"/>
                    <a:gd name="connsiteY72" fmla="*/ 2572 h 10000"/>
                    <a:gd name="connsiteX73" fmla="*/ 9644 w 10000"/>
                    <a:gd name="connsiteY73" fmla="*/ 2412 h 10000"/>
                    <a:gd name="connsiteX74" fmla="*/ 9378 w 10000"/>
                    <a:gd name="connsiteY74" fmla="*/ 2347 h 10000"/>
                    <a:gd name="connsiteX75" fmla="*/ 9244 w 10000"/>
                    <a:gd name="connsiteY75" fmla="*/ 2219 h 10000"/>
                    <a:gd name="connsiteX76" fmla="*/ 9157 w 10000"/>
                    <a:gd name="connsiteY76" fmla="*/ 1736 h 10000"/>
                    <a:gd name="connsiteX77" fmla="*/ 9157 w 10000"/>
                    <a:gd name="connsiteY77" fmla="*/ 1061 h 10000"/>
                    <a:gd name="connsiteX78" fmla="*/ 8933 w 10000"/>
                    <a:gd name="connsiteY78" fmla="*/ 836 h 10000"/>
                    <a:gd name="connsiteX79" fmla="*/ 8889 w 10000"/>
                    <a:gd name="connsiteY79" fmla="*/ 611 h 10000"/>
                    <a:gd name="connsiteX80" fmla="*/ 8534 w 10000"/>
                    <a:gd name="connsiteY80" fmla="*/ 289 h 10000"/>
                    <a:gd name="connsiteX81" fmla="*/ 8222 w 10000"/>
                    <a:gd name="connsiteY81" fmla="*/ 161 h 10000"/>
                    <a:gd name="connsiteX82" fmla="*/ 8045 w 10000"/>
                    <a:gd name="connsiteY82" fmla="*/ 0 h 10000"/>
                    <a:gd name="connsiteX83" fmla="*/ 7779 w 10000"/>
                    <a:gd name="connsiteY83" fmla="*/ 161 h 10000"/>
                    <a:gd name="connsiteX84" fmla="*/ 7600 w 10000"/>
                    <a:gd name="connsiteY84" fmla="*/ 129 h 10000"/>
                    <a:gd name="connsiteX85" fmla="*/ 7466 w 10000"/>
                    <a:gd name="connsiteY85" fmla="*/ 418 h 10000"/>
                    <a:gd name="connsiteX86" fmla="*/ 7110 w 10000"/>
                    <a:gd name="connsiteY86" fmla="*/ 482 h 10000"/>
                    <a:gd name="connsiteX87" fmla="*/ 7023 w 10000"/>
                    <a:gd name="connsiteY87" fmla="*/ 707 h 10000"/>
                    <a:gd name="connsiteX88" fmla="*/ 6711 w 10000"/>
                    <a:gd name="connsiteY88" fmla="*/ 707 h 10000"/>
                    <a:gd name="connsiteX89" fmla="*/ 6445 w 10000"/>
                    <a:gd name="connsiteY89" fmla="*/ 611 h 10000"/>
                    <a:gd name="connsiteX90" fmla="*/ 5867 w 10000"/>
                    <a:gd name="connsiteY90" fmla="*/ 611 h 10000"/>
                    <a:gd name="connsiteX91" fmla="*/ 5289 w 10000"/>
                    <a:gd name="connsiteY91" fmla="*/ 611 h 10000"/>
                    <a:gd name="connsiteX92" fmla="*/ 5333 w 10000"/>
                    <a:gd name="connsiteY92" fmla="*/ 482 h 10000"/>
                    <a:gd name="connsiteX93" fmla="*/ 5245 w 10000"/>
                    <a:gd name="connsiteY93" fmla="*/ 482 h 10000"/>
                    <a:gd name="connsiteX94" fmla="*/ 5201 w 10000"/>
                    <a:gd name="connsiteY94" fmla="*/ 611 h 10000"/>
                    <a:gd name="connsiteX95" fmla="*/ 4667 w 10000"/>
                    <a:gd name="connsiteY95" fmla="*/ 611 h 10000"/>
                    <a:gd name="connsiteX96" fmla="*/ 4134 w 10000"/>
                    <a:gd name="connsiteY96" fmla="*/ 611 h 10000"/>
                    <a:gd name="connsiteX97" fmla="*/ 3602 w 10000"/>
                    <a:gd name="connsiteY97" fmla="*/ 611 h 10000"/>
                    <a:gd name="connsiteX98" fmla="*/ 3067 w 10000"/>
                    <a:gd name="connsiteY98" fmla="*/ 611 h 10000"/>
                    <a:gd name="connsiteX99" fmla="*/ 2580 w 10000"/>
                    <a:gd name="connsiteY99" fmla="*/ 611 h 10000"/>
                    <a:gd name="connsiteX100" fmla="*/ 2046 w 10000"/>
                    <a:gd name="connsiteY100" fmla="*/ 611 h 10000"/>
                    <a:gd name="connsiteX101" fmla="*/ 1556 w 10000"/>
                    <a:gd name="connsiteY101" fmla="*/ 611 h 10000"/>
                    <a:gd name="connsiteX102" fmla="*/ 1024 w 10000"/>
                    <a:gd name="connsiteY102" fmla="*/ 611 h 10000"/>
                    <a:gd name="connsiteX103" fmla="*/ 1024 w 10000"/>
                    <a:gd name="connsiteY103" fmla="*/ 1061 h 10000"/>
                    <a:gd name="connsiteX104" fmla="*/ 1024 w 10000"/>
                    <a:gd name="connsiteY104" fmla="*/ 1640 h 10000"/>
                    <a:gd name="connsiteX105" fmla="*/ 356 w 10000"/>
                    <a:gd name="connsiteY105" fmla="*/ 1640 h 10000"/>
                    <a:gd name="connsiteX106" fmla="*/ 356 w 10000"/>
                    <a:gd name="connsiteY106" fmla="*/ 1897 h 10000"/>
                    <a:gd name="connsiteX0" fmla="*/ 356 w 10000"/>
                    <a:gd name="connsiteY0" fmla="*/ 1897 h 10000"/>
                    <a:gd name="connsiteX1" fmla="*/ 356 w 10000"/>
                    <a:gd name="connsiteY1" fmla="*/ 2412 h 10000"/>
                    <a:gd name="connsiteX2" fmla="*/ 5520 w 10000"/>
                    <a:gd name="connsiteY2" fmla="*/ 6915 h 10000"/>
                    <a:gd name="connsiteX3" fmla="*/ 5155 w 10000"/>
                    <a:gd name="connsiteY3" fmla="*/ 7114 h 10000"/>
                    <a:gd name="connsiteX4" fmla="*/ 4848 w 10000"/>
                    <a:gd name="connsiteY4" fmla="*/ 6907 h 10000"/>
                    <a:gd name="connsiteX5" fmla="*/ 4403 w 10000"/>
                    <a:gd name="connsiteY5" fmla="*/ 6781 h 10000"/>
                    <a:gd name="connsiteX6" fmla="*/ 4182 w 10000"/>
                    <a:gd name="connsiteY6" fmla="*/ 7064 h 10000"/>
                    <a:gd name="connsiteX7" fmla="*/ 3635 w 10000"/>
                    <a:gd name="connsiteY7" fmla="*/ 7281 h 10000"/>
                    <a:gd name="connsiteX8" fmla="*/ 3284 w 10000"/>
                    <a:gd name="connsiteY8" fmla="*/ 7279 h 10000"/>
                    <a:gd name="connsiteX9" fmla="*/ 2517 w 10000"/>
                    <a:gd name="connsiteY9" fmla="*/ 7095 h 10000"/>
                    <a:gd name="connsiteX10" fmla="*/ 2312 w 10000"/>
                    <a:gd name="connsiteY10" fmla="*/ 7195 h 10000"/>
                    <a:gd name="connsiteX11" fmla="*/ 1800 w 10000"/>
                    <a:gd name="connsiteY11" fmla="*/ 6973 h 10000"/>
                    <a:gd name="connsiteX12" fmla="*/ 1574 w 10000"/>
                    <a:gd name="connsiteY12" fmla="*/ 6638 h 10000"/>
                    <a:gd name="connsiteX13" fmla="*/ 1198 w 10000"/>
                    <a:gd name="connsiteY13" fmla="*/ 6729 h 10000"/>
                    <a:gd name="connsiteX14" fmla="*/ 1096 w 10000"/>
                    <a:gd name="connsiteY14" fmla="*/ 6927 h 10000"/>
                    <a:gd name="connsiteX15" fmla="*/ 698 w 10000"/>
                    <a:gd name="connsiteY15" fmla="*/ 7011 h 10000"/>
                    <a:gd name="connsiteX16" fmla="*/ 436 w 10000"/>
                    <a:gd name="connsiteY16" fmla="*/ 7004 h 10000"/>
                    <a:gd name="connsiteX17" fmla="*/ 292 w 10000"/>
                    <a:gd name="connsiteY17" fmla="*/ 7161 h 10000"/>
                    <a:gd name="connsiteX18" fmla="*/ 47 w 10000"/>
                    <a:gd name="connsiteY18" fmla="*/ 6913 h 10000"/>
                    <a:gd name="connsiteX19" fmla="*/ 0 w 10000"/>
                    <a:gd name="connsiteY19" fmla="*/ 7363 h 10000"/>
                    <a:gd name="connsiteX20" fmla="*/ 89 w 10000"/>
                    <a:gd name="connsiteY20" fmla="*/ 7428 h 10000"/>
                    <a:gd name="connsiteX21" fmla="*/ 446 w 10000"/>
                    <a:gd name="connsiteY21" fmla="*/ 7460 h 10000"/>
                    <a:gd name="connsiteX22" fmla="*/ 491 w 10000"/>
                    <a:gd name="connsiteY22" fmla="*/ 7588 h 10000"/>
                    <a:gd name="connsiteX23" fmla="*/ 890 w 10000"/>
                    <a:gd name="connsiteY23" fmla="*/ 7621 h 10000"/>
                    <a:gd name="connsiteX24" fmla="*/ 1112 w 10000"/>
                    <a:gd name="connsiteY24" fmla="*/ 7749 h 10000"/>
                    <a:gd name="connsiteX25" fmla="*/ 1156 w 10000"/>
                    <a:gd name="connsiteY25" fmla="*/ 7974 h 10000"/>
                    <a:gd name="connsiteX26" fmla="*/ 1869 w 10000"/>
                    <a:gd name="connsiteY26" fmla="*/ 8360 h 10000"/>
                    <a:gd name="connsiteX27" fmla="*/ 2046 w 10000"/>
                    <a:gd name="connsiteY27" fmla="*/ 8746 h 10000"/>
                    <a:gd name="connsiteX28" fmla="*/ 2534 w 10000"/>
                    <a:gd name="connsiteY28" fmla="*/ 8939 h 10000"/>
                    <a:gd name="connsiteX29" fmla="*/ 2712 w 10000"/>
                    <a:gd name="connsiteY29" fmla="*/ 9196 h 10000"/>
                    <a:gd name="connsiteX30" fmla="*/ 3067 w 10000"/>
                    <a:gd name="connsiteY30" fmla="*/ 9518 h 10000"/>
                    <a:gd name="connsiteX31" fmla="*/ 3335 w 10000"/>
                    <a:gd name="connsiteY31" fmla="*/ 9614 h 10000"/>
                    <a:gd name="connsiteX32" fmla="*/ 3513 w 10000"/>
                    <a:gd name="connsiteY32" fmla="*/ 9518 h 10000"/>
                    <a:gd name="connsiteX33" fmla="*/ 3957 w 10000"/>
                    <a:gd name="connsiteY33" fmla="*/ 9550 h 10000"/>
                    <a:gd name="connsiteX34" fmla="*/ 4134 w 10000"/>
                    <a:gd name="connsiteY34" fmla="*/ 9486 h 10000"/>
                    <a:gd name="connsiteX35" fmla="*/ 4934 w 10000"/>
                    <a:gd name="connsiteY35" fmla="*/ 9968 h 10000"/>
                    <a:gd name="connsiteX36" fmla="*/ 4979 w 10000"/>
                    <a:gd name="connsiteY36" fmla="*/ 9968 h 10000"/>
                    <a:gd name="connsiteX37" fmla="*/ 5067 w 10000"/>
                    <a:gd name="connsiteY37" fmla="*/ 9904 h 10000"/>
                    <a:gd name="connsiteX38" fmla="*/ 5643 w 10000"/>
                    <a:gd name="connsiteY38" fmla="*/ 9904 h 10000"/>
                    <a:gd name="connsiteX39" fmla="*/ 5734 w 10000"/>
                    <a:gd name="connsiteY39" fmla="*/ 10000 h 10000"/>
                    <a:gd name="connsiteX40" fmla="*/ 6223 w 10000"/>
                    <a:gd name="connsiteY40" fmla="*/ 9871 h 10000"/>
                    <a:gd name="connsiteX41" fmla="*/ 6666 w 10000"/>
                    <a:gd name="connsiteY41" fmla="*/ 9871 h 10000"/>
                    <a:gd name="connsiteX42" fmla="*/ 6978 w 10000"/>
                    <a:gd name="connsiteY42" fmla="*/ 9743 h 10000"/>
                    <a:gd name="connsiteX43" fmla="*/ 7334 w 10000"/>
                    <a:gd name="connsiteY43" fmla="*/ 9486 h 10000"/>
                    <a:gd name="connsiteX44" fmla="*/ 8267 w 10000"/>
                    <a:gd name="connsiteY44" fmla="*/ 9486 h 10000"/>
                    <a:gd name="connsiteX45" fmla="*/ 8267 w 10000"/>
                    <a:gd name="connsiteY45" fmla="*/ 9132 h 10000"/>
                    <a:gd name="connsiteX46" fmla="*/ 7779 w 10000"/>
                    <a:gd name="connsiteY46" fmla="*/ 8971 h 10000"/>
                    <a:gd name="connsiteX47" fmla="*/ 7512 w 10000"/>
                    <a:gd name="connsiteY47" fmla="*/ 8457 h 10000"/>
                    <a:gd name="connsiteX48" fmla="*/ 7157 w 10000"/>
                    <a:gd name="connsiteY48" fmla="*/ 8264 h 10000"/>
                    <a:gd name="connsiteX49" fmla="*/ 6933 w 10000"/>
                    <a:gd name="connsiteY49" fmla="*/ 8006 h 10000"/>
                    <a:gd name="connsiteX50" fmla="*/ 6356 w 10000"/>
                    <a:gd name="connsiteY50" fmla="*/ 7814 h 10000"/>
                    <a:gd name="connsiteX51" fmla="*/ 6489 w 10000"/>
                    <a:gd name="connsiteY51" fmla="*/ 7749 h 10000"/>
                    <a:gd name="connsiteX52" fmla="*/ 6489 w 10000"/>
                    <a:gd name="connsiteY52" fmla="*/ 7588 h 10000"/>
                    <a:gd name="connsiteX53" fmla="*/ 6890 w 10000"/>
                    <a:gd name="connsiteY53" fmla="*/ 7588 h 10000"/>
                    <a:gd name="connsiteX54" fmla="*/ 7110 w 10000"/>
                    <a:gd name="connsiteY54" fmla="*/ 7460 h 10000"/>
                    <a:gd name="connsiteX55" fmla="*/ 7157 w 10000"/>
                    <a:gd name="connsiteY55" fmla="*/ 6527 h 10000"/>
                    <a:gd name="connsiteX56" fmla="*/ 7200 w 10000"/>
                    <a:gd name="connsiteY56" fmla="*/ 6559 h 10000"/>
                    <a:gd name="connsiteX57" fmla="*/ 7334 w 10000"/>
                    <a:gd name="connsiteY57" fmla="*/ 6367 h 10000"/>
                    <a:gd name="connsiteX58" fmla="*/ 7600 w 10000"/>
                    <a:gd name="connsiteY58" fmla="*/ 6270 h 10000"/>
                    <a:gd name="connsiteX59" fmla="*/ 7733 w 10000"/>
                    <a:gd name="connsiteY59" fmla="*/ 5916 h 10000"/>
                    <a:gd name="connsiteX60" fmla="*/ 8135 w 10000"/>
                    <a:gd name="connsiteY60" fmla="*/ 5498 h 10000"/>
                    <a:gd name="connsiteX61" fmla="*/ 8443 w 10000"/>
                    <a:gd name="connsiteY61" fmla="*/ 5305 h 10000"/>
                    <a:gd name="connsiteX62" fmla="*/ 8666 w 10000"/>
                    <a:gd name="connsiteY62" fmla="*/ 4759 h 10000"/>
                    <a:gd name="connsiteX63" fmla="*/ 8666 w 10000"/>
                    <a:gd name="connsiteY63" fmla="*/ 4630 h 10000"/>
                    <a:gd name="connsiteX64" fmla="*/ 8623 w 10000"/>
                    <a:gd name="connsiteY64" fmla="*/ 4309 h 10000"/>
                    <a:gd name="connsiteX65" fmla="*/ 9066 w 10000"/>
                    <a:gd name="connsiteY65" fmla="*/ 3151 h 10000"/>
                    <a:gd name="connsiteX66" fmla="*/ 9199 w 10000"/>
                    <a:gd name="connsiteY66" fmla="*/ 3151 h 10000"/>
                    <a:gd name="connsiteX67" fmla="*/ 9378 w 10000"/>
                    <a:gd name="connsiteY67" fmla="*/ 3055 h 10000"/>
                    <a:gd name="connsiteX68" fmla="*/ 9912 w 10000"/>
                    <a:gd name="connsiteY68" fmla="*/ 2894 h 10000"/>
                    <a:gd name="connsiteX69" fmla="*/ 10000 w 10000"/>
                    <a:gd name="connsiteY69" fmla="*/ 2637 h 10000"/>
                    <a:gd name="connsiteX70" fmla="*/ 9957 w 10000"/>
                    <a:gd name="connsiteY70" fmla="*/ 2572 h 10000"/>
                    <a:gd name="connsiteX71" fmla="*/ 9777 w 10000"/>
                    <a:gd name="connsiteY71" fmla="*/ 2572 h 10000"/>
                    <a:gd name="connsiteX72" fmla="*/ 9644 w 10000"/>
                    <a:gd name="connsiteY72" fmla="*/ 2412 h 10000"/>
                    <a:gd name="connsiteX73" fmla="*/ 9378 w 10000"/>
                    <a:gd name="connsiteY73" fmla="*/ 2347 h 10000"/>
                    <a:gd name="connsiteX74" fmla="*/ 9244 w 10000"/>
                    <a:gd name="connsiteY74" fmla="*/ 2219 h 10000"/>
                    <a:gd name="connsiteX75" fmla="*/ 9157 w 10000"/>
                    <a:gd name="connsiteY75" fmla="*/ 1736 h 10000"/>
                    <a:gd name="connsiteX76" fmla="*/ 9157 w 10000"/>
                    <a:gd name="connsiteY76" fmla="*/ 1061 h 10000"/>
                    <a:gd name="connsiteX77" fmla="*/ 8933 w 10000"/>
                    <a:gd name="connsiteY77" fmla="*/ 836 h 10000"/>
                    <a:gd name="connsiteX78" fmla="*/ 8889 w 10000"/>
                    <a:gd name="connsiteY78" fmla="*/ 611 h 10000"/>
                    <a:gd name="connsiteX79" fmla="*/ 8534 w 10000"/>
                    <a:gd name="connsiteY79" fmla="*/ 289 h 10000"/>
                    <a:gd name="connsiteX80" fmla="*/ 8222 w 10000"/>
                    <a:gd name="connsiteY80" fmla="*/ 161 h 10000"/>
                    <a:gd name="connsiteX81" fmla="*/ 8045 w 10000"/>
                    <a:gd name="connsiteY81" fmla="*/ 0 h 10000"/>
                    <a:gd name="connsiteX82" fmla="*/ 7779 w 10000"/>
                    <a:gd name="connsiteY82" fmla="*/ 161 h 10000"/>
                    <a:gd name="connsiteX83" fmla="*/ 7600 w 10000"/>
                    <a:gd name="connsiteY83" fmla="*/ 129 h 10000"/>
                    <a:gd name="connsiteX84" fmla="*/ 7466 w 10000"/>
                    <a:gd name="connsiteY84" fmla="*/ 418 h 10000"/>
                    <a:gd name="connsiteX85" fmla="*/ 7110 w 10000"/>
                    <a:gd name="connsiteY85" fmla="*/ 482 h 10000"/>
                    <a:gd name="connsiteX86" fmla="*/ 7023 w 10000"/>
                    <a:gd name="connsiteY86" fmla="*/ 707 h 10000"/>
                    <a:gd name="connsiteX87" fmla="*/ 6711 w 10000"/>
                    <a:gd name="connsiteY87" fmla="*/ 707 h 10000"/>
                    <a:gd name="connsiteX88" fmla="*/ 6445 w 10000"/>
                    <a:gd name="connsiteY88" fmla="*/ 611 h 10000"/>
                    <a:gd name="connsiteX89" fmla="*/ 5867 w 10000"/>
                    <a:gd name="connsiteY89" fmla="*/ 611 h 10000"/>
                    <a:gd name="connsiteX90" fmla="*/ 5289 w 10000"/>
                    <a:gd name="connsiteY90" fmla="*/ 611 h 10000"/>
                    <a:gd name="connsiteX91" fmla="*/ 5333 w 10000"/>
                    <a:gd name="connsiteY91" fmla="*/ 482 h 10000"/>
                    <a:gd name="connsiteX92" fmla="*/ 5245 w 10000"/>
                    <a:gd name="connsiteY92" fmla="*/ 482 h 10000"/>
                    <a:gd name="connsiteX93" fmla="*/ 5201 w 10000"/>
                    <a:gd name="connsiteY93" fmla="*/ 611 h 10000"/>
                    <a:gd name="connsiteX94" fmla="*/ 4667 w 10000"/>
                    <a:gd name="connsiteY94" fmla="*/ 611 h 10000"/>
                    <a:gd name="connsiteX95" fmla="*/ 4134 w 10000"/>
                    <a:gd name="connsiteY95" fmla="*/ 611 h 10000"/>
                    <a:gd name="connsiteX96" fmla="*/ 3602 w 10000"/>
                    <a:gd name="connsiteY96" fmla="*/ 611 h 10000"/>
                    <a:gd name="connsiteX97" fmla="*/ 3067 w 10000"/>
                    <a:gd name="connsiteY97" fmla="*/ 611 h 10000"/>
                    <a:gd name="connsiteX98" fmla="*/ 2580 w 10000"/>
                    <a:gd name="connsiteY98" fmla="*/ 611 h 10000"/>
                    <a:gd name="connsiteX99" fmla="*/ 2046 w 10000"/>
                    <a:gd name="connsiteY99" fmla="*/ 611 h 10000"/>
                    <a:gd name="connsiteX100" fmla="*/ 1556 w 10000"/>
                    <a:gd name="connsiteY100" fmla="*/ 611 h 10000"/>
                    <a:gd name="connsiteX101" fmla="*/ 1024 w 10000"/>
                    <a:gd name="connsiteY101" fmla="*/ 611 h 10000"/>
                    <a:gd name="connsiteX102" fmla="*/ 1024 w 10000"/>
                    <a:gd name="connsiteY102" fmla="*/ 1061 h 10000"/>
                    <a:gd name="connsiteX103" fmla="*/ 1024 w 10000"/>
                    <a:gd name="connsiteY103" fmla="*/ 1640 h 10000"/>
                    <a:gd name="connsiteX104" fmla="*/ 356 w 10000"/>
                    <a:gd name="connsiteY104" fmla="*/ 1640 h 10000"/>
                    <a:gd name="connsiteX105" fmla="*/ 356 w 10000"/>
                    <a:gd name="connsiteY105" fmla="*/ 1897 h 10000"/>
                    <a:gd name="connsiteX0" fmla="*/ 356 w 10000"/>
                    <a:gd name="connsiteY0" fmla="*/ 1897 h 10000"/>
                    <a:gd name="connsiteX1" fmla="*/ 5484 w 10000"/>
                    <a:gd name="connsiteY1" fmla="*/ 5713 h 10000"/>
                    <a:gd name="connsiteX2" fmla="*/ 5520 w 10000"/>
                    <a:gd name="connsiteY2" fmla="*/ 6915 h 10000"/>
                    <a:gd name="connsiteX3" fmla="*/ 5155 w 10000"/>
                    <a:gd name="connsiteY3" fmla="*/ 7114 h 10000"/>
                    <a:gd name="connsiteX4" fmla="*/ 4848 w 10000"/>
                    <a:gd name="connsiteY4" fmla="*/ 6907 h 10000"/>
                    <a:gd name="connsiteX5" fmla="*/ 4403 w 10000"/>
                    <a:gd name="connsiteY5" fmla="*/ 6781 h 10000"/>
                    <a:gd name="connsiteX6" fmla="*/ 4182 w 10000"/>
                    <a:gd name="connsiteY6" fmla="*/ 7064 h 10000"/>
                    <a:gd name="connsiteX7" fmla="*/ 3635 w 10000"/>
                    <a:gd name="connsiteY7" fmla="*/ 7281 h 10000"/>
                    <a:gd name="connsiteX8" fmla="*/ 3284 w 10000"/>
                    <a:gd name="connsiteY8" fmla="*/ 7279 h 10000"/>
                    <a:gd name="connsiteX9" fmla="*/ 2517 w 10000"/>
                    <a:gd name="connsiteY9" fmla="*/ 7095 h 10000"/>
                    <a:gd name="connsiteX10" fmla="*/ 2312 w 10000"/>
                    <a:gd name="connsiteY10" fmla="*/ 7195 h 10000"/>
                    <a:gd name="connsiteX11" fmla="*/ 1800 w 10000"/>
                    <a:gd name="connsiteY11" fmla="*/ 6973 h 10000"/>
                    <a:gd name="connsiteX12" fmla="*/ 1574 w 10000"/>
                    <a:gd name="connsiteY12" fmla="*/ 6638 h 10000"/>
                    <a:gd name="connsiteX13" fmla="*/ 1198 w 10000"/>
                    <a:gd name="connsiteY13" fmla="*/ 6729 h 10000"/>
                    <a:gd name="connsiteX14" fmla="*/ 1096 w 10000"/>
                    <a:gd name="connsiteY14" fmla="*/ 6927 h 10000"/>
                    <a:gd name="connsiteX15" fmla="*/ 698 w 10000"/>
                    <a:gd name="connsiteY15" fmla="*/ 7011 h 10000"/>
                    <a:gd name="connsiteX16" fmla="*/ 436 w 10000"/>
                    <a:gd name="connsiteY16" fmla="*/ 7004 h 10000"/>
                    <a:gd name="connsiteX17" fmla="*/ 292 w 10000"/>
                    <a:gd name="connsiteY17" fmla="*/ 7161 h 10000"/>
                    <a:gd name="connsiteX18" fmla="*/ 47 w 10000"/>
                    <a:gd name="connsiteY18" fmla="*/ 6913 h 10000"/>
                    <a:gd name="connsiteX19" fmla="*/ 0 w 10000"/>
                    <a:gd name="connsiteY19" fmla="*/ 7363 h 10000"/>
                    <a:gd name="connsiteX20" fmla="*/ 89 w 10000"/>
                    <a:gd name="connsiteY20" fmla="*/ 7428 h 10000"/>
                    <a:gd name="connsiteX21" fmla="*/ 446 w 10000"/>
                    <a:gd name="connsiteY21" fmla="*/ 7460 h 10000"/>
                    <a:gd name="connsiteX22" fmla="*/ 491 w 10000"/>
                    <a:gd name="connsiteY22" fmla="*/ 7588 h 10000"/>
                    <a:gd name="connsiteX23" fmla="*/ 890 w 10000"/>
                    <a:gd name="connsiteY23" fmla="*/ 7621 h 10000"/>
                    <a:gd name="connsiteX24" fmla="*/ 1112 w 10000"/>
                    <a:gd name="connsiteY24" fmla="*/ 7749 h 10000"/>
                    <a:gd name="connsiteX25" fmla="*/ 1156 w 10000"/>
                    <a:gd name="connsiteY25" fmla="*/ 7974 h 10000"/>
                    <a:gd name="connsiteX26" fmla="*/ 1869 w 10000"/>
                    <a:gd name="connsiteY26" fmla="*/ 8360 h 10000"/>
                    <a:gd name="connsiteX27" fmla="*/ 2046 w 10000"/>
                    <a:gd name="connsiteY27" fmla="*/ 8746 h 10000"/>
                    <a:gd name="connsiteX28" fmla="*/ 2534 w 10000"/>
                    <a:gd name="connsiteY28" fmla="*/ 8939 h 10000"/>
                    <a:gd name="connsiteX29" fmla="*/ 2712 w 10000"/>
                    <a:gd name="connsiteY29" fmla="*/ 9196 h 10000"/>
                    <a:gd name="connsiteX30" fmla="*/ 3067 w 10000"/>
                    <a:gd name="connsiteY30" fmla="*/ 9518 h 10000"/>
                    <a:gd name="connsiteX31" fmla="*/ 3335 w 10000"/>
                    <a:gd name="connsiteY31" fmla="*/ 9614 h 10000"/>
                    <a:gd name="connsiteX32" fmla="*/ 3513 w 10000"/>
                    <a:gd name="connsiteY32" fmla="*/ 9518 h 10000"/>
                    <a:gd name="connsiteX33" fmla="*/ 3957 w 10000"/>
                    <a:gd name="connsiteY33" fmla="*/ 9550 h 10000"/>
                    <a:gd name="connsiteX34" fmla="*/ 4134 w 10000"/>
                    <a:gd name="connsiteY34" fmla="*/ 9486 h 10000"/>
                    <a:gd name="connsiteX35" fmla="*/ 4934 w 10000"/>
                    <a:gd name="connsiteY35" fmla="*/ 9968 h 10000"/>
                    <a:gd name="connsiteX36" fmla="*/ 4979 w 10000"/>
                    <a:gd name="connsiteY36" fmla="*/ 9968 h 10000"/>
                    <a:gd name="connsiteX37" fmla="*/ 5067 w 10000"/>
                    <a:gd name="connsiteY37" fmla="*/ 9904 h 10000"/>
                    <a:gd name="connsiteX38" fmla="*/ 5643 w 10000"/>
                    <a:gd name="connsiteY38" fmla="*/ 9904 h 10000"/>
                    <a:gd name="connsiteX39" fmla="*/ 5734 w 10000"/>
                    <a:gd name="connsiteY39" fmla="*/ 10000 h 10000"/>
                    <a:gd name="connsiteX40" fmla="*/ 6223 w 10000"/>
                    <a:gd name="connsiteY40" fmla="*/ 9871 h 10000"/>
                    <a:gd name="connsiteX41" fmla="*/ 6666 w 10000"/>
                    <a:gd name="connsiteY41" fmla="*/ 9871 h 10000"/>
                    <a:gd name="connsiteX42" fmla="*/ 6978 w 10000"/>
                    <a:gd name="connsiteY42" fmla="*/ 9743 h 10000"/>
                    <a:gd name="connsiteX43" fmla="*/ 7334 w 10000"/>
                    <a:gd name="connsiteY43" fmla="*/ 9486 h 10000"/>
                    <a:gd name="connsiteX44" fmla="*/ 8267 w 10000"/>
                    <a:gd name="connsiteY44" fmla="*/ 9486 h 10000"/>
                    <a:gd name="connsiteX45" fmla="*/ 8267 w 10000"/>
                    <a:gd name="connsiteY45" fmla="*/ 9132 h 10000"/>
                    <a:gd name="connsiteX46" fmla="*/ 7779 w 10000"/>
                    <a:gd name="connsiteY46" fmla="*/ 8971 h 10000"/>
                    <a:gd name="connsiteX47" fmla="*/ 7512 w 10000"/>
                    <a:gd name="connsiteY47" fmla="*/ 8457 h 10000"/>
                    <a:gd name="connsiteX48" fmla="*/ 7157 w 10000"/>
                    <a:gd name="connsiteY48" fmla="*/ 8264 h 10000"/>
                    <a:gd name="connsiteX49" fmla="*/ 6933 w 10000"/>
                    <a:gd name="connsiteY49" fmla="*/ 8006 h 10000"/>
                    <a:gd name="connsiteX50" fmla="*/ 6356 w 10000"/>
                    <a:gd name="connsiteY50" fmla="*/ 7814 h 10000"/>
                    <a:gd name="connsiteX51" fmla="*/ 6489 w 10000"/>
                    <a:gd name="connsiteY51" fmla="*/ 7749 h 10000"/>
                    <a:gd name="connsiteX52" fmla="*/ 6489 w 10000"/>
                    <a:gd name="connsiteY52" fmla="*/ 7588 h 10000"/>
                    <a:gd name="connsiteX53" fmla="*/ 6890 w 10000"/>
                    <a:gd name="connsiteY53" fmla="*/ 7588 h 10000"/>
                    <a:gd name="connsiteX54" fmla="*/ 7110 w 10000"/>
                    <a:gd name="connsiteY54" fmla="*/ 7460 h 10000"/>
                    <a:gd name="connsiteX55" fmla="*/ 7157 w 10000"/>
                    <a:gd name="connsiteY55" fmla="*/ 6527 h 10000"/>
                    <a:gd name="connsiteX56" fmla="*/ 7200 w 10000"/>
                    <a:gd name="connsiteY56" fmla="*/ 6559 h 10000"/>
                    <a:gd name="connsiteX57" fmla="*/ 7334 w 10000"/>
                    <a:gd name="connsiteY57" fmla="*/ 6367 h 10000"/>
                    <a:gd name="connsiteX58" fmla="*/ 7600 w 10000"/>
                    <a:gd name="connsiteY58" fmla="*/ 6270 h 10000"/>
                    <a:gd name="connsiteX59" fmla="*/ 7733 w 10000"/>
                    <a:gd name="connsiteY59" fmla="*/ 5916 h 10000"/>
                    <a:gd name="connsiteX60" fmla="*/ 8135 w 10000"/>
                    <a:gd name="connsiteY60" fmla="*/ 5498 h 10000"/>
                    <a:gd name="connsiteX61" fmla="*/ 8443 w 10000"/>
                    <a:gd name="connsiteY61" fmla="*/ 5305 h 10000"/>
                    <a:gd name="connsiteX62" fmla="*/ 8666 w 10000"/>
                    <a:gd name="connsiteY62" fmla="*/ 4759 h 10000"/>
                    <a:gd name="connsiteX63" fmla="*/ 8666 w 10000"/>
                    <a:gd name="connsiteY63" fmla="*/ 4630 h 10000"/>
                    <a:gd name="connsiteX64" fmla="*/ 8623 w 10000"/>
                    <a:gd name="connsiteY64" fmla="*/ 4309 h 10000"/>
                    <a:gd name="connsiteX65" fmla="*/ 9066 w 10000"/>
                    <a:gd name="connsiteY65" fmla="*/ 3151 h 10000"/>
                    <a:gd name="connsiteX66" fmla="*/ 9199 w 10000"/>
                    <a:gd name="connsiteY66" fmla="*/ 3151 h 10000"/>
                    <a:gd name="connsiteX67" fmla="*/ 9378 w 10000"/>
                    <a:gd name="connsiteY67" fmla="*/ 3055 h 10000"/>
                    <a:gd name="connsiteX68" fmla="*/ 9912 w 10000"/>
                    <a:gd name="connsiteY68" fmla="*/ 2894 h 10000"/>
                    <a:gd name="connsiteX69" fmla="*/ 10000 w 10000"/>
                    <a:gd name="connsiteY69" fmla="*/ 2637 h 10000"/>
                    <a:gd name="connsiteX70" fmla="*/ 9957 w 10000"/>
                    <a:gd name="connsiteY70" fmla="*/ 2572 h 10000"/>
                    <a:gd name="connsiteX71" fmla="*/ 9777 w 10000"/>
                    <a:gd name="connsiteY71" fmla="*/ 2572 h 10000"/>
                    <a:gd name="connsiteX72" fmla="*/ 9644 w 10000"/>
                    <a:gd name="connsiteY72" fmla="*/ 2412 h 10000"/>
                    <a:gd name="connsiteX73" fmla="*/ 9378 w 10000"/>
                    <a:gd name="connsiteY73" fmla="*/ 2347 h 10000"/>
                    <a:gd name="connsiteX74" fmla="*/ 9244 w 10000"/>
                    <a:gd name="connsiteY74" fmla="*/ 2219 h 10000"/>
                    <a:gd name="connsiteX75" fmla="*/ 9157 w 10000"/>
                    <a:gd name="connsiteY75" fmla="*/ 1736 h 10000"/>
                    <a:gd name="connsiteX76" fmla="*/ 9157 w 10000"/>
                    <a:gd name="connsiteY76" fmla="*/ 1061 h 10000"/>
                    <a:gd name="connsiteX77" fmla="*/ 8933 w 10000"/>
                    <a:gd name="connsiteY77" fmla="*/ 836 h 10000"/>
                    <a:gd name="connsiteX78" fmla="*/ 8889 w 10000"/>
                    <a:gd name="connsiteY78" fmla="*/ 611 h 10000"/>
                    <a:gd name="connsiteX79" fmla="*/ 8534 w 10000"/>
                    <a:gd name="connsiteY79" fmla="*/ 289 h 10000"/>
                    <a:gd name="connsiteX80" fmla="*/ 8222 w 10000"/>
                    <a:gd name="connsiteY80" fmla="*/ 161 h 10000"/>
                    <a:gd name="connsiteX81" fmla="*/ 8045 w 10000"/>
                    <a:gd name="connsiteY81" fmla="*/ 0 h 10000"/>
                    <a:gd name="connsiteX82" fmla="*/ 7779 w 10000"/>
                    <a:gd name="connsiteY82" fmla="*/ 161 h 10000"/>
                    <a:gd name="connsiteX83" fmla="*/ 7600 w 10000"/>
                    <a:gd name="connsiteY83" fmla="*/ 129 h 10000"/>
                    <a:gd name="connsiteX84" fmla="*/ 7466 w 10000"/>
                    <a:gd name="connsiteY84" fmla="*/ 418 h 10000"/>
                    <a:gd name="connsiteX85" fmla="*/ 7110 w 10000"/>
                    <a:gd name="connsiteY85" fmla="*/ 482 h 10000"/>
                    <a:gd name="connsiteX86" fmla="*/ 7023 w 10000"/>
                    <a:gd name="connsiteY86" fmla="*/ 707 h 10000"/>
                    <a:gd name="connsiteX87" fmla="*/ 6711 w 10000"/>
                    <a:gd name="connsiteY87" fmla="*/ 707 h 10000"/>
                    <a:gd name="connsiteX88" fmla="*/ 6445 w 10000"/>
                    <a:gd name="connsiteY88" fmla="*/ 611 h 10000"/>
                    <a:gd name="connsiteX89" fmla="*/ 5867 w 10000"/>
                    <a:gd name="connsiteY89" fmla="*/ 611 h 10000"/>
                    <a:gd name="connsiteX90" fmla="*/ 5289 w 10000"/>
                    <a:gd name="connsiteY90" fmla="*/ 611 h 10000"/>
                    <a:gd name="connsiteX91" fmla="*/ 5333 w 10000"/>
                    <a:gd name="connsiteY91" fmla="*/ 482 h 10000"/>
                    <a:gd name="connsiteX92" fmla="*/ 5245 w 10000"/>
                    <a:gd name="connsiteY92" fmla="*/ 482 h 10000"/>
                    <a:gd name="connsiteX93" fmla="*/ 5201 w 10000"/>
                    <a:gd name="connsiteY93" fmla="*/ 611 h 10000"/>
                    <a:gd name="connsiteX94" fmla="*/ 4667 w 10000"/>
                    <a:gd name="connsiteY94" fmla="*/ 611 h 10000"/>
                    <a:gd name="connsiteX95" fmla="*/ 4134 w 10000"/>
                    <a:gd name="connsiteY95" fmla="*/ 611 h 10000"/>
                    <a:gd name="connsiteX96" fmla="*/ 3602 w 10000"/>
                    <a:gd name="connsiteY96" fmla="*/ 611 h 10000"/>
                    <a:gd name="connsiteX97" fmla="*/ 3067 w 10000"/>
                    <a:gd name="connsiteY97" fmla="*/ 611 h 10000"/>
                    <a:gd name="connsiteX98" fmla="*/ 2580 w 10000"/>
                    <a:gd name="connsiteY98" fmla="*/ 611 h 10000"/>
                    <a:gd name="connsiteX99" fmla="*/ 2046 w 10000"/>
                    <a:gd name="connsiteY99" fmla="*/ 611 h 10000"/>
                    <a:gd name="connsiteX100" fmla="*/ 1556 w 10000"/>
                    <a:gd name="connsiteY100" fmla="*/ 611 h 10000"/>
                    <a:gd name="connsiteX101" fmla="*/ 1024 w 10000"/>
                    <a:gd name="connsiteY101" fmla="*/ 611 h 10000"/>
                    <a:gd name="connsiteX102" fmla="*/ 1024 w 10000"/>
                    <a:gd name="connsiteY102" fmla="*/ 1061 h 10000"/>
                    <a:gd name="connsiteX103" fmla="*/ 1024 w 10000"/>
                    <a:gd name="connsiteY103" fmla="*/ 1640 h 10000"/>
                    <a:gd name="connsiteX104" fmla="*/ 356 w 10000"/>
                    <a:gd name="connsiteY104" fmla="*/ 1640 h 10000"/>
                    <a:gd name="connsiteX105" fmla="*/ 356 w 10000"/>
                    <a:gd name="connsiteY105"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334 w 10000"/>
                    <a:gd name="connsiteY56" fmla="*/ 6367 h 10000"/>
                    <a:gd name="connsiteX57" fmla="*/ 7600 w 10000"/>
                    <a:gd name="connsiteY57" fmla="*/ 6270 h 10000"/>
                    <a:gd name="connsiteX58" fmla="*/ 7733 w 10000"/>
                    <a:gd name="connsiteY58" fmla="*/ 5916 h 10000"/>
                    <a:gd name="connsiteX59" fmla="*/ 8135 w 10000"/>
                    <a:gd name="connsiteY59" fmla="*/ 5498 h 10000"/>
                    <a:gd name="connsiteX60" fmla="*/ 8443 w 10000"/>
                    <a:gd name="connsiteY60" fmla="*/ 5305 h 10000"/>
                    <a:gd name="connsiteX61" fmla="*/ 8666 w 10000"/>
                    <a:gd name="connsiteY61" fmla="*/ 4759 h 10000"/>
                    <a:gd name="connsiteX62" fmla="*/ 8666 w 10000"/>
                    <a:gd name="connsiteY62" fmla="*/ 4630 h 10000"/>
                    <a:gd name="connsiteX63" fmla="*/ 8623 w 10000"/>
                    <a:gd name="connsiteY63" fmla="*/ 4309 h 10000"/>
                    <a:gd name="connsiteX64" fmla="*/ 9066 w 10000"/>
                    <a:gd name="connsiteY64" fmla="*/ 3151 h 10000"/>
                    <a:gd name="connsiteX65" fmla="*/ 9199 w 10000"/>
                    <a:gd name="connsiteY65" fmla="*/ 3151 h 10000"/>
                    <a:gd name="connsiteX66" fmla="*/ 9378 w 10000"/>
                    <a:gd name="connsiteY66" fmla="*/ 3055 h 10000"/>
                    <a:gd name="connsiteX67" fmla="*/ 9912 w 10000"/>
                    <a:gd name="connsiteY67" fmla="*/ 2894 h 10000"/>
                    <a:gd name="connsiteX68" fmla="*/ 10000 w 10000"/>
                    <a:gd name="connsiteY68" fmla="*/ 2637 h 10000"/>
                    <a:gd name="connsiteX69" fmla="*/ 9957 w 10000"/>
                    <a:gd name="connsiteY69" fmla="*/ 2572 h 10000"/>
                    <a:gd name="connsiteX70" fmla="*/ 9777 w 10000"/>
                    <a:gd name="connsiteY70" fmla="*/ 2572 h 10000"/>
                    <a:gd name="connsiteX71" fmla="*/ 9644 w 10000"/>
                    <a:gd name="connsiteY71" fmla="*/ 2412 h 10000"/>
                    <a:gd name="connsiteX72" fmla="*/ 9378 w 10000"/>
                    <a:gd name="connsiteY72" fmla="*/ 2347 h 10000"/>
                    <a:gd name="connsiteX73" fmla="*/ 9244 w 10000"/>
                    <a:gd name="connsiteY73" fmla="*/ 2219 h 10000"/>
                    <a:gd name="connsiteX74" fmla="*/ 9157 w 10000"/>
                    <a:gd name="connsiteY74" fmla="*/ 1736 h 10000"/>
                    <a:gd name="connsiteX75" fmla="*/ 9157 w 10000"/>
                    <a:gd name="connsiteY75" fmla="*/ 1061 h 10000"/>
                    <a:gd name="connsiteX76" fmla="*/ 8933 w 10000"/>
                    <a:gd name="connsiteY76" fmla="*/ 836 h 10000"/>
                    <a:gd name="connsiteX77" fmla="*/ 8889 w 10000"/>
                    <a:gd name="connsiteY77" fmla="*/ 611 h 10000"/>
                    <a:gd name="connsiteX78" fmla="*/ 8534 w 10000"/>
                    <a:gd name="connsiteY78" fmla="*/ 289 h 10000"/>
                    <a:gd name="connsiteX79" fmla="*/ 8222 w 10000"/>
                    <a:gd name="connsiteY79" fmla="*/ 161 h 10000"/>
                    <a:gd name="connsiteX80" fmla="*/ 8045 w 10000"/>
                    <a:gd name="connsiteY80" fmla="*/ 0 h 10000"/>
                    <a:gd name="connsiteX81" fmla="*/ 7779 w 10000"/>
                    <a:gd name="connsiteY81" fmla="*/ 161 h 10000"/>
                    <a:gd name="connsiteX82" fmla="*/ 7600 w 10000"/>
                    <a:gd name="connsiteY82" fmla="*/ 129 h 10000"/>
                    <a:gd name="connsiteX83" fmla="*/ 7466 w 10000"/>
                    <a:gd name="connsiteY83" fmla="*/ 418 h 10000"/>
                    <a:gd name="connsiteX84" fmla="*/ 7110 w 10000"/>
                    <a:gd name="connsiteY84" fmla="*/ 482 h 10000"/>
                    <a:gd name="connsiteX85" fmla="*/ 7023 w 10000"/>
                    <a:gd name="connsiteY85" fmla="*/ 707 h 10000"/>
                    <a:gd name="connsiteX86" fmla="*/ 6711 w 10000"/>
                    <a:gd name="connsiteY86" fmla="*/ 707 h 10000"/>
                    <a:gd name="connsiteX87" fmla="*/ 6445 w 10000"/>
                    <a:gd name="connsiteY87" fmla="*/ 611 h 10000"/>
                    <a:gd name="connsiteX88" fmla="*/ 5867 w 10000"/>
                    <a:gd name="connsiteY88" fmla="*/ 611 h 10000"/>
                    <a:gd name="connsiteX89" fmla="*/ 5289 w 10000"/>
                    <a:gd name="connsiteY89" fmla="*/ 611 h 10000"/>
                    <a:gd name="connsiteX90" fmla="*/ 5333 w 10000"/>
                    <a:gd name="connsiteY90" fmla="*/ 482 h 10000"/>
                    <a:gd name="connsiteX91" fmla="*/ 5245 w 10000"/>
                    <a:gd name="connsiteY91" fmla="*/ 482 h 10000"/>
                    <a:gd name="connsiteX92" fmla="*/ 5201 w 10000"/>
                    <a:gd name="connsiteY92" fmla="*/ 611 h 10000"/>
                    <a:gd name="connsiteX93" fmla="*/ 4667 w 10000"/>
                    <a:gd name="connsiteY93" fmla="*/ 611 h 10000"/>
                    <a:gd name="connsiteX94" fmla="*/ 4134 w 10000"/>
                    <a:gd name="connsiteY94" fmla="*/ 611 h 10000"/>
                    <a:gd name="connsiteX95" fmla="*/ 3602 w 10000"/>
                    <a:gd name="connsiteY95" fmla="*/ 611 h 10000"/>
                    <a:gd name="connsiteX96" fmla="*/ 3067 w 10000"/>
                    <a:gd name="connsiteY96" fmla="*/ 611 h 10000"/>
                    <a:gd name="connsiteX97" fmla="*/ 2580 w 10000"/>
                    <a:gd name="connsiteY97" fmla="*/ 611 h 10000"/>
                    <a:gd name="connsiteX98" fmla="*/ 2046 w 10000"/>
                    <a:gd name="connsiteY98" fmla="*/ 611 h 10000"/>
                    <a:gd name="connsiteX99" fmla="*/ 1556 w 10000"/>
                    <a:gd name="connsiteY99" fmla="*/ 611 h 10000"/>
                    <a:gd name="connsiteX100" fmla="*/ 1024 w 10000"/>
                    <a:gd name="connsiteY100" fmla="*/ 611 h 10000"/>
                    <a:gd name="connsiteX101" fmla="*/ 1024 w 10000"/>
                    <a:gd name="connsiteY101" fmla="*/ 1061 h 10000"/>
                    <a:gd name="connsiteX102" fmla="*/ 1024 w 10000"/>
                    <a:gd name="connsiteY102" fmla="*/ 1640 h 10000"/>
                    <a:gd name="connsiteX103" fmla="*/ 356 w 10000"/>
                    <a:gd name="connsiteY103" fmla="*/ 1640 h 10000"/>
                    <a:gd name="connsiteX104" fmla="*/ 356 w 10000"/>
                    <a:gd name="connsiteY104"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7600 w 10000"/>
                    <a:gd name="connsiteY57" fmla="*/ 6270 h 10000"/>
                    <a:gd name="connsiteX58" fmla="*/ 7733 w 10000"/>
                    <a:gd name="connsiteY58" fmla="*/ 5916 h 10000"/>
                    <a:gd name="connsiteX59" fmla="*/ 8135 w 10000"/>
                    <a:gd name="connsiteY59" fmla="*/ 5498 h 10000"/>
                    <a:gd name="connsiteX60" fmla="*/ 8443 w 10000"/>
                    <a:gd name="connsiteY60" fmla="*/ 5305 h 10000"/>
                    <a:gd name="connsiteX61" fmla="*/ 8666 w 10000"/>
                    <a:gd name="connsiteY61" fmla="*/ 4759 h 10000"/>
                    <a:gd name="connsiteX62" fmla="*/ 8666 w 10000"/>
                    <a:gd name="connsiteY62" fmla="*/ 4630 h 10000"/>
                    <a:gd name="connsiteX63" fmla="*/ 8623 w 10000"/>
                    <a:gd name="connsiteY63" fmla="*/ 4309 h 10000"/>
                    <a:gd name="connsiteX64" fmla="*/ 9066 w 10000"/>
                    <a:gd name="connsiteY64" fmla="*/ 3151 h 10000"/>
                    <a:gd name="connsiteX65" fmla="*/ 9199 w 10000"/>
                    <a:gd name="connsiteY65" fmla="*/ 3151 h 10000"/>
                    <a:gd name="connsiteX66" fmla="*/ 9378 w 10000"/>
                    <a:gd name="connsiteY66" fmla="*/ 3055 h 10000"/>
                    <a:gd name="connsiteX67" fmla="*/ 9912 w 10000"/>
                    <a:gd name="connsiteY67" fmla="*/ 2894 h 10000"/>
                    <a:gd name="connsiteX68" fmla="*/ 10000 w 10000"/>
                    <a:gd name="connsiteY68" fmla="*/ 2637 h 10000"/>
                    <a:gd name="connsiteX69" fmla="*/ 9957 w 10000"/>
                    <a:gd name="connsiteY69" fmla="*/ 2572 h 10000"/>
                    <a:gd name="connsiteX70" fmla="*/ 9777 w 10000"/>
                    <a:gd name="connsiteY70" fmla="*/ 2572 h 10000"/>
                    <a:gd name="connsiteX71" fmla="*/ 9644 w 10000"/>
                    <a:gd name="connsiteY71" fmla="*/ 2412 h 10000"/>
                    <a:gd name="connsiteX72" fmla="*/ 9378 w 10000"/>
                    <a:gd name="connsiteY72" fmla="*/ 2347 h 10000"/>
                    <a:gd name="connsiteX73" fmla="*/ 9244 w 10000"/>
                    <a:gd name="connsiteY73" fmla="*/ 2219 h 10000"/>
                    <a:gd name="connsiteX74" fmla="*/ 9157 w 10000"/>
                    <a:gd name="connsiteY74" fmla="*/ 1736 h 10000"/>
                    <a:gd name="connsiteX75" fmla="*/ 9157 w 10000"/>
                    <a:gd name="connsiteY75" fmla="*/ 1061 h 10000"/>
                    <a:gd name="connsiteX76" fmla="*/ 8933 w 10000"/>
                    <a:gd name="connsiteY76" fmla="*/ 836 h 10000"/>
                    <a:gd name="connsiteX77" fmla="*/ 8889 w 10000"/>
                    <a:gd name="connsiteY77" fmla="*/ 611 h 10000"/>
                    <a:gd name="connsiteX78" fmla="*/ 8534 w 10000"/>
                    <a:gd name="connsiteY78" fmla="*/ 289 h 10000"/>
                    <a:gd name="connsiteX79" fmla="*/ 8222 w 10000"/>
                    <a:gd name="connsiteY79" fmla="*/ 161 h 10000"/>
                    <a:gd name="connsiteX80" fmla="*/ 8045 w 10000"/>
                    <a:gd name="connsiteY80" fmla="*/ 0 h 10000"/>
                    <a:gd name="connsiteX81" fmla="*/ 7779 w 10000"/>
                    <a:gd name="connsiteY81" fmla="*/ 161 h 10000"/>
                    <a:gd name="connsiteX82" fmla="*/ 7600 w 10000"/>
                    <a:gd name="connsiteY82" fmla="*/ 129 h 10000"/>
                    <a:gd name="connsiteX83" fmla="*/ 7466 w 10000"/>
                    <a:gd name="connsiteY83" fmla="*/ 418 h 10000"/>
                    <a:gd name="connsiteX84" fmla="*/ 7110 w 10000"/>
                    <a:gd name="connsiteY84" fmla="*/ 482 h 10000"/>
                    <a:gd name="connsiteX85" fmla="*/ 7023 w 10000"/>
                    <a:gd name="connsiteY85" fmla="*/ 707 h 10000"/>
                    <a:gd name="connsiteX86" fmla="*/ 6711 w 10000"/>
                    <a:gd name="connsiteY86" fmla="*/ 707 h 10000"/>
                    <a:gd name="connsiteX87" fmla="*/ 6445 w 10000"/>
                    <a:gd name="connsiteY87" fmla="*/ 611 h 10000"/>
                    <a:gd name="connsiteX88" fmla="*/ 5867 w 10000"/>
                    <a:gd name="connsiteY88" fmla="*/ 611 h 10000"/>
                    <a:gd name="connsiteX89" fmla="*/ 5289 w 10000"/>
                    <a:gd name="connsiteY89" fmla="*/ 611 h 10000"/>
                    <a:gd name="connsiteX90" fmla="*/ 5333 w 10000"/>
                    <a:gd name="connsiteY90" fmla="*/ 482 h 10000"/>
                    <a:gd name="connsiteX91" fmla="*/ 5245 w 10000"/>
                    <a:gd name="connsiteY91" fmla="*/ 482 h 10000"/>
                    <a:gd name="connsiteX92" fmla="*/ 5201 w 10000"/>
                    <a:gd name="connsiteY92" fmla="*/ 611 h 10000"/>
                    <a:gd name="connsiteX93" fmla="*/ 4667 w 10000"/>
                    <a:gd name="connsiteY93" fmla="*/ 611 h 10000"/>
                    <a:gd name="connsiteX94" fmla="*/ 4134 w 10000"/>
                    <a:gd name="connsiteY94" fmla="*/ 611 h 10000"/>
                    <a:gd name="connsiteX95" fmla="*/ 3602 w 10000"/>
                    <a:gd name="connsiteY95" fmla="*/ 611 h 10000"/>
                    <a:gd name="connsiteX96" fmla="*/ 3067 w 10000"/>
                    <a:gd name="connsiteY96" fmla="*/ 611 h 10000"/>
                    <a:gd name="connsiteX97" fmla="*/ 2580 w 10000"/>
                    <a:gd name="connsiteY97" fmla="*/ 611 h 10000"/>
                    <a:gd name="connsiteX98" fmla="*/ 2046 w 10000"/>
                    <a:gd name="connsiteY98" fmla="*/ 611 h 10000"/>
                    <a:gd name="connsiteX99" fmla="*/ 1556 w 10000"/>
                    <a:gd name="connsiteY99" fmla="*/ 611 h 10000"/>
                    <a:gd name="connsiteX100" fmla="*/ 1024 w 10000"/>
                    <a:gd name="connsiteY100" fmla="*/ 611 h 10000"/>
                    <a:gd name="connsiteX101" fmla="*/ 1024 w 10000"/>
                    <a:gd name="connsiteY101" fmla="*/ 1061 h 10000"/>
                    <a:gd name="connsiteX102" fmla="*/ 1024 w 10000"/>
                    <a:gd name="connsiteY102" fmla="*/ 1640 h 10000"/>
                    <a:gd name="connsiteX103" fmla="*/ 356 w 10000"/>
                    <a:gd name="connsiteY103" fmla="*/ 1640 h 10000"/>
                    <a:gd name="connsiteX104" fmla="*/ 356 w 10000"/>
                    <a:gd name="connsiteY104"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7733 w 10000"/>
                    <a:gd name="connsiteY58" fmla="*/ 5916 h 10000"/>
                    <a:gd name="connsiteX59" fmla="*/ 8135 w 10000"/>
                    <a:gd name="connsiteY59" fmla="*/ 5498 h 10000"/>
                    <a:gd name="connsiteX60" fmla="*/ 8443 w 10000"/>
                    <a:gd name="connsiteY60" fmla="*/ 5305 h 10000"/>
                    <a:gd name="connsiteX61" fmla="*/ 8666 w 10000"/>
                    <a:gd name="connsiteY61" fmla="*/ 4759 h 10000"/>
                    <a:gd name="connsiteX62" fmla="*/ 8666 w 10000"/>
                    <a:gd name="connsiteY62" fmla="*/ 4630 h 10000"/>
                    <a:gd name="connsiteX63" fmla="*/ 8623 w 10000"/>
                    <a:gd name="connsiteY63" fmla="*/ 4309 h 10000"/>
                    <a:gd name="connsiteX64" fmla="*/ 9066 w 10000"/>
                    <a:gd name="connsiteY64" fmla="*/ 3151 h 10000"/>
                    <a:gd name="connsiteX65" fmla="*/ 9199 w 10000"/>
                    <a:gd name="connsiteY65" fmla="*/ 3151 h 10000"/>
                    <a:gd name="connsiteX66" fmla="*/ 9378 w 10000"/>
                    <a:gd name="connsiteY66" fmla="*/ 3055 h 10000"/>
                    <a:gd name="connsiteX67" fmla="*/ 9912 w 10000"/>
                    <a:gd name="connsiteY67" fmla="*/ 2894 h 10000"/>
                    <a:gd name="connsiteX68" fmla="*/ 10000 w 10000"/>
                    <a:gd name="connsiteY68" fmla="*/ 2637 h 10000"/>
                    <a:gd name="connsiteX69" fmla="*/ 9957 w 10000"/>
                    <a:gd name="connsiteY69" fmla="*/ 2572 h 10000"/>
                    <a:gd name="connsiteX70" fmla="*/ 9777 w 10000"/>
                    <a:gd name="connsiteY70" fmla="*/ 2572 h 10000"/>
                    <a:gd name="connsiteX71" fmla="*/ 9644 w 10000"/>
                    <a:gd name="connsiteY71" fmla="*/ 2412 h 10000"/>
                    <a:gd name="connsiteX72" fmla="*/ 9378 w 10000"/>
                    <a:gd name="connsiteY72" fmla="*/ 2347 h 10000"/>
                    <a:gd name="connsiteX73" fmla="*/ 9244 w 10000"/>
                    <a:gd name="connsiteY73" fmla="*/ 2219 h 10000"/>
                    <a:gd name="connsiteX74" fmla="*/ 9157 w 10000"/>
                    <a:gd name="connsiteY74" fmla="*/ 1736 h 10000"/>
                    <a:gd name="connsiteX75" fmla="*/ 9157 w 10000"/>
                    <a:gd name="connsiteY75" fmla="*/ 1061 h 10000"/>
                    <a:gd name="connsiteX76" fmla="*/ 8933 w 10000"/>
                    <a:gd name="connsiteY76" fmla="*/ 836 h 10000"/>
                    <a:gd name="connsiteX77" fmla="*/ 8889 w 10000"/>
                    <a:gd name="connsiteY77" fmla="*/ 611 h 10000"/>
                    <a:gd name="connsiteX78" fmla="*/ 8534 w 10000"/>
                    <a:gd name="connsiteY78" fmla="*/ 289 h 10000"/>
                    <a:gd name="connsiteX79" fmla="*/ 8222 w 10000"/>
                    <a:gd name="connsiteY79" fmla="*/ 161 h 10000"/>
                    <a:gd name="connsiteX80" fmla="*/ 8045 w 10000"/>
                    <a:gd name="connsiteY80" fmla="*/ 0 h 10000"/>
                    <a:gd name="connsiteX81" fmla="*/ 7779 w 10000"/>
                    <a:gd name="connsiteY81" fmla="*/ 161 h 10000"/>
                    <a:gd name="connsiteX82" fmla="*/ 7600 w 10000"/>
                    <a:gd name="connsiteY82" fmla="*/ 129 h 10000"/>
                    <a:gd name="connsiteX83" fmla="*/ 7466 w 10000"/>
                    <a:gd name="connsiteY83" fmla="*/ 418 h 10000"/>
                    <a:gd name="connsiteX84" fmla="*/ 7110 w 10000"/>
                    <a:gd name="connsiteY84" fmla="*/ 482 h 10000"/>
                    <a:gd name="connsiteX85" fmla="*/ 7023 w 10000"/>
                    <a:gd name="connsiteY85" fmla="*/ 707 h 10000"/>
                    <a:gd name="connsiteX86" fmla="*/ 6711 w 10000"/>
                    <a:gd name="connsiteY86" fmla="*/ 707 h 10000"/>
                    <a:gd name="connsiteX87" fmla="*/ 6445 w 10000"/>
                    <a:gd name="connsiteY87" fmla="*/ 611 h 10000"/>
                    <a:gd name="connsiteX88" fmla="*/ 5867 w 10000"/>
                    <a:gd name="connsiteY88" fmla="*/ 611 h 10000"/>
                    <a:gd name="connsiteX89" fmla="*/ 5289 w 10000"/>
                    <a:gd name="connsiteY89" fmla="*/ 611 h 10000"/>
                    <a:gd name="connsiteX90" fmla="*/ 5333 w 10000"/>
                    <a:gd name="connsiteY90" fmla="*/ 482 h 10000"/>
                    <a:gd name="connsiteX91" fmla="*/ 5245 w 10000"/>
                    <a:gd name="connsiteY91" fmla="*/ 482 h 10000"/>
                    <a:gd name="connsiteX92" fmla="*/ 5201 w 10000"/>
                    <a:gd name="connsiteY92" fmla="*/ 611 h 10000"/>
                    <a:gd name="connsiteX93" fmla="*/ 4667 w 10000"/>
                    <a:gd name="connsiteY93" fmla="*/ 611 h 10000"/>
                    <a:gd name="connsiteX94" fmla="*/ 4134 w 10000"/>
                    <a:gd name="connsiteY94" fmla="*/ 611 h 10000"/>
                    <a:gd name="connsiteX95" fmla="*/ 3602 w 10000"/>
                    <a:gd name="connsiteY95" fmla="*/ 611 h 10000"/>
                    <a:gd name="connsiteX96" fmla="*/ 3067 w 10000"/>
                    <a:gd name="connsiteY96" fmla="*/ 611 h 10000"/>
                    <a:gd name="connsiteX97" fmla="*/ 2580 w 10000"/>
                    <a:gd name="connsiteY97" fmla="*/ 611 h 10000"/>
                    <a:gd name="connsiteX98" fmla="*/ 2046 w 10000"/>
                    <a:gd name="connsiteY98" fmla="*/ 611 h 10000"/>
                    <a:gd name="connsiteX99" fmla="*/ 1556 w 10000"/>
                    <a:gd name="connsiteY99" fmla="*/ 611 h 10000"/>
                    <a:gd name="connsiteX100" fmla="*/ 1024 w 10000"/>
                    <a:gd name="connsiteY100" fmla="*/ 611 h 10000"/>
                    <a:gd name="connsiteX101" fmla="*/ 1024 w 10000"/>
                    <a:gd name="connsiteY101" fmla="*/ 1061 h 10000"/>
                    <a:gd name="connsiteX102" fmla="*/ 1024 w 10000"/>
                    <a:gd name="connsiteY102" fmla="*/ 1640 h 10000"/>
                    <a:gd name="connsiteX103" fmla="*/ 356 w 10000"/>
                    <a:gd name="connsiteY103" fmla="*/ 1640 h 10000"/>
                    <a:gd name="connsiteX104" fmla="*/ 356 w 10000"/>
                    <a:gd name="connsiteY104"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8135 w 10000"/>
                    <a:gd name="connsiteY59" fmla="*/ 5498 h 10000"/>
                    <a:gd name="connsiteX60" fmla="*/ 8443 w 10000"/>
                    <a:gd name="connsiteY60" fmla="*/ 5305 h 10000"/>
                    <a:gd name="connsiteX61" fmla="*/ 8666 w 10000"/>
                    <a:gd name="connsiteY61" fmla="*/ 4759 h 10000"/>
                    <a:gd name="connsiteX62" fmla="*/ 8666 w 10000"/>
                    <a:gd name="connsiteY62" fmla="*/ 4630 h 10000"/>
                    <a:gd name="connsiteX63" fmla="*/ 8623 w 10000"/>
                    <a:gd name="connsiteY63" fmla="*/ 4309 h 10000"/>
                    <a:gd name="connsiteX64" fmla="*/ 9066 w 10000"/>
                    <a:gd name="connsiteY64" fmla="*/ 3151 h 10000"/>
                    <a:gd name="connsiteX65" fmla="*/ 9199 w 10000"/>
                    <a:gd name="connsiteY65" fmla="*/ 3151 h 10000"/>
                    <a:gd name="connsiteX66" fmla="*/ 9378 w 10000"/>
                    <a:gd name="connsiteY66" fmla="*/ 3055 h 10000"/>
                    <a:gd name="connsiteX67" fmla="*/ 9912 w 10000"/>
                    <a:gd name="connsiteY67" fmla="*/ 2894 h 10000"/>
                    <a:gd name="connsiteX68" fmla="*/ 10000 w 10000"/>
                    <a:gd name="connsiteY68" fmla="*/ 2637 h 10000"/>
                    <a:gd name="connsiteX69" fmla="*/ 9957 w 10000"/>
                    <a:gd name="connsiteY69" fmla="*/ 2572 h 10000"/>
                    <a:gd name="connsiteX70" fmla="*/ 9777 w 10000"/>
                    <a:gd name="connsiteY70" fmla="*/ 2572 h 10000"/>
                    <a:gd name="connsiteX71" fmla="*/ 9644 w 10000"/>
                    <a:gd name="connsiteY71" fmla="*/ 2412 h 10000"/>
                    <a:gd name="connsiteX72" fmla="*/ 9378 w 10000"/>
                    <a:gd name="connsiteY72" fmla="*/ 2347 h 10000"/>
                    <a:gd name="connsiteX73" fmla="*/ 9244 w 10000"/>
                    <a:gd name="connsiteY73" fmla="*/ 2219 h 10000"/>
                    <a:gd name="connsiteX74" fmla="*/ 9157 w 10000"/>
                    <a:gd name="connsiteY74" fmla="*/ 1736 h 10000"/>
                    <a:gd name="connsiteX75" fmla="*/ 9157 w 10000"/>
                    <a:gd name="connsiteY75" fmla="*/ 1061 h 10000"/>
                    <a:gd name="connsiteX76" fmla="*/ 8933 w 10000"/>
                    <a:gd name="connsiteY76" fmla="*/ 836 h 10000"/>
                    <a:gd name="connsiteX77" fmla="*/ 8889 w 10000"/>
                    <a:gd name="connsiteY77" fmla="*/ 611 h 10000"/>
                    <a:gd name="connsiteX78" fmla="*/ 8534 w 10000"/>
                    <a:gd name="connsiteY78" fmla="*/ 289 h 10000"/>
                    <a:gd name="connsiteX79" fmla="*/ 8222 w 10000"/>
                    <a:gd name="connsiteY79" fmla="*/ 161 h 10000"/>
                    <a:gd name="connsiteX80" fmla="*/ 8045 w 10000"/>
                    <a:gd name="connsiteY80" fmla="*/ 0 h 10000"/>
                    <a:gd name="connsiteX81" fmla="*/ 7779 w 10000"/>
                    <a:gd name="connsiteY81" fmla="*/ 161 h 10000"/>
                    <a:gd name="connsiteX82" fmla="*/ 7600 w 10000"/>
                    <a:gd name="connsiteY82" fmla="*/ 129 h 10000"/>
                    <a:gd name="connsiteX83" fmla="*/ 7466 w 10000"/>
                    <a:gd name="connsiteY83" fmla="*/ 418 h 10000"/>
                    <a:gd name="connsiteX84" fmla="*/ 7110 w 10000"/>
                    <a:gd name="connsiteY84" fmla="*/ 482 h 10000"/>
                    <a:gd name="connsiteX85" fmla="*/ 7023 w 10000"/>
                    <a:gd name="connsiteY85" fmla="*/ 707 h 10000"/>
                    <a:gd name="connsiteX86" fmla="*/ 6711 w 10000"/>
                    <a:gd name="connsiteY86" fmla="*/ 707 h 10000"/>
                    <a:gd name="connsiteX87" fmla="*/ 6445 w 10000"/>
                    <a:gd name="connsiteY87" fmla="*/ 611 h 10000"/>
                    <a:gd name="connsiteX88" fmla="*/ 5867 w 10000"/>
                    <a:gd name="connsiteY88" fmla="*/ 611 h 10000"/>
                    <a:gd name="connsiteX89" fmla="*/ 5289 w 10000"/>
                    <a:gd name="connsiteY89" fmla="*/ 611 h 10000"/>
                    <a:gd name="connsiteX90" fmla="*/ 5333 w 10000"/>
                    <a:gd name="connsiteY90" fmla="*/ 482 h 10000"/>
                    <a:gd name="connsiteX91" fmla="*/ 5245 w 10000"/>
                    <a:gd name="connsiteY91" fmla="*/ 482 h 10000"/>
                    <a:gd name="connsiteX92" fmla="*/ 5201 w 10000"/>
                    <a:gd name="connsiteY92" fmla="*/ 611 h 10000"/>
                    <a:gd name="connsiteX93" fmla="*/ 4667 w 10000"/>
                    <a:gd name="connsiteY93" fmla="*/ 611 h 10000"/>
                    <a:gd name="connsiteX94" fmla="*/ 4134 w 10000"/>
                    <a:gd name="connsiteY94" fmla="*/ 611 h 10000"/>
                    <a:gd name="connsiteX95" fmla="*/ 3602 w 10000"/>
                    <a:gd name="connsiteY95" fmla="*/ 611 h 10000"/>
                    <a:gd name="connsiteX96" fmla="*/ 3067 w 10000"/>
                    <a:gd name="connsiteY96" fmla="*/ 611 h 10000"/>
                    <a:gd name="connsiteX97" fmla="*/ 2580 w 10000"/>
                    <a:gd name="connsiteY97" fmla="*/ 611 h 10000"/>
                    <a:gd name="connsiteX98" fmla="*/ 2046 w 10000"/>
                    <a:gd name="connsiteY98" fmla="*/ 611 h 10000"/>
                    <a:gd name="connsiteX99" fmla="*/ 1556 w 10000"/>
                    <a:gd name="connsiteY99" fmla="*/ 611 h 10000"/>
                    <a:gd name="connsiteX100" fmla="*/ 1024 w 10000"/>
                    <a:gd name="connsiteY100" fmla="*/ 611 h 10000"/>
                    <a:gd name="connsiteX101" fmla="*/ 1024 w 10000"/>
                    <a:gd name="connsiteY101" fmla="*/ 1061 h 10000"/>
                    <a:gd name="connsiteX102" fmla="*/ 1024 w 10000"/>
                    <a:gd name="connsiteY102" fmla="*/ 1640 h 10000"/>
                    <a:gd name="connsiteX103" fmla="*/ 356 w 10000"/>
                    <a:gd name="connsiteY103" fmla="*/ 1640 h 10000"/>
                    <a:gd name="connsiteX104" fmla="*/ 356 w 10000"/>
                    <a:gd name="connsiteY104"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8443 w 10000"/>
                    <a:gd name="connsiteY60" fmla="*/ 5305 h 10000"/>
                    <a:gd name="connsiteX61" fmla="*/ 8666 w 10000"/>
                    <a:gd name="connsiteY61" fmla="*/ 4759 h 10000"/>
                    <a:gd name="connsiteX62" fmla="*/ 8666 w 10000"/>
                    <a:gd name="connsiteY62" fmla="*/ 4630 h 10000"/>
                    <a:gd name="connsiteX63" fmla="*/ 8623 w 10000"/>
                    <a:gd name="connsiteY63" fmla="*/ 4309 h 10000"/>
                    <a:gd name="connsiteX64" fmla="*/ 9066 w 10000"/>
                    <a:gd name="connsiteY64" fmla="*/ 3151 h 10000"/>
                    <a:gd name="connsiteX65" fmla="*/ 9199 w 10000"/>
                    <a:gd name="connsiteY65" fmla="*/ 3151 h 10000"/>
                    <a:gd name="connsiteX66" fmla="*/ 9378 w 10000"/>
                    <a:gd name="connsiteY66" fmla="*/ 3055 h 10000"/>
                    <a:gd name="connsiteX67" fmla="*/ 9912 w 10000"/>
                    <a:gd name="connsiteY67" fmla="*/ 2894 h 10000"/>
                    <a:gd name="connsiteX68" fmla="*/ 10000 w 10000"/>
                    <a:gd name="connsiteY68" fmla="*/ 2637 h 10000"/>
                    <a:gd name="connsiteX69" fmla="*/ 9957 w 10000"/>
                    <a:gd name="connsiteY69" fmla="*/ 2572 h 10000"/>
                    <a:gd name="connsiteX70" fmla="*/ 9777 w 10000"/>
                    <a:gd name="connsiteY70" fmla="*/ 2572 h 10000"/>
                    <a:gd name="connsiteX71" fmla="*/ 9644 w 10000"/>
                    <a:gd name="connsiteY71" fmla="*/ 2412 h 10000"/>
                    <a:gd name="connsiteX72" fmla="*/ 9378 w 10000"/>
                    <a:gd name="connsiteY72" fmla="*/ 2347 h 10000"/>
                    <a:gd name="connsiteX73" fmla="*/ 9244 w 10000"/>
                    <a:gd name="connsiteY73" fmla="*/ 2219 h 10000"/>
                    <a:gd name="connsiteX74" fmla="*/ 9157 w 10000"/>
                    <a:gd name="connsiteY74" fmla="*/ 1736 h 10000"/>
                    <a:gd name="connsiteX75" fmla="*/ 9157 w 10000"/>
                    <a:gd name="connsiteY75" fmla="*/ 1061 h 10000"/>
                    <a:gd name="connsiteX76" fmla="*/ 8933 w 10000"/>
                    <a:gd name="connsiteY76" fmla="*/ 836 h 10000"/>
                    <a:gd name="connsiteX77" fmla="*/ 8889 w 10000"/>
                    <a:gd name="connsiteY77" fmla="*/ 611 h 10000"/>
                    <a:gd name="connsiteX78" fmla="*/ 8534 w 10000"/>
                    <a:gd name="connsiteY78" fmla="*/ 289 h 10000"/>
                    <a:gd name="connsiteX79" fmla="*/ 8222 w 10000"/>
                    <a:gd name="connsiteY79" fmla="*/ 161 h 10000"/>
                    <a:gd name="connsiteX80" fmla="*/ 8045 w 10000"/>
                    <a:gd name="connsiteY80" fmla="*/ 0 h 10000"/>
                    <a:gd name="connsiteX81" fmla="*/ 7779 w 10000"/>
                    <a:gd name="connsiteY81" fmla="*/ 161 h 10000"/>
                    <a:gd name="connsiteX82" fmla="*/ 7600 w 10000"/>
                    <a:gd name="connsiteY82" fmla="*/ 129 h 10000"/>
                    <a:gd name="connsiteX83" fmla="*/ 7466 w 10000"/>
                    <a:gd name="connsiteY83" fmla="*/ 418 h 10000"/>
                    <a:gd name="connsiteX84" fmla="*/ 7110 w 10000"/>
                    <a:gd name="connsiteY84" fmla="*/ 482 h 10000"/>
                    <a:gd name="connsiteX85" fmla="*/ 7023 w 10000"/>
                    <a:gd name="connsiteY85" fmla="*/ 707 h 10000"/>
                    <a:gd name="connsiteX86" fmla="*/ 6711 w 10000"/>
                    <a:gd name="connsiteY86" fmla="*/ 707 h 10000"/>
                    <a:gd name="connsiteX87" fmla="*/ 6445 w 10000"/>
                    <a:gd name="connsiteY87" fmla="*/ 611 h 10000"/>
                    <a:gd name="connsiteX88" fmla="*/ 5867 w 10000"/>
                    <a:gd name="connsiteY88" fmla="*/ 611 h 10000"/>
                    <a:gd name="connsiteX89" fmla="*/ 5289 w 10000"/>
                    <a:gd name="connsiteY89" fmla="*/ 611 h 10000"/>
                    <a:gd name="connsiteX90" fmla="*/ 5333 w 10000"/>
                    <a:gd name="connsiteY90" fmla="*/ 482 h 10000"/>
                    <a:gd name="connsiteX91" fmla="*/ 5245 w 10000"/>
                    <a:gd name="connsiteY91" fmla="*/ 482 h 10000"/>
                    <a:gd name="connsiteX92" fmla="*/ 5201 w 10000"/>
                    <a:gd name="connsiteY92" fmla="*/ 611 h 10000"/>
                    <a:gd name="connsiteX93" fmla="*/ 4667 w 10000"/>
                    <a:gd name="connsiteY93" fmla="*/ 611 h 10000"/>
                    <a:gd name="connsiteX94" fmla="*/ 4134 w 10000"/>
                    <a:gd name="connsiteY94" fmla="*/ 611 h 10000"/>
                    <a:gd name="connsiteX95" fmla="*/ 3602 w 10000"/>
                    <a:gd name="connsiteY95" fmla="*/ 611 h 10000"/>
                    <a:gd name="connsiteX96" fmla="*/ 3067 w 10000"/>
                    <a:gd name="connsiteY96" fmla="*/ 611 h 10000"/>
                    <a:gd name="connsiteX97" fmla="*/ 2580 w 10000"/>
                    <a:gd name="connsiteY97" fmla="*/ 611 h 10000"/>
                    <a:gd name="connsiteX98" fmla="*/ 2046 w 10000"/>
                    <a:gd name="connsiteY98" fmla="*/ 611 h 10000"/>
                    <a:gd name="connsiteX99" fmla="*/ 1556 w 10000"/>
                    <a:gd name="connsiteY99" fmla="*/ 611 h 10000"/>
                    <a:gd name="connsiteX100" fmla="*/ 1024 w 10000"/>
                    <a:gd name="connsiteY100" fmla="*/ 611 h 10000"/>
                    <a:gd name="connsiteX101" fmla="*/ 1024 w 10000"/>
                    <a:gd name="connsiteY101" fmla="*/ 1061 h 10000"/>
                    <a:gd name="connsiteX102" fmla="*/ 1024 w 10000"/>
                    <a:gd name="connsiteY102" fmla="*/ 1640 h 10000"/>
                    <a:gd name="connsiteX103" fmla="*/ 356 w 10000"/>
                    <a:gd name="connsiteY103" fmla="*/ 1640 h 10000"/>
                    <a:gd name="connsiteX104" fmla="*/ 356 w 10000"/>
                    <a:gd name="connsiteY104"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8666 w 10000"/>
                    <a:gd name="connsiteY60" fmla="*/ 4759 h 10000"/>
                    <a:gd name="connsiteX61" fmla="*/ 8666 w 10000"/>
                    <a:gd name="connsiteY61" fmla="*/ 4630 h 10000"/>
                    <a:gd name="connsiteX62" fmla="*/ 8623 w 10000"/>
                    <a:gd name="connsiteY62" fmla="*/ 4309 h 10000"/>
                    <a:gd name="connsiteX63" fmla="*/ 9066 w 10000"/>
                    <a:gd name="connsiteY63" fmla="*/ 3151 h 10000"/>
                    <a:gd name="connsiteX64" fmla="*/ 9199 w 10000"/>
                    <a:gd name="connsiteY64" fmla="*/ 3151 h 10000"/>
                    <a:gd name="connsiteX65" fmla="*/ 9378 w 10000"/>
                    <a:gd name="connsiteY65" fmla="*/ 3055 h 10000"/>
                    <a:gd name="connsiteX66" fmla="*/ 9912 w 10000"/>
                    <a:gd name="connsiteY66" fmla="*/ 2894 h 10000"/>
                    <a:gd name="connsiteX67" fmla="*/ 10000 w 10000"/>
                    <a:gd name="connsiteY67" fmla="*/ 2637 h 10000"/>
                    <a:gd name="connsiteX68" fmla="*/ 9957 w 10000"/>
                    <a:gd name="connsiteY68" fmla="*/ 2572 h 10000"/>
                    <a:gd name="connsiteX69" fmla="*/ 9777 w 10000"/>
                    <a:gd name="connsiteY69" fmla="*/ 2572 h 10000"/>
                    <a:gd name="connsiteX70" fmla="*/ 9644 w 10000"/>
                    <a:gd name="connsiteY70" fmla="*/ 2412 h 10000"/>
                    <a:gd name="connsiteX71" fmla="*/ 9378 w 10000"/>
                    <a:gd name="connsiteY71" fmla="*/ 2347 h 10000"/>
                    <a:gd name="connsiteX72" fmla="*/ 9244 w 10000"/>
                    <a:gd name="connsiteY72" fmla="*/ 2219 h 10000"/>
                    <a:gd name="connsiteX73" fmla="*/ 9157 w 10000"/>
                    <a:gd name="connsiteY73" fmla="*/ 1736 h 10000"/>
                    <a:gd name="connsiteX74" fmla="*/ 9157 w 10000"/>
                    <a:gd name="connsiteY74" fmla="*/ 1061 h 10000"/>
                    <a:gd name="connsiteX75" fmla="*/ 8933 w 10000"/>
                    <a:gd name="connsiteY75" fmla="*/ 836 h 10000"/>
                    <a:gd name="connsiteX76" fmla="*/ 8889 w 10000"/>
                    <a:gd name="connsiteY76" fmla="*/ 611 h 10000"/>
                    <a:gd name="connsiteX77" fmla="*/ 8534 w 10000"/>
                    <a:gd name="connsiteY77" fmla="*/ 289 h 10000"/>
                    <a:gd name="connsiteX78" fmla="*/ 8222 w 10000"/>
                    <a:gd name="connsiteY78" fmla="*/ 161 h 10000"/>
                    <a:gd name="connsiteX79" fmla="*/ 8045 w 10000"/>
                    <a:gd name="connsiteY79" fmla="*/ 0 h 10000"/>
                    <a:gd name="connsiteX80" fmla="*/ 7779 w 10000"/>
                    <a:gd name="connsiteY80" fmla="*/ 161 h 10000"/>
                    <a:gd name="connsiteX81" fmla="*/ 7600 w 10000"/>
                    <a:gd name="connsiteY81" fmla="*/ 129 h 10000"/>
                    <a:gd name="connsiteX82" fmla="*/ 7466 w 10000"/>
                    <a:gd name="connsiteY82" fmla="*/ 418 h 10000"/>
                    <a:gd name="connsiteX83" fmla="*/ 7110 w 10000"/>
                    <a:gd name="connsiteY83" fmla="*/ 482 h 10000"/>
                    <a:gd name="connsiteX84" fmla="*/ 7023 w 10000"/>
                    <a:gd name="connsiteY84" fmla="*/ 707 h 10000"/>
                    <a:gd name="connsiteX85" fmla="*/ 6711 w 10000"/>
                    <a:gd name="connsiteY85" fmla="*/ 707 h 10000"/>
                    <a:gd name="connsiteX86" fmla="*/ 6445 w 10000"/>
                    <a:gd name="connsiteY86" fmla="*/ 611 h 10000"/>
                    <a:gd name="connsiteX87" fmla="*/ 5867 w 10000"/>
                    <a:gd name="connsiteY87" fmla="*/ 611 h 10000"/>
                    <a:gd name="connsiteX88" fmla="*/ 5289 w 10000"/>
                    <a:gd name="connsiteY88" fmla="*/ 611 h 10000"/>
                    <a:gd name="connsiteX89" fmla="*/ 5333 w 10000"/>
                    <a:gd name="connsiteY89" fmla="*/ 482 h 10000"/>
                    <a:gd name="connsiteX90" fmla="*/ 5245 w 10000"/>
                    <a:gd name="connsiteY90" fmla="*/ 482 h 10000"/>
                    <a:gd name="connsiteX91" fmla="*/ 5201 w 10000"/>
                    <a:gd name="connsiteY91" fmla="*/ 611 h 10000"/>
                    <a:gd name="connsiteX92" fmla="*/ 4667 w 10000"/>
                    <a:gd name="connsiteY92" fmla="*/ 611 h 10000"/>
                    <a:gd name="connsiteX93" fmla="*/ 4134 w 10000"/>
                    <a:gd name="connsiteY93" fmla="*/ 611 h 10000"/>
                    <a:gd name="connsiteX94" fmla="*/ 3602 w 10000"/>
                    <a:gd name="connsiteY94" fmla="*/ 611 h 10000"/>
                    <a:gd name="connsiteX95" fmla="*/ 3067 w 10000"/>
                    <a:gd name="connsiteY95" fmla="*/ 611 h 10000"/>
                    <a:gd name="connsiteX96" fmla="*/ 2580 w 10000"/>
                    <a:gd name="connsiteY96" fmla="*/ 611 h 10000"/>
                    <a:gd name="connsiteX97" fmla="*/ 2046 w 10000"/>
                    <a:gd name="connsiteY97" fmla="*/ 611 h 10000"/>
                    <a:gd name="connsiteX98" fmla="*/ 1556 w 10000"/>
                    <a:gd name="connsiteY98" fmla="*/ 611 h 10000"/>
                    <a:gd name="connsiteX99" fmla="*/ 1024 w 10000"/>
                    <a:gd name="connsiteY99" fmla="*/ 611 h 10000"/>
                    <a:gd name="connsiteX100" fmla="*/ 1024 w 10000"/>
                    <a:gd name="connsiteY100" fmla="*/ 1061 h 10000"/>
                    <a:gd name="connsiteX101" fmla="*/ 1024 w 10000"/>
                    <a:gd name="connsiteY101" fmla="*/ 1640 h 10000"/>
                    <a:gd name="connsiteX102" fmla="*/ 356 w 10000"/>
                    <a:gd name="connsiteY102" fmla="*/ 1640 h 10000"/>
                    <a:gd name="connsiteX103" fmla="*/ 356 w 10000"/>
                    <a:gd name="connsiteY103"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8666 w 10000"/>
                    <a:gd name="connsiteY60" fmla="*/ 4630 h 10000"/>
                    <a:gd name="connsiteX61" fmla="*/ 8623 w 10000"/>
                    <a:gd name="connsiteY61" fmla="*/ 4309 h 10000"/>
                    <a:gd name="connsiteX62" fmla="*/ 9066 w 10000"/>
                    <a:gd name="connsiteY62" fmla="*/ 3151 h 10000"/>
                    <a:gd name="connsiteX63" fmla="*/ 9199 w 10000"/>
                    <a:gd name="connsiteY63" fmla="*/ 3151 h 10000"/>
                    <a:gd name="connsiteX64" fmla="*/ 9378 w 10000"/>
                    <a:gd name="connsiteY64" fmla="*/ 3055 h 10000"/>
                    <a:gd name="connsiteX65" fmla="*/ 9912 w 10000"/>
                    <a:gd name="connsiteY65" fmla="*/ 2894 h 10000"/>
                    <a:gd name="connsiteX66" fmla="*/ 10000 w 10000"/>
                    <a:gd name="connsiteY66" fmla="*/ 2637 h 10000"/>
                    <a:gd name="connsiteX67" fmla="*/ 9957 w 10000"/>
                    <a:gd name="connsiteY67" fmla="*/ 2572 h 10000"/>
                    <a:gd name="connsiteX68" fmla="*/ 9777 w 10000"/>
                    <a:gd name="connsiteY68" fmla="*/ 2572 h 10000"/>
                    <a:gd name="connsiteX69" fmla="*/ 9644 w 10000"/>
                    <a:gd name="connsiteY69" fmla="*/ 2412 h 10000"/>
                    <a:gd name="connsiteX70" fmla="*/ 9378 w 10000"/>
                    <a:gd name="connsiteY70" fmla="*/ 2347 h 10000"/>
                    <a:gd name="connsiteX71" fmla="*/ 9244 w 10000"/>
                    <a:gd name="connsiteY71" fmla="*/ 2219 h 10000"/>
                    <a:gd name="connsiteX72" fmla="*/ 9157 w 10000"/>
                    <a:gd name="connsiteY72" fmla="*/ 1736 h 10000"/>
                    <a:gd name="connsiteX73" fmla="*/ 9157 w 10000"/>
                    <a:gd name="connsiteY73" fmla="*/ 1061 h 10000"/>
                    <a:gd name="connsiteX74" fmla="*/ 8933 w 10000"/>
                    <a:gd name="connsiteY74" fmla="*/ 836 h 10000"/>
                    <a:gd name="connsiteX75" fmla="*/ 8889 w 10000"/>
                    <a:gd name="connsiteY75" fmla="*/ 611 h 10000"/>
                    <a:gd name="connsiteX76" fmla="*/ 8534 w 10000"/>
                    <a:gd name="connsiteY76" fmla="*/ 289 h 10000"/>
                    <a:gd name="connsiteX77" fmla="*/ 8222 w 10000"/>
                    <a:gd name="connsiteY77" fmla="*/ 161 h 10000"/>
                    <a:gd name="connsiteX78" fmla="*/ 8045 w 10000"/>
                    <a:gd name="connsiteY78" fmla="*/ 0 h 10000"/>
                    <a:gd name="connsiteX79" fmla="*/ 7779 w 10000"/>
                    <a:gd name="connsiteY79" fmla="*/ 161 h 10000"/>
                    <a:gd name="connsiteX80" fmla="*/ 7600 w 10000"/>
                    <a:gd name="connsiteY80" fmla="*/ 129 h 10000"/>
                    <a:gd name="connsiteX81" fmla="*/ 7466 w 10000"/>
                    <a:gd name="connsiteY81" fmla="*/ 418 h 10000"/>
                    <a:gd name="connsiteX82" fmla="*/ 7110 w 10000"/>
                    <a:gd name="connsiteY82" fmla="*/ 482 h 10000"/>
                    <a:gd name="connsiteX83" fmla="*/ 7023 w 10000"/>
                    <a:gd name="connsiteY83" fmla="*/ 707 h 10000"/>
                    <a:gd name="connsiteX84" fmla="*/ 6711 w 10000"/>
                    <a:gd name="connsiteY84" fmla="*/ 707 h 10000"/>
                    <a:gd name="connsiteX85" fmla="*/ 6445 w 10000"/>
                    <a:gd name="connsiteY85" fmla="*/ 611 h 10000"/>
                    <a:gd name="connsiteX86" fmla="*/ 5867 w 10000"/>
                    <a:gd name="connsiteY86" fmla="*/ 611 h 10000"/>
                    <a:gd name="connsiteX87" fmla="*/ 5289 w 10000"/>
                    <a:gd name="connsiteY87" fmla="*/ 611 h 10000"/>
                    <a:gd name="connsiteX88" fmla="*/ 5333 w 10000"/>
                    <a:gd name="connsiteY88" fmla="*/ 482 h 10000"/>
                    <a:gd name="connsiteX89" fmla="*/ 5245 w 10000"/>
                    <a:gd name="connsiteY89" fmla="*/ 482 h 10000"/>
                    <a:gd name="connsiteX90" fmla="*/ 5201 w 10000"/>
                    <a:gd name="connsiteY90" fmla="*/ 611 h 10000"/>
                    <a:gd name="connsiteX91" fmla="*/ 4667 w 10000"/>
                    <a:gd name="connsiteY91" fmla="*/ 611 h 10000"/>
                    <a:gd name="connsiteX92" fmla="*/ 4134 w 10000"/>
                    <a:gd name="connsiteY92" fmla="*/ 611 h 10000"/>
                    <a:gd name="connsiteX93" fmla="*/ 3602 w 10000"/>
                    <a:gd name="connsiteY93" fmla="*/ 611 h 10000"/>
                    <a:gd name="connsiteX94" fmla="*/ 3067 w 10000"/>
                    <a:gd name="connsiteY94" fmla="*/ 611 h 10000"/>
                    <a:gd name="connsiteX95" fmla="*/ 2580 w 10000"/>
                    <a:gd name="connsiteY95" fmla="*/ 611 h 10000"/>
                    <a:gd name="connsiteX96" fmla="*/ 2046 w 10000"/>
                    <a:gd name="connsiteY96" fmla="*/ 611 h 10000"/>
                    <a:gd name="connsiteX97" fmla="*/ 1556 w 10000"/>
                    <a:gd name="connsiteY97" fmla="*/ 611 h 10000"/>
                    <a:gd name="connsiteX98" fmla="*/ 1024 w 10000"/>
                    <a:gd name="connsiteY98" fmla="*/ 611 h 10000"/>
                    <a:gd name="connsiteX99" fmla="*/ 1024 w 10000"/>
                    <a:gd name="connsiteY99" fmla="*/ 1061 h 10000"/>
                    <a:gd name="connsiteX100" fmla="*/ 1024 w 10000"/>
                    <a:gd name="connsiteY100" fmla="*/ 1640 h 10000"/>
                    <a:gd name="connsiteX101" fmla="*/ 356 w 10000"/>
                    <a:gd name="connsiteY101" fmla="*/ 1640 h 10000"/>
                    <a:gd name="connsiteX102" fmla="*/ 356 w 10000"/>
                    <a:gd name="connsiteY102"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8623 w 10000"/>
                    <a:gd name="connsiteY60" fmla="*/ 4309 h 10000"/>
                    <a:gd name="connsiteX61" fmla="*/ 9066 w 10000"/>
                    <a:gd name="connsiteY61" fmla="*/ 3151 h 10000"/>
                    <a:gd name="connsiteX62" fmla="*/ 9199 w 10000"/>
                    <a:gd name="connsiteY62" fmla="*/ 3151 h 10000"/>
                    <a:gd name="connsiteX63" fmla="*/ 9378 w 10000"/>
                    <a:gd name="connsiteY63" fmla="*/ 3055 h 10000"/>
                    <a:gd name="connsiteX64" fmla="*/ 9912 w 10000"/>
                    <a:gd name="connsiteY64" fmla="*/ 2894 h 10000"/>
                    <a:gd name="connsiteX65" fmla="*/ 10000 w 10000"/>
                    <a:gd name="connsiteY65" fmla="*/ 2637 h 10000"/>
                    <a:gd name="connsiteX66" fmla="*/ 9957 w 10000"/>
                    <a:gd name="connsiteY66" fmla="*/ 2572 h 10000"/>
                    <a:gd name="connsiteX67" fmla="*/ 9777 w 10000"/>
                    <a:gd name="connsiteY67" fmla="*/ 2572 h 10000"/>
                    <a:gd name="connsiteX68" fmla="*/ 9644 w 10000"/>
                    <a:gd name="connsiteY68" fmla="*/ 2412 h 10000"/>
                    <a:gd name="connsiteX69" fmla="*/ 9378 w 10000"/>
                    <a:gd name="connsiteY69" fmla="*/ 2347 h 10000"/>
                    <a:gd name="connsiteX70" fmla="*/ 9244 w 10000"/>
                    <a:gd name="connsiteY70" fmla="*/ 2219 h 10000"/>
                    <a:gd name="connsiteX71" fmla="*/ 9157 w 10000"/>
                    <a:gd name="connsiteY71" fmla="*/ 1736 h 10000"/>
                    <a:gd name="connsiteX72" fmla="*/ 9157 w 10000"/>
                    <a:gd name="connsiteY72" fmla="*/ 1061 h 10000"/>
                    <a:gd name="connsiteX73" fmla="*/ 8933 w 10000"/>
                    <a:gd name="connsiteY73" fmla="*/ 836 h 10000"/>
                    <a:gd name="connsiteX74" fmla="*/ 8889 w 10000"/>
                    <a:gd name="connsiteY74" fmla="*/ 611 h 10000"/>
                    <a:gd name="connsiteX75" fmla="*/ 8534 w 10000"/>
                    <a:gd name="connsiteY75" fmla="*/ 289 h 10000"/>
                    <a:gd name="connsiteX76" fmla="*/ 8222 w 10000"/>
                    <a:gd name="connsiteY76" fmla="*/ 161 h 10000"/>
                    <a:gd name="connsiteX77" fmla="*/ 8045 w 10000"/>
                    <a:gd name="connsiteY77" fmla="*/ 0 h 10000"/>
                    <a:gd name="connsiteX78" fmla="*/ 7779 w 10000"/>
                    <a:gd name="connsiteY78" fmla="*/ 161 h 10000"/>
                    <a:gd name="connsiteX79" fmla="*/ 7600 w 10000"/>
                    <a:gd name="connsiteY79" fmla="*/ 129 h 10000"/>
                    <a:gd name="connsiteX80" fmla="*/ 7466 w 10000"/>
                    <a:gd name="connsiteY80" fmla="*/ 418 h 10000"/>
                    <a:gd name="connsiteX81" fmla="*/ 7110 w 10000"/>
                    <a:gd name="connsiteY81" fmla="*/ 482 h 10000"/>
                    <a:gd name="connsiteX82" fmla="*/ 7023 w 10000"/>
                    <a:gd name="connsiteY82" fmla="*/ 707 h 10000"/>
                    <a:gd name="connsiteX83" fmla="*/ 6711 w 10000"/>
                    <a:gd name="connsiteY83" fmla="*/ 707 h 10000"/>
                    <a:gd name="connsiteX84" fmla="*/ 6445 w 10000"/>
                    <a:gd name="connsiteY84" fmla="*/ 611 h 10000"/>
                    <a:gd name="connsiteX85" fmla="*/ 5867 w 10000"/>
                    <a:gd name="connsiteY85" fmla="*/ 611 h 10000"/>
                    <a:gd name="connsiteX86" fmla="*/ 5289 w 10000"/>
                    <a:gd name="connsiteY86" fmla="*/ 611 h 10000"/>
                    <a:gd name="connsiteX87" fmla="*/ 5333 w 10000"/>
                    <a:gd name="connsiteY87" fmla="*/ 482 h 10000"/>
                    <a:gd name="connsiteX88" fmla="*/ 5245 w 10000"/>
                    <a:gd name="connsiteY88" fmla="*/ 482 h 10000"/>
                    <a:gd name="connsiteX89" fmla="*/ 5201 w 10000"/>
                    <a:gd name="connsiteY89" fmla="*/ 611 h 10000"/>
                    <a:gd name="connsiteX90" fmla="*/ 4667 w 10000"/>
                    <a:gd name="connsiteY90" fmla="*/ 611 h 10000"/>
                    <a:gd name="connsiteX91" fmla="*/ 4134 w 10000"/>
                    <a:gd name="connsiteY91" fmla="*/ 611 h 10000"/>
                    <a:gd name="connsiteX92" fmla="*/ 3602 w 10000"/>
                    <a:gd name="connsiteY92" fmla="*/ 611 h 10000"/>
                    <a:gd name="connsiteX93" fmla="*/ 3067 w 10000"/>
                    <a:gd name="connsiteY93" fmla="*/ 611 h 10000"/>
                    <a:gd name="connsiteX94" fmla="*/ 2580 w 10000"/>
                    <a:gd name="connsiteY94" fmla="*/ 611 h 10000"/>
                    <a:gd name="connsiteX95" fmla="*/ 2046 w 10000"/>
                    <a:gd name="connsiteY95" fmla="*/ 611 h 10000"/>
                    <a:gd name="connsiteX96" fmla="*/ 1556 w 10000"/>
                    <a:gd name="connsiteY96" fmla="*/ 611 h 10000"/>
                    <a:gd name="connsiteX97" fmla="*/ 1024 w 10000"/>
                    <a:gd name="connsiteY97" fmla="*/ 611 h 10000"/>
                    <a:gd name="connsiteX98" fmla="*/ 1024 w 10000"/>
                    <a:gd name="connsiteY98" fmla="*/ 1061 h 10000"/>
                    <a:gd name="connsiteX99" fmla="*/ 1024 w 10000"/>
                    <a:gd name="connsiteY99" fmla="*/ 1640 h 10000"/>
                    <a:gd name="connsiteX100" fmla="*/ 356 w 10000"/>
                    <a:gd name="connsiteY100" fmla="*/ 1640 h 10000"/>
                    <a:gd name="connsiteX101" fmla="*/ 356 w 10000"/>
                    <a:gd name="connsiteY101"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6086 w 10000"/>
                    <a:gd name="connsiteY60" fmla="*/ 6118 h 10000"/>
                    <a:gd name="connsiteX61" fmla="*/ 9066 w 10000"/>
                    <a:gd name="connsiteY61" fmla="*/ 3151 h 10000"/>
                    <a:gd name="connsiteX62" fmla="*/ 9199 w 10000"/>
                    <a:gd name="connsiteY62" fmla="*/ 3151 h 10000"/>
                    <a:gd name="connsiteX63" fmla="*/ 9378 w 10000"/>
                    <a:gd name="connsiteY63" fmla="*/ 3055 h 10000"/>
                    <a:gd name="connsiteX64" fmla="*/ 9912 w 10000"/>
                    <a:gd name="connsiteY64" fmla="*/ 2894 h 10000"/>
                    <a:gd name="connsiteX65" fmla="*/ 10000 w 10000"/>
                    <a:gd name="connsiteY65" fmla="*/ 2637 h 10000"/>
                    <a:gd name="connsiteX66" fmla="*/ 9957 w 10000"/>
                    <a:gd name="connsiteY66" fmla="*/ 2572 h 10000"/>
                    <a:gd name="connsiteX67" fmla="*/ 9777 w 10000"/>
                    <a:gd name="connsiteY67" fmla="*/ 2572 h 10000"/>
                    <a:gd name="connsiteX68" fmla="*/ 9644 w 10000"/>
                    <a:gd name="connsiteY68" fmla="*/ 2412 h 10000"/>
                    <a:gd name="connsiteX69" fmla="*/ 9378 w 10000"/>
                    <a:gd name="connsiteY69" fmla="*/ 2347 h 10000"/>
                    <a:gd name="connsiteX70" fmla="*/ 9244 w 10000"/>
                    <a:gd name="connsiteY70" fmla="*/ 2219 h 10000"/>
                    <a:gd name="connsiteX71" fmla="*/ 9157 w 10000"/>
                    <a:gd name="connsiteY71" fmla="*/ 1736 h 10000"/>
                    <a:gd name="connsiteX72" fmla="*/ 9157 w 10000"/>
                    <a:gd name="connsiteY72" fmla="*/ 1061 h 10000"/>
                    <a:gd name="connsiteX73" fmla="*/ 8933 w 10000"/>
                    <a:gd name="connsiteY73" fmla="*/ 836 h 10000"/>
                    <a:gd name="connsiteX74" fmla="*/ 8889 w 10000"/>
                    <a:gd name="connsiteY74" fmla="*/ 611 h 10000"/>
                    <a:gd name="connsiteX75" fmla="*/ 8534 w 10000"/>
                    <a:gd name="connsiteY75" fmla="*/ 289 h 10000"/>
                    <a:gd name="connsiteX76" fmla="*/ 8222 w 10000"/>
                    <a:gd name="connsiteY76" fmla="*/ 161 h 10000"/>
                    <a:gd name="connsiteX77" fmla="*/ 8045 w 10000"/>
                    <a:gd name="connsiteY77" fmla="*/ 0 h 10000"/>
                    <a:gd name="connsiteX78" fmla="*/ 7779 w 10000"/>
                    <a:gd name="connsiteY78" fmla="*/ 161 h 10000"/>
                    <a:gd name="connsiteX79" fmla="*/ 7600 w 10000"/>
                    <a:gd name="connsiteY79" fmla="*/ 129 h 10000"/>
                    <a:gd name="connsiteX80" fmla="*/ 7466 w 10000"/>
                    <a:gd name="connsiteY80" fmla="*/ 418 h 10000"/>
                    <a:gd name="connsiteX81" fmla="*/ 7110 w 10000"/>
                    <a:gd name="connsiteY81" fmla="*/ 482 h 10000"/>
                    <a:gd name="connsiteX82" fmla="*/ 7023 w 10000"/>
                    <a:gd name="connsiteY82" fmla="*/ 707 h 10000"/>
                    <a:gd name="connsiteX83" fmla="*/ 6711 w 10000"/>
                    <a:gd name="connsiteY83" fmla="*/ 707 h 10000"/>
                    <a:gd name="connsiteX84" fmla="*/ 6445 w 10000"/>
                    <a:gd name="connsiteY84" fmla="*/ 611 h 10000"/>
                    <a:gd name="connsiteX85" fmla="*/ 5867 w 10000"/>
                    <a:gd name="connsiteY85" fmla="*/ 611 h 10000"/>
                    <a:gd name="connsiteX86" fmla="*/ 5289 w 10000"/>
                    <a:gd name="connsiteY86" fmla="*/ 611 h 10000"/>
                    <a:gd name="connsiteX87" fmla="*/ 5333 w 10000"/>
                    <a:gd name="connsiteY87" fmla="*/ 482 h 10000"/>
                    <a:gd name="connsiteX88" fmla="*/ 5245 w 10000"/>
                    <a:gd name="connsiteY88" fmla="*/ 482 h 10000"/>
                    <a:gd name="connsiteX89" fmla="*/ 5201 w 10000"/>
                    <a:gd name="connsiteY89" fmla="*/ 611 h 10000"/>
                    <a:gd name="connsiteX90" fmla="*/ 4667 w 10000"/>
                    <a:gd name="connsiteY90" fmla="*/ 611 h 10000"/>
                    <a:gd name="connsiteX91" fmla="*/ 4134 w 10000"/>
                    <a:gd name="connsiteY91" fmla="*/ 611 h 10000"/>
                    <a:gd name="connsiteX92" fmla="*/ 3602 w 10000"/>
                    <a:gd name="connsiteY92" fmla="*/ 611 h 10000"/>
                    <a:gd name="connsiteX93" fmla="*/ 3067 w 10000"/>
                    <a:gd name="connsiteY93" fmla="*/ 611 h 10000"/>
                    <a:gd name="connsiteX94" fmla="*/ 2580 w 10000"/>
                    <a:gd name="connsiteY94" fmla="*/ 611 h 10000"/>
                    <a:gd name="connsiteX95" fmla="*/ 2046 w 10000"/>
                    <a:gd name="connsiteY95" fmla="*/ 611 h 10000"/>
                    <a:gd name="connsiteX96" fmla="*/ 1556 w 10000"/>
                    <a:gd name="connsiteY96" fmla="*/ 611 h 10000"/>
                    <a:gd name="connsiteX97" fmla="*/ 1024 w 10000"/>
                    <a:gd name="connsiteY97" fmla="*/ 611 h 10000"/>
                    <a:gd name="connsiteX98" fmla="*/ 1024 w 10000"/>
                    <a:gd name="connsiteY98" fmla="*/ 1061 h 10000"/>
                    <a:gd name="connsiteX99" fmla="*/ 1024 w 10000"/>
                    <a:gd name="connsiteY99" fmla="*/ 1640 h 10000"/>
                    <a:gd name="connsiteX100" fmla="*/ 356 w 10000"/>
                    <a:gd name="connsiteY100" fmla="*/ 1640 h 10000"/>
                    <a:gd name="connsiteX101" fmla="*/ 356 w 10000"/>
                    <a:gd name="connsiteY101"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6086 w 10000"/>
                    <a:gd name="connsiteY60" fmla="*/ 6118 h 10000"/>
                    <a:gd name="connsiteX61" fmla="*/ 9199 w 10000"/>
                    <a:gd name="connsiteY61" fmla="*/ 3151 h 10000"/>
                    <a:gd name="connsiteX62" fmla="*/ 9378 w 10000"/>
                    <a:gd name="connsiteY62" fmla="*/ 3055 h 10000"/>
                    <a:gd name="connsiteX63" fmla="*/ 9912 w 10000"/>
                    <a:gd name="connsiteY63" fmla="*/ 2894 h 10000"/>
                    <a:gd name="connsiteX64" fmla="*/ 10000 w 10000"/>
                    <a:gd name="connsiteY64" fmla="*/ 2637 h 10000"/>
                    <a:gd name="connsiteX65" fmla="*/ 9957 w 10000"/>
                    <a:gd name="connsiteY65" fmla="*/ 2572 h 10000"/>
                    <a:gd name="connsiteX66" fmla="*/ 9777 w 10000"/>
                    <a:gd name="connsiteY66" fmla="*/ 2572 h 10000"/>
                    <a:gd name="connsiteX67" fmla="*/ 9644 w 10000"/>
                    <a:gd name="connsiteY67" fmla="*/ 2412 h 10000"/>
                    <a:gd name="connsiteX68" fmla="*/ 9378 w 10000"/>
                    <a:gd name="connsiteY68" fmla="*/ 2347 h 10000"/>
                    <a:gd name="connsiteX69" fmla="*/ 9244 w 10000"/>
                    <a:gd name="connsiteY69" fmla="*/ 2219 h 10000"/>
                    <a:gd name="connsiteX70" fmla="*/ 9157 w 10000"/>
                    <a:gd name="connsiteY70" fmla="*/ 1736 h 10000"/>
                    <a:gd name="connsiteX71" fmla="*/ 9157 w 10000"/>
                    <a:gd name="connsiteY71" fmla="*/ 1061 h 10000"/>
                    <a:gd name="connsiteX72" fmla="*/ 8933 w 10000"/>
                    <a:gd name="connsiteY72" fmla="*/ 836 h 10000"/>
                    <a:gd name="connsiteX73" fmla="*/ 8889 w 10000"/>
                    <a:gd name="connsiteY73" fmla="*/ 611 h 10000"/>
                    <a:gd name="connsiteX74" fmla="*/ 8534 w 10000"/>
                    <a:gd name="connsiteY74" fmla="*/ 289 h 10000"/>
                    <a:gd name="connsiteX75" fmla="*/ 8222 w 10000"/>
                    <a:gd name="connsiteY75" fmla="*/ 161 h 10000"/>
                    <a:gd name="connsiteX76" fmla="*/ 8045 w 10000"/>
                    <a:gd name="connsiteY76" fmla="*/ 0 h 10000"/>
                    <a:gd name="connsiteX77" fmla="*/ 7779 w 10000"/>
                    <a:gd name="connsiteY77" fmla="*/ 161 h 10000"/>
                    <a:gd name="connsiteX78" fmla="*/ 7600 w 10000"/>
                    <a:gd name="connsiteY78" fmla="*/ 129 h 10000"/>
                    <a:gd name="connsiteX79" fmla="*/ 7466 w 10000"/>
                    <a:gd name="connsiteY79" fmla="*/ 418 h 10000"/>
                    <a:gd name="connsiteX80" fmla="*/ 7110 w 10000"/>
                    <a:gd name="connsiteY80" fmla="*/ 482 h 10000"/>
                    <a:gd name="connsiteX81" fmla="*/ 7023 w 10000"/>
                    <a:gd name="connsiteY81" fmla="*/ 707 h 10000"/>
                    <a:gd name="connsiteX82" fmla="*/ 6711 w 10000"/>
                    <a:gd name="connsiteY82" fmla="*/ 707 h 10000"/>
                    <a:gd name="connsiteX83" fmla="*/ 6445 w 10000"/>
                    <a:gd name="connsiteY83" fmla="*/ 611 h 10000"/>
                    <a:gd name="connsiteX84" fmla="*/ 5867 w 10000"/>
                    <a:gd name="connsiteY84" fmla="*/ 611 h 10000"/>
                    <a:gd name="connsiteX85" fmla="*/ 5289 w 10000"/>
                    <a:gd name="connsiteY85" fmla="*/ 611 h 10000"/>
                    <a:gd name="connsiteX86" fmla="*/ 5333 w 10000"/>
                    <a:gd name="connsiteY86" fmla="*/ 482 h 10000"/>
                    <a:gd name="connsiteX87" fmla="*/ 5245 w 10000"/>
                    <a:gd name="connsiteY87" fmla="*/ 482 h 10000"/>
                    <a:gd name="connsiteX88" fmla="*/ 5201 w 10000"/>
                    <a:gd name="connsiteY88" fmla="*/ 611 h 10000"/>
                    <a:gd name="connsiteX89" fmla="*/ 4667 w 10000"/>
                    <a:gd name="connsiteY89" fmla="*/ 611 h 10000"/>
                    <a:gd name="connsiteX90" fmla="*/ 4134 w 10000"/>
                    <a:gd name="connsiteY90" fmla="*/ 611 h 10000"/>
                    <a:gd name="connsiteX91" fmla="*/ 3602 w 10000"/>
                    <a:gd name="connsiteY91" fmla="*/ 611 h 10000"/>
                    <a:gd name="connsiteX92" fmla="*/ 3067 w 10000"/>
                    <a:gd name="connsiteY92" fmla="*/ 611 h 10000"/>
                    <a:gd name="connsiteX93" fmla="*/ 2580 w 10000"/>
                    <a:gd name="connsiteY93" fmla="*/ 611 h 10000"/>
                    <a:gd name="connsiteX94" fmla="*/ 2046 w 10000"/>
                    <a:gd name="connsiteY94" fmla="*/ 611 h 10000"/>
                    <a:gd name="connsiteX95" fmla="*/ 1556 w 10000"/>
                    <a:gd name="connsiteY95" fmla="*/ 611 h 10000"/>
                    <a:gd name="connsiteX96" fmla="*/ 1024 w 10000"/>
                    <a:gd name="connsiteY96" fmla="*/ 611 h 10000"/>
                    <a:gd name="connsiteX97" fmla="*/ 1024 w 10000"/>
                    <a:gd name="connsiteY97" fmla="*/ 1061 h 10000"/>
                    <a:gd name="connsiteX98" fmla="*/ 1024 w 10000"/>
                    <a:gd name="connsiteY98" fmla="*/ 1640 h 10000"/>
                    <a:gd name="connsiteX99" fmla="*/ 356 w 10000"/>
                    <a:gd name="connsiteY99" fmla="*/ 1640 h 10000"/>
                    <a:gd name="connsiteX100" fmla="*/ 356 w 10000"/>
                    <a:gd name="connsiteY100"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6086 w 10000"/>
                    <a:gd name="connsiteY60" fmla="*/ 6118 h 10000"/>
                    <a:gd name="connsiteX61" fmla="*/ 9378 w 10000"/>
                    <a:gd name="connsiteY61" fmla="*/ 3055 h 10000"/>
                    <a:gd name="connsiteX62" fmla="*/ 9912 w 10000"/>
                    <a:gd name="connsiteY62" fmla="*/ 2894 h 10000"/>
                    <a:gd name="connsiteX63" fmla="*/ 10000 w 10000"/>
                    <a:gd name="connsiteY63" fmla="*/ 2637 h 10000"/>
                    <a:gd name="connsiteX64" fmla="*/ 9957 w 10000"/>
                    <a:gd name="connsiteY64" fmla="*/ 2572 h 10000"/>
                    <a:gd name="connsiteX65" fmla="*/ 9777 w 10000"/>
                    <a:gd name="connsiteY65" fmla="*/ 2572 h 10000"/>
                    <a:gd name="connsiteX66" fmla="*/ 9644 w 10000"/>
                    <a:gd name="connsiteY66" fmla="*/ 2412 h 10000"/>
                    <a:gd name="connsiteX67" fmla="*/ 9378 w 10000"/>
                    <a:gd name="connsiteY67" fmla="*/ 2347 h 10000"/>
                    <a:gd name="connsiteX68" fmla="*/ 9244 w 10000"/>
                    <a:gd name="connsiteY68" fmla="*/ 2219 h 10000"/>
                    <a:gd name="connsiteX69" fmla="*/ 9157 w 10000"/>
                    <a:gd name="connsiteY69" fmla="*/ 1736 h 10000"/>
                    <a:gd name="connsiteX70" fmla="*/ 9157 w 10000"/>
                    <a:gd name="connsiteY70" fmla="*/ 1061 h 10000"/>
                    <a:gd name="connsiteX71" fmla="*/ 8933 w 10000"/>
                    <a:gd name="connsiteY71" fmla="*/ 836 h 10000"/>
                    <a:gd name="connsiteX72" fmla="*/ 8889 w 10000"/>
                    <a:gd name="connsiteY72" fmla="*/ 611 h 10000"/>
                    <a:gd name="connsiteX73" fmla="*/ 8534 w 10000"/>
                    <a:gd name="connsiteY73" fmla="*/ 289 h 10000"/>
                    <a:gd name="connsiteX74" fmla="*/ 8222 w 10000"/>
                    <a:gd name="connsiteY74" fmla="*/ 161 h 10000"/>
                    <a:gd name="connsiteX75" fmla="*/ 8045 w 10000"/>
                    <a:gd name="connsiteY75" fmla="*/ 0 h 10000"/>
                    <a:gd name="connsiteX76" fmla="*/ 7779 w 10000"/>
                    <a:gd name="connsiteY76" fmla="*/ 161 h 10000"/>
                    <a:gd name="connsiteX77" fmla="*/ 7600 w 10000"/>
                    <a:gd name="connsiteY77" fmla="*/ 129 h 10000"/>
                    <a:gd name="connsiteX78" fmla="*/ 7466 w 10000"/>
                    <a:gd name="connsiteY78" fmla="*/ 418 h 10000"/>
                    <a:gd name="connsiteX79" fmla="*/ 7110 w 10000"/>
                    <a:gd name="connsiteY79" fmla="*/ 482 h 10000"/>
                    <a:gd name="connsiteX80" fmla="*/ 7023 w 10000"/>
                    <a:gd name="connsiteY80" fmla="*/ 707 h 10000"/>
                    <a:gd name="connsiteX81" fmla="*/ 6711 w 10000"/>
                    <a:gd name="connsiteY81" fmla="*/ 707 h 10000"/>
                    <a:gd name="connsiteX82" fmla="*/ 6445 w 10000"/>
                    <a:gd name="connsiteY82" fmla="*/ 611 h 10000"/>
                    <a:gd name="connsiteX83" fmla="*/ 5867 w 10000"/>
                    <a:gd name="connsiteY83" fmla="*/ 611 h 10000"/>
                    <a:gd name="connsiteX84" fmla="*/ 5289 w 10000"/>
                    <a:gd name="connsiteY84" fmla="*/ 611 h 10000"/>
                    <a:gd name="connsiteX85" fmla="*/ 5333 w 10000"/>
                    <a:gd name="connsiteY85" fmla="*/ 482 h 10000"/>
                    <a:gd name="connsiteX86" fmla="*/ 5245 w 10000"/>
                    <a:gd name="connsiteY86" fmla="*/ 482 h 10000"/>
                    <a:gd name="connsiteX87" fmla="*/ 5201 w 10000"/>
                    <a:gd name="connsiteY87" fmla="*/ 611 h 10000"/>
                    <a:gd name="connsiteX88" fmla="*/ 4667 w 10000"/>
                    <a:gd name="connsiteY88" fmla="*/ 611 h 10000"/>
                    <a:gd name="connsiteX89" fmla="*/ 4134 w 10000"/>
                    <a:gd name="connsiteY89" fmla="*/ 611 h 10000"/>
                    <a:gd name="connsiteX90" fmla="*/ 3602 w 10000"/>
                    <a:gd name="connsiteY90" fmla="*/ 611 h 10000"/>
                    <a:gd name="connsiteX91" fmla="*/ 3067 w 10000"/>
                    <a:gd name="connsiteY91" fmla="*/ 611 h 10000"/>
                    <a:gd name="connsiteX92" fmla="*/ 2580 w 10000"/>
                    <a:gd name="connsiteY92" fmla="*/ 611 h 10000"/>
                    <a:gd name="connsiteX93" fmla="*/ 2046 w 10000"/>
                    <a:gd name="connsiteY93" fmla="*/ 611 h 10000"/>
                    <a:gd name="connsiteX94" fmla="*/ 1556 w 10000"/>
                    <a:gd name="connsiteY94" fmla="*/ 611 h 10000"/>
                    <a:gd name="connsiteX95" fmla="*/ 1024 w 10000"/>
                    <a:gd name="connsiteY95" fmla="*/ 611 h 10000"/>
                    <a:gd name="connsiteX96" fmla="*/ 1024 w 10000"/>
                    <a:gd name="connsiteY96" fmla="*/ 1061 h 10000"/>
                    <a:gd name="connsiteX97" fmla="*/ 1024 w 10000"/>
                    <a:gd name="connsiteY97" fmla="*/ 1640 h 10000"/>
                    <a:gd name="connsiteX98" fmla="*/ 356 w 10000"/>
                    <a:gd name="connsiteY98" fmla="*/ 1640 h 10000"/>
                    <a:gd name="connsiteX99" fmla="*/ 356 w 10000"/>
                    <a:gd name="connsiteY99"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6086 w 10000"/>
                    <a:gd name="connsiteY60" fmla="*/ 6118 h 10000"/>
                    <a:gd name="connsiteX61" fmla="*/ 6093 w 10000"/>
                    <a:gd name="connsiteY61" fmla="*/ 6462 h 10000"/>
                    <a:gd name="connsiteX62" fmla="*/ 9912 w 10000"/>
                    <a:gd name="connsiteY62" fmla="*/ 2894 h 10000"/>
                    <a:gd name="connsiteX63" fmla="*/ 10000 w 10000"/>
                    <a:gd name="connsiteY63" fmla="*/ 2637 h 10000"/>
                    <a:gd name="connsiteX64" fmla="*/ 9957 w 10000"/>
                    <a:gd name="connsiteY64" fmla="*/ 2572 h 10000"/>
                    <a:gd name="connsiteX65" fmla="*/ 9777 w 10000"/>
                    <a:gd name="connsiteY65" fmla="*/ 2572 h 10000"/>
                    <a:gd name="connsiteX66" fmla="*/ 9644 w 10000"/>
                    <a:gd name="connsiteY66" fmla="*/ 2412 h 10000"/>
                    <a:gd name="connsiteX67" fmla="*/ 9378 w 10000"/>
                    <a:gd name="connsiteY67" fmla="*/ 2347 h 10000"/>
                    <a:gd name="connsiteX68" fmla="*/ 9244 w 10000"/>
                    <a:gd name="connsiteY68" fmla="*/ 2219 h 10000"/>
                    <a:gd name="connsiteX69" fmla="*/ 9157 w 10000"/>
                    <a:gd name="connsiteY69" fmla="*/ 1736 h 10000"/>
                    <a:gd name="connsiteX70" fmla="*/ 9157 w 10000"/>
                    <a:gd name="connsiteY70" fmla="*/ 1061 h 10000"/>
                    <a:gd name="connsiteX71" fmla="*/ 8933 w 10000"/>
                    <a:gd name="connsiteY71" fmla="*/ 836 h 10000"/>
                    <a:gd name="connsiteX72" fmla="*/ 8889 w 10000"/>
                    <a:gd name="connsiteY72" fmla="*/ 611 h 10000"/>
                    <a:gd name="connsiteX73" fmla="*/ 8534 w 10000"/>
                    <a:gd name="connsiteY73" fmla="*/ 289 h 10000"/>
                    <a:gd name="connsiteX74" fmla="*/ 8222 w 10000"/>
                    <a:gd name="connsiteY74" fmla="*/ 161 h 10000"/>
                    <a:gd name="connsiteX75" fmla="*/ 8045 w 10000"/>
                    <a:gd name="connsiteY75" fmla="*/ 0 h 10000"/>
                    <a:gd name="connsiteX76" fmla="*/ 7779 w 10000"/>
                    <a:gd name="connsiteY76" fmla="*/ 161 h 10000"/>
                    <a:gd name="connsiteX77" fmla="*/ 7600 w 10000"/>
                    <a:gd name="connsiteY77" fmla="*/ 129 h 10000"/>
                    <a:gd name="connsiteX78" fmla="*/ 7466 w 10000"/>
                    <a:gd name="connsiteY78" fmla="*/ 418 h 10000"/>
                    <a:gd name="connsiteX79" fmla="*/ 7110 w 10000"/>
                    <a:gd name="connsiteY79" fmla="*/ 482 h 10000"/>
                    <a:gd name="connsiteX80" fmla="*/ 7023 w 10000"/>
                    <a:gd name="connsiteY80" fmla="*/ 707 h 10000"/>
                    <a:gd name="connsiteX81" fmla="*/ 6711 w 10000"/>
                    <a:gd name="connsiteY81" fmla="*/ 707 h 10000"/>
                    <a:gd name="connsiteX82" fmla="*/ 6445 w 10000"/>
                    <a:gd name="connsiteY82" fmla="*/ 611 h 10000"/>
                    <a:gd name="connsiteX83" fmla="*/ 5867 w 10000"/>
                    <a:gd name="connsiteY83" fmla="*/ 611 h 10000"/>
                    <a:gd name="connsiteX84" fmla="*/ 5289 w 10000"/>
                    <a:gd name="connsiteY84" fmla="*/ 611 h 10000"/>
                    <a:gd name="connsiteX85" fmla="*/ 5333 w 10000"/>
                    <a:gd name="connsiteY85" fmla="*/ 482 h 10000"/>
                    <a:gd name="connsiteX86" fmla="*/ 5245 w 10000"/>
                    <a:gd name="connsiteY86" fmla="*/ 482 h 10000"/>
                    <a:gd name="connsiteX87" fmla="*/ 5201 w 10000"/>
                    <a:gd name="connsiteY87" fmla="*/ 611 h 10000"/>
                    <a:gd name="connsiteX88" fmla="*/ 4667 w 10000"/>
                    <a:gd name="connsiteY88" fmla="*/ 611 h 10000"/>
                    <a:gd name="connsiteX89" fmla="*/ 4134 w 10000"/>
                    <a:gd name="connsiteY89" fmla="*/ 611 h 10000"/>
                    <a:gd name="connsiteX90" fmla="*/ 3602 w 10000"/>
                    <a:gd name="connsiteY90" fmla="*/ 611 h 10000"/>
                    <a:gd name="connsiteX91" fmla="*/ 3067 w 10000"/>
                    <a:gd name="connsiteY91" fmla="*/ 611 h 10000"/>
                    <a:gd name="connsiteX92" fmla="*/ 2580 w 10000"/>
                    <a:gd name="connsiteY92" fmla="*/ 611 h 10000"/>
                    <a:gd name="connsiteX93" fmla="*/ 2046 w 10000"/>
                    <a:gd name="connsiteY93" fmla="*/ 611 h 10000"/>
                    <a:gd name="connsiteX94" fmla="*/ 1556 w 10000"/>
                    <a:gd name="connsiteY94" fmla="*/ 611 h 10000"/>
                    <a:gd name="connsiteX95" fmla="*/ 1024 w 10000"/>
                    <a:gd name="connsiteY95" fmla="*/ 611 h 10000"/>
                    <a:gd name="connsiteX96" fmla="*/ 1024 w 10000"/>
                    <a:gd name="connsiteY96" fmla="*/ 1061 h 10000"/>
                    <a:gd name="connsiteX97" fmla="*/ 1024 w 10000"/>
                    <a:gd name="connsiteY97" fmla="*/ 1640 h 10000"/>
                    <a:gd name="connsiteX98" fmla="*/ 356 w 10000"/>
                    <a:gd name="connsiteY98" fmla="*/ 1640 h 10000"/>
                    <a:gd name="connsiteX99" fmla="*/ 356 w 10000"/>
                    <a:gd name="connsiteY99" fmla="*/ 1897 h 10000"/>
                    <a:gd name="connsiteX0" fmla="*/ 356 w 10000"/>
                    <a:gd name="connsiteY0" fmla="*/ 1897 h 10000"/>
                    <a:gd name="connsiteX1" fmla="*/ 5520 w 10000"/>
                    <a:gd name="connsiteY1" fmla="*/ 6915 h 10000"/>
                    <a:gd name="connsiteX2" fmla="*/ 5155 w 10000"/>
                    <a:gd name="connsiteY2" fmla="*/ 7114 h 10000"/>
                    <a:gd name="connsiteX3" fmla="*/ 4848 w 10000"/>
                    <a:gd name="connsiteY3" fmla="*/ 6907 h 10000"/>
                    <a:gd name="connsiteX4" fmla="*/ 4403 w 10000"/>
                    <a:gd name="connsiteY4" fmla="*/ 6781 h 10000"/>
                    <a:gd name="connsiteX5" fmla="*/ 4182 w 10000"/>
                    <a:gd name="connsiteY5" fmla="*/ 7064 h 10000"/>
                    <a:gd name="connsiteX6" fmla="*/ 3635 w 10000"/>
                    <a:gd name="connsiteY6" fmla="*/ 7281 h 10000"/>
                    <a:gd name="connsiteX7" fmla="*/ 3284 w 10000"/>
                    <a:gd name="connsiteY7" fmla="*/ 7279 h 10000"/>
                    <a:gd name="connsiteX8" fmla="*/ 2517 w 10000"/>
                    <a:gd name="connsiteY8" fmla="*/ 7095 h 10000"/>
                    <a:gd name="connsiteX9" fmla="*/ 2312 w 10000"/>
                    <a:gd name="connsiteY9" fmla="*/ 7195 h 10000"/>
                    <a:gd name="connsiteX10" fmla="*/ 1800 w 10000"/>
                    <a:gd name="connsiteY10" fmla="*/ 6973 h 10000"/>
                    <a:gd name="connsiteX11" fmla="*/ 1574 w 10000"/>
                    <a:gd name="connsiteY11" fmla="*/ 6638 h 10000"/>
                    <a:gd name="connsiteX12" fmla="*/ 1198 w 10000"/>
                    <a:gd name="connsiteY12" fmla="*/ 6729 h 10000"/>
                    <a:gd name="connsiteX13" fmla="*/ 1096 w 10000"/>
                    <a:gd name="connsiteY13" fmla="*/ 6927 h 10000"/>
                    <a:gd name="connsiteX14" fmla="*/ 698 w 10000"/>
                    <a:gd name="connsiteY14" fmla="*/ 7011 h 10000"/>
                    <a:gd name="connsiteX15" fmla="*/ 436 w 10000"/>
                    <a:gd name="connsiteY15" fmla="*/ 7004 h 10000"/>
                    <a:gd name="connsiteX16" fmla="*/ 292 w 10000"/>
                    <a:gd name="connsiteY16" fmla="*/ 7161 h 10000"/>
                    <a:gd name="connsiteX17" fmla="*/ 47 w 10000"/>
                    <a:gd name="connsiteY17" fmla="*/ 6913 h 10000"/>
                    <a:gd name="connsiteX18" fmla="*/ 0 w 10000"/>
                    <a:gd name="connsiteY18" fmla="*/ 7363 h 10000"/>
                    <a:gd name="connsiteX19" fmla="*/ 89 w 10000"/>
                    <a:gd name="connsiteY19" fmla="*/ 7428 h 10000"/>
                    <a:gd name="connsiteX20" fmla="*/ 446 w 10000"/>
                    <a:gd name="connsiteY20" fmla="*/ 7460 h 10000"/>
                    <a:gd name="connsiteX21" fmla="*/ 491 w 10000"/>
                    <a:gd name="connsiteY21" fmla="*/ 7588 h 10000"/>
                    <a:gd name="connsiteX22" fmla="*/ 890 w 10000"/>
                    <a:gd name="connsiteY22" fmla="*/ 7621 h 10000"/>
                    <a:gd name="connsiteX23" fmla="*/ 1112 w 10000"/>
                    <a:gd name="connsiteY23" fmla="*/ 7749 h 10000"/>
                    <a:gd name="connsiteX24" fmla="*/ 1156 w 10000"/>
                    <a:gd name="connsiteY24" fmla="*/ 7974 h 10000"/>
                    <a:gd name="connsiteX25" fmla="*/ 1869 w 10000"/>
                    <a:gd name="connsiteY25" fmla="*/ 8360 h 10000"/>
                    <a:gd name="connsiteX26" fmla="*/ 2046 w 10000"/>
                    <a:gd name="connsiteY26" fmla="*/ 8746 h 10000"/>
                    <a:gd name="connsiteX27" fmla="*/ 2534 w 10000"/>
                    <a:gd name="connsiteY27" fmla="*/ 8939 h 10000"/>
                    <a:gd name="connsiteX28" fmla="*/ 2712 w 10000"/>
                    <a:gd name="connsiteY28" fmla="*/ 9196 h 10000"/>
                    <a:gd name="connsiteX29" fmla="*/ 3067 w 10000"/>
                    <a:gd name="connsiteY29" fmla="*/ 9518 h 10000"/>
                    <a:gd name="connsiteX30" fmla="*/ 3335 w 10000"/>
                    <a:gd name="connsiteY30" fmla="*/ 9614 h 10000"/>
                    <a:gd name="connsiteX31" fmla="*/ 3513 w 10000"/>
                    <a:gd name="connsiteY31" fmla="*/ 9518 h 10000"/>
                    <a:gd name="connsiteX32" fmla="*/ 3957 w 10000"/>
                    <a:gd name="connsiteY32" fmla="*/ 9550 h 10000"/>
                    <a:gd name="connsiteX33" fmla="*/ 4134 w 10000"/>
                    <a:gd name="connsiteY33" fmla="*/ 9486 h 10000"/>
                    <a:gd name="connsiteX34" fmla="*/ 4934 w 10000"/>
                    <a:gd name="connsiteY34" fmla="*/ 9968 h 10000"/>
                    <a:gd name="connsiteX35" fmla="*/ 4979 w 10000"/>
                    <a:gd name="connsiteY35" fmla="*/ 9968 h 10000"/>
                    <a:gd name="connsiteX36" fmla="*/ 5067 w 10000"/>
                    <a:gd name="connsiteY36" fmla="*/ 9904 h 10000"/>
                    <a:gd name="connsiteX37" fmla="*/ 5643 w 10000"/>
                    <a:gd name="connsiteY37" fmla="*/ 9904 h 10000"/>
                    <a:gd name="connsiteX38" fmla="*/ 5734 w 10000"/>
                    <a:gd name="connsiteY38" fmla="*/ 10000 h 10000"/>
                    <a:gd name="connsiteX39" fmla="*/ 6223 w 10000"/>
                    <a:gd name="connsiteY39" fmla="*/ 9871 h 10000"/>
                    <a:gd name="connsiteX40" fmla="*/ 6666 w 10000"/>
                    <a:gd name="connsiteY40" fmla="*/ 9871 h 10000"/>
                    <a:gd name="connsiteX41" fmla="*/ 6978 w 10000"/>
                    <a:gd name="connsiteY41" fmla="*/ 9743 h 10000"/>
                    <a:gd name="connsiteX42" fmla="*/ 7334 w 10000"/>
                    <a:gd name="connsiteY42" fmla="*/ 9486 h 10000"/>
                    <a:gd name="connsiteX43" fmla="*/ 8267 w 10000"/>
                    <a:gd name="connsiteY43" fmla="*/ 9486 h 10000"/>
                    <a:gd name="connsiteX44" fmla="*/ 8267 w 10000"/>
                    <a:gd name="connsiteY44" fmla="*/ 9132 h 10000"/>
                    <a:gd name="connsiteX45" fmla="*/ 7779 w 10000"/>
                    <a:gd name="connsiteY45" fmla="*/ 8971 h 10000"/>
                    <a:gd name="connsiteX46" fmla="*/ 7512 w 10000"/>
                    <a:gd name="connsiteY46" fmla="*/ 8457 h 10000"/>
                    <a:gd name="connsiteX47" fmla="*/ 7157 w 10000"/>
                    <a:gd name="connsiteY47" fmla="*/ 8264 h 10000"/>
                    <a:gd name="connsiteX48" fmla="*/ 6933 w 10000"/>
                    <a:gd name="connsiteY48" fmla="*/ 8006 h 10000"/>
                    <a:gd name="connsiteX49" fmla="*/ 6356 w 10000"/>
                    <a:gd name="connsiteY49" fmla="*/ 7814 h 10000"/>
                    <a:gd name="connsiteX50" fmla="*/ 6489 w 10000"/>
                    <a:gd name="connsiteY50" fmla="*/ 7749 h 10000"/>
                    <a:gd name="connsiteX51" fmla="*/ 6489 w 10000"/>
                    <a:gd name="connsiteY51" fmla="*/ 7588 h 10000"/>
                    <a:gd name="connsiteX52" fmla="*/ 6890 w 10000"/>
                    <a:gd name="connsiteY52" fmla="*/ 7588 h 10000"/>
                    <a:gd name="connsiteX53" fmla="*/ 7110 w 10000"/>
                    <a:gd name="connsiteY53" fmla="*/ 7460 h 10000"/>
                    <a:gd name="connsiteX54" fmla="*/ 7157 w 10000"/>
                    <a:gd name="connsiteY54" fmla="*/ 6527 h 10000"/>
                    <a:gd name="connsiteX55" fmla="*/ 7200 w 10000"/>
                    <a:gd name="connsiteY55" fmla="*/ 6559 h 10000"/>
                    <a:gd name="connsiteX56" fmla="*/ 7042 w 10000"/>
                    <a:gd name="connsiteY56" fmla="*/ 6618 h 10000"/>
                    <a:gd name="connsiteX57" fmla="*/ 6980 w 10000"/>
                    <a:gd name="connsiteY57" fmla="*/ 6745 h 10000"/>
                    <a:gd name="connsiteX58" fmla="*/ 6583 w 10000"/>
                    <a:gd name="connsiteY58" fmla="*/ 6497 h 10000"/>
                    <a:gd name="connsiteX59" fmla="*/ 6511 w 10000"/>
                    <a:gd name="connsiteY59" fmla="*/ 5828 h 10000"/>
                    <a:gd name="connsiteX60" fmla="*/ 6086 w 10000"/>
                    <a:gd name="connsiteY60" fmla="*/ 6118 h 10000"/>
                    <a:gd name="connsiteX61" fmla="*/ 6093 w 10000"/>
                    <a:gd name="connsiteY61" fmla="*/ 6462 h 10000"/>
                    <a:gd name="connsiteX62" fmla="*/ 5751 w 10000"/>
                    <a:gd name="connsiteY62" fmla="*/ 6670 h 10000"/>
                    <a:gd name="connsiteX63" fmla="*/ 10000 w 10000"/>
                    <a:gd name="connsiteY63" fmla="*/ 2637 h 10000"/>
                    <a:gd name="connsiteX64" fmla="*/ 9957 w 10000"/>
                    <a:gd name="connsiteY64" fmla="*/ 2572 h 10000"/>
                    <a:gd name="connsiteX65" fmla="*/ 9777 w 10000"/>
                    <a:gd name="connsiteY65" fmla="*/ 2572 h 10000"/>
                    <a:gd name="connsiteX66" fmla="*/ 9644 w 10000"/>
                    <a:gd name="connsiteY66" fmla="*/ 2412 h 10000"/>
                    <a:gd name="connsiteX67" fmla="*/ 9378 w 10000"/>
                    <a:gd name="connsiteY67" fmla="*/ 2347 h 10000"/>
                    <a:gd name="connsiteX68" fmla="*/ 9244 w 10000"/>
                    <a:gd name="connsiteY68" fmla="*/ 2219 h 10000"/>
                    <a:gd name="connsiteX69" fmla="*/ 9157 w 10000"/>
                    <a:gd name="connsiteY69" fmla="*/ 1736 h 10000"/>
                    <a:gd name="connsiteX70" fmla="*/ 9157 w 10000"/>
                    <a:gd name="connsiteY70" fmla="*/ 1061 h 10000"/>
                    <a:gd name="connsiteX71" fmla="*/ 8933 w 10000"/>
                    <a:gd name="connsiteY71" fmla="*/ 836 h 10000"/>
                    <a:gd name="connsiteX72" fmla="*/ 8889 w 10000"/>
                    <a:gd name="connsiteY72" fmla="*/ 611 h 10000"/>
                    <a:gd name="connsiteX73" fmla="*/ 8534 w 10000"/>
                    <a:gd name="connsiteY73" fmla="*/ 289 h 10000"/>
                    <a:gd name="connsiteX74" fmla="*/ 8222 w 10000"/>
                    <a:gd name="connsiteY74" fmla="*/ 161 h 10000"/>
                    <a:gd name="connsiteX75" fmla="*/ 8045 w 10000"/>
                    <a:gd name="connsiteY75" fmla="*/ 0 h 10000"/>
                    <a:gd name="connsiteX76" fmla="*/ 7779 w 10000"/>
                    <a:gd name="connsiteY76" fmla="*/ 161 h 10000"/>
                    <a:gd name="connsiteX77" fmla="*/ 7600 w 10000"/>
                    <a:gd name="connsiteY77" fmla="*/ 129 h 10000"/>
                    <a:gd name="connsiteX78" fmla="*/ 7466 w 10000"/>
                    <a:gd name="connsiteY78" fmla="*/ 418 h 10000"/>
                    <a:gd name="connsiteX79" fmla="*/ 7110 w 10000"/>
                    <a:gd name="connsiteY79" fmla="*/ 482 h 10000"/>
                    <a:gd name="connsiteX80" fmla="*/ 7023 w 10000"/>
                    <a:gd name="connsiteY80" fmla="*/ 707 h 10000"/>
                    <a:gd name="connsiteX81" fmla="*/ 6711 w 10000"/>
                    <a:gd name="connsiteY81" fmla="*/ 707 h 10000"/>
                    <a:gd name="connsiteX82" fmla="*/ 6445 w 10000"/>
                    <a:gd name="connsiteY82" fmla="*/ 611 h 10000"/>
                    <a:gd name="connsiteX83" fmla="*/ 5867 w 10000"/>
                    <a:gd name="connsiteY83" fmla="*/ 611 h 10000"/>
                    <a:gd name="connsiteX84" fmla="*/ 5289 w 10000"/>
                    <a:gd name="connsiteY84" fmla="*/ 611 h 10000"/>
                    <a:gd name="connsiteX85" fmla="*/ 5333 w 10000"/>
                    <a:gd name="connsiteY85" fmla="*/ 482 h 10000"/>
                    <a:gd name="connsiteX86" fmla="*/ 5245 w 10000"/>
                    <a:gd name="connsiteY86" fmla="*/ 482 h 10000"/>
                    <a:gd name="connsiteX87" fmla="*/ 5201 w 10000"/>
                    <a:gd name="connsiteY87" fmla="*/ 611 h 10000"/>
                    <a:gd name="connsiteX88" fmla="*/ 4667 w 10000"/>
                    <a:gd name="connsiteY88" fmla="*/ 611 h 10000"/>
                    <a:gd name="connsiteX89" fmla="*/ 4134 w 10000"/>
                    <a:gd name="connsiteY89" fmla="*/ 611 h 10000"/>
                    <a:gd name="connsiteX90" fmla="*/ 3602 w 10000"/>
                    <a:gd name="connsiteY90" fmla="*/ 611 h 10000"/>
                    <a:gd name="connsiteX91" fmla="*/ 3067 w 10000"/>
                    <a:gd name="connsiteY91" fmla="*/ 611 h 10000"/>
                    <a:gd name="connsiteX92" fmla="*/ 2580 w 10000"/>
                    <a:gd name="connsiteY92" fmla="*/ 611 h 10000"/>
                    <a:gd name="connsiteX93" fmla="*/ 2046 w 10000"/>
                    <a:gd name="connsiteY93" fmla="*/ 611 h 10000"/>
                    <a:gd name="connsiteX94" fmla="*/ 1556 w 10000"/>
                    <a:gd name="connsiteY94" fmla="*/ 611 h 10000"/>
                    <a:gd name="connsiteX95" fmla="*/ 1024 w 10000"/>
                    <a:gd name="connsiteY95" fmla="*/ 611 h 10000"/>
                    <a:gd name="connsiteX96" fmla="*/ 1024 w 10000"/>
                    <a:gd name="connsiteY96" fmla="*/ 1061 h 10000"/>
                    <a:gd name="connsiteX97" fmla="*/ 1024 w 10000"/>
                    <a:gd name="connsiteY97" fmla="*/ 1640 h 10000"/>
                    <a:gd name="connsiteX98" fmla="*/ 356 w 10000"/>
                    <a:gd name="connsiteY98" fmla="*/ 1640 h 10000"/>
                    <a:gd name="connsiteX99" fmla="*/ 356 w 10000"/>
                    <a:gd name="connsiteY99" fmla="*/ 1897 h 10000"/>
                    <a:gd name="connsiteX0" fmla="*/ 356 w 9957"/>
                    <a:gd name="connsiteY0" fmla="*/ 1897 h 10000"/>
                    <a:gd name="connsiteX1" fmla="*/ 5520 w 9957"/>
                    <a:gd name="connsiteY1" fmla="*/ 6915 h 10000"/>
                    <a:gd name="connsiteX2" fmla="*/ 5155 w 9957"/>
                    <a:gd name="connsiteY2" fmla="*/ 7114 h 10000"/>
                    <a:gd name="connsiteX3" fmla="*/ 4848 w 9957"/>
                    <a:gd name="connsiteY3" fmla="*/ 6907 h 10000"/>
                    <a:gd name="connsiteX4" fmla="*/ 4403 w 9957"/>
                    <a:gd name="connsiteY4" fmla="*/ 6781 h 10000"/>
                    <a:gd name="connsiteX5" fmla="*/ 4182 w 9957"/>
                    <a:gd name="connsiteY5" fmla="*/ 7064 h 10000"/>
                    <a:gd name="connsiteX6" fmla="*/ 3635 w 9957"/>
                    <a:gd name="connsiteY6" fmla="*/ 7281 h 10000"/>
                    <a:gd name="connsiteX7" fmla="*/ 3284 w 9957"/>
                    <a:gd name="connsiteY7" fmla="*/ 7279 h 10000"/>
                    <a:gd name="connsiteX8" fmla="*/ 2517 w 9957"/>
                    <a:gd name="connsiteY8" fmla="*/ 7095 h 10000"/>
                    <a:gd name="connsiteX9" fmla="*/ 2312 w 9957"/>
                    <a:gd name="connsiteY9" fmla="*/ 7195 h 10000"/>
                    <a:gd name="connsiteX10" fmla="*/ 1800 w 9957"/>
                    <a:gd name="connsiteY10" fmla="*/ 6973 h 10000"/>
                    <a:gd name="connsiteX11" fmla="*/ 1574 w 9957"/>
                    <a:gd name="connsiteY11" fmla="*/ 6638 h 10000"/>
                    <a:gd name="connsiteX12" fmla="*/ 1198 w 9957"/>
                    <a:gd name="connsiteY12" fmla="*/ 6729 h 10000"/>
                    <a:gd name="connsiteX13" fmla="*/ 1096 w 9957"/>
                    <a:gd name="connsiteY13" fmla="*/ 6927 h 10000"/>
                    <a:gd name="connsiteX14" fmla="*/ 698 w 9957"/>
                    <a:gd name="connsiteY14" fmla="*/ 7011 h 10000"/>
                    <a:gd name="connsiteX15" fmla="*/ 436 w 9957"/>
                    <a:gd name="connsiteY15" fmla="*/ 7004 h 10000"/>
                    <a:gd name="connsiteX16" fmla="*/ 292 w 9957"/>
                    <a:gd name="connsiteY16" fmla="*/ 7161 h 10000"/>
                    <a:gd name="connsiteX17" fmla="*/ 47 w 9957"/>
                    <a:gd name="connsiteY17" fmla="*/ 6913 h 10000"/>
                    <a:gd name="connsiteX18" fmla="*/ 0 w 9957"/>
                    <a:gd name="connsiteY18" fmla="*/ 7363 h 10000"/>
                    <a:gd name="connsiteX19" fmla="*/ 89 w 9957"/>
                    <a:gd name="connsiteY19" fmla="*/ 7428 h 10000"/>
                    <a:gd name="connsiteX20" fmla="*/ 446 w 9957"/>
                    <a:gd name="connsiteY20" fmla="*/ 7460 h 10000"/>
                    <a:gd name="connsiteX21" fmla="*/ 491 w 9957"/>
                    <a:gd name="connsiteY21" fmla="*/ 7588 h 10000"/>
                    <a:gd name="connsiteX22" fmla="*/ 890 w 9957"/>
                    <a:gd name="connsiteY22" fmla="*/ 7621 h 10000"/>
                    <a:gd name="connsiteX23" fmla="*/ 1112 w 9957"/>
                    <a:gd name="connsiteY23" fmla="*/ 7749 h 10000"/>
                    <a:gd name="connsiteX24" fmla="*/ 1156 w 9957"/>
                    <a:gd name="connsiteY24" fmla="*/ 7974 h 10000"/>
                    <a:gd name="connsiteX25" fmla="*/ 1869 w 9957"/>
                    <a:gd name="connsiteY25" fmla="*/ 8360 h 10000"/>
                    <a:gd name="connsiteX26" fmla="*/ 2046 w 9957"/>
                    <a:gd name="connsiteY26" fmla="*/ 8746 h 10000"/>
                    <a:gd name="connsiteX27" fmla="*/ 2534 w 9957"/>
                    <a:gd name="connsiteY27" fmla="*/ 8939 h 10000"/>
                    <a:gd name="connsiteX28" fmla="*/ 2712 w 9957"/>
                    <a:gd name="connsiteY28" fmla="*/ 9196 h 10000"/>
                    <a:gd name="connsiteX29" fmla="*/ 3067 w 9957"/>
                    <a:gd name="connsiteY29" fmla="*/ 9518 h 10000"/>
                    <a:gd name="connsiteX30" fmla="*/ 3335 w 9957"/>
                    <a:gd name="connsiteY30" fmla="*/ 9614 h 10000"/>
                    <a:gd name="connsiteX31" fmla="*/ 3513 w 9957"/>
                    <a:gd name="connsiteY31" fmla="*/ 9518 h 10000"/>
                    <a:gd name="connsiteX32" fmla="*/ 3957 w 9957"/>
                    <a:gd name="connsiteY32" fmla="*/ 9550 h 10000"/>
                    <a:gd name="connsiteX33" fmla="*/ 4134 w 9957"/>
                    <a:gd name="connsiteY33" fmla="*/ 9486 h 10000"/>
                    <a:gd name="connsiteX34" fmla="*/ 4934 w 9957"/>
                    <a:gd name="connsiteY34" fmla="*/ 9968 h 10000"/>
                    <a:gd name="connsiteX35" fmla="*/ 4979 w 9957"/>
                    <a:gd name="connsiteY35" fmla="*/ 9968 h 10000"/>
                    <a:gd name="connsiteX36" fmla="*/ 5067 w 9957"/>
                    <a:gd name="connsiteY36" fmla="*/ 9904 h 10000"/>
                    <a:gd name="connsiteX37" fmla="*/ 5643 w 9957"/>
                    <a:gd name="connsiteY37" fmla="*/ 9904 h 10000"/>
                    <a:gd name="connsiteX38" fmla="*/ 5734 w 9957"/>
                    <a:gd name="connsiteY38" fmla="*/ 10000 h 10000"/>
                    <a:gd name="connsiteX39" fmla="*/ 6223 w 9957"/>
                    <a:gd name="connsiteY39" fmla="*/ 9871 h 10000"/>
                    <a:gd name="connsiteX40" fmla="*/ 6666 w 9957"/>
                    <a:gd name="connsiteY40" fmla="*/ 9871 h 10000"/>
                    <a:gd name="connsiteX41" fmla="*/ 6978 w 9957"/>
                    <a:gd name="connsiteY41" fmla="*/ 9743 h 10000"/>
                    <a:gd name="connsiteX42" fmla="*/ 7334 w 9957"/>
                    <a:gd name="connsiteY42" fmla="*/ 9486 h 10000"/>
                    <a:gd name="connsiteX43" fmla="*/ 8267 w 9957"/>
                    <a:gd name="connsiteY43" fmla="*/ 9486 h 10000"/>
                    <a:gd name="connsiteX44" fmla="*/ 8267 w 9957"/>
                    <a:gd name="connsiteY44" fmla="*/ 9132 h 10000"/>
                    <a:gd name="connsiteX45" fmla="*/ 7779 w 9957"/>
                    <a:gd name="connsiteY45" fmla="*/ 8971 h 10000"/>
                    <a:gd name="connsiteX46" fmla="*/ 7512 w 9957"/>
                    <a:gd name="connsiteY46" fmla="*/ 8457 h 10000"/>
                    <a:gd name="connsiteX47" fmla="*/ 7157 w 9957"/>
                    <a:gd name="connsiteY47" fmla="*/ 8264 h 10000"/>
                    <a:gd name="connsiteX48" fmla="*/ 6933 w 9957"/>
                    <a:gd name="connsiteY48" fmla="*/ 8006 h 10000"/>
                    <a:gd name="connsiteX49" fmla="*/ 6356 w 9957"/>
                    <a:gd name="connsiteY49" fmla="*/ 7814 h 10000"/>
                    <a:gd name="connsiteX50" fmla="*/ 6489 w 9957"/>
                    <a:gd name="connsiteY50" fmla="*/ 7749 h 10000"/>
                    <a:gd name="connsiteX51" fmla="*/ 6489 w 9957"/>
                    <a:gd name="connsiteY51" fmla="*/ 7588 h 10000"/>
                    <a:gd name="connsiteX52" fmla="*/ 6890 w 9957"/>
                    <a:gd name="connsiteY52" fmla="*/ 7588 h 10000"/>
                    <a:gd name="connsiteX53" fmla="*/ 7110 w 9957"/>
                    <a:gd name="connsiteY53" fmla="*/ 7460 h 10000"/>
                    <a:gd name="connsiteX54" fmla="*/ 7157 w 9957"/>
                    <a:gd name="connsiteY54" fmla="*/ 6527 h 10000"/>
                    <a:gd name="connsiteX55" fmla="*/ 7200 w 9957"/>
                    <a:gd name="connsiteY55" fmla="*/ 6559 h 10000"/>
                    <a:gd name="connsiteX56" fmla="*/ 7042 w 9957"/>
                    <a:gd name="connsiteY56" fmla="*/ 6618 h 10000"/>
                    <a:gd name="connsiteX57" fmla="*/ 6980 w 9957"/>
                    <a:gd name="connsiteY57" fmla="*/ 6745 h 10000"/>
                    <a:gd name="connsiteX58" fmla="*/ 6583 w 9957"/>
                    <a:gd name="connsiteY58" fmla="*/ 6497 h 10000"/>
                    <a:gd name="connsiteX59" fmla="*/ 6511 w 9957"/>
                    <a:gd name="connsiteY59" fmla="*/ 5828 h 10000"/>
                    <a:gd name="connsiteX60" fmla="*/ 6086 w 9957"/>
                    <a:gd name="connsiteY60" fmla="*/ 6118 h 10000"/>
                    <a:gd name="connsiteX61" fmla="*/ 6093 w 9957"/>
                    <a:gd name="connsiteY61" fmla="*/ 6462 h 10000"/>
                    <a:gd name="connsiteX62" fmla="*/ 5751 w 9957"/>
                    <a:gd name="connsiteY62" fmla="*/ 6670 h 10000"/>
                    <a:gd name="connsiteX63" fmla="*/ 9957 w 9957"/>
                    <a:gd name="connsiteY63" fmla="*/ 2572 h 10000"/>
                    <a:gd name="connsiteX64" fmla="*/ 9777 w 9957"/>
                    <a:gd name="connsiteY64" fmla="*/ 2572 h 10000"/>
                    <a:gd name="connsiteX65" fmla="*/ 9644 w 9957"/>
                    <a:gd name="connsiteY65" fmla="*/ 2412 h 10000"/>
                    <a:gd name="connsiteX66" fmla="*/ 9378 w 9957"/>
                    <a:gd name="connsiteY66" fmla="*/ 2347 h 10000"/>
                    <a:gd name="connsiteX67" fmla="*/ 9244 w 9957"/>
                    <a:gd name="connsiteY67" fmla="*/ 2219 h 10000"/>
                    <a:gd name="connsiteX68" fmla="*/ 9157 w 9957"/>
                    <a:gd name="connsiteY68" fmla="*/ 1736 h 10000"/>
                    <a:gd name="connsiteX69" fmla="*/ 9157 w 9957"/>
                    <a:gd name="connsiteY69" fmla="*/ 1061 h 10000"/>
                    <a:gd name="connsiteX70" fmla="*/ 8933 w 9957"/>
                    <a:gd name="connsiteY70" fmla="*/ 836 h 10000"/>
                    <a:gd name="connsiteX71" fmla="*/ 8889 w 9957"/>
                    <a:gd name="connsiteY71" fmla="*/ 611 h 10000"/>
                    <a:gd name="connsiteX72" fmla="*/ 8534 w 9957"/>
                    <a:gd name="connsiteY72" fmla="*/ 289 h 10000"/>
                    <a:gd name="connsiteX73" fmla="*/ 8222 w 9957"/>
                    <a:gd name="connsiteY73" fmla="*/ 161 h 10000"/>
                    <a:gd name="connsiteX74" fmla="*/ 8045 w 9957"/>
                    <a:gd name="connsiteY74" fmla="*/ 0 h 10000"/>
                    <a:gd name="connsiteX75" fmla="*/ 7779 w 9957"/>
                    <a:gd name="connsiteY75" fmla="*/ 161 h 10000"/>
                    <a:gd name="connsiteX76" fmla="*/ 7600 w 9957"/>
                    <a:gd name="connsiteY76" fmla="*/ 129 h 10000"/>
                    <a:gd name="connsiteX77" fmla="*/ 7466 w 9957"/>
                    <a:gd name="connsiteY77" fmla="*/ 418 h 10000"/>
                    <a:gd name="connsiteX78" fmla="*/ 7110 w 9957"/>
                    <a:gd name="connsiteY78" fmla="*/ 482 h 10000"/>
                    <a:gd name="connsiteX79" fmla="*/ 7023 w 9957"/>
                    <a:gd name="connsiteY79" fmla="*/ 707 h 10000"/>
                    <a:gd name="connsiteX80" fmla="*/ 6711 w 9957"/>
                    <a:gd name="connsiteY80" fmla="*/ 707 h 10000"/>
                    <a:gd name="connsiteX81" fmla="*/ 6445 w 9957"/>
                    <a:gd name="connsiteY81" fmla="*/ 611 h 10000"/>
                    <a:gd name="connsiteX82" fmla="*/ 5867 w 9957"/>
                    <a:gd name="connsiteY82" fmla="*/ 611 h 10000"/>
                    <a:gd name="connsiteX83" fmla="*/ 5289 w 9957"/>
                    <a:gd name="connsiteY83" fmla="*/ 611 h 10000"/>
                    <a:gd name="connsiteX84" fmla="*/ 5333 w 9957"/>
                    <a:gd name="connsiteY84" fmla="*/ 482 h 10000"/>
                    <a:gd name="connsiteX85" fmla="*/ 5245 w 9957"/>
                    <a:gd name="connsiteY85" fmla="*/ 482 h 10000"/>
                    <a:gd name="connsiteX86" fmla="*/ 5201 w 9957"/>
                    <a:gd name="connsiteY86" fmla="*/ 611 h 10000"/>
                    <a:gd name="connsiteX87" fmla="*/ 4667 w 9957"/>
                    <a:gd name="connsiteY87" fmla="*/ 611 h 10000"/>
                    <a:gd name="connsiteX88" fmla="*/ 4134 w 9957"/>
                    <a:gd name="connsiteY88" fmla="*/ 611 h 10000"/>
                    <a:gd name="connsiteX89" fmla="*/ 3602 w 9957"/>
                    <a:gd name="connsiteY89" fmla="*/ 611 h 10000"/>
                    <a:gd name="connsiteX90" fmla="*/ 3067 w 9957"/>
                    <a:gd name="connsiteY90" fmla="*/ 611 h 10000"/>
                    <a:gd name="connsiteX91" fmla="*/ 2580 w 9957"/>
                    <a:gd name="connsiteY91" fmla="*/ 611 h 10000"/>
                    <a:gd name="connsiteX92" fmla="*/ 2046 w 9957"/>
                    <a:gd name="connsiteY92" fmla="*/ 611 h 10000"/>
                    <a:gd name="connsiteX93" fmla="*/ 1556 w 9957"/>
                    <a:gd name="connsiteY93" fmla="*/ 611 h 10000"/>
                    <a:gd name="connsiteX94" fmla="*/ 1024 w 9957"/>
                    <a:gd name="connsiteY94" fmla="*/ 611 h 10000"/>
                    <a:gd name="connsiteX95" fmla="*/ 1024 w 9957"/>
                    <a:gd name="connsiteY95" fmla="*/ 1061 h 10000"/>
                    <a:gd name="connsiteX96" fmla="*/ 1024 w 9957"/>
                    <a:gd name="connsiteY96" fmla="*/ 1640 h 10000"/>
                    <a:gd name="connsiteX97" fmla="*/ 356 w 9957"/>
                    <a:gd name="connsiteY97" fmla="*/ 1640 h 10000"/>
                    <a:gd name="connsiteX98" fmla="*/ 356 w 9957"/>
                    <a:gd name="connsiteY98" fmla="*/ 1897 h 10000"/>
                    <a:gd name="connsiteX0" fmla="*/ 358 w 9819"/>
                    <a:gd name="connsiteY0" fmla="*/ 1897 h 10000"/>
                    <a:gd name="connsiteX1" fmla="*/ 5544 w 9819"/>
                    <a:gd name="connsiteY1" fmla="*/ 6915 h 10000"/>
                    <a:gd name="connsiteX2" fmla="*/ 5177 w 9819"/>
                    <a:gd name="connsiteY2" fmla="*/ 7114 h 10000"/>
                    <a:gd name="connsiteX3" fmla="*/ 4869 w 9819"/>
                    <a:gd name="connsiteY3" fmla="*/ 6907 h 10000"/>
                    <a:gd name="connsiteX4" fmla="*/ 4422 w 9819"/>
                    <a:gd name="connsiteY4" fmla="*/ 6781 h 10000"/>
                    <a:gd name="connsiteX5" fmla="*/ 4200 w 9819"/>
                    <a:gd name="connsiteY5" fmla="*/ 7064 h 10000"/>
                    <a:gd name="connsiteX6" fmla="*/ 3651 w 9819"/>
                    <a:gd name="connsiteY6" fmla="*/ 7281 h 10000"/>
                    <a:gd name="connsiteX7" fmla="*/ 3298 w 9819"/>
                    <a:gd name="connsiteY7" fmla="*/ 7279 h 10000"/>
                    <a:gd name="connsiteX8" fmla="*/ 2528 w 9819"/>
                    <a:gd name="connsiteY8" fmla="*/ 7095 h 10000"/>
                    <a:gd name="connsiteX9" fmla="*/ 2322 w 9819"/>
                    <a:gd name="connsiteY9" fmla="*/ 7195 h 10000"/>
                    <a:gd name="connsiteX10" fmla="*/ 1808 w 9819"/>
                    <a:gd name="connsiteY10" fmla="*/ 6973 h 10000"/>
                    <a:gd name="connsiteX11" fmla="*/ 1581 w 9819"/>
                    <a:gd name="connsiteY11" fmla="*/ 6638 h 10000"/>
                    <a:gd name="connsiteX12" fmla="*/ 1203 w 9819"/>
                    <a:gd name="connsiteY12" fmla="*/ 6729 h 10000"/>
                    <a:gd name="connsiteX13" fmla="*/ 1101 w 9819"/>
                    <a:gd name="connsiteY13" fmla="*/ 6927 h 10000"/>
                    <a:gd name="connsiteX14" fmla="*/ 701 w 9819"/>
                    <a:gd name="connsiteY14" fmla="*/ 7011 h 10000"/>
                    <a:gd name="connsiteX15" fmla="*/ 438 w 9819"/>
                    <a:gd name="connsiteY15" fmla="*/ 7004 h 10000"/>
                    <a:gd name="connsiteX16" fmla="*/ 293 w 9819"/>
                    <a:gd name="connsiteY16" fmla="*/ 7161 h 10000"/>
                    <a:gd name="connsiteX17" fmla="*/ 47 w 9819"/>
                    <a:gd name="connsiteY17" fmla="*/ 6913 h 10000"/>
                    <a:gd name="connsiteX18" fmla="*/ 0 w 9819"/>
                    <a:gd name="connsiteY18" fmla="*/ 7363 h 10000"/>
                    <a:gd name="connsiteX19" fmla="*/ 89 w 9819"/>
                    <a:gd name="connsiteY19" fmla="*/ 7428 h 10000"/>
                    <a:gd name="connsiteX20" fmla="*/ 448 w 9819"/>
                    <a:gd name="connsiteY20" fmla="*/ 7460 h 10000"/>
                    <a:gd name="connsiteX21" fmla="*/ 493 w 9819"/>
                    <a:gd name="connsiteY21" fmla="*/ 7588 h 10000"/>
                    <a:gd name="connsiteX22" fmla="*/ 894 w 9819"/>
                    <a:gd name="connsiteY22" fmla="*/ 7621 h 10000"/>
                    <a:gd name="connsiteX23" fmla="*/ 1117 w 9819"/>
                    <a:gd name="connsiteY23" fmla="*/ 7749 h 10000"/>
                    <a:gd name="connsiteX24" fmla="*/ 1161 w 9819"/>
                    <a:gd name="connsiteY24" fmla="*/ 7974 h 10000"/>
                    <a:gd name="connsiteX25" fmla="*/ 1877 w 9819"/>
                    <a:gd name="connsiteY25" fmla="*/ 8360 h 10000"/>
                    <a:gd name="connsiteX26" fmla="*/ 2055 w 9819"/>
                    <a:gd name="connsiteY26" fmla="*/ 8746 h 10000"/>
                    <a:gd name="connsiteX27" fmla="*/ 2545 w 9819"/>
                    <a:gd name="connsiteY27" fmla="*/ 8939 h 10000"/>
                    <a:gd name="connsiteX28" fmla="*/ 2724 w 9819"/>
                    <a:gd name="connsiteY28" fmla="*/ 9196 h 10000"/>
                    <a:gd name="connsiteX29" fmla="*/ 3080 w 9819"/>
                    <a:gd name="connsiteY29" fmla="*/ 9518 h 10000"/>
                    <a:gd name="connsiteX30" fmla="*/ 3349 w 9819"/>
                    <a:gd name="connsiteY30" fmla="*/ 9614 h 10000"/>
                    <a:gd name="connsiteX31" fmla="*/ 3528 w 9819"/>
                    <a:gd name="connsiteY31" fmla="*/ 9518 h 10000"/>
                    <a:gd name="connsiteX32" fmla="*/ 3974 w 9819"/>
                    <a:gd name="connsiteY32" fmla="*/ 9550 h 10000"/>
                    <a:gd name="connsiteX33" fmla="*/ 4152 w 9819"/>
                    <a:gd name="connsiteY33" fmla="*/ 9486 h 10000"/>
                    <a:gd name="connsiteX34" fmla="*/ 4955 w 9819"/>
                    <a:gd name="connsiteY34" fmla="*/ 9968 h 10000"/>
                    <a:gd name="connsiteX35" fmla="*/ 5001 w 9819"/>
                    <a:gd name="connsiteY35" fmla="*/ 9968 h 10000"/>
                    <a:gd name="connsiteX36" fmla="*/ 5089 w 9819"/>
                    <a:gd name="connsiteY36" fmla="*/ 9904 h 10000"/>
                    <a:gd name="connsiteX37" fmla="*/ 5667 w 9819"/>
                    <a:gd name="connsiteY37" fmla="*/ 9904 h 10000"/>
                    <a:gd name="connsiteX38" fmla="*/ 5759 w 9819"/>
                    <a:gd name="connsiteY38" fmla="*/ 10000 h 10000"/>
                    <a:gd name="connsiteX39" fmla="*/ 6250 w 9819"/>
                    <a:gd name="connsiteY39" fmla="*/ 9871 h 10000"/>
                    <a:gd name="connsiteX40" fmla="*/ 6695 w 9819"/>
                    <a:gd name="connsiteY40" fmla="*/ 9871 h 10000"/>
                    <a:gd name="connsiteX41" fmla="*/ 7008 w 9819"/>
                    <a:gd name="connsiteY41" fmla="*/ 9743 h 10000"/>
                    <a:gd name="connsiteX42" fmla="*/ 7366 w 9819"/>
                    <a:gd name="connsiteY42" fmla="*/ 9486 h 10000"/>
                    <a:gd name="connsiteX43" fmla="*/ 8303 w 9819"/>
                    <a:gd name="connsiteY43" fmla="*/ 9486 h 10000"/>
                    <a:gd name="connsiteX44" fmla="*/ 8303 w 9819"/>
                    <a:gd name="connsiteY44" fmla="*/ 9132 h 10000"/>
                    <a:gd name="connsiteX45" fmla="*/ 7813 w 9819"/>
                    <a:gd name="connsiteY45" fmla="*/ 8971 h 10000"/>
                    <a:gd name="connsiteX46" fmla="*/ 7544 w 9819"/>
                    <a:gd name="connsiteY46" fmla="*/ 8457 h 10000"/>
                    <a:gd name="connsiteX47" fmla="*/ 7188 w 9819"/>
                    <a:gd name="connsiteY47" fmla="*/ 8264 h 10000"/>
                    <a:gd name="connsiteX48" fmla="*/ 6963 w 9819"/>
                    <a:gd name="connsiteY48" fmla="*/ 8006 h 10000"/>
                    <a:gd name="connsiteX49" fmla="*/ 6383 w 9819"/>
                    <a:gd name="connsiteY49" fmla="*/ 7814 h 10000"/>
                    <a:gd name="connsiteX50" fmla="*/ 6517 w 9819"/>
                    <a:gd name="connsiteY50" fmla="*/ 7749 h 10000"/>
                    <a:gd name="connsiteX51" fmla="*/ 6517 w 9819"/>
                    <a:gd name="connsiteY51" fmla="*/ 7588 h 10000"/>
                    <a:gd name="connsiteX52" fmla="*/ 6920 w 9819"/>
                    <a:gd name="connsiteY52" fmla="*/ 7588 h 10000"/>
                    <a:gd name="connsiteX53" fmla="*/ 7141 w 9819"/>
                    <a:gd name="connsiteY53" fmla="*/ 7460 h 10000"/>
                    <a:gd name="connsiteX54" fmla="*/ 7188 w 9819"/>
                    <a:gd name="connsiteY54" fmla="*/ 6527 h 10000"/>
                    <a:gd name="connsiteX55" fmla="*/ 7231 w 9819"/>
                    <a:gd name="connsiteY55" fmla="*/ 6559 h 10000"/>
                    <a:gd name="connsiteX56" fmla="*/ 7072 w 9819"/>
                    <a:gd name="connsiteY56" fmla="*/ 6618 h 10000"/>
                    <a:gd name="connsiteX57" fmla="*/ 7010 w 9819"/>
                    <a:gd name="connsiteY57" fmla="*/ 6745 h 10000"/>
                    <a:gd name="connsiteX58" fmla="*/ 6611 w 9819"/>
                    <a:gd name="connsiteY58" fmla="*/ 6497 h 10000"/>
                    <a:gd name="connsiteX59" fmla="*/ 6539 w 9819"/>
                    <a:gd name="connsiteY59" fmla="*/ 5828 h 10000"/>
                    <a:gd name="connsiteX60" fmla="*/ 6112 w 9819"/>
                    <a:gd name="connsiteY60" fmla="*/ 6118 h 10000"/>
                    <a:gd name="connsiteX61" fmla="*/ 6119 w 9819"/>
                    <a:gd name="connsiteY61" fmla="*/ 6462 h 10000"/>
                    <a:gd name="connsiteX62" fmla="*/ 5776 w 9819"/>
                    <a:gd name="connsiteY62" fmla="*/ 6670 h 10000"/>
                    <a:gd name="connsiteX63" fmla="*/ 9819 w 9819"/>
                    <a:gd name="connsiteY63" fmla="*/ 2572 h 10000"/>
                    <a:gd name="connsiteX64" fmla="*/ 9686 w 9819"/>
                    <a:gd name="connsiteY64" fmla="*/ 2412 h 10000"/>
                    <a:gd name="connsiteX65" fmla="*/ 9418 w 9819"/>
                    <a:gd name="connsiteY65" fmla="*/ 2347 h 10000"/>
                    <a:gd name="connsiteX66" fmla="*/ 9284 w 9819"/>
                    <a:gd name="connsiteY66" fmla="*/ 2219 h 10000"/>
                    <a:gd name="connsiteX67" fmla="*/ 9197 w 9819"/>
                    <a:gd name="connsiteY67" fmla="*/ 1736 h 10000"/>
                    <a:gd name="connsiteX68" fmla="*/ 9197 w 9819"/>
                    <a:gd name="connsiteY68" fmla="*/ 1061 h 10000"/>
                    <a:gd name="connsiteX69" fmla="*/ 8972 w 9819"/>
                    <a:gd name="connsiteY69" fmla="*/ 836 h 10000"/>
                    <a:gd name="connsiteX70" fmla="*/ 8927 w 9819"/>
                    <a:gd name="connsiteY70" fmla="*/ 611 h 10000"/>
                    <a:gd name="connsiteX71" fmla="*/ 8571 w 9819"/>
                    <a:gd name="connsiteY71" fmla="*/ 289 h 10000"/>
                    <a:gd name="connsiteX72" fmla="*/ 8258 w 9819"/>
                    <a:gd name="connsiteY72" fmla="*/ 161 h 10000"/>
                    <a:gd name="connsiteX73" fmla="*/ 8080 w 9819"/>
                    <a:gd name="connsiteY73" fmla="*/ 0 h 10000"/>
                    <a:gd name="connsiteX74" fmla="*/ 7813 w 9819"/>
                    <a:gd name="connsiteY74" fmla="*/ 161 h 10000"/>
                    <a:gd name="connsiteX75" fmla="*/ 7633 w 9819"/>
                    <a:gd name="connsiteY75" fmla="*/ 129 h 10000"/>
                    <a:gd name="connsiteX76" fmla="*/ 7498 w 9819"/>
                    <a:gd name="connsiteY76" fmla="*/ 418 h 10000"/>
                    <a:gd name="connsiteX77" fmla="*/ 7141 w 9819"/>
                    <a:gd name="connsiteY77" fmla="*/ 482 h 10000"/>
                    <a:gd name="connsiteX78" fmla="*/ 7053 w 9819"/>
                    <a:gd name="connsiteY78" fmla="*/ 707 h 10000"/>
                    <a:gd name="connsiteX79" fmla="*/ 6740 w 9819"/>
                    <a:gd name="connsiteY79" fmla="*/ 707 h 10000"/>
                    <a:gd name="connsiteX80" fmla="*/ 6473 w 9819"/>
                    <a:gd name="connsiteY80" fmla="*/ 611 h 10000"/>
                    <a:gd name="connsiteX81" fmla="*/ 5892 w 9819"/>
                    <a:gd name="connsiteY81" fmla="*/ 611 h 10000"/>
                    <a:gd name="connsiteX82" fmla="*/ 5312 w 9819"/>
                    <a:gd name="connsiteY82" fmla="*/ 611 h 10000"/>
                    <a:gd name="connsiteX83" fmla="*/ 5356 w 9819"/>
                    <a:gd name="connsiteY83" fmla="*/ 482 h 10000"/>
                    <a:gd name="connsiteX84" fmla="*/ 5268 w 9819"/>
                    <a:gd name="connsiteY84" fmla="*/ 482 h 10000"/>
                    <a:gd name="connsiteX85" fmla="*/ 5223 w 9819"/>
                    <a:gd name="connsiteY85" fmla="*/ 611 h 10000"/>
                    <a:gd name="connsiteX86" fmla="*/ 4687 w 9819"/>
                    <a:gd name="connsiteY86" fmla="*/ 611 h 10000"/>
                    <a:gd name="connsiteX87" fmla="*/ 4152 w 9819"/>
                    <a:gd name="connsiteY87" fmla="*/ 611 h 10000"/>
                    <a:gd name="connsiteX88" fmla="*/ 3618 w 9819"/>
                    <a:gd name="connsiteY88" fmla="*/ 611 h 10000"/>
                    <a:gd name="connsiteX89" fmla="*/ 3080 w 9819"/>
                    <a:gd name="connsiteY89" fmla="*/ 611 h 10000"/>
                    <a:gd name="connsiteX90" fmla="*/ 2591 w 9819"/>
                    <a:gd name="connsiteY90" fmla="*/ 611 h 10000"/>
                    <a:gd name="connsiteX91" fmla="*/ 2055 w 9819"/>
                    <a:gd name="connsiteY91" fmla="*/ 611 h 10000"/>
                    <a:gd name="connsiteX92" fmla="*/ 1563 w 9819"/>
                    <a:gd name="connsiteY92" fmla="*/ 611 h 10000"/>
                    <a:gd name="connsiteX93" fmla="*/ 1028 w 9819"/>
                    <a:gd name="connsiteY93" fmla="*/ 611 h 10000"/>
                    <a:gd name="connsiteX94" fmla="*/ 1028 w 9819"/>
                    <a:gd name="connsiteY94" fmla="*/ 1061 h 10000"/>
                    <a:gd name="connsiteX95" fmla="*/ 1028 w 9819"/>
                    <a:gd name="connsiteY95" fmla="*/ 1640 h 10000"/>
                    <a:gd name="connsiteX96" fmla="*/ 358 w 9819"/>
                    <a:gd name="connsiteY96" fmla="*/ 1640 h 10000"/>
                    <a:gd name="connsiteX97" fmla="*/ 358 w 9819"/>
                    <a:gd name="connsiteY97" fmla="*/ 1897 h 10000"/>
                    <a:gd name="connsiteX0" fmla="*/ 365 w 9865"/>
                    <a:gd name="connsiteY0" fmla="*/ 1897 h 10000"/>
                    <a:gd name="connsiteX1" fmla="*/ 5646 w 9865"/>
                    <a:gd name="connsiteY1" fmla="*/ 6915 h 10000"/>
                    <a:gd name="connsiteX2" fmla="*/ 5272 w 9865"/>
                    <a:gd name="connsiteY2" fmla="*/ 7114 h 10000"/>
                    <a:gd name="connsiteX3" fmla="*/ 4959 w 9865"/>
                    <a:gd name="connsiteY3" fmla="*/ 6907 h 10000"/>
                    <a:gd name="connsiteX4" fmla="*/ 4504 w 9865"/>
                    <a:gd name="connsiteY4" fmla="*/ 6781 h 10000"/>
                    <a:gd name="connsiteX5" fmla="*/ 4277 w 9865"/>
                    <a:gd name="connsiteY5" fmla="*/ 7064 h 10000"/>
                    <a:gd name="connsiteX6" fmla="*/ 3718 w 9865"/>
                    <a:gd name="connsiteY6" fmla="*/ 7281 h 10000"/>
                    <a:gd name="connsiteX7" fmla="*/ 3359 w 9865"/>
                    <a:gd name="connsiteY7" fmla="*/ 7279 h 10000"/>
                    <a:gd name="connsiteX8" fmla="*/ 2575 w 9865"/>
                    <a:gd name="connsiteY8" fmla="*/ 7095 h 10000"/>
                    <a:gd name="connsiteX9" fmla="*/ 2365 w 9865"/>
                    <a:gd name="connsiteY9" fmla="*/ 7195 h 10000"/>
                    <a:gd name="connsiteX10" fmla="*/ 1841 w 9865"/>
                    <a:gd name="connsiteY10" fmla="*/ 6973 h 10000"/>
                    <a:gd name="connsiteX11" fmla="*/ 1610 w 9865"/>
                    <a:gd name="connsiteY11" fmla="*/ 6638 h 10000"/>
                    <a:gd name="connsiteX12" fmla="*/ 1225 w 9865"/>
                    <a:gd name="connsiteY12" fmla="*/ 6729 h 10000"/>
                    <a:gd name="connsiteX13" fmla="*/ 1121 w 9865"/>
                    <a:gd name="connsiteY13" fmla="*/ 6927 h 10000"/>
                    <a:gd name="connsiteX14" fmla="*/ 714 w 9865"/>
                    <a:gd name="connsiteY14" fmla="*/ 7011 h 10000"/>
                    <a:gd name="connsiteX15" fmla="*/ 446 w 9865"/>
                    <a:gd name="connsiteY15" fmla="*/ 7004 h 10000"/>
                    <a:gd name="connsiteX16" fmla="*/ 298 w 9865"/>
                    <a:gd name="connsiteY16" fmla="*/ 7161 h 10000"/>
                    <a:gd name="connsiteX17" fmla="*/ 48 w 9865"/>
                    <a:gd name="connsiteY17" fmla="*/ 6913 h 10000"/>
                    <a:gd name="connsiteX18" fmla="*/ 0 w 9865"/>
                    <a:gd name="connsiteY18" fmla="*/ 7363 h 10000"/>
                    <a:gd name="connsiteX19" fmla="*/ 91 w 9865"/>
                    <a:gd name="connsiteY19" fmla="*/ 7428 h 10000"/>
                    <a:gd name="connsiteX20" fmla="*/ 456 w 9865"/>
                    <a:gd name="connsiteY20" fmla="*/ 7460 h 10000"/>
                    <a:gd name="connsiteX21" fmla="*/ 502 w 9865"/>
                    <a:gd name="connsiteY21" fmla="*/ 7588 h 10000"/>
                    <a:gd name="connsiteX22" fmla="*/ 910 w 9865"/>
                    <a:gd name="connsiteY22" fmla="*/ 7621 h 10000"/>
                    <a:gd name="connsiteX23" fmla="*/ 1138 w 9865"/>
                    <a:gd name="connsiteY23" fmla="*/ 7749 h 10000"/>
                    <a:gd name="connsiteX24" fmla="*/ 1182 w 9865"/>
                    <a:gd name="connsiteY24" fmla="*/ 7974 h 10000"/>
                    <a:gd name="connsiteX25" fmla="*/ 1912 w 9865"/>
                    <a:gd name="connsiteY25" fmla="*/ 8360 h 10000"/>
                    <a:gd name="connsiteX26" fmla="*/ 2093 w 9865"/>
                    <a:gd name="connsiteY26" fmla="*/ 8746 h 10000"/>
                    <a:gd name="connsiteX27" fmla="*/ 2592 w 9865"/>
                    <a:gd name="connsiteY27" fmla="*/ 8939 h 10000"/>
                    <a:gd name="connsiteX28" fmla="*/ 2774 w 9865"/>
                    <a:gd name="connsiteY28" fmla="*/ 9196 h 10000"/>
                    <a:gd name="connsiteX29" fmla="*/ 3137 w 9865"/>
                    <a:gd name="connsiteY29" fmla="*/ 9518 h 10000"/>
                    <a:gd name="connsiteX30" fmla="*/ 3411 w 9865"/>
                    <a:gd name="connsiteY30" fmla="*/ 9614 h 10000"/>
                    <a:gd name="connsiteX31" fmla="*/ 3593 w 9865"/>
                    <a:gd name="connsiteY31" fmla="*/ 9518 h 10000"/>
                    <a:gd name="connsiteX32" fmla="*/ 4047 w 9865"/>
                    <a:gd name="connsiteY32" fmla="*/ 9550 h 10000"/>
                    <a:gd name="connsiteX33" fmla="*/ 4229 w 9865"/>
                    <a:gd name="connsiteY33" fmla="*/ 9486 h 10000"/>
                    <a:gd name="connsiteX34" fmla="*/ 5046 w 9865"/>
                    <a:gd name="connsiteY34" fmla="*/ 9968 h 10000"/>
                    <a:gd name="connsiteX35" fmla="*/ 5093 w 9865"/>
                    <a:gd name="connsiteY35" fmla="*/ 9968 h 10000"/>
                    <a:gd name="connsiteX36" fmla="*/ 5183 w 9865"/>
                    <a:gd name="connsiteY36" fmla="*/ 9904 h 10000"/>
                    <a:gd name="connsiteX37" fmla="*/ 5771 w 9865"/>
                    <a:gd name="connsiteY37" fmla="*/ 9904 h 10000"/>
                    <a:gd name="connsiteX38" fmla="*/ 5865 w 9865"/>
                    <a:gd name="connsiteY38" fmla="*/ 10000 h 10000"/>
                    <a:gd name="connsiteX39" fmla="*/ 6365 w 9865"/>
                    <a:gd name="connsiteY39" fmla="*/ 9871 h 10000"/>
                    <a:gd name="connsiteX40" fmla="*/ 6818 w 9865"/>
                    <a:gd name="connsiteY40" fmla="*/ 9871 h 10000"/>
                    <a:gd name="connsiteX41" fmla="*/ 7137 w 9865"/>
                    <a:gd name="connsiteY41" fmla="*/ 9743 h 10000"/>
                    <a:gd name="connsiteX42" fmla="*/ 7502 w 9865"/>
                    <a:gd name="connsiteY42" fmla="*/ 9486 h 10000"/>
                    <a:gd name="connsiteX43" fmla="*/ 8456 w 9865"/>
                    <a:gd name="connsiteY43" fmla="*/ 9486 h 10000"/>
                    <a:gd name="connsiteX44" fmla="*/ 8456 w 9865"/>
                    <a:gd name="connsiteY44" fmla="*/ 9132 h 10000"/>
                    <a:gd name="connsiteX45" fmla="*/ 7957 w 9865"/>
                    <a:gd name="connsiteY45" fmla="*/ 8971 h 10000"/>
                    <a:gd name="connsiteX46" fmla="*/ 7683 w 9865"/>
                    <a:gd name="connsiteY46" fmla="*/ 8457 h 10000"/>
                    <a:gd name="connsiteX47" fmla="*/ 7321 w 9865"/>
                    <a:gd name="connsiteY47" fmla="*/ 8264 h 10000"/>
                    <a:gd name="connsiteX48" fmla="*/ 7091 w 9865"/>
                    <a:gd name="connsiteY48" fmla="*/ 8006 h 10000"/>
                    <a:gd name="connsiteX49" fmla="*/ 6501 w 9865"/>
                    <a:gd name="connsiteY49" fmla="*/ 7814 h 10000"/>
                    <a:gd name="connsiteX50" fmla="*/ 6637 w 9865"/>
                    <a:gd name="connsiteY50" fmla="*/ 7749 h 10000"/>
                    <a:gd name="connsiteX51" fmla="*/ 6637 w 9865"/>
                    <a:gd name="connsiteY51" fmla="*/ 7588 h 10000"/>
                    <a:gd name="connsiteX52" fmla="*/ 7048 w 9865"/>
                    <a:gd name="connsiteY52" fmla="*/ 7588 h 10000"/>
                    <a:gd name="connsiteX53" fmla="*/ 7273 w 9865"/>
                    <a:gd name="connsiteY53" fmla="*/ 7460 h 10000"/>
                    <a:gd name="connsiteX54" fmla="*/ 7321 w 9865"/>
                    <a:gd name="connsiteY54" fmla="*/ 6527 h 10000"/>
                    <a:gd name="connsiteX55" fmla="*/ 7364 w 9865"/>
                    <a:gd name="connsiteY55" fmla="*/ 6559 h 10000"/>
                    <a:gd name="connsiteX56" fmla="*/ 7202 w 9865"/>
                    <a:gd name="connsiteY56" fmla="*/ 6618 h 10000"/>
                    <a:gd name="connsiteX57" fmla="*/ 7139 w 9865"/>
                    <a:gd name="connsiteY57" fmla="*/ 6745 h 10000"/>
                    <a:gd name="connsiteX58" fmla="*/ 6733 w 9865"/>
                    <a:gd name="connsiteY58" fmla="*/ 6497 h 10000"/>
                    <a:gd name="connsiteX59" fmla="*/ 6660 w 9865"/>
                    <a:gd name="connsiteY59" fmla="*/ 5828 h 10000"/>
                    <a:gd name="connsiteX60" fmla="*/ 6225 w 9865"/>
                    <a:gd name="connsiteY60" fmla="*/ 6118 h 10000"/>
                    <a:gd name="connsiteX61" fmla="*/ 6232 w 9865"/>
                    <a:gd name="connsiteY61" fmla="*/ 6462 h 10000"/>
                    <a:gd name="connsiteX62" fmla="*/ 5882 w 9865"/>
                    <a:gd name="connsiteY62" fmla="*/ 6670 h 10000"/>
                    <a:gd name="connsiteX63" fmla="*/ 9865 w 9865"/>
                    <a:gd name="connsiteY63" fmla="*/ 2412 h 10000"/>
                    <a:gd name="connsiteX64" fmla="*/ 9592 w 9865"/>
                    <a:gd name="connsiteY64" fmla="*/ 2347 h 10000"/>
                    <a:gd name="connsiteX65" fmla="*/ 9455 w 9865"/>
                    <a:gd name="connsiteY65" fmla="*/ 2219 h 10000"/>
                    <a:gd name="connsiteX66" fmla="*/ 9367 w 9865"/>
                    <a:gd name="connsiteY66" fmla="*/ 1736 h 10000"/>
                    <a:gd name="connsiteX67" fmla="*/ 9367 w 9865"/>
                    <a:gd name="connsiteY67" fmla="*/ 1061 h 10000"/>
                    <a:gd name="connsiteX68" fmla="*/ 9137 w 9865"/>
                    <a:gd name="connsiteY68" fmla="*/ 836 h 10000"/>
                    <a:gd name="connsiteX69" fmla="*/ 9092 w 9865"/>
                    <a:gd name="connsiteY69" fmla="*/ 611 h 10000"/>
                    <a:gd name="connsiteX70" fmla="*/ 8729 w 9865"/>
                    <a:gd name="connsiteY70" fmla="*/ 289 h 10000"/>
                    <a:gd name="connsiteX71" fmla="*/ 8410 w 9865"/>
                    <a:gd name="connsiteY71" fmla="*/ 161 h 10000"/>
                    <a:gd name="connsiteX72" fmla="*/ 8229 w 9865"/>
                    <a:gd name="connsiteY72" fmla="*/ 0 h 10000"/>
                    <a:gd name="connsiteX73" fmla="*/ 7957 w 9865"/>
                    <a:gd name="connsiteY73" fmla="*/ 161 h 10000"/>
                    <a:gd name="connsiteX74" fmla="*/ 7774 w 9865"/>
                    <a:gd name="connsiteY74" fmla="*/ 129 h 10000"/>
                    <a:gd name="connsiteX75" fmla="*/ 7636 w 9865"/>
                    <a:gd name="connsiteY75" fmla="*/ 418 h 10000"/>
                    <a:gd name="connsiteX76" fmla="*/ 7273 w 9865"/>
                    <a:gd name="connsiteY76" fmla="*/ 482 h 10000"/>
                    <a:gd name="connsiteX77" fmla="*/ 7183 w 9865"/>
                    <a:gd name="connsiteY77" fmla="*/ 707 h 10000"/>
                    <a:gd name="connsiteX78" fmla="*/ 6864 w 9865"/>
                    <a:gd name="connsiteY78" fmla="*/ 707 h 10000"/>
                    <a:gd name="connsiteX79" fmla="*/ 6592 w 9865"/>
                    <a:gd name="connsiteY79" fmla="*/ 611 h 10000"/>
                    <a:gd name="connsiteX80" fmla="*/ 6001 w 9865"/>
                    <a:gd name="connsiteY80" fmla="*/ 611 h 10000"/>
                    <a:gd name="connsiteX81" fmla="*/ 5410 w 9865"/>
                    <a:gd name="connsiteY81" fmla="*/ 611 h 10000"/>
                    <a:gd name="connsiteX82" fmla="*/ 5455 w 9865"/>
                    <a:gd name="connsiteY82" fmla="*/ 482 h 10000"/>
                    <a:gd name="connsiteX83" fmla="*/ 5365 w 9865"/>
                    <a:gd name="connsiteY83" fmla="*/ 482 h 10000"/>
                    <a:gd name="connsiteX84" fmla="*/ 5319 w 9865"/>
                    <a:gd name="connsiteY84" fmla="*/ 611 h 10000"/>
                    <a:gd name="connsiteX85" fmla="*/ 4773 w 9865"/>
                    <a:gd name="connsiteY85" fmla="*/ 611 h 10000"/>
                    <a:gd name="connsiteX86" fmla="*/ 4229 w 9865"/>
                    <a:gd name="connsiteY86" fmla="*/ 611 h 10000"/>
                    <a:gd name="connsiteX87" fmla="*/ 3685 w 9865"/>
                    <a:gd name="connsiteY87" fmla="*/ 611 h 10000"/>
                    <a:gd name="connsiteX88" fmla="*/ 3137 w 9865"/>
                    <a:gd name="connsiteY88" fmla="*/ 611 h 10000"/>
                    <a:gd name="connsiteX89" fmla="*/ 2639 w 9865"/>
                    <a:gd name="connsiteY89" fmla="*/ 611 h 10000"/>
                    <a:gd name="connsiteX90" fmla="*/ 2093 w 9865"/>
                    <a:gd name="connsiteY90" fmla="*/ 611 h 10000"/>
                    <a:gd name="connsiteX91" fmla="*/ 1592 w 9865"/>
                    <a:gd name="connsiteY91" fmla="*/ 611 h 10000"/>
                    <a:gd name="connsiteX92" fmla="*/ 1047 w 9865"/>
                    <a:gd name="connsiteY92" fmla="*/ 611 h 10000"/>
                    <a:gd name="connsiteX93" fmla="*/ 1047 w 9865"/>
                    <a:gd name="connsiteY93" fmla="*/ 1061 h 10000"/>
                    <a:gd name="connsiteX94" fmla="*/ 1047 w 9865"/>
                    <a:gd name="connsiteY94" fmla="*/ 1640 h 10000"/>
                    <a:gd name="connsiteX95" fmla="*/ 365 w 9865"/>
                    <a:gd name="connsiteY95" fmla="*/ 1640 h 10000"/>
                    <a:gd name="connsiteX96" fmla="*/ 365 w 9865"/>
                    <a:gd name="connsiteY96" fmla="*/ 1897 h 10000"/>
                    <a:gd name="connsiteX0" fmla="*/ 370 w 9723"/>
                    <a:gd name="connsiteY0" fmla="*/ 1897 h 10000"/>
                    <a:gd name="connsiteX1" fmla="*/ 5723 w 9723"/>
                    <a:gd name="connsiteY1" fmla="*/ 6915 h 10000"/>
                    <a:gd name="connsiteX2" fmla="*/ 5344 w 9723"/>
                    <a:gd name="connsiteY2" fmla="*/ 7114 h 10000"/>
                    <a:gd name="connsiteX3" fmla="*/ 5027 w 9723"/>
                    <a:gd name="connsiteY3" fmla="*/ 6907 h 10000"/>
                    <a:gd name="connsiteX4" fmla="*/ 4566 w 9723"/>
                    <a:gd name="connsiteY4" fmla="*/ 6781 h 10000"/>
                    <a:gd name="connsiteX5" fmla="*/ 4336 w 9723"/>
                    <a:gd name="connsiteY5" fmla="*/ 7064 h 10000"/>
                    <a:gd name="connsiteX6" fmla="*/ 3769 w 9723"/>
                    <a:gd name="connsiteY6" fmla="*/ 7281 h 10000"/>
                    <a:gd name="connsiteX7" fmla="*/ 3405 w 9723"/>
                    <a:gd name="connsiteY7" fmla="*/ 7279 h 10000"/>
                    <a:gd name="connsiteX8" fmla="*/ 2610 w 9723"/>
                    <a:gd name="connsiteY8" fmla="*/ 7095 h 10000"/>
                    <a:gd name="connsiteX9" fmla="*/ 2397 w 9723"/>
                    <a:gd name="connsiteY9" fmla="*/ 7195 h 10000"/>
                    <a:gd name="connsiteX10" fmla="*/ 1866 w 9723"/>
                    <a:gd name="connsiteY10" fmla="*/ 6973 h 10000"/>
                    <a:gd name="connsiteX11" fmla="*/ 1632 w 9723"/>
                    <a:gd name="connsiteY11" fmla="*/ 6638 h 10000"/>
                    <a:gd name="connsiteX12" fmla="*/ 1242 w 9723"/>
                    <a:gd name="connsiteY12" fmla="*/ 6729 h 10000"/>
                    <a:gd name="connsiteX13" fmla="*/ 1136 w 9723"/>
                    <a:gd name="connsiteY13" fmla="*/ 6927 h 10000"/>
                    <a:gd name="connsiteX14" fmla="*/ 724 w 9723"/>
                    <a:gd name="connsiteY14" fmla="*/ 7011 h 10000"/>
                    <a:gd name="connsiteX15" fmla="*/ 452 w 9723"/>
                    <a:gd name="connsiteY15" fmla="*/ 7004 h 10000"/>
                    <a:gd name="connsiteX16" fmla="*/ 302 w 9723"/>
                    <a:gd name="connsiteY16" fmla="*/ 7161 h 10000"/>
                    <a:gd name="connsiteX17" fmla="*/ 49 w 9723"/>
                    <a:gd name="connsiteY17" fmla="*/ 6913 h 10000"/>
                    <a:gd name="connsiteX18" fmla="*/ 0 w 9723"/>
                    <a:gd name="connsiteY18" fmla="*/ 7363 h 10000"/>
                    <a:gd name="connsiteX19" fmla="*/ 92 w 9723"/>
                    <a:gd name="connsiteY19" fmla="*/ 7428 h 10000"/>
                    <a:gd name="connsiteX20" fmla="*/ 462 w 9723"/>
                    <a:gd name="connsiteY20" fmla="*/ 7460 h 10000"/>
                    <a:gd name="connsiteX21" fmla="*/ 509 w 9723"/>
                    <a:gd name="connsiteY21" fmla="*/ 7588 h 10000"/>
                    <a:gd name="connsiteX22" fmla="*/ 922 w 9723"/>
                    <a:gd name="connsiteY22" fmla="*/ 7621 h 10000"/>
                    <a:gd name="connsiteX23" fmla="*/ 1154 w 9723"/>
                    <a:gd name="connsiteY23" fmla="*/ 7749 h 10000"/>
                    <a:gd name="connsiteX24" fmla="*/ 1198 w 9723"/>
                    <a:gd name="connsiteY24" fmla="*/ 7974 h 10000"/>
                    <a:gd name="connsiteX25" fmla="*/ 1938 w 9723"/>
                    <a:gd name="connsiteY25" fmla="*/ 8360 h 10000"/>
                    <a:gd name="connsiteX26" fmla="*/ 2122 w 9723"/>
                    <a:gd name="connsiteY26" fmla="*/ 8746 h 10000"/>
                    <a:gd name="connsiteX27" fmla="*/ 2627 w 9723"/>
                    <a:gd name="connsiteY27" fmla="*/ 8939 h 10000"/>
                    <a:gd name="connsiteX28" fmla="*/ 2812 w 9723"/>
                    <a:gd name="connsiteY28" fmla="*/ 9196 h 10000"/>
                    <a:gd name="connsiteX29" fmla="*/ 3180 w 9723"/>
                    <a:gd name="connsiteY29" fmla="*/ 9518 h 10000"/>
                    <a:gd name="connsiteX30" fmla="*/ 3458 w 9723"/>
                    <a:gd name="connsiteY30" fmla="*/ 9614 h 10000"/>
                    <a:gd name="connsiteX31" fmla="*/ 3642 w 9723"/>
                    <a:gd name="connsiteY31" fmla="*/ 9518 h 10000"/>
                    <a:gd name="connsiteX32" fmla="*/ 4102 w 9723"/>
                    <a:gd name="connsiteY32" fmla="*/ 9550 h 10000"/>
                    <a:gd name="connsiteX33" fmla="*/ 4287 w 9723"/>
                    <a:gd name="connsiteY33" fmla="*/ 9486 h 10000"/>
                    <a:gd name="connsiteX34" fmla="*/ 5115 w 9723"/>
                    <a:gd name="connsiteY34" fmla="*/ 9968 h 10000"/>
                    <a:gd name="connsiteX35" fmla="*/ 5163 w 9723"/>
                    <a:gd name="connsiteY35" fmla="*/ 9968 h 10000"/>
                    <a:gd name="connsiteX36" fmla="*/ 5254 w 9723"/>
                    <a:gd name="connsiteY36" fmla="*/ 9904 h 10000"/>
                    <a:gd name="connsiteX37" fmla="*/ 5850 w 9723"/>
                    <a:gd name="connsiteY37" fmla="*/ 9904 h 10000"/>
                    <a:gd name="connsiteX38" fmla="*/ 5945 w 9723"/>
                    <a:gd name="connsiteY38" fmla="*/ 10000 h 10000"/>
                    <a:gd name="connsiteX39" fmla="*/ 6452 w 9723"/>
                    <a:gd name="connsiteY39" fmla="*/ 9871 h 10000"/>
                    <a:gd name="connsiteX40" fmla="*/ 6911 w 9723"/>
                    <a:gd name="connsiteY40" fmla="*/ 9871 h 10000"/>
                    <a:gd name="connsiteX41" fmla="*/ 7235 w 9723"/>
                    <a:gd name="connsiteY41" fmla="*/ 9743 h 10000"/>
                    <a:gd name="connsiteX42" fmla="*/ 7605 w 9723"/>
                    <a:gd name="connsiteY42" fmla="*/ 9486 h 10000"/>
                    <a:gd name="connsiteX43" fmla="*/ 8572 w 9723"/>
                    <a:gd name="connsiteY43" fmla="*/ 9486 h 10000"/>
                    <a:gd name="connsiteX44" fmla="*/ 8572 w 9723"/>
                    <a:gd name="connsiteY44" fmla="*/ 9132 h 10000"/>
                    <a:gd name="connsiteX45" fmla="*/ 8066 w 9723"/>
                    <a:gd name="connsiteY45" fmla="*/ 8971 h 10000"/>
                    <a:gd name="connsiteX46" fmla="*/ 7788 w 9723"/>
                    <a:gd name="connsiteY46" fmla="*/ 8457 h 10000"/>
                    <a:gd name="connsiteX47" fmla="*/ 7421 w 9723"/>
                    <a:gd name="connsiteY47" fmla="*/ 8264 h 10000"/>
                    <a:gd name="connsiteX48" fmla="*/ 7188 w 9723"/>
                    <a:gd name="connsiteY48" fmla="*/ 8006 h 10000"/>
                    <a:gd name="connsiteX49" fmla="*/ 6590 w 9723"/>
                    <a:gd name="connsiteY49" fmla="*/ 7814 h 10000"/>
                    <a:gd name="connsiteX50" fmla="*/ 6728 w 9723"/>
                    <a:gd name="connsiteY50" fmla="*/ 7749 h 10000"/>
                    <a:gd name="connsiteX51" fmla="*/ 6728 w 9723"/>
                    <a:gd name="connsiteY51" fmla="*/ 7588 h 10000"/>
                    <a:gd name="connsiteX52" fmla="*/ 7144 w 9723"/>
                    <a:gd name="connsiteY52" fmla="*/ 7588 h 10000"/>
                    <a:gd name="connsiteX53" fmla="*/ 7373 w 9723"/>
                    <a:gd name="connsiteY53" fmla="*/ 7460 h 10000"/>
                    <a:gd name="connsiteX54" fmla="*/ 7421 w 9723"/>
                    <a:gd name="connsiteY54" fmla="*/ 6527 h 10000"/>
                    <a:gd name="connsiteX55" fmla="*/ 7465 w 9723"/>
                    <a:gd name="connsiteY55" fmla="*/ 6559 h 10000"/>
                    <a:gd name="connsiteX56" fmla="*/ 7301 w 9723"/>
                    <a:gd name="connsiteY56" fmla="*/ 6618 h 10000"/>
                    <a:gd name="connsiteX57" fmla="*/ 7237 w 9723"/>
                    <a:gd name="connsiteY57" fmla="*/ 6745 h 10000"/>
                    <a:gd name="connsiteX58" fmla="*/ 6825 w 9723"/>
                    <a:gd name="connsiteY58" fmla="*/ 6497 h 10000"/>
                    <a:gd name="connsiteX59" fmla="*/ 6751 w 9723"/>
                    <a:gd name="connsiteY59" fmla="*/ 5828 h 10000"/>
                    <a:gd name="connsiteX60" fmla="*/ 6310 w 9723"/>
                    <a:gd name="connsiteY60" fmla="*/ 6118 h 10000"/>
                    <a:gd name="connsiteX61" fmla="*/ 6317 w 9723"/>
                    <a:gd name="connsiteY61" fmla="*/ 6462 h 10000"/>
                    <a:gd name="connsiteX62" fmla="*/ 5962 w 9723"/>
                    <a:gd name="connsiteY62" fmla="*/ 6670 h 10000"/>
                    <a:gd name="connsiteX63" fmla="*/ 9723 w 9723"/>
                    <a:gd name="connsiteY63" fmla="*/ 2347 h 10000"/>
                    <a:gd name="connsiteX64" fmla="*/ 9584 w 9723"/>
                    <a:gd name="connsiteY64" fmla="*/ 2219 h 10000"/>
                    <a:gd name="connsiteX65" fmla="*/ 9495 w 9723"/>
                    <a:gd name="connsiteY65" fmla="*/ 1736 h 10000"/>
                    <a:gd name="connsiteX66" fmla="*/ 9495 w 9723"/>
                    <a:gd name="connsiteY66" fmla="*/ 1061 h 10000"/>
                    <a:gd name="connsiteX67" fmla="*/ 9262 w 9723"/>
                    <a:gd name="connsiteY67" fmla="*/ 836 h 10000"/>
                    <a:gd name="connsiteX68" fmla="*/ 9216 w 9723"/>
                    <a:gd name="connsiteY68" fmla="*/ 611 h 10000"/>
                    <a:gd name="connsiteX69" fmla="*/ 8848 w 9723"/>
                    <a:gd name="connsiteY69" fmla="*/ 289 h 10000"/>
                    <a:gd name="connsiteX70" fmla="*/ 8525 w 9723"/>
                    <a:gd name="connsiteY70" fmla="*/ 161 h 10000"/>
                    <a:gd name="connsiteX71" fmla="*/ 8342 w 9723"/>
                    <a:gd name="connsiteY71" fmla="*/ 0 h 10000"/>
                    <a:gd name="connsiteX72" fmla="*/ 8066 w 9723"/>
                    <a:gd name="connsiteY72" fmla="*/ 161 h 10000"/>
                    <a:gd name="connsiteX73" fmla="*/ 7880 w 9723"/>
                    <a:gd name="connsiteY73" fmla="*/ 129 h 10000"/>
                    <a:gd name="connsiteX74" fmla="*/ 7740 w 9723"/>
                    <a:gd name="connsiteY74" fmla="*/ 418 h 10000"/>
                    <a:gd name="connsiteX75" fmla="*/ 7373 w 9723"/>
                    <a:gd name="connsiteY75" fmla="*/ 482 h 10000"/>
                    <a:gd name="connsiteX76" fmla="*/ 7281 w 9723"/>
                    <a:gd name="connsiteY76" fmla="*/ 707 h 10000"/>
                    <a:gd name="connsiteX77" fmla="*/ 6958 w 9723"/>
                    <a:gd name="connsiteY77" fmla="*/ 707 h 10000"/>
                    <a:gd name="connsiteX78" fmla="*/ 6682 w 9723"/>
                    <a:gd name="connsiteY78" fmla="*/ 611 h 10000"/>
                    <a:gd name="connsiteX79" fmla="*/ 6083 w 9723"/>
                    <a:gd name="connsiteY79" fmla="*/ 611 h 10000"/>
                    <a:gd name="connsiteX80" fmla="*/ 5484 w 9723"/>
                    <a:gd name="connsiteY80" fmla="*/ 611 h 10000"/>
                    <a:gd name="connsiteX81" fmla="*/ 5530 w 9723"/>
                    <a:gd name="connsiteY81" fmla="*/ 482 h 10000"/>
                    <a:gd name="connsiteX82" fmla="*/ 5438 w 9723"/>
                    <a:gd name="connsiteY82" fmla="*/ 482 h 10000"/>
                    <a:gd name="connsiteX83" fmla="*/ 5392 w 9723"/>
                    <a:gd name="connsiteY83" fmla="*/ 611 h 10000"/>
                    <a:gd name="connsiteX84" fmla="*/ 4838 w 9723"/>
                    <a:gd name="connsiteY84" fmla="*/ 611 h 10000"/>
                    <a:gd name="connsiteX85" fmla="*/ 4287 w 9723"/>
                    <a:gd name="connsiteY85" fmla="*/ 611 h 10000"/>
                    <a:gd name="connsiteX86" fmla="*/ 3735 w 9723"/>
                    <a:gd name="connsiteY86" fmla="*/ 611 h 10000"/>
                    <a:gd name="connsiteX87" fmla="*/ 3180 w 9723"/>
                    <a:gd name="connsiteY87" fmla="*/ 611 h 10000"/>
                    <a:gd name="connsiteX88" fmla="*/ 2675 w 9723"/>
                    <a:gd name="connsiteY88" fmla="*/ 611 h 10000"/>
                    <a:gd name="connsiteX89" fmla="*/ 2122 w 9723"/>
                    <a:gd name="connsiteY89" fmla="*/ 611 h 10000"/>
                    <a:gd name="connsiteX90" fmla="*/ 1614 w 9723"/>
                    <a:gd name="connsiteY90" fmla="*/ 611 h 10000"/>
                    <a:gd name="connsiteX91" fmla="*/ 1061 w 9723"/>
                    <a:gd name="connsiteY91" fmla="*/ 611 h 10000"/>
                    <a:gd name="connsiteX92" fmla="*/ 1061 w 9723"/>
                    <a:gd name="connsiteY92" fmla="*/ 1061 h 10000"/>
                    <a:gd name="connsiteX93" fmla="*/ 1061 w 9723"/>
                    <a:gd name="connsiteY93" fmla="*/ 1640 h 10000"/>
                    <a:gd name="connsiteX94" fmla="*/ 370 w 9723"/>
                    <a:gd name="connsiteY94" fmla="*/ 1640 h 10000"/>
                    <a:gd name="connsiteX95" fmla="*/ 370 w 9723"/>
                    <a:gd name="connsiteY95" fmla="*/ 1897 h 10000"/>
                    <a:gd name="connsiteX0" fmla="*/ 381 w 9857"/>
                    <a:gd name="connsiteY0" fmla="*/ 1897 h 10000"/>
                    <a:gd name="connsiteX1" fmla="*/ 5886 w 9857"/>
                    <a:gd name="connsiteY1" fmla="*/ 6915 h 10000"/>
                    <a:gd name="connsiteX2" fmla="*/ 5496 w 9857"/>
                    <a:gd name="connsiteY2" fmla="*/ 7114 h 10000"/>
                    <a:gd name="connsiteX3" fmla="*/ 5170 w 9857"/>
                    <a:gd name="connsiteY3" fmla="*/ 6907 h 10000"/>
                    <a:gd name="connsiteX4" fmla="*/ 4696 w 9857"/>
                    <a:gd name="connsiteY4" fmla="*/ 6781 h 10000"/>
                    <a:gd name="connsiteX5" fmla="*/ 4460 w 9857"/>
                    <a:gd name="connsiteY5" fmla="*/ 7064 h 10000"/>
                    <a:gd name="connsiteX6" fmla="*/ 3876 w 9857"/>
                    <a:gd name="connsiteY6" fmla="*/ 7281 h 10000"/>
                    <a:gd name="connsiteX7" fmla="*/ 3502 w 9857"/>
                    <a:gd name="connsiteY7" fmla="*/ 7279 h 10000"/>
                    <a:gd name="connsiteX8" fmla="*/ 2684 w 9857"/>
                    <a:gd name="connsiteY8" fmla="*/ 7095 h 10000"/>
                    <a:gd name="connsiteX9" fmla="*/ 2465 w 9857"/>
                    <a:gd name="connsiteY9" fmla="*/ 7195 h 10000"/>
                    <a:gd name="connsiteX10" fmla="*/ 1919 w 9857"/>
                    <a:gd name="connsiteY10" fmla="*/ 6973 h 10000"/>
                    <a:gd name="connsiteX11" fmla="*/ 1678 w 9857"/>
                    <a:gd name="connsiteY11" fmla="*/ 6638 h 10000"/>
                    <a:gd name="connsiteX12" fmla="*/ 1277 w 9857"/>
                    <a:gd name="connsiteY12" fmla="*/ 6729 h 10000"/>
                    <a:gd name="connsiteX13" fmla="*/ 1168 w 9857"/>
                    <a:gd name="connsiteY13" fmla="*/ 6927 h 10000"/>
                    <a:gd name="connsiteX14" fmla="*/ 745 w 9857"/>
                    <a:gd name="connsiteY14" fmla="*/ 7011 h 10000"/>
                    <a:gd name="connsiteX15" fmla="*/ 465 w 9857"/>
                    <a:gd name="connsiteY15" fmla="*/ 7004 h 10000"/>
                    <a:gd name="connsiteX16" fmla="*/ 311 w 9857"/>
                    <a:gd name="connsiteY16" fmla="*/ 7161 h 10000"/>
                    <a:gd name="connsiteX17" fmla="*/ 50 w 9857"/>
                    <a:gd name="connsiteY17" fmla="*/ 6913 h 10000"/>
                    <a:gd name="connsiteX18" fmla="*/ 0 w 9857"/>
                    <a:gd name="connsiteY18" fmla="*/ 7363 h 10000"/>
                    <a:gd name="connsiteX19" fmla="*/ 95 w 9857"/>
                    <a:gd name="connsiteY19" fmla="*/ 7428 h 10000"/>
                    <a:gd name="connsiteX20" fmla="*/ 475 w 9857"/>
                    <a:gd name="connsiteY20" fmla="*/ 7460 h 10000"/>
                    <a:gd name="connsiteX21" fmla="*/ 524 w 9857"/>
                    <a:gd name="connsiteY21" fmla="*/ 7588 h 10000"/>
                    <a:gd name="connsiteX22" fmla="*/ 948 w 9857"/>
                    <a:gd name="connsiteY22" fmla="*/ 7621 h 10000"/>
                    <a:gd name="connsiteX23" fmla="*/ 1187 w 9857"/>
                    <a:gd name="connsiteY23" fmla="*/ 7749 h 10000"/>
                    <a:gd name="connsiteX24" fmla="*/ 1232 w 9857"/>
                    <a:gd name="connsiteY24" fmla="*/ 7974 h 10000"/>
                    <a:gd name="connsiteX25" fmla="*/ 1993 w 9857"/>
                    <a:gd name="connsiteY25" fmla="*/ 8360 h 10000"/>
                    <a:gd name="connsiteX26" fmla="*/ 2182 w 9857"/>
                    <a:gd name="connsiteY26" fmla="*/ 8746 h 10000"/>
                    <a:gd name="connsiteX27" fmla="*/ 2702 w 9857"/>
                    <a:gd name="connsiteY27" fmla="*/ 8939 h 10000"/>
                    <a:gd name="connsiteX28" fmla="*/ 2892 w 9857"/>
                    <a:gd name="connsiteY28" fmla="*/ 9196 h 10000"/>
                    <a:gd name="connsiteX29" fmla="*/ 3271 w 9857"/>
                    <a:gd name="connsiteY29" fmla="*/ 9518 h 10000"/>
                    <a:gd name="connsiteX30" fmla="*/ 3557 w 9857"/>
                    <a:gd name="connsiteY30" fmla="*/ 9614 h 10000"/>
                    <a:gd name="connsiteX31" fmla="*/ 3746 w 9857"/>
                    <a:gd name="connsiteY31" fmla="*/ 9518 h 10000"/>
                    <a:gd name="connsiteX32" fmla="*/ 4219 w 9857"/>
                    <a:gd name="connsiteY32" fmla="*/ 9550 h 10000"/>
                    <a:gd name="connsiteX33" fmla="*/ 4409 w 9857"/>
                    <a:gd name="connsiteY33" fmla="*/ 9486 h 10000"/>
                    <a:gd name="connsiteX34" fmla="*/ 5261 w 9857"/>
                    <a:gd name="connsiteY34" fmla="*/ 9968 h 10000"/>
                    <a:gd name="connsiteX35" fmla="*/ 5310 w 9857"/>
                    <a:gd name="connsiteY35" fmla="*/ 9968 h 10000"/>
                    <a:gd name="connsiteX36" fmla="*/ 5404 w 9857"/>
                    <a:gd name="connsiteY36" fmla="*/ 9904 h 10000"/>
                    <a:gd name="connsiteX37" fmla="*/ 6017 w 9857"/>
                    <a:gd name="connsiteY37" fmla="*/ 9904 h 10000"/>
                    <a:gd name="connsiteX38" fmla="*/ 6114 w 9857"/>
                    <a:gd name="connsiteY38" fmla="*/ 10000 h 10000"/>
                    <a:gd name="connsiteX39" fmla="*/ 6636 w 9857"/>
                    <a:gd name="connsiteY39" fmla="*/ 9871 h 10000"/>
                    <a:gd name="connsiteX40" fmla="*/ 7108 w 9857"/>
                    <a:gd name="connsiteY40" fmla="*/ 9871 h 10000"/>
                    <a:gd name="connsiteX41" fmla="*/ 7441 w 9857"/>
                    <a:gd name="connsiteY41" fmla="*/ 9743 h 10000"/>
                    <a:gd name="connsiteX42" fmla="*/ 7822 w 9857"/>
                    <a:gd name="connsiteY42" fmla="*/ 9486 h 10000"/>
                    <a:gd name="connsiteX43" fmla="*/ 8816 w 9857"/>
                    <a:gd name="connsiteY43" fmla="*/ 9486 h 10000"/>
                    <a:gd name="connsiteX44" fmla="*/ 8816 w 9857"/>
                    <a:gd name="connsiteY44" fmla="*/ 9132 h 10000"/>
                    <a:gd name="connsiteX45" fmla="*/ 8296 w 9857"/>
                    <a:gd name="connsiteY45" fmla="*/ 8971 h 10000"/>
                    <a:gd name="connsiteX46" fmla="*/ 8010 w 9857"/>
                    <a:gd name="connsiteY46" fmla="*/ 8457 h 10000"/>
                    <a:gd name="connsiteX47" fmla="*/ 7632 w 9857"/>
                    <a:gd name="connsiteY47" fmla="*/ 8264 h 10000"/>
                    <a:gd name="connsiteX48" fmla="*/ 7393 w 9857"/>
                    <a:gd name="connsiteY48" fmla="*/ 8006 h 10000"/>
                    <a:gd name="connsiteX49" fmla="*/ 6778 w 9857"/>
                    <a:gd name="connsiteY49" fmla="*/ 7814 h 10000"/>
                    <a:gd name="connsiteX50" fmla="*/ 6920 w 9857"/>
                    <a:gd name="connsiteY50" fmla="*/ 7749 h 10000"/>
                    <a:gd name="connsiteX51" fmla="*/ 6920 w 9857"/>
                    <a:gd name="connsiteY51" fmla="*/ 7588 h 10000"/>
                    <a:gd name="connsiteX52" fmla="*/ 7348 w 9857"/>
                    <a:gd name="connsiteY52" fmla="*/ 7588 h 10000"/>
                    <a:gd name="connsiteX53" fmla="*/ 7583 w 9857"/>
                    <a:gd name="connsiteY53" fmla="*/ 7460 h 10000"/>
                    <a:gd name="connsiteX54" fmla="*/ 7632 w 9857"/>
                    <a:gd name="connsiteY54" fmla="*/ 6527 h 10000"/>
                    <a:gd name="connsiteX55" fmla="*/ 7678 w 9857"/>
                    <a:gd name="connsiteY55" fmla="*/ 6559 h 10000"/>
                    <a:gd name="connsiteX56" fmla="*/ 7509 w 9857"/>
                    <a:gd name="connsiteY56" fmla="*/ 6618 h 10000"/>
                    <a:gd name="connsiteX57" fmla="*/ 7443 w 9857"/>
                    <a:gd name="connsiteY57" fmla="*/ 6745 h 10000"/>
                    <a:gd name="connsiteX58" fmla="*/ 7019 w 9857"/>
                    <a:gd name="connsiteY58" fmla="*/ 6497 h 10000"/>
                    <a:gd name="connsiteX59" fmla="*/ 6943 w 9857"/>
                    <a:gd name="connsiteY59" fmla="*/ 5828 h 10000"/>
                    <a:gd name="connsiteX60" fmla="*/ 6490 w 9857"/>
                    <a:gd name="connsiteY60" fmla="*/ 6118 h 10000"/>
                    <a:gd name="connsiteX61" fmla="*/ 6497 w 9857"/>
                    <a:gd name="connsiteY61" fmla="*/ 6462 h 10000"/>
                    <a:gd name="connsiteX62" fmla="*/ 6132 w 9857"/>
                    <a:gd name="connsiteY62" fmla="*/ 6670 h 10000"/>
                    <a:gd name="connsiteX63" fmla="*/ 9857 w 9857"/>
                    <a:gd name="connsiteY63" fmla="*/ 2219 h 10000"/>
                    <a:gd name="connsiteX64" fmla="*/ 9766 w 9857"/>
                    <a:gd name="connsiteY64" fmla="*/ 1736 h 10000"/>
                    <a:gd name="connsiteX65" fmla="*/ 9766 w 9857"/>
                    <a:gd name="connsiteY65" fmla="*/ 1061 h 10000"/>
                    <a:gd name="connsiteX66" fmla="*/ 9526 w 9857"/>
                    <a:gd name="connsiteY66" fmla="*/ 836 h 10000"/>
                    <a:gd name="connsiteX67" fmla="*/ 9479 w 9857"/>
                    <a:gd name="connsiteY67" fmla="*/ 611 h 10000"/>
                    <a:gd name="connsiteX68" fmla="*/ 9100 w 9857"/>
                    <a:gd name="connsiteY68" fmla="*/ 289 h 10000"/>
                    <a:gd name="connsiteX69" fmla="*/ 8768 w 9857"/>
                    <a:gd name="connsiteY69" fmla="*/ 161 h 10000"/>
                    <a:gd name="connsiteX70" fmla="*/ 8580 w 9857"/>
                    <a:gd name="connsiteY70" fmla="*/ 0 h 10000"/>
                    <a:gd name="connsiteX71" fmla="*/ 8296 w 9857"/>
                    <a:gd name="connsiteY71" fmla="*/ 161 h 10000"/>
                    <a:gd name="connsiteX72" fmla="*/ 8104 w 9857"/>
                    <a:gd name="connsiteY72" fmla="*/ 129 h 10000"/>
                    <a:gd name="connsiteX73" fmla="*/ 7961 w 9857"/>
                    <a:gd name="connsiteY73" fmla="*/ 418 h 10000"/>
                    <a:gd name="connsiteX74" fmla="*/ 7583 w 9857"/>
                    <a:gd name="connsiteY74" fmla="*/ 482 h 10000"/>
                    <a:gd name="connsiteX75" fmla="*/ 7488 w 9857"/>
                    <a:gd name="connsiteY75" fmla="*/ 707 h 10000"/>
                    <a:gd name="connsiteX76" fmla="*/ 7156 w 9857"/>
                    <a:gd name="connsiteY76" fmla="*/ 707 h 10000"/>
                    <a:gd name="connsiteX77" fmla="*/ 6872 w 9857"/>
                    <a:gd name="connsiteY77" fmla="*/ 611 h 10000"/>
                    <a:gd name="connsiteX78" fmla="*/ 6256 w 9857"/>
                    <a:gd name="connsiteY78" fmla="*/ 611 h 10000"/>
                    <a:gd name="connsiteX79" fmla="*/ 5640 w 9857"/>
                    <a:gd name="connsiteY79" fmla="*/ 611 h 10000"/>
                    <a:gd name="connsiteX80" fmla="*/ 5688 w 9857"/>
                    <a:gd name="connsiteY80" fmla="*/ 482 h 10000"/>
                    <a:gd name="connsiteX81" fmla="*/ 5593 w 9857"/>
                    <a:gd name="connsiteY81" fmla="*/ 482 h 10000"/>
                    <a:gd name="connsiteX82" fmla="*/ 5546 w 9857"/>
                    <a:gd name="connsiteY82" fmla="*/ 611 h 10000"/>
                    <a:gd name="connsiteX83" fmla="*/ 4976 w 9857"/>
                    <a:gd name="connsiteY83" fmla="*/ 611 h 10000"/>
                    <a:gd name="connsiteX84" fmla="*/ 4409 w 9857"/>
                    <a:gd name="connsiteY84" fmla="*/ 611 h 10000"/>
                    <a:gd name="connsiteX85" fmla="*/ 3841 w 9857"/>
                    <a:gd name="connsiteY85" fmla="*/ 611 h 10000"/>
                    <a:gd name="connsiteX86" fmla="*/ 3271 w 9857"/>
                    <a:gd name="connsiteY86" fmla="*/ 611 h 10000"/>
                    <a:gd name="connsiteX87" fmla="*/ 2751 w 9857"/>
                    <a:gd name="connsiteY87" fmla="*/ 611 h 10000"/>
                    <a:gd name="connsiteX88" fmla="*/ 2182 w 9857"/>
                    <a:gd name="connsiteY88" fmla="*/ 611 h 10000"/>
                    <a:gd name="connsiteX89" fmla="*/ 1660 w 9857"/>
                    <a:gd name="connsiteY89" fmla="*/ 611 h 10000"/>
                    <a:gd name="connsiteX90" fmla="*/ 1091 w 9857"/>
                    <a:gd name="connsiteY90" fmla="*/ 611 h 10000"/>
                    <a:gd name="connsiteX91" fmla="*/ 1091 w 9857"/>
                    <a:gd name="connsiteY91" fmla="*/ 1061 h 10000"/>
                    <a:gd name="connsiteX92" fmla="*/ 1091 w 9857"/>
                    <a:gd name="connsiteY92" fmla="*/ 1640 h 10000"/>
                    <a:gd name="connsiteX93" fmla="*/ 381 w 9857"/>
                    <a:gd name="connsiteY93" fmla="*/ 1640 h 10000"/>
                    <a:gd name="connsiteX94" fmla="*/ 381 w 9857"/>
                    <a:gd name="connsiteY94" fmla="*/ 1897 h 10000"/>
                    <a:gd name="connsiteX0" fmla="*/ 387 w 9908"/>
                    <a:gd name="connsiteY0" fmla="*/ 1897 h 10000"/>
                    <a:gd name="connsiteX1" fmla="*/ 5971 w 9908"/>
                    <a:gd name="connsiteY1" fmla="*/ 6915 h 10000"/>
                    <a:gd name="connsiteX2" fmla="*/ 5576 w 9908"/>
                    <a:gd name="connsiteY2" fmla="*/ 7114 h 10000"/>
                    <a:gd name="connsiteX3" fmla="*/ 5245 w 9908"/>
                    <a:gd name="connsiteY3" fmla="*/ 6907 h 10000"/>
                    <a:gd name="connsiteX4" fmla="*/ 4764 w 9908"/>
                    <a:gd name="connsiteY4" fmla="*/ 6781 h 10000"/>
                    <a:gd name="connsiteX5" fmla="*/ 4525 w 9908"/>
                    <a:gd name="connsiteY5" fmla="*/ 7064 h 10000"/>
                    <a:gd name="connsiteX6" fmla="*/ 3932 w 9908"/>
                    <a:gd name="connsiteY6" fmla="*/ 7281 h 10000"/>
                    <a:gd name="connsiteX7" fmla="*/ 3553 w 9908"/>
                    <a:gd name="connsiteY7" fmla="*/ 7279 h 10000"/>
                    <a:gd name="connsiteX8" fmla="*/ 2723 w 9908"/>
                    <a:gd name="connsiteY8" fmla="*/ 7095 h 10000"/>
                    <a:gd name="connsiteX9" fmla="*/ 2501 w 9908"/>
                    <a:gd name="connsiteY9" fmla="*/ 7195 h 10000"/>
                    <a:gd name="connsiteX10" fmla="*/ 1947 w 9908"/>
                    <a:gd name="connsiteY10" fmla="*/ 6973 h 10000"/>
                    <a:gd name="connsiteX11" fmla="*/ 1702 w 9908"/>
                    <a:gd name="connsiteY11" fmla="*/ 6638 h 10000"/>
                    <a:gd name="connsiteX12" fmla="*/ 1296 w 9908"/>
                    <a:gd name="connsiteY12" fmla="*/ 6729 h 10000"/>
                    <a:gd name="connsiteX13" fmla="*/ 1185 w 9908"/>
                    <a:gd name="connsiteY13" fmla="*/ 6927 h 10000"/>
                    <a:gd name="connsiteX14" fmla="*/ 756 w 9908"/>
                    <a:gd name="connsiteY14" fmla="*/ 7011 h 10000"/>
                    <a:gd name="connsiteX15" fmla="*/ 472 w 9908"/>
                    <a:gd name="connsiteY15" fmla="*/ 7004 h 10000"/>
                    <a:gd name="connsiteX16" fmla="*/ 316 w 9908"/>
                    <a:gd name="connsiteY16" fmla="*/ 7161 h 10000"/>
                    <a:gd name="connsiteX17" fmla="*/ 51 w 9908"/>
                    <a:gd name="connsiteY17" fmla="*/ 6913 h 10000"/>
                    <a:gd name="connsiteX18" fmla="*/ 0 w 9908"/>
                    <a:gd name="connsiteY18" fmla="*/ 7363 h 10000"/>
                    <a:gd name="connsiteX19" fmla="*/ 96 w 9908"/>
                    <a:gd name="connsiteY19" fmla="*/ 7428 h 10000"/>
                    <a:gd name="connsiteX20" fmla="*/ 482 w 9908"/>
                    <a:gd name="connsiteY20" fmla="*/ 7460 h 10000"/>
                    <a:gd name="connsiteX21" fmla="*/ 532 w 9908"/>
                    <a:gd name="connsiteY21" fmla="*/ 7588 h 10000"/>
                    <a:gd name="connsiteX22" fmla="*/ 962 w 9908"/>
                    <a:gd name="connsiteY22" fmla="*/ 7621 h 10000"/>
                    <a:gd name="connsiteX23" fmla="*/ 1204 w 9908"/>
                    <a:gd name="connsiteY23" fmla="*/ 7749 h 10000"/>
                    <a:gd name="connsiteX24" fmla="*/ 1250 w 9908"/>
                    <a:gd name="connsiteY24" fmla="*/ 7974 h 10000"/>
                    <a:gd name="connsiteX25" fmla="*/ 2022 w 9908"/>
                    <a:gd name="connsiteY25" fmla="*/ 8360 h 10000"/>
                    <a:gd name="connsiteX26" fmla="*/ 2214 w 9908"/>
                    <a:gd name="connsiteY26" fmla="*/ 8746 h 10000"/>
                    <a:gd name="connsiteX27" fmla="*/ 2741 w 9908"/>
                    <a:gd name="connsiteY27" fmla="*/ 8939 h 10000"/>
                    <a:gd name="connsiteX28" fmla="*/ 2934 w 9908"/>
                    <a:gd name="connsiteY28" fmla="*/ 9196 h 10000"/>
                    <a:gd name="connsiteX29" fmla="*/ 3318 w 9908"/>
                    <a:gd name="connsiteY29" fmla="*/ 9518 h 10000"/>
                    <a:gd name="connsiteX30" fmla="*/ 3609 w 9908"/>
                    <a:gd name="connsiteY30" fmla="*/ 9614 h 10000"/>
                    <a:gd name="connsiteX31" fmla="*/ 3800 w 9908"/>
                    <a:gd name="connsiteY31" fmla="*/ 9518 h 10000"/>
                    <a:gd name="connsiteX32" fmla="*/ 4280 w 9908"/>
                    <a:gd name="connsiteY32" fmla="*/ 9550 h 10000"/>
                    <a:gd name="connsiteX33" fmla="*/ 4473 w 9908"/>
                    <a:gd name="connsiteY33" fmla="*/ 9486 h 10000"/>
                    <a:gd name="connsiteX34" fmla="*/ 5337 w 9908"/>
                    <a:gd name="connsiteY34" fmla="*/ 9968 h 10000"/>
                    <a:gd name="connsiteX35" fmla="*/ 5387 w 9908"/>
                    <a:gd name="connsiteY35" fmla="*/ 9968 h 10000"/>
                    <a:gd name="connsiteX36" fmla="*/ 5482 w 9908"/>
                    <a:gd name="connsiteY36" fmla="*/ 9904 h 10000"/>
                    <a:gd name="connsiteX37" fmla="*/ 6104 w 9908"/>
                    <a:gd name="connsiteY37" fmla="*/ 9904 h 10000"/>
                    <a:gd name="connsiteX38" fmla="*/ 6203 w 9908"/>
                    <a:gd name="connsiteY38" fmla="*/ 10000 h 10000"/>
                    <a:gd name="connsiteX39" fmla="*/ 6732 w 9908"/>
                    <a:gd name="connsiteY39" fmla="*/ 9871 h 10000"/>
                    <a:gd name="connsiteX40" fmla="*/ 7211 w 9908"/>
                    <a:gd name="connsiteY40" fmla="*/ 9871 h 10000"/>
                    <a:gd name="connsiteX41" fmla="*/ 7549 w 9908"/>
                    <a:gd name="connsiteY41" fmla="*/ 9743 h 10000"/>
                    <a:gd name="connsiteX42" fmla="*/ 7935 w 9908"/>
                    <a:gd name="connsiteY42" fmla="*/ 9486 h 10000"/>
                    <a:gd name="connsiteX43" fmla="*/ 8944 w 9908"/>
                    <a:gd name="connsiteY43" fmla="*/ 9486 h 10000"/>
                    <a:gd name="connsiteX44" fmla="*/ 8944 w 9908"/>
                    <a:gd name="connsiteY44" fmla="*/ 9132 h 10000"/>
                    <a:gd name="connsiteX45" fmla="*/ 8416 w 9908"/>
                    <a:gd name="connsiteY45" fmla="*/ 8971 h 10000"/>
                    <a:gd name="connsiteX46" fmla="*/ 8126 w 9908"/>
                    <a:gd name="connsiteY46" fmla="*/ 8457 h 10000"/>
                    <a:gd name="connsiteX47" fmla="*/ 7743 w 9908"/>
                    <a:gd name="connsiteY47" fmla="*/ 8264 h 10000"/>
                    <a:gd name="connsiteX48" fmla="*/ 7500 w 9908"/>
                    <a:gd name="connsiteY48" fmla="*/ 8006 h 10000"/>
                    <a:gd name="connsiteX49" fmla="*/ 6876 w 9908"/>
                    <a:gd name="connsiteY49" fmla="*/ 7814 h 10000"/>
                    <a:gd name="connsiteX50" fmla="*/ 7020 w 9908"/>
                    <a:gd name="connsiteY50" fmla="*/ 7749 h 10000"/>
                    <a:gd name="connsiteX51" fmla="*/ 7020 w 9908"/>
                    <a:gd name="connsiteY51" fmla="*/ 7588 h 10000"/>
                    <a:gd name="connsiteX52" fmla="*/ 7455 w 9908"/>
                    <a:gd name="connsiteY52" fmla="*/ 7588 h 10000"/>
                    <a:gd name="connsiteX53" fmla="*/ 7693 w 9908"/>
                    <a:gd name="connsiteY53" fmla="*/ 7460 h 10000"/>
                    <a:gd name="connsiteX54" fmla="*/ 7743 w 9908"/>
                    <a:gd name="connsiteY54" fmla="*/ 6527 h 10000"/>
                    <a:gd name="connsiteX55" fmla="*/ 7789 w 9908"/>
                    <a:gd name="connsiteY55" fmla="*/ 6559 h 10000"/>
                    <a:gd name="connsiteX56" fmla="*/ 7618 w 9908"/>
                    <a:gd name="connsiteY56" fmla="*/ 6618 h 10000"/>
                    <a:gd name="connsiteX57" fmla="*/ 7551 w 9908"/>
                    <a:gd name="connsiteY57" fmla="*/ 6745 h 10000"/>
                    <a:gd name="connsiteX58" fmla="*/ 7121 w 9908"/>
                    <a:gd name="connsiteY58" fmla="*/ 6497 h 10000"/>
                    <a:gd name="connsiteX59" fmla="*/ 7044 w 9908"/>
                    <a:gd name="connsiteY59" fmla="*/ 5828 h 10000"/>
                    <a:gd name="connsiteX60" fmla="*/ 6584 w 9908"/>
                    <a:gd name="connsiteY60" fmla="*/ 6118 h 10000"/>
                    <a:gd name="connsiteX61" fmla="*/ 6591 w 9908"/>
                    <a:gd name="connsiteY61" fmla="*/ 6462 h 10000"/>
                    <a:gd name="connsiteX62" fmla="*/ 6221 w 9908"/>
                    <a:gd name="connsiteY62" fmla="*/ 6670 h 10000"/>
                    <a:gd name="connsiteX63" fmla="*/ 9908 w 9908"/>
                    <a:gd name="connsiteY63" fmla="*/ 1736 h 10000"/>
                    <a:gd name="connsiteX64" fmla="*/ 9908 w 9908"/>
                    <a:gd name="connsiteY64" fmla="*/ 1061 h 10000"/>
                    <a:gd name="connsiteX65" fmla="*/ 9664 w 9908"/>
                    <a:gd name="connsiteY65" fmla="*/ 836 h 10000"/>
                    <a:gd name="connsiteX66" fmla="*/ 9617 w 9908"/>
                    <a:gd name="connsiteY66" fmla="*/ 611 h 10000"/>
                    <a:gd name="connsiteX67" fmla="*/ 9232 w 9908"/>
                    <a:gd name="connsiteY67" fmla="*/ 289 h 10000"/>
                    <a:gd name="connsiteX68" fmla="*/ 8895 w 9908"/>
                    <a:gd name="connsiteY68" fmla="*/ 161 h 10000"/>
                    <a:gd name="connsiteX69" fmla="*/ 8704 w 9908"/>
                    <a:gd name="connsiteY69" fmla="*/ 0 h 10000"/>
                    <a:gd name="connsiteX70" fmla="*/ 8416 w 9908"/>
                    <a:gd name="connsiteY70" fmla="*/ 161 h 10000"/>
                    <a:gd name="connsiteX71" fmla="*/ 8222 w 9908"/>
                    <a:gd name="connsiteY71" fmla="*/ 129 h 10000"/>
                    <a:gd name="connsiteX72" fmla="*/ 8076 w 9908"/>
                    <a:gd name="connsiteY72" fmla="*/ 418 h 10000"/>
                    <a:gd name="connsiteX73" fmla="*/ 7693 w 9908"/>
                    <a:gd name="connsiteY73" fmla="*/ 482 h 10000"/>
                    <a:gd name="connsiteX74" fmla="*/ 7597 w 9908"/>
                    <a:gd name="connsiteY74" fmla="*/ 707 h 10000"/>
                    <a:gd name="connsiteX75" fmla="*/ 7260 w 9908"/>
                    <a:gd name="connsiteY75" fmla="*/ 707 h 10000"/>
                    <a:gd name="connsiteX76" fmla="*/ 6972 w 9908"/>
                    <a:gd name="connsiteY76" fmla="*/ 611 h 10000"/>
                    <a:gd name="connsiteX77" fmla="*/ 6347 w 9908"/>
                    <a:gd name="connsiteY77" fmla="*/ 611 h 10000"/>
                    <a:gd name="connsiteX78" fmla="*/ 5722 w 9908"/>
                    <a:gd name="connsiteY78" fmla="*/ 611 h 10000"/>
                    <a:gd name="connsiteX79" fmla="*/ 5771 w 9908"/>
                    <a:gd name="connsiteY79" fmla="*/ 482 h 10000"/>
                    <a:gd name="connsiteX80" fmla="*/ 5674 w 9908"/>
                    <a:gd name="connsiteY80" fmla="*/ 482 h 10000"/>
                    <a:gd name="connsiteX81" fmla="*/ 5626 w 9908"/>
                    <a:gd name="connsiteY81" fmla="*/ 611 h 10000"/>
                    <a:gd name="connsiteX82" fmla="*/ 5048 w 9908"/>
                    <a:gd name="connsiteY82" fmla="*/ 611 h 10000"/>
                    <a:gd name="connsiteX83" fmla="*/ 4473 w 9908"/>
                    <a:gd name="connsiteY83" fmla="*/ 611 h 10000"/>
                    <a:gd name="connsiteX84" fmla="*/ 3897 w 9908"/>
                    <a:gd name="connsiteY84" fmla="*/ 611 h 10000"/>
                    <a:gd name="connsiteX85" fmla="*/ 3318 w 9908"/>
                    <a:gd name="connsiteY85" fmla="*/ 611 h 10000"/>
                    <a:gd name="connsiteX86" fmla="*/ 2791 w 9908"/>
                    <a:gd name="connsiteY86" fmla="*/ 611 h 10000"/>
                    <a:gd name="connsiteX87" fmla="*/ 2214 w 9908"/>
                    <a:gd name="connsiteY87" fmla="*/ 611 h 10000"/>
                    <a:gd name="connsiteX88" fmla="*/ 1684 w 9908"/>
                    <a:gd name="connsiteY88" fmla="*/ 611 h 10000"/>
                    <a:gd name="connsiteX89" fmla="*/ 1107 w 9908"/>
                    <a:gd name="connsiteY89" fmla="*/ 611 h 10000"/>
                    <a:gd name="connsiteX90" fmla="*/ 1107 w 9908"/>
                    <a:gd name="connsiteY90" fmla="*/ 1061 h 10000"/>
                    <a:gd name="connsiteX91" fmla="*/ 1107 w 9908"/>
                    <a:gd name="connsiteY91" fmla="*/ 1640 h 10000"/>
                    <a:gd name="connsiteX92" fmla="*/ 387 w 9908"/>
                    <a:gd name="connsiteY92" fmla="*/ 1640 h 10000"/>
                    <a:gd name="connsiteX93" fmla="*/ 387 w 9908"/>
                    <a:gd name="connsiteY93" fmla="*/ 1897 h 10000"/>
                    <a:gd name="connsiteX0" fmla="*/ 391 w 10000"/>
                    <a:gd name="connsiteY0" fmla="*/ 1897 h 10000"/>
                    <a:gd name="connsiteX1" fmla="*/ 6026 w 10000"/>
                    <a:gd name="connsiteY1" fmla="*/ 6915 h 10000"/>
                    <a:gd name="connsiteX2" fmla="*/ 5628 w 10000"/>
                    <a:gd name="connsiteY2" fmla="*/ 7114 h 10000"/>
                    <a:gd name="connsiteX3" fmla="*/ 5294 w 10000"/>
                    <a:gd name="connsiteY3" fmla="*/ 6907 h 10000"/>
                    <a:gd name="connsiteX4" fmla="*/ 4808 w 10000"/>
                    <a:gd name="connsiteY4" fmla="*/ 6781 h 10000"/>
                    <a:gd name="connsiteX5" fmla="*/ 4567 w 10000"/>
                    <a:gd name="connsiteY5" fmla="*/ 7064 h 10000"/>
                    <a:gd name="connsiteX6" fmla="*/ 3969 w 10000"/>
                    <a:gd name="connsiteY6" fmla="*/ 7281 h 10000"/>
                    <a:gd name="connsiteX7" fmla="*/ 3586 w 10000"/>
                    <a:gd name="connsiteY7" fmla="*/ 7279 h 10000"/>
                    <a:gd name="connsiteX8" fmla="*/ 2748 w 10000"/>
                    <a:gd name="connsiteY8" fmla="*/ 7095 h 10000"/>
                    <a:gd name="connsiteX9" fmla="*/ 2524 w 10000"/>
                    <a:gd name="connsiteY9" fmla="*/ 7195 h 10000"/>
                    <a:gd name="connsiteX10" fmla="*/ 1965 w 10000"/>
                    <a:gd name="connsiteY10" fmla="*/ 6973 h 10000"/>
                    <a:gd name="connsiteX11" fmla="*/ 1718 w 10000"/>
                    <a:gd name="connsiteY11" fmla="*/ 6638 h 10000"/>
                    <a:gd name="connsiteX12" fmla="*/ 1308 w 10000"/>
                    <a:gd name="connsiteY12" fmla="*/ 6729 h 10000"/>
                    <a:gd name="connsiteX13" fmla="*/ 1196 w 10000"/>
                    <a:gd name="connsiteY13" fmla="*/ 6927 h 10000"/>
                    <a:gd name="connsiteX14" fmla="*/ 763 w 10000"/>
                    <a:gd name="connsiteY14" fmla="*/ 7011 h 10000"/>
                    <a:gd name="connsiteX15" fmla="*/ 476 w 10000"/>
                    <a:gd name="connsiteY15" fmla="*/ 7004 h 10000"/>
                    <a:gd name="connsiteX16" fmla="*/ 319 w 10000"/>
                    <a:gd name="connsiteY16" fmla="*/ 7161 h 10000"/>
                    <a:gd name="connsiteX17" fmla="*/ 51 w 10000"/>
                    <a:gd name="connsiteY17" fmla="*/ 6913 h 10000"/>
                    <a:gd name="connsiteX18" fmla="*/ 0 w 10000"/>
                    <a:gd name="connsiteY18" fmla="*/ 7363 h 10000"/>
                    <a:gd name="connsiteX19" fmla="*/ 97 w 10000"/>
                    <a:gd name="connsiteY19" fmla="*/ 7428 h 10000"/>
                    <a:gd name="connsiteX20" fmla="*/ 486 w 10000"/>
                    <a:gd name="connsiteY20" fmla="*/ 7460 h 10000"/>
                    <a:gd name="connsiteX21" fmla="*/ 537 w 10000"/>
                    <a:gd name="connsiteY21" fmla="*/ 7588 h 10000"/>
                    <a:gd name="connsiteX22" fmla="*/ 971 w 10000"/>
                    <a:gd name="connsiteY22" fmla="*/ 7621 h 10000"/>
                    <a:gd name="connsiteX23" fmla="*/ 1215 w 10000"/>
                    <a:gd name="connsiteY23" fmla="*/ 7749 h 10000"/>
                    <a:gd name="connsiteX24" fmla="*/ 1262 w 10000"/>
                    <a:gd name="connsiteY24" fmla="*/ 7974 h 10000"/>
                    <a:gd name="connsiteX25" fmla="*/ 2041 w 10000"/>
                    <a:gd name="connsiteY25" fmla="*/ 8360 h 10000"/>
                    <a:gd name="connsiteX26" fmla="*/ 2235 w 10000"/>
                    <a:gd name="connsiteY26" fmla="*/ 8746 h 10000"/>
                    <a:gd name="connsiteX27" fmla="*/ 2766 w 10000"/>
                    <a:gd name="connsiteY27" fmla="*/ 8939 h 10000"/>
                    <a:gd name="connsiteX28" fmla="*/ 2961 w 10000"/>
                    <a:gd name="connsiteY28" fmla="*/ 9196 h 10000"/>
                    <a:gd name="connsiteX29" fmla="*/ 3349 w 10000"/>
                    <a:gd name="connsiteY29" fmla="*/ 9518 h 10000"/>
                    <a:gd name="connsiteX30" fmla="*/ 3643 w 10000"/>
                    <a:gd name="connsiteY30" fmla="*/ 9614 h 10000"/>
                    <a:gd name="connsiteX31" fmla="*/ 3835 w 10000"/>
                    <a:gd name="connsiteY31" fmla="*/ 9518 h 10000"/>
                    <a:gd name="connsiteX32" fmla="*/ 4320 w 10000"/>
                    <a:gd name="connsiteY32" fmla="*/ 9550 h 10000"/>
                    <a:gd name="connsiteX33" fmla="*/ 4515 w 10000"/>
                    <a:gd name="connsiteY33" fmla="*/ 9486 h 10000"/>
                    <a:gd name="connsiteX34" fmla="*/ 5387 w 10000"/>
                    <a:gd name="connsiteY34" fmla="*/ 9968 h 10000"/>
                    <a:gd name="connsiteX35" fmla="*/ 5437 w 10000"/>
                    <a:gd name="connsiteY35" fmla="*/ 9968 h 10000"/>
                    <a:gd name="connsiteX36" fmla="*/ 5533 w 10000"/>
                    <a:gd name="connsiteY36" fmla="*/ 9904 h 10000"/>
                    <a:gd name="connsiteX37" fmla="*/ 6161 w 10000"/>
                    <a:gd name="connsiteY37" fmla="*/ 9904 h 10000"/>
                    <a:gd name="connsiteX38" fmla="*/ 6261 w 10000"/>
                    <a:gd name="connsiteY38" fmla="*/ 10000 h 10000"/>
                    <a:gd name="connsiteX39" fmla="*/ 6795 w 10000"/>
                    <a:gd name="connsiteY39" fmla="*/ 9871 h 10000"/>
                    <a:gd name="connsiteX40" fmla="*/ 7278 w 10000"/>
                    <a:gd name="connsiteY40" fmla="*/ 9871 h 10000"/>
                    <a:gd name="connsiteX41" fmla="*/ 7619 w 10000"/>
                    <a:gd name="connsiteY41" fmla="*/ 9743 h 10000"/>
                    <a:gd name="connsiteX42" fmla="*/ 8009 w 10000"/>
                    <a:gd name="connsiteY42" fmla="*/ 9486 h 10000"/>
                    <a:gd name="connsiteX43" fmla="*/ 9027 w 10000"/>
                    <a:gd name="connsiteY43" fmla="*/ 9486 h 10000"/>
                    <a:gd name="connsiteX44" fmla="*/ 9027 w 10000"/>
                    <a:gd name="connsiteY44" fmla="*/ 9132 h 10000"/>
                    <a:gd name="connsiteX45" fmla="*/ 8494 w 10000"/>
                    <a:gd name="connsiteY45" fmla="*/ 8971 h 10000"/>
                    <a:gd name="connsiteX46" fmla="*/ 8201 w 10000"/>
                    <a:gd name="connsiteY46" fmla="*/ 8457 h 10000"/>
                    <a:gd name="connsiteX47" fmla="*/ 7815 w 10000"/>
                    <a:gd name="connsiteY47" fmla="*/ 8264 h 10000"/>
                    <a:gd name="connsiteX48" fmla="*/ 7570 w 10000"/>
                    <a:gd name="connsiteY48" fmla="*/ 8006 h 10000"/>
                    <a:gd name="connsiteX49" fmla="*/ 6940 w 10000"/>
                    <a:gd name="connsiteY49" fmla="*/ 7814 h 10000"/>
                    <a:gd name="connsiteX50" fmla="*/ 7085 w 10000"/>
                    <a:gd name="connsiteY50" fmla="*/ 7749 h 10000"/>
                    <a:gd name="connsiteX51" fmla="*/ 7085 w 10000"/>
                    <a:gd name="connsiteY51" fmla="*/ 7588 h 10000"/>
                    <a:gd name="connsiteX52" fmla="*/ 7524 w 10000"/>
                    <a:gd name="connsiteY52" fmla="*/ 7588 h 10000"/>
                    <a:gd name="connsiteX53" fmla="*/ 7764 w 10000"/>
                    <a:gd name="connsiteY53" fmla="*/ 7460 h 10000"/>
                    <a:gd name="connsiteX54" fmla="*/ 7815 w 10000"/>
                    <a:gd name="connsiteY54" fmla="*/ 6527 h 10000"/>
                    <a:gd name="connsiteX55" fmla="*/ 7861 w 10000"/>
                    <a:gd name="connsiteY55" fmla="*/ 6559 h 10000"/>
                    <a:gd name="connsiteX56" fmla="*/ 7689 w 10000"/>
                    <a:gd name="connsiteY56" fmla="*/ 6618 h 10000"/>
                    <a:gd name="connsiteX57" fmla="*/ 7621 w 10000"/>
                    <a:gd name="connsiteY57" fmla="*/ 6745 h 10000"/>
                    <a:gd name="connsiteX58" fmla="*/ 7187 w 10000"/>
                    <a:gd name="connsiteY58" fmla="*/ 6497 h 10000"/>
                    <a:gd name="connsiteX59" fmla="*/ 7109 w 10000"/>
                    <a:gd name="connsiteY59" fmla="*/ 5828 h 10000"/>
                    <a:gd name="connsiteX60" fmla="*/ 6645 w 10000"/>
                    <a:gd name="connsiteY60" fmla="*/ 6118 h 10000"/>
                    <a:gd name="connsiteX61" fmla="*/ 6652 w 10000"/>
                    <a:gd name="connsiteY61" fmla="*/ 6462 h 10000"/>
                    <a:gd name="connsiteX62" fmla="*/ 6279 w 10000"/>
                    <a:gd name="connsiteY62" fmla="*/ 6670 h 10000"/>
                    <a:gd name="connsiteX63" fmla="*/ 10000 w 10000"/>
                    <a:gd name="connsiteY63" fmla="*/ 1061 h 10000"/>
                    <a:gd name="connsiteX64" fmla="*/ 9754 w 10000"/>
                    <a:gd name="connsiteY64" fmla="*/ 836 h 10000"/>
                    <a:gd name="connsiteX65" fmla="*/ 9706 w 10000"/>
                    <a:gd name="connsiteY65" fmla="*/ 611 h 10000"/>
                    <a:gd name="connsiteX66" fmla="*/ 9318 w 10000"/>
                    <a:gd name="connsiteY66" fmla="*/ 289 h 10000"/>
                    <a:gd name="connsiteX67" fmla="*/ 8978 w 10000"/>
                    <a:gd name="connsiteY67" fmla="*/ 161 h 10000"/>
                    <a:gd name="connsiteX68" fmla="*/ 8785 w 10000"/>
                    <a:gd name="connsiteY68" fmla="*/ 0 h 10000"/>
                    <a:gd name="connsiteX69" fmla="*/ 8494 w 10000"/>
                    <a:gd name="connsiteY69" fmla="*/ 161 h 10000"/>
                    <a:gd name="connsiteX70" fmla="*/ 8298 w 10000"/>
                    <a:gd name="connsiteY70" fmla="*/ 129 h 10000"/>
                    <a:gd name="connsiteX71" fmla="*/ 8151 w 10000"/>
                    <a:gd name="connsiteY71" fmla="*/ 418 h 10000"/>
                    <a:gd name="connsiteX72" fmla="*/ 7764 w 10000"/>
                    <a:gd name="connsiteY72" fmla="*/ 482 h 10000"/>
                    <a:gd name="connsiteX73" fmla="*/ 7668 w 10000"/>
                    <a:gd name="connsiteY73" fmla="*/ 707 h 10000"/>
                    <a:gd name="connsiteX74" fmla="*/ 7327 w 10000"/>
                    <a:gd name="connsiteY74" fmla="*/ 707 h 10000"/>
                    <a:gd name="connsiteX75" fmla="*/ 7037 w 10000"/>
                    <a:gd name="connsiteY75" fmla="*/ 611 h 10000"/>
                    <a:gd name="connsiteX76" fmla="*/ 6406 w 10000"/>
                    <a:gd name="connsiteY76" fmla="*/ 611 h 10000"/>
                    <a:gd name="connsiteX77" fmla="*/ 5775 w 10000"/>
                    <a:gd name="connsiteY77" fmla="*/ 611 h 10000"/>
                    <a:gd name="connsiteX78" fmla="*/ 5825 w 10000"/>
                    <a:gd name="connsiteY78" fmla="*/ 482 h 10000"/>
                    <a:gd name="connsiteX79" fmla="*/ 5727 w 10000"/>
                    <a:gd name="connsiteY79" fmla="*/ 482 h 10000"/>
                    <a:gd name="connsiteX80" fmla="*/ 5678 w 10000"/>
                    <a:gd name="connsiteY80" fmla="*/ 611 h 10000"/>
                    <a:gd name="connsiteX81" fmla="*/ 5095 w 10000"/>
                    <a:gd name="connsiteY81" fmla="*/ 611 h 10000"/>
                    <a:gd name="connsiteX82" fmla="*/ 4515 w 10000"/>
                    <a:gd name="connsiteY82" fmla="*/ 611 h 10000"/>
                    <a:gd name="connsiteX83" fmla="*/ 3933 w 10000"/>
                    <a:gd name="connsiteY83" fmla="*/ 611 h 10000"/>
                    <a:gd name="connsiteX84" fmla="*/ 3349 w 10000"/>
                    <a:gd name="connsiteY84" fmla="*/ 611 h 10000"/>
                    <a:gd name="connsiteX85" fmla="*/ 2817 w 10000"/>
                    <a:gd name="connsiteY85" fmla="*/ 611 h 10000"/>
                    <a:gd name="connsiteX86" fmla="*/ 2235 w 10000"/>
                    <a:gd name="connsiteY86" fmla="*/ 611 h 10000"/>
                    <a:gd name="connsiteX87" fmla="*/ 1700 w 10000"/>
                    <a:gd name="connsiteY87" fmla="*/ 611 h 10000"/>
                    <a:gd name="connsiteX88" fmla="*/ 1117 w 10000"/>
                    <a:gd name="connsiteY88" fmla="*/ 611 h 10000"/>
                    <a:gd name="connsiteX89" fmla="*/ 1117 w 10000"/>
                    <a:gd name="connsiteY89" fmla="*/ 1061 h 10000"/>
                    <a:gd name="connsiteX90" fmla="*/ 1117 w 10000"/>
                    <a:gd name="connsiteY90" fmla="*/ 1640 h 10000"/>
                    <a:gd name="connsiteX91" fmla="*/ 391 w 10000"/>
                    <a:gd name="connsiteY91" fmla="*/ 1640 h 10000"/>
                    <a:gd name="connsiteX92" fmla="*/ 391 w 10000"/>
                    <a:gd name="connsiteY92" fmla="*/ 1897 h 10000"/>
                    <a:gd name="connsiteX0" fmla="*/ 391 w 9754"/>
                    <a:gd name="connsiteY0" fmla="*/ 1897 h 10000"/>
                    <a:gd name="connsiteX1" fmla="*/ 6026 w 9754"/>
                    <a:gd name="connsiteY1" fmla="*/ 6915 h 10000"/>
                    <a:gd name="connsiteX2" fmla="*/ 5628 w 9754"/>
                    <a:gd name="connsiteY2" fmla="*/ 7114 h 10000"/>
                    <a:gd name="connsiteX3" fmla="*/ 5294 w 9754"/>
                    <a:gd name="connsiteY3" fmla="*/ 6907 h 10000"/>
                    <a:gd name="connsiteX4" fmla="*/ 4808 w 9754"/>
                    <a:gd name="connsiteY4" fmla="*/ 6781 h 10000"/>
                    <a:gd name="connsiteX5" fmla="*/ 4567 w 9754"/>
                    <a:gd name="connsiteY5" fmla="*/ 7064 h 10000"/>
                    <a:gd name="connsiteX6" fmla="*/ 3969 w 9754"/>
                    <a:gd name="connsiteY6" fmla="*/ 7281 h 10000"/>
                    <a:gd name="connsiteX7" fmla="*/ 3586 w 9754"/>
                    <a:gd name="connsiteY7" fmla="*/ 7279 h 10000"/>
                    <a:gd name="connsiteX8" fmla="*/ 2748 w 9754"/>
                    <a:gd name="connsiteY8" fmla="*/ 7095 h 10000"/>
                    <a:gd name="connsiteX9" fmla="*/ 2524 w 9754"/>
                    <a:gd name="connsiteY9" fmla="*/ 7195 h 10000"/>
                    <a:gd name="connsiteX10" fmla="*/ 1965 w 9754"/>
                    <a:gd name="connsiteY10" fmla="*/ 6973 h 10000"/>
                    <a:gd name="connsiteX11" fmla="*/ 1718 w 9754"/>
                    <a:gd name="connsiteY11" fmla="*/ 6638 h 10000"/>
                    <a:gd name="connsiteX12" fmla="*/ 1308 w 9754"/>
                    <a:gd name="connsiteY12" fmla="*/ 6729 h 10000"/>
                    <a:gd name="connsiteX13" fmla="*/ 1196 w 9754"/>
                    <a:gd name="connsiteY13" fmla="*/ 6927 h 10000"/>
                    <a:gd name="connsiteX14" fmla="*/ 763 w 9754"/>
                    <a:gd name="connsiteY14" fmla="*/ 7011 h 10000"/>
                    <a:gd name="connsiteX15" fmla="*/ 476 w 9754"/>
                    <a:gd name="connsiteY15" fmla="*/ 7004 h 10000"/>
                    <a:gd name="connsiteX16" fmla="*/ 319 w 9754"/>
                    <a:gd name="connsiteY16" fmla="*/ 7161 h 10000"/>
                    <a:gd name="connsiteX17" fmla="*/ 51 w 9754"/>
                    <a:gd name="connsiteY17" fmla="*/ 6913 h 10000"/>
                    <a:gd name="connsiteX18" fmla="*/ 0 w 9754"/>
                    <a:gd name="connsiteY18" fmla="*/ 7363 h 10000"/>
                    <a:gd name="connsiteX19" fmla="*/ 97 w 9754"/>
                    <a:gd name="connsiteY19" fmla="*/ 7428 h 10000"/>
                    <a:gd name="connsiteX20" fmla="*/ 486 w 9754"/>
                    <a:gd name="connsiteY20" fmla="*/ 7460 h 10000"/>
                    <a:gd name="connsiteX21" fmla="*/ 537 w 9754"/>
                    <a:gd name="connsiteY21" fmla="*/ 7588 h 10000"/>
                    <a:gd name="connsiteX22" fmla="*/ 971 w 9754"/>
                    <a:gd name="connsiteY22" fmla="*/ 7621 h 10000"/>
                    <a:gd name="connsiteX23" fmla="*/ 1215 w 9754"/>
                    <a:gd name="connsiteY23" fmla="*/ 7749 h 10000"/>
                    <a:gd name="connsiteX24" fmla="*/ 1262 w 9754"/>
                    <a:gd name="connsiteY24" fmla="*/ 7974 h 10000"/>
                    <a:gd name="connsiteX25" fmla="*/ 2041 w 9754"/>
                    <a:gd name="connsiteY25" fmla="*/ 8360 h 10000"/>
                    <a:gd name="connsiteX26" fmla="*/ 2235 w 9754"/>
                    <a:gd name="connsiteY26" fmla="*/ 8746 h 10000"/>
                    <a:gd name="connsiteX27" fmla="*/ 2766 w 9754"/>
                    <a:gd name="connsiteY27" fmla="*/ 8939 h 10000"/>
                    <a:gd name="connsiteX28" fmla="*/ 2961 w 9754"/>
                    <a:gd name="connsiteY28" fmla="*/ 9196 h 10000"/>
                    <a:gd name="connsiteX29" fmla="*/ 3349 w 9754"/>
                    <a:gd name="connsiteY29" fmla="*/ 9518 h 10000"/>
                    <a:gd name="connsiteX30" fmla="*/ 3643 w 9754"/>
                    <a:gd name="connsiteY30" fmla="*/ 9614 h 10000"/>
                    <a:gd name="connsiteX31" fmla="*/ 3835 w 9754"/>
                    <a:gd name="connsiteY31" fmla="*/ 9518 h 10000"/>
                    <a:gd name="connsiteX32" fmla="*/ 4320 w 9754"/>
                    <a:gd name="connsiteY32" fmla="*/ 9550 h 10000"/>
                    <a:gd name="connsiteX33" fmla="*/ 4515 w 9754"/>
                    <a:gd name="connsiteY33" fmla="*/ 9486 h 10000"/>
                    <a:gd name="connsiteX34" fmla="*/ 5387 w 9754"/>
                    <a:gd name="connsiteY34" fmla="*/ 9968 h 10000"/>
                    <a:gd name="connsiteX35" fmla="*/ 5437 w 9754"/>
                    <a:gd name="connsiteY35" fmla="*/ 9968 h 10000"/>
                    <a:gd name="connsiteX36" fmla="*/ 5533 w 9754"/>
                    <a:gd name="connsiteY36" fmla="*/ 9904 h 10000"/>
                    <a:gd name="connsiteX37" fmla="*/ 6161 w 9754"/>
                    <a:gd name="connsiteY37" fmla="*/ 9904 h 10000"/>
                    <a:gd name="connsiteX38" fmla="*/ 6261 w 9754"/>
                    <a:gd name="connsiteY38" fmla="*/ 10000 h 10000"/>
                    <a:gd name="connsiteX39" fmla="*/ 6795 w 9754"/>
                    <a:gd name="connsiteY39" fmla="*/ 9871 h 10000"/>
                    <a:gd name="connsiteX40" fmla="*/ 7278 w 9754"/>
                    <a:gd name="connsiteY40" fmla="*/ 9871 h 10000"/>
                    <a:gd name="connsiteX41" fmla="*/ 7619 w 9754"/>
                    <a:gd name="connsiteY41" fmla="*/ 9743 h 10000"/>
                    <a:gd name="connsiteX42" fmla="*/ 8009 w 9754"/>
                    <a:gd name="connsiteY42" fmla="*/ 9486 h 10000"/>
                    <a:gd name="connsiteX43" fmla="*/ 9027 w 9754"/>
                    <a:gd name="connsiteY43" fmla="*/ 9486 h 10000"/>
                    <a:gd name="connsiteX44" fmla="*/ 9027 w 9754"/>
                    <a:gd name="connsiteY44" fmla="*/ 9132 h 10000"/>
                    <a:gd name="connsiteX45" fmla="*/ 8494 w 9754"/>
                    <a:gd name="connsiteY45" fmla="*/ 8971 h 10000"/>
                    <a:gd name="connsiteX46" fmla="*/ 8201 w 9754"/>
                    <a:gd name="connsiteY46" fmla="*/ 8457 h 10000"/>
                    <a:gd name="connsiteX47" fmla="*/ 7815 w 9754"/>
                    <a:gd name="connsiteY47" fmla="*/ 8264 h 10000"/>
                    <a:gd name="connsiteX48" fmla="*/ 7570 w 9754"/>
                    <a:gd name="connsiteY48" fmla="*/ 8006 h 10000"/>
                    <a:gd name="connsiteX49" fmla="*/ 6940 w 9754"/>
                    <a:gd name="connsiteY49" fmla="*/ 7814 h 10000"/>
                    <a:gd name="connsiteX50" fmla="*/ 7085 w 9754"/>
                    <a:gd name="connsiteY50" fmla="*/ 7749 h 10000"/>
                    <a:gd name="connsiteX51" fmla="*/ 7085 w 9754"/>
                    <a:gd name="connsiteY51" fmla="*/ 7588 h 10000"/>
                    <a:gd name="connsiteX52" fmla="*/ 7524 w 9754"/>
                    <a:gd name="connsiteY52" fmla="*/ 7588 h 10000"/>
                    <a:gd name="connsiteX53" fmla="*/ 7764 w 9754"/>
                    <a:gd name="connsiteY53" fmla="*/ 7460 h 10000"/>
                    <a:gd name="connsiteX54" fmla="*/ 7815 w 9754"/>
                    <a:gd name="connsiteY54" fmla="*/ 6527 h 10000"/>
                    <a:gd name="connsiteX55" fmla="*/ 7861 w 9754"/>
                    <a:gd name="connsiteY55" fmla="*/ 6559 h 10000"/>
                    <a:gd name="connsiteX56" fmla="*/ 7689 w 9754"/>
                    <a:gd name="connsiteY56" fmla="*/ 6618 h 10000"/>
                    <a:gd name="connsiteX57" fmla="*/ 7621 w 9754"/>
                    <a:gd name="connsiteY57" fmla="*/ 6745 h 10000"/>
                    <a:gd name="connsiteX58" fmla="*/ 7187 w 9754"/>
                    <a:gd name="connsiteY58" fmla="*/ 6497 h 10000"/>
                    <a:gd name="connsiteX59" fmla="*/ 7109 w 9754"/>
                    <a:gd name="connsiteY59" fmla="*/ 5828 h 10000"/>
                    <a:gd name="connsiteX60" fmla="*/ 6645 w 9754"/>
                    <a:gd name="connsiteY60" fmla="*/ 6118 h 10000"/>
                    <a:gd name="connsiteX61" fmla="*/ 6652 w 9754"/>
                    <a:gd name="connsiteY61" fmla="*/ 6462 h 10000"/>
                    <a:gd name="connsiteX62" fmla="*/ 6279 w 9754"/>
                    <a:gd name="connsiteY62" fmla="*/ 6670 h 10000"/>
                    <a:gd name="connsiteX63" fmla="*/ 9754 w 9754"/>
                    <a:gd name="connsiteY63" fmla="*/ 836 h 10000"/>
                    <a:gd name="connsiteX64" fmla="*/ 9706 w 9754"/>
                    <a:gd name="connsiteY64" fmla="*/ 611 h 10000"/>
                    <a:gd name="connsiteX65" fmla="*/ 9318 w 9754"/>
                    <a:gd name="connsiteY65" fmla="*/ 289 h 10000"/>
                    <a:gd name="connsiteX66" fmla="*/ 8978 w 9754"/>
                    <a:gd name="connsiteY66" fmla="*/ 161 h 10000"/>
                    <a:gd name="connsiteX67" fmla="*/ 8785 w 9754"/>
                    <a:gd name="connsiteY67" fmla="*/ 0 h 10000"/>
                    <a:gd name="connsiteX68" fmla="*/ 8494 w 9754"/>
                    <a:gd name="connsiteY68" fmla="*/ 161 h 10000"/>
                    <a:gd name="connsiteX69" fmla="*/ 8298 w 9754"/>
                    <a:gd name="connsiteY69" fmla="*/ 129 h 10000"/>
                    <a:gd name="connsiteX70" fmla="*/ 8151 w 9754"/>
                    <a:gd name="connsiteY70" fmla="*/ 418 h 10000"/>
                    <a:gd name="connsiteX71" fmla="*/ 7764 w 9754"/>
                    <a:gd name="connsiteY71" fmla="*/ 482 h 10000"/>
                    <a:gd name="connsiteX72" fmla="*/ 7668 w 9754"/>
                    <a:gd name="connsiteY72" fmla="*/ 707 h 10000"/>
                    <a:gd name="connsiteX73" fmla="*/ 7327 w 9754"/>
                    <a:gd name="connsiteY73" fmla="*/ 707 h 10000"/>
                    <a:gd name="connsiteX74" fmla="*/ 7037 w 9754"/>
                    <a:gd name="connsiteY74" fmla="*/ 611 h 10000"/>
                    <a:gd name="connsiteX75" fmla="*/ 6406 w 9754"/>
                    <a:gd name="connsiteY75" fmla="*/ 611 h 10000"/>
                    <a:gd name="connsiteX76" fmla="*/ 5775 w 9754"/>
                    <a:gd name="connsiteY76" fmla="*/ 611 h 10000"/>
                    <a:gd name="connsiteX77" fmla="*/ 5825 w 9754"/>
                    <a:gd name="connsiteY77" fmla="*/ 482 h 10000"/>
                    <a:gd name="connsiteX78" fmla="*/ 5727 w 9754"/>
                    <a:gd name="connsiteY78" fmla="*/ 482 h 10000"/>
                    <a:gd name="connsiteX79" fmla="*/ 5678 w 9754"/>
                    <a:gd name="connsiteY79" fmla="*/ 611 h 10000"/>
                    <a:gd name="connsiteX80" fmla="*/ 5095 w 9754"/>
                    <a:gd name="connsiteY80" fmla="*/ 611 h 10000"/>
                    <a:gd name="connsiteX81" fmla="*/ 4515 w 9754"/>
                    <a:gd name="connsiteY81" fmla="*/ 611 h 10000"/>
                    <a:gd name="connsiteX82" fmla="*/ 3933 w 9754"/>
                    <a:gd name="connsiteY82" fmla="*/ 611 h 10000"/>
                    <a:gd name="connsiteX83" fmla="*/ 3349 w 9754"/>
                    <a:gd name="connsiteY83" fmla="*/ 611 h 10000"/>
                    <a:gd name="connsiteX84" fmla="*/ 2817 w 9754"/>
                    <a:gd name="connsiteY84" fmla="*/ 611 h 10000"/>
                    <a:gd name="connsiteX85" fmla="*/ 2235 w 9754"/>
                    <a:gd name="connsiteY85" fmla="*/ 611 h 10000"/>
                    <a:gd name="connsiteX86" fmla="*/ 1700 w 9754"/>
                    <a:gd name="connsiteY86" fmla="*/ 611 h 10000"/>
                    <a:gd name="connsiteX87" fmla="*/ 1117 w 9754"/>
                    <a:gd name="connsiteY87" fmla="*/ 611 h 10000"/>
                    <a:gd name="connsiteX88" fmla="*/ 1117 w 9754"/>
                    <a:gd name="connsiteY88" fmla="*/ 1061 h 10000"/>
                    <a:gd name="connsiteX89" fmla="*/ 1117 w 9754"/>
                    <a:gd name="connsiteY89" fmla="*/ 1640 h 10000"/>
                    <a:gd name="connsiteX90" fmla="*/ 391 w 9754"/>
                    <a:gd name="connsiteY90" fmla="*/ 1640 h 10000"/>
                    <a:gd name="connsiteX91" fmla="*/ 391 w 9754"/>
                    <a:gd name="connsiteY91" fmla="*/ 1897 h 10000"/>
                    <a:gd name="connsiteX0" fmla="*/ 401 w 9951"/>
                    <a:gd name="connsiteY0" fmla="*/ 1897 h 10000"/>
                    <a:gd name="connsiteX1" fmla="*/ 6178 w 9951"/>
                    <a:gd name="connsiteY1" fmla="*/ 6915 h 10000"/>
                    <a:gd name="connsiteX2" fmla="*/ 5770 w 9951"/>
                    <a:gd name="connsiteY2" fmla="*/ 7114 h 10000"/>
                    <a:gd name="connsiteX3" fmla="*/ 5428 w 9951"/>
                    <a:gd name="connsiteY3" fmla="*/ 6907 h 10000"/>
                    <a:gd name="connsiteX4" fmla="*/ 4929 w 9951"/>
                    <a:gd name="connsiteY4" fmla="*/ 6781 h 10000"/>
                    <a:gd name="connsiteX5" fmla="*/ 4682 w 9951"/>
                    <a:gd name="connsiteY5" fmla="*/ 7064 h 10000"/>
                    <a:gd name="connsiteX6" fmla="*/ 4069 w 9951"/>
                    <a:gd name="connsiteY6" fmla="*/ 7281 h 10000"/>
                    <a:gd name="connsiteX7" fmla="*/ 3676 w 9951"/>
                    <a:gd name="connsiteY7" fmla="*/ 7279 h 10000"/>
                    <a:gd name="connsiteX8" fmla="*/ 2817 w 9951"/>
                    <a:gd name="connsiteY8" fmla="*/ 7095 h 10000"/>
                    <a:gd name="connsiteX9" fmla="*/ 2588 w 9951"/>
                    <a:gd name="connsiteY9" fmla="*/ 7195 h 10000"/>
                    <a:gd name="connsiteX10" fmla="*/ 2015 w 9951"/>
                    <a:gd name="connsiteY10" fmla="*/ 6973 h 10000"/>
                    <a:gd name="connsiteX11" fmla="*/ 1761 w 9951"/>
                    <a:gd name="connsiteY11" fmla="*/ 6638 h 10000"/>
                    <a:gd name="connsiteX12" fmla="*/ 1341 w 9951"/>
                    <a:gd name="connsiteY12" fmla="*/ 6729 h 10000"/>
                    <a:gd name="connsiteX13" fmla="*/ 1226 w 9951"/>
                    <a:gd name="connsiteY13" fmla="*/ 6927 h 10000"/>
                    <a:gd name="connsiteX14" fmla="*/ 782 w 9951"/>
                    <a:gd name="connsiteY14" fmla="*/ 7011 h 10000"/>
                    <a:gd name="connsiteX15" fmla="*/ 488 w 9951"/>
                    <a:gd name="connsiteY15" fmla="*/ 7004 h 10000"/>
                    <a:gd name="connsiteX16" fmla="*/ 327 w 9951"/>
                    <a:gd name="connsiteY16" fmla="*/ 7161 h 10000"/>
                    <a:gd name="connsiteX17" fmla="*/ 52 w 9951"/>
                    <a:gd name="connsiteY17" fmla="*/ 6913 h 10000"/>
                    <a:gd name="connsiteX18" fmla="*/ 0 w 9951"/>
                    <a:gd name="connsiteY18" fmla="*/ 7363 h 10000"/>
                    <a:gd name="connsiteX19" fmla="*/ 99 w 9951"/>
                    <a:gd name="connsiteY19" fmla="*/ 7428 h 10000"/>
                    <a:gd name="connsiteX20" fmla="*/ 498 w 9951"/>
                    <a:gd name="connsiteY20" fmla="*/ 7460 h 10000"/>
                    <a:gd name="connsiteX21" fmla="*/ 551 w 9951"/>
                    <a:gd name="connsiteY21" fmla="*/ 7588 h 10000"/>
                    <a:gd name="connsiteX22" fmla="*/ 995 w 9951"/>
                    <a:gd name="connsiteY22" fmla="*/ 7621 h 10000"/>
                    <a:gd name="connsiteX23" fmla="*/ 1246 w 9951"/>
                    <a:gd name="connsiteY23" fmla="*/ 7749 h 10000"/>
                    <a:gd name="connsiteX24" fmla="*/ 1294 w 9951"/>
                    <a:gd name="connsiteY24" fmla="*/ 7974 h 10000"/>
                    <a:gd name="connsiteX25" fmla="*/ 2092 w 9951"/>
                    <a:gd name="connsiteY25" fmla="*/ 8360 h 10000"/>
                    <a:gd name="connsiteX26" fmla="*/ 2291 w 9951"/>
                    <a:gd name="connsiteY26" fmla="*/ 8746 h 10000"/>
                    <a:gd name="connsiteX27" fmla="*/ 2836 w 9951"/>
                    <a:gd name="connsiteY27" fmla="*/ 8939 h 10000"/>
                    <a:gd name="connsiteX28" fmla="*/ 3036 w 9951"/>
                    <a:gd name="connsiteY28" fmla="*/ 9196 h 10000"/>
                    <a:gd name="connsiteX29" fmla="*/ 3433 w 9951"/>
                    <a:gd name="connsiteY29" fmla="*/ 9518 h 10000"/>
                    <a:gd name="connsiteX30" fmla="*/ 3735 w 9951"/>
                    <a:gd name="connsiteY30" fmla="*/ 9614 h 10000"/>
                    <a:gd name="connsiteX31" fmla="*/ 3932 w 9951"/>
                    <a:gd name="connsiteY31" fmla="*/ 9518 h 10000"/>
                    <a:gd name="connsiteX32" fmla="*/ 4429 w 9951"/>
                    <a:gd name="connsiteY32" fmla="*/ 9550 h 10000"/>
                    <a:gd name="connsiteX33" fmla="*/ 4629 w 9951"/>
                    <a:gd name="connsiteY33" fmla="*/ 9486 h 10000"/>
                    <a:gd name="connsiteX34" fmla="*/ 5523 w 9951"/>
                    <a:gd name="connsiteY34" fmla="*/ 9968 h 10000"/>
                    <a:gd name="connsiteX35" fmla="*/ 5574 w 9951"/>
                    <a:gd name="connsiteY35" fmla="*/ 9968 h 10000"/>
                    <a:gd name="connsiteX36" fmla="*/ 5673 w 9951"/>
                    <a:gd name="connsiteY36" fmla="*/ 9904 h 10000"/>
                    <a:gd name="connsiteX37" fmla="*/ 6316 w 9951"/>
                    <a:gd name="connsiteY37" fmla="*/ 9904 h 10000"/>
                    <a:gd name="connsiteX38" fmla="*/ 6419 w 9951"/>
                    <a:gd name="connsiteY38" fmla="*/ 10000 h 10000"/>
                    <a:gd name="connsiteX39" fmla="*/ 6966 w 9951"/>
                    <a:gd name="connsiteY39" fmla="*/ 9871 h 10000"/>
                    <a:gd name="connsiteX40" fmla="*/ 7462 w 9951"/>
                    <a:gd name="connsiteY40" fmla="*/ 9871 h 10000"/>
                    <a:gd name="connsiteX41" fmla="*/ 7811 w 9951"/>
                    <a:gd name="connsiteY41" fmla="*/ 9743 h 10000"/>
                    <a:gd name="connsiteX42" fmla="*/ 8211 w 9951"/>
                    <a:gd name="connsiteY42" fmla="*/ 9486 h 10000"/>
                    <a:gd name="connsiteX43" fmla="*/ 9255 w 9951"/>
                    <a:gd name="connsiteY43" fmla="*/ 9486 h 10000"/>
                    <a:gd name="connsiteX44" fmla="*/ 9255 w 9951"/>
                    <a:gd name="connsiteY44" fmla="*/ 9132 h 10000"/>
                    <a:gd name="connsiteX45" fmla="*/ 8708 w 9951"/>
                    <a:gd name="connsiteY45" fmla="*/ 8971 h 10000"/>
                    <a:gd name="connsiteX46" fmla="*/ 8408 w 9951"/>
                    <a:gd name="connsiteY46" fmla="*/ 8457 h 10000"/>
                    <a:gd name="connsiteX47" fmla="*/ 8012 w 9951"/>
                    <a:gd name="connsiteY47" fmla="*/ 8264 h 10000"/>
                    <a:gd name="connsiteX48" fmla="*/ 7761 w 9951"/>
                    <a:gd name="connsiteY48" fmla="*/ 8006 h 10000"/>
                    <a:gd name="connsiteX49" fmla="*/ 7115 w 9951"/>
                    <a:gd name="connsiteY49" fmla="*/ 7814 h 10000"/>
                    <a:gd name="connsiteX50" fmla="*/ 7264 w 9951"/>
                    <a:gd name="connsiteY50" fmla="*/ 7749 h 10000"/>
                    <a:gd name="connsiteX51" fmla="*/ 7264 w 9951"/>
                    <a:gd name="connsiteY51" fmla="*/ 7588 h 10000"/>
                    <a:gd name="connsiteX52" fmla="*/ 7714 w 9951"/>
                    <a:gd name="connsiteY52" fmla="*/ 7588 h 10000"/>
                    <a:gd name="connsiteX53" fmla="*/ 7960 w 9951"/>
                    <a:gd name="connsiteY53" fmla="*/ 7460 h 10000"/>
                    <a:gd name="connsiteX54" fmla="*/ 8012 w 9951"/>
                    <a:gd name="connsiteY54" fmla="*/ 6527 h 10000"/>
                    <a:gd name="connsiteX55" fmla="*/ 8059 w 9951"/>
                    <a:gd name="connsiteY55" fmla="*/ 6559 h 10000"/>
                    <a:gd name="connsiteX56" fmla="*/ 7883 w 9951"/>
                    <a:gd name="connsiteY56" fmla="*/ 6618 h 10000"/>
                    <a:gd name="connsiteX57" fmla="*/ 7813 w 9951"/>
                    <a:gd name="connsiteY57" fmla="*/ 6745 h 10000"/>
                    <a:gd name="connsiteX58" fmla="*/ 7368 w 9951"/>
                    <a:gd name="connsiteY58" fmla="*/ 6497 h 10000"/>
                    <a:gd name="connsiteX59" fmla="*/ 7288 w 9951"/>
                    <a:gd name="connsiteY59" fmla="*/ 5828 h 10000"/>
                    <a:gd name="connsiteX60" fmla="*/ 6813 w 9951"/>
                    <a:gd name="connsiteY60" fmla="*/ 6118 h 10000"/>
                    <a:gd name="connsiteX61" fmla="*/ 6820 w 9951"/>
                    <a:gd name="connsiteY61" fmla="*/ 6462 h 10000"/>
                    <a:gd name="connsiteX62" fmla="*/ 6437 w 9951"/>
                    <a:gd name="connsiteY62" fmla="*/ 6670 h 10000"/>
                    <a:gd name="connsiteX63" fmla="*/ 9951 w 9951"/>
                    <a:gd name="connsiteY63" fmla="*/ 611 h 10000"/>
                    <a:gd name="connsiteX64" fmla="*/ 9553 w 9951"/>
                    <a:gd name="connsiteY64" fmla="*/ 289 h 10000"/>
                    <a:gd name="connsiteX65" fmla="*/ 9204 w 9951"/>
                    <a:gd name="connsiteY65" fmla="*/ 161 h 10000"/>
                    <a:gd name="connsiteX66" fmla="*/ 9007 w 9951"/>
                    <a:gd name="connsiteY66" fmla="*/ 0 h 10000"/>
                    <a:gd name="connsiteX67" fmla="*/ 8708 w 9951"/>
                    <a:gd name="connsiteY67" fmla="*/ 161 h 10000"/>
                    <a:gd name="connsiteX68" fmla="*/ 8507 w 9951"/>
                    <a:gd name="connsiteY68" fmla="*/ 129 h 10000"/>
                    <a:gd name="connsiteX69" fmla="*/ 8357 w 9951"/>
                    <a:gd name="connsiteY69" fmla="*/ 418 h 10000"/>
                    <a:gd name="connsiteX70" fmla="*/ 7960 w 9951"/>
                    <a:gd name="connsiteY70" fmla="*/ 482 h 10000"/>
                    <a:gd name="connsiteX71" fmla="*/ 7861 w 9951"/>
                    <a:gd name="connsiteY71" fmla="*/ 707 h 10000"/>
                    <a:gd name="connsiteX72" fmla="*/ 7512 w 9951"/>
                    <a:gd name="connsiteY72" fmla="*/ 707 h 10000"/>
                    <a:gd name="connsiteX73" fmla="*/ 7214 w 9951"/>
                    <a:gd name="connsiteY73" fmla="*/ 611 h 10000"/>
                    <a:gd name="connsiteX74" fmla="*/ 6568 w 9951"/>
                    <a:gd name="connsiteY74" fmla="*/ 611 h 10000"/>
                    <a:gd name="connsiteX75" fmla="*/ 5921 w 9951"/>
                    <a:gd name="connsiteY75" fmla="*/ 611 h 10000"/>
                    <a:gd name="connsiteX76" fmla="*/ 5972 w 9951"/>
                    <a:gd name="connsiteY76" fmla="*/ 482 h 10000"/>
                    <a:gd name="connsiteX77" fmla="*/ 5871 w 9951"/>
                    <a:gd name="connsiteY77" fmla="*/ 482 h 10000"/>
                    <a:gd name="connsiteX78" fmla="*/ 5821 w 9951"/>
                    <a:gd name="connsiteY78" fmla="*/ 611 h 10000"/>
                    <a:gd name="connsiteX79" fmla="*/ 5223 w 9951"/>
                    <a:gd name="connsiteY79" fmla="*/ 611 h 10000"/>
                    <a:gd name="connsiteX80" fmla="*/ 4629 w 9951"/>
                    <a:gd name="connsiteY80" fmla="*/ 611 h 10000"/>
                    <a:gd name="connsiteX81" fmla="*/ 4032 w 9951"/>
                    <a:gd name="connsiteY81" fmla="*/ 611 h 10000"/>
                    <a:gd name="connsiteX82" fmla="*/ 3433 w 9951"/>
                    <a:gd name="connsiteY82" fmla="*/ 611 h 10000"/>
                    <a:gd name="connsiteX83" fmla="*/ 2888 w 9951"/>
                    <a:gd name="connsiteY83" fmla="*/ 611 h 10000"/>
                    <a:gd name="connsiteX84" fmla="*/ 2291 w 9951"/>
                    <a:gd name="connsiteY84" fmla="*/ 611 h 10000"/>
                    <a:gd name="connsiteX85" fmla="*/ 1743 w 9951"/>
                    <a:gd name="connsiteY85" fmla="*/ 611 h 10000"/>
                    <a:gd name="connsiteX86" fmla="*/ 1145 w 9951"/>
                    <a:gd name="connsiteY86" fmla="*/ 611 h 10000"/>
                    <a:gd name="connsiteX87" fmla="*/ 1145 w 9951"/>
                    <a:gd name="connsiteY87" fmla="*/ 1061 h 10000"/>
                    <a:gd name="connsiteX88" fmla="*/ 1145 w 9951"/>
                    <a:gd name="connsiteY88" fmla="*/ 1640 h 10000"/>
                    <a:gd name="connsiteX89" fmla="*/ 401 w 9951"/>
                    <a:gd name="connsiteY89" fmla="*/ 1640 h 10000"/>
                    <a:gd name="connsiteX90" fmla="*/ 401 w 9951"/>
                    <a:gd name="connsiteY90" fmla="*/ 1897 h 10000"/>
                    <a:gd name="connsiteX0" fmla="*/ 403 w 9600"/>
                    <a:gd name="connsiteY0" fmla="*/ 1897 h 10000"/>
                    <a:gd name="connsiteX1" fmla="*/ 6208 w 9600"/>
                    <a:gd name="connsiteY1" fmla="*/ 6915 h 10000"/>
                    <a:gd name="connsiteX2" fmla="*/ 5798 w 9600"/>
                    <a:gd name="connsiteY2" fmla="*/ 7114 h 10000"/>
                    <a:gd name="connsiteX3" fmla="*/ 5455 w 9600"/>
                    <a:gd name="connsiteY3" fmla="*/ 6907 h 10000"/>
                    <a:gd name="connsiteX4" fmla="*/ 4953 w 9600"/>
                    <a:gd name="connsiteY4" fmla="*/ 6781 h 10000"/>
                    <a:gd name="connsiteX5" fmla="*/ 4705 w 9600"/>
                    <a:gd name="connsiteY5" fmla="*/ 7064 h 10000"/>
                    <a:gd name="connsiteX6" fmla="*/ 4089 w 9600"/>
                    <a:gd name="connsiteY6" fmla="*/ 7281 h 10000"/>
                    <a:gd name="connsiteX7" fmla="*/ 3694 w 9600"/>
                    <a:gd name="connsiteY7" fmla="*/ 7279 h 10000"/>
                    <a:gd name="connsiteX8" fmla="*/ 2831 w 9600"/>
                    <a:gd name="connsiteY8" fmla="*/ 7095 h 10000"/>
                    <a:gd name="connsiteX9" fmla="*/ 2601 w 9600"/>
                    <a:gd name="connsiteY9" fmla="*/ 7195 h 10000"/>
                    <a:gd name="connsiteX10" fmla="*/ 2025 w 9600"/>
                    <a:gd name="connsiteY10" fmla="*/ 6973 h 10000"/>
                    <a:gd name="connsiteX11" fmla="*/ 1770 w 9600"/>
                    <a:gd name="connsiteY11" fmla="*/ 6638 h 10000"/>
                    <a:gd name="connsiteX12" fmla="*/ 1348 w 9600"/>
                    <a:gd name="connsiteY12" fmla="*/ 6729 h 10000"/>
                    <a:gd name="connsiteX13" fmla="*/ 1232 w 9600"/>
                    <a:gd name="connsiteY13" fmla="*/ 6927 h 10000"/>
                    <a:gd name="connsiteX14" fmla="*/ 786 w 9600"/>
                    <a:gd name="connsiteY14" fmla="*/ 7011 h 10000"/>
                    <a:gd name="connsiteX15" fmla="*/ 490 w 9600"/>
                    <a:gd name="connsiteY15" fmla="*/ 7004 h 10000"/>
                    <a:gd name="connsiteX16" fmla="*/ 329 w 9600"/>
                    <a:gd name="connsiteY16" fmla="*/ 7161 h 10000"/>
                    <a:gd name="connsiteX17" fmla="*/ 52 w 9600"/>
                    <a:gd name="connsiteY17" fmla="*/ 6913 h 10000"/>
                    <a:gd name="connsiteX18" fmla="*/ 0 w 9600"/>
                    <a:gd name="connsiteY18" fmla="*/ 7363 h 10000"/>
                    <a:gd name="connsiteX19" fmla="*/ 99 w 9600"/>
                    <a:gd name="connsiteY19" fmla="*/ 7428 h 10000"/>
                    <a:gd name="connsiteX20" fmla="*/ 500 w 9600"/>
                    <a:gd name="connsiteY20" fmla="*/ 7460 h 10000"/>
                    <a:gd name="connsiteX21" fmla="*/ 554 w 9600"/>
                    <a:gd name="connsiteY21" fmla="*/ 7588 h 10000"/>
                    <a:gd name="connsiteX22" fmla="*/ 1000 w 9600"/>
                    <a:gd name="connsiteY22" fmla="*/ 7621 h 10000"/>
                    <a:gd name="connsiteX23" fmla="*/ 1252 w 9600"/>
                    <a:gd name="connsiteY23" fmla="*/ 7749 h 10000"/>
                    <a:gd name="connsiteX24" fmla="*/ 1300 w 9600"/>
                    <a:gd name="connsiteY24" fmla="*/ 7974 h 10000"/>
                    <a:gd name="connsiteX25" fmla="*/ 2102 w 9600"/>
                    <a:gd name="connsiteY25" fmla="*/ 8360 h 10000"/>
                    <a:gd name="connsiteX26" fmla="*/ 2302 w 9600"/>
                    <a:gd name="connsiteY26" fmla="*/ 8746 h 10000"/>
                    <a:gd name="connsiteX27" fmla="*/ 2850 w 9600"/>
                    <a:gd name="connsiteY27" fmla="*/ 8939 h 10000"/>
                    <a:gd name="connsiteX28" fmla="*/ 3051 w 9600"/>
                    <a:gd name="connsiteY28" fmla="*/ 9196 h 10000"/>
                    <a:gd name="connsiteX29" fmla="*/ 3450 w 9600"/>
                    <a:gd name="connsiteY29" fmla="*/ 9518 h 10000"/>
                    <a:gd name="connsiteX30" fmla="*/ 3753 w 9600"/>
                    <a:gd name="connsiteY30" fmla="*/ 9614 h 10000"/>
                    <a:gd name="connsiteX31" fmla="*/ 3951 w 9600"/>
                    <a:gd name="connsiteY31" fmla="*/ 9518 h 10000"/>
                    <a:gd name="connsiteX32" fmla="*/ 4451 w 9600"/>
                    <a:gd name="connsiteY32" fmla="*/ 9550 h 10000"/>
                    <a:gd name="connsiteX33" fmla="*/ 4652 w 9600"/>
                    <a:gd name="connsiteY33" fmla="*/ 9486 h 10000"/>
                    <a:gd name="connsiteX34" fmla="*/ 5550 w 9600"/>
                    <a:gd name="connsiteY34" fmla="*/ 9968 h 10000"/>
                    <a:gd name="connsiteX35" fmla="*/ 5601 w 9600"/>
                    <a:gd name="connsiteY35" fmla="*/ 9968 h 10000"/>
                    <a:gd name="connsiteX36" fmla="*/ 5701 w 9600"/>
                    <a:gd name="connsiteY36" fmla="*/ 9904 h 10000"/>
                    <a:gd name="connsiteX37" fmla="*/ 6347 w 9600"/>
                    <a:gd name="connsiteY37" fmla="*/ 9904 h 10000"/>
                    <a:gd name="connsiteX38" fmla="*/ 6451 w 9600"/>
                    <a:gd name="connsiteY38" fmla="*/ 10000 h 10000"/>
                    <a:gd name="connsiteX39" fmla="*/ 7000 w 9600"/>
                    <a:gd name="connsiteY39" fmla="*/ 9871 h 10000"/>
                    <a:gd name="connsiteX40" fmla="*/ 7499 w 9600"/>
                    <a:gd name="connsiteY40" fmla="*/ 9871 h 10000"/>
                    <a:gd name="connsiteX41" fmla="*/ 7849 w 9600"/>
                    <a:gd name="connsiteY41" fmla="*/ 9743 h 10000"/>
                    <a:gd name="connsiteX42" fmla="*/ 8251 w 9600"/>
                    <a:gd name="connsiteY42" fmla="*/ 9486 h 10000"/>
                    <a:gd name="connsiteX43" fmla="*/ 9301 w 9600"/>
                    <a:gd name="connsiteY43" fmla="*/ 9486 h 10000"/>
                    <a:gd name="connsiteX44" fmla="*/ 9301 w 9600"/>
                    <a:gd name="connsiteY44" fmla="*/ 9132 h 10000"/>
                    <a:gd name="connsiteX45" fmla="*/ 8751 w 9600"/>
                    <a:gd name="connsiteY45" fmla="*/ 8971 h 10000"/>
                    <a:gd name="connsiteX46" fmla="*/ 8449 w 9600"/>
                    <a:gd name="connsiteY46" fmla="*/ 8457 h 10000"/>
                    <a:gd name="connsiteX47" fmla="*/ 8051 w 9600"/>
                    <a:gd name="connsiteY47" fmla="*/ 8264 h 10000"/>
                    <a:gd name="connsiteX48" fmla="*/ 7799 w 9600"/>
                    <a:gd name="connsiteY48" fmla="*/ 8006 h 10000"/>
                    <a:gd name="connsiteX49" fmla="*/ 7150 w 9600"/>
                    <a:gd name="connsiteY49" fmla="*/ 7814 h 10000"/>
                    <a:gd name="connsiteX50" fmla="*/ 7300 w 9600"/>
                    <a:gd name="connsiteY50" fmla="*/ 7749 h 10000"/>
                    <a:gd name="connsiteX51" fmla="*/ 7300 w 9600"/>
                    <a:gd name="connsiteY51" fmla="*/ 7588 h 10000"/>
                    <a:gd name="connsiteX52" fmla="*/ 7752 w 9600"/>
                    <a:gd name="connsiteY52" fmla="*/ 7588 h 10000"/>
                    <a:gd name="connsiteX53" fmla="*/ 7999 w 9600"/>
                    <a:gd name="connsiteY53" fmla="*/ 7460 h 10000"/>
                    <a:gd name="connsiteX54" fmla="*/ 8051 w 9600"/>
                    <a:gd name="connsiteY54" fmla="*/ 6527 h 10000"/>
                    <a:gd name="connsiteX55" fmla="*/ 8099 w 9600"/>
                    <a:gd name="connsiteY55" fmla="*/ 6559 h 10000"/>
                    <a:gd name="connsiteX56" fmla="*/ 7922 w 9600"/>
                    <a:gd name="connsiteY56" fmla="*/ 6618 h 10000"/>
                    <a:gd name="connsiteX57" fmla="*/ 7851 w 9600"/>
                    <a:gd name="connsiteY57" fmla="*/ 6745 h 10000"/>
                    <a:gd name="connsiteX58" fmla="*/ 7404 w 9600"/>
                    <a:gd name="connsiteY58" fmla="*/ 6497 h 10000"/>
                    <a:gd name="connsiteX59" fmla="*/ 7324 w 9600"/>
                    <a:gd name="connsiteY59" fmla="*/ 5828 h 10000"/>
                    <a:gd name="connsiteX60" fmla="*/ 6847 w 9600"/>
                    <a:gd name="connsiteY60" fmla="*/ 6118 h 10000"/>
                    <a:gd name="connsiteX61" fmla="*/ 6854 w 9600"/>
                    <a:gd name="connsiteY61" fmla="*/ 6462 h 10000"/>
                    <a:gd name="connsiteX62" fmla="*/ 6469 w 9600"/>
                    <a:gd name="connsiteY62" fmla="*/ 6670 h 10000"/>
                    <a:gd name="connsiteX63" fmla="*/ 9600 w 9600"/>
                    <a:gd name="connsiteY63" fmla="*/ 289 h 10000"/>
                    <a:gd name="connsiteX64" fmla="*/ 9249 w 9600"/>
                    <a:gd name="connsiteY64" fmla="*/ 161 h 10000"/>
                    <a:gd name="connsiteX65" fmla="*/ 9051 w 9600"/>
                    <a:gd name="connsiteY65" fmla="*/ 0 h 10000"/>
                    <a:gd name="connsiteX66" fmla="*/ 8751 w 9600"/>
                    <a:gd name="connsiteY66" fmla="*/ 161 h 10000"/>
                    <a:gd name="connsiteX67" fmla="*/ 8549 w 9600"/>
                    <a:gd name="connsiteY67" fmla="*/ 129 h 10000"/>
                    <a:gd name="connsiteX68" fmla="*/ 8398 w 9600"/>
                    <a:gd name="connsiteY68" fmla="*/ 418 h 10000"/>
                    <a:gd name="connsiteX69" fmla="*/ 7999 w 9600"/>
                    <a:gd name="connsiteY69" fmla="*/ 482 h 10000"/>
                    <a:gd name="connsiteX70" fmla="*/ 7900 w 9600"/>
                    <a:gd name="connsiteY70" fmla="*/ 707 h 10000"/>
                    <a:gd name="connsiteX71" fmla="*/ 7549 w 9600"/>
                    <a:gd name="connsiteY71" fmla="*/ 707 h 10000"/>
                    <a:gd name="connsiteX72" fmla="*/ 7250 w 9600"/>
                    <a:gd name="connsiteY72" fmla="*/ 611 h 10000"/>
                    <a:gd name="connsiteX73" fmla="*/ 6600 w 9600"/>
                    <a:gd name="connsiteY73" fmla="*/ 611 h 10000"/>
                    <a:gd name="connsiteX74" fmla="*/ 5950 w 9600"/>
                    <a:gd name="connsiteY74" fmla="*/ 611 h 10000"/>
                    <a:gd name="connsiteX75" fmla="*/ 6001 w 9600"/>
                    <a:gd name="connsiteY75" fmla="*/ 482 h 10000"/>
                    <a:gd name="connsiteX76" fmla="*/ 5900 w 9600"/>
                    <a:gd name="connsiteY76" fmla="*/ 482 h 10000"/>
                    <a:gd name="connsiteX77" fmla="*/ 5850 w 9600"/>
                    <a:gd name="connsiteY77" fmla="*/ 611 h 10000"/>
                    <a:gd name="connsiteX78" fmla="*/ 5249 w 9600"/>
                    <a:gd name="connsiteY78" fmla="*/ 611 h 10000"/>
                    <a:gd name="connsiteX79" fmla="*/ 4652 w 9600"/>
                    <a:gd name="connsiteY79" fmla="*/ 611 h 10000"/>
                    <a:gd name="connsiteX80" fmla="*/ 4052 w 9600"/>
                    <a:gd name="connsiteY80" fmla="*/ 611 h 10000"/>
                    <a:gd name="connsiteX81" fmla="*/ 3450 w 9600"/>
                    <a:gd name="connsiteY81" fmla="*/ 611 h 10000"/>
                    <a:gd name="connsiteX82" fmla="*/ 2902 w 9600"/>
                    <a:gd name="connsiteY82" fmla="*/ 611 h 10000"/>
                    <a:gd name="connsiteX83" fmla="*/ 2302 w 9600"/>
                    <a:gd name="connsiteY83" fmla="*/ 611 h 10000"/>
                    <a:gd name="connsiteX84" fmla="*/ 1752 w 9600"/>
                    <a:gd name="connsiteY84" fmla="*/ 611 h 10000"/>
                    <a:gd name="connsiteX85" fmla="*/ 1151 w 9600"/>
                    <a:gd name="connsiteY85" fmla="*/ 611 h 10000"/>
                    <a:gd name="connsiteX86" fmla="*/ 1151 w 9600"/>
                    <a:gd name="connsiteY86" fmla="*/ 1061 h 10000"/>
                    <a:gd name="connsiteX87" fmla="*/ 1151 w 9600"/>
                    <a:gd name="connsiteY87" fmla="*/ 1640 h 10000"/>
                    <a:gd name="connsiteX88" fmla="*/ 403 w 9600"/>
                    <a:gd name="connsiteY88" fmla="*/ 1640 h 10000"/>
                    <a:gd name="connsiteX89" fmla="*/ 403 w 9600"/>
                    <a:gd name="connsiteY89" fmla="*/ 1897 h 10000"/>
                    <a:gd name="connsiteX0" fmla="*/ 420 w 9689"/>
                    <a:gd name="connsiteY0" fmla="*/ 1897 h 10000"/>
                    <a:gd name="connsiteX1" fmla="*/ 6467 w 9689"/>
                    <a:gd name="connsiteY1" fmla="*/ 6915 h 10000"/>
                    <a:gd name="connsiteX2" fmla="*/ 6040 w 9689"/>
                    <a:gd name="connsiteY2" fmla="*/ 7114 h 10000"/>
                    <a:gd name="connsiteX3" fmla="*/ 5682 w 9689"/>
                    <a:gd name="connsiteY3" fmla="*/ 6907 h 10000"/>
                    <a:gd name="connsiteX4" fmla="*/ 5159 w 9689"/>
                    <a:gd name="connsiteY4" fmla="*/ 6781 h 10000"/>
                    <a:gd name="connsiteX5" fmla="*/ 4901 w 9689"/>
                    <a:gd name="connsiteY5" fmla="*/ 7064 h 10000"/>
                    <a:gd name="connsiteX6" fmla="*/ 4259 w 9689"/>
                    <a:gd name="connsiteY6" fmla="*/ 7281 h 10000"/>
                    <a:gd name="connsiteX7" fmla="*/ 3848 w 9689"/>
                    <a:gd name="connsiteY7" fmla="*/ 7279 h 10000"/>
                    <a:gd name="connsiteX8" fmla="*/ 2949 w 9689"/>
                    <a:gd name="connsiteY8" fmla="*/ 7095 h 10000"/>
                    <a:gd name="connsiteX9" fmla="*/ 2709 w 9689"/>
                    <a:gd name="connsiteY9" fmla="*/ 7195 h 10000"/>
                    <a:gd name="connsiteX10" fmla="*/ 2109 w 9689"/>
                    <a:gd name="connsiteY10" fmla="*/ 6973 h 10000"/>
                    <a:gd name="connsiteX11" fmla="*/ 1844 w 9689"/>
                    <a:gd name="connsiteY11" fmla="*/ 6638 h 10000"/>
                    <a:gd name="connsiteX12" fmla="*/ 1404 w 9689"/>
                    <a:gd name="connsiteY12" fmla="*/ 6729 h 10000"/>
                    <a:gd name="connsiteX13" fmla="*/ 1283 w 9689"/>
                    <a:gd name="connsiteY13" fmla="*/ 6927 h 10000"/>
                    <a:gd name="connsiteX14" fmla="*/ 819 w 9689"/>
                    <a:gd name="connsiteY14" fmla="*/ 7011 h 10000"/>
                    <a:gd name="connsiteX15" fmla="*/ 510 w 9689"/>
                    <a:gd name="connsiteY15" fmla="*/ 7004 h 10000"/>
                    <a:gd name="connsiteX16" fmla="*/ 343 w 9689"/>
                    <a:gd name="connsiteY16" fmla="*/ 7161 h 10000"/>
                    <a:gd name="connsiteX17" fmla="*/ 54 w 9689"/>
                    <a:gd name="connsiteY17" fmla="*/ 6913 h 10000"/>
                    <a:gd name="connsiteX18" fmla="*/ 0 w 9689"/>
                    <a:gd name="connsiteY18" fmla="*/ 7363 h 10000"/>
                    <a:gd name="connsiteX19" fmla="*/ 103 w 9689"/>
                    <a:gd name="connsiteY19" fmla="*/ 7428 h 10000"/>
                    <a:gd name="connsiteX20" fmla="*/ 521 w 9689"/>
                    <a:gd name="connsiteY20" fmla="*/ 7460 h 10000"/>
                    <a:gd name="connsiteX21" fmla="*/ 577 w 9689"/>
                    <a:gd name="connsiteY21" fmla="*/ 7588 h 10000"/>
                    <a:gd name="connsiteX22" fmla="*/ 1042 w 9689"/>
                    <a:gd name="connsiteY22" fmla="*/ 7621 h 10000"/>
                    <a:gd name="connsiteX23" fmla="*/ 1304 w 9689"/>
                    <a:gd name="connsiteY23" fmla="*/ 7749 h 10000"/>
                    <a:gd name="connsiteX24" fmla="*/ 1354 w 9689"/>
                    <a:gd name="connsiteY24" fmla="*/ 7974 h 10000"/>
                    <a:gd name="connsiteX25" fmla="*/ 2190 w 9689"/>
                    <a:gd name="connsiteY25" fmla="*/ 8360 h 10000"/>
                    <a:gd name="connsiteX26" fmla="*/ 2398 w 9689"/>
                    <a:gd name="connsiteY26" fmla="*/ 8746 h 10000"/>
                    <a:gd name="connsiteX27" fmla="*/ 2969 w 9689"/>
                    <a:gd name="connsiteY27" fmla="*/ 8939 h 10000"/>
                    <a:gd name="connsiteX28" fmla="*/ 3178 w 9689"/>
                    <a:gd name="connsiteY28" fmla="*/ 9196 h 10000"/>
                    <a:gd name="connsiteX29" fmla="*/ 3594 w 9689"/>
                    <a:gd name="connsiteY29" fmla="*/ 9518 h 10000"/>
                    <a:gd name="connsiteX30" fmla="*/ 3909 w 9689"/>
                    <a:gd name="connsiteY30" fmla="*/ 9614 h 10000"/>
                    <a:gd name="connsiteX31" fmla="*/ 4116 w 9689"/>
                    <a:gd name="connsiteY31" fmla="*/ 9518 h 10000"/>
                    <a:gd name="connsiteX32" fmla="*/ 4636 w 9689"/>
                    <a:gd name="connsiteY32" fmla="*/ 9550 h 10000"/>
                    <a:gd name="connsiteX33" fmla="*/ 4846 w 9689"/>
                    <a:gd name="connsiteY33" fmla="*/ 9486 h 10000"/>
                    <a:gd name="connsiteX34" fmla="*/ 5781 w 9689"/>
                    <a:gd name="connsiteY34" fmla="*/ 9968 h 10000"/>
                    <a:gd name="connsiteX35" fmla="*/ 5834 w 9689"/>
                    <a:gd name="connsiteY35" fmla="*/ 9968 h 10000"/>
                    <a:gd name="connsiteX36" fmla="*/ 5939 w 9689"/>
                    <a:gd name="connsiteY36" fmla="*/ 9904 h 10000"/>
                    <a:gd name="connsiteX37" fmla="*/ 6611 w 9689"/>
                    <a:gd name="connsiteY37" fmla="*/ 9904 h 10000"/>
                    <a:gd name="connsiteX38" fmla="*/ 6720 w 9689"/>
                    <a:gd name="connsiteY38" fmla="*/ 10000 h 10000"/>
                    <a:gd name="connsiteX39" fmla="*/ 7292 w 9689"/>
                    <a:gd name="connsiteY39" fmla="*/ 9871 h 10000"/>
                    <a:gd name="connsiteX40" fmla="*/ 7811 w 9689"/>
                    <a:gd name="connsiteY40" fmla="*/ 9871 h 10000"/>
                    <a:gd name="connsiteX41" fmla="*/ 8176 w 9689"/>
                    <a:gd name="connsiteY41" fmla="*/ 9743 h 10000"/>
                    <a:gd name="connsiteX42" fmla="*/ 8595 w 9689"/>
                    <a:gd name="connsiteY42" fmla="*/ 9486 h 10000"/>
                    <a:gd name="connsiteX43" fmla="*/ 9689 w 9689"/>
                    <a:gd name="connsiteY43" fmla="*/ 9486 h 10000"/>
                    <a:gd name="connsiteX44" fmla="*/ 9689 w 9689"/>
                    <a:gd name="connsiteY44" fmla="*/ 9132 h 10000"/>
                    <a:gd name="connsiteX45" fmla="*/ 9116 w 9689"/>
                    <a:gd name="connsiteY45" fmla="*/ 8971 h 10000"/>
                    <a:gd name="connsiteX46" fmla="*/ 8801 w 9689"/>
                    <a:gd name="connsiteY46" fmla="*/ 8457 h 10000"/>
                    <a:gd name="connsiteX47" fmla="*/ 8386 w 9689"/>
                    <a:gd name="connsiteY47" fmla="*/ 8264 h 10000"/>
                    <a:gd name="connsiteX48" fmla="*/ 8124 w 9689"/>
                    <a:gd name="connsiteY48" fmla="*/ 8006 h 10000"/>
                    <a:gd name="connsiteX49" fmla="*/ 7448 w 9689"/>
                    <a:gd name="connsiteY49" fmla="*/ 7814 h 10000"/>
                    <a:gd name="connsiteX50" fmla="*/ 7604 w 9689"/>
                    <a:gd name="connsiteY50" fmla="*/ 7749 h 10000"/>
                    <a:gd name="connsiteX51" fmla="*/ 7604 w 9689"/>
                    <a:gd name="connsiteY51" fmla="*/ 7588 h 10000"/>
                    <a:gd name="connsiteX52" fmla="*/ 8075 w 9689"/>
                    <a:gd name="connsiteY52" fmla="*/ 7588 h 10000"/>
                    <a:gd name="connsiteX53" fmla="*/ 8332 w 9689"/>
                    <a:gd name="connsiteY53" fmla="*/ 7460 h 10000"/>
                    <a:gd name="connsiteX54" fmla="*/ 8386 w 9689"/>
                    <a:gd name="connsiteY54" fmla="*/ 6527 h 10000"/>
                    <a:gd name="connsiteX55" fmla="*/ 8436 w 9689"/>
                    <a:gd name="connsiteY55" fmla="*/ 6559 h 10000"/>
                    <a:gd name="connsiteX56" fmla="*/ 8252 w 9689"/>
                    <a:gd name="connsiteY56" fmla="*/ 6618 h 10000"/>
                    <a:gd name="connsiteX57" fmla="*/ 8178 w 9689"/>
                    <a:gd name="connsiteY57" fmla="*/ 6745 h 10000"/>
                    <a:gd name="connsiteX58" fmla="*/ 7713 w 9689"/>
                    <a:gd name="connsiteY58" fmla="*/ 6497 h 10000"/>
                    <a:gd name="connsiteX59" fmla="*/ 7629 w 9689"/>
                    <a:gd name="connsiteY59" fmla="*/ 5828 h 10000"/>
                    <a:gd name="connsiteX60" fmla="*/ 7132 w 9689"/>
                    <a:gd name="connsiteY60" fmla="*/ 6118 h 10000"/>
                    <a:gd name="connsiteX61" fmla="*/ 7140 w 9689"/>
                    <a:gd name="connsiteY61" fmla="*/ 6462 h 10000"/>
                    <a:gd name="connsiteX62" fmla="*/ 6739 w 9689"/>
                    <a:gd name="connsiteY62" fmla="*/ 6670 h 10000"/>
                    <a:gd name="connsiteX63" fmla="*/ 9634 w 9689"/>
                    <a:gd name="connsiteY63" fmla="*/ 161 h 10000"/>
                    <a:gd name="connsiteX64" fmla="*/ 9428 w 9689"/>
                    <a:gd name="connsiteY64" fmla="*/ 0 h 10000"/>
                    <a:gd name="connsiteX65" fmla="*/ 9116 w 9689"/>
                    <a:gd name="connsiteY65" fmla="*/ 161 h 10000"/>
                    <a:gd name="connsiteX66" fmla="*/ 8905 w 9689"/>
                    <a:gd name="connsiteY66" fmla="*/ 129 h 10000"/>
                    <a:gd name="connsiteX67" fmla="*/ 8748 w 9689"/>
                    <a:gd name="connsiteY67" fmla="*/ 418 h 10000"/>
                    <a:gd name="connsiteX68" fmla="*/ 8332 w 9689"/>
                    <a:gd name="connsiteY68" fmla="*/ 482 h 10000"/>
                    <a:gd name="connsiteX69" fmla="*/ 8229 w 9689"/>
                    <a:gd name="connsiteY69" fmla="*/ 707 h 10000"/>
                    <a:gd name="connsiteX70" fmla="*/ 7864 w 9689"/>
                    <a:gd name="connsiteY70" fmla="*/ 707 h 10000"/>
                    <a:gd name="connsiteX71" fmla="*/ 7552 w 9689"/>
                    <a:gd name="connsiteY71" fmla="*/ 611 h 10000"/>
                    <a:gd name="connsiteX72" fmla="*/ 6875 w 9689"/>
                    <a:gd name="connsiteY72" fmla="*/ 611 h 10000"/>
                    <a:gd name="connsiteX73" fmla="*/ 6198 w 9689"/>
                    <a:gd name="connsiteY73" fmla="*/ 611 h 10000"/>
                    <a:gd name="connsiteX74" fmla="*/ 6251 w 9689"/>
                    <a:gd name="connsiteY74" fmla="*/ 482 h 10000"/>
                    <a:gd name="connsiteX75" fmla="*/ 6146 w 9689"/>
                    <a:gd name="connsiteY75" fmla="*/ 482 h 10000"/>
                    <a:gd name="connsiteX76" fmla="*/ 6094 w 9689"/>
                    <a:gd name="connsiteY76" fmla="*/ 611 h 10000"/>
                    <a:gd name="connsiteX77" fmla="*/ 5468 w 9689"/>
                    <a:gd name="connsiteY77" fmla="*/ 611 h 10000"/>
                    <a:gd name="connsiteX78" fmla="*/ 4846 w 9689"/>
                    <a:gd name="connsiteY78" fmla="*/ 611 h 10000"/>
                    <a:gd name="connsiteX79" fmla="*/ 4221 w 9689"/>
                    <a:gd name="connsiteY79" fmla="*/ 611 h 10000"/>
                    <a:gd name="connsiteX80" fmla="*/ 3594 w 9689"/>
                    <a:gd name="connsiteY80" fmla="*/ 611 h 10000"/>
                    <a:gd name="connsiteX81" fmla="*/ 3023 w 9689"/>
                    <a:gd name="connsiteY81" fmla="*/ 611 h 10000"/>
                    <a:gd name="connsiteX82" fmla="*/ 2398 w 9689"/>
                    <a:gd name="connsiteY82" fmla="*/ 611 h 10000"/>
                    <a:gd name="connsiteX83" fmla="*/ 1825 w 9689"/>
                    <a:gd name="connsiteY83" fmla="*/ 611 h 10000"/>
                    <a:gd name="connsiteX84" fmla="*/ 1199 w 9689"/>
                    <a:gd name="connsiteY84" fmla="*/ 611 h 10000"/>
                    <a:gd name="connsiteX85" fmla="*/ 1199 w 9689"/>
                    <a:gd name="connsiteY85" fmla="*/ 1061 h 10000"/>
                    <a:gd name="connsiteX86" fmla="*/ 1199 w 9689"/>
                    <a:gd name="connsiteY86" fmla="*/ 1640 h 10000"/>
                    <a:gd name="connsiteX87" fmla="*/ 420 w 9689"/>
                    <a:gd name="connsiteY87" fmla="*/ 1640 h 10000"/>
                    <a:gd name="connsiteX88" fmla="*/ 420 w 9689"/>
                    <a:gd name="connsiteY88" fmla="*/ 1897 h 10000"/>
                    <a:gd name="connsiteX0" fmla="*/ 433 w 10000"/>
                    <a:gd name="connsiteY0" fmla="*/ 1897 h 10000"/>
                    <a:gd name="connsiteX1" fmla="*/ 6675 w 10000"/>
                    <a:gd name="connsiteY1" fmla="*/ 6915 h 10000"/>
                    <a:gd name="connsiteX2" fmla="*/ 6234 w 10000"/>
                    <a:gd name="connsiteY2" fmla="*/ 7114 h 10000"/>
                    <a:gd name="connsiteX3" fmla="*/ 5864 w 10000"/>
                    <a:gd name="connsiteY3" fmla="*/ 6907 h 10000"/>
                    <a:gd name="connsiteX4" fmla="*/ 5325 w 10000"/>
                    <a:gd name="connsiteY4" fmla="*/ 6781 h 10000"/>
                    <a:gd name="connsiteX5" fmla="*/ 5058 w 10000"/>
                    <a:gd name="connsiteY5" fmla="*/ 7064 h 10000"/>
                    <a:gd name="connsiteX6" fmla="*/ 4396 w 10000"/>
                    <a:gd name="connsiteY6" fmla="*/ 7281 h 10000"/>
                    <a:gd name="connsiteX7" fmla="*/ 3972 w 10000"/>
                    <a:gd name="connsiteY7" fmla="*/ 7279 h 10000"/>
                    <a:gd name="connsiteX8" fmla="*/ 3044 w 10000"/>
                    <a:gd name="connsiteY8" fmla="*/ 7095 h 10000"/>
                    <a:gd name="connsiteX9" fmla="*/ 2796 w 10000"/>
                    <a:gd name="connsiteY9" fmla="*/ 7195 h 10000"/>
                    <a:gd name="connsiteX10" fmla="*/ 2177 w 10000"/>
                    <a:gd name="connsiteY10" fmla="*/ 6973 h 10000"/>
                    <a:gd name="connsiteX11" fmla="*/ 1903 w 10000"/>
                    <a:gd name="connsiteY11" fmla="*/ 6638 h 10000"/>
                    <a:gd name="connsiteX12" fmla="*/ 1449 w 10000"/>
                    <a:gd name="connsiteY12" fmla="*/ 6729 h 10000"/>
                    <a:gd name="connsiteX13" fmla="*/ 1324 w 10000"/>
                    <a:gd name="connsiteY13" fmla="*/ 6927 h 10000"/>
                    <a:gd name="connsiteX14" fmla="*/ 845 w 10000"/>
                    <a:gd name="connsiteY14" fmla="*/ 7011 h 10000"/>
                    <a:gd name="connsiteX15" fmla="*/ 526 w 10000"/>
                    <a:gd name="connsiteY15" fmla="*/ 7004 h 10000"/>
                    <a:gd name="connsiteX16" fmla="*/ 354 w 10000"/>
                    <a:gd name="connsiteY16" fmla="*/ 7161 h 10000"/>
                    <a:gd name="connsiteX17" fmla="*/ 56 w 10000"/>
                    <a:gd name="connsiteY17" fmla="*/ 6913 h 10000"/>
                    <a:gd name="connsiteX18" fmla="*/ 0 w 10000"/>
                    <a:gd name="connsiteY18" fmla="*/ 7363 h 10000"/>
                    <a:gd name="connsiteX19" fmla="*/ 106 w 10000"/>
                    <a:gd name="connsiteY19" fmla="*/ 7428 h 10000"/>
                    <a:gd name="connsiteX20" fmla="*/ 538 w 10000"/>
                    <a:gd name="connsiteY20" fmla="*/ 7460 h 10000"/>
                    <a:gd name="connsiteX21" fmla="*/ 596 w 10000"/>
                    <a:gd name="connsiteY21" fmla="*/ 7588 h 10000"/>
                    <a:gd name="connsiteX22" fmla="*/ 1075 w 10000"/>
                    <a:gd name="connsiteY22" fmla="*/ 7621 h 10000"/>
                    <a:gd name="connsiteX23" fmla="*/ 1346 w 10000"/>
                    <a:gd name="connsiteY23" fmla="*/ 7749 h 10000"/>
                    <a:gd name="connsiteX24" fmla="*/ 1397 w 10000"/>
                    <a:gd name="connsiteY24" fmla="*/ 7974 h 10000"/>
                    <a:gd name="connsiteX25" fmla="*/ 2260 w 10000"/>
                    <a:gd name="connsiteY25" fmla="*/ 8360 h 10000"/>
                    <a:gd name="connsiteX26" fmla="*/ 2475 w 10000"/>
                    <a:gd name="connsiteY26" fmla="*/ 8746 h 10000"/>
                    <a:gd name="connsiteX27" fmla="*/ 3064 w 10000"/>
                    <a:gd name="connsiteY27" fmla="*/ 8939 h 10000"/>
                    <a:gd name="connsiteX28" fmla="*/ 3280 w 10000"/>
                    <a:gd name="connsiteY28" fmla="*/ 9196 h 10000"/>
                    <a:gd name="connsiteX29" fmla="*/ 3709 w 10000"/>
                    <a:gd name="connsiteY29" fmla="*/ 9518 h 10000"/>
                    <a:gd name="connsiteX30" fmla="*/ 4034 w 10000"/>
                    <a:gd name="connsiteY30" fmla="*/ 9614 h 10000"/>
                    <a:gd name="connsiteX31" fmla="*/ 4248 w 10000"/>
                    <a:gd name="connsiteY31" fmla="*/ 9518 h 10000"/>
                    <a:gd name="connsiteX32" fmla="*/ 4785 w 10000"/>
                    <a:gd name="connsiteY32" fmla="*/ 9550 h 10000"/>
                    <a:gd name="connsiteX33" fmla="*/ 5002 w 10000"/>
                    <a:gd name="connsiteY33" fmla="*/ 9486 h 10000"/>
                    <a:gd name="connsiteX34" fmla="*/ 5967 w 10000"/>
                    <a:gd name="connsiteY34" fmla="*/ 9968 h 10000"/>
                    <a:gd name="connsiteX35" fmla="*/ 6021 w 10000"/>
                    <a:gd name="connsiteY35" fmla="*/ 9968 h 10000"/>
                    <a:gd name="connsiteX36" fmla="*/ 6130 w 10000"/>
                    <a:gd name="connsiteY36" fmla="*/ 9904 h 10000"/>
                    <a:gd name="connsiteX37" fmla="*/ 6823 w 10000"/>
                    <a:gd name="connsiteY37" fmla="*/ 9904 h 10000"/>
                    <a:gd name="connsiteX38" fmla="*/ 6936 w 10000"/>
                    <a:gd name="connsiteY38" fmla="*/ 10000 h 10000"/>
                    <a:gd name="connsiteX39" fmla="*/ 7526 w 10000"/>
                    <a:gd name="connsiteY39" fmla="*/ 9871 h 10000"/>
                    <a:gd name="connsiteX40" fmla="*/ 8062 w 10000"/>
                    <a:gd name="connsiteY40" fmla="*/ 9871 h 10000"/>
                    <a:gd name="connsiteX41" fmla="*/ 8438 w 10000"/>
                    <a:gd name="connsiteY41" fmla="*/ 9743 h 10000"/>
                    <a:gd name="connsiteX42" fmla="*/ 8871 w 10000"/>
                    <a:gd name="connsiteY42" fmla="*/ 9486 h 10000"/>
                    <a:gd name="connsiteX43" fmla="*/ 10000 w 10000"/>
                    <a:gd name="connsiteY43" fmla="*/ 9486 h 10000"/>
                    <a:gd name="connsiteX44" fmla="*/ 10000 w 10000"/>
                    <a:gd name="connsiteY44" fmla="*/ 9132 h 10000"/>
                    <a:gd name="connsiteX45" fmla="*/ 9409 w 10000"/>
                    <a:gd name="connsiteY45" fmla="*/ 8971 h 10000"/>
                    <a:gd name="connsiteX46" fmla="*/ 9083 w 10000"/>
                    <a:gd name="connsiteY46" fmla="*/ 8457 h 10000"/>
                    <a:gd name="connsiteX47" fmla="*/ 8655 w 10000"/>
                    <a:gd name="connsiteY47" fmla="*/ 8264 h 10000"/>
                    <a:gd name="connsiteX48" fmla="*/ 8385 w 10000"/>
                    <a:gd name="connsiteY48" fmla="*/ 8006 h 10000"/>
                    <a:gd name="connsiteX49" fmla="*/ 7687 w 10000"/>
                    <a:gd name="connsiteY49" fmla="*/ 7814 h 10000"/>
                    <a:gd name="connsiteX50" fmla="*/ 7848 w 10000"/>
                    <a:gd name="connsiteY50" fmla="*/ 7749 h 10000"/>
                    <a:gd name="connsiteX51" fmla="*/ 7848 w 10000"/>
                    <a:gd name="connsiteY51" fmla="*/ 7588 h 10000"/>
                    <a:gd name="connsiteX52" fmla="*/ 8334 w 10000"/>
                    <a:gd name="connsiteY52" fmla="*/ 7588 h 10000"/>
                    <a:gd name="connsiteX53" fmla="*/ 8599 w 10000"/>
                    <a:gd name="connsiteY53" fmla="*/ 7460 h 10000"/>
                    <a:gd name="connsiteX54" fmla="*/ 8655 w 10000"/>
                    <a:gd name="connsiteY54" fmla="*/ 6527 h 10000"/>
                    <a:gd name="connsiteX55" fmla="*/ 8707 w 10000"/>
                    <a:gd name="connsiteY55" fmla="*/ 6559 h 10000"/>
                    <a:gd name="connsiteX56" fmla="*/ 8517 w 10000"/>
                    <a:gd name="connsiteY56" fmla="*/ 6618 h 10000"/>
                    <a:gd name="connsiteX57" fmla="*/ 8440 w 10000"/>
                    <a:gd name="connsiteY57" fmla="*/ 6745 h 10000"/>
                    <a:gd name="connsiteX58" fmla="*/ 7961 w 10000"/>
                    <a:gd name="connsiteY58" fmla="*/ 6497 h 10000"/>
                    <a:gd name="connsiteX59" fmla="*/ 7874 w 10000"/>
                    <a:gd name="connsiteY59" fmla="*/ 5828 h 10000"/>
                    <a:gd name="connsiteX60" fmla="*/ 7361 w 10000"/>
                    <a:gd name="connsiteY60" fmla="*/ 6118 h 10000"/>
                    <a:gd name="connsiteX61" fmla="*/ 7369 w 10000"/>
                    <a:gd name="connsiteY61" fmla="*/ 6462 h 10000"/>
                    <a:gd name="connsiteX62" fmla="*/ 6955 w 10000"/>
                    <a:gd name="connsiteY62" fmla="*/ 6670 h 10000"/>
                    <a:gd name="connsiteX63" fmla="*/ 9731 w 10000"/>
                    <a:gd name="connsiteY63" fmla="*/ 0 h 10000"/>
                    <a:gd name="connsiteX64" fmla="*/ 9409 w 10000"/>
                    <a:gd name="connsiteY64" fmla="*/ 161 h 10000"/>
                    <a:gd name="connsiteX65" fmla="*/ 9191 w 10000"/>
                    <a:gd name="connsiteY65" fmla="*/ 129 h 10000"/>
                    <a:gd name="connsiteX66" fmla="*/ 9029 w 10000"/>
                    <a:gd name="connsiteY66" fmla="*/ 418 h 10000"/>
                    <a:gd name="connsiteX67" fmla="*/ 8599 w 10000"/>
                    <a:gd name="connsiteY67" fmla="*/ 482 h 10000"/>
                    <a:gd name="connsiteX68" fmla="*/ 8493 w 10000"/>
                    <a:gd name="connsiteY68" fmla="*/ 707 h 10000"/>
                    <a:gd name="connsiteX69" fmla="*/ 8116 w 10000"/>
                    <a:gd name="connsiteY69" fmla="*/ 707 h 10000"/>
                    <a:gd name="connsiteX70" fmla="*/ 7794 w 10000"/>
                    <a:gd name="connsiteY70" fmla="*/ 611 h 10000"/>
                    <a:gd name="connsiteX71" fmla="*/ 7096 w 10000"/>
                    <a:gd name="connsiteY71" fmla="*/ 611 h 10000"/>
                    <a:gd name="connsiteX72" fmla="*/ 6397 w 10000"/>
                    <a:gd name="connsiteY72" fmla="*/ 611 h 10000"/>
                    <a:gd name="connsiteX73" fmla="*/ 6452 w 10000"/>
                    <a:gd name="connsiteY73" fmla="*/ 482 h 10000"/>
                    <a:gd name="connsiteX74" fmla="*/ 6343 w 10000"/>
                    <a:gd name="connsiteY74" fmla="*/ 482 h 10000"/>
                    <a:gd name="connsiteX75" fmla="*/ 6290 w 10000"/>
                    <a:gd name="connsiteY75" fmla="*/ 611 h 10000"/>
                    <a:gd name="connsiteX76" fmla="*/ 5644 w 10000"/>
                    <a:gd name="connsiteY76" fmla="*/ 611 h 10000"/>
                    <a:gd name="connsiteX77" fmla="*/ 5002 w 10000"/>
                    <a:gd name="connsiteY77" fmla="*/ 611 h 10000"/>
                    <a:gd name="connsiteX78" fmla="*/ 4356 w 10000"/>
                    <a:gd name="connsiteY78" fmla="*/ 611 h 10000"/>
                    <a:gd name="connsiteX79" fmla="*/ 3709 w 10000"/>
                    <a:gd name="connsiteY79" fmla="*/ 611 h 10000"/>
                    <a:gd name="connsiteX80" fmla="*/ 3120 w 10000"/>
                    <a:gd name="connsiteY80" fmla="*/ 611 h 10000"/>
                    <a:gd name="connsiteX81" fmla="*/ 2475 w 10000"/>
                    <a:gd name="connsiteY81" fmla="*/ 611 h 10000"/>
                    <a:gd name="connsiteX82" fmla="*/ 1884 w 10000"/>
                    <a:gd name="connsiteY82" fmla="*/ 611 h 10000"/>
                    <a:gd name="connsiteX83" fmla="*/ 1237 w 10000"/>
                    <a:gd name="connsiteY83" fmla="*/ 611 h 10000"/>
                    <a:gd name="connsiteX84" fmla="*/ 1237 w 10000"/>
                    <a:gd name="connsiteY84" fmla="*/ 1061 h 10000"/>
                    <a:gd name="connsiteX85" fmla="*/ 1237 w 10000"/>
                    <a:gd name="connsiteY85" fmla="*/ 1640 h 10000"/>
                    <a:gd name="connsiteX86" fmla="*/ 433 w 10000"/>
                    <a:gd name="connsiteY86" fmla="*/ 1640 h 10000"/>
                    <a:gd name="connsiteX87" fmla="*/ 433 w 10000"/>
                    <a:gd name="connsiteY87" fmla="*/ 1897 h 10000"/>
                    <a:gd name="connsiteX0" fmla="*/ 433 w 10000"/>
                    <a:gd name="connsiteY0" fmla="*/ 1768 h 9871"/>
                    <a:gd name="connsiteX1" fmla="*/ 6675 w 10000"/>
                    <a:gd name="connsiteY1" fmla="*/ 6786 h 9871"/>
                    <a:gd name="connsiteX2" fmla="*/ 6234 w 10000"/>
                    <a:gd name="connsiteY2" fmla="*/ 6985 h 9871"/>
                    <a:gd name="connsiteX3" fmla="*/ 5864 w 10000"/>
                    <a:gd name="connsiteY3" fmla="*/ 6778 h 9871"/>
                    <a:gd name="connsiteX4" fmla="*/ 5325 w 10000"/>
                    <a:gd name="connsiteY4" fmla="*/ 6652 h 9871"/>
                    <a:gd name="connsiteX5" fmla="*/ 5058 w 10000"/>
                    <a:gd name="connsiteY5" fmla="*/ 6935 h 9871"/>
                    <a:gd name="connsiteX6" fmla="*/ 4396 w 10000"/>
                    <a:gd name="connsiteY6" fmla="*/ 7152 h 9871"/>
                    <a:gd name="connsiteX7" fmla="*/ 3972 w 10000"/>
                    <a:gd name="connsiteY7" fmla="*/ 7150 h 9871"/>
                    <a:gd name="connsiteX8" fmla="*/ 3044 w 10000"/>
                    <a:gd name="connsiteY8" fmla="*/ 6966 h 9871"/>
                    <a:gd name="connsiteX9" fmla="*/ 2796 w 10000"/>
                    <a:gd name="connsiteY9" fmla="*/ 7066 h 9871"/>
                    <a:gd name="connsiteX10" fmla="*/ 2177 w 10000"/>
                    <a:gd name="connsiteY10" fmla="*/ 6844 h 9871"/>
                    <a:gd name="connsiteX11" fmla="*/ 1903 w 10000"/>
                    <a:gd name="connsiteY11" fmla="*/ 6509 h 9871"/>
                    <a:gd name="connsiteX12" fmla="*/ 1449 w 10000"/>
                    <a:gd name="connsiteY12" fmla="*/ 6600 h 9871"/>
                    <a:gd name="connsiteX13" fmla="*/ 1324 w 10000"/>
                    <a:gd name="connsiteY13" fmla="*/ 6798 h 9871"/>
                    <a:gd name="connsiteX14" fmla="*/ 845 w 10000"/>
                    <a:gd name="connsiteY14" fmla="*/ 6882 h 9871"/>
                    <a:gd name="connsiteX15" fmla="*/ 526 w 10000"/>
                    <a:gd name="connsiteY15" fmla="*/ 6875 h 9871"/>
                    <a:gd name="connsiteX16" fmla="*/ 354 w 10000"/>
                    <a:gd name="connsiteY16" fmla="*/ 7032 h 9871"/>
                    <a:gd name="connsiteX17" fmla="*/ 56 w 10000"/>
                    <a:gd name="connsiteY17" fmla="*/ 6784 h 9871"/>
                    <a:gd name="connsiteX18" fmla="*/ 0 w 10000"/>
                    <a:gd name="connsiteY18" fmla="*/ 7234 h 9871"/>
                    <a:gd name="connsiteX19" fmla="*/ 106 w 10000"/>
                    <a:gd name="connsiteY19" fmla="*/ 7299 h 9871"/>
                    <a:gd name="connsiteX20" fmla="*/ 538 w 10000"/>
                    <a:gd name="connsiteY20" fmla="*/ 7331 h 9871"/>
                    <a:gd name="connsiteX21" fmla="*/ 596 w 10000"/>
                    <a:gd name="connsiteY21" fmla="*/ 7459 h 9871"/>
                    <a:gd name="connsiteX22" fmla="*/ 1075 w 10000"/>
                    <a:gd name="connsiteY22" fmla="*/ 7492 h 9871"/>
                    <a:gd name="connsiteX23" fmla="*/ 1346 w 10000"/>
                    <a:gd name="connsiteY23" fmla="*/ 7620 h 9871"/>
                    <a:gd name="connsiteX24" fmla="*/ 1397 w 10000"/>
                    <a:gd name="connsiteY24" fmla="*/ 7845 h 9871"/>
                    <a:gd name="connsiteX25" fmla="*/ 2260 w 10000"/>
                    <a:gd name="connsiteY25" fmla="*/ 8231 h 9871"/>
                    <a:gd name="connsiteX26" fmla="*/ 2475 w 10000"/>
                    <a:gd name="connsiteY26" fmla="*/ 8617 h 9871"/>
                    <a:gd name="connsiteX27" fmla="*/ 3064 w 10000"/>
                    <a:gd name="connsiteY27" fmla="*/ 8810 h 9871"/>
                    <a:gd name="connsiteX28" fmla="*/ 3280 w 10000"/>
                    <a:gd name="connsiteY28" fmla="*/ 9067 h 9871"/>
                    <a:gd name="connsiteX29" fmla="*/ 3709 w 10000"/>
                    <a:gd name="connsiteY29" fmla="*/ 9389 h 9871"/>
                    <a:gd name="connsiteX30" fmla="*/ 4034 w 10000"/>
                    <a:gd name="connsiteY30" fmla="*/ 9485 h 9871"/>
                    <a:gd name="connsiteX31" fmla="*/ 4248 w 10000"/>
                    <a:gd name="connsiteY31" fmla="*/ 9389 h 9871"/>
                    <a:gd name="connsiteX32" fmla="*/ 4785 w 10000"/>
                    <a:gd name="connsiteY32" fmla="*/ 9421 h 9871"/>
                    <a:gd name="connsiteX33" fmla="*/ 5002 w 10000"/>
                    <a:gd name="connsiteY33" fmla="*/ 9357 h 9871"/>
                    <a:gd name="connsiteX34" fmla="*/ 5967 w 10000"/>
                    <a:gd name="connsiteY34" fmla="*/ 9839 h 9871"/>
                    <a:gd name="connsiteX35" fmla="*/ 6021 w 10000"/>
                    <a:gd name="connsiteY35" fmla="*/ 9839 h 9871"/>
                    <a:gd name="connsiteX36" fmla="*/ 6130 w 10000"/>
                    <a:gd name="connsiteY36" fmla="*/ 9775 h 9871"/>
                    <a:gd name="connsiteX37" fmla="*/ 6823 w 10000"/>
                    <a:gd name="connsiteY37" fmla="*/ 9775 h 9871"/>
                    <a:gd name="connsiteX38" fmla="*/ 6936 w 10000"/>
                    <a:gd name="connsiteY38" fmla="*/ 9871 h 9871"/>
                    <a:gd name="connsiteX39" fmla="*/ 7526 w 10000"/>
                    <a:gd name="connsiteY39" fmla="*/ 9742 h 9871"/>
                    <a:gd name="connsiteX40" fmla="*/ 8062 w 10000"/>
                    <a:gd name="connsiteY40" fmla="*/ 9742 h 9871"/>
                    <a:gd name="connsiteX41" fmla="*/ 8438 w 10000"/>
                    <a:gd name="connsiteY41" fmla="*/ 9614 h 9871"/>
                    <a:gd name="connsiteX42" fmla="*/ 8871 w 10000"/>
                    <a:gd name="connsiteY42" fmla="*/ 9357 h 9871"/>
                    <a:gd name="connsiteX43" fmla="*/ 10000 w 10000"/>
                    <a:gd name="connsiteY43" fmla="*/ 9357 h 9871"/>
                    <a:gd name="connsiteX44" fmla="*/ 10000 w 10000"/>
                    <a:gd name="connsiteY44" fmla="*/ 9003 h 9871"/>
                    <a:gd name="connsiteX45" fmla="*/ 9409 w 10000"/>
                    <a:gd name="connsiteY45" fmla="*/ 8842 h 9871"/>
                    <a:gd name="connsiteX46" fmla="*/ 9083 w 10000"/>
                    <a:gd name="connsiteY46" fmla="*/ 8328 h 9871"/>
                    <a:gd name="connsiteX47" fmla="*/ 8655 w 10000"/>
                    <a:gd name="connsiteY47" fmla="*/ 8135 h 9871"/>
                    <a:gd name="connsiteX48" fmla="*/ 8385 w 10000"/>
                    <a:gd name="connsiteY48" fmla="*/ 7877 h 9871"/>
                    <a:gd name="connsiteX49" fmla="*/ 7687 w 10000"/>
                    <a:gd name="connsiteY49" fmla="*/ 7685 h 9871"/>
                    <a:gd name="connsiteX50" fmla="*/ 7848 w 10000"/>
                    <a:gd name="connsiteY50" fmla="*/ 7620 h 9871"/>
                    <a:gd name="connsiteX51" fmla="*/ 7848 w 10000"/>
                    <a:gd name="connsiteY51" fmla="*/ 7459 h 9871"/>
                    <a:gd name="connsiteX52" fmla="*/ 8334 w 10000"/>
                    <a:gd name="connsiteY52" fmla="*/ 7459 h 9871"/>
                    <a:gd name="connsiteX53" fmla="*/ 8599 w 10000"/>
                    <a:gd name="connsiteY53" fmla="*/ 7331 h 9871"/>
                    <a:gd name="connsiteX54" fmla="*/ 8655 w 10000"/>
                    <a:gd name="connsiteY54" fmla="*/ 6398 h 9871"/>
                    <a:gd name="connsiteX55" fmla="*/ 8707 w 10000"/>
                    <a:gd name="connsiteY55" fmla="*/ 6430 h 9871"/>
                    <a:gd name="connsiteX56" fmla="*/ 8517 w 10000"/>
                    <a:gd name="connsiteY56" fmla="*/ 6489 h 9871"/>
                    <a:gd name="connsiteX57" fmla="*/ 8440 w 10000"/>
                    <a:gd name="connsiteY57" fmla="*/ 6616 h 9871"/>
                    <a:gd name="connsiteX58" fmla="*/ 7961 w 10000"/>
                    <a:gd name="connsiteY58" fmla="*/ 6368 h 9871"/>
                    <a:gd name="connsiteX59" fmla="*/ 7874 w 10000"/>
                    <a:gd name="connsiteY59" fmla="*/ 5699 h 9871"/>
                    <a:gd name="connsiteX60" fmla="*/ 7361 w 10000"/>
                    <a:gd name="connsiteY60" fmla="*/ 5989 h 9871"/>
                    <a:gd name="connsiteX61" fmla="*/ 7369 w 10000"/>
                    <a:gd name="connsiteY61" fmla="*/ 6333 h 9871"/>
                    <a:gd name="connsiteX62" fmla="*/ 6955 w 10000"/>
                    <a:gd name="connsiteY62" fmla="*/ 6541 h 9871"/>
                    <a:gd name="connsiteX63" fmla="*/ 9409 w 10000"/>
                    <a:gd name="connsiteY63" fmla="*/ 32 h 9871"/>
                    <a:gd name="connsiteX64" fmla="*/ 9191 w 10000"/>
                    <a:gd name="connsiteY64" fmla="*/ 0 h 9871"/>
                    <a:gd name="connsiteX65" fmla="*/ 9029 w 10000"/>
                    <a:gd name="connsiteY65" fmla="*/ 289 h 9871"/>
                    <a:gd name="connsiteX66" fmla="*/ 8599 w 10000"/>
                    <a:gd name="connsiteY66" fmla="*/ 353 h 9871"/>
                    <a:gd name="connsiteX67" fmla="*/ 8493 w 10000"/>
                    <a:gd name="connsiteY67" fmla="*/ 578 h 9871"/>
                    <a:gd name="connsiteX68" fmla="*/ 8116 w 10000"/>
                    <a:gd name="connsiteY68" fmla="*/ 578 h 9871"/>
                    <a:gd name="connsiteX69" fmla="*/ 7794 w 10000"/>
                    <a:gd name="connsiteY69" fmla="*/ 482 h 9871"/>
                    <a:gd name="connsiteX70" fmla="*/ 7096 w 10000"/>
                    <a:gd name="connsiteY70" fmla="*/ 482 h 9871"/>
                    <a:gd name="connsiteX71" fmla="*/ 6397 w 10000"/>
                    <a:gd name="connsiteY71" fmla="*/ 482 h 9871"/>
                    <a:gd name="connsiteX72" fmla="*/ 6452 w 10000"/>
                    <a:gd name="connsiteY72" fmla="*/ 353 h 9871"/>
                    <a:gd name="connsiteX73" fmla="*/ 6343 w 10000"/>
                    <a:gd name="connsiteY73" fmla="*/ 353 h 9871"/>
                    <a:gd name="connsiteX74" fmla="*/ 6290 w 10000"/>
                    <a:gd name="connsiteY74" fmla="*/ 482 h 9871"/>
                    <a:gd name="connsiteX75" fmla="*/ 5644 w 10000"/>
                    <a:gd name="connsiteY75" fmla="*/ 482 h 9871"/>
                    <a:gd name="connsiteX76" fmla="*/ 5002 w 10000"/>
                    <a:gd name="connsiteY76" fmla="*/ 482 h 9871"/>
                    <a:gd name="connsiteX77" fmla="*/ 4356 w 10000"/>
                    <a:gd name="connsiteY77" fmla="*/ 482 h 9871"/>
                    <a:gd name="connsiteX78" fmla="*/ 3709 w 10000"/>
                    <a:gd name="connsiteY78" fmla="*/ 482 h 9871"/>
                    <a:gd name="connsiteX79" fmla="*/ 3120 w 10000"/>
                    <a:gd name="connsiteY79" fmla="*/ 482 h 9871"/>
                    <a:gd name="connsiteX80" fmla="*/ 2475 w 10000"/>
                    <a:gd name="connsiteY80" fmla="*/ 482 h 9871"/>
                    <a:gd name="connsiteX81" fmla="*/ 1884 w 10000"/>
                    <a:gd name="connsiteY81" fmla="*/ 482 h 9871"/>
                    <a:gd name="connsiteX82" fmla="*/ 1237 w 10000"/>
                    <a:gd name="connsiteY82" fmla="*/ 482 h 9871"/>
                    <a:gd name="connsiteX83" fmla="*/ 1237 w 10000"/>
                    <a:gd name="connsiteY83" fmla="*/ 932 h 9871"/>
                    <a:gd name="connsiteX84" fmla="*/ 1237 w 10000"/>
                    <a:gd name="connsiteY84" fmla="*/ 1511 h 9871"/>
                    <a:gd name="connsiteX85" fmla="*/ 433 w 10000"/>
                    <a:gd name="connsiteY85" fmla="*/ 1511 h 9871"/>
                    <a:gd name="connsiteX86" fmla="*/ 433 w 10000"/>
                    <a:gd name="connsiteY86" fmla="*/ 1768 h 9871"/>
                    <a:gd name="connsiteX0" fmla="*/ 433 w 10000"/>
                    <a:gd name="connsiteY0" fmla="*/ 1791 h 10000"/>
                    <a:gd name="connsiteX1" fmla="*/ 6675 w 10000"/>
                    <a:gd name="connsiteY1" fmla="*/ 6875 h 10000"/>
                    <a:gd name="connsiteX2" fmla="*/ 6234 w 10000"/>
                    <a:gd name="connsiteY2" fmla="*/ 7076 h 10000"/>
                    <a:gd name="connsiteX3" fmla="*/ 5864 w 10000"/>
                    <a:gd name="connsiteY3" fmla="*/ 6867 h 10000"/>
                    <a:gd name="connsiteX4" fmla="*/ 5325 w 10000"/>
                    <a:gd name="connsiteY4" fmla="*/ 6739 h 10000"/>
                    <a:gd name="connsiteX5" fmla="*/ 5058 w 10000"/>
                    <a:gd name="connsiteY5" fmla="*/ 7026 h 10000"/>
                    <a:gd name="connsiteX6" fmla="*/ 4396 w 10000"/>
                    <a:gd name="connsiteY6" fmla="*/ 7245 h 10000"/>
                    <a:gd name="connsiteX7" fmla="*/ 3972 w 10000"/>
                    <a:gd name="connsiteY7" fmla="*/ 7243 h 10000"/>
                    <a:gd name="connsiteX8" fmla="*/ 3044 w 10000"/>
                    <a:gd name="connsiteY8" fmla="*/ 7057 h 10000"/>
                    <a:gd name="connsiteX9" fmla="*/ 2796 w 10000"/>
                    <a:gd name="connsiteY9" fmla="*/ 7158 h 10000"/>
                    <a:gd name="connsiteX10" fmla="*/ 2177 w 10000"/>
                    <a:gd name="connsiteY10" fmla="*/ 6933 h 10000"/>
                    <a:gd name="connsiteX11" fmla="*/ 1903 w 10000"/>
                    <a:gd name="connsiteY11" fmla="*/ 6594 h 10000"/>
                    <a:gd name="connsiteX12" fmla="*/ 1449 w 10000"/>
                    <a:gd name="connsiteY12" fmla="*/ 6686 h 10000"/>
                    <a:gd name="connsiteX13" fmla="*/ 1324 w 10000"/>
                    <a:gd name="connsiteY13" fmla="*/ 6887 h 10000"/>
                    <a:gd name="connsiteX14" fmla="*/ 845 w 10000"/>
                    <a:gd name="connsiteY14" fmla="*/ 6972 h 10000"/>
                    <a:gd name="connsiteX15" fmla="*/ 526 w 10000"/>
                    <a:gd name="connsiteY15" fmla="*/ 6965 h 10000"/>
                    <a:gd name="connsiteX16" fmla="*/ 354 w 10000"/>
                    <a:gd name="connsiteY16" fmla="*/ 7124 h 10000"/>
                    <a:gd name="connsiteX17" fmla="*/ 56 w 10000"/>
                    <a:gd name="connsiteY17" fmla="*/ 6873 h 10000"/>
                    <a:gd name="connsiteX18" fmla="*/ 0 w 10000"/>
                    <a:gd name="connsiteY18" fmla="*/ 7329 h 10000"/>
                    <a:gd name="connsiteX19" fmla="*/ 106 w 10000"/>
                    <a:gd name="connsiteY19" fmla="*/ 7394 h 10000"/>
                    <a:gd name="connsiteX20" fmla="*/ 538 w 10000"/>
                    <a:gd name="connsiteY20" fmla="*/ 7427 h 10000"/>
                    <a:gd name="connsiteX21" fmla="*/ 596 w 10000"/>
                    <a:gd name="connsiteY21" fmla="*/ 7556 h 10000"/>
                    <a:gd name="connsiteX22" fmla="*/ 1075 w 10000"/>
                    <a:gd name="connsiteY22" fmla="*/ 7590 h 10000"/>
                    <a:gd name="connsiteX23" fmla="*/ 1346 w 10000"/>
                    <a:gd name="connsiteY23" fmla="*/ 7720 h 10000"/>
                    <a:gd name="connsiteX24" fmla="*/ 1397 w 10000"/>
                    <a:gd name="connsiteY24" fmla="*/ 7948 h 10000"/>
                    <a:gd name="connsiteX25" fmla="*/ 2260 w 10000"/>
                    <a:gd name="connsiteY25" fmla="*/ 8339 h 10000"/>
                    <a:gd name="connsiteX26" fmla="*/ 2475 w 10000"/>
                    <a:gd name="connsiteY26" fmla="*/ 8730 h 10000"/>
                    <a:gd name="connsiteX27" fmla="*/ 3064 w 10000"/>
                    <a:gd name="connsiteY27" fmla="*/ 8925 h 10000"/>
                    <a:gd name="connsiteX28" fmla="*/ 3280 w 10000"/>
                    <a:gd name="connsiteY28" fmla="*/ 9185 h 10000"/>
                    <a:gd name="connsiteX29" fmla="*/ 3709 w 10000"/>
                    <a:gd name="connsiteY29" fmla="*/ 9512 h 10000"/>
                    <a:gd name="connsiteX30" fmla="*/ 4034 w 10000"/>
                    <a:gd name="connsiteY30" fmla="*/ 9609 h 10000"/>
                    <a:gd name="connsiteX31" fmla="*/ 4248 w 10000"/>
                    <a:gd name="connsiteY31" fmla="*/ 9512 h 10000"/>
                    <a:gd name="connsiteX32" fmla="*/ 4785 w 10000"/>
                    <a:gd name="connsiteY32" fmla="*/ 9544 h 10000"/>
                    <a:gd name="connsiteX33" fmla="*/ 5002 w 10000"/>
                    <a:gd name="connsiteY33" fmla="*/ 9479 h 10000"/>
                    <a:gd name="connsiteX34" fmla="*/ 5967 w 10000"/>
                    <a:gd name="connsiteY34" fmla="*/ 9968 h 10000"/>
                    <a:gd name="connsiteX35" fmla="*/ 6021 w 10000"/>
                    <a:gd name="connsiteY35" fmla="*/ 9968 h 10000"/>
                    <a:gd name="connsiteX36" fmla="*/ 6130 w 10000"/>
                    <a:gd name="connsiteY36" fmla="*/ 9903 h 10000"/>
                    <a:gd name="connsiteX37" fmla="*/ 6823 w 10000"/>
                    <a:gd name="connsiteY37" fmla="*/ 9903 h 10000"/>
                    <a:gd name="connsiteX38" fmla="*/ 6936 w 10000"/>
                    <a:gd name="connsiteY38" fmla="*/ 10000 h 10000"/>
                    <a:gd name="connsiteX39" fmla="*/ 7526 w 10000"/>
                    <a:gd name="connsiteY39" fmla="*/ 9869 h 10000"/>
                    <a:gd name="connsiteX40" fmla="*/ 8062 w 10000"/>
                    <a:gd name="connsiteY40" fmla="*/ 9869 h 10000"/>
                    <a:gd name="connsiteX41" fmla="*/ 8438 w 10000"/>
                    <a:gd name="connsiteY41" fmla="*/ 9740 h 10000"/>
                    <a:gd name="connsiteX42" fmla="*/ 8871 w 10000"/>
                    <a:gd name="connsiteY42" fmla="*/ 9479 h 10000"/>
                    <a:gd name="connsiteX43" fmla="*/ 10000 w 10000"/>
                    <a:gd name="connsiteY43" fmla="*/ 9479 h 10000"/>
                    <a:gd name="connsiteX44" fmla="*/ 10000 w 10000"/>
                    <a:gd name="connsiteY44" fmla="*/ 9121 h 10000"/>
                    <a:gd name="connsiteX45" fmla="*/ 9409 w 10000"/>
                    <a:gd name="connsiteY45" fmla="*/ 8958 h 10000"/>
                    <a:gd name="connsiteX46" fmla="*/ 9083 w 10000"/>
                    <a:gd name="connsiteY46" fmla="*/ 8437 h 10000"/>
                    <a:gd name="connsiteX47" fmla="*/ 8655 w 10000"/>
                    <a:gd name="connsiteY47" fmla="*/ 8241 h 10000"/>
                    <a:gd name="connsiteX48" fmla="*/ 8385 w 10000"/>
                    <a:gd name="connsiteY48" fmla="*/ 7980 h 10000"/>
                    <a:gd name="connsiteX49" fmla="*/ 7687 w 10000"/>
                    <a:gd name="connsiteY49" fmla="*/ 7785 h 10000"/>
                    <a:gd name="connsiteX50" fmla="*/ 7848 w 10000"/>
                    <a:gd name="connsiteY50" fmla="*/ 7720 h 10000"/>
                    <a:gd name="connsiteX51" fmla="*/ 7848 w 10000"/>
                    <a:gd name="connsiteY51" fmla="*/ 7556 h 10000"/>
                    <a:gd name="connsiteX52" fmla="*/ 8334 w 10000"/>
                    <a:gd name="connsiteY52" fmla="*/ 7556 h 10000"/>
                    <a:gd name="connsiteX53" fmla="*/ 8599 w 10000"/>
                    <a:gd name="connsiteY53" fmla="*/ 7427 h 10000"/>
                    <a:gd name="connsiteX54" fmla="*/ 8655 w 10000"/>
                    <a:gd name="connsiteY54" fmla="*/ 6482 h 10000"/>
                    <a:gd name="connsiteX55" fmla="*/ 8707 w 10000"/>
                    <a:gd name="connsiteY55" fmla="*/ 6514 h 10000"/>
                    <a:gd name="connsiteX56" fmla="*/ 8517 w 10000"/>
                    <a:gd name="connsiteY56" fmla="*/ 6574 h 10000"/>
                    <a:gd name="connsiteX57" fmla="*/ 8440 w 10000"/>
                    <a:gd name="connsiteY57" fmla="*/ 6702 h 10000"/>
                    <a:gd name="connsiteX58" fmla="*/ 7961 w 10000"/>
                    <a:gd name="connsiteY58" fmla="*/ 6451 h 10000"/>
                    <a:gd name="connsiteX59" fmla="*/ 7874 w 10000"/>
                    <a:gd name="connsiteY59" fmla="*/ 5773 h 10000"/>
                    <a:gd name="connsiteX60" fmla="*/ 7361 w 10000"/>
                    <a:gd name="connsiteY60" fmla="*/ 6067 h 10000"/>
                    <a:gd name="connsiteX61" fmla="*/ 7369 w 10000"/>
                    <a:gd name="connsiteY61" fmla="*/ 6416 h 10000"/>
                    <a:gd name="connsiteX62" fmla="*/ 6955 w 10000"/>
                    <a:gd name="connsiteY62" fmla="*/ 6626 h 10000"/>
                    <a:gd name="connsiteX63" fmla="*/ 9191 w 10000"/>
                    <a:gd name="connsiteY63" fmla="*/ 0 h 10000"/>
                    <a:gd name="connsiteX64" fmla="*/ 9029 w 10000"/>
                    <a:gd name="connsiteY64" fmla="*/ 293 h 10000"/>
                    <a:gd name="connsiteX65" fmla="*/ 8599 w 10000"/>
                    <a:gd name="connsiteY65" fmla="*/ 358 h 10000"/>
                    <a:gd name="connsiteX66" fmla="*/ 8493 w 10000"/>
                    <a:gd name="connsiteY66" fmla="*/ 586 h 10000"/>
                    <a:gd name="connsiteX67" fmla="*/ 8116 w 10000"/>
                    <a:gd name="connsiteY67" fmla="*/ 586 h 10000"/>
                    <a:gd name="connsiteX68" fmla="*/ 7794 w 10000"/>
                    <a:gd name="connsiteY68" fmla="*/ 488 h 10000"/>
                    <a:gd name="connsiteX69" fmla="*/ 7096 w 10000"/>
                    <a:gd name="connsiteY69" fmla="*/ 488 h 10000"/>
                    <a:gd name="connsiteX70" fmla="*/ 6397 w 10000"/>
                    <a:gd name="connsiteY70" fmla="*/ 488 h 10000"/>
                    <a:gd name="connsiteX71" fmla="*/ 6452 w 10000"/>
                    <a:gd name="connsiteY71" fmla="*/ 358 h 10000"/>
                    <a:gd name="connsiteX72" fmla="*/ 6343 w 10000"/>
                    <a:gd name="connsiteY72" fmla="*/ 358 h 10000"/>
                    <a:gd name="connsiteX73" fmla="*/ 6290 w 10000"/>
                    <a:gd name="connsiteY73" fmla="*/ 488 h 10000"/>
                    <a:gd name="connsiteX74" fmla="*/ 5644 w 10000"/>
                    <a:gd name="connsiteY74" fmla="*/ 488 h 10000"/>
                    <a:gd name="connsiteX75" fmla="*/ 5002 w 10000"/>
                    <a:gd name="connsiteY75" fmla="*/ 488 h 10000"/>
                    <a:gd name="connsiteX76" fmla="*/ 4356 w 10000"/>
                    <a:gd name="connsiteY76" fmla="*/ 488 h 10000"/>
                    <a:gd name="connsiteX77" fmla="*/ 3709 w 10000"/>
                    <a:gd name="connsiteY77" fmla="*/ 488 h 10000"/>
                    <a:gd name="connsiteX78" fmla="*/ 3120 w 10000"/>
                    <a:gd name="connsiteY78" fmla="*/ 488 h 10000"/>
                    <a:gd name="connsiteX79" fmla="*/ 2475 w 10000"/>
                    <a:gd name="connsiteY79" fmla="*/ 488 h 10000"/>
                    <a:gd name="connsiteX80" fmla="*/ 1884 w 10000"/>
                    <a:gd name="connsiteY80" fmla="*/ 488 h 10000"/>
                    <a:gd name="connsiteX81" fmla="*/ 1237 w 10000"/>
                    <a:gd name="connsiteY81" fmla="*/ 488 h 10000"/>
                    <a:gd name="connsiteX82" fmla="*/ 1237 w 10000"/>
                    <a:gd name="connsiteY82" fmla="*/ 944 h 10000"/>
                    <a:gd name="connsiteX83" fmla="*/ 1237 w 10000"/>
                    <a:gd name="connsiteY83" fmla="*/ 1531 h 10000"/>
                    <a:gd name="connsiteX84" fmla="*/ 433 w 10000"/>
                    <a:gd name="connsiteY84" fmla="*/ 1531 h 10000"/>
                    <a:gd name="connsiteX85" fmla="*/ 433 w 10000"/>
                    <a:gd name="connsiteY85" fmla="*/ 1791 h 10000"/>
                    <a:gd name="connsiteX0" fmla="*/ 433 w 10000"/>
                    <a:gd name="connsiteY0" fmla="*/ 1498 h 9707"/>
                    <a:gd name="connsiteX1" fmla="*/ 6675 w 10000"/>
                    <a:gd name="connsiteY1" fmla="*/ 6582 h 9707"/>
                    <a:gd name="connsiteX2" fmla="*/ 6234 w 10000"/>
                    <a:gd name="connsiteY2" fmla="*/ 6783 h 9707"/>
                    <a:gd name="connsiteX3" fmla="*/ 5864 w 10000"/>
                    <a:gd name="connsiteY3" fmla="*/ 6574 h 9707"/>
                    <a:gd name="connsiteX4" fmla="*/ 5325 w 10000"/>
                    <a:gd name="connsiteY4" fmla="*/ 6446 h 9707"/>
                    <a:gd name="connsiteX5" fmla="*/ 5058 w 10000"/>
                    <a:gd name="connsiteY5" fmla="*/ 6733 h 9707"/>
                    <a:gd name="connsiteX6" fmla="*/ 4396 w 10000"/>
                    <a:gd name="connsiteY6" fmla="*/ 6952 h 9707"/>
                    <a:gd name="connsiteX7" fmla="*/ 3972 w 10000"/>
                    <a:gd name="connsiteY7" fmla="*/ 6950 h 9707"/>
                    <a:gd name="connsiteX8" fmla="*/ 3044 w 10000"/>
                    <a:gd name="connsiteY8" fmla="*/ 6764 h 9707"/>
                    <a:gd name="connsiteX9" fmla="*/ 2796 w 10000"/>
                    <a:gd name="connsiteY9" fmla="*/ 6865 h 9707"/>
                    <a:gd name="connsiteX10" fmla="*/ 2177 w 10000"/>
                    <a:gd name="connsiteY10" fmla="*/ 6640 h 9707"/>
                    <a:gd name="connsiteX11" fmla="*/ 1903 w 10000"/>
                    <a:gd name="connsiteY11" fmla="*/ 6301 h 9707"/>
                    <a:gd name="connsiteX12" fmla="*/ 1449 w 10000"/>
                    <a:gd name="connsiteY12" fmla="*/ 6393 h 9707"/>
                    <a:gd name="connsiteX13" fmla="*/ 1324 w 10000"/>
                    <a:gd name="connsiteY13" fmla="*/ 6594 h 9707"/>
                    <a:gd name="connsiteX14" fmla="*/ 845 w 10000"/>
                    <a:gd name="connsiteY14" fmla="*/ 6679 h 9707"/>
                    <a:gd name="connsiteX15" fmla="*/ 526 w 10000"/>
                    <a:gd name="connsiteY15" fmla="*/ 6672 h 9707"/>
                    <a:gd name="connsiteX16" fmla="*/ 354 w 10000"/>
                    <a:gd name="connsiteY16" fmla="*/ 6831 h 9707"/>
                    <a:gd name="connsiteX17" fmla="*/ 56 w 10000"/>
                    <a:gd name="connsiteY17" fmla="*/ 6580 h 9707"/>
                    <a:gd name="connsiteX18" fmla="*/ 0 w 10000"/>
                    <a:gd name="connsiteY18" fmla="*/ 7036 h 9707"/>
                    <a:gd name="connsiteX19" fmla="*/ 106 w 10000"/>
                    <a:gd name="connsiteY19" fmla="*/ 7101 h 9707"/>
                    <a:gd name="connsiteX20" fmla="*/ 538 w 10000"/>
                    <a:gd name="connsiteY20" fmla="*/ 7134 h 9707"/>
                    <a:gd name="connsiteX21" fmla="*/ 596 w 10000"/>
                    <a:gd name="connsiteY21" fmla="*/ 7263 h 9707"/>
                    <a:gd name="connsiteX22" fmla="*/ 1075 w 10000"/>
                    <a:gd name="connsiteY22" fmla="*/ 7297 h 9707"/>
                    <a:gd name="connsiteX23" fmla="*/ 1346 w 10000"/>
                    <a:gd name="connsiteY23" fmla="*/ 7427 h 9707"/>
                    <a:gd name="connsiteX24" fmla="*/ 1397 w 10000"/>
                    <a:gd name="connsiteY24" fmla="*/ 7655 h 9707"/>
                    <a:gd name="connsiteX25" fmla="*/ 2260 w 10000"/>
                    <a:gd name="connsiteY25" fmla="*/ 8046 h 9707"/>
                    <a:gd name="connsiteX26" fmla="*/ 2475 w 10000"/>
                    <a:gd name="connsiteY26" fmla="*/ 8437 h 9707"/>
                    <a:gd name="connsiteX27" fmla="*/ 3064 w 10000"/>
                    <a:gd name="connsiteY27" fmla="*/ 8632 h 9707"/>
                    <a:gd name="connsiteX28" fmla="*/ 3280 w 10000"/>
                    <a:gd name="connsiteY28" fmla="*/ 8892 h 9707"/>
                    <a:gd name="connsiteX29" fmla="*/ 3709 w 10000"/>
                    <a:gd name="connsiteY29" fmla="*/ 9219 h 9707"/>
                    <a:gd name="connsiteX30" fmla="*/ 4034 w 10000"/>
                    <a:gd name="connsiteY30" fmla="*/ 9316 h 9707"/>
                    <a:gd name="connsiteX31" fmla="*/ 4248 w 10000"/>
                    <a:gd name="connsiteY31" fmla="*/ 9219 h 9707"/>
                    <a:gd name="connsiteX32" fmla="*/ 4785 w 10000"/>
                    <a:gd name="connsiteY32" fmla="*/ 9251 h 9707"/>
                    <a:gd name="connsiteX33" fmla="*/ 5002 w 10000"/>
                    <a:gd name="connsiteY33" fmla="*/ 9186 h 9707"/>
                    <a:gd name="connsiteX34" fmla="*/ 5967 w 10000"/>
                    <a:gd name="connsiteY34" fmla="*/ 9675 h 9707"/>
                    <a:gd name="connsiteX35" fmla="*/ 6021 w 10000"/>
                    <a:gd name="connsiteY35" fmla="*/ 9675 h 9707"/>
                    <a:gd name="connsiteX36" fmla="*/ 6130 w 10000"/>
                    <a:gd name="connsiteY36" fmla="*/ 9610 h 9707"/>
                    <a:gd name="connsiteX37" fmla="*/ 6823 w 10000"/>
                    <a:gd name="connsiteY37" fmla="*/ 9610 h 9707"/>
                    <a:gd name="connsiteX38" fmla="*/ 6936 w 10000"/>
                    <a:gd name="connsiteY38" fmla="*/ 9707 h 9707"/>
                    <a:gd name="connsiteX39" fmla="*/ 7526 w 10000"/>
                    <a:gd name="connsiteY39" fmla="*/ 9576 h 9707"/>
                    <a:gd name="connsiteX40" fmla="*/ 8062 w 10000"/>
                    <a:gd name="connsiteY40" fmla="*/ 9576 h 9707"/>
                    <a:gd name="connsiteX41" fmla="*/ 8438 w 10000"/>
                    <a:gd name="connsiteY41" fmla="*/ 9447 h 9707"/>
                    <a:gd name="connsiteX42" fmla="*/ 8871 w 10000"/>
                    <a:gd name="connsiteY42" fmla="*/ 9186 h 9707"/>
                    <a:gd name="connsiteX43" fmla="*/ 10000 w 10000"/>
                    <a:gd name="connsiteY43" fmla="*/ 9186 h 9707"/>
                    <a:gd name="connsiteX44" fmla="*/ 10000 w 10000"/>
                    <a:gd name="connsiteY44" fmla="*/ 8828 h 9707"/>
                    <a:gd name="connsiteX45" fmla="*/ 9409 w 10000"/>
                    <a:gd name="connsiteY45" fmla="*/ 8665 h 9707"/>
                    <a:gd name="connsiteX46" fmla="*/ 9083 w 10000"/>
                    <a:gd name="connsiteY46" fmla="*/ 8144 h 9707"/>
                    <a:gd name="connsiteX47" fmla="*/ 8655 w 10000"/>
                    <a:gd name="connsiteY47" fmla="*/ 7948 h 9707"/>
                    <a:gd name="connsiteX48" fmla="*/ 8385 w 10000"/>
                    <a:gd name="connsiteY48" fmla="*/ 7687 h 9707"/>
                    <a:gd name="connsiteX49" fmla="*/ 7687 w 10000"/>
                    <a:gd name="connsiteY49" fmla="*/ 7492 h 9707"/>
                    <a:gd name="connsiteX50" fmla="*/ 7848 w 10000"/>
                    <a:gd name="connsiteY50" fmla="*/ 7427 h 9707"/>
                    <a:gd name="connsiteX51" fmla="*/ 7848 w 10000"/>
                    <a:gd name="connsiteY51" fmla="*/ 7263 h 9707"/>
                    <a:gd name="connsiteX52" fmla="*/ 8334 w 10000"/>
                    <a:gd name="connsiteY52" fmla="*/ 7263 h 9707"/>
                    <a:gd name="connsiteX53" fmla="*/ 8599 w 10000"/>
                    <a:gd name="connsiteY53" fmla="*/ 7134 h 9707"/>
                    <a:gd name="connsiteX54" fmla="*/ 8655 w 10000"/>
                    <a:gd name="connsiteY54" fmla="*/ 6189 h 9707"/>
                    <a:gd name="connsiteX55" fmla="*/ 8707 w 10000"/>
                    <a:gd name="connsiteY55" fmla="*/ 6221 h 9707"/>
                    <a:gd name="connsiteX56" fmla="*/ 8517 w 10000"/>
                    <a:gd name="connsiteY56" fmla="*/ 6281 h 9707"/>
                    <a:gd name="connsiteX57" fmla="*/ 8440 w 10000"/>
                    <a:gd name="connsiteY57" fmla="*/ 6409 h 9707"/>
                    <a:gd name="connsiteX58" fmla="*/ 7961 w 10000"/>
                    <a:gd name="connsiteY58" fmla="*/ 6158 h 9707"/>
                    <a:gd name="connsiteX59" fmla="*/ 7874 w 10000"/>
                    <a:gd name="connsiteY59" fmla="*/ 5480 h 9707"/>
                    <a:gd name="connsiteX60" fmla="*/ 7361 w 10000"/>
                    <a:gd name="connsiteY60" fmla="*/ 5774 h 9707"/>
                    <a:gd name="connsiteX61" fmla="*/ 7369 w 10000"/>
                    <a:gd name="connsiteY61" fmla="*/ 6123 h 9707"/>
                    <a:gd name="connsiteX62" fmla="*/ 6955 w 10000"/>
                    <a:gd name="connsiteY62" fmla="*/ 6333 h 9707"/>
                    <a:gd name="connsiteX63" fmla="*/ 9029 w 10000"/>
                    <a:gd name="connsiteY63" fmla="*/ 0 h 9707"/>
                    <a:gd name="connsiteX64" fmla="*/ 8599 w 10000"/>
                    <a:gd name="connsiteY64" fmla="*/ 65 h 9707"/>
                    <a:gd name="connsiteX65" fmla="*/ 8493 w 10000"/>
                    <a:gd name="connsiteY65" fmla="*/ 293 h 9707"/>
                    <a:gd name="connsiteX66" fmla="*/ 8116 w 10000"/>
                    <a:gd name="connsiteY66" fmla="*/ 293 h 9707"/>
                    <a:gd name="connsiteX67" fmla="*/ 7794 w 10000"/>
                    <a:gd name="connsiteY67" fmla="*/ 195 h 9707"/>
                    <a:gd name="connsiteX68" fmla="*/ 7096 w 10000"/>
                    <a:gd name="connsiteY68" fmla="*/ 195 h 9707"/>
                    <a:gd name="connsiteX69" fmla="*/ 6397 w 10000"/>
                    <a:gd name="connsiteY69" fmla="*/ 195 h 9707"/>
                    <a:gd name="connsiteX70" fmla="*/ 6452 w 10000"/>
                    <a:gd name="connsiteY70" fmla="*/ 65 h 9707"/>
                    <a:gd name="connsiteX71" fmla="*/ 6343 w 10000"/>
                    <a:gd name="connsiteY71" fmla="*/ 65 h 9707"/>
                    <a:gd name="connsiteX72" fmla="*/ 6290 w 10000"/>
                    <a:gd name="connsiteY72" fmla="*/ 195 h 9707"/>
                    <a:gd name="connsiteX73" fmla="*/ 5644 w 10000"/>
                    <a:gd name="connsiteY73" fmla="*/ 195 h 9707"/>
                    <a:gd name="connsiteX74" fmla="*/ 5002 w 10000"/>
                    <a:gd name="connsiteY74" fmla="*/ 195 h 9707"/>
                    <a:gd name="connsiteX75" fmla="*/ 4356 w 10000"/>
                    <a:gd name="connsiteY75" fmla="*/ 195 h 9707"/>
                    <a:gd name="connsiteX76" fmla="*/ 3709 w 10000"/>
                    <a:gd name="connsiteY76" fmla="*/ 195 h 9707"/>
                    <a:gd name="connsiteX77" fmla="*/ 3120 w 10000"/>
                    <a:gd name="connsiteY77" fmla="*/ 195 h 9707"/>
                    <a:gd name="connsiteX78" fmla="*/ 2475 w 10000"/>
                    <a:gd name="connsiteY78" fmla="*/ 195 h 9707"/>
                    <a:gd name="connsiteX79" fmla="*/ 1884 w 10000"/>
                    <a:gd name="connsiteY79" fmla="*/ 195 h 9707"/>
                    <a:gd name="connsiteX80" fmla="*/ 1237 w 10000"/>
                    <a:gd name="connsiteY80" fmla="*/ 195 h 9707"/>
                    <a:gd name="connsiteX81" fmla="*/ 1237 w 10000"/>
                    <a:gd name="connsiteY81" fmla="*/ 651 h 9707"/>
                    <a:gd name="connsiteX82" fmla="*/ 1237 w 10000"/>
                    <a:gd name="connsiteY82" fmla="*/ 1238 h 9707"/>
                    <a:gd name="connsiteX83" fmla="*/ 433 w 10000"/>
                    <a:gd name="connsiteY83" fmla="*/ 1238 h 9707"/>
                    <a:gd name="connsiteX84" fmla="*/ 433 w 10000"/>
                    <a:gd name="connsiteY84" fmla="*/ 1498 h 9707"/>
                    <a:gd name="connsiteX0" fmla="*/ 433 w 10000"/>
                    <a:gd name="connsiteY0" fmla="*/ 1476 h 9933"/>
                    <a:gd name="connsiteX1" fmla="*/ 6675 w 10000"/>
                    <a:gd name="connsiteY1" fmla="*/ 6714 h 9933"/>
                    <a:gd name="connsiteX2" fmla="*/ 6234 w 10000"/>
                    <a:gd name="connsiteY2" fmla="*/ 6921 h 9933"/>
                    <a:gd name="connsiteX3" fmla="*/ 5864 w 10000"/>
                    <a:gd name="connsiteY3" fmla="*/ 6705 h 9933"/>
                    <a:gd name="connsiteX4" fmla="*/ 5325 w 10000"/>
                    <a:gd name="connsiteY4" fmla="*/ 6574 h 9933"/>
                    <a:gd name="connsiteX5" fmla="*/ 5058 w 10000"/>
                    <a:gd name="connsiteY5" fmla="*/ 6869 h 9933"/>
                    <a:gd name="connsiteX6" fmla="*/ 4396 w 10000"/>
                    <a:gd name="connsiteY6" fmla="*/ 7095 h 9933"/>
                    <a:gd name="connsiteX7" fmla="*/ 3972 w 10000"/>
                    <a:gd name="connsiteY7" fmla="*/ 7093 h 9933"/>
                    <a:gd name="connsiteX8" fmla="*/ 3044 w 10000"/>
                    <a:gd name="connsiteY8" fmla="*/ 6901 h 9933"/>
                    <a:gd name="connsiteX9" fmla="*/ 2796 w 10000"/>
                    <a:gd name="connsiteY9" fmla="*/ 7005 h 9933"/>
                    <a:gd name="connsiteX10" fmla="*/ 2177 w 10000"/>
                    <a:gd name="connsiteY10" fmla="*/ 6773 h 9933"/>
                    <a:gd name="connsiteX11" fmla="*/ 1903 w 10000"/>
                    <a:gd name="connsiteY11" fmla="*/ 6424 h 9933"/>
                    <a:gd name="connsiteX12" fmla="*/ 1449 w 10000"/>
                    <a:gd name="connsiteY12" fmla="*/ 6519 h 9933"/>
                    <a:gd name="connsiteX13" fmla="*/ 1324 w 10000"/>
                    <a:gd name="connsiteY13" fmla="*/ 6726 h 9933"/>
                    <a:gd name="connsiteX14" fmla="*/ 845 w 10000"/>
                    <a:gd name="connsiteY14" fmla="*/ 6814 h 9933"/>
                    <a:gd name="connsiteX15" fmla="*/ 526 w 10000"/>
                    <a:gd name="connsiteY15" fmla="*/ 6806 h 9933"/>
                    <a:gd name="connsiteX16" fmla="*/ 354 w 10000"/>
                    <a:gd name="connsiteY16" fmla="*/ 6970 h 9933"/>
                    <a:gd name="connsiteX17" fmla="*/ 56 w 10000"/>
                    <a:gd name="connsiteY17" fmla="*/ 6712 h 9933"/>
                    <a:gd name="connsiteX18" fmla="*/ 0 w 10000"/>
                    <a:gd name="connsiteY18" fmla="*/ 7181 h 9933"/>
                    <a:gd name="connsiteX19" fmla="*/ 106 w 10000"/>
                    <a:gd name="connsiteY19" fmla="*/ 7248 h 9933"/>
                    <a:gd name="connsiteX20" fmla="*/ 538 w 10000"/>
                    <a:gd name="connsiteY20" fmla="*/ 7282 h 9933"/>
                    <a:gd name="connsiteX21" fmla="*/ 596 w 10000"/>
                    <a:gd name="connsiteY21" fmla="*/ 7415 h 9933"/>
                    <a:gd name="connsiteX22" fmla="*/ 1075 w 10000"/>
                    <a:gd name="connsiteY22" fmla="*/ 7450 h 9933"/>
                    <a:gd name="connsiteX23" fmla="*/ 1346 w 10000"/>
                    <a:gd name="connsiteY23" fmla="*/ 7584 h 9933"/>
                    <a:gd name="connsiteX24" fmla="*/ 1397 w 10000"/>
                    <a:gd name="connsiteY24" fmla="*/ 7819 h 9933"/>
                    <a:gd name="connsiteX25" fmla="*/ 2260 w 10000"/>
                    <a:gd name="connsiteY25" fmla="*/ 8222 h 9933"/>
                    <a:gd name="connsiteX26" fmla="*/ 2475 w 10000"/>
                    <a:gd name="connsiteY26" fmla="*/ 8625 h 9933"/>
                    <a:gd name="connsiteX27" fmla="*/ 3064 w 10000"/>
                    <a:gd name="connsiteY27" fmla="*/ 8826 h 9933"/>
                    <a:gd name="connsiteX28" fmla="*/ 3280 w 10000"/>
                    <a:gd name="connsiteY28" fmla="*/ 9093 h 9933"/>
                    <a:gd name="connsiteX29" fmla="*/ 3709 w 10000"/>
                    <a:gd name="connsiteY29" fmla="*/ 9430 h 9933"/>
                    <a:gd name="connsiteX30" fmla="*/ 4034 w 10000"/>
                    <a:gd name="connsiteY30" fmla="*/ 9530 h 9933"/>
                    <a:gd name="connsiteX31" fmla="*/ 4248 w 10000"/>
                    <a:gd name="connsiteY31" fmla="*/ 9430 h 9933"/>
                    <a:gd name="connsiteX32" fmla="*/ 4785 w 10000"/>
                    <a:gd name="connsiteY32" fmla="*/ 9463 h 9933"/>
                    <a:gd name="connsiteX33" fmla="*/ 5002 w 10000"/>
                    <a:gd name="connsiteY33" fmla="*/ 9396 h 9933"/>
                    <a:gd name="connsiteX34" fmla="*/ 5967 w 10000"/>
                    <a:gd name="connsiteY34" fmla="*/ 9900 h 9933"/>
                    <a:gd name="connsiteX35" fmla="*/ 6021 w 10000"/>
                    <a:gd name="connsiteY35" fmla="*/ 9900 h 9933"/>
                    <a:gd name="connsiteX36" fmla="*/ 6130 w 10000"/>
                    <a:gd name="connsiteY36" fmla="*/ 9833 h 9933"/>
                    <a:gd name="connsiteX37" fmla="*/ 6823 w 10000"/>
                    <a:gd name="connsiteY37" fmla="*/ 9833 h 9933"/>
                    <a:gd name="connsiteX38" fmla="*/ 6936 w 10000"/>
                    <a:gd name="connsiteY38" fmla="*/ 9933 h 9933"/>
                    <a:gd name="connsiteX39" fmla="*/ 7526 w 10000"/>
                    <a:gd name="connsiteY39" fmla="*/ 9798 h 9933"/>
                    <a:gd name="connsiteX40" fmla="*/ 8062 w 10000"/>
                    <a:gd name="connsiteY40" fmla="*/ 9798 h 9933"/>
                    <a:gd name="connsiteX41" fmla="*/ 8438 w 10000"/>
                    <a:gd name="connsiteY41" fmla="*/ 9665 h 9933"/>
                    <a:gd name="connsiteX42" fmla="*/ 8871 w 10000"/>
                    <a:gd name="connsiteY42" fmla="*/ 9396 h 9933"/>
                    <a:gd name="connsiteX43" fmla="*/ 10000 w 10000"/>
                    <a:gd name="connsiteY43" fmla="*/ 9396 h 9933"/>
                    <a:gd name="connsiteX44" fmla="*/ 10000 w 10000"/>
                    <a:gd name="connsiteY44" fmla="*/ 9027 h 9933"/>
                    <a:gd name="connsiteX45" fmla="*/ 9409 w 10000"/>
                    <a:gd name="connsiteY45" fmla="*/ 8860 h 9933"/>
                    <a:gd name="connsiteX46" fmla="*/ 9083 w 10000"/>
                    <a:gd name="connsiteY46" fmla="*/ 8323 h 9933"/>
                    <a:gd name="connsiteX47" fmla="*/ 8655 w 10000"/>
                    <a:gd name="connsiteY47" fmla="*/ 8121 h 9933"/>
                    <a:gd name="connsiteX48" fmla="*/ 8385 w 10000"/>
                    <a:gd name="connsiteY48" fmla="*/ 7852 h 9933"/>
                    <a:gd name="connsiteX49" fmla="*/ 7687 w 10000"/>
                    <a:gd name="connsiteY49" fmla="*/ 7651 h 9933"/>
                    <a:gd name="connsiteX50" fmla="*/ 7848 w 10000"/>
                    <a:gd name="connsiteY50" fmla="*/ 7584 h 9933"/>
                    <a:gd name="connsiteX51" fmla="*/ 7848 w 10000"/>
                    <a:gd name="connsiteY51" fmla="*/ 7415 h 9933"/>
                    <a:gd name="connsiteX52" fmla="*/ 8334 w 10000"/>
                    <a:gd name="connsiteY52" fmla="*/ 7415 h 9933"/>
                    <a:gd name="connsiteX53" fmla="*/ 8599 w 10000"/>
                    <a:gd name="connsiteY53" fmla="*/ 7282 h 9933"/>
                    <a:gd name="connsiteX54" fmla="*/ 8655 w 10000"/>
                    <a:gd name="connsiteY54" fmla="*/ 6309 h 9933"/>
                    <a:gd name="connsiteX55" fmla="*/ 8707 w 10000"/>
                    <a:gd name="connsiteY55" fmla="*/ 6342 h 9933"/>
                    <a:gd name="connsiteX56" fmla="*/ 8517 w 10000"/>
                    <a:gd name="connsiteY56" fmla="*/ 6404 h 9933"/>
                    <a:gd name="connsiteX57" fmla="*/ 8440 w 10000"/>
                    <a:gd name="connsiteY57" fmla="*/ 6535 h 9933"/>
                    <a:gd name="connsiteX58" fmla="*/ 7961 w 10000"/>
                    <a:gd name="connsiteY58" fmla="*/ 6277 h 9933"/>
                    <a:gd name="connsiteX59" fmla="*/ 7874 w 10000"/>
                    <a:gd name="connsiteY59" fmla="*/ 5578 h 9933"/>
                    <a:gd name="connsiteX60" fmla="*/ 7361 w 10000"/>
                    <a:gd name="connsiteY60" fmla="*/ 5881 h 9933"/>
                    <a:gd name="connsiteX61" fmla="*/ 7369 w 10000"/>
                    <a:gd name="connsiteY61" fmla="*/ 6241 h 9933"/>
                    <a:gd name="connsiteX62" fmla="*/ 6955 w 10000"/>
                    <a:gd name="connsiteY62" fmla="*/ 6457 h 9933"/>
                    <a:gd name="connsiteX63" fmla="*/ 8599 w 10000"/>
                    <a:gd name="connsiteY63" fmla="*/ 0 h 9933"/>
                    <a:gd name="connsiteX64" fmla="*/ 8493 w 10000"/>
                    <a:gd name="connsiteY64" fmla="*/ 235 h 9933"/>
                    <a:gd name="connsiteX65" fmla="*/ 8116 w 10000"/>
                    <a:gd name="connsiteY65" fmla="*/ 235 h 9933"/>
                    <a:gd name="connsiteX66" fmla="*/ 7794 w 10000"/>
                    <a:gd name="connsiteY66" fmla="*/ 134 h 9933"/>
                    <a:gd name="connsiteX67" fmla="*/ 7096 w 10000"/>
                    <a:gd name="connsiteY67" fmla="*/ 134 h 9933"/>
                    <a:gd name="connsiteX68" fmla="*/ 6397 w 10000"/>
                    <a:gd name="connsiteY68" fmla="*/ 134 h 9933"/>
                    <a:gd name="connsiteX69" fmla="*/ 6452 w 10000"/>
                    <a:gd name="connsiteY69" fmla="*/ 0 h 9933"/>
                    <a:gd name="connsiteX70" fmla="*/ 6343 w 10000"/>
                    <a:gd name="connsiteY70" fmla="*/ 0 h 9933"/>
                    <a:gd name="connsiteX71" fmla="*/ 6290 w 10000"/>
                    <a:gd name="connsiteY71" fmla="*/ 134 h 9933"/>
                    <a:gd name="connsiteX72" fmla="*/ 5644 w 10000"/>
                    <a:gd name="connsiteY72" fmla="*/ 134 h 9933"/>
                    <a:gd name="connsiteX73" fmla="*/ 5002 w 10000"/>
                    <a:gd name="connsiteY73" fmla="*/ 134 h 9933"/>
                    <a:gd name="connsiteX74" fmla="*/ 4356 w 10000"/>
                    <a:gd name="connsiteY74" fmla="*/ 134 h 9933"/>
                    <a:gd name="connsiteX75" fmla="*/ 3709 w 10000"/>
                    <a:gd name="connsiteY75" fmla="*/ 134 h 9933"/>
                    <a:gd name="connsiteX76" fmla="*/ 3120 w 10000"/>
                    <a:gd name="connsiteY76" fmla="*/ 134 h 9933"/>
                    <a:gd name="connsiteX77" fmla="*/ 2475 w 10000"/>
                    <a:gd name="connsiteY77" fmla="*/ 134 h 9933"/>
                    <a:gd name="connsiteX78" fmla="*/ 1884 w 10000"/>
                    <a:gd name="connsiteY78" fmla="*/ 134 h 9933"/>
                    <a:gd name="connsiteX79" fmla="*/ 1237 w 10000"/>
                    <a:gd name="connsiteY79" fmla="*/ 134 h 9933"/>
                    <a:gd name="connsiteX80" fmla="*/ 1237 w 10000"/>
                    <a:gd name="connsiteY80" fmla="*/ 604 h 9933"/>
                    <a:gd name="connsiteX81" fmla="*/ 1237 w 10000"/>
                    <a:gd name="connsiteY81" fmla="*/ 1208 h 9933"/>
                    <a:gd name="connsiteX82" fmla="*/ 433 w 10000"/>
                    <a:gd name="connsiteY82" fmla="*/ 1208 h 9933"/>
                    <a:gd name="connsiteX83" fmla="*/ 433 w 10000"/>
                    <a:gd name="connsiteY83" fmla="*/ 1476 h 9933"/>
                    <a:gd name="connsiteX0" fmla="*/ 433 w 10000"/>
                    <a:gd name="connsiteY0" fmla="*/ 1486 h 10000"/>
                    <a:gd name="connsiteX1" fmla="*/ 6675 w 10000"/>
                    <a:gd name="connsiteY1" fmla="*/ 6759 h 10000"/>
                    <a:gd name="connsiteX2" fmla="*/ 6234 w 10000"/>
                    <a:gd name="connsiteY2" fmla="*/ 6968 h 10000"/>
                    <a:gd name="connsiteX3" fmla="*/ 5864 w 10000"/>
                    <a:gd name="connsiteY3" fmla="*/ 6750 h 10000"/>
                    <a:gd name="connsiteX4" fmla="*/ 5325 w 10000"/>
                    <a:gd name="connsiteY4" fmla="*/ 6618 h 10000"/>
                    <a:gd name="connsiteX5" fmla="*/ 5058 w 10000"/>
                    <a:gd name="connsiteY5" fmla="*/ 6915 h 10000"/>
                    <a:gd name="connsiteX6" fmla="*/ 4396 w 10000"/>
                    <a:gd name="connsiteY6" fmla="*/ 7143 h 10000"/>
                    <a:gd name="connsiteX7" fmla="*/ 3972 w 10000"/>
                    <a:gd name="connsiteY7" fmla="*/ 7141 h 10000"/>
                    <a:gd name="connsiteX8" fmla="*/ 3044 w 10000"/>
                    <a:gd name="connsiteY8" fmla="*/ 6948 h 10000"/>
                    <a:gd name="connsiteX9" fmla="*/ 2796 w 10000"/>
                    <a:gd name="connsiteY9" fmla="*/ 7052 h 10000"/>
                    <a:gd name="connsiteX10" fmla="*/ 2177 w 10000"/>
                    <a:gd name="connsiteY10" fmla="*/ 6819 h 10000"/>
                    <a:gd name="connsiteX11" fmla="*/ 1903 w 10000"/>
                    <a:gd name="connsiteY11" fmla="*/ 6467 h 10000"/>
                    <a:gd name="connsiteX12" fmla="*/ 1449 w 10000"/>
                    <a:gd name="connsiteY12" fmla="*/ 6563 h 10000"/>
                    <a:gd name="connsiteX13" fmla="*/ 1324 w 10000"/>
                    <a:gd name="connsiteY13" fmla="*/ 6771 h 10000"/>
                    <a:gd name="connsiteX14" fmla="*/ 845 w 10000"/>
                    <a:gd name="connsiteY14" fmla="*/ 6860 h 10000"/>
                    <a:gd name="connsiteX15" fmla="*/ 526 w 10000"/>
                    <a:gd name="connsiteY15" fmla="*/ 6852 h 10000"/>
                    <a:gd name="connsiteX16" fmla="*/ 354 w 10000"/>
                    <a:gd name="connsiteY16" fmla="*/ 7017 h 10000"/>
                    <a:gd name="connsiteX17" fmla="*/ 56 w 10000"/>
                    <a:gd name="connsiteY17" fmla="*/ 6757 h 10000"/>
                    <a:gd name="connsiteX18" fmla="*/ 0 w 10000"/>
                    <a:gd name="connsiteY18" fmla="*/ 7229 h 10000"/>
                    <a:gd name="connsiteX19" fmla="*/ 106 w 10000"/>
                    <a:gd name="connsiteY19" fmla="*/ 7297 h 10000"/>
                    <a:gd name="connsiteX20" fmla="*/ 538 w 10000"/>
                    <a:gd name="connsiteY20" fmla="*/ 7331 h 10000"/>
                    <a:gd name="connsiteX21" fmla="*/ 596 w 10000"/>
                    <a:gd name="connsiteY21" fmla="*/ 7465 h 10000"/>
                    <a:gd name="connsiteX22" fmla="*/ 1075 w 10000"/>
                    <a:gd name="connsiteY22" fmla="*/ 7500 h 10000"/>
                    <a:gd name="connsiteX23" fmla="*/ 1346 w 10000"/>
                    <a:gd name="connsiteY23" fmla="*/ 7635 h 10000"/>
                    <a:gd name="connsiteX24" fmla="*/ 1397 w 10000"/>
                    <a:gd name="connsiteY24" fmla="*/ 7872 h 10000"/>
                    <a:gd name="connsiteX25" fmla="*/ 2260 w 10000"/>
                    <a:gd name="connsiteY25" fmla="*/ 8277 h 10000"/>
                    <a:gd name="connsiteX26" fmla="*/ 2475 w 10000"/>
                    <a:gd name="connsiteY26" fmla="*/ 8683 h 10000"/>
                    <a:gd name="connsiteX27" fmla="*/ 3064 w 10000"/>
                    <a:gd name="connsiteY27" fmla="*/ 8886 h 10000"/>
                    <a:gd name="connsiteX28" fmla="*/ 3280 w 10000"/>
                    <a:gd name="connsiteY28" fmla="*/ 9154 h 10000"/>
                    <a:gd name="connsiteX29" fmla="*/ 3709 w 10000"/>
                    <a:gd name="connsiteY29" fmla="*/ 9494 h 10000"/>
                    <a:gd name="connsiteX30" fmla="*/ 4034 w 10000"/>
                    <a:gd name="connsiteY30" fmla="*/ 9594 h 10000"/>
                    <a:gd name="connsiteX31" fmla="*/ 4248 w 10000"/>
                    <a:gd name="connsiteY31" fmla="*/ 9494 h 10000"/>
                    <a:gd name="connsiteX32" fmla="*/ 4785 w 10000"/>
                    <a:gd name="connsiteY32" fmla="*/ 9527 h 10000"/>
                    <a:gd name="connsiteX33" fmla="*/ 5002 w 10000"/>
                    <a:gd name="connsiteY33" fmla="*/ 9459 h 10000"/>
                    <a:gd name="connsiteX34" fmla="*/ 5967 w 10000"/>
                    <a:gd name="connsiteY34" fmla="*/ 9967 h 10000"/>
                    <a:gd name="connsiteX35" fmla="*/ 6021 w 10000"/>
                    <a:gd name="connsiteY35" fmla="*/ 9967 h 10000"/>
                    <a:gd name="connsiteX36" fmla="*/ 6130 w 10000"/>
                    <a:gd name="connsiteY36" fmla="*/ 9899 h 10000"/>
                    <a:gd name="connsiteX37" fmla="*/ 6823 w 10000"/>
                    <a:gd name="connsiteY37" fmla="*/ 9899 h 10000"/>
                    <a:gd name="connsiteX38" fmla="*/ 6936 w 10000"/>
                    <a:gd name="connsiteY38" fmla="*/ 10000 h 10000"/>
                    <a:gd name="connsiteX39" fmla="*/ 7526 w 10000"/>
                    <a:gd name="connsiteY39" fmla="*/ 9864 h 10000"/>
                    <a:gd name="connsiteX40" fmla="*/ 8062 w 10000"/>
                    <a:gd name="connsiteY40" fmla="*/ 9864 h 10000"/>
                    <a:gd name="connsiteX41" fmla="*/ 8438 w 10000"/>
                    <a:gd name="connsiteY41" fmla="*/ 9730 h 10000"/>
                    <a:gd name="connsiteX42" fmla="*/ 8871 w 10000"/>
                    <a:gd name="connsiteY42" fmla="*/ 9459 h 10000"/>
                    <a:gd name="connsiteX43" fmla="*/ 10000 w 10000"/>
                    <a:gd name="connsiteY43" fmla="*/ 9459 h 10000"/>
                    <a:gd name="connsiteX44" fmla="*/ 10000 w 10000"/>
                    <a:gd name="connsiteY44" fmla="*/ 9088 h 10000"/>
                    <a:gd name="connsiteX45" fmla="*/ 9409 w 10000"/>
                    <a:gd name="connsiteY45" fmla="*/ 8920 h 10000"/>
                    <a:gd name="connsiteX46" fmla="*/ 9083 w 10000"/>
                    <a:gd name="connsiteY46" fmla="*/ 8379 h 10000"/>
                    <a:gd name="connsiteX47" fmla="*/ 8655 w 10000"/>
                    <a:gd name="connsiteY47" fmla="*/ 8176 h 10000"/>
                    <a:gd name="connsiteX48" fmla="*/ 8385 w 10000"/>
                    <a:gd name="connsiteY48" fmla="*/ 7905 h 10000"/>
                    <a:gd name="connsiteX49" fmla="*/ 7687 w 10000"/>
                    <a:gd name="connsiteY49" fmla="*/ 7703 h 10000"/>
                    <a:gd name="connsiteX50" fmla="*/ 7848 w 10000"/>
                    <a:gd name="connsiteY50" fmla="*/ 7635 h 10000"/>
                    <a:gd name="connsiteX51" fmla="*/ 7848 w 10000"/>
                    <a:gd name="connsiteY51" fmla="*/ 7465 h 10000"/>
                    <a:gd name="connsiteX52" fmla="*/ 8334 w 10000"/>
                    <a:gd name="connsiteY52" fmla="*/ 7465 h 10000"/>
                    <a:gd name="connsiteX53" fmla="*/ 8599 w 10000"/>
                    <a:gd name="connsiteY53" fmla="*/ 7331 h 10000"/>
                    <a:gd name="connsiteX54" fmla="*/ 8655 w 10000"/>
                    <a:gd name="connsiteY54" fmla="*/ 6352 h 10000"/>
                    <a:gd name="connsiteX55" fmla="*/ 8707 w 10000"/>
                    <a:gd name="connsiteY55" fmla="*/ 6385 h 10000"/>
                    <a:gd name="connsiteX56" fmla="*/ 8517 w 10000"/>
                    <a:gd name="connsiteY56" fmla="*/ 6447 h 10000"/>
                    <a:gd name="connsiteX57" fmla="*/ 8440 w 10000"/>
                    <a:gd name="connsiteY57" fmla="*/ 6579 h 10000"/>
                    <a:gd name="connsiteX58" fmla="*/ 7961 w 10000"/>
                    <a:gd name="connsiteY58" fmla="*/ 6319 h 10000"/>
                    <a:gd name="connsiteX59" fmla="*/ 7874 w 10000"/>
                    <a:gd name="connsiteY59" fmla="*/ 5616 h 10000"/>
                    <a:gd name="connsiteX60" fmla="*/ 7361 w 10000"/>
                    <a:gd name="connsiteY60" fmla="*/ 5921 h 10000"/>
                    <a:gd name="connsiteX61" fmla="*/ 7369 w 10000"/>
                    <a:gd name="connsiteY61" fmla="*/ 6283 h 10000"/>
                    <a:gd name="connsiteX62" fmla="*/ 6955 w 10000"/>
                    <a:gd name="connsiteY62" fmla="*/ 6501 h 10000"/>
                    <a:gd name="connsiteX63" fmla="*/ 8493 w 10000"/>
                    <a:gd name="connsiteY63" fmla="*/ 237 h 10000"/>
                    <a:gd name="connsiteX64" fmla="*/ 8116 w 10000"/>
                    <a:gd name="connsiteY64" fmla="*/ 237 h 10000"/>
                    <a:gd name="connsiteX65" fmla="*/ 7794 w 10000"/>
                    <a:gd name="connsiteY65" fmla="*/ 135 h 10000"/>
                    <a:gd name="connsiteX66" fmla="*/ 7096 w 10000"/>
                    <a:gd name="connsiteY66" fmla="*/ 135 h 10000"/>
                    <a:gd name="connsiteX67" fmla="*/ 6397 w 10000"/>
                    <a:gd name="connsiteY67" fmla="*/ 135 h 10000"/>
                    <a:gd name="connsiteX68" fmla="*/ 6452 w 10000"/>
                    <a:gd name="connsiteY68" fmla="*/ 0 h 10000"/>
                    <a:gd name="connsiteX69" fmla="*/ 6343 w 10000"/>
                    <a:gd name="connsiteY69" fmla="*/ 0 h 10000"/>
                    <a:gd name="connsiteX70" fmla="*/ 6290 w 10000"/>
                    <a:gd name="connsiteY70" fmla="*/ 135 h 10000"/>
                    <a:gd name="connsiteX71" fmla="*/ 5644 w 10000"/>
                    <a:gd name="connsiteY71" fmla="*/ 135 h 10000"/>
                    <a:gd name="connsiteX72" fmla="*/ 5002 w 10000"/>
                    <a:gd name="connsiteY72" fmla="*/ 135 h 10000"/>
                    <a:gd name="connsiteX73" fmla="*/ 4356 w 10000"/>
                    <a:gd name="connsiteY73" fmla="*/ 135 h 10000"/>
                    <a:gd name="connsiteX74" fmla="*/ 3709 w 10000"/>
                    <a:gd name="connsiteY74" fmla="*/ 135 h 10000"/>
                    <a:gd name="connsiteX75" fmla="*/ 3120 w 10000"/>
                    <a:gd name="connsiteY75" fmla="*/ 135 h 10000"/>
                    <a:gd name="connsiteX76" fmla="*/ 2475 w 10000"/>
                    <a:gd name="connsiteY76" fmla="*/ 135 h 10000"/>
                    <a:gd name="connsiteX77" fmla="*/ 1884 w 10000"/>
                    <a:gd name="connsiteY77" fmla="*/ 135 h 10000"/>
                    <a:gd name="connsiteX78" fmla="*/ 1237 w 10000"/>
                    <a:gd name="connsiteY78" fmla="*/ 135 h 10000"/>
                    <a:gd name="connsiteX79" fmla="*/ 1237 w 10000"/>
                    <a:gd name="connsiteY79" fmla="*/ 608 h 10000"/>
                    <a:gd name="connsiteX80" fmla="*/ 1237 w 10000"/>
                    <a:gd name="connsiteY80" fmla="*/ 1216 h 10000"/>
                    <a:gd name="connsiteX81" fmla="*/ 433 w 10000"/>
                    <a:gd name="connsiteY81" fmla="*/ 1216 h 10000"/>
                    <a:gd name="connsiteX82" fmla="*/ 433 w 10000"/>
                    <a:gd name="connsiteY82" fmla="*/ 1486 h 10000"/>
                    <a:gd name="connsiteX0" fmla="*/ 433 w 10000"/>
                    <a:gd name="connsiteY0" fmla="*/ 1486 h 10000"/>
                    <a:gd name="connsiteX1" fmla="*/ 6675 w 10000"/>
                    <a:gd name="connsiteY1" fmla="*/ 6759 h 10000"/>
                    <a:gd name="connsiteX2" fmla="*/ 6234 w 10000"/>
                    <a:gd name="connsiteY2" fmla="*/ 6968 h 10000"/>
                    <a:gd name="connsiteX3" fmla="*/ 5864 w 10000"/>
                    <a:gd name="connsiteY3" fmla="*/ 6750 h 10000"/>
                    <a:gd name="connsiteX4" fmla="*/ 5325 w 10000"/>
                    <a:gd name="connsiteY4" fmla="*/ 6618 h 10000"/>
                    <a:gd name="connsiteX5" fmla="*/ 5058 w 10000"/>
                    <a:gd name="connsiteY5" fmla="*/ 6915 h 10000"/>
                    <a:gd name="connsiteX6" fmla="*/ 4396 w 10000"/>
                    <a:gd name="connsiteY6" fmla="*/ 7143 h 10000"/>
                    <a:gd name="connsiteX7" fmla="*/ 3972 w 10000"/>
                    <a:gd name="connsiteY7" fmla="*/ 7141 h 10000"/>
                    <a:gd name="connsiteX8" fmla="*/ 3044 w 10000"/>
                    <a:gd name="connsiteY8" fmla="*/ 6948 h 10000"/>
                    <a:gd name="connsiteX9" fmla="*/ 2796 w 10000"/>
                    <a:gd name="connsiteY9" fmla="*/ 7052 h 10000"/>
                    <a:gd name="connsiteX10" fmla="*/ 2177 w 10000"/>
                    <a:gd name="connsiteY10" fmla="*/ 6819 h 10000"/>
                    <a:gd name="connsiteX11" fmla="*/ 1903 w 10000"/>
                    <a:gd name="connsiteY11" fmla="*/ 6467 h 10000"/>
                    <a:gd name="connsiteX12" fmla="*/ 1449 w 10000"/>
                    <a:gd name="connsiteY12" fmla="*/ 6563 h 10000"/>
                    <a:gd name="connsiteX13" fmla="*/ 1324 w 10000"/>
                    <a:gd name="connsiteY13" fmla="*/ 6771 h 10000"/>
                    <a:gd name="connsiteX14" fmla="*/ 845 w 10000"/>
                    <a:gd name="connsiteY14" fmla="*/ 6860 h 10000"/>
                    <a:gd name="connsiteX15" fmla="*/ 526 w 10000"/>
                    <a:gd name="connsiteY15" fmla="*/ 6852 h 10000"/>
                    <a:gd name="connsiteX16" fmla="*/ 354 w 10000"/>
                    <a:gd name="connsiteY16" fmla="*/ 7017 h 10000"/>
                    <a:gd name="connsiteX17" fmla="*/ 56 w 10000"/>
                    <a:gd name="connsiteY17" fmla="*/ 6757 h 10000"/>
                    <a:gd name="connsiteX18" fmla="*/ 0 w 10000"/>
                    <a:gd name="connsiteY18" fmla="*/ 7229 h 10000"/>
                    <a:gd name="connsiteX19" fmla="*/ 106 w 10000"/>
                    <a:gd name="connsiteY19" fmla="*/ 7297 h 10000"/>
                    <a:gd name="connsiteX20" fmla="*/ 538 w 10000"/>
                    <a:gd name="connsiteY20" fmla="*/ 7331 h 10000"/>
                    <a:gd name="connsiteX21" fmla="*/ 596 w 10000"/>
                    <a:gd name="connsiteY21" fmla="*/ 7465 h 10000"/>
                    <a:gd name="connsiteX22" fmla="*/ 1075 w 10000"/>
                    <a:gd name="connsiteY22" fmla="*/ 7500 h 10000"/>
                    <a:gd name="connsiteX23" fmla="*/ 1346 w 10000"/>
                    <a:gd name="connsiteY23" fmla="*/ 7635 h 10000"/>
                    <a:gd name="connsiteX24" fmla="*/ 1397 w 10000"/>
                    <a:gd name="connsiteY24" fmla="*/ 7872 h 10000"/>
                    <a:gd name="connsiteX25" fmla="*/ 2260 w 10000"/>
                    <a:gd name="connsiteY25" fmla="*/ 8277 h 10000"/>
                    <a:gd name="connsiteX26" fmla="*/ 2475 w 10000"/>
                    <a:gd name="connsiteY26" fmla="*/ 8683 h 10000"/>
                    <a:gd name="connsiteX27" fmla="*/ 3064 w 10000"/>
                    <a:gd name="connsiteY27" fmla="*/ 8886 h 10000"/>
                    <a:gd name="connsiteX28" fmla="*/ 3280 w 10000"/>
                    <a:gd name="connsiteY28" fmla="*/ 9154 h 10000"/>
                    <a:gd name="connsiteX29" fmla="*/ 3709 w 10000"/>
                    <a:gd name="connsiteY29" fmla="*/ 9494 h 10000"/>
                    <a:gd name="connsiteX30" fmla="*/ 4034 w 10000"/>
                    <a:gd name="connsiteY30" fmla="*/ 9594 h 10000"/>
                    <a:gd name="connsiteX31" fmla="*/ 4248 w 10000"/>
                    <a:gd name="connsiteY31" fmla="*/ 9494 h 10000"/>
                    <a:gd name="connsiteX32" fmla="*/ 4785 w 10000"/>
                    <a:gd name="connsiteY32" fmla="*/ 9527 h 10000"/>
                    <a:gd name="connsiteX33" fmla="*/ 5002 w 10000"/>
                    <a:gd name="connsiteY33" fmla="*/ 9459 h 10000"/>
                    <a:gd name="connsiteX34" fmla="*/ 5967 w 10000"/>
                    <a:gd name="connsiteY34" fmla="*/ 9967 h 10000"/>
                    <a:gd name="connsiteX35" fmla="*/ 6021 w 10000"/>
                    <a:gd name="connsiteY35" fmla="*/ 9967 h 10000"/>
                    <a:gd name="connsiteX36" fmla="*/ 6130 w 10000"/>
                    <a:gd name="connsiteY36" fmla="*/ 9899 h 10000"/>
                    <a:gd name="connsiteX37" fmla="*/ 6823 w 10000"/>
                    <a:gd name="connsiteY37" fmla="*/ 9899 h 10000"/>
                    <a:gd name="connsiteX38" fmla="*/ 6936 w 10000"/>
                    <a:gd name="connsiteY38" fmla="*/ 10000 h 10000"/>
                    <a:gd name="connsiteX39" fmla="*/ 7526 w 10000"/>
                    <a:gd name="connsiteY39" fmla="*/ 9864 h 10000"/>
                    <a:gd name="connsiteX40" fmla="*/ 8062 w 10000"/>
                    <a:gd name="connsiteY40" fmla="*/ 9864 h 10000"/>
                    <a:gd name="connsiteX41" fmla="*/ 8438 w 10000"/>
                    <a:gd name="connsiteY41" fmla="*/ 9730 h 10000"/>
                    <a:gd name="connsiteX42" fmla="*/ 8871 w 10000"/>
                    <a:gd name="connsiteY42" fmla="*/ 9459 h 10000"/>
                    <a:gd name="connsiteX43" fmla="*/ 10000 w 10000"/>
                    <a:gd name="connsiteY43" fmla="*/ 9459 h 10000"/>
                    <a:gd name="connsiteX44" fmla="*/ 10000 w 10000"/>
                    <a:gd name="connsiteY44" fmla="*/ 9088 h 10000"/>
                    <a:gd name="connsiteX45" fmla="*/ 9409 w 10000"/>
                    <a:gd name="connsiteY45" fmla="*/ 8920 h 10000"/>
                    <a:gd name="connsiteX46" fmla="*/ 9083 w 10000"/>
                    <a:gd name="connsiteY46" fmla="*/ 8379 h 10000"/>
                    <a:gd name="connsiteX47" fmla="*/ 8655 w 10000"/>
                    <a:gd name="connsiteY47" fmla="*/ 8176 h 10000"/>
                    <a:gd name="connsiteX48" fmla="*/ 8385 w 10000"/>
                    <a:gd name="connsiteY48" fmla="*/ 7905 h 10000"/>
                    <a:gd name="connsiteX49" fmla="*/ 7687 w 10000"/>
                    <a:gd name="connsiteY49" fmla="*/ 7703 h 10000"/>
                    <a:gd name="connsiteX50" fmla="*/ 7848 w 10000"/>
                    <a:gd name="connsiteY50" fmla="*/ 7635 h 10000"/>
                    <a:gd name="connsiteX51" fmla="*/ 7848 w 10000"/>
                    <a:gd name="connsiteY51" fmla="*/ 7465 h 10000"/>
                    <a:gd name="connsiteX52" fmla="*/ 8334 w 10000"/>
                    <a:gd name="connsiteY52" fmla="*/ 7465 h 10000"/>
                    <a:gd name="connsiteX53" fmla="*/ 8599 w 10000"/>
                    <a:gd name="connsiteY53" fmla="*/ 7331 h 10000"/>
                    <a:gd name="connsiteX54" fmla="*/ 8655 w 10000"/>
                    <a:gd name="connsiteY54" fmla="*/ 6352 h 10000"/>
                    <a:gd name="connsiteX55" fmla="*/ 8707 w 10000"/>
                    <a:gd name="connsiteY55" fmla="*/ 6385 h 10000"/>
                    <a:gd name="connsiteX56" fmla="*/ 8517 w 10000"/>
                    <a:gd name="connsiteY56" fmla="*/ 6447 h 10000"/>
                    <a:gd name="connsiteX57" fmla="*/ 8440 w 10000"/>
                    <a:gd name="connsiteY57" fmla="*/ 6579 h 10000"/>
                    <a:gd name="connsiteX58" fmla="*/ 7961 w 10000"/>
                    <a:gd name="connsiteY58" fmla="*/ 6319 h 10000"/>
                    <a:gd name="connsiteX59" fmla="*/ 7874 w 10000"/>
                    <a:gd name="connsiteY59" fmla="*/ 5616 h 10000"/>
                    <a:gd name="connsiteX60" fmla="*/ 7361 w 10000"/>
                    <a:gd name="connsiteY60" fmla="*/ 5921 h 10000"/>
                    <a:gd name="connsiteX61" fmla="*/ 7369 w 10000"/>
                    <a:gd name="connsiteY61" fmla="*/ 6283 h 10000"/>
                    <a:gd name="connsiteX62" fmla="*/ 6955 w 10000"/>
                    <a:gd name="connsiteY62" fmla="*/ 6501 h 10000"/>
                    <a:gd name="connsiteX63" fmla="*/ 8116 w 10000"/>
                    <a:gd name="connsiteY63" fmla="*/ 237 h 10000"/>
                    <a:gd name="connsiteX64" fmla="*/ 7794 w 10000"/>
                    <a:gd name="connsiteY64" fmla="*/ 135 h 10000"/>
                    <a:gd name="connsiteX65" fmla="*/ 7096 w 10000"/>
                    <a:gd name="connsiteY65" fmla="*/ 135 h 10000"/>
                    <a:gd name="connsiteX66" fmla="*/ 6397 w 10000"/>
                    <a:gd name="connsiteY66" fmla="*/ 135 h 10000"/>
                    <a:gd name="connsiteX67" fmla="*/ 6452 w 10000"/>
                    <a:gd name="connsiteY67" fmla="*/ 0 h 10000"/>
                    <a:gd name="connsiteX68" fmla="*/ 6343 w 10000"/>
                    <a:gd name="connsiteY68" fmla="*/ 0 h 10000"/>
                    <a:gd name="connsiteX69" fmla="*/ 6290 w 10000"/>
                    <a:gd name="connsiteY69" fmla="*/ 135 h 10000"/>
                    <a:gd name="connsiteX70" fmla="*/ 5644 w 10000"/>
                    <a:gd name="connsiteY70" fmla="*/ 135 h 10000"/>
                    <a:gd name="connsiteX71" fmla="*/ 5002 w 10000"/>
                    <a:gd name="connsiteY71" fmla="*/ 135 h 10000"/>
                    <a:gd name="connsiteX72" fmla="*/ 4356 w 10000"/>
                    <a:gd name="connsiteY72" fmla="*/ 135 h 10000"/>
                    <a:gd name="connsiteX73" fmla="*/ 3709 w 10000"/>
                    <a:gd name="connsiteY73" fmla="*/ 135 h 10000"/>
                    <a:gd name="connsiteX74" fmla="*/ 3120 w 10000"/>
                    <a:gd name="connsiteY74" fmla="*/ 135 h 10000"/>
                    <a:gd name="connsiteX75" fmla="*/ 2475 w 10000"/>
                    <a:gd name="connsiteY75" fmla="*/ 135 h 10000"/>
                    <a:gd name="connsiteX76" fmla="*/ 1884 w 10000"/>
                    <a:gd name="connsiteY76" fmla="*/ 135 h 10000"/>
                    <a:gd name="connsiteX77" fmla="*/ 1237 w 10000"/>
                    <a:gd name="connsiteY77" fmla="*/ 135 h 10000"/>
                    <a:gd name="connsiteX78" fmla="*/ 1237 w 10000"/>
                    <a:gd name="connsiteY78" fmla="*/ 608 h 10000"/>
                    <a:gd name="connsiteX79" fmla="*/ 1237 w 10000"/>
                    <a:gd name="connsiteY79" fmla="*/ 1216 h 10000"/>
                    <a:gd name="connsiteX80" fmla="*/ 433 w 10000"/>
                    <a:gd name="connsiteY80" fmla="*/ 1216 h 10000"/>
                    <a:gd name="connsiteX81" fmla="*/ 433 w 10000"/>
                    <a:gd name="connsiteY81" fmla="*/ 1486 h 10000"/>
                    <a:gd name="connsiteX0" fmla="*/ 433 w 10000"/>
                    <a:gd name="connsiteY0" fmla="*/ 2412 h 10926"/>
                    <a:gd name="connsiteX1" fmla="*/ 6675 w 10000"/>
                    <a:gd name="connsiteY1" fmla="*/ 7685 h 10926"/>
                    <a:gd name="connsiteX2" fmla="*/ 6234 w 10000"/>
                    <a:gd name="connsiteY2" fmla="*/ 7894 h 10926"/>
                    <a:gd name="connsiteX3" fmla="*/ 5864 w 10000"/>
                    <a:gd name="connsiteY3" fmla="*/ 7676 h 10926"/>
                    <a:gd name="connsiteX4" fmla="*/ 5325 w 10000"/>
                    <a:gd name="connsiteY4" fmla="*/ 7544 h 10926"/>
                    <a:gd name="connsiteX5" fmla="*/ 5058 w 10000"/>
                    <a:gd name="connsiteY5" fmla="*/ 7841 h 10926"/>
                    <a:gd name="connsiteX6" fmla="*/ 4396 w 10000"/>
                    <a:gd name="connsiteY6" fmla="*/ 8069 h 10926"/>
                    <a:gd name="connsiteX7" fmla="*/ 3972 w 10000"/>
                    <a:gd name="connsiteY7" fmla="*/ 8067 h 10926"/>
                    <a:gd name="connsiteX8" fmla="*/ 3044 w 10000"/>
                    <a:gd name="connsiteY8" fmla="*/ 7874 h 10926"/>
                    <a:gd name="connsiteX9" fmla="*/ 2796 w 10000"/>
                    <a:gd name="connsiteY9" fmla="*/ 7978 h 10926"/>
                    <a:gd name="connsiteX10" fmla="*/ 2177 w 10000"/>
                    <a:gd name="connsiteY10" fmla="*/ 7745 h 10926"/>
                    <a:gd name="connsiteX11" fmla="*/ 1903 w 10000"/>
                    <a:gd name="connsiteY11" fmla="*/ 7393 h 10926"/>
                    <a:gd name="connsiteX12" fmla="*/ 1449 w 10000"/>
                    <a:gd name="connsiteY12" fmla="*/ 7489 h 10926"/>
                    <a:gd name="connsiteX13" fmla="*/ 1324 w 10000"/>
                    <a:gd name="connsiteY13" fmla="*/ 7697 h 10926"/>
                    <a:gd name="connsiteX14" fmla="*/ 845 w 10000"/>
                    <a:gd name="connsiteY14" fmla="*/ 7786 h 10926"/>
                    <a:gd name="connsiteX15" fmla="*/ 526 w 10000"/>
                    <a:gd name="connsiteY15" fmla="*/ 7778 h 10926"/>
                    <a:gd name="connsiteX16" fmla="*/ 354 w 10000"/>
                    <a:gd name="connsiteY16" fmla="*/ 7943 h 10926"/>
                    <a:gd name="connsiteX17" fmla="*/ 56 w 10000"/>
                    <a:gd name="connsiteY17" fmla="*/ 7683 h 10926"/>
                    <a:gd name="connsiteX18" fmla="*/ 0 w 10000"/>
                    <a:gd name="connsiteY18" fmla="*/ 8155 h 10926"/>
                    <a:gd name="connsiteX19" fmla="*/ 106 w 10000"/>
                    <a:gd name="connsiteY19" fmla="*/ 8223 h 10926"/>
                    <a:gd name="connsiteX20" fmla="*/ 538 w 10000"/>
                    <a:gd name="connsiteY20" fmla="*/ 8257 h 10926"/>
                    <a:gd name="connsiteX21" fmla="*/ 596 w 10000"/>
                    <a:gd name="connsiteY21" fmla="*/ 8391 h 10926"/>
                    <a:gd name="connsiteX22" fmla="*/ 1075 w 10000"/>
                    <a:gd name="connsiteY22" fmla="*/ 8426 h 10926"/>
                    <a:gd name="connsiteX23" fmla="*/ 1346 w 10000"/>
                    <a:gd name="connsiteY23" fmla="*/ 8561 h 10926"/>
                    <a:gd name="connsiteX24" fmla="*/ 1397 w 10000"/>
                    <a:gd name="connsiteY24" fmla="*/ 8798 h 10926"/>
                    <a:gd name="connsiteX25" fmla="*/ 2260 w 10000"/>
                    <a:gd name="connsiteY25" fmla="*/ 9203 h 10926"/>
                    <a:gd name="connsiteX26" fmla="*/ 2475 w 10000"/>
                    <a:gd name="connsiteY26" fmla="*/ 9609 h 10926"/>
                    <a:gd name="connsiteX27" fmla="*/ 3064 w 10000"/>
                    <a:gd name="connsiteY27" fmla="*/ 9812 h 10926"/>
                    <a:gd name="connsiteX28" fmla="*/ 3280 w 10000"/>
                    <a:gd name="connsiteY28" fmla="*/ 10080 h 10926"/>
                    <a:gd name="connsiteX29" fmla="*/ 3709 w 10000"/>
                    <a:gd name="connsiteY29" fmla="*/ 10420 h 10926"/>
                    <a:gd name="connsiteX30" fmla="*/ 4034 w 10000"/>
                    <a:gd name="connsiteY30" fmla="*/ 10520 h 10926"/>
                    <a:gd name="connsiteX31" fmla="*/ 4248 w 10000"/>
                    <a:gd name="connsiteY31" fmla="*/ 10420 h 10926"/>
                    <a:gd name="connsiteX32" fmla="*/ 4785 w 10000"/>
                    <a:gd name="connsiteY32" fmla="*/ 10453 h 10926"/>
                    <a:gd name="connsiteX33" fmla="*/ 5002 w 10000"/>
                    <a:gd name="connsiteY33" fmla="*/ 10385 h 10926"/>
                    <a:gd name="connsiteX34" fmla="*/ 5967 w 10000"/>
                    <a:gd name="connsiteY34" fmla="*/ 10893 h 10926"/>
                    <a:gd name="connsiteX35" fmla="*/ 6021 w 10000"/>
                    <a:gd name="connsiteY35" fmla="*/ 10893 h 10926"/>
                    <a:gd name="connsiteX36" fmla="*/ 6130 w 10000"/>
                    <a:gd name="connsiteY36" fmla="*/ 10825 h 10926"/>
                    <a:gd name="connsiteX37" fmla="*/ 6823 w 10000"/>
                    <a:gd name="connsiteY37" fmla="*/ 10825 h 10926"/>
                    <a:gd name="connsiteX38" fmla="*/ 6936 w 10000"/>
                    <a:gd name="connsiteY38" fmla="*/ 10926 h 10926"/>
                    <a:gd name="connsiteX39" fmla="*/ 7526 w 10000"/>
                    <a:gd name="connsiteY39" fmla="*/ 10790 h 10926"/>
                    <a:gd name="connsiteX40" fmla="*/ 8062 w 10000"/>
                    <a:gd name="connsiteY40" fmla="*/ 10790 h 10926"/>
                    <a:gd name="connsiteX41" fmla="*/ 8438 w 10000"/>
                    <a:gd name="connsiteY41" fmla="*/ 10656 h 10926"/>
                    <a:gd name="connsiteX42" fmla="*/ 8871 w 10000"/>
                    <a:gd name="connsiteY42" fmla="*/ 10385 h 10926"/>
                    <a:gd name="connsiteX43" fmla="*/ 10000 w 10000"/>
                    <a:gd name="connsiteY43" fmla="*/ 10385 h 10926"/>
                    <a:gd name="connsiteX44" fmla="*/ 10000 w 10000"/>
                    <a:gd name="connsiteY44" fmla="*/ 10014 h 10926"/>
                    <a:gd name="connsiteX45" fmla="*/ 9409 w 10000"/>
                    <a:gd name="connsiteY45" fmla="*/ 9846 h 10926"/>
                    <a:gd name="connsiteX46" fmla="*/ 9083 w 10000"/>
                    <a:gd name="connsiteY46" fmla="*/ 9305 h 10926"/>
                    <a:gd name="connsiteX47" fmla="*/ 8655 w 10000"/>
                    <a:gd name="connsiteY47" fmla="*/ 9102 h 10926"/>
                    <a:gd name="connsiteX48" fmla="*/ 8385 w 10000"/>
                    <a:gd name="connsiteY48" fmla="*/ 8831 h 10926"/>
                    <a:gd name="connsiteX49" fmla="*/ 7687 w 10000"/>
                    <a:gd name="connsiteY49" fmla="*/ 8629 h 10926"/>
                    <a:gd name="connsiteX50" fmla="*/ 7848 w 10000"/>
                    <a:gd name="connsiteY50" fmla="*/ 8561 h 10926"/>
                    <a:gd name="connsiteX51" fmla="*/ 7848 w 10000"/>
                    <a:gd name="connsiteY51" fmla="*/ 8391 h 10926"/>
                    <a:gd name="connsiteX52" fmla="*/ 8334 w 10000"/>
                    <a:gd name="connsiteY52" fmla="*/ 8391 h 10926"/>
                    <a:gd name="connsiteX53" fmla="*/ 8599 w 10000"/>
                    <a:gd name="connsiteY53" fmla="*/ 8257 h 10926"/>
                    <a:gd name="connsiteX54" fmla="*/ 8655 w 10000"/>
                    <a:gd name="connsiteY54" fmla="*/ 7278 h 10926"/>
                    <a:gd name="connsiteX55" fmla="*/ 8707 w 10000"/>
                    <a:gd name="connsiteY55" fmla="*/ 7311 h 10926"/>
                    <a:gd name="connsiteX56" fmla="*/ 8517 w 10000"/>
                    <a:gd name="connsiteY56" fmla="*/ 7373 h 10926"/>
                    <a:gd name="connsiteX57" fmla="*/ 8440 w 10000"/>
                    <a:gd name="connsiteY57" fmla="*/ 7505 h 10926"/>
                    <a:gd name="connsiteX58" fmla="*/ 7961 w 10000"/>
                    <a:gd name="connsiteY58" fmla="*/ 7245 h 10926"/>
                    <a:gd name="connsiteX59" fmla="*/ 7874 w 10000"/>
                    <a:gd name="connsiteY59" fmla="*/ 6542 h 10926"/>
                    <a:gd name="connsiteX60" fmla="*/ 7361 w 10000"/>
                    <a:gd name="connsiteY60" fmla="*/ 6847 h 10926"/>
                    <a:gd name="connsiteX61" fmla="*/ 7369 w 10000"/>
                    <a:gd name="connsiteY61" fmla="*/ 7209 h 10926"/>
                    <a:gd name="connsiteX62" fmla="*/ 6955 w 10000"/>
                    <a:gd name="connsiteY62" fmla="*/ 7427 h 10926"/>
                    <a:gd name="connsiteX63" fmla="*/ 7794 w 10000"/>
                    <a:gd name="connsiteY63" fmla="*/ 1061 h 10926"/>
                    <a:gd name="connsiteX64" fmla="*/ 7096 w 10000"/>
                    <a:gd name="connsiteY64" fmla="*/ 1061 h 10926"/>
                    <a:gd name="connsiteX65" fmla="*/ 6397 w 10000"/>
                    <a:gd name="connsiteY65" fmla="*/ 1061 h 10926"/>
                    <a:gd name="connsiteX66" fmla="*/ 6452 w 10000"/>
                    <a:gd name="connsiteY66" fmla="*/ 926 h 10926"/>
                    <a:gd name="connsiteX67" fmla="*/ 6343 w 10000"/>
                    <a:gd name="connsiteY67" fmla="*/ 926 h 10926"/>
                    <a:gd name="connsiteX68" fmla="*/ 6290 w 10000"/>
                    <a:gd name="connsiteY68" fmla="*/ 1061 h 10926"/>
                    <a:gd name="connsiteX69" fmla="*/ 5644 w 10000"/>
                    <a:gd name="connsiteY69" fmla="*/ 1061 h 10926"/>
                    <a:gd name="connsiteX70" fmla="*/ 5002 w 10000"/>
                    <a:gd name="connsiteY70" fmla="*/ 1061 h 10926"/>
                    <a:gd name="connsiteX71" fmla="*/ 4356 w 10000"/>
                    <a:gd name="connsiteY71" fmla="*/ 1061 h 10926"/>
                    <a:gd name="connsiteX72" fmla="*/ 3709 w 10000"/>
                    <a:gd name="connsiteY72" fmla="*/ 1061 h 10926"/>
                    <a:gd name="connsiteX73" fmla="*/ 3120 w 10000"/>
                    <a:gd name="connsiteY73" fmla="*/ 1061 h 10926"/>
                    <a:gd name="connsiteX74" fmla="*/ 2475 w 10000"/>
                    <a:gd name="connsiteY74" fmla="*/ 1061 h 10926"/>
                    <a:gd name="connsiteX75" fmla="*/ 1884 w 10000"/>
                    <a:gd name="connsiteY75" fmla="*/ 1061 h 10926"/>
                    <a:gd name="connsiteX76" fmla="*/ 1237 w 10000"/>
                    <a:gd name="connsiteY76" fmla="*/ 1061 h 10926"/>
                    <a:gd name="connsiteX77" fmla="*/ 1237 w 10000"/>
                    <a:gd name="connsiteY77" fmla="*/ 1534 h 10926"/>
                    <a:gd name="connsiteX78" fmla="*/ 1237 w 10000"/>
                    <a:gd name="connsiteY78" fmla="*/ 2142 h 10926"/>
                    <a:gd name="connsiteX79" fmla="*/ 433 w 10000"/>
                    <a:gd name="connsiteY79" fmla="*/ 2142 h 10926"/>
                    <a:gd name="connsiteX80" fmla="*/ 433 w 10000"/>
                    <a:gd name="connsiteY80" fmla="*/ 2412 h 10926"/>
                    <a:gd name="connsiteX0" fmla="*/ 433 w 10000"/>
                    <a:gd name="connsiteY0" fmla="*/ 1486 h 10000"/>
                    <a:gd name="connsiteX1" fmla="*/ 6675 w 10000"/>
                    <a:gd name="connsiteY1" fmla="*/ 6759 h 10000"/>
                    <a:gd name="connsiteX2" fmla="*/ 6234 w 10000"/>
                    <a:gd name="connsiteY2" fmla="*/ 6968 h 10000"/>
                    <a:gd name="connsiteX3" fmla="*/ 5864 w 10000"/>
                    <a:gd name="connsiteY3" fmla="*/ 6750 h 10000"/>
                    <a:gd name="connsiteX4" fmla="*/ 5325 w 10000"/>
                    <a:gd name="connsiteY4" fmla="*/ 6618 h 10000"/>
                    <a:gd name="connsiteX5" fmla="*/ 5058 w 10000"/>
                    <a:gd name="connsiteY5" fmla="*/ 6915 h 10000"/>
                    <a:gd name="connsiteX6" fmla="*/ 4396 w 10000"/>
                    <a:gd name="connsiteY6" fmla="*/ 7143 h 10000"/>
                    <a:gd name="connsiteX7" fmla="*/ 3972 w 10000"/>
                    <a:gd name="connsiteY7" fmla="*/ 7141 h 10000"/>
                    <a:gd name="connsiteX8" fmla="*/ 3044 w 10000"/>
                    <a:gd name="connsiteY8" fmla="*/ 6948 h 10000"/>
                    <a:gd name="connsiteX9" fmla="*/ 2796 w 10000"/>
                    <a:gd name="connsiteY9" fmla="*/ 7052 h 10000"/>
                    <a:gd name="connsiteX10" fmla="*/ 2177 w 10000"/>
                    <a:gd name="connsiteY10" fmla="*/ 6819 h 10000"/>
                    <a:gd name="connsiteX11" fmla="*/ 1903 w 10000"/>
                    <a:gd name="connsiteY11" fmla="*/ 6467 h 10000"/>
                    <a:gd name="connsiteX12" fmla="*/ 1449 w 10000"/>
                    <a:gd name="connsiteY12" fmla="*/ 6563 h 10000"/>
                    <a:gd name="connsiteX13" fmla="*/ 1324 w 10000"/>
                    <a:gd name="connsiteY13" fmla="*/ 6771 h 10000"/>
                    <a:gd name="connsiteX14" fmla="*/ 845 w 10000"/>
                    <a:gd name="connsiteY14" fmla="*/ 6860 h 10000"/>
                    <a:gd name="connsiteX15" fmla="*/ 526 w 10000"/>
                    <a:gd name="connsiteY15" fmla="*/ 6852 h 10000"/>
                    <a:gd name="connsiteX16" fmla="*/ 354 w 10000"/>
                    <a:gd name="connsiteY16" fmla="*/ 7017 h 10000"/>
                    <a:gd name="connsiteX17" fmla="*/ 56 w 10000"/>
                    <a:gd name="connsiteY17" fmla="*/ 6757 h 10000"/>
                    <a:gd name="connsiteX18" fmla="*/ 0 w 10000"/>
                    <a:gd name="connsiteY18" fmla="*/ 7229 h 10000"/>
                    <a:gd name="connsiteX19" fmla="*/ 106 w 10000"/>
                    <a:gd name="connsiteY19" fmla="*/ 7297 h 10000"/>
                    <a:gd name="connsiteX20" fmla="*/ 538 w 10000"/>
                    <a:gd name="connsiteY20" fmla="*/ 7331 h 10000"/>
                    <a:gd name="connsiteX21" fmla="*/ 596 w 10000"/>
                    <a:gd name="connsiteY21" fmla="*/ 7465 h 10000"/>
                    <a:gd name="connsiteX22" fmla="*/ 1075 w 10000"/>
                    <a:gd name="connsiteY22" fmla="*/ 7500 h 10000"/>
                    <a:gd name="connsiteX23" fmla="*/ 1346 w 10000"/>
                    <a:gd name="connsiteY23" fmla="*/ 7635 h 10000"/>
                    <a:gd name="connsiteX24" fmla="*/ 1397 w 10000"/>
                    <a:gd name="connsiteY24" fmla="*/ 7872 h 10000"/>
                    <a:gd name="connsiteX25" fmla="*/ 2260 w 10000"/>
                    <a:gd name="connsiteY25" fmla="*/ 8277 h 10000"/>
                    <a:gd name="connsiteX26" fmla="*/ 2475 w 10000"/>
                    <a:gd name="connsiteY26" fmla="*/ 8683 h 10000"/>
                    <a:gd name="connsiteX27" fmla="*/ 3064 w 10000"/>
                    <a:gd name="connsiteY27" fmla="*/ 8886 h 10000"/>
                    <a:gd name="connsiteX28" fmla="*/ 3280 w 10000"/>
                    <a:gd name="connsiteY28" fmla="*/ 9154 h 10000"/>
                    <a:gd name="connsiteX29" fmla="*/ 3709 w 10000"/>
                    <a:gd name="connsiteY29" fmla="*/ 9494 h 10000"/>
                    <a:gd name="connsiteX30" fmla="*/ 4034 w 10000"/>
                    <a:gd name="connsiteY30" fmla="*/ 9594 h 10000"/>
                    <a:gd name="connsiteX31" fmla="*/ 4248 w 10000"/>
                    <a:gd name="connsiteY31" fmla="*/ 9494 h 10000"/>
                    <a:gd name="connsiteX32" fmla="*/ 4785 w 10000"/>
                    <a:gd name="connsiteY32" fmla="*/ 9527 h 10000"/>
                    <a:gd name="connsiteX33" fmla="*/ 5002 w 10000"/>
                    <a:gd name="connsiteY33" fmla="*/ 9459 h 10000"/>
                    <a:gd name="connsiteX34" fmla="*/ 5967 w 10000"/>
                    <a:gd name="connsiteY34" fmla="*/ 9967 h 10000"/>
                    <a:gd name="connsiteX35" fmla="*/ 6021 w 10000"/>
                    <a:gd name="connsiteY35" fmla="*/ 9967 h 10000"/>
                    <a:gd name="connsiteX36" fmla="*/ 6130 w 10000"/>
                    <a:gd name="connsiteY36" fmla="*/ 9899 h 10000"/>
                    <a:gd name="connsiteX37" fmla="*/ 6823 w 10000"/>
                    <a:gd name="connsiteY37" fmla="*/ 9899 h 10000"/>
                    <a:gd name="connsiteX38" fmla="*/ 6936 w 10000"/>
                    <a:gd name="connsiteY38" fmla="*/ 10000 h 10000"/>
                    <a:gd name="connsiteX39" fmla="*/ 7526 w 10000"/>
                    <a:gd name="connsiteY39" fmla="*/ 9864 h 10000"/>
                    <a:gd name="connsiteX40" fmla="*/ 8062 w 10000"/>
                    <a:gd name="connsiteY40" fmla="*/ 9864 h 10000"/>
                    <a:gd name="connsiteX41" fmla="*/ 8438 w 10000"/>
                    <a:gd name="connsiteY41" fmla="*/ 9730 h 10000"/>
                    <a:gd name="connsiteX42" fmla="*/ 8871 w 10000"/>
                    <a:gd name="connsiteY42" fmla="*/ 9459 h 10000"/>
                    <a:gd name="connsiteX43" fmla="*/ 10000 w 10000"/>
                    <a:gd name="connsiteY43" fmla="*/ 9459 h 10000"/>
                    <a:gd name="connsiteX44" fmla="*/ 10000 w 10000"/>
                    <a:gd name="connsiteY44" fmla="*/ 9088 h 10000"/>
                    <a:gd name="connsiteX45" fmla="*/ 9409 w 10000"/>
                    <a:gd name="connsiteY45" fmla="*/ 8920 h 10000"/>
                    <a:gd name="connsiteX46" fmla="*/ 9083 w 10000"/>
                    <a:gd name="connsiteY46" fmla="*/ 8379 h 10000"/>
                    <a:gd name="connsiteX47" fmla="*/ 8655 w 10000"/>
                    <a:gd name="connsiteY47" fmla="*/ 8176 h 10000"/>
                    <a:gd name="connsiteX48" fmla="*/ 8385 w 10000"/>
                    <a:gd name="connsiteY48" fmla="*/ 7905 h 10000"/>
                    <a:gd name="connsiteX49" fmla="*/ 7687 w 10000"/>
                    <a:gd name="connsiteY49" fmla="*/ 7703 h 10000"/>
                    <a:gd name="connsiteX50" fmla="*/ 7848 w 10000"/>
                    <a:gd name="connsiteY50" fmla="*/ 7635 h 10000"/>
                    <a:gd name="connsiteX51" fmla="*/ 7848 w 10000"/>
                    <a:gd name="connsiteY51" fmla="*/ 7465 h 10000"/>
                    <a:gd name="connsiteX52" fmla="*/ 8334 w 10000"/>
                    <a:gd name="connsiteY52" fmla="*/ 7465 h 10000"/>
                    <a:gd name="connsiteX53" fmla="*/ 8599 w 10000"/>
                    <a:gd name="connsiteY53" fmla="*/ 7331 h 10000"/>
                    <a:gd name="connsiteX54" fmla="*/ 8655 w 10000"/>
                    <a:gd name="connsiteY54" fmla="*/ 6352 h 10000"/>
                    <a:gd name="connsiteX55" fmla="*/ 8707 w 10000"/>
                    <a:gd name="connsiteY55" fmla="*/ 6385 h 10000"/>
                    <a:gd name="connsiteX56" fmla="*/ 8517 w 10000"/>
                    <a:gd name="connsiteY56" fmla="*/ 6447 h 10000"/>
                    <a:gd name="connsiteX57" fmla="*/ 8440 w 10000"/>
                    <a:gd name="connsiteY57" fmla="*/ 6579 h 10000"/>
                    <a:gd name="connsiteX58" fmla="*/ 7961 w 10000"/>
                    <a:gd name="connsiteY58" fmla="*/ 6319 h 10000"/>
                    <a:gd name="connsiteX59" fmla="*/ 7874 w 10000"/>
                    <a:gd name="connsiteY59" fmla="*/ 5616 h 10000"/>
                    <a:gd name="connsiteX60" fmla="*/ 7361 w 10000"/>
                    <a:gd name="connsiteY60" fmla="*/ 5921 h 10000"/>
                    <a:gd name="connsiteX61" fmla="*/ 7369 w 10000"/>
                    <a:gd name="connsiteY61" fmla="*/ 6283 h 10000"/>
                    <a:gd name="connsiteX62" fmla="*/ 6955 w 10000"/>
                    <a:gd name="connsiteY62" fmla="*/ 6501 h 10000"/>
                    <a:gd name="connsiteX63" fmla="*/ 7096 w 10000"/>
                    <a:gd name="connsiteY63" fmla="*/ 135 h 10000"/>
                    <a:gd name="connsiteX64" fmla="*/ 6397 w 10000"/>
                    <a:gd name="connsiteY64" fmla="*/ 135 h 10000"/>
                    <a:gd name="connsiteX65" fmla="*/ 6452 w 10000"/>
                    <a:gd name="connsiteY65" fmla="*/ 0 h 10000"/>
                    <a:gd name="connsiteX66" fmla="*/ 6343 w 10000"/>
                    <a:gd name="connsiteY66" fmla="*/ 0 h 10000"/>
                    <a:gd name="connsiteX67" fmla="*/ 6290 w 10000"/>
                    <a:gd name="connsiteY67" fmla="*/ 135 h 10000"/>
                    <a:gd name="connsiteX68" fmla="*/ 5644 w 10000"/>
                    <a:gd name="connsiteY68" fmla="*/ 135 h 10000"/>
                    <a:gd name="connsiteX69" fmla="*/ 5002 w 10000"/>
                    <a:gd name="connsiteY69" fmla="*/ 135 h 10000"/>
                    <a:gd name="connsiteX70" fmla="*/ 4356 w 10000"/>
                    <a:gd name="connsiteY70" fmla="*/ 135 h 10000"/>
                    <a:gd name="connsiteX71" fmla="*/ 3709 w 10000"/>
                    <a:gd name="connsiteY71" fmla="*/ 135 h 10000"/>
                    <a:gd name="connsiteX72" fmla="*/ 3120 w 10000"/>
                    <a:gd name="connsiteY72" fmla="*/ 135 h 10000"/>
                    <a:gd name="connsiteX73" fmla="*/ 2475 w 10000"/>
                    <a:gd name="connsiteY73" fmla="*/ 135 h 10000"/>
                    <a:gd name="connsiteX74" fmla="*/ 1884 w 10000"/>
                    <a:gd name="connsiteY74" fmla="*/ 135 h 10000"/>
                    <a:gd name="connsiteX75" fmla="*/ 1237 w 10000"/>
                    <a:gd name="connsiteY75" fmla="*/ 135 h 10000"/>
                    <a:gd name="connsiteX76" fmla="*/ 1237 w 10000"/>
                    <a:gd name="connsiteY76" fmla="*/ 608 h 10000"/>
                    <a:gd name="connsiteX77" fmla="*/ 1237 w 10000"/>
                    <a:gd name="connsiteY77" fmla="*/ 1216 h 10000"/>
                    <a:gd name="connsiteX78" fmla="*/ 433 w 10000"/>
                    <a:gd name="connsiteY78" fmla="*/ 1216 h 10000"/>
                    <a:gd name="connsiteX79" fmla="*/ 433 w 10000"/>
                    <a:gd name="connsiteY79" fmla="*/ 1486 h 10000"/>
                    <a:gd name="connsiteX0" fmla="*/ 433 w 10000"/>
                    <a:gd name="connsiteY0" fmla="*/ 1486 h 10000"/>
                    <a:gd name="connsiteX1" fmla="*/ 6675 w 10000"/>
                    <a:gd name="connsiteY1" fmla="*/ 6759 h 10000"/>
                    <a:gd name="connsiteX2" fmla="*/ 6234 w 10000"/>
                    <a:gd name="connsiteY2" fmla="*/ 6968 h 10000"/>
                    <a:gd name="connsiteX3" fmla="*/ 5864 w 10000"/>
                    <a:gd name="connsiteY3" fmla="*/ 6750 h 10000"/>
                    <a:gd name="connsiteX4" fmla="*/ 5325 w 10000"/>
                    <a:gd name="connsiteY4" fmla="*/ 6618 h 10000"/>
                    <a:gd name="connsiteX5" fmla="*/ 5058 w 10000"/>
                    <a:gd name="connsiteY5" fmla="*/ 6915 h 10000"/>
                    <a:gd name="connsiteX6" fmla="*/ 4396 w 10000"/>
                    <a:gd name="connsiteY6" fmla="*/ 7143 h 10000"/>
                    <a:gd name="connsiteX7" fmla="*/ 3972 w 10000"/>
                    <a:gd name="connsiteY7" fmla="*/ 7141 h 10000"/>
                    <a:gd name="connsiteX8" fmla="*/ 3044 w 10000"/>
                    <a:gd name="connsiteY8" fmla="*/ 6948 h 10000"/>
                    <a:gd name="connsiteX9" fmla="*/ 2796 w 10000"/>
                    <a:gd name="connsiteY9" fmla="*/ 7052 h 10000"/>
                    <a:gd name="connsiteX10" fmla="*/ 2177 w 10000"/>
                    <a:gd name="connsiteY10" fmla="*/ 6819 h 10000"/>
                    <a:gd name="connsiteX11" fmla="*/ 1903 w 10000"/>
                    <a:gd name="connsiteY11" fmla="*/ 6467 h 10000"/>
                    <a:gd name="connsiteX12" fmla="*/ 1449 w 10000"/>
                    <a:gd name="connsiteY12" fmla="*/ 6563 h 10000"/>
                    <a:gd name="connsiteX13" fmla="*/ 1324 w 10000"/>
                    <a:gd name="connsiteY13" fmla="*/ 6771 h 10000"/>
                    <a:gd name="connsiteX14" fmla="*/ 845 w 10000"/>
                    <a:gd name="connsiteY14" fmla="*/ 6860 h 10000"/>
                    <a:gd name="connsiteX15" fmla="*/ 526 w 10000"/>
                    <a:gd name="connsiteY15" fmla="*/ 6852 h 10000"/>
                    <a:gd name="connsiteX16" fmla="*/ 354 w 10000"/>
                    <a:gd name="connsiteY16" fmla="*/ 7017 h 10000"/>
                    <a:gd name="connsiteX17" fmla="*/ 56 w 10000"/>
                    <a:gd name="connsiteY17" fmla="*/ 6757 h 10000"/>
                    <a:gd name="connsiteX18" fmla="*/ 0 w 10000"/>
                    <a:gd name="connsiteY18" fmla="*/ 7229 h 10000"/>
                    <a:gd name="connsiteX19" fmla="*/ 106 w 10000"/>
                    <a:gd name="connsiteY19" fmla="*/ 7297 h 10000"/>
                    <a:gd name="connsiteX20" fmla="*/ 538 w 10000"/>
                    <a:gd name="connsiteY20" fmla="*/ 7331 h 10000"/>
                    <a:gd name="connsiteX21" fmla="*/ 596 w 10000"/>
                    <a:gd name="connsiteY21" fmla="*/ 7465 h 10000"/>
                    <a:gd name="connsiteX22" fmla="*/ 1075 w 10000"/>
                    <a:gd name="connsiteY22" fmla="*/ 7500 h 10000"/>
                    <a:gd name="connsiteX23" fmla="*/ 1346 w 10000"/>
                    <a:gd name="connsiteY23" fmla="*/ 7635 h 10000"/>
                    <a:gd name="connsiteX24" fmla="*/ 1397 w 10000"/>
                    <a:gd name="connsiteY24" fmla="*/ 7872 h 10000"/>
                    <a:gd name="connsiteX25" fmla="*/ 2260 w 10000"/>
                    <a:gd name="connsiteY25" fmla="*/ 8277 h 10000"/>
                    <a:gd name="connsiteX26" fmla="*/ 2475 w 10000"/>
                    <a:gd name="connsiteY26" fmla="*/ 8683 h 10000"/>
                    <a:gd name="connsiteX27" fmla="*/ 3064 w 10000"/>
                    <a:gd name="connsiteY27" fmla="*/ 8886 h 10000"/>
                    <a:gd name="connsiteX28" fmla="*/ 3280 w 10000"/>
                    <a:gd name="connsiteY28" fmla="*/ 9154 h 10000"/>
                    <a:gd name="connsiteX29" fmla="*/ 3709 w 10000"/>
                    <a:gd name="connsiteY29" fmla="*/ 9494 h 10000"/>
                    <a:gd name="connsiteX30" fmla="*/ 4034 w 10000"/>
                    <a:gd name="connsiteY30" fmla="*/ 9594 h 10000"/>
                    <a:gd name="connsiteX31" fmla="*/ 4248 w 10000"/>
                    <a:gd name="connsiteY31" fmla="*/ 9494 h 10000"/>
                    <a:gd name="connsiteX32" fmla="*/ 4785 w 10000"/>
                    <a:gd name="connsiteY32" fmla="*/ 9527 h 10000"/>
                    <a:gd name="connsiteX33" fmla="*/ 5002 w 10000"/>
                    <a:gd name="connsiteY33" fmla="*/ 9459 h 10000"/>
                    <a:gd name="connsiteX34" fmla="*/ 5967 w 10000"/>
                    <a:gd name="connsiteY34" fmla="*/ 9967 h 10000"/>
                    <a:gd name="connsiteX35" fmla="*/ 6021 w 10000"/>
                    <a:gd name="connsiteY35" fmla="*/ 9967 h 10000"/>
                    <a:gd name="connsiteX36" fmla="*/ 6130 w 10000"/>
                    <a:gd name="connsiteY36" fmla="*/ 9899 h 10000"/>
                    <a:gd name="connsiteX37" fmla="*/ 6823 w 10000"/>
                    <a:gd name="connsiteY37" fmla="*/ 9899 h 10000"/>
                    <a:gd name="connsiteX38" fmla="*/ 6936 w 10000"/>
                    <a:gd name="connsiteY38" fmla="*/ 10000 h 10000"/>
                    <a:gd name="connsiteX39" fmla="*/ 7526 w 10000"/>
                    <a:gd name="connsiteY39" fmla="*/ 9864 h 10000"/>
                    <a:gd name="connsiteX40" fmla="*/ 8062 w 10000"/>
                    <a:gd name="connsiteY40" fmla="*/ 9864 h 10000"/>
                    <a:gd name="connsiteX41" fmla="*/ 8438 w 10000"/>
                    <a:gd name="connsiteY41" fmla="*/ 9730 h 10000"/>
                    <a:gd name="connsiteX42" fmla="*/ 8871 w 10000"/>
                    <a:gd name="connsiteY42" fmla="*/ 9459 h 10000"/>
                    <a:gd name="connsiteX43" fmla="*/ 10000 w 10000"/>
                    <a:gd name="connsiteY43" fmla="*/ 9459 h 10000"/>
                    <a:gd name="connsiteX44" fmla="*/ 10000 w 10000"/>
                    <a:gd name="connsiteY44" fmla="*/ 9088 h 10000"/>
                    <a:gd name="connsiteX45" fmla="*/ 9409 w 10000"/>
                    <a:gd name="connsiteY45" fmla="*/ 8920 h 10000"/>
                    <a:gd name="connsiteX46" fmla="*/ 9083 w 10000"/>
                    <a:gd name="connsiteY46" fmla="*/ 8379 h 10000"/>
                    <a:gd name="connsiteX47" fmla="*/ 8655 w 10000"/>
                    <a:gd name="connsiteY47" fmla="*/ 8176 h 10000"/>
                    <a:gd name="connsiteX48" fmla="*/ 8385 w 10000"/>
                    <a:gd name="connsiteY48" fmla="*/ 7905 h 10000"/>
                    <a:gd name="connsiteX49" fmla="*/ 7687 w 10000"/>
                    <a:gd name="connsiteY49" fmla="*/ 7703 h 10000"/>
                    <a:gd name="connsiteX50" fmla="*/ 7848 w 10000"/>
                    <a:gd name="connsiteY50" fmla="*/ 7635 h 10000"/>
                    <a:gd name="connsiteX51" fmla="*/ 7848 w 10000"/>
                    <a:gd name="connsiteY51" fmla="*/ 7465 h 10000"/>
                    <a:gd name="connsiteX52" fmla="*/ 8334 w 10000"/>
                    <a:gd name="connsiteY52" fmla="*/ 7465 h 10000"/>
                    <a:gd name="connsiteX53" fmla="*/ 8599 w 10000"/>
                    <a:gd name="connsiteY53" fmla="*/ 7331 h 10000"/>
                    <a:gd name="connsiteX54" fmla="*/ 8655 w 10000"/>
                    <a:gd name="connsiteY54" fmla="*/ 6352 h 10000"/>
                    <a:gd name="connsiteX55" fmla="*/ 8707 w 10000"/>
                    <a:gd name="connsiteY55" fmla="*/ 6385 h 10000"/>
                    <a:gd name="connsiteX56" fmla="*/ 8517 w 10000"/>
                    <a:gd name="connsiteY56" fmla="*/ 6447 h 10000"/>
                    <a:gd name="connsiteX57" fmla="*/ 8440 w 10000"/>
                    <a:gd name="connsiteY57" fmla="*/ 6579 h 10000"/>
                    <a:gd name="connsiteX58" fmla="*/ 7961 w 10000"/>
                    <a:gd name="connsiteY58" fmla="*/ 6319 h 10000"/>
                    <a:gd name="connsiteX59" fmla="*/ 7874 w 10000"/>
                    <a:gd name="connsiteY59" fmla="*/ 5616 h 10000"/>
                    <a:gd name="connsiteX60" fmla="*/ 7361 w 10000"/>
                    <a:gd name="connsiteY60" fmla="*/ 5921 h 10000"/>
                    <a:gd name="connsiteX61" fmla="*/ 7369 w 10000"/>
                    <a:gd name="connsiteY61" fmla="*/ 6283 h 10000"/>
                    <a:gd name="connsiteX62" fmla="*/ 6955 w 10000"/>
                    <a:gd name="connsiteY62" fmla="*/ 6501 h 10000"/>
                    <a:gd name="connsiteX63" fmla="*/ 6397 w 10000"/>
                    <a:gd name="connsiteY63" fmla="*/ 135 h 10000"/>
                    <a:gd name="connsiteX64" fmla="*/ 6452 w 10000"/>
                    <a:gd name="connsiteY64" fmla="*/ 0 h 10000"/>
                    <a:gd name="connsiteX65" fmla="*/ 6343 w 10000"/>
                    <a:gd name="connsiteY65" fmla="*/ 0 h 10000"/>
                    <a:gd name="connsiteX66" fmla="*/ 6290 w 10000"/>
                    <a:gd name="connsiteY66" fmla="*/ 135 h 10000"/>
                    <a:gd name="connsiteX67" fmla="*/ 5644 w 10000"/>
                    <a:gd name="connsiteY67" fmla="*/ 135 h 10000"/>
                    <a:gd name="connsiteX68" fmla="*/ 5002 w 10000"/>
                    <a:gd name="connsiteY68" fmla="*/ 135 h 10000"/>
                    <a:gd name="connsiteX69" fmla="*/ 4356 w 10000"/>
                    <a:gd name="connsiteY69" fmla="*/ 135 h 10000"/>
                    <a:gd name="connsiteX70" fmla="*/ 3709 w 10000"/>
                    <a:gd name="connsiteY70" fmla="*/ 135 h 10000"/>
                    <a:gd name="connsiteX71" fmla="*/ 3120 w 10000"/>
                    <a:gd name="connsiteY71" fmla="*/ 135 h 10000"/>
                    <a:gd name="connsiteX72" fmla="*/ 2475 w 10000"/>
                    <a:gd name="connsiteY72" fmla="*/ 135 h 10000"/>
                    <a:gd name="connsiteX73" fmla="*/ 1884 w 10000"/>
                    <a:gd name="connsiteY73" fmla="*/ 135 h 10000"/>
                    <a:gd name="connsiteX74" fmla="*/ 1237 w 10000"/>
                    <a:gd name="connsiteY74" fmla="*/ 135 h 10000"/>
                    <a:gd name="connsiteX75" fmla="*/ 1237 w 10000"/>
                    <a:gd name="connsiteY75" fmla="*/ 608 h 10000"/>
                    <a:gd name="connsiteX76" fmla="*/ 1237 w 10000"/>
                    <a:gd name="connsiteY76" fmla="*/ 1216 h 10000"/>
                    <a:gd name="connsiteX77" fmla="*/ 433 w 10000"/>
                    <a:gd name="connsiteY77" fmla="*/ 1216 h 10000"/>
                    <a:gd name="connsiteX78" fmla="*/ 433 w 10000"/>
                    <a:gd name="connsiteY78" fmla="*/ 1486 h 10000"/>
                    <a:gd name="connsiteX0" fmla="*/ 433 w 10000"/>
                    <a:gd name="connsiteY0" fmla="*/ 1486 h 10000"/>
                    <a:gd name="connsiteX1" fmla="*/ 6675 w 10000"/>
                    <a:gd name="connsiteY1" fmla="*/ 6759 h 10000"/>
                    <a:gd name="connsiteX2" fmla="*/ 6234 w 10000"/>
                    <a:gd name="connsiteY2" fmla="*/ 6968 h 10000"/>
                    <a:gd name="connsiteX3" fmla="*/ 5864 w 10000"/>
                    <a:gd name="connsiteY3" fmla="*/ 6750 h 10000"/>
                    <a:gd name="connsiteX4" fmla="*/ 5325 w 10000"/>
                    <a:gd name="connsiteY4" fmla="*/ 6618 h 10000"/>
                    <a:gd name="connsiteX5" fmla="*/ 5058 w 10000"/>
                    <a:gd name="connsiteY5" fmla="*/ 6915 h 10000"/>
                    <a:gd name="connsiteX6" fmla="*/ 4396 w 10000"/>
                    <a:gd name="connsiteY6" fmla="*/ 7143 h 10000"/>
                    <a:gd name="connsiteX7" fmla="*/ 3972 w 10000"/>
                    <a:gd name="connsiteY7" fmla="*/ 7141 h 10000"/>
                    <a:gd name="connsiteX8" fmla="*/ 3044 w 10000"/>
                    <a:gd name="connsiteY8" fmla="*/ 6948 h 10000"/>
                    <a:gd name="connsiteX9" fmla="*/ 2796 w 10000"/>
                    <a:gd name="connsiteY9" fmla="*/ 7052 h 10000"/>
                    <a:gd name="connsiteX10" fmla="*/ 2177 w 10000"/>
                    <a:gd name="connsiteY10" fmla="*/ 6819 h 10000"/>
                    <a:gd name="connsiteX11" fmla="*/ 1903 w 10000"/>
                    <a:gd name="connsiteY11" fmla="*/ 6467 h 10000"/>
                    <a:gd name="connsiteX12" fmla="*/ 1449 w 10000"/>
                    <a:gd name="connsiteY12" fmla="*/ 6563 h 10000"/>
                    <a:gd name="connsiteX13" fmla="*/ 1324 w 10000"/>
                    <a:gd name="connsiteY13" fmla="*/ 6771 h 10000"/>
                    <a:gd name="connsiteX14" fmla="*/ 845 w 10000"/>
                    <a:gd name="connsiteY14" fmla="*/ 6860 h 10000"/>
                    <a:gd name="connsiteX15" fmla="*/ 526 w 10000"/>
                    <a:gd name="connsiteY15" fmla="*/ 6852 h 10000"/>
                    <a:gd name="connsiteX16" fmla="*/ 354 w 10000"/>
                    <a:gd name="connsiteY16" fmla="*/ 7017 h 10000"/>
                    <a:gd name="connsiteX17" fmla="*/ 56 w 10000"/>
                    <a:gd name="connsiteY17" fmla="*/ 6757 h 10000"/>
                    <a:gd name="connsiteX18" fmla="*/ 0 w 10000"/>
                    <a:gd name="connsiteY18" fmla="*/ 7229 h 10000"/>
                    <a:gd name="connsiteX19" fmla="*/ 106 w 10000"/>
                    <a:gd name="connsiteY19" fmla="*/ 7297 h 10000"/>
                    <a:gd name="connsiteX20" fmla="*/ 538 w 10000"/>
                    <a:gd name="connsiteY20" fmla="*/ 7331 h 10000"/>
                    <a:gd name="connsiteX21" fmla="*/ 596 w 10000"/>
                    <a:gd name="connsiteY21" fmla="*/ 7465 h 10000"/>
                    <a:gd name="connsiteX22" fmla="*/ 1075 w 10000"/>
                    <a:gd name="connsiteY22" fmla="*/ 7500 h 10000"/>
                    <a:gd name="connsiteX23" fmla="*/ 1346 w 10000"/>
                    <a:gd name="connsiteY23" fmla="*/ 7635 h 10000"/>
                    <a:gd name="connsiteX24" fmla="*/ 1397 w 10000"/>
                    <a:gd name="connsiteY24" fmla="*/ 7872 h 10000"/>
                    <a:gd name="connsiteX25" fmla="*/ 2260 w 10000"/>
                    <a:gd name="connsiteY25" fmla="*/ 8277 h 10000"/>
                    <a:gd name="connsiteX26" fmla="*/ 2475 w 10000"/>
                    <a:gd name="connsiteY26" fmla="*/ 8683 h 10000"/>
                    <a:gd name="connsiteX27" fmla="*/ 3064 w 10000"/>
                    <a:gd name="connsiteY27" fmla="*/ 8886 h 10000"/>
                    <a:gd name="connsiteX28" fmla="*/ 3280 w 10000"/>
                    <a:gd name="connsiteY28" fmla="*/ 9154 h 10000"/>
                    <a:gd name="connsiteX29" fmla="*/ 3709 w 10000"/>
                    <a:gd name="connsiteY29" fmla="*/ 9494 h 10000"/>
                    <a:gd name="connsiteX30" fmla="*/ 4034 w 10000"/>
                    <a:gd name="connsiteY30" fmla="*/ 9594 h 10000"/>
                    <a:gd name="connsiteX31" fmla="*/ 4248 w 10000"/>
                    <a:gd name="connsiteY31" fmla="*/ 9494 h 10000"/>
                    <a:gd name="connsiteX32" fmla="*/ 4785 w 10000"/>
                    <a:gd name="connsiteY32" fmla="*/ 9527 h 10000"/>
                    <a:gd name="connsiteX33" fmla="*/ 5002 w 10000"/>
                    <a:gd name="connsiteY33" fmla="*/ 9459 h 10000"/>
                    <a:gd name="connsiteX34" fmla="*/ 5967 w 10000"/>
                    <a:gd name="connsiteY34" fmla="*/ 9967 h 10000"/>
                    <a:gd name="connsiteX35" fmla="*/ 6021 w 10000"/>
                    <a:gd name="connsiteY35" fmla="*/ 9967 h 10000"/>
                    <a:gd name="connsiteX36" fmla="*/ 6130 w 10000"/>
                    <a:gd name="connsiteY36" fmla="*/ 9899 h 10000"/>
                    <a:gd name="connsiteX37" fmla="*/ 6823 w 10000"/>
                    <a:gd name="connsiteY37" fmla="*/ 9899 h 10000"/>
                    <a:gd name="connsiteX38" fmla="*/ 6936 w 10000"/>
                    <a:gd name="connsiteY38" fmla="*/ 10000 h 10000"/>
                    <a:gd name="connsiteX39" fmla="*/ 7526 w 10000"/>
                    <a:gd name="connsiteY39" fmla="*/ 9864 h 10000"/>
                    <a:gd name="connsiteX40" fmla="*/ 8062 w 10000"/>
                    <a:gd name="connsiteY40" fmla="*/ 9864 h 10000"/>
                    <a:gd name="connsiteX41" fmla="*/ 8438 w 10000"/>
                    <a:gd name="connsiteY41" fmla="*/ 9730 h 10000"/>
                    <a:gd name="connsiteX42" fmla="*/ 8871 w 10000"/>
                    <a:gd name="connsiteY42" fmla="*/ 9459 h 10000"/>
                    <a:gd name="connsiteX43" fmla="*/ 10000 w 10000"/>
                    <a:gd name="connsiteY43" fmla="*/ 9459 h 10000"/>
                    <a:gd name="connsiteX44" fmla="*/ 10000 w 10000"/>
                    <a:gd name="connsiteY44" fmla="*/ 9088 h 10000"/>
                    <a:gd name="connsiteX45" fmla="*/ 9409 w 10000"/>
                    <a:gd name="connsiteY45" fmla="*/ 8920 h 10000"/>
                    <a:gd name="connsiteX46" fmla="*/ 9083 w 10000"/>
                    <a:gd name="connsiteY46" fmla="*/ 8379 h 10000"/>
                    <a:gd name="connsiteX47" fmla="*/ 8655 w 10000"/>
                    <a:gd name="connsiteY47" fmla="*/ 8176 h 10000"/>
                    <a:gd name="connsiteX48" fmla="*/ 8385 w 10000"/>
                    <a:gd name="connsiteY48" fmla="*/ 7905 h 10000"/>
                    <a:gd name="connsiteX49" fmla="*/ 7687 w 10000"/>
                    <a:gd name="connsiteY49" fmla="*/ 7703 h 10000"/>
                    <a:gd name="connsiteX50" fmla="*/ 7848 w 10000"/>
                    <a:gd name="connsiteY50" fmla="*/ 7635 h 10000"/>
                    <a:gd name="connsiteX51" fmla="*/ 7848 w 10000"/>
                    <a:gd name="connsiteY51" fmla="*/ 7465 h 10000"/>
                    <a:gd name="connsiteX52" fmla="*/ 8334 w 10000"/>
                    <a:gd name="connsiteY52" fmla="*/ 7465 h 10000"/>
                    <a:gd name="connsiteX53" fmla="*/ 8599 w 10000"/>
                    <a:gd name="connsiteY53" fmla="*/ 7331 h 10000"/>
                    <a:gd name="connsiteX54" fmla="*/ 8655 w 10000"/>
                    <a:gd name="connsiteY54" fmla="*/ 6352 h 10000"/>
                    <a:gd name="connsiteX55" fmla="*/ 8707 w 10000"/>
                    <a:gd name="connsiteY55" fmla="*/ 6385 h 10000"/>
                    <a:gd name="connsiteX56" fmla="*/ 8517 w 10000"/>
                    <a:gd name="connsiteY56" fmla="*/ 6447 h 10000"/>
                    <a:gd name="connsiteX57" fmla="*/ 8440 w 10000"/>
                    <a:gd name="connsiteY57" fmla="*/ 6579 h 10000"/>
                    <a:gd name="connsiteX58" fmla="*/ 7961 w 10000"/>
                    <a:gd name="connsiteY58" fmla="*/ 6319 h 10000"/>
                    <a:gd name="connsiteX59" fmla="*/ 7874 w 10000"/>
                    <a:gd name="connsiteY59" fmla="*/ 5616 h 10000"/>
                    <a:gd name="connsiteX60" fmla="*/ 7361 w 10000"/>
                    <a:gd name="connsiteY60" fmla="*/ 5921 h 10000"/>
                    <a:gd name="connsiteX61" fmla="*/ 7369 w 10000"/>
                    <a:gd name="connsiteY61" fmla="*/ 6283 h 10000"/>
                    <a:gd name="connsiteX62" fmla="*/ 6955 w 10000"/>
                    <a:gd name="connsiteY62" fmla="*/ 6501 h 10000"/>
                    <a:gd name="connsiteX63" fmla="*/ 6452 w 10000"/>
                    <a:gd name="connsiteY63" fmla="*/ 0 h 10000"/>
                    <a:gd name="connsiteX64" fmla="*/ 6343 w 10000"/>
                    <a:gd name="connsiteY64" fmla="*/ 0 h 10000"/>
                    <a:gd name="connsiteX65" fmla="*/ 6290 w 10000"/>
                    <a:gd name="connsiteY65" fmla="*/ 135 h 10000"/>
                    <a:gd name="connsiteX66" fmla="*/ 5644 w 10000"/>
                    <a:gd name="connsiteY66" fmla="*/ 135 h 10000"/>
                    <a:gd name="connsiteX67" fmla="*/ 5002 w 10000"/>
                    <a:gd name="connsiteY67" fmla="*/ 135 h 10000"/>
                    <a:gd name="connsiteX68" fmla="*/ 4356 w 10000"/>
                    <a:gd name="connsiteY68" fmla="*/ 135 h 10000"/>
                    <a:gd name="connsiteX69" fmla="*/ 3709 w 10000"/>
                    <a:gd name="connsiteY69" fmla="*/ 135 h 10000"/>
                    <a:gd name="connsiteX70" fmla="*/ 3120 w 10000"/>
                    <a:gd name="connsiteY70" fmla="*/ 135 h 10000"/>
                    <a:gd name="connsiteX71" fmla="*/ 2475 w 10000"/>
                    <a:gd name="connsiteY71" fmla="*/ 135 h 10000"/>
                    <a:gd name="connsiteX72" fmla="*/ 1884 w 10000"/>
                    <a:gd name="connsiteY72" fmla="*/ 135 h 10000"/>
                    <a:gd name="connsiteX73" fmla="*/ 1237 w 10000"/>
                    <a:gd name="connsiteY73" fmla="*/ 135 h 10000"/>
                    <a:gd name="connsiteX74" fmla="*/ 1237 w 10000"/>
                    <a:gd name="connsiteY74" fmla="*/ 608 h 10000"/>
                    <a:gd name="connsiteX75" fmla="*/ 1237 w 10000"/>
                    <a:gd name="connsiteY75" fmla="*/ 1216 h 10000"/>
                    <a:gd name="connsiteX76" fmla="*/ 433 w 10000"/>
                    <a:gd name="connsiteY76" fmla="*/ 1216 h 10000"/>
                    <a:gd name="connsiteX77" fmla="*/ 433 w 10000"/>
                    <a:gd name="connsiteY77" fmla="*/ 1486 h 10000"/>
                    <a:gd name="connsiteX0" fmla="*/ 433 w 10000"/>
                    <a:gd name="connsiteY0" fmla="*/ 1486 h 10000"/>
                    <a:gd name="connsiteX1" fmla="*/ 6675 w 10000"/>
                    <a:gd name="connsiteY1" fmla="*/ 6759 h 10000"/>
                    <a:gd name="connsiteX2" fmla="*/ 6234 w 10000"/>
                    <a:gd name="connsiteY2" fmla="*/ 6968 h 10000"/>
                    <a:gd name="connsiteX3" fmla="*/ 5864 w 10000"/>
                    <a:gd name="connsiteY3" fmla="*/ 6750 h 10000"/>
                    <a:gd name="connsiteX4" fmla="*/ 5325 w 10000"/>
                    <a:gd name="connsiteY4" fmla="*/ 6618 h 10000"/>
                    <a:gd name="connsiteX5" fmla="*/ 5058 w 10000"/>
                    <a:gd name="connsiteY5" fmla="*/ 6915 h 10000"/>
                    <a:gd name="connsiteX6" fmla="*/ 4396 w 10000"/>
                    <a:gd name="connsiteY6" fmla="*/ 7143 h 10000"/>
                    <a:gd name="connsiteX7" fmla="*/ 3972 w 10000"/>
                    <a:gd name="connsiteY7" fmla="*/ 7141 h 10000"/>
                    <a:gd name="connsiteX8" fmla="*/ 3044 w 10000"/>
                    <a:gd name="connsiteY8" fmla="*/ 6948 h 10000"/>
                    <a:gd name="connsiteX9" fmla="*/ 2796 w 10000"/>
                    <a:gd name="connsiteY9" fmla="*/ 7052 h 10000"/>
                    <a:gd name="connsiteX10" fmla="*/ 2177 w 10000"/>
                    <a:gd name="connsiteY10" fmla="*/ 6819 h 10000"/>
                    <a:gd name="connsiteX11" fmla="*/ 1903 w 10000"/>
                    <a:gd name="connsiteY11" fmla="*/ 6467 h 10000"/>
                    <a:gd name="connsiteX12" fmla="*/ 1449 w 10000"/>
                    <a:gd name="connsiteY12" fmla="*/ 6563 h 10000"/>
                    <a:gd name="connsiteX13" fmla="*/ 1324 w 10000"/>
                    <a:gd name="connsiteY13" fmla="*/ 6771 h 10000"/>
                    <a:gd name="connsiteX14" fmla="*/ 845 w 10000"/>
                    <a:gd name="connsiteY14" fmla="*/ 6860 h 10000"/>
                    <a:gd name="connsiteX15" fmla="*/ 526 w 10000"/>
                    <a:gd name="connsiteY15" fmla="*/ 6852 h 10000"/>
                    <a:gd name="connsiteX16" fmla="*/ 354 w 10000"/>
                    <a:gd name="connsiteY16" fmla="*/ 7017 h 10000"/>
                    <a:gd name="connsiteX17" fmla="*/ 56 w 10000"/>
                    <a:gd name="connsiteY17" fmla="*/ 6757 h 10000"/>
                    <a:gd name="connsiteX18" fmla="*/ 0 w 10000"/>
                    <a:gd name="connsiteY18" fmla="*/ 7229 h 10000"/>
                    <a:gd name="connsiteX19" fmla="*/ 106 w 10000"/>
                    <a:gd name="connsiteY19" fmla="*/ 7297 h 10000"/>
                    <a:gd name="connsiteX20" fmla="*/ 538 w 10000"/>
                    <a:gd name="connsiteY20" fmla="*/ 7331 h 10000"/>
                    <a:gd name="connsiteX21" fmla="*/ 596 w 10000"/>
                    <a:gd name="connsiteY21" fmla="*/ 7465 h 10000"/>
                    <a:gd name="connsiteX22" fmla="*/ 1075 w 10000"/>
                    <a:gd name="connsiteY22" fmla="*/ 7500 h 10000"/>
                    <a:gd name="connsiteX23" fmla="*/ 1346 w 10000"/>
                    <a:gd name="connsiteY23" fmla="*/ 7635 h 10000"/>
                    <a:gd name="connsiteX24" fmla="*/ 1397 w 10000"/>
                    <a:gd name="connsiteY24" fmla="*/ 7872 h 10000"/>
                    <a:gd name="connsiteX25" fmla="*/ 2260 w 10000"/>
                    <a:gd name="connsiteY25" fmla="*/ 8277 h 10000"/>
                    <a:gd name="connsiteX26" fmla="*/ 2475 w 10000"/>
                    <a:gd name="connsiteY26" fmla="*/ 8683 h 10000"/>
                    <a:gd name="connsiteX27" fmla="*/ 3064 w 10000"/>
                    <a:gd name="connsiteY27" fmla="*/ 8886 h 10000"/>
                    <a:gd name="connsiteX28" fmla="*/ 3280 w 10000"/>
                    <a:gd name="connsiteY28" fmla="*/ 9154 h 10000"/>
                    <a:gd name="connsiteX29" fmla="*/ 3709 w 10000"/>
                    <a:gd name="connsiteY29" fmla="*/ 9494 h 10000"/>
                    <a:gd name="connsiteX30" fmla="*/ 4034 w 10000"/>
                    <a:gd name="connsiteY30" fmla="*/ 9594 h 10000"/>
                    <a:gd name="connsiteX31" fmla="*/ 4248 w 10000"/>
                    <a:gd name="connsiteY31" fmla="*/ 9494 h 10000"/>
                    <a:gd name="connsiteX32" fmla="*/ 4785 w 10000"/>
                    <a:gd name="connsiteY32" fmla="*/ 9527 h 10000"/>
                    <a:gd name="connsiteX33" fmla="*/ 5002 w 10000"/>
                    <a:gd name="connsiteY33" fmla="*/ 9459 h 10000"/>
                    <a:gd name="connsiteX34" fmla="*/ 5967 w 10000"/>
                    <a:gd name="connsiteY34" fmla="*/ 9967 h 10000"/>
                    <a:gd name="connsiteX35" fmla="*/ 6021 w 10000"/>
                    <a:gd name="connsiteY35" fmla="*/ 9967 h 10000"/>
                    <a:gd name="connsiteX36" fmla="*/ 6130 w 10000"/>
                    <a:gd name="connsiteY36" fmla="*/ 9899 h 10000"/>
                    <a:gd name="connsiteX37" fmla="*/ 6823 w 10000"/>
                    <a:gd name="connsiteY37" fmla="*/ 9899 h 10000"/>
                    <a:gd name="connsiteX38" fmla="*/ 6936 w 10000"/>
                    <a:gd name="connsiteY38" fmla="*/ 10000 h 10000"/>
                    <a:gd name="connsiteX39" fmla="*/ 7526 w 10000"/>
                    <a:gd name="connsiteY39" fmla="*/ 9864 h 10000"/>
                    <a:gd name="connsiteX40" fmla="*/ 8062 w 10000"/>
                    <a:gd name="connsiteY40" fmla="*/ 9864 h 10000"/>
                    <a:gd name="connsiteX41" fmla="*/ 8438 w 10000"/>
                    <a:gd name="connsiteY41" fmla="*/ 9730 h 10000"/>
                    <a:gd name="connsiteX42" fmla="*/ 8871 w 10000"/>
                    <a:gd name="connsiteY42" fmla="*/ 9459 h 10000"/>
                    <a:gd name="connsiteX43" fmla="*/ 10000 w 10000"/>
                    <a:gd name="connsiteY43" fmla="*/ 9459 h 10000"/>
                    <a:gd name="connsiteX44" fmla="*/ 10000 w 10000"/>
                    <a:gd name="connsiteY44" fmla="*/ 9088 h 10000"/>
                    <a:gd name="connsiteX45" fmla="*/ 9409 w 10000"/>
                    <a:gd name="connsiteY45" fmla="*/ 8920 h 10000"/>
                    <a:gd name="connsiteX46" fmla="*/ 9083 w 10000"/>
                    <a:gd name="connsiteY46" fmla="*/ 8379 h 10000"/>
                    <a:gd name="connsiteX47" fmla="*/ 8655 w 10000"/>
                    <a:gd name="connsiteY47" fmla="*/ 8176 h 10000"/>
                    <a:gd name="connsiteX48" fmla="*/ 8385 w 10000"/>
                    <a:gd name="connsiteY48" fmla="*/ 7905 h 10000"/>
                    <a:gd name="connsiteX49" fmla="*/ 7687 w 10000"/>
                    <a:gd name="connsiteY49" fmla="*/ 7703 h 10000"/>
                    <a:gd name="connsiteX50" fmla="*/ 7848 w 10000"/>
                    <a:gd name="connsiteY50" fmla="*/ 7635 h 10000"/>
                    <a:gd name="connsiteX51" fmla="*/ 7848 w 10000"/>
                    <a:gd name="connsiteY51" fmla="*/ 7465 h 10000"/>
                    <a:gd name="connsiteX52" fmla="*/ 8334 w 10000"/>
                    <a:gd name="connsiteY52" fmla="*/ 7465 h 10000"/>
                    <a:gd name="connsiteX53" fmla="*/ 8599 w 10000"/>
                    <a:gd name="connsiteY53" fmla="*/ 7331 h 10000"/>
                    <a:gd name="connsiteX54" fmla="*/ 8655 w 10000"/>
                    <a:gd name="connsiteY54" fmla="*/ 6352 h 10000"/>
                    <a:gd name="connsiteX55" fmla="*/ 8707 w 10000"/>
                    <a:gd name="connsiteY55" fmla="*/ 6385 h 10000"/>
                    <a:gd name="connsiteX56" fmla="*/ 8517 w 10000"/>
                    <a:gd name="connsiteY56" fmla="*/ 6447 h 10000"/>
                    <a:gd name="connsiteX57" fmla="*/ 8440 w 10000"/>
                    <a:gd name="connsiteY57" fmla="*/ 6579 h 10000"/>
                    <a:gd name="connsiteX58" fmla="*/ 7961 w 10000"/>
                    <a:gd name="connsiteY58" fmla="*/ 6319 h 10000"/>
                    <a:gd name="connsiteX59" fmla="*/ 7874 w 10000"/>
                    <a:gd name="connsiteY59" fmla="*/ 5616 h 10000"/>
                    <a:gd name="connsiteX60" fmla="*/ 7361 w 10000"/>
                    <a:gd name="connsiteY60" fmla="*/ 5921 h 10000"/>
                    <a:gd name="connsiteX61" fmla="*/ 7369 w 10000"/>
                    <a:gd name="connsiteY61" fmla="*/ 6283 h 10000"/>
                    <a:gd name="connsiteX62" fmla="*/ 6955 w 10000"/>
                    <a:gd name="connsiteY62" fmla="*/ 6501 h 10000"/>
                    <a:gd name="connsiteX63" fmla="*/ 6452 w 10000"/>
                    <a:gd name="connsiteY63" fmla="*/ 0 h 10000"/>
                    <a:gd name="connsiteX64" fmla="*/ 6343 w 10000"/>
                    <a:gd name="connsiteY64" fmla="*/ 0 h 10000"/>
                    <a:gd name="connsiteX65" fmla="*/ 5644 w 10000"/>
                    <a:gd name="connsiteY65" fmla="*/ 135 h 10000"/>
                    <a:gd name="connsiteX66" fmla="*/ 5002 w 10000"/>
                    <a:gd name="connsiteY66" fmla="*/ 135 h 10000"/>
                    <a:gd name="connsiteX67" fmla="*/ 4356 w 10000"/>
                    <a:gd name="connsiteY67" fmla="*/ 135 h 10000"/>
                    <a:gd name="connsiteX68" fmla="*/ 3709 w 10000"/>
                    <a:gd name="connsiteY68" fmla="*/ 135 h 10000"/>
                    <a:gd name="connsiteX69" fmla="*/ 3120 w 10000"/>
                    <a:gd name="connsiteY69" fmla="*/ 135 h 10000"/>
                    <a:gd name="connsiteX70" fmla="*/ 2475 w 10000"/>
                    <a:gd name="connsiteY70" fmla="*/ 135 h 10000"/>
                    <a:gd name="connsiteX71" fmla="*/ 1884 w 10000"/>
                    <a:gd name="connsiteY71" fmla="*/ 135 h 10000"/>
                    <a:gd name="connsiteX72" fmla="*/ 1237 w 10000"/>
                    <a:gd name="connsiteY72" fmla="*/ 135 h 10000"/>
                    <a:gd name="connsiteX73" fmla="*/ 1237 w 10000"/>
                    <a:gd name="connsiteY73" fmla="*/ 608 h 10000"/>
                    <a:gd name="connsiteX74" fmla="*/ 1237 w 10000"/>
                    <a:gd name="connsiteY74" fmla="*/ 1216 h 10000"/>
                    <a:gd name="connsiteX75" fmla="*/ 433 w 10000"/>
                    <a:gd name="connsiteY75" fmla="*/ 1216 h 10000"/>
                    <a:gd name="connsiteX76" fmla="*/ 433 w 10000"/>
                    <a:gd name="connsiteY76" fmla="*/ 1486 h 10000"/>
                    <a:gd name="connsiteX0" fmla="*/ 433 w 10000"/>
                    <a:gd name="connsiteY0" fmla="*/ 1486 h 10000"/>
                    <a:gd name="connsiteX1" fmla="*/ 6675 w 10000"/>
                    <a:gd name="connsiteY1" fmla="*/ 6759 h 10000"/>
                    <a:gd name="connsiteX2" fmla="*/ 6234 w 10000"/>
                    <a:gd name="connsiteY2" fmla="*/ 6968 h 10000"/>
                    <a:gd name="connsiteX3" fmla="*/ 5864 w 10000"/>
                    <a:gd name="connsiteY3" fmla="*/ 6750 h 10000"/>
                    <a:gd name="connsiteX4" fmla="*/ 5325 w 10000"/>
                    <a:gd name="connsiteY4" fmla="*/ 6618 h 10000"/>
                    <a:gd name="connsiteX5" fmla="*/ 5058 w 10000"/>
                    <a:gd name="connsiteY5" fmla="*/ 6915 h 10000"/>
                    <a:gd name="connsiteX6" fmla="*/ 4396 w 10000"/>
                    <a:gd name="connsiteY6" fmla="*/ 7143 h 10000"/>
                    <a:gd name="connsiteX7" fmla="*/ 3972 w 10000"/>
                    <a:gd name="connsiteY7" fmla="*/ 7141 h 10000"/>
                    <a:gd name="connsiteX8" fmla="*/ 3044 w 10000"/>
                    <a:gd name="connsiteY8" fmla="*/ 6948 h 10000"/>
                    <a:gd name="connsiteX9" fmla="*/ 2796 w 10000"/>
                    <a:gd name="connsiteY9" fmla="*/ 7052 h 10000"/>
                    <a:gd name="connsiteX10" fmla="*/ 2177 w 10000"/>
                    <a:gd name="connsiteY10" fmla="*/ 6819 h 10000"/>
                    <a:gd name="connsiteX11" fmla="*/ 1903 w 10000"/>
                    <a:gd name="connsiteY11" fmla="*/ 6467 h 10000"/>
                    <a:gd name="connsiteX12" fmla="*/ 1449 w 10000"/>
                    <a:gd name="connsiteY12" fmla="*/ 6563 h 10000"/>
                    <a:gd name="connsiteX13" fmla="*/ 1324 w 10000"/>
                    <a:gd name="connsiteY13" fmla="*/ 6771 h 10000"/>
                    <a:gd name="connsiteX14" fmla="*/ 845 w 10000"/>
                    <a:gd name="connsiteY14" fmla="*/ 6860 h 10000"/>
                    <a:gd name="connsiteX15" fmla="*/ 526 w 10000"/>
                    <a:gd name="connsiteY15" fmla="*/ 6852 h 10000"/>
                    <a:gd name="connsiteX16" fmla="*/ 354 w 10000"/>
                    <a:gd name="connsiteY16" fmla="*/ 7017 h 10000"/>
                    <a:gd name="connsiteX17" fmla="*/ 56 w 10000"/>
                    <a:gd name="connsiteY17" fmla="*/ 6757 h 10000"/>
                    <a:gd name="connsiteX18" fmla="*/ 0 w 10000"/>
                    <a:gd name="connsiteY18" fmla="*/ 7229 h 10000"/>
                    <a:gd name="connsiteX19" fmla="*/ 106 w 10000"/>
                    <a:gd name="connsiteY19" fmla="*/ 7297 h 10000"/>
                    <a:gd name="connsiteX20" fmla="*/ 538 w 10000"/>
                    <a:gd name="connsiteY20" fmla="*/ 7331 h 10000"/>
                    <a:gd name="connsiteX21" fmla="*/ 596 w 10000"/>
                    <a:gd name="connsiteY21" fmla="*/ 7465 h 10000"/>
                    <a:gd name="connsiteX22" fmla="*/ 1075 w 10000"/>
                    <a:gd name="connsiteY22" fmla="*/ 7500 h 10000"/>
                    <a:gd name="connsiteX23" fmla="*/ 1346 w 10000"/>
                    <a:gd name="connsiteY23" fmla="*/ 7635 h 10000"/>
                    <a:gd name="connsiteX24" fmla="*/ 1397 w 10000"/>
                    <a:gd name="connsiteY24" fmla="*/ 7872 h 10000"/>
                    <a:gd name="connsiteX25" fmla="*/ 2260 w 10000"/>
                    <a:gd name="connsiteY25" fmla="*/ 8277 h 10000"/>
                    <a:gd name="connsiteX26" fmla="*/ 2475 w 10000"/>
                    <a:gd name="connsiteY26" fmla="*/ 8683 h 10000"/>
                    <a:gd name="connsiteX27" fmla="*/ 3064 w 10000"/>
                    <a:gd name="connsiteY27" fmla="*/ 8886 h 10000"/>
                    <a:gd name="connsiteX28" fmla="*/ 3280 w 10000"/>
                    <a:gd name="connsiteY28" fmla="*/ 9154 h 10000"/>
                    <a:gd name="connsiteX29" fmla="*/ 3709 w 10000"/>
                    <a:gd name="connsiteY29" fmla="*/ 9494 h 10000"/>
                    <a:gd name="connsiteX30" fmla="*/ 4034 w 10000"/>
                    <a:gd name="connsiteY30" fmla="*/ 9594 h 10000"/>
                    <a:gd name="connsiteX31" fmla="*/ 4248 w 10000"/>
                    <a:gd name="connsiteY31" fmla="*/ 9494 h 10000"/>
                    <a:gd name="connsiteX32" fmla="*/ 4785 w 10000"/>
                    <a:gd name="connsiteY32" fmla="*/ 9527 h 10000"/>
                    <a:gd name="connsiteX33" fmla="*/ 5002 w 10000"/>
                    <a:gd name="connsiteY33" fmla="*/ 9459 h 10000"/>
                    <a:gd name="connsiteX34" fmla="*/ 5967 w 10000"/>
                    <a:gd name="connsiteY34" fmla="*/ 9967 h 10000"/>
                    <a:gd name="connsiteX35" fmla="*/ 6021 w 10000"/>
                    <a:gd name="connsiteY35" fmla="*/ 9967 h 10000"/>
                    <a:gd name="connsiteX36" fmla="*/ 6130 w 10000"/>
                    <a:gd name="connsiteY36" fmla="*/ 9899 h 10000"/>
                    <a:gd name="connsiteX37" fmla="*/ 6823 w 10000"/>
                    <a:gd name="connsiteY37" fmla="*/ 9899 h 10000"/>
                    <a:gd name="connsiteX38" fmla="*/ 6936 w 10000"/>
                    <a:gd name="connsiteY38" fmla="*/ 10000 h 10000"/>
                    <a:gd name="connsiteX39" fmla="*/ 7526 w 10000"/>
                    <a:gd name="connsiteY39" fmla="*/ 9864 h 10000"/>
                    <a:gd name="connsiteX40" fmla="*/ 8062 w 10000"/>
                    <a:gd name="connsiteY40" fmla="*/ 9864 h 10000"/>
                    <a:gd name="connsiteX41" fmla="*/ 8438 w 10000"/>
                    <a:gd name="connsiteY41" fmla="*/ 9730 h 10000"/>
                    <a:gd name="connsiteX42" fmla="*/ 8871 w 10000"/>
                    <a:gd name="connsiteY42" fmla="*/ 9459 h 10000"/>
                    <a:gd name="connsiteX43" fmla="*/ 10000 w 10000"/>
                    <a:gd name="connsiteY43" fmla="*/ 9459 h 10000"/>
                    <a:gd name="connsiteX44" fmla="*/ 10000 w 10000"/>
                    <a:gd name="connsiteY44" fmla="*/ 9088 h 10000"/>
                    <a:gd name="connsiteX45" fmla="*/ 9409 w 10000"/>
                    <a:gd name="connsiteY45" fmla="*/ 8920 h 10000"/>
                    <a:gd name="connsiteX46" fmla="*/ 9083 w 10000"/>
                    <a:gd name="connsiteY46" fmla="*/ 8379 h 10000"/>
                    <a:gd name="connsiteX47" fmla="*/ 8655 w 10000"/>
                    <a:gd name="connsiteY47" fmla="*/ 8176 h 10000"/>
                    <a:gd name="connsiteX48" fmla="*/ 8385 w 10000"/>
                    <a:gd name="connsiteY48" fmla="*/ 7905 h 10000"/>
                    <a:gd name="connsiteX49" fmla="*/ 7687 w 10000"/>
                    <a:gd name="connsiteY49" fmla="*/ 7703 h 10000"/>
                    <a:gd name="connsiteX50" fmla="*/ 7848 w 10000"/>
                    <a:gd name="connsiteY50" fmla="*/ 7635 h 10000"/>
                    <a:gd name="connsiteX51" fmla="*/ 7848 w 10000"/>
                    <a:gd name="connsiteY51" fmla="*/ 7465 h 10000"/>
                    <a:gd name="connsiteX52" fmla="*/ 8334 w 10000"/>
                    <a:gd name="connsiteY52" fmla="*/ 7465 h 10000"/>
                    <a:gd name="connsiteX53" fmla="*/ 8599 w 10000"/>
                    <a:gd name="connsiteY53" fmla="*/ 7331 h 10000"/>
                    <a:gd name="connsiteX54" fmla="*/ 8655 w 10000"/>
                    <a:gd name="connsiteY54" fmla="*/ 6352 h 10000"/>
                    <a:gd name="connsiteX55" fmla="*/ 8707 w 10000"/>
                    <a:gd name="connsiteY55" fmla="*/ 6385 h 10000"/>
                    <a:gd name="connsiteX56" fmla="*/ 8517 w 10000"/>
                    <a:gd name="connsiteY56" fmla="*/ 6447 h 10000"/>
                    <a:gd name="connsiteX57" fmla="*/ 8440 w 10000"/>
                    <a:gd name="connsiteY57" fmla="*/ 6579 h 10000"/>
                    <a:gd name="connsiteX58" fmla="*/ 7961 w 10000"/>
                    <a:gd name="connsiteY58" fmla="*/ 6319 h 10000"/>
                    <a:gd name="connsiteX59" fmla="*/ 7874 w 10000"/>
                    <a:gd name="connsiteY59" fmla="*/ 5616 h 10000"/>
                    <a:gd name="connsiteX60" fmla="*/ 7361 w 10000"/>
                    <a:gd name="connsiteY60" fmla="*/ 5921 h 10000"/>
                    <a:gd name="connsiteX61" fmla="*/ 7369 w 10000"/>
                    <a:gd name="connsiteY61" fmla="*/ 6283 h 10000"/>
                    <a:gd name="connsiteX62" fmla="*/ 6955 w 10000"/>
                    <a:gd name="connsiteY62" fmla="*/ 6501 h 10000"/>
                    <a:gd name="connsiteX63" fmla="*/ 6452 w 10000"/>
                    <a:gd name="connsiteY63" fmla="*/ 0 h 10000"/>
                    <a:gd name="connsiteX64" fmla="*/ 5644 w 10000"/>
                    <a:gd name="connsiteY64" fmla="*/ 135 h 10000"/>
                    <a:gd name="connsiteX65" fmla="*/ 5002 w 10000"/>
                    <a:gd name="connsiteY65" fmla="*/ 135 h 10000"/>
                    <a:gd name="connsiteX66" fmla="*/ 4356 w 10000"/>
                    <a:gd name="connsiteY66" fmla="*/ 135 h 10000"/>
                    <a:gd name="connsiteX67" fmla="*/ 3709 w 10000"/>
                    <a:gd name="connsiteY67" fmla="*/ 135 h 10000"/>
                    <a:gd name="connsiteX68" fmla="*/ 3120 w 10000"/>
                    <a:gd name="connsiteY68" fmla="*/ 135 h 10000"/>
                    <a:gd name="connsiteX69" fmla="*/ 2475 w 10000"/>
                    <a:gd name="connsiteY69" fmla="*/ 135 h 10000"/>
                    <a:gd name="connsiteX70" fmla="*/ 1884 w 10000"/>
                    <a:gd name="connsiteY70" fmla="*/ 135 h 10000"/>
                    <a:gd name="connsiteX71" fmla="*/ 1237 w 10000"/>
                    <a:gd name="connsiteY71" fmla="*/ 135 h 10000"/>
                    <a:gd name="connsiteX72" fmla="*/ 1237 w 10000"/>
                    <a:gd name="connsiteY72" fmla="*/ 608 h 10000"/>
                    <a:gd name="connsiteX73" fmla="*/ 1237 w 10000"/>
                    <a:gd name="connsiteY73" fmla="*/ 1216 h 10000"/>
                    <a:gd name="connsiteX74" fmla="*/ 433 w 10000"/>
                    <a:gd name="connsiteY74" fmla="*/ 1216 h 10000"/>
                    <a:gd name="connsiteX75" fmla="*/ 433 w 10000"/>
                    <a:gd name="connsiteY75" fmla="*/ 1486 h 10000"/>
                    <a:gd name="connsiteX0" fmla="*/ 433 w 10000"/>
                    <a:gd name="connsiteY0" fmla="*/ 2412 h 10926"/>
                    <a:gd name="connsiteX1" fmla="*/ 6675 w 10000"/>
                    <a:gd name="connsiteY1" fmla="*/ 7685 h 10926"/>
                    <a:gd name="connsiteX2" fmla="*/ 6234 w 10000"/>
                    <a:gd name="connsiteY2" fmla="*/ 7894 h 10926"/>
                    <a:gd name="connsiteX3" fmla="*/ 5864 w 10000"/>
                    <a:gd name="connsiteY3" fmla="*/ 7676 h 10926"/>
                    <a:gd name="connsiteX4" fmla="*/ 5325 w 10000"/>
                    <a:gd name="connsiteY4" fmla="*/ 7544 h 10926"/>
                    <a:gd name="connsiteX5" fmla="*/ 5058 w 10000"/>
                    <a:gd name="connsiteY5" fmla="*/ 7841 h 10926"/>
                    <a:gd name="connsiteX6" fmla="*/ 4396 w 10000"/>
                    <a:gd name="connsiteY6" fmla="*/ 8069 h 10926"/>
                    <a:gd name="connsiteX7" fmla="*/ 3972 w 10000"/>
                    <a:gd name="connsiteY7" fmla="*/ 8067 h 10926"/>
                    <a:gd name="connsiteX8" fmla="*/ 3044 w 10000"/>
                    <a:gd name="connsiteY8" fmla="*/ 7874 h 10926"/>
                    <a:gd name="connsiteX9" fmla="*/ 2796 w 10000"/>
                    <a:gd name="connsiteY9" fmla="*/ 7978 h 10926"/>
                    <a:gd name="connsiteX10" fmla="*/ 2177 w 10000"/>
                    <a:gd name="connsiteY10" fmla="*/ 7745 h 10926"/>
                    <a:gd name="connsiteX11" fmla="*/ 1903 w 10000"/>
                    <a:gd name="connsiteY11" fmla="*/ 7393 h 10926"/>
                    <a:gd name="connsiteX12" fmla="*/ 1449 w 10000"/>
                    <a:gd name="connsiteY12" fmla="*/ 7489 h 10926"/>
                    <a:gd name="connsiteX13" fmla="*/ 1324 w 10000"/>
                    <a:gd name="connsiteY13" fmla="*/ 7697 h 10926"/>
                    <a:gd name="connsiteX14" fmla="*/ 845 w 10000"/>
                    <a:gd name="connsiteY14" fmla="*/ 7786 h 10926"/>
                    <a:gd name="connsiteX15" fmla="*/ 526 w 10000"/>
                    <a:gd name="connsiteY15" fmla="*/ 7778 h 10926"/>
                    <a:gd name="connsiteX16" fmla="*/ 354 w 10000"/>
                    <a:gd name="connsiteY16" fmla="*/ 7943 h 10926"/>
                    <a:gd name="connsiteX17" fmla="*/ 56 w 10000"/>
                    <a:gd name="connsiteY17" fmla="*/ 7683 h 10926"/>
                    <a:gd name="connsiteX18" fmla="*/ 0 w 10000"/>
                    <a:gd name="connsiteY18" fmla="*/ 8155 h 10926"/>
                    <a:gd name="connsiteX19" fmla="*/ 106 w 10000"/>
                    <a:gd name="connsiteY19" fmla="*/ 8223 h 10926"/>
                    <a:gd name="connsiteX20" fmla="*/ 538 w 10000"/>
                    <a:gd name="connsiteY20" fmla="*/ 8257 h 10926"/>
                    <a:gd name="connsiteX21" fmla="*/ 596 w 10000"/>
                    <a:gd name="connsiteY21" fmla="*/ 8391 h 10926"/>
                    <a:gd name="connsiteX22" fmla="*/ 1075 w 10000"/>
                    <a:gd name="connsiteY22" fmla="*/ 8426 h 10926"/>
                    <a:gd name="connsiteX23" fmla="*/ 1346 w 10000"/>
                    <a:gd name="connsiteY23" fmla="*/ 8561 h 10926"/>
                    <a:gd name="connsiteX24" fmla="*/ 1397 w 10000"/>
                    <a:gd name="connsiteY24" fmla="*/ 8798 h 10926"/>
                    <a:gd name="connsiteX25" fmla="*/ 2260 w 10000"/>
                    <a:gd name="connsiteY25" fmla="*/ 9203 h 10926"/>
                    <a:gd name="connsiteX26" fmla="*/ 2475 w 10000"/>
                    <a:gd name="connsiteY26" fmla="*/ 9609 h 10926"/>
                    <a:gd name="connsiteX27" fmla="*/ 3064 w 10000"/>
                    <a:gd name="connsiteY27" fmla="*/ 9812 h 10926"/>
                    <a:gd name="connsiteX28" fmla="*/ 3280 w 10000"/>
                    <a:gd name="connsiteY28" fmla="*/ 10080 h 10926"/>
                    <a:gd name="connsiteX29" fmla="*/ 3709 w 10000"/>
                    <a:gd name="connsiteY29" fmla="*/ 10420 h 10926"/>
                    <a:gd name="connsiteX30" fmla="*/ 4034 w 10000"/>
                    <a:gd name="connsiteY30" fmla="*/ 10520 h 10926"/>
                    <a:gd name="connsiteX31" fmla="*/ 4248 w 10000"/>
                    <a:gd name="connsiteY31" fmla="*/ 10420 h 10926"/>
                    <a:gd name="connsiteX32" fmla="*/ 4785 w 10000"/>
                    <a:gd name="connsiteY32" fmla="*/ 10453 h 10926"/>
                    <a:gd name="connsiteX33" fmla="*/ 5002 w 10000"/>
                    <a:gd name="connsiteY33" fmla="*/ 10385 h 10926"/>
                    <a:gd name="connsiteX34" fmla="*/ 5967 w 10000"/>
                    <a:gd name="connsiteY34" fmla="*/ 10893 h 10926"/>
                    <a:gd name="connsiteX35" fmla="*/ 6021 w 10000"/>
                    <a:gd name="connsiteY35" fmla="*/ 10893 h 10926"/>
                    <a:gd name="connsiteX36" fmla="*/ 6130 w 10000"/>
                    <a:gd name="connsiteY36" fmla="*/ 10825 h 10926"/>
                    <a:gd name="connsiteX37" fmla="*/ 6823 w 10000"/>
                    <a:gd name="connsiteY37" fmla="*/ 10825 h 10926"/>
                    <a:gd name="connsiteX38" fmla="*/ 6936 w 10000"/>
                    <a:gd name="connsiteY38" fmla="*/ 10926 h 10926"/>
                    <a:gd name="connsiteX39" fmla="*/ 7526 w 10000"/>
                    <a:gd name="connsiteY39" fmla="*/ 10790 h 10926"/>
                    <a:gd name="connsiteX40" fmla="*/ 8062 w 10000"/>
                    <a:gd name="connsiteY40" fmla="*/ 10790 h 10926"/>
                    <a:gd name="connsiteX41" fmla="*/ 8438 w 10000"/>
                    <a:gd name="connsiteY41" fmla="*/ 10656 h 10926"/>
                    <a:gd name="connsiteX42" fmla="*/ 8871 w 10000"/>
                    <a:gd name="connsiteY42" fmla="*/ 10385 h 10926"/>
                    <a:gd name="connsiteX43" fmla="*/ 10000 w 10000"/>
                    <a:gd name="connsiteY43" fmla="*/ 10385 h 10926"/>
                    <a:gd name="connsiteX44" fmla="*/ 10000 w 10000"/>
                    <a:gd name="connsiteY44" fmla="*/ 10014 h 10926"/>
                    <a:gd name="connsiteX45" fmla="*/ 9409 w 10000"/>
                    <a:gd name="connsiteY45" fmla="*/ 9846 h 10926"/>
                    <a:gd name="connsiteX46" fmla="*/ 9083 w 10000"/>
                    <a:gd name="connsiteY46" fmla="*/ 9305 h 10926"/>
                    <a:gd name="connsiteX47" fmla="*/ 8655 w 10000"/>
                    <a:gd name="connsiteY47" fmla="*/ 9102 h 10926"/>
                    <a:gd name="connsiteX48" fmla="*/ 8385 w 10000"/>
                    <a:gd name="connsiteY48" fmla="*/ 8831 h 10926"/>
                    <a:gd name="connsiteX49" fmla="*/ 7687 w 10000"/>
                    <a:gd name="connsiteY49" fmla="*/ 8629 h 10926"/>
                    <a:gd name="connsiteX50" fmla="*/ 7848 w 10000"/>
                    <a:gd name="connsiteY50" fmla="*/ 8561 h 10926"/>
                    <a:gd name="connsiteX51" fmla="*/ 7848 w 10000"/>
                    <a:gd name="connsiteY51" fmla="*/ 8391 h 10926"/>
                    <a:gd name="connsiteX52" fmla="*/ 8334 w 10000"/>
                    <a:gd name="connsiteY52" fmla="*/ 8391 h 10926"/>
                    <a:gd name="connsiteX53" fmla="*/ 8599 w 10000"/>
                    <a:gd name="connsiteY53" fmla="*/ 8257 h 10926"/>
                    <a:gd name="connsiteX54" fmla="*/ 8655 w 10000"/>
                    <a:gd name="connsiteY54" fmla="*/ 7278 h 10926"/>
                    <a:gd name="connsiteX55" fmla="*/ 8707 w 10000"/>
                    <a:gd name="connsiteY55" fmla="*/ 7311 h 10926"/>
                    <a:gd name="connsiteX56" fmla="*/ 8517 w 10000"/>
                    <a:gd name="connsiteY56" fmla="*/ 7373 h 10926"/>
                    <a:gd name="connsiteX57" fmla="*/ 8440 w 10000"/>
                    <a:gd name="connsiteY57" fmla="*/ 7505 h 10926"/>
                    <a:gd name="connsiteX58" fmla="*/ 7961 w 10000"/>
                    <a:gd name="connsiteY58" fmla="*/ 7245 h 10926"/>
                    <a:gd name="connsiteX59" fmla="*/ 7874 w 10000"/>
                    <a:gd name="connsiteY59" fmla="*/ 6542 h 10926"/>
                    <a:gd name="connsiteX60" fmla="*/ 7361 w 10000"/>
                    <a:gd name="connsiteY60" fmla="*/ 6847 h 10926"/>
                    <a:gd name="connsiteX61" fmla="*/ 7369 w 10000"/>
                    <a:gd name="connsiteY61" fmla="*/ 7209 h 10926"/>
                    <a:gd name="connsiteX62" fmla="*/ 6955 w 10000"/>
                    <a:gd name="connsiteY62" fmla="*/ 7427 h 10926"/>
                    <a:gd name="connsiteX63" fmla="*/ 5644 w 10000"/>
                    <a:gd name="connsiteY63" fmla="*/ 1061 h 10926"/>
                    <a:gd name="connsiteX64" fmla="*/ 5002 w 10000"/>
                    <a:gd name="connsiteY64" fmla="*/ 1061 h 10926"/>
                    <a:gd name="connsiteX65" fmla="*/ 4356 w 10000"/>
                    <a:gd name="connsiteY65" fmla="*/ 1061 h 10926"/>
                    <a:gd name="connsiteX66" fmla="*/ 3709 w 10000"/>
                    <a:gd name="connsiteY66" fmla="*/ 1061 h 10926"/>
                    <a:gd name="connsiteX67" fmla="*/ 3120 w 10000"/>
                    <a:gd name="connsiteY67" fmla="*/ 1061 h 10926"/>
                    <a:gd name="connsiteX68" fmla="*/ 2475 w 10000"/>
                    <a:gd name="connsiteY68" fmla="*/ 1061 h 10926"/>
                    <a:gd name="connsiteX69" fmla="*/ 1884 w 10000"/>
                    <a:gd name="connsiteY69" fmla="*/ 1061 h 10926"/>
                    <a:gd name="connsiteX70" fmla="*/ 1237 w 10000"/>
                    <a:gd name="connsiteY70" fmla="*/ 1061 h 10926"/>
                    <a:gd name="connsiteX71" fmla="*/ 1237 w 10000"/>
                    <a:gd name="connsiteY71" fmla="*/ 1534 h 10926"/>
                    <a:gd name="connsiteX72" fmla="*/ 1237 w 10000"/>
                    <a:gd name="connsiteY72" fmla="*/ 2142 h 10926"/>
                    <a:gd name="connsiteX73" fmla="*/ 433 w 10000"/>
                    <a:gd name="connsiteY73" fmla="*/ 2142 h 10926"/>
                    <a:gd name="connsiteX74" fmla="*/ 433 w 10000"/>
                    <a:gd name="connsiteY74" fmla="*/ 2412 h 10926"/>
                    <a:gd name="connsiteX0" fmla="*/ 433 w 10000"/>
                    <a:gd name="connsiteY0" fmla="*/ 2412 h 10926"/>
                    <a:gd name="connsiteX1" fmla="*/ 6675 w 10000"/>
                    <a:gd name="connsiteY1" fmla="*/ 7685 h 10926"/>
                    <a:gd name="connsiteX2" fmla="*/ 6234 w 10000"/>
                    <a:gd name="connsiteY2" fmla="*/ 7894 h 10926"/>
                    <a:gd name="connsiteX3" fmla="*/ 5864 w 10000"/>
                    <a:gd name="connsiteY3" fmla="*/ 7676 h 10926"/>
                    <a:gd name="connsiteX4" fmla="*/ 5325 w 10000"/>
                    <a:gd name="connsiteY4" fmla="*/ 7544 h 10926"/>
                    <a:gd name="connsiteX5" fmla="*/ 5058 w 10000"/>
                    <a:gd name="connsiteY5" fmla="*/ 7841 h 10926"/>
                    <a:gd name="connsiteX6" fmla="*/ 4396 w 10000"/>
                    <a:gd name="connsiteY6" fmla="*/ 8069 h 10926"/>
                    <a:gd name="connsiteX7" fmla="*/ 3972 w 10000"/>
                    <a:gd name="connsiteY7" fmla="*/ 8067 h 10926"/>
                    <a:gd name="connsiteX8" fmla="*/ 3044 w 10000"/>
                    <a:gd name="connsiteY8" fmla="*/ 7874 h 10926"/>
                    <a:gd name="connsiteX9" fmla="*/ 2796 w 10000"/>
                    <a:gd name="connsiteY9" fmla="*/ 7978 h 10926"/>
                    <a:gd name="connsiteX10" fmla="*/ 2177 w 10000"/>
                    <a:gd name="connsiteY10" fmla="*/ 7745 h 10926"/>
                    <a:gd name="connsiteX11" fmla="*/ 1903 w 10000"/>
                    <a:gd name="connsiteY11" fmla="*/ 7393 h 10926"/>
                    <a:gd name="connsiteX12" fmla="*/ 1449 w 10000"/>
                    <a:gd name="connsiteY12" fmla="*/ 7489 h 10926"/>
                    <a:gd name="connsiteX13" fmla="*/ 1324 w 10000"/>
                    <a:gd name="connsiteY13" fmla="*/ 7697 h 10926"/>
                    <a:gd name="connsiteX14" fmla="*/ 845 w 10000"/>
                    <a:gd name="connsiteY14" fmla="*/ 7786 h 10926"/>
                    <a:gd name="connsiteX15" fmla="*/ 526 w 10000"/>
                    <a:gd name="connsiteY15" fmla="*/ 7778 h 10926"/>
                    <a:gd name="connsiteX16" fmla="*/ 354 w 10000"/>
                    <a:gd name="connsiteY16" fmla="*/ 7943 h 10926"/>
                    <a:gd name="connsiteX17" fmla="*/ 56 w 10000"/>
                    <a:gd name="connsiteY17" fmla="*/ 7683 h 10926"/>
                    <a:gd name="connsiteX18" fmla="*/ 0 w 10000"/>
                    <a:gd name="connsiteY18" fmla="*/ 8155 h 10926"/>
                    <a:gd name="connsiteX19" fmla="*/ 106 w 10000"/>
                    <a:gd name="connsiteY19" fmla="*/ 8223 h 10926"/>
                    <a:gd name="connsiteX20" fmla="*/ 538 w 10000"/>
                    <a:gd name="connsiteY20" fmla="*/ 8257 h 10926"/>
                    <a:gd name="connsiteX21" fmla="*/ 596 w 10000"/>
                    <a:gd name="connsiteY21" fmla="*/ 8391 h 10926"/>
                    <a:gd name="connsiteX22" fmla="*/ 1075 w 10000"/>
                    <a:gd name="connsiteY22" fmla="*/ 8426 h 10926"/>
                    <a:gd name="connsiteX23" fmla="*/ 1346 w 10000"/>
                    <a:gd name="connsiteY23" fmla="*/ 8561 h 10926"/>
                    <a:gd name="connsiteX24" fmla="*/ 1397 w 10000"/>
                    <a:gd name="connsiteY24" fmla="*/ 8798 h 10926"/>
                    <a:gd name="connsiteX25" fmla="*/ 2260 w 10000"/>
                    <a:gd name="connsiteY25" fmla="*/ 9203 h 10926"/>
                    <a:gd name="connsiteX26" fmla="*/ 2475 w 10000"/>
                    <a:gd name="connsiteY26" fmla="*/ 9609 h 10926"/>
                    <a:gd name="connsiteX27" fmla="*/ 3064 w 10000"/>
                    <a:gd name="connsiteY27" fmla="*/ 9812 h 10926"/>
                    <a:gd name="connsiteX28" fmla="*/ 3280 w 10000"/>
                    <a:gd name="connsiteY28" fmla="*/ 10080 h 10926"/>
                    <a:gd name="connsiteX29" fmla="*/ 3709 w 10000"/>
                    <a:gd name="connsiteY29" fmla="*/ 10420 h 10926"/>
                    <a:gd name="connsiteX30" fmla="*/ 4034 w 10000"/>
                    <a:gd name="connsiteY30" fmla="*/ 10520 h 10926"/>
                    <a:gd name="connsiteX31" fmla="*/ 4248 w 10000"/>
                    <a:gd name="connsiteY31" fmla="*/ 10420 h 10926"/>
                    <a:gd name="connsiteX32" fmla="*/ 4785 w 10000"/>
                    <a:gd name="connsiteY32" fmla="*/ 10453 h 10926"/>
                    <a:gd name="connsiteX33" fmla="*/ 5002 w 10000"/>
                    <a:gd name="connsiteY33" fmla="*/ 10385 h 10926"/>
                    <a:gd name="connsiteX34" fmla="*/ 5967 w 10000"/>
                    <a:gd name="connsiteY34" fmla="*/ 10893 h 10926"/>
                    <a:gd name="connsiteX35" fmla="*/ 6021 w 10000"/>
                    <a:gd name="connsiteY35" fmla="*/ 10893 h 10926"/>
                    <a:gd name="connsiteX36" fmla="*/ 6130 w 10000"/>
                    <a:gd name="connsiteY36" fmla="*/ 10825 h 10926"/>
                    <a:gd name="connsiteX37" fmla="*/ 6823 w 10000"/>
                    <a:gd name="connsiteY37" fmla="*/ 10825 h 10926"/>
                    <a:gd name="connsiteX38" fmla="*/ 6936 w 10000"/>
                    <a:gd name="connsiteY38" fmla="*/ 10926 h 10926"/>
                    <a:gd name="connsiteX39" fmla="*/ 7526 w 10000"/>
                    <a:gd name="connsiteY39" fmla="*/ 10790 h 10926"/>
                    <a:gd name="connsiteX40" fmla="*/ 8062 w 10000"/>
                    <a:gd name="connsiteY40" fmla="*/ 10790 h 10926"/>
                    <a:gd name="connsiteX41" fmla="*/ 8438 w 10000"/>
                    <a:gd name="connsiteY41" fmla="*/ 10656 h 10926"/>
                    <a:gd name="connsiteX42" fmla="*/ 8871 w 10000"/>
                    <a:gd name="connsiteY42" fmla="*/ 10385 h 10926"/>
                    <a:gd name="connsiteX43" fmla="*/ 10000 w 10000"/>
                    <a:gd name="connsiteY43" fmla="*/ 10385 h 10926"/>
                    <a:gd name="connsiteX44" fmla="*/ 10000 w 10000"/>
                    <a:gd name="connsiteY44" fmla="*/ 10014 h 10926"/>
                    <a:gd name="connsiteX45" fmla="*/ 9409 w 10000"/>
                    <a:gd name="connsiteY45" fmla="*/ 9846 h 10926"/>
                    <a:gd name="connsiteX46" fmla="*/ 9083 w 10000"/>
                    <a:gd name="connsiteY46" fmla="*/ 9305 h 10926"/>
                    <a:gd name="connsiteX47" fmla="*/ 8655 w 10000"/>
                    <a:gd name="connsiteY47" fmla="*/ 9102 h 10926"/>
                    <a:gd name="connsiteX48" fmla="*/ 8385 w 10000"/>
                    <a:gd name="connsiteY48" fmla="*/ 8831 h 10926"/>
                    <a:gd name="connsiteX49" fmla="*/ 7687 w 10000"/>
                    <a:gd name="connsiteY49" fmla="*/ 8629 h 10926"/>
                    <a:gd name="connsiteX50" fmla="*/ 7848 w 10000"/>
                    <a:gd name="connsiteY50" fmla="*/ 8561 h 10926"/>
                    <a:gd name="connsiteX51" fmla="*/ 7848 w 10000"/>
                    <a:gd name="connsiteY51" fmla="*/ 8391 h 10926"/>
                    <a:gd name="connsiteX52" fmla="*/ 8334 w 10000"/>
                    <a:gd name="connsiteY52" fmla="*/ 8391 h 10926"/>
                    <a:gd name="connsiteX53" fmla="*/ 8599 w 10000"/>
                    <a:gd name="connsiteY53" fmla="*/ 8257 h 10926"/>
                    <a:gd name="connsiteX54" fmla="*/ 8655 w 10000"/>
                    <a:gd name="connsiteY54" fmla="*/ 7278 h 10926"/>
                    <a:gd name="connsiteX55" fmla="*/ 8707 w 10000"/>
                    <a:gd name="connsiteY55" fmla="*/ 7311 h 10926"/>
                    <a:gd name="connsiteX56" fmla="*/ 8517 w 10000"/>
                    <a:gd name="connsiteY56" fmla="*/ 7373 h 10926"/>
                    <a:gd name="connsiteX57" fmla="*/ 8440 w 10000"/>
                    <a:gd name="connsiteY57" fmla="*/ 7505 h 10926"/>
                    <a:gd name="connsiteX58" fmla="*/ 7961 w 10000"/>
                    <a:gd name="connsiteY58" fmla="*/ 7245 h 10926"/>
                    <a:gd name="connsiteX59" fmla="*/ 7874 w 10000"/>
                    <a:gd name="connsiteY59" fmla="*/ 6542 h 10926"/>
                    <a:gd name="connsiteX60" fmla="*/ 7361 w 10000"/>
                    <a:gd name="connsiteY60" fmla="*/ 6847 h 10926"/>
                    <a:gd name="connsiteX61" fmla="*/ 7369 w 10000"/>
                    <a:gd name="connsiteY61" fmla="*/ 7209 h 10926"/>
                    <a:gd name="connsiteX62" fmla="*/ 6955 w 10000"/>
                    <a:gd name="connsiteY62" fmla="*/ 7427 h 10926"/>
                    <a:gd name="connsiteX63" fmla="*/ 5002 w 10000"/>
                    <a:gd name="connsiteY63" fmla="*/ 1061 h 10926"/>
                    <a:gd name="connsiteX64" fmla="*/ 4356 w 10000"/>
                    <a:gd name="connsiteY64" fmla="*/ 1061 h 10926"/>
                    <a:gd name="connsiteX65" fmla="*/ 3709 w 10000"/>
                    <a:gd name="connsiteY65" fmla="*/ 1061 h 10926"/>
                    <a:gd name="connsiteX66" fmla="*/ 3120 w 10000"/>
                    <a:gd name="connsiteY66" fmla="*/ 1061 h 10926"/>
                    <a:gd name="connsiteX67" fmla="*/ 2475 w 10000"/>
                    <a:gd name="connsiteY67" fmla="*/ 1061 h 10926"/>
                    <a:gd name="connsiteX68" fmla="*/ 1884 w 10000"/>
                    <a:gd name="connsiteY68" fmla="*/ 1061 h 10926"/>
                    <a:gd name="connsiteX69" fmla="*/ 1237 w 10000"/>
                    <a:gd name="connsiteY69" fmla="*/ 1061 h 10926"/>
                    <a:gd name="connsiteX70" fmla="*/ 1237 w 10000"/>
                    <a:gd name="connsiteY70" fmla="*/ 1534 h 10926"/>
                    <a:gd name="connsiteX71" fmla="*/ 1237 w 10000"/>
                    <a:gd name="connsiteY71" fmla="*/ 2142 h 10926"/>
                    <a:gd name="connsiteX72" fmla="*/ 433 w 10000"/>
                    <a:gd name="connsiteY72" fmla="*/ 2142 h 10926"/>
                    <a:gd name="connsiteX73" fmla="*/ 433 w 10000"/>
                    <a:gd name="connsiteY73" fmla="*/ 2412 h 10926"/>
                    <a:gd name="connsiteX0" fmla="*/ 433 w 10000"/>
                    <a:gd name="connsiteY0" fmla="*/ 1351 h 9865"/>
                    <a:gd name="connsiteX1" fmla="*/ 6675 w 10000"/>
                    <a:gd name="connsiteY1" fmla="*/ 6624 h 9865"/>
                    <a:gd name="connsiteX2" fmla="*/ 6234 w 10000"/>
                    <a:gd name="connsiteY2" fmla="*/ 6833 h 9865"/>
                    <a:gd name="connsiteX3" fmla="*/ 5864 w 10000"/>
                    <a:gd name="connsiteY3" fmla="*/ 6615 h 9865"/>
                    <a:gd name="connsiteX4" fmla="*/ 5325 w 10000"/>
                    <a:gd name="connsiteY4" fmla="*/ 6483 h 9865"/>
                    <a:gd name="connsiteX5" fmla="*/ 5058 w 10000"/>
                    <a:gd name="connsiteY5" fmla="*/ 6780 h 9865"/>
                    <a:gd name="connsiteX6" fmla="*/ 4396 w 10000"/>
                    <a:gd name="connsiteY6" fmla="*/ 7008 h 9865"/>
                    <a:gd name="connsiteX7" fmla="*/ 3972 w 10000"/>
                    <a:gd name="connsiteY7" fmla="*/ 7006 h 9865"/>
                    <a:gd name="connsiteX8" fmla="*/ 3044 w 10000"/>
                    <a:gd name="connsiteY8" fmla="*/ 6813 h 9865"/>
                    <a:gd name="connsiteX9" fmla="*/ 2796 w 10000"/>
                    <a:gd name="connsiteY9" fmla="*/ 6917 h 9865"/>
                    <a:gd name="connsiteX10" fmla="*/ 2177 w 10000"/>
                    <a:gd name="connsiteY10" fmla="*/ 6684 h 9865"/>
                    <a:gd name="connsiteX11" fmla="*/ 1903 w 10000"/>
                    <a:gd name="connsiteY11" fmla="*/ 6332 h 9865"/>
                    <a:gd name="connsiteX12" fmla="*/ 1449 w 10000"/>
                    <a:gd name="connsiteY12" fmla="*/ 6428 h 9865"/>
                    <a:gd name="connsiteX13" fmla="*/ 1324 w 10000"/>
                    <a:gd name="connsiteY13" fmla="*/ 6636 h 9865"/>
                    <a:gd name="connsiteX14" fmla="*/ 845 w 10000"/>
                    <a:gd name="connsiteY14" fmla="*/ 6725 h 9865"/>
                    <a:gd name="connsiteX15" fmla="*/ 526 w 10000"/>
                    <a:gd name="connsiteY15" fmla="*/ 6717 h 9865"/>
                    <a:gd name="connsiteX16" fmla="*/ 354 w 10000"/>
                    <a:gd name="connsiteY16" fmla="*/ 6882 h 9865"/>
                    <a:gd name="connsiteX17" fmla="*/ 56 w 10000"/>
                    <a:gd name="connsiteY17" fmla="*/ 6622 h 9865"/>
                    <a:gd name="connsiteX18" fmla="*/ 0 w 10000"/>
                    <a:gd name="connsiteY18" fmla="*/ 7094 h 9865"/>
                    <a:gd name="connsiteX19" fmla="*/ 106 w 10000"/>
                    <a:gd name="connsiteY19" fmla="*/ 7162 h 9865"/>
                    <a:gd name="connsiteX20" fmla="*/ 538 w 10000"/>
                    <a:gd name="connsiteY20" fmla="*/ 7196 h 9865"/>
                    <a:gd name="connsiteX21" fmla="*/ 596 w 10000"/>
                    <a:gd name="connsiteY21" fmla="*/ 7330 h 9865"/>
                    <a:gd name="connsiteX22" fmla="*/ 1075 w 10000"/>
                    <a:gd name="connsiteY22" fmla="*/ 7365 h 9865"/>
                    <a:gd name="connsiteX23" fmla="*/ 1346 w 10000"/>
                    <a:gd name="connsiteY23" fmla="*/ 7500 h 9865"/>
                    <a:gd name="connsiteX24" fmla="*/ 1397 w 10000"/>
                    <a:gd name="connsiteY24" fmla="*/ 7737 h 9865"/>
                    <a:gd name="connsiteX25" fmla="*/ 2260 w 10000"/>
                    <a:gd name="connsiteY25" fmla="*/ 8142 h 9865"/>
                    <a:gd name="connsiteX26" fmla="*/ 2475 w 10000"/>
                    <a:gd name="connsiteY26" fmla="*/ 8548 h 9865"/>
                    <a:gd name="connsiteX27" fmla="*/ 3064 w 10000"/>
                    <a:gd name="connsiteY27" fmla="*/ 8751 h 9865"/>
                    <a:gd name="connsiteX28" fmla="*/ 3280 w 10000"/>
                    <a:gd name="connsiteY28" fmla="*/ 9019 h 9865"/>
                    <a:gd name="connsiteX29" fmla="*/ 3709 w 10000"/>
                    <a:gd name="connsiteY29" fmla="*/ 9359 h 9865"/>
                    <a:gd name="connsiteX30" fmla="*/ 4034 w 10000"/>
                    <a:gd name="connsiteY30" fmla="*/ 9459 h 9865"/>
                    <a:gd name="connsiteX31" fmla="*/ 4248 w 10000"/>
                    <a:gd name="connsiteY31" fmla="*/ 9359 h 9865"/>
                    <a:gd name="connsiteX32" fmla="*/ 4785 w 10000"/>
                    <a:gd name="connsiteY32" fmla="*/ 9392 h 9865"/>
                    <a:gd name="connsiteX33" fmla="*/ 5002 w 10000"/>
                    <a:gd name="connsiteY33" fmla="*/ 9324 h 9865"/>
                    <a:gd name="connsiteX34" fmla="*/ 5967 w 10000"/>
                    <a:gd name="connsiteY34" fmla="*/ 9832 h 9865"/>
                    <a:gd name="connsiteX35" fmla="*/ 6021 w 10000"/>
                    <a:gd name="connsiteY35" fmla="*/ 9832 h 9865"/>
                    <a:gd name="connsiteX36" fmla="*/ 6130 w 10000"/>
                    <a:gd name="connsiteY36" fmla="*/ 9764 h 9865"/>
                    <a:gd name="connsiteX37" fmla="*/ 6823 w 10000"/>
                    <a:gd name="connsiteY37" fmla="*/ 9764 h 9865"/>
                    <a:gd name="connsiteX38" fmla="*/ 6936 w 10000"/>
                    <a:gd name="connsiteY38" fmla="*/ 9865 h 9865"/>
                    <a:gd name="connsiteX39" fmla="*/ 7526 w 10000"/>
                    <a:gd name="connsiteY39" fmla="*/ 9729 h 9865"/>
                    <a:gd name="connsiteX40" fmla="*/ 8062 w 10000"/>
                    <a:gd name="connsiteY40" fmla="*/ 9729 h 9865"/>
                    <a:gd name="connsiteX41" fmla="*/ 8438 w 10000"/>
                    <a:gd name="connsiteY41" fmla="*/ 9595 h 9865"/>
                    <a:gd name="connsiteX42" fmla="*/ 8871 w 10000"/>
                    <a:gd name="connsiteY42" fmla="*/ 9324 h 9865"/>
                    <a:gd name="connsiteX43" fmla="*/ 10000 w 10000"/>
                    <a:gd name="connsiteY43" fmla="*/ 9324 h 9865"/>
                    <a:gd name="connsiteX44" fmla="*/ 10000 w 10000"/>
                    <a:gd name="connsiteY44" fmla="*/ 8953 h 9865"/>
                    <a:gd name="connsiteX45" fmla="*/ 9409 w 10000"/>
                    <a:gd name="connsiteY45" fmla="*/ 8785 h 9865"/>
                    <a:gd name="connsiteX46" fmla="*/ 9083 w 10000"/>
                    <a:gd name="connsiteY46" fmla="*/ 8244 h 9865"/>
                    <a:gd name="connsiteX47" fmla="*/ 8655 w 10000"/>
                    <a:gd name="connsiteY47" fmla="*/ 8041 h 9865"/>
                    <a:gd name="connsiteX48" fmla="*/ 8385 w 10000"/>
                    <a:gd name="connsiteY48" fmla="*/ 7770 h 9865"/>
                    <a:gd name="connsiteX49" fmla="*/ 7687 w 10000"/>
                    <a:gd name="connsiteY49" fmla="*/ 7568 h 9865"/>
                    <a:gd name="connsiteX50" fmla="*/ 7848 w 10000"/>
                    <a:gd name="connsiteY50" fmla="*/ 7500 h 9865"/>
                    <a:gd name="connsiteX51" fmla="*/ 7848 w 10000"/>
                    <a:gd name="connsiteY51" fmla="*/ 7330 h 9865"/>
                    <a:gd name="connsiteX52" fmla="*/ 8334 w 10000"/>
                    <a:gd name="connsiteY52" fmla="*/ 7330 h 9865"/>
                    <a:gd name="connsiteX53" fmla="*/ 8599 w 10000"/>
                    <a:gd name="connsiteY53" fmla="*/ 7196 h 9865"/>
                    <a:gd name="connsiteX54" fmla="*/ 8655 w 10000"/>
                    <a:gd name="connsiteY54" fmla="*/ 6217 h 9865"/>
                    <a:gd name="connsiteX55" fmla="*/ 8707 w 10000"/>
                    <a:gd name="connsiteY55" fmla="*/ 6250 h 9865"/>
                    <a:gd name="connsiteX56" fmla="*/ 8517 w 10000"/>
                    <a:gd name="connsiteY56" fmla="*/ 6312 h 9865"/>
                    <a:gd name="connsiteX57" fmla="*/ 8440 w 10000"/>
                    <a:gd name="connsiteY57" fmla="*/ 6444 h 9865"/>
                    <a:gd name="connsiteX58" fmla="*/ 7961 w 10000"/>
                    <a:gd name="connsiteY58" fmla="*/ 6184 h 9865"/>
                    <a:gd name="connsiteX59" fmla="*/ 7874 w 10000"/>
                    <a:gd name="connsiteY59" fmla="*/ 5481 h 9865"/>
                    <a:gd name="connsiteX60" fmla="*/ 7361 w 10000"/>
                    <a:gd name="connsiteY60" fmla="*/ 5786 h 9865"/>
                    <a:gd name="connsiteX61" fmla="*/ 7369 w 10000"/>
                    <a:gd name="connsiteY61" fmla="*/ 6148 h 9865"/>
                    <a:gd name="connsiteX62" fmla="*/ 6955 w 10000"/>
                    <a:gd name="connsiteY62" fmla="*/ 6366 h 9865"/>
                    <a:gd name="connsiteX63" fmla="*/ 4356 w 10000"/>
                    <a:gd name="connsiteY63" fmla="*/ 0 h 9865"/>
                    <a:gd name="connsiteX64" fmla="*/ 3709 w 10000"/>
                    <a:gd name="connsiteY64" fmla="*/ 0 h 9865"/>
                    <a:gd name="connsiteX65" fmla="*/ 3120 w 10000"/>
                    <a:gd name="connsiteY65" fmla="*/ 0 h 9865"/>
                    <a:gd name="connsiteX66" fmla="*/ 2475 w 10000"/>
                    <a:gd name="connsiteY66" fmla="*/ 0 h 9865"/>
                    <a:gd name="connsiteX67" fmla="*/ 1884 w 10000"/>
                    <a:gd name="connsiteY67" fmla="*/ 0 h 9865"/>
                    <a:gd name="connsiteX68" fmla="*/ 1237 w 10000"/>
                    <a:gd name="connsiteY68" fmla="*/ 0 h 9865"/>
                    <a:gd name="connsiteX69" fmla="*/ 1237 w 10000"/>
                    <a:gd name="connsiteY69" fmla="*/ 473 h 9865"/>
                    <a:gd name="connsiteX70" fmla="*/ 1237 w 10000"/>
                    <a:gd name="connsiteY70" fmla="*/ 1081 h 9865"/>
                    <a:gd name="connsiteX71" fmla="*/ 433 w 10000"/>
                    <a:gd name="connsiteY71" fmla="*/ 1081 h 9865"/>
                    <a:gd name="connsiteX72" fmla="*/ 433 w 10000"/>
                    <a:gd name="connsiteY72" fmla="*/ 1351 h 9865"/>
                    <a:gd name="connsiteX0" fmla="*/ 433 w 10000"/>
                    <a:gd name="connsiteY0" fmla="*/ 1369 h 10000"/>
                    <a:gd name="connsiteX1" fmla="*/ 6675 w 10000"/>
                    <a:gd name="connsiteY1" fmla="*/ 6715 h 10000"/>
                    <a:gd name="connsiteX2" fmla="*/ 6234 w 10000"/>
                    <a:gd name="connsiteY2" fmla="*/ 6927 h 10000"/>
                    <a:gd name="connsiteX3" fmla="*/ 5864 w 10000"/>
                    <a:gd name="connsiteY3" fmla="*/ 6706 h 10000"/>
                    <a:gd name="connsiteX4" fmla="*/ 5325 w 10000"/>
                    <a:gd name="connsiteY4" fmla="*/ 6572 h 10000"/>
                    <a:gd name="connsiteX5" fmla="*/ 5058 w 10000"/>
                    <a:gd name="connsiteY5" fmla="*/ 6873 h 10000"/>
                    <a:gd name="connsiteX6" fmla="*/ 4396 w 10000"/>
                    <a:gd name="connsiteY6" fmla="*/ 7104 h 10000"/>
                    <a:gd name="connsiteX7" fmla="*/ 3972 w 10000"/>
                    <a:gd name="connsiteY7" fmla="*/ 7102 h 10000"/>
                    <a:gd name="connsiteX8" fmla="*/ 3044 w 10000"/>
                    <a:gd name="connsiteY8" fmla="*/ 6906 h 10000"/>
                    <a:gd name="connsiteX9" fmla="*/ 2796 w 10000"/>
                    <a:gd name="connsiteY9" fmla="*/ 7012 h 10000"/>
                    <a:gd name="connsiteX10" fmla="*/ 2177 w 10000"/>
                    <a:gd name="connsiteY10" fmla="*/ 6775 h 10000"/>
                    <a:gd name="connsiteX11" fmla="*/ 1903 w 10000"/>
                    <a:gd name="connsiteY11" fmla="*/ 6419 h 10000"/>
                    <a:gd name="connsiteX12" fmla="*/ 1449 w 10000"/>
                    <a:gd name="connsiteY12" fmla="*/ 6516 h 10000"/>
                    <a:gd name="connsiteX13" fmla="*/ 1324 w 10000"/>
                    <a:gd name="connsiteY13" fmla="*/ 6727 h 10000"/>
                    <a:gd name="connsiteX14" fmla="*/ 845 w 10000"/>
                    <a:gd name="connsiteY14" fmla="*/ 6817 h 10000"/>
                    <a:gd name="connsiteX15" fmla="*/ 526 w 10000"/>
                    <a:gd name="connsiteY15" fmla="*/ 6809 h 10000"/>
                    <a:gd name="connsiteX16" fmla="*/ 354 w 10000"/>
                    <a:gd name="connsiteY16" fmla="*/ 6976 h 10000"/>
                    <a:gd name="connsiteX17" fmla="*/ 56 w 10000"/>
                    <a:gd name="connsiteY17" fmla="*/ 6713 h 10000"/>
                    <a:gd name="connsiteX18" fmla="*/ 0 w 10000"/>
                    <a:gd name="connsiteY18" fmla="*/ 7191 h 10000"/>
                    <a:gd name="connsiteX19" fmla="*/ 106 w 10000"/>
                    <a:gd name="connsiteY19" fmla="*/ 7260 h 10000"/>
                    <a:gd name="connsiteX20" fmla="*/ 538 w 10000"/>
                    <a:gd name="connsiteY20" fmla="*/ 7294 h 10000"/>
                    <a:gd name="connsiteX21" fmla="*/ 596 w 10000"/>
                    <a:gd name="connsiteY21" fmla="*/ 7430 h 10000"/>
                    <a:gd name="connsiteX22" fmla="*/ 1075 w 10000"/>
                    <a:gd name="connsiteY22" fmla="*/ 7466 h 10000"/>
                    <a:gd name="connsiteX23" fmla="*/ 1346 w 10000"/>
                    <a:gd name="connsiteY23" fmla="*/ 7603 h 10000"/>
                    <a:gd name="connsiteX24" fmla="*/ 1397 w 10000"/>
                    <a:gd name="connsiteY24" fmla="*/ 7843 h 10000"/>
                    <a:gd name="connsiteX25" fmla="*/ 2260 w 10000"/>
                    <a:gd name="connsiteY25" fmla="*/ 8253 h 10000"/>
                    <a:gd name="connsiteX26" fmla="*/ 2475 w 10000"/>
                    <a:gd name="connsiteY26" fmla="*/ 8665 h 10000"/>
                    <a:gd name="connsiteX27" fmla="*/ 3064 w 10000"/>
                    <a:gd name="connsiteY27" fmla="*/ 8871 h 10000"/>
                    <a:gd name="connsiteX28" fmla="*/ 3280 w 10000"/>
                    <a:gd name="connsiteY28" fmla="*/ 9142 h 10000"/>
                    <a:gd name="connsiteX29" fmla="*/ 3709 w 10000"/>
                    <a:gd name="connsiteY29" fmla="*/ 9487 h 10000"/>
                    <a:gd name="connsiteX30" fmla="*/ 4034 w 10000"/>
                    <a:gd name="connsiteY30" fmla="*/ 9588 h 10000"/>
                    <a:gd name="connsiteX31" fmla="*/ 4248 w 10000"/>
                    <a:gd name="connsiteY31" fmla="*/ 9487 h 10000"/>
                    <a:gd name="connsiteX32" fmla="*/ 4785 w 10000"/>
                    <a:gd name="connsiteY32" fmla="*/ 9521 h 10000"/>
                    <a:gd name="connsiteX33" fmla="*/ 5002 w 10000"/>
                    <a:gd name="connsiteY33" fmla="*/ 9452 h 10000"/>
                    <a:gd name="connsiteX34" fmla="*/ 5967 w 10000"/>
                    <a:gd name="connsiteY34" fmla="*/ 9967 h 10000"/>
                    <a:gd name="connsiteX35" fmla="*/ 6021 w 10000"/>
                    <a:gd name="connsiteY35" fmla="*/ 9967 h 10000"/>
                    <a:gd name="connsiteX36" fmla="*/ 6130 w 10000"/>
                    <a:gd name="connsiteY36" fmla="*/ 9898 h 10000"/>
                    <a:gd name="connsiteX37" fmla="*/ 6823 w 10000"/>
                    <a:gd name="connsiteY37" fmla="*/ 9898 h 10000"/>
                    <a:gd name="connsiteX38" fmla="*/ 6936 w 10000"/>
                    <a:gd name="connsiteY38" fmla="*/ 10000 h 10000"/>
                    <a:gd name="connsiteX39" fmla="*/ 7526 w 10000"/>
                    <a:gd name="connsiteY39" fmla="*/ 9862 h 10000"/>
                    <a:gd name="connsiteX40" fmla="*/ 8062 w 10000"/>
                    <a:gd name="connsiteY40" fmla="*/ 9862 h 10000"/>
                    <a:gd name="connsiteX41" fmla="*/ 8438 w 10000"/>
                    <a:gd name="connsiteY41" fmla="*/ 9726 h 10000"/>
                    <a:gd name="connsiteX42" fmla="*/ 8871 w 10000"/>
                    <a:gd name="connsiteY42" fmla="*/ 9452 h 10000"/>
                    <a:gd name="connsiteX43" fmla="*/ 10000 w 10000"/>
                    <a:gd name="connsiteY43" fmla="*/ 9452 h 10000"/>
                    <a:gd name="connsiteX44" fmla="*/ 10000 w 10000"/>
                    <a:gd name="connsiteY44" fmla="*/ 9076 h 10000"/>
                    <a:gd name="connsiteX45" fmla="*/ 9409 w 10000"/>
                    <a:gd name="connsiteY45" fmla="*/ 8905 h 10000"/>
                    <a:gd name="connsiteX46" fmla="*/ 9083 w 10000"/>
                    <a:gd name="connsiteY46" fmla="*/ 8357 h 10000"/>
                    <a:gd name="connsiteX47" fmla="*/ 8655 w 10000"/>
                    <a:gd name="connsiteY47" fmla="*/ 8151 h 10000"/>
                    <a:gd name="connsiteX48" fmla="*/ 8385 w 10000"/>
                    <a:gd name="connsiteY48" fmla="*/ 7876 h 10000"/>
                    <a:gd name="connsiteX49" fmla="*/ 7687 w 10000"/>
                    <a:gd name="connsiteY49" fmla="*/ 7672 h 10000"/>
                    <a:gd name="connsiteX50" fmla="*/ 7848 w 10000"/>
                    <a:gd name="connsiteY50" fmla="*/ 7603 h 10000"/>
                    <a:gd name="connsiteX51" fmla="*/ 7848 w 10000"/>
                    <a:gd name="connsiteY51" fmla="*/ 7430 h 10000"/>
                    <a:gd name="connsiteX52" fmla="*/ 8334 w 10000"/>
                    <a:gd name="connsiteY52" fmla="*/ 7430 h 10000"/>
                    <a:gd name="connsiteX53" fmla="*/ 8599 w 10000"/>
                    <a:gd name="connsiteY53" fmla="*/ 7294 h 10000"/>
                    <a:gd name="connsiteX54" fmla="*/ 8655 w 10000"/>
                    <a:gd name="connsiteY54" fmla="*/ 6302 h 10000"/>
                    <a:gd name="connsiteX55" fmla="*/ 8707 w 10000"/>
                    <a:gd name="connsiteY55" fmla="*/ 6336 h 10000"/>
                    <a:gd name="connsiteX56" fmla="*/ 8517 w 10000"/>
                    <a:gd name="connsiteY56" fmla="*/ 6398 h 10000"/>
                    <a:gd name="connsiteX57" fmla="*/ 8440 w 10000"/>
                    <a:gd name="connsiteY57" fmla="*/ 6532 h 10000"/>
                    <a:gd name="connsiteX58" fmla="*/ 7961 w 10000"/>
                    <a:gd name="connsiteY58" fmla="*/ 6269 h 10000"/>
                    <a:gd name="connsiteX59" fmla="*/ 7874 w 10000"/>
                    <a:gd name="connsiteY59" fmla="*/ 5556 h 10000"/>
                    <a:gd name="connsiteX60" fmla="*/ 7361 w 10000"/>
                    <a:gd name="connsiteY60" fmla="*/ 5865 h 10000"/>
                    <a:gd name="connsiteX61" fmla="*/ 7369 w 10000"/>
                    <a:gd name="connsiteY61" fmla="*/ 6232 h 10000"/>
                    <a:gd name="connsiteX62" fmla="*/ 6955 w 10000"/>
                    <a:gd name="connsiteY62" fmla="*/ 6453 h 10000"/>
                    <a:gd name="connsiteX63" fmla="*/ 3709 w 10000"/>
                    <a:gd name="connsiteY63" fmla="*/ 0 h 10000"/>
                    <a:gd name="connsiteX64" fmla="*/ 3120 w 10000"/>
                    <a:gd name="connsiteY64" fmla="*/ 0 h 10000"/>
                    <a:gd name="connsiteX65" fmla="*/ 2475 w 10000"/>
                    <a:gd name="connsiteY65" fmla="*/ 0 h 10000"/>
                    <a:gd name="connsiteX66" fmla="*/ 1884 w 10000"/>
                    <a:gd name="connsiteY66" fmla="*/ 0 h 10000"/>
                    <a:gd name="connsiteX67" fmla="*/ 1237 w 10000"/>
                    <a:gd name="connsiteY67" fmla="*/ 0 h 10000"/>
                    <a:gd name="connsiteX68" fmla="*/ 1237 w 10000"/>
                    <a:gd name="connsiteY68" fmla="*/ 479 h 10000"/>
                    <a:gd name="connsiteX69" fmla="*/ 1237 w 10000"/>
                    <a:gd name="connsiteY69" fmla="*/ 1096 h 10000"/>
                    <a:gd name="connsiteX70" fmla="*/ 433 w 10000"/>
                    <a:gd name="connsiteY70" fmla="*/ 1096 h 10000"/>
                    <a:gd name="connsiteX71" fmla="*/ 433 w 10000"/>
                    <a:gd name="connsiteY71" fmla="*/ 1369 h 10000"/>
                    <a:gd name="connsiteX0" fmla="*/ 433 w 10000"/>
                    <a:gd name="connsiteY0" fmla="*/ 1369 h 10000"/>
                    <a:gd name="connsiteX1" fmla="*/ 6675 w 10000"/>
                    <a:gd name="connsiteY1" fmla="*/ 6715 h 10000"/>
                    <a:gd name="connsiteX2" fmla="*/ 6234 w 10000"/>
                    <a:gd name="connsiteY2" fmla="*/ 6927 h 10000"/>
                    <a:gd name="connsiteX3" fmla="*/ 5864 w 10000"/>
                    <a:gd name="connsiteY3" fmla="*/ 6706 h 10000"/>
                    <a:gd name="connsiteX4" fmla="*/ 5325 w 10000"/>
                    <a:gd name="connsiteY4" fmla="*/ 6572 h 10000"/>
                    <a:gd name="connsiteX5" fmla="*/ 5058 w 10000"/>
                    <a:gd name="connsiteY5" fmla="*/ 6873 h 10000"/>
                    <a:gd name="connsiteX6" fmla="*/ 4396 w 10000"/>
                    <a:gd name="connsiteY6" fmla="*/ 7104 h 10000"/>
                    <a:gd name="connsiteX7" fmla="*/ 3972 w 10000"/>
                    <a:gd name="connsiteY7" fmla="*/ 7102 h 10000"/>
                    <a:gd name="connsiteX8" fmla="*/ 3044 w 10000"/>
                    <a:gd name="connsiteY8" fmla="*/ 6906 h 10000"/>
                    <a:gd name="connsiteX9" fmla="*/ 2796 w 10000"/>
                    <a:gd name="connsiteY9" fmla="*/ 7012 h 10000"/>
                    <a:gd name="connsiteX10" fmla="*/ 2177 w 10000"/>
                    <a:gd name="connsiteY10" fmla="*/ 6775 h 10000"/>
                    <a:gd name="connsiteX11" fmla="*/ 1903 w 10000"/>
                    <a:gd name="connsiteY11" fmla="*/ 6419 h 10000"/>
                    <a:gd name="connsiteX12" fmla="*/ 1449 w 10000"/>
                    <a:gd name="connsiteY12" fmla="*/ 6516 h 10000"/>
                    <a:gd name="connsiteX13" fmla="*/ 1324 w 10000"/>
                    <a:gd name="connsiteY13" fmla="*/ 6727 h 10000"/>
                    <a:gd name="connsiteX14" fmla="*/ 845 w 10000"/>
                    <a:gd name="connsiteY14" fmla="*/ 6817 h 10000"/>
                    <a:gd name="connsiteX15" fmla="*/ 526 w 10000"/>
                    <a:gd name="connsiteY15" fmla="*/ 6809 h 10000"/>
                    <a:gd name="connsiteX16" fmla="*/ 354 w 10000"/>
                    <a:gd name="connsiteY16" fmla="*/ 6976 h 10000"/>
                    <a:gd name="connsiteX17" fmla="*/ 56 w 10000"/>
                    <a:gd name="connsiteY17" fmla="*/ 6713 h 10000"/>
                    <a:gd name="connsiteX18" fmla="*/ 0 w 10000"/>
                    <a:gd name="connsiteY18" fmla="*/ 7191 h 10000"/>
                    <a:gd name="connsiteX19" fmla="*/ 106 w 10000"/>
                    <a:gd name="connsiteY19" fmla="*/ 7260 h 10000"/>
                    <a:gd name="connsiteX20" fmla="*/ 538 w 10000"/>
                    <a:gd name="connsiteY20" fmla="*/ 7294 h 10000"/>
                    <a:gd name="connsiteX21" fmla="*/ 596 w 10000"/>
                    <a:gd name="connsiteY21" fmla="*/ 7430 h 10000"/>
                    <a:gd name="connsiteX22" fmla="*/ 1075 w 10000"/>
                    <a:gd name="connsiteY22" fmla="*/ 7466 h 10000"/>
                    <a:gd name="connsiteX23" fmla="*/ 1346 w 10000"/>
                    <a:gd name="connsiteY23" fmla="*/ 7603 h 10000"/>
                    <a:gd name="connsiteX24" fmla="*/ 1397 w 10000"/>
                    <a:gd name="connsiteY24" fmla="*/ 7843 h 10000"/>
                    <a:gd name="connsiteX25" fmla="*/ 2260 w 10000"/>
                    <a:gd name="connsiteY25" fmla="*/ 8253 h 10000"/>
                    <a:gd name="connsiteX26" fmla="*/ 2475 w 10000"/>
                    <a:gd name="connsiteY26" fmla="*/ 8665 h 10000"/>
                    <a:gd name="connsiteX27" fmla="*/ 3064 w 10000"/>
                    <a:gd name="connsiteY27" fmla="*/ 8871 h 10000"/>
                    <a:gd name="connsiteX28" fmla="*/ 3280 w 10000"/>
                    <a:gd name="connsiteY28" fmla="*/ 9142 h 10000"/>
                    <a:gd name="connsiteX29" fmla="*/ 3709 w 10000"/>
                    <a:gd name="connsiteY29" fmla="*/ 9487 h 10000"/>
                    <a:gd name="connsiteX30" fmla="*/ 4034 w 10000"/>
                    <a:gd name="connsiteY30" fmla="*/ 9588 h 10000"/>
                    <a:gd name="connsiteX31" fmla="*/ 4248 w 10000"/>
                    <a:gd name="connsiteY31" fmla="*/ 9487 h 10000"/>
                    <a:gd name="connsiteX32" fmla="*/ 4785 w 10000"/>
                    <a:gd name="connsiteY32" fmla="*/ 9521 h 10000"/>
                    <a:gd name="connsiteX33" fmla="*/ 5002 w 10000"/>
                    <a:gd name="connsiteY33" fmla="*/ 9452 h 10000"/>
                    <a:gd name="connsiteX34" fmla="*/ 5967 w 10000"/>
                    <a:gd name="connsiteY34" fmla="*/ 9967 h 10000"/>
                    <a:gd name="connsiteX35" fmla="*/ 6021 w 10000"/>
                    <a:gd name="connsiteY35" fmla="*/ 9967 h 10000"/>
                    <a:gd name="connsiteX36" fmla="*/ 6130 w 10000"/>
                    <a:gd name="connsiteY36" fmla="*/ 9898 h 10000"/>
                    <a:gd name="connsiteX37" fmla="*/ 6823 w 10000"/>
                    <a:gd name="connsiteY37" fmla="*/ 9898 h 10000"/>
                    <a:gd name="connsiteX38" fmla="*/ 6936 w 10000"/>
                    <a:gd name="connsiteY38" fmla="*/ 10000 h 10000"/>
                    <a:gd name="connsiteX39" fmla="*/ 7526 w 10000"/>
                    <a:gd name="connsiteY39" fmla="*/ 9862 h 10000"/>
                    <a:gd name="connsiteX40" fmla="*/ 8062 w 10000"/>
                    <a:gd name="connsiteY40" fmla="*/ 9862 h 10000"/>
                    <a:gd name="connsiteX41" fmla="*/ 8438 w 10000"/>
                    <a:gd name="connsiteY41" fmla="*/ 9726 h 10000"/>
                    <a:gd name="connsiteX42" fmla="*/ 8871 w 10000"/>
                    <a:gd name="connsiteY42" fmla="*/ 9452 h 10000"/>
                    <a:gd name="connsiteX43" fmla="*/ 10000 w 10000"/>
                    <a:gd name="connsiteY43" fmla="*/ 9452 h 10000"/>
                    <a:gd name="connsiteX44" fmla="*/ 10000 w 10000"/>
                    <a:gd name="connsiteY44" fmla="*/ 9076 h 10000"/>
                    <a:gd name="connsiteX45" fmla="*/ 9409 w 10000"/>
                    <a:gd name="connsiteY45" fmla="*/ 8905 h 10000"/>
                    <a:gd name="connsiteX46" fmla="*/ 9083 w 10000"/>
                    <a:gd name="connsiteY46" fmla="*/ 8357 h 10000"/>
                    <a:gd name="connsiteX47" fmla="*/ 8655 w 10000"/>
                    <a:gd name="connsiteY47" fmla="*/ 8151 h 10000"/>
                    <a:gd name="connsiteX48" fmla="*/ 8385 w 10000"/>
                    <a:gd name="connsiteY48" fmla="*/ 7876 h 10000"/>
                    <a:gd name="connsiteX49" fmla="*/ 7687 w 10000"/>
                    <a:gd name="connsiteY49" fmla="*/ 7672 h 10000"/>
                    <a:gd name="connsiteX50" fmla="*/ 7848 w 10000"/>
                    <a:gd name="connsiteY50" fmla="*/ 7603 h 10000"/>
                    <a:gd name="connsiteX51" fmla="*/ 7848 w 10000"/>
                    <a:gd name="connsiteY51" fmla="*/ 7430 h 10000"/>
                    <a:gd name="connsiteX52" fmla="*/ 8334 w 10000"/>
                    <a:gd name="connsiteY52" fmla="*/ 7430 h 10000"/>
                    <a:gd name="connsiteX53" fmla="*/ 8599 w 10000"/>
                    <a:gd name="connsiteY53" fmla="*/ 7294 h 10000"/>
                    <a:gd name="connsiteX54" fmla="*/ 8655 w 10000"/>
                    <a:gd name="connsiteY54" fmla="*/ 6302 h 10000"/>
                    <a:gd name="connsiteX55" fmla="*/ 8707 w 10000"/>
                    <a:gd name="connsiteY55" fmla="*/ 6336 h 10000"/>
                    <a:gd name="connsiteX56" fmla="*/ 8517 w 10000"/>
                    <a:gd name="connsiteY56" fmla="*/ 6398 h 10000"/>
                    <a:gd name="connsiteX57" fmla="*/ 8440 w 10000"/>
                    <a:gd name="connsiteY57" fmla="*/ 6532 h 10000"/>
                    <a:gd name="connsiteX58" fmla="*/ 7961 w 10000"/>
                    <a:gd name="connsiteY58" fmla="*/ 6269 h 10000"/>
                    <a:gd name="connsiteX59" fmla="*/ 7874 w 10000"/>
                    <a:gd name="connsiteY59" fmla="*/ 5556 h 10000"/>
                    <a:gd name="connsiteX60" fmla="*/ 7361 w 10000"/>
                    <a:gd name="connsiteY60" fmla="*/ 5865 h 10000"/>
                    <a:gd name="connsiteX61" fmla="*/ 7369 w 10000"/>
                    <a:gd name="connsiteY61" fmla="*/ 6232 h 10000"/>
                    <a:gd name="connsiteX62" fmla="*/ 6955 w 10000"/>
                    <a:gd name="connsiteY62" fmla="*/ 6453 h 10000"/>
                    <a:gd name="connsiteX63" fmla="*/ 3120 w 10000"/>
                    <a:gd name="connsiteY63" fmla="*/ 0 h 10000"/>
                    <a:gd name="connsiteX64" fmla="*/ 2475 w 10000"/>
                    <a:gd name="connsiteY64" fmla="*/ 0 h 10000"/>
                    <a:gd name="connsiteX65" fmla="*/ 1884 w 10000"/>
                    <a:gd name="connsiteY65" fmla="*/ 0 h 10000"/>
                    <a:gd name="connsiteX66" fmla="*/ 1237 w 10000"/>
                    <a:gd name="connsiteY66" fmla="*/ 0 h 10000"/>
                    <a:gd name="connsiteX67" fmla="*/ 1237 w 10000"/>
                    <a:gd name="connsiteY67" fmla="*/ 479 h 10000"/>
                    <a:gd name="connsiteX68" fmla="*/ 1237 w 10000"/>
                    <a:gd name="connsiteY68" fmla="*/ 1096 h 10000"/>
                    <a:gd name="connsiteX69" fmla="*/ 433 w 10000"/>
                    <a:gd name="connsiteY69" fmla="*/ 1096 h 10000"/>
                    <a:gd name="connsiteX70" fmla="*/ 433 w 10000"/>
                    <a:gd name="connsiteY70" fmla="*/ 1369 h 10000"/>
                    <a:gd name="connsiteX0" fmla="*/ 433 w 10000"/>
                    <a:gd name="connsiteY0" fmla="*/ 1369 h 10000"/>
                    <a:gd name="connsiteX1" fmla="*/ 6675 w 10000"/>
                    <a:gd name="connsiteY1" fmla="*/ 6715 h 10000"/>
                    <a:gd name="connsiteX2" fmla="*/ 6234 w 10000"/>
                    <a:gd name="connsiteY2" fmla="*/ 6927 h 10000"/>
                    <a:gd name="connsiteX3" fmla="*/ 5864 w 10000"/>
                    <a:gd name="connsiteY3" fmla="*/ 6706 h 10000"/>
                    <a:gd name="connsiteX4" fmla="*/ 5325 w 10000"/>
                    <a:gd name="connsiteY4" fmla="*/ 6572 h 10000"/>
                    <a:gd name="connsiteX5" fmla="*/ 5058 w 10000"/>
                    <a:gd name="connsiteY5" fmla="*/ 6873 h 10000"/>
                    <a:gd name="connsiteX6" fmla="*/ 4396 w 10000"/>
                    <a:gd name="connsiteY6" fmla="*/ 7104 h 10000"/>
                    <a:gd name="connsiteX7" fmla="*/ 3972 w 10000"/>
                    <a:gd name="connsiteY7" fmla="*/ 7102 h 10000"/>
                    <a:gd name="connsiteX8" fmla="*/ 3044 w 10000"/>
                    <a:gd name="connsiteY8" fmla="*/ 6906 h 10000"/>
                    <a:gd name="connsiteX9" fmla="*/ 2796 w 10000"/>
                    <a:gd name="connsiteY9" fmla="*/ 7012 h 10000"/>
                    <a:gd name="connsiteX10" fmla="*/ 2177 w 10000"/>
                    <a:gd name="connsiteY10" fmla="*/ 6775 h 10000"/>
                    <a:gd name="connsiteX11" fmla="*/ 1903 w 10000"/>
                    <a:gd name="connsiteY11" fmla="*/ 6419 h 10000"/>
                    <a:gd name="connsiteX12" fmla="*/ 1449 w 10000"/>
                    <a:gd name="connsiteY12" fmla="*/ 6516 h 10000"/>
                    <a:gd name="connsiteX13" fmla="*/ 1324 w 10000"/>
                    <a:gd name="connsiteY13" fmla="*/ 6727 h 10000"/>
                    <a:gd name="connsiteX14" fmla="*/ 845 w 10000"/>
                    <a:gd name="connsiteY14" fmla="*/ 6817 h 10000"/>
                    <a:gd name="connsiteX15" fmla="*/ 526 w 10000"/>
                    <a:gd name="connsiteY15" fmla="*/ 6809 h 10000"/>
                    <a:gd name="connsiteX16" fmla="*/ 354 w 10000"/>
                    <a:gd name="connsiteY16" fmla="*/ 6976 h 10000"/>
                    <a:gd name="connsiteX17" fmla="*/ 56 w 10000"/>
                    <a:gd name="connsiteY17" fmla="*/ 6713 h 10000"/>
                    <a:gd name="connsiteX18" fmla="*/ 0 w 10000"/>
                    <a:gd name="connsiteY18" fmla="*/ 7191 h 10000"/>
                    <a:gd name="connsiteX19" fmla="*/ 106 w 10000"/>
                    <a:gd name="connsiteY19" fmla="*/ 7260 h 10000"/>
                    <a:gd name="connsiteX20" fmla="*/ 538 w 10000"/>
                    <a:gd name="connsiteY20" fmla="*/ 7294 h 10000"/>
                    <a:gd name="connsiteX21" fmla="*/ 596 w 10000"/>
                    <a:gd name="connsiteY21" fmla="*/ 7430 h 10000"/>
                    <a:gd name="connsiteX22" fmla="*/ 1075 w 10000"/>
                    <a:gd name="connsiteY22" fmla="*/ 7466 h 10000"/>
                    <a:gd name="connsiteX23" fmla="*/ 1346 w 10000"/>
                    <a:gd name="connsiteY23" fmla="*/ 7603 h 10000"/>
                    <a:gd name="connsiteX24" fmla="*/ 1397 w 10000"/>
                    <a:gd name="connsiteY24" fmla="*/ 7843 h 10000"/>
                    <a:gd name="connsiteX25" fmla="*/ 2260 w 10000"/>
                    <a:gd name="connsiteY25" fmla="*/ 8253 h 10000"/>
                    <a:gd name="connsiteX26" fmla="*/ 2475 w 10000"/>
                    <a:gd name="connsiteY26" fmla="*/ 8665 h 10000"/>
                    <a:gd name="connsiteX27" fmla="*/ 3064 w 10000"/>
                    <a:gd name="connsiteY27" fmla="*/ 8871 h 10000"/>
                    <a:gd name="connsiteX28" fmla="*/ 3280 w 10000"/>
                    <a:gd name="connsiteY28" fmla="*/ 9142 h 10000"/>
                    <a:gd name="connsiteX29" fmla="*/ 3709 w 10000"/>
                    <a:gd name="connsiteY29" fmla="*/ 9487 h 10000"/>
                    <a:gd name="connsiteX30" fmla="*/ 4034 w 10000"/>
                    <a:gd name="connsiteY30" fmla="*/ 9588 h 10000"/>
                    <a:gd name="connsiteX31" fmla="*/ 4248 w 10000"/>
                    <a:gd name="connsiteY31" fmla="*/ 9487 h 10000"/>
                    <a:gd name="connsiteX32" fmla="*/ 4785 w 10000"/>
                    <a:gd name="connsiteY32" fmla="*/ 9521 h 10000"/>
                    <a:gd name="connsiteX33" fmla="*/ 5002 w 10000"/>
                    <a:gd name="connsiteY33" fmla="*/ 9452 h 10000"/>
                    <a:gd name="connsiteX34" fmla="*/ 5967 w 10000"/>
                    <a:gd name="connsiteY34" fmla="*/ 9967 h 10000"/>
                    <a:gd name="connsiteX35" fmla="*/ 6021 w 10000"/>
                    <a:gd name="connsiteY35" fmla="*/ 9967 h 10000"/>
                    <a:gd name="connsiteX36" fmla="*/ 6130 w 10000"/>
                    <a:gd name="connsiteY36" fmla="*/ 9898 h 10000"/>
                    <a:gd name="connsiteX37" fmla="*/ 6823 w 10000"/>
                    <a:gd name="connsiteY37" fmla="*/ 9898 h 10000"/>
                    <a:gd name="connsiteX38" fmla="*/ 6936 w 10000"/>
                    <a:gd name="connsiteY38" fmla="*/ 10000 h 10000"/>
                    <a:gd name="connsiteX39" fmla="*/ 7526 w 10000"/>
                    <a:gd name="connsiteY39" fmla="*/ 9862 h 10000"/>
                    <a:gd name="connsiteX40" fmla="*/ 8062 w 10000"/>
                    <a:gd name="connsiteY40" fmla="*/ 9862 h 10000"/>
                    <a:gd name="connsiteX41" fmla="*/ 8438 w 10000"/>
                    <a:gd name="connsiteY41" fmla="*/ 9726 h 10000"/>
                    <a:gd name="connsiteX42" fmla="*/ 8871 w 10000"/>
                    <a:gd name="connsiteY42" fmla="*/ 9452 h 10000"/>
                    <a:gd name="connsiteX43" fmla="*/ 10000 w 10000"/>
                    <a:gd name="connsiteY43" fmla="*/ 9452 h 10000"/>
                    <a:gd name="connsiteX44" fmla="*/ 10000 w 10000"/>
                    <a:gd name="connsiteY44" fmla="*/ 9076 h 10000"/>
                    <a:gd name="connsiteX45" fmla="*/ 9409 w 10000"/>
                    <a:gd name="connsiteY45" fmla="*/ 8905 h 10000"/>
                    <a:gd name="connsiteX46" fmla="*/ 9083 w 10000"/>
                    <a:gd name="connsiteY46" fmla="*/ 8357 h 10000"/>
                    <a:gd name="connsiteX47" fmla="*/ 8655 w 10000"/>
                    <a:gd name="connsiteY47" fmla="*/ 8151 h 10000"/>
                    <a:gd name="connsiteX48" fmla="*/ 8385 w 10000"/>
                    <a:gd name="connsiteY48" fmla="*/ 7876 h 10000"/>
                    <a:gd name="connsiteX49" fmla="*/ 7687 w 10000"/>
                    <a:gd name="connsiteY49" fmla="*/ 7672 h 10000"/>
                    <a:gd name="connsiteX50" fmla="*/ 7848 w 10000"/>
                    <a:gd name="connsiteY50" fmla="*/ 7603 h 10000"/>
                    <a:gd name="connsiteX51" fmla="*/ 7848 w 10000"/>
                    <a:gd name="connsiteY51" fmla="*/ 7430 h 10000"/>
                    <a:gd name="connsiteX52" fmla="*/ 8334 w 10000"/>
                    <a:gd name="connsiteY52" fmla="*/ 7430 h 10000"/>
                    <a:gd name="connsiteX53" fmla="*/ 8599 w 10000"/>
                    <a:gd name="connsiteY53" fmla="*/ 7294 h 10000"/>
                    <a:gd name="connsiteX54" fmla="*/ 8655 w 10000"/>
                    <a:gd name="connsiteY54" fmla="*/ 6302 h 10000"/>
                    <a:gd name="connsiteX55" fmla="*/ 8707 w 10000"/>
                    <a:gd name="connsiteY55" fmla="*/ 6336 h 10000"/>
                    <a:gd name="connsiteX56" fmla="*/ 8517 w 10000"/>
                    <a:gd name="connsiteY56" fmla="*/ 6398 h 10000"/>
                    <a:gd name="connsiteX57" fmla="*/ 8440 w 10000"/>
                    <a:gd name="connsiteY57" fmla="*/ 6532 h 10000"/>
                    <a:gd name="connsiteX58" fmla="*/ 7961 w 10000"/>
                    <a:gd name="connsiteY58" fmla="*/ 6269 h 10000"/>
                    <a:gd name="connsiteX59" fmla="*/ 7874 w 10000"/>
                    <a:gd name="connsiteY59" fmla="*/ 5556 h 10000"/>
                    <a:gd name="connsiteX60" fmla="*/ 7361 w 10000"/>
                    <a:gd name="connsiteY60" fmla="*/ 5865 h 10000"/>
                    <a:gd name="connsiteX61" fmla="*/ 7369 w 10000"/>
                    <a:gd name="connsiteY61" fmla="*/ 6232 h 10000"/>
                    <a:gd name="connsiteX62" fmla="*/ 6955 w 10000"/>
                    <a:gd name="connsiteY62" fmla="*/ 6453 h 10000"/>
                    <a:gd name="connsiteX63" fmla="*/ 2475 w 10000"/>
                    <a:gd name="connsiteY63" fmla="*/ 0 h 10000"/>
                    <a:gd name="connsiteX64" fmla="*/ 1884 w 10000"/>
                    <a:gd name="connsiteY64" fmla="*/ 0 h 10000"/>
                    <a:gd name="connsiteX65" fmla="*/ 1237 w 10000"/>
                    <a:gd name="connsiteY65" fmla="*/ 0 h 10000"/>
                    <a:gd name="connsiteX66" fmla="*/ 1237 w 10000"/>
                    <a:gd name="connsiteY66" fmla="*/ 479 h 10000"/>
                    <a:gd name="connsiteX67" fmla="*/ 1237 w 10000"/>
                    <a:gd name="connsiteY67" fmla="*/ 1096 h 10000"/>
                    <a:gd name="connsiteX68" fmla="*/ 433 w 10000"/>
                    <a:gd name="connsiteY68" fmla="*/ 1096 h 10000"/>
                    <a:gd name="connsiteX69" fmla="*/ 433 w 10000"/>
                    <a:gd name="connsiteY69" fmla="*/ 1369 h 10000"/>
                    <a:gd name="connsiteX0" fmla="*/ 433 w 10000"/>
                    <a:gd name="connsiteY0" fmla="*/ 1369 h 10000"/>
                    <a:gd name="connsiteX1" fmla="*/ 6675 w 10000"/>
                    <a:gd name="connsiteY1" fmla="*/ 6715 h 10000"/>
                    <a:gd name="connsiteX2" fmla="*/ 6234 w 10000"/>
                    <a:gd name="connsiteY2" fmla="*/ 6927 h 10000"/>
                    <a:gd name="connsiteX3" fmla="*/ 5864 w 10000"/>
                    <a:gd name="connsiteY3" fmla="*/ 6706 h 10000"/>
                    <a:gd name="connsiteX4" fmla="*/ 5325 w 10000"/>
                    <a:gd name="connsiteY4" fmla="*/ 6572 h 10000"/>
                    <a:gd name="connsiteX5" fmla="*/ 5058 w 10000"/>
                    <a:gd name="connsiteY5" fmla="*/ 6873 h 10000"/>
                    <a:gd name="connsiteX6" fmla="*/ 4396 w 10000"/>
                    <a:gd name="connsiteY6" fmla="*/ 7104 h 10000"/>
                    <a:gd name="connsiteX7" fmla="*/ 3972 w 10000"/>
                    <a:gd name="connsiteY7" fmla="*/ 7102 h 10000"/>
                    <a:gd name="connsiteX8" fmla="*/ 3044 w 10000"/>
                    <a:gd name="connsiteY8" fmla="*/ 6906 h 10000"/>
                    <a:gd name="connsiteX9" fmla="*/ 2796 w 10000"/>
                    <a:gd name="connsiteY9" fmla="*/ 7012 h 10000"/>
                    <a:gd name="connsiteX10" fmla="*/ 2177 w 10000"/>
                    <a:gd name="connsiteY10" fmla="*/ 6775 h 10000"/>
                    <a:gd name="connsiteX11" fmla="*/ 1903 w 10000"/>
                    <a:gd name="connsiteY11" fmla="*/ 6419 h 10000"/>
                    <a:gd name="connsiteX12" fmla="*/ 1449 w 10000"/>
                    <a:gd name="connsiteY12" fmla="*/ 6516 h 10000"/>
                    <a:gd name="connsiteX13" fmla="*/ 1324 w 10000"/>
                    <a:gd name="connsiteY13" fmla="*/ 6727 h 10000"/>
                    <a:gd name="connsiteX14" fmla="*/ 845 w 10000"/>
                    <a:gd name="connsiteY14" fmla="*/ 6817 h 10000"/>
                    <a:gd name="connsiteX15" fmla="*/ 526 w 10000"/>
                    <a:gd name="connsiteY15" fmla="*/ 6809 h 10000"/>
                    <a:gd name="connsiteX16" fmla="*/ 354 w 10000"/>
                    <a:gd name="connsiteY16" fmla="*/ 6976 h 10000"/>
                    <a:gd name="connsiteX17" fmla="*/ 56 w 10000"/>
                    <a:gd name="connsiteY17" fmla="*/ 6713 h 10000"/>
                    <a:gd name="connsiteX18" fmla="*/ 0 w 10000"/>
                    <a:gd name="connsiteY18" fmla="*/ 7191 h 10000"/>
                    <a:gd name="connsiteX19" fmla="*/ 106 w 10000"/>
                    <a:gd name="connsiteY19" fmla="*/ 7260 h 10000"/>
                    <a:gd name="connsiteX20" fmla="*/ 538 w 10000"/>
                    <a:gd name="connsiteY20" fmla="*/ 7294 h 10000"/>
                    <a:gd name="connsiteX21" fmla="*/ 596 w 10000"/>
                    <a:gd name="connsiteY21" fmla="*/ 7430 h 10000"/>
                    <a:gd name="connsiteX22" fmla="*/ 1075 w 10000"/>
                    <a:gd name="connsiteY22" fmla="*/ 7466 h 10000"/>
                    <a:gd name="connsiteX23" fmla="*/ 1346 w 10000"/>
                    <a:gd name="connsiteY23" fmla="*/ 7603 h 10000"/>
                    <a:gd name="connsiteX24" fmla="*/ 1397 w 10000"/>
                    <a:gd name="connsiteY24" fmla="*/ 7843 h 10000"/>
                    <a:gd name="connsiteX25" fmla="*/ 2260 w 10000"/>
                    <a:gd name="connsiteY25" fmla="*/ 8253 h 10000"/>
                    <a:gd name="connsiteX26" fmla="*/ 2475 w 10000"/>
                    <a:gd name="connsiteY26" fmla="*/ 8665 h 10000"/>
                    <a:gd name="connsiteX27" fmla="*/ 3064 w 10000"/>
                    <a:gd name="connsiteY27" fmla="*/ 8871 h 10000"/>
                    <a:gd name="connsiteX28" fmla="*/ 3280 w 10000"/>
                    <a:gd name="connsiteY28" fmla="*/ 9142 h 10000"/>
                    <a:gd name="connsiteX29" fmla="*/ 3709 w 10000"/>
                    <a:gd name="connsiteY29" fmla="*/ 9487 h 10000"/>
                    <a:gd name="connsiteX30" fmla="*/ 4034 w 10000"/>
                    <a:gd name="connsiteY30" fmla="*/ 9588 h 10000"/>
                    <a:gd name="connsiteX31" fmla="*/ 4248 w 10000"/>
                    <a:gd name="connsiteY31" fmla="*/ 9487 h 10000"/>
                    <a:gd name="connsiteX32" fmla="*/ 4785 w 10000"/>
                    <a:gd name="connsiteY32" fmla="*/ 9521 h 10000"/>
                    <a:gd name="connsiteX33" fmla="*/ 5002 w 10000"/>
                    <a:gd name="connsiteY33" fmla="*/ 9452 h 10000"/>
                    <a:gd name="connsiteX34" fmla="*/ 5967 w 10000"/>
                    <a:gd name="connsiteY34" fmla="*/ 9967 h 10000"/>
                    <a:gd name="connsiteX35" fmla="*/ 6021 w 10000"/>
                    <a:gd name="connsiteY35" fmla="*/ 9967 h 10000"/>
                    <a:gd name="connsiteX36" fmla="*/ 6130 w 10000"/>
                    <a:gd name="connsiteY36" fmla="*/ 9898 h 10000"/>
                    <a:gd name="connsiteX37" fmla="*/ 6823 w 10000"/>
                    <a:gd name="connsiteY37" fmla="*/ 9898 h 10000"/>
                    <a:gd name="connsiteX38" fmla="*/ 6936 w 10000"/>
                    <a:gd name="connsiteY38" fmla="*/ 10000 h 10000"/>
                    <a:gd name="connsiteX39" fmla="*/ 7526 w 10000"/>
                    <a:gd name="connsiteY39" fmla="*/ 9862 h 10000"/>
                    <a:gd name="connsiteX40" fmla="*/ 8062 w 10000"/>
                    <a:gd name="connsiteY40" fmla="*/ 9862 h 10000"/>
                    <a:gd name="connsiteX41" fmla="*/ 8438 w 10000"/>
                    <a:gd name="connsiteY41" fmla="*/ 9726 h 10000"/>
                    <a:gd name="connsiteX42" fmla="*/ 8871 w 10000"/>
                    <a:gd name="connsiteY42" fmla="*/ 9452 h 10000"/>
                    <a:gd name="connsiteX43" fmla="*/ 10000 w 10000"/>
                    <a:gd name="connsiteY43" fmla="*/ 9452 h 10000"/>
                    <a:gd name="connsiteX44" fmla="*/ 10000 w 10000"/>
                    <a:gd name="connsiteY44" fmla="*/ 9076 h 10000"/>
                    <a:gd name="connsiteX45" fmla="*/ 9409 w 10000"/>
                    <a:gd name="connsiteY45" fmla="*/ 8905 h 10000"/>
                    <a:gd name="connsiteX46" fmla="*/ 9083 w 10000"/>
                    <a:gd name="connsiteY46" fmla="*/ 8357 h 10000"/>
                    <a:gd name="connsiteX47" fmla="*/ 8655 w 10000"/>
                    <a:gd name="connsiteY47" fmla="*/ 8151 h 10000"/>
                    <a:gd name="connsiteX48" fmla="*/ 8385 w 10000"/>
                    <a:gd name="connsiteY48" fmla="*/ 7876 h 10000"/>
                    <a:gd name="connsiteX49" fmla="*/ 7687 w 10000"/>
                    <a:gd name="connsiteY49" fmla="*/ 7672 h 10000"/>
                    <a:gd name="connsiteX50" fmla="*/ 7848 w 10000"/>
                    <a:gd name="connsiteY50" fmla="*/ 7603 h 10000"/>
                    <a:gd name="connsiteX51" fmla="*/ 7848 w 10000"/>
                    <a:gd name="connsiteY51" fmla="*/ 7430 h 10000"/>
                    <a:gd name="connsiteX52" fmla="*/ 8334 w 10000"/>
                    <a:gd name="connsiteY52" fmla="*/ 7430 h 10000"/>
                    <a:gd name="connsiteX53" fmla="*/ 8599 w 10000"/>
                    <a:gd name="connsiteY53" fmla="*/ 7294 h 10000"/>
                    <a:gd name="connsiteX54" fmla="*/ 8655 w 10000"/>
                    <a:gd name="connsiteY54" fmla="*/ 6302 h 10000"/>
                    <a:gd name="connsiteX55" fmla="*/ 8707 w 10000"/>
                    <a:gd name="connsiteY55" fmla="*/ 6336 h 10000"/>
                    <a:gd name="connsiteX56" fmla="*/ 8517 w 10000"/>
                    <a:gd name="connsiteY56" fmla="*/ 6398 h 10000"/>
                    <a:gd name="connsiteX57" fmla="*/ 8440 w 10000"/>
                    <a:gd name="connsiteY57" fmla="*/ 6532 h 10000"/>
                    <a:gd name="connsiteX58" fmla="*/ 7961 w 10000"/>
                    <a:gd name="connsiteY58" fmla="*/ 6269 h 10000"/>
                    <a:gd name="connsiteX59" fmla="*/ 7874 w 10000"/>
                    <a:gd name="connsiteY59" fmla="*/ 5556 h 10000"/>
                    <a:gd name="connsiteX60" fmla="*/ 7361 w 10000"/>
                    <a:gd name="connsiteY60" fmla="*/ 5865 h 10000"/>
                    <a:gd name="connsiteX61" fmla="*/ 7369 w 10000"/>
                    <a:gd name="connsiteY61" fmla="*/ 6232 h 10000"/>
                    <a:gd name="connsiteX62" fmla="*/ 6955 w 10000"/>
                    <a:gd name="connsiteY62" fmla="*/ 6453 h 10000"/>
                    <a:gd name="connsiteX63" fmla="*/ 1884 w 10000"/>
                    <a:gd name="connsiteY63" fmla="*/ 0 h 10000"/>
                    <a:gd name="connsiteX64" fmla="*/ 1237 w 10000"/>
                    <a:gd name="connsiteY64" fmla="*/ 0 h 10000"/>
                    <a:gd name="connsiteX65" fmla="*/ 1237 w 10000"/>
                    <a:gd name="connsiteY65" fmla="*/ 479 h 10000"/>
                    <a:gd name="connsiteX66" fmla="*/ 1237 w 10000"/>
                    <a:gd name="connsiteY66" fmla="*/ 1096 h 10000"/>
                    <a:gd name="connsiteX67" fmla="*/ 433 w 10000"/>
                    <a:gd name="connsiteY67" fmla="*/ 1096 h 10000"/>
                    <a:gd name="connsiteX68" fmla="*/ 433 w 10000"/>
                    <a:gd name="connsiteY68" fmla="*/ 1369 h 10000"/>
                    <a:gd name="connsiteX0" fmla="*/ 433 w 10000"/>
                    <a:gd name="connsiteY0" fmla="*/ 1369 h 10000"/>
                    <a:gd name="connsiteX1" fmla="*/ 6675 w 10000"/>
                    <a:gd name="connsiteY1" fmla="*/ 6715 h 10000"/>
                    <a:gd name="connsiteX2" fmla="*/ 6234 w 10000"/>
                    <a:gd name="connsiteY2" fmla="*/ 6927 h 10000"/>
                    <a:gd name="connsiteX3" fmla="*/ 5864 w 10000"/>
                    <a:gd name="connsiteY3" fmla="*/ 6706 h 10000"/>
                    <a:gd name="connsiteX4" fmla="*/ 5325 w 10000"/>
                    <a:gd name="connsiteY4" fmla="*/ 6572 h 10000"/>
                    <a:gd name="connsiteX5" fmla="*/ 5058 w 10000"/>
                    <a:gd name="connsiteY5" fmla="*/ 6873 h 10000"/>
                    <a:gd name="connsiteX6" fmla="*/ 4396 w 10000"/>
                    <a:gd name="connsiteY6" fmla="*/ 7104 h 10000"/>
                    <a:gd name="connsiteX7" fmla="*/ 3972 w 10000"/>
                    <a:gd name="connsiteY7" fmla="*/ 7102 h 10000"/>
                    <a:gd name="connsiteX8" fmla="*/ 3044 w 10000"/>
                    <a:gd name="connsiteY8" fmla="*/ 6906 h 10000"/>
                    <a:gd name="connsiteX9" fmla="*/ 2796 w 10000"/>
                    <a:gd name="connsiteY9" fmla="*/ 7012 h 10000"/>
                    <a:gd name="connsiteX10" fmla="*/ 2177 w 10000"/>
                    <a:gd name="connsiteY10" fmla="*/ 6775 h 10000"/>
                    <a:gd name="connsiteX11" fmla="*/ 1903 w 10000"/>
                    <a:gd name="connsiteY11" fmla="*/ 6419 h 10000"/>
                    <a:gd name="connsiteX12" fmla="*/ 1449 w 10000"/>
                    <a:gd name="connsiteY12" fmla="*/ 6516 h 10000"/>
                    <a:gd name="connsiteX13" fmla="*/ 1324 w 10000"/>
                    <a:gd name="connsiteY13" fmla="*/ 6727 h 10000"/>
                    <a:gd name="connsiteX14" fmla="*/ 845 w 10000"/>
                    <a:gd name="connsiteY14" fmla="*/ 6817 h 10000"/>
                    <a:gd name="connsiteX15" fmla="*/ 526 w 10000"/>
                    <a:gd name="connsiteY15" fmla="*/ 6809 h 10000"/>
                    <a:gd name="connsiteX16" fmla="*/ 354 w 10000"/>
                    <a:gd name="connsiteY16" fmla="*/ 6976 h 10000"/>
                    <a:gd name="connsiteX17" fmla="*/ 56 w 10000"/>
                    <a:gd name="connsiteY17" fmla="*/ 6713 h 10000"/>
                    <a:gd name="connsiteX18" fmla="*/ 0 w 10000"/>
                    <a:gd name="connsiteY18" fmla="*/ 7191 h 10000"/>
                    <a:gd name="connsiteX19" fmla="*/ 106 w 10000"/>
                    <a:gd name="connsiteY19" fmla="*/ 7260 h 10000"/>
                    <a:gd name="connsiteX20" fmla="*/ 538 w 10000"/>
                    <a:gd name="connsiteY20" fmla="*/ 7294 h 10000"/>
                    <a:gd name="connsiteX21" fmla="*/ 596 w 10000"/>
                    <a:gd name="connsiteY21" fmla="*/ 7430 h 10000"/>
                    <a:gd name="connsiteX22" fmla="*/ 1075 w 10000"/>
                    <a:gd name="connsiteY22" fmla="*/ 7466 h 10000"/>
                    <a:gd name="connsiteX23" fmla="*/ 1346 w 10000"/>
                    <a:gd name="connsiteY23" fmla="*/ 7603 h 10000"/>
                    <a:gd name="connsiteX24" fmla="*/ 1397 w 10000"/>
                    <a:gd name="connsiteY24" fmla="*/ 7843 h 10000"/>
                    <a:gd name="connsiteX25" fmla="*/ 2260 w 10000"/>
                    <a:gd name="connsiteY25" fmla="*/ 8253 h 10000"/>
                    <a:gd name="connsiteX26" fmla="*/ 2475 w 10000"/>
                    <a:gd name="connsiteY26" fmla="*/ 8665 h 10000"/>
                    <a:gd name="connsiteX27" fmla="*/ 3064 w 10000"/>
                    <a:gd name="connsiteY27" fmla="*/ 8871 h 10000"/>
                    <a:gd name="connsiteX28" fmla="*/ 3280 w 10000"/>
                    <a:gd name="connsiteY28" fmla="*/ 9142 h 10000"/>
                    <a:gd name="connsiteX29" fmla="*/ 3709 w 10000"/>
                    <a:gd name="connsiteY29" fmla="*/ 9487 h 10000"/>
                    <a:gd name="connsiteX30" fmla="*/ 4034 w 10000"/>
                    <a:gd name="connsiteY30" fmla="*/ 9588 h 10000"/>
                    <a:gd name="connsiteX31" fmla="*/ 4248 w 10000"/>
                    <a:gd name="connsiteY31" fmla="*/ 9487 h 10000"/>
                    <a:gd name="connsiteX32" fmla="*/ 4785 w 10000"/>
                    <a:gd name="connsiteY32" fmla="*/ 9521 h 10000"/>
                    <a:gd name="connsiteX33" fmla="*/ 5002 w 10000"/>
                    <a:gd name="connsiteY33" fmla="*/ 9452 h 10000"/>
                    <a:gd name="connsiteX34" fmla="*/ 5967 w 10000"/>
                    <a:gd name="connsiteY34" fmla="*/ 9967 h 10000"/>
                    <a:gd name="connsiteX35" fmla="*/ 6021 w 10000"/>
                    <a:gd name="connsiteY35" fmla="*/ 9967 h 10000"/>
                    <a:gd name="connsiteX36" fmla="*/ 6130 w 10000"/>
                    <a:gd name="connsiteY36" fmla="*/ 9898 h 10000"/>
                    <a:gd name="connsiteX37" fmla="*/ 6823 w 10000"/>
                    <a:gd name="connsiteY37" fmla="*/ 9898 h 10000"/>
                    <a:gd name="connsiteX38" fmla="*/ 6936 w 10000"/>
                    <a:gd name="connsiteY38" fmla="*/ 10000 h 10000"/>
                    <a:gd name="connsiteX39" fmla="*/ 7526 w 10000"/>
                    <a:gd name="connsiteY39" fmla="*/ 9862 h 10000"/>
                    <a:gd name="connsiteX40" fmla="*/ 8062 w 10000"/>
                    <a:gd name="connsiteY40" fmla="*/ 9862 h 10000"/>
                    <a:gd name="connsiteX41" fmla="*/ 8438 w 10000"/>
                    <a:gd name="connsiteY41" fmla="*/ 9726 h 10000"/>
                    <a:gd name="connsiteX42" fmla="*/ 8871 w 10000"/>
                    <a:gd name="connsiteY42" fmla="*/ 9452 h 10000"/>
                    <a:gd name="connsiteX43" fmla="*/ 10000 w 10000"/>
                    <a:gd name="connsiteY43" fmla="*/ 9452 h 10000"/>
                    <a:gd name="connsiteX44" fmla="*/ 10000 w 10000"/>
                    <a:gd name="connsiteY44" fmla="*/ 9076 h 10000"/>
                    <a:gd name="connsiteX45" fmla="*/ 9409 w 10000"/>
                    <a:gd name="connsiteY45" fmla="*/ 8905 h 10000"/>
                    <a:gd name="connsiteX46" fmla="*/ 9083 w 10000"/>
                    <a:gd name="connsiteY46" fmla="*/ 8357 h 10000"/>
                    <a:gd name="connsiteX47" fmla="*/ 8655 w 10000"/>
                    <a:gd name="connsiteY47" fmla="*/ 8151 h 10000"/>
                    <a:gd name="connsiteX48" fmla="*/ 8385 w 10000"/>
                    <a:gd name="connsiteY48" fmla="*/ 7876 h 10000"/>
                    <a:gd name="connsiteX49" fmla="*/ 7687 w 10000"/>
                    <a:gd name="connsiteY49" fmla="*/ 7672 h 10000"/>
                    <a:gd name="connsiteX50" fmla="*/ 7848 w 10000"/>
                    <a:gd name="connsiteY50" fmla="*/ 7603 h 10000"/>
                    <a:gd name="connsiteX51" fmla="*/ 7848 w 10000"/>
                    <a:gd name="connsiteY51" fmla="*/ 7430 h 10000"/>
                    <a:gd name="connsiteX52" fmla="*/ 8334 w 10000"/>
                    <a:gd name="connsiteY52" fmla="*/ 7430 h 10000"/>
                    <a:gd name="connsiteX53" fmla="*/ 8599 w 10000"/>
                    <a:gd name="connsiteY53" fmla="*/ 7294 h 10000"/>
                    <a:gd name="connsiteX54" fmla="*/ 8655 w 10000"/>
                    <a:gd name="connsiteY54" fmla="*/ 6302 h 10000"/>
                    <a:gd name="connsiteX55" fmla="*/ 8707 w 10000"/>
                    <a:gd name="connsiteY55" fmla="*/ 6336 h 10000"/>
                    <a:gd name="connsiteX56" fmla="*/ 8517 w 10000"/>
                    <a:gd name="connsiteY56" fmla="*/ 6398 h 10000"/>
                    <a:gd name="connsiteX57" fmla="*/ 8440 w 10000"/>
                    <a:gd name="connsiteY57" fmla="*/ 6532 h 10000"/>
                    <a:gd name="connsiteX58" fmla="*/ 7961 w 10000"/>
                    <a:gd name="connsiteY58" fmla="*/ 6269 h 10000"/>
                    <a:gd name="connsiteX59" fmla="*/ 7874 w 10000"/>
                    <a:gd name="connsiteY59" fmla="*/ 5556 h 10000"/>
                    <a:gd name="connsiteX60" fmla="*/ 7361 w 10000"/>
                    <a:gd name="connsiteY60" fmla="*/ 5865 h 10000"/>
                    <a:gd name="connsiteX61" fmla="*/ 7369 w 10000"/>
                    <a:gd name="connsiteY61" fmla="*/ 6232 h 10000"/>
                    <a:gd name="connsiteX62" fmla="*/ 6955 w 10000"/>
                    <a:gd name="connsiteY62" fmla="*/ 6453 h 10000"/>
                    <a:gd name="connsiteX63" fmla="*/ 1237 w 10000"/>
                    <a:gd name="connsiteY63" fmla="*/ 0 h 10000"/>
                    <a:gd name="connsiteX64" fmla="*/ 1237 w 10000"/>
                    <a:gd name="connsiteY64" fmla="*/ 479 h 10000"/>
                    <a:gd name="connsiteX65" fmla="*/ 1237 w 10000"/>
                    <a:gd name="connsiteY65" fmla="*/ 1096 h 10000"/>
                    <a:gd name="connsiteX66" fmla="*/ 433 w 10000"/>
                    <a:gd name="connsiteY66" fmla="*/ 1096 h 10000"/>
                    <a:gd name="connsiteX67" fmla="*/ 433 w 10000"/>
                    <a:gd name="connsiteY67" fmla="*/ 1369 h 10000"/>
                    <a:gd name="connsiteX0" fmla="*/ 433 w 10000"/>
                    <a:gd name="connsiteY0" fmla="*/ 890 h 9521"/>
                    <a:gd name="connsiteX1" fmla="*/ 6675 w 10000"/>
                    <a:gd name="connsiteY1" fmla="*/ 6236 h 9521"/>
                    <a:gd name="connsiteX2" fmla="*/ 6234 w 10000"/>
                    <a:gd name="connsiteY2" fmla="*/ 6448 h 9521"/>
                    <a:gd name="connsiteX3" fmla="*/ 5864 w 10000"/>
                    <a:gd name="connsiteY3" fmla="*/ 6227 h 9521"/>
                    <a:gd name="connsiteX4" fmla="*/ 5325 w 10000"/>
                    <a:gd name="connsiteY4" fmla="*/ 6093 h 9521"/>
                    <a:gd name="connsiteX5" fmla="*/ 5058 w 10000"/>
                    <a:gd name="connsiteY5" fmla="*/ 6394 h 9521"/>
                    <a:gd name="connsiteX6" fmla="*/ 4396 w 10000"/>
                    <a:gd name="connsiteY6" fmla="*/ 6625 h 9521"/>
                    <a:gd name="connsiteX7" fmla="*/ 3972 w 10000"/>
                    <a:gd name="connsiteY7" fmla="*/ 6623 h 9521"/>
                    <a:gd name="connsiteX8" fmla="*/ 3044 w 10000"/>
                    <a:gd name="connsiteY8" fmla="*/ 6427 h 9521"/>
                    <a:gd name="connsiteX9" fmla="*/ 2796 w 10000"/>
                    <a:gd name="connsiteY9" fmla="*/ 6533 h 9521"/>
                    <a:gd name="connsiteX10" fmla="*/ 2177 w 10000"/>
                    <a:gd name="connsiteY10" fmla="*/ 6296 h 9521"/>
                    <a:gd name="connsiteX11" fmla="*/ 1903 w 10000"/>
                    <a:gd name="connsiteY11" fmla="*/ 5940 h 9521"/>
                    <a:gd name="connsiteX12" fmla="*/ 1449 w 10000"/>
                    <a:gd name="connsiteY12" fmla="*/ 6037 h 9521"/>
                    <a:gd name="connsiteX13" fmla="*/ 1324 w 10000"/>
                    <a:gd name="connsiteY13" fmla="*/ 6248 h 9521"/>
                    <a:gd name="connsiteX14" fmla="*/ 845 w 10000"/>
                    <a:gd name="connsiteY14" fmla="*/ 6338 h 9521"/>
                    <a:gd name="connsiteX15" fmla="*/ 526 w 10000"/>
                    <a:gd name="connsiteY15" fmla="*/ 6330 h 9521"/>
                    <a:gd name="connsiteX16" fmla="*/ 354 w 10000"/>
                    <a:gd name="connsiteY16" fmla="*/ 6497 h 9521"/>
                    <a:gd name="connsiteX17" fmla="*/ 56 w 10000"/>
                    <a:gd name="connsiteY17" fmla="*/ 6234 h 9521"/>
                    <a:gd name="connsiteX18" fmla="*/ 0 w 10000"/>
                    <a:gd name="connsiteY18" fmla="*/ 6712 h 9521"/>
                    <a:gd name="connsiteX19" fmla="*/ 106 w 10000"/>
                    <a:gd name="connsiteY19" fmla="*/ 6781 h 9521"/>
                    <a:gd name="connsiteX20" fmla="*/ 538 w 10000"/>
                    <a:gd name="connsiteY20" fmla="*/ 6815 h 9521"/>
                    <a:gd name="connsiteX21" fmla="*/ 596 w 10000"/>
                    <a:gd name="connsiteY21" fmla="*/ 6951 h 9521"/>
                    <a:gd name="connsiteX22" fmla="*/ 1075 w 10000"/>
                    <a:gd name="connsiteY22" fmla="*/ 6987 h 9521"/>
                    <a:gd name="connsiteX23" fmla="*/ 1346 w 10000"/>
                    <a:gd name="connsiteY23" fmla="*/ 7124 h 9521"/>
                    <a:gd name="connsiteX24" fmla="*/ 1397 w 10000"/>
                    <a:gd name="connsiteY24" fmla="*/ 7364 h 9521"/>
                    <a:gd name="connsiteX25" fmla="*/ 2260 w 10000"/>
                    <a:gd name="connsiteY25" fmla="*/ 7774 h 9521"/>
                    <a:gd name="connsiteX26" fmla="*/ 2475 w 10000"/>
                    <a:gd name="connsiteY26" fmla="*/ 8186 h 9521"/>
                    <a:gd name="connsiteX27" fmla="*/ 3064 w 10000"/>
                    <a:gd name="connsiteY27" fmla="*/ 8392 h 9521"/>
                    <a:gd name="connsiteX28" fmla="*/ 3280 w 10000"/>
                    <a:gd name="connsiteY28" fmla="*/ 8663 h 9521"/>
                    <a:gd name="connsiteX29" fmla="*/ 3709 w 10000"/>
                    <a:gd name="connsiteY29" fmla="*/ 9008 h 9521"/>
                    <a:gd name="connsiteX30" fmla="*/ 4034 w 10000"/>
                    <a:gd name="connsiteY30" fmla="*/ 9109 h 9521"/>
                    <a:gd name="connsiteX31" fmla="*/ 4248 w 10000"/>
                    <a:gd name="connsiteY31" fmla="*/ 9008 h 9521"/>
                    <a:gd name="connsiteX32" fmla="*/ 4785 w 10000"/>
                    <a:gd name="connsiteY32" fmla="*/ 9042 h 9521"/>
                    <a:gd name="connsiteX33" fmla="*/ 5002 w 10000"/>
                    <a:gd name="connsiteY33" fmla="*/ 8973 h 9521"/>
                    <a:gd name="connsiteX34" fmla="*/ 5967 w 10000"/>
                    <a:gd name="connsiteY34" fmla="*/ 9488 h 9521"/>
                    <a:gd name="connsiteX35" fmla="*/ 6021 w 10000"/>
                    <a:gd name="connsiteY35" fmla="*/ 9488 h 9521"/>
                    <a:gd name="connsiteX36" fmla="*/ 6130 w 10000"/>
                    <a:gd name="connsiteY36" fmla="*/ 9419 h 9521"/>
                    <a:gd name="connsiteX37" fmla="*/ 6823 w 10000"/>
                    <a:gd name="connsiteY37" fmla="*/ 9419 h 9521"/>
                    <a:gd name="connsiteX38" fmla="*/ 6936 w 10000"/>
                    <a:gd name="connsiteY38" fmla="*/ 9521 h 9521"/>
                    <a:gd name="connsiteX39" fmla="*/ 7526 w 10000"/>
                    <a:gd name="connsiteY39" fmla="*/ 9383 h 9521"/>
                    <a:gd name="connsiteX40" fmla="*/ 8062 w 10000"/>
                    <a:gd name="connsiteY40" fmla="*/ 9383 h 9521"/>
                    <a:gd name="connsiteX41" fmla="*/ 8438 w 10000"/>
                    <a:gd name="connsiteY41" fmla="*/ 9247 h 9521"/>
                    <a:gd name="connsiteX42" fmla="*/ 8871 w 10000"/>
                    <a:gd name="connsiteY42" fmla="*/ 8973 h 9521"/>
                    <a:gd name="connsiteX43" fmla="*/ 10000 w 10000"/>
                    <a:gd name="connsiteY43" fmla="*/ 8973 h 9521"/>
                    <a:gd name="connsiteX44" fmla="*/ 10000 w 10000"/>
                    <a:gd name="connsiteY44" fmla="*/ 8597 h 9521"/>
                    <a:gd name="connsiteX45" fmla="*/ 9409 w 10000"/>
                    <a:gd name="connsiteY45" fmla="*/ 8426 h 9521"/>
                    <a:gd name="connsiteX46" fmla="*/ 9083 w 10000"/>
                    <a:gd name="connsiteY46" fmla="*/ 7878 h 9521"/>
                    <a:gd name="connsiteX47" fmla="*/ 8655 w 10000"/>
                    <a:gd name="connsiteY47" fmla="*/ 7672 h 9521"/>
                    <a:gd name="connsiteX48" fmla="*/ 8385 w 10000"/>
                    <a:gd name="connsiteY48" fmla="*/ 7397 h 9521"/>
                    <a:gd name="connsiteX49" fmla="*/ 7687 w 10000"/>
                    <a:gd name="connsiteY49" fmla="*/ 7193 h 9521"/>
                    <a:gd name="connsiteX50" fmla="*/ 7848 w 10000"/>
                    <a:gd name="connsiteY50" fmla="*/ 7124 h 9521"/>
                    <a:gd name="connsiteX51" fmla="*/ 7848 w 10000"/>
                    <a:gd name="connsiteY51" fmla="*/ 6951 h 9521"/>
                    <a:gd name="connsiteX52" fmla="*/ 8334 w 10000"/>
                    <a:gd name="connsiteY52" fmla="*/ 6951 h 9521"/>
                    <a:gd name="connsiteX53" fmla="*/ 8599 w 10000"/>
                    <a:gd name="connsiteY53" fmla="*/ 6815 h 9521"/>
                    <a:gd name="connsiteX54" fmla="*/ 8655 w 10000"/>
                    <a:gd name="connsiteY54" fmla="*/ 5823 h 9521"/>
                    <a:gd name="connsiteX55" fmla="*/ 8707 w 10000"/>
                    <a:gd name="connsiteY55" fmla="*/ 5857 h 9521"/>
                    <a:gd name="connsiteX56" fmla="*/ 8517 w 10000"/>
                    <a:gd name="connsiteY56" fmla="*/ 5919 h 9521"/>
                    <a:gd name="connsiteX57" fmla="*/ 8440 w 10000"/>
                    <a:gd name="connsiteY57" fmla="*/ 6053 h 9521"/>
                    <a:gd name="connsiteX58" fmla="*/ 7961 w 10000"/>
                    <a:gd name="connsiteY58" fmla="*/ 5790 h 9521"/>
                    <a:gd name="connsiteX59" fmla="*/ 7874 w 10000"/>
                    <a:gd name="connsiteY59" fmla="*/ 5077 h 9521"/>
                    <a:gd name="connsiteX60" fmla="*/ 7361 w 10000"/>
                    <a:gd name="connsiteY60" fmla="*/ 5386 h 9521"/>
                    <a:gd name="connsiteX61" fmla="*/ 7369 w 10000"/>
                    <a:gd name="connsiteY61" fmla="*/ 5753 h 9521"/>
                    <a:gd name="connsiteX62" fmla="*/ 6955 w 10000"/>
                    <a:gd name="connsiteY62" fmla="*/ 5974 h 9521"/>
                    <a:gd name="connsiteX63" fmla="*/ 1237 w 10000"/>
                    <a:gd name="connsiteY63" fmla="*/ 0 h 9521"/>
                    <a:gd name="connsiteX64" fmla="*/ 1237 w 10000"/>
                    <a:gd name="connsiteY64" fmla="*/ 617 h 9521"/>
                    <a:gd name="connsiteX65" fmla="*/ 433 w 10000"/>
                    <a:gd name="connsiteY65" fmla="*/ 617 h 9521"/>
                    <a:gd name="connsiteX66" fmla="*/ 433 w 10000"/>
                    <a:gd name="connsiteY66" fmla="*/ 890 h 9521"/>
                    <a:gd name="connsiteX0" fmla="*/ 433 w 10000"/>
                    <a:gd name="connsiteY0" fmla="*/ 287 h 9352"/>
                    <a:gd name="connsiteX1" fmla="*/ 6675 w 10000"/>
                    <a:gd name="connsiteY1" fmla="*/ 5902 h 9352"/>
                    <a:gd name="connsiteX2" fmla="*/ 6234 w 10000"/>
                    <a:gd name="connsiteY2" fmla="*/ 6124 h 9352"/>
                    <a:gd name="connsiteX3" fmla="*/ 5864 w 10000"/>
                    <a:gd name="connsiteY3" fmla="*/ 5892 h 9352"/>
                    <a:gd name="connsiteX4" fmla="*/ 5325 w 10000"/>
                    <a:gd name="connsiteY4" fmla="*/ 5752 h 9352"/>
                    <a:gd name="connsiteX5" fmla="*/ 5058 w 10000"/>
                    <a:gd name="connsiteY5" fmla="*/ 6068 h 9352"/>
                    <a:gd name="connsiteX6" fmla="*/ 4396 w 10000"/>
                    <a:gd name="connsiteY6" fmla="*/ 6310 h 9352"/>
                    <a:gd name="connsiteX7" fmla="*/ 3972 w 10000"/>
                    <a:gd name="connsiteY7" fmla="*/ 6308 h 9352"/>
                    <a:gd name="connsiteX8" fmla="*/ 3044 w 10000"/>
                    <a:gd name="connsiteY8" fmla="*/ 6102 h 9352"/>
                    <a:gd name="connsiteX9" fmla="*/ 2796 w 10000"/>
                    <a:gd name="connsiteY9" fmla="*/ 6214 h 9352"/>
                    <a:gd name="connsiteX10" fmla="*/ 2177 w 10000"/>
                    <a:gd name="connsiteY10" fmla="*/ 5965 h 9352"/>
                    <a:gd name="connsiteX11" fmla="*/ 1903 w 10000"/>
                    <a:gd name="connsiteY11" fmla="*/ 5591 h 9352"/>
                    <a:gd name="connsiteX12" fmla="*/ 1449 w 10000"/>
                    <a:gd name="connsiteY12" fmla="*/ 5693 h 9352"/>
                    <a:gd name="connsiteX13" fmla="*/ 1324 w 10000"/>
                    <a:gd name="connsiteY13" fmla="*/ 5914 h 9352"/>
                    <a:gd name="connsiteX14" fmla="*/ 845 w 10000"/>
                    <a:gd name="connsiteY14" fmla="*/ 6009 h 9352"/>
                    <a:gd name="connsiteX15" fmla="*/ 526 w 10000"/>
                    <a:gd name="connsiteY15" fmla="*/ 6000 h 9352"/>
                    <a:gd name="connsiteX16" fmla="*/ 354 w 10000"/>
                    <a:gd name="connsiteY16" fmla="*/ 6176 h 9352"/>
                    <a:gd name="connsiteX17" fmla="*/ 56 w 10000"/>
                    <a:gd name="connsiteY17" fmla="*/ 5900 h 9352"/>
                    <a:gd name="connsiteX18" fmla="*/ 0 w 10000"/>
                    <a:gd name="connsiteY18" fmla="*/ 6402 h 9352"/>
                    <a:gd name="connsiteX19" fmla="*/ 106 w 10000"/>
                    <a:gd name="connsiteY19" fmla="*/ 6474 h 9352"/>
                    <a:gd name="connsiteX20" fmla="*/ 538 w 10000"/>
                    <a:gd name="connsiteY20" fmla="*/ 6510 h 9352"/>
                    <a:gd name="connsiteX21" fmla="*/ 596 w 10000"/>
                    <a:gd name="connsiteY21" fmla="*/ 6653 h 9352"/>
                    <a:gd name="connsiteX22" fmla="*/ 1075 w 10000"/>
                    <a:gd name="connsiteY22" fmla="*/ 6691 h 9352"/>
                    <a:gd name="connsiteX23" fmla="*/ 1346 w 10000"/>
                    <a:gd name="connsiteY23" fmla="*/ 6834 h 9352"/>
                    <a:gd name="connsiteX24" fmla="*/ 1397 w 10000"/>
                    <a:gd name="connsiteY24" fmla="*/ 7086 h 9352"/>
                    <a:gd name="connsiteX25" fmla="*/ 2260 w 10000"/>
                    <a:gd name="connsiteY25" fmla="*/ 7517 h 9352"/>
                    <a:gd name="connsiteX26" fmla="*/ 2475 w 10000"/>
                    <a:gd name="connsiteY26" fmla="*/ 7950 h 9352"/>
                    <a:gd name="connsiteX27" fmla="*/ 3064 w 10000"/>
                    <a:gd name="connsiteY27" fmla="*/ 8166 h 9352"/>
                    <a:gd name="connsiteX28" fmla="*/ 3280 w 10000"/>
                    <a:gd name="connsiteY28" fmla="*/ 8451 h 9352"/>
                    <a:gd name="connsiteX29" fmla="*/ 3709 w 10000"/>
                    <a:gd name="connsiteY29" fmla="*/ 8813 h 9352"/>
                    <a:gd name="connsiteX30" fmla="*/ 4034 w 10000"/>
                    <a:gd name="connsiteY30" fmla="*/ 8919 h 9352"/>
                    <a:gd name="connsiteX31" fmla="*/ 4248 w 10000"/>
                    <a:gd name="connsiteY31" fmla="*/ 8813 h 9352"/>
                    <a:gd name="connsiteX32" fmla="*/ 4785 w 10000"/>
                    <a:gd name="connsiteY32" fmla="*/ 8849 h 9352"/>
                    <a:gd name="connsiteX33" fmla="*/ 5002 w 10000"/>
                    <a:gd name="connsiteY33" fmla="*/ 8776 h 9352"/>
                    <a:gd name="connsiteX34" fmla="*/ 5967 w 10000"/>
                    <a:gd name="connsiteY34" fmla="*/ 9317 h 9352"/>
                    <a:gd name="connsiteX35" fmla="*/ 6021 w 10000"/>
                    <a:gd name="connsiteY35" fmla="*/ 9317 h 9352"/>
                    <a:gd name="connsiteX36" fmla="*/ 6130 w 10000"/>
                    <a:gd name="connsiteY36" fmla="*/ 9245 h 9352"/>
                    <a:gd name="connsiteX37" fmla="*/ 6823 w 10000"/>
                    <a:gd name="connsiteY37" fmla="*/ 9245 h 9352"/>
                    <a:gd name="connsiteX38" fmla="*/ 6936 w 10000"/>
                    <a:gd name="connsiteY38" fmla="*/ 9352 h 9352"/>
                    <a:gd name="connsiteX39" fmla="*/ 7526 w 10000"/>
                    <a:gd name="connsiteY39" fmla="*/ 9207 h 9352"/>
                    <a:gd name="connsiteX40" fmla="*/ 8062 w 10000"/>
                    <a:gd name="connsiteY40" fmla="*/ 9207 h 9352"/>
                    <a:gd name="connsiteX41" fmla="*/ 8438 w 10000"/>
                    <a:gd name="connsiteY41" fmla="*/ 9064 h 9352"/>
                    <a:gd name="connsiteX42" fmla="*/ 8871 w 10000"/>
                    <a:gd name="connsiteY42" fmla="*/ 8776 h 9352"/>
                    <a:gd name="connsiteX43" fmla="*/ 10000 w 10000"/>
                    <a:gd name="connsiteY43" fmla="*/ 8776 h 9352"/>
                    <a:gd name="connsiteX44" fmla="*/ 10000 w 10000"/>
                    <a:gd name="connsiteY44" fmla="*/ 8382 h 9352"/>
                    <a:gd name="connsiteX45" fmla="*/ 9409 w 10000"/>
                    <a:gd name="connsiteY45" fmla="*/ 8202 h 9352"/>
                    <a:gd name="connsiteX46" fmla="*/ 9083 w 10000"/>
                    <a:gd name="connsiteY46" fmla="*/ 7626 h 9352"/>
                    <a:gd name="connsiteX47" fmla="*/ 8655 w 10000"/>
                    <a:gd name="connsiteY47" fmla="*/ 7410 h 9352"/>
                    <a:gd name="connsiteX48" fmla="*/ 8385 w 10000"/>
                    <a:gd name="connsiteY48" fmla="*/ 7121 h 9352"/>
                    <a:gd name="connsiteX49" fmla="*/ 7687 w 10000"/>
                    <a:gd name="connsiteY49" fmla="*/ 6907 h 9352"/>
                    <a:gd name="connsiteX50" fmla="*/ 7848 w 10000"/>
                    <a:gd name="connsiteY50" fmla="*/ 6834 h 9352"/>
                    <a:gd name="connsiteX51" fmla="*/ 7848 w 10000"/>
                    <a:gd name="connsiteY51" fmla="*/ 6653 h 9352"/>
                    <a:gd name="connsiteX52" fmla="*/ 8334 w 10000"/>
                    <a:gd name="connsiteY52" fmla="*/ 6653 h 9352"/>
                    <a:gd name="connsiteX53" fmla="*/ 8599 w 10000"/>
                    <a:gd name="connsiteY53" fmla="*/ 6510 h 9352"/>
                    <a:gd name="connsiteX54" fmla="*/ 8655 w 10000"/>
                    <a:gd name="connsiteY54" fmla="*/ 5468 h 9352"/>
                    <a:gd name="connsiteX55" fmla="*/ 8707 w 10000"/>
                    <a:gd name="connsiteY55" fmla="*/ 5504 h 9352"/>
                    <a:gd name="connsiteX56" fmla="*/ 8517 w 10000"/>
                    <a:gd name="connsiteY56" fmla="*/ 5569 h 9352"/>
                    <a:gd name="connsiteX57" fmla="*/ 8440 w 10000"/>
                    <a:gd name="connsiteY57" fmla="*/ 5710 h 9352"/>
                    <a:gd name="connsiteX58" fmla="*/ 7961 w 10000"/>
                    <a:gd name="connsiteY58" fmla="*/ 5433 h 9352"/>
                    <a:gd name="connsiteX59" fmla="*/ 7874 w 10000"/>
                    <a:gd name="connsiteY59" fmla="*/ 4684 h 9352"/>
                    <a:gd name="connsiteX60" fmla="*/ 7361 w 10000"/>
                    <a:gd name="connsiteY60" fmla="*/ 5009 h 9352"/>
                    <a:gd name="connsiteX61" fmla="*/ 7369 w 10000"/>
                    <a:gd name="connsiteY61" fmla="*/ 5394 h 9352"/>
                    <a:gd name="connsiteX62" fmla="*/ 6955 w 10000"/>
                    <a:gd name="connsiteY62" fmla="*/ 5627 h 9352"/>
                    <a:gd name="connsiteX63" fmla="*/ 1237 w 10000"/>
                    <a:gd name="connsiteY63" fmla="*/ 0 h 9352"/>
                    <a:gd name="connsiteX64" fmla="*/ 433 w 10000"/>
                    <a:gd name="connsiteY64" fmla="*/ 0 h 9352"/>
                    <a:gd name="connsiteX65" fmla="*/ 433 w 10000"/>
                    <a:gd name="connsiteY65" fmla="*/ 287 h 9352"/>
                    <a:gd name="connsiteX0" fmla="*/ 433 w 10000"/>
                    <a:gd name="connsiteY0" fmla="*/ 307 h 10000"/>
                    <a:gd name="connsiteX1" fmla="*/ 6675 w 10000"/>
                    <a:gd name="connsiteY1" fmla="*/ 6311 h 10000"/>
                    <a:gd name="connsiteX2" fmla="*/ 6234 w 10000"/>
                    <a:gd name="connsiteY2" fmla="*/ 6548 h 10000"/>
                    <a:gd name="connsiteX3" fmla="*/ 5864 w 10000"/>
                    <a:gd name="connsiteY3" fmla="*/ 6300 h 10000"/>
                    <a:gd name="connsiteX4" fmla="*/ 5325 w 10000"/>
                    <a:gd name="connsiteY4" fmla="*/ 6151 h 10000"/>
                    <a:gd name="connsiteX5" fmla="*/ 5058 w 10000"/>
                    <a:gd name="connsiteY5" fmla="*/ 6488 h 10000"/>
                    <a:gd name="connsiteX6" fmla="*/ 4396 w 10000"/>
                    <a:gd name="connsiteY6" fmla="*/ 6747 h 10000"/>
                    <a:gd name="connsiteX7" fmla="*/ 3972 w 10000"/>
                    <a:gd name="connsiteY7" fmla="*/ 6745 h 10000"/>
                    <a:gd name="connsiteX8" fmla="*/ 3044 w 10000"/>
                    <a:gd name="connsiteY8" fmla="*/ 6525 h 10000"/>
                    <a:gd name="connsiteX9" fmla="*/ 2796 w 10000"/>
                    <a:gd name="connsiteY9" fmla="*/ 6645 h 10000"/>
                    <a:gd name="connsiteX10" fmla="*/ 2177 w 10000"/>
                    <a:gd name="connsiteY10" fmla="*/ 6378 h 10000"/>
                    <a:gd name="connsiteX11" fmla="*/ 1903 w 10000"/>
                    <a:gd name="connsiteY11" fmla="*/ 5978 h 10000"/>
                    <a:gd name="connsiteX12" fmla="*/ 1449 w 10000"/>
                    <a:gd name="connsiteY12" fmla="*/ 6087 h 10000"/>
                    <a:gd name="connsiteX13" fmla="*/ 1324 w 10000"/>
                    <a:gd name="connsiteY13" fmla="*/ 6324 h 10000"/>
                    <a:gd name="connsiteX14" fmla="*/ 845 w 10000"/>
                    <a:gd name="connsiteY14" fmla="*/ 6425 h 10000"/>
                    <a:gd name="connsiteX15" fmla="*/ 526 w 10000"/>
                    <a:gd name="connsiteY15" fmla="*/ 6416 h 10000"/>
                    <a:gd name="connsiteX16" fmla="*/ 354 w 10000"/>
                    <a:gd name="connsiteY16" fmla="*/ 6604 h 10000"/>
                    <a:gd name="connsiteX17" fmla="*/ 56 w 10000"/>
                    <a:gd name="connsiteY17" fmla="*/ 6309 h 10000"/>
                    <a:gd name="connsiteX18" fmla="*/ 0 w 10000"/>
                    <a:gd name="connsiteY18" fmla="*/ 6846 h 10000"/>
                    <a:gd name="connsiteX19" fmla="*/ 106 w 10000"/>
                    <a:gd name="connsiteY19" fmla="*/ 6923 h 10000"/>
                    <a:gd name="connsiteX20" fmla="*/ 538 w 10000"/>
                    <a:gd name="connsiteY20" fmla="*/ 6961 h 10000"/>
                    <a:gd name="connsiteX21" fmla="*/ 596 w 10000"/>
                    <a:gd name="connsiteY21" fmla="*/ 7114 h 10000"/>
                    <a:gd name="connsiteX22" fmla="*/ 1075 w 10000"/>
                    <a:gd name="connsiteY22" fmla="*/ 7155 h 10000"/>
                    <a:gd name="connsiteX23" fmla="*/ 1346 w 10000"/>
                    <a:gd name="connsiteY23" fmla="*/ 7308 h 10000"/>
                    <a:gd name="connsiteX24" fmla="*/ 1397 w 10000"/>
                    <a:gd name="connsiteY24" fmla="*/ 7577 h 10000"/>
                    <a:gd name="connsiteX25" fmla="*/ 2260 w 10000"/>
                    <a:gd name="connsiteY25" fmla="*/ 8038 h 10000"/>
                    <a:gd name="connsiteX26" fmla="*/ 2475 w 10000"/>
                    <a:gd name="connsiteY26" fmla="*/ 8501 h 10000"/>
                    <a:gd name="connsiteX27" fmla="*/ 3064 w 10000"/>
                    <a:gd name="connsiteY27" fmla="*/ 8732 h 10000"/>
                    <a:gd name="connsiteX28" fmla="*/ 3280 w 10000"/>
                    <a:gd name="connsiteY28" fmla="*/ 9037 h 10000"/>
                    <a:gd name="connsiteX29" fmla="*/ 3709 w 10000"/>
                    <a:gd name="connsiteY29" fmla="*/ 9424 h 10000"/>
                    <a:gd name="connsiteX30" fmla="*/ 4034 w 10000"/>
                    <a:gd name="connsiteY30" fmla="*/ 9537 h 10000"/>
                    <a:gd name="connsiteX31" fmla="*/ 4248 w 10000"/>
                    <a:gd name="connsiteY31" fmla="*/ 9424 h 10000"/>
                    <a:gd name="connsiteX32" fmla="*/ 4785 w 10000"/>
                    <a:gd name="connsiteY32" fmla="*/ 9462 h 10000"/>
                    <a:gd name="connsiteX33" fmla="*/ 5002 w 10000"/>
                    <a:gd name="connsiteY33" fmla="*/ 9384 h 10000"/>
                    <a:gd name="connsiteX34" fmla="*/ 5967 w 10000"/>
                    <a:gd name="connsiteY34" fmla="*/ 9963 h 10000"/>
                    <a:gd name="connsiteX35" fmla="*/ 6021 w 10000"/>
                    <a:gd name="connsiteY35" fmla="*/ 9963 h 10000"/>
                    <a:gd name="connsiteX36" fmla="*/ 6130 w 10000"/>
                    <a:gd name="connsiteY36" fmla="*/ 9886 h 10000"/>
                    <a:gd name="connsiteX37" fmla="*/ 6823 w 10000"/>
                    <a:gd name="connsiteY37" fmla="*/ 9886 h 10000"/>
                    <a:gd name="connsiteX38" fmla="*/ 6936 w 10000"/>
                    <a:gd name="connsiteY38" fmla="*/ 10000 h 10000"/>
                    <a:gd name="connsiteX39" fmla="*/ 7526 w 10000"/>
                    <a:gd name="connsiteY39" fmla="*/ 9845 h 10000"/>
                    <a:gd name="connsiteX40" fmla="*/ 8062 w 10000"/>
                    <a:gd name="connsiteY40" fmla="*/ 9845 h 10000"/>
                    <a:gd name="connsiteX41" fmla="*/ 8438 w 10000"/>
                    <a:gd name="connsiteY41" fmla="*/ 9692 h 10000"/>
                    <a:gd name="connsiteX42" fmla="*/ 8871 w 10000"/>
                    <a:gd name="connsiteY42" fmla="*/ 9384 h 10000"/>
                    <a:gd name="connsiteX43" fmla="*/ 10000 w 10000"/>
                    <a:gd name="connsiteY43" fmla="*/ 9384 h 10000"/>
                    <a:gd name="connsiteX44" fmla="*/ 10000 w 10000"/>
                    <a:gd name="connsiteY44" fmla="*/ 8963 h 10000"/>
                    <a:gd name="connsiteX45" fmla="*/ 9409 w 10000"/>
                    <a:gd name="connsiteY45" fmla="*/ 8770 h 10000"/>
                    <a:gd name="connsiteX46" fmla="*/ 9083 w 10000"/>
                    <a:gd name="connsiteY46" fmla="*/ 8154 h 10000"/>
                    <a:gd name="connsiteX47" fmla="*/ 8655 w 10000"/>
                    <a:gd name="connsiteY47" fmla="*/ 7923 h 10000"/>
                    <a:gd name="connsiteX48" fmla="*/ 8385 w 10000"/>
                    <a:gd name="connsiteY48" fmla="*/ 7614 h 10000"/>
                    <a:gd name="connsiteX49" fmla="*/ 7687 w 10000"/>
                    <a:gd name="connsiteY49" fmla="*/ 7386 h 10000"/>
                    <a:gd name="connsiteX50" fmla="*/ 7848 w 10000"/>
                    <a:gd name="connsiteY50" fmla="*/ 7308 h 10000"/>
                    <a:gd name="connsiteX51" fmla="*/ 7848 w 10000"/>
                    <a:gd name="connsiteY51" fmla="*/ 7114 h 10000"/>
                    <a:gd name="connsiteX52" fmla="*/ 8334 w 10000"/>
                    <a:gd name="connsiteY52" fmla="*/ 7114 h 10000"/>
                    <a:gd name="connsiteX53" fmla="*/ 8599 w 10000"/>
                    <a:gd name="connsiteY53" fmla="*/ 6961 h 10000"/>
                    <a:gd name="connsiteX54" fmla="*/ 8655 w 10000"/>
                    <a:gd name="connsiteY54" fmla="*/ 5847 h 10000"/>
                    <a:gd name="connsiteX55" fmla="*/ 8707 w 10000"/>
                    <a:gd name="connsiteY55" fmla="*/ 5885 h 10000"/>
                    <a:gd name="connsiteX56" fmla="*/ 8517 w 10000"/>
                    <a:gd name="connsiteY56" fmla="*/ 5955 h 10000"/>
                    <a:gd name="connsiteX57" fmla="*/ 8440 w 10000"/>
                    <a:gd name="connsiteY57" fmla="*/ 6106 h 10000"/>
                    <a:gd name="connsiteX58" fmla="*/ 7961 w 10000"/>
                    <a:gd name="connsiteY58" fmla="*/ 5809 h 10000"/>
                    <a:gd name="connsiteX59" fmla="*/ 7874 w 10000"/>
                    <a:gd name="connsiteY59" fmla="*/ 5009 h 10000"/>
                    <a:gd name="connsiteX60" fmla="*/ 7361 w 10000"/>
                    <a:gd name="connsiteY60" fmla="*/ 5356 h 10000"/>
                    <a:gd name="connsiteX61" fmla="*/ 7369 w 10000"/>
                    <a:gd name="connsiteY61" fmla="*/ 5768 h 10000"/>
                    <a:gd name="connsiteX62" fmla="*/ 6955 w 10000"/>
                    <a:gd name="connsiteY62" fmla="*/ 6017 h 10000"/>
                    <a:gd name="connsiteX63" fmla="*/ 433 w 10000"/>
                    <a:gd name="connsiteY63" fmla="*/ 0 h 10000"/>
                    <a:gd name="connsiteX64" fmla="*/ 433 w 10000"/>
                    <a:gd name="connsiteY64" fmla="*/ 307 h 10000"/>
                    <a:gd name="connsiteX0" fmla="*/ 433 w 10000"/>
                    <a:gd name="connsiteY0" fmla="*/ 49 h 9742"/>
                    <a:gd name="connsiteX1" fmla="*/ 6675 w 10000"/>
                    <a:gd name="connsiteY1" fmla="*/ 6053 h 9742"/>
                    <a:gd name="connsiteX2" fmla="*/ 6234 w 10000"/>
                    <a:gd name="connsiteY2" fmla="*/ 6290 h 9742"/>
                    <a:gd name="connsiteX3" fmla="*/ 5864 w 10000"/>
                    <a:gd name="connsiteY3" fmla="*/ 6042 h 9742"/>
                    <a:gd name="connsiteX4" fmla="*/ 5325 w 10000"/>
                    <a:gd name="connsiteY4" fmla="*/ 5893 h 9742"/>
                    <a:gd name="connsiteX5" fmla="*/ 5058 w 10000"/>
                    <a:gd name="connsiteY5" fmla="*/ 6230 h 9742"/>
                    <a:gd name="connsiteX6" fmla="*/ 4396 w 10000"/>
                    <a:gd name="connsiteY6" fmla="*/ 6489 h 9742"/>
                    <a:gd name="connsiteX7" fmla="*/ 3972 w 10000"/>
                    <a:gd name="connsiteY7" fmla="*/ 6487 h 9742"/>
                    <a:gd name="connsiteX8" fmla="*/ 3044 w 10000"/>
                    <a:gd name="connsiteY8" fmla="*/ 6267 h 9742"/>
                    <a:gd name="connsiteX9" fmla="*/ 2796 w 10000"/>
                    <a:gd name="connsiteY9" fmla="*/ 6387 h 9742"/>
                    <a:gd name="connsiteX10" fmla="*/ 2177 w 10000"/>
                    <a:gd name="connsiteY10" fmla="*/ 6120 h 9742"/>
                    <a:gd name="connsiteX11" fmla="*/ 1903 w 10000"/>
                    <a:gd name="connsiteY11" fmla="*/ 5720 h 9742"/>
                    <a:gd name="connsiteX12" fmla="*/ 1449 w 10000"/>
                    <a:gd name="connsiteY12" fmla="*/ 5829 h 9742"/>
                    <a:gd name="connsiteX13" fmla="*/ 1324 w 10000"/>
                    <a:gd name="connsiteY13" fmla="*/ 6066 h 9742"/>
                    <a:gd name="connsiteX14" fmla="*/ 845 w 10000"/>
                    <a:gd name="connsiteY14" fmla="*/ 6167 h 9742"/>
                    <a:gd name="connsiteX15" fmla="*/ 526 w 10000"/>
                    <a:gd name="connsiteY15" fmla="*/ 6158 h 9742"/>
                    <a:gd name="connsiteX16" fmla="*/ 354 w 10000"/>
                    <a:gd name="connsiteY16" fmla="*/ 6346 h 9742"/>
                    <a:gd name="connsiteX17" fmla="*/ 56 w 10000"/>
                    <a:gd name="connsiteY17" fmla="*/ 6051 h 9742"/>
                    <a:gd name="connsiteX18" fmla="*/ 0 w 10000"/>
                    <a:gd name="connsiteY18" fmla="*/ 6588 h 9742"/>
                    <a:gd name="connsiteX19" fmla="*/ 106 w 10000"/>
                    <a:gd name="connsiteY19" fmla="*/ 6665 h 9742"/>
                    <a:gd name="connsiteX20" fmla="*/ 538 w 10000"/>
                    <a:gd name="connsiteY20" fmla="*/ 6703 h 9742"/>
                    <a:gd name="connsiteX21" fmla="*/ 596 w 10000"/>
                    <a:gd name="connsiteY21" fmla="*/ 6856 h 9742"/>
                    <a:gd name="connsiteX22" fmla="*/ 1075 w 10000"/>
                    <a:gd name="connsiteY22" fmla="*/ 6897 h 9742"/>
                    <a:gd name="connsiteX23" fmla="*/ 1346 w 10000"/>
                    <a:gd name="connsiteY23" fmla="*/ 7050 h 9742"/>
                    <a:gd name="connsiteX24" fmla="*/ 1397 w 10000"/>
                    <a:gd name="connsiteY24" fmla="*/ 7319 h 9742"/>
                    <a:gd name="connsiteX25" fmla="*/ 2260 w 10000"/>
                    <a:gd name="connsiteY25" fmla="*/ 7780 h 9742"/>
                    <a:gd name="connsiteX26" fmla="*/ 2475 w 10000"/>
                    <a:gd name="connsiteY26" fmla="*/ 8243 h 9742"/>
                    <a:gd name="connsiteX27" fmla="*/ 3064 w 10000"/>
                    <a:gd name="connsiteY27" fmla="*/ 8474 h 9742"/>
                    <a:gd name="connsiteX28" fmla="*/ 3280 w 10000"/>
                    <a:gd name="connsiteY28" fmla="*/ 8779 h 9742"/>
                    <a:gd name="connsiteX29" fmla="*/ 3709 w 10000"/>
                    <a:gd name="connsiteY29" fmla="*/ 9166 h 9742"/>
                    <a:gd name="connsiteX30" fmla="*/ 4034 w 10000"/>
                    <a:gd name="connsiteY30" fmla="*/ 9279 h 9742"/>
                    <a:gd name="connsiteX31" fmla="*/ 4248 w 10000"/>
                    <a:gd name="connsiteY31" fmla="*/ 9166 h 9742"/>
                    <a:gd name="connsiteX32" fmla="*/ 4785 w 10000"/>
                    <a:gd name="connsiteY32" fmla="*/ 9204 h 9742"/>
                    <a:gd name="connsiteX33" fmla="*/ 5002 w 10000"/>
                    <a:gd name="connsiteY33" fmla="*/ 9126 h 9742"/>
                    <a:gd name="connsiteX34" fmla="*/ 5967 w 10000"/>
                    <a:gd name="connsiteY34" fmla="*/ 9705 h 9742"/>
                    <a:gd name="connsiteX35" fmla="*/ 6021 w 10000"/>
                    <a:gd name="connsiteY35" fmla="*/ 9705 h 9742"/>
                    <a:gd name="connsiteX36" fmla="*/ 6130 w 10000"/>
                    <a:gd name="connsiteY36" fmla="*/ 9628 h 9742"/>
                    <a:gd name="connsiteX37" fmla="*/ 6823 w 10000"/>
                    <a:gd name="connsiteY37" fmla="*/ 9628 h 9742"/>
                    <a:gd name="connsiteX38" fmla="*/ 6936 w 10000"/>
                    <a:gd name="connsiteY38" fmla="*/ 9742 h 9742"/>
                    <a:gd name="connsiteX39" fmla="*/ 7526 w 10000"/>
                    <a:gd name="connsiteY39" fmla="*/ 9587 h 9742"/>
                    <a:gd name="connsiteX40" fmla="*/ 8062 w 10000"/>
                    <a:gd name="connsiteY40" fmla="*/ 9587 h 9742"/>
                    <a:gd name="connsiteX41" fmla="*/ 8438 w 10000"/>
                    <a:gd name="connsiteY41" fmla="*/ 9434 h 9742"/>
                    <a:gd name="connsiteX42" fmla="*/ 8871 w 10000"/>
                    <a:gd name="connsiteY42" fmla="*/ 9126 h 9742"/>
                    <a:gd name="connsiteX43" fmla="*/ 10000 w 10000"/>
                    <a:gd name="connsiteY43" fmla="*/ 9126 h 9742"/>
                    <a:gd name="connsiteX44" fmla="*/ 10000 w 10000"/>
                    <a:gd name="connsiteY44" fmla="*/ 8705 h 9742"/>
                    <a:gd name="connsiteX45" fmla="*/ 9409 w 10000"/>
                    <a:gd name="connsiteY45" fmla="*/ 8512 h 9742"/>
                    <a:gd name="connsiteX46" fmla="*/ 9083 w 10000"/>
                    <a:gd name="connsiteY46" fmla="*/ 7896 h 9742"/>
                    <a:gd name="connsiteX47" fmla="*/ 8655 w 10000"/>
                    <a:gd name="connsiteY47" fmla="*/ 7665 h 9742"/>
                    <a:gd name="connsiteX48" fmla="*/ 8385 w 10000"/>
                    <a:gd name="connsiteY48" fmla="*/ 7356 h 9742"/>
                    <a:gd name="connsiteX49" fmla="*/ 7687 w 10000"/>
                    <a:gd name="connsiteY49" fmla="*/ 7128 h 9742"/>
                    <a:gd name="connsiteX50" fmla="*/ 7848 w 10000"/>
                    <a:gd name="connsiteY50" fmla="*/ 7050 h 9742"/>
                    <a:gd name="connsiteX51" fmla="*/ 7848 w 10000"/>
                    <a:gd name="connsiteY51" fmla="*/ 6856 h 9742"/>
                    <a:gd name="connsiteX52" fmla="*/ 8334 w 10000"/>
                    <a:gd name="connsiteY52" fmla="*/ 6856 h 9742"/>
                    <a:gd name="connsiteX53" fmla="*/ 8599 w 10000"/>
                    <a:gd name="connsiteY53" fmla="*/ 6703 h 9742"/>
                    <a:gd name="connsiteX54" fmla="*/ 8655 w 10000"/>
                    <a:gd name="connsiteY54" fmla="*/ 5589 h 9742"/>
                    <a:gd name="connsiteX55" fmla="*/ 8707 w 10000"/>
                    <a:gd name="connsiteY55" fmla="*/ 5627 h 9742"/>
                    <a:gd name="connsiteX56" fmla="*/ 8517 w 10000"/>
                    <a:gd name="connsiteY56" fmla="*/ 5697 h 9742"/>
                    <a:gd name="connsiteX57" fmla="*/ 8440 w 10000"/>
                    <a:gd name="connsiteY57" fmla="*/ 5848 h 9742"/>
                    <a:gd name="connsiteX58" fmla="*/ 7961 w 10000"/>
                    <a:gd name="connsiteY58" fmla="*/ 5551 h 9742"/>
                    <a:gd name="connsiteX59" fmla="*/ 7874 w 10000"/>
                    <a:gd name="connsiteY59" fmla="*/ 4751 h 9742"/>
                    <a:gd name="connsiteX60" fmla="*/ 7361 w 10000"/>
                    <a:gd name="connsiteY60" fmla="*/ 5098 h 9742"/>
                    <a:gd name="connsiteX61" fmla="*/ 7369 w 10000"/>
                    <a:gd name="connsiteY61" fmla="*/ 5510 h 9742"/>
                    <a:gd name="connsiteX62" fmla="*/ 6955 w 10000"/>
                    <a:gd name="connsiteY62" fmla="*/ 5759 h 9742"/>
                    <a:gd name="connsiteX63" fmla="*/ 433 w 10000"/>
                    <a:gd name="connsiteY63" fmla="*/ 49 h 9742"/>
                    <a:gd name="connsiteX0" fmla="*/ 6955 w 10000"/>
                    <a:gd name="connsiteY0" fmla="*/ 1035 h 5123"/>
                    <a:gd name="connsiteX1" fmla="*/ 6675 w 10000"/>
                    <a:gd name="connsiteY1" fmla="*/ 1336 h 5123"/>
                    <a:gd name="connsiteX2" fmla="*/ 6234 w 10000"/>
                    <a:gd name="connsiteY2" fmla="*/ 1580 h 5123"/>
                    <a:gd name="connsiteX3" fmla="*/ 5864 w 10000"/>
                    <a:gd name="connsiteY3" fmla="*/ 1325 h 5123"/>
                    <a:gd name="connsiteX4" fmla="*/ 5325 w 10000"/>
                    <a:gd name="connsiteY4" fmla="*/ 1172 h 5123"/>
                    <a:gd name="connsiteX5" fmla="*/ 5058 w 10000"/>
                    <a:gd name="connsiteY5" fmla="*/ 1518 h 5123"/>
                    <a:gd name="connsiteX6" fmla="*/ 4396 w 10000"/>
                    <a:gd name="connsiteY6" fmla="*/ 1784 h 5123"/>
                    <a:gd name="connsiteX7" fmla="*/ 3972 w 10000"/>
                    <a:gd name="connsiteY7" fmla="*/ 1782 h 5123"/>
                    <a:gd name="connsiteX8" fmla="*/ 3044 w 10000"/>
                    <a:gd name="connsiteY8" fmla="*/ 1556 h 5123"/>
                    <a:gd name="connsiteX9" fmla="*/ 2796 w 10000"/>
                    <a:gd name="connsiteY9" fmla="*/ 1679 h 5123"/>
                    <a:gd name="connsiteX10" fmla="*/ 2177 w 10000"/>
                    <a:gd name="connsiteY10" fmla="*/ 1405 h 5123"/>
                    <a:gd name="connsiteX11" fmla="*/ 1903 w 10000"/>
                    <a:gd name="connsiteY11" fmla="*/ 994 h 5123"/>
                    <a:gd name="connsiteX12" fmla="*/ 1449 w 10000"/>
                    <a:gd name="connsiteY12" fmla="*/ 1106 h 5123"/>
                    <a:gd name="connsiteX13" fmla="*/ 1324 w 10000"/>
                    <a:gd name="connsiteY13" fmla="*/ 1350 h 5123"/>
                    <a:gd name="connsiteX14" fmla="*/ 845 w 10000"/>
                    <a:gd name="connsiteY14" fmla="*/ 1453 h 5123"/>
                    <a:gd name="connsiteX15" fmla="*/ 526 w 10000"/>
                    <a:gd name="connsiteY15" fmla="*/ 1444 h 5123"/>
                    <a:gd name="connsiteX16" fmla="*/ 354 w 10000"/>
                    <a:gd name="connsiteY16" fmla="*/ 1637 h 5123"/>
                    <a:gd name="connsiteX17" fmla="*/ 56 w 10000"/>
                    <a:gd name="connsiteY17" fmla="*/ 1334 h 5123"/>
                    <a:gd name="connsiteX18" fmla="*/ 0 w 10000"/>
                    <a:gd name="connsiteY18" fmla="*/ 1885 h 5123"/>
                    <a:gd name="connsiteX19" fmla="*/ 106 w 10000"/>
                    <a:gd name="connsiteY19" fmla="*/ 1965 h 5123"/>
                    <a:gd name="connsiteX20" fmla="*/ 538 w 10000"/>
                    <a:gd name="connsiteY20" fmla="*/ 2004 h 5123"/>
                    <a:gd name="connsiteX21" fmla="*/ 596 w 10000"/>
                    <a:gd name="connsiteY21" fmla="*/ 2161 h 5123"/>
                    <a:gd name="connsiteX22" fmla="*/ 1075 w 10000"/>
                    <a:gd name="connsiteY22" fmla="*/ 2203 h 5123"/>
                    <a:gd name="connsiteX23" fmla="*/ 1346 w 10000"/>
                    <a:gd name="connsiteY23" fmla="*/ 2360 h 5123"/>
                    <a:gd name="connsiteX24" fmla="*/ 1397 w 10000"/>
                    <a:gd name="connsiteY24" fmla="*/ 2636 h 5123"/>
                    <a:gd name="connsiteX25" fmla="*/ 2260 w 10000"/>
                    <a:gd name="connsiteY25" fmla="*/ 3109 h 5123"/>
                    <a:gd name="connsiteX26" fmla="*/ 2475 w 10000"/>
                    <a:gd name="connsiteY26" fmla="*/ 3584 h 5123"/>
                    <a:gd name="connsiteX27" fmla="*/ 3064 w 10000"/>
                    <a:gd name="connsiteY27" fmla="*/ 3821 h 5123"/>
                    <a:gd name="connsiteX28" fmla="*/ 3280 w 10000"/>
                    <a:gd name="connsiteY28" fmla="*/ 4134 h 5123"/>
                    <a:gd name="connsiteX29" fmla="*/ 3709 w 10000"/>
                    <a:gd name="connsiteY29" fmla="*/ 4532 h 5123"/>
                    <a:gd name="connsiteX30" fmla="*/ 4034 w 10000"/>
                    <a:gd name="connsiteY30" fmla="*/ 4648 h 5123"/>
                    <a:gd name="connsiteX31" fmla="*/ 4248 w 10000"/>
                    <a:gd name="connsiteY31" fmla="*/ 4532 h 5123"/>
                    <a:gd name="connsiteX32" fmla="*/ 4785 w 10000"/>
                    <a:gd name="connsiteY32" fmla="*/ 4571 h 5123"/>
                    <a:gd name="connsiteX33" fmla="*/ 5002 w 10000"/>
                    <a:gd name="connsiteY33" fmla="*/ 4491 h 5123"/>
                    <a:gd name="connsiteX34" fmla="*/ 5967 w 10000"/>
                    <a:gd name="connsiteY34" fmla="*/ 5085 h 5123"/>
                    <a:gd name="connsiteX35" fmla="*/ 6021 w 10000"/>
                    <a:gd name="connsiteY35" fmla="*/ 5085 h 5123"/>
                    <a:gd name="connsiteX36" fmla="*/ 6130 w 10000"/>
                    <a:gd name="connsiteY36" fmla="*/ 5006 h 5123"/>
                    <a:gd name="connsiteX37" fmla="*/ 6823 w 10000"/>
                    <a:gd name="connsiteY37" fmla="*/ 5006 h 5123"/>
                    <a:gd name="connsiteX38" fmla="*/ 6936 w 10000"/>
                    <a:gd name="connsiteY38" fmla="*/ 5123 h 5123"/>
                    <a:gd name="connsiteX39" fmla="*/ 7526 w 10000"/>
                    <a:gd name="connsiteY39" fmla="*/ 4964 h 5123"/>
                    <a:gd name="connsiteX40" fmla="*/ 8062 w 10000"/>
                    <a:gd name="connsiteY40" fmla="*/ 4964 h 5123"/>
                    <a:gd name="connsiteX41" fmla="*/ 8438 w 10000"/>
                    <a:gd name="connsiteY41" fmla="*/ 4807 h 5123"/>
                    <a:gd name="connsiteX42" fmla="*/ 8871 w 10000"/>
                    <a:gd name="connsiteY42" fmla="*/ 4491 h 5123"/>
                    <a:gd name="connsiteX43" fmla="*/ 10000 w 10000"/>
                    <a:gd name="connsiteY43" fmla="*/ 4491 h 5123"/>
                    <a:gd name="connsiteX44" fmla="*/ 10000 w 10000"/>
                    <a:gd name="connsiteY44" fmla="*/ 4059 h 5123"/>
                    <a:gd name="connsiteX45" fmla="*/ 9409 w 10000"/>
                    <a:gd name="connsiteY45" fmla="*/ 3860 h 5123"/>
                    <a:gd name="connsiteX46" fmla="*/ 9083 w 10000"/>
                    <a:gd name="connsiteY46" fmla="*/ 3228 h 5123"/>
                    <a:gd name="connsiteX47" fmla="*/ 8655 w 10000"/>
                    <a:gd name="connsiteY47" fmla="*/ 2991 h 5123"/>
                    <a:gd name="connsiteX48" fmla="*/ 8385 w 10000"/>
                    <a:gd name="connsiteY48" fmla="*/ 2674 h 5123"/>
                    <a:gd name="connsiteX49" fmla="*/ 7687 w 10000"/>
                    <a:gd name="connsiteY49" fmla="*/ 2440 h 5123"/>
                    <a:gd name="connsiteX50" fmla="*/ 7848 w 10000"/>
                    <a:gd name="connsiteY50" fmla="*/ 2360 h 5123"/>
                    <a:gd name="connsiteX51" fmla="*/ 7848 w 10000"/>
                    <a:gd name="connsiteY51" fmla="*/ 2161 h 5123"/>
                    <a:gd name="connsiteX52" fmla="*/ 8334 w 10000"/>
                    <a:gd name="connsiteY52" fmla="*/ 2161 h 5123"/>
                    <a:gd name="connsiteX53" fmla="*/ 8599 w 10000"/>
                    <a:gd name="connsiteY53" fmla="*/ 2004 h 5123"/>
                    <a:gd name="connsiteX54" fmla="*/ 8655 w 10000"/>
                    <a:gd name="connsiteY54" fmla="*/ 860 h 5123"/>
                    <a:gd name="connsiteX55" fmla="*/ 8707 w 10000"/>
                    <a:gd name="connsiteY55" fmla="*/ 899 h 5123"/>
                    <a:gd name="connsiteX56" fmla="*/ 8517 w 10000"/>
                    <a:gd name="connsiteY56" fmla="*/ 971 h 5123"/>
                    <a:gd name="connsiteX57" fmla="*/ 8440 w 10000"/>
                    <a:gd name="connsiteY57" fmla="*/ 1126 h 5123"/>
                    <a:gd name="connsiteX58" fmla="*/ 7961 w 10000"/>
                    <a:gd name="connsiteY58" fmla="*/ 821 h 5123"/>
                    <a:gd name="connsiteX59" fmla="*/ 7874 w 10000"/>
                    <a:gd name="connsiteY59" fmla="*/ 0 h 5123"/>
                    <a:gd name="connsiteX60" fmla="*/ 7361 w 10000"/>
                    <a:gd name="connsiteY60" fmla="*/ 356 h 5123"/>
                    <a:gd name="connsiteX61" fmla="*/ 7369 w 10000"/>
                    <a:gd name="connsiteY61" fmla="*/ 779 h 5123"/>
                    <a:gd name="connsiteX62" fmla="*/ 6955 w 10000"/>
                    <a:gd name="connsiteY62" fmla="*/ 1035 h 5123"/>
                    <a:gd name="connsiteX0" fmla="*/ 6955 w 10000"/>
                    <a:gd name="connsiteY0" fmla="*/ 2020 h 10000"/>
                    <a:gd name="connsiteX1" fmla="*/ 6675 w 10000"/>
                    <a:gd name="connsiteY1" fmla="*/ 2608 h 10000"/>
                    <a:gd name="connsiteX2" fmla="*/ 6234 w 10000"/>
                    <a:gd name="connsiteY2" fmla="*/ 3084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972 w 10000"/>
                    <a:gd name="connsiteY7" fmla="*/ 3478 h 10000"/>
                    <a:gd name="connsiteX8" fmla="*/ 3044 w 10000"/>
                    <a:gd name="connsiteY8" fmla="*/ 3037 h 10000"/>
                    <a:gd name="connsiteX9" fmla="*/ 2796 w 10000"/>
                    <a:gd name="connsiteY9" fmla="*/ 3277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361 w 10000"/>
                    <a:gd name="connsiteY60" fmla="*/ 695 h 10000"/>
                    <a:gd name="connsiteX61" fmla="*/ 7237 w 10000"/>
                    <a:gd name="connsiteY61" fmla="*/ 1489 h 10000"/>
                    <a:gd name="connsiteX62" fmla="*/ 6955 w 10000"/>
                    <a:gd name="connsiteY62" fmla="*/ 2020 h 10000"/>
                    <a:gd name="connsiteX0" fmla="*/ 6955 w 10000"/>
                    <a:gd name="connsiteY0" fmla="*/ 2020 h 10000"/>
                    <a:gd name="connsiteX1" fmla="*/ 6675 w 10000"/>
                    <a:gd name="connsiteY1" fmla="*/ 2608 h 10000"/>
                    <a:gd name="connsiteX2" fmla="*/ 6234 w 10000"/>
                    <a:gd name="connsiteY2" fmla="*/ 3084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972 w 10000"/>
                    <a:gd name="connsiteY7" fmla="*/ 3478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361 w 10000"/>
                    <a:gd name="connsiteY60" fmla="*/ 695 h 10000"/>
                    <a:gd name="connsiteX61" fmla="*/ 7237 w 10000"/>
                    <a:gd name="connsiteY61" fmla="*/ 1489 h 10000"/>
                    <a:gd name="connsiteX62" fmla="*/ 6955 w 10000"/>
                    <a:gd name="connsiteY62" fmla="*/ 2020 h 10000"/>
                    <a:gd name="connsiteX0" fmla="*/ 6955 w 10000"/>
                    <a:gd name="connsiteY0" fmla="*/ 2020 h 10000"/>
                    <a:gd name="connsiteX1" fmla="*/ 6675 w 10000"/>
                    <a:gd name="connsiteY1" fmla="*/ 2608 h 10000"/>
                    <a:gd name="connsiteX2" fmla="*/ 6212 w 10000"/>
                    <a:gd name="connsiteY2" fmla="*/ 2957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972 w 10000"/>
                    <a:gd name="connsiteY7" fmla="*/ 3478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361 w 10000"/>
                    <a:gd name="connsiteY60" fmla="*/ 695 h 10000"/>
                    <a:gd name="connsiteX61" fmla="*/ 7237 w 10000"/>
                    <a:gd name="connsiteY61" fmla="*/ 1489 h 10000"/>
                    <a:gd name="connsiteX62" fmla="*/ 6955 w 10000"/>
                    <a:gd name="connsiteY62" fmla="*/ 2020 h 10000"/>
                    <a:gd name="connsiteX0" fmla="*/ 6955 w 10000"/>
                    <a:gd name="connsiteY0" fmla="*/ 2020 h 10000"/>
                    <a:gd name="connsiteX1" fmla="*/ 6675 w 10000"/>
                    <a:gd name="connsiteY1" fmla="*/ 2608 h 10000"/>
                    <a:gd name="connsiteX2" fmla="*/ 6212 w 10000"/>
                    <a:gd name="connsiteY2" fmla="*/ 2957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972 w 10000"/>
                    <a:gd name="connsiteY7" fmla="*/ 3478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582 w 10000"/>
                    <a:gd name="connsiteY60" fmla="*/ 379 h 10000"/>
                    <a:gd name="connsiteX61" fmla="*/ 7237 w 10000"/>
                    <a:gd name="connsiteY61" fmla="*/ 1489 h 10000"/>
                    <a:gd name="connsiteX62" fmla="*/ 6955 w 10000"/>
                    <a:gd name="connsiteY62" fmla="*/ 2020 h 10000"/>
                    <a:gd name="connsiteX0" fmla="*/ 6955 w 10000"/>
                    <a:gd name="connsiteY0" fmla="*/ 2020 h 10000"/>
                    <a:gd name="connsiteX1" fmla="*/ 6675 w 10000"/>
                    <a:gd name="connsiteY1" fmla="*/ 2608 h 10000"/>
                    <a:gd name="connsiteX2" fmla="*/ 6212 w 10000"/>
                    <a:gd name="connsiteY2" fmla="*/ 2957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972 w 10000"/>
                    <a:gd name="connsiteY7" fmla="*/ 3478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582 w 10000"/>
                    <a:gd name="connsiteY60" fmla="*/ 379 h 10000"/>
                    <a:gd name="connsiteX61" fmla="*/ 7329 w 10000"/>
                    <a:gd name="connsiteY61" fmla="*/ 1075 h 10000"/>
                    <a:gd name="connsiteX62" fmla="*/ 7237 w 10000"/>
                    <a:gd name="connsiteY62" fmla="*/ 1489 h 10000"/>
                    <a:gd name="connsiteX63" fmla="*/ 6955 w 10000"/>
                    <a:gd name="connsiteY63" fmla="*/ 2020 h 10000"/>
                    <a:gd name="connsiteX0" fmla="*/ 6955 w 10000"/>
                    <a:gd name="connsiteY0" fmla="*/ 2020 h 10000"/>
                    <a:gd name="connsiteX1" fmla="*/ 6675 w 10000"/>
                    <a:gd name="connsiteY1" fmla="*/ 2608 h 10000"/>
                    <a:gd name="connsiteX2" fmla="*/ 6212 w 10000"/>
                    <a:gd name="connsiteY2" fmla="*/ 2957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972 w 10000"/>
                    <a:gd name="connsiteY7" fmla="*/ 3478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582 w 10000"/>
                    <a:gd name="connsiteY60" fmla="*/ 379 h 10000"/>
                    <a:gd name="connsiteX61" fmla="*/ 7506 w 10000"/>
                    <a:gd name="connsiteY61" fmla="*/ 885 h 10000"/>
                    <a:gd name="connsiteX62" fmla="*/ 7237 w 10000"/>
                    <a:gd name="connsiteY62" fmla="*/ 1489 h 10000"/>
                    <a:gd name="connsiteX63" fmla="*/ 6955 w 10000"/>
                    <a:gd name="connsiteY63" fmla="*/ 2020 h 10000"/>
                    <a:gd name="connsiteX0" fmla="*/ 6955 w 10000"/>
                    <a:gd name="connsiteY0" fmla="*/ 2020 h 10000"/>
                    <a:gd name="connsiteX1" fmla="*/ 6675 w 10000"/>
                    <a:gd name="connsiteY1" fmla="*/ 2608 h 10000"/>
                    <a:gd name="connsiteX2" fmla="*/ 6212 w 10000"/>
                    <a:gd name="connsiteY2" fmla="*/ 2957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972 w 10000"/>
                    <a:gd name="connsiteY7" fmla="*/ 3478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582 w 10000"/>
                    <a:gd name="connsiteY60" fmla="*/ 379 h 10000"/>
                    <a:gd name="connsiteX61" fmla="*/ 7506 w 10000"/>
                    <a:gd name="connsiteY61" fmla="*/ 885 h 10000"/>
                    <a:gd name="connsiteX62" fmla="*/ 7351 w 10000"/>
                    <a:gd name="connsiteY62" fmla="*/ 1297 h 10000"/>
                    <a:gd name="connsiteX63" fmla="*/ 7237 w 10000"/>
                    <a:gd name="connsiteY63" fmla="*/ 1489 h 10000"/>
                    <a:gd name="connsiteX64" fmla="*/ 6955 w 10000"/>
                    <a:gd name="connsiteY64" fmla="*/ 2020 h 10000"/>
                    <a:gd name="connsiteX0" fmla="*/ 6955 w 10000"/>
                    <a:gd name="connsiteY0" fmla="*/ 2020 h 10000"/>
                    <a:gd name="connsiteX1" fmla="*/ 6675 w 10000"/>
                    <a:gd name="connsiteY1" fmla="*/ 2608 h 10000"/>
                    <a:gd name="connsiteX2" fmla="*/ 6212 w 10000"/>
                    <a:gd name="connsiteY2" fmla="*/ 2957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840 w 10000"/>
                    <a:gd name="connsiteY7" fmla="*/ 3351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582 w 10000"/>
                    <a:gd name="connsiteY60" fmla="*/ 379 h 10000"/>
                    <a:gd name="connsiteX61" fmla="*/ 7506 w 10000"/>
                    <a:gd name="connsiteY61" fmla="*/ 885 h 10000"/>
                    <a:gd name="connsiteX62" fmla="*/ 7351 w 10000"/>
                    <a:gd name="connsiteY62" fmla="*/ 1297 h 10000"/>
                    <a:gd name="connsiteX63" fmla="*/ 7237 w 10000"/>
                    <a:gd name="connsiteY63" fmla="*/ 1489 h 10000"/>
                    <a:gd name="connsiteX64" fmla="*/ 6955 w 10000"/>
                    <a:gd name="connsiteY64" fmla="*/ 2020 h 10000"/>
                    <a:gd name="connsiteX0" fmla="*/ 6955 w 10000"/>
                    <a:gd name="connsiteY0" fmla="*/ 2020 h 10000"/>
                    <a:gd name="connsiteX1" fmla="*/ 6675 w 10000"/>
                    <a:gd name="connsiteY1" fmla="*/ 2608 h 10000"/>
                    <a:gd name="connsiteX2" fmla="*/ 6212 w 10000"/>
                    <a:gd name="connsiteY2" fmla="*/ 2957 h 10000"/>
                    <a:gd name="connsiteX3" fmla="*/ 5864 w 10000"/>
                    <a:gd name="connsiteY3" fmla="*/ 2586 h 10000"/>
                    <a:gd name="connsiteX4" fmla="*/ 5325 w 10000"/>
                    <a:gd name="connsiteY4" fmla="*/ 2288 h 10000"/>
                    <a:gd name="connsiteX5" fmla="*/ 5058 w 10000"/>
                    <a:gd name="connsiteY5" fmla="*/ 2963 h 10000"/>
                    <a:gd name="connsiteX6" fmla="*/ 4396 w 10000"/>
                    <a:gd name="connsiteY6" fmla="*/ 3482 h 10000"/>
                    <a:gd name="connsiteX7" fmla="*/ 3840 w 10000"/>
                    <a:gd name="connsiteY7" fmla="*/ 3351 h 10000"/>
                    <a:gd name="connsiteX8" fmla="*/ 3044 w 10000"/>
                    <a:gd name="connsiteY8" fmla="*/ 3037 h 10000"/>
                    <a:gd name="connsiteX9" fmla="*/ 2774 w 10000"/>
                    <a:gd name="connsiteY9" fmla="*/ 3182 h 10000"/>
                    <a:gd name="connsiteX10" fmla="*/ 2177 w 10000"/>
                    <a:gd name="connsiteY10" fmla="*/ 2743 h 10000"/>
                    <a:gd name="connsiteX11" fmla="*/ 1903 w 10000"/>
                    <a:gd name="connsiteY11" fmla="*/ 1940 h 10000"/>
                    <a:gd name="connsiteX12" fmla="*/ 1449 w 10000"/>
                    <a:gd name="connsiteY12" fmla="*/ 2159 h 10000"/>
                    <a:gd name="connsiteX13" fmla="*/ 1324 w 10000"/>
                    <a:gd name="connsiteY13" fmla="*/ 2635 h 10000"/>
                    <a:gd name="connsiteX14" fmla="*/ 845 w 10000"/>
                    <a:gd name="connsiteY14" fmla="*/ 2836 h 10000"/>
                    <a:gd name="connsiteX15" fmla="*/ 526 w 10000"/>
                    <a:gd name="connsiteY15" fmla="*/ 2819 h 10000"/>
                    <a:gd name="connsiteX16" fmla="*/ 354 w 10000"/>
                    <a:gd name="connsiteY16" fmla="*/ 3195 h 10000"/>
                    <a:gd name="connsiteX17" fmla="*/ 56 w 10000"/>
                    <a:gd name="connsiteY17" fmla="*/ 2604 h 10000"/>
                    <a:gd name="connsiteX18" fmla="*/ 0 w 10000"/>
                    <a:gd name="connsiteY18" fmla="*/ 3679 h 10000"/>
                    <a:gd name="connsiteX19" fmla="*/ 106 w 10000"/>
                    <a:gd name="connsiteY19" fmla="*/ 3836 h 10000"/>
                    <a:gd name="connsiteX20" fmla="*/ 538 w 10000"/>
                    <a:gd name="connsiteY20" fmla="*/ 3912 h 10000"/>
                    <a:gd name="connsiteX21" fmla="*/ 596 w 10000"/>
                    <a:gd name="connsiteY21" fmla="*/ 4218 h 10000"/>
                    <a:gd name="connsiteX22" fmla="*/ 1075 w 10000"/>
                    <a:gd name="connsiteY22" fmla="*/ 4300 h 10000"/>
                    <a:gd name="connsiteX23" fmla="*/ 1346 w 10000"/>
                    <a:gd name="connsiteY23" fmla="*/ 4607 h 10000"/>
                    <a:gd name="connsiteX24" fmla="*/ 1397 w 10000"/>
                    <a:gd name="connsiteY24" fmla="*/ 5145 h 10000"/>
                    <a:gd name="connsiteX25" fmla="*/ 2260 w 10000"/>
                    <a:gd name="connsiteY25" fmla="*/ 6069 h 10000"/>
                    <a:gd name="connsiteX26" fmla="*/ 2475 w 10000"/>
                    <a:gd name="connsiteY26" fmla="*/ 6996 h 10000"/>
                    <a:gd name="connsiteX27" fmla="*/ 3064 w 10000"/>
                    <a:gd name="connsiteY27" fmla="*/ 7459 h 10000"/>
                    <a:gd name="connsiteX28" fmla="*/ 3280 w 10000"/>
                    <a:gd name="connsiteY28" fmla="*/ 8069 h 10000"/>
                    <a:gd name="connsiteX29" fmla="*/ 3709 w 10000"/>
                    <a:gd name="connsiteY29" fmla="*/ 8846 h 10000"/>
                    <a:gd name="connsiteX30" fmla="*/ 4034 w 10000"/>
                    <a:gd name="connsiteY30" fmla="*/ 9073 h 10000"/>
                    <a:gd name="connsiteX31" fmla="*/ 4248 w 10000"/>
                    <a:gd name="connsiteY31" fmla="*/ 8846 h 10000"/>
                    <a:gd name="connsiteX32" fmla="*/ 4785 w 10000"/>
                    <a:gd name="connsiteY32" fmla="*/ 8923 h 10000"/>
                    <a:gd name="connsiteX33" fmla="*/ 5002 w 10000"/>
                    <a:gd name="connsiteY33" fmla="*/ 8766 h 10000"/>
                    <a:gd name="connsiteX34" fmla="*/ 5967 w 10000"/>
                    <a:gd name="connsiteY34" fmla="*/ 9926 h 10000"/>
                    <a:gd name="connsiteX35" fmla="*/ 6021 w 10000"/>
                    <a:gd name="connsiteY35" fmla="*/ 9926 h 10000"/>
                    <a:gd name="connsiteX36" fmla="*/ 6130 w 10000"/>
                    <a:gd name="connsiteY36" fmla="*/ 9772 h 10000"/>
                    <a:gd name="connsiteX37" fmla="*/ 6823 w 10000"/>
                    <a:gd name="connsiteY37" fmla="*/ 9772 h 10000"/>
                    <a:gd name="connsiteX38" fmla="*/ 6936 w 10000"/>
                    <a:gd name="connsiteY38" fmla="*/ 10000 h 10000"/>
                    <a:gd name="connsiteX39" fmla="*/ 7526 w 10000"/>
                    <a:gd name="connsiteY39" fmla="*/ 9690 h 10000"/>
                    <a:gd name="connsiteX40" fmla="*/ 8062 w 10000"/>
                    <a:gd name="connsiteY40" fmla="*/ 9690 h 10000"/>
                    <a:gd name="connsiteX41" fmla="*/ 8438 w 10000"/>
                    <a:gd name="connsiteY41" fmla="*/ 9383 h 10000"/>
                    <a:gd name="connsiteX42" fmla="*/ 8871 w 10000"/>
                    <a:gd name="connsiteY42" fmla="*/ 8766 h 10000"/>
                    <a:gd name="connsiteX43" fmla="*/ 10000 w 10000"/>
                    <a:gd name="connsiteY43" fmla="*/ 8766 h 10000"/>
                    <a:gd name="connsiteX44" fmla="*/ 10000 w 10000"/>
                    <a:gd name="connsiteY44" fmla="*/ 7923 h 10000"/>
                    <a:gd name="connsiteX45" fmla="*/ 9409 w 10000"/>
                    <a:gd name="connsiteY45" fmla="*/ 7535 h 10000"/>
                    <a:gd name="connsiteX46" fmla="*/ 9083 w 10000"/>
                    <a:gd name="connsiteY46" fmla="*/ 6301 h 10000"/>
                    <a:gd name="connsiteX47" fmla="*/ 8655 w 10000"/>
                    <a:gd name="connsiteY47" fmla="*/ 5838 h 10000"/>
                    <a:gd name="connsiteX48" fmla="*/ 8385 w 10000"/>
                    <a:gd name="connsiteY48" fmla="*/ 5220 h 10000"/>
                    <a:gd name="connsiteX49" fmla="*/ 7687 w 10000"/>
                    <a:gd name="connsiteY49" fmla="*/ 4763 h 10000"/>
                    <a:gd name="connsiteX50" fmla="*/ 7848 w 10000"/>
                    <a:gd name="connsiteY50" fmla="*/ 4607 h 10000"/>
                    <a:gd name="connsiteX51" fmla="*/ 7848 w 10000"/>
                    <a:gd name="connsiteY51" fmla="*/ 4218 h 10000"/>
                    <a:gd name="connsiteX52" fmla="*/ 8334 w 10000"/>
                    <a:gd name="connsiteY52" fmla="*/ 4218 h 10000"/>
                    <a:gd name="connsiteX53" fmla="*/ 8599 w 10000"/>
                    <a:gd name="connsiteY53" fmla="*/ 3912 h 10000"/>
                    <a:gd name="connsiteX54" fmla="*/ 8655 w 10000"/>
                    <a:gd name="connsiteY54" fmla="*/ 1679 h 10000"/>
                    <a:gd name="connsiteX55" fmla="*/ 8707 w 10000"/>
                    <a:gd name="connsiteY55" fmla="*/ 1755 h 10000"/>
                    <a:gd name="connsiteX56" fmla="*/ 8517 w 10000"/>
                    <a:gd name="connsiteY56" fmla="*/ 1895 h 10000"/>
                    <a:gd name="connsiteX57" fmla="*/ 8440 w 10000"/>
                    <a:gd name="connsiteY57" fmla="*/ 2198 h 10000"/>
                    <a:gd name="connsiteX58" fmla="*/ 7961 w 10000"/>
                    <a:gd name="connsiteY58" fmla="*/ 1603 h 10000"/>
                    <a:gd name="connsiteX59" fmla="*/ 7874 w 10000"/>
                    <a:gd name="connsiteY59" fmla="*/ 0 h 10000"/>
                    <a:gd name="connsiteX60" fmla="*/ 7538 w 10000"/>
                    <a:gd name="connsiteY60" fmla="*/ 316 h 10000"/>
                    <a:gd name="connsiteX61" fmla="*/ 7506 w 10000"/>
                    <a:gd name="connsiteY61" fmla="*/ 885 h 10000"/>
                    <a:gd name="connsiteX62" fmla="*/ 7351 w 10000"/>
                    <a:gd name="connsiteY62" fmla="*/ 1297 h 10000"/>
                    <a:gd name="connsiteX63" fmla="*/ 7237 w 10000"/>
                    <a:gd name="connsiteY63" fmla="*/ 1489 h 10000"/>
                    <a:gd name="connsiteX64" fmla="*/ 6955 w 10000"/>
                    <a:gd name="connsiteY64" fmla="*/ 202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0000" h="10000">
                      <a:moveTo>
                        <a:pt x="6955" y="2020"/>
                      </a:moveTo>
                      <a:cubicBezTo>
                        <a:pt x="6839" y="2202"/>
                        <a:pt x="6795" y="2430"/>
                        <a:pt x="6675" y="2608"/>
                      </a:cubicBezTo>
                      <a:lnTo>
                        <a:pt x="6212" y="2957"/>
                      </a:lnTo>
                      <a:lnTo>
                        <a:pt x="5864" y="2586"/>
                      </a:lnTo>
                      <a:cubicBezTo>
                        <a:pt x="5808" y="2795"/>
                        <a:pt x="5376" y="2079"/>
                        <a:pt x="5325" y="2288"/>
                      </a:cubicBezTo>
                      <a:lnTo>
                        <a:pt x="5058" y="2963"/>
                      </a:lnTo>
                      <a:lnTo>
                        <a:pt x="4396" y="3482"/>
                      </a:lnTo>
                      <a:cubicBezTo>
                        <a:pt x="4343" y="3535"/>
                        <a:pt x="3891" y="3301"/>
                        <a:pt x="3840" y="3351"/>
                      </a:cubicBezTo>
                      <a:lnTo>
                        <a:pt x="3044" y="3037"/>
                      </a:lnTo>
                      <a:lnTo>
                        <a:pt x="2774" y="3182"/>
                      </a:lnTo>
                      <a:lnTo>
                        <a:pt x="2177" y="2743"/>
                      </a:lnTo>
                      <a:cubicBezTo>
                        <a:pt x="2086" y="2475"/>
                        <a:pt x="1994" y="2208"/>
                        <a:pt x="1903" y="1940"/>
                      </a:cubicBezTo>
                      <a:cubicBezTo>
                        <a:pt x="1921" y="2173"/>
                        <a:pt x="1434" y="1931"/>
                        <a:pt x="1449" y="2159"/>
                      </a:cubicBezTo>
                      <a:cubicBezTo>
                        <a:pt x="1409" y="2317"/>
                        <a:pt x="1369" y="2479"/>
                        <a:pt x="1324" y="2635"/>
                      </a:cubicBezTo>
                      <a:lnTo>
                        <a:pt x="845" y="2836"/>
                      </a:lnTo>
                      <a:lnTo>
                        <a:pt x="526" y="2819"/>
                      </a:lnTo>
                      <a:cubicBezTo>
                        <a:pt x="469" y="2946"/>
                        <a:pt x="411" y="3069"/>
                        <a:pt x="354" y="3195"/>
                      </a:cubicBezTo>
                      <a:cubicBezTo>
                        <a:pt x="373" y="3326"/>
                        <a:pt x="37" y="2475"/>
                        <a:pt x="56" y="2604"/>
                      </a:cubicBezTo>
                      <a:cubicBezTo>
                        <a:pt x="37" y="2961"/>
                        <a:pt x="17" y="3322"/>
                        <a:pt x="0" y="3679"/>
                      </a:cubicBezTo>
                      <a:cubicBezTo>
                        <a:pt x="36" y="3732"/>
                        <a:pt x="73" y="3785"/>
                        <a:pt x="106" y="3836"/>
                      </a:cubicBezTo>
                      <a:lnTo>
                        <a:pt x="538" y="3912"/>
                      </a:lnTo>
                      <a:cubicBezTo>
                        <a:pt x="559" y="4013"/>
                        <a:pt x="575" y="4117"/>
                        <a:pt x="596" y="4218"/>
                      </a:cubicBezTo>
                      <a:lnTo>
                        <a:pt x="1075" y="4300"/>
                      </a:lnTo>
                      <a:lnTo>
                        <a:pt x="1346" y="4607"/>
                      </a:lnTo>
                      <a:cubicBezTo>
                        <a:pt x="1361" y="4784"/>
                        <a:pt x="1382" y="4964"/>
                        <a:pt x="1397" y="5145"/>
                      </a:cubicBezTo>
                      <a:lnTo>
                        <a:pt x="2260" y="6069"/>
                      </a:lnTo>
                      <a:cubicBezTo>
                        <a:pt x="2330" y="6377"/>
                        <a:pt x="2404" y="6686"/>
                        <a:pt x="2475" y="6996"/>
                      </a:cubicBezTo>
                      <a:lnTo>
                        <a:pt x="3064" y="7459"/>
                      </a:lnTo>
                      <a:lnTo>
                        <a:pt x="3280" y="8069"/>
                      </a:lnTo>
                      <a:lnTo>
                        <a:pt x="3709" y="8846"/>
                      </a:lnTo>
                      <a:lnTo>
                        <a:pt x="4034" y="9073"/>
                      </a:lnTo>
                      <a:lnTo>
                        <a:pt x="4248" y="8846"/>
                      </a:lnTo>
                      <a:lnTo>
                        <a:pt x="4785" y="8923"/>
                      </a:lnTo>
                      <a:lnTo>
                        <a:pt x="5002" y="8766"/>
                      </a:lnTo>
                      <a:lnTo>
                        <a:pt x="5967" y="9926"/>
                      </a:lnTo>
                      <a:lnTo>
                        <a:pt x="6021" y="9926"/>
                      </a:lnTo>
                      <a:cubicBezTo>
                        <a:pt x="6057" y="9871"/>
                        <a:pt x="6094" y="9822"/>
                        <a:pt x="6130" y="9772"/>
                      </a:cubicBezTo>
                      <a:lnTo>
                        <a:pt x="6823" y="9772"/>
                      </a:lnTo>
                      <a:cubicBezTo>
                        <a:pt x="6863" y="9848"/>
                        <a:pt x="6901" y="9926"/>
                        <a:pt x="6936" y="10000"/>
                      </a:cubicBezTo>
                      <a:lnTo>
                        <a:pt x="7526" y="9690"/>
                      </a:lnTo>
                      <a:lnTo>
                        <a:pt x="8062" y="9690"/>
                      </a:lnTo>
                      <a:lnTo>
                        <a:pt x="8438" y="9383"/>
                      </a:lnTo>
                      <a:lnTo>
                        <a:pt x="8871" y="8766"/>
                      </a:lnTo>
                      <a:lnTo>
                        <a:pt x="10000" y="8766"/>
                      </a:lnTo>
                      <a:lnTo>
                        <a:pt x="10000" y="7923"/>
                      </a:lnTo>
                      <a:lnTo>
                        <a:pt x="9409" y="7535"/>
                      </a:lnTo>
                      <a:cubicBezTo>
                        <a:pt x="9299" y="7125"/>
                        <a:pt x="9193" y="6711"/>
                        <a:pt x="9083" y="6301"/>
                      </a:cubicBezTo>
                      <a:lnTo>
                        <a:pt x="8655" y="5838"/>
                      </a:lnTo>
                      <a:lnTo>
                        <a:pt x="8385" y="5220"/>
                      </a:lnTo>
                      <a:lnTo>
                        <a:pt x="7687" y="4763"/>
                      </a:lnTo>
                      <a:cubicBezTo>
                        <a:pt x="7740" y="4706"/>
                        <a:pt x="7794" y="4657"/>
                        <a:pt x="7848" y="4607"/>
                      </a:cubicBezTo>
                      <a:lnTo>
                        <a:pt x="7848" y="4218"/>
                      </a:lnTo>
                      <a:lnTo>
                        <a:pt x="8334" y="4218"/>
                      </a:lnTo>
                      <a:lnTo>
                        <a:pt x="8599" y="3912"/>
                      </a:lnTo>
                      <a:cubicBezTo>
                        <a:pt x="8620" y="3168"/>
                        <a:pt x="8640" y="2424"/>
                        <a:pt x="8655" y="1679"/>
                      </a:cubicBezTo>
                      <a:cubicBezTo>
                        <a:pt x="8673" y="1704"/>
                        <a:pt x="8690" y="1726"/>
                        <a:pt x="8707" y="1755"/>
                      </a:cubicBezTo>
                      <a:cubicBezTo>
                        <a:pt x="8758" y="1599"/>
                        <a:pt x="8463" y="2050"/>
                        <a:pt x="8517" y="1895"/>
                      </a:cubicBezTo>
                      <a:cubicBezTo>
                        <a:pt x="8491" y="1993"/>
                        <a:pt x="8467" y="2098"/>
                        <a:pt x="8440" y="2198"/>
                      </a:cubicBezTo>
                      <a:cubicBezTo>
                        <a:pt x="8494" y="1917"/>
                        <a:pt x="7910" y="1888"/>
                        <a:pt x="7961" y="1603"/>
                      </a:cubicBezTo>
                      <a:cubicBezTo>
                        <a:pt x="7933" y="1068"/>
                        <a:pt x="7903" y="533"/>
                        <a:pt x="7874" y="0"/>
                      </a:cubicBezTo>
                      <a:lnTo>
                        <a:pt x="7538" y="316"/>
                      </a:lnTo>
                      <a:cubicBezTo>
                        <a:pt x="7447" y="495"/>
                        <a:pt x="7563" y="700"/>
                        <a:pt x="7506" y="885"/>
                      </a:cubicBezTo>
                      <a:cubicBezTo>
                        <a:pt x="7468" y="1038"/>
                        <a:pt x="7396" y="1196"/>
                        <a:pt x="7351" y="1297"/>
                      </a:cubicBezTo>
                      <a:cubicBezTo>
                        <a:pt x="7306" y="1398"/>
                        <a:pt x="7303" y="1368"/>
                        <a:pt x="7237" y="1489"/>
                      </a:cubicBezTo>
                      <a:lnTo>
                        <a:pt x="6955" y="202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66" name="Freeform 441">
                  <a:extLst>
                    <a:ext uri="{FF2B5EF4-FFF2-40B4-BE49-F238E27FC236}">
                      <a16:creationId xmlns:a16="http://schemas.microsoft.com/office/drawing/2014/main" id="{6E77F1EE-2868-0D1F-156C-4CFFF6BC8D43}"/>
                    </a:ext>
                  </a:extLst>
                </p:cNvPr>
                <p:cNvSpPr>
                  <a:spLocks/>
                </p:cNvSpPr>
                <p:nvPr/>
              </p:nvSpPr>
              <p:spPr bwMode="gray">
                <a:xfrm>
                  <a:off x="4781224" y="2152019"/>
                  <a:ext cx="1155110" cy="1055896"/>
                </a:xfrm>
                <a:custGeom>
                  <a:avLst/>
                  <a:gdLst>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7189 w 10000"/>
                    <a:gd name="connsiteY54" fmla="*/ 7588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758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27 w 10000"/>
                    <a:gd name="connsiteY52" fmla="*/ 7749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7814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7229 w 10000"/>
                    <a:gd name="connsiteY50" fmla="*/ 8006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7430 w 10000"/>
                    <a:gd name="connsiteY49" fmla="*/ 8264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7751 w 10000"/>
                    <a:gd name="connsiteY48" fmla="*/ 8457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7992 w 10000"/>
                    <a:gd name="connsiteY47" fmla="*/ 8971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8434 w 10000"/>
                    <a:gd name="connsiteY46" fmla="*/ 9132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8434 w 10000"/>
                    <a:gd name="connsiteY45" fmla="*/ 9486 h 10000"/>
                    <a:gd name="connsiteX46" fmla="*/ 6389 w 10000"/>
                    <a:gd name="connsiteY46" fmla="*/ 6438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7590 w 10000"/>
                    <a:gd name="connsiteY44" fmla="*/ 9486 h 10000"/>
                    <a:gd name="connsiteX45" fmla="*/ 6274 w 10000"/>
                    <a:gd name="connsiteY45" fmla="*/ 6541 h 10000"/>
                    <a:gd name="connsiteX46" fmla="*/ 6389 w 10000"/>
                    <a:gd name="connsiteY46" fmla="*/ 6438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7269 w 10000"/>
                    <a:gd name="connsiteY43" fmla="*/ 9743 h 10000"/>
                    <a:gd name="connsiteX44" fmla="*/ 6089 w 10000"/>
                    <a:gd name="connsiteY44" fmla="*/ 6766 h 10000"/>
                    <a:gd name="connsiteX45" fmla="*/ 6274 w 10000"/>
                    <a:gd name="connsiteY45" fmla="*/ 6541 h 10000"/>
                    <a:gd name="connsiteX46" fmla="*/ 6389 w 10000"/>
                    <a:gd name="connsiteY46" fmla="*/ 6438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6988 w 10000"/>
                    <a:gd name="connsiteY42" fmla="*/ 9871 h 10000"/>
                    <a:gd name="connsiteX43" fmla="*/ 5933 w 10000"/>
                    <a:gd name="connsiteY43" fmla="*/ 6931 h 10000"/>
                    <a:gd name="connsiteX44" fmla="*/ 6089 w 10000"/>
                    <a:gd name="connsiteY44" fmla="*/ 6766 h 10000"/>
                    <a:gd name="connsiteX45" fmla="*/ 6274 w 10000"/>
                    <a:gd name="connsiteY45" fmla="*/ 6541 h 10000"/>
                    <a:gd name="connsiteX46" fmla="*/ 6389 w 10000"/>
                    <a:gd name="connsiteY46" fmla="*/ 6438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6586 w 10000"/>
                    <a:gd name="connsiteY41" fmla="*/ 9871 h 10000"/>
                    <a:gd name="connsiteX42" fmla="*/ 5768 w 10000"/>
                    <a:gd name="connsiteY42" fmla="*/ 7006 h 10000"/>
                    <a:gd name="connsiteX43" fmla="*/ 5933 w 10000"/>
                    <a:gd name="connsiteY43" fmla="*/ 6931 h 10000"/>
                    <a:gd name="connsiteX44" fmla="*/ 6089 w 10000"/>
                    <a:gd name="connsiteY44" fmla="*/ 6766 h 10000"/>
                    <a:gd name="connsiteX45" fmla="*/ 6274 w 10000"/>
                    <a:gd name="connsiteY45" fmla="*/ 6541 h 10000"/>
                    <a:gd name="connsiteX46" fmla="*/ 6389 w 10000"/>
                    <a:gd name="connsiteY46" fmla="*/ 6438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6064 w 10000"/>
                    <a:gd name="connsiteY39" fmla="*/ 9904 h 10000"/>
                    <a:gd name="connsiteX40" fmla="*/ 6145 w 10000"/>
                    <a:gd name="connsiteY40" fmla="*/ 10000 h 10000"/>
                    <a:gd name="connsiteX41" fmla="*/ 5564 w 10000"/>
                    <a:gd name="connsiteY41" fmla="*/ 7085 h 10000"/>
                    <a:gd name="connsiteX42" fmla="*/ 5768 w 10000"/>
                    <a:gd name="connsiteY42" fmla="*/ 7006 h 10000"/>
                    <a:gd name="connsiteX43" fmla="*/ 5933 w 10000"/>
                    <a:gd name="connsiteY43" fmla="*/ 6931 h 10000"/>
                    <a:gd name="connsiteX44" fmla="*/ 6089 w 10000"/>
                    <a:gd name="connsiteY44" fmla="*/ 6766 h 10000"/>
                    <a:gd name="connsiteX45" fmla="*/ 6274 w 10000"/>
                    <a:gd name="connsiteY45" fmla="*/ 6541 h 10000"/>
                    <a:gd name="connsiteX46" fmla="*/ 6389 w 10000"/>
                    <a:gd name="connsiteY46" fmla="*/ 6438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10000"/>
                    <a:gd name="connsiteX1" fmla="*/ 1285 w 10000"/>
                    <a:gd name="connsiteY1" fmla="*/ 2412 h 10000"/>
                    <a:gd name="connsiteX2" fmla="*/ 1285 w 10000"/>
                    <a:gd name="connsiteY2" fmla="*/ 2894 h 10000"/>
                    <a:gd name="connsiteX3" fmla="*/ 1285 w 10000"/>
                    <a:gd name="connsiteY3" fmla="*/ 3376 h 10000"/>
                    <a:gd name="connsiteX4" fmla="*/ 1285 w 10000"/>
                    <a:gd name="connsiteY4" fmla="*/ 3826 h 10000"/>
                    <a:gd name="connsiteX5" fmla="*/ 643 w 10000"/>
                    <a:gd name="connsiteY5" fmla="*/ 3923 h 10000"/>
                    <a:gd name="connsiteX6" fmla="*/ 522 w 10000"/>
                    <a:gd name="connsiteY6" fmla="*/ 4180 h 10000"/>
                    <a:gd name="connsiteX7" fmla="*/ 241 w 10000"/>
                    <a:gd name="connsiteY7" fmla="*/ 4502 h 10000"/>
                    <a:gd name="connsiteX8" fmla="*/ 241 w 10000"/>
                    <a:gd name="connsiteY8" fmla="*/ 4759 h 10000"/>
                    <a:gd name="connsiteX9" fmla="*/ 120 w 10000"/>
                    <a:gd name="connsiteY9" fmla="*/ 4823 h 10000"/>
                    <a:gd name="connsiteX10" fmla="*/ 120 w 10000"/>
                    <a:gd name="connsiteY10" fmla="*/ 5048 h 10000"/>
                    <a:gd name="connsiteX11" fmla="*/ 0 w 10000"/>
                    <a:gd name="connsiteY11" fmla="*/ 5241 h 10000"/>
                    <a:gd name="connsiteX12" fmla="*/ 0 w 10000"/>
                    <a:gd name="connsiteY12" fmla="*/ 5402 h 10000"/>
                    <a:gd name="connsiteX13" fmla="*/ 241 w 10000"/>
                    <a:gd name="connsiteY13" fmla="*/ 5370 h 10000"/>
                    <a:gd name="connsiteX14" fmla="*/ 281 w 10000"/>
                    <a:gd name="connsiteY14" fmla="*/ 5659 h 10000"/>
                    <a:gd name="connsiteX15" fmla="*/ 602 w 10000"/>
                    <a:gd name="connsiteY15" fmla="*/ 6174 h 10000"/>
                    <a:gd name="connsiteX16" fmla="*/ 602 w 10000"/>
                    <a:gd name="connsiteY16" fmla="*/ 6206 h 10000"/>
                    <a:gd name="connsiteX17" fmla="*/ 482 w 10000"/>
                    <a:gd name="connsiteY17" fmla="*/ 6238 h 10000"/>
                    <a:gd name="connsiteX18" fmla="*/ 964 w 10000"/>
                    <a:gd name="connsiteY18" fmla="*/ 6752 h 10000"/>
                    <a:gd name="connsiteX19" fmla="*/ 1004 w 10000"/>
                    <a:gd name="connsiteY19" fmla="*/ 6913 h 10000"/>
                    <a:gd name="connsiteX20" fmla="*/ 964 w 10000"/>
                    <a:gd name="connsiteY20" fmla="*/ 7363 h 10000"/>
                    <a:gd name="connsiteX21" fmla="*/ 1044 w 10000"/>
                    <a:gd name="connsiteY21" fmla="*/ 7428 h 10000"/>
                    <a:gd name="connsiteX22" fmla="*/ 1365 w 10000"/>
                    <a:gd name="connsiteY22" fmla="*/ 7460 h 10000"/>
                    <a:gd name="connsiteX23" fmla="*/ 1406 w 10000"/>
                    <a:gd name="connsiteY23" fmla="*/ 7588 h 10000"/>
                    <a:gd name="connsiteX24" fmla="*/ 1767 w 10000"/>
                    <a:gd name="connsiteY24" fmla="*/ 7621 h 10000"/>
                    <a:gd name="connsiteX25" fmla="*/ 1968 w 10000"/>
                    <a:gd name="connsiteY25" fmla="*/ 7749 h 10000"/>
                    <a:gd name="connsiteX26" fmla="*/ 2008 w 10000"/>
                    <a:gd name="connsiteY26" fmla="*/ 7974 h 10000"/>
                    <a:gd name="connsiteX27" fmla="*/ 2651 w 10000"/>
                    <a:gd name="connsiteY27" fmla="*/ 8360 h 10000"/>
                    <a:gd name="connsiteX28" fmla="*/ 2811 w 10000"/>
                    <a:gd name="connsiteY28" fmla="*/ 8746 h 10000"/>
                    <a:gd name="connsiteX29" fmla="*/ 3253 w 10000"/>
                    <a:gd name="connsiteY29" fmla="*/ 8939 h 10000"/>
                    <a:gd name="connsiteX30" fmla="*/ 3414 w 10000"/>
                    <a:gd name="connsiteY30" fmla="*/ 9196 h 10000"/>
                    <a:gd name="connsiteX31" fmla="*/ 3735 w 10000"/>
                    <a:gd name="connsiteY31" fmla="*/ 9518 h 10000"/>
                    <a:gd name="connsiteX32" fmla="*/ 3976 w 10000"/>
                    <a:gd name="connsiteY32" fmla="*/ 9614 h 10000"/>
                    <a:gd name="connsiteX33" fmla="*/ 4137 w 10000"/>
                    <a:gd name="connsiteY33" fmla="*/ 9518 h 10000"/>
                    <a:gd name="connsiteX34" fmla="*/ 4538 w 10000"/>
                    <a:gd name="connsiteY34" fmla="*/ 9550 h 10000"/>
                    <a:gd name="connsiteX35" fmla="*/ 4699 w 10000"/>
                    <a:gd name="connsiteY35" fmla="*/ 9486 h 10000"/>
                    <a:gd name="connsiteX36" fmla="*/ 5422 w 10000"/>
                    <a:gd name="connsiteY36" fmla="*/ 9968 h 10000"/>
                    <a:gd name="connsiteX37" fmla="*/ 5462 w 10000"/>
                    <a:gd name="connsiteY37" fmla="*/ 9968 h 10000"/>
                    <a:gd name="connsiteX38" fmla="*/ 5542 w 10000"/>
                    <a:gd name="connsiteY38" fmla="*/ 9904 h 10000"/>
                    <a:gd name="connsiteX39" fmla="*/ 5272 w 10000"/>
                    <a:gd name="connsiteY39" fmla="*/ 9204 h 10000"/>
                    <a:gd name="connsiteX40" fmla="*/ 6145 w 10000"/>
                    <a:gd name="connsiteY40" fmla="*/ 10000 h 10000"/>
                    <a:gd name="connsiteX41" fmla="*/ 5564 w 10000"/>
                    <a:gd name="connsiteY41" fmla="*/ 7085 h 10000"/>
                    <a:gd name="connsiteX42" fmla="*/ 5768 w 10000"/>
                    <a:gd name="connsiteY42" fmla="*/ 7006 h 10000"/>
                    <a:gd name="connsiteX43" fmla="*/ 5933 w 10000"/>
                    <a:gd name="connsiteY43" fmla="*/ 6931 h 10000"/>
                    <a:gd name="connsiteX44" fmla="*/ 6089 w 10000"/>
                    <a:gd name="connsiteY44" fmla="*/ 6766 h 10000"/>
                    <a:gd name="connsiteX45" fmla="*/ 6274 w 10000"/>
                    <a:gd name="connsiteY45" fmla="*/ 6541 h 10000"/>
                    <a:gd name="connsiteX46" fmla="*/ 6389 w 10000"/>
                    <a:gd name="connsiteY46" fmla="*/ 6438 h 10000"/>
                    <a:gd name="connsiteX47" fmla="*/ 6524 w 10000"/>
                    <a:gd name="connsiteY47" fmla="*/ 6396 h 10000"/>
                    <a:gd name="connsiteX48" fmla="*/ 6531 w 10000"/>
                    <a:gd name="connsiteY48" fmla="*/ 6265 h 10000"/>
                    <a:gd name="connsiteX49" fmla="*/ 6424 w 10000"/>
                    <a:gd name="connsiteY49" fmla="*/ 5966 h 10000"/>
                    <a:gd name="connsiteX50" fmla="*/ 6602 w 10000"/>
                    <a:gd name="connsiteY50" fmla="*/ 5973 h 10000"/>
                    <a:gd name="connsiteX51" fmla="*/ 6707 w 10000"/>
                    <a:gd name="connsiteY51" fmla="*/ 5860 h 10000"/>
                    <a:gd name="connsiteX52" fmla="*/ 6876 w 10000"/>
                    <a:gd name="connsiteY52" fmla="*/ 5861 h 10000"/>
                    <a:gd name="connsiteX53" fmla="*/ 6827 w 10000"/>
                    <a:gd name="connsiteY53" fmla="*/ 6558 h 10000"/>
                    <a:gd name="connsiteX54" fmla="*/ 6991 w 10000"/>
                    <a:gd name="connsiteY54" fmla="*/ 6637 h 10000"/>
                    <a:gd name="connsiteX55" fmla="*/ 7275 w 10000"/>
                    <a:gd name="connsiteY55" fmla="*/ 6839 h 10000"/>
                    <a:gd name="connsiteX56" fmla="*/ 7430 w 10000"/>
                    <a:gd name="connsiteY56" fmla="*/ 6527 h 10000"/>
                    <a:gd name="connsiteX57" fmla="*/ 7470 w 10000"/>
                    <a:gd name="connsiteY57" fmla="*/ 6559 h 10000"/>
                    <a:gd name="connsiteX58" fmla="*/ 7590 w 10000"/>
                    <a:gd name="connsiteY58" fmla="*/ 6367 h 10000"/>
                    <a:gd name="connsiteX59" fmla="*/ 7831 w 10000"/>
                    <a:gd name="connsiteY59" fmla="*/ 6270 h 10000"/>
                    <a:gd name="connsiteX60" fmla="*/ 7952 w 10000"/>
                    <a:gd name="connsiteY60" fmla="*/ 5916 h 10000"/>
                    <a:gd name="connsiteX61" fmla="*/ 8313 w 10000"/>
                    <a:gd name="connsiteY61" fmla="*/ 5498 h 10000"/>
                    <a:gd name="connsiteX62" fmla="*/ 8594 w 10000"/>
                    <a:gd name="connsiteY62" fmla="*/ 5305 h 10000"/>
                    <a:gd name="connsiteX63" fmla="*/ 8795 w 10000"/>
                    <a:gd name="connsiteY63" fmla="*/ 4759 h 10000"/>
                    <a:gd name="connsiteX64" fmla="*/ 8795 w 10000"/>
                    <a:gd name="connsiteY64" fmla="*/ 4630 h 10000"/>
                    <a:gd name="connsiteX65" fmla="*/ 8755 w 10000"/>
                    <a:gd name="connsiteY65" fmla="*/ 4309 h 10000"/>
                    <a:gd name="connsiteX66" fmla="*/ 9157 w 10000"/>
                    <a:gd name="connsiteY66" fmla="*/ 3151 h 10000"/>
                    <a:gd name="connsiteX67" fmla="*/ 9277 w 10000"/>
                    <a:gd name="connsiteY67" fmla="*/ 3151 h 10000"/>
                    <a:gd name="connsiteX68" fmla="*/ 9438 w 10000"/>
                    <a:gd name="connsiteY68" fmla="*/ 3055 h 10000"/>
                    <a:gd name="connsiteX69" fmla="*/ 9920 w 10000"/>
                    <a:gd name="connsiteY69" fmla="*/ 2894 h 10000"/>
                    <a:gd name="connsiteX70" fmla="*/ 10000 w 10000"/>
                    <a:gd name="connsiteY70" fmla="*/ 2637 h 10000"/>
                    <a:gd name="connsiteX71" fmla="*/ 9960 w 10000"/>
                    <a:gd name="connsiteY71" fmla="*/ 2572 h 10000"/>
                    <a:gd name="connsiteX72" fmla="*/ 9799 w 10000"/>
                    <a:gd name="connsiteY72" fmla="*/ 2572 h 10000"/>
                    <a:gd name="connsiteX73" fmla="*/ 9679 w 10000"/>
                    <a:gd name="connsiteY73" fmla="*/ 2412 h 10000"/>
                    <a:gd name="connsiteX74" fmla="*/ 9438 w 10000"/>
                    <a:gd name="connsiteY74" fmla="*/ 2347 h 10000"/>
                    <a:gd name="connsiteX75" fmla="*/ 9317 w 10000"/>
                    <a:gd name="connsiteY75" fmla="*/ 2219 h 10000"/>
                    <a:gd name="connsiteX76" fmla="*/ 9237 w 10000"/>
                    <a:gd name="connsiteY76" fmla="*/ 1736 h 10000"/>
                    <a:gd name="connsiteX77" fmla="*/ 9237 w 10000"/>
                    <a:gd name="connsiteY77" fmla="*/ 1061 h 10000"/>
                    <a:gd name="connsiteX78" fmla="*/ 9036 w 10000"/>
                    <a:gd name="connsiteY78" fmla="*/ 836 h 10000"/>
                    <a:gd name="connsiteX79" fmla="*/ 8996 w 10000"/>
                    <a:gd name="connsiteY79" fmla="*/ 611 h 10000"/>
                    <a:gd name="connsiteX80" fmla="*/ 8675 w 10000"/>
                    <a:gd name="connsiteY80" fmla="*/ 289 h 10000"/>
                    <a:gd name="connsiteX81" fmla="*/ 8394 w 10000"/>
                    <a:gd name="connsiteY81" fmla="*/ 161 h 10000"/>
                    <a:gd name="connsiteX82" fmla="*/ 8233 w 10000"/>
                    <a:gd name="connsiteY82" fmla="*/ 0 h 10000"/>
                    <a:gd name="connsiteX83" fmla="*/ 7992 w 10000"/>
                    <a:gd name="connsiteY83" fmla="*/ 161 h 10000"/>
                    <a:gd name="connsiteX84" fmla="*/ 7831 w 10000"/>
                    <a:gd name="connsiteY84" fmla="*/ 129 h 10000"/>
                    <a:gd name="connsiteX85" fmla="*/ 7711 w 10000"/>
                    <a:gd name="connsiteY85" fmla="*/ 418 h 10000"/>
                    <a:gd name="connsiteX86" fmla="*/ 7390 w 10000"/>
                    <a:gd name="connsiteY86" fmla="*/ 482 h 10000"/>
                    <a:gd name="connsiteX87" fmla="*/ 7309 w 10000"/>
                    <a:gd name="connsiteY87" fmla="*/ 707 h 10000"/>
                    <a:gd name="connsiteX88" fmla="*/ 7028 w 10000"/>
                    <a:gd name="connsiteY88" fmla="*/ 707 h 10000"/>
                    <a:gd name="connsiteX89" fmla="*/ 6787 w 10000"/>
                    <a:gd name="connsiteY89" fmla="*/ 611 h 10000"/>
                    <a:gd name="connsiteX90" fmla="*/ 6265 w 10000"/>
                    <a:gd name="connsiteY90" fmla="*/ 611 h 10000"/>
                    <a:gd name="connsiteX91" fmla="*/ 5743 w 10000"/>
                    <a:gd name="connsiteY91" fmla="*/ 611 h 10000"/>
                    <a:gd name="connsiteX92" fmla="*/ 5783 w 10000"/>
                    <a:gd name="connsiteY92" fmla="*/ 482 h 10000"/>
                    <a:gd name="connsiteX93" fmla="*/ 5703 w 10000"/>
                    <a:gd name="connsiteY93" fmla="*/ 482 h 10000"/>
                    <a:gd name="connsiteX94" fmla="*/ 5663 w 10000"/>
                    <a:gd name="connsiteY94" fmla="*/ 611 h 10000"/>
                    <a:gd name="connsiteX95" fmla="*/ 5181 w 10000"/>
                    <a:gd name="connsiteY95" fmla="*/ 611 h 10000"/>
                    <a:gd name="connsiteX96" fmla="*/ 4699 w 10000"/>
                    <a:gd name="connsiteY96" fmla="*/ 611 h 10000"/>
                    <a:gd name="connsiteX97" fmla="*/ 4217 w 10000"/>
                    <a:gd name="connsiteY97" fmla="*/ 611 h 10000"/>
                    <a:gd name="connsiteX98" fmla="*/ 3735 w 10000"/>
                    <a:gd name="connsiteY98" fmla="*/ 611 h 10000"/>
                    <a:gd name="connsiteX99" fmla="*/ 3293 w 10000"/>
                    <a:gd name="connsiteY99" fmla="*/ 611 h 10000"/>
                    <a:gd name="connsiteX100" fmla="*/ 2811 w 10000"/>
                    <a:gd name="connsiteY100" fmla="*/ 611 h 10000"/>
                    <a:gd name="connsiteX101" fmla="*/ 2369 w 10000"/>
                    <a:gd name="connsiteY101" fmla="*/ 611 h 10000"/>
                    <a:gd name="connsiteX102" fmla="*/ 1888 w 10000"/>
                    <a:gd name="connsiteY102" fmla="*/ 611 h 10000"/>
                    <a:gd name="connsiteX103" fmla="*/ 1888 w 10000"/>
                    <a:gd name="connsiteY103" fmla="*/ 1061 h 10000"/>
                    <a:gd name="connsiteX104" fmla="*/ 1888 w 10000"/>
                    <a:gd name="connsiteY104" fmla="*/ 1640 h 10000"/>
                    <a:gd name="connsiteX105" fmla="*/ 1285 w 10000"/>
                    <a:gd name="connsiteY105" fmla="*/ 1640 h 10000"/>
                    <a:gd name="connsiteX106" fmla="*/ 1285 w 10000"/>
                    <a:gd name="connsiteY106" fmla="*/ 1897 h 10000"/>
                    <a:gd name="connsiteX0" fmla="*/ 1285 w 10000"/>
                    <a:gd name="connsiteY0" fmla="*/ 1897 h 9968"/>
                    <a:gd name="connsiteX1" fmla="*/ 1285 w 10000"/>
                    <a:gd name="connsiteY1" fmla="*/ 2412 h 9968"/>
                    <a:gd name="connsiteX2" fmla="*/ 1285 w 10000"/>
                    <a:gd name="connsiteY2" fmla="*/ 2894 h 9968"/>
                    <a:gd name="connsiteX3" fmla="*/ 1285 w 10000"/>
                    <a:gd name="connsiteY3" fmla="*/ 3376 h 9968"/>
                    <a:gd name="connsiteX4" fmla="*/ 1285 w 10000"/>
                    <a:gd name="connsiteY4" fmla="*/ 3826 h 9968"/>
                    <a:gd name="connsiteX5" fmla="*/ 643 w 10000"/>
                    <a:gd name="connsiteY5" fmla="*/ 3923 h 9968"/>
                    <a:gd name="connsiteX6" fmla="*/ 522 w 10000"/>
                    <a:gd name="connsiteY6" fmla="*/ 4180 h 9968"/>
                    <a:gd name="connsiteX7" fmla="*/ 241 w 10000"/>
                    <a:gd name="connsiteY7" fmla="*/ 4502 h 9968"/>
                    <a:gd name="connsiteX8" fmla="*/ 241 w 10000"/>
                    <a:gd name="connsiteY8" fmla="*/ 4759 h 9968"/>
                    <a:gd name="connsiteX9" fmla="*/ 120 w 10000"/>
                    <a:gd name="connsiteY9" fmla="*/ 4823 h 9968"/>
                    <a:gd name="connsiteX10" fmla="*/ 120 w 10000"/>
                    <a:gd name="connsiteY10" fmla="*/ 5048 h 9968"/>
                    <a:gd name="connsiteX11" fmla="*/ 0 w 10000"/>
                    <a:gd name="connsiteY11" fmla="*/ 5241 h 9968"/>
                    <a:gd name="connsiteX12" fmla="*/ 0 w 10000"/>
                    <a:gd name="connsiteY12" fmla="*/ 5402 h 9968"/>
                    <a:gd name="connsiteX13" fmla="*/ 241 w 10000"/>
                    <a:gd name="connsiteY13" fmla="*/ 5370 h 9968"/>
                    <a:gd name="connsiteX14" fmla="*/ 281 w 10000"/>
                    <a:gd name="connsiteY14" fmla="*/ 5659 h 9968"/>
                    <a:gd name="connsiteX15" fmla="*/ 602 w 10000"/>
                    <a:gd name="connsiteY15" fmla="*/ 6174 h 9968"/>
                    <a:gd name="connsiteX16" fmla="*/ 602 w 10000"/>
                    <a:gd name="connsiteY16" fmla="*/ 6206 h 9968"/>
                    <a:gd name="connsiteX17" fmla="*/ 482 w 10000"/>
                    <a:gd name="connsiteY17" fmla="*/ 6238 h 9968"/>
                    <a:gd name="connsiteX18" fmla="*/ 964 w 10000"/>
                    <a:gd name="connsiteY18" fmla="*/ 6752 h 9968"/>
                    <a:gd name="connsiteX19" fmla="*/ 1004 w 10000"/>
                    <a:gd name="connsiteY19" fmla="*/ 6913 h 9968"/>
                    <a:gd name="connsiteX20" fmla="*/ 964 w 10000"/>
                    <a:gd name="connsiteY20" fmla="*/ 7363 h 9968"/>
                    <a:gd name="connsiteX21" fmla="*/ 1044 w 10000"/>
                    <a:gd name="connsiteY21" fmla="*/ 7428 h 9968"/>
                    <a:gd name="connsiteX22" fmla="*/ 1365 w 10000"/>
                    <a:gd name="connsiteY22" fmla="*/ 7460 h 9968"/>
                    <a:gd name="connsiteX23" fmla="*/ 1406 w 10000"/>
                    <a:gd name="connsiteY23" fmla="*/ 7588 h 9968"/>
                    <a:gd name="connsiteX24" fmla="*/ 1767 w 10000"/>
                    <a:gd name="connsiteY24" fmla="*/ 7621 h 9968"/>
                    <a:gd name="connsiteX25" fmla="*/ 1968 w 10000"/>
                    <a:gd name="connsiteY25" fmla="*/ 7749 h 9968"/>
                    <a:gd name="connsiteX26" fmla="*/ 2008 w 10000"/>
                    <a:gd name="connsiteY26" fmla="*/ 7974 h 9968"/>
                    <a:gd name="connsiteX27" fmla="*/ 2651 w 10000"/>
                    <a:gd name="connsiteY27" fmla="*/ 8360 h 9968"/>
                    <a:gd name="connsiteX28" fmla="*/ 2811 w 10000"/>
                    <a:gd name="connsiteY28" fmla="*/ 8746 h 9968"/>
                    <a:gd name="connsiteX29" fmla="*/ 3253 w 10000"/>
                    <a:gd name="connsiteY29" fmla="*/ 8939 h 9968"/>
                    <a:gd name="connsiteX30" fmla="*/ 3414 w 10000"/>
                    <a:gd name="connsiteY30" fmla="*/ 9196 h 9968"/>
                    <a:gd name="connsiteX31" fmla="*/ 3735 w 10000"/>
                    <a:gd name="connsiteY31" fmla="*/ 9518 h 9968"/>
                    <a:gd name="connsiteX32" fmla="*/ 3976 w 10000"/>
                    <a:gd name="connsiteY32" fmla="*/ 9614 h 9968"/>
                    <a:gd name="connsiteX33" fmla="*/ 4137 w 10000"/>
                    <a:gd name="connsiteY33" fmla="*/ 9518 h 9968"/>
                    <a:gd name="connsiteX34" fmla="*/ 4538 w 10000"/>
                    <a:gd name="connsiteY34" fmla="*/ 9550 h 9968"/>
                    <a:gd name="connsiteX35" fmla="*/ 4699 w 10000"/>
                    <a:gd name="connsiteY35" fmla="*/ 9486 h 9968"/>
                    <a:gd name="connsiteX36" fmla="*/ 5422 w 10000"/>
                    <a:gd name="connsiteY36" fmla="*/ 9968 h 9968"/>
                    <a:gd name="connsiteX37" fmla="*/ 5462 w 10000"/>
                    <a:gd name="connsiteY37" fmla="*/ 9968 h 9968"/>
                    <a:gd name="connsiteX38" fmla="*/ 5542 w 10000"/>
                    <a:gd name="connsiteY38" fmla="*/ 9904 h 9968"/>
                    <a:gd name="connsiteX39" fmla="*/ 5272 w 10000"/>
                    <a:gd name="connsiteY39" fmla="*/ 9204 h 9968"/>
                    <a:gd name="connsiteX40" fmla="*/ 5337 w 10000"/>
                    <a:gd name="connsiteY40" fmla="*/ 6963 h 9968"/>
                    <a:gd name="connsiteX41" fmla="*/ 5564 w 10000"/>
                    <a:gd name="connsiteY41" fmla="*/ 7085 h 9968"/>
                    <a:gd name="connsiteX42" fmla="*/ 5768 w 10000"/>
                    <a:gd name="connsiteY42" fmla="*/ 7006 h 9968"/>
                    <a:gd name="connsiteX43" fmla="*/ 5933 w 10000"/>
                    <a:gd name="connsiteY43" fmla="*/ 6931 h 9968"/>
                    <a:gd name="connsiteX44" fmla="*/ 6089 w 10000"/>
                    <a:gd name="connsiteY44" fmla="*/ 6766 h 9968"/>
                    <a:gd name="connsiteX45" fmla="*/ 6274 w 10000"/>
                    <a:gd name="connsiteY45" fmla="*/ 6541 h 9968"/>
                    <a:gd name="connsiteX46" fmla="*/ 6389 w 10000"/>
                    <a:gd name="connsiteY46" fmla="*/ 6438 h 9968"/>
                    <a:gd name="connsiteX47" fmla="*/ 6524 w 10000"/>
                    <a:gd name="connsiteY47" fmla="*/ 6396 h 9968"/>
                    <a:gd name="connsiteX48" fmla="*/ 6531 w 10000"/>
                    <a:gd name="connsiteY48" fmla="*/ 6265 h 9968"/>
                    <a:gd name="connsiteX49" fmla="*/ 6424 w 10000"/>
                    <a:gd name="connsiteY49" fmla="*/ 5966 h 9968"/>
                    <a:gd name="connsiteX50" fmla="*/ 6602 w 10000"/>
                    <a:gd name="connsiteY50" fmla="*/ 5973 h 9968"/>
                    <a:gd name="connsiteX51" fmla="*/ 6707 w 10000"/>
                    <a:gd name="connsiteY51" fmla="*/ 5860 h 9968"/>
                    <a:gd name="connsiteX52" fmla="*/ 6876 w 10000"/>
                    <a:gd name="connsiteY52" fmla="*/ 5861 h 9968"/>
                    <a:gd name="connsiteX53" fmla="*/ 6827 w 10000"/>
                    <a:gd name="connsiteY53" fmla="*/ 6558 h 9968"/>
                    <a:gd name="connsiteX54" fmla="*/ 6991 w 10000"/>
                    <a:gd name="connsiteY54" fmla="*/ 6637 h 9968"/>
                    <a:gd name="connsiteX55" fmla="*/ 7275 w 10000"/>
                    <a:gd name="connsiteY55" fmla="*/ 6839 h 9968"/>
                    <a:gd name="connsiteX56" fmla="*/ 7430 w 10000"/>
                    <a:gd name="connsiteY56" fmla="*/ 6527 h 9968"/>
                    <a:gd name="connsiteX57" fmla="*/ 7470 w 10000"/>
                    <a:gd name="connsiteY57" fmla="*/ 6559 h 9968"/>
                    <a:gd name="connsiteX58" fmla="*/ 7590 w 10000"/>
                    <a:gd name="connsiteY58" fmla="*/ 6367 h 9968"/>
                    <a:gd name="connsiteX59" fmla="*/ 7831 w 10000"/>
                    <a:gd name="connsiteY59" fmla="*/ 6270 h 9968"/>
                    <a:gd name="connsiteX60" fmla="*/ 7952 w 10000"/>
                    <a:gd name="connsiteY60" fmla="*/ 5916 h 9968"/>
                    <a:gd name="connsiteX61" fmla="*/ 8313 w 10000"/>
                    <a:gd name="connsiteY61" fmla="*/ 5498 h 9968"/>
                    <a:gd name="connsiteX62" fmla="*/ 8594 w 10000"/>
                    <a:gd name="connsiteY62" fmla="*/ 5305 h 9968"/>
                    <a:gd name="connsiteX63" fmla="*/ 8795 w 10000"/>
                    <a:gd name="connsiteY63" fmla="*/ 4759 h 9968"/>
                    <a:gd name="connsiteX64" fmla="*/ 8795 w 10000"/>
                    <a:gd name="connsiteY64" fmla="*/ 4630 h 9968"/>
                    <a:gd name="connsiteX65" fmla="*/ 8755 w 10000"/>
                    <a:gd name="connsiteY65" fmla="*/ 4309 h 9968"/>
                    <a:gd name="connsiteX66" fmla="*/ 9157 w 10000"/>
                    <a:gd name="connsiteY66" fmla="*/ 3151 h 9968"/>
                    <a:gd name="connsiteX67" fmla="*/ 9277 w 10000"/>
                    <a:gd name="connsiteY67" fmla="*/ 3151 h 9968"/>
                    <a:gd name="connsiteX68" fmla="*/ 9438 w 10000"/>
                    <a:gd name="connsiteY68" fmla="*/ 3055 h 9968"/>
                    <a:gd name="connsiteX69" fmla="*/ 9920 w 10000"/>
                    <a:gd name="connsiteY69" fmla="*/ 2894 h 9968"/>
                    <a:gd name="connsiteX70" fmla="*/ 10000 w 10000"/>
                    <a:gd name="connsiteY70" fmla="*/ 2637 h 9968"/>
                    <a:gd name="connsiteX71" fmla="*/ 9960 w 10000"/>
                    <a:gd name="connsiteY71" fmla="*/ 2572 h 9968"/>
                    <a:gd name="connsiteX72" fmla="*/ 9799 w 10000"/>
                    <a:gd name="connsiteY72" fmla="*/ 2572 h 9968"/>
                    <a:gd name="connsiteX73" fmla="*/ 9679 w 10000"/>
                    <a:gd name="connsiteY73" fmla="*/ 2412 h 9968"/>
                    <a:gd name="connsiteX74" fmla="*/ 9438 w 10000"/>
                    <a:gd name="connsiteY74" fmla="*/ 2347 h 9968"/>
                    <a:gd name="connsiteX75" fmla="*/ 9317 w 10000"/>
                    <a:gd name="connsiteY75" fmla="*/ 2219 h 9968"/>
                    <a:gd name="connsiteX76" fmla="*/ 9237 w 10000"/>
                    <a:gd name="connsiteY76" fmla="*/ 1736 h 9968"/>
                    <a:gd name="connsiteX77" fmla="*/ 9237 w 10000"/>
                    <a:gd name="connsiteY77" fmla="*/ 1061 h 9968"/>
                    <a:gd name="connsiteX78" fmla="*/ 9036 w 10000"/>
                    <a:gd name="connsiteY78" fmla="*/ 836 h 9968"/>
                    <a:gd name="connsiteX79" fmla="*/ 8996 w 10000"/>
                    <a:gd name="connsiteY79" fmla="*/ 611 h 9968"/>
                    <a:gd name="connsiteX80" fmla="*/ 8675 w 10000"/>
                    <a:gd name="connsiteY80" fmla="*/ 289 h 9968"/>
                    <a:gd name="connsiteX81" fmla="*/ 8394 w 10000"/>
                    <a:gd name="connsiteY81" fmla="*/ 161 h 9968"/>
                    <a:gd name="connsiteX82" fmla="*/ 8233 w 10000"/>
                    <a:gd name="connsiteY82" fmla="*/ 0 h 9968"/>
                    <a:gd name="connsiteX83" fmla="*/ 7992 w 10000"/>
                    <a:gd name="connsiteY83" fmla="*/ 161 h 9968"/>
                    <a:gd name="connsiteX84" fmla="*/ 7831 w 10000"/>
                    <a:gd name="connsiteY84" fmla="*/ 129 h 9968"/>
                    <a:gd name="connsiteX85" fmla="*/ 7711 w 10000"/>
                    <a:gd name="connsiteY85" fmla="*/ 418 h 9968"/>
                    <a:gd name="connsiteX86" fmla="*/ 7390 w 10000"/>
                    <a:gd name="connsiteY86" fmla="*/ 482 h 9968"/>
                    <a:gd name="connsiteX87" fmla="*/ 7309 w 10000"/>
                    <a:gd name="connsiteY87" fmla="*/ 707 h 9968"/>
                    <a:gd name="connsiteX88" fmla="*/ 7028 w 10000"/>
                    <a:gd name="connsiteY88" fmla="*/ 707 h 9968"/>
                    <a:gd name="connsiteX89" fmla="*/ 6787 w 10000"/>
                    <a:gd name="connsiteY89" fmla="*/ 611 h 9968"/>
                    <a:gd name="connsiteX90" fmla="*/ 6265 w 10000"/>
                    <a:gd name="connsiteY90" fmla="*/ 611 h 9968"/>
                    <a:gd name="connsiteX91" fmla="*/ 5743 w 10000"/>
                    <a:gd name="connsiteY91" fmla="*/ 611 h 9968"/>
                    <a:gd name="connsiteX92" fmla="*/ 5783 w 10000"/>
                    <a:gd name="connsiteY92" fmla="*/ 482 h 9968"/>
                    <a:gd name="connsiteX93" fmla="*/ 5703 w 10000"/>
                    <a:gd name="connsiteY93" fmla="*/ 482 h 9968"/>
                    <a:gd name="connsiteX94" fmla="*/ 5663 w 10000"/>
                    <a:gd name="connsiteY94" fmla="*/ 611 h 9968"/>
                    <a:gd name="connsiteX95" fmla="*/ 5181 w 10000"/>
                    <a:gd name="connsiteY95" fmla="*/ 611 h 9968"/>
                    <a:gd name="connsiteX96" fmla="*/ 4699 w 10000"/>
                    <a:gd name="connsiteY96" fmla="*/ 611 h 9968"/>
                    <a:gd name="connsiteX97" fmla="*/ 4217 w 10000"/>
                    <a:gd name="connsiteY97" fmla="*/ 611 h 9968"/>
                    <a:gd name="connsiteX98" fmla="*/ 3735 w 10000"/>
                    <a:gd name="connsiteY98" fmla="*/ 611 h 9968"/>
                    <a:gd name="connsiteX99" fmla="*/ 3293 w 10000"/>
                    <a:gd name="connsiteY99" fmla="*/ 611 h 9968"/>
                    <a:gd name="connsiteX100" fmla="*/ 2811 w 10000"/>
                    <a:gd name="connsiteY100" fmla="*/ 611 h 9968"/>
                    <a:gd name="connsiteX101" fmla="*/ 2369 w 10000"/>
                    <a:gd name="connsiteY101" fmla="*/ 611 h 9968"/>
                    <a:gd name="connsiteX102" fmla="*/ 1888 w 10000"/>
                    <a:gd name="connsiteY102" fmla="*/ 611 h 9968"/>
                    <a:gd name="connsiteX103" fmla="*/ 1888 w 10000"/>
                    <a:gd name="connsiteY103" fmla="*/ 1061 h 9968"/>
                    <a:gd name="connsiteX104" fmla="*/ 1888 w 10000"/>
                    <a:gd name="connsiteY104" fmla="*/ 1640 h 9968"/>
                    <a:gd name="connsiteX105" fmla="*/ 1285 w 10000"/>
                    <a:gd name="connsiteY105" fmla="*/ 1640 h 9968"/>
                    <a:gd name="connsiteX106" fmla="*/ 1285 w 10000"/>
                    <a:gd name="connsiteY106" fmla="*/ 1897 h 9968"/>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5140 w 10000"/>
                    <a:gd name="connsiteY39" fmla="*/ 6956 h 10000"/>
                    <a:gd name="connsiteX40" fmla="*/ 5337 w 10000"/>
                    <a:gd name="connsiteY40" fmla="*/ 6985 h 10000"/>
                    <a:gd name="connsiteX41" fmla="*/ 5564 w 10000"/>
                    <a:gd name="connsiteY41" fmla="*/ 7108 h 10000"/>
                    <a:gd name="connsiteX42" fmla="*/ 5768 w 10000"/>
                    <a:gd name="connsiteY42" fmla="*/ 7028 h 10000"/>
                    <a:gd name="connsiteX43" fmla="*/ 5933 w 10000"/>
                    <a:gd name="connsiteY43" fmla="*/ 6953 h 10000"/>
                    <a:gd name="connsiteX44" fmla="*/ 6089 w 10000"/>
                    <a:gd name="connsiteY44" fmla="*/ 6788 h 10000"/>
                    <a:gd name="connsiteX45" fmla="*/ 6274 w 10000"/>
                    <a:gd name="connsiteY45" fmla="*/ 6562 h 10000"/>
                    <a:gd name="connsiteX46" fmla="*/ 6389 w 10000"/>
                    <a:gd name="connsiteY46" fmla="*/ 6459 h 10000"/>
                    <a:gd name="connsiteX47" fmla="*/ 6524 w 10000"/>
                    <a:gd name="connsiteY47" fmla="*/ 6417 h 10000"/>
                    <a:gd name="connsiteX48" fmla="*/ 6531 w 10000"/>
                    <a:gd name="connsiteY48" fmla="*/ 6285 h 10000"/>
                    <a:gd name="connsiteX49" fmla="*/ 6424 w 10000"/>
                    <a:gd name="connsiteY49" fmla="*/ 5985 h 10000"/>
                    <a:gd name="connsiteX50" fmla="*/ 6602 w 10000"/>
                    <a:gd name="connsiteY50" fmla="*/ 5992 h 10000"/>
                    <a:gd name="connsiteX51" fmla="*/ 6707 w 10000"/>
                    <a:gd name="connsiteY51" fmla="*/ 5879 h 10000"/>
                    <a:gd name="connsiteX52" fmla="*/ 6876 w 10000"/>
                    <a:gd name="connsiteY52" fmla="*/ 5880 h 10000"/>
                    <a:gd name="connsiteX53" fmla="*/ 6827 w 10000"/>
                    <a:gd name="connsiteY53" fmla="*/ 6579 h 10000"/>
                    <a:gd name="connsiteX54" fmla="*/ 6991 w 10000"/>
                    <a:gd name="connsiteY54" fmla="*/ 6658 h 10000"/>
                    <a:gd name="connsiteX55" fmla="*/ 7275 w 10000"/>
                    <a:gd name="connsiteY55" fmla="*/ 6861 h 10000"/>
                    <a:gd name="connsiteX56" fmla="*/ 7430 w 10000"/>
                    <a:gd name="connsiteY56" fmla="*/ 6548 h 10000"/>
                    <a:gd name="connsiteX57" fmla="*/ 7470 w 10000"/>
                    <a:gd name="connsiteY57" fmla="*/ 6580 h 10000"/>
                    <a:gd name="connsiteX58" fmla="*/ 7590 w 10000"/>
                    <a:gd name="connsiteY58" fmla="*/ 6387 h 10000"/>
                    <a:gd name="connsiteX59" fmla="*/ 7831 w 10000"/>
                    <a:gd name="connsiteY59" fmla="*/ 6290 h 10000"/>
                    <a:gd name="connsiteX60" fmla="*/ 7952 w 10000"/>
                    <a:gd name="connsiteY60" fmla="*/ 5935 h 10000"/>
                    <a:gd name="connsiteX61" fmla="*/ 8313 w 10000"/>
                    <a:gd name="connsiteY61" fmla="*/ 5516 h 10000"/>
                    <a:gd name="connsiteX62" fmla="*/ 8594 w 10000"/>
                    <a:gd name="connsiteY62" fmla="*/ 5322 h 10000"/>
                    <a:gd name="connsiteX63" fmla="*/ 8795 w 10000"/>
                    <a:gd name="connsiteY63" fmla="*/ 4774 h 10000"/>
                    <a:gd name="connsiteX64" fmla="*/ 8795 w 10000"/>
                    <a:gd name="connsiteY64" fmla="*/ 4645 h 10000"/>
                    <a:gd name="connsiteX65" fmla="*/ 8755 w 10000"/>
                    <a:gd name="connsiteY65" fmla="*/ 4323 h 10000"/>
                    <a:gd name="connsiteX66" fmla="*/ 9157 w 10000"/>
                    <a:gd name="connsiteY66" fmla="*/ 3161 h 10000"/>
                    <a:gd name="connsiteX67" fmla="*/ 9277 w 10000"/>
                    <a:gd name="connsiteY67" fmla="*/ 3161 h 10000"/>
                    <a:gd name="connsiteX68" fmla="*/ 9438 w 10000"/>
                    <a:gd name="connsiteY68" fmla="*/ 3065 h 10000"/>
                    <a:gd name="connsiteX69" fmla="*/ 9920 w 10000"/>
                    <a:gd name="connsiteY69" fmla="*/ 2903 h 10000"/>
                    <a:gd name="connsiteX70" fmla="*/ 10000 w 10000"/>
                    <a:gd name="connsiteY70" fmla="*/ 2645 h 10000"/>
                    <a:gd name="connsiteX71" fmla="*/ 9960 w 10000"/>
                    <a:gd name="connsiteY71" fmla="*/ 2580 h 10000"/>
                    <a:gd name="connsiteX72" fmla="*/ 9799 w 10000"/>
                    <a:gd name="connsiteY72" fmla="*/ 2580 h 10000"/>
                    <a:gd name="connsiteX73" fmla="*/ 9679 w 10000"/>
                    <a:gd name="connsiteY73" fmla="*/ 2420 h 10000"/>
                    <a:gd name="connsiteX74" fmla="*/ 9438 w 10000"/>
                    <a:gd name="connsiteY74" fmla="*/ 2355 h 10000"/>
                    <a:gd name="connsiteX75" fmla="*/ 9317 w 10000"/>
                    <a:gd name="connsiteY75" fmla="*/ 2226 h 10000"/>
                    <a:gd name="connsiteX76" fmla="*/ 9237 w 10000"/>
                    <a:gd name="connsiteY76" fmla="*/ 1742 h 10000"/>
                    <a:gd name="connsiteX77" fmla="*/ 9237 w 10000"/>
                    <a:gd name="connsiteY77" fmla="*/ 1064 h 10000"/>
                    <a:gd name="connsiteX78" fmla="*/ 9036 w 10000"/>
                    <a:gd name="connsiteY78" fmla="*/ 839 h 10000"/>
                    <a:gd name="connsiteX79" fmla="*/ 8996 w 10000"/>
                    <a:gd name="connsiteY79" fmla="*/ 613 h 10000"/>
                    <a:gd name="connsiteX80" fmla="*/ 8675 w 10000"/>
                    <a:gd name="connsiteY80" fmla="*/ 290 h 10000"/>
                    <a:gd name="connsiteX81" fmla="*/ 8394 w 10000"/>
                    <a:gd name="connsiteY81" fmla="*/ 162 h 10000"/>
                    <a:gd name="connsiteX82" fmla="*/ 8233 w 10000"/>
                    <a:gd name="connsiteY82" fmla="*/ 0 h 10000"/>
                    <a:gd name="connsiteX83" fmla="*/ 7992 w 10000"/>
                    <a:gd name="connsiteY83" fmla="*/ 162 h 10000"/>
                    <a:gd name="connsiteX84" fmla="*/ 7831 w 10000"/>
                    <a:gd name="connsiteY84" fmla="*/ 129 h 10000"/>
                    <a:gd name="connsiteX85" fmla="*/ 7711 w 10000"/>
                    <a:gd name="connsiteY85" fmla="*/ 419 h 10000"/>
                    <a:gd name="connsiteX86" fmla="*/ 7390 w 10000"/>
                    <a:gd name="connsiteY86" fmla="*/ 484 h 10000"/>
                    <a:gd name="connsiteX87" fmla="*/ 7309 w 10000"/>
                    <a:gd name="connsiteY87" fmla="*/ 709 h 10000"/>
                    <a:gd name="connsiteX88" fmla="*/ 7028 w 10000"/>
                    <a:gd name="connsiteY88" fmla="*/ 709 h 10000"/>
                    <a:gd name="connsiteX89" fmla="*/ 6787 w 10000"/>
                    <a:gd name="connsiteY89" fmla="*/ 613 h 10000"/>
                    <a:gd name="connsiteX90" fmla="*/ 6265 w 10000"/>
                    <a:gd name="connsiteY90" fmla="*/ 613 h 10000"/>
                    <a:gd name="connsiteX91" fmla="*/ 5743 w 10000"/>
                    <a:gd name="connsiteY91" fmla="*/ 613 h 10000"/>
                    <a:gd name="connsiteX92" fmla="*/ 5783 w 10000"/>
                    <a:gd name="connsiteY92" fmla="*/ 484 h 10000"/>
                    <a:gd name="connsiteX93" fmla="*/ 5703 w 10000"/>
                    <a:gd name="connsiteY93" fmla="*/ 484 h 10000"/>
                    <a:gd name="connsiteX94" fmla="*/ 5663 w 10000"/>
                    <a:gd name="connsiteY94" fmla="*/ 613 h 10000"/>
                    <a:gd name="connsiteX95" fmla="*/ 5181 w 10000"/>
                    <a:gd name="connsiteY95" fmla="*/ 613 h 10000"/>
                    <a:gd name="connsiteX96" fmla="*/ 4699 w 10000"/>
                    <a:gd name="connsiteY96" fmla="*/ 613 h 10000"/>
                    <a:gd name="connsiteX97" fmla="*/ 4217 w 10000"/>
                    <a:gd name="connsiteY97" fmla="*/ 613 h 10000"/>
                    <a:gd name="connsiteX98" fmla="*/ 3735 w 10000"/>
                    <a:gd name="connsiteY98" fmla="*/ 613 h 10000"/>
                    <a:gd name="connsiteX99" fmla="*/ 3293 w 10000"/>
                    <a:gd name="connsiteY99" fmla="*/ 613 h 10000"/>
                    <a:gd name="connsiteX100" fmla="*/ 2811 w 10000"/>
                    <a:gd name="connsiteY100" fmla="*/ 613 h 10000"/>
                    <a:gd name="connsiteX101" fmla="*/ 2369 w 10000"/>
                    <a:gd name="connsiteY101" fmla="*/ 613 h 10000"/>
                    <a:gd name="connsiteX102" fmla="*/ 1888 w 10000"/>
                    <a:gd name="connsiteY102" fmla="*/ 613 h 10000"/>
                    <a:gd name="connsiteX103" fmla="*/ 1888 w 10000"/>
                    <a:gd name="connsiteY103" fmla="*/ 1064 h 10000"/>
                    <a:gd name="connsiteX104" fmla="*/ 1888 w 10000"/>
                    <a:gd name="connsiteY104" fmla="*/ 1645 h 10000"/>
                    <a:gd name="connsiteX105" fmla="*/ 1285 w 10000"/>
                    <a:gd name="connsiteY105" fmla="*/ 1645 h 10000"/>
                    <a:gd name="connsiteX106" fmla="*/ 1285 w 10000"/>
                    <a:gd name="connsiteY106"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4992 w 10000"/>
                    <a:gd name="connsiteY39" fmla="*/ 6837 h 10000"/>
                    <a:gd name="connsiteX40" fmla="*/ 5337 w 10000"/>
                    <a:gd name="connsiteY40" fmla="*/ 6985 h 10000"/>
                    <a:gd name="connsiteX41" fmla="*/ 5564 w 10000"/>
                    <a:gd name="connsiteY41" fmla="*/ 7108 h 10000"/>
                    <a:gd name="connsiteX42" fmla="*/ 5768 w 10000"/>
                    <a:gd name="connsiteY42" fmla="*/ 7028 h 10000"/>
                    <a:gd name="connsiteX43" fmla="*/ 5933 w 10000"/>
                    <a:gd name="connsiteY43" fmla="*/ 6953 h 10000"/>
                    <a:gd name="connsiteX44" fmla="*/ 6089 w 10000"/>
                    <a:gd name="connsiteY44" fmla="*/ 6788 h 10000"/>
                    <a:gd name="connsiteX45" fmla="*/ 6274 w 10000"/>
                    <a:gd name="connsiteY45" fmla="*/ 6562 h 10000"/>
                    <a:gd name="connsiteX46" fmla="*/ 6389 w 10000"/>
                    <a:gd name="connsiteY46" fmla="*/ 6459 h 10000"/>
                    <a:gd name="connsiteX47" fmla="*/ 6524 w 10000"/>
                    <a:gd name="connsiteY47" fmla="*/ 6417 h 10000"/>
                    <a:gd name="connsiteX48" fmla="*/ 6531 w 10000"/>
                    <a:gd name="connsiteY48" fmla="*/ 6285 h 10000"/>
                    <a:gd name="connsiteX49" fmla="*/ 6424 w 10000"/>
                    <a:gd name="connsiteY49" fmla="*/ 5985 h 10000"/>
                    <a:gd name="connsiteX50" fmla="*/ 6602 w 10000"/>
                    <a:gd name="connsiteY50" fmla="*/ 5992 h 10000"/>
                    <a:gd name="connsiteX51" fmla="*/ 6707 w 10000"/>
                    <a:gd name="connsiteY51" fmla="*/ 5879 h 10000"/>
                    <a:gd name="connsiteX52" fmla="*/ 6876 w 10000"/>
                    <a:gd name="connsiteY52" fmla="*/ 5880 h 10000"/>
                    <a:gd name="connsiteX53" fmla="*/ 6827 w 10000"/>
                    <a:gd name="connsiteY53" fmla="*/ 6579 h 10000"/>
                    <a:gd name="connsiteX54" fmla="*/ 6991 w 10000"/>
                    <a:gd name="connsiteY54" fmla="*/ 6658 h 10000"/>
                    <a:gd name="connsiteX55" fmla="*/ 7275 w 10000"/>
                    <a:gd name="connsiteY55" fmla="*/ 6861 h 10000"/>
                    <a:gd name="connsiteX56" fmla="*/ 7430 w 10000"/>
                    <a:gd name="connsiteY56" fmla="*/ 6548 h 10000"/>
                    <a:gd name="connsiteX57" fmla="*/ 7470 w 10000"/>
                    <a:gd name="connsiteY57" fmla="*/ 6580 h 10000"/>
                    <a:gd name="connsiteX58" fmla="*/ 7590 w 10000"/>
                    <a:gd name="connsiteY58" fmla="*/ 6387 h 10000"/>
                    <a:gd name="connsiteX59" fmla="*/ 7831 w 10000"/>
                    <a:gd name="connsiteY59" fmla="*/ 6290 h 10000"/>
                    <a:gd name="connsiteX60" fmla="*/ 7952 w 10000"/>
                    <a:gd name="connsiteY60" fmla="*/ 5935 h 10000"/>
                    <a:gd name="connsiteX61" fmla="*/ 8313 w 10000"/>
                    <a:gd name="connsiteY61" fmla="*/ 5516 h 10000"/>
                    <a:gd name="connsiteX62" fmla="*/ 8594 w 10000"/>
                    <a:gd name="connsiteY62" fmla="*/ 5322 h 10000"/>
                    <a:gd name="connsiteX63" fmla="*/ 8795 w 10000"/>
                    <a:gd name="connsiteY63" fmla="*/ 4774 h 10000"/>
                    <a:gd name="connsiteX64" fmla="*/ 8795 w 10000"/>
                    <a:gd name="connsiteY64" fmla="*/ 4645 h 10000"/>
                    <a:gd name="connsiteX65" fmla="*/ 8755 w 10000"/>
                    <a:gd name="connsiteY65" fmla="*/ 4323 h 10000"/>
                    <a:gd name="connsiteX66" fmla="*/ 9157 w 10000"/>
                    <a:gd name="connsiteY66" fmla="*/ 3161 h 10000"/>
                    <a:gd name="connsiteX67" fmla="*/ 9277 w 10000"/>
                    <a:gd name="connsiteY67" fmla="*/ 3161 h 10000"/>
                    <a:gd name="connsiteX68" fmla="*/ 9438 w 10000"/>
                    <a:gd name="connsiteY68" fmla="*/ 3065 h 10000"/>
                    <a:gd name="connsiteX69" fmla="*/ 9920 w 10000"/>
                    <a:gd name="connsiteY69" fmla="*/ 2903 h 10000"/>
                    <a:gd name="connsiteX70" fmla="*/ 10000 w 10000"/>
                    <a:gd name="connsiteY70" fmla="*/ 2645 h 10000"/>
                    <a:gd name="connsiteX71" fmla="*/ 9960 w 10000"/>
                    <a:gd name="connsiteY71" fmla="*/ 2580 h 10000"/>
                    <a:gd name="connsiteX72" fmla="*/ 9799 w 10000"/>
                    <a:gd name="connsiteY72" fmla="*/ 2580 h 10000"/>
                    <a:gd name="connsiteX73" fmla="*/ 9679 w 10000"/>
                    <a:gd name="connsiteY73" fmla="*/ 2420 h 10000"/>
                    <a:gd name="connsiteX74" fmla="*/ 9438 w 10000"/>
                    <a:gd name="connsiteY74" fmla="*/ 2355 h 10000"/>
                    <a:gd name="connsiteX75" fmla="*/ 9317 w 10000"/>
                    <a:gd name="connsiteY75" fmla="*/ 2226 h 10000"/>
                    <a:gd name="connsiteX76" fmla="*/ 9237 w 10000"/>
                    <a:gd name="connsiteY76" fmla="*/ 1742 h 10000"/>
                    <a:gd name="connsiteX77" fmla="*/ 9237 w 10000"/>
                    <a:gd name="connsiteY77" fmla="*/ 1064 h 10000"/>
                    <a:gd name="connsiteX78" fmla="*/ 9036 w 10000"/>
                    <a:gd name="connsiteY78" fmla="*/ 839 h 10000"/>
                    <a:gd name="connsiteX79" fmla="*/ 8996 w 10000"/>
                    <a:gd name="connsiteY79" fmla="*/ 613 h 10000"/>
                    <a:gd name="connsiteX80" fmla="*/ 8675 w 10000"/>
                    <a:gd name="connsiteY80" fmla="*/ 290 h 10000"/>
                    <a:gd name="connsiteX81" fmla="*/ 8394 w 10000"/>
                    <a:gd name="connsiteY81" fmla="*/ 162 h 10000"/>
                    <a:gd name="connsiteX82" fmla="*/ 8233 w 10000"/>
                    <a:gd name="connsiteY82" fmla="*/ 0 h 10000"/>
                    <a:gd name="connsiteX83" fmla="*/ 7992 w 10000"/>
                    <a:gd name="connsiteY83" fmla="*/ 162 h 10000"/>
                    <a:gd name="connsiteX84" fmla="*/ 7831 w 10000"/>
                    <a:gd name="connsiteY84" fmla="*/ 129 h 10000"/>
                    <a:gd name="connsiteX85" fmla="*/ 7711 w 10000"/>
                    <a:gd name="connsiteY85" fmla="*/ 419 h 10000"/>
                    <a:gd name="connsiteX86" fmla="*/ 7390 w 10000"/>
                    <a:gd name="connsiteY86" fmla="*/ 484 h 10000"/>
                    <a:gd name="connsiteX87" fmla="*/ 7309 w 10000"/>
                    <a:gd name="connsiteY87" fmla="*/ 709 h 10000"/>
                    <a:gd name="connsiteX88" fmla="*/ 7028 w 10000"/>
                    <a:gd name="connsiteY88" fmla="*/ 709 h 10000"/>
                    <a:gd name="connsiteX89" fmla="*/ 6787 w 10000"/>
                    <a:gd name="connsiteY89" fmla="*/ 613 h 10000"/>
                    <a:gd name="connsiteX90" fmla="*/ 6265 w 10000"/>
                    <a:gd name="connsiteY90" fmla="*/ 613 h 10000"/>
                    <a:gd name="connsiteX91" fmla="*/ 5743 w 10000"/>
                    <a:gd name="connsiteY91" fmla="*/ 613 h 10000"/>
                    <a:gd name="connsiteX92" fmla="*/ 5783 w 10000"/>
                    <a:gd name="connsiteY92" fmla="*/ 484 h 10000"/>
                    <a:gd name="connsiteX93" fmla="*/ 5703 w 10000"/>
                    <a:gd name="connsiteY93" fmla="*/ 484 h 10000"/>
                    <a:gd name="connsiteX94" fmla="*/ 5663 w 10000"/>
                    <a:gd name="connsiteY94" fmla="*/ 613 h 10000"/>
                    <a:gd name="connsiteX95" fmla="*/ 5181 w 10000"/>
                    <a:gd name="connsiteY95" fmla="*/ 613 h 10000"/>
                    <a:gd name="connsiteX96" fmla="*/ 4699 w 10000"/>
                    <a:gd name="connsiteY96" fmla="*/ 613 h 10000"/>
                    <a:gd name="connsiteX97" fmla="*/ 4217 w 10000"/>
                    <a:gd name="connsiteY97" fmla="*/ 613 h 10000"/>
                    <a:gd name="connsiteX98" fmla="*/ 3735 w 10000"/>
                    <a:gd name="connsiteY98" fmla="*/ 613 h 10000"/>
                    <a:gd name="connsiteX99" fmla="*/ 3293 w 10000"/>
                    <a:gd name="connsiteY99" fmla="*/ 613 h 10000"/>
                    <a:gd name="connsiteX100" fmla="*/ 2811 w 10000"/>
                    <a:gd name="connsiteY100" fmla="*/ 613 h 10000"/>
                    <a:gd name="connsiteX101" fmla="*/ 2369 w 10000"/>
                    <a:gd name="connsiteY101" fmla="*/ 613 h 10000"/>
                    <a:gd name="connsiteX102" fmla="*/ 1888 w 10000"/>
                    <a:gd name="connsiteY102" fmla="*/ 613 h 10000"/>
                    <a:gd name="connsiteX103" fmla="*/ 1888 w 10000"/>
                    <a:gd name="connsiteY103" fmla="*/ 1064 h 10000"/>
                    <a:gd name="connsiteX104" fmla="*/ 1888 w 10000"/>
                    <a:gd name="connsiteY104" fmla="*/ 1645 h 10000"/>
                    <a:gd name="connsiteX105" fmla="*/ 1285 w 10000"/>
                    <a:gd name="connsiteY105" fmla="*/ 1645 h 10000"/>
                    <a:gd name="connsiteX106" fmla="*/ 1285 w 10000"/>
                    <a:gd name="connsiteY106"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4877 w 10000"/>
                    <a:gd name="connsiteY39" fmla="*/ 7830 h 10000"/>
                    <a:gd name="connsiteX40" fmla="*/ 5337 w 10000"/>
                    <a:gd name="connsiteY40" fmla="*/ 6985 h 10000"/>
                    <a:gd name="connsiteX41" fmla="*/ 5564 w 10000"/>
                    <a:gd name="connsiteY41" fmla="*/ 7108 h 10000"/>
                    <a:gd name="connsiteX42" fmla="*/ 5768 w 10000"/>
                    <a:gd name="connsiteY42" fmla="*/ 7028 h 10000"/>
                    <a:gd name="connsiteX43" fmla="*/ 5933 w 10000"/>
                    <a:gd name="connsiteY43" fmla="*/ 6953 h 10000"/>
                    <a:gd name="connsiteX44" fmla="*/ 6089 w 10000"/>
                    <a:gd name="connsiteY44" fmla="*/ 6788 h 10000"/>
                    <a:gd name="connsiteX45" fmla="*/ 6274 w 10000"/>
                    <a:gd name="connsiteY45" fmla="*/ 6562 h 10000"/>
                    <a:gd name="connsiteX46" fmla="*/ 6389 w 10000"/>
                    <a:gd name="connsiteY46" fmla="*/ 6459 h 10000"/>
                    <a:gd name="connsiteX47" fmla="*/ 6524 w 10000"/>
                    <a:gd name="connsiteY47" fmla="*/ 6417 h 10000"/>
                    <a:gd name="connsiteX48" fmla="*/ 6531 w 10000"/>
                    <a:gd name="connsiteY48" fmla="*/ 6285 h 10000"/>
                    <a:gd name="connsiteX49" fmla="*/ 6424 w 10000"/>
                    <a:gd name="connsiteY49" fmla="*/ 5985 h 10000"/>
                    <a:gd name="connsiteX50" fmla="*/ 6602 w 10000"/>
                    <a:gd name="connsiteY50" fmla="*/ 5992 h 10000"/>
                    <a:gd name="connsiteX51" fmla="*/ 6707 w 10000"/>
                    <a:gd name="connsiteY51" fmla="*/ 5879 h 10000"/>
                    <a:gd name="connsiteX52" fmla="*/ 6876 w 10000"/>
                    <a:gd name="connsiteY52" fmla="*/ 5880 h 10000"/>
                    <a:gd name="connsiteX53" fmla="*/ 6827 w 10000"/>
                    <a:gd name="connsiteY53" fmla="*/ 6579 h 10000"/>
                    <a:gd name="connsiteX54" fmla="*/ 6991 w 10000"/>
                    <a:gd name="connsiteY54" fmla="*/ 6658 h 10000"/>
                    <a:gd name="connsiteX55" fmla="*/ 7275 w 10000"/>
                    <a:gd name="connsiteY55" fmla="*/ 6861 h 10000"/>
                    <a:gd name="connsiteX56" fmla="*/ 7430 w 10000"/>
                    <a:gd name="connsiteY56" fmla="*/ 6548 h 10000"/>
                    <a:gd name="connsiteX57" fmla="*/ 7470 w 10000"/>
                    <a:gd name="connsiteY57" fmla="*/ 6580 h 10000"/>
                    <a:gd name="connsiteX58" fmla="*/ 7590 w 10000"/>
                    <a:gd name="connsiteY58" fmla="*/ 6387 h 10000"/>
                    <a:gd name="connsiteX59" fmla="*/ 7831 w 10000"/>
                    <a:gd name="connsiteY59" fmla="*/ 6290 h 10000"/>
                    <a:gd name="connsiteX60" fmla="*/ 7952 w 10000"/>
                    <a:gd name="connsiteY60" fmla="*/ 5935 h 10000"/>
                    <a:gd name="connsiteX61" fmla="*/ 8313 w 10000"/>
                    <a:gd name="connsiteY61" fmla="*/ 5516 h 10000"/>
                    <a:gd name="connsiteX62" fmla="*/ 8594 w 10000"/>
                    <a:gd name="connsiteY62" fmla="*/ 5322 h 10000"/>
                    <a:gd name="connsiteX63" fmla="*/ 8795 w 10000"/>
                    <a:gd name="connsiteY63" fmla="*/ 4774 h 10000"/>
                    <a:gd name="connsiteX64" fmla="*/ 8795 w 10000"/>
                    <a:gd name="connsiteY64" fmla="*/ 4645 h 10000"/>
                    <a:gd name="connsiteX65" fmla="*/ 8755 w 10000"/>
                    <a:gd name="connsiteY65" fmla="*/ 4323 h 10000"/>
                    <a:gd name="connsiteX66" fmla="*/ 9157 w 10000"/>
                    <a:gd name="connsiteY66" fmla="*/ 3161 h 10000"/>
                    <a:gd name="connsiteX67" fmla="*/ 9277 w 10000"/>
                    <a:gd name="connsiteY67" fmla="*/ 3161 h 10000"/>
                    <a:gd name="connsiteX68" fmla="*/ 9438 w 10000"/>
                    <a:gd name="connsiteY68" fmla="*/ 3065 h 10000"/>
                    <a:gd name="connsiteX69" fmla="*/ 9920 w 10000"/>
                    <a:gd name="connsiteY69" fmla="*/ 2903 h 10000"/>
                    <a:gd name="connsiteX70" fmla="*/ 10000 w 10000"/>
                    <a:gd name="connsiteY70" fmla="*/ 2645 h 10000"/>
                    <a:gd name="connsiteX71" fmla="*/ 9960 w 10000"/>
                    <a:gd name="connsiteY71" fmla="*/ 2580 h 10000"/>
                    <a:gd name="connsiteX72" fmla="*/ 9799 w 10000"/>
                    <a:gd name="connsiteY72" fmla="*/ 2580 h 10000"/>
                    <a:gd name="connsiteX73" fmla="*/ 9679 w 10000"/>
                    <a:gd name="connsiteY73" fmla="*/ 2420 h 10000"/>
                    <a:gd name="connsiteX74" fmla="*/ 9438 w 10000"/>
                    <a:gd name="connsiteY74" fmla="*/ 2355 h 10000"/>
                    <a:gd name="connsiteX75" fmla="*/ 9317 w 10000"/>
                    <a:gd name="connsiteY75" fmla="*/ 2226 h 10000"/>
                    <a:gd name="connsiteX76" fmla="*/ 9237 w 10000"/>
                    <a:gd name="connsiteY76" fmla="*/ 1742 h 10000"/>
                    <a:gd name="connsiteX77" fmla="*/ 9237 w 10000"/>
                    <a:gd name="connsiteY77" fmla="*/ 1064 h 10000"/>
                    <a:gd name="connsiteX78" fmla="*/ 9036 w 10000"/>
                    <a:gd name="connsiteY78" fmla="*/ 839 h 10000"/>
                    <a:gd name="connsiteX79" fmla="*/ 8996 w 10000"/>
                    <a:gd name="connsiteY79" fmla="*/ 613 h 10000"/>
                    <a:gd name="connsiteX80" fmla="*/ 8675 w 10000"/>
                    <a:gd name="connsiteY80" fmla="*/ 290 h 10000"/>
                    <a:gd name="connsiteX81" fmla="*/ 8394 w 10000"/>
                    <a:gd name="connsiteY81" fmla="*/ 162 h 10000"/>
                    <a:gd name="connsiteX82" fmla="*/ 8233 w 10000"/>
                    <a:gd name="connsiteY82" fmla="*/ 0 h 10000"/>
                    <a:gd name="connsiteX83" fmla="*/ 7992 w 10000"/>
                    <a:gd name="connsiteY83" fmla="*/ 162 h 10000"/>
                    <a:gd name="connsiteX84" fmla="*/ 7831 w 10000"/>
                    <a:gd name="connsiteY84" fmla="*/ 129 h 10000"/>
                    <a:gd name="connsiteX85" fmla="*/ 7711 w 10000"/>
                    <a:gd name="connsiteY85" fmla="*/ 419 h 10000"/>
                    <a:gd name="connsiteX86" fmla="*/ 7390 w 10000"/>
                    <a:gd name="connsiteY86" fmla="*/ 484 h 10000"/>
                    <a:gd name="connsiteX87" fmla="*/ 7309 w 10000"/>
                    <a:gd name="connsiteY87" fmla="*/ 709 h 10000"/>
                    <a:gd name="connsiteX88" fmla="*/ 7028 w 10000"/>
                    <a:gd name="connsiteY88" fmla="*/ 709 h 10000"/>
                    <a:gd name="connsiteX89" fmla="*/ 6787 w 10000"/>
                    <a:gd name="connsiteY89" fmla="*/ 613 h 10000"/>
                    <a:gd name="connsiteX90" fmla="*/ 6265 w 10000"/>
                    <a:gd name="connsiteY90" fmla="*/ 613 h 10000"/>
                    <a:gd name="connsiteX91" fmla="*/ 5743 w 10000"/>
                    <a:gd name="connsiteY91" fmla="*/ 613 h 10000"/>
                    <a:gd name="connsiteX92" fmla="*/ 5783 w 10000"/>
                    <a:gd name="connsiteY92" fmla="*/ 484 h 10000"/>
                    <a:gd name="connsiteX93" fmla="*/ 5703 w 10000"/>
                    <a:gd name="connsiteY93" fmla="*/ 484 h 10000"/>
                    <a:gd name="connsiteX94" fmla="*/ 5663 w 10000"/>
                    <a:gd name="connsiteY94" fmla="*/ 613 h 10000"/>
                    <a:gd name="connsiteX95" fmla="*/ 5181 w 10000"/>
                    <a:gd name="connsiteY95" fmla="*/ 613 h 10000"/>
                    <a:gd name="connsiteX96" fmla="*/ 4699 w 10000"/>
                    <a:gd name="connsiteY96" fmla="*/ 613 h 10000"/>
                    <a:gd name="connsiteX97" fmla="*/ 4217 w 10000"/>
                    <a:gd name="connsiteY97" fmla="*/ 613 h 10000"/>
                    <a:gd name="connsiteX98" fmla="*/ 3735 w 10000"/>
                    <a:gd name="connsiteY98" fmla="*/ 613 h 10000"/>
                    <a:gd name="connsiteX99" fmla="*/ 3293 w 10000"/>
                    <a:gd name="connsiteY99" fmla="*/ 613 h 10000"/>
                    <a:gd name="connsiteX100" fmla="*/ 2811 w 10000"/>
                    <a:gd name="connsiteY100" fmla="*/ 613 h 10000"/>
                    <a:gd name="connsiteX101" fmla="*/ 2369 w 10000"/>
                    <a:gd name="connsiteY101" fmla="*/ 613 h 10000"/>
                    <a:gd name="connsiteX102" fmla="*/ 1888 w 10000"/>
                    <a:gd name="connsiteY102" fmla="*/ 613 h 10000"/>
                    <a:gd name="connsiteX103" fmla="*/ 1888 w 10000"/>
                    <a:gd name="connsiteY103" fmla="*/ 1064 h 10000"/>
                    <a:gd name="connsiteX104" fmla="*/ 1888 w 10000"/>
                    <a:gd name="connsiteY104" fmla="*/ 1645 h 10000"/>
                    <a:gd name="connsiteX105" fmla="*/ 1285 w 10000"/>
                    <a:gd name="connsiteY105" fmla="*/ 1645 h 10000"/>
                    <a:gd name="connsiteX106" fmla="*/ 1285 w 10000"/>
                    <a:gd name="connsiteY106"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4877 w 10000"/>
                    <a:gd name="connsiteY39" fmla="*/ 7830 h 10000"/>
                    <a:gd name="connsiteX40" fmla="*/ 5337 w 10000"/>
                    <a:gd name="connsiteY40" fmla="*/ 6985 h 10000"/>
                    <a:gd name="connsiteX41" fmla="*/ 5564 w 10000"/>
                    <a:gd name="connsiteY41" fmla="*/ 7108 h 10000"/>
                    <a:gd name="connsiteX42" fmla="*/ 5768 w 10000"/>
                    <a:gd name="connsiteY42" fmla="*/ 7028 h 10000"/>
                    <a:gd name="connsiteX43" fmla="*/ 5933 w 10000"/>
                    <a:gd name="connsiteY43" fmla="*/ 6953 h 10000"/>
                    <a:gd name="connsiteX44" fmla="*/ 6089 w 10000"/>
                    <a:gd name="connsiteY44" fmla="*/ 6788 h 10000"/>
                    <a:gd name="connsiteX45" fmla="*/ 6274 w 10000"/>
                    <a:gd name="connsiteY45" fmla="*/ 6562 h 10000"/>
                    <a:gd name="connsiteX46" fmla="*/ 6389 w 10000"/>
                    <a:gd name="connsiteY46" fmla="*/ 6459 h 10000"/>
                    <a:gd name="connsiteX47" fmla="*/ 6524 w 10000"/>
                    <a:gd name="connsiteY47" fmla="*/ 6417 h 10000"/>
                    <a:gd name="connsiteX48" fmla="*/ 6531 w 10000"/>
                    <a:gd name="connsiteY48" fmla="*/ 6285 h 10000"/>
                    <a:gd name="connsiteX49" fmla="*/ 6424 w 10000"/>
                    <a:gd name="connsiteY49" fmla="*/ 5985 h 10000"/>
                    <a:gd name="connsiteX50" fmla="*/ 6602 w 10000"/>
                    <a:gd name="connsiteY50" fmla="*/ 5992 h 10000"/>
                    <a:gd name="connsiteX51" fmla="*/ 6707 w 10000"/>
                    <a:gd name="connsiteY51" fmla="*/ 5879 h 10000"/>
                    <a:gd name="connsiteX52" fmla="*/ 6876 w 10000"/>
                    <a:gd name="connsiteY52" fmla="*/ 5880 h 10000"/>
                    <a:gd name="connsiteX53" fmla="*/ 6827 w 10000"/>
                    <a:gd name="connsiteY53" fmla="*/ 6579 h 10000"/>
                    <a:gd name="connsiteX54" fmla="*/ 6991 w 10000"/>
                    <a:gd name="connsiteY54" fmla="*/ 6658 h 10000"/>
                    <a:gd name="connsiteX55" fmla="*/ 7275 w 10000"/>
                    <a:gd name="connsiteY55" fmla="*/ 6861 h 10000"/>
                    <a:gd name="connsiteX56" fmla="*/ 7430 w 10000"/>
                    <a:gd name="connsiteY56" fmla="*/ 6548 h 10000"/>
                    <a:gd name="connsiteX57" fmla="*/ 7470 w 10000"/>
                    <a:gd name="connsiteY57" fmla="*/ 6580 h 10000"/>
                    <a:gd name="connsiteX58" fmla="*/ 7590 w 10000"/>
                    <a:gd name="connsiteY58" fmla="*/ 6387 h 10000"/>
                    <a:gd name="connsiteX59" fmla="*/ 7831 w 10000"/>
                    <a:gd name="connsiteY59" fmla="*/ 6290 h 10000"/>
                    <a:gd name="connsiteX60" fmla="*/ 7952 w 10000"/>
                    <a:gd name="connsiteY60" fmla="*/ 5935 h 10000"/>
                    <a:gd name="connsiteX61" fmla="*/ 8313 w 10000"/>
                    <a:gd name="connsiteY61" fmla="*/ 5516 h 10000"/>
                    <a:gd name="connsiteX62" fmla="*/ 8594 w 10000"/>
                    <a:gd name="connsiteY62" fmla="*/ 5322 h 10000"/>
                    <a:gd name="connsiteX63" fmla="*/ 8795 w 10000"/>
                    <a:gd name="connsiteY63" fmla="*/ 4774 h 10000"/>
                    <a:gd name="connsiteX64" fmla="*/ 8795 w 10000"/>
                    <a:gd name="connsiteY64" fmla="*/ 4645 h 10000"/>
                    <a:gd name="connsiteX65" fmla="*/ 8755 w 10000"/>
                    <a:gd name="connsiteY65" fmla="*/ 4323 h 10000"/>
                    <a:gd name="connsiteX66" fmla="*/ 9157 w 10000"/>
                    <a:gd name="connsiteY66" fmla="*/ 3161 h 10000"/>
                    <a:gd name="connsiteX67" fmla="*/ 9277 w 10000"/>
                    <a:gd name="connsiteY67" fmla="*/ 3161 h 10000"/>
                    <a:gd name="connsiteX68" fmla="*/ 9438 w 10000"/>
                    <a:gd name="connsiteY68" fmla="*/ 3065 h 10000"/>
                    <a:gd name="connsiteX69" fmla="*/ 9920 w 10000"/>
                    <a:gd name="connsiteY69" fmla="*/ 2903 h 10000"/>
                    <a:gd name="connsiteX70" fmla="*/ 10000 w 10000"/>
                    <a:gd name="connsiteY70" fmla="*/ 2645 h 10000"/>
                    <a:gd name="connsiteX71" fmla="*/ 9960 w 10000"/>
                    <a:gd name="connsiteY71" fmla="*/ 2580 h 10000"/>
                    <a:gd name="connsiteX72" fmla="*/ 9799 w 10000"/>
                    <a:gd name="connsiteY72" fmla="*/ 2580 h 10000"/>
                    <a:gd name="connsiteX73" fmla="*/ 9679 w 10000"/>
                    <a:gd name="connsiteY73" fmla="*/ 2420 h 10000"/>
                    <a:gd name="connsiteX74" fmla="*/ 9438 w 10000"/>
                    <a:gd name="connsiteY74" fmla="*/ 2355 h 10000"/>
                    <a:gd name="connsiteX75" fmla="*/ 9317 w 10000"/>
                    <a:gd name="connsiteY75" fmla="*/ 2226 h 10000"/>
                    <a:gd name="connsiteX76" fmla="*/ 9237 w 10000"/>
                    <a:gd name="connsiteY76" fmla="*/ 1742 h 10000"/>
                    <a:gd name="connsiteX77" fmla="*/ 9237 w 10000"/>
                    <a:gd name="connsiteY77" fmla="*/ 1064 h 10000"/>
                    <a:gd name="connsiteX78" fmla="*/ 9036 w 10000"/>
                    <a:gd name="connsiteY78" fmla="*/ 839 h 10000"/>
                    <a:gd name="connsiteX79" fmla="*/ 8996 w 10000"/>
                    <a:gd name="connsiteY79" fmla="*/ 613 h 10000"/>
                    <a:gd name="connsiteX80" fmla="*/ 8675 w 10000"/>
                    <a:gd name="connsiteY80" fmla="*/ 290 h 10000"/>
                    <a:gd name="connsiteX81" fmla="*/ 8394 w 10000"/>
                    <a:gd name="connsiteY81" fmla="*/ 162 h 10000"/>
                    <a:gd name="connsiteX82" fmla="*/ 8233 w 10000"/>
                    <a:gd name="connsiteY82" fmla="*/ 0 h 10000"/>
                    <a:gd name="connsiteX83" fmla="*/ 7992 w 10000"/>
                    <a:gd name="connsiteY83" fmla="*/ 162 h 10000"/>
                    <a:gd name="connsiteX84" fmla="*/ 7831 w 10000"/>
                    <a:gd name="connsiteY84" fmla="*/ 129 h 10000"/>
                    <a:gd name="connsiteX85" fmla="*/ 7711 w 10000"/>
                    <a:gd name="connsiteY85" fmla="*/ 419 h 10000"/>
                    <a:gd name="connsiteX86" fmla="*/ 7390 w 10000"/>
                    <a:gd name="connsiteY86" fmla="*/ 484 h 10000"/>
                    <a:gd name="connsiteX87" fmla="*/ 7309 w 10000"/>
                    <a:gd name="connsiteY87" fmla="*/ 709 h 10000"/>
                    <a:gd name="connsiteX88" fmla="*/ 7028 w 10000"/>
                    <a:gd name="connsiteY88" fmla="*/ 709 h 10000"/>
                    <a:gd name="connsiteX89" fmla="*/ 6787 w 10000"/>
                    <a:gd name="connsiteY89" fmla="*/ 613 h 10000"/>
                    <a:gd name="connsiteX90" fmla="*/ 6265 w 10000"/>
                    <a:gd name="connsiteY90" fmla="*/ 613 h 10000"/>
                    <a:gd name="connsiteX91" fmla="*/ 5743 w 10000"/>
                    <a:gd name="connsiteY91" fmla="*/ 613 h 10000"/>
                    <a:gd name="connsiteX92" fmla="*/ 5783 w 10000"/>
                    <a:gd name="connsiteY92" fmla="*/ 484 h 10000"/>
                    <a:gd name="connsiteX93" fmla="*/ 5703 w 10000"/>
                    <a:gd name="connsiteY93" fmla="*/ 484 h 10000"/>
                    <a:gd name="connsiteX94" fmla="*/ 5663 w 10000"/>
                    <a:gd name="connsiteY94" fmla="*/ 613 h 10000"/>
                    <a:gd name="connsiteX95" fmla="*/ 5181 w 10000"/>
                    <a:gd name="connsiteY95" fmla="*/ 613 h 10000"/>
                    <a:gd name="connsiteX96" fmla="*/ 4699 w 10000"/>
                    <a:gd name="connsiteY96" fmla="*/ 613 h 10000"/>
                    <a:gd name="connsiteX97" fmla="*/ 4217 w 10000"/>
                    <a:gd name="connsiteY97" fmla="*/ 613 h 10000"/>
                    <a:gd name="connsiteX98" fmla="*/ 3735 w 10000"/>
                    <a:gd name="connsiteY98" fmla="*/ 613 h 10000"/>
                    <a:gd name="connsiteX99" fmla="*/ 3293 w 10000"/>
                    <a:gd name="connsiteY99" fmla="*/ 613 h 10000"/>
                    <a:gd name="connsiteX100" fmla="*/ 2811 w 10000"/>
                    <a:gd name="connsiteY100" fmla="*/ 613 h 10000"/>
                    <a:gd name="connsiteX101" fmla="*/ 2369 w 10000"/>
                    <a:gd name="connsiteY101" fmla="*/ 613 h 10000"/>
                    <a:gd name="connsiteX102" fmla="*/ 1888 w 10000"/>
                    <a:gd name="connsiteY102" fmla="*/ 613 h 10000"/>
                    <a:gd name="connsiteX103" fmla="*/ 1888 w 10000"/>
                    <a:gd name="connsiteY103" fmla="*/ 1064 h 10000"/>
                    <a:gd name="connsiteX104" fmla="*/ 1888 w 10000"/>
                    <a:gd name="connsiteY104" fmla="*/ 1645 h 10000"/>
                    <a:gd name="connsiteX105" fmla="*/ 1285 w 10000"/>
                    <a:gd name="connsiteY105" fmla="*/ 1645 h 10000"/>
                    <a:gd name="connsiteX106" fmla="*/ 1285 w 10000"/>
                    <a:gd name="connsiteY106"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4976 w 10000"/>
                    <a:gd name="connsiteY39" fmla="*/ 6916 h 10000"/>
                    <a:gd name="connsiteX40" fmla="*/ 5337 w 10000"/>
                    <a:gd name="connsiteY40" fmla="*/ 6985 h 10000"/>
                    <a:gd name="connsiteX41" fmla="*/ 5564 w 10000"/>
                    <a:gd name="connsiteY41" fmla="*/ 7108 h 10000"/>
                    <a:gd name="connsiteX42" fmla="*/ 5768 w 10000"/>
                    <a:gd name="connsiteY42" fmla="*/ 7028 h 10000"/>
                    <a:gd name="connsiteX43" fmla="*/ 5933 w 10000"/>
                    <a:gd name="connsiteY43" fmla="*/ 6953 h 10000"/>
                    <a:gd name="connsiteX44" fmla="*/ 6089 w 10000"/>
                    <a:gd name="connsiteY44" fmla="*/ 6788 h 10000"/>
                    <a:gd name="connsiteX45" fmla="*/ 6274 w 10000"/>
                    <a:gd name="connsiteY45" fmla="*/ 6562 h 10000"/>
                    <a:gd name="connsiteX46" fmla="*/ 6389 w 10000"/>
                    <a:gd name="connsiteY46" fmla="*/ 6459 h 10000"/>
                    <a:gd name="connsiteX47" fmla="*/ 6524 w 10000"/>
                    <a:gd name="connsiteY47" fmla="*/ 6417 h 10000"/>
                    <a:gd name="connsiteX48" fmla="*/ 6531 w 10000"/>
                    <a:gd name="connsiteY48" fmla="*/ 6285 h 10000"/>
                    <a:gd name="connsiteX49" fmla="*/ 6424 w 10000"/>
                    <a:gd name="connsiteY49" fmla="*/ 5985 h 10000"/>
                    <a:gd name="connsiteX50" fmla="*/ 6602 w 10000"/>
                    <a:gd name="connsiteY50" fmla="*/ 5992 h 10000"/>
                    <a:gd name="connsiteX51" fmla="*/ 6707 w 10000"/>
                    <a:gd name="connsiteY51" fmla="*/ 5879 h 10000"/>
                    <a:gd name="connsiteX52" fmla="*/ 6876 w 10000"/>
                    <a:gd name="connsiteY52" fmla="*/ 5880 h 10000"/>
                    <a:gd name="connsiteX53" fmla="*/ 6827 w 10000"/>
                    <a:gd name="connsiteY53" fmla="*/ 6579 h 10000"/>
                    <a:gd name="connsiteX54" fmla="*/ 6991 w 10000"/>
                    <a:gd name="connsiteY54" fmla="*/ 6658 h 10000"/>
                    <a:gd name="connsiteX55" fmla="*/ 7275 w 10000"/>
                    <a:gd name="connsiteY55" fmla="*/ 6861 h 10000"/>
                    <a:gd name="connsiteX56" fmla="*/ 7430 w 10000"/>
                    <a:gd name="connsiteY56" fmla="*/ 6548 h 10000"/>
                    <a:gd name="connsiteX57" fmla="*/ 7470 w 10000"/>
                    <a:gd name="connsiteY57" fmla="*/ 6580 h 10000"/>
                    <a:gd name="connsiteX58" fmla="*/ 7590 w 10000"/>
                    <a:gd name="connsiteY58" fmla="*/ 6387 h 10000"/>
                    <a:gd name="connsiteX59" fmla="*/ 7831 w 10000"/>
                    <a:gd name="connsiteY59" fmla="*/ 6290 h 10000"/>
                    <a:gd name="connsiteX60" fmla="*/ 7952 w 10000"/>
                    <a:gd name="connsiteY60" fmla="*/ 5935 h 10000"/>
                    <a:gd name="connsiteX61" fmla="*/ 8313 w 10000"/>
                    <a:gd name="connsiteY61" fmla="*/ 5516 h 10000"/>
                    <a:gd name="connsiteX62" fmla="*/ 8594 w 10000"/>
                    <a:gd name="connsiteY62" fmla="*/ 5322 h 10000"/>
                    <a:gd name="connsiteX63" fmla="*/ 8795 w 10000"/>
                    <a:gd name="connsiteY63" fmla="*/ 4774 h 10000"/>
                    <a:gd name="connsiteX64" fmla="*/ 8795 w 10000"/>
                    <a:gd name="connsiteY64" fmla="*/ 4645 h 10000"/>
                    <a:gd name="connsiteX65" fmla="*/ 8755 w 10000"/>
                    <a:gd name="connsiteY65" fmla="*/ 4323 h 10000"/>
                    <a:gd name="connsiteX66" fmla="*/ 9157 w 10000"/>
                    <a:gd name="connsiteY66" fmla="*/ 3161 h 10000"/>
                    <a:gd name="connsiteX67" fmla="*/ 9277 w 10000"/>
                    <a:gd name="connsiteY67" fmla="*/ 3161 h 10000"/>
                    <a:gd name="connsiteX68" fmla="*/ 9438 w 10000"/>
                    <a:gd name="connsiteY68" fmla="*/ 3065 h 10000"/>
                    <a:gd name="connsiteX69" fmla="*/ 9920 w 10000"/>
                    <a:gd name="connsiteY69" fmla="*/ 2903 h 10000"/>
                    <a:gd name="connsiteX70" fmla="*/ 10000 w 10000"/>
                    <a:gd name="connsiteY70" fmla="*/ 2645 h 10000"/>
                    <a:gd name="connsiteX71" fmla="*/ 9960 w 10000"/>
                    <a:gd name="connsiteY71" fmla="*/ 2580 h 10000"/>
                    <a:gd name="connsiteX72" fmla="*/ 9799 w 10000"/>
                    <a:gd name="connsiteY72" fmla="*/ 2580 h 10000"/>
                    <a:gd name="connsiteX73" fmla="*/ 9679 w 10000"/>
                    <a:gd name="connsiteY73" fmla="*/ 2420 h 10000"/>
                    <a:gd name="connsiteX74" fmla="*/ 9438 w 10000"/>
                    <a:gd name="connsiteY74" fmla="*/ 2355 h 10000"/>
                    <a:gd name="connsiteX75" fmla="*/ 9317 w 10000"/>
                    <a:gd name="connsiteY75" fmla="*/ 2226 h 10000"/>
                    <a:gd name="connsiteX76" fmla="*/ 9237 w 10000"/>
                    <a:gd name="connsiteY76" fmla="*/ 1742 h 10000"/>
                    <a:gd name="connsiteX77" fmla="*/ 9237 w 10000"/>
                    <a:gd name="connsiteY77" fmla="*/ 1064 h 10000"/>
                    <a:gd name="connsiteX78" fmla="*/ 9036 w 10000"/>
                    <a:gd name="connsiteY78" fmla="*/ 839 h 10000"/>
                    <a:gd name="connsiteX79" fmla="*/ 8996 w 10000"/>
                    <a:gd name="connsiteY79" fmla="*/ 613 h 10000"/>
                    <a:gd name="connsiteX80" fmla="*/ 8675 w 10000"/>
                    <a:gd name="connsiteY80" fmla="*/ 290 h 10000"/>
                    <a:gd name="connsiteX81" fmla="*/ 8394 w 10000"/>
                    <a:gd name="connsiteY81" fmla="*/ 162 h 10000"/>
                    <a:gd name="connsiteX82" fmla="*/ 8233 w 10000"/>
                    <a:gd name="connsiteY82" fmla="*/ 0 h 10000"/>
                    <a:gd name="connsiteX83" fmla="*/ 7992 w 10000"/>
                    <a:gd name="connsiteY83" fmla="*/ 162 h 10000"/>
                    <a:gd name="connsiteX84" fmla="*/ 7831 w 10000"/>
                    <a:gd name="connsiteY84" fmla="*/ 129 h 10000"/>
                    <a:gd name="connsiteX85" fmla="*/ 7711 w 10000"/>
                    <a:gd name="connsiteY85" fmla="*/ 419 h 10000"/>
                    <a:gd name="connsiteX86" fmla="*/ 7390 w 10000"/>
                    <a:gd name="connsiteY86" fmla="*/ 484 h 10000"/>
                    <a:gd name="connsiteX87" fmla="*/ 7309 w 10000"/>
                    <a:gd name="connsiteY87" fmla="*/ 709 h 10000"/>
                    <a:gd name="connsiteX88" fmla="*/ 7028 w 10000"/>
                    <a:gd name="connsiteY88" fmla="*/ 709 h 10000"/>
                    <a:gd name="connsiteX89" fmla="*/ 6787 w 10000"/>
                    <a:gd name="connsiteY89" fmla="*/ 613 h 10000"/>
                    <a:gd name="connsiteX90" fmla="*/ 6265 w 10000"/>
                    <a:gd name="connsiteY90" fmla="*/ 613 h 10000"/>
                    <a:gd name="connsiteX91" fmla="*/ 5743 w 10000"/>
                    <a:gd name="connsiteY91" fmla="*/ 613 h 10000"/>
                    <a:gd name="connsiteX92" fmla="*/ 5783 w 10000"/>
                    <a:gd name="connsiteY92" fmla="*/ 484 h 10000"/>
                    <a:gd name="connsiteX93" fmla="*/ 5703 w 10000"/>
                    <a:gd name="connsiteY93" fmla="*/ 484 h 10000"/>
                    <a:gd name="connsiteX94" fmla="*/ 5663 w 10000"/>
                    <a:gd name="connsiteY94" fmla="*/ 613 h 10000"/>
                    <a:gd name="connsiteX95" fmla="*/ 5181 w 10000"/>
                    <a:gd name="connsiteY95" fmla="*/ 613 h 10000"/>
                    <a:gd name="connsiteX96" fmla="*/ 4699 w 10000"/>
                    <a:gd name="connsiteY96" fmla="*/ 613 h 10000"/>
                    <a:gd name="connsiteX97" fmla="*/ 4217 w 10000"/>
                    <a:gd name="connsiteY97" fmla="*/ 613 h 10000"/>
                    <a:gd name="connsiteX98" fmla="*/ 3735 w 10000"/>
                    <a:gd name="connsiteY98" fmla="*/ 613 h 10000"/>
                    <a:gd name="connsiteX99" fmla="*/ 3293 w 10000"/>
                    <a:gd name="connsiteY99" fmla="*/ 613 h 10000"/>
                    <a:gd name="connsiteX100" fmla="*/ 2811 w 10000"/>
                    <a:gd name="connsiteY100" fmla="*/ 613 h 10000"/>
                    <a:gd name="connsiteX101" fmla="*/ 2369 w 10000"/>
                    <a:gd name="connsiteY101" fmla="*/ 613 h 10000"/>
                    <a:gd name="connsiteX102" fmla="*/ 1888 w 10000"/>
                    <a:gd name="connsiteY102" fmla="*/ 613 h 10000"/>
                    <a:gd name="connsiteX103" fmla="*/ 1888 w 10000"/>
                    <a:gd name="connsiteY103" fmla="*/ 1064 h 10000"/>
                    <a:gd name="connsiteX104" fmla="*/ 1888 w 10000"/>
                    <a:gd name="connsiteY104" fmla="*/ 1645 h 10000"/>
                    <a:gd name="connsiteX105" fmla="*/ 1285 w 10000"/>
                    <a:gd name="connsiteY105" fmla="*/ 1645 h 10000"/>
                    <a:gd name="connsiteX106" fmla="*/ 1285 w 10000"/>
                    <a:gd name="connsiteY106"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4976 w 10000"/>
                    <a:gd name="connsiteY39" fmla="*/ 6916 h 10000"/>
                    <a:gd name="connsiteX40" fmla="*/ 5337 w 10000"/>
                    <a:gd name="connsiteY40" fmla="*/ 6985 h 10000"/>
                    <a:gd name="connsiteX41" fmla="*/ 5564 w 10000"/>
                    <a:gd name="connsiteY41" fmla="*/ 7108 h 10000"/>
                    <a:gd name="connsiteX42" fmla="*/ 5768 w 10000"/>
                    <a:gd name="connsiteY42" fmla="*/ 7028 h 10000"/>
                    <a:gd name="connsiteX43" fmla="*/ 5933 w 10000"/>
                    <a:gd name="connsiteY43" fmla="*/ 6953 h 10000"/>
                    <a:gd name="connsiteX44" fmla="*/ 6089 w 10000"/>
                    <a:gd name="connsiteY44" fmla="*/ 6788 h 10000"/>
                    <a:gd name="connsiteX45" fmla="*/ 6274 w 10000"/>
                    <a:gd name="connsiteY45" fmla="*/ 6562 h 10000"/>
                    <a:gd name="connsiteX46" fmla="*/ 6389 w 10000"/>
                    <a:gd name="connsiteY46" fmla="*/ 6459 h 10000"/>
                    <a:gd name="connsiteX47" fmla="*/ 6524 w 10000"/>
                    <a:gd name="connsiteY47" fmla="*/ 6417 h 10000"/>
                    <a:gd name="connsiteX48" fmla="*/ 6531 w 10000"/>
                    <a:gd name="connsiteY48" fmla="*/ 6285 h 10000"/>
                    <a:gd name="connsiteX49" fmla="*/ 6424 w 10000"/>
                    <a:gd name="connsiteY49" fmla="*/ 5985 h 10000"/>
                    <a:gd name="connsiteX50" fmla="*/ 6602 w 10000"/>
                    <a:gd name="connsiteY50" fmla="*/ 5992 h 10000"/>
                    <a:gd name="connsiteX51" fmla="*/ 6707 w 10000"/>
                    <a:gd name="connsiteY51" fmla="*/ 5879 h 10000"/>
                    <a:gd name="connsiteX52" fmla="*/ 6876 w 10000"/>
                    <a:gd name="connsiteY52" fmla="*/ 5880 h 10000"/>
                    <a:gd name="connsiteX53" fmla="*/ 6827 w 10000"/>
                    <a:gd name="connsiteY53" fmla="*/ 6579 h 10000"/>
                    <a:gd name="connsiteX54" fmla="*/ 6991 w 10000"/>
                    <a:gd name="connsiteY54" fmla="*/ 6658 h 10000"/>
                    <a:gd name="connsiteX55" fmla="*/ 7275 w 10000"/>
                    <a:gd name="connsiteY55" fmla="*/ 6861 h 10000"/>
                    <a:gd name="connsiteX56" fmla="*/ 7430 w 10000"/>
                    <a:gd name="connsiteY56" fmla="*/ 6548 h 10000"/>
                    <a:gd name="connsiteX57" fmla="*/ 7470 w 10000"/>
                    <a:gd name="connsiteY57" fmla="*/ 6580 h 10000"/>
                    <a:gd name="connsiteX58" fmla="*/ 7590 w 10000"/>
                    <a:gd name="connsiteY58" fmla="*/ 6387 h 10000"/>
                    <a:gd name="connsiteX59" fmla="*/ 7831 w 10000"/>
                    <a:gd name="connsiteY59" fmla="*/ 6290 h 10000"/>
                    <a:gd name="connsiteX60" fmla="*/ 7952 w 10000"/>
                    <a:gd name="connsiteY60" fmla="*/ 5935 h 10000"/>
                    <a:gd name="connsiteX61" fmla="*/ 8313 w 10000"/>
                    <a:gd name="connsiteY61" fmla="*/ 5516 h 10000"/>
                    <a:gd name="connsiteX62" fmla="*/ 8594 w 10000"/>
                    <a:gd name="connsiteY62" fmla="*/ 5322 h 10000"/>
                    <a:gd name="connsiteX63" fmla="*/ 8795 w 10000"/>
                    <a:gd name="connsiteY63" fmla="*/ 4774 h 10000"/>
                    <a:gd name="connsiteX64" fmla="*/ 8795 w 10000"/>
                    <a:gd name="connsiteY64" fmla="*/ 4645 h 10000"/>
                    <a:gd name="connsiteX65" fmla="*/ 8755 w 10000"/>
                    <a:gd name="connsiteY65" fmla="*/ 4323 h 10000"/>
                    <a:gd name="connsiteX66" fmla="*/ 9157 w 10000"/>
                    <a:gd name="connsiteY66" fmla="*/ 3161 h 10000"/>
                    <a:gd name="connsiteX67" fmla="*/ 9277 w 10000"/>
                    <a:gd name="connsiteY67" fmla="*/ 3161 h 10000"/>
                    <a:gd name="connsiteX68" fmla="*/ 9438 w 10000"/>
                    <a:gd name="connsiteY68" fmla="*/ 3065 h 10000"/>
                    <a:gd name="connsiteX69" fmla="*/ 9920 w 10000"/>
                    <a:gd name="connsiteY69" fmla="*/ 2903 h 10000"/>
                    <a:gd name="connsiteX70" fmla="*/ 10000 w 10000"/>
                    <a:gd name="connsiteY70" fmla="*/ 2645 h 10000"/>
                    <a:gd name="connsiteX71" fmla="*/ 9960 w 10000"/>
                    <a:gd name="connsiteY71" fmla="*/ 2580 h 10000"/>
                    <a:gd name="connsiteX72" fmla="*/ 9799 w 10000"/>
                    <a:gd name="connsiteY72" fmla="*/ 2580 h 10000"/>
                    <a:gd name="connsiteX73" fmla="*/ 9679 w 10000"/>
                    <a:gd name="connsiteY73" fmla="*/ 2420 h 10000"/>
                    <a:gd name="connsiteX74" fmla="*/ 9438 w 10000"/>
                    <a:gd name="connsiteY74" fmla="*/ 2355 h 10000"/>
                    <a:gd name="connsiteX75" fmla="*/ 9317 w 10000"/>
                    <a:gd name="connsiteY75" fmla="*/ 2226 h 10000"/>
                    <a:gd name="connsiteX76" fmla="*/ 9237 w 10000"/>
                    <a:gd name="connsiteY76" fmla="*/ 1742 h 10000"/>
                    <a:gd name="connsiteX77" fmla="*/ 9237 w 10000"/>
                    <a:gd name="connsiteY77" fmla="*/ 1064 h 10000"/>
                    <a:gd name="connsiteX78" fmla="*/ 9036 w 10000"/>
                    <a:gd name="connsiteY78" fmla="*/ 839 h 10000"/>
                    <a:gd name="connsiteX79" fmla="*/ 8996 w 10000"/>
                    <a:gd name="connsiteY79" fmla="*/ 613 h 10000"/>
                    <a:gd name="connsiteX80" fmla="*/ 8675 w 10000"/>
                    <a:gd name="connsiteY80" fmla="*/ 290 h 10000"/>
                    <a:gd name="connsiteX81" fmla="*/ 8394 w 10000"/>
                    <a:gd name="connsiteY81" fmla="*/ 162 h 10000"/>
                    <a:gd name="connsiteX82" fmla="*/ 8233 w 10000"/>
                    <a:gd name="connsiteY82" fmla="*/ 0 h 10000"/>
                    <a:gd name="connsiteX83" fmla="*/ 7992 w 10000"/>
                    <a:gd name="connsiteY83" fmla="*/ 162 h 10000"/>
                    <a:gd name="connsiteX84" fmla="*/ 7831 w 10000"/>
                    <a:gd name="connsiteY84" fmla="*/ 129 h 10000"/>
                    <a:gd name="connsiteX85" fmla="*/ 7711 w 10000"/>
                    <a:gd name="connsiteY85" fmla="*/ 419 h 10000"/>
                    <a:gd name="connsiteX86" fmla="*/ 7390 w 10000"/>
                    <a:gd name="connsiteY86" fmla="*/ 484 h 10000"/>
                    <a:gd name="connsiteX87" fmla="*/ 7309 w 10000"/>
                    <a:gd name="connsiteY87" fmla="*/ 709 h 10000"/>
                    <a:gd name="connsiteX88" fmla="*/ 7028 w 10000"/>
                    <a:gd name="connsiteY88" fmla="*/ 709 h 10000"/>
                    <a:gd name="connsiteX89" fmla="*/ 6787 w 10000"/>
                    <a:gd name="connsiteY89" fmla="*/ 613 h 10000"/>
                    <a:gd name="connsiteX90" fmla="*/ 6265 w 10000"/>
                    <a:gd name="connsiteY90" fmla="*/ 613 h 10000"/>
                    <a:gd name="connsiteX91" fmla="*/ 5743 w 10000"/>
                    <a:gd name="connsiteY91" fmla="*/ 613 h 10000"/>
                    <a:gd name="connsiteX92" fmla="*/ 5783 w 10000"/>
                    <a:gd name="connsiteY92" fmla="*/ 484 h 10000"/>
                    <a:gd name="connsiteX93" fmla="*/ 5703 w 10000"/>
                    <a:gd name="connsiteY93" fmla="*/ 484 h 10000"/>
                    <a:gd name="connsiteX94" fmla="*/ 5663 w 10000"/>
                    <a:gd name="connsiteY94" fmla="*/ 613 h 10000"/>
                    <a:gd name="connsiteX95" fmla="*/ 5181 w 10000"/>
                    <a:gd name="connsiteY95" fmla="*/ 613 h 10000"/>
                    <a:gd name="connsiteX96" fmla="*/ 4699 w 10000"/>
                    <a:gd name="connsiteY96" fmla="*/ 613 h 10000"/>
                    <a:gd name="connsiteX97" fmla="*/ 4217 w 10000"/>
                    <a:gd name="connsiteY97" fmla="*/ 613 h 10000"/>
                    <a:gd name="connsiteX98" fmla="*/ 3735 w 10000"/>
                    <a:gd name="connsiteY98" fmla="*/ 613 h 10000"/>
                    <a:gd name="connsiteX99" fmla="*/ 3293 w 10000"/>
                    <a:gd name="connsiteY99" fmla="*/ 613 h 10000"/>
                    <a:gd name="connsiteX100" fmla="*/ 2811 w 10000"/>
                    <a:gd name="connsiteY100" fmla="*/ 613 h 10000"/>
                    <a:gd name="connsiteX101" fmla="*/ 2369 w 10000"/>
                    <a:gd name="connsiteY101" fmla="*/ 613 h 10000"/>
                    <a:gd name="connsiteX102" fmla="*/ 1888 w 10000"/>
                    <a:gd name="connsiteY102" fmla="*/ 613 h 10000"/>
                    <a:gd name="connsiteX103" fmla="*/ 1888 w 10000"/>
                    <a:gd name="connsiteY103" fmla="*/ 1064 h 10000"/>
                    <a:gd name="connsiteX104" fmla="*/ 1888 w 10000"/>
                    <a:gd name="connsiteY104" fmla="*/ 1645 h 10000"/>
                    <a:gd name="connsiteX105" fmla="*/ 1285 w 10000"/>
                    <a:gd name="connsiteY105" fmla="*/ 1645 h 10000"/>
                    <a:gd name="connsiteX106" fmla="*/ 1285 w 10000"/>
                    <a:gd name="connsiteY106"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4976 w 10000"/>
                    <a:gd name="connsiteY39" fmla="*/ 6916 h 10000"/>
                    <a:gd name="connsiteX40" fmla="*/ 5337 w 10000"/>
                    <a:gd name="connsiteY40" fmla="*/ 6985 h 10000"/>
                    <a:gd name="connsiteX41" fmla="*/ 5564 w 10000"/>
                    <a:gd name="connsiteY41" fmla="*/ 7108 h 10000"/>
                    <a:gd name="connsiteX42" fmla="*/ 5768 w 10000"/>
                    <a:gd name="connsiteY42" fmla="*/ 7028 h 10000"/>
                    <a:gd name="connsiteX43" fmla="*/ 5933 w 10000"/>
                    <a:gd name="connsiteY43" fmla="*/ 6953 h 10000"/>
                    <a:gd name="connsiteX44" fmla="*/ 6089 w 10000"/>
                    <a:gd name="connsiteY44" fmla="*/ 6788 h 10000"/>
                    <a:gd name="connsiteX45" fmla="*/ 6274 w 10000"/>
                    <a:gd name="connsiteY45" fmla="*/ 6562 h 10000"/>
                    <a:gd name="connsiteX46" fmla="*/ 6389 w 10000"/>
                    <a:gd name="connsiteY46" fmla="*/ 6459 h 10000"/>
                    <a:gd name="connsiteX47" fmla="*/ 6524 w 10000"/>
                    <a:gd name="connsiteY47" fmla="*/ 6417 h 10000"/>
                    <a:gd name="connsiteX48" fmla="*/ 6531 w 10000"/>
                    <a:gd name="connsiteY48" fmla="*/ 6285 h 10000"/>
                    <a:gd name="connsiteX49" fmla="*/ 6424 w 10000"/>
                    <a:gd name="connsiteY49" fmla="*/ 5985 h 10000"/>
                    <a:gd name="connsiteX50" fmla="*/ 6602 w 10000"/>
                    <a:gd name="connsiteY50" fmla="*/ 5992 h 10000"/>
                    <a:gd name="connsiteX51" fmla="*/ 6707 w 10000"/>
                    <a:gd name="connsiteY51" fmla="*/ 5879 h 10000"/>
                    <a:gd name="connsiteX52" fmla="*/ 6876 w 10000"/>
                    <a:gd name="connsiteY52" fmla="*/ 5880 h 10000"/>
                    <a:gd name="connsiteX53" fmla="*/ 6827 w 10000"/>
                    <a:gd name="connsiteY53" fmla="*/ 6579 h 10000"/>
                    <a:gd name="connsiteX54" fmla="*/ 6991 w 10000"/>
                    <a:gd name="connsiteY54" fmla="*/ 6658 h 10000"/>
                    <a:gd name="connsiteX55" fmla="*/ 7275 w 10000"/>
                    <a:gd name="connsiteY55" fmla="*/ 6861 h 10000"/>
                    <a:gd name="connsiteX56" fmla="*/ 7430 w 10000"/>
                    <a:gd name="connsiteY56" fmla="*/ 6548 h 10000"/>
                    <a:gd name="connsiteX57" fmla="*/ 7470 w 10000"/>
                    <a:gd name="connsiteY57" fmla="*/ 6580 h 10000"/>
                    <a:gd name="connsiteX58" fmla="*/ 7590 w 10000"/>
                    <a:gd name="connsiteY58" fmla="*/ 6387 h 10000"/>
                    <a:gd name="connsiteX59" fmla="*/ 7831 w 10000"/>
                    <a:gd name="connsiteY59" fmla="*/ 6290 h 10000"/>
                    <a:gd name="connsiteX60" fmla="*/ 7952 w 10000"/>
                    <a:gd name="connsiteY60" fmla="*/ 5935 h 10000"/>
                    <a:gd name="connsiteX61" fmla="*/ 8313 w 10000"/>
                    <a:gd name="connsiteY61" fmla="*/ 5516 h 10000"/>
                    <a:gd name="connsiteX62" fmla="*/ 8594 w 10000"/>
                    <a:gd name="connsiteY62" fmla="*/ 5322 h 10000"/>
                    <a:gd name="connsiteX63" fmla="*/ 8795 w 10000"/>
                    <a:gd name="connsiteY63" fmla="*/ 4774 h 10000"/>
                    <a:gd name="connsiteX64" fmla="*/ 8795 w 10000"/>
                    <a:gd name="connsiteY64" fmla="*/ 4645 h 10000"/>
                    <a:gd name="connsiteX65" fmla="*/ 8755 w 10000"/>
                    <a:gd name="connsiteY65" fmla="*/ 4323 h 10000"/>
                    <a:gd name="connsiteX66" fmla="*/ 9157 w 10000"/>
                    <a:gd name="connsiteY66" fmla="*/ 3161 h 10000"/>
                    <a:gd name="connsiteX67" fmla="*/ 9277 w 10000"/>
                    <a:gd name="connsiteY67" fmla="*/ 3161 h 10000"/>
                    <a:gd name="connsiteX68" fmla="*/ 9438 w 10000"/>
                    <a:gd name="connsiteY68" fmla="*/ 3065 h 10000"/>
                    <a:gd name="connsiteX69" fmla="*/ 9920 w 10000"/>
                    <a:gd name="connsiteY69" fmla="*/ 2903 h 10000"/>
                    <a:gd name="connsiteX70" fmla="*/ 10000 w 10000"/>
                    <a:gd name="connsiteY70" fmla="*/ 2645 h 10000"/>
                    <a:gd name="connsiteX71" fmla="*/ 9960 w 10000"/>
                    <a:gd name="connsiteY71" fmla="*/ 2580 h 10000"/>
                    <a:gd name="connsiteX72" fmla="*/ 9799 w 10000"/>
                    <a:gd name="connsiteY72" fmla="*/ 2580 h 10000"/>
                    <a:gd name="connsiteX73" fmla="*/ 9679 w 10000"/>
                    <a:gd name="connsiteY73" fmla="*/ 2420 h 10000"/>
                    <a:gd name="connsiteX74" fmla="*/ 9438 w 10000"/>
                    <a:gd name="connsiteY74" fmla="*/ 2355 h 10000"/>
                    <a:gd name="connsiteX75" fmla="*/ 9317 w 10000"/>
                    <a:gd name="connsiteY75" fmla="*/ 2226 h 10000"/>
                    <a:gd name="connsiteX76" fmla="*/ 9237 w 10000"/>
                    <a:gd name="connsiteY76" fmla="*/ 1742 h 10000"/>
                    <a:gd name="connsiteX77" fmla="*/ 9237 w 10000"/>
                    <a:gd name="connsiteY77" fmla="*/ 1064 h 10000"/>
                    <a:gd name="connsiteX78" fmla="*/ 9036 w 10000"/>
                    <a:gd name="connsiteY78" fmla="*/ 839 h 10000"/>
                    <a:gd name="connsiteX79" fmla="*/ 8996 w 10000"/>
                    <a:gd name="connsiteY79" fmla="*/ 613 h 10000"/>
                    <a:gd name="connsiteX80" fmla="*/ 8675 w 10000"/>
                    <a:gd name="connsiteY80" fmla="*/ 290 h 10000"/>
                    <a:gd name="connsiteX81" fmla="*/ 8394 w 10000"/>
                    <a:gd name="connsiteY81" fmla="*/ 162 h 10000"/>
                    <a:gd name="connsiteX82" fmla="*/ 8233 w 10000"/>
                    <a:gd name="connsiteY82" fmla="*/ 0 h 10000"/>
                    <a:gd name="connsiteX83" fmla="*/ 7992 w 10000"/>
                    <a:gd name="connsiteY83" fmla="*/ 162 h 10000"/>
                    <a:gd name="connsiteX84" fmla="*/ 7831 w 10000"/>
                    <a:gd name="connsiteY84" fmla="*/ 129 h 10000"/>
                    <a:gd name="connsiteX85" fmla="*/ 7711 w 10000"/>
                    <a:gd name="connsiteY85" fmla="*/ 419 h 10000"/>
                    <a:gd name="connsiteX86" fmla="*/ 7390 w 10000"/>
                    <a:gd name="connsiteY86" fmla="*/ 484 h 10000"/>
                    <a:gd name="connsiteX87" fmla="*/ 7309 w 10000"/>
                    <a:gd name="connsiteY87" fmla="*/ 709 h 10000"/>
                    <a:gd name="connsiteX88" fmla="*/ 7028 w 10000"/>
                    <a:gd name="connsiteY88" fmla="*/ 709 h 10000"/>
                    <a:gd name="connsiteX89" fmla="*/ 6787 w 10000"/>
                    <a:gd name="connsiteY89" fmla="*/ 613 h 10000"/>
                    <a:gd name="connsiteX90" fmla="*/ 6265 w 10000"/>
                    <a:gd name="connsiteY90" fmla="*/ 613 h 10000"/>
                    <a:gd name="connsiteX91" fmla="*/ 5743 w 10000"/>
                    <a:gd name="connsiteY91" fmla="*/ 613 h 10000"/>
                    <a:gd name="connsiteX92" fmla="*/ 5783 w 10000"/>
                    <a:gd name="connsiteY92" fmla="*/ 484 h 10000"/>
                    <a:gd name="connsiteX93" fmla="*/ 5703 w 10000"/>
                    <a:gd name="connsiteY93" fmla="*/ 484 h 10000"/>
                    <a:gd name="connsiteX94" fmla="*/ 5663 w 10000"/>
                    <a:gd name="connsiteY94" fmla="*/ 613 h 10000"/>
                    <a:gd name="connsiteX95" fmla="*/ 5181 w 10000"/>
                    <a:gd name="connsiteY95" fmla="*/ 613 h 10000"/>
                    <a:gd name="connsiteX96" fmla="*/ 4699 w 10000"/>
                    <a:gd name="connsiteY96" fmla="*/ 613 h 10000"/>
                    <a:gd name="connsiteX97" fmla="*/ 4217 w 10000"/>
                    <a:gd name="connsiteY97" fmla="*/ 613 h 10000"/>
                    <a:gd name="connsiteX98" fmla="*/ 3735 w 10000"/>
                    <a:gd name="connsiteY98" fmla="*/ 613 h 10000"/>
                    <a:gd name="connsiteX99" fmla="*/ 3293 w 10000"/>
                    <a:gd name="connsiteY99" fmla="*/ 613 h 10000"/>
                    <a:gd name="connsiteX100" fmla="*/ 2811 w 10000"/>
                    <a:gd name="connsiteY100" fmla="*/ 613 h 10000"/>
                    <a:gd name="connsiteX101" fmla="*/ 2369 w 10000"/>
                    <a:gd name="connsiteY101" fmla="*/ 613 h 10000"/>
                    <a:gd name="connsiteX102" fmla="*/ 1888 w 10000"/>
                    <a:gd name="connsiteY102" fmla="*/ 613 h 10000"/>
                    <a:gd name="connsiteX103" fmla="*/ 1888 w 10000"/>
                    <a:gd name="connsiteY103" fmla="*/ 1064 h 10000"/>
                    <a:gd name="connsiteX104" fmla="*/ 1888 w 10000"/>
                    <a:gd name="connsiteY104" fmla="*/ 1645 h 10000"/>
                    <a:gd name="connsiteX105" fmla="*/ 1285 w 10000"/>
                    <a:gd name="connsiteY105" fmla="*/ 1645 h 10000"/>
                    <a:gd name="connsiteX106" fmla="*/ 1285 w 10000"/>
                    <a:gd name="connsiteY106"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542 w 10000"/>
                    <a:gd name="connsiteY38" fmla="*/ 9936 h 10000"/>
                    <a:gd name="connsiteX39" fmla="*/ 5337 w 10000"/>
                    <a:gd name="connsiteY39" fmla="*/ 6985 h 10000"/>
                    <a:gd name="connsiteX40" fmla="*/ 5564 w 10000"/>
                    <a:gd name="connsiteY40" fmla="*/ 7108 h 10000"/>
                    <a:gd name="connsiteX41" fmla="*/ 5768 w 10000"/>
                    <a:gd name="connsiteY41" fmla="*/ 7028 h 10000"/>
                    <a:gd name="connsiteX42" fmla="*/ 5933 w 10000"/>
                    <a:gd name="connsiteY42" fmla="*/ 6953 h 10000"/>
                    <a:gd name="connsiteX43" fmla="*/ 6089 w 10000"/>
                    <a:gd name="connsiteY43" fmla="*/ 6788 h 10000"/>
                    <a:gd name="connsiteX44" fmla="*/ 6274 w 10000"/>
                    <a:gd name="connsiteY44" fmla="*/ 6562 h 10000"/>
                    <a:gd name="connsiteX45" fmla="*/ 6389 w 10000"/>
                    <a:gd name="connsiteY45" fmla="*/ 6459 h 10000"/>
                    <a:gd name="connsiteX46" fmla="*/ 6524 w 10000"/>
                    <a:gd name="connsiteY46" fmla="*/ 6417 h 10000"/>
                    <a:gd name="connsiteX47" fmla="*/ 6531 w 10000"/>
                    <a:gd name="connsiteY47" fmla="*/ 6285 h 10000"/>
                    <a:gd name="connsiteX48" fmla="*/ 6424 w 10000"/>
                    <a:gd name="connsiteY48" fmla="*/ 5985 h 10000"/>
                    <a:gd name="connsiteX49" fmla="*/ 6602 w 10000"/>
                    <a:gd name="connsiteY49" fmla="*/ 5992 h 10000"/>
                    <a:gd name="connsiteX50" fmla="*/ 6707 w 10000"/>
                    <a:gd name="connsiteY50" fmla="*/ 5879 h 10000"/>
                    <a:gd name="connsiteX51" fmla="*/ 6876 w 10000"/>
                    <a:gd name="connsiteY51" fmla="*/ 5880 h 10000"/>
                    <a:gd name="connsiteX52" fmla="*/ 6827 w 10000"/>
                    <a:gd name="connsiteY52" fmla="*/ 6579 h 10000"/>
                    <a:gd name="connsiteX53" fmla="*/ 6991 w 10000"/>
                    <a:gd name="connsiteY53" fmla="*/ 6658 h 10000"/>
                    <a:gd name="connsiteX54" fmla="*/ 7275 w 10000"/>
                    <a:gd name="connsiteY54" fmla="*/ 6861 h 10000"/>
                    <a:gd name="connsiteX55" fmla="*/ 7430 w 10000"/>
                    <a:gd name="connsiteY55" fmla="*/ 6548 h 10000"/>
                    <a:gd name="connsiteX56" fmla="*/ 7470 w 10000"/>
                    <a:gd name="connsiteY56" fmla="*/ 6580 h 10000"/>
                    <a:gd name="connsiteX57" fmla="*/ 7590 w 10000"/>
                    <a:gd name="connsiteY57" fmla="*/ 6387 h 10000"/>
                    <a:gd name="connsiteX58" fmla="*/ 7831 w 10000"/>
                    <a:gd name="connsiteY58" fmla="*/ 6290 h 10000"/>
                    <a:gd name="connsiteX59" fmla="*/ 7952 w 10000"/>
                    <a:gd name="connsiteY59" fmla="*/ 5935 h 10000"/>
                    <a:gd name="connsiteX60" fmla="*/ 8313 w 10000"/>
                    <a:gd name="connsiteY60" fmla="*/ 5516 h 10000"/>
                    <a:gd name="connsiteX61" fmla="*/ 8594 w 10000"/>
                    <a:gd name="connsiteY61" fmla="*/ 5322 h 10000"/>
                    <a:gd name="connsiteX62" fmla="*/ 8795 w 10000"/>
                    <a:gd name="connsiteY62" fmla="*/ 4774 h 10000"/>
                    <a:gd name="connsiteX63" fmla="*/ 8795 w 10000"/>
                    <a:gd name="connsiteY63" fmla="*/ 4645 h 10000"/>
                    <a:gd name="connsiteX64" fmla="*/ 8755 w 10000"/>
                    <a:gd name="connsiteY64" fmla="*/ 4323 h 10000"/>
                    <a:gd name="connsiteX65" fmla="*/ 9157 w 10000"/>
                    <a:gd name="connsiteY65" fmla="*/ 3161 h 10000"/>
                    <a:gd name="connsiteX66" fmla="*/ 9277 w 10000"/>
                    <a:gd name="connsiteY66" fmla="*/ 3161 h 10000"/>
                    <a:gd name="connsiteX67" fmla="*/ 9438 w 10000"/>
                    <a:gd name="connsiteY67" fmla="*/ 3065 h 10000"/>
                    <a:gd name="connsiteX68" fmla="*/ 9920 w 10000"/>
                    <a:gd name="connsiteY68" fmla="*/ 2903 h 10000"/>
                    <a:gd name="connsiteX69" fmla="*/ 10000 w 10000"/>
                    <a:gd name="connsiteY69" fmla="*/ 2645 h 10000"/>
                    <a:gd name="connsiteX70" fmla="*/ 9960 w 10000"/>
                    <a:gd name="connsiteY70" fmla="*/ 2580 h 10000"/>
                    <a:gd name="connsiteX71" fmla="*/ 9799 w 10000"/>
                    <a:gd name="connsiteY71" fmla="*/ 2580 h 10000"/>
                    <a:gd name="connsiteX72" fmla="*/ 9679 w 10000"/>
                    <a:gd name="connsiteY72" fmla="*/ 2420 h 10000"/>
                    <a:gd name="connsiteX73" fmla="*/ 9438 w 10000"/>
                    <a:gd name="connsiteY73" fmla="*/ 2355 h 10000"/>
                    <a:gd name="connsiteX74" fmla="*/ 9317 w 10000"/>
                    <a:gd name="connsiteY74" fmla="*/ 2226 h 10000"/>
                    <a:gd name="connsiteX75" fmla="*/ 9237 w 10000"/>
                    <a:gd name="connsiteY75" fmla="*/ 1742 h 10000"/>
                    <a:gd name="connsiteX76" fmla="*/ 9237 w 10000"/>
                    <a:gd name="connsiteY76" fmla="*/ 1064 h 10000"/>
                    <a:gd name="connsiteX77" fmla="*/ 9036 w 10000"/>
                    <a:gd name="connsiteY77" fmla="*/ 839 h 10000"/>
                    <a:gd name="connsiteX78" fmla="*/ 8996 w 10000"/>
                    <a:gd name="connsiteY78" fmla="*/ 613 h 10000"/>
                    <a:gd name="connsiteX79" fmla="*/ 8675 w 10000"/>
                    <a:gd name="connsiteY79" fmla="*/ 290 h 10000"/>
                    <a:gd name="connsiteX80" fmla="*/ 8394 w 10000"/>
                    <a:gd name="connsiteY80" fmla="*/ 162 h 10000"/>
                    <a:gd name="connsiteX81" fmla="*/ 8233 w 10000"/>
                    <a:gd name="connsiteY81" fmla="*/ 0 h 10000"/>
                    <a:gd name="connsiteX82" fmla="*/ 7992 w 10000"/>
                    <a:gd name="connsiteY82" fmla="*/ 162 h 10000"/>
                    <a:gd name="connsiteX83" fmla="*/ 7831 w 10000"/>
                    <a:gd name="connsiteY83" fmla="*/ 129 h 10000"/>
                    <a:gd name="connsiteX84" fmla="*/ 7711 w 10000"/>
                    <a:gd name="connsiteY84" fmla="*/ 419 h 10000"/>
                    <a:gd name="connsiteX85" fmla="*/ 7390 w 10000"/>
                    <a:gd name="connsiteY85" fmla="*/ 484 h 10000"/>
                    <a:gd name="connsiteX86" fmla="*/ 7309 w 10000"/>
                    <a:gd name="connsiteY86" fmla="*/ 709 h 10000"/>
                    <a:gd name="connsiteX87" fmla="*/ 7028 w 10000"/>
                    <a:gd name="connsiteY87" fmla="*/ 709 h 10000"/>
                    <a:gd name="connsiteX88" fmla="*/ 6787 w 10000"/>
                    <a:gd name="connsiteY88" fmla="*/ 613 h 10000"/>
                    <a:gd name="connsiteX89" fmla="*/ 6265 w 10000"/>
                    <a:gd name="connsiteY89" fmla="*/ 613 h 10000"/>
                    <a:gd name="connsiteX90" fmla="*/ 5743 w 10000"/>
                    <a:gd name="connsiteY90" fmla="*/ 613 h 10000"/>
                    <a:gd name="connsiteX91" fmla="*/ 5783 w 10000"/>
                    <a:gd name="connsiteY91" fmla="*/ 484 h 10000"/>
                    <a:gd name="connsiteX92" fmla="*/ 5703 w 10000"/>
                    <a:gd name="connsiteY92" fmla="*/ 484 h 10000"/>
                    <a:gd name="connsiteX93" fmla="*/ 5663 w 10000"/>
                    <a:gd name="connsiteY93" fmla="*/ 613 h 10000"/>
                    <a:gd name="connsiteX94" fmla="*/ 5181 w 10000"/>
                    <a:gd name="connsiteY94" fmla="*/ 613 h 10000"/>
                    <a:gd name="connsiteX95" fmla="*/ 4699 w 10000"/>
                    <a:gd name="connsiteY95" fmla="*/ 613 h 10000"/>
                    <a:gd name="connsiteX96" fmla="*/ 4217 w 10000"/>
                    <a:gd name="connsiteY96" fmla="*/ 613 h 10000"/>
                    <a:gd name="connsiteX97" fmla="*/ 3735 w 10000"/>
                    <a:gd name="connsiteY97" fmla="*/ 613 h 10000"/>
                    <a:gd name="connsiteX98" fmla="*/ 3293 w 10000"/>
                    <a:gd name="connsiteY98" fmla="*/ 613 h 10000"/>
                    <a:gd name="connsiteX99" fmla="*/ 2811 w 10000"/>
                    <a:gd name="connsiteY99" fmla="*/ 613 h 10000"/>
                    <a:gd name="connsiteX100" fmla="*/ 2369 w 10000"/>
                    <a:gd name="connsiteY100" fmla="*/ 613 h 10000"/>
                    <a:gd name="connsiteX101" fmla="*/ 1888 w 10000"/>
                    <a:gd name="connsiteY101" fmla="*/ 613 h 10000"/>
                    <a:gd name="connsiteX102" fmla="*/ 1888 w 10000"/>
                    <a:gd name="connsiteY102" fmla="*/ 1064 h 10000"/>
                    <a:gd name="connsiteX103" fmla="*/ 1888 w 10000"/>
                    <a:gd name="connsiteY103" fmla="*/ 1645 h 10000"/>
                    <a:gd name="connsiteX104" fmla="*/ 1285 w 10000"/>
                    <a:gd name="connsiteY104" fmla="*/ 1645 h 10000"/>
                    <a:gd name="connsiteX105" fmla="*/ 1285 w 10000"/>
                    <a:gd name="connsiteY105"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5462 w 10000"/>
                    <a:gd name="connsiteY37" fmla="*/ 10000 h 10000"/>
                    <a:gd name="connsiteX38" fmla="*/ 5080 w 10000"/>
                    <a:gd name="connsiteY38" fmla="*/ 6889 h 10000"/>
                    <a:gd name="connsiteX39" fmla="*/ 5337 w 10000"/>
                    <a:gd name="connsiteY39" fmla="*/ 6985 h 10000"/>
                    <a:gd name="connsiteX40" fmla="*/ 5564 w 10000"/>
                    <a:gd name="connsiteY40" fmla="*/ 7108 h 10000"/>
                    <a:gd name="connsiteX41" fmla="*/ 5768 w 10000"/>
                    <a:gd name="connsiteY41" fmla="*/ 7028 h 10000"/>
                    <a:gd name="connsiteX42" fmla="*/ 5933 w 10000"/>
                    <a:gd name="connsiteY42" fmla="*/ 6953 h 10000"/>
                    <a:gd name="connsiteX43" fmla="*/ 6089 w 10000"/>
                    <a:gd name="connsiteY43" fmla="*/ 6788 h 10000"/>
                    <a:gd name="connsiteX44" fmla="*/ 6274 w 10000"/>
                    <a:gd name="connsiteY44" fmla="*/ 6562 h 10000"/>
                    <a:gd name="connsiteX45" fmla="*/ 6389 w 10000"/>
                    <a:gd name="connsiteY45" fmla="*/ 6459 h 10000"/>
                    <a:gd name="connsiteX46" fmla="*/ 6524 w 10000"/>
                    <a:gd name="connsiteY46" fmla="*/ 6417 h 10000"/>
                    <a:gd name="connsiteX47" fmla="*/ 6531 w 10000"/>
                    <a:gd name="connsiteY47" fmla="*/ 6285 h 10000"/>
                    <a:gd name="connsiteX48" fmla="*/ 6424 w 10000"/>
                    <a:gd name="connsiteY48" fmla="*/ 5985 h 10000"/>
                    <a:gd name="connsiteX49" fmla="*/ 6602 w 10000"/>
                    <a:gd name="connsiteY49" fmla="*/ 5992 h 10000"/>
                    <a:gd name="connsiteX50" fmla="*/ 6707 w 10000"/>
                    <a:gd name="connsiteY50" fmla="*/ 5879 h 10000"/>
                    <a:gd name="connsiteX51" fmla="*/ 6876 w 10000"/>
                    <a:gd name="connsiteY51" fmla="*/ 5880 h 10000"/>
                    <a:gd name="connsiteX52" fmla="*/ 6827 w 10000"/>
                    <a:gd name="connsiteY52" fmla="*/ 6579 h 10000"/>
                    <a:gd name="connsiteX53" fmla="*/ 6991 w 10000"/>
                    <a:gd name="connsiteY53" fmla="*/ 6658 h 10000"/>
                    <a:gd name="connsiteX54" fmla="*/ 7275 w 10000"/>
                    <a:gd name="connsiteY54" fmla="*/ 6861 h 10000"/>
                    <a:gd name="connsiteX55" fmla="*/ 7430 w 10000"/>
                    <a:gd name="connsiteY55" fmla="*/ 6548 h 10000"/>
                    <a:gd name="connsiteX56" fmla="*/ 7470 w 10000"/>
                    <a:gd name="connsiteY56" fmla="*/ 6580 h 10000"/>
                    <a:gd name="connsiteX57" fmla="*/ 7590 w 10000"/>
                    <a:gd name="connsiteY57" fmla="*/ 6387 h 10000"/>
                    <a:gd name="connsiteX58" fmla="*/ 7831 w 10000"/>
                    <a:gd name="connsiteY58" fmla="*/ 6290 h 10000"/>
                    <a:gd name="connsiteX59" fmla="*/ 7952 w 10000"/>
                    <a:gd name="connsiteY59" fmla="*/ 5935 h 10000"/>
                    <a:gd name="connsiteX60" fmla="*/ 8313 w 10000"/>
                    <a:gd name="connsiteY60" fmla="*/ 5516 h 10000"/>
                    <a:gd name="connsiteX61" fmla="*/ 8594 w 10000"/>
                    <a:gd name="connsiteY61" fmla="*/ 5322 h 10000"/>
                    <a:gd name="connsiteX62" fmla="*/ 8795 w 10000"/>
                    <a:gd name="connsiteY62" fmla="*/ 4774 h 10000"/>
                    <a:gd name="connsiteX63" fmla="*/ 8795 w 10000"/>
                    <a:gd name="connsiteY63" fmla="*/ 4645 h 10000"/>
                    <a:gd name="connsiteX64" fmla="*/ 8755 w 10000"/>
                    <a:gd name="connsiteY64" fmla="*/ 4323 h 10000"/>
                    <a:gd name="connsiteX65" fmla="*/ 9157 w 10000"/>
                    <a:gd name="connsiteY65" fmla="*/ 3161 h 10000"/>
                    <a:gd name="connsiteX66" fmla="*/ 9277 w 10000"/>
                    <a:gd name="connsiteY66" fmla="*/ 3161 h 10000"/>
                    <a:gd name="connsiteX67" fmla="*/ 9438 w 10000"/>
                    <a:gd name="connsiteY67" fmla="*/ 3065 h 10000"/>
                    <a:gd name="connsiteX68" fmla="*/ 9920 w 10000"/>
                    <a:gd name="connsiteY68" fmla="*/ 2903 h 10000"/>
                    <a:gd name="connsiteX69" fmla="*/ 10000 w 10000"/>
                    <a:gd name="connsiteY69" fmla="*/ 2645 h 10000"/>
                    <a:gd name="connsiteX70" fmla="*/ 9960 w 10000"/>
                    <a:gd name="connsiteY70" fmla="*/ 2580 h 10000"/>
                    <a:gd name="connsiteX71" fmla="*/ 9799 w 10000"/>
                    <a:gd name="connsiteY71" fmla="*/ 2580 h 10000"/>
                    <a:gd name="connsiteX72" fmla="*/ 9679 w 10000"/>
                    <a:gd name="connsiteY72" fmla="*/ 2420 h 10000"/>
                    <a:gd name="connsiteX73" fmla="*/ 9438 w 10000"/>
                    <a:gd name="connsiteY73" fmla="*/ 2355 h 10000"/>
                    <a:gd name="connsiteX74" fmla="*/ 9317 w 10000"/>
                    <a:gd name="connsiteY74" fmla="*/ 2226 h 10000"/>
                    <a:gd name="connsiteX75" fmla="*/ 9237 w 10000"/>
                    <a:gd name="connsiteY75" fmla="*/ 1742 h 10000"/>
                    <a:gd name="connsiteX76" fmla="*/ 9237 w 10000"/>
                    <a:gd name="connsiteY76" fmla="*/ 1064 h 10000"/>
                    <a:gd name="connsiteX77" fmla="*/ 9036 w 10000"/>
                    <a:gd name="connsiteY77" fmla="*/ 839 h 10000"/>
                    <a:gd name="connsiteX78" fmla="*/ 8996 w 10000"/>
                    <a:gd name="connsiteY78" fmla="*/ 613 h 10000"/>
                    <a:gd name="connsiteX79" fmla="*/ 8675 w 10000"/>
                    <a:gd name="connsiteY79" fmla="*/ 290 h 10000"/>
                    <a:gd name="connsiteX80" fmla="*/ 8394 w 10000"/>
                    <a:gd name="connsiteY80" fmla="*/ 162 h 10000"/>
                    <a:gd name="connsiteX81" fmla="*/ 8233 w 10000"/>
                    <a:gd name="connsiteY81" fmla="*/ 0 h 10000"/>
                    <a:gd name="connsiteX82" fmla="*/ 7992 w 10000"/>
                    <a:gd name="connsiteY82" fmla="*/ 162 h 10000"/>
                    <a:gd name="connsiteX83" fmla="*/ 7831 w 10000"/>
                    <a:gd name="connsiteY83" fmla="*/ 129 h 10000"/>
                    <a:gd name="connsiteX84" fmla="*/ 7711 w 10000"/>
                    <a:gd name="connsiteY84" fmla="*/ 419 h 10000"/>
                    <a:gd name="connsiteX85" fmla="*/ 7390 w 10000"/>
                    <a:gd name="connsiteY85" fmla="*/ 484 h 10000"/>
                    <a:gd name="connsiteX86" fmla="*/ 7309 w 10000"/>
                    <a:gd name="connsiteY86" fmla="*/ 709 h 10000"/>
                    <a:gd name="connsiteX87" fmla="*/ 7028 w 10000"/>
                    <a:gd name="connsiteY87" fmla="*/ 709 h 10000"/>
                    <a:gd name="connsiteX88" fmla="*/ 6787 w 10000"/>
                    <a:gd name="connsiteY88" fmla="*/ 613 h 10000"/>
                    <a:gd name="connsiteX89" fmla="*/ 6265 w 10000"/>
                    <a:gd name="connsiteY89" fmla="*/ 613 h 10000"/>
                    <a:gd name="connsiteX90" fmla="*/ 5743 w 10000"/>
                    <a:gd name="connsiteY90" fmla="*/ 613 h 10000"/>
                    <a:gd name="connsiteX91" fmla="*/ 5783 w 10000"/>
                    <a:gd name="connsiteY91" fmla="*/ 484 h 10000"/>
                    <a:gd name="connsiteX92" fmla="*/ 5703 w 10000"/>
                    <a:gd name="connsiteY92" fmla="*/ 484 h 10000"/>
                    <a:gd name="connsiteX93" fmla="*/ 5663 w 10000"/>
                    <a:gd name="connsiteY93" fmla="*/ 613 h 10000"/>
                    <a:gd name="connsiteX94" fmla="*/ 5181 w 10000"/>
                    <a:gd name="connsiteY94" fmla="*/ 613 h 10000"/>
                    <a:gd name="connsiteX95" fmla="*/ 4699 w 10000"/>
                    <a:gd name="connsiteY95" fmla="*/ 613 h 10000"/>
                    <a:gd name="connsiteX96" fmla="*/ 4217 w 10000"/>
                    <a:gd name="connsiteY96" fmla="*/ 613 h 10000"/>
                    <a:gd name="connsiteX97" fmla="*/ 3735 w 10000"/>
                    <a:gd name="connsiteY97" fmla="*/ 613 h 10000"/>
                    <a:gd name="connsiteX98" fmla="*/ 3293 w 10000"/>
                    <a:gd name="connsiteY98" fmla="*/ 613 h 10000"/>
                    <a:gd name="connsiteX99" fmla="*/ 2811 w 10000"/>
                    <a:gd name="connsiteY99" fmla="*/ 613 h 10000"/>
                    <a:gd name="connsiteX100" fmla="*/ 2369 w 10000"/>
                    <a:gd name="connsiteY100" fmla="*/ 613 h 10000"/>
                    <a:gd name="connsiteX101" fmla="*/ 1888 w 10000"/>
                    <a:gd name="connsiteY101" fmla="*/ 613 h 10000"/>
                    <a:gd name="connsiteX102" fmla="*/ 1888 w 10000"/>
                    <a:gd name="connsiteY102" fmla="*/ 1064 h 10000"/>
                    <a:gd name="connsiteX103" fmla="*/ 1888 w 10000"/>
                    <a:gd name="connsiteY103" fmla="*/ 1645 h 10000"/>
                    <a:gd name="connsiteX104" fmla="*/ 1285 w 10000"/>
                    <a:gd name="connsiteY104" fmla="*/ 1645 h 10000"/>
                    <a:gd name="connsiteX105" fmla="*/ 1285 w 10000"/>
                    <a:gd name="connsiteY105" fmla="*/ 1903 h 10000"/>
                    <a:gd name="connsiteX0" fmla="*/ 1285 w 10000"/>
                    <a:gd name="connsiteY0" fmla="*/ 1903 h 10000"/>
                    <a:gd name="connsiteX1" fmla="*/ 1285 w 10000"/>
                    <a:gd name="connsiteY1" fmla="*/ 2420 h 10000"/>
                    <a:gd name="connsiteX2" fmla="*/ 1285 w 10000"/>
                    <a:gd name="connsiteY2" fmla="*/ 2903 h 10000"/>
                    <a:gd name="connsiteX3" fmla="*/ 1285 w 10000"/>
                    <a:gd name="connsiteY3" fmla="*/ 3387 h 10000"/>
                    <a:gd name="connsiteX4" fmla="*/ 1285 w 10000"/>
                    <a:gd name="connsiteY4" fmla="*/ 3838 h 10000"/>
                    <a:gd name="connsiteX5" fmla="*/ 643 w 10000"/>
                    <a:gd name="connsiteY5" fmla="*/ 3936 h 10000"/>
                    <a:gd name="connsiteX6" fmla="*/ 522 w 10000"/>
                    <a:gd name="connsiteY6" fmla="*/ 4193 h 10000"/>
                    <a:gd name="connsiteX7" fmla="*/ 241 w 10000"/>
                    <a:gd name="connsiteY7" fmla="*/ 4516 h 10000"/>
                    <a:gd name="connsiteX8" fmla="*/ 241 w 10000"/>
                    <a:gd name="connsiteY8" fmla="*/ 4774 h 10000"/>
                    <a:gd name="connsiteX9" fmla="*/ 120 w 10000"/>
                    <a:gd name="connsiteY9" fmla="*/ 4838 h 10000"/>
                    <a:gd name="connsiteX10" fmla="*/ 120 w 10000"/>
                    <a:gd name="connsiteY10" fmla="*/ 5064 h 10000"/>
                    <a:gd name="connsiteX11" fmla="*/ 0 w 10000"/>
                    <a:gd name="connsiteY11" fmla="*/ 5258 h 10000"/>
                    <a:gd name="connsiteX12" fmla="*/ 0 w 10000"/>
                    <a:gd name="connsiteY12" fmla="*/ 5419 h 10000"/>
                    <a:gd name="connsiteX13" fmla="*/ 241 w 10000"/>
                    <a:gd name="connsiteY13" fmla="*/ 5387 h 10000"/>
                    <a:gd name="connsiteX14" fmla="*/ 281 w 10000"/>
                    <a:gd name="connsiteY14" fmla="*/ 5677 h 10000"/>
                    <a:gd name="connsiteX15" fmla="*/ 602 w 10000"/>
                    <a:gd name="connsiteY15" fmla="*/ 6194 h 10000"/>
                    <a:gd name="connsiteX16" fmla="*/ 602 w 10000"/>
                    <a:gd name="connsiteY16" fmla="*/ 6226 h 10000"/>
                    <a:gd name="connsiteX17" fmla="*/ 482 w 10000"/>
                    <a:gd name="connsiteY17" fmla="*/ 6258 h 10000"/>
                    <a:gd name="connsiteX18" fmla="*/ 964 w 10000"/>
                    <a:gd name="connsiteY18" fmla="*/ 6774 h 10000"/>
                    <a:gd name="connsiteX19" fmla="*/ 1004 w 10000"/>
                    <a:gd name="connsiteY19" fmla="*/ 6935 h 10000"/>
                    <a:gd name="connsiteX20" fmla="*/ 964 w 10000"/>
                    <a:gd name="connsiteY20" fmla="*/ 7387 h 10000"/>
                    <a:gd name="connsiteX21" fmla="*/ 1044 w 10000"/>
                    <a:gd name="connsiteY21" fmla="*/ 7452 h 10000"/>
                    <a:gd name="connsiteX22" fmla="*/ 1365 w 10000"/>
                    <a:gd name="connsiteY22" fmla="*/ 7484 h 10000"/>
                    <a:gd name="connsiteX23" fmla="*/ 1406 w 10000"/>
                    <a:gd name="connsiteY23" fmla="*/ 7612 h 10000"/>
                    <a:gd name="connsiteX24" fmla="*/ 1767 w 10000"/>
                    <a:gd name="connsiteY24" fmla="*/ 7645 h 10000"/>
                    <a:gd name="connsiteX25" fmla="*/ 1968 w 10000"/>
                    <a:gd name="connsiteY25" fmla="*/ 7774 h 10000"/>
                    <a:gd name="connsiteX26" fmla="*/ 2008 w 10000"/>
                    <a:gd name="connsiteY26" fmla="*/ 8000 h 10000"/>
                    <a:gd name="connsiteX27" fmla="*/ 2651 w 10000"/>
                    <a:gd name="connsiteY27" fmla="*/ 8387 h 10000"/>
                    <a:gd name="connsiteX28" fmla="*/ 2811 w 10000"/>
                    <a:gd name="connsiteY28" fmla="*/ 8774 h 10000"/>
                    <a:gd name="connsiteX29" fmla="*/ 3253 w 10000"/>
                    <a:gd name="connsiteY29" fmla="*/ 8968 h 10000"/>
                    <a:gd name="connsiteX30" fmla="*/ 3414 w 10000"/>
                    <a:gd name="connsiteY30" fmla="*/ 9226 h 10000"/>
                    <a:gd name="connsiteX31" fmla="*/ 3735 w 10000"/>
                    <a:gd name="connsiteY31" fmla="*/ 9549 h 10000"/>
                    <a:gd name="connsiteX32" fmla="*/ 3976 w 10000"/>
                    <a:gd name="connsiteY32" fmla="*/ 9645 h 10000"/>
                    <a:gd name="connsiteX33" fmla="*/ 4137 w 10000"/>
                    <a:gd name="connsiteY33" fmla="*/ 9549 h 10000"/>
                    <a:gd name="connsiteX34" fmla="*/ 4538 w 10000"/>
                    <a:gd name="connsiteY34" fmla="*/ 9581 h 10000"/>
                    <a:gd name="connsiteX35" fmla="*/ 4699 w 10000"/>
                    <a:gd name="connsiteY35" fmla="*/ 9516 h 10000"/>
                    <a:gd name="connsiteX36" fmla="*/ 5422 w 10000"/>
                    <a:gd name="connsiteY36" fmla="*/ 10000 h 10000"/>
                    <a:gd name="connsiteX37" fmla="*/ 4901 w 10000"/>
                    <a:gd name="connsiteY37" fmla="*/ 6794 h 10000"/>
                    <a:gd name="connsiteX38" fmla="*/ 5080 w 10000"/>
                    <a:gd name="connsiteY38" fmla="*/ 6889 h 10000"/>
                    <a:gd name="connsiteX39" fmla="*/ 5337 w 10000"/>
                    <a:gd name="connsiteY39" fmla="*/ 6985 h 10000"/>
                    <a:gd name="connsiteX40" fmla="*/ 5564 w 10000"/>
                    <a:gd name="connsiteY40" fmla="*/ 7108 h 10000"/>
                    <a:gd name="connsiteX41" fmla="*/ 5768 w 10000"/>
                    <a:gd name="connsiteY41" fmla="*/ 7028 h 10000"/>
                    <a:gd name="connsiteX42" fmla="*/ 5933 w 10000"/>
                    <a:gd name="connsiteY42" fmla="*/ 6953 h 10000"/>
                    <a:gd name="connsiteX43" fmla="*/ 6089 w 10000"/>
                    <a:gd name="connsiteY43" fmla="*/ 6788 h 10000"/>
                    <a:gd name="connsiteX44" fmla="*/ 6274 w 10000"/>
                    <a:gd name="connsiteY44" fmla="*/ 6562 h 10000"/>
                    <a:gd name="connsiteX45" fmla="*/ 6389 w 10000"/>
                    <a:gd name="connsiteY45" fmla="*/ 6459 h 10000"/>
                    <a:gd name="connsiteX46" fmla="*/ 6524 w 10000"/>
                    <a:gd name="connsiteY46" fmla="*/ 6417 h 10000"/>
                    <a:gd name="connsiteX47" fmla="*/ 6531 w 10000"/>
                    <a:gd name="connsiteY47" fmla="*/ 6285 h 10000"/>
                    <a:gd name="connsiteX48" fmla="*/ 6424 w 10000"/>
                    <a:gd name="connsiteY48" fmla="*/ 5985 h 10000"/>
                    <a:gd name="connsiteX49" fmla="*/ 6602 w 10000"/>
                    <a:gd name="connsiteY49" fmla="*/ 5992 h 10000"/>
                    <a:gd name="connsiteX50" fmla="*/ 6707 w 10000"/>
                    <a:gd name="connsiteY50" fmla="*/ 5879 h 10000"/>
                    <a:gd name="connsiteX51" fmla="*/ 6876 w 10000"/>
                    <a:gd name="connsiteY51" fmla="*/ 5880 h 10000"/>
                    <a:gd name="connsiteX52" fmla="*/ 6827 w 10000"/>
                    <a:gd name="connsiteY52" fmla="*/ 6579 h 10000"/>
                    <a:gd name="connsiteX53" fmla="*/ 6991 w 10000"/>
                    <a:gd name="connsiteY53" fmla="*/ 6658 h 10000"/>
                    <a:gd name="connsiteX54" fmla="*/ 7275 w 10000"/>
                    <a:gd name="connsiteY54" fmla="*/ 6861 h 10000"/>
                    <a:gd name="connsiteX55" fmla="*/ 7430 w 10000"/>
                    <a:gd name="connsiteY55" fmla="*/ 6548 h 10000"/>
                    <a:gd name="connsiteX56" fmla="*/ 7470 w 10000"/>
                    <a:gd name="connsiteY56" fmla="*/ 6580 h 10000"/>
                    <a:gd name="connsiteX57" fmla="*/ 7590 w 10000"/>
                    <a:gd name="connsiteY57" fmla="*/ 6387 h 10000"/>
                    <a:gd name="connsiteX58" fmla="*/ 7831 w 10000"/>
                    <a:gd name="connsiteY58" fmla="*/ 6290 h 10000"/>
                    <a:gd name="connsiteX59" fmla="*/ 7952 w 10000"/>
                    <a:gd name="connsiteY59" fmla="*/ 5935 h 10000"/>
                    <a:gd name="connsiteX60" fmla="*/ 8313 w 10000"/>
                    <a:gd name="connsiteY60" fmla="*/ 5516 h 10000"/>
                    <a:gd name="connsiteX61" fmla="*/ 8594 w 10000"/>
                    <a:gd name="connsiteY61" fmla="*/ 5322 h 10000"/>
                    <a:gd name="connsiteX62" fmla="*/ 8795 w 10000"/>
                    <a:gd name="connsiteY62" fmla="*/ 4774 h 10000"/>
                    <a:gd name="connsiteX63" fmla="*/ 8795 w 10000"/>
                    <a:gd name="connsiteY63" fmla="*/ 4645 h 10000"/>
                    <a:gd name="connsiteX64" fmla="*/ 8755 w 10000"/>
                    <a:gd name="connsiteY64" fmla="*/ 4323 h 10000"/>
                    <a:gd name="connsiteX65" fmla="*/ 9157 w 10000"/>
                    <a:gd name="connsiteY65" fmla="*/ 3161 h 10000"/>
                    <a:gd name="connsiteX66" fmla="*/ 9277 w 10000"/>
                    <a:gd name="connsiteY66" fmla="*/ 3161 h 10000"/>
                    <a:gd name="connsiteX67" fmla="*/ 9438 w 10000"/>
                    <a:gd name="connsiteY67" fmla="*/ 3065 h 10000"/>
                    <a:gd name="connsiteX68" fmla="*/ 9920 w 10000"/>
                    <a:gd name="connsiteY68" fmla="*/ 2903 h 10000"/>
                    <a:gd name="connsiteX69" fmla="*/ 10000 w 10000"/>
                    <a:gd name="connsiteY69" fmla="*/ 2645 h 10000"/>
                    <a:gd name="connsiteX70" fmla="*/ 9960 w 10000"/>
                    <a:gd name="connsiteY70" fmla="*/ 2580 h 10000"/>
                    <a:gd name="connsiteX71" fmla="*/ 9799 w 10000"/>
                    <a:gd name="connsiteY71" fmla="*/ 2580 h 10000"/>
                    <a:gd name="connsiteX72" fmla="*/ 9679 w 10000"/>
                    <a:gd name="connsiteY72" fmla="*/ 2420 h 10000"/>
                    <a:gd name="connsiteX73" fmla="*/ 9438 w 10000"/>
                    <a:gd name="connsiteY73" fmla="*/ 2355 h 10000"/>
                    <a:gd name="connsiteX74" fmla="*/ 9317 w 10000"/>
                    <a:gd name="connsiteY74" fmla="*/ 2226 h 10000"/>
                    <a:gd name="connsiteX75" fmla="*/ 9237 w 10000"/>
                    <a:gd name="connsiteY75" fmla="*/ 1742 h 10000"/>
                    <a:gd name="connsiteX76" fmla="*/ 9237 w 10000"/>
                    <a:gd name="connsiteY76" fmla="*/ 1064 h 10000"/>
                    <a:gd name="connsiteX77" fmla="*/ 9036 w 10000"/>
                    <a:gd name="connsiteY77" fmla="*/ 839 h 10000"/>
                    <a:gd name="connsiteX78" fmla="*/ 8996 w 10000"/>
                    <a:gd name="connsiteY78" fmla="*/ 613 h 10000"/>
                    <a:gd name="connsiteX79" fmla="*/ 8675 w 10000"/>
                    <a:gd name="connsiteY79" fmla="*/ 290 h 10000"/>
                    <a:gd name="connsiteX80" fmla="*/ 8394 w 10000"/>
                    <a:gd name="connsiteY80" fmla="*/ 162 h 10000"/>
                    <a:gd name="connsiteX81" fmla="*/ 8233 w 10000"/>
                    <a:gd name="connsiteY81" fmla="*/ 0 h 10000"/>
                    <a:gd name="connsiteX82" fmla="*/ 7992 w 10000"/>
                    <a:gd name="connsiteY82" fmla="*/ 162 h 10000"/>
                    <a:gd name="connsiteX83" fmla="*/ 7831 w 10000"/>
                    <a:gd name="connsiteY83" fmla="*/ 129 h 10000"/>
                    <a:gd name="connsiteX84" fmla="*/ 7711 w 10000"/>
                    <a:gd name="connsiteY84" fmla="*/ 419 h 10000"/>
                    <a:gd name="connsiteX85" fmla="*/ 7390 w 10000"/>
                    <a:gd name="connsiteY85" fmla="*/ 484 h 10000"/>
                    <a:gd name="connsiteX86" fmla="*/ 7309 w 10000"/>
                    <a:gd name="connsiteY86" fmla="*/ 709 h 10000"/>
                    <a:gd name="connsiteX87" fmla="*/ 7028 w 10000"/>
                    <a:gd name="connsiteY87" fmla="*/ 709 h 10000"/>
                    <a:gd name="connsiteX88" fmla="*/ 6787 w 10000"/>
                    <a:gd name="connsiteY88" fmla="*/ 613 h 10000"/>
                    <a:gd name="connsiteX89" fmla="*/ 6265 w 10000"/>
                    <a:gd name="connsiteY89" fmla="*/ 613 h 10000"/>
                    <a:gd name="connsiteX90" fmla="*/ 5743 w 10000"/>
                    <a:gd name="connsiteY90" fmla="*/ 613 h 10000"/>
                    <a:gd name="connsiteX91" fmla="*/ 5783 w 10000"/>
                    <a:gd name="connsiteY91" fmla="*/ 484 h 10000"/>
                    <a:gd name="connsiteX92" fmla="*/ 5703 w 10000"/>
                    <a:gd name="connsiteY92" fmla="*/ 484 h 10000"/>
                    <a:gd name="connsiteX93" fmla="*/ 5663 w 10000"/>
                    <a:gd name="connsiteY93" fmla="*/ 613 h 10000"/>
                    <a:gd name="connsiteX94" fmla="*/ 5181 w 10000"/>
                    <a:gd name="connsiteY94" fmla="*/ 613 h 10000"/>
                    <a:gd name="connsiteX95" fmla="*/ 4699 w 10000"/>
                    <a:gd name="connsiteY95" fmla="*/ 613 h 10000"/>
                    <a:gd name="connsiteX96" fmla="*/ 4217 w 10000"/>
                    <a:gd name="connsiteY96" fmla="*/ 613 h 10000"/>
                    <a:gd name="connsiteX97" fmla="*/ 3735 w 10000"/>
                    <a:gd name="connsiteY97" fmla="*/ 613 h 10000"/>
                    <a:gd name="connsiteX98" fmla="*/ 3293 w 10000"/>
                    <a:gd name="connsiteY98" fmla="*/ 613 h 10000"/>
                    <a:gd name="connsiteX99" fmla="*/ 2811 w 10000"/>
                    <a:gd name="connsiteY99" fmla="*/ 613 h 10000"/>
                    <a:gd name="connsiteX100" fmla="*/ 2369 w 10000"/>
                    <a:gd name="connsiteY100" fmla="*/ 613 h 10000"/>
                    <a:gd name="connsiteX101" fmla="*/ 1888 w 10000"/>
                    <a:gd name="connsiteY101" fmla="*/ 613 h 10000"/>
                    <a:gd name="connsiteX102" fmla="*/ 1888 w 10000"/>
                    <a:gd name="connsiteY102" fmla="*/ 1064 h 10000"/>
                    <a:gd name="connsiteX103" fmla="*/ 1888 w 10000"/>
                    <a:gd name="connsiteY103" fmla="*/ 1645 h 10000"/>
                    <a:gd name="connsiteX104" fmla="*/ 1285 w 10000"/>
                    <a:gd name="connsiteY104" fmla="*/ 1645 h 10000"/>
                    <a:gd name="connsiteX105" fmla="*/ 1285 w 10000"/>
                    <a:gd name="connsiteY105" fmla="*/ 1903 h 10000"/>
                    <a:gd name="connsiteX0" fmla="*/ 1285 w 10000"/>
                    <a:gd name="connsiteY0" fmla="*/ 1903 h 9645"/>
                    <a:gd name="connsiteX1" fmla="*/ 1285 w 10000"/>
                    <a:gd name="connsiteY1" fmla="*/ 2420 h 9645"/>
                    <a:gd name="connsiteX2" fmla="*/ 1285 w 10000"/>
                    <a:gd name="connsiteY2" fmla="*/ 2903 h 9645"/>
                    <a:gd name="connsiteX3" fmla="*/ 1285 w 10000"/>
                    <a:gd name="connsiteY3" fmla="*/ 3387 h 9645"/>
                    <a:gd name="connsiteX4" fmla="*/ 1285 w 10000"/>
                    <a:gd name="connsiteY4" fmla="*/ 3838 h 9645"/>
                    <a:gd name="connsiteX5" fmla="*/ 643 w 10000"/>
                    <a:gd name="connsiteY5" fmla="*/ 3936 h 9645"/>
                    <a:gd name="connsiteX6" fmla="*/ 522 w 10000"/>
                    <a:gd name="connsiteY6" fmla="*/ 4193 h 9645"/>
                    <a:gd name="connsiteX7" fmla="*/ 241 w 10000"/>
                    <a:gd name="connsiteY7" fmla="*/ 4516 h 9645"/>
                    <a:gd name="connsiteX8" fmla="*/ 241 w 10000"/>
                    <a:gd name="connsiteY8" fmla="*/ 4774 h 9645"/>
                    <a:gd name="connsiteX9" fmla="*/ 120 w 10000"/>
                    <a:gd name="connsiteY9" fmla="*/ 4838 h 9645"/>
                    <a:gd name="connsiteX10" fmla="*/ 120 w 10000"/>
                    <a:gd name="connsiteY10" fmla="*/ 5064 h 9645"/>
                    <a:gd name="connsiteX11" fmla="*/ 0 w 10000"/>
                    <a:gd name="connsiteY11" fmla="*/ 5258 h 9645"/>
                    <a:gd name="connsiteX12" fmla="*/ 0 w 10000"/>
                    <a:gd name="connsiteY12" fmla="*/ 5419 h 9645"/>
                    <a:gd name="connsiteX13" fmla="*/ 241 w 10000"/>
                    <a:gd name="connsiteY13" fmla="*/ 5387 h 9645"/>
                    <a:gd name="connsiteX14" fmla="*/ 281 w 10000"/>
                    <a:gd name="connsiteY14" fmla="*/ 5677 h 9645"/>
                    <a:gd name="connsiteX15" fmla="*/ 602 w 10000"/>
                    <a:gd name="connsiteY15" fmla="*/ 6194 h 9645"/>
                    <a:gd name="connsiteX16" fmla="*/ 602 w 10000"/>
                    <a:gd name="connsiteY16" fmla="*/ 6226 h 9645"/>
                    <a:gd name="connsiteX17" fmla="*/ 482 w 10000"/>
                    <a:gd name="connsiteY17" fmla="*/ 6258 h 9645"/>
                    <a:gd name="connsiteX18" fmla="*/ 964 w 10000"/>
                    <a:gd name="connsiteY18" fmla="*/ 6774 h 9645"/>
                    <a:gd name="connsiteX19" fmla="*/ 1004 w 10000"/>
                    <a:gd name="connsiteY19" fmla="*/ 6935 h 9645"/>
                    <a:gd name="connsiteX20" fmla="*/ 964 w 10000"/>
                    <a:gd name="connsiteY20" fmla="*/ 7387 h 9645"/>
                    <a:gd name="connsiteX21" fmla="*/ 1044 w 10000"/>
                    <a:gd name="connsiteY21" fmla="*/ 7452 h 9645"/>
                    <a:gd name="connsiteX22" fmla="*/ 1365 w 10000"/>
                    <a:gd name="connsiteY22" fmla="*/ 7484 h 9645"/>
                    <a:gd name="connsiteX23" fmla="*/ 1406 w 10000"/>
                    <a:gd name="connsiteY23" fmla="*/ 7612 h 9645"/>
                    <a:gd name="connsiteX24" fmla="*/ 1767 w 10000"/>
                    <a:gd name="connsiteY24" fmla="*/ 7645 h 9645"/>
                    <a:gd name="connsiteX25" fmla="*/ 1968 w 10000"/>
                    <a:gd name="connsiteY25" fmla="*/ 7774 h 9645"/>
                    <a:gd name="connsiteX26" fmla="*/ 2008 w 10000"/>
                    <a:gd name="connsiteY26" fmla="*/ 8000 h 9645"/>
                    <a:gd name="connsiteX27" fmla="*/ 2651 w 10000"/>
                    <a:gd name="connsiteY27" fmla="*/ 8387 h 9645"/>
                    <a:gd name="connsiteX28" fmla="*/ 2811 w 10000"/>
                    <a:gd name="connsiteY28" fmla="*/ 8774 h 9645"/>
                    <a:gd name="connsiteX29" fmla="*/ 3253 w 10000"/>
                    <a:gd name="connsiteY29" fmla="*/ 8968 h 9645"/>
                    <a:gd name="connsiteX30" fmla="*/ 3414 w 10000"/>
                    <a:gd name="connsiteY30" fmla="*/ 9226 h 9645"/>
                    <a:gd name="connsiteX31" fmla="*/ 3735 w 10000"/>
                    <a:gd name="connsiteY31" fmla="*/ 9549 h 9645"/>
                    <a:gd name="connsiteX32" fmla="*/ 3976 w 10000"/>
                    <a:gd name="connsiteY32" fmla="*/ 9645 h 9645"/>
                    <a:gd name="connsiteX33" fmla="*/ 4137 w 10000"/>
                    <a:gd name="connsiteY33" fmla="*/ 9549 h 9645"/>
                    <a:gd name="connsiteX34" fmla="*/ 4538 w 10000"/>
                    <a:gd name="connsiteY34" fmla="*/ 9581 h 9645"/>
                    <a:gd name="connsiteX35" fmla="*/ 4699 w 10000"/>
                    <a:gd name="connsiteY35" fmla="*/ 9516 h 9645"/>
                    <a:gd name="connsiteX36" fmla="*/ 4762 w 10000"/>
                    <a:gd name="connsiteY36" fmla="*/ 6927 h 9645"/>
                    <a:gd name="connsiteX37" fmla="*/ 4901 w 10000"/>
                    <a:gd name="connsiteY37" fmla="*/ 6794 h 9645"/>
                    <a:gd name="connsiteX38" fmla="*/ 5080 w 10000"/>
                    <a:gd name="connsiteY38" fmla="*/ 6889 h 9645"/>
                    <a:gd name="connsiteX39" fmla="*/ 5337 w 10000"/>
                    <a:gd name="connsiteY39" fmla="*/ 6985 h 9645"/>
                    <a:gd name="connsiteX40" fmla="*/ 5564 w 10000"/>
                    <a:gd name="connsiteY40" fmla="*/ 7108 h 9645"/>
                    <a:gd name="connsiteX41" fmla="*/ 5768 w 10000"/>
                    <a:gd name="connsiteY41" fmla="*/ 7028 h 9645"/>
                    <a:gd name="connsiteX42" fmla="*/ 5933 w 10000"/>
                    <a:gd name="connsiteY42" fmla="*/ 6953 h 9645"/>
                    <a:gd name="connsiteX43" fmla="*/ 6089 w 10000"/>
                    <a:gd name="connsiteY43" fmla="*/ 6788 h 9645"/>
                    <a:gd name="connsiteX44" fmla="*/ 6274 w 10000"/>
                    <a:gd name="connsiteY44" fmla="*/ 6562 h 9645"/>
                    <a:gd name="connsiteX45" fmla="*/ 6389 w 10000"/>
                    <a:gd name="connsiteY45" fmla="*/ 6459 h 9645"/>
                    <a:gd name="connsiteX46" fmla="*/ 6524 w 10000"/>
                    <a:gd name="connsiteY46" fmla="*/ 6417 h 9645"/>
                    <a:gd name="connsiteX47" fmla="*/ 6531 w 10000"/>
                    <a:gd name="connsiteY47" fmla="*/ 6285 h 9645"/>
                    <a:gd name="connsiteX48" fmla="*/ 6424 w 10000"/>
                    <a:gd name="connsiteY48" fmla="*/ 5985 h 9645"/>
                    <a:gd name="connsiteX49" fmla="*/ 6602 w 10000"/>
                    <a:gd name="connsiteY49" fmla="*/ 5992 h 9645"/>
                    <a:gd name="connsiteX50" fmla="*/ 6707 w 10000"/>
                    <a:gd name="connsiteY50" fmla="*/ 5879 h 9645"/>
                    <a:gd name="connsiteX51" fmla="*/ 6876 w 10000"/>
                    <a:gd name="connsiteY51" fmla="*/ 5880 h 9645"/>
                    <a:gd name="connsiteX52" fmla="*/ 6827 w 10000"/>
                    <a:gd name="connsiteY52" fmla="*/ 6579 h 9645"/>
                    <a:gd name="connsiteX53" fmla="*/ 6991 w 10000"/>
                    <a:gd name="connsiteY53" fmla="*/ 6658 h 9645"/>
                    <a:gd name="connsiteX54" fmla="*/ 7275 w 10000"/>
                    <a:gd name="connsiteY54" fmla="*/ 6861 h 9645"/>
                    <a:gd name="connsiteX55" fmla="*/ 7430 w 10000"/>
                    <a:gd name="connsiteY55" fmla="*/ 6548 h 9645"/>
                    <a:gd name="connsiteX56" fmla="*/ 7470 w 10000"/>
                    <a:gd name="connsiteY56" fmla="*/ 6580 h 9645"/>
                    <a:gd name="connsiteX57" fmla="*/ 7590 w 10000"/>
                    <a:gd name="connsiteY57" fmla="*/ 6387 h 9645"/>
                    <a:gd name="connsiteX58" fmla="*/ 7831 w 10000"/>
                    <a:gd name="connsiteY58" fmla="*/ 6290 h 9645"/>
                    <a:gd name="connsiteX59" fmla="*/ 7952 w 10000"/>
                    <a:gd name="connsiteY59" fmla="*/ 5935 h 9645"/>
                    <a:gd name="connsiteX60" fmla="*/ 8313 w 10000"/>
                    <a:gd name="connsiteY60" fmla="*/ 5516 h 9645"/>
                    <a:gd name="connsiteX61" fmla="*/ 8594 w 10000"/>
                    <a:gd name="connsiteY61" fmla="*/ 5322 h 9645"/>
                    <a:gd name="connsiteX62" fmla="*/ 8795 w 10000"/>
                    <a:gd name="connsiteY62" fmla="*/ 4774 h 9645"/>
                    <a:gd name="connsiteX63" fmla="*/ 8795 w 10000"/>
                    <a:gd name="connsiteY63" fmla="*/ 4645 h 9645"/>
                    <a:gd name="connsiteX64" fmla="*/ 8755 w 10000"/>
                    <a:gd name="connsiteY64" fmla="*/ 4323 h 9645"/>
                    <a:gd name="connsiteX65" fmla="*/ 9157 w 10000"/>
                    <a:gd name="connsiteY65" fmla="*/ 3161 h 9645"/>
                    <a:gd name="connsiteX66" fmla="*/ 9277 w 10000"/>
                    <a:gd name="connsiteY66" fmla="*/ 3161 h 9645"/>
                    <a:gd name="connsiteX67" fmla="*/ 9438 w 10000"/>
                    <a:gd name="connsiteY67" fmla="*/ 3065 h 9645"/>
                    <a:gd name="connsiteX68" fmla="*/ 9920 w 10000"/>
                    <a:gd name="connsiteY68" fmla="*/ 2903 h 9645"/>
                    <a:gd name="connsiteX69" fmla="*/ 10000 w 10000"/>
                    <a:gd name="connsiteY69" fmla="*/ 2645 h 9645"/>
                    <a:gd name="connsiteX70" fmla="*/ 9960 w 10000"/>
                    <a:gd name="connsiteY70" fmla="*/ 2580 h 9645"/>
                    <a:gd name="connsiteX71" fmla="*/ 9799 w 10000"/>
                    <a:gd name="connsiteY71" fmla="*/ 2580 h 9645"/>
                    <a:gd name="connsiteX72" fmla="*/ 9679 w 10000"/>
                    <a:gd name="connsiteY72" fmla="*/ 2420 h 9645"/>
                    <a:gd name="connsiteX73" fmla="*/ 9438 w 10000"/>
                    <a:gd name="connsiteY73" fmla="*/ 2355 h 9645"/>
                    <a:gd name="connsiteX74" fmla="*/ 9317 w 10000"/>
                    <a:gd name="connsiteY74" fmla="*/ 2226 h 9645"/>
                    <a:gd name="connsiteX75" fmla="*/ 9237 w 10000"/>
                    <a:gd name="connsiteY75" fmla="*/ 1742 h 9645"/>
                    <a:gd name="connsiteX76" fmla="*/ 9237 w 10000"/>
                    <a:gd name="connsiteY76" fmla="*/ 1064 h 9645"/>
                    <a:gd name="connsiteX77" fmla="*/ 9036 w 10000"/>
                    <a:gd name="connsiteY77" fmla="*/ 839 h 9645"/>
                    <a:gd name="connsiteX78" fmla="*/ 8996 w 10000"/>
                    <a:gd name="connsiteY78" fmla="*/ 613 h 9645"/>
                    <a:gd name="connsiteX79" fmla="*/ 8675 w 10000"/>
                    <a:gd name="connsiteY79" fmla="*/ 290 h 9645"/>
                    <a:gd name="connsiteX80" fmla="*/ 8394 w 10000"/>
                    <a:gd name="connsiteY80" fmla="*/ 162 h 9645"/>
                    <a:gd name="connsiteX81" fmla="*/ 8233 w 10000"/>
                    <a:gd name="connsiteY81" fmla="*/ 0 h 9645"/>
                    <a:gd name="connsiteX82" fmla="*/ 7992 w 10000"/>
                    <a:gd name="connsiteY82" fmla="*/ 162 h 9645"/>
                    <a:gd name="connsiteX83" fmla="*/ 7831 w 10000"/>
                    <a:gd name="connsiteY83" fmla="*/ 129 h 9645"/>
                    <a:gd name="connsiteX84" fmla="*/ 7711 w 10000"/>
                    <a:gd name="connsiteY84" fmla="*/ 419 h 9645"/>
                    <a:gd name="connsiteX85" fmla="*/ 7390 w 10000"/>
                    <a:gd name="connsiteY85" fmla="*/ 484 h 9645"/>
                    <a:gd name="connsiteX86" fmla="*/ 7309 w 10000"/>
                    <a:gd name="connsiteY86" fmla="*/ 709 h 9645"/>
                    <a:gd name="connsiteX87" fmla="*/ 7028 w 10000"/>
                    <a:gd name="connsiteY87" fmla="*/ 709 h 9645"/>
                    <a:gd name="connsiteX88" fmla="*/ 6787 w 10000"/>
                    <a:gd name="connsiteY88" fmla="*/ 613 h 9645"/>
                    <a:gd name="connsiteX89" fmla="*/ 6265 w 10000"/>
                    <a:gd name="connsiteY89" fmla="*/ 613 h 9645"/>
                    <a:gd name="connsiteX90" fmla="*/ 5743 w 10000"/>
                    <a:gd name="connsiteY90" fmla="*/ 613 h 9645"/>
                    <a:gd name="connsiteX91" fmla="*/ 5783 w 10000"/>
                    <a:gd name="connsiteY91" fmla="*/ 484 h 9645"/>
                    <a:gd name="connsiteX92" fmla="*/ 5703 w 10000"/>
                    <a:gd name="connsiteY92" fmla="*/ 484 h 9645"/>
                    <a:gd name="connsiteX93" fmla="*/ 5663 w 10000"/>
                    <a:gd name="connsiteY93" fmla="*/ 613 h 9645"/>
                    <a:gd name="connsiteX94" fmla="*/ 5181 w 10000"/>
                    <a:gd name="connsiteY94" fmla="*/ 613 h 9645"/>
                    <a:gd name="connsiteX95" fmla="*/ 4699 w 10000"/>
                    <a:gd name="connsiteY95" fmla="*/ 613 h 9645"/>
                    <a:gd name="connsiteX96" fmla="*/ 4217 w 10000"/>
                    <a:gd name="connsiteY96" fmla="*/ 613 h 9645"/>
                    <a:gd name="connsiteX97" fmla="*/ 3735 w 10000"/>
                    <a:gd name="connsiteY97" fmla="*/ 613 h 9645"/>
                    <a:gd name="connsiteX98" fmla="*/ 3293 w 10000"/>
                    <a:gd name="connsiteY98" fmla="*/ 613 h 9645"/>
                    <a:gd name="connsiteX99" fmla="*/ 2811 w 10000"/>
                    <a:gd name="connsiteY99" fmla="*/ 613 h 9645"/>
                    <a:gd name="connsiteX100" fmla="*/ 2369 w 10000"/>
                    <a:gd name="connsiteY100" fmla="*/ 613 h 9645"/>
                    <a:gd name="connsiteX101" fmla="*/ 1888 w 10000"/>
                    <a:gd name="connsiteY101" fmla="*/ 613 h 9645"/>
                    <a:gd name="connsiteX102" fmla="*/ 1888 w 10000"/>
                    <a:gd name="connsiteY102" fmla="*/ 1064 h 9645"/>
                    <a:gd name="connsiteX103" fmla="*/ 1888 w 10000"/>
                    <a:gd name="connsiteY103" fmla="*/ 1645 h 9645"/>
                    <a:gd name="connsiteX104" fmla="*/ 1285 w 10000"/>
                    <a:gd name="connsiteY104" fmla="*/ 1645 h 9645"/>
                    <a:gd name="connsiteX105" fmla="*/ 1285 w 10000"/>
                    <a:gd name="connsiteY105" fmla="*/ 1903 h 9645"/>
                    <a:gd name="connsiteX0" fmla="*/ 1285 w 10000"/>
                    <a:gd name="connsiteY0" fmla="*/ 1973 h 10000"/>
                    <a:gd name="connsiteX1" fmla="*/ 1285 w 10000"/>
                    <a:gd name="connsiteY1" fmla="*/ 2509 h 10000"/>
                    <a:gd name="connsiteX2" fmla="*/ 1285 w 10000"/>
                    <a:gd name="connsiteY2" fmla="*/ 3010 h 10000"/>
                    <a:gd name="connsiteX3" fmla="*/ 1285 w 10000"/>
                    <a:gd name="connsiteY3" fmla="*/ 3512 h 10000"/>
                    <a:gd name="connsiteX4" fmla="*/ 1285 w 10000"/>
                    <a:gd name="connsiteY4" fmla="*/ 3979 h 10000"/>
                    <a:gd name="connsiteX5" fmla="*/ 643 w 10000"/>
                    <a:gd name="connsiteY5" fmla="*/ 4081 h 10000"/>
                    <a:gd name="connsiteX6" fmla="*/ 522 w 10000"/>
                    <a:gd name="connsiteY6" fmla="*/ 4347 h 10000"/>
                    <a:gd name="connsiteX7" fmla="*/ 241 w 10000"/>
                    <a:gd name="connsiteY7" fmla="*/ 4682 h 10000"/>
                    <a:gd name="connsiteX8" fmla="*/ 241 w 10000"/>
                    <a:gd name="connsiteY8" fmla="*/ 4950 h 10000"/>
                    <a:gd name="connsiteX9" fmla="*/ 120 w 10000"/>
                    <a:gd name="connsiteY9" fmla="*/ 5016 h 10000"/>
                    <a:gd name="connsiteX10" fmla="*/ 120 w 10000"/>
                    <a:gd name="connsiteY10" fmla="*/ 5250 h 10000"/>
                    <a:gd name="connsiteX11" fmla="*/ 0 w 10000"/>
                    <a:gd name="connsiteY11" fmla="*/ 5452 h 10000"/>
                    <a:gd name="connsiteX12" fmla="*/ 0 w 10000"/>
                    <a:gd name="connsiteY12" fmla="*/ 5618 h 10000"/>
                    <a:gd name="connsiteX13" fmla="*/ 241 w 10000"/>
                    <a:gd name="connsiteY13" fmla="*/ 5585 h 10000"/>
                    <a:gd name="connsiteX14" fmla="*/ 281 w 10000"/>
                    <a:gd name="connsiteY14" fmla="*/ 5886 h 10000"/>
                    <a:gd name="connsiteX15" fmla="*/ 602 w 10000"/>
                    <a:gd name="connsiteY15" fmla="*/ 6422 h 10000"/>
                    <a:gd name="connsiteX16" fmla="*/ 602 w 10000"/>
                    <a:gd name="connsiteY16" fmla="*/ 6455 h 10000"/>
                    <a:gd name="connsiteX17" fmla="*/ 482 w 10000"/>
                    <a:gd name="connsiteY17" fmla="*/ 6488 h 10000"/>
                    <a:gd name="connsiteX18" fmla="*/ 964 w 10000"/>
                    <a:gd name="connsiteY18" fmla="*/ 7023 h 10000"/>
                    <a:gd name="connsiteX19" fmla="*/ 1004 w 10000"/>
                    <a:gd name="connsiteY19" fmla="*/ 7190 h 10000"/>
                    <a:gd name="connsiteX20" fmla="*/ 964 w 10000"/>
                    <a:gd name="connsiteY20" fmla="*/ 7659 h 10000"/>
                    <a:gd name="connsiteX21" fmla="*/ 1044 w 10000"/>
                    <a:gd name="connsiteY21" fmla="*/ 7726 h 10000"/>
                    <a:gd name="connsiteX22" fmla="*/ 1365 w 10000"/>
                    <a:gd name="connsiteY22" fmla="*/ 7759 h 10000"/>
                    <a:gd name="connsiteX23" fmla="*/ 1406 w 10000"/>
                    <a:gd name="connsiteY23" fmla="*/ 7892 h 10000"/>
                    <a:gd name="connsiteX24" fmla="*/ 1767 w 10000"/>
                    <a:gd name="connsiteY24" fmla="*/ 7926 h 10000"/>
                    <a:gd name="connsiteX25" fmla="*/ 1968 w 10000"/>
                    <a:gd name="connsiteY25" fmla="*/ 8060 h 10000"/>
                    <a:gd name="connsiteX26" fmla="*/ 2008 w 10000"/>
                    <a:gd name="connsiteY26" fmla="*/ 8294 h 10000"/>
                    <a:gd name="connsiteX27" fmla="*/ 2651 w 10000"/>
                    <a:gd name="connsiteY27" fmla="*/ 8696 h 10000"/>
                    <a:gd name="connsiteX28" fmla="*/ 2811 w 10000"/>
                    <a:gd name="connsiteY28" fmla="*/ 9097 h 10000"/>
                    <a:gd name="connsiteX29" fmla="*/ 3253 w 10000"/>
                    <a:gd name="connsiteY29" fmla="*/ 9298 h 10000"/>
                    <a:gd name="connsiteX30" fmla="*/ 3414 w 10000"/>
                    <a:gd name="connsiteY30" fmla="*/ 9566 h 10000"/>
                    <a:gd name="connsiteX31" fmla="*/ 3735 w 10000"/>
                    <a:gd name="connsiteY31" fmla="*/ 9900 h 10000"/>
                    <a:gd name="connsiteX32" fmla="*/ 3976 w 10000"/>
                    <a:gd name="connsiteY32" fmla="*/ 10000 h 10000"/>
                    <a:gd name="connsiteX33" fmla="*/ 4137 w 10000"/>
                    <a:gd name="connsiteY33" fmla="*/ 9900 h 10000"/>
                    <a:gd name="connsiteX34" fmla="*/ 4538 w 10000"/>
                    <a:gd name="connsiteY34" fmla="*/ 9934 h 10000"/>
                    <a:gd name="connsiteX35" fmla="*/ 4600 w 10000"/>
                    <a:gd name="connsiteY35" fmla="*/ 7408 h 10000"/>
                    <a:gd name="connsiteX36" fmla="*/ 4762 w 10000"/>
                    <a:gd name="connsiteY36" fmla="*/ 7182 h 10000"/>
                    <a:gd name="connsiteX37" fmla="*/ 4901 w 10000"/>
                    <a:gd name="connsiteY37" fmla="*/ 7044 h 10000"/>
                    <a:gd name="connsiteX38" fmla="*/ 5080 w 10000"/>
                    <a:gd name="connsiteY38" fmla="*/ 7143 h 10000"/>
                    <a:gd name="connsiteX39" fmla="*/ 5337 w 10000"/>
                    <a:gd name="connsiteY39" fmla="*/ 7242 h 10000"/>
                    <a:gd name="connsiteX40" fmla="*/ 5564 w 10000"/>
                    <a:gd name="connsiteY40" fmla="*/ 7370 h 10000"/>
                    <a:gd name="connsiteX41" fmla="*/ 5768 w 10000"/>
                    <a:gd name="connsiteY41" fmla="*/ 7287 h 10000"/>
                    <a:gd name="connsiteX42" fmla="*/ 5933 w 10000"/>
                    <a:gd name="connsiteY42" fmla="*/ 7209 h 10000"/>
                    <a:gd name="connsiteX43" fmla="*/ 6089 w 10000"/>
                    <a:gd name="connsiteY43" fmla="*/ 7038 h 10000"/>
                    <a:gd name="connsiteX44" fmla="*/ 6274 w 10000"/>
                    <a:gd name="connsiteY44" fmla="*/ 6804 h 10000"/>
                    <a:gd name="connsiteX45" fmla="*/ 6389 w 10000"/>
                    <a:gd name="connsiteY45" fmla="*/ 6697 h 10000"/>
                    <a:gd name="connsiteX46" fmla="*/ 6524 w 10000"/>
                    <a:gd name="connsiteY46" fmla="*/ 6653 h 10000"/>
                    <a:gd name="connsiteX47" fmla="*/ 6531 w 10000"/>
                    <a:gd name="connsiteY47" fmla="*/ 6516 h 10000"/>
                    <a:gd name="connsiteX48" fmla="*/ 6424 w 10000"/>
                    <a:gd name="connsiteY48" fmla="*/ 6205 h 10000"/>
                    <a:gd name="connsiteX49" fmla="*/ 6602 w 10000"/>
                    <a:gd name="connsiteY49" fmla="*/ 6213 h 10000"/>
                    <a:gd name="connsiteX50" fmla="*/ 6707 w 10000"/>
                    <a:gd name="connsiteY50" fmla="*/ 6095 h 10000"/>
                    <a:gd name="connsiteX51" fmla="*/ 6876 w 10000"/>
                    <a:gd name="connsiteY51" fmla="*/ 6096 h 10000"/>
                    <a:gd name="connsiteX52" fmla="*/ 6827 w 10000"/>
                    <a:gd name="connsiteY52" fmla="*/ 6821 h 10000"/>
                    <a:gd name="connsiteX53" fmla="*/ 6991 w 10000"/>
                    <a:gd name="connsiteY53" fmla="*/ 6903 h 10000"/>
                    <a:gd name="connsiteX54" fmla="*/ 7275 w 10000"/>
                    <a:gd name="connsiteY54" fmla="*/ 7114 h 10000"/>
                    <a:gd name="connsiteX55" fmla="*/ 7430 w 10000"/>
                    <a:gd name="connsiteY55" fmla="*/ 6789 h 10000"/>
                    <a:gd name="connsiteX56" fmla="*/ 7470 w 10000"/>
                    <a:gd name="connsiteY56" fmla="*/ 6822 h 10000"/>
                    <a:gd name="connsiteX57" fmla="*/ 7590 w 10000"/>
                    <a:gd name="connsiteY57" fmla="*/ 6622 h 10000"/>
                    <a:gd name="connsiteX58" fmla="*/ 7831 w 10000"/>
                    <a:gd name="connsiteY58" fmla="*/ 6522 h 10000"/>
                    <a:gd name="connsiteX59" fmla="*/ 7952 w 10000"/>
                    <a:gd name="connsiteY59" fmla="*/ 6153 h 10000"/>
                    <a:gd name="connsiteX60" fmla="*/ 8313 w 10000"/>
                    <a:gd name="connsiteY60" fmla="*/ 5719 h 10000"/>
                    <a:gd name="connsiteX61" fmla="*/ 8594 w 10000"/>
                    <a:gd name="connsiteY61" fmla="*/ 5518 h 10000"/>
                    <a:gd name="connsiteX62" fmla="*/ 8795 w 10000"/>
                    <a:gd name="connsiteY62" fmla="*/ 4950 h 10000"/>
                    <a:gd name="connsiteX63" fmla="*/ 8795 w 10000"/>
                    <a:gd name="connsiteY63" fmla="*/ 4816 h 10000"/>
                    <a:gd name="connsiteX64" fmla="*/ 8755 w 10000"/>
                    <a:gd name="connsiteY64" fmla="*/ 4482 h 10000"/>
                    <a:gd name="connsiteX65" fmla="*/ 9157 w 10000"/>
                    <a:gd name="connsiteY65" fmla="*/ 3277 h 10000"/>
                    <a:gd name="connsiteX66" fmla="*/ 9277 w 10000"/>
                    <a:gd name="connsiteY66" fmla="*/ 3277 h 10000"/>
                    <a:gd name="connsiteX67" fmla="*/ 9438 w 10000"/>
                    <a:gd name="connsiteY67" fmla="*/ 3178 h 10000"/>
                    <a:gd name="connsiteX68" fmla="*/ 9920 w 10000"/>
                    <a:gd name="connsiteY68" fmla="*/ 3010 h 10000"/>
                    <a:gd name="connsiteX69" fmla="*/ 10000 w 10000"/>
                    <a:gd name="connsiteY69" fmla="*/ 2742 h 10000"/>
                    <a:gd name="connsiteX70" fmla="*/ 9960 w 10000"/>
                    <a:gd name="connsiteY70" fmla="*/ 2675 h 10000"/>
                    <a:gd name="connsiteX71" fmla="*/ 9799 w 10000"/>
                    <a:gd name="connsiteY71" fmla="*/ 2675 h 10000"/>
                    <a:gd name="connsiteX72" fmla="*/ 9679 w 10000"/>
                    <a:gd name="connsiteY72" fmla="*/ 2509 h 10000"/>
                    <a:gd name="connsiteX73" fmla="*/ 9438 w 10000"/>
                    <a:gd name="connsiteY73" fmla="*/ 2442 h 10000"/>
                    <a:gd name="connsiteX74" fmla="*/ 9317 w 10000"/>
                    <a:gd name="connsiteY74" fmla="*/ 2308 h 10000"/>
                    <a:gd name="connsiteX75" fmla="*/ 9237 w 10000"/>
                    <a:gd name="connsiteY75" fmla="*/ 1806 h 10000"/>
                    <a:gd name="connsiteX76" fmla="*/ 9237 w 10000"/>
                    <a:gd name="connsiteY76" fmla="*/ 1103 h 10000"/>
                    <a:gd name="connsiteX77" fmla="*/ 9036 w 10000"/>
                    <a:gd name="connsiteY77" fmla="*/ 870 h 10000"/>
                    <a:gd name="connsiteX78" fmla="*/ 8996 w 10000"/>
                    <a:gd name="connsiteY78" fmla="*/ 636 h 10000"/>
                    <a:gd name="connsiteX79" fmla="*/ 8675 w 10000"/>
                    <a:gd name="connsiteY79" fmla="*/ 301 h 10000"/>
                    <a:gd name="connsiteX80" fmla="*/ 8394 w 10000"/>
                    <a:gd name="connsiteY80" fmla="*/ 168 h 10000"/>
                    <a:gd name="connsiteX81" fmla="*/ 8233 w 10000"/>
                    <a:gd name="connsiteY81" fmla="*/ 0 h 10000"/>
                    <a:gd name="connsiteX82" fmla="*/ 7992 w 10000"/>
                    <a:gd name="connsiteY82" fmla="*/ 168 h 10000"/>
                    <a:gd name="connsiteX83" fmla="*/ 7831 w 10000"/>
                    <a:gd name="connsiteY83" fmla="*/ 134 h 10000"/>
                    <a:gd name="connsiteX84" fmla="*/ 7711 w 10000"/>
                    <a:gd name="connsiteY84" fmla="*/ 434 h 10000"/>
                    <a:gd name="connsiteX85" fmla="*/ 7390 w 10000"/>
                    <a:gd name="connsiteY85" fmla="*/ 502 h 10000"/>
                    <a:gd name="connsiteX86" fmla="*/ 7309 w 10000"/>
                    <a:gd name="connsiteY86" fmla="*/ 735 h 10000"/>
                    <a:gd name="connsiteX87" fmla="*/ 7028 w 10000"/>
                    <a:gd name="connsiteY87" fmla="*/ 735 h 10000"/>
                    <a:gd name="connsiteX88" fmla="*/ 6787 w 10000"/>
                    <a:gd name="connsiteY88" fmla="*/ 636 h 10000"/>
                    <a:gd name="connsiteX89" fmla="*/ 6265 w 10000"/>
                    <a:gd name="connsiteY89" fmla="*/ 636 h 10000"/>
                    <a:gd name="connsiteX90" fmla="*/ 5743 w 10000"/>
                    <a:gd name="connsiteY90" fmla="*/ 636 h 10000"/>
                    <a:gd name="connsiteX91" fmla="*/ 5783 w 10000"/>
                    <a:gd name="connsiteY91" fmla="*/ 502 h 10000"/>
                    <a:gd name="connsiteX92" fmla="*/ 5703 w 10000"/>
                    <a:gd name="connsiteY92" fmla="*/ 502 h 10000"/>
                    <a:gd name="connsiteX93" fmla="*/ 5663 w 10000"/>
                    <a:gd name="connsiteY93" fmla="*/ 636 h 10000"/>
                    <a:gd name="connsiteX94" fmla="*/ 5181 w 10000"/>
                    <a:gd name="connsiteY94" fmla="*/ 636 h 10000"/>
                    <a:gd name="connsiteX95" fmla="*/ 4699 w 10000"/>
                    <a:gd name="connsiteY95" fmla="*/ 636 h 10000"/>
                    <a:gd name="connsiteX96" fmla="*/ 4217 w 10000"/>
                    <a:gd name="connsiteY96" fmla="*/ 636 h 10000"/>
                    <a:gd name="connsiteX97" fmla="*/ 3735 w 10000"/>
                    <a:gd name="connsiteY97" fmla="*/ 636 h 10000"/>
                    <a:gd name="connsiteX98" fmla="*/ 3293 w 10000"/>
                    <a:gd name="connsiteY98" fmla="*/ 636 h 10000"/>
                    <a:gd name="connsiteX99" fmla="*/ 2811 w 10000"/>
                    <a:gd name="connsiteY99" fmla="*/ 636 h 10000"/>
                    <a:gd name="connsiteX100" fmla="*/ 2369 w 10000"/>
                    <a:gd name="connsiteY100" fmla="*/ 636 h 10000"/>
                    <a:gd name="connsiteX101" fmla="*/ 1888 w 10000"/>
                    <a:gd name="connsiteY101" fmla="*/ 636 h 10000"/>
                    <a:gd name="connsiteX102" fmla="*/ 1888 w 10000"/>
                    <a:gd name="connsiteY102" fmla="*/ 1103 h 10000"/>
                    <a:gd name="connsiteX103" fmla="*/ 1888 w 10000"/>
                    <a:gd name="connsiteY103" fmla="*/ 1706 h 10000"/>
                    <a:gd name="connsiteX104" fmla="*/ 1285 w 10000"/>
                    <a:gd name="connsiteY104" fmla="*/ 1706 h 10000"/>
                    <a:gd name="connsiteX105" fmla="*/ 1285 w 10000"/>
                    <a:gd name="connsiteY105" fmla="*/ 1973 h 10000"/>
                    <a:gd name="connsiteX0" fmla="*/ 1285 w 10000"/>
                    <a:gd name="connsiteY0" fmla="*/ 1973 h 10000"/>
                    <a:gd name="connsiteX1" fmla="*/ 1285 w 10000"/>
                    <a:gd name="connsiteY1" fmla="*/ 2509 h 10000"/>
                    <a:gd name="connsiteX2" fmla="*/ 1285 w 10000"/>
                    <a:gd name="connsiteY2" fmla="*/ 3010 h 10000"/>
                    <a:gd name="connsiteX3" fmla="*/ 1285 w 10000"/>
                    <a:gd name="connsiteY3" fmla="*/ 3512 h 10000"/>
                    <a:gd name="connsiteX4" fmla="*/ 1285 w 10000"/>
                    <a:gd name="connsiteY4" fmla="*/ 3979 h 10000"/>
                    <a:gd name="connsiteX5" fmla="*/ 643 w 10000"/>
                    <a:gd name="connsiteY5" fmla="*/ 4081 h 10000"/>
                    <a:gd name="connsiteX6" fmla="*/ 522 w 10000"/>
                    <a:gd name="connsiteY6" fmla="*/ 4347 h 10000"/>
                    <a:gd name="connsiteX7" fmla="*/ 241 w 10000"/>
                    <a:gd name="connsiteY7" fmla="*/ 4682 h 10000"/>
                    <a:gd name="connsiteX8" fmla="*/ 241 w 10000"/>
                    <a:gd name="connsiteY8" fmla="*/ 4950 h 10000"/>
                    <a:gd name="connsiteX9" fmla="*/ 120 w 10000"/>
                    <a:gd name="connsiteY9" fmla="*/ 5016 h 10000"/>
                    <a:gd name="connsiteX10" fmla="*/ 120 w 10000"/>
                    <a:gd name="connsiteY10" fmla="*/ 5250 h 10000"/>
                    <a:gd name="connsiteX11" fmla="*/ 0 w 10000"/>
                    <a:gd name="connsiteY11" fmla="*/ 5452 h 10000"/>
                    <a:gd name="connsiteX12" fmla="*/ 0 w 10000"/>
                    <a:gd name="connsiteY12" fmla="*/ 5618 h 10000"/>
                    <a:gd name="connsiteX13" fmla="*/ 241 w 10000"/>
                    <a:gd name="connsiteY13" fmla="*/ 5585 h 10000"/>
                    <a:gd name="connsiteX14" fmla="*/ 281 w 10000"/>
                    <a:gd name="connsiteY14" fmla="*/ 5886 h 10000"/>
                    <a:gd name="connsiteX15" fmla="*/ 602 w 10000"/>
                    <a:gd name="connsiteY15" fmla="*/ 6422 h 10000"/>
                    <a:gd name="connsiteX16" fmla="*/ 602 w 10000"/>
                    <a:gd name="connsiteY16" fmla="*/ 6455 h 10000"/>
                    <a:gd name="connsiteX17" fmla="*/ 482 w 10000"/>
                    <a:gd name="connsiteY17" fmla="*/ 6488 h 10000"/>
                    <a:gd name="connsiteX18" fmla="*/ 964 w 10000"/>
                    <a:gd name="connsiteY18" fmla="*/ 7023 h 10000"/>
                    <a:gd name="connsiteX19" fmla="*/ 1004 w 10000"/>
                    <a:gd name="connsiteY19" fmla="*/ 7190 h 10000"/>
                    <a:gd name="connsiteX20" fmla="*/ 964 w 10000"/>
                    <a:gd name="connsiteY20" fmla="*/ 7659 h 10000"/>
                    <a:gd name="connsiteX21" fmla="*/ 1044 w 10000"/>
                    <a:gd name="connsiteY21" fmla="*/ 7726 h 10000"/>
                    <a:gd name="connsiteX22" fmla="*/ 1365 w 10000"/>
                    <a:gd name="connsiteY22" fmla="*/ 7759 h 10000"/>
                    <a:gd name="connsiteX23" fmla="*/ 1406 w 10000"/>
                    <a:gd name="connsiteY23" fmla="*/ 7892 h 10000"/>
                    <a:gd name="connsiteX24" fmla="*/ 1767 w 10000"/>
                    <a:gd name="connsiteY24" fmla="*/ 7926 h 10000"/>
                    <a:gd name="connsiteX25" fmla="*/ 1968 w 10000"/>
                    <a:gd name="connsiteY25" fmla="*/ 8060 h 10000"/>
                    <a:gd name="connsiteX26" fmla="*/ 2008 w 10000"/>
                    <a:gd name="connsiteY26" fmla="*/ 8294 h 10000"/>
                    <a:gd name="connsiteX27" fmla="*/ 2651 w 10000"/>
                    <a:gd name="connsiteY27" fmla="*/ 8696 h 10000"/>
                    <a:gd name="connsiteX28" fmla="*/ 2811 w 10000"/>
                    <a:gd name="connsiteY28" fmla="*/ 9097 h 10000"/>
                    <a:gd name="connsiteX29" fmla="*/ 3253 w 10000"/>
                    <a:gd name="connsiteY29" fmla="*/ 9298 h 10000"/>
                    <a:gd name="connsiteX30" fmla="*/ 3414 w 10000"/>
                    <a:gd name="connsiteY30" fmla="*/ 9566 h 10000"/>
                    <a:gd name="connsiteX31" fmla="*/ 3735 w 10000"/>
                    <a:gd name="connsiteY31" fmla="*/ 9900 h 10000"/>
                    <a:gd name="connsiteX32" fmla="*/ 3976 w 10000"/>
                    <a:gd name="connsiteY32" fmla="*/ 10000 h 10000"/>
                    <a:gd name="connsiteX33" fmla="*/ 4137 w 10000"/>
                    <a:gd name="connsiteY33" fmla="*/ 9900 h 10000"/>
                    <a:gd name="connsiteX34" fmla="*/ 4406 w 10000"/>
                    <a:gd name="connsiteY34" fmla="*/ 7531 h 10000"/>
                    <a:gd name="connsiteX35" fmla="*/ 4600 w 10000"/>
                    <a:gd name="connsiteY35" fmla="*/ 7408 h 10000"/>
                    <a:gd name="connsiteX36" fmla="*/ 4762 w 10000"/>
                    <a:gd name="connsiteY36" fmla="*/ 7182 h 10000"/>
                    <a:gd name="connsiteX37" fmla="*/ 4901 w 10000"/>
                    <a:gd name="connsiteY37" fmla="*/ 7044 h 10000"/>
                    <a:gd name="connsiteX38" fmla="*/ 5080 w 10000"/>
                    <a:gd name="connsiteY38" fmla="*/ 7143 h 10000"/>
                    <a:gd name="connsiteX39" fmla="*/ 5337 w 10000"/>
                    <a:gd name="connsiteY39" fmla="*/ 7242 h 10000"/>
                    <a:gd name="connsiteX40" fmla="*/ 5564 w 10000"/>
                    <a:gd name="connsiteY40" fmla="*/ 7370 h 10000"/>
                    <a:gd name="connsiteX41" fmla="*/ 5768 w 10000"/>
                    <a:gd name="connsiteY41" fmla="*/ 7287 h 10000"/>
                    <a:gd name="connsiteX42" fmla="*/ 5933 w 10000"/>
                    <a:gd name="connsiteY42" fmla="*/ 7209 h 10000"/>
                    <a:gd name="connsiteX43" fmla="*/ 6089 w 10000"/>
                    <a:gd name="connsiteY43" fmla="*/ 7038 h 10000"/>
                    <a:gd name="connsiteX44" fmla="*/ 6274 w 10000"/>
                    <a:gd name="connsiteY44" fmla="*/ 6804 h 10000"/>
                    <a:gd name="connsiteX45" fmla="*/ 6389 w 10000"/>
                    <a:gd name="connsiteY45" fmla="*/ 6697 h 10000"/>
                    <a:gd name="connsiteX46" fmla="*/ 6524 w 10000"/>
                    <a:gd name="connsiteY46" fmla="*/ 6653 h 10000"/>
                    <a:gd name="connsiteX47" fmla="*/ 6531 w 10000"/>
                    <a:gd name="connsiteY47" fmla="*/ 6516 h 10000"/>
                    <a:gd name="connsiteX48" fmla="*/ 6424 w 10000"/>
                    <a:gd name="connsiteY48" fmla="*/ 6205 h 10000"/>
                    <a:gd name="connsiteX49" fmla="*/ 6602 w 10000"/>
                    <a:gd name="connsiteY49" fmla="*/ 6213 h 10000"/>
                    <a:gd name="connsiteX50" fmla="*/ 6707 w 10000"/>
                    <a:gd name="connsiteY50" fmla="*/ 6095 h 10000"/>
                    <a:gd name="connsiteX51" fmla="*/ 6876 w 10000"/>
                    <a:gd name="connsiteY51" fmla="*/ 6096 h 10000"/>
                    <a:gd name="connsiteX52" fmla="*/ 6827 w 10000"/>
                    <a:gd name="connsiteY52" fmla="*/ 6821 h 10000"/>
                    <a:gd name="connsiteX53" fmla="*/ 6991 w 10000"/>
                    <a:gd name="connsiteY53" fmla="*/ 6903 h 10000"/>
                    <a:gd name="connsiteX54" fmla="*/ 7275 w 10000"/>
                    <a:gd name="connsiteY54" fmla="*/ 7114 h 10000"/>
                    <a:gd name="connsiteX55" fmla="*/ 7430 w 10000"/>
                    <a:gd name="connsiteY55" fmla="*/ 6789 h 10000"/>
                    <a:gd name="connsiteX56" fmla="*/ 7470 w 10000"/>
                    <a:gd name="connsiteY56" fmla="*/ 6822 h 10000"/>
                    <a:gd name="connsiteX57" fmla="*/ 7590 w 10000"/>
                    <a:gd name="connsiteY57" fmla="*/ 6622 h 10000"/>
                    <a:gd name="connsiteX58" fmla="*/ 7831 w 10000"/>
                    <a:gd name="connsiteY58" fmla="*/ 6522 h 10000"/>
                    <a:gd name="connsiteX59" fmla="*/ 7952 w 10000"/>
                    <a:gd name="connsiteY59" fmla="*/ 6153 h 10000"/>
                    <a:gd name="connsiteX60" fmla="*/ 8313 w 10000"/>
                    <a:gd name="connsiteY60" fmla="*/ 5719 h 10000"/>
                    <a:gd name="connsiteX61" fmla="*/ 8594 w 10000"/>
                    <a:gd name="connsiteY61" fmla="*/ 5518 h 10000"/>
                    <a:gd name="connsiteX62" fmla="*/ 8795 w 10000"/>
                    <a:gd name="connsiteY62" fmla="*/ 4950 h 10000"/>
                    <a:gd name="connsiteX63" fmla="*/ 8795 w 10000"/>
                    <a:gd name="connsiteY63" fmla="*/ 4816 h 10000"/>
                    <a:gd name="connsiteX64" fmla="*/ 8755 w 10000"/>
                    <a:gd name="connsiteY64" fmla="*/ 4482 h 10000"/>
                    <a:gd name="connsiteX65" fmla="*/ 9157 w 10000"/>
                    <a:gd name="connsiteY65" fmla="*/ 3277 h 10000"/>
                    <a:gd name="connsiteX66" fmla="*/ 9277 w 10000"/>
                    <a:gd name="connsiteY66" fmla="*/ 3277 h 10000"/>
                    <a:gd name="connsiteX67" fmla="*/ 9438 w 10000"/>
                    <a:gd name="connsiteY67" fmla="*/ 3178 h 10000"/>
                    <a:gd name="connsiteX68" fmla="*/ 9920 w 10000"/>
                    <a:gd name="connsiteY68" fmla="*/ 3010 h 10000"/>
                    <a:gd name="connsiteX69" fmla="*/ 10000 w 10000"/>
                    <a:gd name="connsiteY69" fmla="*/ 2742 h 10000"/>
                    <a:gd name="connsiteX70" fmla="*/ 9960 w 10000"/>
                    <a:gd name="connsiteY70" fmla="*/ 2675 h 10000"/>
                    <a:gd name="connsiteX71" fmla="*/ 9799 w 10000"/>
                    <a:gd name="connsiteY71" fmla="*/ 2675 h 10000"/>
                    <a:gd name="connsiteX72" fmla="*/ 9679 w 10000"/>
                    <a:gd name="connsiteY72" fmla="*/ 2509 h 10000"/>
                    <a:gd name="connsiteX73" fmla="*/ 9438 w 10000"/>
                    <a:gd name="connsiteY73" fmla="*/ 2442 h 10000"/>
                    <a:gd name="connsiteX74" fmla="*/ 9317 w 10000"/>
                    <a:gd name="connsiteY74" fmla="*/ 2308 h 10000"/>
                    <a:gd name="connsiteX75" fmla="*/ 9237 w 10000"/>
                    <a:gd name="connsiteY75" fmla="*/ 1806 h 10000"/>
                    <a:gd name="connsiteX76" fmla="*/ 9237 w 10000"/>
                    <a:gd name="connsiteY76" fmla="*/ 1103 h 10000"/>
                    <a:gd name="connsiteX77" fmla="*/ 9036 w 10000"/>
                    <a:gd name="connsiteY77" fmla="*/ 870 h 10000"/>
                    <a:gd name="connsiteX78" fmla="*/ 8996 w 10000"/>
                    <a:gd name="connsiteY78" fmla="*/ 636 h 10000"/>
                    <a:gd name="connsiteX79" fmla="*/ 8675 w 10000"/>
                    <a:gd name="connsiteY79" fmla="*/ 301 h 10000"/>
                    <a:gd name="connsiteX80" fmla="*/ 8394 w 10000"/>
                    <a:gd name="connsiteY80" fmla="*/ 168 h 10000"/>
                    <a:gd name="connsiteX81" fmla="*/ 8233 w 10000"/>
                    <a:gd name="connsiteY81" fmla="*/ 0 h 10000"/>
                    <a:gd name="connsiteX82" fmla="*/ 7992 w 10000"/>
                    <a:gd name="connsiteY82" fmla="*/ 168 h 10000"/>
                    <a:gd name="connsiteX83" fmla="*/ 7831 w 10000"/>
                    <a:gd name="connsiteY83" fmla="*/ 134 h 10000"/>
                    <a:gd name="connsiteX84" fmla="*/ 7711 w 10000"/>
                    <a:gd name="connsiteY84" fmla="*/ 434 h 10000"/>
                    <a:gd name="connsiteX85" fmla="*/ 7390 w 10000"/>
                    <a:gd name="connsiteY85" fmla="*/ 502 h 10000"/>
                    <a:gd name="connsiteX86" fmla="*/ 7309 w 10000"/>
                    <a:gd name="connsiteY86" fmla="*/ 735 h 10000"/>
                    <a:gd name="connsiteX87" fmla="*/ 7028 w 10000"/>
                    <a:gd name="connsiteY87" fmla="*/ 735 h 10000"/>
                    <a:gd name="connsiteX88" fmla="*/ 6787 w 10000"/>
                    <a:gd name="connsiteY88" fmla="*/ 636 h 10000"/>
                    <a:gd name="connsiteX89" fmla="*/ 6265 w 10000"/>
                    <a:gd name="connsiteY89" fmla="*/ 636 h 10000"/>
                    <a:gd name="connsiteX90" fmla="*/ 5743 w 10000"/>
                    <a:gd name="connsiteY90" fmla="*/ 636 h 10000"/>
                    <a:gd name="connsiteX91" fmla="*/ 5783 w 10000"/>
                    <a:gd name="connsiteY91" fmla="*/ 502 h 10000"/>
                    <a:gd name="connsiteX92" fmla="*/ 5703 w 10000"/>
                    <a:gd name="connsiteY92" fmla="*/ 502 h 10000"/>
                    <a:gd name="connsiteX93" fmla="*/ 5663 w 10000"/>
                    <a:gd name="connsiteY93" fmla="*/ 636 h 10000"/>
                    <a:gd name="connsiteX94" fmla="*/ 5181 w 10000"/>
                    <a:gd name="connsiteY94" fmla="*/ 636 h 10000"/>
                    <a:gd name="connsiteX95" fmla="*/ 4699 w 10000"/>
                    <a:gd name="connsiteY95" fmla="*/ 636 h 10000"/>
                    <a:gd name="connsiteX96" fmla="*/ 4217 w 10000"/>
                    <a:gd name="connsiteY96" fmla="*/ 636 h 10000"/>
                    <a:gd name="connsiteX97" fmla="*/ 3735 w 10000"/>
                    <a:gd name="connsiteY97" fmla="*/ 636 h 10000"/>
                    <a:gd name="connsiteX98" fmla="*/ 3293 w 10000"/>
                    <a:gd name="connsiteY98" fmla="*/ 636 h 10000"/>
                    <a:gd name="connsiteX99" fmla="*/ 2811 w 10000"/>
                    <a:gd name="connsiteY99" fmla="*/ 636 h 10000"/>
                    <a:gd name="connsiteX100" fmla="*/ 2369 w 10000"/>
                    <a:gd name="connsiteY100" fmla="*/ 636 h 10000"/>
                    <a:gd name="connsiteX101" fmla="*/ 1888 w 10000"/>
                    <a:gd name="connsiteY101" fmla="*/ 636 h 10000"/>
                    <a:gd name="connsiteX102" fmla="*/ 1888 w 10000"/>
                    <a:gd name="connsiteY102" fmla="*/ 1103 h 10000"/>
                    <a:gd name="connsiteX103" fmla="*/ 1888 w 10000"/>
                    <a:gd name="connsiteY103" fmla="*/ 1706 h 10000"/>
                    <a:gd name="connsiteX104" fmla="*/ 1285 w 10000"/>
                    <a:gd name="connsiteY104" fmla="*/ 1706 h 10000"/>
                    <a:gd name="connsiteX105" fmla="*/ 1285 w 10000"/>
                    <a:gd name="connsiteY105" fmla="*/ 1973 h 10000"/>
                    <a:gd name="connsiteX0" fmla="*/ 1285 w 10000"/>
                    <a:gd name="connsiteY0" fmla="*/ 1973 h 10000"/>
                    <a:gd name="connsiteX1" fmla="*/ 1285 w 10000"/>
                    <a:gd name="connsiteY1" fmla="*/ 2509 h 10000"/>
                    <a:gd name="connsiteX2" fmla="*/ 1285 w 10000"/>
                    <a:gd name="connsiteY2" fmla="*/ 3010 h 10000"/>
                    <a:gd name="connsiteX3" fmla="*/ 1285 w 10000"/>
                    <a:gd name="connsiteY3" fmla="*/ 3512 h 10000"/>
                    <a:gd name="connsiteX4" fmla="*/ 1285 w 10000"/>
                    <a:gd name="connsiteY4" fmla="*/ 3979 h 10000"/>
                    <a:gd name="connsiteX5" fmla="*/ 643 w 10000"/>
                    <a:gd name="connsiteY5" fmla="*/ 4081 h 10000"/>
                    <a:gd name="connsiteX6" fmla="*/ 522 w 10000"/>
                    <a:gd name="connsiteY6" fmla="*/ 4347 h 10000"/>
                    <a:gd name="connsiteX7" fmla="*/ 241 w 10000"/>
                    <a:gd name="connsiteY7" fmla="*/ 4682 h 10000"/>
                    <a:gd name="connsiteX8" fmla="*/ 241 w 10000"/>
                    <a:gd name="connsiteY8" fmla="*/ 4950 h 10000"/>
                    <a:gd name="connsiteX9" fmla="*/ 120 w 10000"/>
                    <a:gd name="connsiteY9" fmla="*/ 5016 h 10000"/>
                    <a:gd name="connsiteX10" fmla="*/ 120 w 10000"/>
                    <a:gd name="connsiteY10" fmla="*/ 5250 h 10000"/>
                    <a:gd name="connsiteX11" fmla="*/ 0 w 10000"/>
                    <a:gd name="connsiteY11" fmla="*/ 5452 h 10000"/>
                    <a:gd name="connsiteX12" fmla="*/ 0 w 10000"/>
                    <a:gd name="connsiteY12" fmla="*/ 5618 h 10000"/>
                    <a:gd name="connsiteX13" fmla="*/ 241 w 10000"/>
                    <a:gd name="connsiteY13" fmla="*/ 5585 h 10000"/>
                    <a:gd name="connsiteX14" fmla="*/ 281 w 10000"/>
                    <a:gd name="connsiteY14" fmla="*/ 5886 h 10000"/>
                    <a:gd name="connsiteX15" fmla="*/ 602 w 10000"/>
                    <a:gd name="connsiteY15" fmla="*/ 6422 h 10000"/>
                    <a:gd name="connsiteX16" fmla="*/ 602 w 10000"/>
                    <a:gd name="connsiteY16" fmla="*/ 6455 h 10000"/>
                    <a:gd name="connsiteX17" fmla="*/ 482 w 10000"/>
                    <a:gd name="connsiteY17" fmla="*/ 6488 h 10000"/>
                    <a:gd name="connsiteX18" fmla="*/ 964 w 10000"/>
                    <a:gd name="connsiteY18" fmla="*/ 7023 h 10000"/>
                    <a:gd name="connsiteX19" fmla="*/ 1004 w 10000"/>
                    <a:gd name="connsiteY19" fmla="*/ 7190 h 10000"/>
                    <a:gd name="connsiteX20" fmla="*/ 964 w 10000"/>
                    <a:gd name="connsiteY20" fmla="*/ 7659 h 10000"/>
                    <a:gd name="connsiteX21" fmla="*/ 1044 w 10000"/>
                    <a:gd name="connsiteY21" fmla="*/ 7726 h 10000"/>
                    <a:gd name="connsiteX22" fmla="*/ 1365 w 10000"/>
                    <a:gd name="connsiteY22" fmla="*/ 7759 h 10000"/>
                    <a:gd name="connsiteX23" fmla="*/ 1406 w 10000"/>
                    <a:gd name="connsiteY23" fmla="*/ 7892 h 10000"/>
                    <a:gd name="connsiteX24" fmla="*/ 1767 w 10000"/>
                    <a:gd name="connsiteY24" fmla="*/ 7926 h 10000"/>
                    <a:gd name="connsiteX25" fmla="*/ 1968 w 10000"/>
                    <a:gd name="connsiteY25" fmla="*/ 8060 h 10000"/>
                    <a:gd name="connsiteX26" fmla="*/ 2008 w 10000"/>
                    <a:gd name="connsiteY26" fmla="*/ 8294 h 10000"/>
                    <a:gd name="connsiteX27" fmla="*/ 2651 w 10000"/>
                    <a:gd name="connsiteY27" fmla="*/ 8696 h 10000"/>
                    <a:gd name="connsiteX28" fmla="*/ 2811 w 10000"/>
                    <a:gd name="connsiteY28" fmla="*/ 9097 h 10000"/>
                    <a:gd name="connsiteX29" fmla="*/ 3253 w 10000"/>
                    <a:gd name="connsiteY29" fmla="*/ 9298 h 10000"/>
                    <a:gd name="connsiteX30" fmla="*/ 3414 w 10000"/>
                    <a:gd name="connsiteY30" fmla="*/ 9566 h 10000"/>
                    <a:gd name="connsiteX31" fmla="*/ 3735 w 10000"/>
                    <a:gd name="connsiteY31" fmla="*/ 9900 h 10000"/>
                    <a:gd name="connsiteX32" fmla="*/ 3976 w 10000"/>
                    <a:gd name="connsiteY32" fmla="*/ 10000 h 10000"/>
                    <a:gd name="connsiteX33" fmla="*/ 4153 w 10000"/>
                    <a:gd name="connsiteY33" fmla="*/ 7579 h 10000"/>
                    <a:gd name="connsiteX34" fmla="*/ 4406 w 10000"/>
                    <a:gd name="connsiteY34" fmla="*/ 7531 h 10000"/>
                    <a:gd name="connsiteX35" fmla="*/ 4600 w 10000"/>
                    <a:gd name="connsiteY35" fmla="*/ 7408 h 10000"/>
                    <a:gd name="connsiteX36" fmla="*/ 4762 w 10000"/>
                    <a:gd name="connsiteY36" fmla="*/ 7182 h 10000"/>
                    <a:gd name="connsiteX37" fmla="*/ 4901 w 10000"/>
                    <a:gd name="connsiteY37" fmla="*/ 7044 h 10000"/>
                    <a:gd name="connsiteX38" fmla="*/ 5080 w 10000"/>
                    <a:gd name="connsiteY38" fmla="*/ 7143 h 10000"/>
                    <a:gd name="connsiteX39" fmla="*/ 5337 w 10000"/>
                    <a:gd name="connsiteY39" fmla="*/ 7242 h 10000"/>
                    <a:gd name="connsiteX40" fmla="*/ 5564 w 10000"/>
                    <a:gd name="connsiteY40" fmla="*/ 7370 h 10000"/>
                    <a:gd name="connsiteX41" fmla="*/ 5768 w 10000"/>
                    <a:gd name="connsiteY41" fmla="*/ 7287 h 10000"/>
                    <a:gd name="connsiteX42" fmla="*/ 5933 w 10000"/>
                    <a:gd name="connsiteY42" fmla="*/ 7209 h 10000"/>
                    <a:gd name="connsiteX43" fmla="*/ 6089 w 10000"/>
                    <a:gd name="connsiteY43" fmla="*/ 7038 h 10000"/>
                    <a:gd name="connsiteX44" fmla="*/ 6274 w 10000"/>
                    <a:gd name="connsiteY44" fmla="*/ 6804 h 10000"/>
                    <a:gd name="connsiteX45" fmla="*/ 6389 w 10000"/>
                    <a:gd name="connsiteY45" fmla="*/ 6697 h 10000"/>
                    <a:gd name="connsiteX46" fmla="*/ 6524 w 10000"/>
                    <a:gd name="connsiteY46" fmla="*/ 6653 h 10000"/>
                    <a:gd name="connsiteX47" fmla="*/ 6531 w 10000"/>
                    <a:gd name="connsiteY47" fmla="*/ 6516 h 10000"/>
                    <a:gd name="connsiteX48" fmla="*/ 6424 w 10000"/>
                    <a:gd name="connsiteY48" fmla="*/ 6205 h 10000"/>
                    <a:gd name="connsiteX49" fmla="*/ 6602 w 10000"/>
                    <a:gd name="connsiteY49" fmla="*/ 6213 h 10000"/>
                    <a:gd name="connsiteX50" fmla="*/ 6707 w 10000"/>
                    <a:gd name="connsiteY50" fmla="*/ 6095 h 10000"/>
                    <a:gd name="connsiteX51" fmla="*/ 6876 w 10000"/>
                    <a:gd name="connsiteY51" fmla="*/ 6096 h 10000"/>
                    <a:gd name="connsiteX52" fmla="*/ 6827 w 10000"/>
                    <a:gd name="connsiteY52" fmla="*/ 6821 h 10000"/>
                    <a:gd name="connsiteX53" fmla="*/ 6991 w 10000"/>
                    <a:gd name="connsiteY53" fmla="*/ 6903 h 10000"/>
                    <a:gd name="connsiteX54" fmla="*/ 7275 w 10000"/>
                    <a:gd name="connsiteY54" fmla="*/ 7114 h 10000"/>
                    <a:gd name="connsiteX55" fmla="*/ 7430 w 10000"/>
                    <a:gd name="connsiteY55" fmla="*/ 6789 h 10000"/>
                    <a:gd name="connsiteX56" fmla="*/ 7470 w 10000"/>
                    <a:gd name="connsiteY56" fmla="*/ 6822 h 10000"/>
                    <a:gd name="connsiteX57" fmla="*/ 7590 w 10000"/>
                    <a:gd name="connsiteY57" fmla="*/ 6622 h 10000"/>
                    <a:gd name="connsiteX58" fmla="*/ 7831 w 10000"/>
                    <a:gd name="connsiteY58" fmla="*/ 6522 h 10000"/>
                    <a:gd name="connsiteX59" fmla="*/ 7952 w 10000"/>
                    <a:gd name="connsiteY59" fmla="*/ 6153 h 10000"/>
                    <a:gd name="connsiteX60" fmla="*/ 8313 w 10000"/>
                    <a:gd name="connsiteY60" fmla="*/ 5719 h 10000"/>
                    <a:gd name="connsiteX61" fmla="*/ 8594 w 10000"/>
                    <a:gd name="connsiteY61" fmla="*/ 5518 h 10000"/>
                    <a:gd name="connsiteX62" fmla="*/ 8795 w 10000"/>
                    <a:gd name="connsiteY62" fmla="*/ 4950 h 10000"/>
                    <a:gd name="connsiteX63" fmla="*/ 8795 w 10000"/>
                    <a:gd name="connsiteY63" fmla="*/ 4816 h 10000"/>
                    <a:gd name="connsiteX64" fmla="*/ 8755 w 10000"/>
                    <a:gd name="connsiteY64" fmla="*/ 4482 h 10000"/>
                    <a:gd name="connsiteX65" fmla="*/ 9157 w 10000"/>
                    <a:gd name="connsiteY65" fmla="*/ 3277 h 10000"/>
                    <a:gd name="connsiteX66" fmla="*/ 9277 w 10000"/>
                    <a:gd name="connsiteY66" fmla="*/ 3277 h 10000"/>
                    <a:gd name="connsiteX67" fmla="*/ 9438 w 10000"/>
                    <a:gd name="connsiteY67" fmla="*/ 3178 h 10000"/>
                    <a:gd name="connsiteX68" fmla="*/ 9920 w 10000"/>
                    <a:gd name="connsiteY68" fmla="*/ 3010 h 10000"/>
                    <a:gd name="connsiteX69" fmla="*/ 10000 w 10000"/>
                    <a:gd name="connsiteY69" fmla="*/ 2742 h 10000"/>
                    <a:gd name="connsiteX70" fmla="*/ 9960 w 10000"/>
                    <a:gd name="connsiteY70" fmla="*/ 2675 h 10000"/>
                    <a:gd name="connsiteX71" fmla="*/ 9799 w 10000"/>
                    <a:gd name="connsiteY71" fmla="*/ 2675 h 10000"/>
                    <a:gd name="connsiteX72" fmla="*/ 9679 w 10000"/>
                    <a:gd name="connsiteY72" fmla="*/ 2509 h 10000"/>
                    <a:gd name="connsiteX73" fmla="*/ 9438 w 10000"/>
                    <a:gd name="connsiteY73" fmla="*/ 2442 h 10000"/>
                    <a:gd name="connsiteX74" fmla="*/ 9317 w 10000"/>
                    <a:gd name="connsiteY74" fmla="*/ 2308 h 10000"/>
                    <a:gd name="connsiteX75" fmla="*/ 9237 w 10000"/>
                    <a:gd name="connsiteY75" fmla="*/ 1806 h 10000"/>
                    <a:gd name="connsiteX76" fmla="*/ 9237 w 10000"/>
                    <a:gd name="connsiteY76" fmla="*/ 1103 h 10000"/>
                    <a:gd name="connsiteX77" fmla="*/ 9036 w 10000"/>
                    <a:gd name="connsiteY77" fmla="*/ 870 h 10000"/>
                    <a:gd name="connsiteX78" fmla="*/ 8996 w 10000"/>
                    <a:gd name="connsiteY78" fmla="*/ 636 h 10000"/>
                    <a:gd name="connsiteX79" fmla="*/ 8675 w 10000"/>
                    <a:gd name="connsiteY79" fmla="*/ 301 h 10000"/>
                    <a:gd name="connsiteX80" fmla="*/ 8394 w 10000"/>
                    <a:gd name="connsiteY80" fmla="*/ 168 h 10000"/>
                    <a:gd name="connsiteX81" fmla="*/ 8233 w 10000"/>
                    <a:gd name="connsiteY81" fmla="*/ 0 h 10000"/>
                    <a:gd name="connsiteX82" fmla="*/ 7992 w 10000"/>
                    <a:gd name="connsiteY82" fmla="*/ 168 h 10000"/>
                    <a:gd name="connsiteX83" fmla="*/ 7831 w 10000"/>
                    <a:gd name="connsiteY83" fmla="*/ 134 h 10000"/>
                    <a:gd name="connsiteX84" fmla="*/ 7711 w 10000"/>
                    <a:gd name="connsiteY84" fmla="*/ 434 h 10000"/>
                    <a:gd name="connsiteX85" fmla="*/ 7390 w 10000"/>
                    <a:gd name="connsiteY85" fmla="*/ 502 h 10000"/>
                    <a:gd name="connsiteX86" fmla="*/ 7309 w 10000"/>
                    <a:gd name="connsiteY86" fmla="*/ 735 h 10000"/>
                    <a:gd name="connsiteX87" fmla="*/ 7028 w 10000"/>
                    <a:gd name="connsiteY87" fmla="*/ 735 h 10000"/>
                    <a:gd name="connsiteX88" fmla="*/ 6787 w 10000"/>
                    <a:gd name="connsiteY88" fmla="*/ 636 h 10000"/>
                    <a:gd name="connsiteX89" fmla="*/ 6265 w 10000"/>
                    <a:gd name="connsiteY89" fmla="*/ 636 h 10000"/>
                    <a:gd name="connsiteX90" fmla="*/ 5743 w 10000"/>
                    <a:gd name="connsiteY90" fmla="*/ 636 h 10000"/>
                    <a:gd name="connsiteX91" fmla="*/ 5783 w 10000"/>
                    <a:gd name="connsiteY91" fmla="*/ 502 h 10000"/>
                    <a:gd name="connsiteX92" fmla="*/ 5703 w 10000"/>
                    <a:gd name="connsiteY92" fmla="*/ 502 h 10000"/>
                    <a:gd name="connsiteX93" fmla="*/ 5663 w 10000"/>
                    <a:gd name="connsiteY93" fmla="*/ 636 h 10000"/>
                    <a:gd name="connsiteX94" fmla="*/ 5181 w 10000"/>
                    <a:gd name="connsiteY94" fmla="*/ 636 h 10000"/>
                    <a:gd name="connsiteX95" fmla="*/ 4699 w 10000"/>
                    <a:gd name="connsiteY95" fmla="*/ 636 h 10000"/>
                    <a:gd name="connsiteX96" fmla="*/ 4217 w 10000"/>
                    <a:gd name="connsiteY96" fmla="*/ 636 h 10000"/>
                    <a:gd name="connsiteX97" fmla="*/ 3735 w 10000"/>
                    <a:gd name="connsiteY97" fmla="*/ 636 h 10000"/>
                    <a:gd name="connsiteX98" fmla="*/ 3293 w 10000"/>
                    <a:gd name="connsiteY98" fmla="*/ 636 h 10000"/>
                    <a:gd name="connsiteX99" fmla="*/ 2811 w 10000"/>
                    <a:gd name="connsiteY99" fmla="*/ 636 h 10000"/>
                    <a:gd name="connsiteX100" fmla="*/ 2369 w 10000"/>
                    <a:gd name="connsiteY100" fmla="*/ 636 h 10000"/>
                    <a:gd name="connsiteX101" fmla="*/ 1888 w 10000"/>
                    <a:gd name="connsiteY101" fmla="*/ 636 h 10000"/>
                    <a:gd name="connsiteX102" fmla="*/ 1888 w 10000"/>
                    <a:gd name="connsiteY102" fmla="*/ 1103 h 10000"/>
                    <a:gd name="connsiteX103" fmla="*/ 1888 w 10000"/>
                    <a:gd name="connsiteY103" fmla="*/ 1706 h 10000"/>
                    <a:gd name="connsiteX104" fmla="*/ 1285 w 10000"/>
                    <a:gd name="connsiteY104" fmla="*/ 1706 h 10000"/>
                    <a:gd name="connsiteX105" fmla="*/ 1285 w 10000"/>
                    <a:gd name="connsiteY105" fmla="*/ 1973 h 10000"/>
                    <a:gd name="connsiteX0" fmla="*/ 1285 w 10000"/>
                    <a:gd name="connsiteY0" fmla="*/ 1973 h 9900"/>
                    <a:gd name="connsiteX1" fmla="*/ 1285 w 10000"/>
                    <a:gd name="connsiteY1" fmla="*/ 2509 h 9900"/>
                    <a:gd name="connsiteX2" fmla="*/ 1285 w 10000"/>
                    <a:gd name="connsiteY2" fmla="*/ 3010 h 9900"/>
                    <a:gd name="connsiteX3" fmla="*/ 1285 w 10000"/>
                    <a:gd name="connsiteY3" fmla="*/ 3512 h 9900"/>
                    <a:gd name="connsiteX4" fmla="*/ 1285 w 10000"/>
                    <a:gd name="connsiteY4" fmla="*/ 3979 h 9900"/>
                    <a:gd name="connsiteX5" fmla="*/ 643 w 10000"/>
                    <a:gd name="connsiteY5" fmla="*/ 4081 h 9900"/>
                    <a:gd name="connsiteX6" fmla="*/ 522 w 10000"/>
                    <a:gd name="connsiteY6" fmla="*/ 4347 h 9900"/>
                    <a:gd name="connsiteX7" fmla="*/ 241 w 10000"/>
                    <a:gd name="connsiteY7" fmla="*/ 4682 h 9900"/>
                    <a:gd name="connsiteX8" fmla="*/ 241 w 10000"/>
                    <a:gd name="connsiteY8" fmla="*/ 4950 h 9900"/>
                    <a:gd name="connsiteX9" fmla="*/ 120 w 10000"/>
                    <a:gd name="connsiteY9" fmla="*/ 5016 h 9900"/>
                    <a:gd name="connsiteX10" fmla="*/ 120 w 10000"/>
                    <a:gd name="connsiteY10" fmla="*/ 5250 h 9900"/>
                    <a:gd name="connsiteX11" fmla="*/ 0 w 10000"/>
                    <a:gd name="connsiteY11" fmla="*/ 5452 h 9900"/>
                    <a:gd name="connsiteX12" fmla="*/ 0 w 10000"/>
                    <a:gd name="connsiteY12" fmla="*/ 5618 h 9900"/>
                    <a:gd name="connsiteX13" fmla="*/ 241 w 10000"/>
                    <a:gd name="connsiteY13" fmla="*/ 5585 h 9900"/>
                    <a:gd name="connsiteX14" fmla="*/ 281 w 10000"/>
                    <a:gd name="connsiteY14" fmla="*/ 5886 h 9900"/>
                    <a:gd name="connsiteX15" fmla="*/ 602 w 10000"/>
                    <a:gd name="connsiteY15" fmla="*/ 6422 h 9900"/>
                    <a:gd name="connsiteX16" fmla="*/ 602 w 10000"/>
                    <a:gd name="connsiteY16" fmla="*/ 6455 h 9900"/>
                    <a:gd name="connsiteX17" fmla="*/ 482 w 10000"/>
                    <a:gd name="connsiteY17" fmla="*/ 6488 h 9900"/>
                    <a:gd name="connsiteX18" fmla="*/ 964 w 10000"/>
                    <a:gd name="connsiteY18" fmla="*/ 7023 h 9900"/>
                    <a:gd name="connsiteX19" fmla="*/ 1004 w 10000"/>
                    <a:gd name="connsiteY19" fmla="*/ 7190 h 9900"/>
                    <a:gd name="connsiteX20" fmla="*/ 964 w 10000"/>
                    <a:gd name="connsiteY20" fmla="*/ 7659 h 9900"/>
                    <a:gd name="connsiteX21" fmla="*/ 1044 w 10000"/>
                    <a:gd name="connsiteY21" fmla="*/ 7726 h 9900"/>
                    <a:gd name="connsiteX22" fmla="*/ 1365 w 10000"/>
                    <a:gd name="connsiteY22" fmla="*/ 7759 h 9900"/>
                    <a:gd name="connsiteX23" fmla="*/ 1406 w 10000"/>
                    <a:gd name="connsiteY23" fmla="*/ 7892 h 9900"/>
                    <a:gd name="connsiteX24" fmla="*/ 1767 w 10000"/>
                    <a:gd name="connsiteY24" fmla="*/ 7926 h 9900"/>
                    <a:gd name="connsiteX25" fmla="*/ 1968 w 10000"/>
                    <a:gd name="connsiteY25" fmla="*/ 8060 h 9900"/>
                    <a:gd name="connsiteX26" fmla="*/ 2008 w 10000"/>
                    <a:gd name="connsiteY26" fmla="*/ 8294 h 9900"/>
                    <a:gd name="connsiteX27" fmla="*/ 2651 w 10000"/>
                    <a:gd name="connsiteY27" fmla="*/ 8696 h 9900"/>
                    <a:gd name="connsiteX28" fmla="*/ 2811 w 10000"/>
                    <a:gd name="connsiteY28" fmla="*/ 9097 h 9900"/>
                    <a:gd name="connsiteX29" fmla="*/ 3253 w 10000"/>
                    <a:gd name="connsiteY29" fmla="*/ 9298 h 9900"/>
                    <a:gd name="connsiteX30" fmla="*/ 3414 w 10000"/>
                    <a:gd name="connsiteY30" fmla="*/ 9566 h 9900"/>
                    <a:gd name="connsiteX31" fmla="*/ 3735 w 10000"/>
                    <a:gd name="connsiteY31" fmla="*/ 9900 h 9900"/>
                    <a:gd name="connsiteX32" fmla="*/ 3795 w 10000"/>
                    <a:gd name="connsiteY32" fmla="*/ 7514 h 9900"/>
                    <a:gd name="connsiteX33" fmla="*/ 4153 w 10000"/>
                    <a:gd name="connsiteY33" fmla="*/ 7579 h 9900"/>
                    <a:gd name="connsiteX34" fmla="*/ 4406 w 10000"/>
                    <a:gd name="connsiteY34" fmla="*/ 7531 h 9900"/>
                    <a:gd name="connsiteX35" fmla="*/ 4600 w 10000"/>
                    <a:gd name="connsiteY35" fmla="*/ 7408 h 9900"/>
                    <a:gd name="connsiteX36" fmla="*/ 4762 w 10000"/>
                    <a:gd name="connsiteY36" fmla="*/ 7182 h 9900"/>
                    <a:gd name="connsiteX37" fmla="*/ 4901 w 10000"/>
                    <a:gd name="connsiteY37" fmla="*/ 7044 h 9900"/>
                    <a:gd name="connsiteX38" fmla="*/ 5080 w 10000"/>
                    <a:gd name="connsiteY38" fmla="*/ 7143 h 9900"/>
                    <a:gd name="connsiteX39" fmla="*/ 5337 w 10000"/>
                    <a:gd name="connsiteY39" fmla="*/ 7242 h 9900"/>
                    <a:gd name="connsiteX40" fmla="*/ 5564 w 10000"/>
                    <a:gd name="connsiteY40" fmla="*/ 7370 h 9900"/>
                    <a:gd name="connsiteX41" fmla="*/ 5768 w 10000"/>
                    <a:gd name="connsiteY41" fmla="*/ 7287 h 9900"/>
                    <a:gd name="connsiteX42" fmla="*/ 5933 w 10000"/>
                    <a:gd name="connsiteY42" fmla="*/ 7209 h 9900"/>
                    <a:gd name="connsiteX43" fmla="*/ 6089 w 10000"/>
                    <a:gd name="connsiteY43" fmla="*/ 7038 h 9900"/>
                    <a:gd name="connsiteX44" fmla="*/ 6274 w 10000"/>
                    <a:gd name="connsiteY44" fmla="*/ 6804 h 9900"/>
                    <a:gd name="connsiteX45" fmla="*/ 6389 w 10000"/>
                    <a:gd name="connsiteY45" fmla="*/ 6697 h 9900"/>
                    <a:gd name="connsiteX46" fmla="*/ 6524 w 10000"/>
                    <a:gd name="connsiteY46" fmla="*/ 6653 h 9900"/>
                    <a:gd name="connsiteX47" fmla="*/ 6531 w 10000"/>
                    <a:gd name="connsiteY47" fmla="*/ 6516 h 9900"/>
                    <a:gd name="connsiteX48" fmla="*/ 6424 w 10000"/>
                    <a:gd name="connsiteY48" fmla="*/ 6205 h 9900"/>
                    <a:gd name="connsiteX49" fmla="*/ 6602 w 10000"/>
                    <a:gd name="connsiteY49" fmla="*/ 6213 h 9900"/>
                    <a:gd name="connsiteX50" fmla="*/ 6707 w 10000"/>
                    <a:gd name="connsiteY50" fmla="*/ 6095 h 9900"/>
                    <a:gd name="connsiteX51" fmla="*/ 6876 w 10000"/>
                    <a:gd name="connsiteY51" fmla="*/ 6096 h 9900"/>
                    <a:gd name="connsiteX52" fmla="*/ 6827 w 10000"/>
                    <a:gd name="connsiteY52" fmla="*/ 6821 h 9900"/>
                    <a:gd name="connsiteX53" fmla="*/ 6991 w 10000"/>
                    <a:gd name="connsiteY53" fmla="*/ 6903 h 9900"/>
                    <a:gd name="connsiteX54" fmla="*/ 7275 w 10000"/>
                    <a:gd name="connsiteY54" fmla="*/ 7114 h 9900"/>
                    <a:gd name="connsiteX55" fmla="*/ 7430 w 10000"/>
                    <a:gd name="connsiteY55" fmla="*/ 6789 h 9900"/>
                    <a:gd name="connsiteX56" fmla="*/ 7470 w 10000"/>
                    <a:gd name="connsiteY56" fmla="*/ 6822 h 9900"/>
                    <a:gd name="connsiteX57" fmla="*/ 7590 w 10000"/>
                    <a:gd name="connsiteY57" fmla="*/ 6622 h 9900"/>
                    <a:gd name="connsiteX58" fmla="*/ 7831 w 10000"/>
                    <a:gd name="connsiteY58" fmla="*/ 6522 h 9900"/>
                    <a:gd name="connsiteX59" fmla="*/ 7952 w 10000"/>
                    <a:gd name="connsiteY59" fmla="*/ 6153 h 9900"/>
                    <a:gd name="connsiteX60" fmla="*/ 8313 w 10000"/>
                    <a:gd name="connsiteY60" fmla="*/ 5719 h 9900"/>
                    <a:gd name="connsiteX61" fmla="*/ 8594 w 10000"/>
                    <a:gd name="connsiteY61" fmla="*/ 5518 h 9900"/>
                    <a:gd name="connsiteX62" fmla="*/ 8795 w 10000"/>
                    <a:gd name="connsiteY62" fmla="*/ 4950 h 9900"/>
                    <a:gd name="connsiteX63" fmla="*/ 8795 w 10000"/>
                    <a:gd name="connsiteY63" fmla="*/ 4816 h 9900"/>
                    <a:gd name="connsiteX64" fmla="*/ 8755 w 10000"/>
                    <a:gd name="connsiteY64" fmla="*/ 4482 h 9900"/>
                    <a:gd name="connsiteX65" fmla="*/ 9157 w 10000"/>
                    <a:gd name="connsiteY65" fmla="*/ 3277 h 9900"/>
                    <a:gd name="connsiteX66" fmla="*/ 9277 w 10000"/>
                    <a:gd name="connsiteY66" fmla="*/ 3277 h 9900"/>
                    <a:gd name="connsiteX67" fmla="*/ 9438 w 10000"/>
                    <a:gd name="connsiteY67" fmla="*/ 3178 h 9900"/>
                    <a:gd name="connsiteX68" fmla="*/ 9920 w 10000"/>
                    <a:gd name="connsiteY68" fmla="*/ 3010 h 9900"/>
                    <a:gd name="connsiteX69" fmla="*/ 10000 w 10000"/>
                    <a:gd name="connsiteY69" fmla="*/ 2742 h 9900"/>
                    <a:gd name="connsiteX70" fmla="*/ 9960 w 10000"/>
                    <a:gd name="connsiteY70" fmla="*/ 2675 h 9900"/>
                    <a:gd name="connsiteX71" fmla="*/ 9799 w 10000"/>
                    <a:gd name="connsiteY71" fmla="*/ 2675 h 9900"/>
                    <a:gd name="connsiteX72" fmla="*/ 9679 w 10000"/>
                    <a:gd name="connsiteY72" fmla="*/ 2509 h 9900"/>
                    <a:gd name="connsiteX73" fmla="*/ 9438 w 10000"/>
                    <a:gd name="connsiteY73" fmla="*/ 2442 h 9900"/>
                    <a:gd name="connsiteX74" fmla="*/ 9317 w 10000"/>
                    <a:gd name="connsiteY74" fmla="*/ 2308 h 9900"/>
                    <a:gd name="connsiteX75" fmla="*/ 9237 w 10000"/>
                    <a:gd name="connsiteY75" fmla="*/ 1806 h 9900"/>
                    <a:gd name="connsiteX76" fmla="*/ 9237 w 10000"/>
                    <a:gd name="connsiteY76" fmla="*/ 1103 h 9900"/>
                    <a:gd name="connsiteX77" fmla="*/ 9036 w 10000"/>
                    <a:gd name="connsiteY77" fmla="*/ 870 h 9900"/>
                    <a:gd name="connsiteX78" fmla="*/ 8996 w 10000"/>
                    <a:gd name="connsiteY78" fmla="*/ 636 h 9900"/>
                    <a:gd name="connsiteX79" fmla="*/ 8675 w 10000"/>
                    <a:gd name="connsiteY79" fmla="*/ 301 h 9900"/>
                    <a:gd name="connsiteX80" fmla="*/ 8394 w 10000"/>
                    <a:gd name="connsiteY80" fmla="*/ 168 h 9900"/>
                    <a:gd name="connsiteX81" fmla="*/ 8233 w 10000"/>
                    <a:gd name="connsiteY81" fmla="*/ 0 h 9900"/>
                    <a:gd name="connsiteX82" fmla="*/ 7992 w 10000"/>
                    <a:gd name="connsiteY82" fmla="*/ 168 h 9900"/>
                    <a:gd name="connsiteX83" fmla="*/ 7831 w 10000"/>
                    <a:gd name="connsiteY83" fmla="*/ 134 h 9900"/>
                    <a:gd name="connsiteX84" fmla="*/ 7711 w 10000"/>
                    <a:gd name="connsiteY84" fmla="*/ 434 h 9900"/>
                    <a:gd name="connsiteX85" fmla="*/ 7390 w 10000"/>
                    <a:gd name="connsiteY85" fmla="*/ 502 h 9900"/>
                    <a:gd name="connsiteX86" fmla="*/ 7309 w 10000"/>
                    <a:gd name="connsiteY86" fmla="*/ 735 h 9900"/>
                    <a:gd name="connsiteX87" fmla="*/ 7028 w 10000"/>
                    <a:gd name="connsiteY87" fmla="*/ 735 h 9900"/>
                    <a:gd name="connsiteX88" fmla="*/ 6787 w 10000"/>
                    <a:gd name="connsiteY88" fmla="*/ 636 h 9900"/>
                    <a:gd name="connsiteX89" fmla="*/ 6265 w 10000"/>
                    <a:gd name="connsiteY89" fmla="*/ 636 h 9900"/>
                    <a:gd name="connsiteX90" fmla="*/ 5743 w 10000"/>
                    <a:gd name="connsiteY90" fmla="*/ 636 h 9900"/>
                    <a:gd name="connsiteX91" fmla="*/ 5783 w 10000"/>
                    <a:gd name="connsiteY91" fmla="*/ 502 h 9900"/>
                    <a:gd name="connsiteX92" fmla="*/ 5703 w 10000"/>
                    <a:gd name="connsiteY92" fmla="*/ 502 h 9900"/>
                    <a:gd name="connsiteX93" fmla="*/ 5663 w 10000"/>
                    <a:gd name="connsiteY93" fmla="*/ 636 h 9900"/>
                    <a:gd name="connsiteX94" fmla="*/ 5181 w 10000"/>
                    <a:gd name="connsiteY94" fmla="*/ 636 h 9900"/>
                    <a:gd name="connsiteX95" fmla="*/ 4699 w 10000"/>
                    <a:gd name="connsiteY95" fmla="*/ 636 h 9900"/>
                    <a:gd name="connsiteX96" fmla="*/ 4217 w 10000"/>
                    <a:gd name="connsiteY96" fmla="*/ 636 h 9900"/>
                    <a:gd name="connsiteX97" fmla="*/ 3735 w 10000"/>
                    <a:gd name="connsiteY97" fmla="*/ 636 h 9900"/>
                    <a:gd name="connsiteX98" fmla="*/ 3293 w 10000"/>
                    <a:gd name="connsiteY98" fmla="*/ 636 h 9900"/>
                    <a:gd name="connsiteX99" fmla="*/ 2811 w 10000"/>
                    <a:gd name="connsiteY99" fmla="*/ 636 h 9900"/>
                    <a:gd name="connsiteX100" fmla="*/ 2369 w 10000"/>
                    <a:gd name="connsiteY100" fmla="*/ 636 h 9900"/>
                    <a:gd name="connsiteX101" fmla="*/ 1888 w 10000"/>
                    <a:gd name="connsiteY101" fmla="*/ 636 h 9900"/>
                    <a:gd name="connsiteX102" fmla="*/ 1888 w 10000"/>
                    <a:gd name="connsiteY102" fmla="*/ 1103 h 9900"/>
                    <a:gd name="connsiteX103" fmla="*/ 1888 w 10000"/>
                    <a:gd name="connsiteY103" fmla="*/ 1706 h 9900"/>
                    <a:gd name="connsiteX104" fmla="*/ 1285 w 10000"/>
                    <a:gd name="connsiteY104" fmla="*/ 1706 h 9900"/>
                    <a:gd name="connsiteX105" fmla="*/ 1285 w 10000"/>
                    <a:gd name="connsiteY105" fmla="*/ 1973 h 9900"/>
                    <a:gd name="connsiteX0" fmla="*/ 1285 w 10000"/>
                    <a:gd name="connsiteY0" fmla="*/ 1993 h 9663"/>
                    <a:gd name="connsiteX1" fmla="*/ 1285 w 10000"/>
                    <a:gd name="connsiteY1" fmla="*/ 2534 h 9663"/>
                    <a:gd name="connsiteX2" fmla="*/ 1285 w 10000"/>
                    <a:gd name="connsiteY2" fmla="*/ 3040 h 9663"/>
                    <a:gd name="connsiteX3" fmla="*/ 1285 w 10000"/>
                    <a:gd name="connsiteY3" fmla="*/ 3547 h 9663"/>
                    <a:gd name="connsiteX4" fmla="*/ 1285 w 10000"/>
                    <a:gd name="connsiteY4" fmla="*/ 4019 h 9663"/>
                    <a:gd name="connsiteX5" fmla="*/ 643 w 10000"/>
                    <a:gd name="connsiteY5" fmla="*/ 4122 h 9663"/>
                    <a:gd name="connsiteX6" fmla="*/ 522 w 10000"/>
                    <a:gd name="connsiteY6" fmla="*/ 4391 h 9663"/>
                    <a:gd name="connsiteX7" fmla="*/ 241 w 10000"/>
                    <a:gd name="connsiteY7" fmla="*/ 4729 h 9663"/>
                    <a:gd name="connsiteX8" fmla="*/ 241 w 10000"/>
                    <a:gd name="connsiteY8" fmla="*/ 5000 h 9663"/>
                    <a:gd name="connsiteX9" fmla="*/ 120 w 10000"/>
                    <a:gd name="connsiteY9" fmla="*/ 5067 h 9663"/>
                    <a:gd name="connsiteX10" fmla="*/ 120 w 10000"/>
                    <a:gd name="connsiteY10" fmla="*/ 5303 h 9663"/>
                    <a:gd name="connsiteX11" fmla="*/ 0 w 10000"/>
                    <a:gd name="connsiteY11" fmla="*/ 5507 h 9663"/>
                    <a:gd name="connsiteX12" fmla="*/ 0 w 10000"/>
                    <a:gd name="connsiteY12" fmla="*/ 5675 h 9663"/>
                    <a:gd name="connsiteX13" fmla="*/ 241 w 10000"/>
                    <a:gd name="connsiteY13" fmla="*/ 5641 h 9663"/>
                    <a:gd name="connsiteX14" fmla="*/ 281 w 10000"/>
                    <a:gd name="connsiteY14" fmla="*/ 5945 h 9663"/>
                    <a:gd name="connsiteX15" fmla="*/ 602 w 10000"/>
                    <a:gd name="connsiteY15" fmla="*/ 6487 h 9663"/>
                    <a:gd name="connsiteX16" fmla="*/ 602 w 10000"/>
                    <a:gd name="connsiteY16" fmla="*/ 6520 h 9663"/>
                    <a:gd name="connsiteX17" fmla="*/ 482 w 10000"/>
                    <a:gd name="connsiteY17" fmla="*/ 6554 h 9663"/>
                    <a:gd name="connsiteX18" fmla="*/ 964 w 10000"/>
                    <a:gd name="connsiteY18" fmla="*/ 7094 h 9663"/>
                    <a:gd name="connsiteX19" fmla="*/ 1004 w 10000"/>
                    <a:gd name="connsiteY19" fmla="*/ 7263 h 9663"/>
                    <a:gd name="connsiteX20" fmla="*/ 964 w 10000"/>
                    <a:gd name="connsiteY20" fmla="*/ 7736 h 9663"/>
                    <a:gd name="connsiteX21" fmla="*/ 1044 w 10000"/>
                    <a:gd name="connsiteY21" fmla="*/ 7804 h 9663"/>
                    <a:gd name="connsiteX22" fmla="*/ 1365 w 10000"/>
                    <a:gd name="connsiteY22" fmla="*/ 7837 h 9663"/>
                    <a:gd name="connsiteX23" fmla="*/ 1406 w 10000"/>
                    <a:gd name="connsiteY23" fmla="*/ 7972 h 9663"/>
                    <a:gd name="connsiteX24" fmla="*/ 1767 w 10000"/>
                    <a:gd name="connsiteY24" fmla="*/ 8006 h 9663"/>
                    <a:gd name="connsiteX25" fmla="*/ 1968 w 10000"/>
                    <a:gd name="connsiteY25" fmla="*/ 8141 h 9663"/>
                    <a:gd name="connsiteX26" fmla="*/ 2008 w 10000"/>
                    <a:gd name="connsiteY26" fmla="*/ 8378 h 9663"/>
                    <a:gd name="connsiteX27" fmla="*/ 2651 w 10000"/>
                    <a:gd name="connsiteY27" fmla="*/ 8784 h 9663"/>
                    <a:gd name="connsiteX28" fmla="*/ 2811 w 10000"/>
                    <a:gd name="connsiteY28" fmla="*/ 9189 h 9663"/>
                    <a:gd name="connsiteX29" fmla="*/ 3253 w 10000"/>
                    <a:gd name="connsiteY29" fmla="*/ 9392 h 9663"/>
                    <a:gd name="connsiteX30" fmla="*/ 3414 w 10000"/>
                    <a:gd name="connsiteY30" fmla="*/ 9663 h 9663"/>
                    <a:gd name="connsiteX31" fmla="*/ 3537 w 10000"/>
                    <a:gd name="connsiteY31" fmla="*/ 7420 h 9663"/>
                    <a:gd name="connsiteX32" fmla="*/ 3795 w 10000"/>
                    <a:gd name="connsiteY32" fmla="*/ 7590 h 9663"/>
                    <a:gd name="connsiteX33" fmla="*/ 4153 w 10000"/>
                    <a:gd name="connsiteY33" fmla="*/ 7656 h 9663"/>
                    <a:gd name="connsiteX34" fmla="*/ 4406 w 10000"/>
                    <a:gd name="connsiteY34" fmla="*/ 7607 h 9663"/>
                    <a:gd name="connsiteX35" fmla="*/ 4600 w 10000"/>
                    <a:gd name="connsiteY35" fmla="*/ 7483 h 9663"/>
                    <a:gd name="connsiteX36" fmla="*/ 4762 w 10000"/>
                    <a:gd name="connsiteY36" fmla="*/ 7255 h 9663"/>
                    <a:gd name="connsiteX37" fmla="*/ 4901 w 10000"/>
                    <a:gd name="connsiteY37" fmla="*/ 7115 h 9663"/>
                    <a:gd name="connsiteX38" fmla="*/ 5080 w 10000"/>
                    <a:gd name="connsiteY38" fmla="*/ 7215 h 9663"/>
                    <a:gd name="connsiteX39" fmla="*/ 5337 w 10000"/>
                    <a:gd name="connsiteY39" fmla="*/ 7315 h 9663"/>
                    <a:gd name="connsiteX40" fmla="*/ 5564 w 10000"/>
                    <a:gd name="connsiteY40" fmla="*/ 7444 h 9663"/>
                    <a:gd name="connsiteX41" fmla="*/ 5768 w 10000"/>
                    <a:gd name="connsiteY41" fmla="*/ 7361 h 9663"/>
                    <a:gd name="connsiteX42" fmla="*/ 5933 w 10000"/>
                    <a:gd name="connsiteY42" fmla="*/ 7282 h 9663"/>
                    <a:gd name="connsiteX43" fmla="*/ 6089 w 10000"/>
                    <a:gd name="connsiteY43" fmla="*/ 7109 h 9663"/>
                    <a:gd name="connsiteX44" fmla="*/ 6274 w 10000"/>
                    <a:gd name="connsiteY44" fmla="*/ 6873 h 9663"/>
                    <a:gd name="connsiteX45" fmla="*/ 6389 w 10000"/>
                    <a:gd name="connsiteY45" fmla="*/ 6765 h 9663"/>
                    <a:gd name="connsiteX46" fmla="*/ 6524 w 10000"/>
                    <a:gd name="connsiteY46" fmla="*/ 6720 h 9663"/>
                    <a:gd name="connsiteX47" fmla="*/ 6531 w 10000"/>
                    <a:gd name="connsiteY47" fmla="*/ 6582 h 9663"/>
                    <a:gd name="connsiteX48" fmla="*/ 6424 w 10000"/>
                    <a:gd name="connsiteY48" fmla="*/ 6268 h 9663"/>
                    <a:gd name="connsiteX49" fmla="*/ 6602 w 10000"/>
                    <a:gd name="connsiteY49" fmla="*/ 6276 h 9663"/>
                    <a:gd name="connsiteX50" fmla="*/ 6707 w 10000"/>
                    <a:gd name="connsiteY50" fmla="*/ 6157 h 9663"/>
                    <a:gd name="connsiteX51" fmla="*/ 6876 w 10000"/>
                    <a:gd name="connsiteY51" fmla="*/ 6158 h 9663"/>
                    <a:gd name="connsiteX52" fmla="*/ 6827 w 10000"/>
                    <a:gd name="connsiteY52" fmla="*/ 6890 h 9663"/>
                    <a:gd name="connsiteX53" fmla="*/ 6991 w 10000"/>
                    <a:gd name="connsiteY53" fmla="*/ 6973 h 9663"/>
                    <a:gd name="connsiteX54" fmla="*/ 7275 w 10000"/>
                    <a:gd name="connsiteY54" fmla="*/ 7186 h 9663"/>
                    <a:gd name="connsiteX55" fmla="*/ 7430 w 10000"/>
                    <a:gd name="connsiteY55" fmla="*/ 6858 h 9663"/>
                    <a:gd name="connsiteX56" fmla="*/ 7470 w 10000"/>
                    <a:gd name="connsiteY56" fmla="*/ 6891 h 9663"/>
                    <a:gd name="connsiteX57" fmla="*/ 7590 w 10000"/>
                    <a:gd name="connsiteY57" fmla="*/ 6689 h 9663"/>
                    <a:gd name="connsiteX58" fmla="*/ 7831 w 10000"/>
                    <a:gd name="connsiteY58" fmla="*/ 6588 h 9663"/>
                    <a:gd name="connsiteX59" fmla="*/ 7952 w 10000"/>
                    <a:gd name="connsiteY59" fmla="*/ 6215 h 9663"/>
                    <a:gd name="connsiteX60" fmla="*/ 8313 w 10000"/>
                    <a:gd name="connsiteY60" fmla="*/ 5777 h 9663"/>
                    <a:gd name="connsiteX61" fmla="*/ 8594 w 10000"/>
                    <a:gd name="connsiteY61" fmla="*/ 5574 h 9663"/>
                    <a:gd name="connsiteX62" fmla="*/ 8795 w 10000"/>
                    <a:gd name="connsiteY62" fmla="*/ 5000 h 9663"/>
                    <a:gd name="connsiteX63" fmla="*/ 8795 w 10000"/>
                    <a:gd name="connsiteY63" fmla="*/ 4865 h 9663"/>
                    <a:gd name="connsiteX64" fmla="*/ 8755 w 10000"/>
                    <a:gd name="connsiteY64" fmla="*/ 4527 h 9663"/>
                    <a:gd name="connsiteX65" fmla="*/ 9157 w 10000"/>
                    <a:gd name="connsiteY65" fmla="*/ 3310 h 9663"/>
                    <a:gd name="connsiteX66" fmla="*/ 9277 w 10000"/>
                    <a:gd name="connsiteY66" fmla="*/ 3310 h 9663"/>
                    <a:gd name="connsiteX67" fmla="*/ 9438 w 10000"/>
                    <a:gd name="connsiteY67" fmla="*/ 3210 h 9663"/>
                    <a:gd name="connsiteX68" fmla="*/ 9920 w 10000"/>
                    <a:gd name="connsiteY68" fmla="*/ 3040 h 9663"/>
                    <a:gd name="connsiteX69" fmla="*/ 10000 w 10000"/>
                    <a:gd name="connsiteY69" fmla="*/ 2770 h 9663"/>
                    <a:gd name="connsiteX70" fmla="*/ 9960 w 10000"/>
                    <a:gd name="connsiteY70" fmla="*/ 2702 h 9663"/>
                    <a:gd name="connsiteX71" fmla="*/ 9799 w 10000"/>
                    <a:gd name="connsiteY71" fmla="*/ 2702 h 9663"/>
                    <a:gd name="connsiteX72" fmla="*/ 9679 w 10000"/>
                    <a:gd name="connsiteY72" fmla="*/ 2534 h 9663"/>
                    <a:gd name="connsiteX73" fmla="*/ 9438 w 10000"/>
                    <a:gd name="connsiteY73" fmla="*/ 2467 h 9663"/>
                    <a:gd name="connsiteX74" fmla="*/ 9317 w 10000"/>
                    <a:gd name="connsiteY74" fmla="*/ 2331 h 9663"/>
                    <a:gd name="connsiteX75" fmla="*/ 9237 w 10000"/>
                    <a:gd name="connsiteY75" fmla="*/ 1824 h 9663"/>
                    <a:gd name="connsiteX76" fmla="*/ 9237 w 10000"/>
                    <a:gd name="connsiteY76" fmla="*/ 1114 h 9663"/>
                    <a:gd name="connsiteX77" fmla="*/ 9036 w 10000"/>
                    <a:gd name="connsiteY77" fmla="*/ 879 h 9663"/>
                    <a:gd name="connsiteX78" fmla="*/ 8996 w 10000"/>
                    <a:gd name="connsiteY78" fmla="*/ 642 h 9663"/>
                    <a:gd name="connsiteX79" fmla="*/ 8675 w 10000"/>
                    <a:gd name="connsiteY79" fmla="*/ 304 h 9663"/>
                    <a:gd name="connsiteX80" fmla="*/ 8394 w 10000"/>
                    <a:gd name="connsiteY80" fmla="*/ 170 h 9663"/>
                    <a:gd name="connsiteX81" fmla="*/ 8233 w 10000"/>
                    <a:gd name="connsiteY81" fmla="*/ 0 h 9663"/>
                    <a:gd name="connsiteX82" fmla="*/ 7992 w 10000"/>
                    <a:gd name="connsiteY82" fmla="*/ 170 h 9663"/>
                    <a:gd name="connsiteX83" fmla="*/ 7831 w 10000"/>
                    <a:gd name="connsiteY83" fmla="*/ 135 h 9663"/>
                    <a:gd name="connsiteX84" fmla="*/ 7711 w 10000"/>
                    <a:gd name="connsiteY84" fmla="*/ 438 h 9663"/>
                    <a:gd name="connsiteX85" fmla="*/ 7390 w 10000"/>
                    <a:gd name="connsiteY85" fmla="*/ 507 h 9663"/>
                    <a:gd name="connsiteX86" fmla="*/ 7309 w 10000"/>
                    <a:gd name="connsiteY86" fmla="*/ 742 h 9663"/>
                    <a:gd name="connsiteX87" fmla="*/ 7028 w 10000"/>
                    <a:gd name="connsiteY87" fmla="*/ 742 h 9663"/>
                    <a:gd name="connsiteX88" fmla="*/ 6787 w 10000"/>
                    <a:gd name="connsiteY88" fmla="*/ 642 h 9663"/>
                    <a:gd name="connsiteX89" fmla="*/ 6265 w 10000"/>
                    <a:gd name="connsiteY89" fmla="*/ 642 h 9663"/>
                    <a:gd name="connsiteX90" fmla="*/ 5743 w 10000"/>
                    <a:gd name="connsiteY90" fmla="*/ 642 h 9663"/>
                    <a:gd name="connsiteX91" fmla="*/ 5783 w 10000"/>
                    <a:gd name="connsiteY91" fmla="*/ 507 h 9663"/>
                    <a:gd name="connsiteX92" fmla="*/ 5703 w 10000"/>
                    <a:gd name="connsiteY92" fmla="*/ 507 h 9663"/>
                    <a:gd name="connsiteX93" fmla="*/ 5663 w 10000"/>
                    <a:gd name="connsiteY93" fmla="*/ 642 h 9663"/>
                    <a:gd name="connsiteX94" fmla="*/ 5181 w 10000"/>
                    <a:gd name="connsiteY94" fmla="*/ 642 h 9663"/>
                    <a:gd name="connsiteX95" fmla="*/ 4699 w 10000"/>
                    <a:gd name="connsiteY95" fmla="*/ 642 h 9663"/>
                    <a:gd name="connsiteX96" fmla="*/ 4217 w 10000"/>
                    <a:gd name="connsiteY96" fmla="*/ 642 h 9663"/>
                    <a:gd name="connsiteX97" fmla="*/ 3735 w 10000"/>
                    <a:gd name="connsiteY97" fmla="*/ 642 h 9663"/>
                    <a:gd name="connsiteX98" fmla="*/ 3293 w 10000"/>
                    <a:gd name="connsiteY98" fmla="*/ 642 h 9663"/>
                    <a:gd name="connsiteX99" fmla="*/ 2811 w 10000"/>
                    <a:gd name="connsiteY99" fmla="*/ 642 h 9663"/>
                    <a:gd name="connsiteX100" fmla="*/ 2369 w 10000"/>
                    <a:gd name="connsiteY100" fmla="*/ 642 h 9663"/>
                    <a:gd name="connsiteX101" fmla="*/ 1888 w 10000"/>
                    <a:gd name="connsiteY101" fmla="*/ 642 h 9663"/>
                    <a:gd name="connsiteX102" fmla="*/ 1888 w 10000"/>
                    <a:gd name="connsiteY102" fmla="*/ 1114 h 9663"/>
                    <a:gd name="connsiteX103" fmla="*/ 1888 w 10000"/>
                    <a:gd name="connsiteY103" fmla="*/ 1723 h 9663"/>
                    <a:gd name="connsiteX104" fmla="*/ 1285 w 10000"/>
                    <a:gd name="connsiteY104" fmla="*/ 1723 h 9663"/>
                    <a:gd name="connsiteX105" fmla="*/ 1285 w 10000"/>
                    <a:gd name="connsiteY105" fmla="*/ 1993 h 9663"/>
                    <a:gd name="connsiteX0" fmla="*/ 1285 w 10000"/>
                    <a:gd name="connsiteY0" fmla="*/ 2063 h 9813"/>
                    <a:gd name="connsiteX1" fmla="*/ 1285 w 10000"/>
                    <a:gd name="connsiteY1" fmla="*/ 2622 h 9813"/>
                    <a:gd name="connsiteX2" fmla="*/ 1285 w 10000"/>
                    <a:gd name="connsiteY2" fmla="*/ 3146 h 9813"/>
                    <a:gd name="connsiteX3" fmla="*/ 1285 w 10000"/>
                    <a:gd name="connsiteY3" fmla="*/ 3671 h 9813"/>
                    <a:gd name="connsiteX4" fmla="*/ 1285 w 10000"/>
                    <a:gd name="connsiteY4" fmla="*/ 4159 h 9813"/>
                    <a:gd name="connsiteX5" fmla="*/ 643 w 10000"/>
                    <a:gd name="connsiteY5" fmla="*/ 4266 h 9813"/>
                    <a:gd name="connsiteX6" fmla="*/ 522 w 10000"/>
                    <a:gd name="connsiteY6" fmla="*/ 4544 h 9813"/>
                    <a:gd name="connsiteX7" fmla="*/ 241 w 10000"/>
                    <a:gd name="connsiteY7" fmla="*/ 4894 h 9813"/>
                    <a:gd name="connsiteX8" fmla="*/ 241 w 10000"/>
                    <a:gd name="connsiteY8" fmla="*/ 5174 h 9813"/>
                    <a:gd name="connsiteX9" fmla="*/ 120 w 10000"/>
                    <a:gd name="connsiteY9" fmla="*/ 5244 h 9813"/>
                    <a:gd name="connsiteX10" fmla="*/ 120 w 10000"/>
                    <a:gd name="connsiteY10" fmla="*/ 5488 h 9813"/>
                    <a:gd name="connsiteX11" fmla="*/ 0 w 10000"/>
                    <a:gd name="connsiteY11" fmla="*/ 5699 h 9813"/>
                    <a:gd name="connsiteX12" fmla="*/ 0 w 10000"/>
                    <a:gd name="connsiteY12" fmla="*/ 5873 h 9813"/>
                    <a:gd name="connsiteX13" fmla="*/ 241 w 10000"/>
                    <a:gd name="connsiteY13" fmla="*/ 5838 h 9813"/>
                    <a:gd name="connsiteX14" fmla="*/ 281 w 10000"/>
                    <a:gd name="connsiteY14" fmla="*/ 6152 h 9813"/>
                    <a:gd name="connsiteX15" fmla="*/ 602 w 10000"/>
                    <a:gd name="connsiteY15" fmla="*/ 6713 h 9813"/>
                    <a:gd name="connsiteX16" fmla="*/ 602 w 10000"/>
                    <a:gd name="connsiteY16" fmla="*/ 6747 h 9813"/>
                    <a:gd name="connsiteX17" fmla="*/ 482 w 10000"/>
                    <a:gd name="connsiteY17" fmla="*/ 6783 h 9813"/>
                    <a:gd name="connsiteX18" fmla="*/ 964 w 10000"/>
                    <a:gd name="connsiteY18" fmla="*/ 7341 h 9813"/>
                    <a:gd name="connsiteX19" fmla="*/ 1004 w 10000"/>
                    <a:gd name="connsiteY19" fmla="*/ 7516 h 9813"/>
                    <a:gd name="connsiteX20" fmla="*/ 964 w 10000"/>
                    <a:gd name="connsiteY20" fmla="*/ 8006 h 9813"/>
                    <a:gd name="connsiteX21" fmla="*/ 1044 w 10000"/>
                    <a:gd name="connsiteY21" fmla="*/ 8076 h 9813"/>
                    <a:gd name="connsiteX22" fmla="*/ 1365 w 10000"/>
                    <a:gd name="connsiteY22" fmla="*/ 8110 h 9813"/>
                    <a:gd name="connsiteX23" fmla="*/ 1406 w 10000"/>
                    <a:gd name="connsiteY23" fmla="*/ 8250 h 9813"/>
                    <a:gd name="connsiteX24" fmla="*/ 1767 w 10000"/>
                    <a:gd name="connsiteY24" fmla="*/ 8285 h 9813"/>
                    <a:gd name="connsiteX25" fmla="*/ 1968 w 10000"/>
                    <a:gd name="connsiteY25" fmla="*/ 8425 h 9813"/>
                    <a:gd name="connsiteX26" fmla="*/ 2008 w 10000"/>
                    <a:gd name="connsiteY26" fmla="*/ 8670 h 9813"/>
                    <a:gd name="connsiteX27" fmla="*/ 2651 w 10000"/>
                    <a:gd name="connsiteY27" fmla="*/ 9090 h 9813"/>
                    <a:gd name="connsiteX28" fmla="*/ 2811 w 10000"/>
                    <a:gd name="connsiteY28" fmla="*/ 9509 h 9813"/>
                    <a:gd name="connsiteX29" fmla="*/ 3253 w 10000"/>
                    <a:gd name="connsiteY29" fmla="*/ 9720 h 9813"/>
                    <a:gd name="connsiteX30" fmla="*/ 3167 w 10000"/>
                    <a:gd name="connsiteY30" fmla="*/ 7732 h 9813"/>
                    <a:gd name="connsiteX31" fmla="*/ 3537 w 10000"/>
                    <a:gd name="connsiteY31" fmla="*/ 7679 h 9813"/>
                    <a:gd name="connsiteX32" fmla="*/ 3795 w 10000"/>
                    <a:gd name="connsiteY32" fmla="*/ 7855 h 9813"/>
                    <a:gd name="connsiteX33" fmla="*/ 4153 w 10000"/>
                    <a:gd name="connsiteY33" fmla="*/ 7923 h 9813"/>
                    <a:gd name="connsiteX34" fmla="*/ 4406 w 10000"/>
                    <a:gd name="connsiteY34" fmla="*/ 7872 h 9813"/>
                    <a:gd name="connsiteX35" fmla="*/ 4600 w 10000"/>
                    <a:gd name="connsiteY35" fmla="*/ 7744 h 9813"/>
                    <a:gd name="connsiteX36" fmla="*/ 4762 w 10000"/>
                    <a:gd name="connsiteY36" fmla="*/ 7508 h 9813"/>
                    <a:gd name="connsiteX37" fmla="*/ 4901 w 10000"/>
                    <a:gd name="connsiteY37" fmla="*/ 7363 h 9813"/>
                    <a:gd name="connsiteX38" fmla="*/ 5080 w 10000"/>
                    <a:gd name="connsiteY38" fmla="*/ 7467 h 9813"/>
                    <a:gd name="connsiteX39" fmla="*/ 5337 w 10000"/>
                    <a:gd name="connsiteY39" fmla="*/ 7570 h 9813"/>
                    <a:gd name="connsiteX40" fmla="*/ 5564 w 10000"/>
                    <a:gd name="connsiteY40" fmla="*/ 7704 h 9813"/>
                    <a:gd name="connsiteX41" fmla="*/ 5768 w 10000"/>
                    <a:gd name="connsiteY41" fmla="*/ 7618 h 9813"/>
                    <a:gd name="connsiteX42" fmla="*/ 5933 w 10000"/>
                    <a:gd name="connsiteY42" fmla="*/ 7536 h 9813"/>
                    <a:gd name="connsiteX43" fmla="*/ 6089 w 10000"/>
                    <a:gd name="connsiteY43" fmla="*/ 7357 h 9813"/>
                    <a:gd name="connsiteX44" fmla="*/ 6274 w 10000"/>
                    <a:gd name="connsiteY44" fmla="*/ 7113 h 9813"/>
                    <a:gd name="connsiteX45" fmla="*/ 6389 w 10000"/>
                    <a:gd name="connsiteY45" fmla="*/ 7001 h 9813"/>
                    <a:gd name="connsiteX46" fmla="*/ 6524 w 10000"/>
                    <a:gd name="connsiteY46" fmla="*/ 6954 h 9813"/>
                    <a:gd name="connsiteX47" fmla="*/ 6531 w 10000"/>
                    <a:gd name="connsiteY47" fmla="*/ 6812 h 9813"/>
                    <a:gd name="connsiteX48" fmla="*/ 6424 w 10000"/>
                    <a:gd name="connsiteY48" fmla="*/ 6487 h 9813"/>
                    <a:gd name="connsiteX49" fmla="*/ 6602 w 10000"/>
                    <a:gd name="connsiteY49" fmla="*/ 6495 h 9813"/>
                    <a:gd name="connsiteX50" fmla="*/ 6707 w 10000"/>
                    <a:gd name="connsiteY50" fmla="*/ 6372 h 9813"/>
                    <a:gd name="connsiteX51" fmla="*/ 6876 w 10000"/>
                    <a:gd name="connsiteY51" fmla="*/ 6373 h 9813"/>
                    <a:gd name="connsiteX52" fmla="*/ 6827 w 10000"/>
                    <a:gd name="connsiteY52" fmla="*/ 7130 h 9813"/>
                    <a:gd name="connsiteX53" fmla="*/ 6991 w 10000"/>
                    <a:gd name="connsiteY53" fmla="*/ 7216 h 9813"/>
                    <a:gd name="connsiteX54" fmla="*/ 7275 w 10000"/>
                    <a:gd name="connsiteY54" fmla="*/ 7437 h 9813"/>
                    <a:gd name="connsiteX55" fmla="*/ 7430 w 10000"/>
                    <a:gd name="connsiteY55" fmla="*/ 7097 h 9813"/>
                    <a:gd name="connsiteX56" fmla="*/ 7470 w 10000"/>
                    <a:gd name="connsiteY56" fmla="*/ 7131 h 9813"/>
                    <a:gd name="connsiteX57" fmla="*/ 7590 w 10000"/>
                    <a:gd name="connsiteY57" fmla="*/ 6922 h 9813"/>
                    <a:gd name="connsiteX58" fmla="*/ 7831 w 10000"/>
                    <a:gd name="connsiteY58" fmla="*/ 6818 h 9813"/>
                    <a:gd name="connsiteX59" fmla="*/ 7952 w 10000"/>
                    <a:gd name="connsiteY59" fmla="*/ 6432 h 9813"/>
                    <a:gd name="connsiteX60" fmla="*/ 8313 w 10000"/>
                    <a:gd name="connsiteY60" fmla="*/ 5978 h 9813"/>
                    <a:gd name="connsiteX61" fmla="*/ 8594 w 10000"/>
                    <a:gd name="connsiteY61" fmla="*/ 5768 h 9813"/>
                    <a:gd name="connsiteX62" fmla="*/ 8795 w 10000"/>
                    <a:gd name="connsiteY62" fmla="*/ 5174 h 9813"/>
                    <a:gd name="connsiteX63" fmla="*/ 8795 w 10000"/>
                    <a:gd name="connsiteY63" fmla="*/ 5035 h 9813"/>
                    <a:gd name="connsiteX64" fmla="*/ 8755 w 10000"/>
                    <a:gd name="connsiteY64" fmla="*/ 4685 h 9813"/>
                    <a:gd name="connsiteX65" fmla="*/ 9157 w 10000"/>
                    <a:gd name="connsiteY65" fmla="*/ 3425 h 9813"/>
                    <a:gd name="connsiteX66" fmla="*/ 9277 w 10000"/>
                    <a:gd name="connsiteY66" fmla="*/ 3425 h 9813"/>
                    <a:gd name="connsiteX67" fmla="*/ 9438 w 10000"/>
                    <a:gd name="connsiteY67" fmla="*/ 3322 h 9813"/>
                    <a:gd name="connsiteX68" fmla="*/ 9920 w 10000"/>
                    <a:gd name="connsiteY68" fmla="*/ 3146 h 9813"/>
                    <a:gd name="connsiteX69" fmla="*/ 10000 w 10000"/>
                    <a:gd name="connsiteY69" fmla="*/ 2867 h 9813"/>
                    <a:gd name="connsiteX70" fmla="*/ 9960 w 10000"/>
                    <a:gd name="connsiteY70" fmla="*/ 2796 h 9813"/>
                    <a:gd name="connsiteX71" fmla="*/ 9799 w 10000"/>
                    <a:gd name="connsiteY71" fmla="*/ 2796 h 9813"/>
                    <a:gd name="connsiteX72" fmla="*/ 9679 w 10000"/>
                    <a:gd name="connsiteY72" fmla="*/ 2622 h 9813"/>
                    <a:gd name="connsiteX73" fmla="*/ 9438 w 10000"/>
                    <a:gd name="connsiteY73" fmla="*/ 2553 h 9813"/>
                    <a:gd name="connsiteX74" fmla="*/ 9317 w 10000"/>
                    <a:gd name="connsiteY74" fmla="*/ 2412 h 9813"/>
                    <a:gd name="connsiteX75" fmla="*/ 9237 w 10000"/>
                    <a:gd name="connsiteY75" fmla="*/ 1888 h 9813"/>
                    <a:gd name="connsiteX76" fmla="*/ 9237 w 10000"/>
                    <a:gd name="connsiteY76" fmla="*/ 1153 h 9813"/>
                    <a:gd name="connsiteX77" fmla="*/ 9036 w 10000"/>
                    <a:gd name="connsiteY77" fmla="*/ 910 h 9813"/>
                    <a:gd name="connsiteX78" fmla="*/ 8996 w 10000"/>
                    <a:gd name="connsiteY78" fmla="*/ 664 h 9813"/>
                    <a:gd name="connsiteX79" fmla="*/ 8675 w 10000"/>
                    <a:gd name="connsiteY79" fmla="*/ 315 h 9813"/>
                    <a:gd name="connsiteX80" fmla="*/ 8394 w 10000"/>
                    <a:gd name="connsiteY80" fmla="*/ 176 h 9813"/>
                    <a:gd name="connsiteX81" fmla="*/ 8233 w 10000"/>
                    <a:gd name="connsiteY81" fmla="*/ 0 h 9813"/>
                    <a:gd name="connsiteX82" fmla="*/ 7992 w 10000"/>
                    <a:gd name="connsiteY82" fmla="*/ 176 h 9813"/>
                    <a:gd name="connsiteX83" fmla="*/ 7831 w 10000"/>
                    <a:gd name="connsiteY83" fmla="*/ 140 h 9813"/>
                    <a:gd name="connsiteX84" fmla="*/ 7711 w 10000"/>
                    <a:gd name="connsiteY84" fmla="*/ 453 h 9813"/>
                    <a:gd name="connsiteX85" fmla="*/ 7390 w 10000"/>
                    <a:gd name="connsiteY85" fmla="*/ 525 h 9813"/>
                    <a:gd name="connsiteX86" fmla="*/ 7309 w 10000"/>
                    <a:gd name="connsiteY86" fmla="*/ 768 h 9813"/>
                    <a:gd name="connsiteX87" fmla="*/ 7028 w 10000"/>
                    <a:gd name="connsiteY87" fmla="*/ 768 h 9813"/>
                    <a:gd name="connsiteX88" fmla="*/ 6787 w 10000"/>
                    <a:gd name="connsiteY88" fmla="*/ 664 h 9813"/>
                    <a:gd name="connsiteX89" fmla="*/ 6265 w 10000"/>
                    <a:gd name="connsiteY89" fmla="*/ 664 h 9813"/>
                    <a:gd name="connsiteX90" fmla="*/ 5743 w 10000"/>
                    <a:gd name="connsiteY90" fmla="*/ 664 h 9813"/>
                    <a:gd name="connsiteX91" fmla="*/ 5783 w 10000"/>
                    <a:gd name="connsiteY91" fmla="*/ 525 h 9813"/>
                    <a:gd name="connsiteX92" fmla="*/ 5703 w 10000"/>
                    <a:gd name="connsiteY92" fmla="*/ 525 h 9813"/>
                    <a:gd name="connsiteX93" fmla="*/ 5663 w 10000"/>
                    <a:gd name="connsiteY93" fmla="*/ 664 h 9813"/>
                    <a:gd name="connsiteX94" fmla="*/ 5181 w 10000"/>
                    <a:gd name="connsiteY94" fmla="*/ 664 h 9813"/>
                    <a:gd name="connsiteX95" fmla="*/ 4699 w 10000"/>
                    <a:gd name="connsiteY95" fmla="*/ 664 h 9813"/>
                    <a:gd name="connsiteX96" fmla="*/ 4217 w 10000"/>
                    <a:gd name="connsiteY96" fmla="*/ 664 h 9813"/>
                    <a:gd name="connsiteX97" fmla="*/ 3735 w 10000"/>
                    <a:gd name="connsiteY97" fmla="*/ 664 h 9813"/>
                    <a:gd name="connsiteX98" fmla="*/ 3293 w 10000"/>
                    <a:gd name="connsiteY98" fmla="*/ 664 h 9813"/>
                    <a:gd name="connsiteX99" fmla="*/ 2811 w 10000"/>
                    <a:gd name="connsiteY99" fmla="*/ 664 h 9813"/>
                    <a:gd name="connsiteX100" fmla="*/ 2369 w 10000"/>
                    <a:gd name="connsiteY100" fmla="*/ 664 h 9813"/>
                    <a:gd name="connsiteX101" fmla="*/ 1888 w 10000"/>
                    <a:gd name="connsiteY101" fmla="*/ 664 h 9813"/>
                    <a:gd name="connsiteX102" fmla="*/ 1888 w 10000"/>
                    <a:gd name="connsiteY102" fmla="*/ 1153 h 9813"/>
                    <a:gd name="connsiteX103" fmla="*/ 1888 w 10000"/>
                    <a:gd name="connsiteY103" fmla="*/ 1783 h 9813"/>
                    <a:gd name="connsiteX104" fmla="*/ 1285 w 10000"/>
                    <a:gd name="connsiteY104" fmla="*/ 1783 h 9813"/>
                    <a:gd name="connsiteX105" fmla="*/ 1285 w 10000"/>
                    <a:gd name="connsiteY105" fmla="*/ 2063 h 9813"/>
                    <a:gd name="connsiteX0" fmla="*/ 1285 w 10000"/>
                    <a:gd name="connsiteY0" fmla="*/ 2102 h 9690"/>
                    <a:gd name="connsiteX1" fmla="*/ 1285 w 10000"/>
                    <a:gd name="connsiteY1" fmla="*/ 2672 h 9690"/>
                    <a:gd name="connsiteX2" fmla="*/ 1285 w 10000"/>
                    <a:gd name="connsiteY2" fmla="*/ 3206 h 9690"/>
                    <a:gd name="connsiteX3" fmla="*/ 1285 w 10000"/>
                    <a:gd name="connsiteY3" fmla="*/ 3741 h 9690"/>
                    <a:gd name="connsiteX4" fmla="*/ 1285 w 10000"/>
                    <a:gd name="connsiteY4" fmla="*/ 4238 h 9690"/>
                    <a:gd name="connsiteX5" fmla="*/ 643 w 10000"/>
                    <a:gd name="connsiteY5" fmla="*/ 4347 h 9690"/>
                    <a:gd name="connsiteX6" fmla="*/ 522 w 10000"/>
                    <a:gd name="connsiteY6" fmla="*/ 4631 h 9690"/>
                    <a:gd name="connsiteX7" fmla="*/ 241 w 10000"/>
                    <a:gd name="connsiteY7" fmla="*/ 4987 h 9690"/>
                    <a:gd name="connsiteX8" fmla="*/ 241 w 10000"/>
                    <a:gd name="connsiteY8" fmla="*/ 5273 h 9690"/>
                    <a:gd name="connsiteX9" fmla="*/ 120 w 10000"/>
                    <a:gd name="connsiteY9" fmla="*/ 5344 h 9690"/>
                    <a:gd name="connsiteX10" fmla="*/ 120 w 10000"/>
                    <a:gd name="connsiteY10" fmla="*/ 5593 h 9690"/>
                    <a:gd name="connsiteX11" fmla="*/ 0 w 10000"/>
                    <a:gd name="connsiteY11" fmla="*/ 5808 h 9690"/>
                    <a:gd name="connsiteX12" fmla="*/ 0 w 10000"/>
                    <a:gd name="connsiteY12" fmla="*/ 5985 h 9690"/>
                    <a:gd name="connsiteX13" fmla="*/ 241 w 10000"/>
                    <a:gd name="connsiteY13" fmla="*/ 5949 h 9690"/>
                    <a:gd name="connsiteX14" fmla="*/ 281 w 10000"/>
                    <a:gd name="connsiteY14" fmla="*/ 6269 h 9690"/>
                    <a:gd name="connsiteX15" fmla="*/ 602 w 10000"/>
                    <a:gd name="connsiteY15" fmla="*/ 6841 h 9690"/>
                    <a:gd name="connsiteX16" fmla="*/ 602 w 10000"/>
                    <a:gd name="connsiteY16" fmla="*/ 6876 h 9690"/>
                    <a:gd name="connsiteX17" fmla="*/ 482 w 10000"/>
                    <a:gd name="connsiteY17" fmla="*/ 6912 h 9690"/>
                    <a:gd name="connsiteX18" fmla="*/ 964 w 10000"/>
                    <a:gd name="connsiteY18" fmla="*/ 7481 h 9690"/>
                    <a:gd name="connsiteX19" fmla="*/ 1004 w 10000"/>
                    <a:gd name="connsiteY19" fmla="*/ 7659 h 9690"/>
                    <a:gd name="connsiteX20" fmla="*/ 964 w 10000"/>
                    <a:gd name="connsiteY20" fmla="*/ 8159 h 9690"/>
                    <a:gd name="connsiteX21" fmla="*/ 1044 w 10000"/>
                    <a:gd name="connsiteY21" fmla="*/ 8230 h 9690"/>
                    <a:gd name="connsiteX22" fmla="*/ 1365 w 10000"/>
                    <a:gd name="connsiteY22" fmla="*/ 8265 h 9690"/>
                    <a:gd name="connsiteX23" fmla="*/ 1406 w 10000"/>
                    <a:gd name="connsiteY23" fmla="*/ 8407 h 9690"/>
                    <a:gd name="connsiteX24" fmla="*/ 1767 w 10000"/>
                    <a:gd name="connsiteY24" fmla="*/ 8443 h 9690"/>
                    <a:gd name="connsiteX25" fmla="*/ 1968 w 10000"/>
                    <a:gd name="connsiteY25" fmla="*/ 8586 h 9690"/>
                    <a:gd name="connsiteX26" fmla="*/ 2008 w 10000"/>
                    <a:gd name="connsiteY26" fmla="*/ 8835 h 9690"/>
                    <a:gd name="connsiteX27" fmla="*/ 2651 w 10000"/>
                    <a:gd name="connsiteY27" fmla="*/ 9263 h 9690"/>
                    <a:gd name="connsiteX28" fmla="*/ 2811 w 10000"/>
                    <a:gd name="connsiteY28" fmla="*/ 9690 h 9690"/>
                    <a:gd name="connsiteX29" fmla="*/ 2890 w 10000"/>
                    <a:gd name="connsiteY29" fmla="*/ 7871 h 9690"/>
                    <a:gd name="connsiteX30" fmla="*/ 3167 w 10000"/>
                    <a:gd name="connsiteY30" fmla="*/ 7879 h 9690"/>
                    <a:gd name="connsiteX31" fmla="*/ 3537 w 10000"/>
                    <a:gd name="connsiteY31" fmla="*/ 7825 h 9690"/>
                    <a:gd name="connsiteX32" fmla="*/ 3795 w 10000"/>
                    <a:gd name="connsiteY32" fmla="*/ 8005 h 9690"/>
                    <a:gd name="connsiteX33" fmla="*/ 4153 w 10000"/>
                    <a:gd name="connsiteY33" fmla="*/ 8074 h 9690"/>
                    <a:gd name="connsiteX34" fmla="*/ 4406 w 10000"/>
                    <a:gd name="connsiteY34" fmla="*/ 8022 h 9690"/>
                    <a:gd name="connsiteX35" fmla="*/ 4600 w 10000"/>
                    <a:gd name="connsiteY35" fmla="*/ 7892 h 9690"/>
                    <a:gd name="connsiteX36" fmla="*/ 4762 w 10000"/>
                    <a:gd name="connsiteY36" fmla="*/ 7651 h 9690"/>
                    <a:gd name="connsiteX37" fmla="*/ 4901 w 10000"/>
                    <a:gd name="connsiteY37" fmla="*/ 7503 h 9690"/>
                    <a:gd name="connsiteX38" fmla="*/ 5080 w 10000"/>
                    <a:gd name="connsiteY38" fmla="*/ 7609 h 9690"/>
                    <a:gd name="connsiteX39" fmla="*/ 5337 w 10000"/>
                    <a:gd name="connsiteY39" fmla="*/ 7714 h 9690"/>
                    <a:gd name="connsiteX40" fmla="*/ 5564 w 10000"/>
                    <a:gd name="connsiteY40" fmla="*/ 7851 h 9690"/>
                    <a:gd name="connsiteX41" fmla="*/ 5768 w 10000"/>
                    <a:gd name="connsiteY41" fmla="*/ 7763 h 9690"/>
                    <a:gd name="connsiteX42" fmla="*/ 5933 w 10000"/>
                    <a:gd name="connsiteY42" fmla="*/ 7680 h 9690"/>
                    <a:gd name="connsiteX43" fmla="*/ 6089 w 10000"/>
                    <a:gd name="connsiteY43" fmla="*/ 7497 h 9690"/>
                    <a:gd name="connsiteX44" fmla="*/ 6274 w 10000"/>
                    <a:gd name="connsiteY44" fmla="*/ 7249 h 9690"/>
                    <a:gd name="connsiteX45" fmla="*/ 6389 w 10000"/>
                    <a:gd name="connsiteY45" fmla="*/ 7134 h 9690"/>
                    <a:gd name="connsiteX46" fmla="*/ 6524 w 10000"/>
                    <a:gd name="connsiteY46" fmla="*/ 7087 h 9690"/>
                    <a:gd name="connsiteX47" fmla="*/ 6531 w 10000"/>
                    <a:gd name="connsiteY47" fmla="*/ 6942 h 9690"/>
                    <a:gd name="connsiteX48" fmla="*/ 6424 w 10000"/>
                    <a:gd name="connsiteY48" fmla="*/ 6611 h 9690"/>
                    <a:gd name="connsiteX49" fmla="*/ 6602 w 10000"/>
                    <a:gd name="connsiteY49" fmla="*/ 6619 h 9690"/>
                    <a:gd name="connsiteX50" fmla="*/ 6707 w 10000"/>
                    <a:gd name="connsiteY50" fmla="*/ 6493 h 9690"/>
                    <a:gd name="connsiteX51" fmla="*/ 6876 w 10000"/>
                    <a:gd name="connsiteY51" fmla="*/ 6494 h 9690"/>
                    <a:gd name="connsiteX52" fmla="*/ 6827 w 10000"/>
                    <a:gd name="connsiteY52" fmla="*/ 7266 h 9690"/>
                    <a:gd name="connsiteX53" fmla="*/ 6991 w 10000"/>
                    <a:gd name="connsiteY53" fmla="*/ 7354 h 9690"/>
                    <a:gd name="connsiteX54" fmla="*/ 7275 w 10000"/>
                    <a:gd name="connsiteY54" fmla="*/ 7579 h 9690"/>
                    <a:gd name="connsiteX55" fmla="*/ 7430 w 10000"/>
                    <a:gd name="connsiteY55" fmla="*/ 7232 h 9690"/>
                    <a:gd name="connsiteX56" fmla="*/ 7470 w 10000"/>
                    <a:gd name="connsiteY56" fmla="*/ 7267 h 9690"/>
                    <a:gd name="connsiteX57" fmla="*/ 7590 w 10000"/>
                    <a:gd name="connsiteY57" fmla="*/ 7054 h 9690"/>
                    <a:gd name="connsiteX58" fmla="*/ 7831 w 10000"/>
                    <a:gd name="connsiteY58" fmla="*/ 6948 h 9690"/>
                    <a:gd name="connsiteX59" fmla="*/ 7952 w 10000"/>
                    <a:gd name="connsiteY59" fmla="*/ 6555 h 9690"/>
                    <a:gd name="connsiteX60" fmla="*/ 8313 w 10000"/>
                    <a:gd name="connsiteY60" fmla="*/ 6092 h 9690"/>
                    <a:gd name="connsiteX61" fmla="*/ 8594 w 10000"/>
                    <a:gd name="connsiteY61" fmla="*/ 5878 h 9690"/>
                    <a:gd name="connsiteX62" fmla="*/ 8795 w 10000"/>
                    <a:gd name="connsiteY62" fmla="*/ 5273 h 9690"/>
                    <a:gd name="connsiteX63" fmla="*/ 8795 w 10000"/>
                    <a:gd name="connsiteY63" fmla="*/ 5131 h 9690"/>
                    <a:gd name="connsiteX64" fmla="*/ 8755 w 10000"/>
                    <a:gd name="connsiteY64" fmla="*/ 4774 h 9690"/>
                    <a:gd name="connsiteX65" fmla="*/ 9157 w 10000"/>
                    <a:gd name="connsiteY65" fmla="*/ 3490 h 9690"/>
                    <a:gd name="connsiteX66" fmla="*/ 9277 w 10000"/>
                    <a:gd name="connsiteY66" fmla="*/ 3490 h 9690"/>
                    <a:gd name="connsiteX67" fmla="*/ 9438 w 10000"/>
                    <a:gd name="connsiteY67" fmla="*/ 3385 h 9690"/>
                    <a:gd name="connsiteX68" fmla="*/ 9920 w 10000"/>
                    <a:gd name="connsiteY68" fmla="*/ 3206 h 9690"/>
                    <a:gd name="connsiteX69" fmla="*/ 10000 w 10000"/>
                    <a:gd name="connsiteY69" fmla="*/ 2922 h 9690"/>
                    <a:gd name="connsiteX70" fmla="*/ 9960 w 10000"/>
                    <a:gd name="connsiteY70" fmla="*/ 2849 h 9690"/>
                    <a:gd name="connsiteX71" fmla="*/ 9799 w 10000"/>
                    <a:gd name="connsiteY71" fmla="*/ 2849 h 9690"/>
                    <a:gd name="connsiteX72" fmla="*/ 9679 w 10000"/>
                    <a:gd name="connsiteY72" fmla="*/ 2672 h 9690"/>
                    <a:gd name="connsiteX73" fmla="*/ 9438 w 10000"/>
                    <a:gd name="connsiteY73" fmla="*/ 2602 h 9690"/>
                    <a:gd name="connsiteX74" fmla="*/ 9317 w 10000"/>
                    <a:gd name="connsiteY74" fmla="*/ 2458 h 9690"/>
                    <a:gd name="connsiteX75" fmla="*/ 9237 w 10000"/>
                    <a:gd name="connsiteY75" fmla="*/ 1924 h 9690"/>
                    <a:gd name="connsiteX76" fmla="*/ 9237 w 10000"/>
                    <a:gd name="connsiteY76" fmla="*/ 1175 h 9690"/>
                    <a:gd name="connsiteX77" fmla="*/ 9036 w 10000"/>
                    <a:gd name="connsiteY77" fmla="*/ 927 h 9690"/>
                    <a:gd name="connsiteX78" fmla="*/ 8996 w 10000"/>
                    <a:gd name="connsiteY78" fmla="*/ 677 h 9690"/>
                    <a:gd name="connsiteX79" fmla="*/ 8675 w 10000"/>
                    <a:gd name="connsiteY79" fmla="*/ 321 h 9690"/>
                    <a:gd name="connsiteX80" fmla="*/ 8394 w 10000"/>
                    <a:gd name="connsiteY80" fmla="*/ 179 h 9690"/>
                    <a:gd name="connsiteX81" fmla="*/ 8233 w 10000"/>
                    <a:gd name="connsiteY81" fmla="*/ 0 h 9690"/>
                    <a:gd name="connsiteX82" fmla="*/ 7992 w 10000"/>
                    <a:gd name="connsiteY82" fmla="*/ 179 h 9690"/>
                    <a:gd name="connsiteX83" fmla="*/ 7831 w 10000"/>
                    <a:gd name="connsiteY83" fmla="*/ 143 h 9690"/>
                    <a:gd name="connsiteX84" fmla="*/ 7711 w 10000"/>
                    <a:gd name="connsiteY84" fmla="*/ 462 h 9690"/>
                    <a:gd name="connsiteX85" fmla="*/ 7390 w 10000"/>
                    <a:gd name="connsiteY85" fmla="*/ 535 h 9690"/>
                    <a:gd name="connsiteX86" fmla="*/ 7309 w 10000"/>
                    <a:gd name="connsiteY86" fmla="*/ 783 h 9690"/>
                    <a:gd name="connsiteX87" fmla="*/ 7028 w 10000"/>
                    <a:gd name="connsiteY87" fmla="*/ 783 h 9690"/>
                    <a:gd name="connsiteX88" fmla="*/ 6787 w 10000"/>
                    <a:gd name="connsiteY88" fmla="*/ 677 h 9690"/>
                    <a:gd name="connsiteX89" fmla="*/ 6265 w 10000"/>
                    <a:gd name="connsiteY89" fmla="*/ 677 h 9690"/>
                    <a:gd name="connsiteX90" fmla="*/ 5743 w 10000"/>
                    <a:gd name="connsiteY90" fmla="*/ 677 h 9690"/>
                    <a:gd name="connsiteX91" fmla="*/ 5783 w 10000"/>
                    <a:gd name="connsiteY91" fmla="*/ 535 h 9690"/>
                    <a:gd name="connsiteX92" fmla="*/ 5703 w 10000"/>
                    <a:gd name="connsiteY92" fmla="*/ 535 h 9690"/>
                    <a:gd name="connsiteX93" fmla="*/ 5663 w 10000"/>
                    <a:gd name="connsiteY93" fmla="*/ 677 h 9690"/>
                    <a:gd name="connsiteX94" fmla="*/ 5181 w 10000"/>
                    <a:gd name="connsiteY94" fmla="*/ 677 h 9690"/>
                    <a:gd name="connsiteX95" fmla="*/ 4699 w 10000"/>
                    <a:gd name="connsiteY95" fmla="*/ 677 h 9690"/>
                    <a:gd name="connsiteX96" fmla="*/ 4217 w 10000"/>
                    <a:gd name="connsiteY96" fmla="*/ 677 h 9690"/>
                    <a:gd name="connsiteX97" fmla="*/ 3735 w 10000"/>
                    <a:gd name="connsiteY97" fmla="*/ 677 h 9690"/>
                    <a:gd name="connsiteX98" fmla="*/ 3293 w 10000"/>
                    <a:gd name="connsiteY98" fmla="*/ 677 h 9690"/>
                    <a:gd name="connsiteX99" fmla="*/ 2811 w 10000"/>
                    <a:gd name="connsiteY99" fmla="*/ 677 h 9690"/>
                    <a:gd name="connsiteX100" fmla="*/ 2369 w 10000"/>
                    <a:gd name="connsiteY100" fmla="*/ 677 h 9690"/>
                    <a:gd name="connsiteX101" fmla="*/ 1888 w 10000"/>
                    <a:gd name="connsiteY101" fmla="*/ 677 h 9690"/>
                    <a:gd name="connsiteX102" fmla="*/ 1888 w 10000"/>
                    <a:gd name="connsiteY102" fmla="*/ 1175 h 9690"/>
                    <a:gd name="connsiteX103" fmla="*/ 1888 w 10000"/>
                    <a:gd name="connsiteY103" fmla="*/ 1817 h 9690"/>
                    <a:gd name="connsiteX104" fmla="*/ 1285 w 10000"/>
                    <a:gd name="connsiteY104" fmla="*/ 1817 h 9690"/>
                    <a:gd name="connsiteX105" fmla="*/ 1285 w 10000"/>
                    <a:gd name="connsiteY105" fmla="*/ 2102 h 9690"/>
                    <a:gd name="connsiteX0" fmla="*/ 1285 w 10000"/>
                    <a:gd name="connsiteY0" fmla="*/ 2169 h 9707"/>
                    <a:gd name="connsiteX1" fmla="*/ 1285 w 10000"/>
                    <a:gd name="connsiteY1" fmla="*/ 2757 h 9707"/>
                    <a:gd name="connsiteX2" fmla="*/ 1285 w 10000"/>
                    <a:gd name="connsiteY2" fmla="*/ 3309 h 9707"/>
                    <a:gd name="connsiteX3" fmla="*/ 1285 w 10000"/>
                    <a:gd name="connsiteY3" fmla="*/ 3861 h 9707"/>
                    <a:gd name="connsiteX4" fmla="*/ 1285 w 10000"/>
                    <a:gd name="connsiteY4" fmla="*/ 4374 h 9707"/>
                    <a:gd name="connsiteX5" fmla="*/ 643 w 10000"/>
                    <a:gd name="connsiteY5" fmla="*/ 4486 h 9707"/>
                    <a:gd name="connsiteX6" fmla="*/ 522 w 10000"/>
                    <a:gd name="connsiteY6" fmla="*/ 4779 h 9707"/>
                    <a:gd name="connsiteX7" fmla="*/ 241 w 10000"/>
                    <a:gd name="connsiteY7" fmla="*/ 5147 h 9707"/>
                    <a:gd name="connsiteX8" fmla="*/ 241 w 10000"/>
                    <a:gd name="connsiteY8" fmla="*/ 5442 h 9707"/>
                    <a:gd name="connsiteX9" fmla="*/ 120 w 10000"/>
                    <a:gd name="connsiteY9" fmla="*/ 5515 h 9707"/>
                    <a:gd name="connsiteX10" fmla="*/ 120 w 10000"/>
                    <a:gd name="connsiteY10" fmla="*/ 5772 h 9707"/>
                    <a:gd name="connsiteX11" fmla="*/ 0 w 10000"/>
                    <a:gd name="connsiteY11" fmla="*/ 5994 h 9707"/>
                    <a:gd name="connsiteX12" fmla="*/ 0 w 10000"/>
                    <a:gd name="connsiteY12" fmla="*/ 6176 h 9707"/>
                    <a:gd name="connsiteX13" fmla="*/ 241 w 10000"/>
                    <a:gd name="connsiteY13" fmla="*/ 6139 h 9707"/>
                    <a:gd name="connsiteX14" fmla="*/ 281 w 10000"/>
                    <a:gd name="connsiteY14" fmla="*/ 6470 h 9707"/>
                    <a:gd name="connsiteX15" fmla="*/ 602 w 10000"/>
                    <a:gd name="connsiteY15" fmla="*/ 7060 h 9707"/>
                    <a:gd name="connsiteX16" fmla="*/ 602 w 10000"/>
                    <a:gd name="connsiteY16" fmla="*/ 7096 h 9707"/>
                    <a:gd name="connsiteX17" fmla="*/ 482 w 10000"/>
                    <a:gd name="connsiteY17" fmla="*/ 7133 h 9707"/>
                    <a:gd name="connsiteX18" fmla="*/ 964 w 10000"/>
                    <a:gd name="connsiteY18" fmla="*/ 7720 h 9707"/>
                    <a:gd name="connsiteX19" fmla="*/ 1004 w 10000"/>
                    <a:gd name="connsiteY19" fmla="*/ 7904 h 9707"/>
                    <a:gd name="connsiteX20" fmla="*/ 964 w 10000"/>
                    <a:gd name="connsiteY20" fmla="*/ 8420 h 9707"/>
                    <a:gd name="connsiteX21" fmla="*/ 1044 w 10000"/>
                    <a:gd name="connsiteY21" fmla="*/ 8493 h 9707"/>
                    <a:gd name="connsiteX22" fmla="*/ 1365 w 10000"/>
                    <a:gd name="connsiteY22" fmla="*/ 8529 h 9707"/>
                    <a:gd name="connsiteX23" fmla="*/ 1406 w 10000"/>
                    <a:gd name="connsiteY23" fmla="*/ 8676 h 9707"/>
                    <a:gd name="connsiteX24" fmla="*/ 1767 w 10000"/>
                    <a:gd name="connsiteY24" fmla="*/ 8713 h 9707"/>
                    <a:gd name="connsiteX25" fmla="*/ 1968 w 10000"/>
                    <a:gd name="connsiteY25" fmla="*/ 8861 h 9707"/>
                    <a:gd name="connsiteX26" fmla="*/ 2008 w 10000"/>
                    <a:gd name="connsiteY26" fmla="*/ 9118 h 9707"/>
                    <a:gd name="connsiteX27" fmla="*/ 2651 w 10000"/>
                    <a:gd name="connsiteY27" fmla="*/ 9559 h 9707"/>
                    <a:gd name="connsiteX28" fmla="*/ 2679 w 10000"/>
                    <a:gd name="connsiteY28" fmla="*/ 8143 h 9707"/>
                    <a:gd name="connsiteX29" fmla="*/ 2890 w 10000"/>
                    <a:gd name="connsiteY29" fmla="*/ 8123 h 9707"/>
                    <a:gd name="connsiteX30" fmla="*/ 3167 w 10000"/>
                    <a:gd name="connsiteY30" fmla="*/ 8131 h 9707"/>
                    <a:gd name="connsiteX31" fmla="*/ 3537 w 10000"/>
                    <a:gd name="connsiteY31" fmla="*/ 8075 h 9707"/>
                    <a:gd name="connsiteX32" fmla="*/ 3795 w 10000"/>
                    <a:gd name="connsiteY32" fmla="*/ 8261 h 9707"/>
                    <a:gd name="connsiteX33" fmla="*/ 4153 w 10000"/>
                    <a:gd name="connsiteY33" fmla="*/ 8332 h 9707"/>
                    <a:gd name="connsiteX34" fmla="*/ 4406 w 10000"/>
                    <a:gd name="connsiteY34" fmla="*/ 8279 h 9707"/>
                    <a:gd name="connsiteX35" fmla="*/ 4600 w 10000"/>
                    <a:gd name="connsiteY35" fmla="*/ 8144 h 9707"/>
                    <a:gd name="connsiteX36" fmla="*/ 4762 w 10000"/>
                    <a:gd name="connsiteY36" fmla="*/ 7896 h 9707"/>
                    <a:gd name="connsiteX37" fmla="*/ 4901 w 10000"/>
                    <a:gd name="connsiteY37" fmla="*/ 7743 h 9707"/>
                    <a:gd name="connsiteX38" fmla="*/ 5080 w 10000"/>
                    <a:gd name="connsiteY38" fmla="*/ 7852 h 9707"/>
                    <a:gd name="connsiteX39" fmla="*/ 5337 w 10000"/>
                    <a:gd name="connsiteY39" fmla="*/ 7961 h 9707"/>
                    <a:gd name="connsiteX40" fmla="*/ 5564 w 10000"/>
                    <a:gd name="connsiteY40" fmla="*/ 8102 h 9707"/>
                    <a:gd name="connsiteX41" fmla="*/ 5768 w 10000"/>
                    <a:gd name="connsiteY41" fmla="*/ 8011 h 9707"/>
                    <a:gd name="connsiteX42" fmla="*/ 5933 w 10000"/>
                    <a:gd name="connsiteY42" fmla="*/ 7926 h 9707"/>
                    <a:gd name="connsiteX43" fmla="*/ 6089 w 10000"/>
                    <a:gd name="connsiteY43" fmla="*/ 7737 h 9707"/>
                    <a:gd name="connsiteX44" fmla="*/ 6274 w 10000"/>
                    <a:gd name="connsiteY44" fmla="*/ 7481 h 9707"/>
                    <a:gd name="connsiteX45" fmla="*/ 6389 w 10000"/>
                    <a:gd name="connsiteY45" fmla="*/ 7362 h 9707"/>
                    <a:gd name="connsiteX46" fmla="*/ 6524 w 10000"/>
                    <a:gd name="connsiteY46" fmla="*/ 7314 h 9707"/>
                    <a:gd name="connsiteX47" fmla="*/ 6531 w 10000"/>
                    <a:gd name="connsiteY47" fmla="*/ 7164 h 9707"/>
                    <a:gd name="connsiteX48" fmla="*/ 6424 w 10000"/>
                    <a:gd name="connsiteY48" fmla="*/ 6822 h 9707"/>
                    <a:gd name="connsiteX49" fmla="*/ 6602 w 10000"/>
                    <a:gd name="connsiteY49" fmla="*/ 6831 h 9707"/>
                    <a:gd name="connsiteX50" fmla="*/ 6707 w 10000"/>
                    <a:gd name="connsiteY50" fmla="*/ 6701 h 9707"/>
                    <a:gd name="connsiteX51" fmla="*/ 6876 w 10000"/>
                    <a:gd name="connsiteY51" fmla="*/ 6702 h 9707"/>
                    <a:gd name="connsiteX52" fmla="*/ 6827 w 10000"/>
                    <a:gd name="connsiteY52" fmla="*/ 7498 h 9707"/>
                    <a:gd name="connsiteX53" fmla="*/ 6991 w 10000"/>
                    <a:gd name="connsiteY53" fmla="*/ 7589 h 9707"/>
                    <a:gd name="connsiteX54" fmla="*/ 7275 w 10000"/>
                    <a:gd name="connsiteY54" fmla="*/ 7821 h 9707"/>
                    <a:gd name="connsiteX55" fmla="*/ 7430 w 10000"/>
                    <a:gd name="connsiteY55" fmla="*/ 7463 h 9707"/>
                    <a:gd name="connsiteX56" fmla="*/ 7470 w 10000"/>
                    <a:gd name="connsiteY56" fmla="*/ 7499 h 9707"/>
                    <a:gd name="connsiteX57" fmla="*/ 7590 w 10000"/>
                    <a:gd name="connsiteY57" fmla="*/ 7280 h 9707"/>
                    <a:gd name="connsiteX58" fmla="*/ 7831 w 10000"/>
                    <a:gd name="connsiteY58" fmla="*/ 7170 h 9707"/>
                    <a:gd name="connsiteX59" fmla="*/ 7952 w 10000"/>
                    <a:gd name="connsiteY59" fmla="*/ 6765 h 9707"/>
                    <a:gd name="connsiteX60" fmla="*/ 8313 w 10000"/>
                    <a:gd name="connsiteY60" fmla="*/ 6287 h 9707"/>
                    <a:gd name="connsiteX61" fmla="*/ 8594 w 10000"/>
                    <a:gd name="connsiteY61" fmla="*/ 6066 h 9707"/>
                    <a:gd name="connsiteX62" fmla="*/ 8795 w 10000"/>
                    <a:gd name="connsiteY62" fmla="*/ 5442 h 9707"/>
                    <a:gd name="connsiteX63" fmla="*/ 8795 w 10000"/>
                    <a:gd name="connsiteY63" fmla="*/ 5295 h 9707"/>
                    <a:gd name="connsiteX64" fmla="*/ 8755 w 10000"/>
                    <a:gd name="connsiteY64" fmla="*/ 4927 h 9707"/>
                    <a:gd name="connsiteX65" fmla="*/ 9157 w 10000"/>
                    <a:gd name="connsiteY65" fmla="*/ 3602 h 9707"/>
                    <a:gd name="connsiteX66" fmla="*/ 9277 w 10000"/>
                    <a:gd name="connsiteY66" fmla="*/ 3602 h 9707"/>
                    <a:gd name="connsiteX67" fmla="*/ 9438 w 10000"/>
                    <a:gd name="connsiteY67" fmla="*/ 3493 h 9707"/>
                    <a:gd name="connsiteX68" fmla="*/ 9920 w 10000"/>
                    <a:gd name="connsiteY68" fmla="*/ 3309 h 9707"/>
                    <a:gd name="connsiteX69" fmla="*/ 10000 w 10000"/>
                    <a:gd name="connsiteY69" fmla="*/ 3015 h 9707"/>
                    <a:gd name="connsiteX70" fmla="*/ 9960 w 10000"/>
                    <a:gd name="connsiteY70" fmla="*/ 2940 h 9707"/>
                    <a:gd name="connsiteX71" fmla="*/ 9799 w 10000"/>
                    <a:gd name="connsiteY71" fmla="*/ 2940 h 9707"/>
                    <a:gd name="connsiteX72" fmla="*/ 9679 w 10000"/>
                    <a:gd name="connsiteY72" fmla="*/ 2757 h 9707"/>
                    <a:gd name="connsiteX73" fmla="*/ 9438 w 10000"/>
                    <a:gd name="connsiteY73" fmla="*/ 2685 h 9707"/>
                    <a:gd name="connsiteX74" fmla="*/ 9317 w 10000"/>
                    <a:gd name="connsiteY74" fmla="*/ 2537 h 9707"/>
                    <a:gd name="connsiteX75" fmla="*/ 9237 w 10000"/>
                    <a:gd name="connsiteY75" fmla="*/ 1986 h 9707"/>
                    <a:gd name="connsiteX76" fmla="*/ 9237 w 10000"/>
                    <a:gd name="connsiteY76" fmla="*/ 1213 h 9707"/>
                    <a:gd name="connsiteX77" fmla="*/ 9036 w 10000"/>
                    <a:gd name="connsiteY77" fmla="*/ 957 h 9707"/>
                    <a:gd name="connsiteX78" fmla="*/ 8996 w 10000"/>
                    <a:gd name="connsiteY78" fmla="*/ 699 h 9707"/>
                    <a:gd name="connsiteX79" fmla="*/ 8675 w 10000"/>
                    <a:gd name="connsiteY79" fmla="*/ 331 h 9707"/>
                    <a:gd name="connsiteX80" fmla="*/ 8394 w 10000"/>
                    <a:gd name="connsiteY80" fmla="*/ 185 h 9707"/>
                    <a:gd name="connsiteX81" fmla="*/ 8233 w 10000"/>
                    <a:gd name="connsiteY81" fmla="*/ 0 h 9707"/>
                    <a:gd name="connsiteX82" fmla="*/ 7992 w 10000"/>
                    <a:gd name="connsiteY82" fmla="*/ 185 h 9707"/>
                    <a:gd name="connsiteX83" fmla="*/ 7831 w 10000"/>
                    <a:gd name="connsiteY83" fmla="*/ 148 h 9707"/>
                    <a:gd name="connsiteX84" fmla="*/ 7711 w 10000"/>
                    <a:gd name="connsiteY84" fmla="*/ 477 h 9707"/>
                    <a:gd name="connsiteX85" fmla="*/ 7390 w 10000"/>
                    <a:gd name="connsiteY85" fmla="*/ 552 h 9707"/>
                    <a:gd name="connsiteX86" fmla="*/ 7309 w 10000"/>
                    <a:gd name="connsiteY86" fmla="*/ 808 h 9707"/>
                    <a:gd name="connsiteX87" fmla="*/ 7028 w 10000"/>
                    <a:gd name="connsiteY87" fmla="*/ 808 h 9707"/>
                    <a:gd name="connsiteX88" fmla="*/ 6787 w 10000"/>
                    <a:gd name="connsiteY88" fmla="*/ 699 h 9707"/>
                    <a:gd name="connsiteX89" fmla="*/ 6265 w 10000"/>
                    <a:gd name="connsiteY89" fmla="*/ 699 h 9707"/>
                    <a:gd name="connsiteX90" fmla="*/ 5743 w 10000"/>
                    <a:gd name="connsiteY90" fmla="*/ 699 h 9707"/>
                    <a:gd name="connsiteX91" fmla="*/ 5783 w 10000"/>
                    <a:gd name="connsiteY91" fmla="*/ 552 h 9707"/>
                    <a:gd name="connsiteX92" fmla="*/ 5703 w 10000"/>
                    <a:gd name="connsiteY92" fmla="*/ 552 h 9707"/>
                    <a:gd name="connsiteX93" fmla="*/ 5663 w 10000"/>
                    <a:gd name="connsiteY93" fmla="*/ 699 h 9707"/>
                    <a:gd name="connsiteX94" fmla="*/ 5181 w 10000"/>
                    <a:gd name="connsiteY94" fmla="*/ 699 h 9707"/>
                    <a:gd name="connsiteX95" fmla="*/ 4699 w 10000"/>
                    <a:gd name="connsiteY95" fmla="*/ 699 h 9707"/>
                    <a:gd name="connsiteX96" fmla="*/ 4217 w 10000"/>
                    <a:gd name="connsiteY96" fmla="*/ 699 h 9707"/>
                    <a:gd name="connsiteX97" fmla="*/ 3735 w 10000"/>
                    <a:gd name="connsiteY97" fmla="*/ 699 h 9707"/>
                    <a:gd name="connsiteX98" fmla="*/ 3293 w 10000"/>
                    <a:gd name="connsiteY98" fmla="*/ 699 h 9707"/>
                    <a:gd name="connsiteX99" fmla="*/ 2811 w 10000"/>
                    <a:gd name="connsiteY99" fmla="*/ 699 h 9707"/>
                    <a:gd name="connsiteX100" fmla="*/ 2369 w 10000"/>
                    <a:gd name="connsiteY100" fmla="*/ 699 h 9707"/>
                    <a:gd name="connsiteX101" fmla="*/ 1888 w 10000"/>
                    <a:gd name="connsiteY101" fmla="*/ 699 h 9707"/>
                    <a:gd name="connsiteX102" fmla="*/ 1888 w 10000"/>
                    <a:gd name="connsiteY102" fmla="*/ 1213 h 9707"/>
                    <a:gd name="connsiteX103" fmla="*/ 1888 w 10000"/>
                    <a:gd name="connsiteY103" fmla="*/ 1875 h 9707"/>
                    <a:gd name="connsiteX104" fmla="*/ 1285 w 10000"/>
                    <a:gd name="connsiteY104" fmla="*/ 1875 h 9707"/>
                    <a:gd name="connsiteX105" fmla="*/ 1285 w 10000"/>
                    <a:gd name="connsiteY105" fmla="*/ 2169 h 9707"/>
                    <a:gd name="connsiteX0" fmla="*/ 1285 w 10000"/>
                    <a:gd name="connsiteY0" fmla="*/ 2234 h 9424"/>
                    <a:gd name="connsiteX1" fmla="*/ 1285 w 10000"/>
                    <a:gd name="connsiteY1" fmla="*/ 2840 h 9424"/>
                    <a:gd name="connsiteX2" fmla="*/ 1285 w 10000"/>
                    <a:gd name="connsiteY2" fmla="*/ 3409 h 9424"/>
                    <a:gd name="connsiteX3" fmla="*/ 1285 w 10000"/>
                    <a:gd name="connsiteY3" fmla="*/ 3978 h 9424"/>
                    <a:gd name="connsiteX4" fmla="*/ 1285 w 10000"/>
                    <a:gd name="connsiteY4" fmla="*/ 4506 h 9424"/>
                    <a:gd name="connsiteX5" fmla="*/ 643 w 10000"/>
                    <a:gd name="connsiteY5" fmla="*/ 4621 h 9424"/>
                    <a:gd name="connsiteX6" fmla="*/ 522 w 10000"/>
                    <a:gd name="connsiteY6" fmla="*/ 4923 h 9424"/>
                    <a:gd name="connsiteX7" fmla="*/ 241 w 10000"/>
                    <a:gd name="connsiteY7" fmla="*/ 5302 h 9424"/>
                    <a:gd name="connsiteX8" fmla="*/ 241 w 10000"/>
                    <a:gd name="connsiteY8" fmla="*/ 5606 h 9424"/>
                    <a:gd name="connsiteX9" fmla="*/ 120 w 10000"/>
                    <a:gd name="connsiteY9" fmla="*/ 5681 h 9424"/>
                    <a:gd name="connsiteX10" fmla="*/ 120 w 10000"/>
                    <a:gd name="connsiteY10" fmla="*/ 5946 h 9424"/>
                    <a:gd name="connsiteX11" fmla="*/ 0 w 10000"/>
                    <a:gd name="connsiteY11" fmla="*/ 6175 h 9424"/>
                    <a:gd name="connsiteX12" fmla="*/ 0 w 10000"/>
                    <a:gd name="connsiteY12" fmla="*/ 6362 h 9424"/>
                    <a:gd name="connsiteX13" fmla="*/ 241 w 10000"/>
                    <a:gd name="connsiteY13" fmla="*/ 6324 h 9424"/>
                    <a:gd name="connsiteX14" fmla="*/ 281 w 10000"/>
                    <a:gd name="connsiteY14" fmla="*/ 6665 h 9424"/>
                    <a:gd name="connsiteX15" fmla="*/ 602 w 10000"/>
                    <a:gd name="connsiteY15" fmla="*/ 7273 h 9424"/>
                    <a:gd name="connsiteX16" fmla="*/ 602 w 10000"/>
                    <a:gd name="connsiteY16" fmla="*/ 7310 h 9424"/>
                    <a:gd name="connsiteX17" fmla="*/ 482 w 10000"/>
                    <a:gd name="connsiteY17" fmla="*/ 7348 h 9424"/>
                    <a:gd name="connsiteX18" fmla="*/ 964 w 10000"/>
                    <a:gd name="connsiteY18" fmla="*/ 7953 h 9424"/>
                    <a:gd name="connsiteX19" fmla="*/ 1004 w 10000"/>
                    <a:gd name="connsiteY19" fmla="*/ 8143 h 9424"/>
                    <a:gd name="connsiteX20" fmla="*/ 964 w 10000"/>
                    <a:gd name="connsiteY20" fmla="*/ 8674 h 9424"/>
                    <a:gd name="connsiteX21" fmla="*/ 1044 w 10000"/>
                    <a:gd name="connsiteY21" fmla="*/ 8749 h 9424"/>
                    <a:gd name="connsiteX22" fmla="*/ 1365 w 10000"/>
                    <a:gd name="connsiteY22" fmla="*/ 8786 h 9424"/>
                    <a:gd name="connsiteX23" fmla="*/ 1406 w 10000"/>
                    <a:gd name="connsiteY23" fmla="*/ 8938 h 9424"/>
                    <a:gd name="connsiteX24" fmla="*/ 1767 w 10000"/>
                    <a:gd name="connsiteY24" fmla="*/ 8976 h 9424"/>
                    <a:gd name="connsiteX25" fmla="*/ 1968 w 10000"/>
                    <a:gd name="connsiteY25" fmla="*/ 9128 h 9424"/>
                    <a:gd name="connsiteX26" fmla="*/ 2008 w 10000"/>
                    <a:gd name="connsiteY26" fmla="*/ 9393 h 9424"/>
                    <a:gd name="connsiteX27" fmla="*/ 2519 w 10000"/>
                    <a:gd name="connsiteY27" fmla="*/ 7935 h 9424"/>
                    <a:gd name="connsiteX28" fmla="*/ 2679 w 10000"/>
                    <a:gd name="connsiteY28" fmla="*/ 8389 h 9424"/>
                    <a:gd name="connsiteX29" fmla="*/ 2890 w 10000"/>
                    <a:gd name="connsiteY29" fmla="*/ 8368 h 9424"/>
                    <a:gd name="connsiteX30" fmla="*/ 3167 w 10000"/>
                    <a:gd name="connsiteY30" fmla="*/ 8376 h 9424"/>
                    <a:gd name="connsiteX31" fmla="*/ 3537 w 10000"/>
                    <a:gd name="connsiteY31" fmla="*/ 8319 h 9424"/>
                    <a:gd name="connsiteX32" fmla="*/ 3795 w 10000"/>
                    <a:gd name="connsiteY32" fmla="*/ 8510 h 9424"/>
                    <a:gd name="connsiteX33" fmla="*/ 4153 w 10000"/>
                    <a:gd name="connsiteY33" fmla="*/ 8583 h 9424"/>
                    <a:gd name="connsiteX34" fmla="*/ 4406 w 10000"/>
                    <a:gd name="connsiteY34" fmla="*/ 8529 h 9424"/>
                    <a:gd name="connsiteX35" fmla="*/ 4600 w 10000"/>
                    <a:gd name="connsiteY35" fmla="*/ 8390 h 9424"/>
                    <a:gd name="connsiteX36" fmla="*/ 4762 w 10000"/>
                    <a:gd name="connsiteY36" fmla="*/ 8134 h 9424"/>
                    <a:gd name="connsiteX37" fmla="*/ 4901 w 10000"/>
                    <a:gd name="connsiteY37" fmla="*/ 7977 h 9424"/>
                    <a:gd name="connsiteX38" fmla="*/ 5080 w 10000"/>
                    <a:gd name="connsiteY38" fmla="*/ 8089 h 9424"/>
                    <a:gd name="connsiteX39" fmla="*/ 5337 w 10000"/>
                    <a:gd name="connsiteY39" fmla="*/ 8201 h 9424"/>
                    <a:gd name="connsiteX40" fmla="*/ 5564 w 10000"/>
                    <a:gd name="connsiteY40" fmla="*/ 8347 h 9424"/>
                    <a:gd name="connsiteX41" fmla="*/ 5768 w 10000"/>
                    <a:gd name="connsiteY41" fmla="*/ 8253 h 9424"/>
                    <a:gd name="connsiteX42" fmla="*/ 5933 w 10000"/>
                    <a:gd name="connsiteY42" fmla="*/ 8165 h 9424"/>
                    <a:gd name="connsiteX43" fmla="*/ 6089 w 10000"/>
                    <a:gd name="connsiteY43" fmla="*/ 7971 h 9424"/>
                    <a:gd name="connsiteX44" fmla="*/ 6274 w 10000"/>
                    <a:gd name="connsiteY44" fmla="*/ 7707 h 9424"/>
                    <a:gd name="connsiteX45" fmla="*/ 6389 w 10000"/>
                    <a:gd name="connsiteY45" fmla="*/ 7584 h 9424"/>
                    <a:gd name="connsiteX46" fmla="*/ 6524 w 10000"/>
                    <a:gd name="connsiteY46" fmla="*/ 7535 h 9424"/>
                    <a:gd name="connsiteX47" fmla="*/ 6531 w 10000"/>
                    <a:gd name="connsiteY47" fmla="*/ 7380 h 9424"/>
                    <a:gd name="connsiteX48" fmla="*/ 6424 w 10000"/>
                    <a:gd name="connsiteY48" fmla="*/ 7028 h 9424"/>
                    <a:gd name="connsiteX49" fmla="*/ 6602 w 10000"/>
                    <a:gd name="connsiteY49" fmla="*/ 7037 h 9424"/>
                    <a:gd name="connsiteX50" fmla="*/ 6707 w 10000"/>
                    <a:gd name="connsiteY50" fmla="*/ 6903 h 9424"/>
                    <a:gd name="connsiteX51" fmla="*/ 6876 w 10000"/>
                    <a:gd name="connsiteY51" fmla="*/ 6904 h 9424"/>
                    <a:gd name="connsiteX52" fmla="*/ 6827 w 10000"/>
                    <a:gd name="connsiteY52" fmla="*/ 7724 h 9424"/>
                    <a:gd name="connsiteX53" fmla="*/ 6991 w 10000"/>
                    <a:gd name="connsiteY53" fmla="*/ 7818 h 9424"/>
                    <a:gd name="connsiteX54" fmla="*/ 7275 w 10000"/>
                    <a:gd name="connsiteY54" fmla="*/ 8057 h 9424"/>
                    <a:gd name="connsiteX55" fmla="*/ 7430 w 10000"/>
                    <a:gd name="connsiteY55" fmla="*/ 7688 h 9424"/>
                    <a:gd name="connsiteX56" fmla="*/ 7470 w 10000"/>
                    <a:gd name="connsiteY56" fmla="*/ 7725 h 9424"/>
                    <a:gd name="connsiteX57" fmla="*/ 7590 w 10000"/>
                    <a:gd name="connsiteY57" fmla="*/ 7500 h 9424"/>
                    <a:gd name="connsiteX58" fmla="*/ 7831 w 10000"/>
                    <a:gd name="connsiteY58" fmla="*/ 7386 h 9424"/>
                    <a:gd name="connsiteX59" fmla="*/ 7952 w 10000"/>
                    <a:gd name="connsiteY59" fmla="*/ 6969 h 9424"/>
                    <a:gd name="connsiteX60" fmla="*/ 8313 w 10000"/>
                    <a:gd name="connsiteY60" fmla="*/ 6477 h 9424"/>
                    <a:gd name="connsiteX61" fmla="*/ 8594 w 10000"/>
                    <a:gd name="connsiteY61" fmla="*/ 6249 h 9424"/>
                    <a:gd name="connsiteX62" fmla="*/ 8795 w 10000"/>
                    <a:gd name="connsiteY62" fmla="*/ 5606 h 9424"/>
                    <a:gd name="connsiteX63" fmla="*/ 8795 w 10000"/>
                    <a:gd name="connsiteY63" fmla="*/ 5455 h 9424"/>
                    <a:gd name="connsiteX64" fmla="*/ 8755 w 10000"/>
                    <a:gd name="connsiteY64" fmla="*/ 5076 h 9424"/>
                    <a:gd name="connsiteX65" fmla="*/ 9157 w 10000"/>
                    <a:gd name="connsiteY65" fmla="*/ 3711 h 9424"/>
                    <a:gd name="connsiteX66" fmla="*/ 9277 w 10000"/>
                    <a:gd name="connsiteY66" fmla="*/ 3711 h 9424"/>
                    <a:gd name="connsiteX67" fmla="*/ 9438 w 10000"/>
                    <a:gd name="connsiteY67" fmla="*/ 3598 h 9424"/>
                    <a:gd name="connsiteX68" fmla="*/ 9920 w 10000"/>
                    <a:gd name="connsiteY68" fmla="*/ 3409 h 9424"/>
                    <a:gd name="connsiteX69" fmla="*/ 10000 w 10000"/>
                    <a:gd name="connsiteY69" fmla="*/ 3106 h 9424"/>
                    <a:gd name="connsiteX70" fmla="*/ 9960 w 10000"/>
                    <a:gd name="connsiteY70" fmla="*/ 3029 h 9424"/>
                    <a:gd name="connsiteX71" fmla="*/ 9799 w 10000"/>
                    <a:gd name="connsiteY71" fmla="*/ 3029 h 9424"/>
                    <a:gd name="connsiteX72" fmla="*/ 9679 w 10000"/>
                    <a:gd name="connsiteY72" fmla="*/ 2840 h 9424"/>
                    <a:gd name="connsiteX73" fmla="*/ 9438 w 10000"/>
                    <a:gd name="connsiteY73" fmla="*/ 2766 h 9424"/>
                    <a:gd name="connsiteX74" fmla="*/ 9317 w 10000"/>
                    <a:gd name="connsiteY74" fmla="*/ 2614 h 9424"/>
                    <a:gd name="connsiteX75" fmla="*/ 9237 w 10000"/>
                    <a:gd name="connsiteY75" fmla="*/ 2046 h 9424"/>
                    <a:gd name="connsiteX76" fmla="*/ 9237 w 10000"/>
                    <a:gd name="connsiteY76" fmla="*/ 1250 h 9424"/>
                    <a:gd name="connsiteX77" fmla="*/ 9036 w 10000"/>
                    <a:gd name="connsiteY77" fmla="*/ 986 h 9424"/>
                    <a:gd name="connsiteX78" fmla="*/ 8996 w 10000"/>
                    <a:gd name="connsiteY78" fmla="*/ 720 h 9424"/>
                    <a:gd name="connsiteX79" fmla="*/ 8675 w 10000"/>
                    <a:gd name="connsiteY79" fmla="*/ 341 h 9424"/>
                    <a:gd name="connsiteX80" fmla="*/ 8394 w 10000"/>
                    <a:gd name="connsiteY80" fmla="*/ 191 h 9424"/>
                    <a:gd name="connsiteX81" fmla="*/ 8233 w 10000"/>
                    <a:gd name="connsiteY81" fmla="*/ 0 h 9424"/>
                    <a:gd name="connsiteX82" fmla="*/ 7992 w 10000"/>
                    <a:gd name="connsiteY82" fmla="*/ 191 h 9424"/>
                    <a:gd name="connsiteX83" fmla="*/ 7831 w 10000"/>
                    <a:gd name="connsiteY83" fmla="*/ 152 h 9424"/>
                    <a:gd name="connsiteX84" fmla="*/ 7711 w 10000"/>
                    <a:gd name="connsiteY84" fmla="*/ 491 h 9424"/>
                    <a:gd name="connsiteX85" fmla="*/ 7390 w 10000"/>
                    <a:gd name="connsiteY85" fmla="*/ 569 h 9424"/>
                    <a:gd name="connsiteX86" fmla="*/ 7309 w 10000"/>
                    <a:gd name="connsiteY86" fmla="*/ 832 h 9424"/>
                    <a:gd name="connsiteX87" fmla="*/ 7028 w 10000"/>
                    <a:gd name="connsiteY87" fmla="*/ 832 h 9424"/>
                    <a:gd name="connsiteX88" fmla="*/ 6787 w 10000"/>
                    <a:gd name="connsiteY88" fmla="*/ 720 h 9424"/>
                    <a:gd name="connsiteX89" fmla="*/ 6265 w 10000"/>
                    <a:gd name="connsiteY89" fmla="*/ 720 h 9424"/>
                    <a:gd name="connsiteX90" fmla="*/ 5743 w 10000"/>
                    <a:gd name="connsiteY90" fmla="*/ 720 h 9424"/>
                    <a:gd name="connsiteX91" fmla="*/ 5783 w 10000"/>
                    <a:gd name="connsiteY91" fmla="*/ 569 h 9424"/>
                    <a:gd name="connsiteX92" fmla="*/ 5703 w 10000"/>
                    <a:gd name="connsiteY92" fmla="*/ 569 h 9424"/>
                    <a:gd name="connsiteX93" fmla="*/ 5663 w 10000"/>
                    <a:gd name="connsiteY93" fmla="*/ 720 h 9424"/>
                    <a:gd name="connsiteX94" fmla="*/ 5181 w 10000"/>
                    <a:gd name="connsiteY94" fmla="*/ 720 h 9424"/>
                    <a:gd name="connsiteX95" fmla="*/ 4699 w 10000"/>
                    <a:gd name="connsiteY95" fmla="*/ 720 h 9424"/>
                    <a:gd name="connsiteX96" fmla="*/ 4217 w 10000"/>
                    <a:gd name="connsiteY96" fmla="*/ 720 h 9424"/>
                    <a:gd name="connsiteX97" fmla="*/ 3735 w 10000"/>
                    <a:gd name="connsiteY97" fmla="*/ 720 h 9424"/>
                    <a:gd name="connsiteX98" fmla="*/ 3293 w 10000"/>
                    <a:gd name="connsiteY98" fmla="*/ 720 h 9424"/>
                    <a:gd name="connsiteX99" fmla="*/ 2811 w 10000"/>
                    <a:gd name="connsiteY99" fmla="*/ 720 h 9424"/>
                    <a:gd name="connsiteX100" fmla="*/ 2369 w 10000"/>
                    <a:gd name="connsiteY100" fmla="*/ 720 h 9424"/>
                    <a:gd name="connsiteX101" fmla="*/ 1888 w 10000"/>
                    <a:gd name="connsiteY101" fmla="*/ 720 h 9424"/>
                    <a:gd name="connsiteX102" fmla="*/ 1888 w 10000"/>
                    <a:gd name="connsiteY102" fmla="*/ 1250 h 9424"/>
                    <a:gd name="connsiteX103" fmla="*/ 1888 w 10000"/>
                    <a:gd name="connsiteY103" fmla="*/ 1932 h 9424"/>
                    <a:gd name="connsiteX104" fmla="*/ 1285 w 10000"/>
                    <a:gd name="connsiteY104" fmla="*/ 1932 h 9424"/>
                    <a:gd name="connsiteX105" fmla="*/ 1285 w 10000"/>
                    <a:gd name="connsiteY105" fmla="*/ 2234 h 9424"/>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044 w 10000"/>
                    <a:gd name="connsiteY21" fmla="*/ 9284 h 10000"/>
                    <a:gd name="connsiteX22" fmla="*/ 1365 w 10000"/>
                    <a:gd name="connsiteY22" fmla="*/ 9323 h 10000"/>
                    <a:gd name="connsiteX23" fmla="*/ 1406 w 10000"/>
                    <a:gd name="connsiteY23" fmla="*/ 9484 h 10000"/>
                    <a:gd name="connsiteX24" fmla="*/ 1767 w 10000"/>
                    <a:gd name="connsiteY24" fmla="*/ 9525 h 10000"/>
                    <a:gd name="connsiteX25" fmla="*/ 1968 w 10000"/>
                    <a:gd name="connsiteY25" fmla="*/ 9686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044 w 10000"/>
                    <a:gd name="connsiteY21" fmla="*/ 9284 h 10000"/>
                    <a:gd name="connsiteX22" fmla="*/ 1365 w 10000"/>
                    <a:gd name="connsiteY22" fmla="*/ 9323 h 10000"/>
                    <a:gd name="connsiteX23" fmla="*/ 1406 w 10000"/>
                    <a:gd name="connsiteY23" fmla="*/ 9484 h 10000"/>
                    <a:gd name="connsiteX24" fmla="*/ 1767 w 10000"/>
                    <a:gd name="connsiteY24" fmla="*/ 9525 h 10000"/>
                    <a:gd name="connsiteX25" fmla="*/ 2050 w 10000"/>
                    <a:gd name="connsiteY25" fmla="*/ 8465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044 w 10000"/>
                    <a:gd name="connsiteY21" fmla="*/ 9284 h 10000"/>
                    <a:gd name="connsiteX22" fmla="*/ 1365 w 10000"/>
                    <a:gd name="connsiteY22" fmla="*/ 9323 h 10000"/>
                    <a:gd name="connsiteX23" fmla="*/ 1406 w 10000"/>
                    <a:gd name="connsiteY23" fmla="*/ 9484 h 10000"/>
                    <a:gd name="connsiteX24" fmla="*/ 1767 w 10000"/>
                    <a:gd name="connsiteY24" fmla="*/ 8782 h 10000"/>
                    <a:gd name="connsiteX25" fmla="*/ 2050 w 10000"/>
                    <a:gd name="connsiteY25" fmla="*/ 8465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044 w 10000"/>
                    <a:gd name="connsiteY21" fmla="*/ 9284 h 10000"/>
                    <a:gd name="connsiteX22" fmla="*/ 1365 w 10000"/>
                    <a:gd name="connsiteY22" fmla="*/ 9323 h 10000"/>
                    <a:gd name="connsiteX23" fmla="*/ 1406 w 10000"/>
                    <a:gd name="connsiteY23" fmla="*/ 9484 h 10000"/>
                    <a:gd name="connsiteX24" fmla="*/ 1767 w 10000"/>
                    <a:gd name="connsiteY24" fmla="*/ 8782 h 10000"/>
                    <a:gd name="connsiteX25" fmla="*/ 2050 w 10000"/>
                    <a:gd name="connsiteY25" fmla="*/ 8465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65 w 10000"/>
                    <a:gd name="connsiteY22" fmla="*/ 9323 h 10000"/>
                    <a:gd name="connsiteX23" fmla="*/ 1406 w 10000"/>
                    <a:gd name="connsiteY23" fmla="*/ 9484 h 10000"/>
                    <a:gd name="connsiteX24" fmla="*/ 1767 w 10000"/>
                    <a:gd name="connsiteY24" fmla="*/ 8782 h 10000"/>
                    <a:gd name="connsiteX25" fmla="*/ 2050 w 10000"/>
                    <a:gd name="connsiteY25" fmla="*/ 8465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06 w 10000"/>
                    <a:gd name="connsiteY23" fmla="*/ 9484 h 10000"/>
                    <a:gd name="connsiteX24" fmla="*/ 1767 w 10000"/>
                    <a:gd name="connsiteY24" fmla="*/ 8782 h 10000"/>
                    <a:gd name="connsiteX25" fmla="*/ 2050 w 10000"/>
                    <a:gd name="connsiteY25" fmla="*/ 8465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2050 w 10000"/>
                    <a:gd name="connsiteY25" fmla="*/ 8465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239 w 10000"/>
                    <a:gd name="connsiteY26" fmla="*/ 838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519 w 10000"/>
                    <a:gd name="connsiteY27" fmla="*/ 8420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79 w 10000"/>
                    <a:gd name="connsiteY28" fmla="*/ 8902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13 w 10000"/>
                    <a:gd name="connsiteY28" fmla="*/ 8588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13 w 10000"/>
                    <a:gd name="connsiteY28" fmla="*/ 8588 h 10000"/>
                    <a:gd name="connsiteX29" fmla="*/ 2890 w 10000"/>
                    <a:gd name="connsiteY29" fmla="*/ 8879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890 w 10000"/>
                    <a:gd name="connsiteY28" fmla="*/ 8879 h 10000"/>
                    <a:gd name="connsiteX29" fmla="*/ 3167 w 10000"/>
                    <a:gd name="connsiteY29" fmla="*/ 8888 h 10000"/>
                    <a:gd name="connsiteX30" fmla="*/ 3537 w 10000"/>
                    <a:gd name="connsiteY30" fmla="*/ 8827 h 10000"/>
                    <a:gd name="connsiteX31" fmla="*/ 3795 w 10000"/>
                    <a:gd name="connsiteY31" fmla="*/ 9030 h 10000"/>
                    <a:gd name="connsiteX32" fmla="*/ 4153 w 10000"/>
                    <a:gd name="connsiteY32" fmla="*/ 9108 h 10000"/>
                    <a:gd name="connsiteX33" fmla="*/ 4406 w 10000"/>
                    <a:gd name="connsiteY33" fmla="*/ 9050 h 10000"/>
                    <a:gd name="connsiteX34" fmla="*/ 4600 w 10000"/>
                    <a:gd name="connsiteY34" fmla="*/ 8903 h 10000"/>
                    <a:gd name="connsiteX35" fmla="*/ 4762 w 10000"/>
                    <a:gd name="connsiteY35" fmla="*/ 8631 h 10000"/>
                    <a:gd name="connsiteX36" fmla="*/ 4901 w 10000"/>
                    <a:gd name="connsiteY36" fmla="*/ 8465 h 10000"/>
                    <a:gd name="connsiteX37" fmla="*/ 5080 w 10000"/>
                    <a:gd name="connsiteY37" fmla="*/ 8583 h 10000"/>
                    <a:gd name="connsiteX38" fmla="*/ 5337 w 10000"/>
                    <a:gd name="connsiteY38" fmla="*/ 8702 h 10000"/>
                    <a:gd name="connsiteX39" fmla="*/ 5564 w 10000"/>
                    <a:gd name="connsiteY39" fmla="*/ 8857 h 10000"/>
                    <a:gd name="connsiteX40" fmla="*/ 5768 w 10000"/>
                    <a:gd name="connsiteY40" fmla="*/ 8757 h 10000"/>
                    <a:gd name="connsiteX41" fmla="*/ 5933 w 10000"/>
                    <a:gd name="connsiteY41" fmla="*/ 8664 h 10000"/>
                    <a:gd name="connsiteX42" fmla="*/ 6089 w 10000"/>
                    <a:gd name="connsiteY42" fmla="*/ 8458 h 10000"/>
                    <a:gd name="connsiteX43" fmla="*/ 6274 w 10000"/>
                    <a:gd name="connsiteY43" fmla="*/ 8178 h 10000"/>
                    <a:gd name="connsiteX44" fmla="*/ 6389 w 10000"/>
                    <a:gd name="connsiteY44" fmla="*/ 8048 h 10000"/>
                    <a:gd name="connsiteX45" fmla="*/ 6524 w 10000"/>
                    <a:gd name="connsiteY45" fmla="*/ 7996 h 10000"/>
                    <a:gd name="connsiteX46" fmla="*/ 6531 w 10000"/>
                    <a:gd name="connsiteY46" fmla="*/ 7831 h 10000"/>
                    <a:gd name="connsiteX47" fmla="*/ 6424 w 10000"/>
                    <a:gd name="connsiteY47" fmla="*/ 7458 h 10000"/>
                    <a:gd name="connsiteX48" fmla="*/ 6602 w 10000"/>
                    <a:gd name="connsiteY48" fmla="*/ 7467 h 10000"/>
                    <a:gd name="connsiteX49" fmla="*/ 6707 w 10000"/>
                    <a:gd name="connsiteY49" fmla="*/ 7325 h 10000"/>
                    <a:gd name="connsiteX50" fmla="*/ 6876 w 10000"/>
                    <a:gd name="connsiteY50" fmla="*/ 7326 h 10000"/>
                    <a:gd name="connsiteX51" fmla="*/ 6827 w 10000"/>
                    <a:gd name="connsiteY51" fmla="*/ 8196 h 10000"/>
                    <a:gd name="connsiteX52" fmla="*/ 6991 w 10000"/>
                    <a:gd name="connsiteY52" fmla="*/ 8296 h 10000"/>
                    <a:gd name="connsiteX53" fmla="*/ 7275 w 10000"/>
                    <a:gd name="connsiteY53" fmla="*/ 8549 h 10000"/>
                    <a:gd name="connsiteX54" fmla="*/ 7430 w 10000"/>
                    <a:gd name="connsiteY54" fmla="*/ 8158 h 10000"/>
                    <a:gd name="connsiteX55" fmla="*/ 7470 w 10000"/>
                    <a:gd name="connsiteY55" fmla="*/ 8197 h 10000"/>
                    <a:gd name="connsiteX56" fmla="*/ 7590 w 10000"/>
                    <a:gd name="connsiteY56" fmla="*/ 7958 h 10000"/>
                    <a:gd name="connsiteX57" fmla="*/ 7831 w 10000"/>
                    <a:gd name="connsiteY57" fmla="*/ 7837 h 10000"/>
                    <a:gd name="connsiteX58" fmla="*/ 7952 w 10000"/>
                    <a:gd name="connsiteY58" fmla="*/ 7395 h 10000"/>
                    <a:gd name="connsiteX59" fmla="*/ 8313 w 10000"/>
                    <a:gd name="connsiteY59" fmla="*/ 6873 h 10000"/>
                    <a:gd name="connsiteX60" fmla="*/ 8594 w 10000"/>
                    <a:gd name="connsiteY60" fmla="*/ 6631 h 10000"/>
                    <a:gd name="connsiteX61" fmla="*/ 8795 w 10000"/>
                    <a:gd name="connsiteY61" fmla="*/ 5949 h 10000"/>
                    <a:gd name="connsiteX62" fmla="*/ 8795 w 10000"/>
                    <a:gd name="connsiteY62" fmla="*/ 5788 h 10000"/>
                    <a:gd name="connsiteX63" fmla="*/ 8755 w 10000"/>
                    <a:gd name="connsiteY63" fmla="*/ 5386 h 10000"/>
                    <a:gd name="connsiteX64" fmla="*/ 9157 w 10000"/>
                    <a:gd name="connsiteY64" fmla="*/ 3938 h 10000"/>
                    <a:gd name="connsiteX65" fmla="*/ 9277 w 10000"/>
                    <a:gd name="connsiteY65" fmla="*/ 3938 h 10000"/>
                    <a:gd name="connsiteX66" fmla="*/ 9438 w 10000"/>
                    <a:gd name="connsiteY66" fmla="*/ 3818 h 10000"/>
                    <a:gd name="connsiteX67" fmla="*/ 9920 w 10000"/>
                    <a:gd name="connsiteY67" fmla="*/ 3617 h 10000"/>
                    <a:gd name="connsiteX68" fmla="*/ 10000 w 10000"/>
                    <a:gd name="connsiteY68" fmla="*/ 3296 h 10000"/>
                    <a:gd name="connsiteX69" fmla="*/ 9960 w 10000"/>
                    <a:gd name="connsiteY69" fmla="*/ 3214 h 10000"/>
                    <a:gd name="connsiteX70" fmla="*/ 9799 w 10000"/>
                    <a:gd name="connsiteY70" fmla="*/ 3214 h 10000"/>
                    <a:gd name="connsiteX71" fmla="*/ 9679 w 10000"/>
                    <a:gd name="connsiteY71" fmla="*/ 3014 h 10000"/>
                    <a:gd name="connsiteX72" fmla="*/ 9438 w 10000"/>
                    <a:gd name="connsiteY72" fmla="*/ 2935 h 10000"/>
                    <a:gd name="connsiteX73" fmla="*/ 9317 w 10000"/>
                    <a:gd name="connsiteY73" fmla="*/ 2774 h 10000"/>
                    <a:gd name="connsiteX74" fmla="*/ 9237 w 10000"/>
                    <a:gd name="connsiteY74" fmla="*/ 2171 h 10000"/>
                    <a:gd name="connsiteX75" fmla="*/ 9237 w 10000"/>
                    <a:gd name="connsiteY75" fmla="*/ 1326 h 10000"/>
                    <a:gd name="connsiteX76" fmla="*/ 9036 w 10000"/>
                    <a:gd name="connsiteY76" fmla="*/ 1046 h 10000"/>
                    <a:gd name="connsiteX77" fmla="*/ 8996 w 10000"/>
                    <a:gd name="connsiteY77" fmla="*/ 764 h 10000"/>
                    <a:gd name="connsiteX78" fmla="*/ 8675 w 10000"/>
                    <a:gd name="connsiteY78" fmla="*/ 362 h 10000"/>
                    <a:gd name="connsiteX79" fmla="*/ 8394 w 10000"/>
                    <a:gd name="connsiteY79" fmla="*/ 203 h 10000"/>
                    <a:gd name="connsiteX80" fmla="*/ 8233 w 10000"/>
                    <a:gd name="connsiteY80" fmla="*/ 0 h 10000"/>
                    <a:gd name="connsiteX81" fmla="*/ 7992 w 10000"/>
                    <a:gd name="connsiteY81" fmla="*/ 203 h 10000"/>
                    <a:gd name="connsiteX82" fmla="*/ 7831 w 10000"/>
                    <a:gd name="connsiteY82" fmla="*/ 161 h 10000"/>
                    <a:gd name="connsiteX83" fmla="*/ 7711 w 10000"/>
                    <a:gd name="connsiteY83" fmla="*/ 521 h 10000"/>
                    <a:gd name="connsiteX84" fmla="*/ 7390 w 10000"/>
                    <a:gd name="connsiteY84" fmla="*/ 604 h 10000"/>
                    <a:gd name="connsiteX85" fmla="*/ 7309 w 10000"/>
                    <a:gd name="connsiteY85" fmla="*/ 883 h 10000"/>
                    <a:gd name="connsiteX86" fmla="*/ 7028 w 10000"/>
                    <a:gd name="connsiteY86" fmla="*/ 883 h 10000"/>
                    <a:gd name="connsiteX87" fmla="*/ 6787 w 10000"/>
                    <a:gd name="connsiteY87" fmla="*/ 764 h 10000"/>
                    <a:gd name="connsiteX88" fmla="*/ 6265 w 10000"/>
                    <a:gd name="connsiteY88" fmla="*/ 764 h 10000"/>
                    <a:gd name="connsiteX89" fmla="*/ 5743 w 10000"/>
                    <a:gd name="connsiteY89" fmla="*/ 764 h 10000"/>
                    <a:gd name="connsiteX90" fmla="*/ 5783 w 10000"/>
                    <a:gd name="connsiteY90" fmla="*/ 604 h 10000"/>
                    <a:gd name="connsiteX91" fmla="*/ 5703 w 10000"/>
                    <a:gd name="connsiteY91" fmla="*/ 604 h 10000"/>
                    <a:gd name="connsiteX92" fmla="*/ 5663 w 10000"/>
                    <a:gd name="connsiteY92" fmla="*/ 764 h 10000"/>
                    <a:gd name="connsiteX93" fmla="*/ 5181 w 10000"/>
                    <a:gd name="connsiteY93" fmla="*/ 764 h 10000"/>
                    <a:gd name="connsiteX94" fmla="*/ 4699 w 10000"/>
                    <a:gd name="connsiteY94" fmla="*/ 764 h 10000"/>
                    <a:gd name="connsiteX95" fmla="*/ 4217 w 10000"/>
                    <a:gd name="connsiteY95" fmla="*/ 764 h 10000"/>
                    <a:gd name="connsiteX96" fmla="*/ 3735 w 10000"/>
                    <a:gd name="connsiteY96" fmla="*/ 764 h 10000"/>
                    <a:gd name="connsiteX97" fmla="*/ 3293 w 10000"/>
                    <a:gd name="connsiteY97" fmla="*/ 764 h 10000"/>
                    <a:gd name="connsiteX98" fmla="*/ 2811 w 10000"/>
                    <a:gd name="connsiteY98" fmla="*/ 764 h 10000"/>
                    <a:gd name="connsiteX99" fmla="*/ 2369 w 10000"/>
                    <a:gd name="connsiteY99" fmla="*/ 764 h 10000"/>
                    <a:gd name="connsiteX100" fmla="*/ 1888 w 10000"/>
                    <a:gd name="connsiteY100" fmla="*/ 764 h 10000"/>
                    <a:gd name="connsiteX101" fmla="*/ 1888 w 10000"/>
                    <a:gd name="connsiteY101" fmla="*/ 1326 h 10000"/>
                    <a:gd name="connsiteX102" fmla="*/ 1888 w 10000"/>
                    <a:gd name="connsiteY102" fmla="*/ 2050 h 10000"/>
                    <a:gd name="connsiteX103" fmla="*/ 1285 w 10000"/>
                    <a:gd name="connsiteY103" fmla="*/ 2050 h 10000"/>
                    <a:gd name="connsiteX104" fmla="*/ 1285 w 10000"/>
                    <a:gd name="connsiteY104"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43 w 10000"/>
                    <a:gd name="connsiteY28" fmla="*/ 8747 h 10000"/>
                    <a:gd name="connsiteX29" fmla="*/ 3167 w 10000"/>
                    <a:gd name="connsiteY29" fmla="*/ 8888 h 10000"/>
                    <a:gd name="connsiteX30" fmla="*/ 3537 w 10000"/>
                    <a:gd name="connsiteY30" fmla="*/ 8827 h 10000"/>
                    <a:gd name="connsiteX31" fmla="*/ 3795 w 10000"/>
                    <a:gd name="connsiteY31" fmla="*/ 9030 h 10000"/>
                    <a:gd name="connsiteX32" fmla="*/ 4153 w 10000"/>
                    <a:gd name="connsiteY32" fmla="*/ 9108 h 10000"/>
                    <a:gd name="connsiteX33" fmla="*/ 4406 w 10000"/>
                    <a:gd name="connsiteY33" fmla="*/ 9050 h 10000"/>
                    <a:gd name="connsiteX34" fmla="*/ 4600 w 10000"/>
                    <a:gd name="connsiteY34" fmla="*/ 8903 h 10000"/>
                    <a:gd name="connsiteX35" fmla="*/ 4762 w 10000"/>
                    <a:gd name="connsiteY35" fmla="*/ 8631 h 10000"/>
                    <a:gd name="connsiteX36" fmla="*/ 4901 w 10000"/>
                    <a:gd name="connsiteY36" fmla="*/ 8465 h 10000"/>
                    <a:gd name="connsiteX37" fmla="*/ 5080 w 10000"/>
                    <a:gd name="connsiteY37" fmla="*/ 8583 h 10000"/>
                    <a:gd name="connsiteX38" fmla="*/ 5337 w 10000"/>
                    <a:gd name="connsiteY38" fmla="*/ 8702 h 10000"/>
                    <a:gd name="connsiteX39" fmla="*/ 5564 w 10000"/>
                    <a:gd name="connsiteY39" fmla="*/ 8857 h 10000"/>
                    <a:gd name="connsiteX40" fmla="*/ 5768 w 10000"/>
                    <a:gd name="connsiteY40" fmla="*/ 8757 h 10000"/>
                    <a:gd name="connsiteX41" fmla="*/ 5933 w 10000"/>
                    <a:gd name="connsiteY41" fmla="*/ 8664 h 10000"/>
                    <a:gd name="connsiteX42" fmla="*/ 6089 w 10000"/>
                    <a:gd name="connsiteY42" fmla="*/ 8458 h 10000"/>
                    <a:gd name="connsiteX43" fmla="*/ 6274 w 10000"/>
                    <a:gd name="connsiteY43" fmla="*/ 8178 h 10000"/>
                    <a:gd name="connsiteX44" fmla="*/ 6389 w 10000"/>
                    <a:gd name="connsiteY44" fmla="*/ 8048 h 10000"/>
                    <a:gd name="connsiteX45" fmla="*/ 6524 w 10000"/>
                    <a:gd name="connsiteY45" fmla="*/ 7996 h 10000"/>
                    <a:gd name="connsiteX46" fmla="*/ 6531 w 10000"/>
                    <a:gd name="connsiteY46" fmla="*/ 7831 h 10000"/>
                    <a:gd name="connsiteX47" fmla="*/ 6424 w 10000"/>
                    <a:gd name="connsiteY47" fmla="*/ 7458 h 10000"/>
                    <a:gd name="connsiteX48" fmla="*/ 6602 w 10000"/>
                    <a:gd name="connsiteY48" fmla="*/ 7467 h 10000"/>
                    <a:gd name="connsiteX49" fmla="*/ 6707 w 10000"/>
                    <a:gd name="connsiteY49" fmla="*/ 7325 h 10000"/>
                    <a:gd name="connsiteX50" fmla="*/ 6876 w 10000"/>
                    <a:gd name="connsiteY50" fmla="*/ 7326 h 10000"/>
                    <a:gd name="connsiteX51" fmla="*/ 6827 w 10000"/>
                    <a:gd name="connsiteY51" fmla="*/ 8196 h 10000"/>
                    <a:gd name="connsiteX52" fmla="*/ 6991 w 10000"/>
                    <a:gd name="connsiteY52" fmla="*/ 8296 h 10000"/>
                    <a:gd name="connsiteX53" fmla="*/ 7275 w 10000"/>
                    <a:gd name="connsiteY53" fmla="*/ 8549 h 10000"/>
                    <a:gd name="connsiteX54" fmla="*/ 7430 w 10000"/>
                    <a:gd name="connsiteY54" fmla="*/ 8158 h 10000"/>
                    <a:gd name="connsiteX55" fmla="*/ 7470 w 10000"/>
                    <a:gd name="connsiteY55" fmla="*/ 8197 h 10000"/>
                    <a:gd name="connsiteX56" fmla="*/ 7590 w 10000"/>
                    <a:gd name="connsiteY56" fmla="*/ 7958 h 10000"/>
                    <a:gd name="connsiteX57" fmla="*/ 7831 w 10000"/>
                    <a:gd name="connsiteY57" fmla="*/ 7837 h 10000"/>
                    <a:gd name="connsiteX58" fmla="*/ 7952 w 10000"/>
                    <a:gd name="connsiteY58" fmla="*/ 7395 h 10000"/>
                    <a:gd name="connsiteX59" fmla="*/ 8313 w 10000"/>
                    <a:gd name="connsiteY59" fmla="*/ 6873 h 10000"/>
                    <a:gd name="connsiteX60" fmla="*/ 8594 w 10000"/>
                    <a:gd name="connsiteY60" fmla="*/ 6631 h 10000"/>
                    <a:gd name="connsiteX61" fmla="*/ 8795 w 10000"/>
                    <a:gd name="connsiteY61" fmla="*/ 5949 h 10000"/>
                    <a:gd name="connsiteX62" fmla="*/ 8795 w 10000"/>
                    <a:gd name="connsiteY62" fmla="*/ 5788 h 10000"/>
                    <a:gd name="connsiteX63" fmla="*/ 8755 w 10000"/>
                    <a:gd name="connsiteY63" fmla="*/ 5386 h 10000"/>
                    <a:gd name="connsiteX64" fmla="*/ 9157 w 10000"/>
                    <a:gd name="connsiteY64" fmla="*/ 3938 h 10000"/>
                    <a:gd name="connsiteX65" fmla="*/ 9277 w 10000"/>
                    <a:gd name="connsiteY65" fmla="*/ 3938 h 10000"/>
                    <a:gd name="connsiteX66" fmla="*/ 9438 w 10000"/>
                    <a:gd name="connsiteY66" fmla="*/ 3818 h 10000"/>
                    <a:gd name="connsiteX67" fmla="*/ 9920 w 10000"/>
                    <a:gd name="connsiteY67" fmla="*/ 3617 h 10000"/>
                    <a:gd name="connsiteX68" fmla="*/ 10000 w 10000"/>
                    <a:gd name="connsiteY68" fmla="*/ 3296 h 10000"/>
                    <a:gd name="connsiteX69" fmla="*/ 9960 w 10000"/>
                    <a:gd name="connsiteY69" fmla="*/ 3214 h 10000"/>
                    <a:gd name="connsiteX70" fmla="*/ 9799 w 10000"/>
                    <a:gd name="connsiteY70" fmla="*/ 3214 h 10000"/>
                    <a:gd name="connsiteX71" fmla="*/ 9679 w 10000"/>
                    <a:gd name="connsiteY71" fmla="*/ 3014 h 10000"/>
                    <a:gd name="connsiteX72" fmla="*/ 9438 w 10000"/>
                    <a:gd name="connsiteY72" fmla="*/ 2935 h 10000"/>
                    <a:gd name="connsiteX73" fmla="*/ 9317 w 10000"/>
                    <a:gd name="connsiteY73" fmla="*/ 2774 h 10000"/>
                    <a:gd name="connsiteX74" fmla="*/ 9237 w 10000"/>
                    <a:gd name="connsiteY74" fmla="*/ 2171 h 10000"/>
                    <a:gd name="connsiteX75" fmla="*/ 9237 w 10000"/>
                    <a:gd name="connsiteY75" fmla="*/ 1326 h 10000"/>
                    <a:gd name="connsiteX76" fmla="*/ 9036 w 10000"/>
                    <a:gd name="connsiteY76" fmla="*/ 1046 h 10000"/>
                    <a:gd name="connsiteX77" fmla="*/ 8996 w 10000"/>
                    <a:gd name="connsiteY77" fmla="*/ 764 h 10000"/>
                    <a:gd name="connsiteX78" fmla="*/ 8675 w 10000"/>
                    <a:gd name="connsiteY78" fmla="*/ 362 h 10000"/>
                    <a:gd name="connsiteX79" fmla="*/ 8394 w 10000"/>
                    <a:gd name="connsiteY79" fmla="*/ 203 h 10000"/>
                    <a:gd name="connsiteX80" fmla="*/ 8233 w 10000"/>
                    <a:gd name="connsiteY80" fmla="*/ 0 h 10000"/>
                    <a:gd name="connsiteX81" fmla="*/ 7992 w 10000"/>
                    <a:gd name="connsiteY81" fmla="*/ 203 h 10000"/>
                    <a:gd name="connsiteX82" fmla="*/ 7831 w 10000"/>
                    <a:gd name="connsiteY82" fmla="*/ 161 h 10000"/>
                    <a:gd name="connsiteX83" fmla="*/ 7711 w 10000"/>
                    <a:gd name="connsiteY83" fmla="*/ 521 h 10000"/>
                    <a:gd name="connsiteX84" fmla="*/ 7390 w 10000"/>
                    <a:gd name="connsiteY84" fmla="*/ 604 h 10000"/>
                    <a:gd name="connsiteX85" fmla="*/ 7309 w 10000"/>
                    <a:gd name="connsiteY85" fmla="*/ 883 h 10000"/>
                    <a:gd name="connsiteX86" fmla="*/ 7028 w 10000"/>
                    <a:gd name="connsiteY86" fmla="*/ 883 h 10000"/>
                    <a:gd name="connsiteX87" fmla="*/ 6787 w 10000"/>
                    <a:gd name="connsiteY87" fmla="*/ 764 h 10000"/>
                    <a:gd name="connsiteX88" fmla="*/ 6265 w 10000"/>
                    <a:gd name="connsiteY88" fmla="*/ 764 h 10000"/>
                    <a:gd name="connsiteX89" fmla="*/ 5743 w 10000"/>
                    <a:gd name="connsiteY89" fmla="*/ 764 h 10000"/>
                    <a:gd name="connsiteX90" fmla="*/ 5783 w 10000"/>
                    <a:gd name="connsiteY90" fmla="*/ 604 h 10000"/>
                    <a:gd name="connsiteX91" fmla="*/ 5703 w 10000"/>
                    <a:gd name="connsiteY91" fmla="*/ 604 h 10000"/>
                    <a:gd name="connsiteX92" fmla="*/ 5663 w 10000"/>
                    <a:gd name="connsiteY92" fmla="*/ 764 h 10000"/>
                    <a:gd name="connsiteX93" fmla="*/ 5181 w 10000"/>
                    <a:gd name="connsiteY93" fmla="*/ 764 h 10000"/>
                    <a:gd name="connsiteX94" fmla="*/ 4699 w 10000"/>
                    <a:gd name="connsiteY94" fmla="*/ 764 h 10000"/>
                    <a:gd name="connsiteX95" fmla="*/ 4217 w 10000"/>
                    <a:gd name="connsiteY95" fmla="*/ 764 h 10000"/>
                    <a:gd name="connsiteX96" fmla="*/ 3735 w 10000"/>
                    <a:gd name="connsiteY96" fmla="*/ 764 h 10000"/>
                    <a:gd name="connsiteX97" fmla="*/ 3293 w 10000"/>
                    <a:gd name="connsiteY97" fmla="*/ 764 h 10000"/>
                    <a:gd name="connsiteX98" fmla="*/ 2811 w 10000"/>
                    <a:gd name="connsiteY98" fmla="*/ 764 h 10000"/>
                    <a:gd name="connsiteX99" fmla="*/ 2369 w 10000"/>
                    <a:gd name="connsiteY99" fmla="*/ 764 h 10000"/>
                    <a:gd name="connsiteX100" fmla="*/ 1888 w 10000"/>
                    <a:gd name="connsiteY100" fmla="*/ 764 h 10000"/>
                    <a:gd name="connsiteX101" fmla="*/ 1888 w 10000"/>
                    <a:gd name="connsiteY101" fmla="*/ 1326 h 10000"/>
                    <a:gd name="connsiteX102" fmla="*/ 1888 w 10000"/>
                    <a:gd name="connsiteY102" fmla="*/ 2050 h 10000"/>
                    <a:gd name="connsiteX103" fmla="*/ 1285 w 10000"/>
                    <a:gd name="connsiteY103" fmla="*/ 2050 h 10000"/>
                    <a:gd name="connsiteX104" fmla="*/ 1285 w 10000"/>
                    <a:gd name="connsiteY104"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43 w 10000"/>
                    <a:gd name="connsiteY28" fmla="*/ 8747 h 10000"/>
                    <a:gd name="connsiteX29" fmla="*/ 2960 w 10000"/>
                    <a:gd name="connsiteY29" fmla="*/ 8802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43 w 10000"/>
                    <a:gd name="connsiteY28" fmla="*/ 8747 h 10000"/>
                    <a:gd name="connsiteX29" fmla="*/ 2911 w 10000"/>
                    <a:gd name="connsiteY29" fmla="*/ 8918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424 w 10000"/>
                    <a:gd name="connsiteY48" fmla="*/ 7458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43 w 10000"/>
                    <a:gd name="connsiteY28" fmla="*/ 8747 h 10000"/>
                    <a:gd name="connsiteX29" fmla="*/ 2911 w 10000"/>
                    <a:gd name="connsiteY29" fmla="*/ 8918 h 10000"/>
                    <a:gd name="connsiteX30" fmla="*/ 3167 w 10000"/>
                    <a:gd name="connsiteY30" fmla="*/ 8888 h 10000"/>
                    <a:gd name="connsiteX31" fmla="*/ 3537 w 10000"/>
                    <a:gd name="connsiteY31" fmla="*/ 8827 h 10000"/>
                    <a:gd name="connsiteX32" fmla="*/ 3795 w 10000"/>
                    <a:gd name="connsiteY32" fmla="*/ 9030 h 10000"/>
                    <a:gd name="connsiteX33" fmla="*/ 4153 w 10000"/>
                    <a:gd name="connsiteY33" fmla="*/ 9108 h 10000"/>
                    <a:gd name="connsiteX34" fmla="*/ 4406 w 10000"/>
                    <a:gd name="connsiteY34" fmla="*/ 9050 h 10000"/>
                    <a:gd name="connsiteX35" fmla="*/ 4600 w 10000"/>
                    <a:gd name="connsiteY35" fmla="*/ 8903 h 10000"/>
                    <a:gd name="connsiteX36" fmla="*/ 4762 w 10000"/>
                    <a:gd name="connsiteY36" fmla="*/ 8631 h 10000"/>
                    <a:gd name="connsiteX37" fmla="*/ 4901 w 10000"/>
                    <a:gd name="connsiteY37" fmla="*/ 8465 h 10000"/>
                    <a:gd name="connsiteX38" fmla="*/ 5080 w 10000"/>
                    <a:gd name="connsiteY38" fmla="*/ 8583 h 10000"/>
                    <a:gd name="connsiteX39" fmla="*/ 5337 w 10000"/>
                    <a:gd name="connsiteY39" fmla="*/ 8702 h 10000"/>
                    <a:gd name="connsiteX40" fmla="*/ 5564 w 10000"/>
                    <a:gd name="connsiteY40" fmla="*/ 8857 h 10000"/>
                    <a:gd name="connsiteX41" fmla="*/ 5768 w 10000"/>
                    <a:gd name="connsiteY41" fmla="*/ 8757 h 10000"/>
                    <a:gd name="connsiteX42" fmla="*/ 5933 w 10000"/>
                    <a:gd name="connsiteY42" fmla="*/ 8664 h 10000"/>
                    <a:gd name="connsiteX43" fmla="*/ 6089 w 10000"/>
                    <a:gd name="connsiteY43" fmla="*/ 8458 h 10000"/>
                    <a:gd name="connsiteX44" fmla="*/ 6274 w 10000"/>
                    <a:gd name="connsiteY44" fmla="*/ 8178 h 10000"/>
                    <a:gd name="connsiteX45" fmla="*/ 6389 w 10000"/>
                    <a:gd name="connsiteY45" fmla="*/ 8048 h 10000"/>
                    <a:gd name="connsiteX46" fmla="*/ 6524 w 10000"/>
                    <a:gd name="connsiteY46" fmla="*/ 7996 h 10000"/>
                    <a:gd name="connsiteX47" fmla="*/ 6531 w 10000"/>
                    <a:gd name="connsiteY47" fmla="*/ 7831 h 10000"/>
                    <a:gd name="connsiteX48" fmla="*/ 6572 w 10000"/>
                    <a:gd name="connsiteY48" fmla="*/ 7640 h 10000"/>
                    <a:gd name="connsiteX49" fmla="*/ 6602 w 10000"/>
                    <a:gd name="connsiteY49" fmla="*/ 7467 h 10000"/>
                    <a:gd name="connsiteX50" fmla="*/ 6707 w 10000"/>
                    <a:gd name="connsiteY50" fmla="*/ 7325 h 10000"/>
                    <a:gd name="connsiteX51" fmla="*/ 6876 w 10000"/>
                    <a:gd name="connsiteY51" fmla="*/ 7326 h 10000"/>
                    <a:gd name="connsiteX52" fmla="*/ 6827 w 10000"/>
                    <a:gd name="connsiteY52" fmla="*/ 8196 h 10000"/>
                    <a:gd name="connsiteX53" fmla="*/ 6991 w 10000"/>
                    <a:gd name="connsiteY53" fmla="*/ 8296 h 10000"/>
                    <a:gd name="connsiteX54" fmla="*/ 7275 w 10000"/>
                    <a:gd name="connsiteY54" fmla="*/ 8549 h 10000"/>
                    <a:gd name="connsiteX55" fmla="*/ 7430 w 10000"/>
                    <a:gd name="connsiteY55" fmla="*/ 8158 h 10000"/>
                    <a:gd name="connsiteX56" fmla="*/ 7470 w 10000"/>
                    <a:gd name="connsiteY56" fmla="*/ 8197 h 10000"/>
                    <a:gd name="connsiteX57" fmla="*/ 7590 w 10000"/>
                    <a:gd name="connsiteY57" fmla="*/ 7958 h 10000"/>
                    <a:gd name="connsiteX58" fmla="*/ 7831 w 10000"/>
                    <a:gd name="connsiteY58" fmla="*/ 7837 h 10000"/>
                    <a:gd name="connsiteX59" fmla="*/ 7952 w 10000"/>
                    <a:gd name="connsiteY59" fmla="*/ 7395 h 10000"/>
                    <a:gd name="connsiteX60" fmla="*/ 8313 w 10000"/>
                    <a:gd name="connsiteY60" fmla="*/ 6873 h 10000"/>
                    <a:gd name="connsiteX61" fmla="*/ 8594 w 10000"/>
                    <a:gd name="connsiteY61" fmla="*/ 6631 h 10000"/>
                    <a:gd name="connsiteX62" fmla="*/ 8795 w 10000"/>
                    <a:gd name="connsiteY62" fmla="*/ 5949 h 10000"/>
                    <a:gd name="connsiteX63" fmla="*/ 8795 w 10000"/>
                    <a:gd name="connsiteY63" fmla="*/ 5788 h 10000"/>
                    <a:gd name="connsiteX64" fmla="*/ 8755 w 10000"/>
                    <a:gd name="connsiteY64" fmla="*/ 5386 h 10000"/>
                    <a:gd name="connsiteX65" fmla="*/ 9157 w 10000"/>
                    <a:gd name="connsiteY65" fmla="*/ 3938 h 10000"/>
                    <a:gd name="connsiteX66" fmla="*/ 9277 w 10000"/>
                    <a:gd name="connsiteY66" fmla="*/ 3938 h 10000"/>
                    <a:gd name="connsiteX67" fmla="*/ 9438 w 10000"/>
                    <a:gd name="connsiteY67" fmla="*/ 3818 h 10000"/>
                    <a:gd name="connsiteX68" fmla="*/ 9920 w 10000"/>
                    <a:gd name="connsiteY68" fmla="*/ 3617 h 10000"/>
                    <a:gd name="connsiteX69" fmla="*/ 10000 w 10000"/>
                    <a:gd name="connsiteY69" fmla="*/ 3296 h 10000"/>
                    <a:gd name="connsiteX70" fmla="*/ 9960 w 10000"/>
                    <a:gd name="connsiteY70" fmla="*/ 3214 h 10000"/>
                    <a:gd name="connsiteX71" fmla="*/ 9799 w 10000"/>
                    <a:gd name="connsiteY71" fmla="*/ 3214 h 10000"/>
                    <a:gd name="connsiteX72" fmla="*/ 9679 w 10000"/>
                    <a:gd name="connsiteY72" fmla="*/ 3014 h 10000"/>
                    <a:gd name="connsiteX73" fmla="*/ 9438 w 10000"/>
                    <a:gd name="connsiteY73" fmla="*/ 2935 h 10000"/>
                    <a:gd name="connsiteX74" fmla="*/ 9317 w 10000"/>
                    <a:gd name="connsiteY74" fmla="*/ 2774 h 10000"/>
                    <a:gd name="connsiteX75" fmla="*/ 9237 w 10000"/>
                    <a:gd name="connsiteY75" fmla="*/ 2171 h 10000"/>
                    <a:gd name="connsiteX76" fmla="*/ 9237 w 10000"/>
                    <a:gd name="connsiteY76" fmla="*/ 1326 h 10000"/>
                    <a:gd name="connsiteX77" fmla="*/ 9036 w 10000"/>
                    <a:gd name="connsiteY77" fmla="*/ 1046 h 10000"/>
                    <a:gd name="connsiteX78" fmla="*/ 8996 w 10000"/>
                    <a:gd name="connsiteY78" fmla="*/ 764 h 10000"/>
                    <a:gd name="connsiteX79" fmla="*/ 8675 w 10000"/>
                    <a:gd name="connsiteY79" fmla="*/ 362 h 10000"/>
                    <a:gd name="connsiteX80" fmla="*/ 8394 w 10000"/>
                    <a:gd name="connsiteY80" fmla="*/ 203 h 10000"/>
                    <a:gd name="connsiteX81" fmla="*/ 8233 w 10000"/>
                    <a:gd name="connsiteY81" fmla="*/ 0 h 10000"/>
                    <a:gd name="connsiteX82" fmla="*/ 7992 w 10000"/>
                    <a:gd name="connsiteY82" fmla="*/ 203 h 10000"/>
                    <a:gd name="connsiteX83" fmla="*/ 7831 w 10000"/>
                    <a:gd name="connsiteY83" fmla="*/ 161 h 10000"/>
                    <a:gd name="connsiteX84" fmla="*/ 7711 w 10000"/>
                    <a:gd name="connsiteY84" fmla="*/ 521 h 10000"/>
                    <a:gd name="connsiteX85" fmla="*/ 7390 w 10000"/>
                    <a:gd name="connsiteY85" fmla="*/ 604 h 10000"/>
                    <a:gd name="connsiteX86" fmla="*/ 7309 w 10000"/>
                    <a:gd name="connsiteY86" fmla="*/ 883 h 10000"/>
                    <a:gd name="connsiteX87" fmla="*/ 7028 w 10000"/>
                    <a:gd name="connsiteY87" fmla="*/ 883 h 10000"/>
                    <a:gd name="connsiteX88" fmla="*/ 6787 w 10000"/>
                    <a:gd name="connsiteY88" fmla="*/ 764 h 10000"/>
                    <a:gd name="connsiteX89" fmla="*/ 6265 w 10000"/>
                    <a:gd name="connsiteY89" fmla="*/ 764 h 10000"/>
                    <a:gd name="connsiteX90" fmla="*/ 5743 w 10000"/>
                    <a:gd name="connsiteY90" fmla="*/ 764 h 10000"/>
                    <a:gd name="connsiteX91" fmla="*/ 5783 w 10000"/>
                    <a:gd name="connsiteY91" fmla="*/ 604 h 10000"/>
                    <a:gd name="connsiteX92" fmla="*/ 5703 w 10000"/>
                    <a:gd name="connsiteY92" fmla="*/ 604 h 10000"/>
                    <a:gd name="connsiteX93" fmla="*/ 5663 w 10000"/>
                    <a:gd name="connsiteY93" fmla="*/ 764 h 10000"/>
                    <a:gd name="connsiteX94" fmla="*/ 5181 w 10000"/>
                    <a:gd name="connsiteY94" fmla="*/ 764 h 10000"/>
                    <a:gd name="connsiteX95" fmla="*/ 4699 w 10000"/>
                    <a:gd name="connsiteY95" fmla="*/ 764 h 10000"/>
                    <a:gd name="connsiteX96" fmla="*/ 4217 w 10000"/>
                    <a:gd name="connsiteY96" fmla="*/ 764 h 10000"/>
                    <a:gd name="connsiteX97" fmla="*/ 3735 w 10000"/>
                    <a:gd name="connsiteY97" fmla="*/ 764 h 10000"/>
                    <a:gd name="connsiteX98" fmla="*/ 3293 w 10000"/>
                    <a:gd name="connsiteY98" fmla="*/ 764 h 10000"/>
                    <a:gd name="connsiteX99" fmla="*/ 2811 w 10000"/>
                    <a:gd name="connsiteY99" fmla="*/ 764 h 10000"/>
                    <a:gd name="connsiteX100" fmla="*/ 2369 w 10000"/>
                    <a:gd name="connsiteY100" fmla="*/ 764 h 10000"/>
                    <a:gd name="connsiteX101" fmla="*/ 1888 w 10000"/>
                    <a:gd name="connsiteY101" fmla="*/ 764 h 10000"/>
                    <a:gd name="connsiteX102" fmla="*/ 1888 w 10000"/>
                    <a:gd name="connsiteY102" fmla="*/ 1326 h 10000"/>
                    <a:gd name="connsiteX103" fmla="*/ 1888 w 10000"/>
                    <a:gd name="connsiteY103" fmla="*/ 2050 h 10000"/>
                    <a:gd name="connsiteX104" fmla="*/ 1285 w 10000"/>
                    <a:gd name="connsiteY104" fmla="*/ 2050 h 10000"/>
                    <a:gd name="connsiteX105" fmla="*/ 1285 w 10000"/>
                    <a:gd name="connsiteY105" fmla="*/ 2371 h 10000"/>
                    <a:gd name="connsiteX0" fmla="*/ 1285 w 10000"/>
                    <a:gd name="connsiteY0" fmla="*/ 2371 h 10000"/>
                    <a:gd name="connsiteX1" fmla="*/ 1285 w 10000"/>
                    <a:gd name="connsiteY1" fmla="*/ 3014 h 10000"/>
                    <a:gd name="connsiteX2" fmla="*/ 1285 w 10000"/>
                    <a:gd name="connsiteY2" fmla="*/ 3617 h 10000"/>
                    <a:gd name="connsiteX3" fmla="*/ 1285 w 10000"/>
                    <a:gd name="connsiteY3" fmla="*/ 4221 h 10000"/>
                    <a:gd name="connsiteX4" fmla="*/ 1285 w 10000"/>
                    <a:gd name="connsiteY4" fmla="*/ 4781 h 10000"/>
                    <a:gd name="connsiteX5" fmla="*/ 643 w 10000"/>
                    <a:gd name="connsiteY5" fmla="*/ 4903 h 10000"/>
                    <a:gd name="connsiteX6" fmla="*/ 522 w 10000"/>
                    <a:gd name="connsiteY6" fmla="*/ 5224 h 10000"/>
                    <a:gd name="connsiteX7" fmla="*/ 241 w 10000"/>
                    <a:gd name="connsiteY7" fmla="*/ 5626 h 10000"/>
                    <a:gd name="connsiteX8" fmla="*/ 241 w 10000"/>
                    <a:gd name="connsiteY8" fmla="*/ 5949 h 10000"/>
                    <a:gd name="connsiteX9" fmla="*/ 120 w 10000"/>
                    <a:gd name="connsiteY9" fmla="*/ 6028 h 10000"/>
                    <a:gd name="connsiteX10" fmla="*/ 120 w 10000"/>
                    <a:gd name="connsiteY10" fmla="*/ 6309 h 10000"/>
                    <a:gd name="connsiteX11" fmla="*/ 0 w 10000"/>
                    <a:gd name="connsiteY11" fmla="*/ 6552 h 10000"/>
                    <a:gd name="connsiteX12" fmla="*/ 0 w 10000"/>
                    <a:gd name="connsiteY12" fmla="*/ 6751 h 10000"/>
                    <a:gd name="connsiteX13" fmla="*/ 241 w 10000"/>
                    <a:gd name="connsiteY13" fmla="*/ 6711 h 10000"/>
                    <a:gd name="connsiteX14" fmla="*/ 281 w 10000"/>
                    <a:gd name="connsiteY14" fmla="*/ 7072 h 10000"/>
                    <a:gd name="connsiteX15" fmla="*/ 602 w 10000"/>
                    <a:gd name="connsiteY15" fmla="*/ 7718 h 10000"/>
                    <a:gd name="connsiteX16" fmla="*/ 602 w 10000"/>
                    <a:gd name="connsiteY16" fmla="*/ 7757 h 10000"/>
                    <a:gd name="connsiteX17" fmla="*/ 482 w 10000"/>
                    <a:gd name="connsiteY17" fmla="*/ 7797 h 10000"/>
                    <a:gd name="connsiteX18" fmla="*/ 964 w 10000"/>
                    <a:gd name="connsiteY18" fmla="*/ 8439 h 10000"/>
                    <a:gd name="connsiteX19" fmla="*/ 1004 w 10000"/>
                    <a:gd name="connsiteY19" fmla="*/ 8641 h 10000"/>
                    <a:gd name="connsiteX20" fmla="*/ 964 w 10000"/>
                    <a:gd name="connsiteY20" fmla="*/ 9204 h 10000"/>
                    <a:gd name="connsiteX21" fmla="*/ 1192 w 10000"/>
                    <a:gd name="connsiteY21" fmla="*/ 9317 h 10000"/>
                    <a:gd name="connsiteX22" fmla="*/ 1332 w 10000"/>
                    <a:gd name="connsiteY22" fmla="*/ 8762 h 10000"/>
                    <a:gd name="connsiteX23" fmla="*/ 1439 w 10000"/>
                    <a:gd name="connsiteY23" fmla="*/ 8857 h 10000"/>
                    <a:gd name="connsiteX24" fmla="*/ 1767 w 10000"/>
                    <a:gd name="connsiteY24" fmla="*/ 8782 h 10000"/>
                    <a:gd name="connsiteX25" fmla="*/ 1951 w 10000"/>
                    <a:gd name="connsiteY25" fmla="*/ 8680 h 10000"/>
                    <a:gd name="connsiteX26" fmla="*/ 2025 w 10000"/>
                    <a:gd name="connsiteY26" fmla="*/ 8433 h 10000"/>
                    <a:gd name="connsiteX27" fmla="*/ 2338 w 10000"/>
                    <a:gd name="connsiteY27" fmla="*/ 8354 h 10000"/>
                    <a:gd name="connsiteX28" fmla="*/ 2643 w 10000"/>
                    <a:gd name="connsiteY28" fmla="*/ 8747 h 10000"/>
                    <a:gd name="connsiteX29" fmla="*/ 2911 w 10000"/>
                    <a:gd name="connsiteY29" fmla="*/ 8918 h 10000"/>
                    <a:gd name="connsiteX30" fmla="*/ 3167 w 10000"/>
                    <a:gd name="connsiteY30" fmla="*/ 8888 h 10000"/>
                    <a:gd name="connsiteX31" fmla="*/ 3795 w 10000"/>
                    <a:gd name="connsiteY31" fmla="*/ 9030 h 10000"/>
                    <a:gd name="connsiteX32" fmla="*/ 4153 w 10000"/>
                    <a:gd name="connsiteY32" fmla="*/ 9108 h 10000"/>
                    <a:gd name="connsiteX33" fmla="*/ 4406 w 10000"/>
                    <a:gd name="connsiteY33" fmla="*/ 9050 h 10000"/>
                    <a:gd name="connsiteX34" fmla="*/ 4600 w 10000"/>
                    <a:gd name="connsiteY34" fmla="*/ 8903 h 10000"/>
                    <a:gd name="connsiteX35" fmla="*/ 4762 w 10000"/>
                    <a:gd name="connsiteY35" fmla="*/ 8631 h 10000"/>
                    <a:gd name="connsiteX36" fmla="*/ 4901 w 10000"/>
                    <a:gd name="connsiteY36" fmla="*/ 8465 h 10000"/>
                    <a:gd name="connsiteX37" fmla="*/ 5080 w 10000"/>
                    <a:gd name="connsiteY37" fmla="*/ 8583 h 10000"/>
                    <a:gd name="connsiteX38" fmla="*/ 5337 w 10000"/>
                    <a:gd name="connsiteY38" fmla="*/ 8702 h 10000"/>
                    <a:gd name="connsiteX39" fmla="*/ 5564 w 10000"/>
                    <a:gd name="connsiteY39" fmla="*/ 8857 h 10000"/>
                    <a:gd name="connsiteX40" fmla="*/ 5768 w 10000"/>
                    <a:gd name="connsiteY40" fmla="*/ 8757 h 10000"/>
                    <a:gd name="connsiteX41" fmla="*/ 5933 w 10000"/>
                    <a:gd name="connsiteY41" fmla="*/ 8664 h 10000"/>
                    <a:gd name="connsiteX42" fmla="*/ 6089 w 10000"/>
                    <a:gd name="connsiteY42" fmla="*/ 8458 h 10000"/>
                    <a:gd name="connsiteX43" fmla="*/ 6274 w 10000"/>
                    <a:gd name="connsiteY43" fmla="*/ 8178 h 10000"/>
                    <a:gd name="connsiteX44" fmla="*/ 6389 w 10000"/>
                    <a:gd name="connsiteY44" fmla="*/ 8048 h 10000"/>
                    <a:gd name="connsiteX45" fmla="*/ 6524 w 10000"/>
                    <a:gd name="connsiteY45" fmla="*/ 7996 h 10000"/>
                    <a:gd name="connsiteX46" fmla="*/ 6531 w 10000"/>
                    <a:gd name="connsiteY46" fmla="*/ 7831 h 10000"/>
                    <a:gd name="connsiteX47" fmla="*/ 6572 w 10000"/>
                    <a:gd name="connsiteY47" fmla="*/ 7640 h 10000"/>
                    <a:gd name="connsiteX48" fmla="*/ 6602 w 10000"/>
                    <a:gd name="connsiteY48" fmla="*/ 7467 h 10000"/>
                    <a:gd name="connsiteX49" fmla="*/ 6707 w 10000"/>
                    <a:gd name="connsiteY49" fmla="*/ 7325 h 10000"/>
                    <a:gd name="connsiteX50" fmla="*/ 6876 w 10000"/>
                    <a:gd name="connsiteY50" fmla="*/ 7326 h 10000"/>
                    <a:gd name="connsiteX51" fmla="*/ 6827 w 10000"/>
                    <a:gd name="connsiteY51" fmla="*/ 8196 h 10000"/>
                    <a:gd name="connsiteX52" fmla="*/ 6991 w 10000"/>
                    <a:gd name="connsiteY52" fmla="*/ 8296 h 10000"/>
                    <a:gd name="connsiteX53" fmla="*/ 7275 w 10000"/>
                    <a:gd name="connsiteY53" fmla="*/ 8549 h 10000"/>
                    <a:gd name="connsiteX54" fmla="*/ 7430 w 10000"/>
                    <a:gd name="connsiteY54" fmla="*/ 8158 h 10000"/>
                    <a:gd name="connsiteX55" fmla="*/ 7470 w 10000"/>
                    <a:gd name="connsiteY55" fmla="*/ 8197 h 10000"/>
                    <a:gd name="connsiteX56" fmla="*/ 7590 w 10000"/>
                    <a:gd name="connsiteY56" fmla="*/ 7958 h 10000"/>
                    <a:gd name="connsiteX57" fmla="*/ 7831 w 10000"/>
                    <a:gd name="connsiteY57" fmla="*/ 7837 h 10000"/>
                    <a:gd name="connsiteX58" fmla="*/ 7952 w 10000"/>
                    <a:gd name="connsiteY58" fmla="*/ 7395 h 10000"/>
                    <a:gd name="connsiteX59" fmla="*/ 8313 w 10000"/>
                    <a:gd name="connsiteY59" fmla="*/ 6873 h 10000"/>
                    <a:gd name="connsiteX60" fmla="*/ 8594 w 10000"/>
                    <a:gd name="connsiteY60" fmla="*/ 6631 h 10000"/>
                    <a:gd name="connsiteX61" fmla="*/ 8795 w 10000"/>
                    <a:gd name="connsiteY61" fmla="*/ 5949 h 10000"/>
                    <a:gd name="connsiteX62" fmla="*/ 8795 w 10000"/>
                    <a:gd name="connsiteY62" fmla="*/ 5788 h 10000"/>
                    <a:gd name="connsiteX63" fmla="*/ 8755 w 10000"/>
                    <a:gd name="connsiteY63" fmla="*/ 5386 h 10000"/>
                    <a:gd name="connsiteX64" fmla="*/ 9157 w 10000"/>
                    <a:gd name="connsiteY64" fmla="*/ 3938 h 10000"/>
                    <a:gd name="connsiteX65" fmla="*/ 9277 w 10000"/>
                    <a:gd name="connsiteY65" fmla="*/ 3938 h 10000"/>
                    <a:gd name="connsiteX66" fmla="*/ 9438 w 10000"/>
                    <a:gd name="connsiteY66" fmla="*/ 3818 h 10000"/>
                    <a:gd name="connsiteX67" fmla="*/ 9920 w 10000"/>
                    <a:gd name="connsiteY67" fmla="*/ 3617 h 10000"/>
                    <a:gd name="connsiteX68" fmla="*/ 10000 w 10000"/>
                    <a:gd name="connsiteY68" fmla="*/ 3296 h 10000"/>
                    <a:gd name="connsiteX69" fmla="*/ 9960 w 10000"/>
                    <a:gd name="connsiteY69" fmla="*/ 3214 h 10000"/>
                    <a:gd name="connsiteX70" fmla="*/ 9799 w 10000"/>
                    <a:gd name="connsiteY70" fmla="*/ 3214 h 10000"/>
                    <a:gd name="connsiteX71" fmla="*/ 9679 w 10000"/>
                    <a:gd name="connsiteY71" fmla="*/ 3014 h 10000"/>
                    <a:gd name="connsiteX72" fmla="*/ 9438 w 10000"/>
                    <a:gd name="connsiteY72" fmla="*/ 2935 h 10000"/>
                    <a:gd name="connsiteX73" fmla="*/ 9317 w 10000"/>
                    <a:gd name="connsiteY73" fmla="*/ 2774 h 10000"/>
                    <a:gd name="connsiteX74" fmla="*/ 9237 w 10000"/>
                    <a:gd name="connsiteY74" fmla="*/ 2171 h 10000"/>
                    <a:gd name="connsiteX75" fmla="*/ 9237 w 10000"/>
                    <a:gd name="connsiteY75" fmla="*/ 1326 h 10000"/>
                    <a:gd name="connsiteX76" fmla="*/ 9036 w 10000"/>
                    <a:gd name="connsiteY76" fmla="*/ 1046 h 10000"/>
                    <a:gd name="connsiteX77" fmla="*/ 8996 w 10000"/>
                    <a:gd name="connsiteY77" fmla="*/ 764 h 10000"/>
                    <a:gd name="connsiteX78" fmla="*/ 8675 w 10000"/>
                    <a:gd name="connsiteY78" fmla="*/ 362 h 10000"/>
                    <a:gd name="connsiteX79" fmla="*/ 8394 w 10000"/>
                    <a:gd name="connsiteY79" fmla="*/ 203 h 10000"/>
                    <a:gd name="connsiteX80" fmla="*/ 8233 w 10000"/>
                    <a:gd name="connsiteY80" fmla="*/ 0 h 10000"/>
                    <a:gd name="connsiteX81" fmla="*/ 7992 w 10000"/>
                    <a:gd name="connsiteY81" fmla="*/ 203 h 10000"/>
                    <a:gd name="connsiteX82" fmla="*/ 7831 w 10000"/>
                    <a:gd name="connsiteY82" fmla="*/ 161 h 10000"/>
                    <a:gd name="connsiteX83" fmla="*/ 7711 w 10000"/>
                    <a:gd name="connsiteY83" fmla="*/ 521 h 10000"/>
                    <a:gd name="connsiteX84" fmla="*/ 7390 w 10000"/>
                    <a:gd name="connsiteY84" fmla="*/ 604 h 10000"/>
                    <a:gd name="connsiteX85" fmla="*/ 7309 w 10000"/>
                    <a:gd name="connsiteY85" fmla="*/ 883 h 10000"/>
                    <a:gd name="connsiteX86" fmla="*/ 7028 w 10000"/>
                    <a:gd name="connsiteY86" fmla="*/ 883 h 10000"/>
                    <a:gd name="connsiteX87" fmla="*/ 6787 w 10000"/>
                    <a:gd name="connsiteY87" fmla="*/ 764 h 10000"/>
                    <a:gd name="connsiteX88" fmla="*/ 6265 w 10000"/>
                    <a:gd name="connsiteY88" fmla="*/ 764 h 10000"/>
                    <a:gd name="connsiteX89" fmla="*/ 5743 w 10000"/>
                    <a:gd name="connsiteY89" fmla="*/ 764 h 10000"/>
                    <a:gd name="connsiteX90" fmla="*/ 5783 w 10000"/>
                    <a:gd name="connsiteY90" fmla="*/ 604 h 10000"/>
                    <a:gd name="connsiteX91" fmla="*/ 5703 w 10000"/>
                    <a:gd name="connsiteY91" fmla="*/ 604 h 10000"/>
                    <a:gd name="connsiteX92" fmla="*/ 5663 w 10000"/>
                    <a:gd name="connsiteY92" fmla="*/ 764 h 10000"/>
                    <a:gd name="connsiteX93" fmla="*/ 5181 w 10000"/>
                    <a:gd name="connsiteY93" fmla="*/ 764 h 10000"/>
                    <a:gd name="connsiteX94" fmla="*/ 4699 w 10000"/>
                    <a:gd name="connsiteY94" fmla="*/ 764 h 10000"/>
                    <a:gd name="connsiteX95" fmla="*/ 4217 w 10000"/>
                    <a:gd name="connsiteY95" fmla="*/ 764 h 10000"/>
                    <a:gd name="connsiteX96" fmla="*/ 3735 w 10000"/>
                    <a:gd name="connsiteY96" fmla="*/ 764 h 10000"/>
                    <a:gd name="connsiteX97" fmla="*/ 3293 w 10000"/>
                    <a:gd name="connsiteY97" fmla="*/ 764 h 10000"/>
                    <a:gd name="connsiteX98" fmla="*/ 2811 w 10000"/>
                    <a:gd name="connsiteY98" fmla="*/ 764 h 10000"/>
                    <a:gd name="connsiteX99" fmla="*/ 2369 w 10000"/>
                    <a:gd name="connsiteY99" fmla="*/ 764 h 10000"/>
                    <a:gd name="connsiteX100" fmla="*/ 1888 w 10000"/>
                    <a:gd name="connsiteY100" fmla="*/ 764 h 10000"/>
                    <a:gd name="connsiteX101" fmla="*/ 1888 w 10000"/>
                    <a:gd name="connsiteY101" fmla="*/ 1326 h 10000"/>
                    <a:gd name="connsiteX102" fmla="*/ 1888 w 10000"/>
                    <a:gd name="connsiteY102" fmla="*/ 2050 h 10000"/>
                    <a:gd name="connsiteX103" fmla="*/ 1285 w 10000"/>
                    <a:gd name="connsiteY103" fmla="*/ 2050 h 10000"/>
                    <a:gd name="connsiteX104" fmla="*/ 1285 w 10000"/>
                    <a:gd name="connsiteY104" fmla="*/ 2371 h 10000"/>
                    <a:gd name="connsiteX0" fmla="*/ 1285 w 10000"/>
                    <a:gd name="connsiteY0" fmla="*/ 2371 h 9707"/>
                    <a:gd name="connsiteX1" fmla="*/ 1285 w 10000"/>
                    <a:gd name="connsiteY1" fmla="*/ 3014 h 9707"/>
                    <a:gd name="connsiteX2" fmla="*/ 1285 w 10000"/>
                    <a:gd name="connsiteY2" fmla="*/ 3617 h 9707"/>
                    <a:gd name="connsiteX3" fmla="*/ 1285 w 10000"/>
                    <a:gd name="connsiteY3" fmla="*/ 4221 h 9707"/>
                    <a:gd name="connsiteX4" fmla="*/ 1285 w 10000"/>
                    <a:gd name="connsiteY4" fmla="*/ 4781 h 9707"/>
                    <a:gd name="connsiteX5" fmla="*/ 643 w 10000"/>
                    <a:gd name="connsiteY5" fmla="*/ 4903 h 9707"/>
                    <a:gd name="connsiteX6" fmla="*/ 522 w 10000"/>
                    <a:gd name="connsiteY6" fmla="*/ 5224 h 9707"/>
                    <a:gd name="connsiteX7" fmla="*/ 241 w 10000"/>
                    <a:gd name="connsiteY7" fmla="*/ 5626 h 9707"/>
                    <a:gd name="connsiteX8" fmla="*/ 241 w 10000"/>
                    <a:gd name="connsiteY8" fmla="*/ 5949 h 9707"/>
                    <a:gd name="connsiteX9" fmla="*/ 120 w 10000"/>
                    <a:gd name="connsiteY9" fmla="*/ 6028 h 9707"/>
                    <a:gd name="connsiteX10" fmla="*/ 120 w 10000"/>
                    <a:gd name="connsiteY10" fmla="*/ 6309 h 9707"/>
                    <a:gd name="connsiteX11" fmla="*/ 0 w 10000"/>
                    <a:gd name="connsiteY11" fmla="*/ 6552 h 9707"/>
                    <a:gd name="connsiteX12" fmla="*/ 0 w 10000"/>
                    <a:gd name="connsiteY12" fmla="*/ 6751 h 9707"/>
                    <a:gd name="connsiteX13" fmla="*/ 241 w 10000"/>
                    <a:gd name="connsiteY13" fmla="*/ 6711 h 9707"/>
                    <a:gd name="connsiteX14" fmla="*/ 281 w 10000"/>
                    <a:gd name="connsiteY14" fmla="*/ 7072 h 9707"/>
                    <a:gd name="connsiteX15" fmla="*/ 602 w 10000"/>
                    <a:gd name="connsiteY15" fmla="*/ 7718 h 9707"/>
                    <a:gd name="connsiteX16" fmla="*/ 602 w 10000"/>
                    <a:gd name="connsiteY16" fmla="*/ 7757 h 9707"/>
                    <a:gd name="connsiteX17" fmla="*/ 482 w 10000"/>
                    <a:gd name="connsiteY17" fmla="*/ 7797 h 9707"/>
                    <a:gd name="connsiteX18" fmla="*/ 964 w 10000"/>
                    <a:gd name="connsiteY18" fmla="*/ 8439 h 9707"/>
                    <a:gd name="connsiteX19" fmla="*/ 1004 w 10000"/>
                    <a:gd name="connsiteY19" fmla="*/ 8641 h 9707"/>
                    <a:gd name="connsiteX20" fmla="*/ 964 w 10000"/>
                    <a:gd name="connsiteY20" fmla="*/ 9204 h 9707"/>
                    <a:gd name="connsiteX21" fmla="*/ 1192 w 10000"/>
                    <a:gd name="connsiteY21" fmla="*/ 9317 h 9707"/>
                    <a:gd name="connsiteX22" fmla="*/ 1332 w 10000"/>
                    <a:gd name="connsiteY22" fmla="*/ 8762 h 9707"/>
                    <a:gd name="connsiteX23" fmla="*/ 1439 w 10000"/>
                    <a:gd name="connsiteY23" fmla="*/ 8857 h 9707"/>
                    <a:gd name="connsiteX24" fmla="*/ 1767 w 10000"/>
                    <a:gd name="connsiteY24" fmla="*/ 8782 h 9707"/>
                    <a:gd name="connsiteX25" fmla="*/ 1951 w 10000"/>
                    <a:gd name="connsiteY25" fmla="*/ 8680 h 9707"/>
                    <a:gd name="connsiteX26" fmla="*/ 2025 w 10000"/>
                    <a:gd name="connsiteY26" fmla="*/ 8433 h 9707"/>
                    <a:gd name="connsiteX27" fmla="*/ 2338 w 10000"/>
                    <a:gd name="connsiteY27" fmla="*/ 8354 h 9707"/>
                    <a:gd name="connsiteX28" fmla="*/ 2643 w 10000"/>
                    <a:gd name="connsiteY28" fmla="*/ 8747 h 9707"/>
                    <a:gd name="connsiteX29" fmla="*/ 2911 w 10000"/>
                    <a:gd name="connsiteY29" fmla="*/ 8918 h 9707"/>
                    <a:gd name="connsiteX30" fmla="*/ 3167 w 10000"/>
                    <a:gd name="connsiteY30" fmla="*/ 8888 h 9707"/>
                    <a:gd name="connsiteX31" fmla="*/ 3795 w 10000"/>
                    <a:gd name="connsiteY31" fmla="*/ 9030 h 9707"/>
                    <a:gd name="connsiteX32" fmla="*/ 4153 w 10000"/>
                    <a:gd name="connsiteY32" fmla="*/ 9108 h 9707"/>
                    <a:gd name="connsiteX33" fmla="*/ 4600 w 10000"/>
                    <a:gd name="connsiteY33" fmla="*/ 8903 h 9707"/>
                    <a:gd name="connsiteX34" fmla="*/ 4762 w 10000"/>
                    <a:gd name="connsiteY34" fmla="*/ 8631 h 9707"/>
                    <a:gd name="connsiteX35" fmla="*/ 4901 w 10000"/>
                    <a:gd name="connsiteY35" fmla="*/ 8465 h 9707"/>
                    <a:gd name="connsiteX36" fmla="*/ 5080 w 10000"/>
                    <a:gd name="connsiteY36" fmla="*/ 8583 h 9707"/>
                    <a:gd name="connsiteX37" fmla="*/ 5337 w 10000"/>
                    <a:gd name="connsiteY37" fmla="*/ 8702 h 9707"/>
                    <a:gd name="connsiteX38" fmla="*/ 5564 w 10000"/>
                    <a:gd name="connsiteY38" fmla="*/ 8857 h 9707"/>
                    <a:gd name="connsiteX39" fmla="*/ 5768 w 10000"/>
                    <a:gd name="connsiteY39" fmla="*/ 8757 h 9707"/>
                    <a:gd name="connsiteX40" fmla="*/ 5933 w 10000"/>
                    <a:gd name="connsiteY40" fmla="*/ 8664 h 9707"/>
                    <a:gd name="connsiteX41" fmla="*/ 6089 w 10000"/>
                    <a:gd name="connsiteY41" fmla="*/ 8458 h 9707"/>
                    <a:gd name="connsiteX42" fmla="*/ 6274 w 10000"/>
                    <a:gd name="connsiteY42" fmla="*/ 8178 h 9707"/>
                    <a:gd name="connsiteX43" fmla="*/ 6389 w 10000"/>
                    <a:gd name="connsiteY43" fmla="*/ 8048 h 9707"/>
                    <a:gd name="connsiteX44" fmla="*/ 6524 w 10000"/>
                    <a:gd name="connsiteY44" fmla="*/ 7996 h 9707"/>
                    <a:gd name="connsiteX45" fmla="*/ 6531 w 10000"/>
                    <a:gd name="connsiteY45" fmla="*/ 7831 h 9707"/>
                    <a:gd name="connsiteX46" fmla="*/ 6572 w 10000"/>
                    <a:gd name="connsiteY46" fmla="*/ 7640 h 9707"/>
                    <a:gd name="connsiteX47" fmla="*/ 6602 w 10000"/>
                    <a:gd name="connsiteY47" fmla="*/ 7467 h 9707"/>
                    <a:gd name="connsiteX48" fmla="*/ 6707 w 10000"/>
                    <a:gd name="connsiteY48" fmla="*/ 7325 h 9707"/>
                    <a:gd name="connsiteX49" fmla="*/ 6876 w 10000"/>
                    <a:gd name="connsiteY49" fmla="*/ 7326 h 9707"/>
                    <a:gd name="connsiteX50" fmla="*/ 6827 w 10000"/>
                    <a:gd name="connsiteY50" fmla="*/ 8196 h 9707"/>
                    <a:gd name="connsiteX51" fmla="*/ 6991 w 10000"/>
                    <a:gd name="connsiteY51" fmla="*/ 8296 h 9707"/>
                    <a:gd name="connsiteX52" fmla="*/ 7275 w 10000"/>
                    <a:gd name="connsiteY52" fmla="*/ 8549 h 9707"/>
                    <a:gd name="connsiteX53" fmla="*/ 7430 w 10000"/>
                    <a:gd name="connsiteY53" fmla="*/ 8158 h 9707"/>
                    <a:gd name="connsiteX54" fmla="*/ 7470 w 10000"/>
                    <a:gd name="connsiteY54" fmla="*/ 8197 h 9707"/>
                    <a:gd name="connsiteX55" fmla="*/ 7590 w 10000"/>
                    <a:gd name="connsiteY55" fmla="*/ 7958 h 9707"/>
                    <a:gd name="connsiteX56" fmla="*/ 7831 w 10000"/>
                    <a:gd name="connsiteY56" fmla="*/ 7837 h 9707"/>
                    <a:gd name="connsiteX57" fmla="*/ 7952 w 10000"/>
                    <a:gd name="connsiteY57" fmla="*/ 7395 h 9707"/>
                    <a:gd name="connsiteX58" fmla="*/ 8313 w 10000"/>
                    <a:gd name="connsiteY58" fmla="*/ 6873 h 9707"/>
                    <a:gd name="connsiteX59" fmla="*/ 8594 w 10000"/>
                    <a:gd name="connsiteY59" fmla="*/ 6631 h 9707"/>
                    <a:gd name="connsiteX60" fmla="*/ 8795 w 10000"/>
                    <a:gd name="connsiteY60" fmla="*/ 5949 h 9707"/>
                    <a:gd name="connsiteX61" fmla="*/ 8795 w 10000"/>
                    <a:gd name="connsiteY61" fmla="*/ 5788 h 9707"/>
                    <a:gd name="connsiteX62" fmla="*/ 8755 w 10000"/>
                    <a:gd name="connsiteY62" fmla="*/ 5386 h 9707"/>
                    <a:gd name="connsiteX63" fmla="*/ 9157 w 10000"/>
                    <a:gd name="connsiteY63" fmla="*/ 3938 h 9707"/>
                    <a:gd name="connsiteX64" fmla="*/ 9277 w 10000"/>
                    <a:gd name="connsiteY64" fmla="*/ 3938 h 9707"/>
                    <a:gd name="connsiteX65" fmla="*/ 9438 w 10000"/>
                    <a:gd name="connsiteY65" fmla="*/ 3818 h 9707"/>
                    <a:gd name="connsiteX66" fmla="*/ 9920 w 10000"/>
                    <a:gd name="connsiteY66" fmla="*/ 3617 h 9707"/>
                    <a:gd name="connsiteX67" fmla="*/ 10000 w 10000"/>
                    <a:gd name="connsiteY67" fmla="*/ 3296 h 9707"/>
                    <a:gd name="connsiteX68" fmla="*/ 9960 w 10000"/>
                    <a:gd name="connsiteY68" fmla="*/ 3214 h 9707"/>
                    <a:gd name="connsiteX69" fmla="*/ 9799 w 10000"/>
                    <a:gd name="connsiteY69" fmla="*/ 3214 h 9707"/>
                    <a:gd name="connsiteX70" fmla="*/ 9679 w 10000"/>
                    <a:gd name="connsiteY70" fmla="*/ 3014 h 9707"/>
                    <a:gd name="connsiteX71" fmla="*/ 9438 w 10000"/>
                    <a:gd name="connsiteY71" fmla="*/ 2935 h 9707"/>
                    <a:gd name="connsiteX72" fmla="*/ 9317 w 10000"/>
                    <a:gd name="connsiteY72" fmla="*/ 2774 h 9707"/>
                    <a:gd name="connsiteX73" fmla="*/ 9237 w 10000"/>
                    <a:gd name="connsiteY73" fmla="*/ 2171 h 9707"/>
                    <a:gd name="connsiteX74" fmla="*/ 9237 w 10000"/>
                    <a:gd name="connsiteY74" fmla="*/ 1326 h 9707"/>
                    <a:gd name="connsiteX75" fmla="*/ 9036 w 10000"/>
                    <a:gd name="connsiteY75" fmla="*/ 1046 h 9707"/>
                    <a:gd name="connsiteX76" fmla="*/ 8996 w 10000"/>
                    <a:gd name="connsiteY76" fmla="*/ 764 h 9707"/>
                    <a:gd name="connsiteX77" fmla="*/ 8675 w 10000"/>
                    <a:gd name="connsiteY77" fmla="*/ 362 h 9707"/>
                    <a:gd name="connsiteX78" fmla="*/ 8394 w 10000"/>
                    <a:gd name="connsiteY78" fmla="*/ 203 h 9707"/>
                    <a:gd name="connsiteX79" fmla="*/ 8233 w 10000"/>
                    <a:gd name="connsiteY79" fmla="*/ 0 h 9707"/>
                    <a:gd name="connsiteX80" fmla="*/ 7992 w 10000"/>
                    <a:gd name="connsiteY80" fmla="*/ 203 h 9707"/>
                    <a:gd name="connsiteX81" fmla="*/ 7831 w 10000"/>
                    <a:gd name="connsiteY81" fmla="*/ 161 h 9707"/>
                    <a:gd name="connsiteX82" fmla="*/ 7711 w 10000"/>
                    <a:gd name="connsiteY82" fmla="*/ 521 h 9707"/>
                    <a:gd name="connsiteX83" fmla="*/ 7390 w 10000"/>
                    <a:gd name="connsiteY83" fmla="*/ 604 h 9707"/>
                    <a:gd name="connsiteX84" fmla="*/ 7309 w 10000"/>
                    <a:gd name="connsiteY84" fmla="*/ 883 h 9707"/>
                    <a:gd name="connsiteX85" fmla="*/ 7028 w 10000"/>
                    <a:gd name="connsiteY85" fmla="*/ 883 h 9707"/>
                    <a:gd name="connsiteX86" fmla="*/ 6787 w 10000"/>
                    <a:gd name="connsiteY86" fmla="*/ 764 h 9707"/>
                    <a:gd name="connsiteX87" fmla="*/ 6265 w 10000"/>
                    <a:gd name="connsiteY87" fmla="*/ 764 h 9707"/>
                    <a:gd name="connsiteX88" fmla="*/ 5743 w 10000"/>
                    <a:gd name="connsiteY88" fmla="*/ 764 h 9707"/>
                    <a:gd name="connsiteX89" fmla="*/ 5783 w 10000"/>
                    <a:gd name="connsiteY89" fmla="*/ 604 h 9707"/>
                    <a:gd name="connsiteX90" fmla="*/ 5703 w 10000"/>
                    <a:gd name="connsiteY90" fmla="*/ 604 h 9707"/>
                    <a:gd name="connsiteX91" fmla="*/ 5663 w 10000"/>
                    <a:gd name="connsiteY91" fmla="*/ 764 h 9707"/>
                    <a:gd name="connsiteX92" fmla="*/ 5181 w 10000"/>
                    <a:gd name="connsiteY92" fmla="*/ 764 h 9707"/>
                    <a:gd name="connsiteX93" fmla="*/ 4699 w 10000"/>
                    <a:gd name="connsiteY93" fmla="*/ 764 h 9707"/>
                    <a:gd name="connsiteX94" fmla="*/ 4217 w 10000"/>
                    <a:gd name="connsiteY94" fmla="*/ 764 h 9707"/>
                    <a:gd name="connsiteX95" fmla="*/ 3735 w 10000"/>
                    <a:gd name="connsiteY95" fmla="*/ 764 h 9707"/>
                    <a:gd name="connsiteX96" fmla="*/ 3293 w 10000"/>
                    <a:gd name="connsiteY96" fmla="*/ 764 h 9707"/>
                    <a:gd name="connsiteX97" fmla="*/ 2811 w 10000"/>
                    <a:gd name="connsiteY97" fmla="*/ 764 h 9707"/>
                    <a:gd name="connsiteX98" fmla="*/ 2369 w 10000"/>
                    <a:gd name="connsiteY98" fmla="*/ 764 h 9707"/>
                    <a:gd name="connsiteX99" fmla="*/ 1888 w 10000"/>
                    <a:gd name="connsiteY99" fmla="*/ 764 h 9707"/>
                    <a:gd name="connsiteX100" fmla="*/ 1888 w 10000"/>
                    <a:gd name="connsiteY100" fmla="*/ 1326 h 9707"/>
                    <a:gd name="connsiteX101" fmla="*/ 1888 w 10000"/>
                    <a:gd name="connsiteY101" fmla="*/ 2050 h 9707"/>
                    <a:gd name="connsiteX102" fmla="*/ 1285 w 10000"/>
                    <a:gd name="connsiteY102" fmla="*/ 2050 h 9707"/>
                    <a:gd name="connsiteX103" fmla="*/ 1285 w 10000"/>
                    <a:gd name="connsiteY103" fmla="*/ 2371 h 9707"/>
                    <a:gd name="connsiteX0" fmla="*/ 1285 w 10000"/>
                    <a:gd name="connsiteY0" fmla="*/ 2443 h 9598"/>
                    <a:gd name="connsiteX1" fmla="*/ 1285 w 10000"/>
                    <a:gd name="connsiteY1" fmla="*/ 3105 h 9598"/>
                    <a:gd name="connsiteX2" fmla="*/ 1285 w 10000"/>
                    <a:gd name="connsiteY2" fmla="*/ 3726 h 9598"/>
                    <a:gd name="connsiteX3" fmla="*/ 1285 w 10000"/>
                    <a:gd name="connsiteY3" fmla="*/ 4348 h 9598"/>
                    <a:gd name="connsiteX4" fmla="*/ 1285 w 10000"/>
                    <a:gd name="connsiteY4" fmla="*/ 4925 h 9598"/>
                    <a:gd name="connsiteX5" fmla="*/ 643 w 10000"/>
                    <a:gd name="connsiteY5" fmla="*/ 5051 h 9598"/>
                    <a:gd name="connsiteX6" fmla="*/ 522 w 10000"/>
                    <a:gd name="connsiteY6" fmla="*/ 5382 h 9598"/>
                    <a:gd name="connsiteX7" fmla="*/ 241 w 10000"/>
                    <a:gd name="connsiteY7" fmla="*/ 5796 h 9598"/>
                    <a:gd name="connsiteX8" fmla="*/ 241 w 10000"/>
                    <a:gd name="connsiteY8" fmla="*/ 6129 h 9598"/>
                    <a:gd name="connsiteX9" fmla="*/ 120 w 10000"/>
                    <a:gd name="connsiteY9" fmla="*/ 6210 h 9598"/>
                    <a:gd name="connsiteX10" fmla="*/ 120 w 10000"/>
                    <a:gd name="connsiteY10" fmla="*/ 6499 h 9598"/>
                    <a:gd name="connsiteX11" fmla="*/ 0 w 10000"/>
                    <a:gd name="connsiteY11" fmla="*/ 6750 h 9598"/>
                    <a:gd name="connsiteX12" fmla="*/ 0 w 10000"/>
                    <a:gd name="connsiteY12" fmla="*/ 6955 h 9598"/>
                    <a:gd name="connsiteX13" fmla="*/ 241 w 10000"/>
                    <a:gd name="connsiteY13" fmla="*/ 6914 h 9598"/>
                    <a:gd name="connsiteX14" fmla="*/ 281 w 10000"/>
                    <a:gd name="connsiteY14" fmla="*/ 7285 h 9598"/>
                    <a:gd name="connsiteX15" fmla="*/ 602 w 10000"/>
                    <a:gd name="connsiteY15" fmla="*/ 7951 h 9598"/>
                    <a:gd name="connsiteX16" fmla="*/ 602 w 10000"/>
                    <a:gd name="connsiteY16" fmla="*/ 7991 h 9598"/>
                    <a:gd name="connsiteX17" fmla="*/ 482 w 10000"/>
                    <a:gd name="connsiteY17" fmla="*/ 8032 h 9598"/>
                    <a:gd name="connsiteX18" fmla="*/ 964 w 10000"/>
                    <a:gd name="connsiteY18" fmla="*/ 8694 h 9598"/>
                    <a:gd name="connsiteX19" fmla="*/ 1004 w 10000"/>
                    <a:gd name="connsiteY19" fmla="*/ 8902 h 9598"/>
                    <a:gd name="connsiteX20" fmla="*/ 964 w 10000"/>
                    <a:gd name="connsiteY20" fmla="*/ 9482 h 9598"/>
                    <a:gd name="connsiteX21" fmla="*/ 1192 w 10000"/>
                    <a:gd name="connsiteY21" fmla="*/ 9598 h 9598"/>
                    <a:gd name="connsiteX22" fmla="*/ 1332 w 10000"/>
                    <a:gd name="connsiteY22" fmla="*/ 9026 h 9598"/>
                    <a:gd name="connsiteX23" fmla="*/ 1439 w 10000"/>
                    <a:gd name="connsiteY23" fmla="*/ 9124 h 9598"/>
                    <a:gd name="connsiteX24" fmla="*/ 1767 w 10000"/>
                    <a:gd name="connsiteY24" fmla="*/ 9047 h 9598"/>
                    <a:gd name="connsiteX25" fmla="*/ 1951 w 10000"/>
                    <a:gd name="connsiteY25" fmla="*/ 8942 h 9598"/>
                    <a:gd name="connsiteX26" fmla="*/ 2025 w 10000"/>
                    <a:gd name="connsiteY26" fmla="*/ 8688 h 9598"/>
                    <a:gd name="connsiteX27" fmla="*/ 2338 w 10000"/>
                    <a:gd name="connsiteY27" fmla="*/ 8606 h 9598"/>
                    <a:gd name="connsiteX28" fmla="*/ 2643 w 10000"/>
                    <a:gd name="connsiteY28" fmla="*/ 9011 h 9598"/>
                    <a:gd name="connsiteX29" fmla="*/ 2911 w 10000"/>
                    <a:gd name="connsiteY29" fmla="*/ 9187 h 9598"/>
                    <a:gd name="connsiteX30" fmla="*/ 3167 w 10000"/>
                    <a:gd name="connsiteY30" fmla="*/ 9156 h 9598"/>
                    <a:gd name="connsiteX31" fmla="*/ 3795 w 10000"/>
                    <a:gd name="connsiteY31" fmla="*/ 9303 h 9598"/>
                    <a:gd name="connsiteX32" fmla="*/ 4153 w 10000"/>
                    <a:gd name="connsiteY32" fmla="*/ 9383 h 9598"/>
                    <a:gd name="connsiteX33" fmla="*/ 4600 w 10000"/>
                    <a:gd name="connsiteY33" fmla="*/ 9172 h 9598"/>
                    <a:gd name="connsiteX34" fmla="*/ 4901 w 10000"/>
                    <a:gd name="connsiteY34" fmla="*/ 8721 h 9598"/>
                    <a:gd name="connsiteX35" fmla="*/ 5080 w 10000"/>
                    <a:gd name="connsiteY35" fmla="*/ 8842 h 9598"/>
                    <a:gd name="connsiteX36" fmla="*/ 5337 w 10000"/>
                    <a:gd name="connsiteY36" fmla="*/ 8965 h 9598"/>
                    <a:gd name="connsiteX37" fmla="*/ 5564 w 10000"/>
                    <a:gd name="connsiteY37" fmla="*/ 9124 h 9598"/>
                    <a:gd name="connsiteX38" fmla="*/ 5768 w 10000"/>
                    <a:gd name="connsiteY38" fmla="*/ 9021 h 9598"/>
                    <a:gd name="connsiteX39" fmla="*/ 5933 w 10000"/>
                    <a:gd name="connsiteY39" fmla="*/ 8926 h 9598"/>
                    <a:gd name="connsiteX40" fmla="*/ 6089 w 10000"/>
                    <a:gd name="connsiteY40" fmla="*/ 8713 h 9598"/>
                    <a:gd name="connsiteX41" fmla="*/ 6274 w 10000"/>
                    <a:gd name="connsiteY41" fmla="*/ 8425 h 9598"/>
                    <a:gd name="connsiteX42" fmla="*/ 6389 w 10000"/>
                    <a:gd name="connsiteY42" fmla="*/ 8291 h 9598"/>
                    <a:gd name="connsiteX43" fmla="*/ 6524 w 10000"/>
                    <a:gd name="connsiteY43" fmla="*/ 8237 h 9598"/>
                    <a:gd name="connsiteX44" fmla="*/ 6531 w 10000"/>
                    <a:gd name="connsiteY44" fmla="*/ 8067 h 9598"/>
                    <a:gd name="connsiteX45" fmla="*/ 6572 w 10000"/>
                    <a:gd name="connsiteY45" fmla="*/ 7871 h 9598"/>
                    <a:gd name="connsiteX46" fmla="*/ 6602 w 10000"/>
                    <a:gd name="connsiteY46" fmla="*/ 7692 h 9598"/>
                    <a:gd name="connsiteX47" fmla="*/ 6707 w 10000"/>
                    <a:gd name="connsiteY47" fmla="*/ 7546 h 9598"/>
                    <a:gd name="connsiteX48" fmla="*/ 6876 w 10000"/>
                    <a:gd name="connsiteY48" fmla="*/ 7547 h 9598"/>
                    <a:gd name="connsiteX49" fmla="*/ 6827 w 10000"/>
                    <a:gd name="connsiteY49" fmla="*/ 8443 h 9598"/>
                    <a:gd name="connsiteX50" fmla="*/ 6991 w 10000"/>
                    <a:gd name="connsiteY50" fmla="*/ 8546 h 9598"/>
                    <a:gd name="connsiteX51" fmla="*/ 7275 w 10000"/>
                    <a:gd name="connsiteY51" fmla="*/ 8807 h 9598"/>
                    <a:gd name="connsiteX52" fmla="*/ 7430 w 10000"/>
                    <a:gd name="connsiteY52" fmla="*/ 8404 h 9598"/>
                    <a:gd name="connsiteX53" fmla="*/ 7470 w 10000"/>
                    <a:gd name="connsiteY53" fmla="*/ 8444 h 9598"/>
                    <a:gd name="connsiteX54" fmla="*/ 7590 w 10000"/>
                    <a:gd name="connsiteY54" fmla="*/ 8198 h 9598"/>
                    <a:gd name="connsiteX55" fmla="*/ 7831 w 10000"/>
                    <a:gd name="connsiteY55" fmla="*/ 8074 h 9598"/>
                    <a:gd name="connsiteX56" fmla="*/ 7952 w 10000"/>
                    <a:gd name="connsiteY56" fmla="*/ 7618 h 9598"/>
                    <a:gd name="connsiteX57" fmla="*/ 8313 w 10000"/>
                    <a:gd name="connsiteY57" fmla="*/ 7080 h 9598"/>
                    <a:gd name="connsiteX58" fmla="*/ 8594 w 10000"/>
                    <a:gd name="connsiteY58" fmla="*/ 6831 h 9598"/>
                    <a:gd name="connsiteX59" fmla="*/ 8795 w 10000"/>
                    <a:gd name="connsiteY59" fmla="*/ 6129 h 9598"/>
                    <a:gd name="connsiteX60" fmla="*/ 8795 w 10000"/>
                    <a:gd name="connsiteY60" fmla="*/ 5963 h 9598"/>
                    <a:gd name="connsiteX61" fmla="*/ 8755 w 10000"/>
                    <a:gd name="connsiteY61" fmla="*/ 5549 h 9598"/>
                    <a:gd name="connsiteX62" fmla="*/ 9157 w 10000"/>
                    <a:gd name="connsiteY62" fmla="*/ 4057 h 9598"/>
                    <a:gd name="connsiteX63" fmla="*/ 9277 w 10000"/>
                    <a:gd name="connsiteY63" fmla="*/ 4057 h 9598"/>
                    <a:gd name="connsiteX64" fmla="*/ 9438 w 10000"/>
                    <a:gd name="connsiteY64" fmla="*/ 3933 h 9598"/>
                    <a:gd name="connsiteX65" fmla="*/ 9920 w 10000"/>
                    <a:gd name="connsiteY65" fmla="*/ 3726 h 9598"/>
                    <a:gd name="connsiteX66" fmla="*/ 10000 w 10000"/>
                    <a:gd name="connsiteY66" fmla="*/ 3395 h 9598"/>
                    <a:gd name="connsiteX67" fmla="*/ 9960 w 10000"/>
                    <a:gd name="connsiteY67" fmla="*/ 3311 h 9598"/>
                    <a:gd name="connsiteX68" fmla="*/ 9799 w 10000"/>
                    <a:gd name="connsiteY68" fmla="*/ 3311 h 9598"/>
                    <a:gd name="connsiteX69" fmla="*/ 9679 w 10000"/>
                    <a:gd name="connsiteY69" fmla="*/ 3105 h 9598"/>
                    <a:gd name="connsiteX70" fmla="*/ 9438 w 10000"/>
                    <a:gd name="connsiteY70" fmla="*/ 3024 h 9598"/>
                    <a:gd name="connsiteX71" fmla="*/ 9317 w 10000"/>
                    <a:gd name="connsiteY71" fmla="*/ 2858 h 9598"/>
                    <a:gd name="connsiteX72" fmla="*/ 9237 w 10000"/>
                    <a:gd name="connsiteY72" fmla="*/ 2237 h 9598"/>
                    <a:gd name="connsiteX73" fmla="*/ 9237 w 10000"/>
                    <a:gd name="connsiteY73" fmla="*/ 1366 h 9598"/>
                    <a:gd name="connsiteX74" fmla="*/ 9036 w 10000"/>
                    <a:gd name="connsiteY74" fmla="*/ 1078 h 9598"/>
                    <a:gd name="connsiteX75" fmla="*/ 8996 w 10000"/>
                    <a:gd name="connsiteY75" fmla="*/ 787 h 9598"/>
                    <a:gd name="connsiteX76" fmla="*/ 8675 w 10000"/>
                    <a:gd name="connsiteY76" fmla="*/ 373 h 9598"/>
                    <a:gd name="connsiteX77" fmla="*/ 8394 w 10000"/>
                    <a:gd name="connsiteY77" fmla="*/ 209 h 9598"/>
                    <a:gd name="connsiteX78" fmla="*/ 8233 w 10000"/>
                    <a:gd name="connsiteY78" fmla="*/ 0 h 9598"/>
                    <a:gd name="connsiteX79" fmla="*/ 7992 w 10000"/>
                    <a:gd name="connsiteY79" fmla="*/ 209 h 9598"/>
                    <a:gd name="connsiteX80" fmla="*/ 7831 w 10000"/>
                    <a:gd name="connsiteY80" fmla="*/ 166 h 9598"/>
                    <a:gd name="connsiteX81" fmla="*/ 7711 w 10000"/>
                    <a:gd name="connsiteY81" fmla="*/ 537 h 9598"/>
                    <a:gd name="connsiteX82" fmla="*/ 7390 w 10000"/>
                    <a:gd name="connsiteY82" fmla="*/ 622 h 9598"/>
                    <a:gd name="connsiteX83" fmla="*/ 7309 w 10000"/>
                    <a:gd name="connsiteY83" fmla="*/ 910 h 9598"/>
                    <a:gd name="connsiteX84" fmla="*/ 7028 w 10000"/>
                    <a:gd name="connsiteY84" fmla="*/ 910 h 9598"/>
                    <a:gd name="connsiteX85" fmla="*/ 6787 w 10000"/>
                    <a:gd name="connsiteY85" fmla="*/ 787 h 9598"/>
                    <a:gd name="connsiteX86" fmla="*/ 6265 w 10000"/>
                    <a:gd name="connsiteY86" fmla="*/ 787 h 9598"/>
                    <a:gd name="connsiteX87" fmla="*/ 5743 w 10000"/>
                    <a:gd name="connsiteY87" fmla="*/ 787 h 9598"/>
                    <a:gd name="connsiteX88" fmla="*/ 5783 w 10000"/>
                    <a:gd name="connsiteY88" fmla="*/ 622 h 9598"/>
                    <a:gd name="connsiteX89" fmla="*/ 5703 w 10000"/>
                    <a:gd name="connsiteY89" fmla="*/ 622 h 9598"/>
                    <a:gd name="connsiteX90" fmla="*/ 5663 w 10000"/>
                    <a:gd name="connsiteY90" fmla="*/ 787 h 9598"/>
                    <a:gd name="connsiteX91" fmla="*/ 5181 w 10000"/>
                    <a:gd name="connsiteY91" fmla="*/ 787 h 9598"/>
                    <a:gd name="connsiteX92" fmla="*/ 4699 w 10000"/>
                    <a:gd name="connsiteY92" fmla="*/ 787 h 9598"/>
                    <a:gd name="connsiteX93" fmla="*/ 4217 w 10000"/>
                    <a:gd name="connsiteY93" fmla="*/ 787 h 9598"/>
                    <a:gd name="connsiteX94" fmla="*/ 3735 w 10000"/>
                    <a:gd name="connsiteY94" fmla="*/ 787 h 9598"/>
                    <a:gd name="connsiteX95" fmla="*/ 3293 w 10000"/>
                    <a:gd name="connsiteY95" fmla="*/ 787 h 9598"/>
                    <a:gd name="connsiteX96" fmla="*/ 2811 w 10000"/>
                    <a:gd name="connsiteY96" fmla="*/ 787 h 9598"/>
                    <a:gd name="connsiteX97" fmla="*/ 2369 w 10000"/>
                    <a:gd name="connsiteY97" fmla="*/ 787 h 9598"/>
                    <a:gd name="connsiteX98" fmla="*/ 1888 w 10000"/>
                    <a:gd name="connsiteY98" fmla="*/ 787 h 9598"/>
                    <a:gd name="connsiteX99" fmla="*/ 1888 w 10000"/>
                    <a:gd name="connsiteY99" fmla="*/ 1366 h 9598"/>
                    <a:gd name="connsiteX100" fmla="*/ 1888 w 10000"/>
                    <a:gd name="connsiteY100" fmla="*/ 2112 h 9598"/>
                    <a:gd name="connsiteX101" fmla="*/ 1285 w 10000"/>
                    <a:gd name="connsiteY101" fmla="*/ 2112 h 9598"/>
                    <a:gd name="connsiteX102" fmla="*/ 1285 w 10000"/>
                    <a:gd name="connsiteY102" fmla="*/ 2443 h 9598"/>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332 w 10000"/>
                    <a:gd name="connsiteY22" fmla="*/ 9404 h 10000"/>
                    <a:gd name="connsiteX23" fmla="*/ 1439 w 10000"/>
                    <a:gd name="connsiteY23" fmla="*/ 9506 h 10000"/>
                    <a:gd name="connsiteX24" fmla="*/ 1767 w 10000"/>
                    <a:gd name="connsiteY24" fmla="*/ 9426 h 10000"/>
                    <a:gd name="connsiteX25" fmla="*/ 1951 w 10000"/>
                    <a:gd name="connsiteY25" fmla="*/ 9317 h 10000"/>
                    <a:gd name="connsiteX26" fmla="*/ 2025 w 10000"/>
                    <a:gd name="connsiteY26" fmla="*/ 9052 h 10000"/>
                    <a:gd name="connsiteX27" fmla="*/ 2338 w 10000"/>
                    <a:gd name="connsiteY27" fmla="*/ 8966 h 10000"/>
                    <a:gd name="connsiteX28" fmla="*/ 2643 w 10000"/>
                    <a:gd name="connsiteY28" fmla="*/ 9388 h 10000"/>
                    <a:gd name="connsiteX29" fmla="*/ 2911 w 10000"/>
                    <a:gd name="connsiteY29" fmla="*/ 9572 h 10000"/>
                    <a:gd name="connsiteX30" fmla="*/ 3167 w 10000"/>
                    <a:gd name="connsiteY30" fmla="*/ 9539 h 10000"/>
                    <a:gd name="connsiteX31" fmla="*/ 3795 w 10000"/>
                    <a:gd name="connsiteY31" fmla="*/ 9693 h 10000"/>
                    <a:gd name="connsiteX32" fmla="*/ 4153 w 10000"/>
                    <a:gd name="connsiteY32" fmla="*/ 9776 h 10000"/>
                    <a:gd name="connsiteX33" fmla="*/ 4600 w 10000"/>
                    <a:gd name="connsiteY33" fmla="*/ 9556 h 10000"/>
                    <a:gd name="connsiteX34" fmla="*/ 4901 w 10000"/>
                    <a:gd name="connsiteY34" fmla="*/ 9086 h 10000"/>
                    <a:gd name="connsiteX35" fmla="*/ 5337 w 10000"/>
                    <a:gd name="connsiteY35" fmla="*/ 9340 h 10000"/>
                    <a:gd name="connsiteX36" fmla="*/ 5564 w 10000"/>
                    <a:gd name="connsiteY36" fmla="*/ 9506 h 10000"/>
                    <a:gd name="connsiteX37" fmla="*/ 5768 w 10000"/>
                    <a:gd name="connsiteY37" fmla="*/ 9399 h 10000"/>
                    <a:gd name="connsiteX38" fmla="*/ 5933 w 10000"/>
                    <a:gd name="connsiteY38" fmla="*/ 9300 h 10000"/>
                    <a:gd name="connsiteX39" fmla="*/ 6089 w 10000"/>
                    <a:gd name="connsiteY39" fmla="*/ 9078 h 10000"/>
                    <a:gd name="connsiteX40" fmla="*/ 6274 w 10000"/>
                    <a:gd name="connsiteY40" fmla="*/ 8778 h 10000"/>
                    <a:gd name="connsiteX41" fmla="*/ 6389 w 10000"/>
                    <a:gd name="connsiteY41" fmla="*/ 8638 h 10000"/>
                    <a:gd name="connsiteX42" fmla="*/ 6524 w 10000"/>
                    <a:gd name="connsiteY42" fmla="*/ 8582 h 10000"/>
                    <a:gd name="connsiteX43" fmla="*/ 6531 w 10000"/>
                    <a:gd name="connsiteY43" fmla="*/ 8405 h 10000"/>
                    <a:gd name="connsiteX44" fmla="*/ 6572 w 10000"/>
                    <a:gd name="connsiteY44" fmla="*/ 8201 h 10000"/>
                    <a:gd name="connsiteX45" fmla="*/ 6602 w 10000"/>
                    <a:gd name="connsiteY45" fmla="*/ 8014 h 10000"/>
                    <a:gd name="connsiteX46" fmla="*/ 6707 w 10000"/>
                    <a:gd name="connsiteY46" fmla="*/ 7862 h 10000"/>
                    <a:gd name="connsiteX47" fmla="*/ 6876 w 10000"/>
                    <a:gd name="connsiteY47" fmla="*/ 7863 h 10000"/>
                    <a:gd name="connsiteX48" fmla="*/ 6827 w 10000"/>
                    <a:gd name="connsiteY48" fmla="*/ 8797 h 10000"/>
                    <a:gd name="connsiteX49" fmla="*/ 6991 w 10000"/>
                    <a:gd name="connsiteY49" fmla="*/ 8904 h 10000"/>
                    <a:gd name="connsiteX50" fmla="*/ 7275 w 10000"/>
                    <a:gd name="connsiteY50" fmla="*/ 9176 h 10000"/>
                    <a:gd name="connsiteX51" fmla="*/ 7430 w 10000"/>
                    <a:gd name="connsiteY51" fmla="*/ 8756 h 10000"/>
                    <a:gd name="connsiteX52" fmla="*/ 7470 w 10000"/>
                    <a:gd name="connsiteY52" fmla="*/ 8798 h 10000"/>
                    <a:gd name="connsiteX53" fmla="*/ 7590 w 10000"/>
                    <a:gd name="connsiteY53" fmla="*/ 8541 h 10000"/>
                    <a:gd name="connsiteX54" fmla="*/ 7831 w 10000"/>
                    <a:gd name="connsiteY54" fmla="*/ 8412 h 10000"/>
                    <a:gd name="connsiteX55" fmla="*/ 7952 w 10000"/>
                    <a:gd name="connsiteY55" fmla="*/ 7937 h 10000"/>
                    <a:gd name="connsiteX56" fmla="*/ 8313 w 10000"/>
                    <a:gd name="connsiteY56" fmla="*/ 7377 h 10000"/>
                    <a:gd name="connsiteX57" fmla="*/ 8594 w 10000"/>
                    <a:gd name="connsiteY57" fmla="*/ 7117 h 10000"/>
                    <a:gd name="connsiteX58" fmla="*/ 8795 w 10000"/>
                    <a:gd name="connsiteY58" fmla="*/ 6386 h 10000"/>
                    <a:gd name="connsiteX59" fmla="*/ 8795 w 10000"/>
                    <a:gd name="connsiteY59" fmla="*/ 6213 h 10000"/>
                    <a:gd name="connsiteX60" fmla="*/ 8755 w 10000"/>
                    <a:gd name="connsiteY60" fmla="*/ 5781 h 10000"/>
                    <a:gd name="connsiteX61" fmla="*/ 9157 w 10000"/>
                    <a:gd name="connsiteY61" fmla="*/ 4227 h 10000"/>
                    <a:gd name="connsiteX62" fmla="*/ 9277 w 10000"/>
                    <a:gd name="connsiteY62" fmla="*/ 4227 h 10000"/>
                    <a:gd name="connsiteX63" fmla="*/ 9438 w 10000"/>
                    <a:gd name="connsiteY63" fmla="*/ 4098 h 10000"/>
                    <a:gd name="connsiteX64" fmla="*/ 9920 w 10000"/>
                    <a:gd name="connsiteY64" fmla="*/ 3882 h 10000"/>
                    <a:gd name="connsiteX65" fmla="*/ 10000 w 10000"/>
                    <a:gd name="connsiteY65" fmla="*/ 3537 h 10000"/>
                    <a:gd name="connsiteX66" fmla="*/ 9960 w 10000"/>
                    <a:gd name="connsiteY66" fmla="*/ 3450 h 10000"/>
                    <a:gd name="connsiteX67" fmla="*/ 9799 w 10000"/>
                    <a:gd name="connsiteY67" fmla="*/ 3450 h 10000"/>
                    <a:gd name="connsiteX68" fmla="*/ 9679 w 10000"/>
                    <a:gd name="connsiteY68" fmla="*/ 3235 h 10000"/>
                    <a:gd name="connsiteX69" fmla="*/ 9438 w 10000"/>
                    <a:gd name="connsiteY69" fmla="*/ 3151 h 10000"/>
                    <a:gd name="connsiteX70" fmla="*/ 9317 w 10000"/>
                    <a:gd name="connsiteY70" fmla="*/ 2978 h 10000"/>
                    <a:gd name="connsiteX71" fmla="*/ 9237 w 10000"/>
                    <a:gd name="connsiteY71" fmla="*/ 2331 h 10000"/>
                    <a:gd name="connsiteX72" fmla="*/ 9237 w 10000"/>
                    <a:gd name="connsiteY72" fmla="*/ 1423 h 10000"/>
                    <a:gd name="connsiteX73" fmla="*/ 9036 w 10000"/>
                    <a:gd name="connsiteY73" fmla="*/ 1123 h 10000"/>
                    <a:gd name="connsiteX74" fmla="*/ 8996 w 10000"/>
                    <a:gd name="connsiteY74" fmla="*/ 820 h 10000"/>
                    <a:gd name="connsiteX75" fmla="*/ 8675 w 10000"/>
                    <a:gd name="connsiteY75" fmla="*/ 389 h 10000"/>
                    <a:gd name="connsiteX76" fmla="*/ 8394 w 10000"/>
                    <a:gd name="connsiteY76" fmla="*/ 218 h 10000"/>
                    <a:gd name="connsiteX77" fmla="*/ 8233 w 10000"/>
                    <a:gd name="connsiteY77" fmla="*/ 0 h 10000"/>
                    <a:gd name="connsiteX78" fmla="*/ 7992 w 10000"/>
                    <a:gd name="connsiteY78" fmla="*/ 218 h 10000"/>
                    <a:gd name="connsiteX79" fmla="*/ 7831 w 10000"/>
                    <a:gd name="connsiteY79" fmla="*/ 173 h 10000"/>
                    <a:gd name="connsiteX80" fmla="*/ 7711 w 10000"/>
                    <a:gd name="connsiteY80" fmla="*/ 559 h 10000"/>
                    <a:gd name="connsiteX81" fmla="*/ 7390 w 10000"/>
                    <a:gd name="connsiteY81" fmla="*/ 648 h 10000"/>
                    <a:gd name="connsiteX82" fmla="*/ 7309 w 10000"/>
                    <a:gd name="connsiteY82" fmla="*/ 948 h 10000"/>
                    <a:gd name="connsiteX83" fmla="*/ 7028 w 10000"/>
                    <a:gd name="connsiteY83" fmla="*/ 948 h 10000"/>
                    <a:gd name="connsiteX84" fmla="*/ 6787 w 10000"/>
                    <a:gd name="connsiteY84" fmla="*/ 820 h 10000"/>
                    <a:gd name="connsiteX85" fmla="*/ 6265 w 10000"/>
                    <a:gd name="connsiteY85" fmla="*/ 820 h 10000"/>
                    <a:gd name="connsiteX86" fmla="*/ 5743 w 10000"/>
                    <a:gd name="connsiteY86" fmla="*/ 820 h 10000"/>
                    <a:gd name="connsiteX87" fmla="*/ 5783 w 10000"/>
                    <a:gd name="connsiteY87" fmla="*/ 648 h 10000"/>
                    <a:gd name="connsiteX88" fmla="*/ 5703 w 10000"/>
                    <a:gd name="connsiteY88" fmla="*/ 648 h 10000"/>
                    <a:gd name="connsiteX89" fmla="*/ 5663 w 10000"/>
                    <a:gd name="connsiteY89" fmla="*/ 820 h 10000"/>
                    <a:gd name="connsiteX90" fmla="*/ 5181 w 10000"/>
                    <a:gd name="connsiteY90" fmla="*/ 820 h 10000"/>
                    <a:gd name="connsiteX91" fmla="*/ 4699 w 10000"/>
                    <a:gd name="connsiteY91" fmla="*/ 820 h 10000"/>
                    <a:gd name="connsiteX92" fmla="*/ 4217 w 10000"/>
                    <a:gd name="connsiteY92" fmla="*/ 820 h 10000"/>
                    <a:gd name="connsiteX93" fmla="*/ 3735 w 10000"/>
                    <a:gd name="connsiteY93" fmla="*/ 820 h 10000"/>
                    <a:gd name="connsiteX94" fmla="*/ 3293 w 10000"/>
                    <a:gd name="connsiteY94" fmla="*/ 820 h 10000"/>
                    <a:gd name="connsiteX95" fmla="*/ 2811 w 10000"/>
                    <a:gd name="connsiteY95" fmla="*/ 820 h 10000"/>
                    <a:gd name="connsiteX96" fmla="*/ 2369 w 10000"/>
                    <a:gd name="connsiteY96" fmla="*/ 820 h 10000"/>
                    <a:gd name="connsiteX97" fmla="*/ 1888 w 10000"/>
                    <a:gd name="connsiteY97" fmla="*/ 820 h 10000"/>
                    <a:gd name="connsiteX98" fmla="*/ 1888 w 10000"/>
                    <a:gd name="connsiteY98" fmla="*/ 1423 h 10000"/>
                    <a:gd name="connsiteX99" fmla="*/ 1888 w 10000"/>
                    <a:gd name="connsiteY99" fmla="*/ 2200 h 10000"/>
                    <a:gd name="connsiteX100" fmla="*/ 1285 w 10000"/>
                    <a:gd name="connsiteY100" fmla="*/ 2200 h 10000"/>
                    <a:gd name="connsiteX101" fmla="*/ 1285 w 10000"/>
                    <a:gd name="connsiteY101"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332 w 10000"/>
                    <a:gd name="connsiteY22" fmla="*/ 9404 h 10000"/>
                    <a:gd name="connsiteX23" fmla="*/ 1439 w 10000"/>
                    <a:gd name="connsiteY23" fmla="*/ 9506 h 10000"/>
                    <a:gd name="connsiteX24" fmla="*/ 1767 w 10000"/>
                    <a:gd name="connsiteY24" fmla="*/ 9426 h 10000"/>
                    <a:gd name="connsiteX25" fmla="*/ 1951 w 10000"/>
                    <a:gd name="connsiteY25" fmla="*/ 9317 h 10000"/>
                    <a:gd name="connsiteX26" fmla="*/ 2025 w 10000"/>
                    <a:gd name="connsiteY26" fmla="*/ 9052 h 10000"/>
                    <a:gd name="connsiteX27" fmla="*/ 2338 w 10000"/>
                    <a:gd name="connsiteY27" fmla="*/ 8966 h 10000"/>
                    <a:gd name="connsiteX28" fmla="*/ 2643 w 10000"/>
                    <a:gd name="connsiteY28" fmla="*/ 9388 h 10000"/>
                    <a:gd name="connsiteX29" fmla="*/ 2911 w 10000"/>
                    <a:gd name="connsiteY29" fmla="*/ 9572 h 10000"/>
                    <a:gd name="connsiteX30" fmla="*/ 3167 w 10000"/>
                    <a:gd name="connsiteY30" fmla="*/ 9539 h 10000"/>
                    <a:gd name="connsiteX31" fmla="*/ 3795 w 10000"/>
                    <a:gd name="connsiteY31" fmla="*/ 9693 h 10000"/>
                    <a:gd name="connsiteX32" fmla="*/ 4153 w 10000"/>
                    <a:gd name="connsiteY32" fmla="*/ 9776 h 10000"/>
                    <a:gd name="connsiteX33" fmla="*/ 4600 w 10000"/>
                    <a:gd name="connsiteY33" fmla="*/ 9556 h 10000"/>
                    <a:gd name="connsiteX34" fmla="*/ 4901 w 10000"/>
                    <a:gd name="connsiteY34" fmla="*/ 9086 h 10000"/>
                    <a:gd name="connsiteX35" fmla="*/ 5337 w 10000"/>
                    <a:gd name="connsiteY35" fmla="*/ 9340 h 10000"/>
                    <a:gd name="connsiteX36" fmla="*/ 5564 w 10000"/>
                    <a:gd name="connsiteY36" fmla="*/ 9506 h 10000"/>
                    <a:gd name="connsiteX37" fmla="*/ 5768 w 10000"/>
                    <a:gd name="connsiteY37" fmla="*/ 9399 h 10000"/>
                    <a:gd name="connsiteX38" fmla="*/ 5933 w 10000"/>
                    <a:gd name="connsiteY38" fmla="*/ 9300 h 10000"/>
                    <a:gd name="connsiteX39" fmla="*/ 6089 w 10000"/>
                    <a:gd name="connsiteY39" fmla="*/ 9078 h 10000"/>
                    <a:gd name="connsiteX40" fmla="*/ 6274 w 10000"/>
                    <a:gd name="connsiteY40" fmla="*/ 8778 h 10000"/>
                    <a:gd name="connsiteX41" fmla="*/ 6389 w 10000"/>
                    <a:gd name="connsiteY41" fmla="*/ 8638 h 10000"/>
                    <a:gd name="connsiteX42" fmla="*/ 6524 w 10000"/>
                    <a:gd name="connsiteY42" fmla="*/ 8582 h 10000"/>
                    <a:gd name="connsiteX43" fmla="*/ 6531 w 10000"/>
                    <a:gd name="connsiteY43" fmla="*/ 8405 h 10000"/>
                    <a:gd name="connsiteX44" fmla="*/ 6572 w 10000"/>
                    <a:gd name="connsiteY44" fmla="*/ 8201 h 10000"/>
                    <a:gd name="connsiteX45" fmla="*/ 6602 w 10000"/>
                    <a:gd name="connsiteY45" fmla="*/ 8014 h 10000"/>
                    <a:gd name="connsiteX46" fmla="*/ 6707 w 10000"/>
                    <a:gd name="connsiteY46" fmla="*/ 7862 h 10000"/>
                    <a:gd name="connsiteX47" fmla="*/ 6827 w 10000"/>
                    <a:gd name="connsiteY47" fmla="*/ 8797 h 10000"/>
                    <a:gd name="connsiteX48" fmla="*/ 6991 w 10000"/>
                    <a:gd name="connsiteY48" fmla="*/ 8904 h 10000"/>
                    <a:gd name="connsiteX49" fmla="*/ 7275 w 10000"/>
                    <a:gd name="connsiteY49" fmla="*/ 9176 h 10000"/>
                    <a:gd name="connsiteX50" fmla="*/ 7430 w 10000"/>
                    <a:gd name="connsiteY50" fmla="*/ 8756 h 10000"/>
                    <a:gd name="connsiteX51" fmla="*/ 7470 w 10000"/>
                    <a:gd name="connsiteY51" fmla="*/ 8798 h 10000"/>
                    <a:gd name="connsiteX52" fmla="*/ 7590 w 10000"/>
                    <a:gd name="connsiteY52" fmla="*/ 8541 h 10000"/>
                    <a:gd name="connsiteX53" fmla="*/ 7831 w 10000"/>
                    <a:gd name="connsiteY53" fmla="*/ 8412 h 10000"/>
                    <a:gd name="connsiteX54" fmla="*/ 7952 w 10000"/>
                    <a:gd name="connsiteY54" fmla="*/ 7937 h 10000"/>
                    <a:gd name="connsiteX55" fmla="*/ 8313 w 10000"/>
                    <a:gd name="connsiteY55" fmla="*/ 7377 h 10000"/>
                    <a:gd name="connsiteX56" fmla="*/ 8594 w 10000"/>
                    <a:gd name="connsiteY56" fmla="*/ 7117 h 10000"/>
                    <a:gd name="connsiteX57" fmla="*/ 8795 w 10000"/>
                    <a:gd name="connsiteY57" fmla="*/ 6386 h 10000"/>
                    <a:gd name="connsiteX58" fmla="*/ 8795 w 10000"/>
                    <a:gd name="connsiteY58" fmla="*/ 6213 h 10000"/>
                    <a:gd name="connsiteX59" fmla="*/ 8755 w 10000"/>
                    <a:gd name="connsiteY59" fmla="*/ 5781 h 10000"/>
                    <a:gd name="connsiteX60" fmla="*/ 9157 w 10000"/>
                    <a:gd name="connsiteY60" fmla="*/ 4227 h 10000"/>
                    <a:gd name="connsiteX61" fmla="*/ 9277 w 10000"/>
                    <a:gd name="connsiteY61" fmla="*/ 4227 h 10000"/>
                    <a:gd name="connsiteX62" fmla="*/ 9438 w 10000"/>
                    <a:gd name="connsiteY62" fmla="*/ 4098 h 10000"/>
                    <a:gd name="connsiteX63" fmla="*/ 9920 w 10000"/>
                    <a:gd name="connsiteY63" fmla="*/ 3882 h 10000"/>
                    <a:gd name="connsiteX64" fmla="*/ 10000 w 10000"/>
                    <a:gd name="connsiteY64" fmla="*/ 3537 h 10000"/>
                    <a:gd name="connsiteX65" fmla="*/ 9960 w 10000"/>
                    <a:gd name="connsiteY65" fmla="*/ 3450 h 10000"/>
                    <a:gd name="connsiteX66" fmla="*/ 9799 w 10000"/>
                    <a:gd name="connsiteY66" fmla="*/ 3450 h 10000"/>
                    <a:gd name="connsiteX67" fmla="*/ 9679 w 10000"/>
                    <a:gd name="connsiteY67" fmla="*/ 3235 h 10000"/>
                    <a:gd name="connsiteX68" fmla="*/ 9438 w 10000"/>
                    <a:gd name="connsiteY68" fmla="*/ 3151 h 10000"/>
                    <a:gd name="connsiteX69" fmla="*/ 9317 w 10000"/>
                    <a:gd name="connsiteY69" fmla="*/ 2978 h 10000"/>
                    <a:gd name="connsiteX70" fmla="*/ 9237 w 10000"/>
                    <a:gd name="connsiteY70" fmla="*/ 2331 h 10000"/>
                    <a:gd name="connsiteX71" fmla="*/ 9237 w 10000"/>
                    <a:gd name="connsiteY71" fmla="*/ 1423 h 10000"/>
                    <a:gd name="connsiteX72" fmla="*/ 9036 w 10000"/>
                    <a:gd name="connsiteY72" fmla="*/ 1123 h 10000"/>
                    <a:gd name="connsiteX73" fmla="*/ 8996 w 10000"/>
                    <a:gd name="connsiteY73" fmla="*/ 820 h 10000"/>
                    <a:gd name="connsiteX74" fmla="*/ 8675 w 10000"/>
                    <a:gd name="connsiteY74" fmla="*/ 389 h 10000"/>
                    <a:gd name="connsiteX75" fmla="*/ 8394 w 10000"/>
                    <a:gd name="connsiteY75" fmla="*/ 218 h 10000"/>
                    <a:gd name="connsiteX76" fmla="*/ 8233 w 10000"/>
                    <a:gd name="connsiteY76" fmla="*/ 0 h 10000"/>
                    <a:gd name="connsiteX77" fmla="*/ 7992 w 10000"/>
                    <a:gd name="connsiteY77" fmla="*/ 218 h 10000"/>
                    <a:gd name="connsiteX78" fmla="*/ 7831 w 10000"/>
                    <a:gd name="connsiteY78" fmla="*/ 173 h 10000"/>
                    <a:gd name="connsiteX79" fmla="*/ 7711 w 10000"/>
                    <a:gd name="connsiteY79" fmla="*/ 559 h 10000"/>
                    <a:gd name="connsiteX80" fmla="*/ 7390 w 10000"/>
                    <a:gd name="connsiteY80" fmla="*/ 648 h 10000"/>
                    <a:gd name="connsiteX81" fmla="*/ 7309 w 10000"/>
                    <a:gd name="connsiteY81" fmla="*/ 948 h 10000"/>
                    <a:gd name="connsiteX82" fmla="*/ 7028 w 10000"/>
                    <a:gd name="connsiteY82" fmla="*/ 948 h 10000"/>
                    <a:gd name="connsiteX83" fmla="*/ 6787 w 10000"/>
                    <a:gd name="connsiteY83" fmla="*/ 820 h 10000"/>
                    <a:gd name="connsiteX84" fmla="*/ 6265 w 10000"/>
                    <a:gd name="connsiteY84" fmla="*/ 820 h 10000"/>
                    <a:gd name="connsiteX85" fmla="*/ 5743 w 10000"/>
                    <a:gd name="connsiteY85" fmla="*/ 820 h 10000"/>
                    <a:gd name="connsiteX86" fmla="*/ 5783 w 10000"/>
                    <a:gd name="connsiteY86" fmla="*/ 648 h 10000"/>
                    <a:gd name="connsiteX87" fmla="*/ 5703 w 10000"/>
                    <a:gd name="connsiteY87" fmla="*/ 648 h 10000"/>
                    <a:gd name="connsiteX88" fmla="*/ 5663 w 10000"/>
                    <a:gd name="connsiteY88" fmla="*/ 820 h 10000"/>
                    <a:gd name="connsiteX89" fmla="*/ 5181 w 10000"/>
                    <a:gd name="connsiteY89" fmla="*/ 820 h 10000"/>
                    <a:gd name="connsiteX90" fmla="*/ 4699 w 10000"/>
                    <a:gd name="connsiteY90" fmla="*/ 820 h 10000"/>
                    <a:gd name="connsiteX91" fmla="*/ 4217 w 10000"/>
                    <a:gd name="connsiteY91" fmla="*/ 820 h 10000"/>
                    <a:gd name="connsiteX92" fmla="*/ 3735 w 10000"/>
                    <a:gd name="connsiteY92" fmla="*/ 820 h 10000"/>
                    <a:gd name="connsiteX93" fmla="*/ 3293 w 10000"/>
                    <a:gd name="connsiteY93" fmla="*/ 820 h 10000"/>
                    <a:gd name="connsiteX94" fmla="*/ 2811 w 10000"/>
                    <a:gd name="connsiteY94" fmla="*/ 820 h 10000"/>
                    <a:gd name="connsiteX95" fmla="*/ 2369 w 10000"/>
                    <a:gd name="connsiteY95" fmla="*/ 820 h 10000"/>
                    <a:gd name="connsiteX96" fmla="*/ 1888 w 10000"/>
                    <a:gd name="connsiteY96" fmla="*/ 820 h 10000"/>
                    <a:gd name="connsiteX97" fmla="*/ 1888 w 10000"/>
                    <a:gd name="connsiteY97" fmla="*/ 1423 h 10000"/>
                    <a:gd name="connsiteX98" fmla="*/ 1888 w 10000"/>
                    <a:gd name="connsiteY98" fmla="*/ 2200 h 10000"/>
                    <a:gd name="connsiteX99" fmla="*/ 1285 w 10000"/>
                    <a:gd name="connsiteY99" fmla="*/ 2200 h 10000"/>
                    <a:gd name="connsiteX100" fmla="*/ 1285 w 10000"/>
                    <a:gd name="connsiteY100"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332 w 10000"/>
                    <a:gd name="connsiteY22" fmla="*/ 9404 h 10000"/>
                    <a:gd name="connsiteX23" fmla="*/ 1439 w 10000"/>
                    <a:gd name="connsiteY23" fmla="*/ 9506 h 10000"/>
                    <a:gd name="connsiteX24" fmla="*/ 1767 w 10000"/>
                    <a:gd name="connsiteY24" fmla="*/ 9426 h 10000"/>
                    <a:gd name="connsiteX25" fmla="*/ 1951 w 10000"/>
                    <a:gd name="connsiteY25" fmla="*/ 9317 h 10000"/>
                    <a:gd name="connsiteX26" fmla="*/ 2025 w 10000"/>
                    <a:gd name="connsiteY26" fmla="*/ 9052 h 10000"/>
                    <a:gd name="connsiteX27" fmla="*/ 2338 w 10000"/>
                    <a:gd name="connsiteY27" fmla="*/ 8966 h 10000"/>
                    <a:gd name="connsiteX28" fmla="*/ 2643 w 10000"/>
                    <a:gd name="connsiteY28" fmla="*/ 9388 h 10000"/>
                    <a:gd name="connsiteX29" fmla="*/ 2911 w 10000"/>
                    <a:gd name="connsiteY29" fmla="*/ 9572 h 10000"/>
                    <a:gd name="connsiteX30" fmla="*/ 3167 w 10000"/>
                    <a:gd name="connsiteY30" fmla="*/ 9539 h 10000"/>
                    <a:gd name="connsiteX31" fmla="*/ 3795 w 10000"/>
                    <a:gd name="connsiteY31" fmla="*/ 9693 h 10000"/>
                    <a:gd name="connsiteX32" fmla="*/ 4153 w 10000"/>
                    <a:gd name="connsiteY32" fmla="*/ 9776 h 10000"/>
                    <a:gd name="connsiteX33" fmla="*/ 4600 w 10000"/>
                    <a:gd name="connsiteY33" fmla="*/ 9556 h 10000"/>
                    <a:gd name="connsiteX34" fmla="*/ 4901 w 10000"/>
                    <a:gd name="connsiteY34" fmla="*/ 9086 h 10000"/>
                    <a:gd name="connsiteX35" fmla="*/ 5337 w 10000"/>
                    <a:gd name="connsiteY35" fmla="*/ 9340 h 10000"/>
                    <a:gd name="connsiteX36" fmla="*/ 5564 w 10000"/>
                    <a:gd name="connsiteY36" fmla="*/ 9506 h 10000"/>
                    <a:gd name="connsiteX37" fmla="*/ 5768 w 10000"/>
                    <a:gd name="connsiteY37" fmla="*/ 9399 h 10000"/>
                    <a:gd name="connsiteX38" fmla="*/ 5933 w 10000"/>
                    <a:gd name="connsiteY38" fmla="*/ 9300 h 10000"/>
                    <a:gd name="connsiteX39" fmla="*/ 6089 w 10000"/>
                    <a:gd name="connsiteY39" fmla="*/ 9078 h 10000"/>
                    <a:gd name="connsiteX40" fmla="*/ 6274 w 10000"/>
                    <a:gd name="connsiteY40" fmla="*/ 8778 h 10000"/>
                    <a:gd name="connsiteX41" fmla="*/ 6389 w 10000"/>
                    <a:gd name="connsiteY41" fmla="*/ 8638 h 10000"/>
                    <a:gd name="connsiteX42" fmla="*/ 6524 w 10000"/>
                    <a:gd name="connsiteY42" fmla="*/ 8582 h 10000"/>
                    <a:gd name="connsiteX43" fmla="*/ 6531 w 10000"/>
                    <a:gd name="connsiteY43" fmla="*/ 8405 h 10000"/>
                    <a:gd name="connsiteX44" fmla="*/ 6572 w 10000"/>
                    <a:gd name="connsiteY44" fmla="*/ 8201 h 10000"/>
                    <a:gd name="connsiteX45" fmla="*/ 6602 w 10000"/>
                    <a:gd name="connsiteY45" fmla="*/ 8014 h 10000"/>
                    <a:gd name="connsiteX46" fmla="*/ 6707 w 10000"/>
                    <a:gd name="connsiteY46" fmla="*/ 7862 h 10000"/>
                    <a:gd name="connsiteX47" fmla="*/ 6827 w 10000"/>
                    <a:gd name="connsiteY47" fmla="*/ 8797 h 10000"/>
                    <a:gd name="connsiteX48" fmla="*/ 7275 w 10000"/>
                    <a:gd name="connsiteY48" fmla="*/ 9176 h 10000"/>
                    <a:gd name="connsiteX49" fmla="*/ 7430 w 10000"/>
                    <a:gd name="connsiteY49" fmla="*/ 8756 h 10000"/>
                    <a:gd name="connsiteX50" fmla="*/ 7470 w 10000"/>
                    <a:gd name="connsiteY50" fmla="*/ 8798 h 10000"/>
                    <a:gd name="connsiteX51" fmla="*/ 7590 w 10000"/>
                    <a:gd name="connsiteY51" fmla="*/ 8541 h 10000"/>
                    <a:gd name="connsiteX52" fmla="*/ 7831 w 10000"/>
                    <a:gd name="connsiteY52" fmla="*/ 8412 h 10000"/>
                    <a:gd name="connsiteX53" fmla="*/ 7952 w 10000"/>
                    <a:gd name="connsiteY53" fmla="*/ 7937 h 10000"/>
                    <a:gd name="connsiteX54" fmla="*/ 8313 w 10000"/>
                    <a:gd name="connsiteY54" fmla="*/ 7377 h 10000"/>
                    <a:gd name="connsiteX55" fmla="*/ 8594 w 10000"/>
                    <a:gd name="connsiteY55" fmla="*/ 7117 h 10000"/>
                    <a:gd name="connsiteX56" fmla="*/ 8795 w 10000"/>
                    <a:gd name="connsiteY56" fmla="*/ 6386 h 10000"/>
                    <a:gd name="connsiteX57" fmla="*/ 8795 w 10000"/>
                    <a:gd name="connsiteY57" fmla="*/ 6213 h 10000"/>
                    <a:gd name="connsiteX58" fmla="*/ 8755 w 10000"/>
                    <a:gd name="connsiteY58" fmla="*/ 5781 h 10000"/>
                    <a:gd name="connsiteX59" fmla="*/ 9157 w 10000"/>
                    <a:gd name="connsiteY59" fmla="*/ 4227 h 10000"/>
                    <a:gd name="connsiteX60" fmla="*/ 9277 w 10000"/>
                    <a:gd name="connsiteY60" fmla="*/ 4227 h 10000"/>
                    <a:gd name="connsiteX61" fmla="*/ 9438 w 10000"/>
                    <a:gd name="connsiteY61" fmla="*/ 4098 h 10000"/>
                    <a:gd name="connsiteX62" fmla="*/ 9920 w 10000"/>
                    <a:gd name="connsiteY62" fmla="*/ 3882 h 10000"/>
                    <a:gd name="connsiteX63" fmla="*/ 10000 w 10000"/>
                    <a:gd name="connsiteY63" fmla="*/ 3537 h 10000"/>
                    <a:gd name="connsiteX64" fmla="*/ 9960 w 10000"/>
                    <a:gd name="connsiteY64" fmla="*/ 3450 h 10000"/>
                    <a:gd name="connsiteX65" fmla="*/ 9799 w 10000"/>
                    <a:gd name="connsiteY65" fmla="*/ 3450 h 10000"/>
                    <a:gd name="connsiteX66" fmla="*/ 9679 w 10000"/>
                    <a:gd name="connsiteY66" fmla="*/ 3235 h 10000"/>
                    <a:gd name="connsiteX67" fmla="*/ 9438 w 10000"/>
                    <a:gd name="connsiteY67" fmla="*/ 3151 h 10000"/>
                    <a:gd name="connsiteX68" fmla="*/ 9317 w 10000"/>
                    <a:gd name="connsiteY68" fmla="*/ 2978 h 10000"/>
                    <a:gd name="connsiteX69" fmla="*/ 9237 w 10000"/>
                    <a:gd name="connsiteY69" fmla="*/ 2331 h 10000"/>
                    <a:gd name="connsiteX70" fmla="*/ 9237 w 10000"/>
                    <a:gd name="connsiteY70" fmla="*/ 1423 h 10000"/>
                    <a:gd name="connsiteX71" fmla="*/ 9036 w 10000"/>
                    <a:gd name="connsiteY71" fmla="*/ 1123 h 10000"/>
                    <a:gd name="connsiteX72" fmla="*/ 8996 w 10000"/>
                    <a:gd name="connsiteY72" fmla="*/ 820 h 10000"/>
                    <a:gd name="connsiteX73" fmla="*/ 8675 w 10000"/>
                    <a:gd name="connsiteY73" fmla="*/ 389 h 10000"/>
                    <a:gd name="connsiteX74" fmla="*/ 8394 w 10000"/>
                    <a:gd name="connsiteY74" fmla="*/ 218 h 10000"/>
                    <a:gd name="connsiteX75" fmla="*/ 8233 w 10000"/>
                    <a:gd name="connsiteY75" fmla="*/ 0 h 10000"/>
                    <a:gd name="connsiteX76" fmla="*/ 7992 w 10000"/>
                    <a:gd name="connsiteY76" fmla="*/ 218 h 10000"/>
                    <a:gd name="connsiteX77" fmla="*/ 7831 w 10000"/>
                    <a:gd name="connsiteY77" fmla="*/ 173 h 10000"/>
                    <a:gd name="connsiteX78" fmla="*/ 7711 w 10000"/>
                    <a:gd name="connsiteY78" fmla="*/ 559 h 10000"/>
                    <a:gd name="connsiteX79" fmla="*/ 7390 w 10000"/>
                    <a:gd name="connsiteY79" fmla="*/ 648 h 10000"/>
                    <a:gd name="connsiteX80" fmla="*/ 7309 w 10000"/>
                    <a:gd name="connsiteY80" fmla="*/ 948 h 10000"/>
                    <a:gd name="connsiteX81" fmla="*/ 7028 w 10000"/>
                    <a:gd name="connsiteY81" fmla="*/ 948 h 10000"/>
                    <a:gd name="connsiteX82" fmla="*/ 6787 w 10000"/>
                    <a:gd name="connsiteY82" fmla="*/ 820 h 10000"/>
                    <a:gd name="connsiteX83" fmla="*/ 6265 w 10000"/>
                    <a:gd name="connsiteY83" fmla="*/ 820 h 10000"/>
                    <a:gd name="connsiteX84" fmla="*/ 5743 w 10000"/>
                    <a:gd name="connsiteY84" fmla="*/ 820 h 10000"/>
                    <a:gd name="connsiteX85" fmla="*/ 5783 w 10000"/>
                    <a:gd name="connsiteY85" fmla="*/ 648 h 10000"/>
                    <a:gd name="connsiteX86" fmla="*/ 5703 w 10000"/>
                    <a:gd name="connsiteY86" fmla="*/ 648 h 10000"/>
                    <a:gd name="connsiteX87" fmla="*/ 5663 w 10000"/>
                    <a:gd name="connsiteY87" fmla="*/ 820 h 10000"/>
                    <a:gd name="connsiteX88" fmla="*/ 5181 w 10000"/>
                    <a:gd name="connsiteY88" fmla="*/ 820 h 10000"/>
                    <a:gd name="connsiteX89" fmla="*/ 4699 w 10000"/>
                    <a:gd name="connsiteY89" fmla="*/ 820 h 10000"/>
                    <a:gd name="connsiteX90" fmla="*/ 4217 w 10000"/>
                    <a:gd name="connsiteY90" fmla="*/ 820 h 10000"/>
                    <a:gd name="connsiteX91" fmla="*/ 3735 w 10000"/>
                    <a:gd name="connsiteY91" fmla="*/ 820 h 10000"/>
                    <a:gd name="connsiteX92" fmla="*/ 3293 w 10000"/>
                    <a:gd name="connsiteY92" fmla="*/ 820 h 10000"/>
                    <a:gd name="connsiteX93" fmla="*/ 2811 w 10000"/>
                    <a:gd name="connsiteY93" fmla="*/ 820 h 10000"/>
                    <a:gd name="connsiteX94" fmla="*/ 2369 w 10000"/>
                    <a:gd name="connsiteY94" fmla="*/ 820 h 10000"/>
                    <a:gd name="connsiteX95" fmla="*/ 1888 w 10000"/>
                    <a:gd name="connsiteY95" fmla="*/ 820 h 10000"/>
                    <a:gd name="connsiteX96" fmla="*/ 1888 w 10000"/>
                    <a:gd name="connsiteY96" fmla="*/ 1423 h 10000"/>
                    <a:gd name="connsiteX97" fmla="*/ 1888 w 10000"/>
                    <a:gd name="connsiteY97" fmla="*/ 2200 h 10000"/>
                    <a:gd name="connsiteX98" fmla="*/ 1285 w 10000"/>
                    <a:gd name="connsiteY98" fmla="*/ 2200 h 10000"/>
                    <a:gd name="connsiteX99" fmla="*/ 1285 w 10000"/>
                    <a:gd name="connsiteY99"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332 w 10000"/>
                    <a:gd name="connsiteY22" fmla="*/ 9404 h 10000"/>
                    <a:gd name="connsiteX23" fmla="*/ 1439 w 10000"/>
                    <a:gd name="connsiteY23" fmla="*/ 9506 h 10000"/>
                    <a:gd name="connsiteX24" fmla="*/ 1767 w 10000"/>
                    <a:gd name="connsiteY24" fmla="*/ 9426 h 10000"/>
                    <a:gd name="connsiteX25" fmla="*/ 1951 w 10000"/>
                    <a:gd name="connsiteY25" fmla="*/ 9317 h 10000"/>
                    <a:gd name="connsiteX26" fmla="*/ 2025 w 10000"/>
                    <a:gd name="connsiteY26" fmla="*/ 9052 h 10000"/>
                    <a:gd name="connsiteX27" fmla="*/ 2338 w 10000"/>
                    <a:gd name="connsiteY27" fmla="*/ 8966 h 10000"/>
                    <a:gd name="connsiteX28" fmla="*/ 2643 w 10000"/>
                    <a:gd name="connsiteY28" fmla="*/ 9388 h 10000"/>
                    <a:gd name="connsiteX29" fmla="*/ 2911 w 10000"/>
                    <a:gd name="connsiteY29" fmla="*/ 9572 h 10000"/>
                    <a:gd name="connsiteX30" fmla="*/ 3167 w 10000"/>
                    <a:gd name="connsiteY30" fmla="*/ 9539 h 10000"/>
                    <a:gd name="connsiteX31" fmla="*/ 3795 w 10000"/>
                    <a:gd name="connsiteY31" fmla="*/ 9693 h 10000"/>
                    <a:gd name="connsiteX32" fmla="*/ 4153 w 10000"/>
                    <a:gd name="connsiteY32" fmla="*/ 9776 h 10000"/>
                    <a:gd name="connsiteX33" fmla="*/ 4600 w 10000"/>
                    <a:gd name="connsiteY33" fmla="*/ 9556 h 10000"/>
                    <a:gd name="connsiteX34" fmla="*/ 4901 w 10000"/>
                    <a:gd name="connsiteY34" fmla="*/ 9086 h 10000"/>
                    <a:gd name="connsiteX35" fmla="*/ 5337 w 10000"/>
                    <a:gd name="connsiteY35" fmla="*/ 9340 h 10000"/>
                    <a:gd name="connsiteX36" fmla="*/ 5564 w 10000"/>
                    <a:gd name="connsiteY36" fmla="*/ 9506 h 10000"/>
                    <a:gd name="connsiteX37" fmla="*/ 5768 w 10000"/>
                    <a:gd name="connsiteY37" fmla="*/ 9399 h 10000"/>
                    <a:gd name="connsiteX38" fmla="*/ 5933 w 10000"/>
                    <a:gd name="connsiteY38" fmla="*/ 9300 h 10000"/>
                    <a:gd name="connsiteX39" fmla="*/ 6089 w 10000"/>
                    <a:gd name="connsiteY39" fmla="*/ 9078 h 10000"/>
                    <a:gd name="connsiteX40" fmla="*/ 6274 w 10000"/>
                    <a:gd name="connsiteY40" fmla="*/ 8778 h 10000"/>
                    <a:gd name="connsiteX41" fmla="*/ 6389 w 10000"/>
                    <a:gd name="connsiteY41" fmla="*/ 8638 h 10000"/>
                    <a:gd name="connsiteX42" fmla="*/ 6524 w 10000"/>
                    <a:gd name="connsiteY42" fmla="*/ 8582 h 10000"/>
                    <a:gd name="connsiteX43" fmla="*/ 6531 w 10000"/>
                    <a:gd name="connsiteY43" fmla="*/ 8405 h 10000"/>
                    <a:gd name="connsiteX44" fmla="*/ 6572 w 10000"/>
                    <a:gd name="connsiteY44" fmla="*/ 8201 h 10000"/>
                    <a:gd name="connsiteX45" fmla="*/ 6602 w 10000"/>
                    <a:gd name="connsiteY45" fmla="*/ 8014 h 10000"/>
                    <a:gd name="connsiteX46" fmla="*/ 6707 w 10000"/>
                    <a:gd name="connsiteY46" fmla="*/ 7862 h 10000"/>
                    <a:gd name="connsiteX47" fmla="*/ 6893 w 10000"/>
                    <a:gd name="connsiteY47" fmla="*/ 8708 h 10000"/>
                    <a:gd name="connsiteX48" fmla="*/ 7275 w 10000"/>
                    <a:gd name="connsiteY48" fmla="*/ 9176 h 10000"/>
                    <a:gd name="connsiteX49" fmla="*/ 7430 w 10000"/>
                    <a:gd name="connsiteY49" fmla="*/ 8756 h 10000"/>
                    <a:gd name="connsiteX50" fmla="*/ 7470 w 10000"/>
                    <a:gd name="connsiteY50" fmla="*/ 8798 h 10000"/>
                    <a:gd name="connsiteX51" fmla="*/ 7590 w 10000"/>
                    <a:gd name="connsiteY51" fmla="*/ 8541 h 10000"/>
                    <a:gd name="connsiteX52" fmla="*/ 7831 w 10000"/>
                    <a:gd name="connsiteY52" fmla="*/ 8412 h 10000"/>
                    <a:gd name="connsiteX53" fmla="*/ 7952 w 10000"/>
                    <a:gd name="connsiteY53" fmla="*/ 7937 h 10000"/>
                    <a:gd name="connsiteX54" fmla="*/ 8313 w 10000"/>
                    <a:gd name="connsiteY54" fmla="*/ 7377 h 10000"/>
                    <a:gd name="connsiteX55" fmla="*/ 8594 w 10000"/>
                    <a:gd name="connsiteY55" fmla="*/ 7117 h 10000"/>
                    <a:gd name="connsiteX56" fmla="*/ 8795 w 10000"/>
                    <a:gd name="connsiteY56" fmla="*/ 6386 h 10000"/>
                    <a:gd name="connsiteX57" fmla="*/ 8795 w 10000"/>
                    <a:gd name="connsiteY57" fmla="*/ 6213 h 10000"/>
                    <a:gd name="connsiteX58" fmla="*/ 8755 w 10000"/>
                    <a:gd name="connsiteY58" fmla="*/ 5781 h 10000"/>
                    <a:gd name="connsiteX59" fmla="*/ 9157 w 10000"/>
                    <a:gd name="connsiteY59" fmla="*/ 4227 h 10000"/>
                    <a:gd name="connsiteX60" fmla="*/ 9277 w 10000"/>
                    <a:gd name="connsiteY60" fmla="*/ 4227 h 10000"/>
                    <a:gd name="connsiteX61" fmla="*/ 9438 w 10000"/>
                    <a:gd name="connsiteY61" fmla="*/ 4098 h 10000"/>
                    <a:gd name="connsiteX62" fmla="*/ 9920 w 10000"/>
                    <a:gd name="connsiteY62" fmla="*/ 3882 h 10000"/>
                    <a:gd name="connsiteX63" fmla="*/ 10000 w 10000"/>
                    <a:gd name="connsiteY63" fmla="*/ 3537 h 10000"/>
                    <a:gd name="connsiteX64" fmla="*/ 9960 w 10000"/>
                    <a:gd name="connsiteY64" fmla="*/ 3450 h 10000"/>
                    <a:gd name="connsiteX65" fmla="*/ 9799 w 10000"/>
                    <a:gd name="connsiteY65" fmla="*/ 3450 h 10000"/>
                    <a:gd name="connsiteX66" fmla="*/ 9679 w 10000"/>
                    <a:gd name="connsiteY66" fmla="*/ 3235 h 10000"/>
                    <a:gd name="connsiteX67" fmla="*/ 9438 w 10000"/>
                    <a:gd name="connsiteY67" fmla="*/ 3151 h 10000"/>
                    <a:gd name="connsiteX68" fmla="*/ 9317 w 10000"/>
                    <a:gd name="connsiteY68" fmla="*/ 2978 h 10000"/>
                    <a:gd name="connsiteX69" fmla="*/ 9237 w 10000"/>
                    <a:gd name="connsiteY69" fmla="*/ 2331 h 10000"/>
                    <a:gd name="connsiteX70" fmla="*/ 9237 w 10000"/>
                    <a:gd name="connsiteY70" fmla="*/ 1423 h 10000"/>
                    <a:gd name="connsiteX71" fmla="*/ 9036 w 10000"/>
                    <a:gd name="connsiteY71" fmla="*/ 1123 h 10000"/>
                    <a:gd name="connsiteX72" fmla="*/ 8996 w 10000"/>
                    <a:gd name="connsiteY72" fmla="*/ 820 h 10000"/>
                    <a:gd name="connsiteX73" fmla="*/ 8675 w 10000"/>
                    <a:gd name="connsiteY73" fmla="*/ 389 h 10000"/>
                    <a:gd name="connsiteX74" fmla="*/ 8394 w 10000"/>
                    <a:gd name="connsiteY74" fmla="*/ 218 h 10000"/>
                    <a:gd name="connsiteX75" fmla="*/ 8233 w 10000"/>
                    <a:gd name="connsiteY75" fmla="*/ 0 h 10000"/>
                    <a:gd name="connsiteX76" fmla="*/ 7992 w 10000"/>
                    <a:gd name="connsiteY76" fmla="*/ 218 h 10000"/>
                    <a:gd name="connsiteX77" fmla="*/ 7831 w 10000"/>
                    <a:gd name="connsiteY77" fmla="*/ 173 h 10000"/>
                    <a:gd name="connsiteX78" fmla="*/ 7711 w 10000"/>
                    <a:gd name="connsiteY78" fmla="*/ 559 h 10000"/>
                    <a:gd name="connsiteX79" fmla="*/ 7390 w 10000"/>
                    <a:gd name="connsiteY79" fmla="*/ 648 h 10000"/>
                    <a:gd name="connsiteX80" fmla="*/ 7309 w 10000"/>
                    <a:gd name="connsiteY80" fmla="*/ 948 h 10000"/>
                    <a:gd name="connsiteX81" fmla="*/ 7028 w 10000"/>
                    <a:gd name="connsiteY81" fmla="*/ 948 h 10000"/>
                    <a:gd name="connsiteX82" fmla="*/ 6787 w 10000"/>
                    <a:gd name="connsiteY82" fmla="*/ 820 h 10000"/>
                    <a:gd name="connsiteX83" fmla="*/ 6265 w 10000"/>
                    <a:gd name="connsiteY83" fmla="*/ 820 h 10000"/>
                    <a:gd name="connsiteX84" fmla="*/ 5743 w 10000"/>
                    <a:gd name="connsiteY84" fmla="*/ 820 h 10000"/>
                    <a:gd name="connsiteX85" fmla="*/ 5783 w 10000"/>
                    <a:gd name="connsiteY85" fmla="*/ 648 h 10000"/>
                    <a:gd name="connsiteX86" fmla="*/ 5703 w 10000"/>
                    <a:gd name="connsiteY86" fmla="*/ 648 h 10000"/>
                    <a:gd name="connsiteX87" fmla="*/ 5663 w 10000"/>
                    <a:gd name="connsiteY87" fmla="*/ 820 h 10000"/>
                    <a:gd name="connsiteX88" fmla="*/ 5181 w 10000"/>
                    <a:gd name="connsiteY88" fmla="*/ 820 h 10000"/>
                    <a:gd name="connsiteX89" fmla="*/ 4699 w 10000"/>
                    <a:gd name="connsiteY89" fmla="*/ 820 h 10000"/>
                    <a:gd name="connsiteX90" fmla="*/ 4217 w 10000"/>
                    <a:gd name="connsiteY90" fmla="*/ 820 h 10000"/>
                    <a:gd name="connsiteX91" fmla="*/ 3735 w 10000"/>
                    <a:gd name="connsiteY91" fmla="*/ 820 h 10000"/>
                    <a:gd name="connsiteX92" fmla="*/ 3293 w 10000"/>
                    <a:gd name="connsiteY92" fmla="*/ 820 h 10000"/>
                    <a:gd name="connsiteX93" fmla="*/ 2811 w 10000"/>
                    <a:gd name="connsiteY93" fmla="*/ 820 h 10000"/>
                    <a:gd name="connsiteX94" fmla="*/ 2369 w 10000"/>
                    <a:gd name="connsiteY94" fmla="*/ 820 h 10000"/>
                    <a:gd name="connsiteX95" fmla="*/ 1888 w 10000"/>
                    <a:gd name="connsiteY95" fmla="*/ 820 h 10000"/>
                    <a:gd name="connsiteX96" fmla="*/ 1888 w 10000"/>
                    <a:gd name="connsiteY96" fmla="*/ 1423 h 10000"/>
                    <a:gd name="connsiteX97" fmla="*/ 1888 w 10000"/>
                    <a:gd name="connsiteY97" fmla="*/ 2200 h 10000"/>
                    <a:gd name="connsiteX98" fmla="*/ 1285 w 10000"/>
                    <a:gd name="connsiteY98" fmla="*/ 2200 h 10000"/>
                    <a:gd name="connsiteX99" fmla="*/ 1285 w 10000"/>
                    <a:gd name="connsiteY99"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332 w 10000"/>
                    <a:gd name="connsiteY22" fmla="*/ 9404 h 10000"/>
                    <a:gd name="connsiteX23" fmla="*/ 1439 w 10000"/>
                    <a:gd name="connsiteY23" fmla="*/ 9506 h 10000"/>
                    <a:gd name="connsiteX24" fmla="*/ 1767 w 10000"/>
                    <a:gd name="connsiteY24" fmla="*/ 9426 h 10000"/>
                    <a:gd name="connsiteX25" fmla="*/ 1951 w 10000"/>
                    <a:gd name="connsiteY25" fmla="*/ 9317 h 10000"/>
                    <a:gd name="connsiteX26" fmla="*/ 2025 w 10000"/>
                    <a:gd name="connsiteY26" fmla="*/ 9052 h 10000"/>
                    <a:gd name="connsiteX27" fmla="*/ 2338 w 10000"/>
                    <a:gd name="connsiteY27" fmla="*/ 8966 h 10000"/>
                    <a:gd name="connsiteX28" fmla="*/ 2643 w 10000"/>
                    <a:gd name="connsiteY28" fmla="*/ 9388 h 10000"/>
                    <a:gd name="connsiteX29" fmla="*/ 2911 w 10000"/>
                    <a:gd name="connsiteY29" fmla="*/ 9572 h 10000"/>
                    <a:gd name="connsiteX30" fmla="*/ 3167 w 10000"/>
                    <a:gd name="connsiteY30" fmla="*/ 9539 h 10000"/>
                    <a:gd name="connsiteX31" fmla="*/ 3795 w 10000"/>
                    <a:gd name="connsiteY31" fmla="*/ 9693 h 10000"/>
                    <a:gd name="connsiteX32" fmla="*/ 4153 w 10000"/>
                    <a:gd name="connsiteY32" fmla="*/ 9776 h 10000"/>
                    <a:gd name="connsiteX33" fmla="*/ 4600 w 10000"/>
                    <a:gd name="connsiteY33" fmla="*/ 9556 h 10000"/>
                    <a:gd name="connsiteX34" fmla="*/ 4901 w 10000"/>
                    <a:gd name="connsiteY34" fmla="*/ 9086 h 10000"/>
                    <a:gd name="connsiteX35" fmla="*/ 5337 w 10000"/>
                    <a:gd name="connsiteY35" fmla="*/ 9340 h 10000"/>
                    <a:gd name="connsiteX36" fmla="*/ 5564 w 10000"/>
                    <a:gd name="connsiteY36" fmla="*/ 9506 h 10000"/>
                    <a:gd name="connsiteX37" fmla="*/ 5768 w 10000"/>
                    <a:gd name="connsiteY37" fmla="*/ 9399 h 10000"/>
                    <a:gd name="connsiteX38" fmla="*/ 5933 w 10000"/>
                    <a:gd name="connsiteY38" fmla="*/ 9300 h 10000"/>
                    <a:gd name="connsiteX39" fmla="*/ 6089 w 10000"/>
                    <a:gd name="connsiteY39" fmla="*/ 9078 h 10000"/>
                    <a:gd name="connsiteX40" fmla="*/ 6274 w 10000"/>
                    <a:gd name="connsiteY40" fmla="*/ 8778 h 10000"/>
                    <a:gd name="connsiteX41" fmla="*/ 6389 w 10000"/>
                    <a:gd name="connsiteY41" fmla="*/ 8638 h 10000"/>
                    <a:gd name="connsiteX42" fmla="*/ 6524 w 10000"/>
                    <a:gd name="connsiteY42" fmla="*/ 8582 h 10000"/>
                    <a:gd name="connsiteX43" fmla="*/ 6531 w 10000"/>
                    <a:gd name="connsiteY43" fmla="*/ 8405 h 10000"/>
                    <a:gd name="connsiteX44" fmla="*/ 6572 w 10000"/>
                    <a:gd name="connsiteY44" fmla="*/ 8201 h 10000"/>
                    <a:gd name="connsiteX45" fmla="*/ 6602 w 10000"/>
                    <a:gd name="connsiteY45" fmla="*/ 8014 h 10000"/>
                    <a:gd name="connsiteX46" fmla="*/ 6707 w 10000"/>
                    <a:gd name="connsiteY46" fmla="*/ 7862 h 10000"/>
                    <a:gd name="connsiteX47" fmla="*/ 6893 w 10000"/>
                    <a:gd name="connsiteY47" fmla="*/ 8708 h 10000"/>
                    <a:gd name="connsiteX48" fmla="*/ 7308 w 10000"/>
                    <a:gd name="connsiteY48" fmla="*/ 9034 h 10000"/>
                    <a:gd name="connsiteX49" fmla="*/ 7430 w 10000"/>
                    <a:gd name="connsiteY49" fmla="*/ 8756 h 10000"/>
                    <a:gd name="connsiteX50" fmla="*/ 7470 w 10000"/>
                    <a:gd name="connsiteY50" fmla="*/ 8798 h 10000"/>
                    <a:gd name="connsiteX51" fmla="*/ 7590 w 10000"/>
                    <a:gd name="connsiteY51" fmla="*/ 8541 h 10000"/>
                    <a:gd name="connsiteX52" fmla="*/ 7831 w 10000"/>
                    <a:gd name="connsiteY52" fmla="*/ 8412 h 10000"/>
                    <a:gd name="connsiteX53" fmla="*/ 7952 w 10000"/>
                    <a:gd name="connsiteY53" fmla="*/ 7937 h 10000"/>
                    <a:gd name="connsiteX54" fmla="*/ 8313 w 10000"/>
                    <a:gd name="connsiteY54" fmla="*/ 7377 h 10000"/>
                    <a:gd name="connsiteX55" fmla="*/ 8594 w 10000"/>
                    <a:gd name="connsiteY55" fmla="*/ 7117 h 10000"/>
                    <a:gd name="connsiteX56" fmla="*/ 8795 w 10000"/>
                    <a:gd name="connsiteY56" fmla="*/ 6386 h 10000"/>
                    <a:gd name="connsiteX57" fmla="*/ 8795 w 10000"/>
                    <a:gd name="connsiteY57" fmla="*/ 6213 h 10000"/>
                    <a:gd name="connsiteX58" fmla="*/ 8755 w 10000"/>
                    <a:gd name="connsiteY58" fmla="*/ 5781 h 10000"/>
                    <a:gd name="connsiteX59" fmla="*/ 9157 w 10000"/>
                    <a:gd name="connsiteY59" fmla="*/ 4227 h 10000"/>
                    <a:gd name="connsiteX60" fmla="*/ 9277 w 10000"/>
                    <a:gd name="connsiteY60" fmla="*/ 4227 h 10000"/>
                    <a:gd name="connsiteX61" fmla="*/ 9438 w 10000"/>
                    <a:gd name="connsiteY61" fmla="*/ 4098 h 10000"/>
                    <a:gd name="connsiteX62" fmla="*/ 9920 w 10000"/>
                    <a:gd name="connsiteY62" fmla="*/ 3882 h 10000"/>
                    <a:gd name="connsiteX63" fmla="*/ 10000 w 10000"/>
                    <a:gd name="connsiteY63" fmla="*/ 3537 h 10000"/>
                    <a:gd name="connsiteX64" fmla="*/ 9960 w 10000"/>
                    <a:gd name="connsiteY64" fmla="*/ 3450 h 10000"/>
                    <a:gd name="connsiteX65" fmla="*/ 9799 w 10000"/>
                    <a:gd name="connsiteY65" fmla="*/ 3450 h 10000"/>
                    <a:gd name="connsiteX66" fmla="*/ 9679 w 10000"/>
                    <a:gd name="connsiteY66" fmla="*/ 3235 h 10000"/>
                    <a:gd name="connsiteX67" fmla="*/ 9438 w 10000"/>
                    <a:gd name="connsiteY67" fmla="*/ 3151 h 10000"/>
                    <a:gd name="connsiteX68" fmla="*/ 9317 w 10000"/>
                    <a:gd name="connsiteY68" fmla="*/ 2978 h 10000"/>
                    <a:gd name="connsiteX69" fmla="*/ 9237 w 10000"/>
                    <a:gd name="connsiteY69" fmla="*/ 2331 h 10000"/>
                    <a:gd name="connsiteX70" fmla="*/ 9237 w 10000"/>
                    <a:gd name="connsiteY70" fmla="*/ 1423 h 10000"/>
                    <a:gd name="connsiteX71" fmla="*/ 9036 w 10000"/>
                    <a:gd name="connsiteY71" fmla="*/ 1123 h 10000"/>
                    <a:gd name="connsiteX72" fmla="*/ 8996 w 10000"/>
                    <a:gd name="connsiteY72" fmla="*/ 820 h 10000"/>
                    <a:gd name="connsiteX73" fmla="*/ 8675 w 10000"/>
                    <a:gd name="connsiteY73" fmla="*/ 389 h 10000"/>
                    <a:gd name="connsiteX74" fmla="*/ 8394 w 10000"/>
                    <a:gd name="connsiteY74" fmla="*/ 218 h 10000"/>
                    <a:gd name="connsiteX75" fmla="*/ 8233 w 10000"/>
                    <a:gd name="connsiteY75" fmla="*/ 0 h 10000"/>
                    <a:gd name="connsiteX76" fmla="*/ 7992 w 10000"/>
                    <a:gd name="connsiteY76" fmla="*/ 218 h 10000"/>
                    <a:gd name="connsiteX77" fmla="*/ 7831 w 10000"/>
                    <a:gd name="connsiteY77" fmla="*/ 173 h 10000"/>
                    <a:gd name="connsiteX78" fmla="*/ 7711 w 10000"/>
                    <a:gd name="connsiteY78" fmla="*/ 559 h 10000"/>
                    <a:gd name="connsiteX79" fmla="*/ 7390 w 10000"/>
                    <a:gd name="connsiteY79" fmla="*/ 648 h 10000"/>
                    <a:gd name="connsiteX80" fmla="*/ 7309 w 10000"/>
                    <a:gd name="connsiteY80" fmla="*/ 948 h 10000"/>
                    <a:gd name="connsiteX81" fmla="*/ 7028 w 10000"/>
                    <a:gd name="connsiteY81" fmla="*/ 948 h 10000"/>
                    <a:gd name="connsiteX82" fmla="*/ 6787 w 10000"/>
                    <a:gd name="connsiteY82" fmla="*/ 820 h 10000"/>
                    <a:gd name="connsiteX83" fmla="*/ 6265 w 10000"/>
                    <a:gd name="connsiteY83" fmla="*/ 820 h 10000"/>
                    <a:gd name="connsiteX84" fmla="*/ 5743 w 10000"/>
                    <a:gd name="connsiteY84" fmla="*/ 820 h 10000"/>
                    <a:gd name="connsiteX85" fmla="*/ 5783 w 10000"/>
                    <a:gd name="connsiteY85" fmla="*/ 648 h 10000"/>
                    <a:gd name="connsiteX86" fmla="*/ 5703 w 10000"/>
                    <a:gd name="connsiteY86" fmla="*/ 648 h 10000"/>
                    <a:gd name="connsiteX87" fmla="*/ 5663 w 10000"/>
                    <a:gd name="connsiteY87" fmla="*/ 820 h 10000"/>
                    <a:gd name="connsiteX88" fmla="*/ 5181 w 10000"/>
                    <a:gd name="connsiteY88" fmla="*/ 820 h 10000"/>
                    <a:gd name="connsiteX89" fmla="*/ 4699 w 10000"/>
                    <a:gd name="connsiteY89" fmla="*/ 820 h 10000"/>
                    <a:gd name="connsiteX90" fmla="*/ 4217 w 10000"/>
                    <a:gd name="connsiteY90" fmla="*/ 820 h 10000"/>
                    <a:gd name="connsiteX91" fmla="*/ 3735 w 10000"/>
                    <a:gd name="connsiteY91" fmla="*/ 820 h 10000"/>
                    <a:gd name="connsiteX92" fmla="*/ 3293 w 10000"/>
                    <a:gd name="connsiteY92" fmla="*/ 820 h 10000"/>
                    <a:gd name="connsiteX93" fmla="*/ 2811 w 10000"/>
                    <a:gd name="connsiteY93" fmla="*/ 820 h 10000"/>
                    <a:gd name="connsiteX94" fmla="*/ 2369 w 10000"/>
                    <a:gd name="connsiteY94" fmla="*/ 820 h 10000"/>
                    <a:gd name="connsiteX95" fmla="*/ 1888 w 10000"/>
                    <a:gd name="connsiteY95" fmla="*/ 820 h 10000"/>
                    <a:gd name="connsiteX96" fmla="*/ 1888 w 10000"/>
                    <a:gd name="connsiteY96" fmla="*/ 1423 h 10000"/>
                    <a:gd name="connsiteX97" fmla="*/ 1888 w 10000"/>
                    <a:gd name="connsiteY97" fmla="*/ 2200 h 10000"/>
                    <a:gd name="connsiteX98" fmla="*/ 1285 w 10000"/>
                    <a:gd name="connsiteY98" fmla="*/ 2200 h 10000"/>
                    <a:gd name="connsiteX99" fmla="*/ 1285 w 10000"/>
                    <a:gd name="connsiteY99"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332 w 10000"/>
                    <a:gd name="connsiteY22" fmla="*/ 9404 h 10000"/>
                    <a:gd name="connsiteX23" fmla="*/ 1439 w 10000"/>
                    <a:gd name="connsiteY23" fmla="*/ 9506 h 10000"/>
                    <a:gd name="connsiteX24" fmla="*/ 1767 w 10000"/>
                    <a:gd name="connsiteY24" fmla="*/ 9426 h 10000"/>
                    <a:gd name="connsiteX25" fmla="*/ 1951 w 10000"/>
                    <a:gd name="connsiteY25" fmla="*/ 9317 h 10000"/>
                    <a:gd name="connsiteX26" fmla="*/ 2025 w 10000"/>
                    <a:gd name="connsiteY26" fmla="*/ 9052 h 10000"/>
                    <a:gd name="connsiteX27" fmla="*/ 2338 w 10000"/>
                    <a:gd name="connsiteY27" fmla="*/ 8966 h 10000"/>
                    <a:gd name="connsiteX28" fmla="*/ 2643 w 10000"/>
                    <a:gd name="connsiteY28" fmla="*/ 9388 h 10000"/>
                    <a:gd name="connsiteX29" fmla="*/ 2911 w 10000"/>
                    <a:gd name="connsiteY29" fmla="*/ 9572 h 10000"/>
                    <a:gd name="connsiteX30" fmla="*/ 3167 w 10000"/>
                    <a:gd name="connsiteY30" fmla="*/ 9539 h 10000"/>
                    <a:gd name="connsiteX31" fmla="*/ 3795 w 10000"/>
                    <a:gd name="connsiteY31" fmla="*/ 9693 h 10000"/>
                    <a:gd name="connsiteX32" fmla="*/ 4153 w 10000"/>
                    <a:gd name="connsiteY32" fmla="*/ 9776 h 10000"/>
                    <a:gd name="connsiteX33" fmla="*/ 4600 w 10000"/>
                    <a:gd name="connsiteY33" fmla="*/ 9556 h 10000"/>
                    <a:gd name="connsiteX34" fmla="*/ 4901 w 10000"/>
                    <a:gd name="connsiteY34" fmla="*/ 9086 h 10000"/>
                    <a:gd name="connsiteX35" fmla="*/ 5337 w 10000"/>
                    <a:gd name="connsiteY35" fmla="*/ 9340 h 10000"/>
                    <a:gd name="connsiteX36" fmla="*/ 5564 w 10000"/>
                    <a:gd name="connsiteY36" fmla="*/ 9506 h 10000"/>
                    <a:gd name="connsiteX37" fmla="*/ 5768 w 10000"/>
                    <a:gd name="connsiteY37" fmla="*/ 9399 h 10000"/>
                    <a:gd name="connsiteX38" fmla="*/ 5933 w 10000"/>
                    <a:gd name="connsiteY38" fmla="*/ 9300 h 10000"/>
                    <a:gd name="connsiteX39" fmla="*/ 6089 w 10000"/>
                    <a:gd name="connsiteY39" fmla="*/ 9078 h 10000"/>
                    <a:gd name="connsiteX40" fmla="*/ 6274 w 10000"/>
                    <a:gd name="connsiteY40" fmla="*/ 8778 h 10000"/>
                    <a:gd name="connsiteX41" fmla="*/ 6389 w 10000"/>
                    <a:gd name="connsiteY41" fmla="*/ 8638 h 10000"/>
                    <a:gd name="connsiteX42" fmla="*/ 6524 w 10000"/>
                    <a:gd name="connsiteY42" fmla="*/ 8582 h 10000"/>
                    <a:gd name="connsiteX43" fmla="*/ 6531 w 10000"/>
                    <a:gd name="connsiteY43" fmla="*/ 8405 h 10000"/>
                    <a:gd name="connsiteX44" fmla="*/ 6572 w 10000"/>
                    <a:gd name="connsiteY44" fmla="*/ 8201 h 10000"/>
                    <a:gd name="connsiteX45" fmla="*/ 6602 w 10000"/>
                    <a:gd name="connsiteY45" fmla="*/ 8014 h 10000"/>
                    <a:gd name="connsiteX46" fmla="*/ 6855 w 10000"/>
                    <a:gd name="connsiteY46" fmla="*/ 7773 h 10000"/>
                    <a:gd name="connsiteX47" fmla="*/ 6893 w 10000"/>
                    <a:gd name="connsiteY47" fmla="*/ 8708 h 10000"/>
                    <a:gd name="connsiteX48" fmla="*/ 7308 w 10000"/>
                    <a:gd name="connsiteY48" fmla="*/ 9034 h 10000"/>
                    <a:gd name="connsiteX49" fmla="*/ 7430 w 10000"/>
                    <a:gd name="connsiteY49" fmla="*/ 8756 h 10000"/>
                    <a:gd name="connsiteX50" fmla="*/ 7470 w 10000"/>
                    <a:gd name="connsiteY50" fmla="*/ 8798 h 10000"/>
                    <a:gd name="connsiteX51" fmla="*/ 7590 w 10000"/>
                    <a:gd name="connsiteY51" fmla="*/ 8541 h 10000"/>
                    <a:gd name="connsiteX52" fmla="*/ 7831 w 10000"/>
                    <a:gd name="connsiteY52" fmla="*/ 8412 h 10000"/>
                    <a:gd name="connsiteX53" fmla="*/ 7952 w 10000"/>
                    <a:gd name="connsiteY53" fmla="*/ 7937 h 10000"/>
                    <a:gd name="connsiteX54" fmla="*/ 8313 w 10000"/>
                    <a:gd name="connsiteY54" fmla="*/ 7377 h 10000"/>
                    <a:gd name="connsiteX55" fmla="*/ 8594 w 10000"/>
                    <a:gd name="connsiteY55" fmla="*/ 7117 h 10000"/>
                    <a:gd name="connsiteX56" fmla="*/ 8795 w 10000"/>
                    <a:gd name="connsiteY56" fmla="*/ 6386 h 10000"/>
                    <a:gd name="connsiteX57" fmla="*/ 8795 w 10000"/>
                    <a:gd name="connsiteY57" fmla="*/ 6213 h 10000"/>
                    <a:gd name="connsiteX58" fmla="*/ 8755 w 10000"/>
                    <a:gd name="connsiteY58" fmla="*/ 5781 h 10000"/>
                    <a:gd name="connsiteX59" fmla="*/ 9157 w 10000"/>
                    <a:gd name="connsiteY59" fmla="*/ 4227 h 10000"/>
                    <a:gd name="connsiteX60" fmla="*/ 9277 w 10000"/>
                    <a:gd name="connsiteY60" fmla="*/ 4227 h 10000"/>
                    <a:gd name="connsiteX61" fmla="*/ 9438 w 10000"/>
                    <a:gd name="connsiteY61" fmla="*/ 4098 h 10000"/>
                    <a:gd name="connsiteX62" fmla="*/ 9920 w 10000"/>
                    <a:gd name="connsiteY62" fmla="*/ 3882 h 10000"/>
                    <a:gd name="connsiteX63" fmla="*/ 10000 w 10000"/>
                    <a:gd name="connsiteY63" fmla="*/ 3537 h 10000"/>
                    <a:gd name="connsiteX64" fmla="*/ 9960 w 10000"/>
                    <a:gd name="connsiteY64" fmla="*/ 3450 h 10000"/>
                    <a:gd name="connsiteX65" fmla="*/ 9799 w 10000"/>
                    <a:gd name="connsiteY65" fmla="*/ 3450 h 10000"/>
                    <a:gd name="connsiteX66" fmla="*/ 9679 w 10000"/>
                    <a:gd name="connsiteY66" fmla="*/ 3235 h 10000"/>
                    <a:gd name="connsiteX67" fmla="*/ 9438 w 10000"/>
                    <a:gd name="connsiteY67" fmla="*/ 3151 h 10000"/>
                    <a:gd name="connsiteX68" fmla="*/ 9317 w 10000"/>
                    <a:gd name="connsiteY68" fmla="*/ 2978 h 10000"/>
                    <a:gd name="connsiteX69" fmla="*/ 9237 w 10000"/>
                    <a:gd name="connsiteY69" fmla="*/ 2331 h 10000"/>
                    <a:gd name="connsiteX70" fmla="*/ 9237 w 10000"/>
                    <a:gd name="connsiteY70" fmla="*/ 1423 h 10000"/>
                    <a:gd name="connsiteX71" fmla="*/ 9036 w 10000"/>
                    <a:gd name="connsiteY71" fmla="*/ 1123 h 10000"/>
                    <a:gd name="connsiteX72" fmla="*/ 8996 w 10000"/>
                    <a:gd name="connsiteY72" fmla="*/ 820 h 10000"/>
                    <a:gd name="connsiteX73" fmla="*/ 8675 w 10000"/>
                    <a:gd name="connsiteY73" fmla="*/ 389 h 10000"/>
                    <a:gd name="connsiteX74" fmla="*/ 8394 w 10000"/>
                    <a:gd name="connsiteY74" fmla="*/ 218 h 10000"/>
                    <a:gd name="connsiteX75" fmla="*/ 8233 w 10000"/>
                    <a:gd name="connsiteY75" fmla="*/ 0 h 10000"/>
                    <a:gd name="connsiteX76" fmla="*/ 7992 w 10000"/>
                    <a:gd name="connsiteY76" fmla="*/ 218 h 10000"/>
                    <a:gd name="connsiteX77" fmla="*/ 7831 w 10000"/>
                    <a:gd name="connsiteY77" fmla="*/ 173 h 10000"/>
                    <a:gd name="connsiteX78" fmla="*/ 7711 w 10000"/>
                    <a:gd name="connsiteY78" fmla="*/ 559 h 10000"/>
                    <a:gd name="connsiteX79" fmla="*/ 7390 w 10000"/>
                    <a:gd name="connsiteY79" fmla="*/ 648 h 10000"/>
                    <a:gd name="connsiteX80" fmla="*/ 7309 w 10000"/>
                    <a:gd name="connsiteY80" fmla="*/ 948 h 10000"/>
                    <a:gd name="connsiteX81" fmla="*/ 7028 w 10000"/>
                    <a:gd name="connsiteY81" fmla="*/ 948 h 10000"/>
                    <a:gd name="connsiteX82" fmla="*/ 6787 w 10000"/>
                    <a:gd name="connsiteY82" fmla="*/ 820 h 10000"/>
                    <a:gd name="connsiteX83" fmla="*/ 6265 w 10000"/>
                    <a:gd name="connsiteY83" fmla="*/ 820 h 10000"/>
                    <a:gd name="connsiteX84" fmla="*/ 5743 w 10000"/>
                    <a:gd name="connsiteY84" fmla="*/ 820 h 10000"/>
                    <a:gd name="connsiteX85" fmla="*/ 5783 w 10000"/>
                    <a:gd name="connsiteY85" fmla="*/ 648 h 10000"/>
                    <a:gd name="connsiteX86" fmla="*/ 5703 w 10000"/>
                    <a:gd name="connsiteY86" fmla="*/ 648 h 10000"/>
                    <a:gd name="connsiteX87" fmla="*/ 5663 w 10000"/>
                    <a:gd name="connsiteY87" fmla="*/ 820 h 10000"/>
                    <a:gd name="connsiteX88" fmla="*/ 5181 w 10000"/>
                    <a:gd name="connsiteY88" fmla="*/ 820 h 10000"/>
                    <a:gd name="connsiteX89" fmla="*/ 4699 w 10000"/>
                    <a:gd name="connsiteY89" fmla="*/ 820 h 10000"/>
                    <a:gd name="connsiteX90" fmla="*/ 4217 w 10000"/>
                    <a:gd name="connsiteY90" fmla="*/ 820 h 10000"/>
                    <a:gd name="connsiteX91" fmla="*/ 3735 w 10000"/>
                    <a:gd name="connsiteY91" fmla="*/ 820 h 10000"/>
                    <a:gd name="connsiteX92" fmla="*/ 3293 w 10000"/>
                    <a:gd name="connsiteY92" fmla="*/ 820 h 10000"/>
                    <a:gd name="connsiteX93" fmla="*/ 2811 w 10000"/>
                    <a:gd name="connsiteY93" fmla="*/ 820 h 10000"/>
                    <a:gd name="connsiteX94" fmla="*/ 2369 w 10000"/>
                    <a:gd name="connsiteY94" fmla="*/ 820 h 10000"/>
                    <a:gd name="connsiteX95" fmla="*/ 1888 w 10000"/>
                    <a:gd name="connsiteY95" fmla="*/ 820 h 10000"/>
                    <a:gd name="connsiteX96" fmla="*/ 1888 w 10000"/>
                    <a:gd name="connsiteY96" fmla="*/ 1423 h 10000"/>
                    <a:gd name="connsiteX97" fmla="*/ 1888 w 10000"/>
                    <a:gd name="connsiteY97" fmla="*/ 2200 h 10000"/>
                    <a:gd name="connsiteX98" fmla="*/ 1285 w 10000"/>
                    <a:gd name="connsiteY98" fmla="*/ 2200 h 10000"/>
                    <a:gd name="connsiteX99" fmla="*/ 1285 w 10000"/>
                    <a:gd name="connsiteY99"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439 w 10000"/>
                    <a:gd name="connsiteY22" fmla="*/ 9506 h 10000"/>
                    <a:gd name="connsiteX23" fmla="*/ 1767 w 10000"/>
                    <a:gd name="connsiteY23" fmla="*/ 9426 h 10000"/>
                    <a:gd name="connsiteX24" fmla="*/ 1951 w 10000"/>
                    <a:gd name="connsiteY24" fmla="*/ 9317 h 10000"/>
                    <a:gd name="connsiteX25" fmla="*/ 2025 w 10000"/>
                    <a:gd name="connsiteY25" fmla="*/ 9052 h 10000"/>
                    <a:gd name="connsiteX26" fmla="*/ 2338 w 10000"/>
                    <a:gd name="connsiteY26" fmla="*/ 8966 h 10000"/>
                    <a:gd name="connsiteX27" fmla="*/ 2643 w 10000"/>
                    <a:gd name="connsiteY27" fmla="*/ 9388 h 10000"/>
                    <a:gd name="connsiteX28" fmla="*/ 2911 w 10000"/>
                    <a:gd name="connsiteY28" fmla="*/ 9572 h 10000"/>
                    <a:gd name="connsiteX29" fmla="*/ 3167 w 10000"/>
                    <a:gd name="connsiteY29" fmla="*/ 9539 h 10000"/>
                    <a:gd name="connsiteX30" fmla="*/ 3795 w 10000"/>
                    <a:gd name="connsiteY30" fmla="*/ 9693 h 10000"/>
                    <a:gd name="connsiteX31" fmla="*/ 4153 w 10000"/>
                    <a:gd name="connsiteY31" fmla="*/ 9776 h 10000"/>
                    <a:gd name="connsiteX32" fmla="*/ 4600 w 10000"/>
                    <a:gd name="connsiteY32" fmla="*/ 9556 h 10000"/>
                    <a:gd name="connsiteX33" fmla="*/ 4901 w 10000"/>
                    <a:gd name="connsiteY33" fmla="*/ 9086 h 10000"/>
                    <a:gd name="connsiteX34" fmla="*/ 5337 w 10000"/>
                    <a:gd name="connsiteY34" fmla="*/ 9340 h 10000"/>
                    <a:gd name="connsiteX35" fmla="*/ 5564 w 10000"/>
                    <a:gd name="connsiteY35" fmla="*/ 9506 h 10000"/>
                    <a:gd name="connsiteX36" fmla="*/ 5768 w 10000"/>
                    <a:gd name="connsiteY36" fmla="*/ 9399 h 10000"/>
                    <a:gd name="connsiteX37" fmla="*/ 5933 w 10000"/>
                    <a:gd name="connsiteY37" fmla="*/ 9300 h 10000"/>
                    <a:gd name="connsiteX38" fmla="*/ 6089 w 10000"/>
                    <a:gd name="connsiteY38" fmla="*/ 9078 h 10000"/>
                    <a:gd name="connsiteX39" fmla="*/ 6274 w 10000"/>
                    <a:gd name="connsiteY39" fmla="*/ 8778 h 10000"/>
                    <a:gd name="connsiteX40" fmla="*/ 6389 w 10000"/>
                    <a:gd name="connsiteY40" fmla="*/ 8638 h 10000"/>
                    <a:gd name="connsiteX41" fmla="*/ 6524 w 10000"/>
                    <a:gd name="connsiteY41" fmla="*/ 8582 h 10000"/>
                    <a:gd name="connsiteX42" fmla="*/ 6531 w 10000"/>
                    <a:gd name="connsiteY42" fmla="*/ 8405 h 10000"/>
                    <a:gd name="connsiteX43" fmla="*/ 6572 w 10000"/>
                    <a:gd name="connsiteY43" fmla="*/ 8201 h 10000"/>
                    <a:gd name="connsiteX44" fmla="*/ 6602 w 10000"/>
                    <a:gd name="connsiteY44" fmla="*/ 8014 h 10000"/>
                    <a:gd name="connsiteX45" fmla="*/ 6855 w 10000"/>
                    <a:gd name="connsiteY45" fmla="*/ 7773 h 10000"/>
                    <a:gd name="connsiteX46" fmla="*/ 6893 w 10000"/>
                    <a:gd name="connsiteY46" fmla="*/ 8708 h 10000"/>
                    <a:gd name="connsiteX47" fmla="*/ 7308 w 10000"/>
                    <a:gd name="connsiteY47" fmla="*/ 9034 h 10000"/>
                    <a:gd name="connsiteX48" fmla="*/ 7430 w 10000"/>
                    <a:gd name="connsiteY48" fmla="*/ 8756 h 10000"/>
                    <a:gd name="connsiteX49" fmla="*/ 7470 w 10000"/>
                    <a:gd name="connsiteY49" fmla="*/ 8798 h 10000"/>
                    <a:gd name="connsiteX50" fmla="*/ 7590 w 10000"/>
                    <a:gd name="connsiteY50" fmla="*/ 8541 h 10000"/>
                    <a:gd name="connsiteX51" fmla="*/ 7831 w 10000"/>
                    <a:gd name="connsiteY51" fmla="*/ 8412 h 10000"/>
                    <a:gd name="connsiteX52" fmla="*/ 7952 w 10000"/>
                    <a:gd name="connsiteY52" fmla="*/ 7937 h 10000"/>
                    <a:gd name="connsiteX53" fmla="*/ 8313 w 10000"/>
                    <a:gd name="connsiteY53" fmla="*/ 7377 h 10000"/>
                    <a:gd name="connsiteX54" fmla="*/ 8594 w 10000"/>
                    <a:gd name="connsiteY54" fmla="*/ 7117 h 10000"/>
                    <a:gd name="connsiteX55" fmla="*/ 8795 w 10000"/>
                    <a:gd name="connsiteY55" fmla="*/ 6386 h 10000"/>
                    <a:gd name="connsiteX56" fmla="*/ 8795 w 10000"/>
                    <a:gd name="connsiteY56" fmla="*/ 6213 h 10000"/>
                    <a:gd name="connsiteX57" fmla="*/ 8755 w 10000"/>
                    <a:gd name="connsiteY57" fmla="*/ 5781 h 10000"/>
                    <a:gd name="connsiteX58" fmla="*/ 9157 w 10000"/>
                    <a:gd name="connsiteY58" fmla="*/ 4227 h 10000"/>
                    <a:gd name="connsiteX59" fmla="*/ 9277 w 10000"/>
                    <a:gd name="connsiteY59" fmla="*/ 4227 h 10000"/>
                    <a:gd name="connsiteX60" fmla="*/ 9438 w 10000"/>
                    <a:gd name="connsiteY60" fmla="*/ 4098 h 10000"/>
                    <a:gd name="connsiteX61" fmla="*/ 9920 w 10000"/>
                    <a:gd name="connsiteY61" fmla="*/ 3882 h 10000"/>
                    <a:gd name="connsiteX62" fmla="*/ 10000 w 10000"/>
                    <a:gd name="connsiteY62" fmla="*/ 3537 h 10000"/>
                    <a:gd name="connsiteX63" fmla="*/ 9960 w 10000"/>
                    <a:gd name="connsiteY63" fmla="*/ 3450 h 10000"/>
                    <a:gd name="connsiteX64" fmla="*/ 9799 w 10000"/>
                    <a:gd name="connsiteY64" fmla="*/ 3450 h 10000"/>
                    <a:gd name="connsiteX65" fmla="*/ 9679 w 10000"/>
                    <a:gd name="connsiteY65" fmla="*/ 3235 h 10000"/>
                    <a:gd name="connsiteX66" fmla="*/ 9438 w 10000"/>
                    <a:gd name="connsiteY66" fmla="*/ 3151 h 10000"/>
                    <a:gd name="connsiteX67" fmla="*/ 9317 w 10000"/>
                    <a:gd name="connsiteY67" fmla="*/ 2978 h 10000"/>
                    <a:gd name="connsiteX68" fmla="*/ 9237 w 10000"/>
                    <a:gd name="connsiteY68" fmla="*/ 2331 h 10000"/>
                    <a:gd name="connsiteX69" fmla="*/ 9237 w 10000"/>
                    <a:gd name="connsiteY69" fmla="*/ 1423 h 10000"/>
                    <a:gd name="connsiteX70" fmla="*/ 9036 w 10000"/>
                    <a:gd name="connsiteY70" fmla="*/ 1123 h 10000"/>
                    <a:gd name="connsiteX71" fmla="*/ 8996 w 10000"/>
                    <a:gd name="connsiteY71" fmla="*/ 820 h 10000"/>
                    <a:gd name="connsiteX72" fmla="*/ 8675 w 10000"/>
                    <a:gd name="connsiteY72" fmla="*/ 389 h 10000"/>
                    <a:gd name="connsiteX73" fmla="*/ 8394 w 10000"/>
                    <a:gd name="connsiteY73" fmla="*/ 218 h 10000"/>
                    <a:gd name="connsiteX74" fmla="*/ 8233 w 10000"/>
                    <a:gd name="connsiteY74" fmla="*/ 0 h 10000"/>
                    <a:gd name="connsiteX75" fmla="*/ 7992 w 10000"/>
                    <a:gd name="connsiteY75" fmla="*/ 218 h 10000"/>
                    <a:gd name="connsiteX76" fmla="*/ 7831 w 10000"/>
                    <a:gd name="connsiteY76" fmla="*/ 173 h 10000"/>
                    <a:gd name="connsiteX77" fmla="*/ 7711 w 10000"/>
                    <a:gd name="connsiteY77" fmla="*/ 559 h 10000"/>
                    <a:gd name="connsiteX78" fmla="*/ 7390 w 10000"/>
                    <a:gd name="connsiteY78" fmla="*/ 648 h 10000"/>
                    <a:gd name="connsiteX79" fmla="*/ 7309 w 10000"/>
                    <a:gd name="connsiteY79" fmla="*/ 948 h 10000"/>
                    <a:gd name="connsiteX80" fmla="*/ 7028 w 10000"/>
                    <a:gd name="connsiteY80" fmla="*/ 948 h 10000"/>
                    <a:gd name="connsiteX81" fmla="*/ 6787 w 10000"/>
                    <a:gd name="connsiteY81" fmla="*/ 820 h 10000"/>
                    <a:gd name="connsiteX82" fmla="*/ 6265 w 10000"/>
                    <a:gd name="connsiteY82" fmla="*/ 820 h 10000"/>
                    <a:gd name="connsiteX83" fmla="*/ 5743 w 10000"/>
                    <a:gd name="connsiteY83" fmla="*/ 820 h 10000"/>
                    <a:gd name="connsiteX84" fmla="*/ 5783 w 10000"/>
                    <a:gd name="connsiteY84" fmla="*/ 648 h 10000"/>
                    <a:gd name="connsiteX85" fmla="*/ 5703 w 10000"/>
                    <a:gd name="connsiteY85" fmla="*/ 648 h 10000"/>
                    <a:gd name="connsiteX86" fmla="*/ 5663 w 10000"/>
                    <a:gd name="connsiteY86" fmla="*/ 820 h 10000"/>
                    <a:gd name="connsiteX87" fmla="*/ 5181 w 10000"/>
                    <a:gd name="connsiteY87" fmla="*/ 820 h 10000"/>
                    <a:gd name="connsiteX88" fmla="*/ 4699 w 10000"/>
                    <a:gd name="connsiteY88" fmla="*/ 820 h 10000"/>
                    <a:gd name="connsiteX89" fmla="*/ 4217 w 10000"/>
                    <a:gd name="connsiteY89" fmla="*/ 820 h 10000"/>
                    <a:gd name="connsiteX90" fmla="*/ 3735 w 10000"/>
                    <a:gd name="connsiteY90" fmla="*/ 820 h 10000"/>
                    <a:gd name="connsiteX91" fmla="*/ 3293 w 10000"/>
                    <a:gd name="connsiteY91" fmla="*/ 820 h 10000"/>
                    <a:gd name="connsiteX92" fmla="*/ 2811 w 10000"/>
                    <a:gd name="connsiteY92" fmla="*/ 820 h 10000"/>
                    <a:gd name="connsiteX93" fmla="*/ 2369 w 10000"/>
                    <a:gd name="connsiteY93" fmla="*/ 820 h 10000"/>
                    <a:gd name="connsiteX94" fmla="*/ 1888 w 10000"/>
                    <a:gd name="connsiteY94" fmla="*/ 820 h 10000"/>
                    <a:gd name="connsiteX95" fmla="*/ 1888 w 10000"/>
                    <a:gd name="connsiteY95" fmla="*/ 1423 h 10000"/>
                    <a:gd name="connsiteX96" fmla="*/ 1888 w 10000"/>
                    <a:gd name="connsiteY96" fmla="*/ 2200 h 10000"/>
                    <a:gd name="connsiteX97" fmla="*/ 1285 w 10000"/>
                    <a:gd name="connsiteY97" fmla="*/ 2200 h 10000"/>
                    <a:gd name="connsiteX98" fmla="*/ 1285 w 10000"/>
                    <a:gd name="connsiteY98"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767 w 10000"/>
                    <a:gd name="connsiteY22" fmla="*/ 9426 h 10000"/>
                    <a:gd name="connsiteX23" fmla="*/ 1951 w 10000"/>
                    <a:gd name="connsiteY23" fmla="*/ 9317 h 10000"/>
                    <a:gd name="connsiteX24" fmla="*/ 2025 w 10000"/>
                    <a:gd name="connsiteY24" fmla="*/ 9052 h 10000"/>
                    <a:gd name="connsiteX25" fmla="*/ 2338 w 10000"/>
                    <a:gd name="connsiteY25" fmla="*/ 8966 h 10000"/>
                    <a:gd name="connsiteX26" fmla="*/ 2643 w 10000"/>
                    <a:gd name="connsiteY26" fmla="*/ 9388 h 10000"/>
                    <a:gd name="connsiteX27" fmla="*/ 2911 w 10000"/>
                    <a:gd name="connsiteY27" fmla="*/ 9572 h 10000"/>
                    <a:gd name="connsiteX28" fmla="*/ 3167 w 10000"/>
                    <a:gd name="connsiteY28" fmla="*/ 9539 h 10000"/>
                    <a:gd name="connsiteX29" fmla="*/ 3795 w 10000"/>
                    <a:gd name="connsiteY29" fmla="*/ 9693 h 10000"/>
                    <a:gd name="connsiteX30" fmla="*/ 4153 w 10000"/>
                    <a:gd name="connsiteY30" fmla="*/ 9776 h 10000"/>
                    <a:gd name="connsiteX31" fmla="*/ 4600 w 10000"/>
                    <a:gd name="connsiteY31" fmla="*/ 9556 h 10000"/>
                    <a:gd name="connsiteX32" fmla="*/ 4901 w 10000"/>
                    <a:gd name="connsiteY32" fmla="*/ 9086 h 10000"/>
                    <a:gd name="connsiteX33" fmla="*/ 5337 w 10000"/>
                    <a:gd name="connsiteY33" fmla="*/ 9340 h 10000"/>
                    <a:gd name="connsiteX34" fmla="*/ 5564 w 10000"/>
                    <a:gd name="connsiteY34" fmla="*/ 9506 h 10000"/>
                    <a:gd name="connsiteX35" fmla="*/ 5768 w 10000"/>
                    <a:gd name="connsiteY35" fmla="*/ 9399 h 10000"/>
                    <a:gd name="connsiteX36" fmla="*/ 5933 w 10000"/>
                    <a:gd name="connsiteY36" fmla="*/ 9300 h 10000"/>
                    <a:gd name="connsiteX37" fmla="*/ 6089 w 10000"/>
                    <a:gd name="connsiteY37" fmla="*/ 9078 h 10000"/>
                    <a:gd name="connsiteX38" fmla="*/ 6274 w 10000"/>
                    <a:gd name="connsiteY38" fmla="*/ 8778 h 10000"/>
                    <a:gd name="connsiteX39" fmla="*/ 6389 w 10000"/>
                    <a:gd name="connsiteY39" fmla="*/ 8638 h 10000"/>
                    <a:gd name="connsiteX40" fmla="*/ 6524 w 10000"/>
                    <a:gd name="connsiteY40" fmla="*/ 8582 h 10000"/>
                    <a:gd name="connsiteX41" fmla="*/ 6531 w 10000"/>
                    <a:gd name="connsiteY41" fmla="*/ 8405 h 10000"/>
                    <a:gd name="connsiteX42" fmla="*/ 6572 w 10000"/>
                    <a:gd name="connsiteY42" fmla="*/ 8201 h 10000"/>
                    <a:gd name="connsiteX43" fmla="*/ 6602 w 10000"/>
                    <a:gd name="connsiteY43" fmla="*/ 8014 h 10000"/>
                    <a:gd name="connsiteX44" fmla="*/ 6855 w 10000"/>
                    <a:gd name="connsiteY44" fmla="*/ 7773 h 10000"/>
                    <a:gd name="connsiteX45" fmla="*/ 6893 w 10000"/>
                    <a:gd name="connsiteY45" fmla="*/ 8708 h 10000"/>
                    <a:gd name="connsiteX46" fmla="*/ 7308 w 10000"/>
                    <a:gd name="connsiteY46" fmla="*/ 9034 h 10000"/>
                    <a:gd name="connsiteX47" fmla="*/ 7430 w 10000"/>
                    <a:gd name="connsiteY47" fmla="*/ 8756 h 10000"/>
                    <a:gd name="connsiteX48" fmla="*/ 7470 w 10000"/>
                    <a:gd name="connsiteY48" fmla="*/ 8798 h 10000"/>
                    <a:gd name="connsiteX49" fmla="*/ 7590 w 10000"/>
                    <a:gd name="connsiteY49" fmla="*/ 8541 h 10000"/>
                    <a:gd name="connsiteX50" fmla="*/ 7831 w 10000"/>
                    <a:gd name="connsiteY50" fmla="*/ 8412 h 10000"/>
                    <a:gd name="connsiteX51" fmla="*/ 7952 w 10000"/>
                    <a:gd name="connsiteY51" fmla="*/ 7937 h 10000"/>
                    <a:gd name="connsiteX52" fmla="*/ 8313 w 10000"/>
                    <a:gd name="connsiteY52" fmla="*/ 7377 h 10000"/>
                    <a:gd name="connsiteX53" fmla="*/ 8594 w 10000"/>
                    <a:gd name="connsiteY53" fmla="*/ 7117 h 10000"/>
                    <a:gd name="connsiteX54" fmla="*/ 8795 w 10000"/>
                    <a:gd name="connsiteY54" fmla="*/ 6386 h 10000"/>
                    <a:gd name="connsiteX55" fmla="*/ 8795 w 10000"/>
                    <a:gd name="connsiteY55" fmla="*/ 6213 h 10000"/>
                    <a:gd name="connsiteX56" fmla="*/ 8755 w 10000"/>
                    <a:gd name="connsiteY56" fmla="*/ 5781 h 10000"/>
                    <a:gd name="connsiteX57" fmla="*/ 9157 w 10000"/>
                    <a:gd name="connsiteY57" fmla="*/ 4227 h 10000"/>
                    <a:gd name="connsiteX58" fmla="*/ 9277 w 10000"/>
                    <a:gd name="connsiteY58" fmla="*/ 4227 h 10000"/>
                    <a:gd name="connsiteX59" fmla="*/ 9438 w 10000"/>
                    <a:gd name="connsiteY59" fmla="*/ 4098 h 10000"/>
                    <a:gd name="connsiteX60" fmla="*/ 9920 w 10000"/>
                    <a:gd name="connsiteY60" fmla="*/ 3882 h 10000"/>
                    <a:gd name="connsiteX61" fmla="*/ 10000 w 10000"/>
                    <a:gd name="connsiteY61" fmla="*/ 3537 h 10000"/>
                    <a:gd name="connsiteX62" fmla="*/ 9960 w 10000"/>
                    <a:gd name="connsiteY62" fmla="*/ 3450 h 10000"/>
                    <a:gd name="connsiteX63" fmla="*/ 9799 w 10000"/>
                    <a:gd name="connsiteY63" fmla="*/ 3450 h 10000"/>
                    <a:gd name="connsiteX64" fmla="*/ 9679 w 10000"/>
                    <a:gd name="connsiteY64" fmla="*/ 3235 h 10000"/>
                    <a:gd name="connsiteX65" fmla="*/ 9438 w 10000"/>
                    <a:gd name="connsiteY65" fmla="*/ 3151 h 10000"/>
                    <a:gd name="connsiteX66" fmla="*/ 9317 w 10000"/>
                    <a:gd name="connsiteY66" fmla="*/ 2978 h 10000"/>
                    <a:gd name="connsiteX67" fmla="*/ 9237 w 10000"/>
                    <a:gd name="connsiteY67" fmla="*/ 2331 h 10000"/>
                    <a:gd name="connsiteX68" fmla="*/ 9237 w 10000"/>
                    <a:gd name="connsiteY68" fmla="*/ 1423 h 10000"/>
                    <a:gd name="connsiteX69" fmla="*/ 9036 w 10000"/>
                    <a:gd name="connsiteY69" fmla="*/ 1123 h 10000"/>
                    <a:gd name="connsiteX70" fmla="*/ 8996 w 10000"/>
                    <a:gd name="connsiteY70" fmla="*/ 820 h 10000"/>
                    <a:gd name="connsiteX71" fmla="*/ 8675 w 10000"/>
                    <a:gd name="connsiteY71" fmla="*/ 389 h 10000"/>
                    <a:gd name="connsiteX72" fmla="*/ 8394 w 10000"/>
                    <a:gd name="connsiteY72" fmla="*/ 218 h 10000"/>
                    <a:gd name="connsiteX73" fmla="*/ 8233 w 10000"/>
                    <a:gd name="connsiteY73" fmla="*/ 0 h 10000"/>
                    <a:gd name="connsiteX74" fmla="*/ 7992 w 10000"/>
                    <a:gd name="connsiteY74" fmla="*/ 218 h 10000"/>
                    <a:gd name="connsiteX75" fmla="*/ 7831 w 10000"/>
                    <a:gd name="connsiteY75" fmla="*/ 173 h 10000"/>
                    <a:gd name="connsiteX76" fmla="*/ 7711 w 10000"/>
                    <a:gd name="connsiteY76" fmla="*/ 559 h 10000"/>
                    <a:gd name="connsiteX77" fmla="*/ 7390 w 10000"/>
                    <a:gd name="connsiteY77" fmla="*/ 648 h 10000"/>
                    <a:gd name="connsiteX78" fmla="*/ 7309 w 10000"/>
                    <a:gd name="connsiteY78" fmla="*/ 948 h 10000"/>
                    <a:gd name="connsiteX79" fmla="*/ 7028 w 10000"/>
                    <a:gd name="connsiteY79" fmla="*/ 948 h 10000"/>
                    <a:gd name="connsiteX80" fmla="*/ 6787 w 10000"/>
                    <a:gd name="connsiteY80" fmla="*/ 820 h 10000"/>
                    <a:gd name="connsiteX81" fmla="*/ 6265 w 10000"/>
                    <a:gd name="connsiteY81" fmla="*/ 820 h 10000"/>
                    <a:gd name="connsiteX82" fmla="*/ 5743 w 10000"/>
                    <a:gd name="connsiteY82" fmla="*/ 820 h 10000"/>
                    <a:gd name="connsiteX83" fmla="*/ 5783 w 10000"/>
                    <a:gd name="connsiteY83" fmla="*/ 648 h 10000"/>
                    <a:gd name="connsiteX84" fmla="*/ 5703 w 10000"/>
                    <a:gd name="connsiteY84" fmla="*/ 648 h 10000"/>
                    <a:gd name="connsiteX85" fmla="*/ 5663 w 10000"/>
                    <a:gd name="connsiteY85" fmla="*/ 820 h 10000"/>
                    <a:gd name="connsiteX86" fmla="*/ 5181 w 10000"/>
                    <a:gd name="connsiteY86" fmla="*/ 820 h 10000"/>
                    <a:gd name="connsiteX87" fmla="*/ 4699 w 10000"/>
                    <a:gd name="connsiteY87" fmla="*/ 820 h 10000"/>
                    <a:gd name="connsiteX88" fmla="*/ 4217 w 10000"/>
                    <a:gd name="connsiteY88" fmla="*/ 820 h 10000"/>
                    <a:gd name="connsiteX89" fmla="*/ 3735 w 10000"/>
                    <a:gd name="connsiteY89" fmla="*/ 820 h 10000"/>
                    <a:gd name="connsiteX90" fmla="*/ 3293 w 10000"/>
                    <a:gd name="connsiteY90" fmla="*/ 820 h 10000"/>
                    <a:gd name="connsiteX91" fmla="*/ 2811 w 10000"/>
                    <a:gd name="connsiteY91" fmla="*/ 820 h 10000"/>
                    <a:gd name="connsiteX92" fmla="*/ 2369 w 10000"/>
                    <a:gd name="connsiteY92" fmla="*/ 820 h 10000"/>
                    <a:gd name="connsiteX93" fmla="*/ 1888 w 10000"/>
                    <a:gd name="connsiteY93" fmla="*/ 820 h 10000"/>
                    <a:gd name="connsiteX94" fmla="*/ 1888 w 10000"/>
                    <a:gd name="connsiteY94" fmla="*/ 1423 h 10000"/>
                    <a:gd name="connsiteX95" fmla="*/ 1888 w 10000"/>
                    <a:gd name="connsiteY95" fmla="*/ 2200 h 10000"/>
                    <a:gd name="connsiteX96" fmla="*/ 1285 w 10000"/>
                    <a:gd name="connsiteY96" fmla="*/ 2200 h 10000"/>
                    <a:gd name="connsiteX97" fmla="*/ 1285 w 10000"/>
                    <a:gd name="connsiteY97"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964 w 10000"/>
                    <a:gd name="connsiteY20" fmla="*/ 9879 h 10000"/>
                    <a:gd name="connsiteX21" fmla="*/ 1192 w 10000"/>
                    <a:gd name="connsiteY21" fmla="*/ 10000 h 10000"/>
                    <a:gd name="connsiteX22" fmla="*/ 1454 w 10000"/>
                    <a:gd name="connsiteY22" fmla="*/ 9337 h 10000"/>
                    <a:gd name="connsiteX23" fmla="*/ 1951 w 10000"/>
                    <a:gd name="connsiteY23" fmla="*/ 9317 h 10000"/>
                    <a:gd name="connsiteX24" fmla="*/ 2025 w 10000"/>
                    <a:gd name="connsiteY24" fmla="*/ 9052 h 10000"/>
                    <a:gd name="connsiteX25" fmla="*/ 2338 w 10000"/>
                    <a:gd name="connsiteY25" fmla="*/ 8966 h 10000"/>
                    <a:gd name="connsiteX26" fmla="*/ 2643 w 10000"/>
                    <a:gd name="connsiteY26" fmla="*/ 9388 h 10000"/>
                    <a:gd name="connsiteX27" fmla="*/ 2911 w 10000"/>
                    <a:gd name="connsiteY27" fmla="*/ 9572 h 10000"/>
                    <a:gd name="connsiteX28" fmla="*/ 3167 w 10000"/>
                    <a:gd name="connsiteY28" fmla="*/ 9539 h 10000"/>
                    <a:gd name="connsiteX29" fmla="*/ 3795 w 10000"/>
                    <a:gd name="connsiteY29" fmla="*/ 9693 h 10000"/>
                    <a:gd name="connsiteX30" fmla="*/ 4153 w 10000"/>
                    <a:gd name="connsiteY30" fmla="*/ 9776 h 10000"/>
                    <a:gd name="connsiteX31" fmla="*/ 4600 w 10000"/>
                    <a:gd name="connsiteY31" fmla="*/ 9556 h 10000"/>
                    <a:gd name="connsiteX32" fmla="*/ 4901 w 10000"/>
                    <a:gd name="connsiteY32" fmla="*/ 9086 h 10000"/>
                    <a:gd name="connsiteX33" fmla="*/ 5337 w 10000"/>
                    <a:gd name="connsiteY33" fmla="*/ 9340 h 10000"/>
                    <a:gd name="connsiteX34" fmla="*/ 5564 w 10000"/>
                    <a:gd name="connsiteY34" fmla="*/ 9506 h 10000"/>
                    <a:gd name="connsiteX35" fmla="*/ 5768 w 10000"/>
                    <a:gd name="connsiteY35" fmla="*/ 9399 h 10000"/>
                    <a:gd name="connsiteX36" fmla="*/ 5933 w 10000"/>
                    <a:gd name="connsiteY36" fmla="*/ 9300 h 10000"/>
                    <a:gd name="connsiteX37" fmla="*/ 6089 w 10000"/>
                    <a:gd name="connsiteY37" fmla="*/ 9078 h 10000"/>
                    <a:gd name="connsiteX38" fmla="*/ 6274 w 10000"/>
                    <a:gd name="connsiteY38" fmla="*/ 8778 h 10000"/>
                    <a:gd name="connsiteX39" fmla="*/ 6389 w 10000"/>
                    <a:gd name="connsiteY39" fmla="*/ 8638 h 10000"/>
                    <a:gd name="connsiteX40" fmla="*/ 6524 w 10000"/>
                    <a:gd name="connsiteY40" fmla="*/ 8582 h 10000"/>
                    <a:gd name="connsiteX41" fmla="*/ 6531 w 10000"/>
                    <a:gd name="connsiteY41" fmla="*/ 8405 h 10000"/>
                    <a:gd name="connsiteX42" fmla="*/ 6572 w 10000"/>
                    <a:gd name="connsiteY42" fmla="*/ 8201 h 10000"/>
                    <a:gd name="connsiteX43" fmla="*/ 6602 w 10000"/>
                    <a:gd name="connsiteY43" fmla="*/ 8014 h 10000"/>
                    <a:gd name="connsiteX44" fmla="*/ 6855 w 10000"/>
                    <a:gd name="connsiteY44" fmla="*/ 7773 h 10000"/>
                    <a:gd name="connsiteX45" fmla="*/ 6893 w 10000"/>
                    <a:gd name="connsiteY45" fmla="*/ 8708 h 10000"/>
                    <a:gd name="connsiteX46" fmla="*/ 7308 w 10000"/>
                    <a:gd name="connsiteY46" fmla="*/ 9034 h 10000"/>
                    <a:gd name="connsiteX47" fmla="*/ 7430 w 10000"/>
                    <a:gd name="connsiteY47" fmla="*/ 8756 h 10000"/>
                    <a:gd name="connsiteX48" fmla="*/ 7470 w 10000"/>
                    <a:gd name="connsiteY48" fmla="*/ 8798 h 10000"/>
                    <a:gd name="connsiteX49" fmla="*/ 7590 w 10000"/>
                    <a:gd name="connsiteY49" fmla="*/ 8541 h 10000"/>
                    <a:gd name="connsiteX50" fmla="*/ 7831 w 10000"/>
                    <a:gd name="connsiteY50" fmla="*/ 8412 h 10000"/>
                    <a:gd name="connsiteX51" fmla="*/ 7952 w 10000"/>
                    <a:gd name="connsiteY51" fmla="*/ 7937 h 10000"/>
                    <a:gd name="connsiteX52" fmla="*/ 8313 w 10000"/>
                    <a:gd name="connsiteY52" fmla="*/ 7377 h 10000"/>
                    <a:gd name="connsiteX53" fmla="*/ 8594 w 10000"/>
                    <a:gd name="connsiteY53" fmla="*/ 7117 h 10000"/>
                    <a:gd name="connsiteX54" fmla="*/ 8795 w 10000"/>
                    <a:gd name="connsiteY54" fmla="*/ 6386 h 10000"/>
                    <a:gd name="connsiteX55" fmla="*/ 8795 w 10000"/>
                    <a:gd name="connsiteY55" fmla="*/ 6213 h 10000"/>
                    <a:gd name="connsiteX56" fmla="*/ 8755 w 10000"/>
                    <a:gd name="connsiteY56" fmla="*/ 5781 h 10000"/>
                    <a:gd name="connsiteX57" fmla="*/ 9157 w 10000"/>
                    <a:gd name="connsiteY57" fmla="*/ 4227 h 10000"/>
                    <a:gd name="connsiteX58" fmla="*/ 9277 w 10000"/>
                    <a:gd name="connsiteY58" fmla="*/ 4227 h 10000"/>
                    <a:gd name="connsiteX59" fmla="*/ 9438 w 10000"/>
                    <a:gd name="connsiteY59" fmla="*/ 4098 h 10000"/>
                    <a:gd name="connsiteX60" fmla="*/ 9920 w 10000"/>
                    <a:gd name="connsiteY60" fmla="*/ 3882 h 10000"/>
                    <a:gd name="connsiteX61" fmla="*/ 10000 w 10000"/>
                    <a:gd name="connsiteY61" fmla="*/ 3537 h 10000"/>
                    <a:gd name="connsiteX62" fmla="*/ 9960 w 10000"/>
                    <a:gd name="connsiteY62" fmla="*/ 3450 h 10000"/>
                    <a:gd name="connsiteX63" fmla="*/ 9799 w 10000"/>
                    <a:gd name="connsiteY63" fmla="*/ 3450 h 10000"/>
                    <a:gd name="connsiteX64" fmla="*/ 9679 w 10000"/>
                    <a:gd name="connsiteY64" fmla="*/ 3235 h 10000"/>
                    <a:gd name="connsiteX65" fmla="*/ 9438 w 10000"/>
                    <a:gd name="connsiteY65" fmla="*/ 3151 h 10000"/>
                    <a:gd name="connsiteX66" fmla="*/ 9317 w 10000"/>
                    <a:gd name="connsiteY66" fmla="*/ 2978 h 10000"/>
                    <a:gd name="connsiteX67" fmla="*/ 9237 w 10000"/>
                    <a:gd name="connsiteY67" fmla="*/ 2331 h 10000"/>
                    <a:gd name="connsiteX68" fmla="*/ 9237 w 10000"/>
                    <a:gd name="connsiteY68" fmla="*/ 1423 h 10000"/>
                    <a:gd name="connsiteX69" fmla="*/ 9036 w 10000"/>
                    <a:gd name="connsiteY69" fmla="*/ 1123 h 10000"/>
                    <a:gd name="connsiteX70" fmla="*/ 8996 w 10000"/>
                    <a:gd name="connsiteY70" fmla="*/ 820 h 10000"/>
                    <a:gd name="connsiteX71" fmla="*/ 8675 w 10000"/>
                    <a:gd name="connsiteY71" fmla="*/ 389 h 10000"/>
                    <a:gd name="connsiteX72" fmla="*/ 8394 w 10000"/>
                    <a:gd name="connsiteY72" fmla="*/ 218 h 10000"/>
                    <a:gd name="connsiteX73" fmla="*/ 8233 w 10000"/>
                    <a:gd name="connsiteY73" fmla="*/ 0 h 10000"/>
                    <a:gd name="connsiteX74" fmla="*/ 7992 w 10000"/>
                    <a:gd name="connsiteY74" fmla="*/ 218 h 10000"/>
                    <a:gd name="connsiteX75" fmla="*/ 7831 w 10000"/>
                    <a:gd name="connsiteY75" fmla="*/ 173 h 10000"/>
                    <a:gd name="connsiteX76" fmla="*/ 7711 w 10000"/>
                    <a:gd name="connsiteY76" fmla="*/ 559 h 10000"/>
                    <a:gd name="connsiteX77" fmla="*/ 7390 w 10000"/>
                    <a:gd name="connsiteY77" fmla="*/ 648 h 10000"/>
                    <a:gd name="connsiteX78" fmla="*/ 7309 w 10000"/>
                    <a:gd name="connsiteY78" fmla="*/ 948 h 10000"/>
                    <a:gd name="connsiteX79" fmla="*/ 7028 w 10000"/>
                    <a:gd name="connsiteY79" fmla="*/ 948 h 10000"/>
                    <a:gd name="connsiteX80" fmla="*/ 6787 w 10000"/>
                    <a:gd name="connsiteY80" fmla="*/ 820 h 10000"/>
                    <a:gd name="connsiteX81" fmla="*/ 6265 w 10000"/>
                    <a:gd name="connsiteY81" fmla="*/ 820 h 10000"/>
                    <a:gd name="connsiteX82" fmla="*/ 5743 w 10000"/>
                    <a:gd name="connsiteY82" fmla="*/ 820 h 10000"/>
                    <a:gd name="connsiteX83" fmla="*/ 5783 w 10000"/>
                    <a:gd name="connsiteY83" fmla="*/ 648 h 10000"/>
                    <a:gd name="connsiteX84" fmla="*/ 5703 w 10000"/>
                    <a:gd name="connsiteY84" fmla="*/ 648 h 10000"/>
                    <a:gd name="connsiteX85" fmla="*/ 5663 w 10000"/>
                    <a:gd name="connsiteY85" fmla="*/ 820 h 10000"/>
                    <a:gd name="connsiteX86" fmla="*/ 5181 w 10000"/>
                    <a:gd name="connsiteY86" fmla="*/ 820 h 10000"/>
                    <a:gd name="connsiteX87" fmla="*/ 4699 w 10000"/>
                    <a:gd name="connsiteY87" fmla="*/ 820 h 10000"/>
                    <a:gd name="connsiteX88" fmla="*/ 4217 w 10000"/>
                    <a:gd name="connsiteY88" fmla="*/ 820 h 10000"/>
                    <a:gd name="connsiteX89" fmla="*/ 3735 w 10000"/>
                    <a:gd name="connsiteY89" fmla="*/ 820 h 10000"/>
                    <a:gd name="connsiteX90" fmla="*/ 3293 w 10000"/>
                    <a:gd name="connsiteY90" fmla="*/ 820 h 10000"/>
                    <a:gd name="connsiteX91" fmla="*/ 2811 w 10000"/>
                    <a:gd name="connsiteY91" fmla="*/ 820 h 10000"/>
                    <a:gd name="connsiteX92" fmla="*/ 2369 w 10000"/>
                    <a:gd name="connsiteY92" fmla="*/ 820 h 10000"/>
                    <a:gd name="connsiteX93" fmla="*/ 1888 w 10000"/>
                    <a:gd name="connsiteY93" fmla="*/ 820 h 10000"/>
                    <a:gd name="connsiteX94" fmla="*/ 1888 w 10000"/>
                    <a:gd name="connsiteY94" fmla="*/ 1423 h 10000"/>
                    <a:gd name="connsiteX95" fmla="*/ 1888 w 10000"/>
                    <a:gd name="connsiteY95" fmla="*/ 2200 h 10000"/>
                    <a:gd name="connsiteX96" fmla="*/ 1285 w 10000"/>
                    <a:gd name="connsiteY96" fmla="*/ 2200 h 10000"/>
                    <a:gd name="connsiteX97" fmla="*/ 1285 w 10000"/>
                    <a:gd name="connsiteY97"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1178 w 10000"/>
                    <a:gd name="connsiteY20" fmla="*/ 9631 h 10000"/>
                    <a:gd name="connsiteX21" fmla="*/ 1192 w 10000"/>
                    <a:gd name="connsiteY21" fmla="*/ 10000 h 10000"/>
                    <a:gd name="connsiteX22" fmla="*/ 1454 w 10000"/>
                    <a:gd name="connsiteY22" fmla="*/ 9337 h 10000"/>
                    <a:gd name="connsiteX23" fmla="*/ 1951 w 10000"/>
                    <a:gd name="connsiteY23" fmla="*/ 9317 h 10000"/>
                    <a:gd name="connsiteX24" fmla="*/ 2025 w 10000"/>
                    <a:gd name="connsiteY24" fmla="*/ 9052 h 10000"/>
                    <a:gd name="connsiteX25" fmla="*/ 2338 w 10000"/>
                    <a:gd name="connsiteY25" fmla="*/ 8966 h 10000"/>
                    <a:gd name="connsiteX26" fmla="*/ 2643 w 10000"/>
                    <a:gd name="connsiteY26" fmla="*/ 9388 h 10000"/>
                    <a:gd name="connsiteX27" fmla="*/ 2911 w 10000"/>
                    <a:gd name="connsiteY27" fmla="*/ 9572 h 10000"/>
                    <a:gd name="connsiteX28" fmla="*/ 3167 w 10000"/>
                    <a:gd name="connsiteY28" fmla="*/ 9539 h 10000"/>
                    <a:gd name="connsiteX29" fmla="*/ 3795 w 10000"/>
                    <a:gd name="connsiteY29" fmla="*/ 9693 h 10000"/>
                    <a:gd name="connsiteX30" fmla="*/ 4153 w 10000"/>
                    <a:gd name="connsiteY30" fmla="*/ 9776 h 10000"/>
                    <a:gd name="connsiteX31" fmla="*/ 4600 w 10000"/>
                    <a:gd name="connsiteY31" fmla="*/ 9556 h 10000"/>
                    <a:gd name="connsiteX32" fmla="*/ 4901 w 10000"/>
                    <a:gd name="connsiteY32" fmla="*/ 9086 h 10000"/>
                    <a:gd name="connsiteX33" fmla="*/ 5337 w 10000"/>
                    <a:gd name="connsiteY33" fmla="*/ 9340 h 10000"/>
                    <a:gd name="connsiteX34" fmla="*/ 5564 w 10000"/>
                    <a:gd name="connsiteY34" fmla="*/ 9506 h 10000"/>
                    <a:gd name="connsiteX35" fmla="*/ 5768 w 10000"/>
                    <a:gd name="connsiteY35" fmla="*/ 9399 h 10000"/>
                    <a:gd name="connsiteX36" fmla="*/ 5933 w 10000"/>
                    <a:gd name="connsiteY36" fmla="*/ 9300 h 10000"/>
                    <a:gd name="connsiteX37" fmla="*/ 6089 w 10000"/>
                    <a:gd name="connsiteY37" fmla="*/ 9078 h 10000"/>
                    <a:gd name="connsiteX38" fmla="*/ 6274 w 10000"/>
                    <a:gd name="connsiteY38" fmla="*/ 8778 h 10000"/>
                    <a:gd name="connsiteX39" fmla="*/ 6389 w 10000"/>
                    <a:gd name="connsiteY39" fmla="*/ 8638 h 10000"/>
                    <a:gd name="connsiteX40" fmla="*/ 6524 w 10000"/>
                    <a:gd name="connsiteY40" fmla="*/ 8582 h 10000"/>
                    <a:gd name="connsiteX41" fmla="*/ 6531 w 10000"/>
                    <a:gd name="connsiteY41" fmla="*/ 8405 h 10000"/>
                    <a:gd name="connsiteX42" fmla="*/ 6572 w 10000"/>
                    <a:gd name="connsiteY42" fmla="*/ 8201 h 10000"/>
                    <a:gd name="connsiteX43" fmla="*/ 6602 w 10000"/>
                    <a:gd name="connsiteY43" fmla="*/ 8014 h 10000"/>
                    <a:gd name="connsiteX44" fmla="*/ 6855 w 10000"/>
                    <a:gd name="connsiteY44" fmla="*/ 7773 h 10000"/>
                    <a:gd name="connsiteX45" fmla="*/ 6893 w 10000"/>
                    <a:gd name="connsiteY45" fmla="*/ 8708 h 10000"/>
                    <a:gd name="connsiteX46" fmla="*/ 7308 w 10000"/>
                    <a:gd name="connsiteY46" fmla="*/ 9034 h 10000"/>
                    <a:gd name="connsiteX47" fmla="*/ 7430 w 10000"/>
                    <a:gd name="connsiteY47" fmla="*/ 8756 h 10000"/>
                    <a:gd name="connsiteX48" fmla="*/ 7470 w 10000"/>
                    <a:gd name="connsiteY48" fmla="*/ 8798 h 10000"/>
                    <a:gd name="connsiteX49" fmla="*/ 7590 w 10000"/>
                    <a:gd name="connsiteY49" fmla="*/ 8541 h 10000"/>
                    <a:gd name="connsiteX50" fmla="*/ 7831 w 10000"/>
                    <a:gd name="connsiteY50" fmla="*/ 8412 h 10000"/>
                    <a:gd name="connsiteX51" fmla="*/ 7952 w 10000"/>
                    <a:gd name="connsiteY51" fmla="*/ 7937 h 10000"/>
                    <a:gd name="connsiteX52" fmla="*/ 8313 w 10000"/>
                    <a:gd name="connsiteY52" fmla="*/ 7377 h 10000"/>
                    <a:gd name="connsiteX53" fmla="*/ 8594 w 10000"/>
                    <a:gd name="connsiteY53" fmla="*/ 7117 h 10000"/>
                    <a:gd name="connsiteX54" fmla="*/ 8795 w 10000"/>
                    <a:gd name="connsiteY54" fmla="*/ 6386 h 10000"/>
                    <a:gd name="connsiteX55" fmla="*/ 8795 w 10000"/>
                    <a:gd name="connsiteY55" fmla="*/ 6213 h 10000"/>
                    <a:gd name="connsiteX56" fmla="*/ 8755 w 10000"/>
                    <a:gd name="connsiteY56" fmla="*/ 5781 h 10000"/>
                    <a:gd name="connsiteX57" fmla="*/ 9157 w 10000"/>
                    <a:gd name="connsiteY57" fmla="*/ 4227 h 10000"/>
                    <a:gd name="connsiteX58" fmla="*/ 9277 w 10000"/>
                    <a:gd name="connsiteY58" fmla="*/ 4227 h 10000"/>
                    <a:gd name="connsiteX59" fmla="*/ 9438 w 10000"/>
                    <a:gd name="connsiteY59" fmla="*/ 4098 h 10000"/>
                    <a:gd name="connsiteX60" fmla="*/ 9920 w 10000"/>
                    <a:gd name="connsiteY60" fmla="*/ 3882 h 10000"/>
                    <a:gd name="connsiteX61" fmla="*/ 10000 w 10000"/>
                    <a:gd name="connsiteY61" fmla="*/ 3537 h 10000"/>
                    <a:gd name="connsiteX62" fmla="*/ 9960 w 10000"/>
                    <a:gd name="connsiteY62" fmla="*/ 3450 h 10000"/>
                    <a:gd name="connsiteX63" fmla="*/ 9799 w 10000"/>
                    <a:gd name="connsiteY63" fmla="*/ 3450 h 10000"/>
                    <a:gd name="connsiteX64" fmla="*/ 9679 w 10000"/>
                    <a:gd name="connsiteY64" fmla="*/ 3235 h 10000"/>
                    <a:gd name="connsiteX65" fmla="*/ 9438 w 10000"/>
                    <a:gd name="connsiteY65" fmla="*/ 3151 h 10000"/>
                    <a:gd name="connsiteX66" fmla="*/ 9317 w 10000"/>
                    <a:gd name="connsiteY66" fmla="*/ 2978 h 10000"/>
                    <a:gd name="connsiteX67" fmla="*/ 9237 w 10000"/>
                    <a:gd name="connsiteY67" fmla="*/ 2331 h 10000"/>
                    <a:gd name="connsiteX68" fmla="*/ 9237 w 10000"/>
                    <a:gd name="connsiteY68" fmla="*/ 1423 h 10000"/>
                    <a:gd name="connsiteX69" fmla="*/ 9036 w 10000"/>
                    <a:gd name="connsiteY69" fmla="*/ 1123 h 10000"/>
                    <a:gd name="connsiteX70" fmla="*/ 8996 w 10000"/>
                    <a:gd name="connsiteY70" fmla="*/ 820 h 10000"/>
                    <a:gd name="connsiteX71" fmla="*/ 8675 w 10000"/>
                    <a:gd name="connsiteY71" fmla="*/ 389 h 10000"/>
                    <a:gd name="connsiteX72" fmla="*/ 8394 w 10000"/>
                    <a:gd name="connsiteY72" fmla="*/ 218 h 10000"/>
                    <a:gd name="connsiteX73" fmla="*/ 8233 w 10000"/>
                    <a:gd name="connsiteY73" fmla="*/ 0 h 10000"/>
                    <a:gd name="connsiteX74" fmla="*/ 7992 w 10000"/>
                    <a:gd name="connsiteY74" fmla="*/ 218 h 10000"/>
                    <a:gd name="connsiteX75" fmla="*/ 7831 w 10000"/>
                    <a:gd name="connsiteY75" fmla="*/ 173 h 10000"/>
                    <a:gd name="connsiteX76" fmla="*/ 7711 w 10000"/>
                    <a:gd name="connsiteY76" fmla="*/ 559 h 10000"/>
                    <a:gd name="connsiteX77" fmla="*/ 7390 w 10000"/>
                    <a:gd name="connsiteY77" fmla="*/ 648 h 10000"/>
                    <a:gd name="connsiteX78" fmla="*/ 7309 w 10000"/>
                    <a:gd name="connsiteY78" fmla="*/ 948 h 10000"/>
                    <a:gd name="connsiteX79" fmla="*/ 7028 w 10000"/>
                    <a:gd name="connsiteY79" fmla="*/ 948 h 10000"/>
                    <a:gd name="connsiteX80" fmla="*/ 6787 w 10000"/>
                    <a:gd name="connsiteY80" fmla="*/ 820 h 10000"/>
                    <a:gd name="connsiteX81" fmla="*/ 6265 w 10000"/>
                    <a:gd name="connsiteY81" fmla="*/ 820 h 10000"/>
                    <a:gd name="connsiteX82" fmla="*/ 5743 w 10000"/>
                    <a:gd name="connsiteY82" fmla="*/ 820 h 10000"/>
                    <a:gd name="connsiteX83" fmla="*/ 5783 w 10000"/>
                    <a:gd name="connsiteY83" fmla="*/ 648 h 10000"/>
                    <a:gd name="connsiteX84" fmla="*/ 5703 w 10000"/>
                    <a:gd name="connsiteY84" fmla="*/ 648 h 10000"/>
                    <a:gd name="connsiteX85" fmla="*/ 5663 w 10000"/>
                    <a:gd name="connsiteY85" fmla="*/ 820 h 10000"/>
                    <a:gd name="connsiteX86" fmla="*/ 5181 w 10000"/>
                    <a:gd name="connsiteY86" fmla="*/ 820 h 10000"/>
                    <a:gd name="connsiteX87" fmla="*/ 4699 w 10000"/>
                    <a:gd name="connsiteY87" fmla="*/ 820 h 10000"/>
                    <a:gd name="connsiteX88" fmla="*/ 4217 w 10000"/>
                    <a:gd name="connsiteY88" fmla="*/ 820 h 10000"/>
                    <a:gd name="connsiteX89" fmla="*/ 3735 w 10000"/>
                    <a:gd name="connsiteY89" fmla="*/ 820 h 10000"/>
                    <a:gd name="connsiteX90" fmla="*/ 3293 w 10000"/>
                    <a:gd name="connsiteY90" fmla="*/ 820 h 10000"/>
                    <a:gd name="connsiteX91" fmla="*/ 2811 w 10000"/>
                    <a:gd name="connsiteY91" fmla="*/ 820 h 10000"/>
                    <a:gd name="connsiteX92" fmla="*/ 2369 w 10000"/>
                    <a:gd name="connsiteY92" fmla="*/ 820 h 10000"/>
                    <a:gd name="connsiteX93" fmla="*/ 1888 w 10000"/>
                    <a:gd name="connsiteY93" fmla="*/ 820 h 10000"/>
                    <a:gd name="connsiteX94" fmla="*/ 1888 w 10000"/>
                    <a:gd name="connsiteY94" fmla="*/ 1423 h 10000"/>
                    <a:gd name="connsiteX95" fmla="*/ 1888 w 10000"/>
                    <a:gd name="connsiteY95" fmla="*/ 2200 h 10000"/>
                    <a:gd name="connsiteX96" fmla="*/ 1285 w 10000"/>
                    <a:gd name="connsiteY96" fmla="*/ 2200 h 10000"/>
                    <a:gd name="connsiteX97" fmla="*/ 1285 w 10000"/>
                    <a:gd name="connsiteY97" fmla="*/ 2545 h 10000"/>
                    <a:gd name="connsiteX0" fmla="*/ 1285 w 10000"/>
                    <a:gd name="connsiteY0" fmla="*/ 2545 h 10000"/>
                    <a:gd name="connsiteX1" fmla="*/ 1285 w 10000"/>
                    <a:gd name="connsiteY1" fmla="*/ 3235 h 10000"/>
                    <a:gd name="connsiteX2" fmla="*/ 1285 w 10000"/>
                    <a:gd name="connsiteY2" fmla="*/ 3882 h 10000"/>
                    <a:gd name="connsiteX3" fmla="*/ 1285 w 10000"/>
                    <a:gd name="connsiteY3" fmla="*/ 4530 h 10000"/>
                    <a:gd name="connsiteX4" fmla="*/ 1285 w 10000"/>
                    <a:gd name="connsiteY4" fmla="*/ 5131 h 10000"/>
                    <a:gd name="connsiteX5" fmla="*/ 643 w 10000"/>
                    <a:gd name="connsiteY5" fmla="*/ 5263 h 10000"/>
                    <a:gd name="connsiteX6" fmla="*/ 522 w 10000"/>
                    <a:gd name="connsiteY6" fmla="*/ 5607 h 10000"/>
                    <a:gd name="connsiteX7" fmla="*/ 241 w 10000"/>
                    <a:gd name="connsiteY7" fmla="*/ 6039 h 10000"/>
                    <a:gd name="connsiteX8" fmla="*/ 241 w 10000"/>
                    <a:gd name="connsiteY8" fmla="*/ 6386 h 10000"/>
                    <a:gd name="connsiteX9" fmla="*/ 120 w 10000"/>
                    <a:gd name="connsiteY9" fmla="*/ 6470 h 10000"/>
                    <a:gd name="connsiteX10" fmla="*/ 120 w 10000"/>
                    <a:gd name="connsiteY10" fmla="*/ 6771 h 10000"/>
                    <a:gd name="connsiteX11" fmla="*/ 0 w 10000"/>
                    <a:gd name="connsiteY11" fmla="*/ 7033 h 10000"/>
                    <a:gd name="connsiteX12" fmla="*/ 0 w 10000"/>
                    <a:gd name="connsiteY12" fmla="*/ 7246 h 10000"/>
                    <a:gd name="connsiteX13" fmla="*/ 241 w 10000"/>
                    <a:gd name="connsiteY13" fmla="*/ 7204 h 10000"/>
                    <a:gd name="connsiteX14" fmla="*/ 281 w 10000"/>
                    <a:gd name="connsiteY14" fmla="*/ 7590 h 10000"/>
                    <a:gd name="connsiteX15" fmla="*/ 602 w 10000"/>
                    <a:gd name="connsiteY15" fmla="*/ 8284 h 10000"/>
                    <a:gd name="connsiteX16" fmla="*/ 602 w 10000"/>
                    <a:gd name="connsiteY16" fmla="*/ 8326 h 10000"/>
                    <a:gd name="connsiteX17" fmla="*/ 482 w 10000"/>
                    <a:gd name="connsiteY17" fmla="*/ 8368 h 10000"/>
                    <a:gd name="connsiteX18" fmla="*/ 964 w 10000"/>
                    <a:gd name="connsiteY18" fmla="*/ 9058 h 10000"/>
                    <a:gd name="connsiteX19" fmla="*/ 1004 w 10000"/>
                    <a:gd name="connsiteY19" fmla="*/ 9275 h 10000"/>
                    <a:gd name="connsiteX20" fmla="*/ 1178 w 10000"/>
                    <a:gd name="connsiteY20" fmla="*/ 9631 h 10000"/>
                    <a:gd name="connsiteX21" fmla="*/ 1192 w 10000"/>
                    <a:gd name="connsiteY21" fmla="*/ 10000 h 10000"/>
                    <a:gd name="connsiteX22" fmla="*/ 1652 w 10000"/>
                    <a:gd name="connsiteY22" fmla="*/ 9372 h 10000"/>
                    <a:gd name="connsiteX23" fmla="*/ 1951 w 10000"/>
                    <a:gd name="connsiteY23" fmla="*/ 9317 h 10000"/>
                    <a:gd name="connsiteX24" fmla="*/ 2025 w 10000"/>
                    <a:gd name="connsiteY24" fmla="*/ 9052 h 10000"/>
                    <a:gd name="connsiteX25" fmla="*/ 2338 w 10000"/>
                    <a:gd name="connsiteY25" fmla="*/ 8966 h 10000"/>
                    <a:gd name="connsiteX26" fmla="*/ 2643 w 10000"/>
                    <a:gd name="connsiteY26" fmla="*/ 9388 h 10000"/>
                    <a:gd name="connsiteX27" fmla="*/ 2911 w 10000"/>
                    <a:gd name="connsiteY27" fmla="*/ 9572 h 10000"/>
                    <a:gd name="connsiteX28" fmla="*/ 3167 w 10000"/>
                    <a:gd name="connsiteY28" fmla="*/ 9539 h 10000"/>
                    <a:gd name="connsiteX29" fmla="*/ 3795 w 10000"/>
                    <a:gd name="connsiteY29" fmla="*/ 9693 h 10000"/>
                    <a:gd name="connsiteX30" fmla="*/ 4153 w 10000"/>
                    <a:gd name="connsiteY30" fmla="*/ 9776 h 10000"/>
                    <a:gd name="connsiteX31" fmla="*/ 4600 w 10000"/>
                    <a:gd name="connsiteY31" fmla="*/ 9556 h 10000"/>
                    <a:gd name="connsiteX32" fmla="*/ 4901 w 10000"/>
                    <a:gd name="connsiteY32" fmla="*/ 9086 h 10000"/>
                    <a:gd name="connsiteX33" fmla="*/ 5337 w 10000"/>
                    <a:gd name="connsiteY33" fmla="*/ 9340 h 10000"/>
                    <a:gd name="connsiteX34" fmla="*/ 5564 w 10000"/>
                    <a:gd name="connsiteY34" fmla="*/ 9506 h 10000"/>
                    <a:gd name="connsiteX35" fmla="*/ 5768 w 10000"/>
                    <a:gd name="connsiteY35" fmla="*/ 9399 h 10000"/>
                    <a:gd name="connsiteX36" fmla="*/ 5933 w 10000"/>
                    <a:gd name="connsiteY36" fmla="*/ 9300 h 10000"/>
                    <a:gd name="connsiteX37" fmla="*/ 6089 w 10000"/>
                    <a:gd name="connsiteY37" fmla="*/ 9078 h 10000"/>
                    <a:gd name="connsiteX38" fmla="*/ 6274 w 10000"/>
                    <a:gd name="connsiteY38" fmla="*/ 8778 h 10000"/>
                    <a:gd name="connsiteX39" fmla="*/ 6389 w 10000"/>
                    <a:gd name="connsiteY39" fmla="*/ 8638 h 10000"/>
                    <a:gd name="connsiteX40" fmla="*/ 6524 w 10000"/>
                    <a:gd name="connsiteY40" fmla="*/ 8582 h 10000"/>
                    <a:gd name="connsiteX41" fmla="*/ 6531 w 10000"/>
                    <a:gd name="connsiteY41" fmla="*/ 8405 h 10000"/>
                    <a:gd name="connsiteX42" fmla="*/ 6572 w 10000"/>
                    <a:gd name="connsiteY42" fmla="*/ 8201 h 10000"/>
                    <a:gd name="connsiteX43" fmla="*/ 6602 w 10000"/>
                    <a:gd name="connsiteY43" fmla="*/ 8014 h 10000"/>
                    <a:gd name="connsiteX44" fmla="*/ 6855 w 10000"/>
                    <a:gd name="connsiteY44" fmla="*/ 7773 h 10000"/>
                    <a:gd name="connsiteX45" fmla="*/ 6893 w 10000"/>
                    <a:gd name="connsiteY45" fmla="*/ 8708 h 10000"/>
                    <a:gd name="connsiteX46" fmla="*/ 7308 w 10000"/>
                    <a:gd name="connsiteY46" fmla="*/ 9034 h 10000"/>
                    <a:gd name="connsiteX47" fmla="*/ 7430 w 10000"/>
                    <a:gd name="connsiteY47" fmla="*/ 8756 h 10000"/>
                    <a:gd name="connsiteX48" fmla="*/ 7470 w 10000"/>
                    <a:gd name="connsiteY48" fmla="*/ 8798 h 10000"/>
                    <a:gd name="connsiteX49" fmla="*/ 7590 w 10000"/>
                    <a:gd name="connsiteY49" fmla="*/ 8541 h 10000"/>
                    <a:gd name="connsiteX50" fmla="*/ 7831 w 10000"/>
                    <a:gd name="connsiteY50" fmla="*/ 8412 h 10000"/>
                    <a:gd name="connsiteX51" fmla="*/ 7952 w 10000"/>
                    <a:gd name="connsiteY51" fmla="*/ 7937 h 10000"/>
                    <a:gd name="connsiteX52" fmla="*/ 8313 w 10000"/>
                    <a:gd name="connsiteY52" fmla="*/ 7377 h 10000"/>
                    <a:gd name="connsiteX53" fmla="*/ 8594 w 10000"/>
                    <a:gd name="connsiteY53" fmla="*/ 7117 h 10000"/>
                    <a:gd name="connsiteX54" fmla="*/ 8795 w 10000"/>
                    <a:gd name="connsiteY54" fmla="*/ 6386 h 10000"/>
                    <a:gd name="connsiteX55" fmla="*/ 8795 w 10000"/>
                    <a:gd name="connsiteY55" fmla="*/ 6213 h 10000"/>
                    <a:gd name="connsiteX56" fmla="*/ 8755 w 10000"/>
                    <a:gd name="connsiteY56" fmla="*/ 5781 h 10000"/>
                    <a:gd name="connsiteX57" fmla="*/ 9157 w 10000"/>
                    <a:gd name="connsiteY57" fmla="*/ 4227 h 10000"/>
                    <a:gd name="connsiteX58" fmla="*/ 9277 w 10000"/>
                    <a:gd name="connsiteY58" fmla="*/ 4227 h 10000"/>
                    <a:gd name="connsiteX59" fmla="*/ 9438 w 10000"/>
                    <a:gd name="connsiteY59" fmla="*/ 4098 h 10000"/>
                    <a:gd name="connsiteX60" fmla="*/ 9920 w 10000"/>
                    <a:gd name="connsiteY60" fmla="*/ 3882 h 10000"/>
                    <a:gd name="connsiteX61" fmla="*/ 10000 w 10000"/>
                    <a:gd name="connsiteY61" fmla="*/ 3537 h 10000"/>
                    <a:gd name="connsiteX62" fmla="*/ 9960 w 10000"/>
                    <a:gd name="connsiteY62" fmla="*/ 3450 h 10000"/>
                    <a:gd name="connsiteX63" fmla="*/ 9799 w 10000"/>
                    <a:gd name="connsiteY63" fmla="*/ 3450 h 10000"/>
                    <a:gd name="connsiteX64" fmla="*/ 9679 w 10000"/>
                    <a:gd name="connsiteY64" fmla="*/ 3235 h 10000"/>
                    <a:gd name="connsiteX65" fmla="*/ 9438 w 10000"/>
                    <a:gd name="connsiteY65" fmla="*/ 3151 h 10000"/>
                    <a:gd name="connsiteX66" fmla="*/ 9317 w 10000"/>
                    <a:gd name="connsiteY66" fmla="*/ 2978 h 10000"/>
                    <a:gd name="connsiteX67" fmla="*/ 9237 w 10000"/>
                    <a:gd name="connsiteY67" fmla="*/ 2331 h 10000"/>
                    <a:gd name="connsiteX68" fmla="*/ 9237 w 10000"/>
                    <a:gd name="connsiteY68" fmla="*/ 1423 h 10000"/>
                    <a:gd name="connsiteX69" fmla="*/ 9036 w 10000"/>
                    <a:gd name="connsiteY69" fmla="*/ 1123 h 10000"/>
                    <a:gd name="connsiteX70" fmla="*/ 8996 w 10000"/>
                    <a:gd name="connsiteY70" fmla="*/ 820 h 10000"/>
                    <a:gd name="connsiteX71" fmla="*/ 8675 w 10000"/>
                    <a:gd name="connsiteY71" fmla="*/ 389 h 10000"/>
                    <a:gd name="connsiteX72" fmla="*/ 8394 w 10000"/>
                    <a:gd name="connsiteY72" fmla="*/ 218 h 10000"/>
                    <a:gd name="connsiteX73" fmla="*/ 8233 w 10000"/>
                    <a:gd name="connsiteY73" fmla="*/ 0 h 10000"/>
                    <a:gd name="connsiteX74" fmla="*/ 7992 w 10000"/>
                    <a:gd name="connsiteY74" fmla="*/ 218 h 10000"/>
                    <a:gd name="connsiteX75" fmla="*/ 7831 w 10000"/>
                    <a:gd name="connsiteY75" fmla="*/ 173 h 10000"/>
                    <a:gd name="connsiteX76" fmla="*/ 7711 w 10000"/>
                    <a:gd name="connsiteY76" fmla="*/ 559 h 10000"/>
                    <a:gd name="connsiteX77" fmla="*/ 7390 w 10000"/>
                    <a:gd name="connsiteY77" fmla="*/ 648 h 10000"/>
                    <a:gd name="connsiteX78" fmla="*/ 7309 w 10000"/>
                    <a:gd name="connsiteY78" fmla="*/ 948 h 10000"/>
                    <a:gd name="connsiteX79" fmla="*/ 7028 w 10000"/>
                    <a:gd name="connsiteY79" fmla="*/ 948 h 10000"/>
                    <a:gd name="connsiteX80" fmla="*/ 6787 w 10000"/>
                    <a:gd name="connsiteY80" fmla="*/ 820 h 10000"/>
                    <a:gd name="connsiteX81" fmla="*/ 6265 w 10000"/>
                    <a:gd name="connsiteY81" fmla="*/ 820 h 10000"/>
                    <a:gd name="connsiteX82" fmla="*/ 5743 w 10000"/>
                    <a:gd name="connsiteY82" fmla="*/ 820 h 10000"/>
                    <a:gd name="connsiteX83" fmla="*/ 5783 w 10000"/>
                    <a:gd name="connsiteY83" fmla="*/ 648 h 10000"/>
                    <a:gd name="connsiteX84" fmla="*/ 5703 w 10000"/>
                    <a:gd name="connsiteY84" fmla="*/ 648 h 10000"/>
                    <a:gd name="connsiteX85" fmla="*/ 5663 w 10000"/>
                    <a:gd name="connsiteY85" fmla="*/ 820 h 10000"/>
                    <a:gd name="connsiteX86" fmla="*/ 5181 w 10000"/>
                    <a:gd name="connsiteY86" fmla="*/ 820 h 10000"/>
                    <a:gd name="connsiteX87" fmla="*/ 4699 w 10000"/>
                    <a:gd name="connsiteY87" fmla="*/ 820 h 10000"/>
                    <a:gd name="connsiteX88" fmla="*/ 4217 w 10000"/>
                    <a:gd name="connsiteY88" fmla="*/ 820 h 10000"/>
                    <a:gd name="connsiteX89" fmla="*/ 3735 w 10000"/>
                    <a:gd name="connsiteY89" fmla="*/ 820 h 10000"/>
                    <a:gd name="connsiteX90" fmla="*/ 3293 w 10000"/>
                    <a:gd name="connsiteY90" fmla="*/ 820 h 10000"/>
                    <a:gd name="connsiteX91" fmla="*/ 2811 w 10000"/>
                    <a:gd name="connsiteY91" fmla="*/ 820 h 10000"/>
                    <a:gd name="connsiteX92" fmla="*/ 2369 w 10000"/>
                    <a:gd name="connsiteY92" fmla="*/ 820 h 10000"/>
                    <a:gd name="connsiteX93" fmla="*/ 1888 w 10000"/>
                    <a:gd name="connsiteY93" fmla="*/ 820 h 10000"/>
                    <a:gd name="connsiteX94" fmla="*/ 1888 w 10000"/>
                    <a:gd name="connsiteY94" fmla="*/ 1423 h 10000"/>
                    <a:gd name="connsiteX95" fmla="*/ 1888 w 10000"/>
                    <a:gd name="connsiteY95" fmla="*/ 2200 h 10000"/>
                    <a:gd name="connsiteX96" fmla="*/ 1285 w 10000"/>
                    <a:gd name="connsiteY96" fmla="*/ 2200 h 10000"/>
                    <a:gd name="connsiteX97" fmla="*/ 1285 w 10000"/>
                    <a:gd name="connsiteY97" fmla="*/ 2545 h 10000"/>
                    <a:gd name="connsiteX0" fmla="*/ 1285 w 10000"/>
                    <a:gd name="connsiteY0" fmla="*/ 2545 h 9819"/>
                    <a:gd name="connsiteX1" fmla="*/ 1285 w 10000"/>
                    <a:gd name="connsiteY1" fmla="*/ 3235 h 9819"/>
                    <a:gd name="connsiteX2" fmla="*/ 1285 w 10000"/>
                    <a:gd name="connsiteY2" fmla="*/ 3882 h 9819"/>
                    <a:gd name="connsiteX3" fmla="*/ 1285 w 10000"/>
                    <a:gd name="connsiteY3" fmla="*/ 4530 h 9819"/>
                    <a:gd name="connsiteX4" fmla="*/ 1285 w 10000"/>
                    <a:gd name="connsiteY4" fmla="*/ 5131 h 9819"/>
                    <a:gd name="connsiteX5" fmla="*/ 643 w 10000"/>
                    <a:gd name="connsiteY5" fmla="*/ 5263 h 9819"/>
                    <a:gd name="connsiteX6" fmla="*/ 522 w 10000"/>
                    <a:gd name="connsiteY6" fmla="*/ 5607 h 9819"/>
                    <a:gd name="connsiteX7" fmla="*/ 241 w 10000"/>
                    <a:gd name="connsiteY7" fmla="*/ 6039 h 9819"/>
                    <a:gd name="connsiteX8" fmla="*/ 241 w 10000"/>
                    <a:gd name="connsiteY8" fmla="*/ 6386 h 9819"/>
                    <a:gd name="connsiteX9" fmla="*/ 120 w 10000"/>
                    <a:gd name="connsiteY9" fmla="*/ 6470 h 9819"/>
                    <a:gd name="connsiteX10" fmla="*/ 120 w 10000"/>
                    <a:gd name="connsiteY10" fmla="*/ 6771 h 9819"/>
                    <a:gd name="connsiteX11" fmla="*/ 0 w 10000"/>
                    <a:gd name="connsiteY11" fmla="*/ 7033 h 9819"/>
                    <a:gd name="connsiteX12" fmla="*/ 0 w 10000"/>
                    <a:gd name="connsiteY12" fmla="*/ 7246 h 9819"/>
                    <a:gd name="connsiteX13" fmla="*/ 241 w 10000"/>
                    <a:gd name="connsiteY13" fmla="*/ 7204 h 9819"/>
                    <a:gd name="connsiteX14" fmla="*/ 281 w 10000"/>
                    <a:gd name="connsiteY14" fmla="*/ 7590 h 9819"/>
                    <a:gd name="connsiteX15" fmla="*/ 602 w 10000"/>
                    <a:gd name="connsiteY15" fmla="*/ 8284 h 9819"/>
                    <a:gd name="connsiteX16" fmla="*/ 602 w 10000"/>
                    <a:gd name="connsiteY16" fmla="*/ 8326 h 9819"/>
                    <a:gd name="connsiteX17" fmla="*/ 482 w 10000"/>
                    <a:gd name="connsiteY17" fmla="*/ 8368 h 9819"/>
                    <a:gd name="connsiteX18" fmla="*/ 964 w 10000"/>
                    <a:gd name="connsiteY18" fmla="*/ 9058 h 9819"/>
                    <a:gd name="connsiteX19" fmla="*/ 1004 w 10000"/>
                    <a:gd name="connsiteY19" fmla="*/ 9275 h 9819"/>
                    <a:gd name="connsiteX20" fmla="*/ 1178 w 10000"/>
                    <a:gd name="connsiteY20" fmla="*/ 9631 h 9819"/>
                    <a:gd name="connsiteX21" fmla="*/ 1357 w 10000"/>
                    <a:gd name="connsiteY21" fmla="*/ 9433 h 9819"/>
                    <a:gd name="connsiteX22" fmla="*/ 1652 w 10000"/>
                    <a:gd name="connsiteY22" fmla="*/ 9372 h 9819"/>
                    <a:gd name="connsiteX23" fmla="*/ 1951 w 10000"/>
                    <a:gd name="connsiteY23" fmla="*/ 9317 h 9819"/>
                    <a:gd name="connsiteX24" fmla="*/ 2025 w 10000"/>
                    <a:gd name="connsiteY24" fmla="*/ 9052 h 9819"/>
                    <a:gd name="connsiteX25" fmla="*/ 2338 w 10000"/>
                    <a:gd name="connsiteY25" fmla="*/ 8966 h 9819"/>
                    <a:gd name="connsiteX26" fmla="*/ 2643 w 10000"/>
                    <a:gd name="connsiteY26" fmla="*/ 9388 h 9819"/>
                    <a:gd name="connsiteX27" fmla="*/ 2911 w 10000"/>
                    <a:gd name="connsiteY27" fmla="*/ 9572 h 9819"/>
                    <a:gd name="connsiteX28" fmla="*/ 3167 w 10000"/>
                    <a:gd name="connsiteY28" fmla="*/ 9539 h 9819"/>
                    <a:gd name="connsiteX29" fmla="*/ 3795 w 10000"/>
                    <a:gd name="connsiteY29" fmla="*/ 9693 h 9819"/>
                    <a:gd name="connsiteX30" fmla="*/ 4153 w 10000"/>
                    <a:gd name="connsiteY30" fmla="*/ 9776 h 9819"/>
                    <a:gd name="connsiteX31" fmla="*/ 4600 w 10000"/>
                    <a:gd name="connsiteY31" fmla="*/ 9556 h 9819"/>
                    <a:gd name="connsiteX32" fmla="*/ 4901 w 10000"/>
                    <a:gd name="connsiteY32" fmla="*/ 9086 h 9819"/>
                    <a:gd name="connsiteX33" fmla="*/ 5337 w 10000"/>
                    <a:gd name="connsiteY33" fmla="*/ 9340 h 9819"/>
                    <a:gd name="connsiteX34" fmla="*/ 5564 w 10000"/>
                    <a:gd name="connsiteY34" fmla="*/ 9506 h 9819"/>
                    <a:gd name="connsiteX35" fmla="*/ 5768 w 10000"/>
                    <a:gd name="connsiteY35" fmla="*/ 9399 h 9819"/>
                    <a:gd name="connsiteX36" fmla="*/ 5933 w 10000"/>
                    <a:gd name="connsiteY36" fmla="*/ 9300 h 9819"/>
                    <a:gd name="connsiteX37" fmla="*/ 6089 w 10000"/>
                    <a:gd name="connsiteY37" fmla="*/ 9078 h 9819"/>
                    <a:gd name="connsiteX38" fmla="*/ 6274 w 10000"/>
                    <a:gd name="connsiteY38" fmla="*/ 8778 h 9819"/>
                    <a:gd name="connsiteX39" fmla="*/ 6389 w 10000"/>
                    <a:gd name="connsiteY39" fmla="*/ 8638 h 9819"/>
                    <a:gd name="connsiteX40" fmla="*/ 6524 w 10000"/>
                    <a:gd name="connsiteY40" fmla="*/ 8582 h 9819"/>
                    <a:gd name="connsiteX41" fmla="*/ 6531 w 10000"/>
                    <a:gd name="connsiteY41" fmla="*/ 8405 h 9819"/>
                    <a:gd name="connsiteX42" fmla="*/ 6572 w 10000"/>
                    <a:gd name="connsiteY42" fmla="*/ 8201 h 9819"/>
                    <a:gd name="connsiteX43" fmla="*/ 6602 w 10000"/>
                    <a:gd name="connsiteY43" fmla="*/ 8014 h 9819"/>
                    <a:gd name="connsiteX44" fmla="*/ 6855 w 10000"/>
                    <a:gd name="connsiteY44" fmla="*/ 7773 h 9819"/>
                    <a:gd name="connsiteX45" fmla="*/ 6893 w 10000"/>
                    <a:gd name="connsiteY45" fmla="*/ 8708 h 9819"/>
                    <a:gd name="connsiteX46" fmla="*/ 7308 w 10000"/>
                    <a:gd name="connsiteY46" fmla="*/ 9034 h 9819"/>
                    <a:gd name="connsiteX47" fmla="*/ 7430 w 10000"/>
                    <a:gd name="connsiteY47" fmla="*/ 8756 h 9819"/>
                    <a:gd name="connsiteX48" fmla="*/ 7470 w 10000"/>
                    <a:gd name="connsiteY48" fmla="*/ 8798 h 9819"/>
                    <a:gd name="connsiteX49" fmla="*/ 7590 w 10000"/>
                    <a:gd name="connsiteY49" fmla="*/ 8541 h 9819"/>
                    <a:gd name="connsiteX50" fmla="*/ 7831 w 10000"/>
                    <a:gd name="connsiteY50" fmla="*/ 8412 h 9819"/>
                    <a:gd name="connsiteX51" fmla="*/ 7952 w 10000"/>
                    <a:gd name="connsiteY51" fmla="*/ 7937 h 9819"/>
                    <a:gd name="connsiteX52" fmla="*/ 8313 w 10000"/>
                    <a:gd name="connsiteY52" fmla="*/ 7377 h 9819"/>
                    <a:gd name="connsiteX53" fmla="*/ 8594 w 10000"/>
                    <a:gd name="connsiteY53" fmla="*/ 7117 h 9819"/>
                    <a:gd name="connsiteX54" fmla="*/ 8795 w 10000"/>
                    <a:gd name="connsiteY54" fmla="*/ 6386 h 9819"/>
                    <a:gd name="connsiteX55" fmla="*/ 8795 w 10000"/>
                    <a:gd name="connsiteY55" fmla="*/ 6213 h 9819"/>
                    <a:gd name="connsiteX56" fmla="*/ 8755 w 10000"/>
                    <a:gd name="connsiteY56" fmla="*/ 5781 h 9819"/>
                    <a:gd name="connsiteX57" fmla="*/ 9157 w 10000"/>
                    <a:gd name="connsiteY57" fmla="*/ 4227 h 9819"/>
                    <a:gd name="connsiteX58" fmla="*/ 9277 w 10000"/>
                    <a:gd name="connsiteY58" fmla="*/ 4227 h 9819"/>
                    <a:gd name="connsiteX59" fmla="*/ 9438 w 10000"/>
                    <a:gd name="connsiteY59" fmla="*/ 4098 h 9819"/>
                    <a:gd name="connsiteX60" fmla="*/ 9920 w 10000"/>
                    <a:gd name="connsiteY60" fmla="*/ 3882 h 9819"/>
                    <a:gd name="connsiteX61" fmla="*/ 10000 w 10000"/>
                    <a:gd name="connsiteY61" fmla="*/ 3537 h 9819"/>
                    <a:gd name="connsiteX62" fmla="*/ 9960 w 10000"/>
                    <a:gd name="connsiteY62" fmla="*/ 3450 h 9819"/>
                    <a:gd name="connsiteX63" fmla="*/ 9799 w 10000"/>
                    <a:gd name="connsiteY63" fmla="*/ 3450 h 9819"/>
                    <a:gd name="connsiteX64" fmla="*/ 9679 w 10000"/>
                    <a:gd name="connsiteY64" fmla="*/ 3235 h 9819"/>
                    <a:gd name="connsiteX65" fmla="*/ 9438 w 10000"/>
                    <a:gd name="connsiteY65" fmla="*/ 3151 h 9819"/>
                    <a:gd name="connsiteX66" fmla="*/ 9317 w 10000"/>
                    <a:gd name="connsiteY66" fmla="*/ 2978 h 9819"/>
                    <a:gd name="connsiteX67" fmla="*/ 9237 w 10000"/>
                    <a:gd name="connsiteY67" fmla="*/ 2331 h 9819"/>
                    <a:gd name="connsiteX68" fmla="*/ 9237 w 10000"/>
                    <a:gd name="connsiteY68" fmla="*/ 1423 h 9819"/>
                    <a:gd name="connsiteX69" fmla="*/ 9036 w 10000"/>
                    <a:gd name="connsiteY69" fmla="*/ 1123 h 9819"/>
                    <a:gd name="connsiteX70" fmla="*/ 8996 w 10000"/>
                    <a:gd name="connsiteY70" fmla="*/ 820 h 9819"/>
                    <a:gd name="connsiteX71" fmla="*/ 8675 w 10000"/>
                    <a:gd name="connsiteY71" fmla="*/ 389 h 9819"/>
                    <a:gd name="connsiteX72" fmla="*/ 8394 w 10000"/>
                    <a:gd name="connsiteY72" fmla="*/ 218 h 9819"/>
                    <a:gd name="connsiteX73" fmla="*/ 8233 w 10000"/>
                    <a:gd name="connsiteY73" fmla="*/ 0 h 9819"/>
                    <a:gd name="connsiteX74" fmla="*/ 7992 w 10000"/>
                    <a:gd name="connsiteY74" fmla="*/ 218 h 9819"/>
                    <a:gd name="connsiteX75" fmla="*/ 7831 w 10000"/>
                    <a:gd name="connsiteY75" fmla="*/ 173 h 9819"/>
                    <a:gd name="connsiteX76" fmla="*/ 7711 w 10000"/>
                    <a:gd name="connsiteY76" fmla="*/ 559 h 9819"/>
                    <a:gd name="connsiteX77" fmla="*/ 7390 w 10000"/>
                    <a:gd name="connsiteY77" fmla="*/ 648 h 9819"/>
                    <a:gd name="connsiteX78" fmla="*/ 7309 w 10000"/>
                    <a:gd name="connsiteY78" fmla="*/ 948 h 9819"/>
                    <a:gd name="connsiteX79" fmla="*/ 7028 w 10000"/>
                    <a:gd name="connsiteY79" fmla="*/ 948 h 9819"/>
                    <a:gd name="connsiteX80" fmla="*/ 6787 w 10000"/>
                    <a:gd name="connsiteY80" fmla="*/ 820 h 9819"/>
                    <a:gd name="connsiteX81" fmla="*/ 6265 w 10000"/>
                    <a:gd name="connsiteY81" fmla="*/ 820 h 9819"/>
                    <a:gd name="connsiteX82" fmla="*/ 5743 w 10000"/>
                    <a:gd name="connsiteY82" fmla="*/ 820 h 9819"/>
                    <a:gd name="connsiteX83" fmla="*/ 5783 w 10000"/>
                    <a:gd name="connsiteY83" fmla="*/ 648 h 9819"/>
                    <a:gd name="connsiteX84" fmla="*/ 5703 w 10000"/>
                    <a:gd name="connsiteY84" fmla="*/ 648 h 9819"/>
                    <a:gd name="connsiteX85" fmla="*/ 5663 w 10000"/>
                    <a:gd name="connsiteY85" fmla="*/ 820 h 9819"/>
                    <a:gd name="connsiteX86" fmla="*/ 5181 w 10000"/>
                    <a:gd name="connsiteY86" fmla="*/ 820 h 9819"/>
                    <a:gd name="connsiteX87" fmla="*/ 4699 w 10000"/>
                    <a:gd name="connsiteY87" fmla="*/ 820 h 9819"/>
                    <a:gd name="connsiteX88" fmla="*/ 4217 w 10000"/>
                    <a:gd name="connsiteY88" fmla="*/ 820 h 9819"/>
                    <a:gd name="connsiteX89" fmla="*/ 3735 w 10000"/>
                    <a:gd name="connsiteY89" fmla="*/ 820 h 9819"/>
                    <a:gd name="connsiteX90" fmla="*/ 3293 w 10000"/>
                    <a:gd name="connsiteY90" fmla="*/ 820 h 9819"/>
                    <a:gd name="connsiteX91" fmla="*/ 2811 w 10000"/>
                    <a:gd name="connsiteY91" fmla="*/ 820 h 9819"/>
                    <a:gd name="connsiteX92" fmla="*/ 2369 w 10000"/>
                    <a:gd name="connsiteY92" fmla="*/ 820 h 9819"/>
                    <a:gd name="connsiteX93" fmla="*/ 1888 w 10000"/>
                    <a:gd name="connsiteY93" fmla="*/ 820 h 9819"/>
                    <a:gd name="connsiteX94" fmla="*/ 1888 w 10000"/>
                    <a:gd name="connsiteY94" fmla="*/ 1423 h 9819"/>
                    <a:gd name="connsiteX95" fmla="*/ 1888 w 10000"/>
                    <a:gd name="connsiteY95" fmla="*/ 2200 h 9819"/>
                    <a:gd name="connsiteX96" fmla="*/ 1285 w 10000"/>
                    <a:gd name="connsiteY96" fmla="*/ 2200 h 9819"/>
                    <a:gd name="connsiteX97" fmla="*/ 1285 w 10000"/>
                    <a:gd name="connsiteY97" fmla="*/ 2545 h 9819"/>
                    <a:gd name="connsiteX0" fmla="*/ 1285 w 10000"/>
                    <a:gd name="connsiteY0" fmla="*/ 2592 h 10000"/>
                    <a:gd name="connsiteX1" fmla="*/ 1285 w 10000"/>
                    <a:gd name="connsiteY1" fmla="*/ 3295 h 10000"/>
                    <a:gd name="connsiteX2" fmla="*/ 1285 w 10000"/>
                    <a:gd name="connsiteY2" fmla="*/ 3954 h 10000"/>
                    <a:gd name="connsiteX3" fmla="*/ 1285 w 10000"/>
                    <a:gd name="connsiteY3" fmla="*/ 4614 h 10000"/>
                    <a:gd name="connsiteX4" fmla="*/ 1285 w 10000"/>
                    <a:gd name="connsiteY4" fmla="*/ 5226 h 10000"/>
                    <a:gd name="connsiteX5" fmla="*/ 643 w 10000"/>
                    <a:gd name="connsiteY5" fmla="*/ 5360 h 10000"/>
                    <a:gd name="connsiteX6" fmla="*/ 522 w 10000"/>
                    <a:gd name="connsiteY6" fmla="*/ 5710 h 10000"/>
                    <a:gd name="connsiteX7" fmla="*/ 241 w 10000"/>
                    <a:gd name="connsiteY7" fmla="*/ 6150 h 10000"/>
                    <a:gd name="connsiteX8" fmla="*/ 241 w 10000"/>
                    <a:gd name="connsiteY8" fmla="*/ 6504 h 10000"/>
                    <a:gd name="connsiteX9" fmla="*/ 120 w 10000"/>
                    <a:gd name="connsiteY9" fmla="*/ 6589 h 10000"/>
                    <a:gd name="connsiteX10" fmla="*/ 120 w 10000"/>
                    <a:gd name="connsiteY10" fmla="*/ 6896 h 10000"/>
                    <a:gd name="connsiteX11" fmla="*/ 0 w 10000"/>
                    <a:gd name="connsiteY11" fmla="*/ 7163 h 10000"/>
                    <a:gd name="connsiteX12" fmla="*/ 0 w 10000"/>
                    <a:gd name="connsiteY12" fmla="*/ 7380 h 10000"/>
                    <a:gd name="connsiteX13" fmla="*/ 241 w 10000"/>
                    <a:gd name="connsiteY13" fmla="*/ 7337 h 10000"/>
                    <a:gd name="connsiteX14" fmla="*/ 281 w 10000"/>
                    <a:gd name="connsiteY14" fmla="*/ 7730 h 10000"/>
                    <a:gd name="connsiteX15" fmla="*/ 602 w 10000"/>
                    <a:gd name="connsiteY15" fmla="*/ 8437 h 10000"/>
                    <a:gd name="connsiteX16" fmla="*/ 602 w 10000"/>
                    <a:gd name="connsiteY16" fmla="*/ 8479 h 10000"/>
                    <a:gd name="connsiteX17" fmla="*/ 482 w 10000"/>
                    <a:gd name="connsiteY17" fmla="*/ 8522 h 10000"/>
                    <a:gd name="connsiteX18" fmla="*/ 964 w 10000"/>
                    <a:gd name="connsiteY18" fmla="*/ 9225 h 10000"/>
                    <a:gd name="connsiteX19" fmla="*/ 1004 w 10000"/>
                    <a:gd name="connsiteY19" fmla="*/ 9446 h 10000"/>
                    <a:gd name="connsiteX20" fmla="*/ 1178 w 10000"/>
                    <a:gd name="connsiteY20" fmla="*/ 9809 h 10000"/>
                    <a:gd name="connsiteX21" fmla="*/ 1357 w 10000"/>
                    <a:gd name="connsiteY21" fmla="*/ 9607 h 10000"/>
                    <a:gd name="connsiteX22" fmla="*/ 1652 w 10000"/>
                    <a:gd name="connsiteY22" fmla="*/ 9545 h 10000"/>
                    <a:gd name="connsiteX23" fmla="*/ 1951 w 10000"/>
                    <a:gd name="connsiteY23" fmla="*/ 9489 h 10000"/>
                    <a:gd name="connsiteX24" fmla="*/ 2025 w 10000"/>
                    <a:gd name="connsiteY24" fmla="*/ 9219 h 10000"/>
                    <a:gd name="connsiteX25" fmla="*/ 2338 w 10000"/>
                    <a:gd name="connsiteY25" fmla="*/ 9131 h 10000"/>
                    <a:gd name="connsiteX26" fmla="*/ 2643 w 10000"/>
                    <a:gd name="connsiteY26" fmla="*/ 9561 h 10000"/>
                    <a:gd name="connsiteX27" fmla="*/ 2911 w 10000"/>
                    <a:gd name="connsiteY27" fmla="*/ 9748 h 10000"/>
                    <a:gd name="connsiteX28" fmla="*/ 3167 w 10000"/>
                    <a:gd name="connsiteY28" fmla="*/ 9715 h 10000"/>
                    <a:gd name="connsiteX29" fmla="*/ 3795 w 10000"/>
                    <a:gd name="connsiteY29" fmla="*/ 9872 h 10000"/>
                    <a:gd name="connsiteX30" fmla="*/ 4153 w 10000"/>
                    <a:gd name="connsiteY30" fmla="*/ 9956 h 10000"/>
                    <a:gd name="connsiteX31" fmla="*/ 4682 w 10000"/>
                    <a:gd name="connsiteY31" fmla="*/ 9732 h 10000"/>
                    <a:gd name="connsiteX32" fmla="*/ 4901 w 10000"/>
                    <a:gd name="connsiteY32" fmla="*/ 9253 h 10000"/>
                    <a:gd name="connsiteX33" fmla="*/ 5337 w 10000"/>
                    <a:gd name="connsiteY33" fmla="*/ 9512 h 10000"/>
                    <a:gd name="connsiteX34" fmla="*/ 5564 w 10000"/>
                    <a:gd name="connsiteY34" fmla="*/ 9681 h 10000"/>
                    <a:gd name="connsiteX35" fmla="*/ 5768 w 10000"/>
                    <a:gd name="connsiteY35" fmla="*/ 9572 h 10000"/>
                    <a:gd name="connsiteX36" fmla="*/ 5933 w 10000"/>
                    <a:gd name="connsiteY36" fmla="*/ 9471 h 10000"/>
                    <a:gd name="connsiteX37" fmla="*/ 6089 w 10000"/>
                    <a:gd name="connsiteY37" fmla="*/ 9245 h 10000"/>
                    <a:gd name="connsiteX38" fmla="*/ 6274 w 10000"/>
                    <a:gd name="connsiteY38" fmla="*/ 8940 h 10000"/>
                    <a:gd name="connsiteX39" fmla="*/ 6389 w 10000"/>
                    <a:gd name="connsiteY39" fmla="*/ 8797 h 10000"/>
                    <a:gd name="connsiteX40" fmla="*/ 6524 w 10000"/>
                    <a:gd name="connsiteY40" fmla="*/ 8740 h 10000"/>
                    <a:gd name="connsiteX41" fmla="*/ 6531 w 10000"/>
                    <a:gd name="connsiteY41" fmla="*/ 8560 h 10000"/>
                    <a:gd name="connsiteX42" fmla="*/ 6572 w 10000"/>
                    <a:gd name="connsiteY42" fmla="*/ 8352 h 10000"/>
                    <a:gd name="connsiteX43" fmla="*/ 6602 w 10000"/>
                    <a:gd name="connsiteY43" fmla="*/ 8162 h 10000"/>
                    <a:gd name="connsiteX44" fmla="*/ 6855 w 10000"/>
                    <a:gd name="connsiteY44" fmla="*/ 7916 h 10000"/>
                    <a:gd name="connsiteX45" fmla="*/ 6893 w 10000"/>
                    <a:gd name="connsiteY45" fmla="*/ 8869 h 10000"/>
                    <a:gd name="connsiteX46" fmla="*/ 7308 w 10000"/>
                    <a:gd name="connsiteY46" fmla="*/ 9201 h 10000"/>
                    <a:gd name="connsiteX47" fmla="*/ 7430 w 10000"/>
                    <a:gd name="connsiteY47" fmla="*/ 8917 h 10000"/>
                    <a:gd name="connsiteX48" fmla="*/ 7470 w 10000"/>
                    <a:gd name="connsiteY48" fmla="*/ 8960 h 10000"/>
                    <a:gd name="connsiteX49" fmla="*/ 7590 w 10000"/>
                    <a:gd name="connsiteY49" fmla="*/ 8698 h 10000"/>
                    <a:gd name="connsiteX50" fmla="*/ 7831 w 10000"/>
                    <a:gd name="connsiteY50" fmla="*/ 8567 h 10000"/>
                    <a:gd name="connsiteX51" fmla="*/ 7952 w 10000"/>
                    <a:gd name="connsiteY51" fmla="*/ 8083 h 10000"/>
                    <a:gd name="connsiteX52" fmla="*/ 8313 w 10000"/>
                    <a:gd name="connsiteY52" fmla="*/ 7513 h 10000"/>
                    <a:gd name="connsiteX53" fmla="*/ 8594 w 10000"/>
                    <a:gd name="connsiteY53" fmla="*/ 7248 h 10000"/>
                    <a:gd name="connsiteX54" fmla="*/ 8795 w 10000"/>
                    <a:gd name="connsiteY54" fmla="*/ 6504 h 10000"/>
                    <a:gd name="connsiteX55" fmla="*/ 8795 w 10000"/>
                    <a:gd name="connsiteY55" fmla="*/ 6328 h 10000"/>
                    <a:gd name="connsiteX56" fmla="*/ 8755 w 10000"/>
                    <a:gd name="connsiteY56" fmla="*/ 5888 h 10000"/>
                    <a:gd name="connsiteX57" fmla="*/ 9157 w 10000"/>
                    <a:gd name="connsiteY57" fmla="*/ 4305 h 10000"/>
                    <a:gd name="connsiteX58" fmla="*/ 9277 w 10000"/>
                    <a:gd name="connsiteY58" fmla="*/ 4305 h 10000"/>
                    <a:gd name="connsiteX59" fmla="*/ 9438 w 10000"/>
                    <a:gd name="connsiteY59" fmla="*/ 4174 h 10000"/>
                    <a:gd name="connsiteX60" fmla="*/ 9920 w 10000"/>
                    <a:gd name="connsiteY60" fmla="*/ 3954 h 10000"/>
                    <a:gd name="connsiteX61" fmla="*/ 10000 w 10000"/>
                    <a:gd name="connsiteY61" fmla="*/ 3602 h 10000"/>
                    <a:gd name="connsiteX62" fmla="*/ 9960 w 10000"/>
                    <a:gd name="connsiteY62" fmla="*/ 3514 h 10000"/>
                    <a:gd name="connsiteX63" fmla="*/ 9799 w 10000"/>
                    <a:gd name="connsiteY63" fmla="*/ 3514 h 10000"/>
                    <a:gd name="connsiteX64" fmla="*/ 9679 w 10000"/>
                    <a:gd name="connsiteY64" fmla="*/ 3295 h 10000"/>
                    <a:gd name="connsiteX65" fmla="*/ 9438 w 10000"/>
                    <a:gd name="connsiteY65" fmla="*/ 3209 h 10000"/>
                    <a:gd name="connsiteX66" fmla="*/ 9317 w 10000"/>
                    <a:gd name="connsiteY66" fmla="*/ 3033 h 10000"/>
                    <a:gd name="connsiteX67" fmla="*/ 9237 w 10000"/>
                    <a:gd name="connsiteY67" fmla="*/ 2374 h 10000"/>
                    <a:gd name="connsiteX68" fmla="*/ 9237 w 10000"/>
                    <a:gd name="connsiteY68" fmla="*/ 1449 h 10000"/>
                    <a:gd name="connsiteX69" fmla="*/ 9036 w 10000"/>
                    <a:gd name="connsiteY69" fmla="*/ 1144 h 10000"/>
                    <a:gd name="connsiteX70" fmla="*/ 8996 w 10000"/>
                    <a:gd name="connsiteY70" fmla="*/ 835 h 10000"/>
                    <a:gd name="connsiteX71" fmla="*/ 8675 w 10000"/>
                    <a:gd name="connsiteY71" fmla="*/ 396 h 10000"/>
                    <a:gd name="connsiteX72" fmla="*/ 8394 w 10000"/>
                    <a:gd name="connsiteY72" fmla="*/ 222 h 10000"/>
                    <a:gd name="connsiteX73" fmla="*/ 8233 w 10000"/>
                    <a:gd name="connsiteY73" fmla="*/ 0 h 10000"/>
                    <a:gd name="connsiteX74" fmla="*/ 7992 w 10000"/>
                    <a:gd name="connsiteY74" fmla="*/ 222 h 10000"/>
                    <a:gd name="connsiteX75" fmla="*/ 7831 w 10000"/>
                    <a:gd name="connsiteY75" fmla="*/ 176 h 10000"/>
                    <a:gd name="connsiteX76" fmla="*/ 7711 w 10000"/>
                    <a:gd name="connsiteY76" fmla="*/ 569 h 10000"/>
                    <a:gd name="connsiteX77" fmla="*/ 7390 w 10000"/>
                    <a:gd name="connsiteY77" fmla="*/ 660 h 10000"/>
                    <a:gd name="connsiteX78" fmla="*/ 7309 w 10000"/>
                    <a:gd name="connsiteY78" fmla="*/ 965 h 10000"/>
                    <a:gd name="connsiteX79" fmla="*/ 7028 w 10000"/>
                    <a:gd name="connsiteY79" fmla="*/ 965 h 10000"/>
                    <a:gd name="connsiteX80" fmla="*/ 6787 w 10000"/>
                    <a:gd name="connsiteY80" fmla="*/ 835 h 10000"/>
                    <a:gd name="connsiteX81" fmla="*/ 6265 w 10000"/>
                    <a:gd name="connsiteY81" fmla="*/ 835 h 10000"/>
                    <a:gd name="connsiteX82" fmla="*/ 5743 w 10000"/>
                    <a:gd name="connsiteY82" fmla="*/ 835 h 10000"/>
                    <a:gd name="connsiteX83" fmla="*/ 5783 w 10000"/>
                    <a:gd name="connsiteY83" fmla="*/ 660 h 10000"/>
                    <a:gd name="connsiteX84" fmla="*/ 5703 w 10000"/>
                    <a:gd name="connsiteY84" fmla="*/ 660 h 10000"/>
                    <a:gd name="connsiteX85" fmla="*/ 5663 w 10000"/>
                    <a:gd name="connsiteY85" fmla="*/ 835 h 10000"/>
                    <a:gd name="connsiteX86" fmla="*/ 5181 w 10000"/>
                    <a:gd name="connsiteY86" fmla="*/ 835 h 10000"/>
                    <a:gd name="connsiteX87" fmla="*/ 4699 w 10000"/>
                    <a:gd name="connsiteY87" fmla="*/ 835 h 10000"/>
                    <a:gd name="connsiteX88" fmla="*/ 4217 w 10000"/>
                    <a:gd name="connsiteY88" fmla="*/ 835 h 10000"/>
                    <a:gd name="connsiteX89" fmla="*/ 3735 w 10000"/>
                    <a:gd name="connsiteY89" fmla="*/ 835 h 10000"/>
                    <a:gd name="connsiteX90" fmla="*/ 3293 w 10000"/>
                    <a:gd name="connsiteY90" fmla="*/ 835 h 10000"/>
                    <a:gd name="connsiteX91" fmla="*/ 2811 w 10000"/>
                    <a:gd name="connsiteY91" fmla="*/ 835 h 10000"/>
                    <a:gd name="connsiteX92" fmla="*/ 2369 w 10000"/>
                    <a:gd name="connsiteY92" fmla="*/ 835 h 10000"/>
                    <a:gd name="connsiteX93" fmla="*/ 1888 w 10000"/>
                    <a:gd name="connsiteY93" fmla="*/ 835 h 10000"/>
                    <a:gd name="connsiteX94" fmla="*/ 1888 w 10000"/>
                    <a:gd name="connsiteY94" fmla="*/ 1449 h 10000"/>
                    <a:gd name="connsiteX95" fmla="*/ 1888 w 10000"/>
                    <a:gd name="connsiteY95" fmla="*/ 2241 h 10000"/>
                    <a:gd name="connsiteX96" fmla="*/ 1285 w 10000"/>
                    <a:gd name="connsiteY96" fmla="*/ 2241 h 10000"/>
                    <a:gd name="connsiteX97" fmla="*/ 1285 w 10000"/>
                    <a:gd name="connsiteY97" fmla="*/ 2592 h 10000"/>
                    <a:gd name="connsiteX0" fmla="*/ 1285 w 10000"/>
                    <a:gd name="connsiteY0" fmla="*/ 2592 h 10000"/>
                    <a:gd name="connsiteX1" fmla="*/ 1285 w 10000"/>
                    <a:gd name="connsiteY1" fmla="*/ 3295 h 10000"/>
                    <a:gd name="connsiteX2" fmla="*/ 1285 w 10000"/>
                    <a:gd name="connsiteY2" fmla="*/ 3954 h 10000"/>
                    <a:gd name="connsiteX3" fmla="*/ 1285 w 10000"/>
                    <a:gd name="connsiteY3" fmla="*/ 4614 h 10000"/>
                    <a:gd name="connsiteX4" fmla="*/ 1285 w 10000"/>
                    <a:gd name="connsiteY4" fmla="*/ 5226 h 10000"/>
                    <a:gd name="connsiteX5" fmla="*/ 643 w 10000"/>
                    <a:gd name="connsiteY5" fmla="*/ 5360 h 10000"/>
                    <a:gd name="connsiteX6" fmla="*/ 522 w 10000"/>
                    <a:gd name="connsiteY6" fmla="*/ 5710 h 10000"/>
                    <a:gd name="connsiteX7" fmla="*/ 241 w 10000"/>
                    <a:gd name="connsiteY7" fmla="*/ 6150 h 10000"/>
                    <a:gd name="connsiteX8" fmla="*/ 241 w 10000"/>
                    <a:gd name="connsiteY8" fmla="*/ 6504 h 10000"/>
                    <a:gd name="connsiteX9" fmla="*/ 120 w 10000"/>
                    <a:gd name="connsiteY9" fmla="*/ 6589 h 10000"/>
                    <a:gd name="connsiteX10" fmla="*/ 120 w 10000"/>
                    <a:gd name="connsiteY10" fmla="*/ 6896 h 10000"/>
                    <a:gd name="connsiteX11" fmla="*/ 0 w 10000"/>
                    <a:gd name="connsiteY11" fmla="*/ 7163 h 10000"/>
                    <a:gd name="connsiteX12" fmla="*/ 0 w 10000"/>
                    <a:gd name="connsiteY12" fmla="*/ 7380 h 10000"/>
                    <a:gd name="connsiteX13" fmla="*/ 241 w 10000"/>
                    <a:gd name="connsiteY13" fmla="*/ 7337 h 10000"/>
                    <a:gd name="connsiteX14" fmla="*/ 281 w 10000"/>
                    <a:gd name="connsiteY14" fmla="*/ 7730 h 10000"/>
                    <a:gd name="connsiteX15" fmla="*/ 602 w 10000"/>
                    <a:gd name="connsiteY15" fmla="*/ 8437 h 10000"/>
                    <a:gd name="connsiteX16" fmla="*/ 602 w 10000"/>
                    <a:gd name="connsiteY16" fmla="*/ 8479 h 10000"/>
                    <a:gd name="connsiteX17" fmla="*/ 482 w 10000"/>
                    <a:gd name="connsiteY17" fmla="*/ 8522 h 10000"/>
                    <a:gd name="connsiteX18" fmla="*/ 964 w 10000"/>
                    <a:gd name="connsiteY18" fmla="*/ 9225 h 10000"/>
                    <a:gd name="connsiteX19" fmla="*/ 1004 w 10000"/>
                    <a:gd name="connsiteY19" fmla="*/ 9446 h 10000"/>
                    <a:gd name="connsiteX20" fmla="*/ 1178 w 10000"/>
                    <a:gd name="connsiteY20" fmla="*/ 9809 h 10000"/>
                    <a:gd name="connsiteX21" fmla="*/ 1357 w 10000"/>
                    <a:gd name="connsiteY21" fmla="*/ 9607 h 10000"/>
                    <a:gd name="connsiteX22" fmla="*/ 1652 w 10000"/>
                    <a:gd name="connsiteY22" fmla="*/ 9545 h 10000"/>
                    <a:gd name="connsiteX23" fmla="*/ 1951 w 10000"/>
                    <a:gd name="connsiteY23" fmla="*/ 9489 h 10000"/>
                    <a:gd name="connsiteX24" fmla="*/ 2025 w 10000"/>
                    <a:gd name="connsiteY24" fmla="*/ 9219 h 10000"/>
                    <a:gd name="connsiteX25" fmla="*/ 2338 w 10000"/>
                    <a:gd name="connsiteY25" fmla="*/ 9131 h 10000"/>
                    <a:gd name="connsiteX26" fmla="*/ 2643 w 10000"/>
                    <a:gd name="connsiteY26" fmla="*/ 9561 h 10000"/>
                    <a:gd name="connsiteX27" fmla="*/ 2911 w 10000"/>
                    <a:gd name="connsiteY27" fmla="*/ 9748 h 10000"/>
                    <a:gd name="connsiteX28" fmla="*/ 3167 w 10000"/>
                    <a:gd name="connsiteY28" fmla="*/ 9715 h 10000"/>
                    <a:gd name="connsiteX29" fmla="*/ 3795 w 10000"/>
                    <a:gd name="connsiteY29" fmla="*/ 9872 h 10000"/>
                    <a:gd name="connsiteX30" fmla="*/ 4153 w 10000"/>
                    <a:gd name="connsiteY30" fmla="*/ 9956 h 10000"/>
                    <a:gd name="connsiteX31" fmla="*/ 4682 w 10000"/>
                    <a:gd name="connsiteY31" fmla="*/ 9732 h 10000"/>
                    <a:gd name="connsiteX32" fmla="*/ 4983 w 10000"/>
                    <a:gd name="connsiteY32" fmla="*/ 9289 h 10000"/>
                    <a:gd name="connsiteX33" fmla="*/ 5337 w 10000"/>
                    <a:gd name="connsiteY33" fmla="*/ 9512 h 10000"/>
                    <a:gd name="connsiteX34" fmla="*/ 5564 w 10000"/>
                    <a:gd name="connsiteY34" fmla="*/ 9681 h 10000"/>
                    <a:gd name="connsiteX35" fmla="*/ 5768 w 10000"/>
                    <a:gd name="connsiteY35" fmla="*/ 9572 h 10000"/>
                    <a:gd name="connsiteX36" fmla="*/ 5933 w 10000"/>
                    <a:gd name="connsiteY36" fmla="*/ 9471 h 10000"/>
                    <a:gd name="connsiteX37" fmla="*/ 6089 w 10000"/>
                    <a:gd name="connsiteY37" fmla="*/ 9245 h 10000"/>
                    <a:gd name="connsiteX38" fmla="*/ 6274 w 10000"/>
                    <a:gd name="connsiteY38" fmla="*/ 8940 h 10000"/>
                    <a:gd name="connsiteX39" fmla="*/ 6389 w 10000"/>
                    <a:gd name="connsiteY39" fmla="*/ 8797 h 10000"/>
                    <a:gd name="connsiteX40" fmla="*/ 6524 w 10000"/>
                    <a:gd name="connsiteY40" fmla="*/ 8740 h 10000"/>
                    <a:gd name="connsiteX41" fmla="*/ 6531 w 10000"/>
                    <a:gd name="connsiteY41" fmla="*/ 8560 h 10000"/>
                    <a:gd name="connsiteX42" fmla="*/ 6572 w 10000"/>
                    <a:gd name="connsiteY42" fmla="*/ 8352 h 10000"/>
                    <a:gd name="connsiteX43" fmla="*/ 6602 w 10000"/>
                    <a:gd name="connsiteY43" fmla="*/ 8162 h 10000"/>
                    <a:gd name="connsiteX44" fmla="*/ 6855 w 10000"/>
                    <a:gd name="connsiteY44" fmla="*/ 7916 h 10000"/>
                    <a:gd name="connsiteX45" fmla="*/ 6893 w 10000"/>
                    <a:gd name="connsiteY45" fmla="*/ 8869 h 10000"/>
                    <a:gd name="connsiteX46" fmla="*/ 7308 w 10000"/>
                    <a:gd name="connsiteY46" fmla="*/ 9201 h 10000"/>
                    <a:gd name="connsiteX47" fmla="*/ 7430 w 10000"/>
                    <a:gd name="connsiteY47" fmla="*/ 8917 h 10000"/>
                    <a:gd name="connsiteX48" fmla="*/ 7470 w 10000"/>
                    <a:gd name="connsiteY48" fmla="*/ 8960 h 10000"/>
                    <a:gd name="connsiteX49" fmla="*/ 7590 w 10000"/>
                    <a:gd name="connsiteY49" fmla="*/ 8698 h 10000"/>
                    <a:gd name="connsiteX50" fmla="*/ 7831 w 10000"/>
                    <a:gd name="connsiteY50" fmla="*/ 8567 h 10000"/>
                    <a:gd name="connsiteX51" fmla="*/ 7952 w 10000"/>
                    <a:gd name="connsiteY51" fmla="*/ 8083 h 10000"/>
                    <a:gd name="connsiteX52" fmla="*/ 8313 w 10000"/>
                    <a:gd name="connsiteY52" fmla="*/ 7513 h 10000"/>
                    <a:gd name="connsiteX53" fmla="*/ 8594 w 10000"/>
                    <a:gd name="connsiteY53" fmla="*/ 7248 h 10000"/>
                    <a:gd name="connsiteX54" fmla="*/ 8795 w 10000"/>
                    <a:gd name="connsiteY54" fmla="*/ 6504 h 10000"/>
                    <a:gd name="connsiteX55" fmla="*/ 8795 w 10000"/>
                    <a:gd name="connsiteY55" fmla="*/ 6328 h 10000"/>
                    <a:gd name="connsiteX56" fmla="*/ 8755 w 10000"/>
                    <a:gd name="connsiteY56" fmla="*/ 5888 h 10000"/>
                    <a:gd name="connsiteX57" fmla="*/ 9157 w 10000"/>
                    <a:gd name="connsiteY57" fmla="*/ 4305 h 10000"/>
                    <a:gd name="connsiteX58" fmla="*/ 9277 w 10000"/>
                    <a:gd name="connsiteY58" fmla="*/ 4305 h 10000"/>
                    <a:gd name="connsiteX59" fmla="*/ 9438 w 10000"/>
                    <a:gd name="connsiteY59" fmla="*/ 4174 h 10000"/>
                    <a:gd name="connsiteX60" fmla="*/ 9920 w 10000"/>
                    <a:gd name="connsiteY60" fmla="*/ 3954 h 10000"/>
                    <a:gd name="connsiteX61" fmla="*/ 10000 w 10000"/>
                    <a:gd name="connsiteY61" fmla="*/ 3602 h 10000"/>
                    <a:gd name="connsiteX62" fmla="*/ 9960 w 10000"/>
                    <a:gd name="connsiteY62" fmla="*/ 3514 h 10000"/>
                    <a:gd name="connsiteX63" fmla="*/ 9799 w 10000"/>
                    <a:gd name="connsiteY63" fmla="*/ 3514 h 10000"/>
                    <a:gd name="connsiteX64" fmla="*/ 9679 w 10000"/>
                    <a:gd name="connsiteY64" fmla="*/ 3295 h 10000"/>
                    <a:gd name="connsiteX65" fmla="*/ 9438 w 10000"/>
                    <a:gd name="connsiteY65" fmla="*/ 3209 h 10000"/>
                    <a:gd name="connsiteX66" fmla="*/ 9317 w 10000"/>
                    <a:gd name="connsiteY66" fmla="*/ 3033 h 10000"/>
                    <a:gd name="connsiteX67" fmla="*/ 9237 w 10000"/>
                    <a:gd name="connsiteY67" fmla="*/ 2374 h 10000"/>
                    <a:gd name="connsiteX68" fmla="*/ 9237 w 10000"/>
                    <a:gd name="connsiteY68" fmla="*/ 1449 h 10000"/>
                    <a:gd name="connsiteX69" fmla="*/ 9036 w 10000"/>
                    <a:gd name="connsiteY69" fmla="*/ 1144 h 10000"/>
                    <a:gd name="connsiteX70" fmla="*/ 8996 w 10000"/>
                    <a:gd name="connsiteY70" fmla="*/ 835 h 10000"/>
                    <a:gd name="connsiteX71" fmla="*/ 8675 w 10000"/>
                    <a:gd name="connsiteY71" fmla="*/ 396 h 10000"/>
                    <a:gd name="connsiteX72" fmla="*/ 8394 w 10000"/>
                    <a:gd name="connsiteY72" fmla="*/ 222 h 10000"/>
                    <a:gd name="connsiteX73" fmla="*/ 8233 w 10000"/>
                    <a:gd name="connsiteY73" fmla="*/ 0 h 10000"/>
                    <a:gd name="connsiteX74" fmla="*/ 7992 w 10000"/>
                    <a:gd name="connsiteY74" fmla="*/ 222 h 10000"/>
                    <a:gd name="connsiteX75" fmla="*/ 7831 w 10000"/>
                    <a:gd name="connsiteY75" fmla="*/ 176 h 10000"/>
                    <a:gd name="connsiteX76" fmla="*/ 7711 w 10000"/>
                    <a:gd name="connsiteY76" fmla="*/ 569 h 10000"/>
                    <a:gd name="connsiteX77" fmla="*/ 7390 w 10000"/>
                    <a:gd name="connsiteY77" fmla="*/ 660 h 10000"/>
                    <a:gd name="connsiteX78" fmla="*/ 7309 w 10000"/>
                    <a:gd name="connsiteY78" fmla="*/ 965 h 10000"/>
                    <a:gd name="connsiteX79" fmla="*/ 7028 w 10000"/>
                    <a:gd name="connsiteY79" fmla="*/ 965 h 10000"/>
                    <a:gd name="connsiteX80" fmla="*/ 6787 w 10000"/>
                    <a:gd name="connsiteY80" fmla="*/ 835 h 10000"/>
                    <a:gd name="connsiteX81" fmla="*/ 6265 w 10000"/>
                    <a:gd name="connsiteY81" fmla="*/ 835 h 10000"/>
                    <a:gd name="connsiteX82" fmla="*/ 5743 w 10000"/>
                    <a:gd name="connsiteY82" fmla="*/ 835 h 10000"/>
                    <a:gd name="connsiteX83" fmla="*/ 5783 w 10000"/>
                    <a:gd name="connsiteY83" fmla="*/ 660 h 10000"/>
                    <a:gd name="connsiteX84" fmla="*/ 5703 w 10000"/>
                    <a:gd name="connsiteY84" fmla="*/ 660 h 10000"/>
                    <a:gd name="connsiteX85" fmla="*/ 5663 w 10000"/>
                    <a:gd name="connsiteY85" fmla="*/ 835 h 10000"/>
                    <a:gd name="connsiteX86" fmla="*/ 5181 w 10000"/>
                    <a:gd name="connsiteY86" fmla="*/ 835 h 10000"/>
                    <a:gd name="connsiteX87" fmla="*/ 4699 w 10000"/>
                    <a:gd name="connsiteY87" fmla="*/ 835 h 10000"/>
                    <a:gd name="connsiteX88" fmla="*/ 4217 w 10000"/>
                    <a:gd name="connsiteY88" fmla="*/ 835 h 10000"/>
                    <a:gd name="connsiteX89" fmla="*/ 3735 w 10000"/>
                    <a:gd name="connsiteY89" fmla="*/ 835 h 10000"/>
                    <a:gd name="connsiteX90" fmla="*/ 3293 w 10000"/>
                    <a:gd name="connsiteY90" fmla="*/ 835 h 10000"/>
                    <a:gd name="connsiteX91" fmla="*/ 2811 w 10000"/>
                    <a:gd name="connsiteY91" fmla="*/ 835 h 10000"/>
                    <a:gd name="connsiteX92" fmla="*/ 2369 w 10000"/>
                    <a:gd name="connsiteY92" fmla="*/ 835 h 10000"/>
                    <a:gd name="connsiteX93" fmla="*/ 1888 w 10000"/>
                    <a:gd name="connsiteY93" fmla="*/ 835 h 10000"/>
                    <a:gd name="connsiteX94" fmla="*/ 1888 w 10000"/>
                    <a:gd name="connsiteY94" fmla="*/ 1449 h 10000"/>
                    <a:gd name="connsiteX95" fmla="*/ 1888 w 10000"/>
                    <a:gd name="connsiteY95" fmla="*/ 2241 h 10000"/>
                    <a:gd name="connsiteX96" fmla="*/ 1285 w 10000"/>
                    <a:gd name="connsiteY96" fmla="*/ 2241 h 10000"/>
                    <a:gd name="connsiteX97" fmla="*/ 1285 w 10000"/>
                    <a:gd name="connsiteY97" fmla="*/ 2592 h 10000"/>
                    <a:gd name="connsiteX0" fmla="*/ 1285 w 10000"/>
                    <a:gd name="connsiteY0" fmla="*/ 2592 h 10000"/>
                    <a:gd name="connsiteX1" fmla="*/ 1285 w 10000"/>
                    <a:gd name="connsiteY1" fmla="*/ 3295 h 10000"/>
                    <a:gd name="connsiteX2" fmla="*/ 1285 w 10000"/>
                    <a:gd name="connsiteY2" fmla="*/ 3954 h 10000"/>
                    <a:gd name="connsiteX3" fmla="*/ 1285 w 10000"/>
                    <a:gd name="connsiteY3" fmla="*/ 4614 h 10000"/>
                    <a:gd name="connsiteX4" fmla="*/ 1285 w 10000"/>
                    <a:gd name="connsiteY4" fmla="*/ 5226 h 10000"/>
                    <a:gd name="connsiteX5" fmla="*/ 643 w 10000"/>
                    <a:gd name="connsiteY5" fmla="*/ 5360 h 10000"/>
                    <a:gd name="connsiteX6" fmla="*/ 522 w 10000"/>
                    <a:gd name="connsiteY6" fmla="*/ 5710 h 10000"/>
                    <a:gd name="connsiteX7" fmla="*/ 241 w 10000"/>
                    <a:gd name="connsiteY7" fmla="*/ 6150 h 10000"/>
                    <a:gd name="connsiteX8" fmla="*/ 241 w 10000"/>
                    <a:gd name="connsiteY8" fmla="*/ 6504 h 10000"/>
                    <a:gd name="connsiteX9" fmla="*/ 120 w 10000"/>
                    <a:gd name="connsiteY9" fmla="*/ 6589 h 10000"/>
                    <a:gd name="connsiteX10" fmla="*/ 120 w 10000"/>
                    <a:gd name="connsiteY10" fmla="*/ 6896 h 10000"/>
                    <a:gd name="connsiteX11" fmla="*/ 0 w 10000"/>
                    <a:gd name="connsiteY11" fmla="*/ 7163 h 10000"/>
                    <a:gd name="connsiteX12" fmla="*/ 0 w 10000"/>
                    <a:gd name="connsiteY12" fmla="*/ 7380 h 10000"/>
                    <a:gd name="connsiteX13" fmla="*/ 241 w 10000"/>
                    <a:gd name="connsiteY13" fmla="*/ 7337 h 10000"/>
                    <a:gd name="connsiteX14" fmla="*/ 281 w 10000"/>
                    <a:gd name="connsiteY14" fmla="*/ 7730 h 10000"/>
                    <a:gd name="connsiteX15" fmla="*/ 602 w 10000"/>
                    <a:gd name="connsiteY15" fmla="*/ 8437 h 10000"/>
                    <a:gd name="connsiteX16" fmla="*/ 602 w 10000"/>
                    <a:gd name="connsiteY16" fmla="*/ 8479 h 10000"/>
                    <a:gd name="connsiteX17" fmla="*/ 482 w 10000"/>
                    <a:gd name="connsiteY17" fmla="*/ 8522 h 10000"/>
                    <a:gd name="connsiteX18" fmla="*/ 964 w 10000"/>
                    <a:gd name="connsiteY18" fmla="*/ 9225 h 10000"/>
                    <a:gd name="connsiteX19" fmla="*/ 1004 w 10000"/>
                    <a:gd name="connsiteY19" fmla="*/ 9446 h 10000"/>
                    <a:gd name="connsiteX20" fmla="*/ 1178 w 10000"/>
                    <a:gd name="connsiteY20" fmla="*/ 9809 h 10000"/>
                    <a:gd name="connsiteX21" fmla="*/ 1357 w 10000"/>
                    <a:gd name="connsiteY21" fmla="*/ 9607 h 10000"/>
                    <a:gd name="connsiteX22" fmla="*/ 1652 w 10000"/>
                    <a:gd name="connsiteY22" fmla="*/ 9545 h 10000"/>
                    <a:gd name="connsiteX23" fmla="*/ 1951 w 10000"/>
                    <a:gd name="connsiteY23" fmla="*/ 9489 h 10000"/>
                    <a:gd name="connsiteX24" fmla="*/ 2025 w 10000"/>
                    <a:gd name="connsiteY24" fmla="*/ 9219 h 10000"/>
                    <a:gd name="connsiteX25" fmla="*/ 2338 w 10000"/>
                    <a:gd name="connsiteY25" fmla="*/ 9131 h 10000"/>
                    <a:gd name="connsiteX26" fmla="*/ 2643 w 10000"/>
                    <a:gd name="connsiteY26" fmla="*/ 9561 h 10000"/>
                    <a:gd name="connsiteX27" fmla="*/ 2977 w 10000"/>
                    <a:gd name="connsiteY27" fmla="*/ 9748 h 10000"/>
                    <a:gd name="connsiteX28" fmla="*/ 3167 w 10000"/>
                    <a:gd name="connsiteY28" fmla="*/ 9715 h 10000"/>
                    <a:gd name="connsiteX29" fmla="*/ 3795 w 10000"/>
                    <a:gd name="connsiteY29" fmla="*/ 9872 h 10000"/>
                    <a:gd name="connsiteX30" fmla="*/ 4153 w 10000"/>
                    <a:gd name="connsiteY30" fmla="*/ 9956 h 10000"/>
                    <a:gd name="connsiteX31" fmla="*/ 4682 w 10000"/>
                    <a:gd name="connsiteY31" fmla="*/ 9732 h 10000"/>
                    <a:gd name="connsiteX32" fmla="*/ 4983 w 10000"/>
                    <a:gd name="connsiteY32" fmla="*/ 9289 h 10000"/>
                    <a:gd name="connsiteX33" fmla="*/ 5337 w 10000"/>
                    <a:gd name="connsiteY33" fmla="*/ 9512 h 10000"/>
                    <a:gd name="connsiteX34" fmla="*/ 5564 w 10000"/>
                    <a:gd name="connsiteY34" fmla="*/ 9681 h 10000"/>
                    <a:gd name="connsiteX35" fmla="*/ 5768 w 10000"/>
                    <a:gd name="connsiteY35" fmla="*/ 9572 h 10000"/>
                    <a:gd name="connsiteX36" fmla="*/ 5933 w 10000"/>
                    <a:gd name="connsiteY36" fmla="*/ 9471 h 10000"/>
                    <a:gd name="connsiteX37" fmla="*/ 6089 w 10000"/>
                    <a:gd name="connsiteY37" fmla="*/ 9245 h 10000"/>
                    <a:gd name="connsiteX38" fmla="*/ 6274 w 10000"/>
                    <a:gd name="connsiteY38" fmla="*/ 8940 h 10000"/>
                    <a:gd name="connsiteX39" fmla="*/ 6389 w 10000"/>
                    <a:gd name="connsiteY39" fmla="*/ 8797 h 10000"/>
                    <a:gd name="connsiteX40" fmla="*/ 6524 w 10000"/>
                    <a:gd name="connsiteY40" fmla="*/ 8740 h 10000"/>
                    <a:gd name="connsiteX41" fmla="*/ 6531 w 10000"/>
                    <a:gd name="connsiteY41" fmla="*/ 8560 h 10000"/>
                    <a:gd name="connsiteX42" fmla="*/ 6572 w 10000"/>
                    <a:gd name="connsiteY42" fmla="*/ 8352 h 10000"/>
                    <a:gd name="connsiteX43" fmla="*/ 6602 w 10000"/>
                    <a:gd name="connsiteY43" fmla="*/ 8162 h 10000"/>
                    <a:gd name="connsiteX44" fmla="*/ 6855 w 10000"/>
                    <a:gd name="connsiteY44" fmla="*/ 7916 h 10000"/>
                    <a:gd name="connsiteX45" fmla="*/ 6893 w 10000"/>
                    <a:gd name="connsiteY45" fmla="*/ 8869 h 10000"/>
                    <a:gd name="connsiteX46" fmla="*/ 7308 w 10000"/>
                    <a:gd name="connsiteY46" fmla="*/ 9201 h 10000"/>
                    <a:gd name="connsiteX47" fmla="*/ 7430 w 10000"/>
                    <a:gd name="connsiteY47" fmla="*/ 8917 h 10000"/>
                    <a:gd name="connsiteX48" fmla="*/ 7470 w 10000"/>
                    <a:gd name="connsiteY48" fmla="*/ 8960 h 10000"/>
                    <a:gd name="connsiteX49" fmla="*/ 7590 w 10000"/>
                    <a:gd name="connsiteY49" fmla="*/ 8698 h 10000"/>
                    <a:gd name="connsiteX50" fmla="*/ 7831 w 10000"/>
                    <a:gd name="connsiteY50" fmla="*/ 8567 h 10000"/>
                    <a:gd name="connsiteX51" fmla="*/ 7952 w 10000"/>
                    <a:gd name="connsiteY51" fmla="*/ 8083 h 10000"/>
                    <a:gd name="connsiteX52" fmla="*/ 8313 w 10000"/>
                    <a:gd name="connsiteY52" fmla="*/ 7513 h 10000"/>
                    <a:gd name="connsiteX53" fmla="*/ 8594 w 10000"/>
                    <a:gd name="connsiteY53" fmla="*/ 7248 h 10000"/>
                    <a:gd name="connsiteX54" fmla="*/ 8795 w 10000"/>
                    <a:gd name="connsiteY54" fmla="*/ 6504 h 10000"/>
                    <a:gd name="connsiteX55" fmla="*/ 8795 w 10000"/>
                    <a:gd name="connsiteY55" fmla="*/ 6328 h 10000"/>
                    <a:gd name="connsiteX56" fmla="*/ 8755 w 10000"/>
                    <a:gd name="connsiteY56" fmla="*/ 5888 h 10000"/>
                    <a:gd name="connsiteX57" fmla="*/ 9157 w 10000"/>
                    <a:gd name="connsiteY57" fmla="*/ 4305 h 10000"/>
                    <a:gd name="connsiteX58" fmla="*/ 9277 w 10000"/>
                    <a:gd name="connsiteY58" fmla="*/ 4305 h 10000"/>
                    <a:gd name="connsiteX59" fmla="*/ 9438 w 10000"/>
                    <a:gd name="connsiteY59" fmla="*/ 4174 h 10000"/>
                    <a:gd name="connsiteX60" fmla="*/ 9920 w 10000"/>
                    <a:gd name="connsiteY60" fmla="*/ 3954 h 10000"/>
                    <a:gd name="connsiteX61" fmla="*/ 10000 w 10000"/>
                    <a:gd name="connsiteY61" fmla="*/ 3602 h 10000"/>
                    <a:gd name="connsiteX62" fmla="*/ 9960 w 10000"/>
                    <a:gd name="connsiteY62" fmla="*/ 3514 h 10000"/>
                    <a:gd name="connsiteX63" fmla="*/ 9799 w 10000"/>
                    <a:gd name="connsiteY63" fmla="*/ 3514 h 10000"/>
                    <a:gd name="connsiteX64" fmla="*/ 9679 w 10000"/>
                    <a:gd name="connsiteY64" fmla="*/ 3295 h 10000"/>
                    <a:gd name="connsiteX65" fmla="*/ 9438 w 10000"/>
                    <a:gd name="connsiteY65" fmla="*/ 3209 h 10000"/>
                    <a:gd name="connsiteX66" fmla="*/ 9317 w 10000"/>
                    <a:gd name="connsiteY66" fmla="*/ 3033 h 10000"/>
                    <a:gd name="connsiteX67" fmla="*/ 9237 w 10000"/>
                    <a:gd name="connsiteY67" fmla="*/ 2374 h 10000"/>
                    <a:gd name="connsiteX68" fmla="*/ 9237 w 10000"/>
                    <a:gd name="connsiteY68" fmla="*/ 1449 h 10000"/>
                    <a:gd name="connsiteX69" fmla="*/ 9036 w 10000"/>
                    <a:gd name="connsiteY69" fmla="*/ 1144 h 10000"/>
                    <a:gd name="connsiteX70" fmla="*/ 8996 w 10000"/>
                    <a:gd name="connsiteY70" fmla="*/ 835 h 10000"/>
                    <a:gd name="connsiteX71" fmla="*/ 8675 w 10000"/>
                    <a:gd name="connsiteY71" fmla="*/ 396 h 10000"/>
                    <a:gd name="connsiteX72" fmla="*/ 8394 w 10000"/>
                    <a:gd name="connsiteY72" fmla="*/ 222 h 10000"/>
                    <a:gd name="connsiteX73" fmla="*/ 8233 w 10000"/>
                    <a:gd name="connsiteY73" fmla="*/ 0 h 10000"/>
                    <a:gd name="connsiteX74" fmla="*/ 7992 w 10000"/>
                    <a:gd name="connsiteY74" fmla="*/ 222 h 10000"/>
                    <a:gd name="connsiteX75" fmla="*/ 7831 w 10000"/>
                    <a:gd name="connsiteY75" fmla="*/ 176 h 10000"/>
                    <a:gd name="connsiteX76" fmla="*/ 7711 w 10000"/>
                    <a:gd name="connsiteY76" fmla="*/ 569 h 10000"/>
                    <a:gd name="connsiteX77" fmla="*/ 7390 w 10000"/>
                    <a:gd name="connsiteY77" fmla="*/ 660 h 10000"/>
                    <a:gd name="connsiteX78" fmla="*/ 7309 w 10000"/>
                    <a:gd name="connsiteY78" fmla="*/ 965 h 10000"/>
                    <a:gd name="connsiteX79" fmla="*/ 7028 w 10000"/>
                    <a:gd name="connsiteY79" fmla="*/ 965 h 10000"/>
                    <a:gd name="connsiteX80" fmla="*/ 6787 w 10000"/>
                    <a:gd name="connsiteY80" fmla="*/ 835 h 10000"/>
                    <a:gd name="connsiteX81" fmla="*/ 6265 w 10000"/>
                    <a:gd name="connsiteY81" fmla="*/ 835 h 10000"/>
                    <a:gd name="connsiteX82" fmla="*/ 5743 w 10000"/>
                    <a:gd name="connsiteY82" fmla="*/ 835 h 10000"/>
                    <a:gd name="connsiteX83" fmla="*/ 5783 w 10000"/>
                    <a:gd name="connsiteY83" fmla="*/ 660 h 10000"/>
                    <a:gd name="connsiteX84" fmla="*/ 5703 w 10000"/>
                    <a:gd name="connsiteY84" fmla="*/ 660 h 10000"/>
                    <a:gd name="connsiteX85" fmla="*/ 5663 w 10000"/>
                    <a:gd name="connsiteY85" fmla="*/ 835 h 10000"/>
                    <a:gd name="connsiteX86" fmla="*/ 5181 w 10000"/>
                    <a:gd name="connsiteY86" fmla="*/ 835 h 10000"/>
                    <a:gd name="connsiteX87" fmla="*/ 4699 w 10000"/>
                    <a:gd name="connsiteY87" fmla="*/ 835 h 10000"/>
                    <a:gd name="connsiteX88" fmla="*/ 4217 w 10000"/>
                    <a:gd name="connsiteY88" fmla="*/ 835 h 10000"/>
                    <a:gd name="connsiteX89" fmla="*/ 3735 w 10000"/>
                    <a:gd name="connsiteY89" fmla="*/ 835 h 10000"/>
                    <a:gd name="connsiteX90" fmla="*/ 3293 w 10000"/>
                    <a:gd name="connsiteY90" fmla="*/ 835 h 10000"/>
                    <a:gd name="connsiteX91" fmla="*/ 2811 w 10000"/>
                    <a:gd name="connsiteY91" fmla="*/ 835 h 10000"/>
                    <a:gd name="connsiteX92" fmla="*/ 2369 w 10000"/>
                    <a:gd name="connsiteY92" fmla="*/ 835 h 10000"/>
                    <a:gd name="connsiteX93" fmla="*/ 1888 w 10000"/>
                    <a:gd name="connsiteY93" fmla="*/ 835 h 10000"/>
                    <a:gd name="connsiteX94" fmla="*/ 1888 w 10000"/>
                    <a:gd name="connsiteY94" fmla="*/ 1449 h 10000"/>
                    <a:gd name="connsiteX95" fmla="*/ 1888 w 10000"/>
                    <a:gd name="connsiteY95" fmla="*/ 2241 h 10000"/>
                    <a:gd name="connsiteX96" fmla="*/ 1285 w 10000"/>
                    <a:gd name="connsiteY96" fmla="*/ 2241 h 10000"/>
                    <a:gd name="connsiteX97" fmla="*/ 1285 w 10000"/>
                    <a:gd name="connsiteY97" fmla="*/ 259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000" h="10000">
                      <a:moveTo>
                        <a:pt x="1285" y="2592"/>
                      </a:moveTo>
                      <a:lnTo>
                        <a:pt x="1285" y="3295"/>
                      </a:lnTo>
                      <a:lnTo>
                        <a:pt x="1285" y="3954"/>
                      </a:lnTo>
                      <a:lnTo>
                        <a:pt x="1285" y="4614"/>
                      </a:lnTo>
                      <a:lnTo>
                        <a:pt x="1285" y="5226"/>
                      </a:lnTo>
                      <a:lnTo>
                        <a:pt x="643" y="5360"/>
                      </a:lnTo>
                      <a:cubicBezTo>
                        <a:pt x="603" y="5477"/>
                        <a:pt x="562" y="5593"/>
                        <a:pt x="522" y="5710"/>
                      </a:cubicBezTo>
                      <a:lnTo>
                        <a:pt x="241" y="6150"/>
                      </a:lnTo>
                      <a:lnTo>
                        <a:pt x="241" y="6504"/>
                      </a:lnTo>
                      <a:lnTo>
                        <a:pt x="120" y="6589"/>
                      </a:lnTo>
                      <a:lnTo>
                        <a:pt x="120" y="6896"/>
                      </a:lnTo>
                      <a:lnTo>
                        <a:pt x="0" y="7163"/>
                      </a:lnTo>
                      <a:lnTo>
                        <a:pt x="0" y="7380"/>
                      </a:lnTo>
                      <a:lnTo>
                        <a:pt x="241" y="7337"/>
                      </a:lnTo>
                      <a:cubicBezTo>
                        <a:pt x="254" y="7469"/>
                        <a:pt x="268" y="7600"/>
                        <a:pt x="281" y="7730"/>
                      </a:cubicBezTo>
                      <a:lnTo>
                        <a:pt x="602" y="8437"/>
                      </a:lnTo>
                      <a:lnTo>
                        <a:pt x="602" y="8479"/>
                      </a:lnTo>
                      <a:lnTo>
                        <a:pt x="482" y="8522"/>
                      </a:lnTo>
                      <a:lnTo>
                        <a:pt x="964" y="9225"/>
                      </a:lnTo>
                      <a:cubicBezTo>
                        <a:pt x="977" y="9299"/>
                        <a:pt x="991" y="9372"/>
                        <a:pt x="1004" y="9446"/>
                      </a:cubicBezTo>
                      <a:cubicBezTo>
                        <a:pt x="991" y="9651"/>
                        <a:pt x="1191" y="9602"/>
                        <a:pt x="1178" y="9809"/>
                      </a:cubicBezTo>
                      <a:cubicBezTo>
                        <a:pt x="1205" y="9838"/>
                        <a:pt x="1330" y="9578"/>
                        <a:pt x="1357" y="9607"/>
                      </a:cubicBezTo>
                      <a:cubicBezTo>
                        <a:pt x="1491" y="9531"/>
                        <a:pt x="1526" y="9661"/>
                        <a:pt x="1652" y="9545"/>
                      </a:cubicBezTo>
                      <a:lnTo>
                        <a:pt x="1951" y="9489"/>
                      </a:lnTo>
                      <a:cubicBezTo>
                        <a:pt x="1964" y="9591"/>
                        <a:pt x="2012" y="9117"/>
                        <a:pt x="2025" y="9219"/>
                      </a:cubicBezTo>
                      <a:lnTo>
                        <a:pt x="2338" y="9131"/>
                      </a:lnTo>
                      <a:cubicBezTo>
                        <a:pt x="2482" y="9213"/>
                        <a:pt x="2505" y="9464"/>
                        <a:pt x="2643" y="9561"/>
                      </a:cubicBezTo>
                      <a:cubicBezTo>
                        <a:pt x="2747" y="9644"/>
                        <a:pt x="2890" y="9723"/>
                        <a:pt x="2977" y="9748"/>
                      </a:cubicBezTo>
                      <a:cubicBezTo>
                        <a:pt x="3064" y="9775"/>
                        <a:pt x="3071" y="9711"/>
                        <a:pt x="3167" y="9715"/>
                      </a:cubicBezTo>
                      <a:lnTo>
                        <a:pt x="3795" y="9872"/>
                      </a:lnTo>
                      <a:cubicBezTo>
                        <a:pt x="3849" y="9828"/>
                        <a:pt x="4099" y="10000"/>
                        <a:pt x="4153" y="9956"/>
                      </a:cubicBezTo>
                      <a:cubicBezTo>
                        <a:pt x="4287" y="9933"/>
                        <a:pt x="4581" y="9819"/>
                        <a:pt x="4682" y="9732"/>
                      </a:cubicBezTo>
                      <a:cubicBezTo>
                        <a:pt x="4806" y="9616"/>
                        <a:pt x="4903" y="9349"/>
                        <a:pt x="4983" y="9289"/>
                      </a:cubicBezTo>
                      <a:cubicBezTo>
                        <a:pt x="5106" y="9253"/>
                        <a:pt x="5227" y="9441"/>
                        <a:pt x="5337" y="9512"/>
                      </a:cubicBezTo>
                      <a:cubicBezTo>
                        <a:pt x="5340" y="9373"/>
                        <a:pt x="5492" y="9671"/>
                        <a:pt x="5564" y="9681"/>
                      </a:cubicBezTo>
                      <a:lnTo>
                        <a:pt x="5768" y="9572"/>
                      </a:lnTo>
                      <a:lnTo>
                        <a:pt x="5933" y="9471"/>
                      </a:lnTo>
                      <a:lnTo>
                        <a:pt x="6089" y="9245"/>
                      </a:lnTo>
                      <a:lnTo>
                        <a:pt x="6274" y="8940"/>
                      </a:lnTo>
                      <a:cubicBezTo>
                        <a:pt x="6312" y="8890"/>
                        <a:pt x="6351" y="8843"/>
                        <a:pt x="6389" y="8797"/>
                      </a:cubicBezTo>
                      <a:lnTo>
                        <a:pt x="6524" y="8740"/>
                      </a:lnTo>
                      <a:cubicBezTo>
                        <a:pt x="6526" y="8680"/>
                        <a:pt x="6529" y="8620"/>
                        <a:pt x="6531" y="8560"/>
                      </a:cubicBezTo>
                      <a:cubicBezTo>
                        <a:pt x="6495" y="8427"/>
                        <a:pt x="6608" y="8487"/>
                        <a:pt x="6572" y="8352"/>
                      </a:cubicBezTo>
                      <a:cubicBezTo>
                        <a:pt x="6582" y="8288"/>
                        <a:pt x="6592" y="8226"/>
                        <a:pt x="6602" y="8162"/>
                      </a:cubicBezTo>
                      <a:lnTo>
                        <a:pt x="6855" y="7916"/>
                      </a:lnTo>
                      <a:cubicBezTo>
                        <a:pt x="6892" y="8049"/>
                        <a:pt x="6846" y="8691"/>
                        <a:pt x="6893" y="8869"/>
                      </a:cubicBezTo>
                      <a:cubicBezTo>
                        <a:pt x="6988" y="9092"/>
                        <a:pt x="7208" y="9208"/>
                        <a:pt x="7308" y="9201"/>
                      </a:cubicBezTo>
                      <a:cubicBezTo>
                        <a:pt x="7321" y="8774"/>
                        <a:pt x="7417" y="9343"/>
                        <a:pt x="7430" y="8917"/>
                      </a:cubicBezTo>
                      <a:cubicBezTo>
                        <a:pt x="7443" y="8935"/>
                        <a:pt x="7457" y="8947"/>
                        <a:pt x="7470" y="8960"/>
                      </a:cubicBezTo>
                      <a:lnTo>
                        <a:pt x="7590" y="8698"/>
                      </a:lnTo>
                      <a:lnTo>
                        <a:pt x="7831" y="8567"/>
                      </a:lnTo>
                      <a:cubicBezTo>
                        <a:pt x="7871" y="8405"/>
                        <a:pt x="7912" y="8243"/>
                        <a:pt x="7952" y="8083"/>
                      </a:cubicBezTo>
                      <a:lnTo>
                        <a:pt x="8313" y="7513"/>
                      </a:lnTo>
                      <a:lnTo>
                        <a:pt x="8594" y="7248"/>
                      </a:lnTo>
                      <a:lnTo>
                        <a:pt x="8795" y="6504"/>
                      </a:lnTo>
                      <a:lnTo>
                        <a:pt x="8795" y="6328"/>
                      </a:lnTo>
                      <a:cubicBezTo>
                        <a:pt x="8782" y="6182"/>
                        <a:pt x="8768" y="6033"/>
                        <a:pt x="8755" y="5888"/>
                      </a:cubicBezTo>
                      <a:lnTo>
                        <a:pt x="9157" y="4305"/>
                      </a:lnTo>
                      <a:lnTo>
                        <a:pt x="9277" y="4305"/>
                      </a:lnTo>
                      <a:cubicBezTo>
                        <a:pt x="9331" y="4263"/>
                        <a:pt x="9384" y="4216"/>
                        <a:pt x="9438" y="4174"/>
                      </a:cubicBezTo>
                      <a:lnTo>
                        <a:pt x="9920" y="3954"/>
                      </a:lnTo>
                      <a:cubicBezTo>
                        <a:pt x="9947" y="3837"/>
                        <a:pt x="9973" y="3722"/>
                        <a:pt x="10000" y="3602"/>
                      </a:cubicBezTo>
                      <a:cubicBezTo>
                        <a:pt x="9987" y="3573"/>
                        <a:pt x="9973" y="3545"/>
                        <a:pt x="9960" y="3514"/>
                      </a:cubicBezTo>
                      <a:lnTo>
                        <a:pt x="9799" y="3514"/>
                      </a:lnTo>
                      <a:lnTo>
                        <a:pt x="9679" y="3295"/>
                      </a:lnTo>
                      <a:lnTo>
                        <a:pt x="9438" y="3209"/>
                      </a:lnTo>
                      <a:cubicBezTo>
                        <a:pt x="9398" y="3148"/>
                        <a:pt x="9357" y="3091"/>
                        <a:pt x="9317" y="3033"/>
                      </a:cubicBezTo>
                      <a:cubicBezTo>
                        <a:pt x="9290" y="2813"/>
                        <a:pt x="9264" y="2592"/>
                        <a:pt x="9237" y="2374"/>
                      </a:cubicBezTo>
                      <a:lnTo>
                        <a:pt x="9237" y="1449"/>
                      </a:lnTo>
                      <a:lnTo>
                        <a:pt x="9036" y="1144"/>
                      </a:lnTo>
                      <a:cubicBezTo>
                        <a:pt x="9023" y="1040"/>
                        <a:pt x="9009" y="936"/>
                        <a:pt x="8996" y="835"/>
                      </a:cubicBezTo>
                      <a:lnTo>
                        <a:pt x="8675" y="396"/>
                      </a:lnTo>
                      <a:lnTo>
                        <a:pt x="8394" y="222"/>
                      </a:lnTo>
                      <a:lnTo>
                        <a:pt x="8233" y="0"/>
                      </a:lnTo>
                      <a:lnTo>
                        <a:pt x="7992" y="222"/>
                      </a:lnTo>
                      <a:lnTo>
                        <a:pt x="7831" y="176"/>
                      </a:lnTo>
                      <a:lnTo>
                        <a:pt x="7711" y="569"/>
                      </a:lnTo>
                      <a:lnTo>
                        <a:pt x="7390" y="660"/>
                      </a:lnTo>
                      <a:cubicBezTo>
                        <a:pt x="7363" y="762"/>
                        <a:pt x="7336" y="863"/>
                        <a:pt x="7309" y="965"/>
                      </a:cubicBezTo>
                      <a:lnTo>
                        <a:pt x="7028" y="965"/>
                      </a:lnTo>
                      <a:lnTo>
                        <a:pt x="6787" y="835"/>
                      </a:lnTo>
                      <a:lnTo>
                        <a:pt x="6265" y="835"/>
                      </a:lnTo>
                      <a:lnTo>
                        <a:pt x="5743" y="835"/>
                      </a:lnTo>
                      <a:cubicBezTo>
                        <a:pt x="5756" y="777"/>
                        <a:pt x="5770" y="718"/>
                        <a:pt x="5783" y="660"/>
                      </a:cubicBezTo>
                      <a:lnTo>
                        <a:pt x="5703" y="660"/>
                      </a:lnTo>
                      <a:cubicBezTo>
                        <a:pt x="5690" y="718"/>
                        <a:pt x="5676" y="777"/>
                        <a:pt x="5663" y="835"/>
                      </a:cubicBezTo>
                      <a:lnTo>
                        <a:pt x="5181" y="835"/>
                      </a:lnTo>
                      <a:lnTo>
                        <a:pt x="4699" y="835"/>
                      </a:lnTo>
                      <a:lnTo>
                        <a:pt x="4217" y="835"/>
                      </a:lnTo>
                      <a:lnTo>
                        <a:pt x="3735" y="835"/>
                      </a:lnTo>
                      <a:lnTo>
                        <a:pt x="3293" y="835"/>
                      </a:lnTo>
                      <a:lnTo>
                        <a:pt x="2811" y="835"/>
                      </a:lnTo>
                      <a:lnTo>
                        <a:pt x="2369" y="835"/>
                      </a:lnTo>
                      <a:lnTo>
                        <a:pt x="1888" y="835"/>
                      </a:lnTo>
                      <a:lnTo>
                        <a:pt x="1888" y="1449"/>
                      </a:lnTo>
                      <a:lnTo>
                        <a:pt x="1888" y="2241"/>
                      </a:lnTo>
                      <a:lnTo>
                        <a:pt x="1285" y="2241"/>
                      </a:lnTo>
                      <a:lnTo>
                        <a:pt x="1285" y="2592"/>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67" name="Freeform 30">
                  <a:extLst>
                    <a:ext uri="{FF2B5EF4-FFF2-40B4-BE49-F238E27FC236}">
                      <a16:creationId xmlns:a16="http://schemas.microsoft.com/office/drawing/2014/main" id="{6124393C-E1AA-1A86-A6F5-0E39F3A688A0}"/>
                    </a:ext>
                  </a:extLst>
                </p:cNvPr>
                <p:cNvSpPr>
                  <a:spLocks/>
                </p:cNvSpPr>
                <p:nvPr/>
              </p:nvSpPr>
              <p:spPr bwMode="gray">
                <a:xfrm>
                  <a:off x="2656566" y="987637"/>
                  <a:ext cx="1414894" cy="1479840"/>
                </a:xfrm>
                <a:custGeom>
                  <a:avLst/>
                  <a:gdLst/>
                  <a:ahLst/>
                  <a:cxnLst>
                    <a:cxn ang="0">
                      <a:pos x="14" y="190"/>
                    </a:cxn>
                    <a:cxn ang="0">
                      <a:pos x="42" y="209"/>
                    </a:cxn>
                    <a:cxn ang="0">
                      <a:pos x="67" y="227"/>
                    </a:cxn>
                    <a:cxn ang="0">
                      <a:pos x="89" y="243"/>
                    </a:cxn>
                    <a:cxn ang="0">
                      <a:pos x="112" y="259"/>
                    </a:cxn>
                    <a:cxn ang="0">
                      <a:pos x="133" y="275"/>
                    </a:cxn>
                    <a:cxn ang="0">
                      <a:pos x="146" y="288"/>
                    </a:cxn>
                    <a:cxn ang="0">
                      <a:pos x="156" y="297"/>
                    </a:cxn>
                    <a:cxn ang="0">
                      <a:pos x="165" y="300"/>
                    </a:cxn>
                    <a:cxn ang="0">
                      <a:pos x="177" y="310"/>
                    </a:cxn>
                    <a:cxn ang="0">
                      <a:pos x="179" y="319"/>
                    </a:cxn>
                    <a:cxn ang="0">
                      <a:pos x="202" y="313"/>
                    </a:cxn>
                    <a:cxn ang="0">
                      <a:pos x="223" y="303"/>
                    </a:cxn>
                    <a:cxn ang="0">
                      <a:pos x="239" y="291"/>
                    </a:cxn>
                    <a:cxn ang="0">
                      <a:pos x="255" y="278"/>
                    </a:cxn>
                    <a:cxn ang="0">
                      <a:pos x="269" y="268"/>
                    </a:cxn>
                    <a:cxn ang="0">
                      <a:pos x="283" y="259"/>
                    </a:cxn>
                    <a:cxn ang="0">
                      <a:pos x="298" y="249"/>
                    </a:cxn>
                    <a:cxn ang="0">
                      <a:pos x="299" y="230"/>
                    </a:cxn>
                    <a:cxn ang="0">
                      <a:pos x="282" y="227"/>
                    </a:cxn>
                    <a:cxn ang="0">
                      <a:pos x="277" y="213"/>
                    </a:cxn>
                    <a:cxn ang="0">
                      <a:pos x="269" y="196"/>
                    </a:cxn>
                    <a:cxn ang="0">
                      <a:pos x="275" y="171"/>
                    </a:cxn>
                    <a:cxn ang="0">
                      <a:pos x="267" y="133"/>
                    </a:cxn>
                    <a:cxn ang="0">
                      <a:pos x="269" y="126"/>
                    </a:cxn>
                    <a:cxn ang="0">
                      <a:pos x="252" y="88"/>
                    </a:cxn>
                    <a:cxn ang="0">
                      <a:pos x="250" y="77"/>
                    </a:cxn>
                    <a:cxn ang="0">
                      <a:pos x="239" y="60"/>
                    </a:cxn>
                    <a:cxn ang="0">
                      <a:pos x="256" y="38"/>
                    </a:cxn>
                    <a:cxn ang="0">
                      <a:pos x="256" y="13"/>
                    </a:cxn>
                    <a:cxn ang="0">
                      <a:pos x="259" y="3"/>
                    </a:cxn>
                    <a:cxn ang="0">
                      <a:pos x="239" y="1"/>
                    </a:cxn>
                    <a:cxn ang="0">
                      <a:pos x="225" y="0"/>
                    </a:cxn>
                    <a:cxn ang="0">
                      <a:pos x="209" y="8"/>
                    </a:cxn>
                    <a:cxn ang="0">
                      <a:pos x="189" y="4"/>
                    </a:cxn>
                    <a:cxn ang="0">
                      <a:pos x="175" y="6"/>
                    </a:cxn>
                    <a:cxn ang="0">
                      <a:pos x="149" y="12"/>
                    </a:cxn>
                    <a:cxn ang="0">
                      <a:pos x="133" y="20"/>
                    </a:cxn>
                    <a:cxn ang="0">
                      <a:pos x="118" y="27"/>
                    </a:cxn>
                    <a:cxn ang="0">
                      <a:pos x="100" y="39"/>
                    </a:cxn>
                    <a:cxn ang="0">
                      <a:pos x="99" y="41"/>
                    </a:cxn>
                    <a:cxn ang="0">
                      <a:pos x="102" y="46"/>
                    </a:cxn>
                    <a:cxn ang="0">
                      <a:pos x="102" y="51"/>
                    </a:cxn>
                    <a:cxn ang="0">
                      <a:pos x="104" y="63"/>
                    </a:cxn>
                    <a:cxn ang="0">
                      <a:pos x="105" y="71"/>
                    </a:cxn>
                    <a:cxn ang="0">
                      <a:pos x="108" y="82"/>
                    </a:cxn>
                    <a:cxn ang="0">
                      <a:pos x="111" y="89"/>
                    </a:cxn>
                    <a:cxn ang="0">
                      <a:pos x="86" y="93"/>
                    </a:cxn>
                    <a:cxn ang="0">
                      <a:pos x="73" y="101"/>
                    </a:cxn>
                    <a:cxn ang="0">
                      <a:pos x="74" y="106"/>
                    </a:cxn>
                    <a:cxn ang="0">
                      <a:pos x="75" y="113"/>
                    </a:cxn>
                    <a:cxn ang="0">
                      <a:pos x="57" y="121"/>
                    </a:cxn>
                    <a:cxn ang="0">
                      <a:pos x="45" y="132"/>
                    </a:cxn>
                    <a:cxn ang="0">
                      <a:pos x="31" y="138"/>
                    </a:cxn>
                    <a:cxn ang="0">
                      <a:pos x="17" y="143"/>
                    </a:cxn>
                    <a:cxn ang="0">
                      <a:pos x="7" y="147"/>
                    </a:cxn>
                    <a:cxn ang="0">
                      <a:pos x="0" y="171"/>
                    </a:cxn>
                  </a:cxnLst>
                  <a:rect l="0" t="0" r="r" b="b"/>
                  <a:pathLst>
                    <a:path w="305" h="319">
                      <a:moveTo>
                        <a:pt x="0" y="180"/>
                      </a:moveTo>
                      <a:lnTo>
                        <a:pt x="14" y="190"/>
                      </a:lnTo>
                      <a:lnTo>
                        <a:pt x="29" y="200"/>
                      </a:lnTo>
                      <a:lnTo>
                        <a:pt x="42" y="209"/>
                      </a:lnTo>
                      <a:lnTo>
                        <a:pt x="56" y="219"/>
                      </a:lnTo>
                      <a:lnTo>
                        <a:pt x="67" y="227"/>
                      </a:lnTo>
                      <a:lnTo>
                        <a:pt x="79" y="235"/>
                      </a:lnTo>
                      <a:lnTo>
                        <a:pt x="89" y="243"/>
                      </a:lnTo>
                      <a:lnTo>
                        <a:pt x="100" y="251"/>
                      </a:lnTo>
                      <a:lnTo>
                        <a:pt x="112" y="259"/>
                      </a:lnTo>
                      <a:lnTo>
                        <a:pt x="123" y="267"/>
                      </a:lnTo>
                      <a:lnTo>
                        <a:pt x="133" y="275"/>
                      </a:lnTo>
                      <a:lnTo>
                        <a:pt x="145" y="282"/>
                      </a:lnTo>
                      <a:lnTo>
                        <a:pt x="146" y="288"/>
                      </a:lnTo>
                      <a:lnTo>
                        <a:pt x="152" y="292"/>
                      </a:lnTo>
                      <a:lnTo>
                        <a:pt x="156" y="297"/>
                      </a:lnTo>
                      <a:lnTo>
                        <a:pt x="163" y="298"/>
                      </a:lnTo>
                      <a:lnTo>
                        <a:pt x="165" y="300"/>
                      </a:lnTo>
                      <a:lnTo>
                        <a:pt x="176" y="304"/>
                      </a:lnTo>
                      <a:lnTo>
                        <a:pt x="177" y="310"/>
                      </a:lnTo>
                      <a:lnTo>
                        <a:pt x="176" y="316"/>
                      </a:lnTo>
                      <a:lnTo>
                        <a:pt x="179" y="319"/>
                      </a:lnTo>
                      <a:lnTo>
                        <a:pt x="190" y="316"/>
                      </a:lnTo>
                      <a:lnTo>
                        <a:pt x="202" y="313"/>
                      </a:lnTo>
                      <a:lnTo>
                        <a:pt x="214" y="310"/>
                      </a:lnTo>
                      <a:lnTo>
                        <a:pt x="223" y="303"/>
                      </a:lnTo>
                      <a:lnTo>
                        <a:pt x="231" y="297"/>
                      </a:lnTo>
                      <a:lnTo>
                        <a:pt x="239" y="291"/>
                      </a:lnTo>
                      <a:lnTo>
                        <a:pt x="248" y="283"/>
                      </a:lnTo>
                      <a:lnTo>
                        <a:pt x="255" y="278"/>
                      </a:lnTo>
                      <a:lnTo>
                        <a:pt x="262" y="273"/>
                      </a:lnTo>
                      <a:lnTo>
                        <a:pt x="269" y="268"/>
                      </a:lnTo>
                      <a:lnTo>
                        <a:pt x="276" y="264"/>
                      </a:lnTo>
                      <a:lnTo>
                        <a:pt x="283" y="259"/>
                      </a:lnTo>
                      <a:lnTo>
                        <a:pt x="290" y="254"/>
                      </a:lnTo>
                      <a:lnTo>
                        <a:pt x="298" y="249"/>
                      </a:lnTo>
                      <a:lnTo>
                        <a:pt x="305" y="244"/>
                      </a:lnTo>
                      <a:lnTo>
                        <a:pt x="299" y="230"/>
                      </a:lnTo>
                      <a:lnTo>
                        <a:pt x="290" y="227"/>
                      </a:lnTo>
                      <a:lnTo>
                        <a:pt x="282" y="227"/>
                      </a:lnTo>
                      <a:lnTo>
                        <a:pt x="279" y="222"/>
                      </a:lnTo>
                      <a:lnTo>
                        <a:pt x="277" y="213"/>
                      </a:lnTo>
                      <a:lnTo>
                        <a:pt x="268" y="198"/>
                      </a:lnTo>
                      <a:lnTo>
                        <a:pt x="269" y="196"/>
                      </a:lnTo>
                      <a:lnTo>
                        <a:pt x="274" y="194"/>
                      </a:lnTo>
                      <a:lnTo>
                        <a:pt x="275" y="171"/>
                      </a:lnTo>
                      <a:lnTo>
                        <a:pt x="273" y="143"/>
                      </a:lnTo>
                      <a:lnTo>
                        <a:pt x="267" y="133"/>
                      </a:lnTo>
                      <a:lnTo>
                        <a:pt x="267" y="130"/>
                      </a:lnTo>
                      <a:lnTo>
                        <a:pt x="269" y="126"/>
                      </a:lnTo>
                      <a:lnTo>
                        <a:pt x="264" y="94"/>
                      </a:lnTo>
                      <a:lnTo>
                        <a:pt x="252" y="88"/>
                      </a:lnTo>
                      <a:lnTo>
                        <a:pt x="252" y="82"/>
                      </a:lnTo>
                      <a:lnTo>
                        <a:pt x="250" y="77"/>
                      </a:lnTo>
                      <a:lnTo>
                        <a:pt x="243" y="73"/>
                      </a:lnTo>
                      <a:lnTo>
                        <a:pt x="239" y="60"/>
                      </a:lnTo>
                      <a:lnTo>
                        <a:pt x="252" y="47"/>
                      </a:lnTo>
                      <a:lnTo>
                        <a:pt x="256" y="38"/>
                      </a:lnTo>
                      <a:lnTo>
                        <a:pt x="254" y="24"/>
                      </a:lnTo>
                      <a:lnTo>
                        <a:pt x="256" y="13"/>
                      </a:lnTo>
                      <a:lnTo>
                        <a:pt x="254" y="11"/>
                      </a:lnTo>
                      <a:lnTo>
                        <a:pt x="259" y="3"/>
                      </a:lnTo>
                      <a:lnTo>
                        <a:pt x="246" y="4"/>
                      </a:lnTo>
                      <a:lnTo>
                        <a:pt x="239" y="1"/>
                      </a:lnTo>
                      <a:lnTo>
                        <a:pt x="234" y="3"/>
                      </a:lnTo>
                      <a:lnTo>
                        <a:pt x="225" y="0"/>
                      </a:lnTo>
                      <a:lnTo>
                        <a:pt x="223" y="3"/>
                      </a:lnTo>
                      <a:lnTo>
                        <a:pt x="209" y="8"/>
                      </a:lnTo>
                      <a:lnTo>
                        <a:pt x="204" y="4"/>
                      </a:lnTo>
                      <a:lnTo>
                        <a:pt x="189" y="4"/>
                      </a:lnTo>
                      <a:lnTo>
                        <a:pt x="182" y="7"/>
                      </a:lnTo>
                      <a:lnTo>
                        <a:pt x="175" y="6"/>
                      </a:lnTo>
                      <a:lnTo>
                        <a:pt x="170" y="9"/>
                      </a:lnTo>
                      <a:lnTo>
                        <a:pt x="149" y="12"/>
                      </a:lnTo>
                      <a:lnTo>
                        <a:pt x="134" y="18"/>
                      </a:lnTo>
                      <a:lnTo>
                        <a:pt x="133" y="20"/>
                      </a:lnTo>
                      <a:lnTo>
                        <a:pt x="131" y="23"/>
                      </a:lnTo>
                      <a:lnTo>
                        <a:pt x="118" y="27"/>
                      </a:lnTo>
                      <a:lnTo>
                        <a:pt x="110" y="35"/>
                      </a:lnTo>
                      <a:lnTo>
                        <a:pt x="100" y="39"/>
                      </a:lnTo>
                      <a:lnTo>
                        <a:pt x="99" y="40"/>
                      </a:lnTo>
                      <a:lnTo>
                        <a:pt x="99" y="41"/>
                      </a:lnTo>
                      <a:lnTo>
                        <a:pt x="102" y="45"/>
                      </a:lnTo>
                      <a:lnTo>
                        <a:pt x="102" y="46"/>
                      </a:lnTo>
                      <a:lnTo>
                        <a:pt x="104" y="49"/>
                      </a:lnTo>
                      <a:lnTo>
                        <a:pt x="102" y="51"/>
                      </a:lnTo>
                      <a:lnTo>
                        <a:pt x="105" y="56"/>
                      </a:lnTo>
                      <a:lnTo>
                        <a:pt x="104" y="63"/>
                      </a:lnTo>
                      <a:lnTo>
                        <a:pt x="106" y="66"/>
                      </a:lnTo>
                      <a:lnTo>
                        <a:pt x="105" y="71"/>
                      </a:lnTo>
                      <a:lnTo>
                        <a:pt x="106" y="77"/>
                      </a:lnTo>
                      <a:lnTo>
                        <a:pt x="108" y="82"/>
                      </a:lnTo>
                      <a:lnTo>
                        <a:pt x="114" y="86"/>
                      </a:lnTo>
                      <a:lnTo>
                        <a:pt x="111" y="89"/>
                      </a:lnTo>
                      <a:lnTo>
                        <a:pt x="112" y="93"/>
                      </a:lnTo>
                      <a:lnTo>
                        <a:pt x="86" y="93"/>
                      </a:lnTo>
                      <a:lnTo>
                        <a:pt x="85" y="98"/>
                      </a:lnTo>
                      <a:lnTo>
                        <a:pt x="73" y="101"/>
                      </a:lnTo>
                      <a:lnTo>
                        <a:pt x="71" y="105"/>
                      </a:lnTo>
                      <a:lnTo>
                        <a:pt x="74" y="106"/>
                      </a:lnTo>
                      <a:lnTo>
                        <a:pt x="71" y="110"/>
                      </a:lnTo>
                      <a:lnTo>
                        <a:pt x="75" y="113"/>
                      </a:lnTo>
                      <a:lnTo>
                        <a:pt x="75" y="114"/>
                      </a:lnTo>
                      <a:lnTo>
                        <a:pt x="57" y="121"/>
                      </a:lnTo>
                      <a:lnTo>
                        <a:pt x="51" y="130"/>
                      </a:lnTo>
                      <a:lnTo>
                        <a:pt x="45" y="132"/>
                      </a:lnTo>
                      <a:lnTo>
                        <a:pt x="31" y="135"/>
                      </a:lnTo>
                      <a:lnTo>
                        <a:pt x="31" y="138"/>
                      </a:lnTo>
                      <a:lnTo>
                        <a:pt x="23" y="137"/>
                      </a:lnTo>
                      <a:lnTo>
                        <a:pt x="17" y="143"/>
                      </a:lnTo>
                      <a:lnTo>
                        <a:pt x="13" y="143"/>
                      </a:lnTo>
                      <a:lnTo>
                        <a:pt x="7" y="147"/>
                      </a:lnTo>
                      <a:lnTo>
                        <a:pt x="0" y="153"/>
                      </a:lnTo>
                      <a:lnTo>
                        <a:pt x="0" y="171"/>
                      </a:lnTo>
                      <a:lnTo>
                        <a:pt x="0" y="18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68" name="Freeform 314">
                  <a:extLst>
                    <a:ext uri="{FF2B5EF4-FFF2-40B4-BE49-F238E27FC236}">
                      <a16:creationId xmlns:a16="http://schemas.microsoft.com/office/drawing/2014/main" id="{A9ED87D9-17CA-DA34-9D68-BE16EBAA1CC2}"/>
                    </a:ext>
                  </a:extLst>
                </p:cNvPr>
                <p:cNvSpPr>
                  <a:spLocks/>
                </p:cNvSpPr>
                <p:nvPr/>
              </p:nvSpPr>
              <p:spPr bwMode="gray">
                <a:xfrm>
                  <a:off x="4962147" y="1465452"/>
                  <a:ext cx="779350" cy="788628"/>
                </a:xfrm>
                <a:custGeom>
                  <a:avLst/>
                  <a:gdLst/>
                  <a:ahLst/>
                  <a:cxnLst>
                    <a:cxn ang="0">
                      <a:pos x="143" y="6"/>
                    </a:cxn>
                    <a:cxn ang="0">
                      <a:pos x="129" y="11"/>
                    </a:cxn>
                    <a:cxn ang="0">
                      <a:pos x="120" y="11"/>
                    </a:cxn>
                    <a:cxn ang="0">
                      <a:pos x="115" y="7"/>
                    </a:cxn>
                    <a:cxn ang="0">
                      <a:pos x="110" y="1"/>
                    </a:cxn>
                    <a:cxn ang="0">
                      <a:pos x="100" y="2"/>
                    </a:cxn>
                    <a:cxn ang="0">
                      <a:pos x="90" y="6"/>
                    </a:cxn>
                    <a:cxn ang="0">
                      <a:pos x="86" y="3"/>
                    </a:cxn>
                    <a:cxn ang="0">
                      <a:pos x="35" y="3"/>
                    </a:cxn>
                    <a:cxn ang="0">
                      <a:pos x="10" y="2"/>
                    </a:cxn>
                    <a:cxn ang="0">
                      <a:pos x="6" y="0"/>
                    </a:cxn>
                    <a:cxn ang="0">
                      <a:pos x="4" y="23"/>
                    </a:cxn>
                    <a:cxn ang="0">
                      <a:pos x="2" y="34"/>
                    </a:cxn>
                    <a:cxn ang="0">
                      <a:pos x="3" y="41"/>
                    </a:cxn>
                    <a:cxn ang="0">
                      <a:pos x="8" y="61"/>
                    </a:cxn>
                    <a:cxn ang="0">
                      <a:pos x="8" y="92"/>
                    </a:cxn>
                    <a:cxn ang="0">
                      <a:pos x="8" y="122"/>
                    </a:cxn>
                    <a:cxn ang="0">
                      <a:pos x="8" y="152"/>
                    </a:cxn>
                    <a:cxn ang="0">
                      <a:pos x="20" y="167"/>
                    </a:cxn>
                    <a:cxn ang="0">
                      <a:pos x="43" y="167"/>
                    </a:cxn>
                    <a:cxn ang="0">
                      <a:pos x="66" y="167"/>
                    </a:cxn>
                    <a:cxn ang="0">
                      <a:pos x="90" y="167"/>
                    </a:cxn>
                    <a:cxn ang="0">
                      <a:pos x="103" y="163"/>
                    </a:cxn>
                    <a:cxn ang="0">
                      <a:pos x="104" y="167"/>
                    </a:cxn>
                    <a:cxn ang="0">
                      <a:pos x="130" y="167"/>
                    </a:cxn>
                    <a:cxn ang="0">
                      <a:pos x="143" y="170"/>
                    </a:cxn>
                    <a:cxn ang="0">
                      <a:pos x="153" y="161"/>
                    </a:cxn>
                    <a:cxn ang="0">
                      <a:pos x="160" y="153"/>
                    </a:cxn>
                    <a:cxn ang="0">
                      <a:pos x="164" y="135"/>
                    </a:cxn>
                    <a:cxn ang="0">
                      <a:pos x="160" y="125"/>
                    </a:cxn>
                    <a:cxn ang="0">
                      <a:pos x="140" y="78"/>
                    </a:cxn>
                    <a:cxn ang="0">
                      <a:pos x="135" y="65"/>
                    </a:cxn>
                    <a:cxn ang="0">
                      <a:pos x="123" y="49"/>
                    </a:cxn>
                    <a:cxn ang="0">
                      <a:pos x="118" y="37"/>
                    </a:cxn>
                    <a:cxn ang="0">
                      <a:pos x="121" y="29"/>
                    </a:cxn>
                    <a:cxn ang="0">
                      <a:pos x="130" y="49"/>
                    </a:cxn>
                    <a:cxn ang="0">
                      <a:pos x="143" y="68"/>
                    </a:cxn>
                    <a:cxn ang="0">
                      <a:pos x="149" y="60"/>
                    </a:cxn>
                    <a:cxn ang="0">
                      <a:pos x="152" y="32"/>
                    </a:cxn>
                    <a:cxn ang="0">
                      <a:pos x="147" y="14"/>
                    </a:cxn>
                  </a:cxnLst>
                  <a:rect l="0" t="0" r="r" b="b"/>
                  <a:pathLst>
                    <a:path w="168" h="170">
                      <a:moveTo>
                        <a:pt x="145" y="8"/>
                      </a:moveTo>
                      <a:lnTo>
                        <a:pt x="143" y="6"/>
                      </a:lnTo>
                      <a:lnTo>
                        <a:pt x="135" y="11"/>
                      </a:lnTo>
                      <a:lnTo>
                        <a:pt x="129" y="11"/>
                      </a:lnTo>
                      <a:lnTo>
                        <a:pt x="128" y="10"/>
                      </a:lnTo>
                      <a:lnTo>
                        <a:pt x="120" y="11"/>
                      </a:lnTo>
                      <a:lnTo>
                        <a:pt x="118" y="8"/>
                      </a:lnTo>
                      <a:lnTo>
                        <a:pt x="115" y="7"/>
                      </a:lnTo>
                      <a:lnTo>
                        <a:pt x="115" y="7"/>
                      </a:lnTo>
                      <a:lnTo>
                        <a:pt x="110" y="1"/>
                      </a:lnTo>
                      <a:lnTo>
                        <a:pt x="108" y="3"/>
                      </a:lnTo>
                      <a:lnTo>
                        <a:pt x="100" y="2"/>
                      </a:lnTo>
                      <a:lnTo>
                        <a:pt x="98" y="2"/>
                      </a:lnTo>
                      <a:lnTo>
                        <a:pt x="90" y="6"/>
                      </a:lnTo>
                      <a:lnTo>
                        <a:pt x="92" y="2"/>
                      </a:lnTo>
                      <a:lnTo>
                        <a:pt x="86" y="3"/>
                      </a:lnTo>
                      <a:lnTo>
                        <a:pt x="66" y="14"/>
                      </a:lnTo>
                      <a:lnTo>
                        <a:pt x="35" y="3"/>
                      </a:lnTo>
                      <a:lnTo>
                        <a:pt x="20" y="1"/>
                      </a:lnTo>
                      <a:lnTo>
                        <a:pt x="10" y="2"/>
                      </a:lnTo>
                      <a:lnTo>
                        <a:pt x="8" y="0"/>
                      </a:lnTo>
                      <a:lnTo>
                        <a:pt x="6" y="0"/>
                      </a:lnTo>
                      <a:lnTo>
                        <a:pt x="3" y="6"/>
                      </a:lnTo>
                      <a:lnTo>
                        <a:pt x="4" y="23"/>
                      </a:lnTo>
                      <a:lnTo>
                        <a:pt x="0" y="28"/>
                      </a:lnTo>
                      <a:lnTo>
                        <a:pt x="2" y="34"/>
                      </a:lnTo>
                      <a:lnTo>
                        <a:pt x="4" y="38"/>
                      </a:lnTo>
                      <a:lnTo>
                        <a:pt x="3" y="41"/>
                      </a:lnTo>
                      <a:lnTo>
                        <a:pt x="8" y="46"/>
                      </a:lnTo>
                      <a:lnTo>
                        <a:pt x="8" y="61"/>
                      </a:lnTo>
                      <a:lnTo>
                        <a:pt x="8" y="77"/>
                      </a:lnTo>
                      <a:lnTo>
                        <a:pt x="8" y="92"/>
                      </a:lnTo>
                      <a:lnTo>
                        <a:pt x="8" y="106"/>
                      </a:lnTo>
                      <a:lnTo>
                        <a:pt x="8" y="122"/>
                      </a:lnTo>
                      <a:lnTo>
                        <a:pt x="8" y="137"/>
                      </a:lnTo>
                      <a:lnTo>
                        <a:pt x="8" y="152"/>
                      </a:lnTo>
                      <a:lnTo>
                        <a:pt x="8" y="167"/>
                      </a:lnTo>
                      <a:lnTo>
                        <a:pt x="20" y="167"/>
                      </a:lnTo>
                      <a:lnTo>
                        <a:pt x="31" y="167"/>
                      </a:lnTo>
                      <a:lnTo>
                        <a:pt x="43" y="167"/>
                      </a:lnTo>
                      <a:lnTo>
                        <a:pt x="54" y="167"/>
                      </a:lnTo>
                      <a:lnTo>
                        <a:pt x="66" y="167"/>
                      </a:lnTo>
                      <a:lnTo>
                        <a:pt x="78" y="167"/>
                      </a:lnTo>
                      <a:lnTo>
                        <a:pt x="90" y="167"/>
                      </a:lnTo>
                      <a:lnTo>
                        <a:pt x="102" y="167"/>
                      </a:lnTo>
                      <a:lnTo>
                        <a:pt x="103" y="163"/>
                      </a:lnTo>
                      <a:lnTo>
                        <a:pt x="105" y="163"/>
                      </a:lnTo>
                      <a:lnTo>
                        <a:pt x="104" y="167"/>
                      </a:lnTo>
                      <a:lnTo>
                        <a:pt x="117" y="167"/>
                      </a:lnTo>
                      <a:lnTo>
                        <a:pt x="130" y="167"/>
                      </a:lnTo>
                      <a:lnTo>
                        <a:pt x="136" y="170"/>
                      </a:lnTo>
                      <a:lnTo>
                        <a:pt x="143" y="170"/>
                      </a:lnTo>
                      <a:lnTo>
                        <a:pt x="145" y="163"/>
                      </a:lnTo>
                      <a:lnTo>
                        <a:pt x="153" y="161"/>
                      </a:lnTo>
                      <a:lnTo>
                        <a:pt x="156" y="152"/>
                      </a:lnTo>
                      <a:lnTo>
                        <a:pt x="160" y="153"/>
                      </a:lnTo>
                      <a:lnTo>
                        <a:pt x="166" y="148"/>
                      </a:lnTo>
                      <a:lnTo>
                        <a:pt x="164" y="135"/>
                      </a:lnTo>
                      <a:lnTo>
                        <a:pt x="168" y="135"/>
                      </a:lnTo>
                      <a:lnTo>
                        <a:pt x="160" y="125"/>
                      </a:lnTo>
                      <a:lnTo>
                        <a:pt x="142" y="91"/>
                      </a:lnTo>
                      <a:lnTo>
                        <a:pt x="140" y="78"/>
                      </a:lnTo>
                      <a:lnTo>
                        <a:pt x="135" y="72"/>
                      </a:lnTo>
                      <a:lnTo>
                        <a:pt x="135" y="65"/>
                      </a:lnTo>
                      <a:lnTo>
                        <a:pt x="127" y="57"/>
                      </a:lnTo>
                      <a:lnTo>
                        <a:pt x="123" y="49"/>
                      </a:lnTo>
                      <a:lnTo>
                        <a:pt x="122" y="41"/>
                      </a:lnTo>
                      <a:lnTo>
                        <a:pt x="118" y="37"/>
                      </a:lnTo>
                      <a:lnTo>
                        <a:pt x="121" y="29"/>
                      </a:lnTo>
                      <a:lnTo>
                        <a:pt x="121" y="29"/>
                      </a:lnTo>
                      <a:lnTo>
                        <a:pt x="123" y="38"/>
                      </a:lnTo>
                      <a:lnTo>
                        <a:pt x="130" y="49"/>
                      </a:lnTo>
                      <a:lnTo>
                        <a:pt x="131" y="54"/>
                      </a:lnTo>
                      <a:lnTo>
                        <a:pt x="143" y="68"/>
                      </a:lnTo>
                      <a:lnTo>
                        <a:pt x="148" y="66"/>
                      </a:lnTo>
                      <a:lnTo>
                        <a:pt x="149" y="60"/>
                      </a:lnTo>
                      <a:lnTo>
                        <a:pt x="155" y="40"/>
                      </a:lnTo>
                      <a:lnTo>
                        <a:pt x="152" y="32"/>
                      </a:lnTo>
                      <a:lnTo>
                        <a:pt x="149" y="23"/>
                      </a:lnTo>
                      <a:lnTo>
                        <a:pt x="147" y="14"/>
                      </a:lnTo>
                      <a:lnTo>
                        <a:pt x="145" y="8"/>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69" name="Freeform 320">
                  <a:extLst>
                    <a:ext uri="{FF2B5EF4-FFF2-40B4-BE49-F238E27FC236}">
                      <a16:creationId xmlns:a16="http://schemas.microsoft.com/office/drawing/2014/main" id="{59D31EF1-F15B-42F2-2F60-FC589817A980}"/>
                    </a:ext>
                  </a:extLst>
                </p:cNvPr>
                <p:cNvSpPr>
                  <a:spLocks/>
                </p:cNvSpPr>
                <p:nvPr/>
              </p:nvSpPr>
              <p:spPr bwMode="gray">
                <a:xfrm>
                  <a:off x="4108572" y="3474137"/>
                  <a:ext cx="1331392" cy="1331392"/>
                </a:xfrm>
                <a:custGeom>
                  <a:avLst/>
                  <a:gdLst/>
                  <a:ahLst/>
                  <a:cxnLst>
                    <a:cxn ang="0">
                      <a:pos x="275" y="58"/>
                    </a:cxn>
                    <a:cxn ang="0">
                      <a:pos x="281" y="43"/>
                    </a:cxn>
                    <a:cxn ang="0">
                      <a:pos x="281" y="25"/>
                    </a:cxn>
                    <a:cxn ang="0">
                      <a:pos x="262" y="10"/>
                    </a:cxn>
                    <a:cxn ang="0">
                      <a:pos x="248" y="11"/>
                    </a:cxn>
                    <a:cxn ang="0">
                      <a:pos x="238" y="11"/>
                    </a:cxn>
                    <a:cxn ang="0">
                      <a:pos x="223" y="1"/>
                    </a:cxn>
                    <a:cxn ang="0">
                      <a:pos x="217" y="1"/>
                    </a:cxn>
                    <a:cxn ang="0">
                      <a:pos x="211" y="0"/>
                    </a:cxn>
                    <a:cxn ang="0">
                      <a:pos x="195" y="0"/>
                    </a:cxn>
                    <a:cxn ang="0">
                      <a:pos x="189" y="5"/>
                    </a:cxn>
                    <a:cxn ang="0">
                      <a:pos x="167" y="9"/>
                    </a:cxn>
                    <a:cxn ang="0">
                      <a:pos x="156" y="9"/>
                    </a:cxn>
                    <a:cxn ang="0">
                      <a:pos x="154" y="15"/>
                    </a:cxn>
                    <a:cxn ang="0">
                      <a:pos x="130" y="10"/>
                    </a:cxn>
                    <a:cxn ang="0">
                      <a:pos x="125" y="11"/>
                    </a:cxn>
                    <a:cxn ang="0">
                      <a:pos x="108" y="1"/>
                    </a:cxn>
                    <a:cxn ang="0">
                      <a:pos x="99" y="23"/>
                    </a:cxn>
                    <a:cxn ang="0">
                      <a:pos x="95" y="34"/>
                    </a:cxn>
                    <a:cxn ang="0">
                      <a:pos x="82" y="91"/>
                    </a:cxn>
                    <a:cxn ang="0">
                      <a:pos x="61" y="113"/>
                    </a:cxn>
                    <a:cxn ang="0">
                      <a:pos x="58" y="130"/>
                    </a:cxn>
                    <a:cxn ang="0">
                      <a:pos x="39" y="153"/>
                    </a:cxn>
                    <a:cxn ang="0">
                      <a:pos x="31" y="155"/>
                    </a:cxn>
                    <a:cxn ang="0">
                      <a:pos x="23" y="150"/>
                    </a:cxn>
                    <a:cxn ang="0">
                      <a:pos x="15" y="156"/>
                    </a:cxn>
                    <a:cxn ang="0">
                      <a:pos x="5" y="157"/>
                    </a:cxn>
                    <a:cxn ang="0">
                      <a:pos x="0" y="171"/>
                    </a:cxn>
                    <a:cxn ang="0">
                      <a:pos x="15" y="171"/>
                    </a:cxn>
                    <a:cxn ang="0">
                      <a:pos x="37" y="171"/>
                    </a:cxn>
                    <a:cxn ang="0">
                      <a:pos x="60" y="171"/>
                    </a:cxn>
                    <a:cxn ang="0">
                      <a:pos x="70" y="194"/>
                    </a:cxn>
                    <a:cxn ang="0">
                      <a:pos x="82" y="206"/>
                    </a:cxn>
                    <a:cxn ang="0">
                      <a:pos x="106" y="204"/>
                    </a:cxn>
                    <a:cxn ang="0">
                      <a:pos x="129" y="187"/>
                    </a:cxn>
                    <a:cxn ang="0">
                      <a:pos x="140" y="193"/>
                    </a:cxn>
                    <a:cxn ang="0">
                      <a:pos x="144" y="219"/>
                    </a:cxn>
                    <a:cxn ang="0">
                      <a:pos x="148" y="244"/>
                    </a:cxn>
                    <a:cxn ang="0">
                      <a:pos x="150" y="255"/>
                    </a:cxn>
                    <a:cxn ang="0">
                      <a:pos x="163" y="250"/>
                    </a:cxn>
                    <a:cxn ang="0">
                      <a:pos x="177" y="249"/>
                    </a:cxn>
                    <a:cxn ang="0">
                      <a:pos x="184" y="255"/>
                    </a:cxn>
                    <a:cxn ang="0">
                      <a:pos x="198" y="259"/>
                    </a:cxn>
                    <a:cxn ang="0">
                      <a:pos x="223" y="263"/>
                    </a:cxn>
                    <a:cxn ang="0">
                      <a:pos x="238" y="271"/>
                    </a:cxn>
                    <a:cxn ang="0">
                      <a:pos x="250" y="284"/>
                    </a:cxn>
                    <a:cxn ang="0">
                      <a:pos x="258" y="285"/>
                    </a:cxn>
                    <a:cxn ang="0">
                      <a:pos x="262" y="270"/>
                    </a:cxn>
                    <a:cxn ang="0">
                      <a:pos x="245" y="263"/>
                    </a:cxn>
                    <a:cxn ang="0">
                      <a:pos x="250" y="234"/>
                    </a:cxn>
                    <a:cxn ang="0">
                      <a:pos x="250" y="220"/>
                    </a:cxn>
                    <a:cxn ang="0">
                      <a:pos x="252" y="214"/>
                    </a:cxn>
                    <a:cxn ang="0">
                      <a:pos x="275" y="207"/>
                    </a:cxn>
                    <a:cxn ang="0">
                      <a:pos x="263" y="189"/>
                    </a:cxn>
                    <a:cxn ang="0">
                      <a:pos x="257" y="168"/>
                    </a:cxn>
                    <a:cxn ang="0">
                      <a:pos x="254" y="160"/>
                    </a:cxn>
                    <a:cxn ang="0">
                      <a:pos x="256" y="146"/>
                    </a:cxn>
                    <a:cxn ang="0">
                      <a:pos x="255" y="141"/>
                    </a:cxn>
                    <a:cxn ang="0">
                      <a:pos x="256" y="125"/>
                    </a:cxn>
                    <a:cxn ang="0">
                      <a:pos x="252" y="117"/>
                    </a:cxn>
                    <a:cxn ang="0">
                      <a:pos x="263" y="101"/>
                    </a:cxn>
                    <a:cxn ang="0">
                      <a:pos x="264" y="82"/>
                    </a:cxn>
                    <a:cxn ang="0">
                      <a:pos x="275" y="61"/>
                    </a:cxn>
                  </a:cxnLst>
                  <a:rect l="0" t="0" r="r" b="b"/>
                  <a:pathLst>
                    <a:path w="287" h="287">
                      <a:moveTo>
                        <a:pt x="275" y="61"/>
                      </a:moveTo>
                      <a:lnTo>
                        <a:pt x="275" y="58"/>
                      </a:lnTo>
                      <a:lnTo>
                        <a:pt x="287" y="47"/>
                      </a:lnTo>
                      <a:lnTo>
                        <a:pt x="281" y="43"/>
                      </a:lnTo>
                      <a:lnTo>
                        <a:pt x="280" y="39"/>
                      </a:lnTo>
                      <a:lnTo>
                        <a:pt x="281" y="25"/>
                      </a:lnTo>
                      <a:lnTo>
                        <a:pt x="280" y="25"/>
                      </a:lnTo>
                      <a:lnTo>
                        <a:pt x="262" y="10"/>
                      </a:lnTo>
                      <a:lnTo>
                        <a:pt x="258" y="12"/>
                      </a:lnTo>
                      <a:lnTo>
                        <a:pt x="248" y="11"/>
                      </a:lnTo>
                      <a:lnTo>
                        <a:pt x="244" y="14"/>
                      </a:lnTo>
                      <a:lnTo>
                        <a:pt x="238" y="11"/>
                      </a:lnTo>
                      <a:lnTo>
                        <a:pt x="230" y="1"/>
                      </a:lnTo>
                      <a:lnTo>
                        <a:pt x="223" y="1"/>
                      </a:lnTo>
                      <a:lnTo>
                        <a:pt x="220" y="4"/>
                      </a:lnTo>
                      <a:lnTo>
                        <a:pt x="217" y="1"/>
                      </a:lnTo>
                      <a:lnTo>
                        <a:pt x="215" y="4"/>
                      </a:lnTo>
                      <a:lnTo>
                        <a:pt x="211" y="0"/>
                      </a:lnTo>
                      <a:lnTo>
                        <a:pt x="201" y="1"/>
                      </a:lnTo>
                      <a:lnTo>
                        <a:pt x="195" y="0"/>
                      </a:lnTo>
                      <a:lnTo>
                        <a:pt x="194" y="4"/>
                      </a:lnTo>
                      <a:lnTo>
                        <a:pt x="189" y="5"/>
                      </a:lnTo>
                      <a:lnTo>
                        <a:pt x="186" y="2"/>
                      </a:lnTo>
                      <a:lnTo>
                        <a:pt x="167" y="9"/>
                      </a:lnTo>
                      <a:lnTo>
                        <a:pt x="160" y="6"/>
                      </a:lnTo>
                      <a:lnTo>
                        <a:pt x="156" y="9"/>
                      </a:lnTo>
                      <a:lnTo>
                        <a:pt x="156" y="14"/>
                      </a:lnTo>
                      <a:lnTo>
                        <a:pt x="154" y="15"/>
                      </a:lnTo>
                      <a:lnTo>
                        <a:pt x="139" y="15"/>
                      </a:lnTo>
                      <a:lnTo>
                        <a:pt x="130" y="10"/>
                      </a:lnTo>
                      <a:lnTo>
                        <a:pt x="127" y="12"/>
                      </a:lnTo>
                      <a:lnTo>
                        <a:pt x="125" y="11"/>
                      </a:lnTo>
                      <a:lnTo>
                        <a:pt x="117" y="1"/>
                      </a:lnTo>
                      <a:lnTo>
                        <a:pt x="108" y="1"/>
                      </a:lnTo>
                      <a:lnTo>
                        <a:pt x="100" y="11"/>
                      </a:lnTo>
                      <a:lnTo>
                        <a:pt x="99" y="23"/>
                      </a:lnTo>
                      <a:lnTo>
                        <a:pt x="95" y="23"/>
                      </a:lnTo>
                      <a:lnTo>
                        <a:pt x="95" y="34"/>
                      </a:lnTo>
                      <a:lnTo>
                        <a:pt x="87" y="50"/>
                      </a:lnTo>
                      <a:lnTo>
                        <a:pt x="82" y="91"/>
                      </a:lnTo>
                      <a:lnTo>
                        <a:pt x="68" y="103"/>
                      </a:lnTo>
                      <a:lnTo>
                        <a:pt x="61" y="113"/>
                      </a:lnTo>
                      <a:lnTo>
                        <a:pt x="60" y="119"/>
                      </a:lnTo>
                      <a:lnTo>
                        <a:pt x="58" y="130"/>
                      </a:lnTo>
                      <a:lnTo>
                        <a:pt x="54" y="141"/>
                      </a:lnTo>
                      <a:lnTo>
                        <a:pt x="39" y="153"/>
                      </a:lnTo>
                      <a:lnTo>
                        <a:pt x="33" y="155"/>
                      </a:lnTo>
                      <a:lnTo>
                        <a:pt x="31" y="155"/>
                      </a:lnTo>
                      <a:lnTo>
                        <a:pt x="30" y="149"/>
                      </a:lnTo>
                      <a:lnTo>
                        <a:pt x="23" y="150"/>
                      </a:lnTo>
                      <a:lnTo>
                        <a:pt x="19" y="155"/>
                      </a:lnTo>
                      <a:lnTo>
                        <a:pt x="15" y="156"/>
                      </a:lnTo>
                      <a:lnTo>
                        <a:pt x="11" y="153"/>
                      </a:lnTo>
                      <a:lnTo>
                        <a:pt x="5" y="157"/>
                      </a:lnTo>
                      <a:lnTo>
                        <a:pt x="2" y="169"/>
                      </a:lnTo>
                      <a:lnTo>
                        <a:pt x="0" y="171"/>
                      </a:lnTo>
                      <a:lnTo>
                        <a:pt x="0" y="177"/>
                      </a:lnTo>
                      <a:lnTo>
                        <a:pt x="15" y="171"/>
                      </a:lnTo>
                      <a:lnTo>
                        <a:pt x="26" y="171"/>
                      </a:lnTo>
                      <a:lnTo>
                        <a:pt x="37" y="171"/>
                      </a:lnTo>
                      <a:lnTo>
                        <a:pt x="49" y="171"/>
                      </a:lnTo>
                      <a:lnTo>
                        <a:pt x="60" y="171"/>
                      </a:lnTo>
                      <a:lnTo>
                        <a:pt x="65" y="174"/>
                      </a:lnTo>
                      <a:lnTo>
                        <a:pt x="70" y="194"/>
                      </a:lnTo>
                      <a:lnTo>
                        <a:pt x="79" y="205"/>
                      </a:lnTo>
                      <a:lnTo>
                        <a:pt x="82" y="206"/>
                      </a:lnTo>
                      <a:lnTo>
                        <a:pt x="95" y="204"/>
                      </a:lnTo>
                      <a:lnTo>
                        <a:pt x="106" y="204"/>
                      </a:lnTo>
                      <a:lnTo>
                        <a:pt x="110" y="189"/>
                      </a:lnTo>
                      <a:lnTo>
                        <a:pt x="129" y="187"/>
                      </a:lnTo>
                      <a:lnTo>
                        <a:pt x="127" y="193"/>
                      </a:lnTo>
                      <a:lnTo>
                        <a:pt x="140" y="193"/>
                      </a:lnTo>
                      <a:lnTo>
                        <a:pt x="143" y="196"/>
                      </a:lnTo>
                      <a:lnTo>
                        <a:pt x="144" y="219"/>
                      </a:lnTo>
                      <a:lnTo>
                        <a:pt x="144" y="227"/>
                      </a:lnTo>
                      <a:lnTo>
                        <a:pt x="148" y="244"/>
                      </a:lnTo>
                      <a:lnTo>
                        <a:pt x="145" y="253"/>
                      </a:lnTo>
                      <a:lnTo>
                        <a:pt x="150" y="255"/>
                      </a:lnTo>
                      <a:lnTo>
                        <a:pt x="154" y="250"/>
                      </a:lnTo>
                      <a:lnTo>
                        <a:pt x="163" y="250"/>
                      </a:lnTo>
                      <a:lnTo>
                        <a:pt x="174" y="250"/>
                      </a:lnTo>
                      <a:lnTo>
                        <a:pt x="177" y="249"/>
                      </a:lnTo>
                      <a:lnTo>
                        <a:pt x="181" y="248"/>
                      </a:lnTo>
                      <a:lnTo>
                        <a:pt x="184" y="255"/>
                      </a:lnTo>
                      <a:lnTo>
                        <a:pt x="194" y="253"/>
                      </a:lnTo>
                      <a:lnTo>
                        <a:pt x="198" y="259"/>
                      </a:lnTo>
                      <a:lnTo>
                        <a:pt x="209" y="265"/>
                      </a:lnTo>
                      <a:lnTo>
                        <a:pt x="223" y="263"/>
                      </a:lnTo>
                      <a:lnTo>
                        <a:pt x="229" y="268"/>
                      </a:lnTo>
                      <a:lnTo>
                        <a:pt x="238" y="271"/>
                      </a:lnTo>
                      <a:lnTo>
                        <a:pt x="243" y="279"/>
                      </a:lnTo>
                      <a:lnTo>
                        <a:pt x="250" y="284"/>
                      </a:lnTo>
                      <a:lnTo>
                        <a:pt x="255" y="285"/>
                      </a:lnTo>
                      <a:lnTo>
                        <a:pt x="258" y="285"/>
                      </a:lnTo>
                      <a:lnTo>
                        <a:pt x="263" y="287"/>
                      </a:lnTo>
                      <a:lnTo>
                        <a:pt x="262" y="270"/>
                      </a:lnTo>
                      <a:lnTo>
                        <a:pt x="251" y="270"/>
                      </a:lnTo>
                      <a:lnTo>
                        <a:pt x="245" y="263"/>
                      </a:lnTo>
                      <a:lnTo>
                        <a:pt x="250" y="242"/>
                      </a:lnTo>
                      <a:lnTo>
                        <a:pt x="250" y="234"/>
                      </a:lnTo>
                      <a:lnTo>
                        <a:pt x="250" y="225"/>
                      </a:lnTo>
                      <a:lnTo>
                        <a:pt x="250" y="220"/>
                      </a:lnTo>
                      <a:lnTo>
                        <a:pt x="252" y="217"/>
                      </a:lnTo>
                      <a:lnTo>
                        <a:pt x="252" y="214"/>
                      </a:lnTo>
                      <a:lnTo>
                        <a:pt x="255" y="211"/>
                      </a:lnTo>
                      <a:lnTo>
                        <a:pt x="275" y="207"/>
                      </a:lnTo>
                      <a:lnTo>
                        <a:pt x="273" y="198"/>
                      </a:lnTo>
                      <a:lnTo>
                        <a:pt x="263" y="189"/>
                      </a:lnTo>
                      <a:lnTo>
                        <a:pt x="257" y="179"/>
                      </a:lnTo>
                      <a:lnTo>
                        <a:pt x="257" y="168"/>
                      </a:lnTo>
                      <a:lnTo>
                        <a:pt x="256" y="163"/>
                      </a:lnTo>
                      <a:lnTo>
                        <a:pt x="254" y="160"/>
                      </a:lnTo>
                      <a:lnTo>
                        <a:pt x="256" y="149"/>
                      </a:lnTo>
                      <a:lnTo>
                        <a:pt x="256" y="146"/>
                      </a:lnTo>
                      <a:lnTo>
                        <a:pt x="255" y="146"/>
                      </a:lnTo>
                      <a:lnTo>
                        <a:pt x="255" y="141"/>
                      </a:lnTo>
                      <a:lnTo>
                        <a:pt x="257" y="133"/>
                      </a:lnTo>
                      <a:lnTo>
                        <a:pt x="256" y="125"/>
                      </a:lnTo>
                      <a:lnTo>
                        <a:pt x="254" y="122"/>
                      </a:lnTo>
                      <a:lnTo>
                        <a:pt x="252" y="117"/>
                      </a:lnTo>
                      <a:lnTo>
                        <a:pt x="256" y="110"/>
                      </a:lnTo>
                      <a:lnTo>
                        <a:pt x="263" y="101"/>
                      </a:lnTo>
                      <a:lnTo>
                        <a:pt x="263" y="86"/>
                      </a:lnTo>
                      <a:lnTo>
                        <a:pt x="264" y="82"/>
                      </a:lnTo>
                      <a:lnTo>
                        <a:pt x="265" y="74"/>
                      </a:lnTo>
                      <a:lnTo>
                        <a:pt x="275" y="61"/>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0" name="Freeform 321">
                  <a:extLst>
                    <a:ext uri="{FF2B5EF4-FFF2-40B4-BE49-F238E27FC236}">
                      <a16:creationId xmlns:a16="http://schemas.microsoft.com/office/drawing/2014/main" id="{9749FF06-816C-AE57-D547-02A0CA9EAB19}"/>
                    </a:ext>
                  </a:extLst>
                </p:cNvPr>
                <p:cNvSpPr>
                  <a:spLocks/>
                </p:cNvSpPr>
                <p:nvPr/>
              </p:nvSpPr>
              <p:spPr bwMode="gray">
                <a:xfrm>
                  <a:off x="4400827" y="5459626"/>
                  <a:ext cx="1141192" cy="1039134"/>
                </a:xfrm>
                <a:custGeom>
                  <a:avLst/>
                  <a:gdLst/>
                  <a:ahLst/>
                  <a:cxnLst>
                    <a:cxn ang="0">
                      <a:pos x="19" y="119"/>
                    </a:cxn>
                    <a:cxn ang="0">
                      <a:pos x="16" y="112"/>
                    </a:cxn>
                    <a:cxn ang="0">
                      <a:pos x="5" y="107"/>
                    </a:cxn>
                    <a:cxn ang="0">
                      <a:pos x="0" y="113"/>
                    </a:cxn>
                    <a:cxn ang="0">
                      <a:pos x="26" y="172"/>
                    </a:cxn>
                    <a:cxn ang="0">
                      <a:pos x="24" y="188"/>
                    </a:cxn>
                    <a:cxn ang="0">
                      <a:pos x="20" y="192"/>
                    </a:cxn>
                    <a:cxn ang="0">
                      <a:pos x="23" y="196"/>
                    </a:cxn>
                    <a:cxn ang="0">
                      <a:pos x="27" y="213"/>
                    </a:cxn>
                    <a:cxn ang="0">
                      <a:pos x="30" y="213"/>
                    </a:cxn>
                    <a:cxn ang="0">
                      <a:pos x="35" y="218"/>
                    </a:cxn>
                    <a:cxn ang="0">
                      <a:pos x="42" y="221"/>
                    </a:cxn>
                    <a:cxn ang="0">
                      <a:pos x="54" y="224"/>
                    </a:cxn>
                    <a:cxn ang="0">
                      <a:pos x="80" y="218"/>
                    </a:cxn>
                    <a:cxn ang="0">
                      <a:pos x="86" y="212"/>
                    </a:cxn>
                    <a:cxn ang="0">
                      <a:pos x="100" y="213"/>
                    </a:cxn>
                    <a:cxn ang="0">
                      <a:pos x="125" y="214"/>
                    </a:cxn>
                    <a:cxn ang="0">
                      <a:pos x="138" y="213"/>
                    </a:cxn>
                    <a:cxn ang="0">
                      <a:pos x="139" y="207"/>
                    </a:cxn>
                    <a:cxn ang="0">
                      <a:pos x="161" y="203"/>
                    </a:cxn>
                    <a:cxn ang="0">
                      <a:pos x="195" y="167"/>
                    </a:cxn>
                    <a:cxn ang="0">
                      <a:pos x="224" y="124"/>
                    </a:cxn>
                    <a:cxn ang="0">
                      <a:pos x="246" y="80"/>
                    </a:cxn>
                    <a:cxn ang="0">
                      <a:pos x="233" y="64"/>
                    </a:cxn>
                    <a:cxn ang="0">
                      <a:pos x="226" y="10"/>
                    </a:cxn>
                    <a:cxn ang="0">
                      <a:pos x="216" y="4"/>
                    </a:cxn>
                    <a:cxn ang="0">
                      <a:pos x="196" y="0"/>
                    </a:cxn>
                    <a:cxn ang="0">
                      <a:pos x="175" y="13"/>
                    </a:cxn>
                    <a:cxn ang="0">
                      <a:pos x="157" y="30"/>
                    </a:cxn>
                    <a:cxn ang="0">
                      <a:pos x="141" y="48"/>
                    </a:cxn>
                    <a:cxn ang="0">
                      <a:pos x="124" y="62"/>
                    </a:cxn>
                    <a:cxn ang="0">
                      <a:pos x="102" y="58"/>
                    </a:cxn>
                    <a:cxn ang="0">
                      <a:pos x="76" y="81"/>
                    </a:cxn>
                    <a:cxn ang="0">
                      <a:pos x="63" y="78"/>
                    </a:cxn>
                    <a:cxn ang="0">
                      <a:pos x="64" y="61"/>
                    </a:cxn>
                    <a:cxn ang="0">
                      <a:pos x="51" y="64"/>
                    </a:cxn>
                    <a:cxn ang="0">
                      <a:pos x="51" y="111"/>
                    </a:cxn>
                  </a:cxnLst>
                  <a:rect l="0" t="0" r="r" b="b"/>
                  <a:pathLst>
                    <a:path w="246" h="224">
                      <a:moveTo>
                        <a:pt x="38" y="119"/>
                      </a:moveTo>
                      <a:lnTo>
                        <a:pt x="19" y="119"/>
                      </a:lnTo>
                      <a:lnTo>
                        <a:pt x="16" y="116"/>
                      </a:lnTo>
                      <a:lnTo>
                        <a:pt x="16" y="112"/>
                      </a:lnTo>
                      <a:lnTo>
                        <a:pt x="8" y="107"/>
                      </a:lnTo>
                      <a:lnTo>
                        <a:pt x="5" y="107"/>
                      </a:lnTo>
                      <a:lnTo>
                        <a:pt x="2" y="113"/>
                      </a:lnTo>
                      <a:lnTo>
                        <a:pt x="0" y="113"/>
                      </a:lnTo>
                      <a:lnTo>
                        <a:pt x="14" y="149"/>
                      </a:lnTo>
                      <a:lnTo>
                        <a:pt x="26" y="172"/>
                      </a:lnTo>
                      <a:lnTo>
                        <a:pt x="27" y="183"/>
                      </a:lnTo>
                      <a:lnTo>
                        <a:pt x="24" y="188"/>
                      </a:lnTo>
                      <a:lnTo>
                        <a:pt x="22" y="187"/>
                      </a:lnTo>
                      <a:lnTo>
                        <a:pt x="20" y="192"/>
                      </a:lnTo>
                      <a:lnTo>
                        <a:pt x="23" y="193"/>
                      </a:lnTo>
                      <a:lnTo>
                        <a:pt x="23" y="196"/>
                      </a:lnTo>
                      <a:lnTo>
                        <a:pt x="29" y="205"/>
                      </a:lnTo>
                      <a:lnTo>
                        <a:pt x="27" y="213"/>
                      </a:lnTo>
                      <a:lnTo>
                        <a:pt x="30" y="218"/>
                      </a:lnTo>
                      <a:lnTo>
                        <a:pt x="30" y="213"/>
                      </a:lnTo>
                      <a:lnTo>
                        <a:pt x="35" y="213"/>
                      </a:lnTo>
                      <a:lnTo>
                        <a:pt x="35" y="218"/>
                      </a:lnTo>
                      <a:lnTo>
                        <a:pt x="41" y="218"/>
                      </a:lnTo>
                      <a:lnTo>
                        <a:pt x="42" y="221"/>
                      </a:lnTo>
                      <a:lnTo>
                        <a:pt x="45" y="224"/>
                      </a:lnTo>
                      <a:lnTo>
                        <a:pt x="54" y="224"/>
                      </a:lnTo>
                      <a:lnTo>
                        <a:pt x="58" y="220"/>
                      </a:lnTo>
                      <a:lnTo>
                        <a:pt x="80" y="218"/>
                      </a:lnTo>
                      <a:lnTo>
                        <a:pt x="81" y="215"/>
                      </a:lnTo>
                      <a:lnTo>
                        <a:pt x="86" y="212"/>
                      </a:lnTo>
                      <a:lnTo>
                        <a:pt x="91" y="212"/>
                      </a:lnTo>
                      <a:lnTo>
                        <a:pt x="100" y="213"/>
                      </a:lnTo>
                      <a:lnTo>
                        <a:pt x="107" y="210"/>
                      </a:lnTo>
                      <a:lnTo>
                        <a:pt x="125" y="214"/>
                      </a:lnTo>
                      <a:lnTo>
                        <a:pt x="127" y="212"/>
                      </a:lnTo>
                      <a:lnTo>
                        <a:pt x="138" y="213"/>
                      </a:lnTo>
                      <a:lnTo>
                        <a:pt x="138" y="208"/>
                      </a:lnTo>
                      <a:lnTo>
                        <a:pt x="139" y="207"/>
                      </a:lnTo>
                      <a:lnTo>
                        <a:pt x="155" y="205"/>
                      </a:lnTo>
                      <a:lnTo>
                        <a:pt x="161" y="203"/>
                      </a:lnTo>
                      <a:lnTo>
                        <a:pt x="181" y="185"/>
                      </a:lnTo>
                      <a:lnTo>
                        <a:pt x="195" y="167"/>
                      </a:lnTo>
                      <a:lnTo>
                        <a:pt x="205" y="159"/>
                      </a:lnTo>
                      <a:lnTo>
                        <a:pt x="224" y="124"/>
                      </a:lnTo>
                      <a:lnTo>
                        <a:pt x="239" y="110"/>
                      </a:lnTo>
                      <a:lnTo>
                        <a:pt x="246" y="80"/>
                      </a:lnTo>
                      <a:lnTo>
                        <a:pt x="235" y="80"/>
                      </a:lnTo>
                      <a:lnTo>
                        <a:pt x="233" y="64"/>
                      </a:lnTo>
                      <a:lnTo>
                        <a:pt x="232" y="37"/>
                      </a:lnTo>
                      <a:lnTo>
                        <a:pt x="226" y="10"/>
                      </a:lnTo>
                      <a:lnTo>
                        <a:pt x="220" y="5"/>
                      </a:lnTo>
                      <a:lnTo>
                        <a:pt x="216" y="4"/>
                      </a:lnTo>
                      <a:lnTo>
                        <a:pt x="205" y="3"/>
                      </a:lnTo>
                      <a:lnTo>
                        <a:pt x="196" y="0"/>
                      </a:lnTo>
                      <a:lnTo>
                        <a:pt x="193" y="2"/>
                      </a:lnTo>
                      <a:lnTo>
                        <a:pt x="175" y="13"/>
                      </a:lnTo>
                      <a:lnTo>
                        <a:pt x="166" y="20"/>
                      </a:lnTo>
                      <a:lnTo>
                        <a:pt x="157" y="30"/>
                      </a:lnTo>
                      <a:lnTo>
                        <a:pt x="152" y="37"/>
                      </a:lnTo>
                      <a:lnTo>
                        <a:pt x="141" y="48"/>
                      </a:lnTo>
                      <a:lnTo>
                        <a:pt x="136" y="59"/>
                      </a:lnTo>
                      <a:lnTo>
                        <a:pt x="124" y="62"/>
                      </a:lnTo>
                      <a:lnTo>
                        <a:pt x="110" y="57"/>
                      </a:lnTo>
                      <a:lnTo>
                        <a:pt x="102" y="58"/>
                      </a:lnTo>
                      <a:lnTo>
                        <a:pt x="86" y="79"/>
                      </a:lnTo>
                      <a:lnTo>
                        <a:pt x="76" y="81"/>
                      </a:lnTo>
                      <a:lnTo>
                        <a:pt x="63" y="79"/>
                      </a:lnTo>
                      <a:lnTo>
                        <a:pt x="63" y="78"/>
                      </a:lnTo>
                      <a:lnTo>
                        <a:pt x="66" y="68"/>
                      </a:lnTo>
                      <a:lnTo>
                        <a:pt x="64" y="61"/>
                      </a:lnTo>
                      <a:lnTo>
                        <a:pt x="51" y="46"/>
                      </a:lnTo>
                      <a:lnTo>
                        <a:pt x="51" y="64"/>
                      </a:lnTo>
                      <a:lnTo>
                        <a:pt x="51" y="84"/>
                      </a:lnTo>
                      <a:lnTo>
                        <a:pt x="51" y="111"/>
                      </a:lnTo>
                      <a:lnTo>
                        <a:pt x="38" y="119"/>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1" name="Freeform 323">
                  <a:extLst>
                    <a:ext uri="{FF2B5EF4-FFF2-40B4-BE49-F238E27FC236}">
                      <a16:creationId xmlns:a16="http://schemas.microsoft.com/office/drawing/2014/main" id="{020205B7-099B-2BD6-092B-593401E0898F}"/>
                    </a:ext>
                  </a:extLst>
                </p:cNvPr>
                <p:cNvSpPr>
                  <a:spLocks/>
                </p:cNvSpPr>
                <p:nvPr/>
              </p:nvSpPr>
              <p:spPr bwMode="gray">
                <a:xfrm>
                  <a:off x="4785865" y="4434407"/>
                  <a:ext cx="821103" cy="723683"/>
                </a:xfrm>
                <a:custGeom>
                  <a:avLst/>
                  <a:gdLst/>
                  <a:ahLst/>
                  <a:cxnLst>
                    <a:cxn ang="0">
                      <a:pos x="86" y="137"/>
                    </a:cxn>
                    <a:cxn ang="0">
                      <a:pos x="94" y="132"/>
                    </a:cxn>
                    <a:cxn ang="0">
                      <a:pos x="100" y="129"/>
                    </a:cxn>
                    <a:cxn ang="0">
                      <a:pos x="116" y="117"/>
                    </a:cxn>
                    <a:cxn ang="0">
                      <a:pos x="124" y="117"/>
                    </a:cxn>
                    <a:cxn ang="0">
                      <a:pos x="133" y="105"/>
                    </a:cxn>
                    <a:cxn ang="0">
                      <a:pos x="158" y="96"/>
                    </a:cxn>
                    <a:cxn ang="0">
                      <a:pos x="165" y="91"/>
                    </a:cxn>
                    <a:cxn ang="0">
                      <a:pos x="166" y="79"/>
                    </a:cxn>
                    <a:cxn ang="0">
                      <a:pos x="173" y="68"/>
                    </a:cxn>
                    <a:cxn ang="0">
                      <a:pos x="171" y="52"/>
                    </a:cxn>
                    <a:cxn ang="0">
                      <a:pos x="177" y="39"/>
                    </a:cxn>
                    <a:cxn ang="0">
                      <a:pos x="169" y="23"/>
                    </a:cxn>
                    <a:cxn ang="0">
                      <a:pos x="166" y="19"/>
                    </a:cxn>
                    <a:cxn ang="0">
                      <a:pos x="142" y="7"/>
                    </a:cxn>
                    <a:cxn ang="0">
                      <a:pos x="136" y="9"/>
                    </a:cxn>
                    <a:cxn ang="0">
                      <a:pos x="129" y="0"/>
                    </a:cxn>
                    <a:cxn ang="0">
                      <a:pos x="106" y="7"/>
                    </a:cxn>
                    <a:cxn ang="0">
                      <a:pos x="104" y="13"/>
                    </a:cxn>
                    <a:cxn ang="0">
                      <a:pos x="104" y="27"/>
                    </a:cxn>
                    <a:cxn ang="0">
                      <a:pos x="99" y="56"/>
                    </a:cxn>
                    <a:cxn ang="0">
                      <a:pos x="116" y="63"/>
                    </a:cxn>
                    <a:cxn ang="0">
                      <a:pos x="112" y="78"/>
                    </a:cxn>
                    <a:cxn ang="0">
                      <a:pos x="104" y="77"/>
                    </a:cxn>
                    <a:cxn ang="0">
                      <a:pos x="92" y="64"/>
                    </a:cxn>
                    <a:cxn ang="0">
                      <a:pos x="77" y="56"/>
                    </a:cxn>
                    <a:cxn ang="0">
                      <a:pos x="52" y="52"/>
                    </a:cxn>
                    <a:cxn ang="0">
                      <a:pos x="38" y="48"/>
                    </a:cxn>
                    <a:cxn ang="0">
                      <a:pos x="31" y="42"/>
                    </a:cxn>
                    <a:cxn ang="0">
                      <a:pos x="29" y="72"/>
                    </a:cxn>
                    <a:cxn ang="0">
                      <a:pos x="22" y="75"/>
                    </a:cxn>
                    <a:cxn ang="0">
                      <a:pos x="0" y="75"/>
                    </a:cxn>
                    <a:cxn ang="0">
                      <a:pos x="0" y="99"/>
                    </a:cxn>
                    <a:cxn ang="0">
                      <a:pos x="0" y="132"/>
                    </a:cxn>
                    <a:cxn ang="0">
                      <a:pos x="33" y="145"/>
                    </a:cxn>
                    <a:cxn ang="0">
                      <a:pos x="48" y="153"/>
                    </a:cxn>
                    <a:cxn ang="0">
                      <a:pos x="67" y="154"/>
                    </a:cxn>
                    <a:cxn ang="0">
                      <a:pos x="73" y="155"/>
                    </a:cxn>
                  </a:cxnLst>
                  <a:rect l="0" t="0" r="r" b="b"/>
                  <a:pathLst>
                    <a:path w="177" h="156">
                      <a:moveTo>
                        <a:pt x="74" y="153"/>
                      </a:moveTo>
                      <a:lnTo>
                        <a:pt x="86" y="137"/>
                      </a:lnTo>
                      <a:lnTo>
                        <a:pt x="90" y="137"/>
                      </a:lnTo>
                      <a:lnTo>
                        <a:pt x="94" y="132"/>
                      </a:lnTo>
                      <a:lnTo>
                        <a:pt x="100" y="132"/>
                      </a:lnTo>
                      <a:lnTo>
                        <a:pt x="100" y="129"/>
                      </a:lnTo>
                      <a:lnTo>
                        <a:pt x="102" y="123"/>
                      </a:lnTo>
                      <a:lnTo>
                        <a:pt x="116" y="117"/>
                      </a:lnTo>
                      <a:lnTo>
                        <a:pt x="121" y="118"/>
                      </a:lnTo>
                      <a:lnTo>
                        <a:pt x="124" y="117"/>
                      </a:lnTo>
                      <a:lnTo>
                        <a:pt x="121" y="108"/>
                      </a:lnTo>
                      <a:lnTo>
                        <a:pt x="133" y="105"/>
                      </a:lnTo>
                      <a:lnTo>
                        <a:pt x="144" y="100"/>
                      </a:lnTo>
                      <a:lnTo>
                        <a:pt x="158" y="96"/>
                      </a:lnTo>
                      <a:lnTo>
                        <a:pt x="168" y="91"/>
                      </a:lnTo>
                      <a:lnTo>
                        <a:pt x="165" y="91"/>
                      </a:lnTo>
                      <a:lnTo>
                        <a:pt x="162" y="86"/>
                      </a:lnTo>
                      <a:lnTo>
                        <a:pt x="166" y="79"/>
                      </a:lnTo>
                      <a:lnTo>
                        <a:pt x="167" y="70"/>
                      </a:lnTo>
                      <a:lnTo>
                        <a:pt x="173" y="68"/>
                      </a:lnTo>
                      <a:lnTo>
                        <a:pt x="171" y="63"/>
                      </a:lnTo>
                      <a:lnTo>
                        <a:pt x="171" y="52"/>
                      </a:lnTo>
                      <a:lnTo>
                        <a:pt x="172" y="42"/>
                      </a:lnTo>
                      <a:lnTo>
                        <a:pt x="177" y="39"/>
                      </a:lnTo>
                      <a:lnTo>
                        <a:pt x="171" y="25"/>
                      </a:lnTo>
                      <a:lnTo>
                        <a:pt x="169" y="23"/>
                      </a:lnTo>
                      <a:lnTo>
                        <a:pt x="166" y="23"/>
                      </a:lnTo>
                      <a:lnTo>
                        <a:pt x="166" y="19"/>
                      </a:lnTo>
                      <a:lnTo>
                        <a:pt x="148" y="12"/>
                      </a:lnTo>
                      <a:lnTo>
                        <a:pt x="142" y="7"/>
                      </a:lnTo>
                      <a:lnTo>
                        <a:pt x="138" y="7"/>
                      </a:lnTo>
                      <a:lnTo>
                        <a:pt x="136" y="9"/>
                      </a:lnTo>
                      <a:lnTo>
                        <a:pt x="130" y="7"/>
                      </a:lnTo>
                      <a:lnTo>
                        <a:pt x="129" y="0"/>
                      </a:lnTo>
                      <a:lnTo>
                        <a:pt x="109" y="4"/>
                      </a:lnTo>
                      <a:lnTo>
                        <a:pt x="106" y="7"/>
                      </a:lnTo>
                      <a:lnTo>
                        <a:pt x="106" y="10"/>
                      </a:lnTo>
                      <a:lnTo>
                        <a:pt x="104" y="13"/>
                      </a:lnTo>
                      <a:lnTo>
                        <a:pt x="104" y="18"/>
                      </a:lnTo>
                      <a:lnTo>
                        <a:pt x="104" y="27"/>
                      </a:lnTo>
                      <a:lnTo>
                        <a:pt x="104" y="35"/>
                      </a:lnTo>
                      <a:lnTo>
                        <a:pt x="99" y="56"/>
                      </a:lnTo>
                      <a:lnTo>
                        <a:pt x="105" y="63"/>
                      </a:lnTo>
                      <a:lnTo>
                        <a:pt x="116" y="63"/>
                      </a:lnTo>
                      <a:lnTo>
                        <a:pt x="117" y="80"/>
                      </a:lnTo>
                      <a:lnTo>
                        <a:pt x="112" y="78"/>
                      </a:lnTo>
                      <a:lnTo>
                        <a:pt x="109" y="78"/>
                      </a:lnTo>
                      <a:lnTo>
                        <a:pt x="104" y="77"/>
                      </a:lnTo>
                      <a:lnTo>
                        <a:pt x="97" y="72"/>
                      </a:lnTo>
                      <a:lnTo>
                        <a:pt x="92" y="64"/>
                      </a:lnTo>
                      <a:lnTo>
                        <a:pt x="83" y="61"/>
                      </a:lnTo>
                      <a:lnTo>
                        <a:pt x="77" y="56"/>
                      </a:lnTo>
                      <a:lnTo>
                        <a:pt x="63" y="58"/>
                      </a:lnTo>
                      <a:lnTo>
                        <a:pt x="52" y="52"/>
                      </a:lnTo>
                      <a:lnTo>
                        <a:pt x="48" y="46"/>
                      </a:lnTo>
                      <a:lnTo>
                        <a:pt x="38" y="48"/>
                      </a:lnTo>
                      <a:lnTo>
                        <a:pt x="35" y="41"/>
                      </a:lnTo>
                      <a:lnTo>
                        <a:pt x="31" y="42"/>
                      </a:lnTo>
                      <a:lnTo>
                        <a:pt x="33" y="43"/>
                      </a:lnTo>
                      <a:lnTo>
                        <a:pt x="29" y="72"/>
                      </a:lnTo>
                      <a:lnTo>
                        <a:pt x="34" y="75"/>
                      </a:lnTo>
                      <a:lnTo>
                        <a:pt x="22" y="75"/>
                      </a:lnTo>
                      <a:lnTo>
                        <a:pt x="11" y="75"/>
                      </a:lnTo>
                      <a:lnTo>
                        <a:pt x="0" y="75"/>
                      </a:lnTo>
                      <a:lnTo>
                        <a:pt x="0" y="86"/>
                      </a:lnTo>
                      <a:lnTo>
                        <a:pt x="0" y="99"/>
                      </a:lnTo>
                      <a:lnTo>
                        <a:pt x="0" y="115"/>
                      </a:lnTo>
                      <a:lnTo>
                        <a:pt x="0" y="132"/>
                      </a:lnTo>
                      <a:lnTo>
                        <a:pt x="18" y="149"/>
                      </a:lnTo>
                      <a:lnTo>
                        <a:pt x="33" y="145"/>
                      </a:lnTo>
                      <a:lnTo>
                        <a:pt x="42" y="148"/>
                      </a:lnTo>
                      <a:lnTo>
                        <a:pt x="48" y="153"/>
                      </a:lnTo>
                      <a:lnTo>
                        <a:pt x="59" y="154"/>
                      </a:lnTo>
                      <a:lnTo>
                        <a:pt x="67" y="154"/>
                      </a:lnTo>
                      <a:lnTo>
                        <a:pt x="69" y="156"/>
                      </a:lnTo>
                      <a:lnTo>
                        <a:pt x="73" y="155"/>
                      </a:lnTo>
                      <a:lnTo>
                        <a:pt x="74" y="153"/>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2" name="Freeform 331">
                  <a:extLst>
                    <a:ext uri="{FF2B5EF4-FFF2-40B4-BE49-F238E27FC236}">
                      <a16:creationId xmlns:a16="http://schemas.microsoft.com/office/drawing/2014/main" id="{F5E907CD-A545-9492-BDAE-5447DE7A361F}"/>
                    </a:ext>
                  </a:extLst>
                </p:cNvPr>
                <p:cNvSpPr>
                  <a:spLocks/>
                </p:cNvSpPr>
                <p:nvPr/>
              </p:nvSpPr>
              <p:spPr bwMode="gray">
                <a:xfrm>
                  <a:off x="5347182" y="4596773"/>
                  <a:ext cx="742238" cy="1233972"/>
                </a:xfrm>
                <a:custGeom>
                  <a:avLst/>
                  <a:gdLst/>
                  <a:ahLst/>
                  <a:cxnLst>
                    <a:cxn ang="0">
                      <a:pos x="70" y="32"/>
                    </a:cxn>
                    <a:cxn ang="0">
                      <a:pos x="85" y="18"/>
                    </a:cxn>
                    <a:cxn ang="0">
                      <a:pos x="96" y="21"/>
                    </a:cxn>
                    <a:cxn ang="0">
                      <a:pos x="115" y="18"/>
                    </a:cxn>
                    <a:cxn ang="0">
                      <a:pos x="126" y="12"/>
                    </a:cxn>
                    <a:cxn ang="0">
                      <a:pos x="134" y="15"/>
                    </a:cxn>
                    <a:cxn ang="0">
                      <a:pos x="157" y="2"/>
                    </a:cxn>
                    <a:cxn ang="0">
                      <a:pos x="158" y="2"/>
                    </a:cxn>
                    <a:cxn ang="0">
                      <a:pos x="160" y="10"/>
                    </a:cxn>
                    <a:cxn ang="0">
                      <a:pos x="157" y="38"/>
                    </a:cxn>
                    <a:cxn ang="0">
                      <a:pos x="156" y="42"/>
                    </a:cxn>
                    <a:cxn ang="0">
                      <a:pos x="158" y="60"/>
                    </a:cxn>
                    <a:cxn ang="0">
                      <a:pos x="158" y="64"/>
                    </a:cxn>
                    <a:cxn ang="0">
                      <a:pos x="160" y="67"/>
                    </a:cxn>
                    <a:cxn ang="0">
                      <a:pos x="157" y="76"/>
                    </a:cxn>
                    <a:cxn ang="0">
                      <a:pos x="148" y="91"/>
                    </a:cxn>
                    <a:cxn ang="0">
                      <a:pos x="145" y="94"/>
                    </a:cxn>
                    <a:cxn ang="0">
                      <a:pos x="135" y="102"/>
                    </a:cxn>
                    <a:cxn ang="0">
                      <a:pos x="122" y="108"/>
                    </a:cxn>
                    <a:cxn ang="0">
                      <a:pos x="102" y="120"/>
                    </a:cxn>
                    <a:cxn ang="0">
                      <a:pos x="97" y="125"/>
                    </a:cxn>
                    <a:cxn ang="0">
                      <a:pos x="92" y="135"/>
                    </a:cxn>
                    <a:cxn ang="0">
                      <a:pos x="90" y="131"/>
                    </a:cxn>
                    <a:cxn ang="0">
                      <a:pos x="72" y="151"/>
                    </a:cxn>
                    <a:cxn ang="0">
                      <a:pos x="69" y="163"/>
                    </a:cxn>
                    <a:cxn ang="0">
                      <a:pos x="75" y="169"/>
                    </a:cxn>
                    <a:cxn ang="0">
                      <a:pos x="81" y="189"/>
                    </a:cxn>
                    <a:cxn ang="0">
                      <a:pos x="81" y="206"/>
                    </a:cxn>
                    <a:cxn ang="0">
                      <a:pos x="78" y="222"/>
                    </a:cxn>
                    <a:cxn ang="0">
                      <a:pos x="79" y="222"/>
                    </a:cxn>
                    <a:cxn ang="0">
                      <a:pos x="70" y="234"/>
                    </a:cxn>
                    <a:cxn ang="0">
                      <a:pos x="41" y="247"/>
                    </a:cxn>
                    <a:cxn ang="0">
                      <a:pos x="40" y="259"/>
                    </a:cxn>
                    <a:cxn ang="0">
                      <a:pos x="42" y="266"/>
                    </a:cxn>
                    <a:cxn ang="0">
                      <a:pos x="29" y="250"/>
                    </a:cxn>
                    <a:cxn ang="0">
                      <a:pos x="22" y="196"/>
                    </a:cxn>
                    <a:cxn ang="0">
                      <a:pos x="31" y="182"/>
                    </a:cxn>
                    <a:cxn ang="0">
                      <a:pos x="40" y="136"/>
                    </a:cxn>
                    <a:cxn ang="0">
                      <a:pos x="44" y="112"/>
                    </a:cxn>
                    <a:cxn ang="0">
                      <a:pos x="39" y="96"/>
                    </a:cxn>
                    <a:cxn ang="0">
                      <a:pos x="3" y="87"/>
                    </a:cxn>
                    <a:cxn ang="0">
                      <a:pos x="0" y="73"/>
                    </a:cxn>
                    <a:cxn ang="0">
                      <a:pos x="23" y="65"/>
                    </a:cxn>
                    <a:cxn ang="0">
                      <a:pos x="47" y="56"/>
                    </a:cxn>
                    <a:cxn ang="0">
                      <a:pos x="65" y="64"/>
                    </a:cxn>
                    <a:cxn ang="0">
                      <a:pos x="69" y="77"/>
                    </a:cxn>
                    <a:cxn ang="0">
                      <a:pos x="66" y="92"/>
                    </a:cxn>
                    <a:cxn ang="0">
                      <a:pos x="76" y="105"/>
                    </a:cxn>
                    <a:cxn ang="0">
                      <a:pos x="79" y="100"/>
                    </a:cxn>
                    <a:cxn ang="0">
                      <a:pos x="79" y="92"/>
                    </a:cxn>
                    <a:cxn ang="0">
                      <a:pos x="89" y="80"/>
                    </a:cxn>
                    <a:cxn ang="0">
                      <a:pos x="89" y="71"/>
                    </a:cxn>
                    <a:cxn ang="0">
                      <a:pos x="73" y="49"/>
                    </a:cxn>
                  </a:cxnLst>
                  <a:rect l="0" t="0" r="r" b="b"/>
                  <a:pathLst>
                    <a:path w="160" h="266">
                      <a:moveTo>
                        <a:pt x="73" y="49"/>
                      </a:moveTo>
                      <a:lnTo>
                        <a:pt x="70" y="32"/>
                      </a:lnTo>
                      <a:lnTo>
                        <a:pt x="75" y="18"/>
                      </a:lnTo>
                      <a:lnTo>
                        <a:pt x="85" y="18"/>
                      </a:lnTo>
                      <a:lnTo>
                        <a:pt x="90" y="17"/>
                      </a:lnTo>
                      <a:lnTo>
                        <a:pt x="96" y="21"/>
                      </a:lnTo>
                      <a:lnTo>
                        <a:pt x="104" y="18"/>
                      </a:lnTo>
                      <a:lnTo>
                        <a:pt x="115" y="18"/>
                      </a:lnTo>
                      <a:lnTo>
                        <a:pt x="119" y="13"/>
                      </a:lnTo>
                      <a:lnTo>
                        <a:pt x="126" y="12"/>
                      </a:lnTo>
                      <a:lnTo>
                        <a:pt x="129" y="15"/>
                      </a:lnTo>
                      <a:lnTo>
                        <a:pt x="134" y="15"/>
                      </a:lnTo>
                      <a:lnTo>
                        <a:pt x="150" y="8"/>
                      </a:lnTo>
                      <a:lnTo>
                        <a:pt x="157" y="2"/>
                      </a:lnTo>
                      <a:lnTo>
                        <a:pt x="157" y="0"/>
                      </a:lnTo>
                      <a:lnTo>
                        <a:pt x="158" y="2"/>
                      </a:lnTo>
                      <a:lnTo>
                        <a:pt x="160" y="4"/>
                      </a:lnTo>
                      <a:lnTo>
                        <a:pt x="160" y="10"/>
                      </a:lnTo>
                      <a:lnTo>
                        <a:pt x="154" y="22"/>
                      </a:lnTo>
                      <a:lnTo>
                        <a:pt x="157" y="38"/>
                      </a:lnTo>
                      <a:lnTo>
                        <a:pt x="154" y="39"/>
                      </a:lnTo>
                      <a:lnTo>
                        <a:pt x="156" y="42"/>
                      </a:lnTo>
                      <a:lnTo>
                        <a:pt x="156" y="60"/>
                      </a:lnTo>
                      <a:lnTo>
                        <a:pt x="158" y="60"/>
                      </a:lnTo>
                      <a:lnTo>
                        <a:pt x="159" y="61"/>
                      </a:lnTo>
                      <a:lnTo>
                        <a:pt x="158" y="64"/>
                      </a:lnTo>
                      <a:lnTo>
                        <a:pt x="160" y="65"/>
                      </a:lnTo>
                      <a:lnTo>
                        <a:pt x="160" y="67"/>
                      </a:lnTo>
                      <a:lnTo>
                        <a:pt x="156" y="76"/>
                      </a:lnTo>
                      <a:lnTo>
                        <a:pt x="157" y="76"/>
                      </a:lnTo>
                      <a:lnTo>
                        <a:pt x="157" y="81"/>
                      </a:lnTo>
                      <a:lnTo>
                        <a:pt x="148" y="91"/>
                      </a:lnTo>
                      <a:lnTo>
                        <a:pt x="144" y="93"/>
                      </a:lnTo>
                      <a:lnTo>
                        <a:pt x="145" y="94"/>
                      </a:lnTo>
                      <a:lnTo>
                        <a:pt x="145" y="97"/>
                      </a:lnTo>
                      <a:lnTo>
                        <a:pt x="135" y="102"/>
                      </a:lnTo>
                      <a:lnTo>
                        <a:pt x="134" y="105"/>
                      </a:lnTo>
                      <a:lnTo>
                        <a:pt x="122" y="108"/>
                      </a:lnTo>
                      <a:lnTo>
                        <a:pt x="110" y="114"/>
                      </a:lnTo>
                      <a:lnTo>
                        <a:pt x="102" y="120"/>
                      </a:lnTo>
                      <a:lnTo>
                        <a:pt x="102" y="123"/>
                      </a:lnTo>
                      <a:lnTo>
                        <a:pt x="97" y="125"/>
                      </a:lnTo>
                      <a:lnTo>
                        <a:pt x="98" y="126"/>
                      </a:lnTo>
                      <a:lnTo>
                        <a:pt x="92" y="135"/>
                      </a:lnTo>
                      <a:lnTo>
                        <a:pt x="91" y="135"/>
                      </a:lnTo>
                      <a:lnTo>
                        <a:pt x="90" y="131"/>
                      </a:lnTo>
                      <a:lnTo>
                        <a:pt x="88" y="136"/>
                      </a:lnTo>
                      <a:lnTo>
                        <a:pt x="72" y="151"/>
                      </a:lnTo>
                      <a:lnTo>
                        <a:pt x="70" y="152"/>
                      </a:lnTo>
                      <a:lnTo>
                        <a:pt x="69" y="163"/>
                      </a:lnTo>
                      <a:lnTo>
                        <a:pt x="73" y="168"/>
                      </a:lnTo>
                      <a:lnTo>
                        <a:pt x="75" y="169"/>
                      </a:lnTo>
                      <a:lnTo>
                        <a:pt x="79" y="190"/>
                      </a:lnTo>
                      <a:lnTo>
                        <a:pt x="81" y="189"/>
                      </a:lnTo>
                      <a:lnTo>
                        <a:pt x="82" y="190"/>
                      </a:lnTo>
                      <a:lnTo>
                        <a:pt x="81" y="206"/>
                      </a:lnTo>
                      <a:lnTo>
                        <a:pt x="77" y="220"/>
                      </a:lnTo>
                      <a:lnTo>
                        <a:pt x="78" y="222"/>
                      </a:lnTo>
                      <a:lnTo>
                        <a:pt x="81" y="217"/>
                      </a:lnTo>
                      <a:lnTo>
                        <a:pt x="79" y="222"/>
                      </a:lnTo>
                      <a:lnTo>
                        <a:pt x="75" y="231"/>
                      </a:lnTo>
                      <a:lnTo>
                        <a:pt x="70" y="234"/>
                      </a:lnTo>
                      <a:lnTo>
                        <a:pt x="53" y="240"/>
                      </a:lnTo>
                      <a:lnTo>
                        <a:pt x="41" y="247"/>
                      </a:lnTo>
                      <a:lnTo>
                        <a:pt x="37" y="254"/>
                      </a:lnTo>
                      <a:lnTo>
                        <a:pt x="40" y="259"/>
                      </a:lnTo>
                      <a:lnTo>
                        <a:pt x="42" y="255"/>
                      </a:lnTo>
                      <a:lnTo>
                        <a:pt x="42" y="266"/>
                      </a:lnTo>
                      <a:lnTo>
                        <a:pt x="31" y="266"/>
                      </a:lnTo>
                      <a:lnTo>
                        <a:pt x="29" y="250"/>
                      </a:lnTo>
                      <a:lnTo>
                        <a:pt x="28" y="223"/>
                      </a:lnTo>
                      <a:lnTo>
                        <a:pt x="22" y="196"/>
                      </a:lnTo>
                      <a:lnTo>
                        <a:pt x="23" y="189"/>
                      </a:lnTo>
                      <a:lnTo>
                        <a:pt x="31" y="182"/>
                      </a:lnTo>
                      <a:lnTo>
                        <a:pt x="42" y="153"/>
                      </a:lnTo>
                      <a:lnTo>
                        <a:pt x="40" y="136"/>
                      </a:lnTo>
                      <a:lnTo>
                        <a:pt x="44" y="125"/>
                      </a:lnTo>
                      <a:lnTo>
                        <a:pt x="44" y="112"/>
                      </a:lnTo>
                      <a:lnTo>
                        <a:pt x="41" y="98"/>
                      </a:lnTo>
                      <a:lnTo>
                        <a:pt x="39" y="96"/>
                      </a:lnTo>
                      <a:lnTo>
                        <a:pt x="19" y="88"/>
                      </a:lnTo>
                      <a:lnTo>
                        <a:pt x="3" y="87"/>
                      </a:lnTo>
                      <a:lnTo>
                        <a:pt x="3" y="82"/>
                      </a:lnTo>
                      <a:lnTo>
                        <a:pt x="0" y="73"/>
                      </a:lnTo>
                      <a:lnTo>
                        <a:pt x="12" y="70"/>
                      </a:lnTo>
                      <a:lnTo>
                        <a:pt x="23" y="65"/>
                      </a:lnTo>
                      <a:lnTo>
                        <a:pt x="37" y="61"/>
                      </a:lnTo>
                      <a:lnTo>
                        <a:pt x="47" y="56"/>
                      </a:lnTo>
                      <a:lnTo>
                        <a:pt x="54" y="65"/>
                      </a:lnTo>
                      <a:lnTo>
                        <a:pt x="65" y="64"/>
                      </a:lnTo>
                      <a:lnTo>
                        <a:pt x="67" y="66"/>
                      </a:lnTo>
                      <a:lnTo>
                        <a:pt x="69" y="77"/>
                      </a:lnTo>
                      <a:lnTo>
                        <a:pt x="65" y="87"/>
                      </a:lnTo>
                      <a:lnTo>
                        <a:pt x="66" y="92"/>
                      </a:lnTo>
                      <a:lnTo>
                        <a:pt x="77" y="102"/>
                      </a:lnTo>
                      <a:lnTo>
                        <a:pt x="76" y="105"/>
                      </a:lnTo>
                      <a:lnTo>
                        <a:pt x="79" y="105"/>
                      </a:lnTo>
                      <a:lnTo>
                        <a:pt x="79" y="100"/>
                      </a:lnTo>
                      <a:lnTo>
                        <a:pt x="78" y="97"/>
                      </a:lnTo>
                      <a:lnTo>
                        <a:pt x="79" y="92"/>
                      </a:lnTo>
                      <a:lnTo>
                        <a:pt x="88" y="88"/>
                      </a:lnTo>
                      <a:lnTo>
                        <a:pt x="89" y="80"/>
                      </a:lnTo>
                      <a:lnTo>
                        <a:pt x="88" y="76"/>
                      </a:lnTo>
                      <a:lnTo>
                        <a:pt x="89" y="71"/>
                      </a:lnTo>
                      <a:lnTo>
                        <a:pt x="87" y="65"/>
                      </a:lnTo>
                      <a:lnTo>
                        <a:pt x="73" y="49"/>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3" name="Freeform 332">
                  <a:extLst>
                    <a:ext uri="{FF2B5EF4-FFF2-40B4-BE49-F238E27FC236}">
                      <a16:creationId xmlns:a16="http://schemas.microsoft.com/office/drawing/2014/main" id="{D577C2A5-F85B-79C2-76A4-D999053B0B2C}"/>
                    </a:ext>
                  </a:extLst>
                </p:cNvPr>
                <p:cNvSpPr>
                  <a:spLocks/>
                </p:cNvSpPr>
                <p:nvPr/>
              </p:nvSpPr>
              <p:spPr bwMode="gray">
                <a:xfrm>
                  <a:off x="5537382" y="4522549"/>
                  <a:ext cx="222672" cy="561319"/>
                </a:xfrm>
                <a:custGeom>
                  <a:avLst/>
                  <a:gdLst/>
                  <a:ahLst/>
                  <a:cxnLst>
                    <a:cxn ang="0">
                      <a:pos x="32" y="65"/>
                    </a:cxn>
                    <a:cxn ang="0">
                      <a:pos x="32" y="69"/>
                    </a:cxn>
                    <a:cxn ang="0">
                      <a:pos x="35" y="70"/>
                    </a:cxn>
                    <a:cxn ang="0">
                      <a:pos x="37" y="78"/>
                    </a:cxn>
                    <a:cxn ang="0">
                      <a:pos x="32" y="74"/>
                    </a:cxn>
                    <a:cxn ang="0">
                      <a:pos x="30" y="76"/>
                    </a:cxn>
                    <a:cxn ang="0">
                      <a:pos x="28" y="75"/>
                    </a:cxn>
                    <a:cxn ang="0">
                      <a:pos x="28" y="69"/>
                    </a:cxn>
                    <a:cxn ang="0">
                      <a:pos x="24" y="65"/>
                    </a:cxn>
                    <a:cxn ang="0">
                      <a:pos x="22" y="53"/>
                    </a:cxn>
                    <a:cxn ang="0">
                      <a:pos x="18" y="47"/>
                    </a:cxn>
                    <a:cxn ang="0">
                      <a:pos x="23" y="37"/>
                    </a:cxn>
                    <a:cxn ang="0">
                      <a:pos x="23" y="16"/>
                    </a:cxn>
                    <a:cxn ang="0">
                      <a:pos x="17" y="8"/>
                    </a:cxn>
                    <a:cxn ang="0">
                      <a:pos x="18" y="5"/>
                    </a:cxn>
                    <a:cxn ang="0">
                      <a:pos x="16" y="2"/>
                    </a:cxn>
                    <a:cxn ang="0">
                      <a:pos x="11" y="4"/>
                    </a:cxn>
                    <a:cxn ang="0">
                      <a:pos x="4" y="0"/>
                    </a:cxn>
                    <a:cxn ang="0">
                      <a:pos x="4" y="4"/>
                    </a:cxn>
                    <a:cxn ang="0">
                      <a:pos x="7" y="4"/>
                    </a:cxn>
                    <a:cxn ang="0">
                      <a:pos x="9" y="6"/>
                    </a:cxn>
                    <a:cxn ang="0">
                      <a:pos x="15" y="20"/>
                    </a:cxn>
                    <a:cxn ang="0">
                      <a:pos x="10" y="23"/>
                    </a:cxn>
                    <a:cxn ang="0">
                      <a:pos x="9" y="33"/>
                    </a:cxn>
                    <a:cxn ang="0">
                      <a:pos x="9" y="44"/>
                    </a:cxn>
                    <a:cxn ang="0">
                      <a:pos x="11" y="49"/>
                    </a:cxn>
                    <a:cxn ang="0">
                      <a:pos x="5" y="51"/>
                    </a:cxn>
                    <a:cxn ang="0">
                      <a:pos x="4" y="60"/>
                    </a:cxn>
                    <a:cxn ang="0">
                      <a:pos x="0" y="67"/>
                    </a:cxn>
                    <a:cxn ang="0">
                      <a:pos x="3" y="72"/>
                    </a:cxn>
                    <a:cxn ang="0">
                      <a:pos x="6" y="72"/>
                    </a:cxn>
                    <a:cxn ang="0">
                      <a:pos x="13" y="81"/>
                    </a:cxn>
                    <a:cxn ang="0">
                      <a:pos x="24" y="80"/>
                    </a:cxn>
                    <a:cxn ang="0">
                      <a:pos x="26" y="82"/>
                    </a:cxn>
                    <a:cxn ang="0">
                      <a:pos x="28" y="93"/>
                    </a:cxn>
                    <a:cxn ang="0">
                      <a:pos x="24" y="103"/>
                    </a:cxn>
                    <a:cxn ang="0">
                      <a:pos x="25" y="108"/>
                    </a:cxn>
                    <a:cxn ang="0">
                      <a:pos x="36" y="118"/>
                    </a:cxn>
                    <a:cxn ang="0">
                      <a:pos x="35" y="121"/>
                    </a:cxn>
                    <a:cxn ang="0">
                      <a:pos x="38" y="121"/>
                    </a:cxn>
                    <a:cxn ang="0">
                      <a:pos x="38" y="116"/>
                    </a:cxn>
                    <a:cxn ang="0">
                      <a:pos x="37" y="113"/>
                    </a:cxn>
                    <a:cxn ang="0">
                      <a:pos x="38" y="108"/>
                    </a:cxn>
                    <a:cxn ang="0">
                      <a:pos x="47" y="104"/>
                    </a:cxn>
                    <a:cxn ang="0">
                      <a:pos x="48" y="96"/>
                    </a:cxn>
                    <a:cxn ang="0">
                      <a:pos x="47" y="92"/>
                    </a:cxn>
                    <a:cxn ang="0">
                      <a:pos x="48" y="87"/>
                    </a:cxn>
                    <a:cxn ang="0">
                      <a:pos x="46" y="81"/>
                    </a:cxn>
                    <a:cxn ang="0">
                      <a:pos x="32" y="65"/>
                    </a:cxn>
                  </a:cxnLst>
                  <a:rect l="0" t="0" r="r" b="b"/>
                  <a:pathLst>
                    <a:path w="48" h="121">
                      <a:moveTo>
                        <a:pt x="32" y="65"/>
                      </a:moveTo>
                      <a:lnTo>
                        <a:pt x="32" y="69"/>
                      </a:lnTo>
                      <a:lnTo>
                        <a:pt x="35" y="70"/>
                      </a:lnTo>
                      <a:lnTo>
                        <a:pt x="37" y="78"/>
                      </a:lnTo>
                      <a:lnTo>
                        <a:pt x="32" y="74"/>
                      </a:lnTo>
                      <a:lnTo>
                        <a:pt x="30" y="76"/>
                      </a:lnTo>
                      <a:lnTo>
                        <a:pt x="28" y="75"/>
                      </a:lnTo>
                      <a:lnTo>
                        <a:pt x="28" y="69"/>
                      </a:lnTo>
                      <a:lnTo>
                        <a:pt x="24" y="65"/>
                      </a:lnTo>
                      <a:lnTo>
                        <a:pt x="22" y="53"/>
                      </a:lnTo>
                      <a:lnTo>
                        <a:pt x="18" y="47"/>
                      </a:lnTo>
                      <a:lnTo>
                        <a:pt x="23" y="37"/>
                      </a:lnTo>
                      <a:lnTo>
                        <a:pt x="23" y="16"/>
                      </a:lnTo>
                      <a:lnTo>
                        <a:pt x="17" y="8"/>
                      </a:lnTo>
                      <a:lnTo>
                        <a:pt x="18" y="5"/>
                      </a:lnTo>
                      <a:lnTo>
                        <a:pt x="16" y="2"/>
                      </a:lnTo>
                      <a:lnTo>
                        <a:pt x="11" y="4"/>
                      </a:lnTo>
                      <a:lnTo>
                        <a:pt x="4" y="0"/>
                      </a:lnTo>
                      <a:lnTo>
                        <a:pt x="4" y="4"/>
                      </a:lnTo>
                      <a:lnTo>
                        <a:pt x="7" y="4"/>
                      </a:lnTo>
                      <a:lnTo>
                        <a:pt x="9" y="6"/>
                      </a:lnTo>
                      <a:lnTo>
                        <a:pt x="15" y="20"/>
                      </a:lnTo>
                      <a:lnTo>
                        <a:pt x="10" y="23"/>
                      </a:lnTo>
                      <a:lnTo>
                        <a:pt x="9" y="33"/>
                      </a:lnTo>
                      <a:lnTo>
                        <a:pt x="9" y="44"/>
                      </a:lnTo>
                      <a:lnTo>
                        <a:pt x="11" y="49"/>
                      </a:lnTo>
                      <a:lnTo>
                        <a:pt x="5" y="51"/>
                      </a:lnTo>
                      <a:lnTo>
                        <a:pt x="4" y="60"/>
                      </a:lnTo>
                      <a:lnTo>
                        <a:pt x="0" y="67"/>
                      </a:lnTo>
                      <a:lnTo>
                        <a:pt x="3" y="72"/>
                      </a:lnTo>
                      <a:lnTo>
                        <a:pt x="6" y="72"/>
                      </a:lnTo>
                      <a:lnTo>
                        <a:pt x="13" y="81"/>
                      </a:lnTo>
                      <a:lnTo>
                        <a:pt x="24" y="80"/>
                      </a:lnTo>
                      <a:lnTo>
                        <a:pt x="26" y="82"/>
                      </a:lnTo>
                      <a:lnTo>
                        <a:pt x="28" y="93"/>
                      </a:lnTo>
                      <a:lnTo>
                        <a:pt x="24" y="103"/>
                      </a:lnTo>
                      <a:lnTo>
                        <a:pt x="25" y="108"/>
                      </a:lnTo>
                      <a:lnTo>
                        <a:pt x="36" y="118"/>
                      </a:lnTo>
                      <a:lnTo>
                        <a:pt x="35" y="121"/>
                      </a:lnTo>
                      <a:lnTo>
                        <a:pt x="38" y="121"/>
                      </a:lnTo>
                      <a:lnTo>
                        <a:pt x="38" y="116"/>
                      </a:lnTo>
                      <a:lnTo>
                        <a:pt x="37" y="113"/>
                      </a:lnTo>
                      <a:lnTo>
                        <a:pt x="38" y="108"/>
                      </a:lnTo>
                      <a:lnTo>
                        <a:pt x="47" y="104"/>
                      </a:lnTo>
                      <a:lnTo>
                        <a:pt x="48" y="96"/>
                      </a:lnTo>
                      <a:lnTo>
                        <a:pt x="47" y="92"/>
                      </a:lnTo>
                      <a:lnTo>
                        <a:pt x="48" y="87"/>
                      </a:lnTo>
                      <a:lnTo>
                        <a:pt x="46" y="81"/>
                      </a:lnTo>
                      <a:lnTo>
                        <a:pt x="32" y="65"/>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4" name="Freeform 333">
                  <a:extLst>
                    <a:ext uri="{FF2B5EF4-FFF2-40B4-BE49-F238E27FC236}">
                      <a16:creationId xmlns:a16="http://schemas.microsoft.com/office/drawing/2014/main" id="{FD013A6F-C7A8-D0DB-B554-9D3AFD455610}"/>
                    </a:ext>
                  </a:extLst>
                </p:cNvPr>
                <p:cNvSpPr>
                  <a:spLocks/>
                </p:cNvSpPr>
                <p:nvPr/>
              </p:nvSpPr>
              <p:spPr bwMode="gray">
                <a:xfrm>
                  <a:off x="5620883" y="3520527"/>
                  <a:ext cx="552042" cy="658736"/>
                </a:xfrm>
                <a:custGeom>
                  <a:avLst/>
                  <a:gdLst/>
                  <a:ahLst/>
                  <a:cxnLst>
                    <a:cxn ang="0">
                      <a:pos x="5" y="86"/>
                    </a:cxn>
                    <a:cxn ang="0">
                      <a:pos x="3" y="83"/>
                    </a:cxn>
                    <a:cxn ang="0">
                      <a:pos x="5" y="80"/>
                    </a:cxn>
                    <a:cxn ang="0">
                      <a:pos x="7" y="80"/>
                    </a:cxn>
                    <a:cxn ang="0">
                      <a:pos x="10" y="77"/>
                    </a:cxn>
                    <a:cxn ang="0">
                      <a:pos x="13" y="76"/>
                    </a:cxn>
                    <a:cxn ang="0">
                      <a:pos x="13" y="75"/>
                    </a:cxn>
                    <a:cxn ang="0">
                      <a:pos x="10" y="75"/>
                    </a:cxn>
                    <a:cxn ang="0">
                      <a:pos x="7" y="75"/>
                    </a:cxn>
                    <a:cxn ang="0">
                      <a:pos x="5" y="76"/>
                    </a:cxn>
                    <a:cxn ang="0">
                      <a:pos x="4" y="76"/>
                    </a:cxn>
                    <a:cxn ang="0">
                      <a:pos x="3" y="73"/>
                    </a:cxn>
                    <a:cxn ang="0">
                      <a:pos x="1" y="71"/>
                    </a:cxn>
                    <a:cxn ang="0">
                      <a:pos x="1" y="67"/>
                    </a:cxn>
                    <a:cxn ang="0">
                      <a:pos x="1" y="67"/>
                    </a:cxn>
                    <a:cxn ang="0">
                      <a:pos x="16" y="48"/>
                    </a:cxn>
                    <a:cxn ang="0">
                      <a:pos x="16" y="38"/>
                    </a:cxn>
                    <a:cxn ang="0">
                      <a:pos x="16" y="28"/>
                    </a:cxn>
                    <a:cxn ang="0">
                      <a:pos x="8" y="23"/>
                    </a:cxn>
                    <a:cxn ang="0">
                      <a:pos x="6" y="10"/>
                    </a:cxn>
                    <a:cxn ang="0">
                      <a:pos x="0" y="8"/>
                    </a:cxn>
                    <a:cxn ang="0">
                      <a:pos x="8" y="0"/>
                    </a:cxn>
                    <a:cxn ang="0">
                      <a:pos x="29" y="0"/>
                    </a:cxn>
                    <a:cxn ang="0">
                      <a:pos x="41" y="1"/>
                    </a:cxn>
                    <a:cxn ang="0">
                      <a:pos x="58" y="13"/>
                    </a:cxn>
                    <a:cxn ang="0">
                      <a:pos x="75" y="17"/>
                    </a:cxn>
                    <a:cxn ang="0">
                      <a:pos x="81" y="17"/>
                    </a:cxn>
                    <a:cxn ang="0">
                      <a:pos x="88" y="13"/>
                    </a:cxn>
                    <a:cxn ang="0">
                      <a:pos x="92" y="8"/>
                    </a:cxn>
                    <a:cxn ang="0">
                      <a:pos x="102" y="6"/>
                    </a:cxn>
                    <a:cxn ang="0">
                      <a:pos x="112" y="11"/>
                    </a:cxn>
                    <a:cxn ang="0">
                      <a:pos x="119" y="11"/>
                    </a:cxn>
                    <a:cxn ang="0">
                      <a:pos x="113" y="21"/>
                    </a:cxn>
                    <a:cxn ang="0">
                      <a:pos x="106" y="28"/>
                    </a:cxn>
                    <a:cxn ang="0">
                      <a:pos x="106" y="42"/>
                    </a:cxn>
                    <a:cxn ang="0">
                      <a:pos x="106" y="56"/>
                    </a:cxn>
                    <a:cxn ang="0">
                      <a:pos x="106" y="70"/>
                    </a:cxn>
                    <a:cxn ang="0">
                      <a:pos x="106" y="85"/>
                    </a:cxn>
                    <a:cxn ang="0">
                      <a:pos x="114" y="96"/>
                    </a:cxn>
                    <a:cxn ang="0">
                      <a:pos x="111" y="100"/>
                    </a:cxn>
                    <a:cxn ang="0">
                      <a:pos x="107" y="102"/>
                    </a:cxn>
                    <a:cxn ang="0">
                      <a:pos x="104" y="108"/>
                    </a:cxn>
                    <a:cxn ang="0">
                      <a:pos x="99" y="110"/>
                    </a:cxn>
                    <a:cxn ang="0">
                      <a:pos x="97" y="113"/>
                    </a:cxn>
                    <a:cxn ang="0">
                      <a:pos x="86" y="137"/>
                    </a:cxn>
                    <a:cxn ang="0">
                      <a:pos x="81" y="142"/>
                    </a:cxn>
                    <a:cxn ang="0">
                      <a:pos x="61" y="129"/>
                    </a:cxn>
                    <a:cxn ang="0">
                      <a:pos x="57" y="116"/>
                    </a:cxn>
                    <a:cxn ang="0">
                      <a:pos x="5" y="86"/>
                    </a:cxn>
                    <a:cxn ang="0">
                      <a:pos x="5" y="86"/>
                    </a:cxn>
                  </a:cxnLst>
                  <a:rect l="0" t="0" r="r" b="b"/>
                  <a:pathLst>
                    <a:path w="119" h="142">
                      <a:moveTo>
                        <a:pt x="5" y="86"/>
                      </a:moveTo>
                      <a:lnTo>
                        <a:pt x="3" y="83"/>
                      </a:lnTo>
                      <a:lnTo>
                        <a:pt x="5" y="80"/>
                      </a:lnTo>
                      <a:lnTo>
                        <a:pt x="7" y="80"/>
                      </a:lnTo>
                      <a:lnTo>
                        <a:pt x="10" y="77"/>
                      </a:lnTo>
                      <a:lnTo>
                        <a:pt x="13" y="76"/>
                      </a:lnTo>
                      <a:lnTo>
                        <a:pt x="13" y="75"/>
                      </a:lnTo>
                      <a:lnTo>
                        <a:pt x="10" y="75"/>
                      </a:lnTo>
                      <a:lnTo>
                        <a:pt x="7" y="75"/>
                      </a:lnTo>
                      <a:lnTo>
                        <a:pt x="5" y="76"/>
                      </a:lnTo>
                      <a:lnTo>
                        <a:pt x="4" y="76"/>
                      </a:lnTo>
                      <a:lnTo>
                        <a:pt x="3" y="73"/>
                      </a:lnTo>
                      <a:lnTo>
                        <a:pt x="1" y="71"/>
                      </a:lnTo>
                      <a:lnTo>
                        <a:pt x="1" y="67"/>
                      </a:lnTo>
                      <a:lnTo>
                        <a:pt x="1" y="67"/>
                      </a:lnTo>
                      <a:lnTo>
                        <a:pt x="16" y="48"/>
                      </a:lnTo>
                      <a:lnTo>
                        <a:pt x="16" y="38"/>
                      </a:lnTo>
                      <a:lnTo>
                        <a:pt x="16" y="28"/>
                      </a:lnTo>
                      <a:lnTo>
                        <a:pt x="8" y="23"/>
                      </a:lnTo>
                      <a:lnTo>
                        <a:pt x="6" y="10"/>
                      </a:lnTo>
                      <a:lnTo>
                        <a:pt x="0" y="8"/>
                      </a:lnTo>
                      <a:lnTo>
                        <a:pt x="8" y="0"/>
                      </a:lnTo>
                      <a:lnTo>
                        <a:pt x="29" y="0"/>
                      </a:lnTo>
                      <a:lnTo>
                        <a:pt x="41" y="1"/>
                      </a:lnTo>
                      <a:lnTo>
                        <a:pt x="58" y="13"/>
                      </a:lnTo>
                      <a:lnTo>
                        <a:pt x="75" y="17"/>
                      </a:lnTo>
                      <a:lnTo>
                        <a:pt x="81" y="17"/>
                      </a:lnTo>
                      <a:lnTo>
                        <a:pt x="88" y="13"/>
                      </a:lnTo>
                      <a:lnTo>
                        <a:pt x="92" y="8"/>
                      </a:lnTo>
                      <a:lnTo>
                        <a:pt x="102" y="6"/>
                      </a:lnTo>
                      <a:lnTo>
                        <a:pt x="112" y="11"/>
                      </a:lnTo>
                      <a:lnTo>
                        <a:pt x="119" y="11"/>
                      </a:lnTo>
                      <a:lnTo>
                        <a:pt x="113" y="21"/>
                      </a:lnTo>
                      <a:lnTo>
                        <a:pt x="106" y="28"/>
                      </a:lnTo>
                      <a:lnTo>
                        <a:pt x="106" y="42"/>
                      </a:lnTo>
                      <a:lnTo>
                        <a:pt x="106" y="56"/>
                      </a:lnTo>
                      <a:lnTo>
                        <a:pt x="106" y="70"/>
                      </a:lnTo>
                      <a:lnTo>
                        <a:pt x="106" y="85"/>
                      </a:lnTo>
                      <a:lnTo>
                        <a:pt x="114" y="96"/>
                      </a:lnTo>
                      <a:lnTo>
                        <a:pt x="111" y="100"/>
                      </a:lnTo>
                      <a:lnTo>
                        <a:pt x="107" y="102"/>
                      </a:lnTo>
                      <a:lnTo>
                        <a:pt x="104" y="108"/>
                      </a:lnTo>
                      <a:lnTo>
                        <a:pt x="99" y="110"/>
                      </a:lnTo>
                      <a:lnTo>
                        <a:pt x="97" y="113"/>
                      </a:lnTo>
                      <a:lnTo>
                        <a:pt x="86" y="137"/>
                      </a:lnTo>
                      <a:lnTo>
                        <a:pt x="81" y="142"/>
                      </a:lnTo>
                      <a:lnTo>
                        <a:pt x="61" y="129"/>
                      </a:lnTo>
                      <a:lnTo>
                        <a:pt x="57" y="116"/>
                      </a:lnTo>
                      <a:lnTo>
                        <a:pt x="5" y="86"/>
                      </a:lnTo>
                      <a:lnTo>
                        <a:pt x="5" y="86"/>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5" name="Freeform 334">
                  <a:extLst>
                    <a:ext uri="{FF2B5EF4-FFF2-40B4-BE49-F238E27FC236}">
                      <a16:creationId xmlns:a16="http://schemas.microsoft.com/office/drawing/2014/main" id="{7AECA33A-E55A-7DF7-43A7-CB0F190D0189}"/>
                    </a:ext>
                  </a:extLst>
                </p:cNvPr>
                <p:cNvSpPr>
                  <a:spLocks/>
                </p:cNvSpPr>
                <p:nvPr/>
              </p:nvSpPr>
              <p:spPr bwMode="gray">
                <a:xfrm>
                  <a:off x="5323988" y="3919480"/>
                  <a:ext cx="751517" cy="774713"/>
                </a:xfrm>
                <a:custGeom>
                  <a:avLst/>
                  <a:gdLst/>
                  <a:ahLst/>
                  <a:cxnLst>
                    <a:cxn ang="0">
                      <a:pos x="14" y="98"/>
                    </a:cxn>
                    <a:cxn ang="0">
                      <a:pos x="8" y="87"/>
                    </a:cxn>
                    <a:cxn ang="0">
                      <a:pos x="1" y="80"/>
                    </a:cxn>
                    <a:cxn ang="0">
                      <a:pos x="2" y="65"/>
                    </a:cxn>
                    <a:cxn ang="0">
                      <a:pos x="0" y="53"/>
                    </a:cxn>
                    <a:cxn ang="0">
                      <a:pos x="18" y="34"/>
                    </a:cxn>
                    <a:cxn ang="0">
                      <a:pos x="13" y="27"/>
                    </a:cxn>
                    <a:cxn ang="0">
                      <a:pos x="19" y="14"/>
                    </a:cxn>
                    <a:cxn ang="0">
                      <a:pos x="32" y="0"/>
                    </a:cxn>
                    <a:cxn ang="0">
                      <a:pos x="32" y="7"/>
                    </a:cxn>
                    <a:cxn ang="0">
                      <a:pos x="31" y="16"/>
                    </a:cxn>
                    <a:cxn ang="0">
                      <a:pos x="32" y="24"/>
                    </a:cxn>
                    <a:cxn ang="0">
                      <a:pos x="36" y="26"/>
                    </a:cxn>
                    <a:cxn ang="0">
                      <a:pos x="38" y="24"/>
                    </a:cxn>
                    <a:cxn ang="0">
                      <a:pos x="39" y="19"/>
                    </a:cxn>
                    <a:cxn ang="0">
                      <a:pos x="43" y="23"/>
                    </a:cxn>
                    <a:cxn ang="0">
                      <a:pos x="46" y="23"/>
                    </a:cxn>
                    <a:cxn ang="0">
                      <a:pos x="49" y="29"/>
                    </a:cxn>
                    <a:cxn ang="0">
                      <a:pos x="50" y="26"/>
                    </a:cxn>
                    <a:cxn ang="0">
                      <a:pos x="52" y="23"/>
                    </a:cxn>
                    <a:cxn ang="0">
                      <a:pos x="56" y="23"/>
                    </a:cxn>
                    <a:cxn ang="0">
                      <a:pos x="62" y="19"/>
                    </a:cxn>
                    <a:cxn ang="0">
                      <a:pos x="61" y="17"/>
                    </a:cxn>
                    <a:cxn ang="0">
                      <a:pos x="55" y="17"/>
                    </a:cxn>
                    <a:cxn ang="0">
                      <a:pos x="58" y="14"/>
                    </a:cxn>
                    <a:cxn ang="0">
                      <a:pos x="58" y="12"/>
                    </a:cxn>
                    <a:cxn ang="0">
                      <a:pos x="61" y="11"/>
                    </a:cxn>
                    <a:cxn ang="0">
                      <a:pos x="62" y="8"/>
                    </a:cxn>
                    <a:cxn ang="0">
                      <a:pos x="64" y="5"/>
                    </a:cxn>
                    <a:cxn ang="0">
                      <a:pos x="65" y="5"/>
                    </a:cxn>
                    <a:cxn ang="0">
                      <a:pos x="65" y="1"/>
                    </a:cxn>
                    <a:cxn ang="0">
                      <a:pos x="69" y="0"/>
                    </a:cxn>
                    <a:cxn ang="0">
                      <a:pos x="125" y="43"/>
                    </a:cxn>
                    <a:cxn ang="0">
                      <a:pos x="138" y="78"/>
                    </a:cxn>
                    <a:cxn ang="0">
                      <a:pos x="149" y="94"/>
                    </a:cxn>
                    <a:cxn ang="0">
                      <a:pos x="147" y="107"/>
                    </a:cxn>
                    <a:cxn ang="0">
                      <a:pos x="145" y="111"/>
                    </a:cxn>
                    <a:cxn ang="0">
                      <a:pos x="149" y="120"/>
                    </a:cxn>
                    <a:cxn ang="0">
                      <a:pos x="151" y="127"/>
                    </a:cxn>
                    <a:cxn ang="0">
                      <a:pos x="162" y="146"/>
                    </a:cxn>
                    <a:cxn ang="0">
                      <a:pos x="155" y="154"/>
                    </a:cxn>
                    <a:cxn ang="0">
                      <a:pos x="134" y="161"/>
                    </a:cxn>
                    <a:cxn ang="0">
                      <a:pos x="124" y="159"/>
                    </a:cxn>
                    <a:cxn ang="0">
                      <a:pos x="109" y="164"/>
                    </a:cxn>
                    <a:cxn ang="0">
                      <a:pos x="95" y="163"/>
                    </a:cxn>
                    <a:cxn ang="0">
                      <a:pos x="80" y="164"/>
                    </a:cxn>
                    <a:cxn ang="0">
                      <a:pos x="72" y="140"/>
                    </a:cxn>
                    <a:cxn ang="0">
                      <a:pos x="65" y="132"/>
                    </a:cxn>
                    <a:cxn ang="0">
                      <a:pos x="62" y="132"/>
                    </a:cxn>
                    <a:cxn ang="0">
                      <a:pos x="50" y="130"/>
                    </a:cxn>
                    <a:cxn ang="0">
                      <a:pos x="26" y="118"/>
                    </a:cxn>
                  </a:cxnLst>
                  <a:rect l="0" t="0" r="r" b="b"/>
                  <a:pathLst>
                    <a:path w="162" h="167">
                      <a:moveTo>
                        <a:pt x="22" y="118"/>
                      </a:moveTo>
                      <a:lnTo>
                        <a:pt x="14" y="98"/>
                      </a:lnTo>
                      <a:lnTo>
                        <a:pt x="13" y="92"/>
                      </a:lnTo>
                      <a:lnTo>
                        <a:pt x="8" y="87"/>
                      </a:lnTo>
                      <a:lnTo>
                        <a:pt x="2" y="83"/>
                      </a:lnTo>
                      <a:lnTo>
                        <a:pt x="1" y="80"/>
                      </a:lnTo>
                      <a:lnTo>
                        <a:pt x="3" y="76"/>
                      </a:lnTo>
                      <a:lnTo>
                        <a:pt x="2" y="65"/>
                      </a:lnTo>
                      <a:lnTo>
                        <a:pt x="0" y="62"/>
                      </a:lnTo>
                      <a:lnTo>
                        <a:pt x="0" y="53"/>
                      </a:lnTo>
                      <a:lnTo>
                        <a:pt x="8" y="50"/>
                      </a:lnTo>
                      <a:lnTo>
                        <a:pt x="18" y="34"/>
                      </a:lnTo>
                      <a:lnTo>
                        <a:pt x="17" y="29"/>
                      </a:lnTo>
                      <a:lnTo>
                        <a:pt x="13" y="27"/>
                      </a:lnTo>
                      <a:lnTo>
                        <a:pt x="15" y="21"/>
                      </a:lnTo>
                      <a:lnTo>
                        <a:pt x="19" y="14"/>
                      </a:lnTo>
                      <a:lnTo>
                        <a:pt x="12" y="0"/>
                      </a:lnTo>
                      <a:lnTo>
                        <a:pt x="32" y="0"/>
                      </a:lnTo>
                      <a:lnTo>
                        <a:pt x="32" y="1"/>
                      </a:lnTo>
                      <a:lnTo>
                        <a:pt x="32" y="7"/>
                      </a:lnTo>
                      <a:lnTo>
                        <a:pt x="31" y="11"/>
                      </a:lnTo>
                      <a:lnTo>
                        <a:pt x="31" y="16"/>
                      </a:lnTo>
                      <a:lnTo>
                        <a:pt x="32" y="23"/>
                      </a:lnTo>
                      <a:lnTo>
                        <a:pt x="32" y="24"/>
                      </a:lnTo>
                      <a:lnTo>
                        <a:pt x="33" y="27"/>
                      </a:lnTo>
                      <a:lnTo>
                        <a:pt x="36" y="26"/>
                      </a:lnTo>
                      <a:lnTo>
                        <a:pt x="37" y="24"/>
                      </a:lnTo>
                      <a:lnTo>
                        <a:pt x="38" y="24"/>
                      </a:lnTo>
                      <a:lnTo>
                        <a:pt x="38" y="22"/>
                      </a:lnTo>
                      <a:lnTo>
                        <a:pt x="39" y="19"/>
                      </a:lnTo>
                      <a:lnTo>
                        <a:pt x="40" y="21"/>
                      </a:lnTo>
                      <a:lnTo>
                        <a:pt x="43" y="23"/>
                      </a:lnTo>
                      <a:lnTo>
                        <a:pt x="45" y="24"/>
                      </a:lnTo>
                      <a:lnTo>
                        <a:pt x="46" y="23"/>
                      </a:lnTo>
                      <a:lnTo>
                        <a:pt x="47" y="24"/>
                      </a:lnTo>
                      <a:lnTo>
                        <a:pt x="49" y="29"/>
                      </a:lnTo>
                      <a:lnTo>
                        <a:pt x="50" y="28"/>
                      </a:lnTo>
                      <a:lnTo>
                        <a:pt x="50" y="26"/>
                      </a:lnTo>
                      <a:lnTo>
                        <a:pt x="51" y="23"/>
                      </a:lnTo>
                      <a:lnTo>
                        <a:pt x="52" y="23"/>
                      </a:lnTo>
                      <a:lnTo>
                        <a:pt x="55" y="23"/>
                      </a:lnTo>
                      <a:lnTo>
                        <a:pt x="56" y="23"/>
                      </a:lnTo>
                      <a:lnTo>
                        <a:pt x="58" y="22"/>
                      </a:lnTo>
                      <a:lnTo>
                        <a:pt x="62" y="19"/>
                      </a:lnTo>
                      <a:lnTo>
                        <a:pt x="62" y="18"/>
                      </a:lnTo>
                      <a:lnTo>
                        <a:pt x="61" y="17"/>
                      </a:lnTo>
                      <a:lnTo>
                        <a:pt x="57" y="18"/>
                      </a:lnTo>
                      <a:lnTo>
                        <a:pt x="55" y="17"/>
                      </a:lnTo>
                      <a:lnTo>
                        <a:pt x="56" y="16"/>
                      </a:lnTo>
                      <a:lnTo>
                        <a:pt x="58" y="14"/>
                      </a:lnTo>
                      <a:lnTo>
                        <a:pt x="57" y="13"/>
                      </a:lnTo>
                      <a:lnTo>
                        <a:pt x="58" y="12"/>
                      </a:lnTo>
                      <a:lnTo>
                        <a:pt x="59" y="12"/>
                      </a:lnTo>
                      <a:lnTo>
                        <a:pt x="61" y="11"/>
                      </a:lnTo>
                      <a:lnTo>
                        <a:pt x="62" y="10"/>
                      </a:lnTo>
                      <a:lnTo>
                        <a:pt x="62" y="8"/>
                      </a:lnTo>
                      <a:lnTo>
                        <a:pt x="63" y="7"/>
                      </a:lnTo>
                      <a:lnTo>
                        <a:pt x="64" y="5"/>
                      </a:lnTo>
                      <a:lnTo>
                        <a:pt x="65" y="5"/>
                      </a:lnTo>
                      <a:lnTo>
                        <a:pt x="65" y="5"/>
                      </a:lnTo>
                      <a:lnTo>
                        <a:pt x="65" y="2"/>
                      </a:lnTo>
                      <a:lnTo>
                        <a:pt x="65" y="1"/>
                      </a:lnTo>
                      <a:lnTo>
                        <a:pt x="69" y="0"/>
                      </a:lnTo>
                      <a:lnTo>
                        <a:pt x="69" y="0"/>
                      </a:lnTo>
                      <a:lnTo>
                        <a:pt x="121" y="30"/>
                      </a:lnTo>
                      <a:lnTo>
                        <a:pt x="125" y="43"/>
                      </a:lnTo>
                      <a:lnTo>
                        <a:pt x="145" y="56"/>
                      </a:lnTo>
                      <a:lnTo>
                        <a:pt x="138" y="78"/>
                      </a:lnTo>
                      <a:lnTo>
                        <a:pt x="138" y="82"/>
                      </a:lnTo>
                      <a:lnTo>
                        <a:pt x="149" y="94"/>
                      </a:lnTo>
                      <a:lnTo>
                        <a:pt x="146" y="103"/>
                      </a:lnTo>
                      <a:lnTo>
                        <a:pt x="147" y="107"/>
                      </a:lnTo>
                      <a:lnTo>
                        <a:pt x="147" y="110"/>
                      </a:lnTo>
                      <a:lnTo>
                        <a:pt x="145" y="111"/>
                      </a:lnTo>
                      <a:lnTo>
                        <a:pt x="145" y="113"/>
                      </a:lnTo>
                      <a:lnTo>
                        <a:pt x="149" y="120"/>
                      </a:lnTo>
                      <a:lnTo>
                        <a:pt x="147" y="123"/>
                      </a:lnTo>
                      <a:lnTo>
                        <a:pt x="151" y="127"/>
                      </a:lnTo>
                      <a:lnTo>
                        <a:pt x="153" y="140"/>
                      </a:lnTo>
                      <a:lnTo>
                        <a:pt x="162" y="146"/>
                      </a:lnTo>
                      <a:lnTo>
                        <a:pt x="162" y="148"/>
                      </a:lnTo>
                      <a:lnTo>
                        <a:pt x="155" y="154"/>
                      </a:lnTo>
                      <a:lnTo>
                        <a:pt x="139" y="161"/>
                      </a:lnTo>
                      <a:lnTo>
                        <a:pt x="134" y="161"/>
                      </a:lnTo>
                      <a:lnTo>
                        <a:pt x="131" y="158"/>
                      </a:lnTo>
                      <a:lnTo>
                        <a:pt x="124" y="159"/>
                      </a:lnTo>
                      <a:lnTo>
                        <a:pt x="120" y="164"/>
                      </a:lnTo>
                      <a:lnTo>
                        <a:pt x="109" y="164"/>
                      </a:lnTo>
                      <a:lnTo>
                        <a:pt x="101" y="167"/>
                      </a:lnTo>
                      <a:lnTo>
                        <a:pt x="95" y="163"/>
                      </a:lnTo>
                      <a:lnTo>
                        <a:pt x="90" y="164"/>
                      </a:lnTo>
                      <a:lnTo>
                        <a:pt x="80" y="164"/>
                      </a:lnTo>
                      <a:lnTo>
                        <a:pt x="75" y="157"/>
                      </a:lnTo>
                      <a:lnTo>
                        <a:pt x="72" y="140"/>
                      </a:lnTo>
                      <a:lnTo>
                        <a:pt x="68" y="134"/>
                      </a:lnTo>
                      <a:lnTo>
                        <a:pt x="65" y="132"/>
                      </a:lnTo>
                      <a:lnTo>
                        <a:pt x="64" y="135"/>
                      </a:lnTo>
                      <a:lnTo>
                        <a:pt x="62" y="132"/>
                      </a:lnTo>
                      <a:lnTo>
                        <a:pt x="57" y="134"/>
                      </a:lnTo>
                      <a:lnTo>
                        <a:pt x="50" y="130"/>
                      </a:lnTo>
                      <a:lnTo>
                        <a:pt x="32" y="123"/>
                      </a:lnTo>
                      <a:lnTo>
                        <a:pt x="26" y="118"/>
                      </a:lnTo>
                      <a:lnTo>
                        <a:pt x="22" y="118"/>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6" name="Freeform 335">
                  <a:extLst>
                    <a:ext uri="{FF2B5EF4-FFF2-40B4-BE49-F238E27FC236}">
                      <a16:creationId xmlns:a16="http://schemas.microsoft.com/office/drawing/2014/main" id="{626DBF17-5925-F607-051C-4C453DE54E58}"/>
                    </a:ext>
                  </a:extLst>
                </p:cNvPr>
                <p:cNvSpPr>
                  <a:spLocks/>
                </p:cNvSpPr>
                <p:nvPr/>
              </p:nvSpPr>
              <p:spPr bwMode="gray">
                <a:xfrm>
                  <a:off x="4057542" y="4267403"/>
                  <a:ext cx="886049" cy="890687"/>
                </a:xfrm>
                <a:custGeom>
                  <a:avLst/>
                  <a:gdLst/>
                  <a:ahLst/>
                  <a:cxnLst>
                    <a:cxn ang="0">
                      <a:pos x="85" y="180"/>
                    </a:cxn>
                    <a:cxn ang="0">
                      <a:pos x="51" y="180"/>
                    </a:cxn>
                    <a:cxn ang="0">
                      <a:pos x="26" y="174"/>
                    </a:cxn>
                    <a:cxn ang="0">
                      <a:pos x="17" y="174"/>
                    </a:cxn>
                    <a:cxn ang="0">
                      <a:pos x="7" y="176"/>
                    </a:cxn>
                    <a:cxn ang="0">
                      <a:pos x="0" y="169"/>
                    </a:cxn>
                    <a:cxn ang="0">
                      <a:pos x="3" y="158"/>
                    </a:cxn>
                    <a:cxn ang="0">
                      <a:pos x="7" y="146"/>
                    </a:cxn>
                    <a:cxn ang="0">
                      <a:pos x="16" y="116"/>
                    </a:cxn>
                    <a:cxn ang="0">
                      <a:pos x="19" y="109"/>
                    </a:cxn>
                    <a:cxn ang="0">
                      <a:pos x="30" y="99"/>
                    </a:cxn>
                    <a:cxn ang="0">
                      <a:pos x="32" y="81"/>
                    </a:cxn>
                    <a:cxn ang="0">
                      <a:pos x="32" y="73"/>
                    </a:cxn>
                    <a:cxn ang="0">
                      <a:pos x="23" y="52"/>
                    </a:cxn>
                    <a:cxn ang="0">
                      <a:pos x="25" y="38"/>
                    </a:cxn>
                    <a:cxn ang="0">
                      <a:pos x="11" y="6"/>
                    </a:cxn>
                    <a:cxn ang="0">
                      <a:pos x="37" y="0"/>
                    </a:cxn>
                    <a:cxn ang="0">
                      <a:pos x="60" y="0"/>
                    </a:cxn>
                    <a:cxn ang="0">
                      <a:pos x="76" y="3"/>
                    </a:cxn>
                    <a:cxn ang="0">
                      <a:pos x="90" y="34"/>
                    </a:cxn>
                    <a:cxn ang="0">
                      <a:pos x="106" y="33"/>
                    </a:cxn>
                    <a:cxn ang="0">
                      <a:pos x="121" y="18"/>
                    </a:cxn>
                    <a:cxn ang="0">
                      <a:pos x="138" y="22"/>
                    </a:cxn>
                    <a:cxn ang="0">
                      <a:pos x="154" y="25"/>
                    </a:cxn>
                    <a:cxn ang="0">
                      <a:pos x="155" y="56"/>
                    </a:cxn>
                    <a:cxn ang="0">
                      <a:pos x="156" y="82"/>
                    </a:cxn>
                    <a:cxn ang="0">
                      <a:pos x="165" y="79"/>
                    </a:cxn>
                    <a:cxn ang="0">
                      <a:pos x="185" y="79"/>
                    </a:cxn>
                    <a:cxn ang="0">
                      <a:pos x="190" y="79"/>
                    </a:cxn>
                    <a:cxn ang="0">
                      <a:pos x="191" y="111"/>
                    </a:cxn>
                    <a:cxn ang="0">
                      <a:pos x="168" y="111"/>
                    </a:cxn>
                    <a:cxn ang="0">
                      <a:pos x="157" y="124"/>
                    </a:cxn>
                    <a:cxn ang="0">
                      <a:pos x="157" y="151"/>
                    </a:cxn>
                    <a:cxn ang="0">
                      <a:pos x="175" y="185"/>
                    </a:cxn>
                    <a:cxn ang="0">
                      <a:pos x="128" y="187"/>
                    </a:cxn>
                    <a:cxn ang="0">
                      <a:pos x="107" y="186"/>
                    </a:cxn>
                  </a:cxnLst>
                  <a:rect l="0" t="0" r="r" b="b"/>
                  <a:pathLst>
                    <a:path w="191" h="192">
                      <a:moveTo>
                        <a:pt x="101" y="180"/>
                      </a:moveTo>
                      <a:lnTo>
                        <a:pt x="85" y="180"/>
                      </a:lnTo>
                      <a:lnTo>
                        <a:pt x="68" y="180"/>
                      </a:lnTo>
                      <a:lnTo>
                        <a:pt x="51" y="180"/>
                      </a:lnTo>
                      <a:lnTo>
                        <a:pt x="35" y="180"/>
                      </a:lnTo>
                      <a:lnTo>
                        <a:pt x="26" y="174"/>
                      </a:lnTo>
                      <a:lnTo>
                        <a:pt x="24" y="173"/>
                      </a:lnTo>
                      <a:lnTo>
                        <a:pt x="17" y="174"/>
                      </a:lnTo>
                      <a:lnTo>
                        <a:pt x="10" y="178"/>
                      </a:lnTo>
                      <a:lnTo>
                        <a:pt x="7" y="176"/>
                      </a:lnTo>
                      <a:lnTo>
                        <a:pt x="2" y="180"/>
                      </a:lnTo>
                      <a:lnTo>
                        <a:pt x="0" y="169"/>
                      </a:lnTo>
                      <a:lnTo>
                        <a:pt x="3" y="173"/>
                      </a:lnTo>
                      <a:lnTo>
                        <a:pt x="3" y="158"/>
                      </a:lnTo>
                      <a:lnTo>
                        <a:pt x="5" y="156"/>
                      </a:lnTo>
                      <a:lnTo>
                        <a:pt x="7" y="146"/>
                      </a:lnTo>
                      <a:lnTo>
                        <a:pt x="12" y="124"/>
                      </a:lnTo>
                      <a:lnTo>
                        <a:pt x="16" y="116"/>
                      </a:lnTo>
                      <a:lnTo>
                        <a:pt x="19" y="113"/>
                      </a:lnTo>
                      <a:lnTo>
                        <a:pt x="19" y="109"/>
                      </a:lnTo>
                      <a:lnTo>
                        <a:pt x="25" y="106"/>
                      </a:lnTo>
                      <a:lnTo>
                        <a:pt x="30" y="99"/>
                      </a:lnTo>
                      <a:lnTo>
                        <a:pt x="32" y="92"/>
                      </a:lnTo>
                      <a:lnTo>
                        <a:pt x="32" y="81"/>
                      </a:lnTo>
                      <a:lnTo>
                        <a:pt x="34" y="78"/>
                      </a:lnTo>
                      <a:lnTo>
                        <a:pt x="32" y="73"/>
                      </a:lnTo>
                      <a:lnTo>
                        <a:pt x="26" y="65"/>
                      </a:lnTo>
                      <a:lnTo>
                        <a:pt x="23" y="52"/>
                      </a:lnTo>
                      <a:lnTo>
                        <a:pt x="26" y="46"/>
                      </a:lnTo>
                      <a:lnTo>
                        <a:pt x="25" y="38"/>
                      </a:lnTo>
                      <a:lnTo>
                        <a:pt x="19" y="18"/>
                      </a:lnTo>
                      <a:lnTo>
                        <a:pt x="11" y="6"/>
                      </a:lnTo>
                      <a:lnTo>
                        <a:pt x="26" y="0"/>
                      </a:lnTo>
                      <a:lnTo>
                        <a:pt x="37" y="0"/>
                      </a:lnTo>
                      <a:lnTo>
                        <a:pt x="48" y="0"/>
                      </a:lnTo>
                      <a:lnTo>
                        <a:pt x="60" y="0"/>
                      </a:lnTo>
                      <a:lnTo>
                        <a:pt x="71" y="0"/>
                      </a:lnTo>
                      <a:lnTo>
                        <a:pt x="76" y="3"/>
                      </a:lnTo>
                      <a:lnTo>
                        <a:pt x="81" y="23"/>
                      </a:lnTo>
                      <a:lnTo>
                        <a:pt x="90" y="34"/>
                      </a:lnTo>
                      <a:lnTo>
                        <a:pt x="93" y="35"/>
                      </a:lnTo>
                      <a:lnTo>
                        <a:pt x="106" y="33"/>
                      </a:lnTo>
                      <a:lnTo>
                        <a:pt x="117" y="33"/>
                      </a:lnTo>
                      <a:lnTo>
                        <a:pt x="121" y="18"/>
                      </a:lnTo>
                      <a:lnTo>
                        <a:pt x="140" y="16"/>
                      </a:lnTo>
                      <a:lnTo>
                        <a:pt x="138" y="22"/>
                      </a:lnTo>
                      <a:lnTo>
                        <a:pt x="151" y="22"/>
                      </a:lnTo>
                      <a:lnTo>
                        <a:pt x="154" y="25"/>
                      </a:lnTo>
                      <a:lnTo>
                        <a:pt x="155" y="48"/>
                      </a:lnTo>
                      <a:lnTo>
                        <a:pt x="155" y="56"/>
                      </a:lnTo>
                      <a:lnTo>
                        <a:pt x="159" y="73"/>
                      </a:lnTo>
                      <a:lnTo>
                        <a:pt x="156" y="82"/>
                      </a:lnTo>
                      <a:lnTo>
                        <a:pt x="161" y="84"/>
                      </a:lnTo>
                      <a:lnTo>
                        <a:pt x="165" y="79"/>
                      </a:lnTo>
                      <a:lnTo>
                        <a:pt x="174" y="79"/>
                      </a:lnTo>
                      <a:lnTo>
                        <a:pt x="185" y="79"/>
                      </a:lnTo>
                      <a:lnTo>
                        <a:pt x="188" y="78"/>
                      </a:lnTo>
                      <a:lnTo>
                        <a:pt x="190" y="79"/>
                      </a:lnTo>
                      <a:lnTo>
                        <a:pt x="186" y="108"/>
                      </a:lnTo>
                      <a:lnTo>
                        <a:pt x="191" y="111"/>
                      </a:lnTo>
                      <a:lnTo>
                        <a:pt x="179" y="111"/>
                      </a:lnTo>
                      <a:lnTo>
                        <a:pt x="168" y="111"/>
                      </a:lnTo>
                      <a:lnTo>
                        <a:pt x="157" y="111"/>
                      </a:lnTo>
                      <a:lnTo>
                        <a:pt x="157" y="124"/>
                      </a:lnTo>
                      <a:lnTo>
                        <a:pt x="157" y="135"/>
                      </a:lnTo>
                      <a:lnTo>
                        <a:pt x="157" y="151"/>
                      </a:lnTo>
                      <a:lnTo>
                        <a:pt x="157" y="168"/>
                      </a:lnTo>
                      <a:lnTo>
                        <a:pt x="175" y="185"/>
                      </a:lnTo>
                      <a:lnTo>
                        <a:pt x="149" y="192"/>
                      </a:lnTo>
                      <a:lnTo>
                        <a:pt x="128" y="187"/>
                      </a:lnTo>
                      <a:lnTo>
                        <a:pt x="112" y="189"/>
                      </a:lnTo>
                      <a:lnTo>
                        <a:pt x="107" y="186"/>
                      </a:lnTo>
                      <a:lnTo>
                        <a:pt x="101" y="18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7" name="Freeform 336">
                  <a:extLst>
                    <a:ext uri="{FF2B5EF4-FFF2-40B4-BE49-F238E27FC236}">
                      <a16:creationId xmlns:a16="http://schemas.microsoft.com/office/drawing/2014/main" id="{67F00979-46BE-4274-978C-9B9DF4ADE48F}"/>
                    </a:ext>
                  </a:extLst>
                </p:cNvPr>
                <p:cNvSpPr>
                  <a:spLocks/>
                </p:cNvSpPr>
                <p:nvPr/>
              </p:nvSpPr>
              <p:spPr bwMode="gray">
                <a:xfrm>
                  <a:off x="5008537" y="4977170"/>
                  <a:ext cx="542764" cy="528845"/>
                </a:xfrm>
                <a:custGeom>
                  <a:avLst/>
                  <a:gdLst/>
                  <a:ahLst/>
                  <a:cxnLst>
                    <a:cxn ang="0">
                      <a:pos x="26" y="36"/>
                    </a:cxn>
                    <a:cxn ang="0">
                      <a:pos x="30" y="34"/>
                    </a:cxn>
                    <a:cxn ang="0">
                      <a:pos x="37" y="27"/>
                    </a:cxn>
                    <a:cxn ang="0">
                      <a:pos x="43" y="23"/>
                    </a:cxn>
                    <a:cxn ang="0">
                      <a:pos x="43" y="21"/>
                    </a:cxn>
                    <a:cxn ang="0">
                      <a:pos x="49" y="18"/>
                    </a:cxn>
                    <a:cxn ang="0">
                      <a:pos x="54" y="20"/>
                    </a:cxn>
                    <a:cxn ang="0">
                      <a:pos x="55" y="17"/>
                    </a:cxn>
                    <a:cxn ang="0">
                      <a:pos x="52" y="15"/>
                    </a:cxn>
                    <a:cxn ang="0">
                      <a:pos x="52" y="12"/>
                    </a:cxn>
                    <a:cxn ang="0">
                      <a:pos x="54" y="6"/>
                    </a:cxn>
                    <a:cxn ang="0">
                      <a:pos x="68" y="0"/>
                    </a:cxn>
                    <a:cxn ang="0">
                      <a:pos x="73" y="1"/>
                    </a:cxn>
                    <a:cxn ang="0">
                      <a:pos x="76" y="0"/>
                    </a:cxn>
                    <a:cxn ang="0">
                      <a:pos x="76" y="5"/>
                    </a:cxn>
                    <a:cxn ang="0">
                      <a:pos x="92" y="6"/>
                    </a:cxn>
                    <a:cxn ang="0">
                      <a:pos x="112" y="14"/>
                    </a:cxn>
                    <a:cxn ang="0">
                      <a:pos x="114" y="16"/>
                    </a:cxn>
                    <a:cxn ang="0">
                      <a:pos x="117" y="30"/>
                    </a:cxn>
                    <a:cxn ang="0">
                      <a:pos x="117" y="43"/>
                    </a:cxn>
                    <a:cxn ang="0">
                      <a:pos x="113" y="54"/>
                    </a:cxn>
                    <a:cxn ang="0">
                      <a:pos x="115" y="71"/>
                    </a:cxn>
                    <a:cxn ang="0">
                      <a:pos x="104" y="100"/>
                    </a:cxn>
                    <a:cxn ang="0">
                      <a:pos x="96" y="107"/>
                    </a:cxn>
                    <a:cxn ang="0">
                      <a:pos x="95" y="114"/>
                    </a:cxn>
                    <a:cxn ang="0">
                      <a:pos x="89" y="109"/>
                    </a:cxn>
                    <a:cxn ang="0">
                      <a:pos x="85" y="108"/>
                    </a:cxn>
                    <a:cxn ang="0">
                      <a:pos x="74" y="107"/>
                    </a:cxn>
                    <a:cxn ang="0">
                      <a:pos x="65" y="104"/>
                    </a:cxn>
                    <a:cxn ang="0">
                      <a:pos x="62" y="106"/>
                    </a:cxn>
                    <a:cxn ang="0">
                      <a:pos x="52" y="101"/>
                    </a:cxn>
                    <a:cxn ang="0">
                      <a:pos x="45" y="101"/>
                    </a:cxn>
                    <a:cxn ang="0">
                      <a:pos x="40" y="96"/>
                    </a:cxn>
                    <a:cxn ang="0">
                      <a:pos x="38" y="81"/>
                    </a:cxn>
                    <a:cxn ang="0">
                      <a:pos x="25" y="71"/>
                    </a:cxn>
                    <a:cxn ang="0">
                      <a:pos x="21" y="70"/>
                    </a:cxn>
                    <a:cxn ang="0">
                      <a:pos x="13" y="60"/>
                    </a:cxn>
                    <a:cxn ang="0">
                      <a:pos x="7" y="48"/>
                    </a:cxn>
                    <a:cxn ang="0">
                      <a:pos x="0" y="39"/>
                    </a:cxn>
                    <a:cxn ang="0">
                      <a:pos x="0" y="36"/>
                    </a:cxn>
                    <a:cxn ang="0">
                      <a:pos x="11" y="37"/>
                    </a:cxn>
                    <a:cxn ang="0">
                      <a:pos x="19" y="37"/>
                    </a:cxn>
                    <a:cxn ang="0">
                      <a:pos x="21" y="39"/>
                    </a:cxn>
                    <a:cxn ang="0">
                      <a:pos x="25" y="38"/>
                    </a:cxn>
                    <a:cxn ang="0">
                      <a:pos x="26" y="36"/>
                    </a:cxn>
                  </a:cxnLst>
                  <a:rect l="0" t="0" r="r" b="b"/>
                  <a:pathLst>
                    <a:path w="117" h="114">
                      <a:moveTo>
                        <a:pt x="26" y="36"/>
                      </a:moveTo>
                      <a:lnTo>
                        <a:pt x="30" y="34"/>
                      </a:lnTo>
                      <a:lnTo>
                        <a:pt x="37" y="27"/>
                      </a:lnTo>
                      <a:lnTo>
                        <a:pt x="43" y="23"/>
                      </a:lnTo>
                      <a:lnTo>
                        <a:pt x="43" y="21"/>
                      </a:lnTo>
                      <a:lnTo>
                        <a:pt x="49" y="18"/>
                      </a:lnTo>
                      <a:lnTo>
                        <a:pt x="54" y="20"/>
                      </a:lnTo>
                      <a:lnTo>
                        <a:pt x="55" y="17"/>
                      </a:lnTo>
                      <a:lnTo>
                        <a:pt x="52" y="15"/>
                      </a:lnTo>
                      <a:lnTo>
                        <a:pt x="52" y="12"/>
                      </a:lnTo>
                      <a:lnTo>
                        <a:pt x="54" y="6"/>
                      </a:lnTo>
                      <a:lnTo>
                        <a:pt x="68" y="0"/>
                      </a:lnTo>
                      <a:lnTo>
                        <a:pt x="73" y="1"/>
                      </a:lnTo>
                      <a:lnTo>
                        <a:pt x="76" y="0"/>
                      </a:lnTo>
                      <a:lnTo>
                        <a:pt x="76" y="5"/>
                      </a:lnTo>
                      <a:lnTo>
                        <a:pt x="92" y="6"/>
                      </a:lnTo>
                      <a:lnTo>
                        <a:pt x="112" y="14"/>
                      </a:lnTo>
                      <a:lnTo>
                        <a:pt x="114" y="16"/>
                      </a:lnTo>
                      <a:lnTo>
                        <a:pt x="117" y="30"/>
                      </a:lnTo>
                      <a:lnTo>
                        <a:pt x="117" y="43"/>
                      </a:lnTo>
                      <a:lnTo>
                        <a:pt x="113" y="54"/>
                      </a:lnTo>
                      <a:lnTo>
                        <a:pt x="115" y="71"/>
                      </a:lnTo>
                      <a:lnTo>
                        <a:pt x="104" y="100"/>
                      </a:lnTo>
                      <a:lnTo>
                        <a:pt x="96" y="107"/>
                      </a:lnTo>
                      <a:lnTo>
                        <a:pt x="95" y="114"/>
                      </a:lnTo>
                      <a:lnTo>
                        <a:pt x="89" y="109"/>
                      </a:lnTo>
                      <a:lnTo>
                        <a:pt x="85" y="108"/>
                      </a:lnTo>
                      <a:lnTo>
                        <a:pt x="74" y="107"/>
                      </a:lnTo>
                      <a:lnTo>
                        <a:pt x="65" y="104"/>
                      </a:lnTo>
                      <a:lnTo>
                        <a:pt x="62" y="106"/>
                      </a:lnTo>
                      <a:lnTo>
                        <a:pt x="52" y="101"/>
                      </a:lnTo>
                      <a:lnTo>
                        <a:pt x="45" y="101"/>
                      </a:lnTo>
                      <a:lnTo>
                        <a:pt x="40" y="96"/>
                      </a:lnTo>
                      <a:lnTo>
                        <a:pt x="38" y="81"/>
                      </a:lnTo>
                      <a:lnTo>
                        <a:pt x="25" y="71"/>
                      </a:lnTo>
                      <a:lnTo>
                        <a:pt x="21" y="70"/>
                      </a:lnTo>
                      <a:lnTo>
                        <a:pt x="13" y="60"/>
                      </a:lnTo>
                      <a:lnTo>
                        <a:pt x="7" y="48"/>
                      </a:lnTo>
                      <a:lnTo>
                        <a:pt x="0" y="39"/>
                      </a:lnTo>
                      <a:lnTo>
                        <a:pt x="0" y="36"/>
                      </a:lnTo>
                      <a:lnTo>
                        <a:pt x="11" y="37"/>
                      </a:lnTo>
                      <a:lnTo>
                        <a:pt x="19" y="37"/>
                      </a:lnTo>
                      <a:lnTo>
                        <a:pt x="21" y="39"/>
                      </a:lnTo>
                      <a:lnTo>
                        <a:pt x="25" y="38"/>
                      </a:lnTo>
                      <a:lnTo>
                        <a:pt x="26" y="36"/>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8" name="Freeform 337">
                  <a:extLst>
                    <a:ext uri="{FF2B5EF4-FFF2-40B4-BE49-F238E27FC236}">
                      <a16:creationId xmlns:a16="http://schemas.microsoft.com/office/drawing/2014/main" id="{ABA48BA3-A8F3-6AB4-7E59-EBB08598D60E}"/>
                    </a:ext>
                  </a:extLst>
                </p:cNvPr>
                <p:cNvSpPr>
                  <a:spLocks/>
                </p:cNvSpPr>
                <p:nvPr/>
              </p:nvSpPr>
              <p:spPr bwMode="gray">
                <a:xfrm>
                  <a:off x="4637417" y="5134896"/>
                  <a:ext cx="658736" cy="700489"/>
                </a:xfrm>
                <a:custGeom>
                  <a:avLst/>
                  <a:gdLst/>
                  <a:ahLst/>
                  <a:cxnLst>
                    <a:cxn ang="0">
                      <a:pos x="142" y="72"/>
                    </a:cxn>
                    <a:cxn ang="0">
                      <a:pos x="132" y="67"/>
                    </a:cxn>
                    <a:cxn ang="0">
                      <a:pos x="125" y="67"/>
                    </a:cxn>
                    <a:cxn ang="0">
                      <a:pos x="120" y="62"/>
                    </a:cxn>
                    <a:cxn ang="0">
                      <a:pos x="118" y="47"/>
                    </a:cxn>
                    <a:cxn ang="0">
                      <a:pos x="105" y="37"/>
                    </a:cxn>
                    <a:cxn ang="0">
                      <a:pos x="101" y="36"/>
                    </a:cxn>
                    <a:cxn ang="0">
                      <a:pos x="93" y="26"/>
                    </a:cxn>
                    <a:cxn ang="0">
                      <a:pos x="87" y="14"/>
                    </a:cxn>
                    <a:cxn ang="0">
                      <a:pos x="80" y="5"/>
                    </a:cxn>
                    <a:cxn ang="0">
                      <a:pos x="80" y="2"/>
                    </a:cxn>
                    <a:cxn ang="0">
                      <a:pos x="74" y="0"/>
                    </a:cxn>
                    <a:cxn ang="0">
                      <a:pos x="72" y="4"/>
                    </a:cxn>
                    <a:cxn ang="0">
                      <a:pos x="63" y="5"/>
                    </a:cxn>
                    <a:cxn ang="0">
                      <a:pos x="55" y="14"/>
                    </a:cxn>
                    <a:cxn ang="0">
                      <a:pos x="53" y="7"/>
                    </a:cxn>
                    <a:cxn ang="0">
                      <a:pos x="46" y="5"/>
                    </a:cxn>
                    <a:cxn ang="0">
                      <a:pos x="16" y="11"/>
                    </a:cxn>
                    <a:cxn ang="0">
                      <a:pos x="16" y="27"/>
                    </a:cxn>
                    <a:cxn ang="0">
                      <a:pos x="16" y="38"/>
                    </a:cxn>
                    <a:cxn ang="0">
                      <a:pos x="16" y="52"/>
                    </a:cxn>
                    <a:cxn ang="0">
                      <a:pos x="16" y="69"/>
                    </a:cxn>
                    <a:cxn ang="0">
                      <a:pos x="1" y="68"/>
                    </a:cxn>
                    <a:cxn ang="0">
                      <a:pos x="0" y="69"/>
                    </a:cxn>
                    <a:cxn ang="0">
                      <a:pos x="0" y="94"/>
                    </a:cxn>
                    <a:cxn ang="0">
                      <a:pos x="0" y="116"/>
                    </a:cxn>
                    <a:cxn ang="0">
                      <a:pos x="13" y="131"/>
                    </a:cxn>
                    <a:cxn ang="0">
                      <a:pos x="15" y="138"/>
                    </a:cxn>
                    <a:cxn ang="0">
                      <a:pos x="12" y="148"/>
                    </a:cxn>
                    <a:cxn ang="0">
                      <a:pos x="12" y="149"/>
                    </a:cxn>
                    <a:cxn ang="0">
                      <a:pos x="25" y="151"/>
                    </a:cxn>
                    <a:cxn ang="0">
                      <a:pos x="35" y="149"/>
                    </a:cxn>
                    <a:cxn ang="0">
                      <a:pos x="51" y="128"/>
                    </a:cxn>
                    <a:cxn ang="0">
                      <a:pos x="59" y="127"/>
                    </a:cxn>
                    <a:cxn ang="0">
                      <a:pos x="73" y="132"/>
                    </a:cxn>
                    <a:cxn ang="0">
                      <a:pos x="85" y="129"/>
                    </a:cxn>
                    <a:cxn ang="0">
                      <a:pos x="90" y="118"/>
                    </a:cxn>
                    <a:cxn ang="0">
                      <a:pos x="101" y="107"/>
                    </a:cxn>
                    <a:cxn ang="0">
                      <a:pos x="106" y="100"/>
                    </a:cxn>
                    <a:cxn ang="0">
                      <a:pos x="115" y="90"/>
                    </a:cxn>
                    <a:cxn ang="0">
                      <a:pos x="124" y="83"/>
                    </a:cxn>
                    <a:cxn ang="0">
                      <a:pos x="142" y="72"/>
                    </a:cxn>
                  </a:cxnLst>
                  <a:rect l="0" t="0" r="r" b="b"/>
                  <a:pathLst>
                    <a:path w="142" h="151">
                      <a:moveTo>
                        <a:pt x="142" y="72"/>
                      </a:moveTo>
                      <a:lnTo>
                        <a:pt x="132" y="67"/>
                      </a:lnTo>
                      <a:lnTo>
                        <a:pt x="125" y="67"/>
                      </a:lnTo>
                      <a:lnTo>
                        <a:pt x="120" y="62"/>
                      </a:lnTo>
                      <a:lnTo>
                        <a:pt x="118" y="47"/>
                      </a:lnTo>
                      <a:lnTo>
                        <a:pt x="105" y="37"/>
                      </a:lnTo>
                      <a:lnTo>
                        <a:pt x="101" y="36"/>
                      </a:lnTo>
                      <a:lnTo>
                        <a:pt x="93" y="26"/>
                      </a:lnTo>
                      <a:lnTo>
                        <a:pt x="87" y="14"/>
                      </a:lnTo>
                      <a:lnTo>
                        <a:pt x="80" y="5"/>
                      </a:lnTo>
                      <a:lnTo>
                        <a:pt x="80" y="2"/>
                      </a:lnTo>
                      <a:lnTo>
                        <a:pt x="74" y="0"/>
                      </a:lnTo>
                      <a:lnTo>
                        <a:pt x="72" y="4"/>
                      </a:lnTo>
                      <a:lnTo>
                        <a:pt x="63" y="5"/>
                      </a:lnTo>
                      <a:lnTo>
                        <a:pt x="55" y="14"/>
                      </a:lnTo>
                      <a:lnTo>
                        <a:pt x="53" y="7"/>
                      </a:lnTo>
                      <a:lnTo>
                        <a:pt x="46" y="5"/>
                      </a:lnTo>
                      <a:lnTo>
                        <a:pt x="16" y="11"/>
                      </a:lnTo>
                      <a:lnTo>
                        <a:pt x="16" y="27"/>
                      </a:lnTo>
                      <a:lnTo>
                        <a:pt x="16" y="38"/>
                      </a:lnTo>
                      <a:lnTo>
                        <a:pt x="16" y="52"/>
                      </a:lnTo>
                      <a:lnTo>
                        <a:pt x="16" y="69"/>
                      </a:lnTo>
                      <a:lnTo>
                        <a:pt x="1" y="68"/>
                      </a:lnTo>
                      <a:lnTo>
                        <a:pt x="0" y="69"/>
                      </a:lnTo>
                      <a:lnTo>
                        <a:pt x="0" y="94"/>
                      </a:lnTo>
                      <a:lnTo>
                        <a:pt x="0" y="116"/>
                      </a:lnTo>
                      <a:lnTo>
                        <a:pt x="13" y="131"/>
                      </a:lnTo>
                      <a:lnTo>
                        <a:pt x="15" y="138"/>
                      </a:lnTo>
                      <a:lnTo>
                        <a:pt x="12" y="148"/>
                      </a:lnTo>
                      <a:lnTo>
                        <a:pt x="12" y="149"/>
                      </a:lnTo>
                      <a:lnTo>
                        <a:pt x="25" y="151"/>
                      </a:lnTo>
                      <a:lnTo>
                        <a:pt x="35" y="149"/>
                      </a:lnTo>
                      <a:lnTo>
                        <a:pt x="51" y="128"/>
                      </a:lnTo>
                      <a:lnTo>
                        <a:pt x="59" y="127"/>
                      </a:lnTo>
                      <a:lnTo>
                        <a:pt x="73" y="132"/>
                      </a:lnTo>
                      <a:lnTo>
                        <a:pt x="85" y="129"/>
                      </a:lnTo>
                      <a:lnTo>
                        <a:pt x="90" y="118"/>
                      </a:lnTo>
                      <a:lnTo>
                        <a:pt x="101" y="107"/>
                      </a:lnTo>
                      <a:lnTo>
                        <a:pt x="106" y="100"/>
                      </a:lnTo>
                      <a:lnTo>
                        <a:pt x="115" y="90"/>
                      </a:lnTo>
                      <a:lnTo>
                        <a:pt x="124" y="83"/>
                      </a:lnTo>
                      <a:lnTo>
                        <a:pt x="142" y="72"/>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79" name="Freeform 338">
                  <a:extLst>
                    <a:ext uri="{FF2B5EF4-FFF2-40B4-BE49-F238E27FC236}">
                      <a16:creationId xmlns:a16="http://schemas.microsoft.com/office/drawing/2014/main" id="{3C8E7596-460A-D20F-BBC5-0DFEFE1B9CA9}"/>
                    </a:ext>
                  </a:extLst>
                </p:cNvPr>
                <p:cNvSpPr>
                  <a:spLocks/>
                </p:cNvSpPr>
                <p:nvPr/>
              </p:nvSpPr>
              <p:spPr bwMode="gray">
                <a:xfrm>
                  <a:off x="4066819" y="5069951"/>
                  <a:ext cx="941716" cy="941716"/>
                </a:xfrm>
                <a:custGeom>
                  <a:avLst/>
                  <a:gdLst/>
                  <a:ahLst/>
                  <a:cxnLst>
                    <a:cxn ang="0">
                      <a:pos x="99" y="7"/>
                    </a:cxn>
                    <a:cxn ang="0">
                      <a:pos x="83" y="7"/>
                    </a:cxn>
                    <a:cxn ang="0">
                      <a:pos x="66" y="7"/>
                    </a:cxn>
                    <a:cxn ang="0">
                      <a:pos x="49" y="7"/>
                    </a:cxn>
                    <a:cxn ang="0">
                      <a:pos x="33" y="7"/>
                    </a:cxn>
                    <a:cxn ang="0">
                      <a:pos x="24" y="1"/>
                    </a:cxn>
                    <a:cxn ang="0">
                      <a:pos x="22" y="0"/>
                    </a:cxn>
                    <a:cxn ang="0">
                      <a:pos x="15" y="1"/>
                    </a:cxn>
                    <a:cxn ang="0">
                      <a:pos x="8" y="5"/>
                    </a:cxn>
                    <a:cxn ang="0">
                      <a:pos x="5" y="3"/>
                    </a:cxn>
                    <a:cxn ang="0">
                      <a:pos x="0" y="7"/>
                    </a:cxn>
                    <a:cxn ang="0">
                      <a:pos x="1" y="21"/>
                    </a:cxn>
                    <a:cxn ang="0">
                      <a:pos x="15" y="43"/>
                    </a:cxn>
                    <a:cxn ang="0">
                      <a:pos x="26" y="67"/>
                    </a:cxn>
                    <a:cxn ang="0">
                      <a:pos x="40" y="93"/>
                    </a:cxn>
                    <a:cxn ang="0">
                      <a:pos x="41" y="120"/>
                    </a:cxn>
                    <a:cxn ang="0">
                      <a:pos x="46" y="135"/>
                    </a:cxn>
                    <a:cxn ang="0">
                      <a:pos x="47" y="147"/>
                    </a:cxn>
                    <a:cxn ang="0">
                      <a:pos x="53" y="176"/>
                    </a:cxn>
                    <a:cxn ang="0">
                      <a:pos x="60" y="188"/>
                    </a:cxn>
                    <a:cxn ang="0">
                      <a:pos x="72" y="197"/>
                    </a:cxn>
                    <a:cxn ang="0">
                      <a:pos x="74" y="197"/>
                    </a:cxn>
                    <a:cxn ang="0">
                      <a:pos x="77" y="191"/>
                    </a:cxn>
                    <a:cxn ang="0">
                      <a:pos x="80" y="191"/>
                    </a:cxn>
                    <a:cxn ang="0">
                      <a:pos x="88" y="196"/>
                    </a:cxn>
                    <a:cxn ang="0">
                      <a:pos x="88" y="200"/>
                    </a:cxn>
                    <a:cxn ang="0">
                      <a:pos x="91" y="203"/>
                    </a:cxn>
                    <a:cxn ang="0">
                      <a:pos x="110" y="203"/>
                    </a:cxn>
                    <a:cxn ang="0">
                      <a:pos x="123" y="195"/>
                    </a:cxn>
                    <a:cxn ang="0">
                      <a:pos x="123" y="168"/>
                    </a:cxn>
                    <a:cxn ang="0">
                      <a:pos x="123" y="148"/>
                    </a:cxn>
                    <a:cxn ang="0">
                      <a:pos x="123" y="130"/>
                    </a:cxn>
                    <a:cxn ang="0">
                      <a:pos x="123" y="108"/>
                    </a:cxn>
                    <a:cxn ang="0">
                      <a:pos x="123" y="83"/>
                    </a:cxn>
                    <a:cxn ang="0">
                      <a:pos x="124" y="82"/>
                    </a:cxn>
                    <a:cxn ang="0">
                      <a:pos x="139" y="83"/>
                    </a:cxn>
                    <a:cxn ang="0">
                      <a:pos x="139" y="66"/>
                    </a:cxn>
                    <a:cxn ang="0">
                      <a:pos x="139" y="52"/>
                    </a:cxn>
                    <a:cxn ang="0">
                      <a:pos x="139" y="41"/>
                    </a:cxn>
                    <a:cxn ang="0">
                      <a:pos x="139" y="25"/>
                    </a:cxn>
                    <a:cxn ang="0">
                      <a:pos x="169" y="19"/>
                    </a:cxn>
                    <a:cxn ang="0">
                      <a:pos x="176" y="21"/>
                    </a:cxn>
                    <a:cxn ang="0">
                      <a:pos x="178" y="28"/>
                    </a:cxn>
                    <a:cxn ang="0">
                      <a:pos x="186" y="19"/>
                    </a:cxn>
                    <a:cxn ang="0">
                      <a:pos x="195" y="18"/>
                    </a:cxn>
                    <a:cxn ang="0">
                      <a:pos x="197" y="14"/>
                    </a:cxn>
                    <a:cxn ang="0">
                      <a:pos x="203" y="16"/>
                    </a:cxn>
                    <a:cxn ang="0">
                      <a:pos x="197" y="11"/>
                    </a:cxn>
                    <a:cxn ang="0">
                      <a:pos x="188" y="8"/>
                    </a:cxn>
                    <a:cxn ang="0">
                      <a:pos x="173" y="12"/>
                    </a:cxn>
                    <a:cxn ang="0">
                      <a:pos x="147" y="19"/>
                    </a:cxn>
                    <a:cxn ang="0">
                      <a:pos x="126" y="14"/>
                    </a:cxn>
                    <a:cxn ang="0">
                      <a:pos x="110" y="16"/>
                    </a:cxn>
                    <a:cxn ang="0">
                      <a:pos x="105" y="13"/>
                    </a:cxn>
                    <a:cxn ang="0">
                      <a:pos x="99" y="7"/>
                    </a:cxn>
                  </a:cxnLst>
                  <a:rect l="0" t="0" r="r" b="b"/>
                  <a:pathLst>
                    <a:path w="203" h="203">
                      <a:moveTo>
                        <a:pt x="99" y="7"/>
                      </a:moveTo>
                      <a:lnTo>
                        <a:pt x="83" y="7"/>
                      </a:lnTo>
                      <a:lnTo>
                        <a:pt x="66" y="7"/>
                      </a:lnTo>
                      <a:lnTo>
                        <a:pt x="49" y="7"/>
                      </a:lnTo>
                      <a:lnTo>
                        <a:pt x="33" y="7"/>
                      </a:lnTo>
                      <a:lnTo>
                        <a:pt x="24" y="1"/>
                      </a:lnTo>
                      <a:lnTo>
                        <a:pt x="22" y="0"/>
                      </a:lnTo>
                      <a:lnTo>
                        <a:pt x="15" y="1"/>
                      </a:lnTo>
                      <a:lnTo>
                        <a:pt x="8" y="5"/>
                      </a:lnTo>
                      <a:lnTo>
                        <a:pt x="5" y="3"/>
                      </a:lnTo>
                      <a:lnTo>
                        <a:pt x="0" y="7"/>
                      </a:lnTo>
                      <a:lnTo>
                        <a:pt x="1" y="21"/>
                      </a:lnTo>
                      <a:lnTo>
                        <a:pt x="15" y="43"/>
                      </a:lnTo>
                      <a:lnTo>
                        <a:pt x="26" y="67"/>
                      </a:lnTo>
                      <a:lnTo>
                        <a:pt x="40" y="93"/>
                      </a:lnTo>
                      <a:lnTo>
                        <a:pt x="41" y="120"/>
                      </a:lnTo>
                      <a:lnTo>
                        <a:pt x="46" y="135"/>
                      </a:lnTo>
                      <a:lnTo>
                        <a:pt x="47" y="147"/>
                      </a:lnTo>
                      <a:lnTo>
                        <a:pt x="53" y="176"/>
                      </a:lnTo>
                      <a:lnTo>
                        <a:pt x="60" y="188"/>
                      </a:lnTo>
                      <a:lnTo>
                        <a:pt x="72" y="197"/>
                      </a:lnTo>
                      <a:lnTo>
                        <a:pt x="74" y="197"/>
                      </a:lnTo>
                      <a:lnTo>
                        <a:pt x="77" y="191"/>
                      </a:lnTo>
                      <a:lnTo>
                        <a:pt x="80" y="191"/>
                      </a:lnTo>
                      <a:lnTo>
                        <a:pt x="88" y="196"/>
                      </a:lnTo>
                      <a:lnTo>
                        <a:pt x="88" y="200"/>
                      </a:lnTo>
                      <a:lnTo>
                        <a:pt x="91" y="203"/>
                      </a:lnTo>
                      <a:lnTo>
                        <a:pt x="110" y="203"/>
                      </a:lnTo>
                      <a:lnTo>
                        <a:pt x="123" y="195"/>
                      </a:lnTo>
                      <a:lnTo>
                        <a:pt x="123" y="168"/>
                      </a:lnTo>
                      <a:lnTo>
                        <a:pt x="123" y="148"/>
                      </a:lnTo>
                      <a:lnTo>
                        <a:pt x="123" y="130"/>
                      </a:lnTo>
                      <a:lnTo>
                        <a:pt x="123" y="108"/>
                      </a:lnTo>
                      <a:lnTo>
                        <a:pt x="123" y="83"/>
                      </a:lnTo>
                      <a:lnTo>
                        <a:pt x="124" y="82"/>
                      </a:lnTo>
                      <a:lnTo>
                        <a:pt x="139" y="83"/>
                      </a:lnTo>
                      <a:lnTo>
                        <a:pt x="139" y="66"/>
                      </a:lnTo>
                      <a:lnTo>
                        <a:pt x="139" y="52"/>
                      </a:lnTo>
                      <a:lnTo>
                        <a:pt x="139" y="41"/>
                      </a:lnTo>
                      <a:lnTo>
                        <a:pt x="139" y="25"/>
                      </a:lnTo>
                      <a:lnTo>
                        <a:pt x="169" y="19"/>
                      </a:lnTo>
                      <a:lnTo>
                        <a:pt x="176" y="21"/>
                      </a:lnTo>
                      <a:lnTo>
                        <a:pt x="178" y="28"/>
                      </a:lnTo>
                      <a:lnTo>
                        <a:pt x="186" y="19"/>
                      </a:lnTo>
                      <a:lnTo>
                        <a:pt x="195" y="18"/>
                      </a:lnTo>
                      <a:lnTo>
                        <a:pt x="197" y="14"/>
                      </a:lnTo>
                      <a:lnTo>
                        <a:pt x="203" y="16"/>
                      </a:lnTo>
                      <a:lnTo>
                        <a:pt x="197" y="11"/>
                      </a:lnTo>
                      <a:lnTo>
                        <a:pt x="188" y="8"/>
                      </a:lnTo>
                      <a:lnTo>
                        <a:pt x="173" y="12"/>
                      </a:lnTo>
                      <a:lnTo>
                        <a:pt x="147" y="19"/>
                      </a:lnTo>
                      <a:lnTo>
                        <a:pt x="126" y="14"/>
                      </a:lnTo>
                      <a:lnTo>
                        <a:pt x="110" y="16"/>
                      </a:lnTo>
                      <a:lnTo>
                        <a:pt x="105" y="13"/>
                      </a:lnTo>
                      <a:lnTo>
                        <a:pt x="99" y="7"/>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0" name="Freeform 339">
                  <a:extLst>
                    <a:ext uri="{FF2B5EF4-FFF2-40B4-BE49-F238E27FC236}">
                      <a16:creationId xmlns:a16="http://schemas.microsoft.com/office/drawing/2014/main" id="{6D4E0751-67E4-A21D-412D-47DD1BC39167}"/>
                    </a:ext>
                  </a:extLst>
                </p:cNvPr>
                <p:cNvSpPr>
                  <a:spLocks/>
                </p:cNvSpPr>
                <p:nvPr/>
              </p:nvSpPr>
              <p:spPr bwMode="gray">
                <a:xfrm>
                  <a:off x="3259635" y="2119551"/>
                  <a:ext cx="1108720" cy="881408"/>
                </a:xfrm>
                <a:custGeom>
                  <a:avLst/>
                  <a:gdLst/>
                  <a:ahLst/>
                  <a:cxnLst>
                    <a:cxn ang="0">
                      <a:pos x="60" y="85"/>
                    </a:cxn>
                    <a:cxn ang="0">
                      <a:pos x="62" y="110"/>
                    </a:cxn>
                    <a:cxn ang="0">
                      <a:pos x="57" y="124"/>
                    </a:cxn>
                    <a:cxn ang="0">
                      <a:pos x="35" y="134"/>
                    </a:cxn>
                    <a:cxn ang="0">
                      <a:pos x="12" y="139"/>
                    </a:cxn>
                    <a:cxn ang="0">
                      <a:pos x="0" y="146"/>
                    </a:cxn>
                    <a:cxn ang="0">
                      <a:pos x="4" y="155"/>
                    </a:cxn>
                    <a:cxn ang="0">
                      <a:pos x="19" y="175"/>
                    </a:cxn>
                    <a:cxn ang="0">
                      <a:pos x="28" y="175"/>
                    </a:cxn>
                    <a:cxn ang="0">
                      <a:pos x="33" y="179"/>
                    </a:cxn>
                    <a:cxn ang="0">
                      <a:pos x="29" y="183"/>
                    </a:cxn>
                    <a:cxn ang="0">
                      <a:pos x="37" y="186"/>
                    </a:cxn>
                    <a:cxn ang="0">
                      <a:pos x="41" y="180"/>
                    </a:cxn>
                    <a:cxn ang="0">
                      <a:pos x="52" y="179"/>
                    </a:cxn>
                    <a:cxn ang="0">
                      <a:pos x="62" y="163"/>
                    </a:cxn>
                    <a:cxn ang="0">
                      <a:pos x="83" y="158"/>
                    </a:cxn>
                    <a:cxn ang="0">
                      <a:pos x="103" y="172"/>
                    </a:cxn>
                    <a:cxn ang="0">
                      <a:pos x="112" y="166"/>
                    </a:cxn>
                    <a:cxn ang="0">
                      <a:pos x="129" y="172"/>
                    </a:cxn>
                    <a:cxn ang="0">
                      <a:pos x="143" y="173"/>
                    </a:cxn>
                    <a:cxn ang="0">
                      <a:pos x="174" y="164"/>
                    </a:cxn>
                    <a:cxn ang="0">
                      <a:pos x="190" y="162"/>
                    </a:cxn>
                    <a:cxn ang="0">
                      <a:pos x="196" y="157"/>
                    </a:cxn>
                    <a:cxn ang="0">
                      <a:pos x="200" y="148"/>
                    </a:cxn>
                    <a:cxn ang="0">
                      <a:pos x="203" y="145"/>
                    </a:cxn>
                    <a:cxn ang="0">
                      <a:pos x="229" y="108"/>
                    </a:cxn>
                    <a:cxn ang="0">
                      <a:pos x="235" y="58"/>
                    </a:cxn>
                    <a:cxn ang="0">
                      <a:pos x="229" y="44"/>
                    </a:cxn>
                    <a:cxn ang="0">
                      <a:pos x="225" y="7"/>
                    </a:cxn>
                    <a:cxn ang="0">
                      <a:pos x="216" y="6"/>
                    </a:cxn>
                    <a:cxn ang="0">
                      <a:pos x="175" y="0"/>
                    </a:cxn>
                    <a:cxn ang="0">
                      <a:pos x="160" y="10"/>
                    </a:cxn>
                    <a:cxn ang="0">
                      <a:pos x="146" y="20"/>
                    </a:cxn>
                    <a:cxn ang="0">
                      <a:pos x="132" y="29"/>
                    </a:cxn>
                    <a:cxn ang="0">
                      <a:pos x="118" y="39"/>
                    </a:cxn>
                    <a:cxn ang="0">
                      <a:pos x="101" y="53"/>
                    </a:cxn>
                    <a:cxn ang="0">
                      <a:pos x="84" y="66"/>
                    </a:cxn>
                    <a:cxn ang="0">
                      <a:pos x="60" y="72"/>
                    </a:cxn>
                  </a:cxnLst>
                  <a:rect l="0" t="0" r="r" b="b"/>
                  <a:pathLst>
                    <a:path w="239" h="190">
                      <a:moveTo>
                        <a:pt x="60" y="72"/>
                      </a:moveTo>
                      <a:lnTo>
                        <a:pt x="60" y="85"/>
                      </a:lnTo>
                      <a:lnTo>
                        <a:pt x="62" y="97"/>
                      </a:lnTo>
                      <a:lnTo>
                        <a:pt x="62" y="110"/>
                      </a:lnTo>
                      <a:lnTo>
                        <a:pt x="62" y="123"/>
                      </a:lnTo>
                      <a:lnTo>
                        <a:pt x="57" y="124"/>
                      </a:lnTo>
                      <a:lnTo>
                        <a:pt x="51" y="134"/>
                      </a:lnTo>
                      <a:lnTo>
                        <a:pt x="35" y="134"/>
                      </a:lnTo>
                      <a:lnTo>
                        <a:pt x="19" y="134"/>
                      </a:lnTo>
                      <a:lnTo>
                        <a:pt x="12" y="139"/>
                      </a:lnTo>
                      <a:lnTo>
                        <a:pt x="1" y="139"/>
                      </a:lnTo>
                      <a:lnTo>
                        <a:pt x="0" y="146"/>
                      </a:lnTo>
                      <a:lnTo>
                        <a:pt x="3" y="150"/>
                      </a:lnTo>
                      <a:lnTo>
                        <a:pt x="4" y="155"/>
                      </a:lnTo>
                      <a:lnTo>
                        <a:pt x="12" y="163"/>
                      </a:lnTo>
                      <a:lnTo>
                        <a:pt x="19" y="175"/>
                      </a:lnTo>
                      <a:lnTo>
                        <a:pt x="24" y="177"/>
                      </a:lnTo>
                      <a:lnTo>
                        <a:pt x="28" y="175"/>
                      </a:lnTo>
                      <a:lnTo>
                        <a:pt x="31" y="175"/>
                      </a:lnTo>
                      <a:lnTo>
                        <a:pt x="33" y="179"/>
                      </a:lnTo>
                      <a:lnTo>
                        <a:pt x="31" y="180"/>
                      </a:lnTo>
                      <a:lnTo>
                        <a:pt x="29" y="183"/>
                      </a:lnTo>
                      <a:lnTo>
                        <a:pt x="34" y="188"/>
                      </a:lnTo>
                      <a:lnTo>
                        <a:pt x="37" y="186"/>
                      </a:lnTo>
                      <a:lnTo>
                        <a:pt x="34" y="183"/>
                      </a:lnTo>
                      <a:lnTo>
                        <a:pt x="41" y="180"/>
                      </a:lnTo>
                      <a:lnTo>
                        <a:pt x="53" y="190"/>
                      </a:lnTo>
                      <a:lnTo>
                        <a:pt x="52" y="179"/>
                      </a:lnTo>
                      <a:lnTo>
                        <a:pt x="58" y="174"/>
                      </a:lnTo>
                      <a:lnTo>
                        <a:pt x="62" y="163"/>
                      </a:lnTo>
                      <a:lnTo>
                        <a:pt x="71" y="158"/>
                      </a:lnTo>
                      <a:lnTo>
                        <a:pt x="83" y="158"/>
                      </a:lnTo>
                      <a:lnTo>
                        <a:pt x="94" y="163"/>
                      </a:lnTo>
                      <a:lnTo>
                        <a:pt x="103" y="172"/>
                      </a:lnTo>
                      <a:lnTo>
                        <a:pt x="106" y="172"/>
                      </a:lnTo>
                      <a:lnTo>
                        <a:pt x="112" y="166"/>
                      </a:lnTo>
                      <a:lnTo>
                        <a:pt x="118" y="166"/>
                      </a:lnTo>
                      <a:lnTo>
                        <a:pt x="129" y="172"/>
                      </a:lnTo>
                      <a:lnTo>
                        <a:pt x="139" y="174"/>
                      </a:lnTo>
                      <a:lnTo>
                        <a:pt x="143" y="173"/>
                      </a:lnTo>
                      <a:lnTo>
                        <a:pt x="153" y="166"/>
                      </a:lnTo>
                      <a:lnTo>
                        <a:pt x="174" y="164"/>
                      </a:lnTo>
                      <a:lnTo>
                        <a:pt x="184" y="168"/>
                      </a:lnTo>
                      <a:lnTo>
                        <a:pt x="190" y="162"/>
                      </a:lnTo>
                      <a:lnTo>
                        <a:pt x="194" y="162"/>
                      </a:lnTo>
                      <a:lnTo>
                        <a:pt x="196" y="157"/>
                      </a:lnTo>
                      <a:lnTo>
                        <a:pt x="202" y="157"/>
                      </a:lnTo>
                      <a:lnTo>
                        <a:pt x="200" y="148"/>
                      </a:lnTo>
                      <a:lnTo>
                        <a:pt x="200" y="146"/>
                      </a:lnTo>
                      <a:lnTo>
                        <a:pt x="203" y="145"/>
                      </a:lnTo>
                      <a:lnTo>
                        <a:pt x="204" y="137"/>
                      </a:lnTo>
                      <a:lnTo>
                        <a:pt x="229" y="108"/>
                      </a:lnTo>
                      <a:lnTo>
                        <a:pt x="231" y="81"/>
                      </a:lnTo>
                      <a:lnTo>
                        <a:pt x="235" y="58"/>
                      </a:lnTo>
                      <a:lnTo>
                        <a:pt x="239" y="51"/>
                      </a:lnTo>
                      <a:lnTo>
                        <a:pt x="229" y="44"/>
                      </a:lnTo>
                      <a:lnTo>
                        <a:pt x="225" y="34"/>
                      </a:lnTo>
                      <a:lnTo>
                        <a:pt x="225" y="7"/>
                      </a:lnTo>
                      <a:lnTo>
                        <a:pt x="220" y="10"/>
                      </a:lnTo>
                      <a:lnTo>
                        <a:pt x="216" y="6"/>
                      </a:lnTo>
                      <a:lnTo>
                        <a:pt x="208" y="1"/>
                      </a:lnTo>
                      <a:lnTo>
                        <a:pt x="175" y="0"/>
                      </a:lnTo>
                      <a:lnTo>
                        <a:pt x="168" y="5"/>
                      </a:lnTo>
                      <a:lnTo>
                        <a:pt x="160" y="10"/>
                      </a:lnTo>
                      <a:lnTo>
                        <a:pt x="153" y="15"/>
                      </a:lnTo>
                      <a:lnTo>
                        <a:pt x="146" y="20"/>
                      </a:lnTo>
                      <a:lnTo>
                        <a:pt x="139" y="24"/>
                      </a:lnTo>
                      <a:lnTo>
                        <a:pt x="132" y="29"/>
                      </a:lnTo>
                      <a:lnTo>
                        <a:pt x="125" y="34"/>
                      </a:lnTo>
                      <a:lnTo>
                        <a:pt x="118" y="39"/>
                      </a:lnTo>
                      <a:lnTo>
                        <a:pt x="109" y="47"/>
                      </a:lnTo>
                      <a:lnTo>
                        <a:pt x="101" y="53"/>
                      </a:lnTo>
                      <a:lnTo>
                        <a:pt x="93" y="59"/>
                      </a:lnTo>
                      <a:lnTo>
                        <a:pt x="84" y="66"/>
                      </a:lnTo>
                      <a:lnTo>
                        <a:pt x="72" y="69"/>
                      </a:lnTo>
                      <a:lnTo>
                        <a:pt x="60" y="72"/>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1" name="Freeform 390">
                  <a:extLst>
                    <a:ext uri="{FF2B5EF4-FFF2-40B4-BE49-F238E27FC236}">
                      <a16:creationId xmlns:a16="http://schemas.microsoft.com/office/drawing/2014/main" id="{B0280C84-7F29-E57A-322A-2DC9575411ED}"/>
                    </a:ext>
                  </a:extLst>
                </p:cNvPr>
                <p:cNvSpPr>
                  <a:spLocks/>
                </p:cNvSpPr>
                <p:nvPr/>
              </p:nvSpPr>
              <p:spPr bwMode="gray">
                <a:xfrm>
                  <a:off x="3765287" y="969081"/>
                  <a:ext cx="278339" cy="603069"/>
                </a:xfrm>
                <a:custGeom>
                  <a:avLst/>
                  <a:gdLst/>
                  <a:ahLst/>
                  <a:cxnLst>
                    <a:cxn ang="0">
                      <a:pos x="20" y="7"/>
                    </a:cxn>
                    <a:cxn ang="0">
                      <a:pos x="15" y="15"/>
                    </a:cxn>
                    <a:cxn ang="0">
                      <a:pos x="17" y="17"/>
                    </a:cxn>
                    <a:cxn ang="0">
                      <a:pos x="15" y="28"/>
                    </a:cxn>
                    <a:cxn ang="0">
                      <a:pos x="17" y="42"/>
                    </a:cxn>
                    <a:cxn ang="0">
                      <a:pos x="13" y="51"/>
                    </a:cxn>
                    <a:cxn ang="0">
                      <a:pos x="0" y="64"/>
                    </a:cxn>
                    <a:cxn ang="0">
                      <a:pos x="4" y="77"/>
                    </a:cxn>
                    <a:cxn ang="0">
                      <a:pos x="11" y="81"/>
                    </a:cxn>
                    <a:cxn ang="0">
                      <a:pos x="13" y="86"/>
                    </a:cxn>
                    <a:cxn ang="0">
                      <a:pos x="13" y="92"/>
                    </a:cxn>
                    <a:cxn ang="0">
                      <a:pos x="25" y="98"/>
                    </a:cxn>
                    <a:cxn ang="0">
                      <a:pos x="30" y="130"/>
                    </a:cxn>
                    <a:cxn ang="0">
                      <a:pos x="37" y="128"/>
                    </a:cxn>
                    <a:cxn ang="0">
                      <a:pos x="42" y="123"/>
                    </a:cxn>
                    <a:cxn ang="0">
                      <a:pos x="41" y="112"/>
                    </a:cxn>
                    <a:cxn ang="0">
                      <a:pos x="42" y="107"/>
                    </a:cxn>
                    <a:cxn ang="0">
                      <a:pos x="59" y="93"/>
                    </a:cxn>
                    <a:cxn ang="0">
                      <a:pos x="60" y="91"/>
                    </a:cxn>
                    <a:cxn ang="0">
                      <a:pos x="60" y="78"/>
                    </a:cxn>
                    <a:cxn ang="0">
                      <a:pos x="56" y="78"/>
                    </a:cxn>
                    <a:cxn ang="0">
                      <a:pos x="53" y="71"/>
                    </a:cxn>
                    <a:cxn ang="0">
                      <a:pos x="49" y="72"/>
                    </a:cxn>
                    <a:cxn ang="0">
                      <a:pos x="47" y="70"/>
                    </a:cxn>
                    <a:cxn ang="0">
                      <a:pos x="42" y="70"/>
                    </a:cxn>
                    <a:cxn ang="0">
                      <a:pos x="40" y="67"/>
                    </a:cxn>
                    <a:cxn ang="0">
                      <a:pos x="38" y="64"/>
                    </a:cxn>
                    <a:cxn ang="0">
                      <a:pos x="38" y="61"/>
                    </a:cxn>
                    <a:cxn ang="0">
                      <a:pos x="42" y="61"/>
                    </a:cxn>
                    <a:cxn ang="0">
                      <a:pos x="42" y="58"/>
                    </a:cxn>
                    <a:cxn ang="0">
                      <a:pos x="53" y="49"/>
                    </a:cxn>
                    <a:cxn ang="0">
                      <a:pos x="57" y="39"/>
                    </a:cxn>
                    <a:cxn ang="0">
                      <a:pos x="56" y="33"/>
                    </a:cxn>
                    <a:cxn ang="0">
                      <a:pos x="50" y="28"/>
                    </a:cxn>
                    <a:cxn ang="0">
                      <a:pos x="48" y="22"/>
                    </a:cxn>
                    <a:cxn ang="0">
                      <a:pos x="48" y="18"/>
                    </a:cxn>
                    <a:cxn ang="0">
                      <a:pos x="54" y="15"/>
                    </a:cxn>
                    <a:cxn ang="0">
                      <a:pos x="57" y="8"/>
                    </a:cxn>
                    <a:cxn ang="0">
                      <a:pos x="55" y="5"/>
                    </a:cxn>
                    <a:cxn ang="0">
                      <a:pos x="47" y="11"/>
                    </a:cxn>
                    <a:cxn ang="0">
                      <a:pos x="44" y="10"/>
                    </a:cxn>
                    <a:cxn ang="0">
                      <a:pos x="43" y="5"/>
                    </a:cxn>
                    <a:cxn ang="0">
                      <a:pos x="43" y="2"/>
                    </a:cxn>
                    <a:cxn ang="0">
                      <a:pos x="35" y="0"/>
                    </a:cxn>
                    <a:cxn ang="0">
                      <a:pos x="29" y="1"/>
                    </a:cxn>
                    <a:cxn ang="0">
                      <a:pos x="20" y="7"/>
                    </a:cxn>
                  </a:cxnLst>
                  <a:rect l="0" t="0" r="r" b="b"/>
                  <a:pathLst>
                    <a:path w="60" h="130">
                      <a:moveTo>
                        <a:pt x="20" y="7"/>
                      </a:moveTo>
                      <a:lnTo>
                        <a:pt x="15" y="15"/>
                      </a:lnTo>
                      <a:lnTo>
                        <a:pt x="17" y="17"/>
                      </a:lnTo>
                      <a:lnTo>
                        <a:pt x="15" y="28"/>
                      </a:lnTo>
                      <a:lnTo>
                        <a:pt x="17" y="42"/>
                      </a:lnTo>
                      <a:lnTo>
                        <a:pt x="13" y="51"/>
                      </a:lnTo>
                      <a:lnTo>
                        <a:pt x="0" y="64"/>
                      </a:lnTo>
                      <a:lnTo>
                        <a:pt x="4" y="77"/>
                      </a:lnTo>
                      <a:lnTo>
                        <a:pt x="11" y="81"/>
                      </a:lnTo>
                      <a:lnTo>
                        <a:pt x="13" y="86"/>
                      </a:lnTo>
                      <a:lnTo>
                        <a:pt x="13" y="92"/>
                      </a:lnTo>
                      <a:lnTo>
                        <a:pt x="25" y="98"/>
                      </a:lnTo>
                      <a:lnTo>
                        <a:pt x="30" y="130"/>
                      </a:lnTo>
                      <a:lnTo>
                        <a:pt x="37" y="128"/>
                      </a:lnTo>
                      <a:lnTo>
                        <a:pt x="42" y="123"/>
                      </a:lnTo>
                      <a:lnTo>
                        <a:pt x="41" y="112"/>
                      </a:lnTo>
                      <a:lnTo>
                        <a:pt x="42" y="107"/>
                      </a:lnTo>
                      <a:lnTo>
                        <a:pt x="59" y="93"/>
                      </a:lnTo>
                      <a:lnTo>
                        <a:pt x="60" y="91"/>
                      </a:lnTo>
                      <a:lnTo>
                        <a:pt x="60" y="78"/>
                      </a:lnTo>
                      <a:lnTo>
                        <a:pt x="56" y="78"/>
                      </a:lnTo>
                      <a:lnTo>
                        <a:pt x="53" y="71"/>
                      </a:lnTo>
                      <a:lnTo>
                        <a:pt x="49" y="72"/>
                      </a:lnTo>
                      <a:lnTo>
                        <a:pt x="47" y="70"/>
                      </a:lnTo>
                      <a:lnTo>
                        <a:pt x="42" y="70"/>
                      </a:lnTo>
                      <a:lnTo>
                        <a:pt x="40" y="67"/>
                      </a:lnTo>
                      <a:lnTo>
                        <a:pt x="38" y="64"/>
                      </a:lnTo>
                      <a:lnTo>
                        <a:pt x="38" y="61"/>
                      </a:lnTo>
                      <a:lnTo>
                        <a:pt x="42" y="61"/>
                      </a:lnTo>
                      <a:lnTo>
                        <a:pt x="42" y="58"/>
                      </a:lnTo>
                      <a:lnTo>
                        <a:pt x="53" y="49"/>
                      </a:lnTo>
                      <a:lnTo>
                        <a:pt x="57" y="39"/>
                      </a:lnTo>
                      <a:lnTo>
                        <a:pt x="56" y="33"/>
                      </a:lnTo>
                      <a:lnTo>
                        <a:pt x="50" y="28"/>
                      </a:lnTo>
                      <a:lnTo>
                        <a:pt x="48" y="22"/>
                      </a:lnTo>
                      <a:lnTo>
                        <a:pt x="48" y="18"/>
                      </a:lnTo>
                      <a:lnTo>
                        <a:pt x="54" y="15"/>
                      </a:lnTo>
                      <a:lnTo>
                        <a:pt x="57" y="8"/>
                      </a:lnTo>
                      <a:lnTo>
                        <a:pt x="55" y="5"/>
                      </a:lnTo>
                      <a:lnTo>
                        <a:pt x="47" y="11"/>
                      </a:lnTo>
                      <a:lnTo>
                        <a:pt x="44" y="10"/>
                      </a:lnTo>
                      <a:lnTo>
                        <a:pt x="43" y="5"/>
                      </a:lnTo>
                      <a:lnTo>
                        <a:pt x="43" y="2"/>
                      </a:lnTo>
                      <a:lnTo>
                        <a:pt x="35" y="0"/>
                      </a:lnTo>
                      <a:lnTo>
                        <a:pt x="29" y="1"/>
                      </a:lnTo>
                      <a:lnTo>
                        <a:pt x="20" y="7"/>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2" name="Freeform 391">
                  <a:extLst>
                    <a:ext uri="{FF2B5EF4-FFF2-40B4-BE49-F238E27FC236}">
                      <a16:creationId xmlns:a16="http://schemas.microsoft.com/office/drawing/2014/main" id="{1BBDB416-A77F-DD17-C861-5B0369B24072}"/>
                    </a:ext>
                  </a:extLst>
                </p:cNvPr>
                <p:cNvSpPr>
                  <a:spLocks/>
                </p:cNvSpPr>
                <p:nvPr/>
              </p:nvSpPr>
              <p:spPr bwMode="gray">
                <a:xfrm>
                  <a:off x="5792524" y="2532420"/>
                  <a:ext cx="459262" cy="431427"/>
                </a:xfrm>
                <a:custGeom>
                  <a:avLst/>
                  <a:gdLst/>
                  <a:ahLst/>
                  <a:cxnLst>
                    <a:cxn ang="0">
                      <a:pos x="31" y="0"/>
                    </a:cxn>
                    <a:cxn ang="0">
                      <a:pos x="29" y="8"/>
                    </a:cxn>
                    <a:cxn ang="0">
                      <a:pos x="17" y="13"/>
                    </a:cxn>
                    <a:cxn ang="0">
                      <a:pos x="13" y="16"/>
                    </a:cxn>
                    <a:cxn ang="0">
                      <a:pos x="10" y="16"/>
                    </a:cxn>
                    <a:cxn ang="0">
                      <a:pos x="0" y="52"/>
                    </a:cxn>
                    <a:cxn ang="0">
                      <a:pos x="1" y="62"/>
                    </a:cxn>
                    <a:cxn ang="0">
                      <a:pos x="8" y="63"/>
                    </a:cxn>
                    <a:cxn ang="0">
                      <a:pos x="10" y="59"/>
                    </a:cxn>
                    <a:cxn ang="0">
                      <a:pos x="12" y="59"/>
                    </a:cxn>
                    <a:cxn ang="0">
                      <a:pos x="15" y="66"/>
                    </a:cxn>
                    <a:cxn ang="0">
                      <a:pos x="21" y="53"/>
                    </a:cxn>
                    <a:cxn ang="0">
                      <a:pos x="26" y="56"/>
                    </a:cxn>
                    <a:cxn ang="0">
                      <a:pos x="29" y="59"/>
                    </a:cxn>
                    <a:cxn ang="0">
                      <a:pos x="36" y="59"/>
                    </a:cxn>
                    <a:cxn ang="0">
                      <a:pos x="37" y="57"/>
                    </a:cxn>
                    <a:cxn ang="0">
                      <a:pos x="40" y="59"/>
                    </a:cxn>
                    <a:cxn ang="0">
                      <a:pos x="45" y="58"/>
                    </a:cxn>
                    <a:cxn ang="0">
                      <a:pos x="51" y="59"/>
                    </a:cxn>
                    <a:cxn ang="0">
                      <a:pos x="56" y="59"/>
                    </a:cxn>
                    <a:cxn ang="0">
                      <a:pos x="64" y="64"/>
                    </a:cxn>
                    <a:cxn ang="0">
                      <a:pos x="70" y="73"/>
                    </a:cxn>
                    <a:cxn ang="0">
                      <a:pos x="79" y="79"/>
                    </a:cxn>
                    <a:cxn ang="0">
                      <a:pos x="82" y="85"/>
                    </a:cxn>
                    <a:cxn ang="0">
                      <a:pos x="89" y="93"/>
                    </a:cxn>
                    <a:cxn ang="0">
                      <a:pos x="99" y="85"/>
                    </a:cxn>
                    <a:cxn ang="0">
                      <a:pos x="90" y="79"/>
                    </a:cxn>
                    <a:cxn ang="0">
                      <a:pos x="87" y="73"/>
                    </a:cxn>
                    <a:cxn ang="0">
                      <a:pos x="85" y="72"/>
                    </a:cxn>
                    <a:cxn ang="0">
                      <a:pos x="83" y="69"/>
                    </a:cxn>
                    <a:cxn ang="0">
                      <a:pos x="79" y="68"/>
                    </a:cxn>
                    <a:cxn ang="0">
                      <a:pos x="73" y="57"/>
                    </a:cxn>
                    <a:cxn ang="0">
                      <a:pos x="65" y="54"/>
                    </a:cxn>
                    <a:cxn ang="0">
                      <a:pos x="61" y="51"/>
                    </a:cxn>
                    <a:cxn ang="0">
                      <a:pos x="57" y="52"/>
                    </a:cxn>
                    <a:cxn ang="0">
                      <a:pos x="54" y="47"/>
                    </a:cxn>
                    <a:cxn ang="0">
                      <a:pos x="55" y="45"/>
                    </a:cxn>
                    <a:cxn ang="0">
                      <a:pos x="52" y="43"/>
                    </a:cxn>
                    <a:cxn ang="0">
                      <a:pos x="50" y="45"/>
                    </a:cxn>
                    <a:cxn ang="0">
                      <a:pos x="51" y="48"/>
                    </a:cxn>
                    <a:cxn ang="0">
                      <a:pos x="49" y="47"/>
                    </a:cxn>
                    <a:cxn ang="0">
                      <a:pos x="48" y="42"/>
                    </a:cxn>
                    <a:cxn ang="0">
                      <a:pos x="45" y="41"/>
                    </a:cxn>
                    <a:cxn ang="0">
                      <a:pos x="42" y="35"/>
                    </a:cxn>
                    <a:cxn ang="0">
                      <a:pos x="36" y="9"/>
                    </a:cxn>
                    <a:cxn ang="0">
                      <a:pos x="31" y="0"/>
                    </a:cxn>
                  </a:cxnLst>
                  <a:rect l="0" t="0" r="r" b="b"/>
                  <a:pathLst>
                    <a:path w="99" h="93">
                      <a:moveTo>
                        <a:pt x="31" y="0"/>
                      </a:moveTo>
                      <a:lnTo>
                        <a:pt x="29" y="8"/>
                      </a:lnTo>
                      <a:lnTo>
                        <a:pt x="17" y="13"/>
                      </a:lnTo>
                      <a:lnTo>
                        <a:pt x="13" y="16"/>
                      </a:lnTo>
                      <a:lnTo>
                        <a:pt x="10" y="16"/>
                      </a:lnTo>
                      <a:lnTo>
                        <a:pt x="0" y="52"/>
                      </a:lnTo>
                      <a:lnTo>
                        <a:pt x="1" y="62"/>
                      </a:lnTo>
                      <a:lnTo>
                        <a:pt x="8" y="63"/>
                      </a:lnTo>
                      <a:lnTo>
                        <a:pt x="10" y="59"/>
                      </a:lnTo>
                      <a:lnTo>
                        <a:pt x="12" y="59"/>
                      </a:lnTo>
                      <a:lnTo>
                        <a:pt x="15" y="66"/>
                      </a:lnTo>
                      <a:lnTo>
                        <a:pt x="21" y="53"/>
                      </a:lnTo>
                      <a:lnTo>
                        <a:pt x="26" y="56"/>
                      </a:lnTo>
                      <a:lnTo>
                        <a:pt x="29" y="59"/>
                      </a:lnTo>
                      <a:lnTo>
                        <a:pt x="36" y="59"/>
                      </a:lnTo>
                      <a:lnTo>
                        <a:pt x="37" y="57"/>
                      </a:lnTo>
                      <a:lnTo>
                        <a:pt x="40" y="59"/>
                      </a:lnTo>
                      <a:lnTo>
                        <a:pt x="45" y="58"/>
                      </a:lnTo>
                      <a:lnTo>
                        <a:pt x="51" y="59"/>
                      </a:lnTo>
                      <a:lnTo>
                        <a:pt x="56" y="59"/>
                      </a:lnTo>
                      <a:lnTo>
                        <a:pt x="64" y="64"/>
                      </a:lnTo>
                      <a:lnTo>
                        <a:pt x="70" y="73"/>
                      </a:lnTo>
                      <a:lnTo>
                        <a:pt x="79" y="79"/>
                      </a:lnTo>
                      <a:lnTo>
                        <a:pt x="82" y="85"/>
                      </a:lnTo>
                      <a:lnTo>
                        <a:pt x="89" y="93"/>
                      </a:lnTo>
                      <a:lnTo>
                        <a:pt x="99" y="85"/>
                      </a:lnTo>
                      <a:lnTo>
                        <a:pt x="90" y="79"/>
                      </a:lnTo>
                      <a:lnTo>
                        <a:pt x="87" y="73"/>
                      </a:lnTo>
                      <a:lnTo>
                        <a:pt x="85" y="72"/>
                      </a:lnTo>
                      <a:lnTo>
                        <a:pt x="83" y="69"/>
                      </a:lnTo>
                      <a:lnTo>
                        <a:pt x="79" y="68"/>
                      </a:lnTo>
                      <a:lnTo>
                        <a:pt x="73" y="57"/>
                      </a:lnTo>
                      <a:lnTo>
                        <a:pt x="65" y="54"/>
                      </a:lnTo>
                      <a:lnTo>
                        <a:pt x="61" y="51"/>
                      </a:lnTo>
                      <a:lnTo>
                        <a:pt x="57" y="52"/>
                      </a:lnTo>
                      <a:lnTo>
                        <a:pt x="54" y="47"/>
                      </a:lnTo>
                      <a:lnTo>
                        <a:pt x="55" y="45"/>
                      </a:lnTo>
                      <a:lnTo>
                        <a:pt x="52" y="43"/>
                      </a:lnTo>
                      <a:lnTo>
                        <a:pt x="50" y="45"/>
                      </a:lnTo>
                      <a:lnTo>
                        <a:pt x="51" y="48"/>
                      </a:lnTo>
                      <a:lnTo>
                        <a:pt x="49" y="47"/>
                      </a:lnTo>
                      <a:lnTo>
                        <a:pt x="48" y="42"/>
                      </a:lnTo>
                      <a:lnTo>
                        <a:pt x="45" y="41"/>
                      </a:lnTo>
                      <a:lnTo>
                        <a:pt x="42" y="35"/>
                      </a:lnTo>
                      <a:lnTo>
                        <a:pt x="36" y="9"/>
                      </a:lnTo>
                      <a:lnTo>
                        <a:pt x="31"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3" name="Freeform 392">
                  <a:extLst>
                    <a:ext uri="{FF2B5EF4-FFF2-40B4-BE49-F238E27FC236}">
                      <a16:creationId xmlns:a16="http://schemas.microsoft.com/office/drawing/2014/main" id="{BEF8F560-2DFA-616A-3080-D3A0C19D1118}"/>
                    </a:ext>
                  </a:extLst>
                </p:cNvPr>
                <p:cNvSpPr>
                  <a:spLocks/>
                </p:cNvSpPr>
                <p:nvPr/>
              </p:nvSpPr>
              <p:spPr bwMode="gray">
                <a:xfrm>
                  <a:off x="6168284" y="2926736"/>
                  <a:ext cx="106698" cy="139170"/>
                </a:xfrm>
                <a:custGeom>
                  <a:avLst/>
                  <a:gdLst/>
                  <a:ahLst/>
                  <a:cxnLst>
                    <a:cxn ang="0">
                      <a:pos x="18" y="0"/>
                    </a:cxn>
                    <a:cxn ang="0">
                      <a:pos x="8" y="8"/>
                    </a:cxn>
                    <a:cxn ang="0">
                      <a:pos x="7" y="9"/>
                    </a:cxn>
                    <a:cxn ang="0">
                      <a:pos x="5" y="17"/>
                    </a:cxn>
                    <a:cxn ang="0">
                      <a:pos x="0" y="25"/>
                    </a:cxn>
                    <a:cxn ang="0">
                      <a:pos x="2" y="30"/>
                    </a:cxn>
                    <a:cxn ang="0">
                      <a:pos x="8" y="30"/>
                    </a:cxn>
                    <a:cxn ang="0">
                      <a:pos x="13" y="27"/>
                    </a:cxn>
                    <a:cxn ang="0">
                      <a:pos x="17" y="30"/>
                    </a:cxn>
                    <a:cxn ang="0">
                      <a:pos x="21" y="21"/>
                    </a:cxn>
                    <a:cxn ang="0">
                      <a:pos x="20" y="20"/>
                    </a:cxn>
                    <a:cxn ang="0">
                      <a:pos x="13" y="21"/>
                    </a:cxn>
                    <a:cxn ang="0">
                      <a:pos x="11" y="20"/>
                    </a:cxn>
                    <a:cxn ang="0">
                      <a:pos x="13" y="20"/>
                    </a:cxn>
                    <a:cxn ang="0">
                      <a:pos x="15" y="17"/>
                    </a:cxn>
                    <a:cxn ang="0">
                      <a:pos x="23" y="12"/>
                    </a:cxn>
                    <a:cxn ang="0">
                      <a:pos x="23" y="6"/>
                    </a:cxn>
                    <a:cxn ang="0">
                      <a:pos x="18" y="0"/>
                    </a:cxn>
                  </a:cxnLst>
                  <a:rect l="0" t="0" r="r" b="b"/>
                  <a:pathLst>
                    <a:path w="23" h="30">
                      <a:moveTo>
                        <a:pt x="18" y="0"/>
                      </a:moveTo>
                      <a:lnTo>
                        <a:pt x="8" y="8"/>
                      </a:lnTo>
                      <a:lnTo>
                        <a:pt x="7" y="9"/>
                      </a:lnTo>
                      <a:lnTo>
                        <a:pt x="5" y="17"/>
                      </a:lnTo>
                      <a:lnTo>
                        <a:pt x="0" y="25"/>
                      </a:lnTo>
                      <a:lnTo>
                        <a:pt x="2" y="30"/>
                      </a:lnTo>
                      <a:lnTo>
                        <a:pt x="8" y="30"/>
                      </a:lnTo>
                      <a:lnTo>
                        <a:pt x="13" y="27"/>
                      </a:lnTo>
                      <a:lnTo>
                        <a:pt x="17" y="30"/>
                      </a:lnTo>
                      <a:lnTo>
                        <a:pt x="21" y="21"/>
                      </a:lnTo>
                      <a:lnTo>
                        <a:pt x="20" y="20"/>
                      </a:lnTo>
                      <a:lnTo>
                        <a:pt x="13" y="21"/>
                      </a:lnTo>
                      <a:lnTo>
                        <a:pt x="11" y="20"/>
                      </a:lnTo>
                      <a:lnTo>
                        <a:pt x="13" y="20"/>
                      </a:lnTo>
                      <a:lnTo>
                        <a:pt x="15" y="17"/>
                      </a:lnTo>
                      <a:lnTo>
                        <a:pt x="23" y="12"/>
                      </a:lnTo>
                      <a:lnTo>
                        <a:pt x="23" y="6"/>
                      </a:lnTo>
                      <a:lnTo>
                        <a:pt x="18"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4" name="Freeform 393">
                  <a:extLst>
                    <a:ext uri="{FF2B5EF4-FFF2-40B4-BE49-F238E27FC236}">
                      <a16:creationId xmlns:a16="http://schemas.microsoft.com/office/drawing/2014/main" id="{A26022B9-5A19-6B11-C5A4-3BC890183E81}"/>
                    </a:ext>
                  </a:extLst>
                </p:cNvPr>
                <p:cNvSpPr>
                  <a:spLocks/>
                </p:cNvSpPr>
                <p:nvPr/>
              </p:nvSpPr>
              <p:spPr bwMode="gray">
                <a:xfrm>
                  <a:off x="3440557" y="2847872"/>
                  <a:ext cx="816463" cy="700489"/>
                </a:xfrm>
                <a:custGeom>
                  <a:avLst/>
                  <a:gdLst/>
                  <a:ahLst/>
                  <a:cxnLst>
                    <a:cxn ang="0">
                      <a:pos x="24" y="118"/>
                    </a:cxn>
                    <a:cxn ang="0">
                      <a:pos x="35" y="126"/>
                    </a:cxn>
                    <a:cxn ang="0">
                      <a:pos x="42" y="133"/>
                    </a:cxn>
                    <a:cxn ang="0">
                      <a:pos x="42" y="142"/>
                    </a:cxn>
                    <a:cxn ang="0">
                      <a:pos x="51" y="149"/>
                    </a:cxn>
                    <a:cxn ang="0">
                      <a:pos x="54" y="151"/>
                    </a:cxn>
                    <a:cxn ang="0">
                      <a:pos x="62" y="149"/>
                    </a:cxn>
                    <a:cxn ang="0">
                      <a:pos x="73" y="147"/>
                    </a:cxn>
                    <a:cxn ang="0">
                      <a:pos x="83" y="141"/>
                    </a:cxn>
                    <a:cxn ang="0">
                      <a:pos x="90" y="134"/>
                    </a:cxn>
                    <a:cxn ang="0">
                      <a:pos x="98" y="118"/>
                    </a:cxn>
                    <a:cxn ang="0">
                      <a:pos x="104" y="110"/>
                    </a:cxn>
                    <a:cxn ang="0">
                      <a:pos x="125" y="117"/>
                    </a:cxn>
                    <a:cxn ang="0">
                      <a:pos x="140" y="96"/>
                    </a:cxn>
                    <a:cxn ang="0">
                      <a:pos x="151" y="79"/>
                    </a:cxn>
                    <a:cxn ang="0">
                      <a:pos x="162" y="45"/>
                    </a:cxn>
                    <a:cxn ang="0">
                      <a:pos x="176" y="34"/>
                    </a:cxn>
                    <a:cxn ang="0">
                      <a:pos x="171" y="21"/>
                    </a:cxn>
                    <a:cxn ang="0">
                      <a:pos x="163" y="0"/>
                    </a:cxn>
                    <a:cxn ang="0">
                      <a:pos x="155" y="5"/>
                    </a:cxn>
                    <a:cxn ang="0">
                      <a:pos x="145" y="11"/>
                    </a:cxn>
                    <a:cxn ang="0">
                      <a:pos x="114" y="9"/>
                    </a:cxn>
                    <a:cxn ang="0">
                      <a:pos x="100" y="17"/>
                    </a:cxn>
                    <a:cxn ang="0">
                      <a:pos x="79" y="9"/>
                    </a:cxn>
                    <a:cxn ang="0">
                      <a:pos x="67" y="15"/>
                    </a:cxn>
                    <a:cxn ang="0">
                      <a:pos x="55" y="6"/>
                    </a:cxn>
                    <a:cxn ang="0">
                      <a:pos x="32" y="1"/>
                    </a:cxn>
                    <a:cxn ang="0">
                      <a:pos x="19" y="17"/>
                    </a:cxn>
                    <a:cxn ang="0">
                      <a:pos x="14" y="33"/>
                    </a:cxn>
                    <a:cxn ang="0">
                      <a:pos x="15" y="44"/>
                    </a:cxn>
                    <a:cxn ang="0">
                      <a:pos x="13" y="56"/>
                    </a:cxn>
                    <a:cxn ang="0">
                      <a:pos x="13" y="63"/>
                    </a:cxn>
                    <a:cxn ang="0">
                      <a:pos x="6" y="75"/>
                    </a:cxn>
                    <a:cxn ang="0">
                      <a:pos x="0" y="107"/>
                    </a:cxn>
                  </a:cxnLst>
                  <a:rect l="0" t="0" r="r" b="b"/>
                  <a:pathLst>
                    <a:path w="176" h="151">
                      <a:moveTo>
                        <a:pt x="2" y="118"/>
                      </a:moveTo>
                      <a:lnTo>
                        <a:pt x="24" y="118"/>
                      </a:lnTo>
                      <a:lnTo>
                        <a:pt x="32" y="122"/>
                      </a:lnTo>
                      <a:lnTo>
                        <a:pt x="35" y="126"/>
                      </a:lnTo>
                      <a:lnTo>
                        <a:pt x="39" y="131"/>
                      </a:lnTo>
                      <a:lnTo>
                        <a:pt x="42" y="133"/>
                      </a:lnTo>
                      <a:lnTo>
                        <a:pt x="40" y="134"/>
                      </a:lnTo>
                      <a:lnTo>
                        <a:pt x="42" y="142"/>
                      </a:lnTo>
                      <a:lnTo>
                        <a:pt x="46" y="147"/>
                      </a:lnTo>
                      <a:lnTo>
                        <a:pt x="51" y="149"/>
                      </a:lnTo>
                      <a:lnTo>
                        <a:pt x="52" y="149"/>
                      </a:lnTo>
                      <a:lnTo>
                        <a:pt x="54" y="151"/>
                      </a:lnTo>
                      <a:lnTo>
                        <a:pt x="58" y="149"/>
                      </a:lnTo>
                      <a:lnTo>
                        <a:pt x="62" y="149"/>
                      </a:lnTo>
                      <a:lnTo>
                        <a:pt x="67" y="144"/>
                      </a:lnTo>
                      <a:lnTo>
                        <a:pt x="73" y="147"/>
                      </a:lnTo>
                      <a:lnTo>
                        <a:pt x="82" y="147"/>
                      </a:lnTo>
                      <a:lnTo>
                        <a:pt x="83" y="141"/>
                      </a:lnTo>
                      <a:lnTo>
                        <a:pt x="86" y="144"/>
                      </a:lnTo>
                      <a:lnTo>
                        <a:pt x="90" y="134"/>
                      </a:lnTo>
                      <a:lnTo>
                        <a:pt x="93" y="125"/>
                      </a:lnTo>
                      <a:lnTo>
                        <a:pt x="98" y="118"/>
                      </a:lnTo>
                      <a:lnTo>
                        <a:pt x="102" y="114"/>
                      </a:lnTo>
                      <a:lnTo>
                        <a:pt x="104" y="110"/>
                      </a:lnTo>
                      <a:lnTo>
                        <a:pt x="118" y="109"/>
                      </a:lnTo>
                      <a:lnTo>
                        <a:pt x="125" y="117"/>
                      </a:lnTo>
                      <a:lnTo>
                        <a:pt x="131" y="115"/>
                      </a:lnTo>
                      <a:lnTo>
                        <a:pt x="140" y="96"/>
                      </a:lnTo>
                      <a:lnTo>
                        <a:pt x="144" y="85"/>
                      </a:lnTo>
                      <a:lnTo>
                        <a:pt x="151" y="79"/>
                      </a:lnTo>
                      <a:lnTo>
                        <a:pt x="155" y="63"/>
                      </a:lnTo>
                      <a:lnTo>
                        <a:pt x="162" y="45"/>
                      </a:lnTo>
                      <a:lnTo>
                        <a:pt x="165" y="42"/>
                      </a:lnTo>
                      <a:lnTo>
                        <a:pt x="176" y="34"/>
                      </a:lnTo>
                      <a:lnTo>
                        <a:pt x="176" y="26"/>
                      </a:lnTo>
                      <a:lnTo>
                        <a:pt x="171" y="21"/>
                      </a:lnTo>
                      <a:lnTo>
                        <a:pt x="171" y="11"/>
                      </a:lnTo>
                      <a:lnTo>
                        <a:pt x="163" y="0"/>
                      </a:lnTo>
                      <a:lnTo>
                        <a:pt x="157" y="0"/>
                      </a:lnTo>
                      <a:lnTo>
                        <a:pt x="155" y="5"/>
                      </a:lnTo>
                      <a:lnTo>
                        <a:pt x="151" y="5"/>
                      </a:lnTo>
                      <a:lnTo>
                        <a:pt x="145" y="11"/>
                      </a:lnTo>
                      <a:lnTo>
                        <a:pt x="135" y="7"/>
                      </a:lnTo>
                      <a:lnTo>
                        <a:pt x="114" y="9"/>
                      </a:lnTo>
                      <a:lnTo>
                        <a:pt x="104" y="16"/>
                      </a:lnTo>
                      <a:lnTo>
                        <a:pt x="100" y="17"/>
                      </a:lnTo>
                      <a:lnTo>
                        <a:pt x="90" y="15"/>
                      </a:lnTo>
                      <a:lnTo>
                        <a:pt x="79" y="9"/>
                      </a:lnTo>
                      <a:lnTo>
                        <a:pt x="73" y="9"/>
                      </a:lnTo>
                      <a:lnTo>
                        <a:pt x="67" y="15"/>
                      </a:lnTo>
                      <a:lnTo>
                        <a:pt x="64" y="15"/>
                      </a:lnTo>
                      <a:lnTo>
                        <a:pt x="55" y="6"/>
                      </a:lnTo>
                      <a:lnTo>
                        <a:pt x="44" y="1"/>
                      </a:lnTo>
                      <a:lnTo>
                        <a:pt x="32" y="1"/>
                      </a:lnTo>
                      <a:lnTo>
                        <a:pt x="23" y="6"/>
                      </a:lnTo>
                      <a:lnTo>
                        <a:pt x="19" y="17"/>
                      </a:lnTo>
                      <a:lnTo>
                        <a:pt x="13" y="22"/>
                      </a:lnTo>
                      <a:lnTo>
                        <a:pt x="14" y="33"/>
                      </a:lnTo>
                      <a:lnTo>
                        <a:pt x="12" y="38"/>
                      </a:lnTo>
                      <a:lnTo>
                        <a:pt x="15" y="44"/>
                      </a:lnTo>
                      <a:lnTo>
                        <a:pt x="17" y="54"/>
                      </a:lnTo>
                      <a:lnTo>
                        <a:pt x="13" y="56"/>
                      </a:lnTo>
                      <a:lnTo>
                        <a:pt x="14" y="59"/>
                      </a:lnTo>
                      <a:lnTo>
                        <a:pt x="13" y="63"/>
                      </a:lnTo>
                      <a:lnTo>
                        <a:pt x="7" y="67"/>
                      </a:lnTo>
                      <a:lnTo>
                        <a:pt x="6" y="75"/>
                      </a:lnTo>
                      <a:lnTo>
                        <a:pt x="2" y="85"/>
                      </a:lnTo>
                      <a:lnTo>
                        <a:pt x="0" y="107"/>
                      </a:lnTo>
                      <a:lnTo>
                        <a:pt x="2" y="118"/>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5" name="Freeform 394">
                  <a:extLst>
                    <a:ext uri="{FF2B5EF4-FFF2-40B4-BE49-F238E27FC236}">
                      <a16:creationId xmlns:a16="http://schemas.microsoft.com/office/drawing/2014/main" id="{4EC39116-52E6-5643-1692-27FC3EEC3B6F}"/>
                    </a:ext>
                  </a:extLst>
                </p:cNvPr>
                <p:cNvSpPr>
                  <a:spLocks/>
                </p:cNvSpPr>
                <p:nvPr/>
              </p:nvSpPr>
              <p:spPr bwMode="gray">
                <a:xfrm>
                  <a:off x="3839510" y="2898902"/>
                  <a:ext cx="533485" cy="830381"/>
                </a:xfrm>
                <a:custGeom>
                  <a:avLst/>
                  <a:gdLst/>
                  <a:ahLst/>
                  <a:cxnLst>
                    <a:cxn ang="0">
                      <a:pos x="43" y="171"/>
                    </a:cxn>
                    <a:cxn ang="0">
                      <a:pos x="56" y="169"/>
                    </a:cxn>
                    <a:cxn ang="0">
                      <a:pos x="72" y="171"/>
                    </a:cxn>
                    <a:cxn ang="0">
                      <a:pos x="94" y="171"/>
                    </a:cxn>
                    <a:cxn ang="0">
                      <a:pos x="107" y="174"/>
                    </a:cxn>
                    <a:cxn ang="0">
                      <a:pos x="114" y="179"/>
                    </a:cxn>
                    <a:cxn ang="0">
                      <a:pos x="115" y="176"/>
                    </a:cxn>
                    <a:cxn ang="0">
                      <a:pos x="115" y="161"/>
                    </a:cxn>
                    <a:cxn ang="0">
                      <a:pos x="114" y="161"/>
                    </a:cxn>
                    <a:cxn ang="0">
                      <a:pos x="104" y="152"/>
                    </a:cxn>
                    <a:cxn ang="0">
                      <a:pos x="93" y="130"/>
                    </a:cxn>
                    <a:cxn ang="0">
                      <a:pos x="91" y="113"/>
                    </a:cxn>
                    <a:cxn ang="0">
                      <a:pos x="97" y="106"/>
                    </a:cxn>
                    <a:cxn ang="0">
                      <a:pos x="104" y="90"/>
                    </a:cxn>
                    <a:cxn ang="0">
                      <a:pos x="98" y="71"/>
                    </a:cxn>
                    <a:cxn ang="0">
                      <a:pos x="96" y="68"/>
                    </a:cxn>
                    <a:cxn ang="0">
                      <a:pos x="89" y="64"/>
                    </a:cxn>
                    <a:cxn ang="0">
                      <a:pos x="85" y="56"/>
                    </a:cxn>
                    <a:cxn ang="0">
                      <a:pos x="85" y="53"/>
                    </a:cxn>
                    <a:cxn ang="0">
                      <a:pos x="88" y="50"/>
                    </a:cxn>
                    <a:cxn ang="0">
                      <a:pos x="102" y="52"/>
                    </a:cxn>
                    <a:cxn ang="0">
                      <a:pos x="103" y="49"/>
                    </a:cxn>
                    <a:cxn ang="0">
                      <a:pos x="103" y="45"/>
                    </a:cxn>
                    <a:cxn ang="0">
                      <a:pos x="96" y="34"/>
                    </a:cxn>
                    <a:cxn ang="0">
                      <a:pos x="97" y="20"/>
                    </a:cxn>
                    <a:cxn ang="0">
                      <a:pos x="93" y="6"/>
                    </a:cxn>
                    <a:cxn ang="0">
                      <a:pos x="90" y="4"/>
                    </a:cxn>
                    <a:cxn ang="0">
                      <a:pos x="89" y="0"/>
                    </a:cxn>
                    <a:cxn ang="0">
                      <a:pos x="85" y="0"/>
                    </a:cxn>
                    <a:cxn ang="0">
                      <a:pos x="85" y="10"/>
                    </a:cxn>
                    <a:cxn ang="0">
                      <a:pos x="90" y="15"/>
                    </a:cxn>
                    <a:cxn ang="0">
                      <a:pos x="90" y="23"/>
                    </a:cxn>
                    <a:cxn ang="0">
                      <a:pos x="79" y="31"/>
                    </a:cxn>
                    <a:cxn ang="0">
                      <a:pos x="76" y="34"/>
                    </a:cxn>
                    <a:cxn ang="0">
                      <a:pos x="69" y="52"/>
                    </a:cxn>
                    <a:cxn ang="0">
                      <a:pos x="65" y="68"/>
                    </a:cxn>
                    <a:cxn ang="0">
                      <a:pos x="58" y="74"/>
                    </a:cxn>
                    <a:cxn ang="0">
                      <a:pos x="54" y="85"/>
                    </a:cxn>
                    <a:cxn ang="0">
                      <a:pos x="45" y="104"/>
                    </a:cxn>
                    <a:cxn ang="0">
                      <a:pos x="39" y="106"/>
                    </a:cxn>
                    <a:cxn ang="0">
                      <a:pos x="32" y="98"/>
                    </a:cxn>
                    <a:cxn ang="0">
                      <a:pos x="18" y="99"/>
                    </a:cxn>
                    <a:cxn ang="0">
                      <a:pos x="16" y="103"/>
                    </a:cxn>
                    <a:cxn ang="0">
                      <a:pos x="12" y="107"/>
                    </a:cxn>
                    <a:cxn ang="0">
                      <a:pos x="7" y="114"/>
                    </a:cxn>
                    <a:cxn ang="0">
                      <a:pos x="4" y="123"/>
                    </a:cxn>
                    <a:cxn ang="0">
                      <a:pos x="0" y="133"/>
                    </a:cxn>
                    <a:cxn ang="0">
                      <a:pos x="2" y="135"/>
                    </a:cxn>
                    <a:cxn ang="0">
                      <a:pos x="6" y="135"/>
                    </a:cxn>
                    <a:cxn ang="0">
                      <a:pos x="9" y="141"/>
                    </a:cxn>
                    <a:cxn ang="0">
                      <a:pos x="14" y="144"/>
                    </a:cxn>
                    <a:cxn ang="0">
                      <a:pos x="19" y="144"/>
                    </a:cxn>
                    <a:cxn ang="0">
                      <a:pos x="18" y="149"/>
                    </a:cxn>
                    <a:cxn ang="0">
                      <a:pos x="19" y="150"/>
                    </a:cxn>
                    <a:cxn ang="0">
                      <a:pos x="22" y="155"/>
                    </a:cxn>
                    <a:cxn ang="0">
                      <a:pos x="19" y="172"/>
                    </a:cxn>
                    <a:cxn ang="0">
                      <a:pos x="43" y="171"/>
                    </a:cxn>
                  </a:cxnLst>
                  <a:rect l="0" t="0" r="r" b="b"/>
                  <a:pathLst>
                    <a:path w="115" h="179">
                      <a:moveTo>
                        <a:pt x="43" y="171"/>
                      </a:moveTo>
                      <a:lnTo>
                        <a:pt x="56" y="169"/>
                      </a:lnTo>
                      <a:lnTo>
                        <a:pt x="72" y="171"/>
                      </a:lnTo>
                      <a:lnTo>
                        <a:pt x="94" y="171"/>
                      </a:lnTo>
                      <a:lnTo>
                        <a:pt x="107" y="174"/>
                      </a:lnTo>
                      <a:lnTo>
                        <a:pt x="114" y="179"/>
                      </a:lnTo>
                      <a:lnTo>
                        <a:pt x="115" y="176"/>
                      </a:lnTo>
                      <a:lnTo>
                        <a:pt x="115" y="161"/>
                      </a:lnTo>
                      <a:lnTo>
                        <a:pt x="114" y="161"/>
                      </a:lnTo>
                      <a:lnTo>
                        <a:pt x="104" y="152"/>
                      </a:lnTo>
                      <a:lnTo>
                        <a:pt x="93" y="130"/>
                      </a:lnTo>
                      <a:lnTo>
                        <a:pt x="91" y="113"/>
                      </a:lnTo>
                      <a:lnTo>
                        <a:pt x="97" y="106"/>
                      </a:lnTo>
                      <a:lnTo>
                        <a:pt x="104" y="90"/>
                      </a:lnTo>
                      <a:lnTo>
                        <a:pt x="98" y="71"/>
                      </a:lnTo>
                      <a:lnTo>
                        <a:pt x="96" y="68"/>
                      </a:lnTo>
                      <a:lnTo>
                        <a:pt x="89" y="64"/>
                      </a:lnTo>
                      <a:lnTo>
                        <a:pt x="85" y="56"/>
                      </a:lnTo>
                      <a:lnTo>
                        <a:pt x="85" y="53"/>
                      </a:lnTo>
                      <a:lnTo>
                        <a:pt x="88" y="50"/>
                      </a:lnTo>
                      <a:lnTo>
                        <a:pt x="102" y="52"/>
                      </a:lnTo>
                      <a:lnTo>
                        <a:pt x="103" y="49"/>
                      </a:lnTo>
                      <a:lnTo>
                        <a:pt x="103" y="45"/>
                      </a:lnTo>
                      <a:lnTo>
                        <a:pt x="96" y="34"/>
                      </a:lnTo>
                      <a:lnTo>
                        <a:pt x="97" y="20"/>
                      </a:lnTo>
                      <a:lnTo>
                        <a:pt x="93" y="6"/>
                      </a:lnTo>
                      <a:lnTo>
                        <a:pt x="90" y="4"/>
                      </a:lnTo>
                      <a:lnTo>
                        <a:pt x="89" y="0"/>
                      </a:lnTo>
                      <a:lnTo>
                        <a:pt x="85" y="0"/>
                      </a:lnTo>
                      <a:lnTo>
                        <a:pt x="85" y="10"/>
                      </a:lnTo>
                      <a:lnTo>
                        <a:pt x="90" y="15"/>
                      </a:lnTo>
                      <a:lnTo>
                        <a:pt x="90" y="23"/>
                      </a:lnTo>
                      <a:lnTo>
                        <a:pt x="79" y="31"/>
                      </a:lnTo>
                      <a:lnTo>
                        <a:pt x="76" y="34"/>
                      </a:lnTo>
                      <a:lnTo>
                        <a:pt x="69" y="52"/>
                      </a:lnTo>
                      <a:lnTo>
                        <a:pt x="65" y="68"/>
                      </a:lnTo>
                      <a:lnTo>
                        <a:pt x="58" y="74"/>
                      </a:lnTo>
                      <a:lnTo>
                        <a:pt x="54" y="85"/>
                      </a:lnTo>
                      <a:lnTo>
                        <a:pt x="45" y="104"/>
                      </a:lnTo>
                      <a:lnTo>
                        <a:pt x="39" y="106"/>
                      </a:lnTo>
                      <a:lnTo>
                        <a:pt x="32" y="98"/>
                      </a:lnTo>
                      <a:lnTo>
                        <a:pt x="18" y="99"/>
                      </a:lnTo>
                      <a:lnTo>
                        <a:pt x="16" y="103"/>
                      </a:lnTo>
                      <a:lnTo>
                        <a:pt x="12" y="107"/>
                      </a:lnTo>
                      <a:lnTo>
                        <a:pt x="7" y="114"/>
                      </a:lnTo>
                      <a:lnTo>
                        <a:pt x="4" y="123"/>
                      </a:lnTo>
                      <a:lnTo>
                        <a:pt x="0" y="133"/>
                      </a:lnTo>
                      <a:lnTo>
                        <a:pt x="2" y="135"/>
                      </a:lnTo>
                      <a:lnTo>
                        <a:pt x="6" y="135"/>
                      </a:lnTo>
                      <a:lnTo>
                        <a:pt x="9" y="141"/>
                      </a:lnTo>
                      <a:lnTo>
                        <a:pt x="14" y="144"/>
                      </a:lnTo>
                      <a:lnTo>
                        <a:pt x="19" y="144"/>
                      </a:lnTo>
                      <a:lnTo>
                        <a:pt x="18" y="149"/>
                      </a:lnTo>
                      <a:lnTo>
                        <a:pt x="19" y="150"/>
                      </a:lnTo>
                      <a:lnTo>
                        <a:pt x="22" y="155"/>
                      </a:lnTo>
                      <a:lnTo>
                        <a:pt x="19" y="172"/>
                      </a:lnTo>
                      <a:lnTo>
                        <a:pt x="43" y="171"/>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6" name="Freeform 395">
                  <a:extLst>
                    <a:ext uri="{FF2B5EF4-FFF2-40B4-BE49-F238E27FC236}">
                      <a16:creationId xmlns:a16="http://schemas.microsoft.com/office/drawing/2014/main" id="{DC812528-8DF5-82F6-193C-B44667C80F08}"/>
                    </a:ext>
                  </a:extLst>
                </p:cNvPr>
                <p:cNvSpPr>
                  <a:spLocks/>
                </p:cNvSpPr>
                <p:nvPr/>
              </p:nvSpPr>
              <p:spPr bwMode="gray">
                <a:xfrm>
                  <a:off x="5277598" y="3919480"/>
                  <a:ext cx="134533" cy="125255"/>
                </a:xfrm>
                <a:custGeom>
                  <a:avLst/>
                  <a:gdLst/>
                  <a:ahLst/>
                  <a:cxnLst>
                    <a:cxn ang="0">
                      <a:pos x="22" y="0"/>
                    </a:cxn>
                    <a:cxn ang="0">
                      <a:pos x="18" y="1"/>
                    </a:cxn>
                    <a:cxn ang="0">
                      <a:pos x="16" y="6"/>
                    </a:cxn>
                    <a:cxn ang="0">
                      <a:pos x="11" y="5"/>
                    </a:cxn>
                    <a:cxn ang="0">
                      <a:pos x="4" y="14"/>
                    </a:cxn>
                    <a:cxn ang="0">
                      <a:pos x="0" y="21"/>
                    </a:cxn>
                    <a:cxn ang="0">
                      <a:pos x="2" y="26"/>
                    </a:cxn>
                    <a:cxn ang="0">
                      <a:pos x="4" y="23"/>
                    </a:cxn>
                    <a:cxn ang="0">
                      <a:pos x="5" y="23"/>
                    </a:cxn>
                    <a:cxn ang="0">
                      <a:pos x="9" y="27"/>
                    </a:cxn>
                    <a:cxn ang="0">
                      <a:pos x="13" y="26"/>
                    </a:cxn>
                    <a:cxn ang="0">
                      <a:pos x="16" y="21"/>
                    </a:cxn>
                    <a:cxn ang="0">
                      <a:pos x="23" y="19"/>
                    </a:cxn>
                    <a:cxn ang="0">
                      <a:pos x="25" y="21"/>
                    </a:cxn>
                    <a:cxn ang="0">
                      <a:pos x="29" y="14"/>
                    </a:cxn>
                    <a:cxn ang="0">
                      <a:pos x="22" y="0"/>
                    </a:cxn>
                  </a:cxnLst>
                  <a:rect l="0" t="0" r="r" b="b"/>
                  <a:pathLst>
                    <a:path w="29" h="27">
                      <a:moveTo>
                        <a:pt x="22" y="0"/>
                      </a:moveTo>
                      <a:lnTo>
                        <a:pt x="18" y="1"/>
                      </a:lnTo>
                      <a:lnTo>
                        <a:pt x="16" y="6"/>
                      </a:lnTo>
                      <a:lnTo>
                        <a:pt x="11" y="5"/>
                      </a:lnTo>
                      <a:lnTo>
                        <a:pt x="4" y="14"/>
                      </a:lnTo>
                      <a:lnTo>
                        <a:pt x="0" y="21"/>
                      </a:lnTo>
                      <a:lnTo>
                        <a:pt x="2" y="26"/>
                      </a:lnTo>
                      <a:lnTo>
                        <a:pt x="4" y="23"/>
                      </a:lnTo>
                      <a:lnTo>
                        <a:pt x="5" y="23"/>
                      </a:lnTo>
                      <a:lnTo>
                        <a:pt x="9" y="27"/>
                      </a:lnTo>
                      <a:lnTo>
                        <a:pt x="13" y="26"/>
                      </a:lnTo>
                      <a:lnTo>
                        <a:pt x="16" y="21"/>
                      </a:lnTo>
                      <a:lnTo>
                        <a:pt x="23" y="19"/>
                      </a:lnTo>
                      <a:lnTo>
                        <a:pt x="25" y="21"/>
                      </a:lnTo>
                      <a:lnTo>
                        <a:pt x="29" y="14"/>
                      </a:lnTo>
                      <a:lnTo>
                        <a:pt x="22"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7" name="Freeform 396">
                  <a:extLst>
                    <a:ext uri="{FF2B5EF4-FFF2-40B4-BE49-F238E27FC236}">
                      <a16:creationId xmlns:a16="http://schemas.microsoft.com/office/drawing/2014/main" id="{926257B8-F473-1B67-A07E-3CDB71A87F48}"/>
                    </a:ext>
                  </a:extLst>
                </p:cNvPr>
                <p:cNvSpPr>
                  <a:spLocks/>
                </p:cNvSpPr>
                <p:nvPr/>
              </p:nvSpPr>
              <p:spPr bwMode="gray">
                <a:xfrm>
                  <a:off x="4261658" y="3051987"/>
                  <a:ext cx="913883" cy="593791"/>
                </a:xfrm>
                <a:custGeom>
                  <a:avLst/>
                  <a:gdLst/>
                  <a:ahLst/>
                  <a:cxnLst>
                    <a:cxn ang="0">
                      <a:pos x="190" y="92"/>
                    </a:cxn>
                    <a:cxn ang="0">
                      <a:pos x="184" y="92"/>
                    </a:cxn>
                    <a:cxn ang="0">
                      <a:pos x="178" y="91"/>
                    </a:cxn>
                    <a:cxn ang="0">
                      <a:pos x="162" y="91"/>
                    </a:cxn>
                    <a:cxn ang="0">
                      <a:pos x="156" y="96"/>
                    </a:cxn>
                    <a:cxn ang="0">
                      <a:pos x="134" y="100"/>
                    </a:cxn>
                    <a:cxn ang="0">
                      <a:pos x="123" y="100"/>
                    </a:cxn>
                    <a:cxn ang="0">
                      <a:pos x="121" y="106"/>
                    </a:cxn>
                    <a:cxn ang="0">
                      <a:pos x="97" y="101"/>
                    </a:cxn>
                    <a:cxn ang="0">
                      <a:pos x="92" y="102"/>
                    </a:cxn>
                    <a:cxn ang="0">
                      <a:pos x="75" y="92"/>
                    </a:cxn>
                    <a:cxn ang="0">
                      <a:pos x="66" y="114"/>
                    </a:cxn>
                    <a:cxn ang="0">
                      <a:pos x="53" y="119"/>
                    </a:cxn>
                    <a:cxn ang="0">
                      <a:pos x="38" y="116"/>
                    </a:cxn>
                    <a:cxn ang="0">
                      <a:pos x="24" y="128"/>
                    </a:cxn>
                    <a:cxn ang="0">
                      <a:pos x="13" y="119"/>
                    </a:cxn>
                    <a:cxn ang="0">
                      <a:pos x="0" y="80"/>
                    </a:cxn>
                    <a:cxn ang="0">
                      <a:pos x="13" y="57"/>
                    </a:cxn>
                    <a:cxn ang="0">
                      <a:pos x="29" y="53"/>
                    </a:cxn>
                    <a:cxn ang="0">
                      <a:pos x="36" y="55"/>
                    </a:cxn>
                    <a:cxn ang="0">
                      <a:pos x="63" y="47"/>
                    </a:cxn>
                    <a:cxn ang="0">
                      <a:pos x="67" y="36"/>
                    </a:cxn>
                    <a:cxn ang="0">
                      <a:pos x="91" y="30"/>
                    </a:cxn>
                    <a:cxn ang="0">
                      <a:pos x="98" y="25"/>
                    </a:cxn>
                    <a:cxn ang="0">
                      <a:pos x="110" y="12"/>
                    </a:cxn>
                    <a:cxn ang="0">
                      <a:pos x="112" y="3"/>
                    </a:cxn>
                    <a:cxn ang="0">
                      <a:pos x="136" y="16"/>
                    </a:cxn>
                    <a:cxn ang="0">
                      <a:pos x="136" y="35"/>
                    </a:cxn>
                    <a:cxn ang="0">
                      <a:pos x="146" y="38"/>
                    </a:cxn>
                    <a:cxn ang="0">
                      <a:pos x="156" y="43"/>
                    </a:cxn>
                    <a:cxn ang="0">
                      <a:pos x="162" y="54"/>
                    </a:cxn>
                    <a:cxn ang="0">
                      <a:pos x="182" y="78"/>
                    </a:cxn>
                    <a:cxn ang="0">
                      <a:pos x="197" y="92"/>
                    </a:cxn>
                  </a:cxnLst>
                  <a:rect l="0" t="0" r="r" b="b"/>
                  <a:pathLst>
                    <a:path w="197" h="128">
                      <a:moveTo>
                        <a:pt x="197" y="92"/>
                      </a:moveTo>
                      <a:lnTo>
                        <a:pt x="190" y="92"/>
                      </a:lnTo>
                      <a:lnTo>
                        <a:pt x="187" y="95"/>
                      </a:lnTo>
                      <a:lnTo>
                        <a:pt x="184" y="92"/>
                      </a:lnTo>
                      <a:lnTo>
                        <a:pt x="182" y="95"/>
                      </a:lnTo>
                      <a:lnTo>
                        <a:pt x="178" y="91"/>
                      </a:lnTo>
                      <a:lnTo>
                        <a:pt x="168" y="92"/>
                      </a:lnTo>
                      <a:lnTo>
                        <a:pt x="162" y="91"/>
                      </a:lnTo>
                      <a:lnTo>
                        <a:pt x="161" y="95"/>
                      </a:lnTo>
                      <a:lnTo>
                        <a:pt x="156" y="96"/>
                      </a:lnTo>
                      <a:lnTo>
                        <a:pt x="153" y="93"/>
                      </a:lnTo>
                      <a:lnTo>
                        <a:pt x="134" y="100"/>
                      </a:lnTo>
                      <a:lnTo>
                        <a:pt x="127" y="97"/>
                      </a:lnTo>
                      <a:lnTo>
                        <a:pt x="123" y="100"/>
                      </a:lnTo>
                      <a:lnTo>
                        <a:pt x="123" y="105"/>
                      </a:lnTo>
                      <a:lnTo>
                        <a:pt x="121" y="106"/>
                      </a:lnTo>
                      <a:lnTo>
                        <a:pt x="106" y="106"/>
                      </a:lnTo>
                      <a:lnTo>
                        <a:pt x="97" y="101"/>
                      </a:lnTo>
                      <a:lnTo>
                        <a:pt x="94" y="103"/>
                      </a:lnTo>
                      <a:lnTo>
                        <a:pt x="92" y="102"/>
                      </a:lnTo>
                      <a:lnTo>
                        <a:pt x="84" y="92"/>
                      </a:lnTo>
                      <a:lnTo>
                        <a:pt x="75" y="92"/>
                      </a:lnTo>
                      <a:lnTo>
                        <a:pt x="67" y="102"/>
                      </a:lnTo>
                      <a:lnTo>
                        <a:pt x="66" y="114"/>
                      </a:lnTo>
                      <a:lnTo>
                        <a:pt x="62" y="114"/>
                      </a:lnTo>
                      <a:lnTo>
                        <a:pt x="53" y="119"/>
                      </a:lnTo>
                      <a:lnTo>
                        <a:pt x="43" y="114"/>
                      </a:lnTo>
                      <a:lnTo>
                        <a:pt x="38" y="116"/>
                      </a:lnTo>
                      <a:lnTo>
                        <a:pt x="31" y="119"/>
                      </a:lnTo>
                      <a:lnTo>
                        <a:pt x="24" y="128"/>
                      </a:lnTo>
                      <a:lnTo>
                        <a:pt x="23" y="128"/>
                      </a:lnTo>
                      <a:lnTo>
                        <a:pt x="13" y="119"/>
                      </a:lnTo>
                      <a:lnTo>
                        <a:pt x="2" y="97"/>
                      </a:lnTo>
                      <a:lnTo>
                        <a:pt x="0" y="80"/>
                      </a:lnTo>
                      <a:lnTo>
                        <a:pt x="6" y="73"/>
                      </a:lnTo>
                      <a:lnTo>
                        <a:pt x="13" y="57"/>
                      </a:lnTo>
                      <a:lnTo>
                        <a:pt x="23" y="57"/>
                      </a:lnTo>
                      <a:lnTo>
                        <a:pt x="29" y="53"/>
                      </a:lnTo>
                      <a:lnTo>
                        <a:pt x="31" y="51"/>
                      </a:lnTo>
                      <a:lnTo>
                        <a:pt x="36" y="55"/>
                      </a:lnTo>
                      <a:lnTo>
                        <a:pt x="50" y="48"/>
                      </a:lnTo>
                      <a:lnTo>
                        <a:pt x="63" y="47"/>
                      </a:lnTo>
                      <a:lnTo>
                        <a:pt x="69" y="39"/>
                      </a:lnTo>
                      <a:lnTo>
                        <a:pt x="67" y="36"/>
                      </a:lnTo>
                      <a:lnTo>
                        <a:pt x="68" y="33"/>
                      </a:lnTo>
                      <a:lnTo>
                        <a:pt x="91" y="30"/>
                      </a:lnTo>
                      <a:lnTo>
                        <a:pt x="92" y="27"/>
                      </a:lnTo>
                      <a:lnTo>
                        <a:pt x="98" y="25"/>
                      </a:lnTo>
                      <a:lnTo>
                        <a:pt x="99" y="21"/>
                      </a:lnTo>
                      <a:lnTo>
                        <a:pt x="110" y="12"/>
                      </a:lnTo>
                      <a:lnTo>
                        <a:pt x="110" y="8"/>
                      </a:lnTo>
                      <a:lnTo>
                        <a:pt x="112" y="3"/>
                      </a:lnTo>
                      <a:lnTo>
                        <a:pt x="124" y="0"/>
                      </a:lnTo>
                      <a:lnTo>
                        <a:pt x="136" y="16"/>
                      </a:lnTo>
                      <a:lnTo>
                        <a:pt x="137" y="21"/>
                      </a:lnTo>
                      <a:lnTo>
                        <a:pt x="136" y="35"/>
                      </a:lnTo>
                      <a:lnTo>
                        <a:pt x="138" y="37"/>
                      </a:lnTo>
                      <a:lnTo>
                        <a:pt x="146" y="38"/>
                      </a:lnTo>
                      <a:lnTo>
                        <a:pt x="147" y="42"/>
                      </a:lnTo>
                      <a:lnTo>
                        <a:pt x="156" y="43"/>
                      </a:lnTo>
                      <a:lnTo>
                        <a:pt x="161" y="47"/>
                      </a:lnTo>
                      <a:lnTo>
                        <a:pt x="162" y="54"/>
                      </a:lnTo>
                      <a:lnTo>
                        <a:pt x="178" y="66"/>
                      </a:lnTo>
                      <a:lnTo>
                        <a:pt x="182" y="78"/>
                      </a:lnTo>
                      <a:lnTo>
                        <a:pt x="193" y="84"/>
                      </a:lnTo>
                      <a:lnTo>
                        <a:pt x="197" y="92"/>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8" name="Freeform 397">
                  <a:extLst>
                    <a:ext uri="{FF2B5EF4-FFF2-40B4-BE49-F238E27FC236}">
                      <a16:creationId xmlns:a16="http://schemas.microsoft.com/office/drawing/2014/main" id="{39EBBAAA-89BC-6DA9-21FE-CC977B74A4C8}"/>
                    </a:ext>
                  </a:extLst>
                </p:cNvPr>
                <p:cNvSpPr>
                  <a:spLocks/>
                </p:cNvSpPr>
                <p:nvPr/>
              </p:nvSpPr>
              <p:spPr bwMode="gray">
                <a:xfrm>
                  <a:off x="4085376" y="4165346"/>
                  <a:ext cx="74224" cy="102058"/>
                </a:xfrm>
                <a:custGeom>
                  <a:avLst/>
                  <a:gdLst/>
                  <a:ahLst/>
                  <a:cxnLst>
                    <a:cxn ang="0">
                      <a:pos x="5" y="22"/>
                    </a:cxn>
                    <a:cxn ang="0">
                      <a:pos x="3" y="20"/>
                    </a:cxn>
                    <a:cxn ang="0">
                      <a:pos x="3" y="12"/>
                    </a:cxn>
                    <a:cxn ang="0">
                      <a:pos x="0" y="9"/>
                    </a:cxn>
                    <a:cxn ang="0">
                      <a:pos x="7" y="6"/>
                    </a:cxn>
                    <a:cxn ang="0">
                      <a:pos x="9" y="1"/>
                    </a:cxn>
                    <a:cxn ang="0">
                      <a:pos x="12" y="0"/>
                    </a:cxn>
                    <a:cxn ang="0">
                      <a:pos x="15" y="1"/>
                    </a:cxn>
                    <a:cxn ang="0">
                      <a:pos x="16" y="4"/>
                    </a:cxn>
                    <a:cxn ang="0">
                      <a:pos x="10" y="8"/>
                    </a:cxn>
                    <a:cxn ang="0">
                      <a:pos x="7" y="20"/>
                    </a:cxn>
                    <a:cxn ang="0">
                      <a:pos x="5" y="22"/>
                    </a:cxn>
                  </a:cxnLst>
                  <a:rect l="0" t="0" r="r" b="b"/>
                  <a:pathLst>
                    <a:path w="16" h="22">
                      <a:moveTo>
                        <a:pt x="5" y="22"/>
                      </a:moveTo>
                      <a:lnTo>
                        <a:pt x="3" y="20"/>
                      </a:lnTo>
                      <a:lnTo>
                        <a:pt x="3" y="12"/>
                      </a:lnTo>
                      <a:lnTo>
                        <a:pt x="0" y="9"/>
                      </a:lnTo>
                      <a:lnTo>
                        <a:pt x="7" y="6"/>
                      </a:lnTo>
                      <a:lnTo>
                        <a:pt x="9" y="1"/>
                      </a:lnTo>
                      <a:lnTo>
                        <a:pt x="12" y="0"/>
                      </a:lnTo>
                      <a:lnTo>
                        <a:pt x="15" y="1"/>
                      </a:lnTo>
                      <a:lnTo>
                        <a:pt x="16" y="4"/>
                      </a:lnTo>
                      <a:lnTo>
                        <a:pt x="10" y="8"/>
                      </a:lnTo>
                      <a:lnTo>
                        <a:pt x="7" y="20"/>
                      </a:lnTo>
                      <a:lnTo>
                        <a:pt x="5" y="22"/>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89" name="Freeform 398">
                  <a:extLst>
                    <a:ext uri="{FF2B5EF4-FFF2-40B4-BE49-F238E27FC236}">
                      <a16:creationId xmlns:a16="http://schemas.microsoft.com/office/drawing/2014/main" id="{6AD40C38-F0AE-93E5-2EC6-B9529B10B1C9}"/>
                    </a:ext>
                  </a:extLst>
                </p:cNvPr>
                <p:cNvSpPr>
                  <a:spLocks/>
                </p:cNvSpPr>
                <p:nvPr/>
              </p:nvSpPr>
              <p:spPr bwMode="gray">
                <a:xfrm>
                  <a:off x="3867345" y="3682890"/>
                  <a:ext cx="385038" cy="449984"/>
                </a:xfrm>
                <a:custGeom>
                  <a:avLst/>
                  <a:gdLst/>
                  <a:ahLst/>
                  <a:cxnLst>
                    <a:cxn ang="0">
                      <a:pos x="37" y="2"/>
                    </a:cxn>
                    <a:cxn ang="0">
                      <a:pos x="35" y="5"/>
                    </a:cxn>
                    <a:cxn ang="0">
                      <a:pos x="37" y="19"/>
                    </a:cxn>
                    <a:cxn ang="0">
                      <a:pos x="18" y="19"/>
                    </a:cxn>
                    <a:cxn ang="0">
                      <a:pos x="10" y="21"/>
                    </a:cxn>
                    <a:cxn ang="0">
                      <a:pos x="12" y="25"/>
                    </a:cxn>
                    <a:cxn ang="0">
                      <a:pos x="8" y="27"/>
                    </a:cxn>
                    <a:cxn ang="0">
                      <a:pos x="15" y="34"/>
                    </a:cxn>
                    <a:cxn ang="0">
                      <a:pos x="12" y="35"/>
                    </a:cxn>
                    <a:cxn ang="0">
                      <a:pos x="7" y="32"/>
                    </a:cxn>
                    <a:cxn ang="0">
                      <a:pos x="6" y="42"/>
                    </a:cxn>
                    <a:cxn ang="0">
                      <a:pos x="2" y="47"/>
                    </a:cxn>
                    <a:cxn ang="0">
                      <a:pos x="0" y="47"/>
                    </a:cxn>
                    <a:cxn ang="0">
                      <a:pos x="1" y="51"/>
                    </a:cxn>
                    <a:cxn ang="0">
                      <a:pos x="7" y="65"/>
                    </a:cxn>
                    <a:cxn ang="0">
                      <a:pos x="16" y="78"/>
                    </a:cxn>
                    <a:cxn ang="0">
                      <a:pos x="33" y="92"/>
                    </a:cxn>
                    <a:cxn ang="0">
                      <a:pos x="34" y="97"/>
                    </a:cxn>
                    <a:cxn ang="0">
                      <a:pos x="37" y="90"/>
                    </a:cxn>
                    <a:cxn ang="0">
                      <a:pos x="43" y="90"/>
                    </a:cxn>
                    <a:cxn ang="0">
                      <a:pos x="44" y="89"/>
                    </a:cxn>
                    <a:cxn ang="0">
                      <a:pos x="41" y="80"/>
                    </a:cxn>
                    <a:cxn ang="0">
                      <a:pos x="43" y="75"/>
                    </a:cxn>
                    <a:cxn ang="0">
                      <a:pos x="52" y="70"/>
                    </a:cxn>
                    <a:cxn ang="0">
                      <a:pos x="58" y="64"/>
                    </a:cxn>
                    <a:cxn ang="0">
                      <a:pos x="62" y="69"/>
                    </a:cxn>
                    <a:cxn ang="0">
                      <a:pos x="69" y="68"/>
                    </a:cxn>
                    <a:cxn ang="0">
                      <a:pos x="75" y="73"/>
                    </a:cxn>
                    <a:cxn ang="0">
                      <a:pos x="78" y="72"/>
                    </a:cxn>
                    <a:cxn ang="0">
                      <a:pos x="82" y="48"/>
                    </a:cxn>
                    <a:cxn ang="0">
                      <a:pos x="77" y="36"/>
                    </a:cxn>
                    <a:cxn ang="0">
                      <a:pos x="78" y="31"/>
                    </a:cxn>
                    <a:cxn ang="0">
                      <a:pos x="83" y="23"/>
                    </a:cxn>
                    <a:cxn ang="0">
                      <a:pos x="83" y="18"/>
                    </a:cxn>
                    <a:cxn ang="0">
                      <a:pos x="79" y="14"/>
                    </a:cxn>
                    <a:cxn ang="0">
                      <a:pos x="71" y="11"/>
                    </a:cxn>
                    <a:cxn ang="0">
                      <a:pos x="67" y="18"/>
                    </a:cxn>
                    <a:cxn ang="0">
                      <a:pos x="65" y="16"/>
                    </a:cxn>
                    <a:cxn ang="0">
                      <a:pos x="65" y="7"/>
                    </a:cxn>
                    <a:cxn ang="0">
                      <a:pos x="66" y="2"/>
                    </a:cxn>
                    <a:cxn ang="0">
                      <a:pos x="50" y="0"/>
                    </a:cxn>
                    <a:cxn ang="0">
                      <a:pos x="37" y="2"/>
                    </a:cxn>
                  </a:cxnLst>
                  <a:rect l="0" t="0" r="r" b="b"/>
                  <a:pathLst>
                    <a:path w="83" h="97">
                      <a:moveTo>
                        <a:pt x="37" y="2"/>
                      </a:moveTo>
                      <a:lnTo>
                        <a:pt x="35" y="5"/>
                      </a:lnTo>
                      <a:lnTo>
                        <a:pt x="37" y="19"/>
                      </a:lnTo>
                      <a:lnTo>
                        <a:pt x="18" y="19"/>
                      </a:lnTo>
                      <a:lnTo>
                        <a:pt x="10" y="21"/>
                      </a:lnTo>
                      <a:lnTo>
                        <a:pt x="12" y="25"/>
                      </a:lnTo>
                      <a:lnTo>
                        <a:pt x="8" y="27"/>
                      </a:lnTo>
                      <a:lnTo>
                        <a:pt x="15" y="34"/>
                      </a:lnTo>
                      <a:lnTo>
                        <a:pt x="12" y="35"/>
                      </a:lnTo>
                      <a:lnTo>
                        <a:pt x="7" y="32"/>
                      </a:lnTo>
                      <a:lnTo>
                        <a:pt x="6" y="42"/>
                      </a:lnTo>
                      <a:lnTo>
                        <a:pt x="2" y="47"/>
                      </a:lnTo>
                      <a:lnTo>
                        <a:pt x="0" y="47"/>
                      </a:lnTo>
                      <a:lnTo>
                        <a:pt x="1" y="51"/>
                      </a:lnTo>
                      <a:lnTo>
                        <a:pt x="7" y="65"/>
                      </a:lnTo>
                      <a:lnTo>
                        <a:pt x="16" y="78"/>
                      </a:lnTo>
                      <a:lnTo>
                        <a:pt x="33" y="92"/>
                      </a:lnTo>
                      <a:lnTo>
                        <a:pt x="34" y="97"/>
                      </a:lnTo>
                      <a:lnTo>
                        <a:pt x="37" y="90"/>
                      </a:lnTo>
                      <a:lnTo>
                        <a:pt x="43" y="90"/>
                      </a:lnTo>
                      <a:lnTo>
                        <a:pt x="44" y="89"/>
                      </a:lnTo>
                      <a:lnTo>
                        <a:pt x="41" y="80"/>
                      </a:lnTo>
                      <a:lnTo>
                        <a:pt x="43" y="75"/>
                      </a:lnTo>
                      <a:lnTo>
                        <a:pt x="52" y="70"/>
                      </a:lnTo>
                      <a:lnTo>
                        <a:pt x="58" y="64"/>
                      </a:lnTo>
                      <a:lnTo>
                        <a:pt x="62" y="69"/>
                      </a:lnTo>
                      <a:lnTo>
                        <a:pt x="69" y="68"/>
                      </a:lnTo>
                      <a:lnTo>
                        <a:pt x="75" y="73"/>
                      </a:lnTo>
                      <a:lnTo>
                        <a:pt x="78" y="72"/>
                      </a:lnTo>
                      <a:lnTo>
                        <a:pt x="82" y="48"/>
                      </a:lnTo>
                      <a:lnTo>
                        <a:pt x="77" y="36"/>
                      </a:lnTo>
                      <a:lnTo>
                        <a:pt x="78" y="31"/>
                      </a:lnTo>
                      <a:lnTo>
                        <a:pt x="83" y="23"/>
                      </a:lnTo>
                      <a:lnTo>
                        <a:pt x="83" y="18"/>
                      </a:lnTo>
                      <a:lnTo>
                        <a:pt x="79" y="14"/>
                      </a:lnTo>
                      <a:lnTo>
                        <a:pt x="71" y="11"/>
                      </a:lnTo>
                      <a:lnTo>
                        <a:pt x="67" y="18"/>
                      </a:lnTo>
                      <a:lnTo>
                        <a:pt x="65" y="16"/>
                      </a:lnTo>
                      <a:lnTo>
                        <a:pt x="65" y="7"/>
                      </a:lnTo>
                      <a:lnTo>
                        <a:pt x="66" y="2"/>
                      </a:lnTo>
                      <a:lnTo>
                        <a:pt x="50" y="0"/>
                      </a:lnTo>
                      <a:lnTo>
                        <a:pt x="37" y="2"/>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0" name="Freeform 399">
                  <a:extLst>
                    <a:ext uri="{FF2B5EF4-FFF2-40B4-BE49-F238E27FC236}">
                      <a16:creationId xmlns:a16="http://schemas.microsoft.com/office/drawing/2014/main" id="{A4D16E91-A338-24FD-ED84-1004E9BD79A4}"/>
                    </a:ext>
                  </a:extLst>
                </p:cNvPr>
                <p:cNvSpPr>
                  <a:spLocks/>
                </p:cNvSpPr>
                <p:nvPr/>
              </p:nvSpPr>
              <p:spPr bwMode="gray">
                <a:xfrm>
                  <a:off x="4025070" y="3580832"/>
                  <a:ext cx="524207" cy="626266"/>
                </a:xfrm>
                <a:custGeom>
                  <a:avLst/>
                  <a:gdLst/>
                  <a:ahLst/>
                  <a:cxnLst>
                    <a:cxn ang="0">
                      <a:pos x="113" y="0"/>
                    </a:cxn>
                    <a:cxn ang="0">
                      <a:pos x="104" y="5"/>
                    </a:cxn>
                    <a:cxn ang="0">
                      <a:pos x="94" y="0"/>
                    </a:cxn>
                    <a:cxn ang="0">
                      <a:pos x="89" y="2"/>
                    </a:cxn>
                    <a:cxn ang="0">
                      <a:pos x="82" y="5"/>
                    </a:cxn>
                    <a:cxn ang="0">
                      <a:pos x="75" y="14"/>
                    </a:cxn>
                    <a:cxn ang="0">
                      <a:pos x="75" y="29"/>
                    </a:cxn>
                    <a:cxn ang="0">
                      <a:pos x="74" y="32"/>
                    </a:cxn>
                    <a:cxn ang="0">
                      <a:pos x="67" y="27"/>
                    </a:cxn>
                    <a:cxn ang="0">
                      <a:pos x="54" y="24"/>
                    </a:cxn>
                    <a:cxn ang="0">
                      <a:pos x="32" y="24"/>
                    </a:cxn>
                    <a:cxn ang="0">
                      <a:pos x="31" y="29"/>
                    </a:cxn>
                    <a:cxn ang="0">
                      <a:pos x="31" y="38"/>
                    </a:cxn>
                    <a:cxn ang="0">
                      <a:pos x="33" y="40"/>
                    </a:cxn>
                    <a:cxn ang="0">
                      <a:pos x="37" y="33"/>
                    </a:cxn>
                    <a:cxn ang="0">
                      <a:pos x="45" y="36"/>
                    </a:cxn>
                    <a:cxn ang="0">
                      <a:pos x="49" y="40"/>
                    </a:cxn>
                    <a:cxn ang="0">
                      <a:pos x="49" y="45"/>
                    </a:cxn>
                    <a:cxn ang="0">
                      <a:pos x="44" y="53"/>
                    </a:cxn>
                    <a:cxn ang="0">
                      <a:pos x="43" y="58"/>
                    </a:cxn>
                    <a:cxn ang="0">
                      <a:pos x="48" y="70"/>
                    </a:cxn>
                    <a:cxn ang="0">
                      <a:pos x="44" y="94"/>
                    </a:cxn>
                    <a:cxn ang="0">
                      <a:pos x="41" y="95"/>
                    </a:cxn>
                    <a:cxn ang="0">
                      <a:pos x="35" y="90"/>
                    </a:cxn>
                    <a:cxn ang="0">
                      <a:pos x="28" y="91"/>
                    </a:cxn>
                    <a:cxn ang="0">
                      <a:pos x="24" y="86"/>
                    </a:cxn>
                    <a:cxn ang="0">
                      <a:pos x="18" y="92"/>
                    </a:cxn>
                    <a:cxn ang="0">
                      <a:pos x="9" y="97"/>
                    </a:cxn>
                    <a:cxn ang="0">
                      <a:pos x="7" y="102"/>
                    </a:cxn>
                    <a:cxn ang="0">
                      <a:pos x="10" y="111"/>
                    </a:cxn>
                    <a:cxn ang="0">
                      <a:pos x="9" y="112"/>
                    </a:cxn>
                    <a:cxn ang="0">
                      <a:pos x="3" y="112"/>
                    </a:cxn>
                    <a:cxn ang="0">
                      <a:pos x="0" y="119"/>
                    </a:cxn>
                    <a:cxn ang="0">
                      <a:pos x="4" y="121"/>
                    </a:cxn>
                    <a:cxn ang="0">
                      <a:pos x="10" y="127"/>
                    </a:cxn>
                    <a:cxn ang="0">
                      <a:pos x="13" y="135"/>
                    </a:cxn>
                    <a:cxn ang="0">
                      <a:pos x="20" y="132"/>
                    </a:cxn>
                    <a:cxn ang="0">
                      <a:pos x="22" y="127"/>
                    </a:cxn>
                    <a:cxn ang="0">
                      <a:pos x="25" y="126"/>
                    </a:cxn>
                    <a:cxn ang="0">
                      <a:pos x="28" y="127"/>
                    </a:cxn>
                    <a:cxn ang="0">
                      <a:pos x="29" y="130"/>
                    </a:cxn>
                    <a:cxn ang="0">
                      <a:pos x="33" y="133"/>
                    </a:cxn>
                    <a:cxn ang="0">
                      <a:pos x="37" y="132"/>
                    </a:cxn>
                    <a:cxn ang="0">
                      <a:pos x="41" y="127"/>
                    </a:cxn>
                    <a:cxn ang="0">
                      <a:pos x="48" y="126"/>
                    </a:cxn>
                    <a:cxn ang="0">
                      <a:pos x="49" y="132"/>
                    </a:cxn>
                    <a:cxn ang="0">
                      <a:pos x="51" y="132"/>
                    </a:cxn>
                    <a:cxn ang="0">
                      <a:pos x="57" y="130"/>
                    </a:cxn>
                    <a:cxn ang="0">
                      <a:pos x="72" y="118"/>
                    </a:cxn>
                    <a:cxn ang="0">
                      <a:pos x="76" y="107"/>
                    </a:cxn>
                    <a:cxn ang="0">
                      <a:pos x="78" y="96"/>
                    </a:cxn>
                    <a:cxn ang="0">
                      <a:pos x="79" y="90"/>
                    </a:cxn>
                    <a:cxn ang="0">
                      <a:pos x="86" y="80"/>
                    </a:cxn>
                    <a:cxn ang="0">
                      <a:pos x="100" y="68"/>
                    </a:cxn>
                    <a:cxn ang="0">
                      <a:pos x="105" y="27"/>
                    </a:cxn>
                    <a:cxn ang="0">
                      <a:pos x="113" y="11"/>
                    </a:cxn>
                    <a:cxn ang="0">
                      <a:pos x="113" y="0"/>
                    </a:cxn>
                  </a:cxnLst>
                  <a:rect l="0" t="0" r="r" b="b"/>
                  <a:pathLst>
                    <a:path w="113" h="135">
                      <a:moveTo>
                        <a:pt x="113" y="0"/>
                      </a:moveTo>
                      <a:lnTo>
                        <a:pt x="104" y="5"/>
                      </a:lnTo>
                      <a:lnTo>
                        <a:pt x="94" y="0"/>
                      </a:lnTo>
                      <a:lnTo>
                        <a:pt x="89" y="2"/>
                      </a:lnTo>
                      <a:lnTo>
                        <a:pt x="82" y="5"/>
                      </a:lnTo>
                      <a:lnTo>
                        <a:pt x="75" y="14"/>
                      </a:lnTo>
                      <a:lnTo>
                        <a:pt x="75" y="29"/>
                      </a:lnTo>
                      <a:lnTo>
                        <a:pt x="74" y="32"/>
                      </a:lnTo>
                      <a:lnTo>
                        <a:pt x="67" y="27"/>
                      </a:lnTo>
                      <a:lnTo>
                        <a:pt x="54" y="24"/>
                      </a:lnTo>
                      <a:lnTo>
                        <a:pt x="32" y="24"/>
                      </a:lnTo>
                      <a:lnTo>
                        <a:pt x="31" y="29"/>
                      </a:lnTo>
                      <a:lnTo>
                        <a:pt x="31" y="38"/>
                      </a:lnTo>
                      <a:lnTo>
                        <a:pt x="33" y="40"/>
                      </a:lnTo>
                      <a:lnTo>
                        <a:pt x="37" y="33"/>
                      </a:lnTo>
                      <a:lnTo>
                        <a:pt x="45" y="36"/>
                      </a:lnTo>
                      <a:lnTo>
                        <a:pt x="49" y="40"/>
                      </a:lnTo>
                      <a:lnTo>
                        <a:pt x="49" y="45"/>
                      </a:lnTo>
                      <a:lnTo>
                        <a:pt x="44" y="53"/>
                      </a:lnTo>
                      <a:lnTo>
                        <a:pt x="43" y="58"/>
                      </a:lnTo>
                      <a:lnTo>
                        <a:pt x="48" y="70"/>
                      </a:lnTo>
                      <a:lnTo>
                        <a:pt x="44" y="94"/>
                      </a:lnTo>
                      <a:lnTo>
                        <a:pt x="41" y="95"/>
                      </a:lnTo>
                      <a:lnTo>
                        <a:pt x="35" y="90"/>
                      </a:lnTo>
                      <a:lnTo>
                        <a:pt x="28" y="91"/>
                      </a:lnTo>
                      <a:lnTo>
                        <a:pt x="24" y="86"/>
                      </a:lnTo>
                      <a:lnTo>
                        <a:pt x="18" y="92"/>
                      </a:lnTo>
                      <a:lnTo>
                        <a:pt x="9" y="97"/>
                      </a:lnTo>
                      <a:lnTo>
                        <a:pt x="7" y="102"/>
                      </a:lnTo>
                      <a:lnTo>
                        <a:pt x="10" y="111"/>
                      </a:lnTo>
                      <a:lnTo>
                        <a:pt x="9" y="112"/>
                      </a:lnTo>
                      <a:lnTo>
                        <a:pt x="3" y="112"/>
                      </a:lnTo>
                      <a:lnTo>
                        <a:pt x="0" y="119"/>
                      </a:lnTo>
                      <a:lnTo>
                        <a:pt x="4" y="121"/>
                      </a:lnTo>
                      <a:lnTo>
                        <a:pt x="10" y="127"/>
                      </a:lnTo>
                      <a:lnTo>
                        <a:pt x="13" y="135"/>
                      </a:lnTo>
                      <a:lnTo>
                        <a:pt x="20" y="132"/>
                      </a:lnTo>
                      <a:lnTo>
                        <a:pt x="22" y="127"/>
                      </a:lnTo>
                      <a:lnTo>
                        <a:pt x="25" y="126"/>
                      </a:lnTo>
                      <a:lnTo>
                        <a:pt x="28" y="127"/>
                      </a:lnTo>
                      <a:lnTo>
                        <a:pt x="29" y="130"/>
                      </a:lnTo>
                      <a:lnTo>
                        <a:pt x="33" y="133"/>
                      </a:lnTo>
                      <a:lnTo>
                        <a:pt x="37" y="132"/>
                      </a:lnTo>
                      <a:lnTo>
                        <a:pt x="41" y="127"/>
                      </a:lnTo>
                      <a:lnTo>
                        <a:pt x="48" y="126"/>
                      </a:lnTo>
                      <a:lnTo>
                        <a:pt x="49" y="132"/>
                      </a:lnTo>
                      <a:lnTo>
                        <a:pt x="51" y="132"/>
                      </a:lnTo>
                      <a:lnTo>
                        <a:pt x="57" y="130"/>
                      </a:lnTo>
                      <a:lnTo>
                        <a:pt x="72" y="118"/>
                      </a:lnTo>
                      <a:lnTo>
                        <a:pt x="76" y="107"/>
                      </a:lnTo>
                      <a:lnTo>
                        <a:pt x="78" y="96"/>
                      </a:lnTo>
                      <a:lnTo>
                        <a:pt x="79" y="90"/>
                      </a:lnTo>
                      <a:lnTo>
                        <a:pt x="86" y="80"/>
                      </a:lnTo>
                      <a:lnTo>
                        <a:pt x="100" y="68"/>
                      </a:lnTo>
                      <a:lnTo>
                        <a:pt x="105" y="27"/>
                      </a:lnTo>
                      <a:lnTo>
                        <a:pt x="113" y="11"/>
                      </a:lnTo>
                      <a:lnTo>
                        <a:pt x="113"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1" name="Freeform 400">
                  <a:extLst>
                    <a:ext uri="{FF2B5EF4-FFF2-40B4-BE49-F238E27FC236}">
                      <a16:creationId xmlns:a16="http://schemas.microsoft.com/office/drawing/2014/main" id="{70C6A9CE-5372-17F8-18E9-1961FEBCA741}"/>
                    </a:ext>
                  </a:extLst>
                </p:cNvPr>
                <p:cNvSpPr>
                  <a:spLocks/>
                </p:cNvSpPr>
                <p:nvPr/>
              </p:nvSpPr>
              <p:spPr bwMode="gray">
                <a:xfrm>
                  <a:off x="5286876" y="4007619"/>
                  <a:ext cx="120614" cy="157725"/>
                </a:xfrm>
                <a:custGeom>
                  <a:avLst/>
                  <a:gdLst/>
                  <a:ahLst/>
                  <a:cxnLst>
                    <a:cxn ang="0">
                      <a:pos x="5" y="32"/>
                    </a:cxn>
                    <a:cxn ang="0">
                      <a:pos x="3" y="25"/>
                    </a:cxn>
                    <a:cxn ang="0">
                      <a:pos x="3" y="18"/>
                    </a:cxn>
                    <a:cxn ang="0">
                      <a:pos x="2" y="10"/>
                    </a:cxn>
                    <a:cxn ang="0">
                      <a:pos x="0" y="7"/>
                    </a:cxn>
                    <a:cxn ang="0">
                      <a:pos x="2" y="4"/>
                    </a:cxn>
                    <a:cxn ang="0">
                      <a:pos x="3" y="4"/>
                    </a:cxn>
                    <a:cxn ang="0">
                      <a:pos x="7" y="8"/>
                    </a:cxn>
                    <a:cxn ang="0">
                      <a:pos x="11" y="7"/>
                    </a:cxn>
                    <a:cxn ang="0">
                      <a:pos x="14" y="2"/>
                    </a:cxn>
                    <a:cxn ang="0">
                      <a:pos x="21" y="0"/>
                    </a:cxn>
                    <a:cxn ang="0">
                      <a:pos x="23" y="2"/>
                    </a:cxn>
                    <a:cxn ang="0">
                      <a:pos x="21" y="8"/>
                    </a:cxn>
                    <a:cxn ang="0">
                      <a:pos x="25" y="10"/>
                    </a:cxn>
                    <a:cxn ang="0">
                      <a:pos x="26" y="15"/>
                    </a:cxn>
                    <a:cxn ang="0">
                      <a:pos x="16" y="31"/>
                    </a:cxn>
                    <a:cxn ang="0">
                      <a:pos x="8" y="34"/>
                    </a:cxn>
                    <a:cxn ang="0">
                      <a:pos x="5" y="32"/>
                    </a:cxn>
                  </a:cxnLst>
                  <a:rect l="0" t="0" r="r" b="b"/>
                  <a:pathLst>
                    <a:path w="26" h="34">
                      <a:moveTo>
                        <a:pt x="5" y="32"/>
                      </a:moveTo>
                      <a:lnTo>
                        <a:pt x="3" y="25"/>
                      </a:lnTo>
                      <a:lnTo>
                        <a:pt x="3" y="18"/>
                      </a:lnTo>
                      <a:lnTo>
                        <a:pt x="2" y="10"/>
                      </a:lnTo>
                      <a:lnTo>
                        <a:pt x="0" y="7"/>
                      </a:lnTo>
                      <a:lnTo>
                        <a:pt x="2" y="4"/>
                      </a:lnTo>
                      <a:lnTo>
                        <a:pt x="3" y="4"/>
                      </a:lnTo>
                      <a:lnTo>
                        <a:pt x="7" y="8"/>
                      </a:lnTo>
                      <a:lnTo>
                        <a:pt x="11" y="7"/>
                      </a:lnTo>
                      <a:lnTo>
                        <a:pt x="14" y="2"/>
                      </a:lnTo>
                      <a:lnTo>
                        <a:pt x="21" y="0"/>
                      </a:lnTo>
                      <a:lnTo>
                        <a:pt x="23" y="2"/>
                      </a:lnTo>
                      <a:lnTo>
                        <a:pt x="21" y="8"/>
                      </a:lnTo>
                      <a:lnTo>
                        <a:pt x="25" y="10"/>
                      </a:lnTo>
                      <a:lnTo>
                        <a:pt x="26" y="15"/>
                      </a:lnTo>
                      <a:lnTo>
                        <a:pt x="16" y="31"/>
                      </a:lnTo>
                      <a:lnTo>
                        <a:pt x="8" y="34"/>
                      </a:lnTo>
                      <a:lnTo>
                        <a:pt x="5" y="32"/>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2" name="Freeform 401">
                  <a:extLst>
                    <a:ext uri="{FF2B5EF4-FFF2-40B4-BE49-F238E27FC236}">
                      <a16:creationId xmlns:a16="http://schemas.microsoft.com/office/drawing/2014/main" id="{99631829-DC9F-1C91-8E03-00A3330EDE83}"/>
                    </a:ext>
                  </a:extLst>
                </p:cNvPr>
                <p:cNvSpPr>
                  <a:spLocks/>
                </p:cNvSpPr>
                <p:nvPr/>
              </p:nvSpPr>
              <p:spPr bwMode="gray">
                <a:xfrm>
                  <a:off x="4085376" y="4165346"/>
                  <a:ext cx="74224" cy="102058"/>
                </a:xfrm>
                <a:custGeom>
                  <a:avLst/>
                  <a:gdLst/>
                  <a:ahLst/>
                  <a:cxnLst>
                    <a:cxn ang="0">
                      <a:pos x="5" y="22"/>
                    </a:cxn>
                    <a:cxn ang="0">
                      <a:pos x="3" y="20"/>
                    </a:cxn>
                    <a:cxn ang="0">
                      <a:pos x="3" y="12"/>
                    </a:cxn>
                    <a:cxn ang="0">
                      <a:pos x="0" y="9"/>
                    </a:cxn>
                    <a:cxn ang="0">
                      <a:pos x="7" y="6"/>
                    </a:cxn>
                    <a:cxn ang="0">
                      <a:pos x="9" y="1"/>
                    </a:cxn>
                    <a:cxn ang="0">
                      <a:pos x="12" y="0"/>
                    </a:cxn>
                    <a:cxn ang="0">
                      <a:pos x="15" y="1"/>
                    </a:cxn>
                    <a:cxn ang="0">
                      <a:pos x="16" y="4"/>
                    </a:cxn>
                    <a:cxn ang="0">
                      <a:pos x="10" y="8"/>
                    </a:cxn>
                    <a:cxn ang="0">
                      <a:pos x="7" y="20"/>
                    </a:cxn>
                    <a:cxn ang="0">
                      <a:pos x="5" y="22"/>
                    </a:cxn>
                  </a:cxnLst>
                  <a:rect l="0" t="0" r="r" b="b"/>
                  <a:pathLst>
                    <a:path w="16" h="22">
                      <a:moveTo>
                        <a:pt x="5" y="22"/>
                      </a:moveTo>
                      <a:lnTo>
                        <a:pt x="3" y="20"/>
                      </a:lnTo>
                      <a:lnTo>
                        <a:pt x="3" y="12"/>
                      </a:lnTo>
                      <a:lnTo>
                        <a:pt x="0" y="9"/>
                      </a:lnTo>
                      <a:lnTo>
                        <a:pt x="7" y="6"/>
                      </a:lnTo>
                      <a:lnTo>
                        <a:pt x="9" y="1"/>
                      </a:lnTo>
                      <a:lnTo>
                        <a:pt x="12" y="0"/>
                      </a:lnTo>
                      <a:lnTo>
                        <a:pt x="15" y="1"/>
                      </a:lnTo>
                      <a:lnTo>
                        <a:pt x="16" y="4"/>
                      </a:lnTo>
                      <a:lnTo>
                        <a:pt x="10" y="8"/>
                      </a:lnTo>
                      <a:lnTo>
                        <a:pt x="7" y="20"/>
                      </a:lnTo>
                      <a:lnTo>
                        <a:pt x="5" y="22"/>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3" name="Freeform 402">
                  <a:extLst>
                    <a:ext uri="{FF2B5EF4-FFF2-40B4-BE49-F238E27FC236}">
                      <a16:creationId xmlns:a16="http://schemas.microsoft.com/office/drawing/2014/main" id="{D1FEC55D-452D-CF8B-AE80-6C1243A64F14}"/>
                    </a:ext>
                  </a:extLst>
                </p:cNvPr>
                <p:cNvSpPr>
                  <a:spLocks/>
                </p:cNvSpPr>
                <p:nvPr/>
              </p:nvSpPr>
              <p:spPr bwMode="gray">
                <a:xfrm>
                  <a:off x="5143066" y="5974553"/>
                  <a:ext cx="157725" cy="171645"/>
                </a:xfrm>
                <a:custGeom>
                  <a:avLst/>
                  <a:gdLst/>
                  <a:ahLst/>
                  <a:cxnLst>
                    <a:cxn ang="0">
                      <a:pos x="34" y="13"/>
                    </a:cxn>
                    <a:cxn ang="0">
                      <a:pos x="34" y="16"/>
                    </a:cxn>
                    <a:cxn ang="0">
                      <a:pos x="28" y="27"/>
                    </a:cxn>
                    <a:cxn ang="0">
                      <a:pos x="20" y="31"/>
                    </a:cxn>
                    <a:cxn ang="0">
                      <a:pos x="15" y="35"/>
                    </a:cxn>
                    <a:cxn ang="0">
                      <a:pos x="11" y="37"/>
                    </a:cxn>
                    <a:cxn ang="0">
                      <a:pos x="7" y="32"/>
                    </a:cxn>
                    <a:cxn ang="0">
                      <a:pos x="0" y="21"/>
                    </a:cxn>
                    <a:cxn ang="0">
                      <a:pos x="8" y="7"/>
                    </a:cxn>
                    <a:cxn ang="0">
                      <a:pos x="19" y="0"/>
                    </a:cxn>
                    <a:cxn ang="0">
                      <a:pos x="23" y="0"/>
                    </a:cxn>
                    <a:cxn ang="0">
                      <a:pos x="26" y="1"/>
                    </a:cxn>
                    <a:cxn ang="0">
                      <a:pos x="34" y="13"/>
                    </a:cxn>
                  </a:cxnLst>
                  <a:rect l="0" t="0" r="r" b="b"/>
                  <a:pathLst>
                    <a:path w="34" h="37">
                      <a:moveTo>
                        <a:pt x="34" y="13"/>
                      </a:moveTo>
                      <a:lnTo>
                        <a:pt x="34" y="16"/>
                      </a:lnTo>
                      <a:lnTo>
                        <a:pt x="28" y="27"/>
                      </a:lnTo>
                      <a:lnTo>
                        <a:pt x="20" y="31"/>
                      </a:lnTo>
                      <a:lnTo>
                        <a:pt x="15" y="35"/>
                      </a:lnTo>
                      <a:lnTo>
                        <a:pt x="11" y="37"/>
                      </a:lnTo>
                      <a:lnTo>
                        <a:pt x="7" y="32"/>
                      </a:lnTo>
                      <a:lnTo>
                        <a:pt x="0" y="21"/>
                      </a:lnTo>
                      <a:lnTo>
                        <a:pt x="8" y="7"/>
                      </a:lnTo>
                      <a:lnTo>
                        <a:pt x="19" y="0"/>
                      </a:lnTo>
                      <a:lnTo>
                        <a:pt x="23" y="0"/>
                      </a:lnTo>
                      <a:lnTo>
                        <a:pt x="26" y="1"/>
                      </a:lnTo>
                      <a:lnTo>
                        <a:pt x="34" y="13"/>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4" name="Freeform 403">
                  <a:extLst>
                    <a:ext uri="{FF2B5EF4-FFF2-40B4-BE49-F238E27FC236}">
                      <a16:creationId xmlns:a16="http://schemas.microsoft.com/office/drawing/2014/main" id="{1A9B678E-1975-E591-5229-E2E7453D771C}"/>
                    </a:ext>
                  </a:extLst>
                </p:cNvPr>
                <p:cNvSpPr>
                  <a:spLocks/>
                </p:cNvSpPr>
                <p:nvPr/>
              </p:nvSpPr>
              <p:spPr bwMode="gray">
                <a:xfrm>
                  <a:off x="5402850" y="5747243"/>
                  <a:ext cx="88143" cy="120614"/>
                </a:xfrm>
                <a:custGeom>
                  <a:avLst/>
                  <a:gdLst/>
                  <a:ahLst/>
                  <a:cxnLst>
                    <a:cxn ang="0">
                      <a:pos x="19" y="18"/>
                    </a:cxn>
                    <a:cxn ang="0">
                      <a:pos x="17" y="2"/>
                    </a:cxn>
                    <a:cxn ang="0">
                      <a:pos x="15" y="5"/>
                    </a:cxn>
                    <a:cxn ang="0">
                      <a:pos x="9" y="0"/>
                    </a:cxn>
                    <a:cxn ang="0">
                      <a:pos x="5" y="2"/>
                    </a:cxn>
                    <a:cxn ang="0">
                      <a:pos x="0" y="16"/>
                    </a:cxn>
                    <a:cxn ang="0">
                      <a:pos x="3" y="24"/>
                    </a:cxn>
                    <a:cxn ang="0">
                      <a:pos x="9" y="26"/>
                    </a:cxn>
                    <a:cxn ang="0">
                      <a:pos x="13" y="26"/>
                    </a:cxn>
                    <a:cxn ang="0">
                      <a:pos x="19" y="18"/>
                    </a:cxn>
                  </a:cxnLst>
                  <a:rect l="0" t="0" r="r" b="b"/>
                  <a:pathLst>
                    <a:path w="19" h="26">
                      <a:moveTo>
                        <a:pt x="19" y="18"/>
                      </a:moveTo>
                      <a:lnTo>
                        <a:pt x="17" y="2"/>
                      </a:lnTo>
                      <a:lnTo>
                        <a:pt x="15" y="5"/>
                      </a:lnTo>
                      <a:lnTo>
                        <a:pt x="9" y="0"/>
                      </a:lnTo>
                      <a:lnTo>
                        <a:pt x="5" y="2"/>
                      </a:lnTo>
                      <a:lnTo>
                        <a:pt x="0" y="16"/>
                      </a:lnTo>
                      <a:lnTo>
                        <a:pt x="3" y="24"/>
                      </a:lnTo>
                      <a:lnTo>
                        <a:pt x="9" y="26"/>
                      </a:lnTo>
                      <a:lnTo>
                        <a:pt x="13" y="26"/>
                      </a:lnTo>
                      <a:lnTo>
                        <a:pt x="19" y="18"/>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5" name="Freeform 404">
                  <a:extLst>
                    <a:ext uri="{FF2B5EF4-FFF2-40B4-BE49-F238E27FC236}">
                      <a16:creationId xmlns:a16="http://schemas.microsoft.com/office/drawing/2014/main" id="{796E0D3D-4C53-A10E-4AB5-05080135C263}"/>
                    </a:ext>
                  </a:extLst>
                </p:cNvPr>
                <p:cNvSpPr>
                  <a:spLocks/>
                </p:cNvSpPr>
                <p:nvPr/>
              </p:nvSpPr>
              <p:spPr bwMode="gray">
                <a:xfrm>
                  <a:off x="2656566" y="3075183"/>
                  <a:ext cx="431427" cy="463899"/>
                </a:xfrm>
                <a:custGeom>
                  <a:avLst/>
                  <a:gdLst/>
                  <a:ahLst/>
                  <a:cxnLst>
                    <a:cxn ang="0">
                      <a:pos x="7" y="12"/>
                    </a:cxn>
                    <a:cxn ang="0">
                      <a:pos x="11" y="21"/>
                    </a:cxn>
                    <a:cxn ang="0">
                      <a:pos x="13" y="27"/>
                    </a:cxn>
                    <a:cxn ang="0">
                      <a:pos x="12" y="31"/>
                    </a:cxn>
                    <a:cxn ang="0">
                      <a:pos x="10" y="36"/>
                    </a:cxn>
                    <a:cxn ang="0">
                      <a:pos x="5" y="39"/>
                    </a:cxn>
                    <a:cxn ang="0">
                      <a:pos x="10" y="42"/>
                    </a:cxn>
                    <a:cxn ang="0">
                      <a:pos x="1" y="50"/>
                    </a:cxn>
                    <a:cxn ang="0">
                      <a:pos x="5" y="57"/>
                    </a:cxn>
                    <a:cxn ang="0">
                      <a:pos x="0" y="66"/>
                    </a:cxn>
                    <a:cxn ang="0">
                      <a:pos x="13" y="75"/>
                    </a:cxn>
                    <a:cxn ang="0">
                      <a:pos x="19" y="85"/>
                    </a:cxn>
                    <a:cxn ang="0">
                      <a:pos x="15" y="98"/>
                    </a:cxn>
                    <a:cxn ang="0">
                      <a:pos x="37" y="92"/>
                    </a:cxn>
                    <a:cxn ang="0">
                      <a:pos x="71" y="86"/>
                    </a:cxn>
                    <a:cxn ang="0">
                      <a:pos x="85" y="87"/>
                    </a:cxn>
                    <a:cxn ang="0">
                      <a:pos x="88" y="80"/>
                    </a:cxn>
                    <a:cxn ang="0">
                      <a:pos x="81" y="65"/>
                    </a:cxn>
                    <a:cxn ang="0">
                      <a:pos x="86" y="54"/>
                    </a:cxn>
                    <a:cxn ang="0">
                      <a:pos x="93" y="39"/>
                    </a:cxn>
                    <a:cxn ang="0">
                      <a:pos x="88" y="26"/>
                    </a:cxn>
                    <a:cxn ang="0">
                      <a:pos x="89" y="20"/>
                    </a:cxn>
                    <a:cxn ang="0">
                      <a:pos x="82" y="12"/>
                    </a:cxn>
                    <a:cxn ang="0">
                      <a:pos x="75" y="12"/>
                    </a:cxn>
                    <a:cxn ang="0">
                      <a:pos x="63" y="17"/>
                    </a:cxn>
                    <a:cxn ang="0">
                      <a:pos x="58" y="16"/>
                    </a:cxn>
                    <a:cxn ang="0">
                      <a:pos x="51" y="6"/>
                    </a:cxn>
                    <a:cxn ang="0">
                      <a:pos x="45" y="5"/>
                    </a:cxn>
                    <a:cxn ang="0">
                      <a:pos x="38" y="7"/>
                    </a:cxn>
                    <a:cxn ang="0">
                      <a:pos x="36" y="0"/>
                    </a:cxn>
                    <a:cxn ang="0">
                      <a:pos x="32" y="3"/>
                    </a:cxn>
                    <a:cxn ang="0">
                      <a:pos x="29" y="6"/>
                    </a:cxn>
                    <a:cxn ang="0">
                      <a:pos x="24" y="9"/>
                    </a:cxn>
                    <a:cxn ang="0">
                      <a:pos x="18" y="7"/>
                    </a:cxn>
                    <a:cxn ang="0">
                      <a:pos x="10" y="9"/>
                    </a:cxn>
                  </a:cxnLst>
                  <a:rect l="0" t="0" r="r" b="b"/>
                  <a:pathLst>
                    <a:path w="93" h="100">
                      <a:moveTo>
                        <a:pt x="10" y="9"/>
                      </a:moveTo>
                      <a:lnTo>
                        <a:pt x="7" y="12"/>
                      </a:lnTo>
                      <a:lnTo>
                        <a:pt x="7" y="20"/>
                      </a:lnTo>
                      <a:lnTo>
                        <a:pt x="11" y="21"/>
                      </a:lnTo>
                      <a:lnTo>
                        <a:pt x="11" y="25"/>
                      </a:lnTo>
                      <a:lnTo>
                        <a:pt x="13" y="27"/>
                      </a:lnTo>
                      <a:lnTo>
                        <a:pt x="10" y="31"/>
                      </a:lnTo>
                      <a:lnTo>
                        <a:pt x="12" y="31"/>
                      </a:lnTo>
                      <a:lnTo>
                        <a:pt x="13" y="38"/>
                      </a:lnTo>
                      <a:lnTo>
                        <a:pt x="10" y="36"/>
                      </a:lnTo>
                      <a:lnTo>
                        <a:pt x="5" y="36"/>
                      </a:lnTo>
                      <a:lnTo>
                        <a:pt x="5" y="39"/>
                      </a:lnTo>
                      <a:lnTo>
                        <a:pt x="8" y="39"/>
                      </a:lnTo>
                      <a:lnTo>
                        <a:pt x="10" y="42"/>
                      </a:lnTo>
                      <a:lnTo>
                        <a:pt x="6" y="50"/>
                      </a:lnTo>
                      <a:lnTo>
                        <a:pt x="1" y="50"/>
                      </a:lnTo>
                      <a:lnTo>
                        <a:pt x="2" y="54"/>
                      </a:lnTo>
                      <a:lnTo>
                        <a:pt x="5" y="57"/>
                      </a:lnTo>
                      <a:lnTo>
                        <a:pt x="4" y="61"/>
                      </a:lnTo>
                      <a:lnTo>
                        <a:pt x="0" y="66"/>
                      </a:lnTo>
                      <a:lnTo>
                        <a:pt x="10" y="69"/>
                      </a:lnTo>
                      <a:lnTo>
                        <a:pt x="13" y="75"/>
                      </a:lnTo>
                      <a:lnTo>
                        <a:pt x="18" y="76"/>
                      </a:lnTo>
                      <a:lnTo>
                        <a:pt x="19" y="85"/>
                      </a:lnTo>
                      <a:lnTo>
                        <a:pt x="15" y="88"/>
                      </a:lnTo>
                      <a:lnTo>
                        <a:pt x="15" y="98"/>
                      </a:lnTo>
                      <a:lnTo>
                        <a:pt x="20" y="100"/>
                      </a:lnTo>
                      <a:lnTo>
                        <a:pt x="37" y="92"/>
                      </a:lnTo>
                      <a:lnTo>
                        <a:pt x="57" y="87"/>
                      </a:lnTo>
                      <a:lnTo>
                        <a:pt x="71" y="86"/>
                      </a:lnTo>
                      <a:lnTo>
                        <a:pt x="83" y="88"/>
                      </a:lnTo>
                      <a:lnTo>
                        <a:pt x="85" y="87"/>
                      </a:lnTo>
                      <a:lnTo>
                        <a:pt x="89" y="87"/>
                      </a:lnTo>
                      <a:lnTo>
                        <a:pt x="88" y="80"/>
                      </a:lnTo>
                      <a:lnTo>
                        <a:pt x="85" y="77"/>
                      </a:lnTo>
                      <a:lnTo>
                        <a:pt x="81" y="65"/>
                      </a:lnTo>
                      <a:lnTo>
                        <a:pt x="82" y="60"/>
                      </a:lnTo>
                      <a:lnTo>
                        <a:pt x="86" y="54"/>
                      </a:lnTo>
                      <a:lnTo>
                        <a:pt x="88" y="43"/>
                      </a:lnTo>
                      <a:lnTo>
                        <a:pt x="93" y="39"/>
                      </a:lnTo>
                      <a:lnTo>
                        <a:pt x="90" y="27"/>
                      </a:lnTo>
                      <a:lnTo>
                        <a:pt x="88" y="26"/>
                      </a:lnTo>
                      <a:lnTo>
                        <a:pt x="89" y="23"/>
                      </a:lnTo>
                      <a:lnTo>
                        <a:pt x="89" y="20"/>
                      </a:lnTo>
                      <a:lnTo>
                        <a:pt x="86" y="20"/>
                      </a:lnTo>
                      <a:lnTo>
                        <a:pt x="82" y="12"/>
                      </a:lnTo>
                      <a:lnTo>
                        <a:pt x="80" y="14"/>
                      </a:lnTo>
                      <a:lnTo>
                        <a:pt x="75" y="12"/>
                      </a:lnTo>
                      <a:lnTo>
                        <a:pt x="65" y="15"/>
                      </a:lnTo>
                      <a:lnTo>
                        <a:pt x="63" y="17"/>
                      </a:lnTo>
                      <a:lnTo>
                        <a:pt x="61" y="15"/>
                      </a:lnTo>
                      <a:lnTo>
                        <a:pt x="58" y="16"/>
                      </a:lnTo>
                      <a:lnTo>
                        <a:pt x="55" y="14"/>
                      </a:lnTo>
                      <a:lnTo>
                        <a:pt x="51" y="6"/>
                      </a:lnTo>
                      <a:lnTo>
                        <a:pt x="48" y="7"/>
                      </a:lnTo>
                      <a:lnTo>
                        <a:pt x="45" y="5"/>
                      </a:lnTo>
                      <a:lnTo>
                        <a:pt x="43" y="5"/>
                      </a:lnTo>
                      <a:lnTo>
                        <a:pt x="38" y="7"/>
                      </a:lnTo>
                      <a:lnTo>
                        <a:pt x="36" y="7"/>
                      </a:lnTo>
                      <a:lnTo>
                        <a:pt x="36" y="0"/>
                      </a:lnTo>
                      <a:lnTo>
                        <a:pt x="33" y="0"/>
                      </a:lnTo>
                      <a:lnTo>
                        <a:pt x="32" y="3"/>
                      </a:lnTo>
                      <a:lnTo>
                        <a:pt x="30" y="1"/>
                      </a:lnTo>
                      <a:lnTo>
                        <a:pt x="29" y="6"/>
                      </a:lnTo>
                      <a:lnTo>
                        <a:pt x="24" y="6"/>
                      </a:lnTo>
                      <a:lnTo>
                        <a:pt x="24" y="9"/>
                      </a:lnTo>
                      <a:lnTo>
                        <a:pt x="20" y="7"/>
                      </a:lnTo>
                      <a:lnTo>
                        <a:pt x="18" y="7"/>
                      </a:lnTo>
                      <a:lnTo>
                        <a:pt x="15" y="4"/>
                      </a:lnTo>
                      <a:lnTo>
                        <a:pt x="10" y="9"/>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6" name="Freeform 405">
                  <a:extLst>
                    <a:ext uri="{FF2B5EF4-FFF2-40B4-BE49-F238E27FC236}">
                      <a16:creationId xmlns:a16="http://schemas.microsoft.com/office/drawing/2014/main" id="{EF779012-0264-1B3E-5BA3-80507688BBF6}"/>
                    </a:ext>
                  </a:extLst>
                </p:cNvPr>
                <p:cNvSpPr>
                  <a:spLocks/>
                </p:cNvSpPr>
                <p:nvPr/>
              </p:nvSpPr>
              <p:spPr bwMode="gray">
                <a:xfrm>
                  <a:off x="3306025" y="2954570"/>
                  <a:ext cx="213394" cy="445343"/>
                </a:xfrm>
                <a:custGeom>
                  <a:avLst/>
                  <a:gdLst/>
                  <a:ahLst/>
                  <a:cxnLst>
                    <a:cxn ang="0">
                      <a:pos x="18" y="96"/>
                    </a:cxn>
                    <a:cxn ang="0">
                      <a:pos x="17" y="96"/>
                    </a:cxn>
                    <a:cxn ang="0">
                      <a:pos x="15" y="90"/>
                    </a:cxn>
                    <a:cxn ang="0">
                      <a:pos x="16" y="81"/>
                    </a:cxn>
                    <a:cxn ang="0">
                      <a:pos x="15" y="58"/>
                    </a:cxn>
                    <a:cxn ang="0">
                      <a:pos x="9" y="40"/>
                    </a:cxn>
                    <a:cxn ang="0">
                      <a:pos x="5" y="35"/>
                    </a:cxn>
                    <a:cxn ang="0">
                      <a:pos x="0" y="32"/>
                    </a:cxn>
                    <a:cxn ang="0">
                      <a:pos x="3" y="22"/>
                    </a:cxn>
                    <a:cxn ang="0">
                      <a:pos x="10" y="14"/>
                    </a:cxn>
                    <a:cxn ang="0">
                      <a:pos x="19" y="15"/>
                    </a:cxn>
                    <a:cxn ang="0">
                      <a:pos x="24" y="8"/>
                    </a:cxn>
                    <a:cxn ang="0">
                      <a:pos x="27" y="6"/>
                    </a:cxn>
                    <a:cxn ang="0">
                      <a:pos x="24" y="3"/>
                    </a:cxn>
                    <a:cxn ang="0">
                      <a:pos x="31" y="0"/>
                    </a:cxn>
                    <a:cxn ang="0">
                      <a:pos x="43" y="10"/>
                    </a:cxn>
                    <a:cxn ang="0">
                      <a:pos x="41" y="15"/>
                    </a:cxn>
                    <a:cxn ang="0">
                      <a:pos x="44" y="21"/>
                    </a:cxn>
                    <a:cxn ang="0">
                      <a:pos x="46" y="31"/>
                    </a:cxn>
                    <a:cxn ang="0">
                      <a:pos x="42" y="33"/>
                    </a:cxn>
                    <a:cxn ang="0">
                      <a:pos x="43" y="36"/>
                    </a:cxn>
                    <a:cxn ang="0">
                      <a:pos x="42" y="40"/>
                    </a:cxn>
                    <a:cxn ang="0">
                      <a:pos x="36" y="44"/>
                    </a:cxn>
                    <a:cxn ang="0">
                      <a:pos x="35" y="52"/>
                    </a:cxn>
                    <a:cxn ang="0">
                      <a:pos x="31" y="62"/>
                    </a:cxn>
                    <a:cxn ang="0">
                      <a:pos x="29" y="84"/>
                    </a:cxn>
                    <a:cxn ang="0">
                      <a:pos x="31" y="95"/>
                    </a:cxn>
                    <a:cxn ang="0">
                      <a:pos x="18" y="96"/>
                    </a:cxn>
                  </a:cxnLst>
                  <a:rect l="0" t="0" r="r" b="b"/>
                  <a:pathLst>
                    <a:path w="46" h="96">
                      <a:moveTo>
                        <a:pt x="18" y="96"/>
                      </a:moveTo>
                      <a:lnTo>
                        <a:pt x="17" y="96"/>
                      </a:lnTo>
                      <a:lnTo>
                        <a:pt x="15" y="90"/>
                      </a:lnTo>
                      <a:lnTo>
                        <a:pt x="16" y="81"/>
                      </a:lnTo>
                      <a:lnTo>
                        <a:pt x="15" y="58"/>
                      </a:lnTo>
                      <a:lnTo>
                        <a:pt x="9" y="40"/>
                      </a:lnTo>
                      <a:lnTo>
                        <a:pt x="5" y="35"/>
                      </a:lnTo>
                      <a:lnTo>
                        <a:pt x="0" y="32"/>
                      </a:lnTo>
                      <a:lnTo>
                        <a:pt x="3" y="22"/>
                      </a:lnTo>
                      <a:lnTo>
                        <a:pt x="10" y="14"/>
                      </a:lnTo>
                      <a:lnTo>
                        <a:pt x="19" y="15"/>
                      </a:lnTo>
                      <a:lnTo>
                        <a:pt x="24" y="8"/>
                      </a:lnTo>
                      <a:lnTo>
                        <a:pt x="27" y="6"/>
                      </a:lnTo>
                      <a:lnTo>
                        <a:pt x="24" y="3"/>
                      </a:lnTo>
                      <a:lnTo>
                        <a:pt x="31" y="0"/>
                      </a:lnTo>
                      <a:lnTo>
                        <a:pt x="43" y="10"/>
                      </a:lnTo>
                      <a:lnTo>
                        <a:pt x="41" y="15"/>
                      </a:lnTo>
                      <a:lnTo>
                        <a:pt x="44" y="21"/>
                      </a:lnTo>
                      <a:lnTo>
                        <a:pt x="46" y="31"/>
                      </a:lnTo>
                      <a:lnTo>
                        <a:pt x="42" y="33"/>
                      </a:lnTo>
                      <a:lnTo>
                        <a:pt x="43" y="36"/>
                      </a:lnTo>
                      <a:lnTo>
                        <a:pt x="42" y="40"/>
                      </a:lnTo>
                      <a:lnTo>
                        <a:pt x="36" y="44"/>
                      </a:lnTo>
                      <a:lnTo>
                        <a:pt x="35" y="52"/>
                      </a:lnTo>
                      <a:lnTo>
                        <a:pt x="31" y="62"/>
                      </a:lnTo>
                      <a:lnTo>
                        <a:pt x="29" y="84"/>
                      </a:lnTo>
                      <a:lnTo>
                        <a:pt x="31" y="95"/>
                      </a:lnTo>
                      <a:lnTo>
                        <a:pt x="18" y="96"/>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7" name="Freeform 406">
                  <a:extLst>
                    <a:ext uri="{FF2B5EF4-FFF2-40B4-BE49-F238E27FC236}">
                      <a16:creationId xmlns:a16="http://schemas.microsoft.com/office/drawing/2014/main" id="{2FC31DD1-CDE4-D73B-4CDE-CC9A73B86A3A}"/>
                    </a:ext>
                  </a:extLst>
                </p:cNvPr>
                <p:cNvSpPr>
                  <a:spLocks/>
                </p:cNvSpPr>
                <p:nvPr/>
              </p:nvSpPr>
              <p:spPr bwMode="gray">
                <a:xfrm>
                  <a:off x="2457091" y="3232909"/>
                  <a:ext cx="287617" cy="296896"/>
                </a:xfrm>
                <a:custGeom>
                  <a:avLst/>
                  <a:gdLst/>
                  <a:ahLst/>
                  <a:cxnLst>
                    <a:cxn ang="0">
                      <a:pos x="0" y="25"/>
                    </a:cxn>
                    <a:cxn ang="0">
                      <a:pos x="3" y="20"/>
                    </a:cxn>
                    <a:cxn ang="0">
                      <a:pos x="13" y="13"/>
                    </a:cxn>
                    <a:cxn ang="0">
                      <a:pos x="13" y="8"/>
                    </a:cxn>
                    <a:cxn ang="0">
                      <a:pos x="18" y="5"/>
                    </a:cxn>
                    <a:cxn ang="0">
                      <a:pos x="17" y="3"/>
                    </a:cxn>
                    <a:cxn ang="0">
                      <a:pos x="20" y="0"/>
                    </a:cxn>
                    <a:cxn ang="0">
                      <a:pos x="23" y="2"/>
                    </a:cxn>
                    <a:cxn ang="0">
                      <a:pos x="26" y="0"/>
                    </a:cxn>
                    <a:cxn ang="0">
                      <a:pos x="30" y="4"/>
                    </a:cxn>
                    <a:cxn ang="0">
                      <a:pos x="31" y="13"/>
                    </a:cxn>
                    <a:cxn ang="0">
                      <a:pos x="30" y="19"/>
                    </a:cxn>
                    <a:cxn ang="0">
                      <a:pos x="32" y="19"/>
                    </a:cxn>
                    <a:cxn ang="0">
                      <a:pos x="37" y="21"/>
                    </a:cxn>
                    <a:cxn ang="0">
                      <a:pos x="39" y="20"/>
                    </a:cxn>
                    <a:cxn ang="0">
                      <a:pos x="42" y="14"/>
                    </a:cxn>
                    <a:cxn ang="0">
                      <a:pos x="44" y="16"/>
                    </a:cxn>
                    <a:cxn ang="0">
                      <a:pos x="45" y="20"/>
                    </a:cxn>
                    <a:cxn ang="0">
                      <a:pos x="48" y="23"/>
                    </a:cxn>
                    <a:cxn ang="0">
                      <a:pos x="47" y="27"/>
                    </a:cxn>
                    <a:cxn ang="0">
                      <a:pos x="43" y="32"/>
                    </a:cxn>
                    <a:cxn ang="0">
                      <a:pos x="53" y="35"/>
                    </a:cxn>
                    <a:cxn ang="0">
                      <a:pos x="56" y="41"/>
                    </a:cxn>
                    <a:cxn ang="0">
                      <a:pos x="61" y="42"/>
                    </a:cxn>
                    <a:cxn ang="0">
                      <a:pos x="62" y="51"/>
                    </a:cxn>
                    <a:cxn ang="0">
                      <a:pos x="58" y="54"/>
                    </a:cxn>
                    <a:cxn ang="0">
                      <a:pos x="58" y="64"/>
                    </a:cxn>
                    <a:cxn ang="0">
                      <a:pos x="45" y="61"/>
                    </a:cxn>
                    <a:cxn ang="0">
                      <a:pos x="32" y="53"/>
                    </a:cxn>
                    <a:cxn ang="0">
                      <a:pos x="17" y="39"/>
                    </a:cxn>
                    <a:cxn ang="0">
                      <a:pos x="10" y="35"/>
                    </a:cxn>
                    <a:cxn ang="0">
                      <a:pos x="0" y="25"/>
                    </a:cxn>
                  </a:cxnLst>
                  <a:rect l="0" t="0" r="r" b="b"/>
                  <a:pathLst>
                    <a:path w="62" h="64">
                      <a:moveTo>
                        <a:pt x="0" y="25"/>
                      </a:moveTo>
                      <a:lnTo>
                        <a:pt x="3" y="20"/>
                      </a:lnTo>
                      <a:lnTo>
                        <a:pt x="13" y="13"/>
                      </a:lnTo>
                      <a:lnTo>
                        <a:pt x="13" y="8"/>
                      </a:lnTo>
                      <a:lnTo>
                        <a:pt x="18" y="5"/>
                      </a:lnTo>
                      <a:lnTo>
                        <a:pt x="17" y="3"/>
                      </a:lnTo>
                      <a:lnTo>
                        <a:pt x="20" y="0"/>
                      </a:lnTo>
                      <a:lnTo>
                        <a:pt x="23" y="2"/>
                      </a:lnTo>
                      <a:lnTo>
                        <a:pt x="26" y="0"/>
                      </a:lnTo>
                      <a:lnTo>
                        <a:pt x="30" y="4"/>
                      </a:lnTo>
                      <a:lnTo>
                        <a:pt x="31" y="13"/>
                      </a:lnTo>
                      <a:lnTo>
                        <a:pt x="30" y="19"/>
                      </a:lnTo>
                      <a:lnTo>
                        <a:pt x="32" y="19"/>
                      </a:lnTo>
                      <a:lnTo>
                        <a:pt x="37" y="21"/>
                      </a:lnTo>
                      <a:lnTo>
                        <a:pt x="39" y="20"/>
                      </a:lnTo>
                      <a:lnTo>
                        <a:pt x="42" y="14"/>
                      </a:lnTo>
                      <a:lnTo>
                        <a:pt x="44" y="16"/>
                      </a:lnTo>
                      <a:lnTo>
                        <a:pt x="45" y="20"/>
                      </a:lnTo>
                      <a:lnTo>
                        <a:pt x="48" y="23"/>
                      </a:lnTo>
                      <a:lnTo>
                        <a:pt x="47" y="27"/>
                      </a:lnTo>
                      <a:lnTo>
                        <a:pt x="43" y="32"/>
                      </a:lnTo>
                      <a:lnTo>
                        <a:pt x="53" y="35"/>
                      </a:lnTo>
                      <a:lnTo>
                        <a:pt x="56" y="41"/>
                      </a:lnTo>
                      <a:lnTo>
                        <a:pt x="61" y="42"/>
                      </a:lnTo>
                      <a:lnTo>
                        <a:pt x="62" y="51"/>
                      </a:lnTo>
                      <a:lnTo>
                        <a:pt x="58" y="54"/>
                      </a:lnTo>
                      <a:lnTo>
                        <a:pt x="58" y="64"/>
                      </a:lnTo>
                      <a:lnTo>
                        <a:pt x="45" y="61"/>
                      </a:lnTo>
                      <a:lnTo>
                        <a:pt x="32" y="53"/>
                      </a:lnTo>
                      <a:lnTo>
                        <a:pt x="17" y="39"/>
                      </a:lnTo>
                      <a:lnTo>
                        <a:pt x="10" y="35"/>
                      </a:lnTo>
                      <a:lnTo>
                        <a:pt x="0" y="25"/>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8" name="Freeform 407">
                  <a:extLst>
                    <a:ext uri="{FF2B5EF4-FFF2-40B4-BE49-F238E27FC236}">
                      <a16:creationId xmlns:a16="http://schemas.microsoft.com/office/drawing/2014/main" id="{4CEBBB22-84FE-B825-0F7C-97CE093E2C1F}"/>
                    </a:ext>
                  </a:extLst>
                </p:cNvPr>
                <p:cNvSpPr>
                  <a:spLocks/>
                </p:cNvSpPr>
                <p:nvPr/>
              </p:nvSpPr>
              <p:spPr bwMode="gray">
                <a:xfrm>
                  <a:off x="3245720" y="3056628"/>
                  <a:ext cx="143810" cy="361841"/>
                </a:xfrm>
                <a:custGeom>
                  <a:avLst/>
                  <a:gdLst/>
                  <a:ahLst/>
                  <a:cxnLst>
                    <a:cxn ang="0">
                      <a:pos x="31" y="74"/>
                    </a:cxn>
                    <a:cxn ang="0">
                      <a:pos x="21" y="78"/>
                    </a:cxn>
                    <a:cxn ang="0">
                      <a:pos x="16" y="72"/>
                    </a:cxn>
                    <a:cxn ang="0">
                      <a:pos x="12" y="65"/>
                    </a:cxn>
                    <a:cxn ang="0">
                      <a:pos x="10" y="26"/>
                    </a:cxn>
                    <a:cxn ang="0">
                      <a:pos x="6" y="13"/>
                    </a:cxn>
                    <a:cxn ang="0">
                      <a:pos x="0" y="5"/>
                    </a:cxn>
                    <a:cxn ang="0">
                      <a:pos x="3" y="2"/>
                    </a:cxn>
                    <a:cxn ang="0">
                      <a:pos x="0" y="2"/>
                    </a:cxn>
                    <a:cxn ang="0">
                      <a:pos x="0" y="0"/>
                    </a:cxn>
                    <a:cxn ang="0">
                      <a:pos x="5" y="0"/>
                    </a:cxn>
                    <a:cxn ang="0">
                      <a:pos x="10" y="2"/>
                    </a:cxn>
                    <a:cxn ang="0">
                      <a:pos x="16" y="0"/>
                    </a:cxn>
                    <a:cxn ang="0">
                      <a:pos x="13" y="10"/>
                    </a:cxn>
                    <a:cxn ang="0">
                      <a:pos x="18" y="13"/>
                    </a:cxn>
                    <a:cxn ang="0">
                      <a:pos x="22" y="18"/>
                    </a:cxn>
                    <a:cxn ang="0">
                      <a:pos x="28" y="36"/>
                    </a:cxn>
                    <a:cxn ang="0">
                      <a:pos x="29" y="59"/>
                    </a:cxn>
                    <a:cxn ang="0">
                      <a:pos x="28" y="68"/>
                    </a:cxn>
                    <a:cxn ang="0">
                      <a:pos x="30" y="74"/>
                    </a:cxn>
                    <a:cxn ang="0">
                      <a:pos x="31" y="74"/>
                    </a:cxn>
                  </a:cxnLst>
                  <a:rect l="0" t="0" r="r" b="b"/>
                  <a:pathLst>
                    <a:path w="31" h="78">
                      <a:moveTo>
                        <a:pt x="31" y="74"/>
                      </a:moveTo>
                      <a:lnTo>
                        <a:pt x="21" y="78"/>
                      </a:lnTo>
                      <a:lnTo>
                        <a:pt x="16" y="72"/>
                      </a:lnTo>
                      <a:lnTo>
                        <a:pt x="12" y="65"/>
                      </a:lnTo>
                      <a:lnTo>
                        <a:pt x="10" y="26"/>
                      </a:lnTo>
                      <a:lnTo>
                        <a:pt x="6" y="13"/>
                      </a:lnTo>
                      <a:lnTo>
                        <a:pt x="0" y="5"/>
                      </a:lnTo>
                      <a:lnTo>
                        <a:pt x="3" y="2"/>
                      </a:lnTo>
                      <a:lnTo>
                        <a:pt x="0" y="2"/>
                      </a:lnTo>
                      <a:lnTo>
                        <a:pt x="0" y="0"/>
                      </a:lnTo>
                      <a:lnTo>
                        <a:pt x="5" y="0"/>
                      </a:lnTo>
                      <a:lnTo>
                        <a:pt x="10" y="2"/>
                      </a:lnTo>
                      <a:lnTo>
                        <a:pt x="16" y="0"/>
                      </a:lnTo>
                      <a:lnTo>
                        <a:pt x="13" y="10"/>
                      </a:lnTo>
                      <a:lnTo>
                        <a:pt x="18" y="13"/>
                      </a:lnTo>
                      <a:lnTo>
                        <a:pt x="22" y="18"/>
                      </a:lnTo>
                      <a:lnTo>
                        <a:pt x="28" y="36"/>
                      </a:lnTo>
                      <a:lnTo>
                        <a:pt x="29" y="59"/>
                      </a:lnTo>
                      <a:lnTo>
                        <a:pt x="28" y="68"/>
                      </a:lnTo>
                      <a:lnTo>
                        <a:pt x="30" y="74"/>
                      </a:lnTo>
                      <a:lnTo>
                        <a:pt x="31" y="74"/>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9" name="Freeform 408">
                  <a:extLst>
                    <a:ext uri="{FF2B5EF4-FFF2-40B4-BE49-F238E27FC236}">
                      <a16:creationId xmlns:a16="http://schemas.microsoft.com/office/drawing/2014/main" id="{7FD0BE39-B04E-F6A2-7B05-CE88BC0D9757}"/>
                    </a:ext>
                  </a:extLst>
                </p:cNvPr>
                <p:cNvSpPr>
                  <a:spLocks/>
                </p:cNvSpPr>
                <p:nvPr/>
              </p:nvSpPr>
              <p:spPr bwMode="gray">
                <a:xfrm>
                  <a:off x="2201945" y="2931374"/>
                  <a:ext cx="514929" cy="398954"/>
                </a:xfrm>
                <a:custGeom>
                  <a:avLst/>
                  <a:gdLst/>
                  <a:ahLst/>
                  <a:cxnLst>
                    <a:cxn ang="0">
                      <a:pos x="30" y="0"/>
                    </a:cxn>
                    <a:cxn ang="0">
                      <a:pos x="34" y="3"/>
                    </a:cxn>
                    <a:cxn ang="0">
                      <a:pos x="58" y="4"/>
                    </a:cxn>
                    <a:cxn ang="0">
                      <a:pos x="56" y="10"/>
                    </a:cxn>
                    <a:cxn ang="0">
                      <a:pos x="63" y="8"/>
                    </a:cxn>
                    <a:cxn ang="0">
                      <a:pos x="73" y="8"/>
                    </a:cxn>
                    <a:cxn ang="0">
                      <a:pos x="83" y="8"/>
                    </a:cxn>
                    <a:cxn ang="0">
                      <a:pos x="87" y="3"/>
                    </a:cxn>
                    <a:cxn ang="0">
                      <a:pos x="92" y="8"/>
                    </a:cxn>
                    <a:cxn ang="0">
                      <a:pos x="94" y="11"/>
                    </a:cxn>
                    <a:cxn ang="0">
                      <a:pos x="97" y="16"/>
                    </a:cxn>
                    <a:cxn ang="0">
                      <a:pos x="102" y="21"/>
                    </a:cxn>
                    <a:cxn ang="0">
                      <a:pos x="97" y="26"/>
                    </a:cxn>
                    <a:cxn ang="0">
                      <a:pos x="99" y="26"/>
                    </a:cxn>
                    <a:cxn ang="0">
                      <a:pos x="103" y="34"/>
                    </a:cxn>
                    <a:cxn ang="0">
                      <a:pos x="105" y="43"/>
                    </a:cxn>
                    <a:cxn ang="0">
                      <a:pos x="109" y="52"/>
                    </a:cxn>
                    <a:cxn ang="0">
                      <a:pos x="111" y="58"/>
                    </a:cxn>
                    <a:cxn ang="0">
                      <a:pos x="110" y="62"/>
                    </a:cxn>
                    <a:cxn ang="0">
                      <a:pos x="108" y="67"/>
                    </a:cxn>
                    <a:cxn ang="0">
                      <a:pos x="103" y="70"/>
                    </a:cxn>
                    <a:cxn ang="0">
                      <a:pos x="108" y="73"/>
                    </a:cxn>
                    <a:cxn ang="0">
                      <a:pos x="99" y="81"/>
                    </a:cxn>
                    <a:cxn ang="0">
                      <a:pos x="94" y="85"/>
                    </a:cxn>
                    <a:cxn ang="0">
                      <a:pos x="87" y="84"/>
                    </a:cxn>
                    <a:cxn ang="0">
                      <a:pos x="86" y="78"/>
                    </a:cxn>
                    <a:cxn ang="0">
                      <a:pos x="81" y="65"/>
                    </a:cxn>
                    <a:cxn ang="0">
                      <a:pos x="75" y="65"/>
                    </a:cxn>
                    <a:cxn ang="0">
                      <a:pos x="72" y="67"/>
                    </a:cxn>
                    <a:cxn ang="0">
                      <a:pos x="68" y="63"/>
                    </a:cxn>
                    <a:cxn ang="0">
                      <a:pos x="69" y="59"/>
                    </a:cxn>
                    <a:cxn ang="0">
                      <a:pos x="67" y="53"/>
                    </a:cxn>
                    <a:cxn ang="0">
                      <a:pos x="63" y="48"/>
                    </a:cxn>
                    <a:cxn ang="0">
                      <a:pos x="41" y="45"/>
                    </a:cxn>
                    <a:cxn ang="0">
                      <a:pos x="33" y="57"/>
                    </a:cxn>
                    <a:cxn ang="0">
                      <a:pos x="22" y="51"/>
                    </a:cxn>
                    <a:cxn ang="0">
                      <a:pos x="11" y="41"/>
                    </a:cxn>
                    <a:cxn ang="0">
                      <a:pos x="6" y="32"/>
                    </a:cxn>
                    <a:cxn ang="0">
                      <a:pos x="2" y="31"/>
                    </a:cxn>
                    <a:cxn ang="0">
                      <a:pos x="4" y="26"/>
                    </a:cxn>
                    <a:cxn ang="0">
                      <a:pos x="22" y="16"/>
                    </a:cxn>
                    <a:cxn ang="0">
                      <a:pos x="18" y="9"/>
                    </a:cxn>
                    <a:cxn ang="0">
                      <a:pos x="22" y="0"/>
                    </a:cxn>
                  </a:cxnLst>
                  <a:rect l="0" t="0" r="r" b="b"/>
                  <a:pathLst>
                    <a:path w="111" h="86">
                      <a:moveTo>
                        <a:pt x="22" y="0"/>
                      </a:moveTo>
                      <a:lnTo>
                        <a:pt x="30" y="0"/>
                      </a:lnTo>
                      <a:lnTo>
                        <a:pt x="31" y="4"/>
                      </a:lnTo>
                      <a:lnTo>
                        <a:pt x="34" y="3"/>
                      </a:lnTo>
                      <a:lnTo>
                        <a:pt x="42" y="5"/>
                      </a:lnTo>
                      <a:lnTo>
                        <a:pt x="58" y="4"/>
                      </a:lnTo>
                      <a:lnTo>
                        <a:pt x="55" y="9"/>
                      </a:lnTo>
                      <a:lnTo>
                        <a:pt x="56" y="10"/>
                      </a:lnTo>
                      <a:lnTo>
                        <a:pt x="59" y="10"/>
                      </a:lnTo>
                      <a:lnTo>
                        <a:pt x="63" y="8"/>
                      </a:lnTo>
                      <a:lnTo>
                        <a:pt x="67" y="11"/>
                      </a:lnTo>
                      <a:lnTo>
                        <a:pt x="73" y="8"/>
                      </a:lnTo>
                      <a:lnTo>
                        <a:pt x="81" y="10"/>
                      </a:lnTo>
                      <a:lnTo>
                        <a:pt x="83" y="8"/>
                      </a:lnTo>
                      <a:lnTo>
                        <a:pt x="86" y="5"/>
                      </a:lnTo>
                      <a:lnTo>
                        <a:pt x="87" y="3"/>
                      </a:lnTo>
                      <a:lnTo>
                        <a:pt x="91" y="3"/>
                      </a:lnTo>
                      <a:lnTo>
                        <a:pt x="92" y="8"/>
                      </a:lnTo>
                      <a:lnTo>
                        <a:pt x="93" y="8"/>
                      </a:lnTo>
                      <a:lnTo>
                        <a:pt x="94" y="11"/>
                      </a:lnTo>
                      <a:lnTo>
                        <a:pt x="94" y="16"/>
                      </a:lnTo>
                      <a:lnTo>
                        <a:pt x="97" y="16"/>
                      </a:lnTo>
                      <a:lnTo>
                        <a:pt x="98" y="19"/>
                      </a:lnTo>
                      <a:lnTo>
                        <a:pt x="102" y="21"/>
                      </a:lnTo>
                      <a:lnTo>
                        <a:pt x="102" y="22"/>
                      </a:lnTo>
                      <a:lnTo>
                        <a:pt x="97" y="26"/>
                      </a:lnTo>
                      <a:lnTo>
                        <a:pt x="97" y="27"/>
                      </a:lnTo>
                      <a:lnTo>
                        <a:pt x="99" y="26"/>
                      </a:lnTo>
                      <a:lnTo>
                        <a:pt x="102" y="26"/>
                      </a:lnTo>
                      <a:lnTo>
                        <a:pt x="103" y="34"/>
                      </a:lnTo>
                      <a:lnTo>
                        <a:pt x="108" y="40"/>
                      </a:lnTo>
                      <a:lnTo>
                        <a:pt x="105" y="43"/>
                      </a:lnTo>
                      <a:lnTo>
                        <a:pt x="105" y="51"/>
                      </a:lnTo>
                      <a:lnTo>
                        <a:pt x="109" y="52"/>
                      </a:lnTo>
                      <a:lnTo>
                        <a:pt x="109" y="56"/>
                      </a:lnTo>
                      <a:lnTo>
                        <a:pt x="111" y="58"/>
                      </a:lnTo>
                      <a:lnTo>
                        <a:pt x="108" y="62"/>
                      </a:lnTo>
                      <a:lnTo>
                        <a:pt x="110" y="62"/>
                      </a:lnTo>
                      <a:lnTo>
                        <a:pt x="111" y="69"/>
                      </a:lnTo>
                      <a:lnTo>
                        <a:pt x="108" y="67"/>
                      </a:lnTo>
                      <a:lnTo>
                        <a:pt x="103" y="67"/>
                      </a:lnTo>
                      <a:lnTo>
                        <a:pt x="103" y="70"/>
                      </a:lnTo>
                      <a:lnTo>
                        <a:pt x="106" y="70"/>
                      </a:lnTo>
                      <a:lnTo>
                        <a:pt x="108" y="73"/>
                      </a:lnTo>
                      <a:lnTo>
                        <a:pt x="104" y="81"/>
                      </a:lnTo>
                      <a:lnTo>
                        <a:pt x="99" y="81"/>
                      </a:lnTo>
                      <a:lnTo>
                        <a:pt x="97" y="79"/>
                      </a:lnTo>
                      <a:lnTo>
                        <a:pt x="94" y="85"/>
                      </a:lnTo>
                      <a:lnTo>
                        <a:pt x="92" y="86"/>
                      </a:lnTo>
                      <a:lnTo>
                        <a:pt x="87" y="84"/>
                      </a:lnTo>
                      <a:lnTo>
                        <a:pt x="85" y="84"/>
                      </a:lnTo>
                      <a:lnTo>
                        <a:pt x="86" y="78"/>
                      </a:lnTo>
                      <a:lnTo>
                        <a:pt x="85" y="69"/>
                      </a:lnTo>
                      <a:lnTo>
                        <a:pt x="81" y="65"/>
                      </a:lnTo>
                      <a:lnTo>
                        <a:pt x="78" y="67"/>
                      </a:lnTo>
                      <a:lnTo>
                        <a:pt x="75" y="65"/>
                      </a:lnTo>
                      <a:lnTo>
                        <a:pt x="72" y="68"/>
                      </a:lnTo>
                      <a:lnTo>
                        <a:pt x="72" y="67"/>
                      </a:lnTo>
                      <a:lnTo>
                        <a:pt x="66" y="69"/>
                      </a:lnTo>
                      <a:lnTo>
                        <a:pt x="68" y="63"/>
                      </a:lnTo>
                      <a:lnTo>
                        <a:pt x="69" y="63"/>
                      </a:lnTo>
                      <a:lnTo>
                        <a:pt x="69" y="59"/>
                      </a:lnTo>
                      <a:lnTo>
                        <a:pt x="67" y="57"/>
                      </a:lnTo>
                      <a:lnTo>
                        <a:pt x="67" y="53"/>
                      </a:lnTo>
                      <a:lnTo>
                        <a:pt x="65" y="52"/>
                      </a:lnTo>
                      <a:lnTo>
                        <a:pt x="63" y="48"/>
                      </a:lnTo>
                      <a:lnTo>
                        <a:pt x="59" y="43"/>
                      </a:lnTo>
                      <a:lnTo>
                        <a:pt x="41" y="45"/>
                      </a:lnTo>
                      <a:lnTo>
                        <a:pt x="39" y="49"/>
                      </a:lnTo>
                      <a:lnTo>
                        <a:pt x="33" y="57"/>
                      </a:lnTo>
                      <a:lnTo>
                        <a:pt x="28" y="57"/>
                      </a:lnTo>
                      <a:lnTo>
                        <a:pt x="22" y="51"/>
                      </a:lnTo>
                      <a:lnTo>
                        <a:pt x="19" y="45"/>
                      </a:lnTo>
                      <a:lnTo>
                        <a:pt x="11" y="41"/>
                      </a:lnTo>
                      <a:lnTo>
                        <a:pt x="9" y="32"/>
                      </a:lnTo>
                      <a:lnTo>
                        <a:pt x="6" y="32"/>
                      </a:lnTo>
                      <a:lnTo>
                        <a:pt x="5" y="29"/>
                      </a:lnTo>
                      <a:lnTo>
                        <a:pt x="2" y="31"/>
                      </a:lnTo>
                      <a:lnTo>
                        <a:pt x="0" y="27"/>
                      </a:lnTo>
                      <a:lnTo>
                        <a:pt x="4" y="26"/>
                      </a:lnTo>
                      <a:lnTo>
                        <a:pt x="9" y="19"/>
                      </a:lnTo>
                      <a:lnTo>
                        <a:pt x="22" y="16"/>
                      </a:lnTo>
                      <a:lnTo>
                        <a:pt x="21" y="10"/>
                      </a:lnTo>
                      <a:lnTo>
                        <a:pt x="18" y="9"/>
                      </a:lnTo>
                      <a:lnTo>
                        <a:pt x="23" y="5"/>
                      </a:lnTo>
                      <a:lnTo>
                        <a:pt x="22"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0" name="Freeform 409">
                  <a:extLst>
                    <a:ext uri="{FF2B5EF4-FFF2-40B4-BE49-F238E27FC236}">
                      <a16:creationId xmlns:a16="http://schemas.microsoft.com/office/drawing/2014/main" id="{DB903FCF-C0EC-2FF5-7426-71B4819DDFD0}"/>
                    </a:ext>
                  </a:extLst>
                </p:cNvPr>
                <p:cNvSpPr>
                  <a:spLocks/>
                </p:cNvSpPr>
                <p:nvPr/>
              </p:nvSpPr>
              <p:spPr bwMode="gray">
                <a:xfrm>
                  <a:off x="3032326" y="3056628"/>
                  <a:ext cx="310814" cy="459262"/>
                </a:xfrm>
                <a:custGeom>
                  <a:avLst/>
                  <a:gdLst/>
                  <a:ahLst/>
                  <a:cxnLst>
                    <a:cxn ang="0">
                      <a:pos x="67" y="78"/>
                    </a:cxn>
                    <a:cxn ang="0">
                      <a:pos x="62" y="72"/>
                    </a:cxn>
                    <a:cxn ang="0">
                      <a:pos x="58" y="65"/>
                    </a:cxn>
                    <a:cxn ang="0">
                      <a:pos x="56" y="26"/>
                    </a:cxn>
                    <a:cxn ang="0">
                      <a:pos x="52" y="13"/>
                    </a:cxn>
                    <a:cxn ang="0">
                      <a:pos x="46" y="5"/>
                    </a:cxn>
                    <a:cxn ang="0">
                      <a:pos x="49" y="2"/>
                    </a:cxn>
                    <a:cxn ang="0">
                      <a:pos x="46" y="2"/>
                    </a:cxn>
                    <a:cxn ang="0">
                      <a:pos x="46" y="0"/>
                    </a:cxn>
                    <a:cxn ang="0">
                      <a:pos x="36" y="2"/>
                    </a:cxn>
                    <a:cxn ang="0">
                      <a:pos x="6" y="0"/>
                    </a:cxn>
                    <a:cxn ang="0">
                      <a:pos x="5" y="4"/>
                    </a:cxn>
                    <a:cxn ang="0">
                      <a:pos x="7" y="10"/>
                    </a:cxn>
                    <a:cxn ang="0">
                      <a:pos x="8" y="24"/>
                    </a:cxn>
                    <a:cxn ang="0">
                      <a:pos x="8" y="27"/>
                    </a:cxn>
                    <a:cxn ang="0">
                      <a:pos x="7" y="30"/>
                    </a:cxn>
                    <a:cxn ang="0">
                      <a:pos x="9" y="31"/>
                    </a:cxn>
                    <a:cxn ang="0">
                      <a:pos x="12" y="43"/>
                    </a:cxn>
                    <a:cxn ang="0">
                      <a:pos x="7" y="47"/>
                    </a:cxn>
                    <a:cxn ang="0">
                      <a:pos x="5" y="58"/>
                    </a:cxn>
                    <a:cxn ang="0">
                      <a:pos x="1" y="64"/>
                    </a:cxn>
                    <a:cxn ang="0">
                      <a:pos x="0" y="69"/>
                    </a:cxn>
                    <a:cxn ang="0">
                      <a:pos x="4" y="81"/>
                    </a:cxn>
                    <a:cxn ang="0">
                      <a:pos x="7" y="84"/>
                    </a:cxn>
                    <a:cxn ang="0">
                      <a:pos x="8" y="91"/>
                    </a:cxn>
                    <a:cxn ang="0">
                      <a:pos x="4" y="91"/>
                    </a:cxn>
                    <a:cxn ang="0">
                      <a:pos x="2" y="92"/>
                    </a:cxn>
                    <a:cxn ang="0">
                      <a:pos x="19" y="99"/>
                    </a:cxn>
                    <a:cxn ang="0">
                      <a:pos x="26" y="94"/>
                    </a:cxn>
                    <a:cxn ang="0">
                      <a:pos x="38" y="91"/>
                    </a:cxn>
                    <a:cxn ang="0">
                      <a:pos x="51" y="84"/>
                    </a:cxn>
                    <a:cxn ang="0">
                      <a:pos x="52" y="83"/>
                    </a:cxn>
                    <a:cxn ang="0">
                      <a:pos x="63" y="83"/>
                    </a:cxn>
                    <a:cxn ang="0">
                      <a:pos x="67" y="78"/>
                    </a:cxn>
                  </a:cxnLst>
                  <a:rect l="0" t="0" r="r" b="b"/>
                  <a:pathLst>
                    <a:path w="67" h="99">
                      <a:moveTo>
                        <a:pt x="67" y="78"/>
                      </a:moveTo>
                      <a:lnTo>
                        <a:pt x="62" y="72"/>
                      </a:lnTo>
                      <a:lnTo>
                        <a:pt x="58" y="65"/>
                      </a:lnTo>
                      <a:lnTo>
                        <a:pt x="56" y="26"/>
                      </a:lnTo>
                      <a:lnTo>
                        <a:pt x="52" y="13"/>
                      </a:lnTo>
                      <a:lnTo>
                        <a:pt x="46" y="5"/>
                      </a:lnTo>
                      <a:lnTo>
                        <a:pt x="49" y="2"/>
                      </a:lnTo>
                      <a:lnTo>
                        <a:pt x="46" y="2"/>
                      </a:lnTo>
                      <a:lnTo>
                        <a:pt x="46" y="0"/>
                      </a:lnTo>
                      <a:lnTo>
                        <a:pt x="36" y="2"/>
                      </a:lnTo>
                      <a:lnTo>
                        <a:pt x="6" y="0"/>
                      </a:lnTo>
                      <a:lnTo>
                        <a:pt x="5" y="4"/>
                      </a:lnTo>
                      <a:lnTo>
                        <a:pt x="7" y="10"/>
                      </a:lnTo>
                      <a:lnTo>
                        <a:pt x="8" y="24"/>
                      </a:lnTo>
                      <a:lnTo>
                        <a:pt x="8" y="27"/>
                      </a:lnTo>
                      <a:lnTo>
                        <a:pt x="7" y="30"/>
                      </a:lnTo>
                      <a:lnTo>
                        <a:pt x="9" y="31"/>
                      </a:lnTo>
                      <a:lnTo>
                        <a:pt x="12" y="43"/>
                      </a:lnTo>
                      <a:lnTo>
                        <a:pt x="7" y="47"/>
                      </a:lnTo>
                      <a:lnTo>
                        <a:pt x="5" y="58"/>
                      </a:lnTo>
                      <a:lnTo>
                        <a:pt x="1" y="64"/>
                      </a:lnTo>
                      <a:lnTo>
                        <a:pt x="0" y="69"/>
                      </a:lnTo>
                      <a:lnTo>
                        <a:pt x="4" y="81"/>
                      </a:lnTo>
                      <a:lnTo>
                        <a:pt x="7" y="84"/>
                      </a:lnTo>
                      <a:lnTo>
                        <a:pt x="8" y="91"/>
                      </a:lnTo>
                      <a:lnTo>
                        <a:pt x="4" y="91"/>
                      </a:lnTo>
                      <a:lnTo>
                        <a:pt x="2" y="92"/>
                      </a:lnTo>
                      <a:lnTo>
                        <a:pt x="19" y="99"/>
                      </a:lnTo>
                      <a:lnTo>
                        <a:pt x="26" y="94"/>
                      </a:lnTo>
                      <a:lnTo>
                        <a:pt x="38" y="91"/>
                      </a:lnTo>
                      <a:lnTo>
                        <a:pt x="51" y="84"/>
                      </a:lnTo>
                      <a:lnTo>
                        <a:pt x="52" y="83"/>
                      </a:lnTo>
                      <a:lnTo>
                        <a:pt x="63" y="83"/>
                      </a:lnTo>
                      <a:lnTo>
                        <a:pt x="67" y="78"/>
                      </a:lnTo>
                      <a:close/>
                    </a:path>
                  </a:pathLst>
                </a:custGeom>
                <a:solidFill>
                  <a:srgbClr val="62B5E5"/>
                </a:solid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1" name="Freeform 410">
                  <a:extLst>
                    <a:ext uri="{FF2B5EF4-FFF2-40B4-BE49-F238E27FC236}">
                      <a16:creationId xmlns:a16="http://schemas.microsoft.com/office/drawing/2014/main" id="{5D0A360D-F9A8-8BB8-9F19-6CCFB8B9CF47}"/>
                    </a:ext>
                  </a:extLst>
                </p:cNvPr>
                <p:cNvSpPr>
                  <a:spLocks/>
                </p:cNvSpPr>
                <p:nvPr/>
              </p:nvSpPr>
              <p:spPr bwMode="gray">
                <a:xfrm>
                  <a:off x="2081331" y="2847872"/>
                  <a:ext cx="218035" cy="55668"/>
                </a:xfrm>
                <a:custGeom>
                  <a:avLst/>
                  <a:gdLst/>
                  <a:ahLst/>
                  <a:cxnLst>
                    <a:cxn ang="0">
                      <a:pos x="5" y="4"/>
                    </a:cxn>
                    <a:cxn ang="0">
                      <a:pos x="20" y="4"/>
                    </a:cxn>
                    <a:cxn ang="0">
                      <a:pos x="23" y="1"/>
                    </a:cxn>
                    <a:cxn ang="0">
                      <a:pos x="28" y="0"/>
                    </a:cxn>
                    <a:cxn ang="0">
                      <a:pos x="37" y="6"/>
                    </a:cxn>
                    <a:cxn ang="0">
                      <a:pos x="45" y="5"/>
                    </a:cxn>
                    <a:cxn ang="0">
                      <a:pos x="47" y="7"/>
                    </a:cxn>
                    <a:cxn ang="0">
                      <a:pos x="41" y="10"/>
                    </a:cxn>
                    <a:cxn ang="0">
                      <a:pos x="26" y="5"/>
                    </a:cxn>
                    <a:cxn ang="0">
                      <a:pos x="22" y="7"/>
                    </a:cxn>
                    <a:cxn ang="0">
                      <a:pos x="17" y="7"/>
                    </a:cxn>
                    <a:cxn ang="0">
                      <a:pos x="16" y="10"/>
                    </a:cxn>
                    <a:cxn ang="0">
                      <a:pos x="3" y="11"/>
                    </a:cxn>
                    <a:cxn ang="0">
                      <a:pos x="1" y="12"/>
                    </a:cxn>
                    <a:cxn ang="0">
                      <a:pos x="0" y="7"/>
                    </a:cxn>
                    <a:cxn ang="0">
                      <a:pos x="4" y="6"/>
                    </a:cxn>
                    <a:cxn ang="0">
                      <a:pos x="5" y="4"/>
                    </a:cxn>
                  </a:cxnLst>
                  <a:rect l="0" t="0" r="r" b="b"/>
                  <a:pathLst>
                    <a:path w="47" h="12">
                      <a:moveTo>
                        <a:pt x="5" y="4"/>
                      </a:moveTo>
                      <a:lnTo>
                        <a:pt x="20" y="4"/>
                      </a:lnTo>
                      <a:lnTo>
                        <a:pt x="23" y="1"/>
                      </a:lnTo>
                      <a:lnTo>
                        <a:pt x="28" y="0"/>
                      </a:lnTo>
                      <a:lnTo>
                        <a:pt x="37" y="6"/>
                      </a:lnTo>
                      <a:lnTo>
                        <a:pt x="45" y="5"/>
                      </a:lnTo>
                      <a:lnTo>
                        <a:pt x="47" y="7"/>
                      </a:lnTo>
                      <a:lnTo>
                        <a:pt x="41" y="10"/>
                      </a:lnTo>
                      <a:lnTo>
                        <a:pt x="26" y="5"/>
                      </a:lnTo>
                      <a:lnTo>
                        <a:pt x="22" y="7"/>
                      </a:lnTo>
                      <a:lnTo>
                        <a:pt x="17" y="7"/>
                      </a:lnTo>
                      <a:lnTo>
                        <a:pt x="16" y="10"/>
                      </a:lnTo>
                      <a:lnTo>
                        <a:pt x="3" y="11"/>
                      </a:lnTo>
                      <a:lnTo>
                        <a:pt x="1" y="12"/>
                      </a:lnTo>
                      <a:lnTo>
                        <a:pt x="0" y="7"/>
                      </a:lnTo>
                      <a:lnTo>
                        <a:pt x="4" y="6"/>
                      </a:lnTo>
                      <a:lnTo>
                        <a:pt x="5" y="4"/>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2" name="Freeform 411">
                  <a:extLst>
                    <a:ext uri="{FF2B5EF4-FFF2-40B4-BE49-F238E27FC236}">
                      <a16:creationId xmlns:a16="http://schemas.microsoft.com/office/drawing/2014/main" id="{CAEFC36C-2C2F-1EB8-564D-31BCD454DCCA}"/>
                    </a:ext>
                  </a:extLst>
                </p:cNvPr>
                <p:cNvSpPr>
                  <a:spLocks/>
                </p:cNvSpPr>
                <p:nvPr/>
              </p:nvSpPr>
              <p:spPr bwMode="gray">
                <a:xfrm>
                  <a:off x="2085972" y="2931374"/>
                  <a:ext cx="222672" cy="125255"/>
                </a:xfrm>
                <a:custGeom>
                  <a:avLst/>
                  <a:gdLst/>
                  <a:ahLst/>
                  <a:cxnLst>
                    <a:cxn ang="0">
                      <a:pos x="25" y="27"/>
                    </a:cxn>
                    <a:cxn ang="0">
                      <a:pos x="29" y="26"/>
                    </a:cxn>
                    <a:cxn ang="0">
                      <a:pos x="34" y="19"/>
                    </a:cxn>
                    <a:cxn ang="0">
                      <a:pos x="47" y="16"/>
                    </a:cxn>
                    <a:cxn ang="0">
                      <a:pos x="46" y="10"/>
                    </a:cxn>
                    <a:cxn ang="0">
                      <a:pos x="43" y="9"/>
                    </a:cxn>
                    <a:cxn ang="0">
                      <a:pos x="48" y="5"/>
                    </a:cxn>
                    <a:cxn ang="0">
                      <a:pos x="47" y="0"/>
                    </a:cxn>
                    <a:cxn ang="0">
                      <a:pos x="25" y="0"/>
                    </a:cxn>
                    <a:cxn ang="0">
                      <a:pos x="16" y="4"/>
                    </a:cxn>
                    <a:cxn ang="0">
                      <a:pos x="9" y="4"/>
                    </a:cxn>
                    <a:cxn ang="0">
                      <a:pos x="4" y="5"/>
                    </a:cxn>
                    <a:cxn ang="0">
                      <a:pos x="0" y="4"/>
                    </a:cxn>
                    <a:cxn ang="0">
                      <a:pos x="2" y="8"/>
                    </a:cxn>
                    <a:cxn ang="0">
                      <a:pos x="8" y="9"/>
                    </a:cxn>
                    <a:cxn ang="0">
                      <a:pos x="9" y="14"/>
                    </a:cxn>
                    <a:cxn ang="0">
                      <a:pos x="14" y="14"/>
                    </a:cxn>
                    <a:cxn ang="0">
                      <a:pos x="15" y="16"/>
                    </a:cxn>
                    <a:cxn ang="0">
                      <a:pos x="29" y="13"/>
                    </a:cxn>
                    <a:cxn ang="0">
                      <a:pos x="29" y="14"/>
                    </a:cxn>
                    <a:cxn ang="0">
                      <a:pos x="21" y="16"/>
                    </a:cxn>
                    <a:cxn ang="0">
                      <a:pos x="22" y="24"/>
                    </a:cxn>
                    <a:cxn ang="0">
                      <a:pos x="22" y="26"/>
                    </a:cxn>
                    <a:cxn ang="0">
                      <a:pos x="27" y="26"/>
                    </a:cxn>
                    <a:cxn ang="0">
                      <a:pos x="25" y="27"/>
                    </a:cxn>
                  </a:cxnLst>
                  <a:rect l="0" t="0" r="r" b="b"/>
                  <a:pathLst>
                    <a:path w="48" h="27">
                      <a:moveTo>
                        <a:pt x="25" y="27"/>
                      </a:moveTo>
                      <a:lnTo>
                        <a:pt x="29" y="26"/>
                      </a:lnTo>
                      <a:lnTo>
                        <a:pt x="34" y="19"/>
                      </a:lnTo>
                      <a:lnTo>
                        <a:pt x="47" y="16"/>
                      </a:lnTo>
                      <a:lnTo>
                        <a:pt x="46" y="10"/>
                      </a:lnTo>
                      <a:lnTo>
                        <a:pt x="43" y="9"/>
                      </a:lnTo>
                      <a:lnTo>
                        <a:pt x="48" y="5"/>
                      </a:lnTo>
                      <a:lnTo>
                        <a:pt x="47" y="0"/>
                      </a:lnTo>
                      <a:lnTo>
                        <a:pt x="25" y="0"/>
                      </a:lnTo>
                      <a:lnTo>
                        <a:pt x="16" y="4"/>
                      </a:lnTo>
                      <a:lnTo>
                        <a:pt x="9" y="4"/>
                      </a:lnTo>
                      <a:lnTo>
                        <a:pt x="4" y="5"/>
                      </a:lnTo>
                      <a:lnTo>
                        <a:pt x="0" y="4"/>
                      </a:lnTo>
                      <a:lnTo>
                        <a:pt x="2" y="8"/>
                      </a:lnTo>
                      <a:lnTo>
                        <a:pt x="8" y="9"/>
                      </a:lnTo>
                      <a:lnTo>
                        <a:pt x="9" y="14"/>
                      </a:lnTo>
                      <a:lnTo>
                        <a:pt x="14" y="14"/>
                      </a:lnTo>
                      <a:lnTo>
                        <a:pt x="15" y="16"/>
                      </a:lnTo>
                      <a:lnTo>
                        <a:pt x="29" y="13"/>
                      </a:lnTo>
                      <a:lnTo>
                        <a:pt x="29" y="14"/>
                      </a:lnTo>
                      <a:lnTo>
                        <a:pt x="21" y="16"/>
                      </a:lnTo>
                      <a:lnTo>
                        <a:pt x="22" y="24"/>
                      </a:lnTo>
                      <a:lnTo>
                        <a:pt x="22" y="26"/>
                      </a:lnTo>
                      <a:lnTo>
                        <a:pt x="27" y="26"/>
                      </a:lnTo>
                      <a:lnTo>
                        <a:pt x="25" y="27"/>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3" name="Freeform 412">
                  <a:extLst>
                    <a:ext uri="{FF2B5EF4-FFF2-40B4-BE49-F238E27FC236}">
                      <a16:creationId xmlns:a16="http://schemas.microsoft.com/office/drawing/2014/main" id="{4E3F7266-2BFC-CB6C-A582-7355C24D63DC}"/>
                    </a:ext>
                  </a:extLst>
                </p:cNvPr>
                <p:cNvSpPr>
                  <a:spLocks/>
                </p:cNvSpPr>
                <p:nvPr/>
              </p:nvSpPr>
              <p:spPr bwMode="gray">
                <a:xfrm>
                  <a:off x="2331837" y="3130852"/>
                  <a:ext cx="208756" cy="218035"/>
                </a:xfrm>
                <a:custGeom>
                  <a:avLst/>
                  <a:gdLst/>
                  <a:ahLst/>
                  <a:cxnLst>
                    <a:cxn ang="0">
                      <a:pos x="27" y="47"/>
                    </a:cxn>
                    <a:cxn ang="0">
                      <a:pos x="30" y="42"/>
                    </a:cxn>
                    <a:cxn ang="0">
                      <a:pos x="40" y="35"/>
                    </a:cxn>
                    <a:cxn ang="0">
                      <a:pos x="40" y="30"/>
                    </a:cxn>
                    <a:cxn ang="0">
                      <a:pos x="45" y="27"/>
                    </a:cxn>
                    <a:cxn ang="0">
                      <a:pos x="44" y="25"/>
                    </a:cxn>
                    <a:cxn ang="0">
                      <a:pos x="44" y="24"/>
                    </a:cxn>
                    <a:cxn ang="0">
                      <a:pos x="38" y="26"/>
                    </a:cxn>
                    <a:cxn ang="0">
                      <a:pos x="40" y="20"/>
                    </a:cxn>
                    <a:cxn ang="0">
                      <a:pos x="41" y="20"/>
                    </a:cxn>
                    <a:cxn ang="0">
                      <a:pos x="41" y="16"/>
                    </a:cxn>
                    <a:cxn ang="0">
                      <a:pos x="39" y="14"/>
                    </a:cxn>
                    <a:cxn ang="0">
                      <a:pos x="39" y="10"/>
                    </a:cxn>
                    <a:cxn ang="0">
                      <a:pos x="37" y="9"/>
                    </a:cxn>
                    <a:cxn ang="0">
                      <a:pos x="35" y="5"/>
                    </a:cxn>
                    <a:cxn ang="0">
                      <a:pos x="31" y="0"/>
                    </a:cxn>
                    <a:cxn ang="0">
                      <a:pos x="13" y="2"/>
                    </a:cxn>
                    <a:cxn ang="0">
                      <a:pos x="11" y="6"/>
                    </a:cxn>
                    <a:cxn ang="0">
                      <a:pos x="5" y="14"/>
                    </a:cxn>
                    <a:cxn ang="0">
                      <a:pos x="0" y="14"/>
                    </a:cxn>
                    <a:cxn ang="0">
                      <a:pos x="1" y="22"/>
                    </a:cxn>
                    <a:cxn ang="0">
                      <a:pos x="2" y="24"/>
                    </a:cxn>
                    <a:cxn ang="0">
                      <a:pos x="1" y="24"/>
                    </a:cxn>
                    <a:cxn ang="0">
                      <a:pos x="1" y="26"/>
                    </a:cxn>
                    <a:cxn ang="0">
                      <a:pos x="5" y="30"/>
                    </a:cxn>
                    <a:cxn ang="0">
                      <a:pos x="6" y="34"/>
                    </a:cxn>
                    <a:cxn ang="0">
                      <a:pos x="12" y="38"/>
                    </a:cxn>
                    <a:cxn ang="0">
                      <a:pos x="13" y="41"/>
                    </a:cxn>
                    <a:cxn ang="0">
                      <a:pos x="27" y="47"/>
                    </a:cxn>
                  </a:cxnLst>
                  <a:rect l="0" t="0" r="r" b="b"/>
                  <a:pathLst>
                    <a:path w="45" h="47">
                      <a:moveTo>
                        <a:pt x="27" y="47"/>
                      </a:moveTo>
                      <a:lnTo>
                        <a:pt x="30" y="42"/>
                      </a:lnTo>
                      <a:lnTo>
                        <a:pt x="40" y="35"/>
                      </a:lnTo>
                      <a:lnTo>
                        <a:pt x="40" y="30"/>
                      </a:lnTo>
                      <a:lnTo>
                        <a:pt x="45" y="27"/>
                      </a:lnTo>
                      <a:lnTo>
                        <a:pt x="44" y="25"/>
                      </a:lnTo>
                      <a:lnTo>
                        <a:pt x="44" y="24"/>
                      </a:lnTo>
                      <a:lnTo>
                        <a:pt x="38" y="26"/>
                      </a:lnTo>
                      <a:lnTo>
                        <a:pt x="40" y="20"/>
                      </a:lnTo>
                      <a:lnTo>
                        <a:pt x="41" y="20"/>
                      </a:lnTo>
                      <a:lnTo>
                        <a:pt x="41" y="16"/>
                      </a:lnTo>
                      <a:lnTo>
                        <a:pt x="39" y="14"/>
                      </a:lnTo>
                      <a:lnTo>
                        <a:pt x="39" y="10"/>
                      </a:lnTo>
                      <a:lnTo>
                        <a:pt x="37" y="9"/>
                      </a:lnTo>
                      <a:lnTo>
                        <a:pt x="35" y="5"/>
                      </a:lnTo>
                      <a:lnTo>
                        <a:pt x="31" y="0"/>
                      </a:lnTo>
                      <a:lnTo>
                        <a:pt x="13" y="2"/>
                      </a:lnTo>
                      <a:lnTo>
                        <a:pt x="11" y="6"/>
                      </a:lnTo>
                      <a:lnTo>
                        <a:pt x="5" y="14"/>
                      </a:lnTo>
                      <a:lnTo>
                        <a:pt x="0" y="14"/>
                      </a:lnTo>
                      <a:lnTo>
                        <a:pt x="1" y="22"/>
                      </a:lnTo>
                      <a:lnTo>
                        <a:pt x="2" y="24"/>
                      </a:lnTo>
                      <a:lnTo>
                        <a:pt x="1" y="24"/>
                      </a:lnTo>
                      <a:lnTo>
                        <a:pt x="1" y="26"/>
                      </a:lnTo>
                      <a:lnTo>
                        <a:pt x="5" y="30"/>
                      </a:lnTo>
                      <a:lnTo>
                        <a:pt x="6" y="34"/>
                      </a:lnTo>
                      <a:lnTo>
                        <a:pt x="12" y="38"/>
                      </a:lnTo>
                      <a:lnTo>
                        <a:pt x="13" y="41"/>
                      </a:lnTo>
                      <a:lnTo>
                        <a:pt x="27" y="47"/>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4" name="Freeform 413">
                  <a:extLst>
                    <a:ext uri="{FF2B5EF4-FFF2-40B4-BE49-F238E27FC236}">
                      <a16:creationId xmlns:a16="http://schemas.microsoft.com/office/drawing/2014/main" id="{74DC3E32-FDF2-6C27-523D-85D36EA41CB8}"/>
                    </a:ext>
                  </a:extLst>
                </p:cNvPr>
                <p:cNvSpPr>
                  <a:spLocks/>
                </p:cNvSpPr>
                <p:nvPr/>
              </p:nvSpPr>
              <p:spPr bwMode="gray">
                <a:xfrm>
                  <a:off x="2034942" y="2639118"/>
                  <a:ext cx="436066" cy="315452"/>
                </a:xfrm>
                <a:custGeom>
                  <a:avLst/>
                  <a:gdLst/>
                  <a:ahLst/>
                  <a:cxnLst>
                    <a:cxn ang="0">
                      <a:pos x="11" y="67"/>
                    </a:cxn>
                    <a:cxn ang="0">
                      <a:pos x="11" y="57"/>
                    </a:cxn>
                    <a:cxn ang="0">
                      <a:pos x="13" y="56"/>
                    </a:cxn>
                    <a:cxn ang="0">
                      <a:pos x="26" y="55"/>
                    </a:cxn>
                    <a:cxn ang="0">
                      <a:pos x="27" y="52"/>
                    </a:cxn>
                    <a:cxn ang="0">
                      <a:pos x="32" y="52"/>
                    </a:cxn>
                    <a:cxn ang="0">
                      <a:pos x="36" y="50"/>
                    </a:cxn>
                    <a:cxn ang="0">
                      <a:pos x="51" y="55"/>
                    </a:cxn>
                    <a:cxn ang="0">
                      <a:pos x="57" y="52"/>
                    </a:cxn>
                    <a:cxn ang="0">
                      <a:pos x="55" y="50"/>
                    </a:cxn>
                    <a:cxn ang="0">
                      <a:pos x="47" y="51"/>
                    </a:cxn>
                    <a:cxn ang="0">
                      <a:pos x="38" y="45"/>
                    </a:cxn>
                    <a:cxn ang="0">
                      <a:pos x="33" y="46"/>
                    </a:cxn>
                    <a:cxn ang="0">
                      <a:pos x="30" y="49"/>
                    </a:cxn>
                    <a:cxn ang="0">
                      <a:pos x="15" y="49"/>
                    </a:cxn>
                    <a:cxn ang="0">
                      <a:pos x="3" y="31"/>
                    </a:cxn>
                    <a:cxn ang="0">
                      <a:pos x="1" y="33"/>
                    </a:cxn>
                    <a:cxn ang="0">
                      <a:pos x="0" y="30"/>
                    </a:cxn>
                    <a:cxn ang="0">
                      <a:pos x="4" y="29"/>
                    </a:cxn>
                    <a:cxn ang="0">
                      <a:pos x="9" y="24"/>
                    </a:cxn>
                    <a:cxn ang="0">
                      <a:pos x="15" y="16"/>
                    </a:cxn>
                    <a:cxn ang="0">
                      <a:pos x="15" y="9"/>
                    </a:cxn>
                    <a:cxn ang="0">
                      <a:pos x="19" y="2"/>
                    </a:cxn>
                    <a:cxn ang="0">
                      <a:pos x="27" y="3"/>
                    </a:cxn>
                    <a:cxn ang="0">
                      <a:pos x="36" y="0"/>
                    </a:cxn>
                    <a:cxn ang="0">
                      <a:pos x="47" y="0"/>
                    </a:cxn>
                    <a:cxn ang="0">
                      <a:pos x="55" y="8"/>
                    </a:cxn>
                    <a:cxn ang="0">
                      <a:pos x="61" y="8"/>
                    </a:cxn>
                    <a:cxn ang="0">
                      <a:pos x="65" y="16"/>
                    </a:cxn>
                    <a:cxn ang="0">
                      <a:pos x="69" y="18"/>
                    </a:cxn>
                    <a:cxn ang="0">
                      <a:pos x="71" y="22"/>
                    </a:cxn>
                    <a:cxn ang="0">
                      <a:pos x="70" y="23"/>
                    </a:cxn>
                    <a:cxn ang="0">
                      <a:pos x="80" y="30"/>
                    </a:cxn>
                    <a:cxn ang="0">
                      <a:pos x="80" y="36"/>
                    </a:cxn>
                    <a:cxn ang="0">
                      <a:pos x="83" y="38"/>
                    </a:cxn>
                    <a:cxn ang="0">
                      <a:pos x="84" y="44"/>
                    </a:cxn>
                    <a:cxn ang="0">
                      <a:pos x="83" y="47"/>
                    </a:cxn>
                    <a:cxn ang="0">
                      <a:pos x="86" y="52"/>
                    </a:cxn>
                    <a:cxn ang="0">
                      <a:pos x="89" y="52"/>
                    </a:cxn>
                    <a:cxn ang="0">
                      <a:pos x="94" y="58"/>
                    </a:cxn>
                    <a:cxn ang="0">
                      <a:pos x="94" y="67"/>
                    </a:cxn>
                    <a:cxn ang="0">
                      <a:pos x="78" y="68"/>
                    </a:cxn>
                    <a:cxn ang="0">
                      <a:pos x="70" y="66"/>
                    </a:cxn>
                    <a:cxn ang="0">
                      <a:pos x="67" y="67"/>
                    </a:cxn>
                    <a:cxn ang="0">
                      <a:pos x="66" y="63"/>
                    </a:cxn>
                    <a:cxn ang="0">
                      <a:pos x="58" y="63"/>
                    </a:cxn>
                    <a:cxn ang="0">
                      <a:pos x="36" y="63"/>
                    </a:cxn>
                    <a:cxn ang="0">
                      <a:pos x="27" y="67"/>
                    </a:cxn>
                    <a:cxn ang="0">
                      <a:pos x="20" y="67"/>
                    </a:cxn>
                    <a:cxn ang="0">
                      <a:pos x="15" y="68"/>
                    </a:cxn>
                    <a:cxn ang="0">
                      <a:pos x="11" y="67"/>
                    </a:cxn>
                  </a:cxnLst>
                  <a:rect l="0" t="0" r="r" b="b"/>
                  <a:pathLst>
                    <a:path w="94" h="68">
                      <a:moveTo>
                        <a:pt x="11" y="67"/>
                      </a:moveTo>
                      <a:lnTo>
                        <a:pt x="11" y="57"/>
                      </a:lnTo>
                      <a:lnTo>
                        <a:pt x="13" y="56"/>
                      </a:lnTo>
                      <a:lnTo>
                        <a:pt x="26" y="55"/>
                      </a:lnTo>
                      <a:lnTo>
                        <a:pt x="27" y="52"/>
                      </a:lnTo>
                      <a:lnTo>
                        <a:pt x="32" y="52"/>
                      </a:lnTo>
                      <a:lnTo>
                        <a:pt x="36" y="50"/>
                      </a:lnTo>
                      <a:lnTo>
                        <a:pt x="51" y="55"/>
                      </a:lnTo>
                      <a:lnTo>
                        <a:pt x="57" y="52"/>
                      </a:lnTo>
                      <a:lnTo>
                        <a:pt x="55" y="50"/>
                      </a:lnTo>
                      <a:lnTo>
                        <a:pt x="47" y="51"/>
                      </a:lnTo>
                      <a:lnTo>
                        <a:pt x="38" y="45"/>
                      </a:lnTo>
                      <a:lnTo>
                        <a:pt x="33" y="46"/>
                      </a:lnTo>
                      <a:lnTo>
                        <a:pt x="30" y="49"/>
                      </a:lnTo>
                      <a:lnTo>
                        <a:pt x="15" y="49"/>
                      </a:lnTo>
                      <a:lnTo>
                        <a:pt x="3" y="31"/>
                      </a:lnTo>
                      <a:lnTo>
                        <a:pt x="1" y="33"/>
                      </a:lnTo>
                      <a:lnTo>
                        <a:pt x="0" y="30"/>
                      </a:lnTo>
                      <a:lnTo>
                        <a:pt x="4" y="29"/>
                      </a:lnTo>
                      <a:lnTo>
                        <a:pt x="9" y="24"/>
                      </a:lnTo>
                      <a:lnTo>
                        <a:pt x="15" y="16"/>
                      </a:lnTo>
                      <a:lnTo>
                        <a:pt x="15" y="9"/>
                      </a:lnTo>
                      <a:lnTo>
                        <a:pt x="19" y="2"/>
                      </a:lnTo>
                      <a:lnTo>
                        <a:pt x="27" y="3"/>
                      </a:lnTo>
                      <a:lnTo>
                        <a:pt x="36" y="0"/>
                      </a:lnTo>
                      <a:lnTo>
                        <a:pt x="47" y="0"/>
                      </a:lnTo>
                      <a:lnTo>
                        <a:pt x="55" y="8"/>
                      </a:lnTo>
                      <a:lnTo>
                        <a:pt x="61" y="8"/>
                      </a:lnTo>
                      <a:lnTo>
                        <a:pt x="65" y="16"/>
                      </a:lnTo>
                      <a:lnTo>
                        <a:pt x="69" y="18"/>
                      </a:lnTo>
                      <a:lnTo>
                        <a:pt x="71" y="22"/>
                      </a:lnTo>
                      <a:lnTo>
                        <a:pt x="70" y="23"/>
                      </a:lnTo>
                      <a:lnTo>
                        <a:pt x="80" y="30"/>
                      </a:lnTo>
                      <a:lnTo>
                        <a:pt x="80" y="36"/>
                      </a:lnTo>
                      <a:lnTo>
                        <a:pt x="83" y="38"/>
                      </a:lnTo>
                      <a:lnTo>
                        <a:pt x="84" y="44"/>
                      </a:lnTo>
                      <a:lnTo>
                        <a:pt x="83" y="47"/>
                      </a:lnTo>
                      <a:lnTo>
                        <a:pt x="86" y="52"/>
                      </a:lnTo>
                      <a:lnTo>
                        <a:pt x="89" y="52"/>
                      </a:lnTo>
                      <a:lnTo>
                        <a:pt x="94" y="58"/>
                      </a:lnTo>
                      <a:lnTo>
                        <a:pt x="94" y="67"/>
                      </a:lnTo>
                      <a:lnTo>
                        <a:pt x="78" y="68"/>
                      </a:lnTo>
                      <a:lnTo>
                        <a:pt x="70" y="66"/>
                      </a:lnTo>
                      <a:lnTo>
                        <a:pt x="67" y="67"/>
                      </a:lnTo>
                      <a:lnTo>
                        <a:pt x="66" y="63"/>
                      </a:lnTo>
                      <a:lnTo>
                        <a:pt x="58" y="63"/>
                      </a:lnTo>
                      <a:lnTo>
                        <a:pt x="36" y="63"/>
                      </a:lnTo>
                      <a:lnTo>
                        <a:pt x="27" y="67"/>
                      </a:lnTo>
                      <a:lnTo>
                        <a:pt x="20" y="67"/>
                      </a:lnTo>
                      <a:lnTo>
                        <a:pt x="15" y="68"/>
                      </a:lnTo>
                      <a:lnTo>
                        <a:pt x="11" y="67"/>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5" name="Freeform 433">
                  <a:extLst>
                    <a:ext uri="{FF2B5EF4-FFF2-40B4-BE49-F238E27FC236}">
                      <a16:creationId xmlns:a16="http://schemas.microsoft.com/office/drawing/2014/main" id="{E3223CD2-0BB1-B4CF-7D2F-37A1E663BE97}"/>
                    </a:ext>
                  </a:extLst>
                </p:cNvPr>
                <p:cNvSpPr>
                  <a:spLocks/>
                </p:cNvSpPr>
                <p:nvPr/>
              </p:nvSpPr>
              <p:spPr bwMode="gray">
                <a:xfrm>
                  <a:off x="3895178" y="1330923"/>
                  <a:ext cx="1104080" cy="1094802"/>
                </a:xfrm>
                <a:custGeom>
                  <a:avLst/>
                  <a:gdLst/>
                  <a:ahLst/>
                  <a:cxnLst>
                    <a:cxn ang="0">
                      <a:pos x="208" y="229"/>
                    </a:cxn>
                    <a:cxn ang="0">
                      <a:pos x="178" y="213"/>
                    </a:cxn>
                    <a:cxn ang="0">
                      <a:pos x="148" y="197"/>
                    </a:cxn>
                    <a:cxn ang="0">
                      <a:pos x="117" y="181"/>
                    </a:cxn>
                    <a:cxn ang="0">
                      <a:pos x="88" y="177"/>
                    </a:cxn>
                    <a:cxn ang="0">
                      <a:pos x="79" y="176"/>
                    </a:cxn>
                    <a:cxn ang="0">
                      <a:pos x="38" y="170"/>
                    </a:cxn>
                    <a:cxn ang="0">
                      <a:pos x="23" y="153"/>
                    </a:cxn>
                    <a:cxn ang="0">
                      <a:pos x="12" y="148"/>
                    </a:cxn>
                    <a:cxn ang="0">
                      <a:pos x="1" y="124"/>
                    </a:cxn>
                    <a:cxn ang="0">
                      <a:pos x="7" y="120"/>
                    </a:cxn>
                    <a:cxn ang="0">
                      <a:pos x="6" y="69"/>
                    </a:cxn>
                    <a:cxn ang="0">
                      <a:pos x="0" y="56"/>
                    </a:cxn>
                    <a:cxn ang="0">
                      <a:pos x="9" y="50"/>
                    </a:cxn>
                    <a:cxn ang="0">
                      <a:pos x="13" y="34"/>
                    </a:cxn>
                    <a:cxn ang="0">
                      <a:pos x="31" y="15"/>
                    </a:cxn>
                    <a:cxn ang="0">
                      <a:pos x="32" y="0"/>
                    </a:cxn>
                    <a:cxn ang="0">
                      <a:pos x="57" y="5"/>
                    </a:cxn>
                    <a:cxn ang="0">
                      <a:pos x="88" y="16"/>
                    </a:cxn>
                    <a:cxn ang="0">
                      <a:pos x="91" y="25"/>
                    </a:cxn>
                    <a:cxn ang="0">
                      <a:pos x="101" y="36"/>
                    </a:cxn>
                    <a:cxn ang="0">
                      <a:pos x="134" y="45"/>
                    </a:cxn>
                    <a:cxn ang="0">
                      <a:pos x="145" y="53"/>
                    </a:cxn>
                    <a:cxn ang="0">
                      <a:pos x="159" y="46"/>
                    </a:cxn>
                    <a:cxn ang="0">
                      <a:pos x="159" y="29"/>
                    </a:cxn>
                    <a:cxn ang="0">
                      <a:pos x="176" y="8"/>
                    </a:cxn>
                    <a:cxn ang="0">
                      <a:pos x="203" y="10"/>
                    </a:cxn>
                    <a:cxn ang="0">
                      <a:pos x="206" y="16"/>
                    </a:cxn>
                    <a:cxn ang="0">
                      <a:pos x="217" y="20"/>
                    </a:cxn>
                    <a:cxn ang="0">
                      <a:pos x="238" y="29"/>
                    </a:cxn>
                    <a:cxn ang="0">
                      <a:pos x="233" y="35"/>
                    </a:cxn>
                    <a:cxn ang="0">
                      <a:pos x="230" y="57"/>
                    </a:cxn>
                    <a:cxn ang="0">
                      <a:pos x="234" y="67"/>
                    </a:cxn>
                    <a:cxn ang="0">
                      <a:pos x="238" y="75"/>
                    </a:cxn>
                    <a:cxn ang="0">
                      <a:pos x="238" y="106"/>
                    </a:cxn>
                    <a:cxn ang="0">
                      <a:pos x="238" y="135"/>
                    </a:cxn>
                    <a:cxn ang="0">
                      <a:pos x="238" y="166"/>
                    </a:cxn>
                    <a:cxn ang="0">
                      <a:pos x="238" y="196"/>
                    </a:cxn>
                    <a:cxn ang="0">
                      <a:pos x="238" y="228"/>
                    </a:cxn>
                    <a:cxn ang="0">
                      <a:pos x="223" y="236"/>
                    </a:cxn>
                  </a:cxnLst>
                  <a:rect l="0" t="0" r="r" b="b"/>
                  <a:pathLst>
                    <a:path w="238" h="236">
                      <a:moveTo>
                        <a:pt x="223" y="236"/>
                      </a:moveTo>
                      <a:lnTo>
                        <a:pt x="208" y="229"/>
                      </a:lnTo>
                      <a:lnTo>
                        <a:pt x="194" y="220"/>
                      </a:lnTo>
                      <a:lnTo>
                        <a:pt x="178" y="213"/>
                      </a:lnTo>
                      <a:lnTo>
                        <a:pt x="163" y="204"/>
                      </a:lnTo>
                      <a:lnTo>
                        <a:pt x="148" y="197"/>
                      </a:lnTo>
                      <a:lnTo>
                        <a:pt x="133" y="188"/>
                      </a:lnTo>
                      <a:lnTo>
                        <a:pt x="117" y="181"/>
                      </a:lnTo>
                      <a:lnTo>
                        <a:pt x="103" y="172"/>
                      </a:lnTo>
                      <a:lnTo>
                        <a:pt x="88" y="177"/>
                      </a:lnTo>
                      <a:lnTo>
                        <a:pt x="83" y="180"/>
                      </a:lnTo>
                      <a:lnTo>
                        <a:pt x="79" y="176"/>
                      </a:lnTo>
                      <a:lnTo>
                        <a:pt x="71" y="171"/>
                      </a:lnTo>
                      <a:lnTo>
                        <a:pt x="38" y="170"/>
                      </a:lnTo>
                      <a:lnTo>
                        <a:pt x="32" y="156"/>
                      </a:lnTo>
                      <a:lnTo>
                        <a:pt x="23" y="153"/>
                      </a:lnTo>
                      <a:lnTo>
                        <a:pt x="15" y="153"/>
                      </a:lnTo>
                      <a:lnTo>
                        <a:pt x="12" y="148"/>
                      </a:lnTo>
                      <a:lnTo>
                        <a:pt x="10" y="139"/>
                      </a:lnTo>
                      <a:lnTo>
                        <a:pt x="1" y="124"/>
                      </a:lnTo>
                      <a:lnTo>
                        <a:pt x="2" y="122"/>
                      </a:lnTo>
                      <a:lnTo>
                        <a:pt x="7" y="120"/>
                      </a:lnTo>
                      <a:lnTo>
                        <a:pt x="8" y="97"/>
                      </a:lnTo>
                      <a:lnTo>
                        <a:pt x="6" y="69"/>
                      </a:lnTo>
                      <a:lnTo>
                        <a:pt x="0" y="59"/>
                      </a:lnTo>
                      <a:lnTo>
                        <a:pt x="0" y="56"/>
                      </a:lnTo>
                      <a:lnTo>
                        <a:pt x="2" y="52"/>
                      </a:lnTo>
                      <a:lnTo>
                        <a:pt x="9" y="50"/>
                      </a:lnTo>
                      <a:lnTo>
                        <a:pt x="14" y="45"/>
                      </a:lnTo>
                      <a:lnTo>
                        <a:pt x="13" y="34"/>
                      </a:lnTo>
                      <a:lnTo>
                        <a:pt x="14" y="29"/>
                      </a:lnTo>
                      <a:lnTo>
                        <a:pt x="31" y="15"/>
                      </a:lnTo>
                      <a:lnTo>
                        <a:pt x="32" y="13"/>
                      </a:lnTo>
                      <a:lnTo>
                        <a:pt x="32" y="0"/>
                      </a:lnTo>
                      <a:lnTo>
                        <a:pt x="46" y="7"/>
                      </a:lnTo>
                      <a:lnTo>
                        <a:pt x="57" y="5"/>
                      </a:lnTo>
                      <a:lnTo>
                        <a:pt x="67" y="8"/>
                      </a:lnTo>
                      <a:lnTo>
                        <a:pt x="88" y="16"/>
                      </a:lnTo>
                      <a:lnTo>
                        <a:pt x="90" y="18"/>
                      </a:lnTo>
                      <a:lnTo>
                        <a:pt x="91" y="25"/>
                      </a:lnTo>
                      <a:lnTo>
                        <a:pt x="97" y="34"/>
                      </a:lnTo>
                      <a:lnTo>
                        <a:pt x="101" y="36"/>
                      </a:lnTo>
                      <a:lnTo>
                        <a:pt x="126" y="41"/>
                      </a:lnTo>
                      <a:lnTo>
                        <a:pt x="134" y="45"/>
                      </a:lnTo>
                      <a:lnTo>
                        <a:pt x="140" y="52"/>
                      </a:lnTo>
                      <a:lnTo>
                        <a:pt x="145" y="53"/>
                      </a:lnTo>
                      <a:lnTo>
                        <a:pt x="153" y="51"/>
                      </a:lnTo>
                      <a:lnTo>
                        <a:pt x="159" y="46"/>
                      </a:lnTo>
                      <a:lnTo>
                        <a:pt x="163" y="39"/>
                      </a:lnTo>
                      <a:lnTo>
                        <a:pt x="159" y="29"/>
                      </a:lnTo>
                      <a:lnTo>
                        <a:pt x="160" y="21"/>
                      </a:lnTo>
                      <a:lnTo>
                        <a:pt x="176" y="8"/>
                      </a:lnTo>
                      <a:lnTo>
                        <a:pt x="191" y="5"/>
                      </a:lnTo>
                      <a:lnTo>
                        <a:pt x="203" y="10"/>
                      </a:lnTo>
                      <a:lnTo>
                        <a:pt x="207" y="12"/>
                      </a:lnTo>
                      <a:lnTo>
                        <a:pt x="206" y="16"/>
                      </a:lnTo>
                      <a:lnTo>
                        <a:pt x="208" y="19"/>
                      </a:lnTo>
                      <a:lnTo>
                        <a:pt x="217" y="20"/>
                      </a:lnTo>
                      <a:lnTo>
                        <a:pt x="234" y="24"/>
                      </a:lnTo>
                      <a:lnTo>
                        <a:pt x="238" y="29"/>
                      </a:lnTo>
                      <a:lnTo>
                        <a:pt x="236" y="29"/>
                      </a:lnTo>
                      <a:lnTo>
                        <a:pt x="233" y="35"/>
                      </a:lnTo>
                      <a:lnTo>
                        <a:pt x="234" y="52"/>
                      </a:lnTo>
                      <a:lnTo>
                        <a:pt x="230" y="57"/>
                      </a:lnTo>
                      <a:lnTo>
                        <a:pt x="232" y="63"/>
                      </a:lnTo>
                      <a:lnTo>
                        <a:pt x="234" y="67"/>
                      </a:lnTo>
                      <a:lnTo>
                        <a:pt x="233" y="70"/>
                      </a:lnTo>
                      <a:lnTo>
                        <a:pt x="238" y="75"/>
                      </a:lnTo>
                      <a:lnTo>
                        <a:pt x="238" y="90"/>
                      </a:lnTo>
                      <a:lnTo>
                        <a:pt x="238" y="106"/>
                      </a:lnTo>
                      <a:lnTo>
                        <a:pt x="238" y="121"/>
                      </a:lnTo>
                      <a:lnTo>
                        <a:pt x="238" y="135"/>
                      </a:lnTo>
                      <a:lnTo>
                        <a:pt x="238" y="151"/>
                      </a:lnTo>
                      <a:lnTo>
                        <a:pt x="238" y="166"/>
                      </a:lnTo>
                      <a:lnTo>
                        <a:pt x="238" y="181"/>
                      </a:lnTo>
                      <a:lnTo>
                        <a:pt x="238" y="196"/>
                      </a:lnTo>
                      <a:lnTo>
                        <a:pt x="238" y="210"/>
                      </a:lnTo>
                      <a:lnTo>
                        <a:pt x="238" y="228"/>
                      </a:lnTo>
                      <a:lnTo>
                        <a:pt x="223" y="228"/>
                      </a:lnTo>
                      <a:lnTo>
                        <a:pt x="223" y="236"/>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6" name="Freeform 434">
                  <a:extLst>
                    <a:ext uri="{FF2B5EF4-FFF2-40B4-BE49-F238E27FC236}">
                      <a16:creationId xmlns:a16="http://schemas.microsoft.com/office/drawing/2014/main" id="{F71AD66F-C5E4-21A9-3CE0-F36DE439F619}"/>
                    </a:ext>
                  </a:extLst>
                </p:cNvPr>
                <p:cNvSpPr>
                  <a:spLocks/>
                </p:cNvSpPr>
                <p:nvPr/>
              </p:nvSpPr>
              <p:spPr bwMode="gray">
                <a:xfrm>
                  <a:off x="4187433" y="2128830"/>
                  <a:ext cx="742238" cy="1187582"/>
                </a:xfrm>
                <a:custGeom>
                  <a:avLst/>
                  <a:gdLst/>
                  <a:ahLst/>
                  <a:cxnLst>
                    <a:cxn ang="0">
                      <a:pos x="160" y="80"/>
                    </a:cxn>
                    <a:cxn ang="0">
                      <a:pos x="160" y="110"/>
                    </a:cxn>
                    <a:cxn ang="0">
                      <a:pos x="144" y="127"/>
                    </a:cxn>
                    <a:cxn ang="0">
                      <a:pos x="134" y="145"/>
                    </a:cxn>
                    <a:cxn ang="0">
                      <a:pos x="131" y="155"/>
                    </a:cxn>
                    <a:cxn ang="0">
                      <a:pos x="128" y="168"/>
                    </a:cxn>
                    <a:cxn ang="0">
                      <a:pos x="134" y="172"/>
                    </a:cxn>
                    <a:cxn ang="0">
                      <a:pos x="143" y="197"/>
                    </a:cxn>
                    <a:cxn ang="0">
                      <a:pos x="140" y="199"/>
                    </a:cxn>
                    <a:cxn ang="0">
                      <a:pos x="126" y="207"/>
                    </a:cxn>
                    <a:cxn ang="0">
                      <a:pos x="115" y="220"/>
                    </a:cxn>
                    <a:cxn ang="0">
                      <a:pos x="108" y="226"/>
                    </a:cxn>
                    <a:cxn ang="0">
                      <a:pos x="84" y="232"/>
                    </a:cxn>
                    <a:cxn ang="0">
                      <a:pos x="85" y="238"/>
                    </a:cxn>
                    <a:cxn ang="0">
                      <a:pos x="66" y="247"/>
                    </a:cxn>
                    <a:cxn ang="0">
                      <a:pos x="47" y="250"/>
                    </a:cxn>
                    <a:cxn ang="0">
                      <a:pos x="39" y="256"/>
                    </a:cxn>
                    <a:cxn ang="0">
                      <a:pos x="23" y="237"/>
                    </a:cxn>
                    <a:cxn ang="0">
                      <a:pos x="14" y="230"/>
                    </a:cxn>
                    <a:cxn ang="0">
                      <a:pos x="10" y="219"/>
                    </a:cxn>
                    <a:cxn ang="0">
                      <a:pos x="27" y="218"/>
                    </a:cxn>
                    <a:cxn ang="0">
                      <a:pos x="28" y="211"/>
                    </a:cxn>
                    <a:cxn ang="0">
                      <a:pos x="22" y="186"/>
                    </a:cxn>
                    <a:cxn ang="0">
                      <a:pos x="15" y="170"/>
                    </a:cxn>
                    <a:cxn ang="0">
                      <a:pos x="10" y="166"/>
                    </a:cxn>
                    <a:cxn ang="0">
                      <a:pos x="0" y="146"/>
                    </a:cxn>
                    <a:cxn ang="0">
                      <a:pos x="3" y="143"/>
                    </a:cxn>
                    <a:cxn ang="0">
                      <a:pos x="29" y="106"/>
                    </a:cxn>
                    <a:cxn ang="0">
                      <a:pos x="35" y="56"/>
                    </a:cxn>
                    <a:cxn ang="0">
                      <a:pos x="29" y="42"/>
                    </a:cxn>
                    <a:cxn ang="0">
                      <a:pos x="25" y="5"/>
                    </a:cxn>
                    <a:cxn ang="0">
                      <a:pos x="54" y="9"/>
                    </a:cxn>
                    <a:cxn ang="0">
                      <a:pos x="85" y="25"/>
                    </a:cxn>
                    <a:cxn ang="0">
                      <a:pos x="115" y="41"/>
                    </a:cxn>
                    <a:cxn ang="0">
                      <a:pos x="145" y="57"/>
                    </a:cxn>
                  </a:cxnLst>
                  <a:rect l="0" t="0" r="r" b="b"/>
                  <a:pathLst>
                    <a:path w="160" h="256">
                      <a:moveTo>
                        <a:pt x="160" y="64"/>
                      </a:moveTo>
                      <a:lnTo>
                        <a:pt x="160" y="80"/>
                      </a:lnTo>
                      <a:lnTo>
                        <a:pt x="160" y="95"/>
                      </a:lnTo>
                      <a:lnTo>
                        <a:pt x="160" y="110"/>
                      </a:lnTo>
                      <a:lnTo>
                        <a:pt x="160" y="124"/>
                      </a:lnTo>
                      <a:lnTo>
                        <a:pt x="144" y="127"/>
                      </a:lnTo>
                      <a:lnTo>
                        <a:pt x="141" y="135"/>
                      </a:lnTo>
                      <a:lnTo>
                        <a:pt x="134" y="145"/>
                      </a:lnTo>
                      <a:lnTo>
                        <a:pt x="134" y="153"/>
                      </a:lnTo>
                      <a:lnTo>
                        <a:pt x="131" y="155"/>
                      </a:lnTo>
                      <a:lnTo>
                        <a:pt x="131" y="162"/>
                      </a:lnTo>
                      <a:lnTo>
                        <a:pt x="128" y="168"/>
                      </a:lnTo>
                      <a:lnTo>
                        <a:pt x="128" y="173"/>
                      </a:lnTo>
                      <a:lnTo>
                        <a:pt x="134" y="172"/>
                      </a:lnTo>
                      <a:lnTo>
                        <a:pt x="135" y="181"/>
                      </a:lnTo>
                      <a:lnTo>
                        <a:pt x="143" y="197"/>
                      </a:lnTo>
                      <a:lnTo>
                        <a:pt x="143" y="198"/>
                      </a:lnTo>
                      <a:lnTo>
                        <a:pt x="140" y="199"/>
                      </a:lnTo>
                      <a:lnTo>
                        <a:pt x="128" y="202"/>
                      </a:lnTo>
                      <a:lnTo>
                        <a:pt x="126" y="207"/>
                      </a:lnTo>
                      <a:lnTo>
                        <a:pt x="126" y="211"/>
                      </a:lnTo>
                      <a:lnTo>
                        <a:pt x="115" y="220"/>
                      </a:lnTo>
                      <a:lnTo>
                        <a:pt x="114" y="224"/>
                      </a:lnTo>
                      <a:lnTo>
                        <a:pt x="108" y="226"/>
                      </a:lnTo>
                      <a:lnTo>
                        <a:pt x="107" y="229"/>
                      </a:lnTo>
                      <a:lnTo>
                        <a:pt x="84" y="232"/>
                      </a:lnTo>
                      <a:lnTo>
                        <a:pt x="83" y="235"/>
                      </a:lnTo>
                      <a:lnTo>
                        <a:pt x="85" y="238"/>
                      </a:lnTo>
                      <a:lnTo>
                        <a:pt x="79" y="246"/>
                      </a:lnTo>
                      <a:lnTo>
                        <a:pt x="66" y="247"/>
                      </a:lnTo>
                      <a:lnTo>
                        <a:pt x="52" y="254"/>
                      </a:lnTo>
                      <a:lnTo>
                        <a:pt x="47" y="250"/>
                      </a:lnTo>
                      <a:lnTo>
                        <a:pt x="45" y="252"/>
                      </a:lnTo>
                      <a:lnTo>
                        <a:pt x="39" y="256"/>
                      </a:lnTo>
                      <a:lnTo>
                        <a:pt x="29" y="256"/>
                      </a:lnTo>
                      <a:lnTo>
                        <a:pt x="23" y="237"/>
                      </a:lnTo>
                      <a:lnTo>
                        <a:pt x="21" y="234"/>
                      </a:lnTo>
                      <a:lnTo>
                        <a:pt x="14" y="230"/>
                      </a:lnTo>
                      <a:lnTo>
                        <a:pt x="10" y="222"/>
                      </a:lnTo>
                      <a:lnTo>
                        <a:pt x="10" y="219"/>
                      </a:lnTo>
                      <a:lnTo>
                        <a:pt x="13" y="216"/>
                      </a:lnTo>
                      <a:lnTo>
                        <a:pt x="27" y="218"/>
                      </a:lnTo>
                      <a:lnTo>
                        <a:pt x="28" y="215"/>
                      </a:lnTo>
                      <a:lnTo>
                        <a:pt x="28" y="211"/>
                      </a:lnTo>
                      <a:lnTo>
                        <a:pt x="21" y="200"/>
                      </a:lnTo>
                      <a:lnTo>
                        <a:pt x="22" y="186"/>
                      </a:lnTo>
                      <a:lnTo>
                        <a:pt x="18" y="172"/>
                      </a:lnTo>
                      <a:lnTo>
                        <a:pt x="15" y="170"/>
                      </a:lnTo>
                      <a:lnTo>
                        <a:pt x="14" y="166"/>
                      </a:lnTo>
                      <a:lnTo>
                        <a:pt x="10" y="166"/>
                      </a:lnTo>
                      <a:lnTo>
                        <a:pt x="2" y="155"/>
                      </a:lnTo>
                      <a:lnTo>
                        <a:pt x="0" y="146"/>
                      </a:lnTo>
                      <a:lnTo>
                        <a:pt x="0" y="144"/>
                      </a:lnTo>
                      <a:lnTo>
                        <a:pt x="3" y="143"/>
                      </a:lnTo>
                      <a:lnTo>
                        <a:pt x="4" y="135"/>
                      </a:lnTo>
                      <a:lnTo>
                        <a:pt x="29" y="106"/>
                      </a:lnTo>
                      <a:lnTo>
                        <a:pt x="31" y="79"/>
                      </a:lnTo>
                      <a:lnTo>
                        <a:pt x="35" y="56"/>
                      </a:lnTo>
                      <a:lnTo>
                        <a:pt x="39" y="49"/>
                      </a:lnTo>
                      <a:lnTo>
                        <a:pt x="29" y="42"/>
                      </a:lnTo>
                      <a:lnTo>
                        <a:pt x="25" y="32"/>
                      </a:lnTo>
                      <a:lnTo>
                        <a:pt x="25" y="5"/>
                      </a:lnTo>
                      <a:lnTo>
                        <a:pt x="40" y="0"/>
                      </a:lnTo>
                      <a:lnTo>
                        <a:pt x="54" y="9"/>
                      </a:lnTo>
                      <a:lnTo>
                        <a:pt x="70" y="16"/>
                      </a:lnTo>
                      <a:lnTo>
                        <a:pt x="85" y="25"/>
                      </a:lnTo>
                      <a:lnTo>
                        <a:pt x="100" y="32"/>
                      </a:lnTo>
                      <a:lnTo>
                        <a:pt x="115" y="41"/>
                      </a:lnTo>
                      <a:lnTo>
                        <a:pt x="131" y="48"/>
                      </a:lnTo>
                      <a:lnTo>
                        <a:pt x="145" y="57"/>
                      </a:lnTo>
                      <a:lnTo>
                        <a:pt x="160" y="64"/>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7" name="Freeform 435">
                  <a:extLst>
                    <a:ext uri="{FF2B5EF4-FFF2-40B4-BE49-F238E27FC236}">
                      <a16:creationId xmlns:a16="http://schemas.microsoft.com/office/drawing/2014/main" id="{BBB6054C-4FF7-7D69-CEF7-80F508A241D6}"/>
                    </a:ext>
                  </a:extLst>
                </p:cNvPr>
                <p:cNvSpPr>
                  <a:spLocks/>
                </p:cNvSpPr>
                <p:nvPr/>
              </p:nvSpPr>
              <p:spPr bwMode="gray">
                <a:xfrm>
                  <a:off x="2355034" y="1094332"/>
                  <a:ext cx="830381" cy="695849"/>
                </a:xfrm>
                <a:custGeom>
                  <a:avLst/>
                  <a:gdLst/>
                  <a:ahLst/>
                  <a:cxnLst>
                    <a:cxn ang="0">
                      <a:pos x="65" y="148"/>
                    </a:cxn>
                    <a:cxn ang="0">
                      <a:pos x="48" y="148"/>
                    </a:cxn>
                    <a:cxn ang="0">
                      <a:pos x="33" y="148"/>
                    </a:cxn>
                    <a:cxn ang="0">
                      <a:pos x="16" y="148"/>
                    </a:cxn>
                    <a:cxn ang="0">
                      <a:pos x="0" y="150"/>
                    </a:cxn>
                    <a:cxn ang="0">
                      <a:pos x="1" y="146"/>
                    </a:cxn>
                    <a:cxn ang="0">
                      <a:pos x="20" y="140"/>
                    </a:cxn>
                    <a:cxn ang="0">
                      <a:pos x="27" y="134"/>
                    </a:cxn>
                    <a:cxn ang="0">
                      <a:pos x="40" y="124"/>
                    </a:cxn>
                    <a:cxn ang="0">
                      <a:pos x="45" y="117"/>
                    </a:cxn>
                    <a:cxn ang="0">
                      <a:pos x="50" y="108"/>
                    </a:cxn>
                    <a:cxn ang="0">
                      <a:pos x="50" y="102"/>
                    </a:cxn>
                    <a:cxn ang="0">
                      <a:pos x="46" y="97"/>
                    </a:cxn>
                    <a:cxn ang="0">
                      <a:pos x="48" y="85"/>
                    </a:cxn>
                    <a:cxn ang="0">
                      <a:pos x="53" y="75"/>
                    </a:cxn>
                    <a:cxn ang="0">
                      <a:pos x="57" y="72"/>
                    </a:cxn>
                    <a:cxn ang="0">
                      <a:pos x="58" y="64"/>
                    </a:cxn>
                    <a:cxn ang="0">
                      <a:pos x="69" y="50"/>
                    </a:cxn>
                    <a:cxn ang="0">
                      <a:pos x="85" y="42"/>
                    </a:cxn>
                    <a:cxn ang="0">
                      <a:pos x="95" y="34"/>
                    </a:cxn>
                    <a:cxn ang="0">
                      <a:pos x="100" y="26"/>
                    </a:cxn>
                    <a:cxn ang="0">
                      <a:pos x="107" y="4"/>
                    </a:cxn>
                    <a:cxn ang="0">
                      <a:pos x="114" y="0"/>
                    </a:cxn>
                    <a:cxn ang="0">
                      <a:pos x="121" y="10"/>
                    </a:cxn>
                    <a:cxn ang="0">
                      <a:pos x="129" y="15"/>
                    </a:cxn>
                    <a:cxn ang="0">
                      <a:pos x="150" y="12"/>
                    </a:cxn>
                    <a:cxn ang="0">
                      <a:pos x="157" y="16"/>
                    </a:cxn>
                    <a:cxn ang="0">
                      <a:pos x="159" y="16"/>
                    </a:cxn>
                    <a:cxn ang="0">
                      <a:pos x="165" y="16"/>
                    </a:cxn>
                    <a:cxn ang="0">
                      <a:pos x="164" y="17"/>
                    </a:cxn>
                    <a:cxn ang="0">
                      <a:pos x="164" y="18"/>
                    </a:cxn>
                    <a:cxn ang="0">
                      <a:pos x="167" y="22"/>
                    </a:cxn>
                    <a:cxn ang="0">
                      <a:pos x="167" y="23"/>
                    </a:cxn>
                    <a:cxn ang="0">
                      <a:pos x="169" y="26"/>
                    </a:cxn>
                    <a:cxn ang="0">
                      <a:pos x="167" y="28"/>
                    </a:cxn>
                    <a:cxn ang="0">
                      <a:pos x="170" y="33"/>
                    </a:cxn>
                    <a:cxn ang="0">
                      <a:pos x="169" y="40"/>
                    </a:cxn>
                    <a:cxn ang="0">
                      <a:pos x="171" y="43"/>
                    </a:cxn>
                    <a:cxn ang="0">
                      <a:pos x="170" y="48"/>
                    </a:cxn>
                    <a:cxn ang="0">
                      <a:pos x="171" y="54"/>
                    </a:cxn>
                    <a:cxn ang="0">
                      <a:pos x="173" y="59"/>
                    </a:cxn>
                    <a:cxn ang="0">
                      <a:pos x="179" y="63"/>
                    </a:cxn>
                    <a:cxn ang="0">
                      <a:pos x="176" y="66"/>
                    </a:cxn>
                    <a:cxn ang="0">
                      <a:pos x="177" y="70"/>
                    </a:cxn>
                    <a:cxn ang="0">
                      <a:pos x="151" y="70"/>
                    </a:cxn>
                    <a:cxn ang="0">
                      <a:pos x="150" y="75"/>
                    </a:cxn>
                    <a:cxn ang="0">
                      <a:pos x="138" y="78"/>
                    </a:cxn>
                    <a:cxn ang="0">
                      <a:pos x="136" y="82"/>
                    </a:cxn>
                    <a:cxn ang="0">
                      <a:pos x="139" y="83"/>
                    </a:cxn>
                    <a:cxn ang="0">
                      <a:pos x="136" y="87"/>
                    </a:cxn>
                    <a:cxn ang="0">
                      <a:pos x="140" y="90"/>
                    </a:cxn>
                    <a:cxn ang="0">
                      <a:pos x="140" y="91"/>
                    </a:cxn>
                    <a:cxn ang="0">
                      <a:pos x="122" y="98"/>
                    </a:cxn>
                    <a:cxn ang="0">
                      <a:pos x="116" y="107"/>
                    </a:cxn>
                    <a:cxn ang="0">
                      <a:pos x="110" y="109"/>
                    </a:cxn>
                    <a:cxn ang="0">
                      <a:pos x="96" y="112"/>
                    </a:cxn>
                    <a:cxn ang="0">
                      <a:pos x="96" y="115"/>
                    </a:cxn>
                    <a:cxn ang="0">
                      <a:pos x="88" y="114"/>
                    </a:cxn>
                    <a:cxn ang="0">
                      <a:pos x="82" y="120"/>
                    </a:cxn>
                    <a:cxn ang="0">
                      <a:pos x="78" y="120"/>
                    </a:cxn>
                    <a:cxn ang="0">
                      <a:pos x="72" y="124"/>
                    </a:cxn>
                    <a:cxn ang="0">
                      <a:pos x="65" y="130"/>
                    </a:cxn>
                    <a:cxn ang="0">
                      <a:pos x="65" y="148"/>
                    </a:cxn>
                  </a:cxnLst>
                  <a:rect l="0" t="0" r="r" b="b"/>
                  <a:pathLst>
                    <a:path w="179" h="150">
                      <a:moveTo>
                        <a:pt x="65" y="148"/>
                      </a:moveTo>
                      <a:lnTo>
                        <a:pt x="48" y="148"/>
                      </a:lnTo>
                      <a:lnTo>
                        <a:pt x="33" y="148"/>
                      </a:lnTo>
                      <a:lnTo>
                        <a:pt x="16" y="148"/>
                      </a:lnTo>
                      <a:lnTo>
                        <a:pt x="0" y="150"/>
                      </a:lnTo>
                      <a:lnTo>
                        <a:pt x="1" y="146"/>
                      </a:lnTo>
                      <a:lnTo>
                        <a:pt x="20" y="140"/>
                      </a:lnTo>
                      <a:lnTo>
                        <a:pt x="27" y="134"/>
                      </a:lnTo>
                      <a:lnTo>
                        <a:pt x="40" y="124"/>
                      </a:lnTo>
                      <a:lnTo>
                        <a:pt x="45" y="117"/>
                      </a:lnTo>
                      <a:lnTo>
                        <a:pt x="50" y="108"/>
                      </a:lnTo>
                      <a:lnTo>
                        <a:pt x="50" y="102"/>
                      </a:lnTo>
                      <a:lnTo>
                        <a:pt x="46" y="97"/>
                      </a:lnTo>
                      <a:lnTo>
                        <a:pt x="48" y="85"/>
                      </a:lnTo>
                      <a:lnTo>
                        <a:pt x="53" y="75"/>
                      </a:lnTo>
                      <a:lnTo>
                        <a:pt x="57" y="72"/>
                      </a:lnTo>
                      <a:lnTo>
                        <a:pt x="58" y="64"/>
                      </a:lnTo>
                      <a:lnTo>
                        <a:pt x="69" y="50"/>
                      </a:lnTo>
                      <a:lnTo>
                        <a:pt x="85" y="42"/>
                      </a:lnTo>
                      <a:lnTo>
                        <a:pt x="95" y="34"/>
                      </a:lnTo>
                      <a:lnTo>
                        <a:pt x="100" y="26"/>
                      </a:lnTo>
                      <a:lnTo>
                        <a:pt x="107" y="4"/>
                      </a:lnTo>
                      <a:lnTo>
                        <a:pt x="114" y="0"/>
                      </a:lnTo>
                      <a:lnTo>
                        <a:pt x="121" y="10"/>
                      </a:lnTo>
                      <a:lnTo>
                        <a:pt x="129" y="15"/>
                      </a:lnTo>
                      <a:lnTo>
                        <a:pt x="150" y="12"/>
                      </a:lnTo>
                      <a:lnTo>
                        <a:pt x="157" y="16"/>
                      </a:lnTo>
                      <a:lnTo>
                        <a:pt x="159" y="16"/>
                      </a:lnTo>
                      <a:lnTo>
                        <a:pt x="165" y="16"/>
                      </a:lnTo>
                      <a:lnTo>
                        <a:pt x="164" y="17"/>
                      </a:lnTo>
                      <a:lnTo>
                        <a:pt x="164" y="18"/>
                      </a:lnTo>
                      <a:lnTo>
                        <a:pt x="167" y="22"/>
                      </a:lnTo>
                      <a:lnTo>
                        <a:pt x="167" y="23"/>
                      </a:lnTo>
                      <a:lnTo>
                        <a:pt x="169" y="26"/>
                      </a:lnTo>
                      <a:lnTo>
                        <a:pt x="167" y="28"/>
                      </a:lnTo>
                      <a:lnTo>
                        <a:pt x="170" y="33"/>
                      </a:lnTo>
                      <a:lnTo>
                        <a:pt x="169" y="40"/>
                      </a:lnTo>
                      <a:lnTo>
                        <a:pt x="171" y="43"/>
                      </a:lnTo>
                      <a:lnTo>
                        <a:pt x="170" y="48"/>
                      </a:lnTo>
                      <a:lnTo>
                        <a:pt x="171" y="54"/>
                      </a:lnTo>
                      <a:lnTo>
                        <a:pt x="173" y="59"/>
                      </a:lnTo>
                      <a:lnTo>
                        <a:pt x="179" y="63"/>
                      </a:lnTo>
                      <a:lnTo>
                        <a:pt x="176" y="66"/>
                      </a:lnTo>
                      <a:lnTo>
                        <a:pt x="177" y="70"/>
                      </a:lnTo>
                      <a:lnTo>
                        <a:pt x="151" y="70"/>
                      </a:lnTo>
                      <a:lnTo>
                        <a:pt x="150" y="75"/>
                      </a:lnTo>
                      <a:lnTo>
                        <a:pt x="138" y="78"/>
                      </a:lnTo>
                      <a:lnTo>
                        <a:pt x="136" y="82"/>
                      </a:lnTo>
                      <a:lnTo>
                        <a:pt x="139" y="83"/>
                      </a:lnTo>
                      <a:lnTo>
                        <a:pt x="136" y="87"/>
                      </a:lnTo>
                      <a:lnTo>
                        <a:pt x="140" y="90"/>
                      </a:lnTo>
                      <a:lnTo>
                        <a:pt x="140" y="91"/>
                      </a:lnTo>
                      <a:lnTo>
                        <a:pt x="122" y="98"/>
                      </a:lnTo>
                      <a:lnTo>
                        <a:pt x="116" y="107"/>
                      </a:lnTo>
                      <a:lnTo>
                        <a:pt x="110" y="109"/>
                      </a:lnTo>
                      <a:lnTo>
                        <a:pt x="96" y="112"/>
                      </a:lnTo>
                      <a:lnTo>
                        <a:pt x="96" y="115"/>
                      </a:lnTo>
                      <a:lnTo>
                        <a:pt x="88" y="114"/>
                      </a:lnTo>
                      <a:lnTo>
                        <a:pt x="82" y="120"/>
                      </a:lnTo>
                      <a:lnTo>
                        <a:pt x="78" y="120"/>
                      </a:lnTo>
                      <a:lnTo>
                        <a:pt x="72" y="124"/>
                      </a:lnTo>
                      <a:lnTo>
                        <a:pt x="65" y="130"/>
                      </a:lnTo>
                      <a:lnTo>
                        <a:pt x="65" y="148"/>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8" name="Freeform 436">
                  <a:extLst>
                    <a:ext uri="{FF2B5EF4-FFF2-40B4-BE49-F238E27FC236}">
                      <a16:creationId xmlns:a16="http://schemas.microsoft.com/office/drawing/2014/main" id="{4EEBC152-5DD3-87C3-90A2-BB1D8D81C410}"/>
                    </a:ext>
                  </a:extLst>
                </p:cNvPr>
                <p:cNvSpPr>
                  <a:spLocks/>
                </p:cNvSpPr>
                <p:nvPr/>
              </p:nvSpPr>
              <p:spPr bwMode="gray">
                <a:xfrm>
                  <a:off x="2076693" y="1822656"/>
                  <a:ext cx="839659" cy="955632"/>
                </a:xfrm>
                <a:custGeom>
                  <a:avLst/>
                  <a:gdLst/>
                  <a:ahLst/>
                  <a:cxnLst>
                    <a:cxn ang="0">
                      <a:pos x="119" y="194"/>
                    </a:cxn>
                    <a:cxn ang="0">
                      <a:pos x="154" y="195"/>
                    </a:cxn>
                    <a:cxn ang="0">
                      <a:pos x="174" y="182"/>
                    </a:cxn>
                    <a:cxn ang="0">
                      <a:pos x="167" y="163"/>
                    </a:cxn>
                    <a:cxn ang="0">
                      <a:pos x="163" y="128"/>
                    </a:cxn>
                    <a:cxn ang="0">
                      <a:pos x="160" y="93"/>
                    </a:cxn>
                    <a:cxn ang="0">
                      <a:pos x="156" y="56"/>
                    </a:cxn>
                    <a:cxn ang="0">
                      <a:pos x="168" y="39"/>
                    </a:cxn>
                    <a:cxn ang="0">
                      <a:pos x="167" y="29"/>
                    </a:cxn>
                    <a:cxn ang="0">
                      <a:pos x="139" y="10"/>
                    </a:cxn>
                    <a:cxn ang="0">
                      <a:pos x="125" y="21"/>
                    </a:cxn>
                    <a:cxn ang="0">
                      <a:pos x="101" y="21"/>
                    </a:cxn>
                    <a:cxn ang="0">
                      <a:pos x="77" y="21"/>
                    </a:cxn>
                    <a:cxn ang="0">
                      <a:pos x="76" y="49"/>
                    </a:cxn>
                    <a:cxn ang="0">
                      <a:pos x="62" y="68"/>
                    </a:cxn>
                    <a:cxn ang="0">
                      <a:pos x="60" y="85"/>
                    </a:cxn>
                    <a:cxn ang="0">
                      <a:pos x="46" y="98"/>
                    </a:cxn>
                    <a:cxn ang="0">
                      <a:pos x="18" y="98"/>
                    </a:cxn>
                    <a:cxn ang="0">
                      <a:pos x="0" y="106"/>
                    </a:cxn>
                    <a:cxn ang="0">
                      <a:pos x="6" y="112"/>
                    </a:cxn>
                    <a:cxn ang="0">
                      <a:pos x="11" y="117"/>
                    </a:cxn>
                    <a:cxn ang="0">
                      <a:pos x="11" y="125"/>
                    </a:cxn>
                    <a:cxn ang="0">
                      <a:pos x="12" y="139"/>
                    </a:cxn>
                    <a:cxn ang="0">
                      <a:pos x="13" y="160"/>
                    </a:cxn>
                    <a:cxn ang="0">
                      <a:pos x="10" y="178"/>
                    </a:cxn>
                    <a:cxn ang="0">
                      <a:pos x="27" y="176"/>
                    </a:cxn>
                    <a:cxn ang="0">
                      <a:pos x="46" y="184"/>
                    </a:cxn>
                    <a:cxn ang="0">
                      <a:pos x="56" y="192"/>
                    </a:cxn>
                    <a:cxn ang="0">
                      <a:pos x="62" y="198"/>
                    </a:cxn>
                    <a:cxn ang="0">
                      <a:pos x="71" y="206"/>
                    </a:cxn>
                    <a:cxn ang="0">
                      <a:pos x="83" y="189"/>
                    </a:cxn>
                    <a:cxn ang="0">
                      <a:pos x="90" y="199"/>
                    </a:cxn>
                    <a:cxn ang="0">
                      <a:pos x="102" y="194"/>
                    </a:cxn>
                  </a:cxnLst>
                  <a:rect l="0" t="0" r="r" b="b"/>
                  <a:pathLst>
                    <a:path w="181" h="206">
                      <a:moveTo>
                        <a:pt x="102" y="194"/>
                      </a:moveTo>
                      <a:lnTo>
                        <a:pt x="119" y="194"/>
                      </a:lnTo>
                      <a:lnTo>
                        <a:pt x="137" y="195"/>
                      </a:lnTo>
                      <a:lnTo>
                        <a:pt x="154" y="195"/>
                      </a:lnTo>
                      <a:lnTo>
                        <a:pt x="171" y="195"/>
                      </a:lnTo>
                      <a:lnTo>
                        <a:pt x="174" y="182"/>
                      </a:lnTo>
                      <a:lnTo>
                        <a:pt x="168" y="180"/>
                      </a:lnTo>
                      <a:lnTo>
                        <a:pt x="167" y="163"/>
                      </a:lnTo>
                      <a:lnTo>
                        <a:pt x="164" y="145"/>
                      </a:lnTo>
                      <a:lnTo>
                        <a:pt x="163" y="128"/>
                      </a:lnTo>
                      <a:lnTo>
                        <a:pt x="161" y="111"/>
                      </a:lnTo>
                      <a:lnTo>
                        <a:pt x="160" y="93"/>
                      </a:lnTo>
                      <a:lnTo>
                        <a:pt x="158" y="75"/>
                      </a:lnTo>
                      <a:lnTo>
                        <a:pt x="156" y="56"/>
                      </a:lnTo>
                      <a:lnTo>
                        <a:pt x="155" y="39"/>
                      </a:lnTo>
                      <a:lnTo>
                        <a:pt x="168" y="39"/>
                      </a:lnTo>
                      <a:lnTo>
                        <a:pt x="181" y="39"/>
                      </a:lnTo>
                      <a:lnTo>
                        <a:pt x="167" y="29"/>
                      </a:lnTo>
                      <a:lnTo>
                        <a:pt x="154" y="20"/>
                      </a:lnTo>
                      <a:lnTo>
                        <a:pt x="139" y="10"/>
                      </a:lnTo>
                      <a:lnTo>
                        <a:pt x="125" y="0"/>
                      </a:lnTo>
                      <a:lnTo>
                        <a:pt x="125" y="21"/>
                      </a:lnTo>
                      <a:lnTo>
                        <a:pt x="113" y="21"/>
                      </a:lnTo>
                      <a:lnTo>
                        <a:pt x="101" y="21"/>
                      </a:lnTo>
                      <a:lnTo>
                        <a:pt x="89" y="21"/>
                      </a:lnTo>
                      <a:lnTo>
                        <a:pt x="77" y="21"/>
                      </a:lnTo>
                      <a:lnTo>
                        <a:pt x="77" y="33"/>
                      </a:lnTo>
                      <a:lnTo>
                        <a:pt x="76" y="49"/>
                      </a:lnTo>
                      <a:lnTo>
                        <a:pt x="76" y="64"/>
                      </a:lnTo>
                      <a:lnTo>
                        <a:pt x="62" y="68"/>
                      </a:lnTo>
                      <a:lnTo>
                        <a:pt x="58" y="74"/>
                      </a:lnTo>
                      <a:lnTo>
                        <a:pt x="60" y="85"/>
                      </a:lnTo>
                      <a:lnTo>
                        <a:pt x="61" y="98"/>
                      </a:lnTo>
                      <a:lnTo>
                        <a:pt x="46" y="98"/>
                      </a:lnTo>
                      <a:lnTo>
                        <a:pt x="32" y="98"/>
                      </a:lnTo>
                      <a:lnTo>
                        <a:pt x="18" y="98"/>
                      </a:lnTo>
                      <a:lnTo>
                        <a:pt x="4" y="99"/>
                      </a:lnTo>
                      <a:lnTo>
                        <a:pt x="0" y="106"/>
                      </a:lnTo>
                      <a:lnTo>
                        <a:pt x="2" y="104"/>
                      </a:lnTo>
                      <a:lnTo>
                        <a:pt x="6" y="112"/>
                      </a:lnTo>
                      <a:lnTo>
                        <a:pt x="8" y="112"/>
                      </a:lnTo>
                      <a:lnTo>
                        <a:pt x="11" y="117"/>
                      </a:lnTo>
                      <a:lnTo>
                        <a:pt x="12" y="123"/>
                      </a:lnTo>
                      <a:lnTo>
                        <a:pt x="11" y="125"/>
                      </a:lnTo>
                      <a:lnTo>
                        <a:pt x="7" y="131"/>
                      </a:lnTo>
                      <a:lnTo>
                        <a:pt x="12" y="139"/>
                      </a:lnTo>
                      <a:lnTo>
                        <a:pt x="13" y="146"/>
                      </a:lnTo>
                      <a:lnTo>
                        <a:pt x="13" y="160"/>
                      </a:lnTo>
                      <a:lnTo>
                        <a:pt x="6" y="185"/>
                      </a:lnTo>
                      <a:lnTo>
                        <a:pt x="10" y="178"/>
                      </a:lnTo>
                      <a:lnTo>
                        <a:pt x="18" y="179"/>
                      </a:lnTo>
                      <a:lnTo>
                        <a:pt x="27" y="176"/>
                      </a:lnTo>
                      <a:lnTo>
                        <a:pt x="38" y="176"/>
                      </a:lnTo>
                      <a:lnTo>
                        <a:pt x="46" y="184"/>
                      </a:lnTo>
                      <a:lnTo>
                        <a:pt x="52" y="184"/>
                      </a:lnTo>
                      <a:lnTo>
                        <a:pt x="56" y="192"/>
                      </a:lnTo>
                      <a:lnTo>
                        <a:pt x="60" y="194"/>
                      </a:lnTo>
                      <a:lnTo>
                        <a:pt x="62" y="198"/>
                      </a:lnTo>
                      <a:lnTo>
                        <a:pt x="61" y="199"/>
                      </a:lnTo>
                      <a:lnTo>
                        <a:pt x="71" y="206"/>
                      </a:lnTo>
                      <a:lnTo>
                        <a:pt x="77" y="200"/>
                      </a:lnTo>
                      <a:lnTo>
                        <a:pt x="83" y="189"/>
                      </a:lnTo>
                      <a:lnTo>
                        <a:pt x="87" y="190"/>
                      </a:lnTo>
                      <a:lnTo>
                        <a:pt x="90" y="199"/>
                      </a:lnTo>
                      <a:lnTo>
                        <a:pt x="95" y="200"/>
                      </a:lnTo>
                      <a:lnTo>
                        <a:pt x="102" y="194"/>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9" name="Freeform 437">
                  <a:extLst>
                    <a:ext uri="{FF2B5EF4-FFF2-40B4-BE49-F238E27FC236}">
                      <a16:creationId xmlns:a16="http://schemas.microsoft.com/office/drawing/2014/main" id="{F44D4821-4B0A-C722-48E8-E64FBF3ECB0D}"/>
                    </a:ext>
                  </a:extLst>
                </p:cNvPr>
                <p:cNvSpPr>
                  <a:spLocks/>
                </p:cNvSpPr>
                <p:nvPr/>
              </p:nvSpPr>
              <p:spPr bwMode="gray">
                <a:xfrm>
                  <a:off x="2076693" y="1780903"/>
                  <a:ext cx="579876" cy="533486"/>
                </a:xfrm>
                <a:custGeom>
                  <a:avLst/>
                  <a:gdLst/>
                  <a:ahLst/>
                  <a:cxnLst>
                    <a:cxn ang="0">
                      <a:pos x="125" y="30"/>
                    </a:cxn>
                    <a:cxn ang="0">
                      <a:pos x="113" y="30"/>
                    </a:cxn>
                    <a:cxn ang="0">
                      <a:pos x="101" y="30"/>
                    </a:cxn>
                    <a:cxn ang="0">
                      <a:pos x="89" y="30"/>
                    </a:cxn>
                    <a:cxn ang="0">
                      <a:pos x="77" y="30"/>
                    </a:cxn>
                    <a:cxn ang="0">
                      <a:pos x="77" y="42"/>
                    </a:cxn>
                    <a:cxn ang="0">
                      <a:pos x="76" y="58"/>
                    </a:cxn>
                    <a:cxn ang="0">
                      <a:pos x="76" y="73"/>
                    </a:cxn>
                    <a:cxn ang="0">
                      <a:pos x="62" y="77"/>
                    </a:cxn>
                    <a:cxn ang="0">
                      <a:pos x="58" y="83"/>
                    </a:cxn>
                    <a:cxn ang="0">
                      <a:pos x="60" y="94"/>
                    </a:cxn>
                    <a:cxn ang="0">
                      <a:pos x="61" y="107"/>
                    </a:cxn>
                    <a:cxn ang="0">
                      <a:pos x="46" y="107"/>
                    </a:cxn>
                    <a:cxn ang="0">
                      <a:pos x="32" y="107"/>
                    </a:cxn>
                    <a:cxn ang="0">
                      <a:pos x="18" y="107"/>
                    </a:cxn>
                    <a:cxn ang="0">
                      <a:pos x="4" y="108"/>
                    </a:cxn>
                    <a:cxn ang="0">
                      <a:pos x="0" y="115"/>
                    </a:cxn>
                    <a:cxn ang="0">
                      <a:pos x="1" y="101"/>
                    </a:cxn>
                    <a:cxn ang="0">
                      <a:pos x="4" y="94"/>
                    </a:cxn>
                    <a:cxn ang="0">
                      <a:pos x="7" y="93"/>
                    </a:cxn>
                    <a:cxn ang="0">
                      <a:pos x="13" y="81"/>
                    </a:cxn>
                    <a:cxn ang="0">
                      <a:pos x="12" y="79"/>
                    </a:cxn>
                    <a:cxn ang="0">
                      <a:pos x="19" y="65"/>
                    </a:cxn>
                    <a:cxn ang="0">
                      <a:pos x="32" y="47"/>
                    </a:cxn>
                    <a:cxn ang="0">
                      <a:pos x="37" y="29"/>
                    </a:cxn>
                    <a:cxn ang="0">
                      <a:pos x="42" y="24"/>
                    </a:cxn>
                    <a:cxn ang="0">
                      <a:pos x="52" y="16"/>
                    </a:cxn>
                    <a:cxn ang="0">
                      <a:pos x="55" y="10"/>
                    </a:cxn>
                    <a:cxn ang="0">
                      <a:pos x="60" y="2"/>
                    </a:cxn>
                    <a:cxn ang="0">
                      <a:pos x="76" y="0"/>
                    </a:cxn>
                    <a:cxn ang="0">
                      <a:pos x="93" y="0"/>
                    </a:cxn>
                    <a:cxn ang="0">
                      <a:pos x="108" y="0"/>
                    </a:cxn>
                    <a:cxn ang="0">
                      <a:pos x="125" y="0"/>
                    </a:cxn>
                    <a:cxn ang="0">
                      <a:pos x="125" y="9"/>
                    </a:cxn>
                    <a:cxn ang="0">
                      <a:pos x="125" y="30"/>
                    </a:cxn>
                  </a:cxnLst>
                  <a:rect l="0" t="0" r="r" b="b"/>
                  <a:pathLst>
                    <a:path w="125" h="115">
                      <a:moveTo>
                        <a:pt x="125" y="30"/>
                      </a:moveTo>
                      <a:lnTo>
                        <a:pt x="113" y="30"/>
                      </a:lnTo>
                      <a:lnTo>
                        <a:pt x="101" y="30"/>
                      </a:lnTo>
                      <a:lnTo>
                        <a:pt x="89" y="30"/>
                      </a:lnTo>
                      <a:lnTo>
                        <a:pt x="77" y="30"/>
                      </a:lnTo>
                      <a:lnTo>
                        <a:pt x="77" y="42"/>
                      </a:lnTo>
                      <a:lnTo>
                        <a:pt x="76" y="58"/>
                      </a:lnTo>
                      <a:lnTo>
                        <a:pt x="76" y="73"/>
                      </a:lnTo>
                      <a:lnTo>
                        <a:pt x="62" y="77"/>
                      </a:lnTo>
                      <a:lnTo>
                        <a:pt x="58" y="83"/>
                      </a:lnTo>
                      <a:lnTo>
                        <a:pt x="60" y="94"/>
                      </a:lnTo>
                      <a:lnTo>
                        <a:pt x="61" y="107"/>
                      </a:lnTo>
                      <a:lnTo>
                        <a:pt x="46" y="107"/>
                      </a:lnTo>
                      <a:lnTo>
                        <a:pt x="32" y="107"/>
                      </a:lnTo>
                      <a:lnTo>
                        <a:pt x="18" y="107"/>
                      </a:lnTo>
                      <a:lnTo>
                        <a:pt x="4" y="108"/>
                      </a:lnTo>
                      <a:lnTo>
                        <a:pt x="0" y="115"/>
                      </a:lnTo>
                      <a:lnTo>
                        <a:pt x="1" y="101"/>
                      </a:lnTo>
                      <a:lnTo>
                        <a:pt x="4" y="94"/>
                      </a:lnTo>
                      <a:lnTo>
                        <a:pt x="7" y="93"/>
                      </a:lnTo>
                      <a:lnTo>
                        <a:pt x="13" y="81"/>
                      </a:lnTo>
                      <a:lnTo>
                        <a:pt x="12" y="79"/>
                      </a:lnTo>
                      <a:lnTo>
                        <a:pt x="19" y="65"/>
                      </a:lnTo>
                      <a:lnTo>
                        <a:pt x="32" y="47"/>
                      </a:lnTo>
                      <a:lnTo>
                        <a:pt x="37" y="29"/>
                      </a:lnTo>
                      <a:lnTo>
                        <a:pt x="42" y="24"/>
                      </a:lnTo>
                      <a:lnTo>
                        <a:pt x="52" y="16"/>
                      </a:lnTo>
                      <a:lnTo>
                        <a:pt x="55" y="10"/>
                      </a:lnTo>
                      <a:lnTo>
                        <a:pt x="60" y="2"/>
                      </a:lnTo>
                      <a:lnTo>
                        <a:pt x="76" y="0"/>
                      </a:lnTo>
                      <a:lnTo>
                        <a:pt x="93" y="0"/>
                      </a:lnTo>
                      <a:lnTo>
                        <a:pt x="108" y="0"/>
                      </a:lnTo>
                      <a:lnTo>
                        <a:pt x="125" y="0"/>
                      </a:lnTo>
                      <a:lnTo>
                        <a:pt x="125" y="9"/>
                      </a:lnTo>
                      <a:lnTo>
                        <a:pt x="125" y="3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0" name="Freeform 438">
                  <a:extLst>
                    <a:ext uri="{FF2B5EF4-FFF2-40B4-BE49-F238E27FC236}">
                      <a16:creationId xmlns:a16="http://schemas.microsoft.com/office/drawing/2014/main" id="{0581570F-D343-4BF8-FAA7-B5F7276E3083}"/>
                    </a:ext>
                  </a:extLst>
                </p:cNvPr>
                <p:cNvSpPr>
                  <a:spLocks/>
                </p:cNvSpPr>
                <p:nvPr/>
              </p:nvSpPr>
              <p:spPr bwMode="gray">
                <a:xfrm>
                  <a:off x="2406061" y="2003575"/>
                  <a:ext cx="1141192" cy="1113359"/>
                </a:xfrm>
                <a:custGeom>
                  <a:avLst/>
                  <a:gdLst/>
                  <a:ahLst/>
                  <a:cxnLst>
                    <a:cxn ang="0">
                      <a:pos x="48" y="155"/>
                    </a:cxn>
                    <a:cxn ang="0">
                      <a:pos x="83" y="156"/>
                    </a:cxn>
                    <a:cxn ang="0">
                      <a:pos x="103" y="143"/>
                    </a:cxn>
                    <a:cxn ang="0">
                      <a:pos x="96" y="124"/>
                    </a:cxn>
                    <a:cxn ang="0">
                      <a:pos x="92" y="89"/>
                    </a:cxn>
                    <a:cxn ang="0">
                      <a:pos x="89" y="54"/>
                    </a:cxn>
                    <a:cxn ang="0">
                      <a:pos x="85" y="17"/>
                    </a:cxn>
                    <a:cxn ang="0">
                      <a:pos x="96" y="0"/>
                    </a:cxn>
                    <a:cxn ang="0">
                      <a:pos x="121" y="8"/>
                    </a:cxn>
                    <a:cxn ang="0">
                      <a:pos x="143" y="24"/>
                    </a:cxn>
                    <a:cxn ang="0">
                      <a:pos x="166" y="40"/>
                    </a:cxn>
                    <a:cxn ang="0">
                      <a:pos x="187" y="56"/>
                    </a:cxn>
                    <a:cxn ang="0">
                      <a:pos x="200" y="69"/>
                    </a:cxn>
                    <a:cxn ang="0">
                      <a:pos x="210" y="78"/>
                    </a:cxn>
                    <a:cxn ang="0">
                      <a:pos x="219" y="81"/>
                    </a:cxn>
                    <a:cxn ang="0">
                      <a:pos x="231" y="91"/>
                    </a:cxn>
                    <a:cxn ang="0">
                      <a:pos x="233" y="100"/>
                    </a:cxn>
                    <a:cxn ang="0">
                      <a:pos x="244" y="110"/>
                    </a:cxn>
                    <a:cxn ang="0">
                      <a:pos x="246" y="135"/>
                    </a:cxn>
                    <a:cxn ang="0">
                      <a:pos x="241" y="149"/>
                    </a:cxn>
                    <a:cxn ang="0">
                      <a:pos x="219" y="159"/>
                    </a:cxn>
                    <a:cxn ang="0">
                      <a:pos x="196" y="164"/>
                    </a:cxn>
                    <a:cxn ang="0">
                      <a:pos x="171" y="166"/>
                    </a:cxn>
                    <a:cxn ang="0">
                      <a:pos x="125" y="193"/>
                    </a:cxn>
                    <a:cxn ang="0">
                      <a:pos x="108" y="219"/>
                    </a:cxn>
                    <a:cxn ang="0">
                      <a:pos x="105" y="237"/>
                    </a:cxn>
                    <a:cxn ang="0">
                      <a:pos x="99" y="236"/>
                    </a:cxn>
                    <a:cxn ang="0">
                      <a:pos x="92" y="238"/>
                    </a:cxn>
                    <a:cxn ang="0">
                      <a:pos x="90" y="231"/>
                    </a:cxn>
                    <a:cxn ang="0">
                      <a:pos x="86" y="234"/>
                    </a:cxn>
                    <a:cxn ang="0">
                      <a:pos x="83" y="237"/>
                    </a:cxn>
                    <a:cxn ang="0">
                      <a:pos x="78" y="240"/>
                    </a:cxn>
                    <a:cxn ang="0">
                      <a:pos x="72" y="238"/>
                    </a:cxn>
                    <a:cxn ang="0">
                      <a:pos x="64" y="240"/>
                    </a:cxn>
                    <a:cxn ang="0">
                      <a:pos x="58" y="226"/>
                    </a:cxn>
                    <a:cxn ang="0">
                      <a:pos x="53" y="227"/>
                    </a:cxn>
                    <a:cxn ang="0">
                      <a:pos x="58" y="222"/>
                    </a:cxn>
                    <a:cxn ang="0">
                      <a:pos x="54" y="219"/>
                    </a:cxn>
                    <a:cxn ang="0">
                      <a:pos x="50" y="216"/>
                    </a:cxn>
                    <a:cxn ang="0">
                      <a:pos x="49" y="208"/>
                    </a:cxn>
                    <a:cxn ang="0">
                      <a:pos x="47" y="203"/>
                    </a:cxn>
                    <a:cxn ang="0">
                      <a:pos x="42" y="205"/>
                    </a:cxn>
                    <a:cxn ang="0">
                      <a:pos x="37" y="210"/>
                    </a:cxn>
                    <a:cxn ang="0">
                      <a:pos x="23" y="211"/>
                    </a:cxn>
                    <a:cxn ang="0">
                      <a:pos x="15" y="210"/>
                    </a:cxn>
                    <a:cxn ang="0">
                      <a:pos x="11" y="209"/>
                    </a:cxn>
                    <a:cxn ang="0">
                      <a:pos x="14" y="195"/>
                    </a:cxn>
                    <a:cxn ang="0">
                      <a:pos x="6" y="189"/>
                    </a:cxn>
                    <a:cxn ang="0">
                      <a:pos x="4" y="181"/>
                    </a:cxn>
                    <a:cxn ang="0">
                      <a:pos x="0" y="173"/>
                    </a:cxn>
                    <a:cxn ang="0">
                      <a:pos x="6" y="161"/>
                    </a:cxn>
                    <a:cxn ang="0">
                      <a:pos x="16" y="151"/>
                    </a:cxn>
                    <a:cxn ang="0">
                      <a:pos x="24" y="161"/>
                    </a:cxn>
                  </a:cxnLst>
                  <a:rect l="0" t="0" r="r" b="b"/>
                  <a:pathLst>
                    <a:path w="246" h="240">
                      <a:moveTo>
                        <a:pt x="31" y="155"/>
                      </a:moveTo>
                      <a:lnTo>
                        <a:pt x="48" y="155"/>
                      </a:lnTo>
                      <a:lnTo>
                        <a:pt x="66" y="156"/>
                      </a:lnTo>
                      <a:lnTo>
                        <a:pt x="83" y="156"/>
                      </a:lnTo>
                      <a:lnTo>
                        <a:pt x="100" y="156"/>
                      </a:lnTo>
                      <a:lnTo>
                        <a:pt x="103" y="143"/>
                      </a:lnTo>
                      <a:lnTo>
                        <a:pt x="97" y="141"/>
                      </a:lnTo>
                      <a:lnTo>
                        <a:pt x="96" y="124"/>
                      </a:lnTo>
                      <a:lnTo>
                        <a:pt x="93" y="106"/>
                      </a:lnTo>
                      <a:lnTo>
                        <a:pt x="92" y="89"/>
                      </a:lnTo>
                      <a:lnTo>
                        <a:pt x="90" y="72"/>
                      </a:lnTo>
                      <a:lnTo>
                        <a:pt x="89" y="54"/>
                      </a:lnTo>
                      <a:lnTo>
                        <a:pt x="87" y="36"/>
                      </a:lnTo>
                      <a:lnTo>
                        <a:pt x="85" y="17"/>
                      </a:lnTo>
                      <a:lnTo>
                        <a:pt x="84" y="0"/>
                      </a:lnTo>
                      <a:lnTo>
                        <a:pt x="96" y="0"/>
                      </a:lnTo>
                      <a:lnTo>
                        <a:pt x="110" y="0"/>
                      </a:lnTo>
                      <a:lnTo>
                        <a:pt x="121" y="8"/>
                      </a:lnTo>
                      <a:lnTo>
                        <a:pt x="133" y="16"/>
                      </a:lnTo>
                      <a:lnTo>
                        <a:pt x="143" y="24"/>
                      </a:lnTo>
                      <a:lnTo>
                        <a:pt x="154" y="32"/>
                      </a:lnTo>
                      <a:lnTo>
                        <a:pt x="166" y="40"/>
                      </a:lnTo>
                      <a:lnTo>
                        <a:pt x="177" y="48"/>
                      </a:lnTo>
                      <a:lnTo>
                        <a:pt x="187" y="56"/>
                      </a:lnTo>
                      <a:lnTo>
                        <a:pt x="199" y="63"/>
                      </a:lnTo>
                      <a:lnTo>
                        <a:pt x="200" y="69"/>
                      </a:lnTo>
                      <a:lnTo>
                        <a:pt x="206" y="73"/>
                      </a:lnTo>
                      <a:lnTo>
                        <a:pt x="210" y="78"/>
                      </a:lnTo>
                      <a:lnTo>
                        <a:pt x="217" y="79"/>
                      </a:lnTo>
                      <a:lnTo>
                        <a:pt x="219" y="81"/>
                      </a:lnTo>
                      <a:lnTo>
                        <a:pt x="230" y="85"/>
                      </a:lnTo>
                      <a:lnTo>
                        <a:pt x="231" y="91"/>
                      </a:lnTo>
                      <a:lnTo>
                        <a:pt x="230" y="97"/>
                      </a:lnTo>
                      <a:lnTo>
                        <a:pt x="233" y="100"/>
                      </a:lnTo>
                      <a:lnTo>
                        <a:pt x="244" y="97"/>
                      </a:lnTo>
                      <a:lnTo>
                        <a:pt x="244" y="110"/>
                      </a:lnTo>
                      <a:lnTo>
                        <a:pt x="246" y="122"/>
                      </a:lnTo>
                      <a:lnTo>
                        <a:pt x="246" y="135"/>
                      </a:lnTo>
                      <a:lnTo>
                        <a:pt x="246" y="148"/>
                      </a:lnTo>
                      <a:lnTo>
                        <a:pt x="241" y="149"/>
                      </a:lnTo>
                      <a:lnTo>
                        <a:pt x="235" y="159"/>
                      </a:lnTo>
                      <a:lnTo>
                        <a:pt x="219" y="159"/>
                      </a:lnTo>
                      <a:lnTo>
                        <a:pt x="203" y="159"/>
                      </a:lnTo>
                      <a:lnTo>
                        <a:pt x="196" y="164"/>
                      </a:lnTo>
                      <a:lnTo>
                        <a:pt x="185" y="164"/>
                      </a:lnTo>
                      <a:lnTo>
                        <a:pt x="171" y="166"/>
                      </a:lnTo>
                      <a:lnTo>
                        <a:pt x="146" y="186"/>
                      </a:lnTo>
                      <a:lnTo>
                        <a:pt x="125" y="193"/>
                      </a:lnTo>
                      <a:lnTo>
                        <a:pt x="119" y="207"/>
                      </a:lnTo>
                      <a:lnTo>
                        <a:pt x="108" y="219"/>
                      </a:lnTo>
                      <a:lnTo>
                        <a:pt x="105" y="227"/>
                      </a:lnTo>
                      <a:lnTo>
                        <a:pt x="105" y="237"/>
                      </a:lnTo>
                      <a:lnTo>
                        <a:pt x="102" y="238"/>
                      </a:lnTo>
                      <a:lnTo>
                        <a:pt x="99" y="236"/>
                      </a:lnTo>
                      <a:lnTo>
                        <a:pt x="97" y="236"/>
                      </a:lnTo>
                      <a:lnTo>
                        <a:pt x="92" y="238"/>
                      </a:lnTo>
                      <a:lnTo>
                        <a:pt x="90" y="238"/>
                      </a:lnTo>
                      <a:lnTo>
                        <a:pt x="90" y="231"/>
                      </a:lnTo>
                      <a:lnTo>
                        <a:pt x="87" y="231"/>
                      </a:lnTo>
                      <a:lnTo>
                        <a:pt x="86" y="234"/>
                      </a:lnTo>
                      <a:lnTo>
                        <a:pt x="84" y="232"/>
                      </a:lnTo>
                      <a:lnTo>
                        <a:pt x="83" y="237"/>
                      </a:lnTo>
                      <a:lnTo>
                        <a:pt x="78" y="237"/>
                      </a:lnTo>
                      <a:lnTo>
                        <a:pt x="78" y="240"/>
                      </a:lnTo>
                      <a:lnTo>
                        <a:pt x="74" y="238"/>
                      </a:lnTo>
                      <a:lnTo>
                        <a:pt x="72" y="238"/>
                      </a:lnTo>
                      <a:lnTo>
                        <a:pt x="69" y="235"/>
                      </a:lnTo>
                      <a:lnTo>
                        <a:pt x="64" y="240"/>
                      </a:lnTo>
                      <a:lnTo>
                        <a:pt x="59" y="234"/>
                      </a:lnTo>
                      <a:lnTo>
                        <a:pt x="58" y="226"/>
                      </a:lnTo>
                      <a:lnTo>
                        <a:pt x="55" y="226"/>
                      </a:lnTo>
                      <a:lnTo>
                        <a:pt x="53" y="227"/>
                      </a:lnTo>
                      <a:lnTo>
                        <a:pt x="53" y="226"/>
                      </a:lnTo>
                      <a:lnTo>
                        <a:pt x="58" y="222"/>
                      </a:lnTo>
                      <a:lnTo>
                        <a:pt x="58" y="221"/>
                      </a:lnTo>
                      <a:lnTo>
                        <a:pt x="54" y="219"/>
                      </a:lnTo>
                      <a:lnTo>
                        <a:pt x="53" y="216"/>
                      </a:lnTo>
                      <a:lnTo>
                        <a:pt x="50" y="216"/>
                      </a:lnTo>
                      <a:lnTo>
                        <a:pt x="50" y="211"/>
                      </a:lnTo>
                      <a:lnTo>
                        <a:pt x="49" y="208"/>
                      </a:lnTo>
                      <a:lnTo>
                        <a:pt x="48" y="208"/>
                      </a:lnTo>
                      <a:lnTo>
                        <a:pt x="47" y="203"/>
                      </a:lnTo>
                      <a:lnTo>
                        <a:pt x="43" y="203"/>
                      </a:lnTo>
                      <a:lnTo>
                        <a:pt x="42" y="205"/>
                      </a:lnTo>
                      <a:lnTo>
                        <a:pt x="39" y="208"/>
                      </a:lnTo>
                      <a:lnTo>
                        <a:pt x="37" y="210"/>
                      </a:lnTo>
                      <a:lnTo>
                        <a:pt x="29" y="208"/>
                      </a:lnTo>
                      <a:lnTo>
                        <a:pt x="23" y="211"/>
                      </a:lnTo>
                      <a:lnTo>
                        <a:pt x="19" y="208"/>
                      </a:lnTo>
                      <a:lnTo>
                        <a:pt x="15" y="210"/>
                      </a:lnTo>
                      <a:lnTo>
                        <a:pt x="12" y="210"/>
                      </a:lnTo>
                      <a:lnTo>
                        <a:pt x="11" y="209"/>
                      </a:lnTo>
                      <a:lnTo>
                        <a:pt x="14" y="204"/>
                      </a:lnTo>
                      <a:lnTo>
                        <a:pt x="14" y="195"/>
                      </a:lnTo>
                      <a:lnTo>
                        <a:pt x="9" y="189"/>
                      </a:lnTo>
                      <a:lnTo>
                        <a:pt x="6" y="189"/>
                      </a:lnTo>
                      <a:lnTo>
                        <a:pt x="3" y="184"/>
                      </a:lnTo>
                      <a:lnTo>
                        <a:pt x="4" y="181"/>
                      </a:lnTo>
                      <a:lnTo>
                        <a:pt x="3" y="175"/>
                      </a:lnTo>
                      <a:lnTo>
                        <a:pt x="0" y="173"/>
                      </a:lnTo>
                      <a:lnTo>
                        <a:pt x="0" y="167"/>
                      </a:lnTo>
                      <a:lnTo>
                        <a:pt x="6" y="161"/>
                      </a:lnTo>
                      <a:lnTo>
                        <a:pt x="12" y="150"/>
                      </a:lnTo>
                      <a:lnTo>
                        <a:pt x="16" y="151"/>
                      </a:lnTo>
                      <a:lnTo>
                        <a:pt x="19" y="160"/>
                      </a:lnTo>
                      <a:lnTo>
                        <a:pt x="24" y="161"/>
                      </a:lnTo>
                      <a:lnTo>
                        <a:pt x="31" y="155"/>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1" name="Freeform 439">
                  <a:extLst>
                    <a:ext uri="{FF2B5EF4-FFF2-40B4-BE49-F238E27FC236}">
                      <a16:creationId xmlns:a16="http://schemas.microsoft.com/office/drawing/2014/main" id="{DB11C21D-51D2-963E-66EA-4806B014DC17}"/>
                    </a:ext>
                  </a:extLst>
                </p:cNvPr>
                <p:cNvSpPr>
                  <a:spLocks/>
                </p:cNvSpPr>
                <p:nvPr/>
              </p:nvSpPr>
              <p:spPr bwMode="gray">
                <a:xfrm>
                  <a:off x="2893156" y="2764370"/>
                  <a:ext cx="524207" cy="403594"/>
                </a:xfrm>
                <a:custGeom>
                  <a:avLst/>
                  <a:gdLst/>
                  <a:ahLst/>
                  <a:cxnLst>
                    <a:cxn ang="0">
                      <a:pos x="38" y="87"/>
                    </a:cxn>
                    <a:cxn ang="0">
                      <a:pos x="37" y="73"/>
                    </a:cxn>
                    <a:cxn ang="0">
                      <a:pos x="35" y="67"/>
                    </a:cxn>
                    <a:cxn ang="0">
                      <a:pos x="36" y="63"/>
                    </a:cxn>
                    <a:cxn ang="0">
                      <a:pos x="66" y="65"/>
                    </a:cxn>
                    <a:cxn ang="0">
                      <a:pos x="76" y="63"/>
                    </a:cxn>
                    <a:cxn ang="0">
                      <a:pos x="81" y="63"/>
                    </a:cxn>
                    <a:cxn ang="0">
                      <a:pos x="86" y="65"/>
                    </a:cxn>
                    <a:cxn ang="0">
                      <a:pos x="92" y="63"/>
                    </a:cxn>
                    <a:cxn ang="0">
                      <a:pos x="99" y="55"/>
                    </a:cxn>
                    <a:cxn ang="0">
                      <a:pos x="108" y="56"/>
                    </a:cxn>
                    <a:cxn ang="0">
                      <a:pos x="113" y="49"/>
                    </a:cxn>
                    <a:cxn ang="0">
                      <a:pos x="108" y="44"/>
                    </a:cxn>
                    <a:cxn ang="0">
                      <a:pos x="110" y="41"/>
                    </a:cxn>
                    <a:cxn ang="0">
                      <a:pos x="112" y="40"/>
                    </a:cxn>
                    <a:cxn ang="0">
                      <a:pos x="110" y="36"/>
                    </a:cxn>
                    <a:cxn ang="0">
                      <a:pos x="107" y="36"/>
                    </a:cxn>
                    <a:cxn ang="0">
                      <a:pos x="103" y="38"/>
                    </a:cxn>
                    <a:cxn ang="0">
                      <a:pos x="98" y="36"/>
                    </a:cxn>
                    <a:cxn ang="0">
                      <a:pos x="91" y="24"/>
                    </a:cxn>
                    <a:cxn ang="0">
                      <a:pos x="83" y="16"/>
                    </a:cxn>
                    <a:cxn ang="0">
                      <a:pos x="82" y="11"/>
                    </a:cxn>
                    <a:cxn ang="0">
                      <a:pos x="79" y="7"/>
                    </a:cxn>
                    <a:cxn ang="0">
                      <a:pos x="80" y="0"/>
                    </a:cxn>
                    <a:cxn ang="0">
                      <a:pos x="66" y="2"/>
                    </a:cxn>
                    <a:cxn ang="0">
                      <a:pos x="41" y="22"/>
                    </a:cxn>
                    <a:cxn ang="0">
                      <a:pos x="20" y="29"/>
                    </a:cxn>
                    <a:cxn ang="0">
                      <a:pos x="14" y="43"/>
                    </a:cxn>
                    <a:cxn ang="0">
                      <a:pos x="3" y="55"/>
                    </a:cxn>
                    <a:cxn ang="0">
                      <a:pos x="0" y="63"/>
                    </a:cxn>
                    <a:cxn ang="0">
                      <a:pos x="0" y="73"/>
                    </a:cxn>
                    <a:cxn ang="0">
                      <a:pos x="4" y="81"/>
                    </a:cxn>
                    <a:cxn ang="0">
                      <a:pos x="7" y="83"/>
                    </a:cxn>
                    <a:cxn ang="0">
                      <a:pos x="10" y="82"/>
                    </a:cxn>
                    <a:cxn ang="0">
                      <a:pos x="12" y="84"/>
                    </a:cxn>
                    <a:cxn ang="0">
                      <a:pos x="14" y="82"/>
                    </a:cxn>
                    <a:cxn ang="0">
                      <a:pos x="24" y="79"/>
                    </a:cxn>
                    <a:cxn ang="0">
                      <a:pos x="29" y="81"/>
                    </a:cxn>
                    <a:cxn ang="0">
                      <a:pos x="31" y="79"/>
                    </a:cxn>
                    <a:cxn ang="0">
                      <a:pos x="35" y="87"/>
                    </a:cxn>
                    <a:cxn ang="0">
                      <a:pos x="38" y="87"/>
                    </a:cxn>
                  </a:cxnLst>
                  <a:rect l="0" t="0" r="r" b="b"/>
                  <a:pathLst>
                    <a:path w="113" h="87">
                      <a:moveTo>
                        <a:pt x="38" y="87"/>
                      </a:moveTo>
                      <a:lnTo>
                        <a:pt x="37" y="73"/>
                      </a:lnTo>
                      <a:lnTo>
                        <a:pt x="35" y="67"/>
                      </a:lnTo>
                      <a:lnTo>
                        <a:pt x="36" y="63"/>
                      </a:lnTo>
                      <a:lnTo>
                        <a:pt x="66" y="65"/>
                      </a:lnTo>
                      <a:lnTo>
                        <a:pt x="76" y="63"/>
                      </a:lnTo>
                      <a:lnTo>
                        <a:pt x="81" y="63"/>
                      </a:lnTo>
                      <a:lnTo>
                        <a:pt x="86" y="65"/>
                      </a:lnTo>
                      <a:lnTo>
                        <a:pt x="92" y="63"/>
                      </a:lnTo>
                      <a:lnTo>
                        <a:pt x="99" y="55"/>
                      </a:lnTo>
                      <a:lnTo>
                        <a:pt x="108" y="56"/>
                      </a:lnTo>
                      <a:lnTo>
                        <a:pt x="113" y="49"/>
                      </a:lnTo>
                      <a:lnTo>
                        <a:pt x="108" y="44"/>
                      </a:lnTo>
                      <a:lnTo>
                        <a:pt x="110" y="41"/>
                      </a:lnTo>
                      <a:lnTo>
                        <a:pt x="112" y="40"/>
                      </a:lnTo>
                      <a:lnTo>
                        <a:pt x="110" y="36"/>
                      </a:lnTo>
                      <a:lnTo>
                        <a:pt x="107" y="36"/>
                      </a:lnTo>
                      <a:lnTo>
                        <a:pt x="103" y="38"/>
                      </a:lnTo>
                      <a:lnTo>
                        <a:pt x="98" y="36"/>
                      </a:lnTo>
                      <a:lnTo>
                        <a:pt x="91" y="24"/>
                      </a:lnTo>
                      <a:lnTo>
                        <a:pt x="83" y="16"/>
                      </a:lnTo>
                      <a:lnTo>
                        <a:pt x="82" y="11"/>
                      </a:lnTo>
                      <a:lnTo>
                        <a:pt x="79" y="7"/>
                      </a:lnTo>
                      <a:lnTo>
                        <a:pt x="80" y="0"/>
                      </a:lnTo>
                      <a:lnTo>
                        <a:pt x="66" y="2"/>
                      </a:lnTo>
                      <a:lnTo>
                        <a:pt x="41" y="22"/>
                      </a:lnTo>
                      <a:lnTo>
                        <a:pt x="20" y="29"/>
                      </a:lnTo>
                      <a:lnTo>
                        <a:pt x="14" y="43"/>
                      </a:lnTo>
                      <a:lnTo>
                        <a:pt x="3" y="55"/>
                      </a:lnTo>
                      <a:lnTo>
                        <a:pt x="0" y="63"/>
                      </a:lnTo>
                      <a:lnTo>
                        <a:pt x="0" y="73"/>
                      </a:lnTo>
                      <a:lnTo>
                        <a:pt x="4" y="81"/>
                      </a:lnTo>
                      <a:lnTo>
                        <a:pt x="7" y="83"/>
                      </a:lnTo>
                      <a:lnTo>
                        <a:pt x="10" y="82"/>
                      </a:lnTo>
                      <a:lnTo>
                        <a:pt x="12" y="84"/>
                      </a:lnTo>
                      <a:lnTo>
                        <a:pt x="14" y="82"/>
                      </a:lnTo>
                      <a:lnTo>
                        <a:pt x="24" y="79"/>
                      </a:lnTo>
                      <a:lnTo>
                        <a:pt x="29" y="81"/>
                      </a:lnTo>
                      <a:lnTo>
                        <a:pt x="31" y="79"/>
                      </a:lnTo>
                      <a:lnTo>
                        <a:pt x="35" y="87"/>
                      </a:lnTo>
                      <a:lnTo>
                        <a:pt x="38" y="87"/>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2" name="Freeform 440">
                  <a:extLst>
                    <a:ext uri="{FF2B5EF4-FFF2-40B4-BE49-F238E27FC236}">
                      <a16:creationId xmlns:a16="http://schemas.microsoft.com/office/drawing/2014/main" id="{68E7A311-8778-B77E-06E1-D447951D2BBB}"/>
                    </a:ext>
                  </a:extLst>
                </p:cNvPr>
                <p:cNvSpPr>
                  <a:spLocks/>
                </p:cNvSpPr>
                <p:nvPr/>
              </p:nvSpPr>
              <p:spPr bwMode="gray">
                <a:xfrm>
                  <a:off x="5328625" y="3557639"/>
                  <a:ext cx="366482" cy="389676"/>
                </a:xfrm>
                <a:custGeom>
                  <a:avLst/>
                  <a:gdLst/>
                  <a:ahLst/>
                  <a:cxnLst>
                    <a:cxn ang="0">
                      <a:pos x="12" y="43"/>
                    </a:cxn>
                    <a:cxn ang="0">
                      <a:pos x="12" y="46"/>
                    </a:cxn>
                    <a:cxn ang="0">
                      <a:pos x="14" y="46"/>
                    </a:cxn>
                    <a:cxn ang="0">
                      <a:pos x="19" y="40"/>
                    </a:cxn>
                    <a:cxn ang="0">
                      <a:pos x="24" y="37"/>
                    </a:cxn>
                    <a:cxn ang="0">
                      <a:pos x="25" y="34"/>
                    </a:cxn>
                    <a:cxn ang="0">
                      <a:pos x="25" y="29"/>
                    </a:cxn>
                    <a:cxn ang="0">
                      <a:pos x="24" y="29"/>
                    </a:cxn>
                    <a:cxn ang="0">
                      <a:pos x="18" y="25"/>
                    </a:cxn>
                    <a:cxn ang="0">
                      <a:pos x="17" y="21"/>
                    </a:cxn>
                    <a:cxn ang="0">
                      <a:pos x="18" y="7"/>
                    </a:cxn>
                    <a:cxn ang="0">
                      <a:pos x="20" y="5"/>
                    </a:cxn>
                    <a:cxn ang="0">
                      <a:pos x="33" y="5"/>
                    </a:cxn>
                    <a:cxn ang="0">
                      <a:pos x="35" y="8"/>
                    </a:cxn>
                    <a:cxn ang="0">
                      <a:pos x="46" y="4"/>
                    </a:cxn>
                    <a:cxn ang="0">
                      <a:pos x="56" y="4"/>
                    </a:cxn>
                    <a:cxn ang="0">
                      <a:pos x="63" y="0"/>
                    </a:cxn>
                    <a:cxn ang="0">
                      <a:pos x="69" y="2"/>
                    </a:cxn>
                    <a:cxn ang="0">
                      <a:pos x="71" y="15"/>
                    </a:cxn>
                    <a:cxn ang="0">
                      <a:pos x="79" y="20"/>
                    </a:cxn>
                    <a:cxn ang="0">
                      <a:pos x="79" y="30"/>
                    </a:cxn>
                    <a:cxn ang="0">
                      <a:pos x="79" y="40"/>
                    </a:cxn>
                    <a:cxn ang="0">
                      <a:pos x="64" y="59"/>
                    </a:cxn>
                    <a:cxn ang="0">
                      <a:pos x="64" y="59"/>
                    </a:cxn>
                    <a:cxn ang="0">
                      <a:pos x="63" y="59"/>
                    </a:cxn>
                    <a:cxn ang="0">
                      <a:pos x="61" y="59"/>
                    </a:cxn>
                    <a:cxn ang="0">
                      <a:pos x="58" y="59"/>
                    </a:cxn>
                    <a:cxn ang="0">
                      <a:pos x="55" y="58"/>
                    </a:cxn>
                    <a:cxn ang="0">
                      <a:pos x="54" y="57"/>
                    </a:cxn>
                    <a:cxn ang="0">
                      <a:pos x="50" y="62"/>
                    </a:cxn>
                    <a:cxn ang="0">
                      <a:pos x="48" y="61"/>
                    </a:cxn>
                    <a:cxn ang="0">
                      <a:pos x="45" y="61"/>
                    </a:cxn>
                    <a:cxn ang="0">
                      <a:pos x="43" y="59"/>
                    </a:cxn>
                    <a:cxn ang="0">
                      <a:pos x="43" y="62"/>
                    </a:cxn>
                    <a:cxn ang="0">
                      <a:pos x="42" y="62"/>
                    </a:cxn>
                    <a:cxn ang="0">
                      <a:pos x="39" y="62"/>
                    </a:cxn>
                    <a:cxn ang="0">
                      <a:pos x="38" y="63"/>
                    </a:cxn>
                    <a:cxn ang="0">
                      <a:pos x="36" y="64"/>
                    </a:cxn>
                    <a:cxn ang="0">
                      <a:pos x="33" y="65"/>
                    </a:cxn>
                    <a:cxn ang="0">
                      <a:pos x="32" y="67"/>
                    </a:cxn>
                    <a:cxn ang="0">
                      <a:pos x="33" y="68"/>
                    </a:cxn>
                    <a:cxn ang="0">
                      <a:pos x="30" y="77"/>
                    </a:cxn>
                    <a:cxn ang="0">
                      <a:pos x="31" y="78"/>
                    </a:cxn>
                    <a:cxn ang="0">
                      <a:pos x="11" y="78"/>
                    </a:cxn>
                    <a:cxn ang="0">
                      <a:pos x="7" y="79"/>
                    </a:cxn>
                    <a:cxn ang="0">
                      <a:pos x="5" y="84"/>
                    </a:cxn>
                    <a:cxn ang="0">
                      <a:pos x="0" y="83"/>
                    </a:cxn>
                    <a:cxn ang="0">
                      <a:pos x="0" y="68"/>
                    </a:cxn>
                    <a:cxn ang="0">
                      <a:pos x="1" y="64"/>
                    </a:cxn>
                    <a:cxn ang="0">
                      <a:pos x="2" y="56"/>
                    </a:cxn>
                    <a:cxn ang="0">
                      <a:pos x="12" y="43"/>
                    </a:cxn>
                  </a:cxnLst>
                  <a:rect l="0" t="0" r="r" b="b"/>
                  <a:pathLst>
                    <a:path w="79" h="84">
                      <a:moveTo>
                        <a:pt x="12" y="43"/>
                      </a:moveTo>
                      <a:lnTo>
                        <a:pt x="12" y="46"/>
                      </a:lnTo>
                      <a:lnTo>
                        <a:pt x="14" y="46"/>
                      </a:lnTo>
                      <a:lnTo>
                        <a:pt x="19" y="40"/>
                      </a:lnTo>
                      <a:lnTo>
                        <a:pt x="24" y="37"/>
                      </a:lnTo>
                      <a:lnTo>
                        <a:pt x="25" y="34"/>
                      </a:lnTo>
                      <a:lnTo>
                        <a:pt x="25" y="29"/>
                      </a:lnTo>
                      <a:lnTo>
                        <a:pt x="24" y="29"/>
                      </a:lnTo>
                      <a:lnTo>
                        <a:pt x="18" y="25"/>
                      </a:lnTo>
                      <a:lnTo>
                        <a:pt x="17" y="21"/>
                      </a:lnTo>
                      <a:lnTo>
                        <a:pt x="18" y="7"/>
                      </a:lnTo>
                      <a:lnTo>
                        <a:pt x="20" y="5"/>
                      </a:lnTo>
                      <a:lnTo>
                        <a:pt x="33" y="5"/>
                      </a:lnTo>
                      <a:lnTo>
                        <a:pt x="35" y="8"/>
                      </a:lnTo>
                      <a:lnTo>
                        <a:pt x="46" y="4"/>
                      </a:lnTo>
                      <a:lnTo>
                        <a:pt x="56" y="4"/>
                      </a:lnTo>
                      <a:lnTo>
                        <a:pt x="63" y="0"/>
                      </a:lnTo>
                      <a:lnTo>
                        <a:pt x="69" y="2"/>
                      </a:lnTo>
                      <a:lnTo>
                        <a:pt x="71" y="15"/>
                      </a:lnTo>
                      <a:lnTo>
                        <a:pt x="79" y="20"/>
                      </a:lnTo>
                      <a:lnTo>
                        <a:pt x="79" y="30"/>
                      </a:lnTo>
                      <a:lnTo>
                        <a:pt x="79" y="40"/>
                      </a:lnTo>
                      <a:lnTo>
                        <a:pt x="64" y="59"/>
                      </a:lnTo>
                      <a:lnTo>
                        <a:pt x="64" y="59"/>
                      </a:lnTo>
                      <a:lnTo>
                        <a:pt x="63" y="59"/>
                      </a:lnTo>
                      <a:lnTo>
                        <a:pt x="61" y="59"/>
                      </a:lnTo>
                      <a:lnTo>
                        <a:pt x="58" y="59"/>
                      </a:lnTo>
                      <a:lnTo>
                        <a:pt x="55" y="58"/>
                      </a:lnTo>
                      <a:lnTo>
                        <a:pt x="54" y="57"/>
                      </a:lnTo>
                      <a:lnTo>
                        <a:pt x="50" y="62"/>
                      </a:lnTo>
                      <a:lnTo>
                        <a:pt x="48" y="61"/>
                      </a:lnTo>
                      <a:lnTo>
                        <a:pt x="45" y="61"/>
                      </a:lnTo>
                      <a:lnTo>
                        <a:pt x="43" y="59"/>
                      </a:lnTo>
                      <a:lnTo>
                        <a:pt x="43" y="62"/>
                      </a:lnTo>
                      <a:lnTo>
                        <a:pt x="42" y="62"/>
                      </a:lnTo>
                      <a:lnTo>
                        <a:pt x="39" y="62"/>
                      </a:lnTo>
                      <a:lnTo>
                        <a:pt x="38" y="63"/>
                      </a:lnTo>
                      <a:lnTo>
                        <a:pt x="36" y="64"/>
                      </a:lnTo>
                      <a:lnTo>
                        <a:pt x="33" y="65"/>
                      </a:lnTo>
                      <a:lnTo>
                        <a:pt x="32" y="67"/>
                      </a:lnTo>
                      <a:lnTo>
                        <a:pt x="33" y="68"/>
                      </a:lnTo>
                      <a:lnTo>
                        <a:pt x="30" y="77"/>
                      </a:lnTo>
                      <a:lnTo>
                        <a:pt x="31" y="78"/>
                      </a:lnTo>
                      <a:lnTo>
                        <a:pt x="11" y="78"/>
                      </a:lnTo>
                      <a:lnTo>
                        <a:pt x="7" y="79"/>
                      </a:lnTo>
                      <a:lnTo>
                        <a:pt x="5" y="84"/>
                      </a:lnTo>
                      <a:lnTo>
                        <a:pt x="0" y="83"/>
                      </a:lnTo>
                      <a:lnTo>
                        <a:pt x="0" y="68"/>
                      </a:lnTo>
                      <a:lnTo>
                        <a:pt x="1" y="64"/>
                      </a:lnTo>
                      <a:lnTo>
                        <a:pt x="2" y="56"/>
                      </a:lnTo>
                      <a:lnTo>
                        <a:pt x="12" y="43"/>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3" name="Freeform 442">
                  <a:extLst>
                    <a:ext uri="{FF2B5EF4-FFF2-40B4-BE49-F238E27FC236}">
                      <a16:creationId xmlns:a16="http://schemas.microsoft.com/office/drawing/2014/main" id="{95F06E64-02AA-4EB3-4405-D86985C2FF4C}"/>
                    </a:ext>
                  </a:extLst>
                </p:cNvPr>
                <p:cNvSpPr>
                  <a:spLocks/>
                </p:cNvSpPr>
                <p:nvPr/>
              </p:nvSpPr>
              <p:spPr bwMode="gray">
                <a:xfrm>
                  <a:off x="6112616" y="2996319"/>
                  <a:ext cx="719046" cy="969551"/>
                </a:xfrm>
                <a:custGeom>
                  <a:avLst/>
                  <a:gdLst/>
                  <a:ahLst/>
                  <a:cxnLst>
                    <a:cxn ang="0">
                      <a:pos x="92" y="75"/>
                    </a:cxn>
                    <a:cxn ang="0">
                      <a:pos x="71" y="96"/>
                    </a:cxn>
                    <a:cxn ang="0">
                      <a:pos x="43" y="107"/>
                    </a:cxn>
                    <a:cxn ang="0">
                      <a:pos x="29" y="117"/>
                    </a:cxn>
                    <a:cxn ang="0">
                      <a:pos x="18" y="120"/>
                    </a:cxn>
                    <a:cxn ang="0">
                      <a:pos x="7" y="134"/>
                    </a:cxn>
                    <a:cxn ang="0">
                      <a:pos x="0" y="155"/>
                    </a:cxn>
                    <a:cxn ang="0">
                      <a:pos x="0" y="183"/>
                    </a:cxn>
                    <a:cxn ang="0">
                      <a:pos x="8" y="209"/>
                    </a:cxn>
                    <a:cxn ang="0">
                      <a:pos x="24" y="186"/>
                    </a:cxn>
                    <a:cxn ang="0">
                      <a:pos x="38" y="175"/>
                    </a:cxn>
                    <a:cxn ang="0">
                      <a:pos x="73" y="150"/>
                    </a:cxn>
                    <a:cxn ang="0">
                      <a:pos x="100" y="121"/>
                    </a:cxn>
                    <a:cxn ang="0">
                      <a:pos x="118" y="97"/>
                    </a:cxn>
                    <a:cxn ang="0">
                      <a:pos x="132" y="66"/>
                    </a:cxn>
                    <a:cxn ang="0">
                      <a:pos x="137" y="58"/>
                    </a:cxn>
                    <a:cxn ang="0">
                      <a:pos x="148" y="26"/>
                    </a:cxn>
                    <a:cxn ang="0">
                      <a:pos x="152" y="23"/>
                    </a:cxn>
                    <a:cxn ang="0">
                      <a:pos x="151" y="21"/>
                    </a:cxn>
                    <a:cxn ang="0">
                      <a:pos x="150" y="8"/>
                    </a:cxn>
                    <a:cxn ang="0">
                      <a:pos x="144" y="0"/>
                    </a:cxn>
                    <a:cxn ang="0">
                      <a:pos x="123" y="8"/>
                    </a:cxn>
                    <a:cxn ang="0">
                      <a:pos x="113" y="10"/>
                    </a:cxn>
                    <a:cxn ang="0">
                      <a:pos x="94" y="12"/>
                    </a:cxn>
                    <a:cxn ang="0">
                      <a:pos x="71" y="16"/>
                    </a:cxn>
                    <a:cxn ang="0">
                      <a:pos x="51" y="23"/>
                    </a:cxn>
                    <a:cxn ang="0">
                      <a:pos x="33" y="6"/>
                    </a:cxn>
                    <a:cxn ang="0">
                      <a:pos x="27" y="18"/>
                    </a:cxn>
                    <a:cxn ang="0">
                      <a:pos x="38" y="37"/>
                    </a:cxn>
                    <a:cxn ang="0">
                      <a:pos x="57" y="48"/>
                    </a:cxn>
                    <a:cxn ang="0">
                      <a:pos x="80" y="56"/>
                    </a:cxn>
                    <a:cxn ang="0">
                      <a:pos x="106" y="60"/>
                    </a:cxn>
                  </a:cxnLst>
                  <a:rect l="0" t="0" r="r" b="b"/>
                  <a:pathLst>
                    <a:path w="155" h="209">
                      <a:moveTo>
                        <a:pt x="102" y="64"/>
                      </a:moveTo>
                      <a:lnTo>
                        <a:pt x="92" y="75"/>
                      </a:lnTo>
                      <a:lnTo>
                        <a:pt x="82" y="86"/>
                      </a:lnTo>
                      <a:lnTo>
                        <a:pt x="71" y="96"/>
                      </a:lnTo>
                      <a:lnTo>
                        <a:pt x="61" y="107"/>
                      </a:lnTo>
                      <a:lnTo>
                        <a:pt x="43" y="107"/>
                      </a:lnTo>
                      <a:lnTo>
                        <a:pt x="35" y="110"/>
                      </a:lnTo>
                      <a:lnTo>
                        <a:pt x="29" y="117"/>
                      </a:lnTo>
                      <a:lnTo>
                        <a:pt x="19" y="119"/>
                      </a:lnTo>
                      <a:lnTo>
                        <a:pt x="18" y="120"/>
                      </a:lnTo>
                      <a:lnTo>
                        <a:pt x="13" y="124"/>
                      </a:lnTo>
                      <a:lnTo>
                        <a:pt x="7" y="134"/>
                      </a:lnTo>
                      <a:lnTo>
                        <a:pt x="0" y="141"/>
                      </a:lnTo>
                      <a:lnTo>
                        <a:pt x="0" y="155"/>
                      </a:lnTo>
                      <a:lnTo>
                        <a:pt x="0" y="169"/>
                      </a:lnTo>
                      <a:lnTo>
                        <a:pt x="0" y="183"/>
                      </a:lnTo>
                      <a:lnTo>
                        <a:pt x="0" y="198"/>
                      </a:lnTo>
                      <a:lnTo>
                        <a:pt x="8" y="209"/>
                      </a:lnTo>
                      <a:lnTo>
                        <a:pt x="23" y="193"/>
                      </a:lnTo>
                      <a:lnTo>
                        <a:pt x="24" y="186"/>
                      </a:lnTo>
                      <a:lnTo>
                        <a:pt x="29" y="186"/>
                      </a:lnTo>
                      <a:lnTo>
                        <a:pt x="38" y="175"/>
                      </a:lnTo>
                      <a:lnTo>
                        <a:pt x="60" y="156"/>
                      </a:lnTo>
                      <a:lnTo>
                        <a:pt x="73" y="150"/>
                      </a:lnTo>
                      <a:lnTo>
                        <a:pt x="82" y="139"/>
                      </a:lnTo>
                      <a:lnTo>
                        <a:pt x="100" y="121"/>
                      </a:lnTo>
                      <a:lnTo>
                        <a:pt x="108" y="107"/>
                      </a:lnTo>
                      <a:lnTo>
                        <a:pt x="118" y="97"/>
                      </a:lnTo>
                      <a:lnTo>
                        <a:pt x="123" y="83"/>
                      </a:lnTo>
                      <a:lnTo>
                        <a:pt x="132" y="66"/>
                      </a:lnTo>
                      <a:lnTo>
                        <a:pt x="132" y="61"/>
                      </a:lnTo>
                      <a:lnTo>
                        <a:pt x="137" y="58"/>
                      </a:lnTo>
                      <a:lnTo>
                        <a:pt x="145" y="44"/>
                      </a:lnTo>
                      <a:lnTo>
                        <a:pt x="148" y="26"/>
                      </a:lnTo>
                      <a:lnTo>
                        <a:pt x="155" y="24"/>
                      </a:lnTo>
                      <a:lnTo>
                        <a:pt x="152" y="23"/>
                      </a:lnTo>
                      <a:lnTo>
                        <a:pt x="150" y="23"/>
                      </a:lnTo>
                      <a:lnTo>
                        <a:pt x="151" y="21"/>
                      </a:lnTo>
                      <a:lnTo>
                        <a:pt x="152" y="13"/>
                      </a:lnTo>
                      <a:lnTo>
                        <a:pt x="150" y="8"/>
                      </a:lnTo>
                      <a:lnTo>
                        <a:pt x="152" y="2"/>
                      </a:lnTo>
                      <a:lnTo>
                        <a:pt x="144" y="0"/>
                      </a:lnTo>
                      <a:lnTo>
                        <a:pt x="136" y="5"/>
                      </a:lnTo>
                      <a:lnTo>
                        <a:pt x="123" y="8"/>
                      </a:lnTo>
                      <a:lnTo>
                        <a:pt x="118" y="10"/>
                      </a:lnTo>
                      <a:lnTo>
                        <a:pt x="113" y="10"/>
                      </a:lnTo>
                      <a:lnTo>
                        <a:pt x="108" y="12"/>
                      </a:lnTo>
                      <a:lnTo>
                        <a:pt x="94" y="12"/>
                      </a:lnTo>
                      <a:lnTo>
                        <a:pt x="83" y="18"/>
                      </a:lnTo>
                      <a:lnTo>
                        <a:pt x="71" y="16"/>
                      </a:lnTo>
                      <a:lnTo>
                        <a:pt x="60" y="23"/>
                      </a:lnTo>
                      <a:lnTo>
                        <a:pt x="51" y="23"/>
                      </a:lnTo>
                      <a:lnTo>
                        <a:pt x="46" y="21"/>
                      </a:lnTo>
                      <a:lnTo>
                        <a:pt x="33" y="6"/>
                      </a:lnTo>
                      <a:lnTo>
                        <a:pt x="29" y="15"/>
                      </a:lnTo>
                      <a:lnTo>
                        <a:pt x="27" y="18"/>
                      </a:lnTo>
                      <a:lnTo>
                        <a:pt x="29" y="24"/>
                      </a:lnTo>
                      <a:lnTo>
                        <a:pt x="38" y="37"/>
                      </a:lnTo>
                      <a:lnTo>
                        <a:pt x="45" y="43"/>
                      </a:lnTo>
                      <a:lnTo>
                        <a:pt x="57" y="48"/>
                      </a:lnTo>
                      <a:lnTo>
                        <a:pt x="68" y="51"/>
                      </a:lnTo>
                      <a:lnTo>
                        <a:pt x="80" y="56"/>
                      </a:lnTo>
                      <a:lnTo>
                        <a:pt x="92" y="60"/>
                      </a:lnTo>
                      <a:lnTo>
                        <a:pt x="106" y="60"/>
                      </a:lnTo>
                      <a:lnTo>
                        <a:pt x="102" y="64"/>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4" name="Freeform 443">
                  <a:extLst>
                    <a:ext uri="{FF2B5EF4-FFF2-40B4-BE49-F238E27FC236}">
                      <a16:creationId xmlns:a16="http://schemas.microsoft.com/office/drawing/2014/main" id="{B7635E46-78D0-EDFA-1083-8BC84C9964A0}"/>
                    </a:ext>
                  </a:extLst>
                </p:cNvPr>
                <p:cNvSpPr>
                  <a:spLocks/>
                </p:cNvSpPr>
                <p:nvPr/>
              </p:nvSpPr>
              <p:spPr bwMode="gray">
                <a:xfrm>
                  <a:off x="5555938" y="2778288"/>
                  <a:ext cx="1048412" cy="821103"/>
                </a:xfrm>
                <a:custGeom>
                  <a:avLst/>
                  <a:gdLst/>
                  <a:ahLst/>
                  <a:cxnLst>
                    <a:cxn ang="0">
                      <a:pos x="212" y="122"/>
                    </a:cxn>
                    <a:cxn ang="0">
                      <a:pos x="191" y="143"/>
                    </a:cxn>
                    <a:cxn ang="0">
                      <a:pos x="163" y="154"/>
                    </a:cxn>
                    <a:cxn ang="0">
                      <a:pos x="149" y="164"/>
                    </a:cxn>
                    <a:cxn ang="0">
                      <a:pos x="138" y="167"/>
                    </a:cxn>
                    <a:cxn ang="0">
                      <a:pos x="126" y="171"/>
                    </a:cxn>
                    <a:cxn ang="0">
                      <a:pos x="106" y="168"/>
                    </a:cxn>
                    <a:cxn ang="0">
                      <a:pos x="95" y="177"/>
                    </a:cxn>
                    <a:cxn ang="0">
                      <a:pos x="72" y="173"/>
                    </a:cxn>
                    <a:cxn ang="0">
                      <a:pos x="43" y="160"/>
                    </a:cxn>
                    <a:cxn ang="0">
                      <a:pos x="32" y="144"/>
                    </a:cxn>
                    <a:cxn ang="0">
                      <a:pos x="18" y="122"/>
                    </a:cxn>
                    <a:cxn ang="0">
                      <a:pos x="0" y="108"/>
                    </a:cxn>
                    <a:cxn ang="0">
                      <a:pos x="3" y="101"/>
                    </a:cxn>
                    <a:cxn ang="0">
                      <a:pos x="17" y="97"/>
                    </a:cxn>
                    <a:cxn ang="0">
                      <a:pos x="19" y="69"/>
                    </a:cxn>
                    <a:cxn ang="0">
                      <a:pos x="28" y="60"/>
                    </a:cxn>
                    <a:cxn ang="0">
                      <a:pos x="40" y="36"/>
                    </a:cxn>
                    <a:cxn ang="0">
                      <a:pos x="52" y="13"/>
                    </a:cxn>
                    <a:cxn ang="0">
                      <a:pos x="59" y="10"/>
                    </a:cxn>
                    <a:cxn ang="0">
                      <a:pos x="63" y="6"/>
                    </a:cxn>
                    <a:cxn ang="0">
                      <a:pos x="72" y="0"/>
                    </a:cxn>
                    <a:cxn ang="0">
                      <a:pos x="80" y="6"/>
                    </a:cxn>
                    <a:cxn ang="0">
                      <a:pos x="88" y="4"/>
                    </a:cxn>
                    <a:cxn ang="0">
                      <a:pos x="96" y="5"/>
                    </a:cxn>
                    <a:cxn ang="0">
                      <a:pos x="107" y="6"/>
                    </a:cxn>
                    <a:cxn ang="0">
                      <a:pos x="121" y="20"/>
                    </a:cxn>
                    <a:cxn ang="0">
                      <a:pos x="133" y="32"/>
                    </a:cxn>
                    <a:cxn ang="0">
                      <a:pos x="139" y="41"/>
                    </a:cxn>
                    <a:cxn ang="0">
                      <a:pos x="132" y="57"/>
                    </a:cxn>
                    <a:cxn ang="0">
                      <a:pos x="140" y="62"/>
                    </a:cxn>
                    <a:cxn ang="0">
                      <a:pos x="149" y="62"/>
                    </a:cxn>
                    <a:cxn ang="0">
                      <a:pos x="149" y="71"/>
                    </a:cxn>
                    <a:cxn ang="0">
                      <a:pos x="165" y="90"/>
                    </a:cxn>
                    <a:cxn ang="0">
                      <a:pos x="188" y="98"/>
                    </a:cxn>
                    <a:cxn ang="0">
                      <a:pos x="212" y="107"/>
                    </a:cxn>
                    <a:cxn ang="0">
                      <a:pos x="222" y="111"/>
                    </a:cxn>
                  </a:cxnLst>
                  <a:rect l="0" t="0" r="r" b="b"/>
                  <a:pathLst>
                    <a:path w="226" h="177">
                      <a:moveTo>
                        <a:pt x="222" y="111"/>
                      </a:moveTo>
                      <a:lnTo>
                        <a:pt x="212" y="122"/>
                      </a:lnTo>
                      <a:lnTo>
                        <a:pt x="202" y="133"/>
                      </a:lnTo>
                      <a:lnTo>
                        <a:pt x="191" y="143"/>
                      </a:lnTo>
                      <a:lnTo>
                        <a:pt x="181" y="154"/>
                      </a:lnTo>
                      <a:lnTo>
                        <a:pt x="163" y="154"/>
                      </a:lnTo>
                      <a:lnTo>
                        <a:pt x="155" y="157"/>
                      </a:lnTo>
                      <a:lnTo>
                        <a:pt x="149" y="164"/>
                      </a:lnTo>
                      <a:lnTo>
                        <a:pt x="139" y="166"/>
                      </a:lnTo>
                      <a:lnTo>
                        <a:pt x="138" y="167"/>
                      </a:lnTo>
                      <a:lnTo>
                        <a:pt x="133" y="171"/>
                      </a:lnTo>
                      <a:lnTo>
                        <a:pt x="126" y="171"/>
                      </a:lnTo>
                      <a:lnTo>
                        <a:pt x="116" y="166"/>
                      </a:lnTo>
                      <a:lnTo>
                        <a:pt x="106" y="168"/>
                      </a:lnTo>
                      <a:lnTo>
                        <a:pt x="102" y="173"/>
                      </a:lnTo>
                      <a:lnTo>
                        <a:pt x="95" y="177"/>
                      </a:lnTo>
                      <a:lnTo>
                        <a:pt x="89" y="177"/>
                      </a:lnTo>
                      <a:lnTo>
                        <a:pt x="72" y="173"/>
                      </a:lnTo>
                      <a:lnTo>
                        <a:pt x="55" y="161"/>
                      </a:lnTo>
                      <a:lnTo>
                        <a:pt x="43" y="160"/>
                      </a:lnTo>
                      <a:lnTo>
                        <a:pt x="43" y="149"/>
                      </a:lnTo>
                      <a:lnTo>
                        <a:pt x="32" y="144"/>
                      </a:lnTo>
                      <a:lnTo>
                        <a:pt x="26" y="128"/>
                      </a:lnTo>
                      <a:lnTo>
                        <a:pt x="18" y="122"/>
                      </a:lnTo>
                      <a:lnTo>
                        <a:pt x="13" y="114"/>
                      </a:lnTo>
                      <a:lnTo>
                        <a:pt x="0" y="108"/>
                      </a:lnTo>
                      <a:lnTo>
                        <a:pt x="3" y="106"/>
                      </a:lnTo>
                      <a:lnTo>
                        <a:pt x="3" y="101"/>
                      </a:lnTo>
                      <a:lnTo>
                        <a:pt x="12" y="101"/>
                      </a:lnTo>
                      <a:lnTo>
                        <a:pt x="17" y="97"/>
                      </a:lnTo>
                      <a:lnTo>
                        <a:pt x="18" y="68"/>
                      </a:lnTo>
                      <a:lnTo>
                        <a:pt x="19" y="69"/>
                      </a:lnTo>
                      <a:lnTo>
                        <a:pt x="22" y="63"/>
                      </a:lnTo>
                      <a:lnTo>
                        <a:pt x="28" y="60"/>
                      </a:lnTo>
                      <a:lnTo>
                        <a:pt x="31" y="49"/>
                      </a:lnTo>
                      <a:lnTo>
                        <a:pt x="40" y="36"/>
                      </a:lnTo>
                      <a:lnTo>
                        <a:pt x="47" y="30"/>
                      </a:lnTo>
                      <a:lnTo>
                        <a:pt x="52" y="13"/>
                      </a:lnTo>
                      <a:lnTo>
                        <a:pt x="52" y="9"/>
                      </a:lnTo>
                      <a:lnTo>
                        <a:pt x="59" y="10"/>
                      </a:lnTo>
                      <a:lnTo>
                        <a:pt x="61" y="6"/>
                      </a:lnTo>
                      <a:lnTo>
                        <a:pt x="63" y="6"/>
                      </a:lnTo>
                      <a:lnTo>
                        <a:pt x="66" y="13"/>
                      </a:lnTo>
                      <a:lnTo>
                        <a:pt x="72" y="0"/>
                      </a:lnTo>
                      <a:lnTo>
                        <a:pt x="77" y="3"/>
                      </a:lnTo>
                      <a:lnTo>
                        <a:pt x="80" y="6"/>
                      </a:lnTo>
                      <a:lnTo>
                        <a:pt x="87" y="6"/>
                      </a:lnTo>
                      <a:lnTo>
                        <a:pt x="88" y="4"/>
                      </a:lnTo>
                      <a:lnTo>
                        <a:pt x="91" y="6"/>
                      </a:lnTo>
                      <a:lnTo>
                        <a:pt x="96" y="5"/>
                      </a:lnTo>
                      <a:lnTo>
                        <a:pt x="102" y="6"/>
                      </a:lnTo>
                      <a:lnTo>
                        <a:pt x="107" y="6"/>
                      </a:lnTo>
                      <a:lnTo>
                        <a:pt x="115" y="11"/>
                      </a:lnTo>
                      <a:lnTo>
                        <a:pt x="121" y="20"/>
                      </a:lnTo>
                      <a:lnTo>
                        <a:pt x="130" y="26"/>
                      </a:lnTo>
                      <a:lnTo>
                        <a:pt x="133" y="32"/>
                      </a:lnTo>
                      <a:lnTo>
                        <a:pt x="140" y="40"/>
                      </a:lnTo>
                      <a:lnTo>
                        <a:pt x="139" y="41"/>
                      </a:lnTo>
                      <a:lnTo>
                        <a:pt x="137" y="49"/>
                      </a:lnTo>
                      <a:lnTo>
                        <a:pt x="132" y="57"/>
                      </a:lnTo>
                      <a:lnTo>
                        <a:pt x="134" y="62"/>
                      </a:lnTo>
                      <a:lnTo>
                        <a:pt x="140" y="62"/>
                      </a:lnTo>
                      <a:lnTo>
                        <a:pt x="145" y="59"/>
                      </a:lnTo>
                      <a:lnTo>
                        <a:pt x="149" y="62"/>
                      </a:lnTo>
                      <a:lnTo>
                        <a:pt x="147" y="65"/>
                      </a:lnTo>
                      <a:lnTo>
                        <a:pt x="149" y="71"/>
                      </a:lnTo>
                      <a:lnTo>
                        <a:pt x="158" y="84"/>
                      </a:lnTo>
                      <a:lnTo>
                        <a:pt x="165" y="90"/>
                      </a:lnTo>
                      <a:lnTo>
                        <a:pt x="177" y="95"/>
                      </a:lnTo>
                      <a:lnTo>
                        <a:pt x="188" y="98"/>
                      </a:lnTo>
                      <a:lnTo>
                        <a:pt x="200" y="103"/>
                      </a:lnTo>
                      <a:lnTo>
                        <a:pt x="212" y="107"/>
                      </a:lnTo>
                      <a:lnTo>
                        <a:pt x="226" y="107"/>
                      </a:lnTo>
                      <a:lnTo>
                        <a:pt x="222" y="111"/>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5" name="Freeform 678">
                  <a:extLst>
                    <a:ext uri="{FF2B5EF4-FFF2-40B4-BE49-F238E27FC236}">
                      <a16:creationId xmlns:a16="http://schemas.microsoft.com/office/drawing/2014/main" id="{D9B7ECB2-26CB-C07D-0981-EE940A48BA41}"/>
                    </a:ext>
                  </a:extLst>
                </p:cNvPr>
                <p:cNvSpPr>
                  <a:spLocks/>
                </p:cNvSpPr>
                <p:nvPr/>
              </p:nvSpPr>
              <p:spPr bwMode="gray">
                <a:xfrm>
                  <a:off x="6228590" y="2866427"/>
                  <a:ext cx="4641" cy="4641"/>
                </a:xfrm>
                <a:custGeom>
                  <a:avLst/>
                  <a:gdLst/>
                  <a:ahLst/>
                  <a:cxnLst>
                    <a:cxn ang="0">
                      <a:pos x="0" y="0"/>
                    </a:cxn>
                    <a:cxn ang="0">
                      <a:pos x="0" y="1"/>
                    </a:cxn>
                    <a:cxn ang="0">
                      <a:pos x="0" y="0"/>
                    </a:cxn>
                  </a:cxnLst>
                  <a:rect l="0" t="0" r="r" b="b"/>
                  <a:pathLst>
                    <a:path h="1">
                      <a:moveTo>
                        <a:pt x="0" y="0"/>
                      </a:moveTo>
                      <a:lnTo>
                        <a:pt x="0" y="1"/>
                      </a:lnTo>
                      <a:lnTo>
                        <a:pt x="0"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6" name="Freeform 679">
                  <a:extLst>
                    <a:ext uri="{FF2B5EF4-FFF2-40B4-BE49-F238E27FC236}">
                      <a16:creationId xmlns:a16="http://schemas.microsoft.com/office/drawing/2014/main" id="{3AE29AE0-775F-481F-B6BF-4AFB81D261F0}"/>
                    </a:ext>
                  </a:extLst>
                </p:cNvPr>
                <p:cNvSpPr>
                  <a:spLocks/>
                </p:cNvSpPr>
                <p:nvPr/>
              </p:nvSpPr>
              <p:spPr bwMode="gray">
                <a:xfrm>
                  <a:off x="6228590" y="2843234"/>
                  <a:ext cx="4641" cy="4641"/>
                </a:xfrm>
                <a:custGeom>
                  <a:avLst/>
                  <a:gdLst/>
                  <a:ahLst/>
                  <a:cxnLst>
                    <a:cxn ang="0">
                      <a:pos x="0" y="1"/>
                    </a:cxn>
                    <a:cxn ang="0">
                      <a:pos x="1" y="1"/>
                    </a:cxn>
                    <a:cxn ang="0">
                      <a:pos x="1" y="0"/>
                    </a:cxn>
                    <a:cxn ang="0">
                      <a:pos x="0" y="1"/>
                    </a:cxn>
                  </a:cxnLst>
                  <a:rect l="0" t="0" r="r" b="b"/>
                  <a:pathLst>
                    <a:path w="1" h="1">
                      <a:moveTo>
                        <a:pt x="0" y="1"/>
                      </a:moveTo>
                      <a:lnTo>
                        <a:pt x="1" y="1"/>
                      </a:lnTo>
                      <a:lnTo>
                        <a:pt x="1" y="0"/>
                      </a:lnTo>
                      <a:lnTo>
                        <a:pt x="0" y="1"/>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7" name="Freeform 680">
                  <a:extLst>
                    <a:ext uri="{FF2B5EF4-FFF2-40B4-BE49-F238E27FC236}">
                      <a16:creationId xmlns:a16="http://schemas.microsoft.com/office/drawing/2014/main" id="{31C6AE45-A127-54CE-9ADA-8ABDB69FEA2B}"/>
                    </a:ext>
                  </a:extLst>
                </p:cNvPr>
                <p:cNvSpPr>
                  <a:spLocks/>
                </p:cNvSpPr>
                <p:nvPr/>
              </p:nvSpPr>
              <p:spPr bwMode="gray">
                <a:xfrm>
                  <a:off x="6896605" y="2973126"/>
                  <a:ext cx="18556" cy="4641"/>
                </a:xfrm>
                <a:custGeom>
                  <a:avLst/>
                  <a:gdLst/>
                  <a:ahLst/>
                  <a:cxnLst>
                    <a:cxn ang="0">
                      <a:pos x="0" y="0"/>
                    </a:cxn>
                    <a:cxn ang="0">
                      <a:pos x="4" y="0"/>
                    </a:cxn>
                    <a:cxn ang="0">
                      <a:pos x="0" y="0"/>
                    </a:cxn>
                  </a:cxnLst>
                  <a:rect l="0" t="0" r="r" b="b"/>
                  <a:pathLst>
                    <a:path w="4">
                      <a:moveTo>
                        <a:pt x="0" y="0"/>
                      </a:moveTo>
                      <a:lnTo>
                        <a:pt x="4" y="0"/>
                      </a:lnTo>
                      <a:lnTo>
                        <a:pt x="0"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8" name="Freeform 681">
                  <a:extLst>
                    <a:ext uri="{FF2B5EF4-FFF2-40B4-BE49-F238E27FC236}">
                      <a16:creationId xmlns:a16="http://schemas.microsoft.com/office/drawing/2014/main" id="{9B168B3D-6E8A-51AD-77F4-C520040B5F24}"/>
                    </a:ext>
                  </a:extLst>
                </p:cNvPr>
                <p:cNvSpPr>
                  <a:spLocks/>
                </p:cNvSpPr>
                <p:nvPr/>
              </p:nvSpPr>
              <p:spPr bwMode="gray">
                <a:xfrm>
                  <a:off x="6975469" y="2931374"/>
                  <a:ext cx="74224" cy="37112"/>
                </a:xfrm>
                <a:custGeom>
                  <a:avLst/>
                  <a:gdLst/>
                  <a:ahLst/>
                  <a:cxnLst>
                    <a:cxn ang="0">
                      <a:pos x="15" y="3"/>
                    </a:cxn>
                    <a:cxn ang="0">
                      <a:pos x="16" y="3"/>
                    </a:cxn>
                    <a:cxn ang="0">
                      <a:pos x="14" y="5"/>
                    </a:cxn>
                    <a:cxn ang="0">
                      <a:pos x="9" y="8"/>
                    </a:cxn>
                    <a:cxn ang="0">
                      <a:pos x="0" y="4"/>
                    </a:cxn>
                    <a:cxn ang="0">
                      <a:pos x="3" y="0"/>
                    </a:cxn>
                    <a:cxn ang="0">
                      <a:pos x="6" y="3"/>
                    </a:cxn>
                    <a:cxn ang="0">
                      <a:pos x="15" y="3"/>
                    </a:cxn>
                  </a:cxnLst>
                  <a:rect l="0" t="0" r="r" b="b"/>
                  <a:pathLst>
                    <a:path w="16" h="8">
                      <a:moveTo>
                        <a:pt x="15" y="3"/>
                      </a:moveTo>
                      <a:lnTo>
                        <a:pt x="16" y="3"/>
                      </a:lnTo>
                      <a:lnTo>
                        <a:pt x="14" y="5"/>
                      </a:lnTo>
                      <a:lnTo>
                        <a:pt x="9" y="8"/>
                      </a:lnTo>
                      <a:lnTo>
                        <a:pt x="0" y="4"/>
                      </a:lnTo>
                      <a:lnTo>
                        <a:pt x="3" y="0"/>
                      </a:lnTo>
                      <a:lnTo>
                        <a:pt x="6" y="3"/>
                      </a:lnTo>
                      <a:lnTo>
                        <a:pt x="15" y="3"/>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9" name="Freeform 682">
                  <a:extLst>
                    <a:ext uri="{FF2B5EF4-FFF2-40B4-BE49-F238E27FC236}">
                      <a16:creationId xmlns:a16="http://schemas.microsoft.com/office/drawing/2014/main" id="{875AA9B3-E6A2-E7CE-5FFD-3ABD38BD9541}"/>
                    </a:ext>
                  </a:extLst>
                </p:cNvPr>
                <p:cNvSpPr>
                  <a:spLocks/>
                </p:cNvSpPr>
                <p:nvPr/>
              </p:nvSpPr>
              <p:spPr bwMode="gray">
                <a:xfrm>
                  <a:off x="6163645" y="2625200"/>
                  <a:ext cx="9278" cy="18556"/>
                </a:xfrm>
                <a:custGeom>
                  <a:avLst/>
                  <a:gdLst/>
                  <a:ahLst/>
                  <a:cxnLst>
                    <a:cxn ang="0">
                      <a:pos x="2" y="4"/>
                    </a:cxn>
                    <a:cxn ang="0">
                      <a:pos x="0" y="0"/>
                    </a:cxn>
                    <a:cxn ang="0">
                      <a:pos x="2" y="4"/>
                    </a:cxn>
                  </a:cxnLst>
                  <a:rect l="0" t="0" r="r" b="b"/>
                  <a:pathLst>
                    <a:path w="2" h="4">
                      <a:moveTo>
                        <a:pt x="2" y="4"/>
                      </a:moveTo>
                      <a:lnTo>
                        <a:pt x="0" y="0"/>
                      </a:lnTo>
                      <a:lnTo>
                        <a:pt x="2" y="4"/>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0" name="Freeform 683">
                  <a:extLst>
                    <a:ext uri="{FF2B5EF4-FFF2-40B4-BE49-F238E27FC236}">
                      <a16:creationId xmlns:a16="http://schemas.microsoft.com/office/drawing/2014/main" id="{20B8DCB1-72B3-BF31-1FB4-582A2AFBBD2A}"/>
                    </a:ext>
                  </a:extLst>
                </p:cNvPr>
                <p:cNvSpPr>
                  <a:spLocks/>
                </p:cNvSpPr>
                <p:nvPr/>
              </p:nvSpPr>
              <p:spPr bwMode="gray">
                <a:xfrm>
                  <a:off x="6168284" y="2620562"/>
                  <a:ext cx="4641" cy="9278"/>
                </a:xfrm>
                <a:custGeom>
                  <a:avLst/>
                  <a:gdLst/>
                  <a:ahLst/>
                  <a:cxnLst>
                    <a:cxn ang="0">
                      <a:pos x="0" y="0"/>
                    </a:cxn>
                    <a:cxn ang="0">
                      <a:pos x="1" y="2"/>
                    </a:cxn>
                    <a:cxn ang="0">
                      <a:pos x="0" y="0"/>
                    </a:cxn>
                  </a:cxnLst>
                  <a:rect l="0" t="0" r="r" b="b"/>
                  <a:pathLst>
                    <a:path w="1" h="2">
                      <a:moveTo>
                        <a:pt x="0" y="0"/>
                      </a:moveTo>
                      <a:lnTo>
                        <a:pt x="1" y="2"/>
                      </a:lnTo>
                      <a:lnTo>
                        <a:pt x="0"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1" name="Freeform 684">
                  <a:extLst>
                    <a:ext uri="{FF2B5EF4-FFF2-40B4-BE49-F238E27FC236}">
                      <a16:creationId xmlns:a16="http://schemas.microsoft.com/office/drawing/2014/main" id="{CB7A2F7B-7900-12F9-F5E8-3EF27F1051A5}"/>
                    </a:ext>
                  </a:extLst>
                </p:cNvPr>
                <p:cNvSpPr>
                  <a:spLocks/>
                </p:cNvSpPr>
                <p:nvPr/>
              </p:nvSpPr>
              <p:spPr bwMode="gray">
                <a:xfrm>
                  <a:off x="6177563" y="2629841"/>
                  <a:ext cx="9278" cy="13918"/>
                </a:xfrm>
                <a:custGeom>
                  <a:avLst/>
                  <a:gdLst/>
                  <a:ahLst/>
                  <a:cxnLst>
                    <a:cxn ang="0">
                      <a:pos x="2" y="3"/>
                    </a:cxn>
                    <a:cxn ang="0">
                      <a:pos x="0" y="0"/>
                    </a:cxn>
                    <a:cxn ang="0">
                      <a:pos x="2" y="3"/>
                    </a:cxn>
                  </a:cxnLst>
                  <a:rect l="0" t="0" r="r" b="b"/>
                  <a:pathLst>
                    <a:path w="2" h="3">
                      <a:moveTo>
                        <a:pt x="2" y="3"/>
                      </a:moveTo>
                      <a:lnTo>
                        <a:pt x="0" y="0"/>
                      </a:lnTo>
                      <a:lnTo>
                        <a:pt x="2" y="3"/>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2" name="Freeform 734">
                  <a:extLst>
                    <a:ext uri="{FF2B5EF4-FFF2-40B4-BE49-F238E27FC236}">
                      <a16:creationId xmlns:a16="http://schemas.microsoft.com/office/drawing/2014/main" id="{29E492BA-F9BF-72EC-AC68-0EBCEEB197B2}"/>
                    </a:ext>
                  </a:extLst>
                </p:cNvPr>
                <p:cNvSpPr>
                  <a:spLocks/>
                </p:cNvSpPr>
                <p:nvPr/>
              </p:nvSpPr>
              <p:spPr bwMode="gray">
                <a:xfrm>
                  <a:off x="2081331" y="1720598"/>
                  <a:ext cx="51031" cy="46390"/>
                </a:xfrm>
                <a:custGeom>
                  <a:avLst/>
                  <a:gdLst/>
                  <a:ahLst/>
                  <a:cxnLst>
                    <a:cxn ang="0">
                      <a:pos x="10" y="0"/>
                    </a:cxn>
                    <a:cxn ang="0">
                      <a:pos x="0" y="4"/>
                    </a:cxn>
                    <a:cxn ang="0">
                      <a:pos x="1" y="7"/>
                    </a:cxn>
                    <a:cxn ang="0">
                      <a:pos x="4" y="10"/>
                    </a:cxn>
                    <a:cxn ang="0">
                      <a:pos x="6" y="9"/>
                    </a:cxn>
                    <a:cxn ang="0">
                      <a:pos x="7" y="4"/>
                    </a:cxn>
                    <a:cxn ang="0">
                      <a:pos x="11" y="1"/>
                    </a:cxn>
                    <a:cxn ang="0">
                      <a:pos x="10" y="0"/>
                    </a:cxn>
                  </a:cxnLst>
                  <a:rect l="0" t="0" r="r" b="b"/>
                  <a:pathLst>
                    <a:path w="11" h="10">
                      <a:moveTo>
                        <a:pt x="10" y="0"/>
                      </a:moveTo>
                      <a:lnTo>
                        <a:pt x="0" y="4"/>
                      </a:lnTo>
                      <a:lnTo>
                        <a:pt x="1" y="7"/>
                      </a:lnTo>
                      <a:lnTo>
                        <a:pt x="4" y="10"/>
                      </a:lnTo>
                      <a:lnTo>
                        <a:pt x="6" y="9"/>
                      </a:lnTo>
                      <a:lnTo>
                        <a:pt x="7" y="4"/>
                      </a:lnTo>
                      <a:lnTo>
                        <a:pt x="11" y="1"/>
                      </a:lnTo>
                      <a:lnTo>
                        <a:pt x="10"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3" name="Freeform 735">
                  <a:extLst>
                    <a:ext uri="{FF2B5EF4-FFF2-40B4-BE49-F238E27FC236}">
                      <a16:creationId xmlns:a16="http://schemas.microsoft.com/office/drawing/2014/main" id="{49BBBE02-AEFC-E306-DA84-FA65F2A2B350}"/>
                    </a:ext>
                  </a:extLst>
                </p:cNvPr>
                <p:cNvSpPr>
                  <a:spLocks/>
                </p:cNvSpPr>
                <p:nvPr/>
              </p:nvSpPr>
              <p:spPr bwMode="gray">
                <a:xfrm>
                  <a:off x="2160195" y="1753070"/>
                  <a:ext cx="27834" cy="37112"/>
                </a:xfrm>
                <a:custGeom>
                  <a:avLst/>
                  <a:gdLst/>
                  <a:ahLst/>
                  <a:cxnLst>
                    <a:cxn ang="0">
                      <a:pos x="1" y="0"/>
                    </a:cxn>
                    <a:cxn ang="0">
                      <a:pos x="0" y="6"/>
                    </a:cxn>
                    <a:cxn ang="0">
                      <a:pos x="3" y="8"/>
                    </a:cxn>
                    <a:cxn ang="0">
                      <a:pos x="6" y="5"/>
                    </a:cxn>
                    <a:cxn ang="0">
                      <a:pos x="6" y="2"/>
                    </a:cxn>
                    <a:cxn ang="0">
                      <a:pos x="1" y="0"/>
                    </a:cxn>
                  </a:cxnLst>
                  <a:rect l="0" t="0" r="r" b="b"/>
                  <a:pathLst>
                    <a:path w="6" h="8">
                      <a:moveTo>
                        <a:pt x="1" y="0"/>
                      </a:moveTo>
                      <a:lnTo>
                        <a:pt x="0" y="6"/>
                      </a:lnTo>
                      <a:lnTo>
                        <a:pt x="3" y="8"/>
                      </a:lnTo>
                      <a:lnTo>
                        <a:pt x="6" y="5"/>
                      </a:lnTo>
                      <a:lnTo>
                        <a:pt x="6" y="2"/>
                      </a:lnTo>
                      <a:lnTo>
                        <a:pt x="1"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4" name="Freeform 736">
                  <a:extLst>
                    <a:ext uri="{FF2B5EF4-FFF2-40B4-BE49-F238E27FC236}">
                      <a16:creationId xmlns:a16="http://schemas.microsoft.com/office/drawing/2014/main" id="{EB59828A-B1DD-AE44-54D3-59CE1E98A4AF}"/>
                    </a:ext>
                  </a:extLst>
                </p:cNvPr>
                <p:cNvSpPr>
                  <a:spLocks/>
                </p:cNvSpPr>
                <p:nvPr/>
              </p:nvSpPr>
              <p:spPr bwMode="gray">
                <a:xfrm>
                  <a:off x="2257613" y="1706680"/>
                  <a:ext cx="32474" cy="55668"/>
                </a:xfrm>
                <a:custGeom>
                  <a:avLst/>
                  <a:gdLst/>
                  <a:ahLst/>
                  <a:cxnLst>
                    <a:cxn ang="0">
                      <a:pos x="7" y="0"/>
                    </a:cxn>
                    <a:cxn ang="0">
                      <a:pos x="6" y="0"/>
                    </a:cxn>
                    <a:cxn ang="0">
                      <a:pos x="2" y="10"/>
                    </a:cxn>
                    <a:cxn ang="0">
                      <a:pos x="0" y="12"/>
                    </a:cxn>
                    <a:cxn ang="0">
                      <a:pos x="6" y="7"/>
                    </a:cxn>
                    <a:cxn ang="0">
                      <a:pos x="7" y="0"/>
                    </a:cxn>
                  </a:cxnLst>
                  <a:rect l="0" t="0" r="r" b="b"/>
                  <a:pathLst>
                    <a:path w="7" h="12">
                      <a:moveTo>
                        <a:pt x="7" y="0"/>
                      </a:moveTo>
                      <a:lnTo>
                        <a:pt x="6" y="0"/>
                      </a:lnTo>
                      <a:lnTo>
                        <a:pt x="2" y="10"/>
                      </a:lnTo>
                      <a:lnTo>
                        <a:pt x="0" y="12"/>
                      </a:lnTo>
                      <a:lnTo>
                        <a:pt x="6" y="7"/>
                      </a:lnTo>
                      <a:lnTo>
                        <a:pt x="7"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5" name="Freeform 737">
                  <a:extLst>
                    <a:ext uri="{FF2B5EF4-FFF2-40B4-BE49-F238E27FC236}">
                      <a16:creationId xmlns:a16="http://schemas.microsoft.com/office/drawing/2014/main" id="{F5287409-E6D6-DBA2-F5E8-F1D03B00A4CF}"/>
                    </a:ext>
                  </a:extLst>
                </p:cNvPr>
                <p:cNvSpPr>
                  <a:spLocks/>
                </p:cNvSpPr>
                <p:nvPr/>
              </p:nvSpPr>
              <p:spPr bwMode="gray">
                <a:xfrm>
                  <a:off x="2290087" y="1669568"/>
                  <a:ext cx="27834" cy="23196"/>
                </a:xfrm>
                <a:custGeom>
                  <a:avLst/>
                  <a:gdLst/>
                  <a:ahLst/>
                  <a:cxnLst>
                    <a:cxn ang="0">
                      <a:pos x="6" y="0"/>
                    </a:cxn>
                    <a:cxn ang="0">
                      <a:pos x="3" y="2"/>
                    </a:cxn>
                    <a:cxn ang="0">
                      <a:pos x="0" y="5"/>
                    </a:cxn>
                    <a:cxn ang="0">
                      <a:pos x="5" y="4"/>
                    </a:cxn>
                    <a:cxn ang="0">
                      <a:pos x="6" y="0"/>
                    </a:cxn>
                  </a:cxnLst>
                  <a:rect l="0" t="0" r="r" b="b"/>
                  <a:pathLst>
                    <a:path w="6" h="5">
                      <a:moveTo>
                        <a:pt x="6" y="0"/>
                      </a:moveTo>
                      <a:lnTo>
                        <a:pt x="3" y="2"/>
                      </a:lnTo>
                      <a:lnTo>
                        <a:pt x="0" y="5"/>
                      </a:lnTo>
                      <a:lnTo>
                        <a:pt x="5" y="4"/>
                      </a:lnTo>
                      <a:lnTo>
                        <a:pt x="6"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6" name="Freeform 738">
                  <a:extLst>
                    <a:ext uri="{FF2B5EF4-FFF2-40B4-BE49-F238E27FC236}">
                      <a16:creationId xmlns:a16="http://schemas.microsoft.com/office/drawing/2014/main" id="{4371D089-0813-ED1C-4F83-ABEF5803C10D}"/>
                    </a:ext>
                  </a:extLst>
                </p:cNvPr>
                <p:cNvSpPr>
                  <a:spLocks/>
                </p:cNvSpPr>
                <p:nvPr/>
              </p:nvSpPr>
              <p:spPr bwMode="gray">
                <a:xfrm>
                  <a:off x="3992596" y="1275255"/>
                  <a:ext cx="18556" cy="13918"/>
                </a:xfrm>
                <a:custGeom>
                  <a:avLst/>
                  <a:gdLst/>
                  <a:ahLst/>
                  <a:cxnLst>
                    <a:cxn ang="0">
                      <a:pos x="2" y="0"/>
                    </a:cxn>
                    <a:cxn ang="0">
                      <a:pos x="4" y="3"/>
                    </a:cxn>
                    <a:cxn ang="0">
                      <a:pos x="0" y="3"/>
                    </a:cxn>
                    <a:cxn ang="0">
                      <a:pos x="0" y="0"/>
                    </a:cxn>
                    <a:cxn ang="0">
                      <a:pos x="2" y="0"/>
                    </a:cxn>
                  </a:cxnLst>
                  <a:rect l="0" t="0" r="r" b="b"/>
                  <a:pathLst>
                    <a:path w="4" h="3">
                      <a:moveTo>
                        <a:pt x="2" y="0"/>
                      </a:moveTo>
                      <a:lnTo>
                        <a:pt x="4" y="3"/>
                      </a:lnTo>
                      <a:lnTo>
                        <a:pt x="0" y="3"/>
                      </a:lnTo>
                      <a:lnTo>
                        <a:pt x="0" y="0"/>
                      </a:lnTo>
                      <a:lnTo>
                        <a:pt x="2"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7" name="Freeform 739">
                  <a:extLst>
                    <a:ext uri="{FF2B5EF4-FFF2-40B4-BE49-F238E27FC236}">
                      <a16:creationId xmlns:a16="http://schemas.microsoft.com/office/drawing/2014/main" id="{28012E63-7AEA-2591-62A0-AEB8AF41D842}"/>
                    </a:ext>
                  </a:extLst>
                </p:cNvPr>
                <p:cNvSpPr>
                  <a:spLocks/>
                </p:cNvSpPr>
                <p:nvPr/>
              </p:nvSpPr>
              <p:spPr bwMode="gray">
                <a:xfrm>
                  <a:off x="6033753" y="2690146"/>
                  <a:ext cx="13918" cy="4641"/>
                </a:xfrm>
                <a:custGeom>
                  <a:avLst/>
                  <a:gdLst/>
                  <a:ahLst/>
                  <a:cxnLst>
                    <a:cxn ang="0">
                      <a:pos x="2" y="0"/>
                    </a:cxn>
                    <a:cxn ang="0">
                      <a:pos x="0" y="0"/>
                    </a:cxn>
                    <a:cxn ang="0">
                      <a:pos x="3" y="1"/>
                    </a:cxn>
                    <a:cxn ang="0">
                      <a:pos x="2" y="0"/>
                    </a:cxn>
                  </a:cxnLst>
                  <a:rect l="0" t="0" r="r" b="b"/>
                  <a:pathLst>
                    <a:path w="3" h="1">
                      <a:moveTo>
                        <a:pt x="2" y="0"/>
                      </a:moveTo>
                      <a:lnTo>
                        <a:pt x="0" y="0"/>
                      </a:lnTo>
                      <a:lnTo>
                        <a:pt x="3" y="1"/>
                      </a:lnTo>
                      <a:lnTo>
                        <a:pt x="2"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8" name="Freeform 740">
                  <a:extLst>
                    <a:ext uri="{FF2B5EF4-FFF2-40B4-BE49-F238E27FC236}">
                      <a16:creationId xmlns:a16="http://schemas.microsoft.com/office/drawing/2014/main" id="{81B4C11C-AFF1-DABF-49B5-9F151EC7F62C}"/>
                    </a:ext>
                  </a:extLst>
                </p:cNvPr>
                <p:cNvSpPr>
                  <a:spLocks/>
                </p:cNvSpPr>
                <p:nvPr/>
              </p:nvSpPr>
              <p:spPr bwMode="gray">
                <a:xfrm>
                  <a:off x="6029114" y="2699423"/>
                  <a:ext cx="41753" cy="23196"/>
                </a:xfrm>
                <a:custGeom>
                  <a:avLst/>
                  <a:gdLst/>
                  <a:ahLst/>
                  <a:cxnLst>
                    <a:cxn ang="0">
                      <a:pos x="5" y="4"/>
                    </a:cxn>
                    <a:cxn ang="0">
                      <a:pos x="3" y="0"/>
                    </a:cxn>
                    <a:cxn ang="0">
                      <a:pos x="0" y="1"/>
                    </a:cxn>
                    <a:cxn ang="0">
                      <a:pos x="3" y="3"/>
                    </a:cxn>
                    <a:cxn ang="0">
                      <a:pos x="3" y="4"/>
                    </a:cxn>
                    <a:cxn ang="0">
                      <a:pos x="1" y="4"/>
                    </a:cxn>
                    <a:cxn ang="0">
                      <a:pos x="3" y="5"/>
                    </a:cxn>
                    <a:cxn ang="0">
                      <a:pos x="9" y="5"/>
                    </a:cxn>
                    <a:cxn ang="0">
                      <a:pos x="5" y="4"/>
                    </a:cxn>
                  </a:cxnLst>
                  <a:rect l="0" t="0" r="r" b="b"/>
                  <a:pathLst>
                    <a:path w="9" h="5">
                      <a:moveTo>
                        <a:pt x="5" y="4"/>
                      </a:moveTo>
                      <a:lnTo>
                        <a:pt x="3" y="0"/>
                      </a:lnTo>
                      <a:lnTo>
                        <a:pt x="0" y="1"/>
                      </a:lnTo>
                      <a:lnTo>
                        <a:pt x="3" y="3"/>
                      </a:lnTo>
                      <a:lnTo>
                        <a:pt x="3" y="4"/>
                      </a:lnTo>
                      <a:lnTo>
                        <a:pt x="1" y="4"/>
                      </a:lnTo>
                      <a:lnTo>
                        <a:pt x="3" y="5"/>
                      </a:lnTo>
                      <a:lnTo>
                        <a:pt x="9" y="5"/>
                      </a:lnTo>
                      <a:lnTo>
                        <a:pt x="5" y="4"/>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9" name="Freeform 741">
                  <a:extLst>
                    <a:ext uri="{FF2B5EF4-FFF2-40B4-BE49-F238E27FC236}">
                      <a16:creationId xmlns:a16="http://schemas.microsoft.com/office/drawing/2014/main" id="{01E61661-66D6-7C50-7125-AA09F73FD4BB}"/>
                    </a:ext>
                  </a:extLst>
                </p:cNvPr>
                <p:cNvSpPr>
                  <a:spLocks/>
                </p:cNvSpPr>
                <p:nvPr/>
              </p:nvSpPr>
              <p:spPr bwMode="gray">
                <a:xfrm>
                  <a:off x="6024475" y="4197820"/>
                  <a:ext cx="9278" cy="37112"/>
                </a:xfrm>
                <a:custGeom>
                  <a:avLst/>
                  <a:gdLst/>
                  <a:ahLst/>
                  <a:cxnLst>
                    <a:cxn ang="0">
                      <a:pos x="2" y="4"/>
                    </a:cxn>
                    <a:cxn ang="0">
                      <a:pos x="2" y="8"/>
                    </a:cxn>
                    <a:cxn ang="0">
                      <a:pos x="0" y="7"/>
                    </a:cxn>
                    <a:cxn ang="0">
                      <a:pos x="0" y="0"/>
                    </a:cxn>
                    <a:cxn ang="0">
                      <a:pos x="2" y="0"/>
                    </a:cxn>
                    <a:cxn ang="0">
                      <a:pos x="2" y="4"/>
                    </a:cxn>
                  </a:cxnLst>
                  <a:rect l="0" t="0" r="r" b="b"/>
                  <a:pathLst>
                    <a:path w="2" h="8">
                      <a:moveTo>
                        <a:pt x="2" y="4"/>
                      </a:moveTo>
                      <a:lnTo>
                        <a:pt x="2" y="8"/>
                      </a:lnTo>
                      <a:lnTo>
                        <a:pt x="0" y="7"/>
                      </a:lnTo>
                      <a:lnTo>
                        <a:pt x="0" y="0"/>
                      </a:lnTo>
                      <a:lnTo>
                        <a:pt x="2" y="0"/>
                      </a:lnTo>
                      <a:lnTo>
                        <a:pt x="2" y="4"/>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0" name="Freeform 742">
                  <a:extLst>
                    <a:ext uri="{FF2B5EF4-FFF2-40B4-BE49-F238E27FC236}">
                      <a16:creationId xmlns:a16="http://schemas.microsoft.com/office/drawing/2014/main" id="{288E01CE-DADA-367F-7074-5AE997E9DC52}"/>
                    </a:ext>
                  </a:extLst>
                </p:cNvPr>
                <p:cNvSpPr>
                  <a:spLocks/>
                </p:cNvSpPr>
                <p:nvPr/>
              </p:nvSpPr>
              <p:spPr bwMode="gray">
                <a:xfrm>
                  <a:off x="5996640" y="4258125"/>
                  <a:ext cx="23196" cy="51031"/>
                </a:xfrm>
                <a:custGeom>
                  <a:avLst/>
                  <a:gdLst/>
                  <a:ahLst/>
                  <a:cxnLst>
                    <a:cxn ang="0">
                      <a:pos x="0" y="0"/>
                    </a:cxn>
                    <a:cxn ang="0">
                      <a:pos x="5" y="11"/>
                    </a:cxn>
                    <a:cxn ang="0">
                      <a:pos x="0" y="8"/>
                    </a:cxn>
                    <a:cxn ang="0">
                      <a:pos x="0" y="0"/>
                    </a:cxn>
                  </a:cxnLst>
                  <a:rect l="0" t="0" r="r" b="b"/>
                  <a:pathLst>
                    <a:path w="5" h="11">
                      <a:moveTo>
                        <a:pt x="0" y="0"/>
                      </a:moveTo>
                      <a:lnTo>
                        <a:pt x="5" y="11"/>
                      </a:lnTo>
                      <a:lnTo>
                        <a:pt x="0" y="8"/>
                      </a:lnTo>
                      <a:lnTo>
                        <a:pt x="0"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1" name="Freeform 744">
                  <a:extLst>
                    <a:ext uri="{FF2B5EF4-FFF2-40B4-BE49-F238E27FC236}">
                      <a16:creationId xmlns:a16="http://schemas.microsoft.com/office/drawing/2014/main" id="{597F5B92-0CD7-E5FF-099D-88EE869A8B54}"/>
                    </a:ext>
                  </a:extLst>
                </p:cNvPr>
                <p:cNvSpPr>
                  <a:spLocks/>
                </p:cNvSpPr>
                <p:nvPr/>
              </p:nvSpPr>
              <p:spPr bwMode="gray">
                <a:xfrm>
                  <a:off x="6265702" y="4666357"/>
                  <a:ext cx="18556" cy="37112"/>
                </a:xfrm>
                <a:custGeom>
                  <a:avLst/>
                  <a:gdLst/>
                  <a:ahLst/>
                  <a:cxnLst>
                    <a:cxn ang="0">
                      <a:pos x="2" y="0"/>
                    </a:cxn>
                    <a:cxn ang="0">
                      <a:pos x="4" y="8"/>
                    </a:cxn>
                    <a:cxn ang="0">
                      <a:pos x="0" y="4"/>
                    </a:cxn>
                    <a:cxn ang="0">
                      <a:pos x="0" y="1"/>
                    </a:cxn>
                    <a:cxn ang="0">
                      <a:pos x="2" y="0"/>
                    </a:cxn>
                  </a:cxnLst>
                  <a:rect l="0" t="0" r="r" b="b"/>
                  <a:pathLst>
                    <a:path w="4" h="8">
                      <a:moveTo>
                        <a:pt x="2" y="0"/>
                      </a:moveTo>
                      <a:lnTo>
                        <a:pt x="4" y="8"/>
                      </a:lnTo>
                      <a:lnTo>
                        <a:pt x="0" y="4"/>
                      </a:lnTo>
                      <a:lnTo>
                        <a:pt x="0" y="1"/>
                      </a:lnTo>
                      <a:lnTo>
                        <a:pt x="2"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2" name="Freeform 745">
                  <a:extLst>
                    <a:ext uri="{FF2B5EF4-FFF2-40B4-BE49-F238E27FC236}">
                      <a16:creationId xmlns:a16="http://schemas.microsoft.com/office/drawing/2014/main" id="{6DA0CA9F-6E94-31AA-69DA-9B0FF3C4CCD5}"/>
                    </a:ext>
                  </a:extLst>
                </p:cNvPr>
                <p:cNvSpPr>
                  <a:spLocks/>
                </p:cNvSpPr>
                <p:nvPr/>
              </p:nvSpPr>
              <p:spPr bwMode="gray">
                <a:xfrm>
                  <a:off x="6293535" y="4731302"/>
                  <a:ext cx="18556" cy="9278"/>
                </a:xfrm>
                <a:custGeom>
                  <a:avLst/>
                  <a:gdLst/>
                  <a:ahLst/>
                  <a:cxnLst>
                    <a:cxn ang="0">
                      <a:pos x="4" y="2"/>
                    </a:cxn>
                    <a:cxn ang="0">
                      <a:pos x="0" y="0"/>
                    </a:cxn>
                    <a:cxn ang="0">
                      <a:pos x="4" y="2"/>
                    </a:cxn>
                  </a:cxnLst>
                  <a:rect l="0" t="0" r="r" b="b"/>
                  <a:pathLst>
                    <a:path w="4" h="2">
                      <a:moveTo>
                        <a:pt x="4" y="2"/>
                      </a:moveTo>
                      <a:lnTo>
                        <a:pt x="0" y="0"/>
                      </a:lnTo>
                      <a:lnTo>
                        <a:pt x="4" y="2"/>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3" name="Freeform 746">
                  <a:extLst>
                    <a:ext uri="{FF2B5EF4-FFF2-40B4-BE49-F238E27FC236}">
                      <a16:creationId xmlns:a16="http://schemas.microsoft.com/office/drawing/2014/main" id="{D3D3DA37-81AB-678A-CB62-A20211E2E969}"/>
                    </a:ext>
                  </a:extLst>
                </p:cNvPr>
                <p:cNvSpPr>
                  <a:spLocks/>
                </p:cNvSpPr>
                <p:nvPr/>
              </p:nvSpPr>
              <p:spPr bwMode="gray">
                <a:xfrm>
                  <a:off x="6339925" y="4722024"/>
                  <a:ext cx="13918" cy="23196"/>
                </a:xfrm>
                <a:custGeom>
                  <a:avLst/>
                  <a:gdLst/>
                  <a:ahLst/>
                  <a:cxnLst>
                    <a:cxn ang="0">
                      <a:pos x="3" y="0"/>
                    </a:cxn>
                    <a:cxn ang="0">
                      <a:pos x="3" y="5"/>
                    </a:cxn>
                    <a:cxn ang="0">
                      <a:pos x="0" y="1"/>
                    </a:cxn>
                    <a:cxn ang="0">
                      <a:pos x="3" y="0"/>
                    </a:cxn>
                  </a:cxnLst>
                  <a:rect l="0" t="0" r="r" b="b"/>
                  <a:pathLst>
                    <a:path w="3" h="5">
                      <a:moveTo>
                        <a:pt x="3" y="0"/>
                      </a:moveTo>
                      <a:lnTo>
                        <a:pt x="3" y="5"/>
                      </a:lnTo>
                      <a:lnTo>
                        <a:pt x="0" y="1"/>
                      </a:lnTo>
                      <a:lnTo>
                        <a:pt x="3"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4" name="Freeform 747">
                  <a:extLst>
                    <a:ext uri="{FF2B5EF4-FFF2-40B4-BE49-F238E27FC236}">
                      <a16:creationId xmlns:a16="http://schemas.microsoft.com/office/drawing/2014/main" id="{188041F6-3C47-BEBD-F42A-AFDCFC748B63}"/>
                    </a:ext>
                  </a:extLst>
                </p:cNvPr>
                <p:cNvSpPr>
                  <a:spLocks/>
                </p:cNvSpPr>
                <p:nvPr/>
              </p:nvSpPr>
              <p:spPr bwMode="gray">
                <a:xfrm>
                  <a:off x="6395594" y="4768414"/>
                  <a:ext cx="9278" cy="13918"/>
                </a:xfrm>
                <a:custGeom>
                  <a:avLst/>
                  <a:gdLst/>
                  <a:ahLst/>
                  <a:cxnLst>
                    <a:cxn ang="0">
                      <a:pos x="2" y="1"/>
                    </a:cxn>
                    <a:cxn ang="0">
                      <a:pos x="2" y="3"/>
                    </a:cxn>
                    <a:cxn ang="0">
                      <a:pos x="1" y="3"/>
                    </a:cxn>
                    <a:cxn ang="0">
                      <a:pos x="0" y="0"/>
                    </a:cxn>
                    <a:cxn ang="0">
                      <a:pos x="2" y="1"/>
                    </a:cxn>
                  </a:cxnLst>
                  <a:rect l="0" t="0" r="r" b="b"/>
                  <a:pathLst>
                    <a:path w="2" h="3">
                      <a:moveTo>
                        <a:pt x="2" y="1"/>
                      </a:moveTo>
                      <a:lnTo>
                        <a:pt x="2" y="3"/>
                      </a:lnTo>
                      <a:lnTo>
                        <a:pt x="1" y="3"/>
                      </a:lnTo>
                      <a:lnTo>
                        <a:pt x="0" y="0"/>
                      </a:lnTo>
                      <a:lnTo>
                        <a:pt x="2" y="1"/>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5" name="Freeform 748">
                  <a:extLst>
                    <a:ext uri="{FF2B5EF4-FFF2-40B4-BE49-F238E27FC236}">
                      <a16:creationId xmlns:a16="http://schemas.microsoft.com/office/drawing/2014/main" id="{ECF220CB-67F1-EE14-EC6F-B11A40F9EBE7}"/>
                    </a:ext>
                  </a:extLst>
                </p:cNvPr>
                <p:cNvSpPr>
                  <a:spLocks/>
                </p:cNvSpPr>
                <p:nvPr/>
              </p:nvSpPr>
              <p:spPr bwMode="gray">
                <a:xfrm>
                  <a:off x="6483736" y="4522549"/>
                  <a:ext cx="13918" cy="4641"/>
                </a:xfrm>
                <a:custGeom>
                  <a:avLst/>
                  <a:gdLst/>
                  <a:ahLst/>
                  <a:cxnLst>
                    <a:cxn ang="0">
                      <a:pos x="2" y="0"/>
                    </a:cxn>
                    <a:cxn ang="0">
                      <a:pos x="0" y="1"/>
                    </a:cxn>
                    <a:cxn ang="0">
                      <a:pos x="2" y="1"/>
                    </a:cxn>
                    <a:cxn ang="0">
                      <a:pos x="3" y="0"/>
                    </a:cxn>
                    <a:cxn ang="0">
                      <a:pos x="2" y="0"/>
                    </a:cxn>
                  </a:cxnLst>
                  <a:rect l="0" t="0" r="r" b="b"/>
                  <a:pathLst>
                    <a:path w="3" h="1">
                      <a:moveTo>
                        <a:pt x="2" y="0"/>
                      </a:moveTo>
                      <a:lnTo>
                        <a:pt x="0" y="1"/>
                      </a:lnTo>
                      <a:lnTo>
                        <a:pt x="2" y="1"/>
                      </a:lnTo>
                      <a:lnTo>
                        <a:pt x="3" y="0"/>
                      </a:lnTo>
                      <a:lnTo>
                        <a:pt x="2"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6" name="Freeform 749">
                  <a:extLst>
                    <a:ext uri="{FF2B5EF4-FFF2-40B4-BE49-F238E27FC236}">
                      <a16:creationId xmlns:a16="http://schemas.microsoft.com/office/drawing/2014/main" id="{77FD671C-35B8-0141-8138-C0423C234993}"/>
                    </a:ext>
                  </a:extLst>
                </p:cNvPr>
                <p:cNvSpPr>
                  <a:spLocks/>
                </p:cNvSpPr>
                <p:nvPr/>
              </p:nvSpPr>
              <p:spPr bwMode="gray">
                <a:xfrm>
                  <a:off x="6261064" y="4726665"/>
                  <a:ext cx="496374" cy="1015941"/>
                </a:xfrm>
                <a:custGeom>
                  <a:avLst/>
                  <a:gdLst/>
                  <a:ahLst/>
                  <a:cxnLst>
                    <a:cxn ang="0">
                      <a:pos x="19" y="63"/>
                    </a:cxn>
                    <a:cxn ang="0">
                      <a:pos x="29" y="60"/>
                    </a:cxn>
                    <a:cxn ang="0">
                      <a:pos x="32" y="60"/>
                    </a:cxn>
                    <a:cxn ang="0">
                      <a:pos x="36" y="58"/>
                    </a:cxn>
                    <a:cxn ang="0">
                      <a:pos x="42" y="57"/>
                    </a:cxn>
                    <a:cxn ang="0">
                      <a:pos x="50" y="61"/>
                    </a:cxn>
                    <a:cxn ang="0">
                      <a:pos x="48" y="54"/>
                    </a:cxn>
                    <a:cxn ang="0">
                      <a:pos x="55" y="49"/>
                    </a:cxn>
                    <a:cxn ang="0">
                      <a:pos x="60" y="52"/>
                    </a:cxn>
                    <a:cxn ang="0">
                      <a:pos x="61" y="42"/>
                    </a:cxn>
                    <a:cxn ang="0">
                      <a:pos x="62" y="44"/>
                    </a:cxn>
                    <a:cxn ang="0">
                      <a:pos x="70" y="39"/>
                    </a:cxn>
                    <a:cxn ang="0">
                      <a:pos x="69" y="30"/>
                    </a:cxn>
                    <a:cxn ang="0">
                      <a:pos x="69" y="22"/>
                    </a:cxn>
                    <a:cxn ang="0">
                      <a:pos x="73" y="22"/>
                    </a:cxn>
                    <a:cxn ang="0">
                      <a:pos x="78" y="17"/>
                    </a:cxn>
                    <a:cxn ang="0">
                      <a:pos x="82" y="17"/>
                    </a:cxn>
                    <a:cxn ang="0">
                      <a:pos x="82" y="4"/>
                    </a:cxn>
                    <a:cxn ang="0">
                      <a:pos x="88" y="0"/>
                    </a:cxn>
                    <a:cxn ang="0">
                      <a:pos x="107" y="52"/>
                    </a:cxn>
                    <a:cxn ang="0">
                      <a:pos x="103" y="59"/>
                    </a:cxn>
                    <a:cxn ang="0">
                      <a:pos x="98" y="52"/>
                    </a:cxn>
                    <a:cxn ang="0">
                      <a:pos x="99" y="70"/>
                    </a:cxn>
                    <a:cxn ang="0">
                      <a:pos x="91" y="103"/>
                    </a:cxn>
                    <a:cxn ang="0">
                      <a:pos x="64" y="193"/>
                    </a:cxn>
                    <a:cxn ang="0">
                      <a:pos x="57" y="208"/>
                    </a:cxn>
                    <a:cxn ang="0">
                      <a:pos x="42" y="212"/>
                    </a:cxn>
                    <a:cxn ang="0">
                      <a:pos x="13" y="208"/>
                    </a:cxn>
                    <a:cxn ang="0">
                      <a:pos x="6" y="192"/>
                    </a:cxn>
                    <a:cxn ang="0">
                      <a:pos x="5" y="176"/>
                    </a:cxn>
                    <a:cxn ang="0">
                      <a:pos x="0" y="156"/>
                    </a:cxn>
                    <a:cxn ang="0">
                      <a:pos x="6" y="146"/>
                    </a:cxn>
                    <a:cxn ang="0">
                      <a:pos x="11" y="138"/>
                    </a:cxn>
                    <a:cxn ang="0">
                      <a:pos x="19" y="118"/>
                    </a:cxn>
                    <a:cxn ang="0">
                      <a:pos x="13" y="90"/>
                    </a:cxn>
                    <a:cxn ang="0">
                      <a:pos x="18" y="69"/>
                    </a:cxn>
                  </a:cxnLst>
                  <a:rect l="0" t="0" r="r" b="b"/>
                  <a:pathLst>
                    <a:path w="107" h="219">
                      <a:moveTo>
                        <a:pt x="18" y="65"/>
                      </a:moveTo>
                      <a:lnTo>
                        <a:pt x="19" y="63"/>
                      </a:lnTo>
                      <a:lnTo>
                        <a:pt x="25" y="63"/>
                      </a:lnTo>
                      <a:lnTo>
                        <a:pt x="29" y="60"/>
                      </a:lnTo>
                      <a:lnTo>
                        <a:pt x="31" y="63"/>
                      </a:lnTo>
                      <a:lnTo>
                        <a:pt x="32" y="60"/>
                      </a:lnTo>
                      <a:lnTo>
                        <a:pt x="34" y="61"/>
                      </a:lnTo>
                      <a:lnTo>
                        <a:pt x="36" y="58"/>
                      </a:lnTo>
                      <a:lnTo>
                        <a:pt x="39" y="58"/>
                      </a:lnTo>
                      <a:lnTo>
                        <a:pt x="42" y="57"/>
                      </a:lnTo>
                      <a:lnTo>
                        <a:pt x="47" y="61"/>
                      </a:lnTo>
                      <a:lnTo>
                        <a:pt x="50" y="61"/>
                      </a:lnTo>
                      <a:lnTo>
                        <a:pt x="47" y="57"/>
                      </a:lnTo>
                      <a:lnTo>
                        <a:pt x="48" y="54"/>
                      </a:lnTo>
                      <a:lnTo>
                        <a:pt x="54" y="48"/>
                      </a:lnTo>
                      <a:lnTo>
                        <a:pt x="55" y="49"/>
                      </a:lnTo>
                      <a:lnTo>
                        <a:pt x="56" y="53"/>
                      </a:lnTo>
                      <a:lnTo>
                        <a:pt x="60" y="52"/>
                      </a:lnTo>
                      <a:lnTo>
                        <a:pt x="57" y="47"/>
                      </a:lnTo>
                      <a:lnTo>
                        <a:pt x="61" y="42"/>
                      </a:lnTo>
                      <a:lnTo>
                        <a:pt x="62" y="39"/>
                      </a:lnTo>
                      <a:lnTo>
                        <a:pt x="62" y="44"/>
                      </a:lnTo>
                      <a:lnTo>
                        <a:pt x="67" y="39"/>
                      </a:lnTo>
                      <a:lnTo>
                        <a:pt x="70" y="39"/>
                      </a:lnTo>
                      <a:lnTo>
                        <a:pt x="66" y="34"/>
                      </a:lnTo>
                      <a:lnTo>
                        <a:pt x="69" y="30"/>
                      </a:lnTo>
                      <a:lnTo>
                        <a:pt x="70" y="32"/>
                      </a:lnTo>
                      <a:lnTo>
                        <a:pt x="69" y="22"/>
                      </a:lnTo>
                      <a:lnTo>
                        <a:pt x="70" y="21"/>
                      </a:lnTo>
                      <a:lnTo>
                        <a:pt x="73" y="22"/>
                      </a:lnTo>
                      <a:lnTo>
                        <a:pt x="74" y="26"/>
                      </a:lnTo>
                      <a:lnTo>
                        <a:pt x="78" y="17"/>
                      </a:lnTo>
                      <a:lnTo>
                        <a:pt x="80" y="18"/>
                      </a:lnTo>
                      <a:lnTo>
                        <a:pt x="82" y="17"/>
                      </a:lnTo>
                      <a:lnTo>
                        <a:pt x="84" y="6"/>
                      </a:lnTo>
                      <a:lnTo>
                        <a:pt x="82" y="4"/>
                      </a:lnTo>
                      <a:lnTo>
                        <a:pt x="84" y="5"/>
                      </a:lnTo>
                      <a:lnTo>
                        <a:pt x="88" y="0"/>
                      </a:lnTo>
                      <a:lnTo>
                        <a:pt x="99" y="12"/>
                      </a:lnTo>
                      <a:lnTo>
                        <a:pt x="107" y="52"/>
                      </a:lnTo>
                      <a:lnTo>
                        <a:pt x="105" y="59"/>
                      </a:lnTo>
                      <a:lnTo>
                        <a:pt x="103" y="59"/>
                      </a:lnTo>
                      <a:lnTo>
                        <a:pt x="100" y="52"/>
                      </a:lnTo>
                      <a:lnTo>
                        <a:pt x="98" y="52"/>
                      </a:lnTo>
                      <a:lnTo>
                        <a:pt x="97" y="63"/>
                      </a:lnTo>
                      <a:lnTo>
                        <a:pt x="99" y="70"/>
                      </a:lnTo>
                      <a:lnTo>
                        <a:pt x="93" y="80"/>
                      </a:lnTo>
                      <a:lnTo>
                        <a:pt x="91" y="103"/>
                      </a:lnTo>
                      <a:lnTo>
                        <a:pt x="79" y="138"/>
                      </a:lnTo>
                      <a:lnTo>
                        <a:pt x="64" y="193"/>
                      </a:lnTo>
                      <a:lnTo>
                        <a:pt x="61" y="201"/>
                      </a:lnTo>
                      <a:lnTo>
                        <a:pt x="57" y="208"/>
                      </a:lnTo>
                      <a:lnTo>
                        <a:pt x="53" y="211"/>
                      </a:lnTo>
                      <a:lnTo>
                        <a:pt x="42" y="212"/>
                      </a:lnTo>
                      <a:lnTo>
                        <a:pt x="29" y="219"/>
                      </a:lnTo>
                      <a:lnTo>
                        <a:pt x="13" y="208"/>
                      </a:lnTo>
                      <a:lnTo>
                        <a:pt x="9" y="201"/>
                      </a:lnTo>
                      <a:lnTo>
                        <a:pt x="6" y="192"/>
                      </a:lnTo>
                      <a:lnTo>
                        <a:pt x="7" y="184"/>
                      </a:lnTo>
                      <a:lnTo>
                        <a:pt x="5" y="176"/>
                      </a:lnTo>
                      <a:lnTo>
                        <a:pt x="0" y="169"/>
                      </a:lnTo>
                      <a:lnTo>
                        <a:pt x="0" y="156"/>
                      </a:lnTo>
                      <a:lnTo>
                        <a:pt x="4" y="149"/>
                      </a:lnTo>
                      <a:lnTo>
                        <a:pt x="6" y="146"/>
                      </a:lnTo>
                      <a:lnTo>
                        <a:pt x="7" y="145"/>
                      </a:lnTo>
                      <a:lnTo>
                        <a:pt x="11" y="138"/>
                      </a:lnTo>
                      <a:lnTo>
                        <a:pt x="19" y="123"/>
                      </a:lnTo>
                      <a:lnTo>
                        <a:pt x="19" y="118"/>
                      </a:lnTo>
                      <a:lnTo>
                        <a:pt x="14" y="106"/>
                      </a:lnTo>
                      <a:lnTo>
                        <a:pt x="13" y="90"/>
                      </a:lnTo>
                      <a:lnTo>
                        <a:pt x="10" y="85"/>
                      </a:lnTo>
                      <a:lnTo>
                        <a:pt x="18" y="69"/>
                      </a:lnTo>
                      <a:lnTo>
                        <a:pt x="18" y="65"/>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7" name="Freeform 752">
                  <a:extLst>
                    <a:ext uri="{FF2B5EF4-FFF2-40B4-BE49-F238E27FC236}">
                      <a16:creationId xmlns:a16="http://schemas.microsoft.com/office/drawing/2014/main" id="{D8371C0D-D760-DB3D-38E0-940D5ACE80D0}"/>
                    </a:ext>
                  </a:extLst>
                </p:cNvPr>
                <p:cNvSpPr>
                  <a:spLocks/>
                </p:cNvSpPr>
                <p:nvPr/>
              </p:nvSpPr>
              <p:spPr bwMode="gray">
                <a:xfrm>
                  <a:off x="3904457" y="3692168"/>
                  <a:ext cx="134533" cy="88143"/>
                </a:xfrm>
                <a:custGeom>
                  <a:avLst/>
                  <a:gdLst/>
                  <a:ahLst/>
                  <a:cxnLst>
                    <a:cxn ang="0">
                      <a:pos x="29" y="0"/>
                    </a:cxn>
                    <a:cxn ang="0">
                      <a:pos x="5" y="1"/>
                    </a:cxn>
                    <a:cxn ang="0">
                      <a:pos x="2" y="9"/>
                    </a:cxn>
                    <a:cxn ang="0">
                      <a:pos x="0" y="16"/>
                    </a:cxn>
                    <a:cxn ang="0">
                      <a:pos x="4" y="17"/>
                    </a:cxn>
                    <a:cxn ang="0">
                      <a:pos x="2" y="19"/>
                    </a:cxn>
                    <a:cxn ang="0">
                      <a:pos x="10" y="17"/>
                    </a:cxn>
                    <a:cxn ang="0">
                      <a:pos x="29" y="17"/>
                    </a:cxn>
                    <a:cxn ang="0">
                      <a:pos x="27" y="3"/>
                    </a:cxn>
                    <a:cxn ang="0">
                      <a:pos x="29" y="0"/>
                    </a:cxn>
                  </a:cxnLst>
                  <a:rect l="0" t="0" r="r" b="b"/>
                  <a:pathLst>
                    <a:path w="29" h="19">
                      <a:moveTo>
                        <a:pt x="29" y="0"/>
                      </a:moveTo>
                      <a:lnTo>
                        <a:pt x="5" y="1"/>
                      </a:lnTo>
                      <a:lnTo>
                        <a:pt x="2" y="9"/>
                      </a:lnTo>
                      <a:lnTo>
                        <a:pt x="0" y="16"/>
                      </a:lnTo>
                      <a:lnTo>
                        <a:pt x="4" y="17"/>
                      </a:lnTo>
                      <a:lnTo>
                        <a:pt x="2" y="19"/>
                      </a:lnTo>
                      <a:lnTo>
                        <a:pt x="10" y="17"/>
                      </a:lnTo>
                      <a:lnTo>
                        <a:pt x="29" y="17"/>
                      </a:lnTo>
                      <a:lnTo>
                        <a:pt x="27" y="3"/>
                      </a:lnTo>
                      <a:lnTo>
                        <a:pt x="29"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8" name="Freeform 753">
                  <a:extLst>
                    <a:ext uri="{FF2B5EF4-FFF2-40B4-BE49-F238E27FC236}">
                      <a16:creationId xmlns:a16="http://schemas.microsoft.com/office/drawing/2014/main" id="{CC334252-9183-6A77-68ED-9FBC5992E4C9}"/>
                    </a:ext>
                  </a:extLst>
                </p:cNvPr>
                <p:cNvSpPr>
                  <a:spLocks/>
                </p:cNvSpPr>
                <p:nvPr/>
              </p:nvSpPr>
              <p:spPr bwMode="gray">
                <a:xfrm>
                  <a:off x="3844149" y="3576194"/>
                  <a:ext cx="32474" cy="32474"/>
                </a:xfrm>
                <a:custGeom>
                  <a:avLst/>
                  <a:gdLst/>
                  <a:ahLst/>
                  <a:cxnLst>
                    <a:cxn ang="0">
                      <a:pos x="7" y="3"/>
                    </a:cxn>
                    <a:cxn ang="0">
                      <a:pos x="5" y="7"/>
                    </a:cxn>
                    <a:cxn ang="0">
                      <a:pos x="0" y="7"/>
                    </a:cxn>
                    <a:cxn ang="0">
                      <a:pos x="2" y="0"/>
                    </a:cxn>
                    <a:cxn ang="0">
                      <a:pos x="7" y="3"/>
                    </a:cxn>
                  </a:cxnLst>
                  <a:rect l="0" t="0" r="r" b="b"/>
                  <a:pathLst>
                    <a:path w="7" h="7">
                      <a:moveTo>
                        <a:pt x="7" y="3"/>
                      </a:moveTo>
                      <a:lnTo>
                        <a:pt x="5" y="7"/>
                      </a:lnTo>
                      <a:lnTo>
                        <a:pt x="0" y="7"/>
                      </a:lnTo>
                      <a:lnTo>
                        <a:pt x="2" y="0"/>
                      </a:lnTo>
                      <a:lnTo>
                        <a:pt x="7" y="3"/>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9" name="Freeform 755">
                  <a:extLst>
                    <a:ext uri="{FF2B5EF4-FFF2-40B4-BE49-F238E27FC236}">
                      <a16:creationId xmlns:a16="http://schemas.microsoft.com/office/drawing/2014/main" id="{4415A73A-416B-694A-5A0E-E143EB0444CD}"/>
                    </a:ext>
                  </a:extLst>
                </p:cNvPr>
                <p:cNvSpPr>
                  <a:spLocks/>
                </p:cNvSpPr>
                <p:nvPr/>
              </p:nvSpPr>
              <p:spPr bwMode="gray">
                <a:xfrm>
                  <a:off x="3760647" y="3724643"/>
                  <a:ext cx="4641" cy="9278"/>
                </a:xfrm>
                <a:custGeom>
                  <a:avLst/>
                  <a:gdLst/>
                  <a:ahLst/>
                  <a:cxnLst>
                    <a:cxn ang="0">
                      <a:pos x="1" y="0"/>
                    </a:cxn>
                    <a:cxn ang="0">
                      <a:pos x="1" y="1"/>
                    </a:cxn>
                    <a:cxn ang="0">
                      <a:pos x="0" y="2"/>
                    </a:cxn>
                    <a:cxn ang="0">
                      <a:pos x="1" y="0"/>
                    </a:cxn>
                  </a:cxnLst>
                  <a:rect l="0" t="0" r="r" b="b"/>
                  <a:pathLst>
                    <a:path w="1" h="2">
                      <a:moveTo>
                        <a:pt x="1" y="0"/>
                      </a:moveTo>
                      <a:lnTo>
                        <a:pt x="1" y="1"/>
                      </a:lnTo>
                      <a:lnTo>
                        <a:pt x="0" y="2"/>
                      </a:lnTo>
                      <a:lnTo>
                        <a:pt x="1"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0" name="Freeform 756">
                  <a:extLst>
                    <a:ext uri="{FF2B5EF4-FFF2-40B4-BE49-F238E27FC236}">
                      <a16:creationId xmlns:a16="http://schemas.microsoft.com/office/drawing/2014/main" id="{A2922942-85C1-6215-552E-ACEF35E0D555}"/>
                    </a:ext>
                  </a:extLst>
                </p:cNvPr>
                <p:cNvSpPr>
                  <a:spLocks/>
                </p:cNvSpPr>
                <p:nvPr/>
              </p:nvSpPr>
              <p:spPr bwMode="gray">
                <a:xfrm>
                  <a:off x="3700341" y="3817423"/>
                  <a:ext cx="23196" cy="23196"/>
                </a:xfrm>
                <a:custGeom>
                  <a:avLst/>
                  <a:gdLst/>
                  <a:ahLst/>
                  <a:cxnLst>
                    <a:cxn ang="0">
                      <a:pos x="4" y="0"/>
                    </a:cxn>
                    <a:cxn ang="0">
                      <a:pos x="5" y="2"/>
                    </a:cxn>
                    <a:cxn ang="0">
                      <a:pos x="2" y="5"/>
                    </a:cxn>
                    <a:cxn ang="0">
                      <a:pos x="0" y="2"/>
                    </a:cxn>
                    <a:cxn ang="0">
                      <a:pos x="4" y="0"/>
                    </a:cxn>
                  </a:cxnLst>
                  <a:rect l="0" t="0" r="r" b="b"/>
                  <a:pathLst>
                    <a:path w="5" h="5">
                      <a:moveTo>
                        <a:pt x="4" y="0"/>
                      </a:moveTo>
                      <a:lnTo>
                        <a:pt x="5" y="2"/>
                      </a:lnTo>
                      <a:lnTo>
                        <a:pt x="2" y="5"/>
                      </a:lnTo>
                      <a:lnTo>
                        <a:pt x="0" y="2"/>
                      </a:lnTo>
                      <a:lnTo>
                        <a:pt x="4" y="0"/>
                      </a:lnTo>
                      <a:close/>
                    </a:path>
                  </a:pathLst>
                </a:custGeom>
                <a:grpFill/>
                <a:ln w="6350" cap="flat" cmpd="sng">
                  <a:solidFill>
                    <a:schemeClr val="bg1"/>
                  </a:solidFill>
                  <a:prstDash val="solid"/>
                  <a:round/>
                  <a:headEnd type="none" w="med" len="med"/>
                  <a:tailEnd type="non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1" name="Freeform 978">
                  <a:extLst>
                    <a:ext uri="{FF2B5EF4-FFF2-40B4-BE49-F238E27FC236}">
                      <a16:creationId xmlns:a16="http://schemas.microsoft.com/office/drawing/2014/main" id="{54CCEB5C-1A59-AE0B-008B-4006327101C2}"/>
                    </a:ext>
                  </a:extLst>
                </p:cNvPr>
                <p:cNvSpPr>
                  <a:spLocks/>
                </p:cNvSpPr>
                <p:nvPr/>
              </p:nvSpPr>
              <p:spPr bwMode="gray">
                <a:xfrm>
                  <a:off x="5384293" y="3692168"/>
                  <a:ext cx="60308" cy="78865"/>
                </a:xfrm>
                <a:custGeom>
                  <a:avLst/>
                  <a:gdLst/>
                  <a:ahLst/>
                  <a:cxnLst>
                    <a:cxn ang="0">
                      <a:pos x="12" y="0"/>
                    </a:cxn>
                    <a:cxn ang="0">
                      <a:pos x="0" y="11"/>
                    </a:cxn>
                    <a:cxn ang="0">
                      <a:pos x="0" y="14"/>
                    </a:cxn>
                    <a:cxn ang="0">
                      <a:pos x="0" y="17"/>
                    </a:cxn>
                    <a:cxn ang="0">
                      <a:pos x="2" y="17"/>
                    </a:cxn>
                    <a:cxn ang="0">
                      <a:pos x="7" y="11"/>
                    </a:cxn>
                    <a:cxn ang="0">
                      <a:pos x="12" y="8"/>
                    </a:cxn>
                    <a:cxn ang="0">
                      <a:pos x="13" y="5"/>
                    </a:cxn>
                    <a:cxn ang="0">
                      <a:pos x="13" y="0"/>
                    </a:cxn>
                    <a:cxn ang="0">
                      <a:pos x="12" y="0"/>
                    </a:cxn>
                  </a:cxnLst>
                  <a:rect l="0" t="0" r="r" b="b"/>
                  <a:pathLst>
                    <a:path w="13" h="17">
                      <a:moveTo>
                        <a:pt x="12" y="0"/>
                      </a:moveTo>
                      <a:lnTo>
                        <a:pt x="0" y="11"/>
                      </a:lnTo>
                      <a:lnTo>
                        <a:pt x="0" y="14"/>
                      </a:lnTo>
                      <a:lnTo>
                        <a:pt x="0" y="17"/>
                      </a:lnTo>
                      <a:lnTo>
                        <a:pt x="2" y="17"/>
                      </a:lnTo>
                      <a:lnTo>
                        <a:pt x="7" y="11"/>
                      </a:lnTo>
                      <a:lnTo>
                        <a:pt x="12" y="8"/>
                      </a:lnTo>
                      <a:lnTo>
                        <a:pt x="13" y="5"/>
                      </a:lnTo>
                      <a:lnTo>
                        <a:pt x="13" y="0"/>
                      </a:lnTo>
                      <a:lnTo>
                        <a:pt x="12"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2" name="Freeform 979">
                  <a:extLst>
                    <a:ext uri="{FF2B5EF4-FFF2-40B4-BE49-F238E27FC236}">
                      <a16:creationId xmlns:a16="http://schemas.microsoft.com/office/drawing/2014/main" id="{AA135E33-69CA-4455-C051-FF39F2D931C8}"/>
                    </a:ext>
                  </a:extLst>
                </p:cNvPr>
                <p:cNvSpPr>
                  <a:spLocks/>
                </p:cNvSpPr>
                <p:nvPr/>
              </p:nvSpPr>
              <p:spPr bwMode="gray">
                <a:xfrm>
                  <a:off x="3148299" y="3195797"/>
                  <a:ext cx="129892" cy="208756"/>
                </a:xfrm>
                <a:custGeom>
                  <a:avLst/>
                  <a:gdLst/>
                  <a:ahLst/>
                  <a:cxnLst>
                    <a:cxn ang="0">
                      <a:pos x="18" y="13"/>
                    </a:cxn>
                    <a:cxn ang="0">
                      <a:pos x="15" y="13"/>
                    </a:cxn>
                    <a:cxn ang="0">
                      <a:pos x="13" y="7"/>
                    </a:cxn>
                    <a:cxn ang="0">
                      <a:pos x="12" y="8"/>
                    </a:cxn>
                    <a:cxn ang="0">
                      <a:pos x="6" y="0"/>
                    </a:cxn>
                    <a:cxn ang="0">
                      <a:pos x="8" y="7"/>
                    </a:cxn>
                    <a:cxn ang="0">
                      <a:pos x="0" y="7"/>
                    </a:cxn>
                    <a:cxn ang="0">
                      <a:pos x="5" y="7"/>
                    </a:cxn>
                    <a:cxn ang="0">
                      <a:pos x="6" y="8"/>
                    </a:cxn>
                    <a:cxn ang="0">
                      <a:pos x="8" y="7"/>
                    </a:cxn>
                    <a:cxn ang="0">
                      <a:pos x="12" y="12"/>
                    </a:cxn>
                    <a:cxn ang="0">
                      <a:pos x="14" y="15"/>
                    </a:cxn>
                    <a:cxn ang="0">
                      <a:pos x="11" y="18"/>
                    </a:cxn>
                    <a:cxn ang="0">
                      <a:pos x="18" y="17"/>
                    </a:cxn>
                    <a:cxn ang="0">
                      <a:pos x="19" y="17"/>
                    </a:cxn>
                    <a:cxn ang="0">
                      <a:pos x="21" y="22"/>
                    </a:cxn>
                    <a:cxn ang="0">
                      <a:pos x="17" y="26"/>
                    </a:cxn>
                    <a:cxn ang="0">
                      <a:pos x="24" y="26"/>
                    </a:cxn>
                    <a:cxn ang="0">
                      <a:pos x="24" y="26"/>
                    </a:cxn>
                    <a:cxn ang="0">
                      <a:pos x="20" y="31"/>
                    </a:cxn>
                    <a:cxn ang="0">
                      <a:pos x="25" y="35"/>
                    </a:cxn>
                    <a:cxn ang="0">
                      <a:pos x="26" y="38"/>
                    </a:cxn>
                    <a:cxn ang="0">
                      <a:pos x="20" y="38"/>
                    </a:cxn>
                    <a:cxn ang="0">
                      <a:pos x="11" y="34"/>
                    </a:cxn>
                    <a:cxn ang="0">
                      <a:pos x="21" y="42"/>
                    </a:cxn>
                    <a:cxn ang="0">
                      <a:pos x="25" y="42"/>
                    </a:cxn>
                    <a:cxn ang="0">
                      <a:pos x="26" y="44"/>
                    </a:cxn>
                    <a:cxn ang="0">
                      <a:pos x="28" y="38"/>
                    </a:cxn>
                    <a:cxn ang="0">
                      <a:pos x="28" y="27"/>
                    </a:cxn>
                    <a:cxn ang="0">
                      <a:pos x="26" y="18"/>
                    </a:cxn>
                    <a:cxn ang="0">
                      <a:pos x="28" y="16"/>
                    </a:cxn>
                    <a:cxn ang="0">
                      <a:pos x="28" y="12"/>
                    </a:cxn>
                    <a:cxn ang="0">
                      <a:pos x="26" y="7"/>
                    </a:cxn>
                    <a:cxn ang="0">
                      <a:pos x="25" y="11"/>
                    </a:cxn>
                    <a:cxn ang="0">
                      <a:pos x="25" y="13"/>
                    </a:cxn>
                    <a:cxn ang="0">
                      <a:pos x="25" y="17"/>
                    </a:cxn>
                    <a:cxn ang="0">
                      <a:pos x="19" y="16"/>
                    </a:cxn>
                  </a:cxnLst>
                  <a:rect l="0" t="0" r="r" b="b"/>
                  <a:pathLst>
                    <a:path w="28" h="45">
                      <a:moveTo>
                        <a:pt x="21" y="13"/>
                      </a:moveTo>
                      <a:lnTo>
                        <a:pt x="18" y="13"/>
                      </a:lnTo>
                      <a:lnTo>
                        <a:pt x="18" y="15"/>
                      </a:lnTo>
                      <a:lnTo>
                        <a:pt x="15" y="13"/>
                      </a:lnTo>
                      <a:lnTo>
                        <a:pt x="12" y="11"/>
                      </a:lnTo>
                      <a:lnTo>
                        <a:pt x="13" y="7"/>
                      </a:lnTo>
                      <a:lnTo>
                        <a:pt x="12" y="5"/>
                      </a:lnTo>
                      <a:lnTo>
                        <a:pt x="12" y="8"/>
                      </a:lnTo>
                      <a:lnTo>
                        <a:pt x="11" y="8"/>
                      </a:lnTo>
                      <a:lnTo>
                        <a:pt x="6" y="0"/>
                      </a:lnTo>
                      <a:lnTo>
                        <a:pt x="6" y="4"/>
                      </a:lnTo>
                      <a:lnTo>
                        <a:pt x="8" y="7"/>
                      </a:lnTo>
                      <a:lnTo>
                        <a:pt x="4" y="5"/>
                      </a:lnTo>
                      <a:lnTo>
                        <a:pt x="0" y="7"/>
                      </a:lnTo>
                      <a:lnTo>
                        <a:pt x="4" y="8"/>
                      </a:lnTo>
                      <a:lnTo>
                        <a:pt x="5" y="7"/>
                      </a:lnTo>
                      <a:lnTo>
                        <a:pt x="5" y="8"/>
                      </a:lnTo>
                      <a:lnTo>
                        <a:pt x="6" y="8"/>
                      </a:lnTo>
                      <a:lnTo>
                        <a:pt x="6" y="10"/>
                      </a:lnTo>
                      <a:lnTo>
                        <a:pt x="8" y="7"/>
                      </a:lnTo>
                      <a:lnTo>
                        <a:pt x="11" y="10"/>
                      </a:lnTo>
                      <a:lnTo>
                        <a:pt x="12" y="12"/>
                      </a:lnTo>
                      <a:lnTo>
                        <a:pt x="11" y="13"/>
                      </a:lnTo>
                      <a:lnTo>
                        <a:pt x="14" y="15"/>
                      </a:lnTo>
                      <a:lnTo>
                        <a:pt x="12" y="16"/>
                      </a:lnTo>
                      <a:lnTo>
                        <a:pt x="11" y="18"/>
                      </a:lnTo>
                      <a:lnTo>
                        <a:pt x="14" y="16"/>
                      </a:lnTo>
                      <a:lnTo>
                        <a:pt x="18" y="17"/>
                      </a:lnTo>
                      <a:lnTo>
                        <a:pt x="17" y="18"/>
                      </a:lnTo>
                      <a:lnTo>
                        <a:pt x="19" y="17"/>
                      </a:lnTo>
                      <a:lnTo>
                        <a:pt x="20" y="18"/>
                      </a:lnTo>
                      <a:lnTo>
                        <a:pt x="21" y="22"/>
                      </a:lnTo>
                      <a:lnTo>
                        <a:pt x="14" y="26"/>
                      </a:lnTo>
                      <a:lnTo>
                        <a:pt x="17" y="26"/>
                      </a:lnTo>
                      <a:lnTo>
                        <a:pt x="21" y="23"/>
                      </a:lnTo>
                      <a:lnTo>
                        <a:pt x="24" y="26"/>
                      </a:lnTo>
                      <a:lnTo>
                        <a:pt x="21" y="26"/>
                      </a:lnTo>
                      <a:lnTo>
                        <a:pt x="24" y="26"/>
                      </a:lnTo>
                      <a:lnTo>
                        <a:pt x="26" y="29"/>
                      </a:lnTo>
                      <a:lnTo>
                        <a:pt x="20" y="31"/>
                      </a:lnTo>
                      <a:lnTo>
                        <a:pt x="25" y="32"/>
                      </a:lnTo>
                      <a:lnTo>
                        <a:pt x="25" y="35"/>
                      </a:lnTo>
                      <a:lnTo>
                        <a:pt x="23" y="37"/>
                      </a:lnTo>
                      <a:lnTo>
                        <a:pt x="26" y="38"/>
                      </a:lnTo>
                      <a:lnTo>
                        <a:pt x="21" y="39"/>
                      </a:lnTo>
                      <a:lnTo>
                        <a:pt x="20" y="38"/>
                      </a:lnTo>
                      <a:lnTo>
                        <a:pt x="14" y="37"/>
                      </a:lnTo>
                      <a:lnTo>
                        <a:pt x="11" y="34"/>
                      </a:lnTo>
                      <a:lnTo>
                        <a:pt x="13" y="37"/>
                      </a:lnTo>
                      <a:lnTo>
                        <a:pt x="21" y="42"/>
                      </a:lnTo>
                      <a:lnTo>
                        <a:pt x="23" y="45"/>
                      </a:lnTo>
                      <a:lnTo>
                        <a:pt x="25" y="42"/>
                      </a:lnTo>
                      <a:lnTo>
                        <a:pt x="25" y="44"/>
                      </a:lnTo>
                      <a:lnTo>
                        <a:pt x="26" y="44"/>
                      </a:lnTo>
                      <a:lnTo>
                        <a:pt x="26" y="39"/>
                      </a:lnTo>
                      <a:lnTo>
                        <a:pt x="28" y="38"/>
                      </a:lnTo>
                      <a:lnTo>
                        <a:pt x="27" y="35"/>
                      </a:lnTo>
                      <a:lnTo>
                        <a:pt x="28" y="27"/>
                      </a:lnTo>
                      <a:lnTo>
                        <a:pt x="27" y="20"/>
                      </a:lnTo>
                      <a:lnTo>
                        <a:pt x="26" y="18"/>
                      </a:lnTo>
                      <a:lnTo>
                        <a:pt x="26" y="16"/>
                      </a:lnTo>
                      <a:lnTo>
                        <a:pt x="28" y="16"/>
                      </a:lnTo>
                      <a:lnTo>
                        <a:pt x="27" y="13"/>
                      </a:lnTo>
                      <a:lnTo>
                        <a:pt x="28" y="12"/>
                      </a:lnTo>
                      <a:lnTo>
                        <a:pt x="26" y="11"/>
                      </a:lnTo>
                      <a:lnTo>
                        <a:pt x="26" y="7"/>
                      </a:lnTo>
                      <a:lnTo>
                        <a:pt x="25" y="10"/>
                      </a:lnTo>
                      <a:lnTo>
                        <a:pt x="25" y="11"/>
                      </a:lnTo>
                      <a:lnTo>
                        <a:pt x="26" y="12"/>
                      </a:lnTo>
                      <a:lnTo>
                        <a:pt x="25" y="13"/>
                      </a:lnTo>
                      <a:lnTo>
                        <a:pt x="26" y="15"/>
                      </a:lnTo>
                      <a:lnTo>
                        <a:pt x="25" y="17"/>
                      </a:lnTo>
                      <a:lnTo>
                        <a:pt x="24" y="21"/>
                      </a:lnTo>
                      <a:lnTo>
                        <a:pt x="19" y="16"/>
                      </a:lnTo>
                      <a:lnTo>
                        <a:pt x="21" y="13"/>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3" name="Freeform 980">
                  <a:extLst>
                    <a:ext uri="{FF2B5EF4-FFF2-40B4-BE49-F238E27FC236}">
                      <a16:creationId xmlns:a16="http://schemas.microsoft.com/office/drawing/2014/main" id="{A23D177F-07B1-3458-3E7D-7B259F603891}"/>
                    </a:ext>
                  </a:extLst>
                </p:cNvPr>
                <p:cNvSpPr>
                  <a:spLocks/>
                </p:cNvSpPr>
                <p:nvPr/>
              </p:nvSpPr>
              <p:spPr bwMode="gray">
                <a:xfrm>
                  <a:off x="4164240" y="2815400"/>
                  <a:ext cx="143810" cy="134533"/>
                </a:xfrm>
                <a:custGeom>
                  <a:avLst/>
                  <a:gdLst/>
                  <a:ahLst/>
                  <a:cxnLst>
                    <a:cxn ang="0">
                      <a:pos x="24" y="24"/>
                    </a:cxn>
                    <a:cxn ang="0">
                      <a:pos x="19" y="25"/>
                    </a:cxn>
                    <a:cxn ang="0">
                      <a:pos x="17" y="29"/>
                    </a:cxn>
                    <a:cxn ang="0">
                      <a:pos x="13" y="27"/>
                    </a:cxn>
                    <a:cxn ang="0">
                      <a:pos x="11" y="20"/>
                    </a:cxn>
                    <a:cxn ang="0">
                      <a:pos x="6" y="17"/>
                    </a:cxn>
                    <a:cxn ang="0">
                      <a:pos x="0" y="5"/>
                    </a:cxn>
                    <a:cxn ang="0">
                      <a:pos x="1" y="1"/>
                    </a:cxn>
                    <a:cxn ang="0">
                      <a:pos x="5" y="0"/>
                    </a:cxn>
                    <a:cxn ang="0">
                      <a:pos x="9" y="1"/>
                    </a:cxn>
                    <a:cxn ang="0">
                      <a:pos x="14" y="6"/>
                    </a:cxn>
                    <a:cxn ang="0">
                      <a:pos x="15" y="12"/>
                    </a:cxn>
                    <a:cxn ang="0">
                      <a:pos x="30" y="13"/>
                    </a:cxn>
                    <a:cxn ang="0">
                      <a:pos x="31" y="17"/>
                    </a:cxn>
                    <a:cxn ang="0">
                      <a:pos x="30" y="20"/>
                    </a:cxn>
                    <a:cxn ang="0">
                      <a:pos x="24" y="24"/>
                    </a:cxn>
                  </a:cxnLst>
                  <a:rect l="0" t="0" r="r" b="b"/>
                  <a:pathLst>
                    <a:path w="31" h="29">
                      <a:moveTo>
                        <a:pt x="24" y="24"/>
                      </a:moveTo>
                      <a:lnTo>
                        <a:pt x="19" y="25"/>
                      </a:lnTo>
                      <a:lnTo>
                        <a:pt x="17" y="29"/>
                      </a:lnTo>
                      <a:lnTo>
                        <a:pt x="13" y="27"/>
                      </a:lnTo>
                      <a:lnTo>
                        <a:pt x="11" y="20"/>
                      </a:lnTo>
                      <a:lnTo>
                        <a:pt x="6" y="17"/>
                      </a:lnTo>
                      <a:lnTo>
                        <a:pt x="0" y="5"/>
                      </a:lnTo>
                      <a:lnTo>
                        <a:pt x="1" y="1"/>
                      </a:lnTo>
                      <a:lnTo>
                        <a:pt x="5" y="0"/>
                      </a:lnTo>
                      <a:lnTo>
                        <a:pt x="9" y="1"/>
                      </a:lnTo>
                      <a:lnTo>
                        <a:pt x="14" y="6"/>
                      </a:lnTo>
                      <a:lnTo>
                        <a:pt x="15" y="12"/>
                      </a:lnTo>
                      <a:lnTo>
                        <a:pt x="30" y="13"/>
                      </a:lnTo>
                      <a:lnTo>
                        <a:pt x="31" y="17"/>
                      </a:lnTo>
                      <a:lnTo>
                        <a:pt x="30" y="20"/>
                      </a:lnTo>
                      <a:lnTo>
                        <a:pt x="24" y="24"/>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4" name="Freeform 981">
                  <a:extLst>
                    <a:ext uri="{FF2B5EF4-FFF2-40B4-BE49-F238E27FC236}">
                      <a16:creationId xmlns:a16="http://schemas.microsoft.com/office/drawing/2014/main" id="{4BC44F88-2B32-E6D3-E2F8-960A537B3422}"/>
                    </a:ext>
                  </a:extLst>
                </p:cNvPr>
                <p:cNvSpPr>
                  <a:spLocks/>
                </p:cNvSpPr>
                <p:nvPr/>
              </p:nvSpPr>
              <p:spPr bwMode="gray">
                <a:xfrm>
                  <a:off x="5760053" y="3525165"/>
                  <a:ext cx="55668" cy="153088"/>
                </a:xfrm>
                <a:custGeom>
                  <a:avLst/>
                  <a:gdLst/>
                  <a:ahLst/>
                  <a:cxnLst>
                    <a:cxn ang="0">
                      <a:pos x="2" y="0"/>
                    </a:cxn>
                    <a:cxn ang="0">
                      <a:pos x="6" y="6"/>
                    </a:cxn>
                    <a:cxn ang="0">
                      <a:pos x="7" y="22"/>
                    </a:cxn>
                    <a:cxn ang="0">
                      <a:pos x="12" y="28"/>
                    </a:cxn>
                    <a:cxn ang="0">
                      <a:pos x="12" y="33"/>
                    </a:cxn>
                    <a:cxn ang="0">
                      <a:pos x="11" y="33"/>
                    </a:cxn>
                    <a:cxn ang="0">
                      <a:pos x="9" y="28"/>
                    </a:cxn>
                    <a:cxn ang="0">
                      <a:pos x="2" y="22"/>
                    </a:cxn>
                    <a:cxn ang="0">
                      <a:pos x="0" y="10"/>
                    </a:cxn>
                    <a:cxn ang="0">
                      <a:pos x="0" y="3"/>
                    </a:cxn>
                    <a:cxn ang="0">
                      <a:pos x="2" y="0"/>
                    </a:cxn>
                  </a:cxnLst>
                  <a:rect l="0" t="0" r="r" b="b"/>
                  <a:pathLst>
                    <a:path w="12" h="33">
                      <a:moveTo>
                        <a:pt x="2" y="0"/>
                      </a:moveTo>
                      <a:lnTo>
                        <a:pt x="6" y="6"/>
                      </a:lnTo>
                      <a:lnTo>
                        <a:pt x="7" y="22"/>
                      </a:lnTo>
                      <a:lnTo>
                        <a:pt x="12" y="28"/>
                      </a:lnTo>
                      <a:lnTo>
                        <a:pt x="12" y="33"/>
                      </a:lnTo>
                      <a:lnTo>
                        <a:pt x="11" y="33"/>
                      </a:lnTo>
                      <a:lnTo>
                        <a:pt x="9" y="28"/>
                      </a:lnTo>
                      <a:lnTo>
                        <a:pt x="2" y="22"/>
                      </a:lnTo>
                      <a:lnTo>
                        <a:pt x="0" y="10"/>
                      </a:lnTo>
                      <a:lnTo>
                        <a:pt x="0" y="3"/>
                      </a:lnTo>
                      <a:lnTo>
                        <a:pt x="2"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5" name="Freeform 984">
                  <a:extLst>
                    <a:ext uri="{FF2B5EF4-FFF2-40B4-BE49-F238E27FC236}">
                      <a16:creationId xmlns:a16="http://schemas.microsoft.com/office/drawing/2014/main" id="{55C6B756-841C-6C56-40B2-91B1E06F084C}"/>
                    </a:ext>
                  </a:extLst>
                </p:cNvPr>
                <p:cNvSpPr>
                  <a:spLocks/>
                </p:cNvSpPr>
                <p:nvPr/>
              </p:nvSpPr>
              <p:spPr bwMode="gray">
                <a:xfrm>
                  <a:off x="5129151" y="5046754"/>
                  <a:ext cx="134533" cy="97420"/>
                </a:xfrm>
                <a:custGeom>
                  <a:avLst/>
                  <a:gdLst/>
                  <a:ahLst/>
                  <a:cxnLst>
                    <a:cxn ang="0">
                      <a:pos x="12" y="5"/>
                    </a:cxn>
                    <a:cxn ang="0">
                      <a:pos x="16" y="5"/>
                    </a:cxn>
                    <a:cxn ang="0">
                      <a:pos x="20" y="0"/>
                    </a:cxn>
                    <a:cxn ang="0">
                      <a:pos x="26" y="0"/>
                    </a:cxn>
                    <a:cxn ang="0">
                      <a:pos x="29" y="2"/>
                    </a:cxn>
                    <a:cxn ang="0">
                      <a:pos x="28" y="5"/>
                    </a:cxn>
                    <a:cxn ang="0">
                      <a:pos x="23" y="3"/>
                    </a:cxn>
                    <a:cxn ang="0">
                      <a:pos x="17" y="6"/>
                    </a:cxn>
                    <a:cxn ang="0">
                      <a:pos x="17" y="8"/>
                    </a:cxn>
                    <a:cxn ang="0">
                      <a:pos x="11" y="12"/>
                    </a:cxn>
                    <a:cxn ang="0">
                      <a:pos x="4" y="19"/>
                    </a:cxn>
                    <a:cxn ang="0">
                      <a:pos x="0" y="21"/>
                    </a:cxn>
                    <a:cxn ang="0">
                      <a:pos x="12" y="5"/>
                    </a:cxn>
                  </a:cxnLst>
                  <a:rect l="0" t="0" r="r" b="b"/>
                  <a:pathLst>
                    <a:path w="29" h="21">
                      <a:moveTo>
                        <a:pt x="12" y="5"/>
                      </a:moveTo>
                      <a:lnTo>
                        <a:pt x="16" y="5"/>
                      </a:lnTo>
                      <a:lnTo>
                        <a:pt x="20" y="0"/>
                      </a:lnTo>
                      <a:lnTo>
                        <a:pt x="26" y="0"/>
                      </a:lnTo>
                      <a:lnTo>
                        <a:pt x="29" y="2"/>
                      </a:lnTo>
                      <a:lnTo>
                        <a:pt x="28" y="5"/>
                      </a:lnTo>
                      <a:lnTo>
                        <a:pt x="23" y="3"/>
                      </a:lnTo>
                      <a:lnTo>
                        <a:pt x="17" y="6"/>
                      </a:lnTo>
                      <a:lnTo>
                        <a:pt x="17" y="8"/>
                      </a:lnTo>
                      <a:lnTo>
                        <a:pt x="11" y="12"/>
                      </a:lnTo>
                      <a:lnTo>
                        <a:pt x="4" y="19"/>
                      </a:lnTo>
                      <a:lnTo>
                        <a:pt x="0" y="21"/>
                      </a:lnTo>
                      <a:lnTo>
                        <a:pt x="12" y="5"/>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6" name="Freeform 991">
                  <a:extLst>
                    <a:ext uri="{FF2B5EF4-FFF2-40B4-BE49-F238E27FC236}">
                      <a16:creationId xmlns:a16="http://schemas.microsoft.com/office/drawing/2014/main" id="{78E779C7-14ED-7326-72FF-9064C090B66F}"/>
                    </a:ext>
                  </a:extLst>
                </p:cNvPr>
                <p:cNvSpPr>
                  <a:spLocks/>
                </p:cNvSpPr>
                <p:nvPr/>
              </p:nvSpPr>
              <p:spPr bwMode="gray">
                <a:xfrm>
                  <a:off x="5402850" y="4977170"/>
                  <a:ext cx="102058" cy="18556"/>
                </a:xfrm>
                <a:custGeom>
                  <a:avLst/>
                  <a:gdLst/>
                  <a:ahLst/>
                  <a:cxnLst>
                    <a:cxn ang="0">
                      <a:pos x="5" y="4"/>
                    </a:cxn>
                    <a:cxn ang="0">
                      <a:pos x="19" y="3"/>
                    </a:cxn>
                    <a:cxn ang="0">
                      <a:pos x="22" y="1"/>
                    </a:cxn>
                    <a:cxn ang="0">
                      <a:pos x="16" y="0"/>
                    </a:cxn>
                    <a:cxn ang="0">
                      <a:pos x="8" y="1"/>
                    </a:cxn>
                    <a:cxn ang="0">
                      <a:pos x="1" y="0"/>
                    </a:cxn>
                    <a:cxn ang="0">
                      <a:pos x="0" y="0"/>
                    </a:cxn>
                    <a:cxn ang="0">
                      <a:pos x="0" y="3"/>
                    </a:cxn>
                    <a:cxn ang="0">
                      <a:pos x="5" y="4"/>
                    </a:cxn>
                  </a:cxnLst>
                  <a:rect l="0" t="0" r="r" b="b"/>
                  <a:pathLst>
                    <a:path w="22" h="4">
                      <a:moveTo>
                        <a:pt x="5" y="4"/>
                      </a:moveTo>
                      <a:lnTo>
                        <a:pt x="19" y="3"/>
                      </a:lnTo>
                      <a:lnTo>
                        <a:pt x="22" y="1"/>
                      </a:lnTo>
                      <a:lnTo>
                        <a:pt x="16" y="0"/>
                      </a:lnTo>
                      <a:lnTo>
                        <a:pt x="8" y="1"/>
                      </a:lnTo>
                      <a:lnTo>
                        <a:pt x="1" y="0"/>
                      </a:lnTo>
                      <a:lnTo>
                        <a:pt x="0" y="0"/>
                      </a:lnTo>
                      <a:lnTo>
                        <a:pt x="0" y="3"/>
                      </a:lnTo>
                      <a:lnTo>
                        <a:pt x="5" y="4"/>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7" name="Freeform 999">
                  <a:extLst>
                    <a:ext uri="{FF2B5EF4-FFF2-40B4-BE49-F238E27FC236}">
                      <a16:creationId xmlns:a16="http://schemas.microsoft.com/office/drawing/2014/main" id="{56791FAF-7799-4FE2-9A8B-12B1DE1D8645}"/>
                    </a:ext>
                  </a:extLst>
                </p:cNvPr>
                <p:cNvSpPr>
                  <a:spLocks/>
                </p:cNvSpPr>
                <p:nvPr/>
              </p:nvSpPr>
              <p:spPr bwMode="gray">
                <a:xfrm>
                  <a:off x="5416768" y="2077799"/>
                  <a:ext cx="143810" cy="194837"/>
                </a:xfrm>
                <a:custGeom>
                  <a:avLst/>
                  <a:gdLst/>
                  <a:ahLst/>
                  <a:cxnLst>
                    <a:cxn ang="0">
                      <a:pos x="26" y="0"/>
                    </a:cxn>
                    <a:cxn ang="0">
                      <a:pos x="27" y="0"/>
                    </a:cxn>
                    <a:cxn ang="0">
                      <a:pos x="30" y="1"/>
                    </a:cxn>
                    <a:cxn ang="0">
                      <a:pos x="31" y="11"/>
                    </a:cxn>
                    <a:cxn ang="0">
                      <a:pos x="29" y="14"/>
                    </a:cxn>
                    <a:cxn ang="0">
                      <a:pos x="31" y="19"/>
                    </a:cxn>
                    <a:cxn ang="0">
                      <a:pos x="26" y="16"/>
                    </a:cxn>
                    <a:cxn ang="0">
                      <a:pos x="22" y="22"/>
                    </a:cxn>
                    <a:cxn ang="0">
                      <a:pos x="19" y="22"/>
                    </a:cxn>
                    <a:cxn ang="0">
                      <a:pos x="17" y="20"/>
                    </a:cxn>
                    <a:cxn ang="0">
                      <a:pos x="12" y="27"/>
                    </a:cxn>
                    <a:cxn ang="0">
                      <a:pos x="8" y="30"/>
                    </a:cxn>
                    <a:cxn ang="0">
                      <a:pos x="7" y="31"/>
                    </a:cxn>
                    <a:cxn ang="0">
                      <a:pos x="6" y="35"/>
                    </a:cxn>
                    <a:cxn ang="0">
                      <a:pos x="0" y="42"/>
                    </a:cxn>
                    <a:cxn ang="0">
                      <a:pos x="0" y="38"/>
                    </a:cxn>
                    <a:cxn ang="0">
                      <a:pos x="4" y="35"/>
                    </a:cxn>
                    <a:cxn ang="0">
                      <a:pos x="5" y="31"/>
                    </a:cxn>
                    <a:cxn ang="0">
                      <a:pos x="7" y="26"/>
                    </a:cxn>
                    <a:cxn ang="0">
                      <a:pos x="8" y="26"/>
                    </a:cxn>
                    <a:cxn ang="0">
                      <a:pos x="12" y="22"/>
                    </a:cxn>
                    <a:cxn ang="0">
                      <a:pos x="12" y="19"/>
                    </a:cxn>
                    <a:cxn ang="0">
                      <a:pos x="13" y="20"/>
                    </a:cxn>
                    <a:cxn ang="0">
                      <a:pos x="18" y="17"/>
                    </a:cxn>
                    <a:cxn ang="0">
                      <a:pos x="24" y="17"/>
                    </a:cxn>
                    <a:cxn ang="0">
                      <a:pos x="27" y="10"/>
                    </a:cxn>
                    <a:cxn ang="0">
                      <a:pos x="23" y="9"/>
                    </a:cxn>
                    <a:cxn ang="0">
                      <a:pos x="29" y="5"/>
                    </a:cxn>
                    <a:cxn ang="0">
                      <a:pos x="26" y="0"/>
                    </a:cxn>
                  </a:cxnLst>
                  <a:rect l="0" t="0" r="r" b="b"/>
                  <a:pathLst>
                    <a:path w="31" h="42">
                      <a:moveTo>
                        <a:pt x="26" y="0"/>
                      </a:moveTo>
                      <a:lnTo>
                        <a:pt x="27" y="0"/>
                      </a:lnTo>
                      <a:lnTo>
                        <a:pt x="30" y="1"/>
                      </a:lnTo>
                      <a:lnTo>
                        <a:pt x="31" y="11"/>
                      </a:lnTo>
                      <a:lnTo>
                        <a:pt x="29" y="14"/>
                      </a:lnTo>
                      <a:lnTo>
                        <a:pt x="31" y="19"/>
                      </a:lnTo>
                      <a:lnTo>
                        <a:pt x="26" y="16"/>
                      </a:lnTo>
                      <a:lnTo>
                        <a:pt x="22" y="22"/>
                      </a:lnTo>
                      <a:lnTo>
                        <a:pt x="19" y="22"/>
                      </a:lnTo>
                      <a:lnTo>
                        <a:pt x="17" y="20"/>
                      </a:lnTo>
                      <a:lnTo>
                        <a:pt x="12" y="27"/>
                      </a:lnTo>
                      <a:lnTo>
                        <a:pt x="8" y="30"/>
                      </a:lnTo>
                      <a:lnTo>
                        <a:pt x="7" y="31"/>
                      </a:lnTo>
                      <a:lnTo>
                        <a:pt x="6" y="35"/>
                      </a:lnTo>
                      <a:lnTo>
                        <a:pt x="0" y="42"/>
                      </a:lnTo>
                      <a:lnTo>
                        <a:pt x="0" y="38"/>
                      </a:lnTo>
                      <a:lnTo>
                        <a:pt x="4" y="35"/>
                      </a:lnTo>
                      <a:lnTo>
                        <a:pt x="5" y="31"/>
                      </a:lnTo>
                      <a:lnTo>
                        <a:pt x="7" y="26"/>
                      </a:lnTo>
                      <a:lnTo>
                        <a:pt x="8" y="26"/>
                      </a:lnTo>
                      <a:lnTo>
                        <a:pt x="12" y="22"/>
                      </a:lnTo>
                      <a:lnTo>
                        <a:pt x="12" y="19"/>
                      </a:lnTo>
                      <a:lnTo>
                        <a:pt x="13" y="20"/>
                      </a:lnTo>
                      <a:lnTo>
                        <a:pt x="18" y="17"/>
                      </a:lnTo>
                      <a:lnTo>
                        <a:pt x="24" y="17"/>
                      </a:lnTo>
                      <a:lnTo>
                        <a:pt x="27" y="10"/>
                      </a:lnTo>
                      <a:lnTo>
                        <a:pt x="23" y="9"/>
                      </a:lnTo>
                      <a:lnTo>
                        <a:pt x="29" y="5"/>
                      </a:lnTo>
                      <a:lnTo>
                        <a:pt x="26" y="0"/>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8" name="Freeform 1000">
                  <a:extLst>
                    <a:ext uri="{FF2B5EF4-FFF2-40B4-BE49-F238E27FC236}">
                      <a16:creationId xmlns:a16="http://schemas.microsoft.com/office/drawing/2014/main" id="{6552F4E1-4E4B-A5AF-57C4-71884004D146}"/>
                    </a:ext>
                  </a:extLst>
                </p:cNvPr>
                <p:cNvSpPr>
                  <a:spLocks/>
                </p:cNvSpPr>
                <p:nvPr/>
              </p:nvSpPr>
              <p:spPr bwMode="gray">
                <a:xfrm>
                  <a:off x="5296154" y="3854535"/>
                  <a:ext cx="37112" cy="41753"/>
                </a:xfrm>
                <a:custGeom>
                  <a:avLst/>
                  <a:gdLst/>
                  <a:ahLst/>
                  <a:cxnLst>
                    <a:cxn ang="0">
                      <a:pos x="5" y="1"/>
                    </a:cxn>
                    <a:cxn ang="0">
                      <a:pos x="0" y="6"/>
                    </a:cxn>
                    <a:cxn ang="0">
                      <a:pos x="1" y="9"/>
                    </a:cxn>
                    <a:cxn ang="0">
                      <a:pos x="7" y="4"/>
                    </a:cxn>
                    <a:cxn ang="0">
                      <a:pos x="8" y="0"/>
                    </a:cxn>
                    <a:cxn ang="0">
                      <a:pos x="7" y="0"/>
                    </a:cxn>
                    <a:cxn ang="0">
                      <a:pos x="5" y="1"/>
                    </a:cxn>
                  </a:cxnLst>
                  <a:rect l="0" t="0" r="r" b="b"/>
                  <a:pathLst>
                    <a:path w="8" h="9">
                      <a:moveTo>
                        <a:pt x="5" y="1"/>
                      </a:moveTo>
                      <a:lnTo>
                        <a:pt x="0" y="6"/>
                      </a:lnTo>
                      <a:lnTo>
                        <a:pt x="1" y="9"/>
                      </a:lnTo>
                      <a:lnTo>
                        <a:pt x="7" y="4"/>
                      </a:lnTo>
                      <a:lnTo>
                        <a:pt x="8" y="0"/>
                      </a:lnTo>
                      <a:lnTo>
                        <a:pt x="7" y="0"/>
                      </a:lnTo>
                      <a:lnTo>
                        <a:pt x="5" y="1"/>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9" name="Freeform 1001">
                  <a:extLst>
                    <a:ext uri="{FF2B5EF4-FFF2-40B4-BE49-F238E27FC236}">
                      <a16:creationId xmlns:a16="http://schemas.microsoft.com/office/drawing/2014/main" id="{ED693049-14D3-67C6-6F14-D65C5BD98984}"/>
                    </a:ext>
                  </a:extLst>
                </p:cNvPr>
                <p:cNvSpPr>
                  <a:spLocks/>
                </p:cNvSpPr>
                <p:nvPr/>
              </p:nvSpPr>
              <p:spPr bwMode="gray">
                <a:xfrm>
                  <a:off x="5263680" y="3965870"/>
                  <a:ext cx="32474" cy="60308"/>
                </a:xfrm>
                <a:custGeom>
                  <a:avLst/>
                  <a:gdLst/>
                  <a:ahLst/>
                  <a:cxnLst>
                    <a:cxn ang="0">
                      <a:pos x="7" y="4"/>
                    </a:cxn>
                    <a:cxn ang="0">
                      <a:pos x="7" y="1"/>
                    </a:cxn>
                    <a:cxn ang="0">
                      <a:pos x="3" y="0"/>
                    </a:cxn>
                    <a:cxn ang="0">
                      <a:pos x="1" y="6"/>
                    </a:cxn>
                    <a:cxn ang="0">
                      <a:pos x="0" y="12"/>
                    </a:cxn>
                    <a:cxn ang="0">
                      <a:pos x="1" y="13"/>
                    </a:cxn>
                    <a:cxn ang="0">
                      <a:pos x="3" y="11"/>
                    </a:cxn>
                    <a:cxn ang="0">
                      <a:pos x="7" y="4"/>
                    </a:cxn>
                  </a:cxnLst>
                  <a:rect l="0" t="0" r="r" b="b"/>
                  <a:pathLst>
                    <a:path w="7" h="13">
                      <a:moveTo>
                        <a:pt x="7" y="4"/>
                      </a:moveTo>
                      <a:lnTo>
                        <a:pt x="7" y="1"/>
                      </a:lnTo>
                      <a:lnTo>
                        <a:pt x="3" y="0"/>
                      </a:lnTo>
                      <a:lnTo>
                        <a:pt x="1" y="6"/>
                      </a:lnTo>
                      <a:lnTo>
                        <a:pt x="0" y="12"/>
                      </a:lnTo>
                      <a:lnTo>
                        <a:pt x="1" y="13"/>
                      </a:lnTo>
                      <a:lnTo>
                        <a:pt x="3" y="11"/>
                      </a:lnTo>
                      <a:lnTo>
                        <a:pt x="7" y="4"/>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50" name="Freeform 1002">
                  <a:extLst>
                    <a:ext uri="{FF2B5EF4-FFF2-40B4-BE49-F238E27FC236}">
                      <a16:creationId xmlns:a16="http://schemas.microsoft.com/office/drawing/2014/main" id="{BE394458-47AA-E44B-7CEE-16767145164F}"/>
                    </a:ext>
                  </a:extLst>
                </p:cNvPr>
                <p:cNvSpPr>
                  <a:spLocks/>
                </p:cNvSpPr>
                <p:nvPr/>
              </p:nvSpPr>
              <p:spPr bwMode="gray">
                <a:xfrm>
                  <a:off x="4359078" y="5195201"/>
                  <a:ext cx="78865" cy="46390"/>
                </a:xfrm>
                <a:custGeom>
                  <a:avLst/>
                  <a:gdLst/>
                  <a:ahLst/>
                  <a:cxnLst>
                    <a:cxn ang="0">
                      <a:pos x="0" y="6"/>
                    </a:cxn>
                    <a:cxn ang="0">
                      <a:pos x="1" y="10"/>
                    </a:cxn>
                    <a:cxn ang="0">
                      <a:pos x="4" y="10"/>
                    </a:cxn>
                    <a:cxn ang="0">
                      <a:pos x="17" y="5"/>
                    </a:cxn>
                    <a:cxn ang="0">
                      <a:pos x="17" y="3"/>
                    </a:cxn>
                    <a:cxn ang="0">
                      <a:pos x="13" y="0"/>
                    </a:cxn>
                    <a:cxn ang="0">
                      <a:pos x="8" y="0"/>
                    </a:cxn>
                    <a:cxn ang="0">
                      <a:pos x="4" y="3"/>
                    </a:cxn>
                    <a:cxn ang="0">
                      <a:pos x="4" y="2"/>
                    </a:cxn>
                    <a:cxn ang="0">
                      <a:pos x="3" y="2"/>
                    </a:cxn>
                    <a:cxn ang="0">
                      <a:pos x="0" y="6"/>
                    </a:cxn>
                  </a:cxnLst>
                  <a:rect l="0" t="0" r="r" b="b"/>
                  <a:pathLst>
                    <a:path w="17" h="10">
                      <a:moveTo>
                        <a:pt x="0" y="6"/>
                      </a:moveTo>
                      <a:lnTo>
                        <a:pt x="1" y="10"/>
                      </a:lnTo>
                      <a:lnTo>
                        <a:pt x="4" y="10"/>
                      </a:lnTo>
                      <a:lnTo>
                        <a:pt x="17" y="5"/>
                      </a:lnTo>
                      <a:lnTo>
                        <a:pt x="17" y="3"/>
                      </a:lnTo>
                      <a:lnTo>
                        <a:pt x="13" y="0"/>
                      </a:lnTo>
                      <a:lnTo>
                        <a:pt x="8" y="0"/>
                      </a:lnTo>
                      <a:lnTo>
                        <a:pt x="4" y="3"/>
                      </a:lnTo>
                      <a:lnTo>
                        <a:pt x="4" y="2"/>
                      </a:lnTo>
                      <a:lnTo>
                        <a:pt x="3" y="2"/>
                      </a:lnTo>
                      <a:lnTo>
                        <a:pt x="0" y="6"/>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51" name="Freeform 1003">
                  <a:extLst>
                    <a:ext uri="{FF2B5EF4-FFF2-40B4-BE49-F238E27FC236}">
                      <a16:creationId xmlns:a16="http://schemas.microsoft.com/office/drawing/2014/main" id="{03DE3D3F-DFBA-2090-744F-47A7DF1E46C3}"/>
                    </a:ext>
                  </a:extLst>
                </p:cNvPr>
                <p:cNvSpPr>
                  <a:spLocks/>
                </p:cNvSpPr>
                <p:nvPr/>
              </p:nvSpPr>
              <p:spPr bwMode="gray">
                <a:xfrm>
                  <a:off x="4989980" y="5301900"/>
                  <a:ext cx="97420" cy="97420"/>
                </a:xfrm>
                <a:custGeom>
                  <a:avLst/>
                  <a:gdLst/>
                  <a:ahLst/>
                  <a:cxnLst>
                    <a:cxn ang="0">
                      <a:pos x="19" y="6"/>
                    </a:cxn>
                    <a:cxn ang="0">
                      <a:pos x="17" y="5"/>
                    </a:cxn>
                    <a:cxn ang="0">
                      <a:pos x="16" y="6"/>
                    </a:cxn>
                    <a:cxn ang="0">
                      <a:pos x="14" y="16"/>
                    </a:cxn>
                    <a:cxn ang="0">
                      <a:pos x="11" y="16"/>
                    </a:cxn>
                    <a:cxn ang="0">
                      <a:pos x="10" y="14"/>
                    </a:cxn>
                    <a:cxn ang="0">
                      <a:pos x="12" y="10"/>
                    </a:cxn>
                    <a:cxn ang="0">
                      <a:pos x="10" y="7"/>
                    </a:cxn>
                    <a:cxn ang="0">
                      <a:pos x="15" y="0"/>
                    </a:cxn>
                    <a:cxn ang="0">
                      <a:pos x="9" y="2"/>
                    </a:cxn>
                    <a:cxn ang="0">
                      <a:pos x="6" y="9"/>
                    </a:cxn>
                    <a:cxn ang="0">
                      <a:pos x="3" y="9"/>
                    </a:cxn>
                    <a:cxn ang="0">
                      <a:pos x="0" y="11"/>
                    </a:cxn>
                    <a:cxn ang="0">
                      <a:pos x="0" y="16"/>
                    </a:cxn>
                    <a:cxn ang="0">
                      <a:pos x="2" y="17"/>
                    </a:cxn>
                    <a:cxn ang="0">
                      <a:pos x="5" y="17"/>
                    </a:cxn>
                    <a:cxn ang="0">
                      <a:pos x="11" y="16"/>
                    </a:cxn>
                    <a:cxn ang="0">
                      <a:pos x="17" y="21"/>
                    </a:cxn>
                    <a:cxn ang="0">
                      <a:pos x="19" y="20"/>
                    </a:cxn>
                    <a:cxn ang="0">
                      <a:pos x="21" y="16"/>
                    </a:cxn>
                    <a:cxn ang="0">
                      <a:pos x="17" y="15"/>
                    </a:cxn>
                    <a:cxn ang="0">
                      <a:pos x="18" y="10"/>
                    </a:cxn>
                    <a:cxn ang="0">
                      <a:pos x="21" y="7"/>
                    </a:cxn>
                    <a:cxn ang="0">
                      <a:pos x="19" y="6"/>
                    </a:cxn>
                  </a:cxnLst>
                  <a:rect l="0" t="0" r="r" b="b"/>
                  <a:pathLst>
                    <a:path w="21" h="21">
                      <a:moveTo>
                        <a:pt x="19" y="6"/>
                      </a:moveTo>
                      <a:lnTo>
                        <a:pt x="17" y="5"/>
                      </a:lnTo>
                      <a:lnTo>
                        <a:pt x="16" y="6"/>
                      </a:lnTo>
                      <a:lnTo>
                        <a:pt x="14" y="16"/>
                      </a:lnTo>
                      <a:lnTo>
                        <a:pt x="11" y="16"/>
                      </a:lnTo>
                      <a:lnTo>
                        <a:pt x="10" y="14"/>
                      </a:lnTo>
                      <a:lnTo>
                        <a:pt x="12" y="10"/>
                      </a:lnTo>
                      <a:lnTo>
                        <a:pt x="10" y="7"/>
                      </a:lnTo>
                      <a:lnTo>
                        <a:pt x="15" y="0"/>
                      </a:lnTo>
                      <a:lnTo>
                        <a:pt x="9" y="2"/>
                      </a:lnTo>
                      <a:lnTo>
                        <a:pt x="6" y="9"/>
                      </a:lnTo>
                      <a:lnTo>
                        <a:pt x="3" y="9"/>
                      </a:lnTo>
                      <a:lnTo>
                        <a:pt x="0" y="11"/>
                      </a:lnTo>
                      <a:lnTo>
                        <a:pt x="0" y="16"/>
                      </a:lnTo>
                      <a:lnTo>
                        <a:pt x="2" y="17"/>
                      </a:lnTo>
                      <a:lnTo>
                        <a:pt x="5" y="17"/>
                      </a:lnTo>
                      <a:lnTo>
                        <a:pt x="11" y="16"/>
                      </a:lnTo>
                      <a:lnTo>
                        <a:pt x="17" y="21"/>
                      </a:lnTo>
                      <a:lnTo>
                        <a:pt x="19" y="20"/>
                      </a:lnTo>
                      <a:lnTo>
                        <a:pt x="21" y="16"/>
                      </a:lnTo>
                      <a:lnTo>
                        <a:pt x="17" y="15"/>
                      </a:lnTo>
                      <a:lnTo>
                        <a:pt x="18" y="10"/>
                      </a:lnTo>
                      <a:lnTo>
                        <a:pt x="21" y="7"/>
                      </a:lnTo>
                      <a:lnTo>
                        <a:pt x="19" y="6"/>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52" name="Freeform 1013">
                  <a:extLst>
                    <a:ext uri="{FF2B5EF4-FFF2-40B4-BE49-F238E27FC236}">
                      <a16:creationId xmlns:a16="http://schemas.microsoft.com/office/drawing/2014/main" id="{CA37A51D-8EA6-B93A-F36F-6AA640840326}"/>
                    </a:ext>
                  </a:extLst>
                </p:cNvPr>
                <p:cNvSpPr>
                  <a:spLocks/>
                </p:cNvSpPr>
                <p:nvPr/>
              </p:nvSpPr>
              <p:spPr bwMode="gray">
                <a:xfrm>
                  <a:off x="5263680" y="4466881"/>
                  <a:ext cx="32474" cy="41753"/>
                </a:xfrm>
                <a:custGeom>
                  <a:avLst/>
                  <a:gdLst/>
                  <a:ahLst/>
                  <a:cxnLst>
                    <a:cxn ang="0">
                      <a:pos x="1" y="6"/>
                    </a:cxn>
                    <a:cxn ang="0">
                      <a:pos x="0" y="8"/>
                    </a:cxn>
                    <a:cxn ang="0">
                      <a:pos x="0" y="8"/>
                    </a:cxn>
                    <a:cxn ang="0">
                      <a:pos x="1" y="9"/>
                    </a:cxn>
                    <a:cxn ang="0">
                      <a:pos x="1" y="9"/>
                    </a:cxn>
                    <a:cxn ang="0">
                      <a:pos x="2" y="9"/>
                    </a:cxn>
                    <a:cxn ang="0">
                      <a:pos x="3" y="9"/>
                    </a:cxn>
                    <a:cxn ang="0">
                      <a:pos x="3" y="9"/>
                    </a:cxn>
                    <a:cxn ang="0">
                      <a:pos x="5" y="8"/>
                    </a:cxn>
                    <a:cxn ang="0">
                      <a:pos x="5" y="7"/>
                    </a:cxn>
                    <a:cxn ang="0">
                      <a:pos x="5" y="6"/>
                    </a:cxn>
                    <a:cxn ang="0">
                      <a:pos x="6" y="5"/>
                    </a:cxn>
                    <a:cxn ang="0">
                      <a:pos x="7" y="3"/>
                    </a:cxn>
                    <a:cxn ang="0">
                      <a:pos x="7" y="2"/>
                    </a:cxn>
                    <a:cxn ang="0">
                      <a:pos x="6" y="1"/>
                    </a:cxn>
                    <a:cxn ang="0">
                      <a:pos x="6" y="0"/>
                    </a:cxn>
                    <a:cxn ang="0">
                      <a:pos x="5" y="0"/>
                    </a:cxn>
                    <a:cxn ang="0">
                      <a:pos x="3" y="0"/>
                    </a:cxn>
                    <a:cxn ang="0">
                      <a:pos x="3" y="0"/>
                    </a:cxn>
                    <a:cxn ang="0">
                      <a:pos x="2" y="0"/>
                    </a:cxn>
                    <a:cxn ang="0">
                      <a:pos x="2" y="1"/>
                    </a:cxn>
                    <a:cxn ang="0">
                      <a:pos x="2" y="3"/>
                    </a:cxn>
                    <a:cxn ang="0">
                      <a:pos x="1" y="6"/>
                    </a:cxn>
                  </a:cxnLst>
                  <a:rect l="0" t="0" r="r" b="b"/>
                  <a:pathLst>
                    <a:path w="7" h="9">
                      <a:moveTo>
                        <a:pt x="1" y="6"/>
                      </a:moveTo>
                      <a:lnTo>
                        <a:pt x="0" y="8"/>
                      </a:lnTo>
                      <a:lnTo>
                        <a:pt x="0" y="8"/>
                      </a:lnTo>
                      <a:lnTo>
                        <a:pt x="1" y="9"/>
                      </a:lnTo>
                      <a:lnTo>
                        <a:pt x="1" y="9"/>
                      </a:lnTo>
                      <a:lnTo>
                        <a:pt x="2" y="9"/>
                      </a:lnTo>
                      <a:lnTo>
                        <a:pt x="3" y="9"/>
                      </a:lnTo>
                      <a:lnTo>
                        <a:pt x="3" y="9"/>
                      </a:lnTo>
                      <a:lnTo>
                        <a:pt x="5" y="8"/>
                      </a:lnTo>
                      <a:lnTo>
                        <a:pt x="5" y="7"/>
                      </a:lnTo>
                      <a:lnTo>
                        <a:pt x="5" y="6"/>
                      </a:lnTo>
                      <a:lnTo>
                        <a:pt x="6" y="5"/>
                      </a:lnTo>
                      <a:lnTo>
                        <a:pt x="7" y="3"/>
                      </a:lnTo>
                      <a:lnTo>
                        <a:pt x="7" y="2"/>
                      </a:lnTo>
                      <a:lnTo>
                        <a:pt x="6" y="1"/>
                      </a:lnTo>
                      <a:lnTo>
                        <a:pt x="6" y="0"/>
                      </a:lnTo>
                      <a:lnTo>
                        <a:pt x="5" y="0"/>
                      </a:lnTo>
                      <a:lnTo>
                        <a:pt x="3" y="0"/>
                      </a:lnTo>
                      <a:lnTo>
                        <a:pt x="3" y="0"/>
                      </a:lnTo>
                      <a:lnTo>
                        <a:pt x="2" y="0"/>
                      </a:lnTo>
                      <a:lnTo>
                        <a:pt x="2" y="1"/>
                      </a:lnTo>
                      <a:lnTo>
                        <a:pt x="2" y="3"/>
                      </a:lnTo>
                      <a:lnTo>
                        <a:pt x="1" y="6"/>
                      </a:lnTo>
                      <a:close/>
                    </a:path>
                  </a:pathLst>
                </a:custGeom>
                <a:grpFill/>
                <a:ln w="6350" cap="rnd">
                  <a:solidFill>
                    <a:schemeClr val="bg1"/>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106" name="Group 162">
                <a:extLst>
                  <a:ext uri="{FF2B5EF4-FFF2-40B4-BE49-F238E27FC236}">
                    <a16:creationId xmlns:a16="http://schemas.microsoft.com/office/drawing/2014/main" id="{6ADFAD89-1A49-6A26-0372-0DB6DF84281B}"/>
                  </a:ext>
                </a:extLst>
              </p:cNvPr>
              <p:cNvGrpSpPr/>
              <p:nvPr/>
            </p:nvGrpSpPr>
            <p:grpSpPr bwMode="gray">
              <a:xfrm>
                <a:off x="7535830" y="1845131"/>
                <a:ext cx="4730164" cy="4424018"/>
                <a:chOff x="1492370" y="1159936"/>
                <a:chExt cx="5530385" cy="5172446"/>
              </a:xfrm>
            </p:grpSpPr>
            <p:grpSp>
              <p:nvGrpSpPr>
                <p:cNvPr id="107" name="Group 160">
                  <a:extLst>
                    <a:ext uri="{FF2B5EF4-FFF2-40B4-BE49-F238E27FC236}">
                      <a16:creationId xmlns:a16="http://schemas.microsoft.com/office/drawing/2014/main" id="{1DC6B7D5-85BF-81DA-3FE6-202B1C75D22D}"/>
                    </a:ext>
                  </a:extLst>
                </p:cNvPr>
                <p:cNvGrpSpPr/>
                <p:nvPr>
                  <p:custDataLst>
                    <p:tags r:id="rId2"/>
                  </p:custDataLst>
                </p:nvPr>
              </p:nvGrpSpPr>
              <p:grpSpPr bwMode="gray">
                <a:xfrm>
                  <a:off x="1492370" y="1159936"/>
                  <a:ext cx="5530385" cy="5172446"/>
                  <a:chOff x="1492370" y="1159936"/>
                  <a:chExt cx="5530385" cy="5172446"/>
                </a:xfrm>
              </p:grpSpPr>
              <p:grpSp>
                <p:nvGrpSpPr>
                  <p:cNvPr id="109" name="Group 162">
                    <a:extLst>
                      <a:ext uri="{FF2B5EF4-FFF2-40B4-BE49-F238E27FC236}">
                        <a16:creationId xmlns:a16="http://schemas.microsoft.com/office/drawing/2014/main" id="{BFD38BF2-C405-2789-7E29-6C4697BB023C}"/>
                      </a:ext>
                    </a:extLst>
                  </p:cNvPr>
                  <p:cNvGrpSpPr/>
                  <p:nvPr/>
                </p:nvGrpSpPr>
                <p:grpSpPr bwMode="gray">
                  <a:xfrm>
                    <a:off x="1492370" y="1159936"/>
                    <a:ext cx="5530385" cy="5172446"/>
                    <a:chOff x="1456158" y="1159936"/>
                    <a:chExt cx="5530385" cy="5172446"/>
                  </a:xfrm>
                </p:grpSpPr>
                <p:sp>
                  <p:nvSpPr>
                    <p:cNvPr id="111" name="Line 1426">
                      <a:extLst>
                        <a:ext uri="{FF2B5EF4-FFF2-40B4-BE49-F238E27FC236}">
                          <a16:creationId xmlns:a16="http://schemas.microsoft.com/office/drawing/2014/main" id="{4F29DF75-4EFC-A81A-9284-D7002E90C86D}"/>
                        </a:ext>
                      </a:extLst>
                    </p:cNvPr>
                    <p:cNvSpPr>
                      <a:spLocks noChangeShapeType="1"/>
                    </p:cNvSpPr>
                    <p:nvPr/>
                  </p:nvSpPr>
                  <p:spPr bwMode="gray">
                    <a:xfrm flipH="1" flipV="1">
                      <a:off x="5408151" y="5882428"/>
                      <a:ext cx="213819" cy="0"/>
                    </a:xfrm>
                    <a:prstGeom prst="line">
                      <a:avLst/>
                    </a:prstGeom>
                    <a:noFill/>
                    <a:ln w="9525">
                      <a:solidFill>
                        <a:schemeClr val="bg2"/>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2" name="Line 1427">
                      <a:extLst>
                        <a:ext uri="{FF2B5EF4-FFF2-40B4-BE49-F238E27FC236}">
                          <a16:creationId xmlns:a16="http://schemas.microsoft.com/office/drawing/2014/main" id="{6EC784C3-66C6-260C-047D-8EDF5624B4FF}"/>
                        </a:ext>
                      </a:extLst>
                    </p:cNvPr>
                    <p:cNvSpPr>
                      <a:spLocks noChangeShapeType="1"/>
                    </p:cNvSpPr>
                    <p:nvPr/>
                  </p:nvSpPr>
                  <p:spPr bwMode="gray">
                    <a:xfrm flipH="1" flipV="1">
                      <a:off x="5194758" y="6119019"/>
                      <a:ext cx="427637" cy="0"/>
                    </a:xfrm>
                    <a:prstGeom prst="line">
                      <a:avLst/>
                    </a:prstGeom>
                    <a:noFill/>
                    <a:ln w="9525">
                      <a:solidFill>
                        <a:schemeClr val="bg2"/>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3" name="Rectangle 1361">
                      <a:extLst>
                        <a:ext uri="{FF2B5EF4-FFF2-40B4-BE49-F238E27FC236}">
                          <a16:creationId xmlns:a16="http://schemas.microsoft.com/office/drawing/2014/main" id="{48E8FF3C-DCE7-5F1A-D8DF-409CE27E9DFA}"/>
                        </a:ext>
                      </a:extLst>
                    </p:cNvPr>
                    <p:cNvSpPr>
                      <a:spLocks noChangeArrowheads="1"/>
                    </p:cNvSpPr>
                    <p:nvPr/>
                  </p:nvSpPr>
                  <p:spPr bwMode="gray">
                    <a:xfrm>
                      <a:off x="5043521" y="4119613"/>
                      <a:ext cx="248135"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Burundi</a:t>
                      </a:r>
                    </a:p>
                  </p:txBody>
                </p:sp>
                <p:sp>
                  <p:nvSpPr>
                    <p:cNvPr id="114" name="Rectangle 1327">
                      <a:extLst>
                        <a:ext uri="{FF2B5EF4-FFF2-40B4-BE49-F238E27FC236}">
                          <a16:creationId xmlns:a16="http://schemas.microsoft.com/office/drawing/2014/main" id="{44B6D88C-9AAA-3D08-F386-BFD79101A463}"/>
                        </a:ext>
                      </a:extLst>
                    </p:cNvPr>
                    <p:cNvSpPr>
                      <a:spLocks noChangeArrowheads="1"/>
                    </p:cNvSpPr>
                    <p:nvPr/>
                  </p:nvSpPr>
                  <p:spPr bwMode="gray">
                    <a:xfrm>
                      <a:off x="1722004" y="1906813"/>
                      <a:ext cx="272642" cy="17463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Western</a:t>
                      </a:r>
                      <a:b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b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Sahara</a:t>
                      </a:r>
                    </a:p>
                  </p:txBody>
                </p:sp>
                <p:sp>
                  <p:nvSpPr>
                    <p:cNvPr id="115" name="Rectangle 1368">
                      <a:extLst>
                        <a:ext uri="{FF2B5EF4-FFF2-40B4-BE49-F238E27FC236}">
                          <a16:creationId xmlns:a16="http://schemas.microsoft.com/office/drawing/2014/main" id="{9FF1DA95-D1F6-0411-F5CE-DF3727AC2316}"/>
                        </a:ext>
                      </a:extLst>
                    </p:cNvPr>
                    <p:cNvSpPr>
                      <a:spLocks noChangeArrowheads="1"/>
                    </p:cNvSpPr>
                    <p:nvPr/>
                  </p:nvSpPr>
                  <p:spPr bwMode="gray">
                    <a:xfrm>
                      <a:off x="5026762" y="5221522"/>
                      <a:ext cx="33390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Zimbabwe</a:t>
                      </a:r>
                    </a:p>
                  </p:txBody>
                </p:sp>
                <p:sp>
                  <p:nvSpPr>
                    <p:cNvPr id="116" name="Rectangle 1271">
                      <a:extLst>
                        <a:ext uri="{FF2B5EF4-FFF2-40B4-BE49-F238E27FC236}">
                          <a16:creationId xmlns:a16="http://schemas.microsoft.com/office/drawing/2014/main" id="{18B6CCEA-1593-0D3A-366E-AE8A04C5EBA5}"/>
                        </a:ext>
                      </a:extLst>
                    </p:cNvPr>
                    <p:cNvSpPr>
                      <a:spLocks noChangeArrowheads="1"/>
                    </p:cNvSpPr>
                    <p:nvPr/>
                  </p:nvSpPr>
                  <p:spPr bwMode="gray">
                    <a:xfrm>
                      <a:off x="5108467" y="1878977"/>
                      <a:ext cx="186867"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Egypt</a:t>
                      </a:r>
                    </a:p>
                  </p:txBody>
                </p:sp>
                <p:sp>
                  <p:nvSpPr>
                    <p:cNvPr id="117" name="Rectangle 1272">
                      <a:extLst>
                        <a:ext uri="{FF2B5EF4-FFF2-40B4-BE49-F238E27FC236}">
                          <a16:creationId xmlns:a16="http://schemas.microsoft.com/office/drawing/2014/main" id="{AFBA6083-BF7D-39BB-8805-18B4D1BE5580}"/>
                        </a:ext>
                      </a:extLst>
                    </p:cNvPr>
                    <p:cNvSpPr>
                      <a:spLocks noChangeArrowheads="1"/>
                    </p:cNvSpPr>
                    <p:nvPr/>
                  </p:nvSpPr>
                  <p:spPr bwMode="gray">
                    <a:xfrm>
                      <a:off x="4245616" y="1827951"/>
                      <a:ext cx="17154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Libya</a:t>
                      </a:r>
                    </a:p>
                  </p:txBody>
                </p:sp>
                <p:sp>
                  <p:nvSpPr>
                    <p:cNvPr id="118" name="Rectangle 1273">
                      <a:extLst>
                        <a:ext uri="{FF2B5EF4-FFF2-40B4-BE49-F238E27FC236}">
                          <a16:creationId xmlns:a16="http://schemas.microsoft.com/office/drawing/2014/main" id="{C950C98F-4F23-73ED-93ED-B43C6FD20693}"/>
                        </a:ext>
                      </a:extLst>
                    </p:cNvPr>
                    <p:cNvSpPr>
                      <a:spLocks noChangeArrowheads="1"/>
                    </p:cNvSpPr>
                    <p:nvPr/>
                  </p:nvSpPr>
                  <p:spPr bwMode="gray">
                    <a:xfrm>
                      <a:off x="3187711" y="1752312"/>
                      <a:ext cx="22362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Algeria</a:t>
                      </a:r>
                    </a:p>
                  </p:txBody>
                </p:sp>
                <p:sp>
                  <p:nvSpPr>
                    <p:cNvPr id="119" name="Rectangle 1274">
                      <a:extLst>
                        <a:ext uri="{FF2B5EF4-FFF2-40B4-BE49-F238E27FC236}">
                          <a16:creationId xmlns:a16="http://schemas.microsoft.com/office/drawing/2014/main" id="{5D06F259-5E9A-1E8F-D968-CB9327D96EED}"/>
                        </a:ext>
                      </a:extLst>
                    </p:cNvPr>
                    <p:cNvSpPr>
                      <a:spLocks noChangeArrowheads="1"/>
                    </p:cNvSpPr>
                    <p:nvPr/>
                  </p:nvSpPr>
                  <p:spPr bwMode="gray">
                    <a:xfrm>
                      <a:off x="4014691" y="1159936"/>
                      <a:ext cx="232816"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Tunisia</a:t>
                      </a:r>
                    </a:p>
                  </p:txBody>
                </p:sp>
                <p:sp>
                  <p:nvSpPr>
                    <p:cNvPr id="120" name="Rectangle 1275">
                      <a:extLst>
                        <a:ext uri="{FF2B5EF4-FFF2-40B4-BE49-F238E27FC236}">
                          <a16:creationId xmlns:a16="http://schemas.microsoft.com/office/drawing/2014/main" id="{45600F04-D0EA-9704-568F-5471CE3127FB}"/>
                        </a:ext>
                      </a:extLst>
                    </p:cNvPr>
                    <p:cNvSpPr>
                      <a:spLocks noChangeArrowheads="1"/>
                    </p:cNvSpPr>
                    <p:nvPr/>
                  </p:nvSpPr>
                  <p:spPr bwMode="gray">
                    <a:xfrm>
                      <a:off x="2658209" y="1355170"/>
                      <a:ext cx="27876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Morocco</a:t>
                      </a:r>
                    </a:p>
                  </p:txBody>
                </p:sp>
                <p:sp>
                  <p:nvSpPr>
                    <p:cNvPr id="121" name="Rectangle 1307">
                      <a:extLst>
                        <a:ext uri="{FF2B5EF4-FFF2-40B4-BE49-F238E27FC236}">
                          <a16:creationId xmlns:a16="http://schemas.microsoft.com/office/drawing/2014/main" id="{9A47ECDF-7F9B-142D-81FC-E23ED956B5B5}"/>
                        </a:ext>
                      </a:extLst>
                    </p:cNvPr>
                    <p:cNvSpPr>
                      <a:spLocks noChangeArrowheads="1"/>
                    </p:cNvSpPr>
                    <p:nvPr/>
                  </p:nvSpPr>
                  <p:spPr bwMode="gray">
                    <a:xfrm>
                      <a:off x="5651228" y="3831995"/>
                      <a:ext cx="20524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Kenya</a:t>
                      </a:r>
                    </a:p>
                  </p:txBody>
                </p:sp>
                <p:sp>
                  <p:nvSpPr>
                    <p:cNvPr id="122" name="Rectangle 1308">
                      <a:extLst>
                        <a:ext uri="{FF2B5EF4-FFF2-40B4-BE49-F238E27FC236}">
                          <a16:creationId xmlns:a16="http://schemas.microsoft.com/office/drawing/2014/main" id="{924F8EB5-577E-E604-4C7E-B66FC07E199B}"/>
                        </a:ext>
                      </a:extLst>
                    </p:cNvPr>
                    <p:cNvSpPr>
                      <a:spLocks noChangeArrowheads="1"/>
                    </p:cNvSpPr>
                    <p:nvPr/>
                  </p:nvSpPr>
                  <p:spPr bwMode="gray">
                    <a:xfrm>
                      <a:off x="5757674" y="3274262"/>
                      <a:ext cx="26038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Ethiopia</a:t>
                      </a:r>
                    </a:p>
                  </p:txBody>
                </p:sp>
                <p:sp>
                  <p:nvSpPr>
                    <p:cNvPr id="123" name="Rectangle 1309">
                      <a:extLst>
                        <a:ext uri="{FF2B5EF4-FFF2-40B4-BE49-F238E27FC236}">
                          <a16:creationId xmlns:a16="http://schemas.microsoft.com/office/drawing/2014/main" id="{95E234A1-85F8-7510-C5FF-996A18FEAA36}"/>
                        </a:ext>
                      </a:extLst>
                    </p:cNvPr>
                    <p:cNvSpPr>
                      <a:spLocks noChangeArrowheads="1"/>
                    </p:cNvSpPr>
                    <p:nvPr/>
                  </p:nvSpPr>
                  <p:spPr bwMode="gray">
                    <a:xfrm>
                      <a:off x="6001753" y="2673660"/>
                      <a:ext cx="214436"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Eritrea</a:t>
                      </a:r>
                    </a:p>
                  </p:txBody>
                </p:sp>
                <p:sp>
                  <p:nvSpPr>
                    <p:cNvPr id="124" name="Rectangle 1310">
                      <a:extLst>
                        <a:ext uri="{FF2B5EF4-FFF2-40B4-BE49-F238E27FC236}">
                          <a16:creationId xmlns:a16="http://schemas.microsoft.com/office/drawing/2014/main" id="{F4479120-C5E8-E833-64C0-AF2C828E9A5D}"/>
                        </a:ext>
                      </a:extLst>
                    </p:cNvPr>
                    <p:cNvSpPr>
                      <a:spLocks noChangeArrowheads="1"/>
                    </p:cNvSpPr>
                    <p:nvPr/>
                  </p:nvSpPr>
                  <p:spPr bwMode="gray">
                    <a:xfrm>
                      <a:off x="5009033" y="2775496"/>
                      <a:ext cx="407430"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North Sudan</a:t>
                      </a:r>
                    </a:p>
                  </p:txBody>
                </p:sp>
                <p:sp>
                  <p:nvSpPr>
                    <p:cNvPr id="125" name="Rectangle 1311">
                      <a:extLst>
                        <a:ext uri="{FF2B5EF4-FFF2-40B4-BE49-F238E27FC236}">
                          <a16:creationId xmlns:a16="http://schemas.microsoft.com/office/drawing/2014/main" id="{F69785CA-D515-681C-4BDF-57B6EB706A79}"/>
                        </a:ext>
                      </a:extLst>
                    </p:cNvPr>
                    <p:cNvSpPr>
                      <a:spLocks noChangeArrowheads="1"/>
                    </p:cNvSpPr>
                    <p:nvPr/>
                  </p:nvSpPr>
                  <p:spPr bwMode="gray">
                    <a:xfrm>
                      <a:off x="3726048" y="2584106"/>
                      <a:ext cx="17154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Niger</a:t>
                      </a:r>
                    </a:p>
                  </p:txBody>
                </p:sp>
                <p:sp>
                  <p:nvSpPr>
                    <p:cNvPr id="126" name="Rectangle 1312">
                      <a:extLst>
                        <a:ext uri="{FF2B5EF4-FFF2-40B4-BE49-F238E27FC236}">
                          <a16:creationId xmlns:a16="http://schemas.microsoft.com/office/drawing/2014/main" id="{29441D4D-427A-0C20-1EA4-C71392FC04A9}"/>
                        </a:ext>
                      </a:extLst>
                    </p:cNvPr>
                    <p:cNvSpPr>
                      <a:spLocks noChangeArrowheads="1"/>
                    </p:cNvSpPr>
                    <p:nvPr/>
                  </p:nvSpPr>
                  <p:spPr bwMode="gray">
                    <a:xfrm>
                      <a:off x="2167346" y="2403188"/>
                      <a:ext cx="336970"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Mauritania</a:t>
                      </a:r>
                    </a:p>
                  </p:txBody>
                </p:sp>
                <p:sp>
                  <p:nvSpPr>
                    <p:cNvPr id="127" name="Rectangle 1313">
                      <a:extLst>
                        <a:ext uri="{FF2B5EF4-FFF2-40B4-BE49-F238E27FC236}">
                          <a16:creationId xmlns:a16="http://schemas.microsoft.com/office/drawing/2014/main" id="{6AC68214-7BF3-6D96-A1FE-051FF69F42DF}"/>
                        </a:ext>
                      </a:extLst>
                    </p:cNvPr>
                    <p:cNvSpPr>
                      <a:spLocks noChangeArrowheads="1"/>
                    </p:cNvSpPr>
                    <p:nvPr/>
                  </p:nvSpPr>
                  <p:spPr bwMode="gray">
                    <a:xfrm>
                      <a:off x="2993087" y="2630494"/>
                      <a:ext cx="131727"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Mali</a:t>
                      </a:r>
                    </a:p>
                  </p:txBody>
                </p:sp>
                <p:sp>
                  <p:nvSpPr>
                    <p:cNvPr id="128" name="Rectangle 1314">
                      <a:extLst>
                        <a:ext uri="{FF2B5EF4-FFF2-40B4-BE49-F238E27FC236}">
                          <a16:creationId xmlns:a16="http://schemas.microsoft.com/office/drawing/2014/main" id="{A76D0887-73CE-6696-3184-F4153043BB97}"/>
                        </a:ext>
                      </a:extLst>
                    </p:cNvPr>
                    <p:cNvSpPr>
                      <a:spLocks noChangeArrowheads="1"/>
                    </p:cNvSpPr>
                    <p:nvPr/>
                  </p:nvSpPr>
                  <p:spPr bwMode="gray">
                    <a:xfrm>
                      <a:off x="3603414" y="3172809"/>
                      <a:ext cx="22668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Nigeria</a:t>
                      </a:r>
                    </a:p>
                  </p:txBody>
                </p:sp>
                <p:sp>
                  <p:nvSpPr>
                    <p:cNvPr id="129" name="Rectangle 1315">
                      <a:extLst>
                        <a:ext uri="{FF2B5EF4-FFF2-40B4-BE49-F238E27FC236}">
                          <a16:creationId xmlns:a16="http://schemas.microsoft.com/office/drawing/2014/main" id="{949ED3C0-DAED-B805-D66F-698E07D68886}"/>
                        </a:ext>
                      </a:extLst>
                    </p:cNvPr>
                    <p:cNvSpPr>
                      <a:spLocks noChangeArrowheads="1"/>
                    </p:cNvSpPr>
                    <p:nvPr/>
                  </p:nvSpPr>
                  <p:spPr bwMode="gray">
                    <a:xfrm>
                      <a:off x="6309967" y="3163982"/>
                      <a:ext cx="26038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Somalia</a:t>
                      </a:r>
                    </a:p>
                  </p:txBody>
                </p:sp>
                <p:sp>
                  <p:nvSpPr>
                    <p:cNvPr id="130" name="Rectangle 1316">
                      <a:extLst>
                        <a:ext uri="{FF2B5EF4-FFF2-40B4-BE49-F238E27FC236}">
                          <a16:creationId xmlns:a16="http://schemas.microsoft.com/office/drawing/2014/main" id="{F2F05AE0-9670-E45F-972D-21592534AB5B}"/>
                        </a:ext>
                      </a:extLst>
                    </p:cNvPr>
                    <p:cNvSpPr>
                      <a:spLocks noChangeArrowheads="1"/>
                    </p:cNvSpPr>
                    <p:nvPr/>
                  </p:nvSpPr>
                  <p:spPr bwMode="gray">
                    <a:xfrm>
                      <a:off x="4431175" y="2765027"/>
                      <a:ext cx="17154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Chad</a:t>
                      </a:r>
                    </a:p>
                  </p:txBody>
                </p:sp>
                <p:sp>
                  <p:nvSpPr>
                    <p:cNvPr id="131" name="Rectangle 1317">
                      <a:extLst>
                        <a:ext uri="{FF2B5EF4-FFF2-40B4-BE49-F238E27FC236}">
                          <a16:creationId xmlns:a16="http://schemas.microsoft.com/office/drawing/2014/main" id="{C5A544D9-997E-BB7C-1E2B-3D90D55E8683}"/>
                        </a:ext>
                      </a:extLst>
                    </p:cNvPr>
                    <p:cNvSpPr>
                      <a:spLocks noChangeArrowheads="1"/>
                    </p:cNvSpPr>
                    <p:nvPr/>
                  </p:nvSpPr>
                  <p:spPr bwMode="gray">
                    <a:xfrm>
                      <a:off x="4364434" y="3340710"/>
                      <a:ext cx="480951" cy="17463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Central African</a:t>
                      </a:r>
                      <a:b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b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Republic</a:t>
                      </a:r>
                    </a:p>
                  </p:txBody>
                </p:sp>
                <p:sp>
                  <p:nvSpPr>
                    <p:cNvPr id="132" name="Rectangle 1319">
                      <a:extLst>
                        <a:ext uri="{FF2B5EF4-FFF2-40B4-BE49-F238E27FC236}">
                          <a16:creationId xmlns:a16="http://schemas.microsoft.com/office/drawing/2014/main" id="{44473776-CD7B-2A3A-F663-C1535ACED1E4}"/>
                        </a:ext>
                      </a:extLst>
                    </p:cNvPr>
                    <p:cNvSpPr>
                      <a:spLocks noChangeArrowheads="1"/>
                    </p:cNvSpPr>
                    <p:nvPr/>
                  </p:nvSpPr>
                  <p:spPr bwMode="gray">
                    <a:xfrm>
                      <a:off x="5347227" y="3746249"/>
                      <a:ext cx="251196"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Uganda</a:t>
                      </a:r>
                    </a:p>
                  </p:txBody>
                </p:sp>
                <p:sp>
                  <p:nvSpPr>
                    <p:cNvPr id="133" name="Rectangle 1321">
                      <a:extLst>
                        <a:ext uri="{FF2B5EF4-FFF2-40B4-BE49-F238E27FC236}">
                          <a16:creationId xmlns:a16="http://schemas.microsoft.com/office/drawing/2014/main" id="{47F8EB83-E03E-3E6B-296A-1D050D6FB65D}"/>
                        </a:ext>
                      </a:extLst>
                    </p:cNvPr>
                    <p:cNvSpPr>
                      <a:spLocks noChangeArrowheads="1"/>
                    </p:cNvSpPr>
                    <p:nvPr/>
                  </p:nvSpPr>
                  <p:spPr bwMode="gray">
                    <a:xfrm>
                      <a:off x="2202439" y="3544172"/>
                      <a:ext cx="214436"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Liberia</a:t>
                      </a:r>
                    </a:p>
                  </p:txBody>
                </p:sp>
                <p:sp>
                  <p:nvSpPr>
                    <p:cNvPr id="134" name="Rectangle 1322">
                      <a:extLst>
                        <a:ext uri="{FF2B5EF4-FFF2-40B4-BE49-F238E27FC236}">
                          <a16:creationId xmlns:a16="http://schemas.microsoft.com/office/drawing/2014/main" id="{03A89548-B0CF-F2CA-FA4E-3825551B24A3}"/>
                        </a:ext>
                      </a:extLst>
                    </p:cNvPr>
                    <p:cNvSpPr>
                      <a:spLocks noChangeArrowheads="1"/>
                    </p:cNvSpPr>
                    <p:nvPr/>
                  </p:nvSpPr>
                  <p:spPr bwMode="gray">
                    <a:xfrm>
                      <a:off x="1722824" y="3333824"/>
                      <a:ext cx="413556"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Sierra Leone</a:t>
                      </a:r>
                    </a:p>
                  </p:txBody>
                </p:sp>
                <p:sp>
                  <p:nvSpPr>
                    <p:cNvPr id="135" name="Rectangle 1323">
                      <a:extLst>
                        <a:ext uri="{FF2B5EF4-FFF2-40B4-BE49-F238E27FC236}">
                          <a16:creationId xmlns:a16="http://schemas.microsoft.com/office/drawing/2014/main" id="{F3E0FB71-78E5-31FA-3BC7-A9E35994144C}"/>
                        </a:ext>
                      </a:extLst>
                    </p:cNvPr>
                    <p:cNvSpPr>
                      <a:spLocks noChangeArrowheads="1"/>
                    </p:cNvSpPr>
                    <p:nvPr/>
                  </p:nvSpPr>
                  <p:spPr bwMode="gray">
                    <a:xfrm>
                      <a:off x="2942256" y="2983058"/>
                      <a:ext cx="24506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Burkina</a:t>
                      </a:r>
                    </a:p>
                  </p:txBody>
                </p:sp>
                <p:sp>
                  <p:nvSpPr>
                    <p:cNvPr id="136" name="Rectangle 1324">
                      <a:extLst>
                        <a:ext uri="{FF2B5EF4-FFF2-40B4-BE49-F238E27FC236}">
                          <a16:creationId xmlns:a16="http://schemas.microsoft.com/office/drawing/2014/main" id="{67DD8AC6-98AA-CA8E-A03C-4EDCD17F1DD3}"/>
                        </a:ext>
                      </a:extLst>
                    </p:cNvPr>
                    <p:cNvSpPr>
                      <a:spLocks noChangeArrowheads="1"/>
                    </p:cNvSpPr>
                    <p:nvPr/>
                  </p:nvSpPr>
                  <p:spPr bwMode="gray">
                    <a:xfrm>
                      <a:off x="1618151" y="2949019"/>
                      <a:ext cx="254261"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Gambia</a:t>
                      </a:r>
                    </a:p>
                  </p:txBody>
                </p:sp>
                <p:sp>
                  <p:nvSpPr>
                    <p:cNvPr id="137" name="Rectangle 1325">
                      <a:extLst>
                        <a:ext uri="{FF2B5EF4-FFF2-40B4-BE49-F238E27FC236}">
                          <a16:creationId xmlns:a16="http://schemas.microsoft.com/office/drawing/2014/main" id="{518E8A71-EE2E-9826-E3DA-0DD81C10B359}"/>
                        </a:ext>
                      </a:extLst>
                    </p:cNvPr>
                    <p:cNvSpPr>
                      <a:spLocks noChangeArrowheads="1"/>
                    </p:cNvSpPr>
                    <p:nvPr/>
                  </p:nvSpPr>
                  <p:spPr bwMode="gray">
                    <a:xfrm>
                      <a:off x="2629846" y="3844301"/>
                      <a:ext cx="68925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Sao Tome &amp; Principe</a:t>
                      </a:r>
                    </a:p>
                  </p:txBody>
                </p:sp>
                <p:sp>
                  <p:nvSpPr>
                    <p:cNvPr id="138" name="Rectangle 1326">
                      <a:extLst>
                        <a:ext uri="{FF2B5EF4-FFF2-40B4-BE49-F238E27FC236}">
                          <a16:creationId xmlns:a16="http://schemas.microsoft.com/office/drawing/2014/main" id="{65B910EE-F878-5C7F-6AF6-A8ED8ADDA408}"/>
                        </a:ext>
                      </a:extLst>
                    </p:cNvPr>
                    <p:cNvSpPr>
                      <a:spLocks noChangeArrowheads="1"/>
                    </p:cNvSpPr>
                    <p:nvPr/>
                  </p:nvSpPr>
                  <p:spPr bwMode="gray">
                    <a:xfrm>
                      <a:off x="2965253" y="3609325"/>
                      <a:ext cx="57897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Equatorial Guinea</a:t>
                      </a:r>
                    </a:p>
                  </p:txBody>
                </p:sp>
                <p:sp>
                  <p:nvSpPr>
                    <p:cNvPr id="139" name="Rectangle 1329">
                      <a:extLst>
                        <a:ext uri="{FF2B5EF4-FFF2-40B4-BE49-F238E27FC236}">
                          <a16:creationId xmlns:a16="http://schemas.microsoft.com/office/drawing/2014/main" id="{715A15C5-7D5B-54F1-6C12-5DE4363262BB}"/>
                        </a:ext>
                      </a:extLst>
                    </p:cNvPr>
                    <p:cNvSpPr>
                      <a:spLocks noChangeArrowheads="1"/>
                    </p:cNvSpPr>
                    <p:nvPr/>
                  </p:nvSpPr>
                  <p:spPr bwMode="gray">
                    <a:xfrm>
                      <a:off x="6240382" y="2996977"/>
                      <a:ext cx="238943"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Djibouti</a:t>
                      </a:r>
                    </a:p>
                  </p:txBody>
                </p:sp>
                <p:sp>
                  <p:nvSpPr>
                    <p:cNvPr id="140" name="Rectangle 1330">
                      <a:extLst>
                        <a:ext uri="{FF2B5EF4-FFF2-40B4-BE49-F238E27FC236}">
                          <a16:creationId xmlns:a16="http://schemas.microsoft.com/office/drawing/2014/main" id="{CF8D000D-6F32-522B-BC6F-7B603FB0EFE6}"/>
                        </a:ext>
                      </a:extLst>
                    </p:cNvPr>
                    <p:cNvSpPr>
                      <a:spLocks noChangeArrowheads="1"/>
                    </p:cNvSpPr>
                    <p:nvPr/>
                  </p:nvSpPr>
                  <p:spPr bwMode="gray">
                    <a:xfrm>
                      <a:off x="1592314" y="2760388"/>
                      <a:ext cx="263450"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Senegal</a:t>
                      </a:r>
                    </a:p>
                  </p:txBody>
                </p:sp>
                <p:sp>
                  <p:nvSpPr>
                    <p:cNvPr id="141" name="Rectangle 1331">
                      <a:extLst>
                        <a:ext uri="{FF2B5EF4-FFF2-40B4-BE49-F238E27FC236}">
                          <a16:creationId xmlns:a16="http://schemas.microsoft.com/office/drawing/2014/main" id="{1DEA07FF-8743-F59F-ABA3-43574B976011}"/>
                        </a:ext>
                      </a:extLst>
                    </p:cNvPr>
                    <p:cNvSpPr>
                      <a:spLocks noChangeArrowheads="1"/>
                    </p:cNvSpPr>
                    <p:nvPr/>
                  </p:nvSpPr>
                  <p:spPr bwMode="gray">
                    <a:xfrm>
                      <a:off x="1456158" y="3056834"/>
                      <a:ext cx="47175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Guinea Bissau</a:t>
                      </a:r>
                    </a:p>
                  </p:txBody>
                </p:sp>
                <p:sp>
                  <p:nvSpPr>
                    <p:cNvPr id="142" name="Rectangle 1332">
                      <a:extLst>
                        <a:ext uri="{FF2B5EF4-FFF2-40B4-BE49-F238E27FC236}">
                          <a16:creationId xmlns:a16="http://schemas.microsoft.com/office/drawing/2014/main" id="{6039FC6F-70C3-8281-8AF1-625C70C5C8DD}"/>
                        </a:ext>
                      </a:extLst>
                    </p:cNvPr>
                    <p:cNvSpPr>
                      <a:spLocks noChangeArrowheads="1"/>
                    </p:cNvSpPr>
                    <p:nvPr/>
                  </p:nvSpPr>
                  <p:spPr bwMode="gray">
                    <a:xfrm>
                      <a:off x="1749838" y="1605279"/>
                      <a:ext cx="484012"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Canary Islands</a:t>
                      </a:r>
                    </a:p>
                  </p:txBody>
                </p:sp>
                <p:sp>
                  <p:nvSpPr>
                    <p:cNvPr id="143" name="Rectangle 1349">
                      <a:extLst>
                        <a:ext uri="{FF2B5EF4-FFF2-40B4-BE49-F238E27FC236}">
                          <a16:creationId xmlns:a16="http://schemas.microsoft.com/office/drawing/2014/main" id="{3FF282D8-9008-0B51-B6C7-189DCD04AD35}"/>
                        </a:ext>
                      </a:extLst>
                    </p:cNvPr>
                    <p:cNvSpPr>
                      <a:spLocks noChangeArrowheads="1"/>
                    </p:cNvSpPr>
                    <p:nvPr/>
                  </p:nvSpPr>
                  <p:spPr bwMode="gray">
                    <a:xfrm>
                      <a:off x="4186210" y="5390698"/>
                      <a:ext cx="263450"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Namibia</a:t>
                      </a:r>
                    </a:p>
                  </p:txBody>
                </p:sp>
                <p:sp>
                  <p:nvSpPr>
                    <p:cNvPr id="144" name="Rectangle 1350">
                      <a:extLst>
                        <a:ext uri="{FF2B5EF4-FFF2-40B4-BE49-F238E27FC236}">
                          <a16:creationId xmlns:a16="http://schemas.microsoft.com/office/drawing/2014/main" id="{3CED19F9-D25C-436C-6071-ED5DEF847885}"/>
                        </a:ext>
                      </a:extLst>
                    </p:cNvPr>
                    <p:cNvSpPr>
                      <a:spLocks noChangeArrowheads="1"/>
                    </p:cNvSpPr>
                    <p:nvPr/>
                  </p:nvSpPr>
                  <p:spPr bwMode="gray">
                    <a:xfrm>
                      <a:off x="4571008" y="6245064"/>
                      <a:ext cx="39823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South Africa</a:t>
                      </a:r>
                    </a:p>
                  </p:txBody>
                </p:sp>
                <p:sp>
                  <p:nvSpPr>
                    <p:cNvPr id="145" name="Rectangle 1351">
                      <a:extLst>
                        <a:ext uri="{FF2B5EF4-FFF2-40B4-BE49-F238E27FC236}">
                          <a16:creationId xmlns:a16="http://schemas.microsoft.com/office/drawing/2014/main" id="{130ACDA1-4DE5-3012-E76C-14C597E01698}"/>
                        </a:ext>
                      </a:extLst>
                    </p:cNvPr>
                    <p:cNvSpPr>
                      <a:spLocks noChangeArrowheads="1"/>
                    </p:cNvSpPr>
                    <p:nvPr/>
                  </p:nvSpPr>
                  <p:spPr bwMode="gray">
                    <a:xfrm>
                      <a:off x="5396086" y="4286617"/>
                      <a:ext cx="29714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Tanzania</a:t>
                      </a:r>
                    </a:p>
                  </p:txBody>
                </p:sp>
                <p:sp>
                  <p:nvSpPr>
                    <p:cNvPr id="146" name="Rectangle 1352">
                      <a:extLst>
                        <a:ext uri="{FF2B5EF4-FFF2-40B4-BE49-F238E27FC236}">
                          <a16:creationId xmlns:a16="http://schemas.microsoft.com/office/drawing/2014/main" id="{BC5AE2DE-0B4C-8EDD-B653-6C28DB6ACACE}"/>
                        </a:ext>
                      </a:extLst>
                    </p:cNvPr>
                    <p:cNvSpPr>
                      <a:spLocks noChangeArrowheads="1"/>
                    </p:cNvSpPr>
                    <p:nvPr/>
                  </p:nvSpPr>
                  <p:spPr bwMode="gray">
                    <a:xfrm>
                      <a:off x="4314839" y="4026609"/>
                      <a:ext cx="718890" cy="174638"/>
                    </a:xfrm>
                    <a:prstGeom prst="rect">
                      <a:avLst/>
                    </a:prstGeom>
                    <a:noFill/>
                    <a:ln w="9525">
                      <a:noFill/>
                      <a:miter lim="800000"/>
                      <a:headEnd/>
                      <a:tailEnd/>
                    </a:ln>
                  </p:spPr>
                  <p:txBody>
                    <a:bodyPr wrap="squar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Democratic Republic of the Congo</a:t>
                      </a:r>
                    </a:p>
                  </p:txBody>
                </p:sp>
                <p:sp>
                  <p:nvSpPr>
                    <p:cNvPr id="147" name="Rectangle 1353">
                      <a:extLst>
                        <a:ext uri="{FF2B5EF4-FFF2-40B4-BE49-F238E27FC236}">
                          <a16:creationId xmlns:a16="http://schemas.microsoft.com/office/drawing/2014/main" id="{156ED53C-CE4D-40D5-9B5E-BF1D759FAE7A}"/>
                        </a:ext>
                      </a:extLst>
                    </p:cNvPr>
                    <p:cNvSpPr>
                      <a:spLocks noChangeArrowheads="1"/>
                    </p:cNvSpPr>
                    <p:nvPr/>
                  </p:nvSpPr>
                  <p:spPr bwMode="gray">
                    <a:xfrm>
                      <a:off x="4260788" y="4732061"/>
                      <a:ext cx="22362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Angola</a:t>
                      </a:r>
                    </a:p>
                  </p:txBody>
                </p:sp>
                <p:sp>
                  <p:nvSpPr>
                    <p:cNvPr id="148" name="Rectangle 1354">
                      <a:extLst>
                        <a:ext uri="{FF2B5EF4-FFF2-40B4-BE49-F238E27FC236}">
                          <a16:creationId xmlns:a16="http://schemas.microsoft.com/office/drawing/2014/main" id="{23D95BBE-95C6-8F6D-42F6-8D0E1E564EF8}"/>
                        </a:ext>
                      </a:extLst>
                    </p:cNvPr>
                    <p:cNvSpPr>
                      <a:spLocks noChangeArrowheads="1"/>
                    </p:cNvSpPr>
                    <p:nvPr/>
                  </p:nvSpPr>
                  <p:spPr bwMode="gray">
                    <a:xfrm>
                      <a:off x="6588305" y="5455641"/>
                      <a:ext cx="39823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Madagascar</a:t>
                      </a:r>
                    </a:p>
                  </p:txBody>
                </p:sp>
                <p:sp>
                  <p:nvSpPr>
                    <p:cNvPr id="149" name="Rectangle 1355">
                      <a:extLst>
                        <a:ext uri="{FF2B5EF4-FFF2-40B4-BE49-F238E27FC236}">
                          <a16:creationId xmlns:a16="http://schemas.microsoft.com/office/drawing/2014/main" id="{D708939A-49D1-10E1-7F51-4BCEA544AC67}"/>
                        </a:ext>
                      </a:extLst>
                    </p:cNvPr>
                    <p:cNvSpPr>
                      <a:spLocks noChangeArrowheads="1"/>
                    </p:cNvSpPr>
                    <p:nvPr/>
                  </p:nvSpPr>
                  <p:spPr bwMode="gray">
                    <a:xfrm>
                      <a:off x="4625611" y="5566475"/>
                      <a:ext cx="318590"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Botswana</a:t>
                      </a:r>
                    </a:p>
                  </p:txBody>
                </p:sp>
                <p:sp>
                  <p:nvSpPr>
                    <p:cNvPr id="150" name="Rectangle 1356">
                      <a:extLst>
                        <a:ext uri="{FF2B5EF4-FFF2-40B4-BE49-F238E27FC236}">
                          <a16:creationId xmlns:a16="http://schemas.microsoft.com/office/drawing/2014/main" id="{A9E31EC3-4628-67AB-545D-198EE262A5BF}"/>
                        </a:ext>
                      </a:extLst>
                    </p:cNvPr>
                    <p:cNvSpPr>
                      <a:spLocks noChangeArrowheads="1"/>
                    </p:cNvSpPr>
                    <p:nvPr/>
                  </p:nvSpPr>
                  <p:spPr bwMode="gray">
                    <a:xfrm>
                      <a:off x="4885999" y="4908793"/>
                      <a:ext cx="24200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Zambia</a:t>
                      </a:r>
                    </a:p>
                  </p:txBody>
                </p:sp>
                <p:sp>
                  <p:nvSpPr>
                    <p:cNvPr id="151" name="Rectangle 1357">
                      <a:extLst>
                        <a:ext uri="{FF2B5EF4-FFF2-40B4-BE49-F238E27FC236}">
                          <a16:creationId xmlns:a16="http://schemas.microsoft.com/office/drawing/2014/main" id="{05287D19-82BA-B398-60F3-FB5FE46D1106}"/>
                        </a:ext>
                      </a:extLst>
                    </p:cNvPr>
                    <p:cNvSpPr>
                      <a:spLocks noChangeArrowheads="1"/>
                    </p:cNvSpPr>
                    <p:nvPr/>
                  </p:nvSpPr>
                  <p:spPr bwMode="gray">
                    <a:xfrm>
                      <a:off x="3855939" y="3901077"/>
                      <a:ext cx="217501"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Gabon</a:t>
                      </a:r>
                    </a:p>
                  </p:txBody>
                </p:sp>
                <p:sp>
                  <p:nvSpPr>
                    <p:cNvPr id="152" name="Rectangle 1358">
                      <a:extLst>
                        <a:ext uri="{FF2B5EF4-FFF2-40B4-BE49-F238E27FC236}">
                          <a16:creationId xmlns:a16="http://schemas.microsoft.com/office/drawing/2014/main" id="{403494BC-0A00-4B14-E95B-351987591653}"/>
                        </a:ext>
                      </a:extLst>
                    </p:cNvPr>
                    <p:cNvSpPr>
                      <a:spLocks noChangeArrowheads="1"/>
                    </p:cNvSpPr>
                    <p:nvPr/>
                  </p:nvSpPr>
                  <p:spPr bwMode="gray">
                    <a:xfrm>
                      <a:off x="5658680" y="5823747"/>
                      <a:ext cx="327782"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Swaziland</a:t>
                      </a:r>
                    </a:p>
                  </p:txBody>
                </p:sp>
                <p:sp>
                  <p:nvSpPr>
                    <p:cNvPr id="153" name="Rectangle 1359">
                      <a:extLst>
                        <a:ext uri="{FF2B5EF4-FFF2-40B4-BE49-F238E27FC236}">
                          <a16:creationId xmlns:a16="http://schemas.microsoft.com/office/drawing/2014/main" id="{F27B21BF-766D-23F6-17C6-7B9A14106B39}"/>
                        </a:ext>
                      </a:extLst>
                    </p:cNvPr>
                    <p:cNvSpPr>
                      <a:spLocks noChangeArrowheads="1"/>
                    </p:cNvSpPr>
                    <p:nvPr/>
                  </p:nvSpPr>
                  <p:spPr bwMode="gray">
                    <a:xfrm>
                      <a:off x="5661695" y="6060738"/>
                      <a:ext cx="257323"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Lesotho</a:t>
                      </a:r>
                    </a:p>
                  </p:txBody>
                </p:sp>
                <p:sp>
                  <p:nvSpPr>
                    <p:cNvPr id="154" name="Rectangle 1360">
                      <a:extLst>
                        <a:ext uri="{FF2B5EF4-FFF2-40B4-BE49-F238E27FC236}">
                          <a16:creationId xmlns:a16="http://schemas.microsoft.com/office/drawing/2014/main" id="{93D6404D-9C18-210E-CF5D-8D4D8E15C843}"/>
                        </a:ext>
                      </a:extLst>
                    </p:cNvPr>
                    <p:cNvSpPr>
                      <a:spLocks noChangeArrowheads="1"/>
                    </p:cNvSpPr>
                    <p:nvPr/>
                  </p:nvSpPr>
                  <p:spPr bwMode="gray">
                    <a:xfrm>
                      <a:off x="6073379" y="4912878"/>
                      <a:ext cx="223628"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Malawi</a:t>
                      </a:r>
                    </a:p>
                  </p:txBody>
                </p:sp>
                <p:sp>
                  <p:nvSpPr>
                    <p:cNvPr id="155" name="Rectangle 1362">
                      <a:extLst>
                        <a:ext uri="{FF2B5EF4-FFF2-40B4-BE49-F238E27FC236}">
                          <a16:creationId xmlns:a16="http://schemas.microsoft.com/office/drawing/2014/main" id="{ABACB273-7631-79E9-58D5-E567D866A463}"/>
                        </a:ext>
                      </a:extLst>
                    </p:cNvPr>
                    <p:cNvSpPr>
                      <a:spLocks noChangeArrowheads="1"/>
                    </p:cNvSpPr>
                    <p:nvPr/>
                  </p:nvSpPr>
                  <p:spPr bwMode="gray">
                    <a:xfrm>
                      <a:off x="5034242" y="3994361"/>
                      <a:ext cx="263449"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Rwanda</a:t>
                      </a:r>
                    </a:p>
                  </p:txBody>
                </p:sp>
                <p:sp>
                  <p:nvSpPr>
                    <p:cNvPr id="156" name="Rectangle 1363">
                      <a:extLst>
                        <a:ext uri="{FF2B5EF4-FFF2-40B4-BE49-F238E27FC236}">
                          <a16:creationId xmlns:a16="http://schemas.microsoft.com/office/drawing/2014/main" id="{AC312FAB-CA9C-5152-88B1-7ED02A8C071C}"/>
                        </a:ext>
                      </a:extLst>
                    </p:cNvPr>
                    <p:cNvSpPr>
                      <a:spLocks noChangeArrowheads="1"/>
                    </p:cNvSpPr>
                    <p:nvPr/>
                  </p:nvSpPr>
                  <p:spPr bwMode="gray">
                    <a:xfrm>
                      <a:off x="3248231" y="3075865"/>
                      <a:ext cx="183802"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Benin</a:t>
                      </a:r>
                    </a:p>
                  </p:txBody>
                </p:sp>
                <p:sp>
                  <p:nvSpPr>
                    <p:cNvPr id="157" name="Rectangle 1364">
                      <a:extLst>
                        <a:ext uri="{FF2B5EF4-FFF2-40B4-BE49-F238E27FC236}">
                          <a16:creationId xmlns:a16="http://schemas.microsoft.com/office/drawing/2014/main" id="{05B80295-A2FF-B3FB-EF37-19653CDBB423}"/>
                        </a:ext>
                      </a:extLst>
                    </p:cNvPr>
                    <p:cNvSpPr>
                      <a:spLocks noChangeArrowheads="1"/>
                    </p:cNvSpPr>
                    <p:nvPr/>
                  </p:nvSpPr>
                  <p:spPr bwMode="gray">
                    <a:xfrm>
                      <a:off x="2983809" y="3150061"/>
                      <a:ext cx="217501"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Ghana</a:t>
                      </a:r>
                    </a:p>
                  </p:txBody>
                </p:sp>
                <p:sp>
                  <p:nvSpPr>
                    <p:cNvPr id="158" name="Rectangle 1365">
                      <a:extLst>
                        <a:ext uri="{FF2B5EF4-FFF2-40B4-BE49-F238E27FC236}">
                          <a16:creationId xmlns:a16="http://schemas.microsoft.com/office/drawing/2014/main" id="{3F0A5940-F697-3509-834E-DC587147D448}"/>
                        </a:ext>
                      </a:extLst>
                    </p:cNvPr>
                    <p:cNvSpPr>
                      <a:spLocks noChangeArrowheads="1"/>
                    </p:cNvSpPr>
                    <p:nvPr/>
                  </p:nvSpPr>
                  <p:spPr bwMode="gray">
                    <a:xfrm>
                      <a:off x="2716511" y="3251225"/>
                      <a:ext cx="189929" cy="174638"/>
                    </a:xfrm>
                    <a:prstGeom prst="rect">
                      <a:avLst/>
                    </a:prstGeom>
                    <a:noFill/>
                    <a:ln w="9525">
                      <a:noFill/>
                      <a:miter lim="800000"/>
                      <a:headEnd/>
                      <a:tailEnd/>
                    </a:ln>
                  </p:spPr>
                  <p:txBody>
                    <a:bodyPr wrap="none" lIns="0" tIns="0" rIns="0" bIns="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Ivory</a:t>
                      </a:r>
                      <a:b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b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Coast</a:t>
                      </a:r>
                    </a:p>
                  </p:txBody>
                </p:sp>
                <p:sp>
                  <p:nvSpPr>
                    <p:cNvPr id="159" name="Rectangle 1366">
                      <a:extLst>
                        <a:ext uri="{FF2B5EF4-FFF2-40B4-BE49-F238E27FC236}">
                          <a16:creationId xmlns:a16="http://schemas.microsoft.com/office/drawing/2014/main" id="{0B5C7EF3-373D-B9A9-F650-B346767C5AAD}"/>
                        </a:ext>
                      </a:extLst>
                    </p:cNvPr>
                    <p:cNvSpPr>
                      <a:spLocks noChangeArrowheads="1"/>
                    </p:cNvSpPr>
                    <p:nvPr/>
                  </p:nvSpPr>
                  <p:spPr bwMode="gray">
                    <a:xfrm>
                      <a:off x="2219689" y="3071201"/>
                      <a:ext cx="232816"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Guinea</a:t>
                      </a:r>
                    </a:p>
                  </p:txBody>
                </p:sp>
                <p:sp>
                  <p:nvSpPr>
                    <p:cNvPr id="160" name="Rectangle 1367">
                      <a:extLst>
                        <a:ext uri="{FF2B5EF4-FFF2-40B4-BE49-F238E27FC236}">
                          <a16:creationId xmlns:a16="http://schemas.microsoft.com/office/drawing/2014/main" id="{E7A41C9C-FFBA-ACC8-CD74-71764448C961}"/>
                        </a:ext>
                      </a:extLst>
                    </p:cNvPr>
                    <p:cNvSpPr>
                      <a:spLocks noChangeArrowheads="1"/>
                    </p:cNvSpPr>
                    <p:nvPr/>
                  </p:nvSpPr>
                  <p:spPr bwMode="gray">
                    <a:xfrm>
                      <a:off x="3795631" y="3470152"/>
                      <a:ext cx="336970"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Cameroon</a:t>
                      </a:r>
                    </a:p>
                  </p:txBody>
                </p:sp>
                <p:sp>
                  <p:nvSpPr>
                    <p:cNvPr id="161" name="Rectangle 1369">
                      <a:extLst>
                        <a:ext uri="{FF2B5EF4-FFF2-40B4-BE49-F238E27FC236}">
                          <a16:creationId xmlns:a16="http://schemas.microsoft.com/office/drawing/2014/main" id="{638D17B2-A99D-B492-4282-D1C1BAC12E82}"/>
                        </a:ext>
                      </a:extLst>
                    </p:cNvPr>
                    <p:cNvSpPr>
                      <a:spLocks noChangeArrowheads="1"/>
                    </p:cNvSpPr>
                    <p:nvPr/>
                  </p:nvSpPr>
                  <p:spPr bwMode="gray">
                    <a:xfrm>
                      <a:off x="4234792" y="3779360"/>
                      <a:ext cx="527923" cy="87318"/>
                    </a:xfrm>
                    <a:prstGeom prst="rect">
                      <a:avLst/>
                    </a:prstGeom>
                    <a:noFill/>
                    <a:ln w="9525">
                      <a:noFill/>
                      <a:miter lim="800000"/>
                      <a:headEnd/>
                      <a:tailEnd/>
                    </a:ln>
                  </p:spPr>
                  <p:txBody>
                    <a:bodyPr wrap="squar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Congo Republic</a:t>
                      </a:r>
                    </a:p>
                  </p:txBody>
                </p:sp>
                <p:sp>
                  <p:nvSpPr>
                    <p:cNvPr id="162" name="Rectangle 1370">
                      <a:extLst>
                        <a:ext uri="{FF2B5EF4-FFF2-40B4-BE49-F238E27FC236}">
                          <a16:creationId xmlns:a16="http://schemas.microsoft.com/office/drawing/2014/main" id="{31A32069-36A7-16EB-F62A-DC2FC84AF8CB}"/>
                        </a:ext>
                      </a:extLst>
                    </p:cNvPr>
                    <p:cNvSpPr>
                      <a:spLocks noChangeArrowheads="1"/>
                    </p:cNvSpPr>
                    <p:nvPr/>
                  </p:nvSpPr>
                  <p:spPr bwMode="gray">
                    <a:xfrm>
                      <a:off x="6268215" y="4653095"/>
                      <a:ext cx="294083"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Comoros</a:t>
                      </a:r>
                    </a:p>
                  </p:txBody>
                </p:sp>
                <p:sp>
                  <p:nvSpPr>
                    <p:cNvPr id="163" name="Rectangle 1376">
                      <a:extLst>
                        <a:ext uri="{FF2B5EF4-FFF2-40B4-BE49-F238E27FC236}">
                          <a16:creationId xmlns:a16="http://schemas.microsoft.com/office/drawing/2014/main" id="{929B97E5-88EB-F4ED-58A8-427DD352E7E8}"/>
                        </a:ext>
                      </a:extLst>
                    </p:cNvPr>
                    <p:cNvSpPr>
                      <a:spLocks noChangeArrowheads="1"/>
                    </p:cNvSpPr>
                    <p:nvPr/>
                  </p:nvSpPr>
                  <p:spPr bwMode="gray">
                    <a:xfrm>
                      <a:off x="5443375" y="5522833"/>
                      <a:ext cx="413556"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Mozambique</a:t>
                      </a:r>
                    </a:p>
                  </p:txBody>
                </p:sp>
                <p:sp>
                  <p:nvSpPr>
                    <p:cNvPr id="164" name="Rectangle 1377">
                      <a:extLst>
                        <a:ext uri="{FF2B5EF4-FFF2-40B4-BE49-F238E27FC236}">
                          <a16:creationId xmlns:a16="http://schemas.microsoft.com/office/drawing/2014/main" id="{B4F10789-FE84-91DF-D090-26D7CF28FC40}"/>
                        </a:ext>
                      </a:extLst>
                    </p:cNvPr>
                    <p:cNvSpPr>
                      <a:spLocks noChangeArrowheads="1"/>
                    </p:cNvSpPr>
                    <p:nvPr/>
                  </p:nvSpPr>
                  <p:spPr bwMode="gray">
                    <a:xfrm>
                      <a:off x="3178525" y="3293221"/>
                      <a:ext cx="165422" cy="87318"/>
                    </a:xfrm>
                    <a:prstGeom prst="rect">
                      <a:avLst/>
                    </a:prstGeom>
                    <a:noFill/>
                    <a:ln w="9525">
                      <a:noFill/>
                      <a:miter lim="800000"/>
                      <a:headEnd/>
                      <a:tailEnd/>
                    </a:ln>
                  </p:spPr>
                  <p:txBody>
                    <a:bodyPr wrap="none" lIns="0" tIns="0" rIns="0" bIns="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Togo</a:t>
                      </a:r>
                    </a:p>
                  </p:txBody>
                </p:sp>
              </p:grpSp>
              <p:sp>
                <p:nvSpPr>
                  <p:cNvPr id="110" name="Freeform 300">
                    <a:extLst>
                      <a:ext uri="{FF2B5EF4-FFF2-40B4-BE49-F238E27FC236}">
                        <a16:creationId xmlns:a16="http://schemas.microsoft.com/office/drawing/2014/main" id="{F5EE0A12-D01E-E5B1-8FC9-943D4DA437D9}"/>
                      </a:ext>
                    </a:extLst>
                  </p:cNvPr>
                  <p:cNvSpPr/>
                  <p:nvPr/>
                </p:nvSpPr>
                <p:spPr bwMode="gray">
                  <a:xfrm>
                    <a:off x="3319132" y="3746401"/>
                    <a:ext cx="588169" cy="59530"/>
                  </a:xfrm>
                  <a:custGeom>
                    <a:avLst/>
                    <a:gdLst>
                      <a:gd name="connsiteX0" fmla="*/ 0 w 588169"/>
                      <a:gd name="connsiteY0" fmla="*/ 0 h 59531"/>
                      <a:gd name="connsiteX1" fmla="*/ 0 w 588169"/>
                      <a:gd name="connsiteY1" fmla="*/ 59531 h 59531"/>
                      <a:gd name="connsiteX2" fmla="*/ 588169 w 588169"/>
                      <a:gd name="connsiteY2" fmla="*/ 59531 h 59531"/>
                    </a:gdLst>
                    <a:ahLst/>
                    <a:cxnLst>
                      <a:cxn ang="0">
                        <a:pos x="connsiteX0" y="connsiteY0"/>
                      </a:cxn>
                      <a:cxn ang="0">
                        <a:pos x="connsiteX1" y="connsiteY1"/>
                      </a:cxn>
                      <a:cxn ang="0">
                        <a:pos x="connsiteX2" y="connsiteY2"/>
                      </a:cxn>
                    </a:cxnLst>
                    <a:rect l="l" t="t" r="r" b="b"/>
                    <a:pathLst>
                      <a:path w="588169" h="59531">
                        <a:moveTo>
                          <a:pt x="0" y="0"/>
                        </a:moveTo>
                        <a:lnTo>
                          <a:pt x="0" y="59531"/>
                        </a:lnTo>
                        <a:lnTo>
                          <a:pt x="588169" y="59531"/>
                        </a:lnTo>
                      </a:path>
                    </a:pathLst>
                  </a:custGeom>
                  <a:ln w="9525">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08" name="Rectangle 1310">
                  <a:extLst>
                    <a:ext uri="{FF2B5EF4-FFF2-40B4-BE49-F238E27FC236}">
                      <a16:creationId xmlns:a16="http://schemas.microsoft.com/office/drawing/2014/main" id="{0DAFE72E-3837-A402-3E4B-CE939FD1A108}"/>
                    </a:ext>
                  </a:extLst>
                </p:cNvPr>
                <p:cNvSpPr>
                  <a:spLocks noChangeArrowheads="1"/>
                </p:cNvSpPr>
                <p:nvPr/>
              </p:nvSpPr>
              <p:spPr bwMode="gray">
                <a:xfrm>
                  <a:off x="5252875" y="3303350"/>
                  <a:ext cx="211374" cy="174638"/>
                </a:xfrm>
                <a:prstGeom prst="rect">
                  <a:avLst/>
                </a:prstGeom>
                <a:noFill/>
                <a:ln w="9525">
                  <a:noFill/>
                  <a:miter lim="800000"/>
                  <a:headEnd/>
                  <a:tailEnd/>
                </a:ln>
              </p:spPr>
              <p:txBody>
                <a:bodyPr wrap="none" lIns="0" tIns="0" rIns="0" bIns="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South </a:t>
                  </a:r>
                  <a:b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br>
                  <a:r>
                    <a:rPr kumimoji="0" lang="en-US" sz="3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Sudan</a:t>
                  </a:r>
                </a:p>
              </p:txBody>
            </p:sp>
          </p:grpSp>
        </p:grpSp>
      </p:grpSp>
      <p:pic>
        <p:nvPicPr>
          <p:cNvPr id="447" name="Picture 446">
            <a:extLst>
              <a:ext uri="{FF2B5EF4-FFF2-40B4-BE49-F238E27FC236}">
                <a16:creationId xmlns:a16="http://schemas.microsoft.com/office/drawing/2014/main" id="{C3352C84-88FD-293B-560A-2B166A72CE7B}"/>
              </a:ext>
            </a:extLst>
          </p:cNvPr>
          <p:cNvPicPr>
            <a:picLocks noChangeAspect="1"/>
          </p:cNvPicPr>
          <p:nvPr/>
        </p:nvPicPr>
        <p:blipFill>
          <a:blip r:embed="rId8" cstate="email">
            <a:extLst>
              <a:ext uri="{28A0092B-C50C-407E-A947-70E740481C1C}">
                <a14:useLocalDpi xmlns:a14="http://schemas.microsoft.com/office/drawing/2010/main"/>
              </a:ext>
            </a:extLst>
          </a:blip>
          <a:srcRect l="4494" t="1813" r="2699" b="3012"/>
          <a:stretch>
            <a:fillRect/>
          </a:stretch>
        </p:blipFill>
        <p:spPr bwMode="auto">
          <a:xfrm>
            <a:off x="771059" y="1189422"/>
            <a:ext cx="2621915" cy="2791460"/>
          </a:xfrm>
          <a:prstGeom prst="rect">
            <a:avLst/>
          </a:prstGeom>
          <a:noFill/>
        </p:spPr>
      </p:pic>
      <p:grpSp>
        <p:nvGrpSpPr>
          <p:cNvPr id="449" name="Group 448">
            <a:extLst>
              <a:ext uri="{FF2B5EF4-FFF2-40B4-BE49-F238E27FC236}">
                <a16:creationId xmlns:a16="http://schemas.microsoft.com/office/drawing/2014/main" id="{052411AF-A6F5-7EAA-9C87-2BE72DB5D7AB}"/>
              </a:ext>
            </a:extLst>
          </p:cNvPr>
          <p:cNvGrpSpPr/>
          <p:nvPr/>
        </p:nvGrpSpPr>
        <p:grpSpPr>
          <a:xfrm>
            <a:off x="739504" y="4428156"/>
            <a:ext cx="413706" cy="415393"/>
            <a:chOff x="413402" y="4327335"/>
            <a:chExt cx="413706" cy="415393"/>
          </a:xfrm>
        </p:grpSpPr>
        <p:sp>
          <p:nvSpPr>
            <p:cNvPr id="448" name="Rectangle 447">
              <a:extLst>
                <a:ext uri="{FF2B5EF4-FFF2-40B4-BE49-F238E27FC236}">
                  <a16:creationId xmlns:a16="http://schemas.microsoft.com/office/drawing/2014/main" id="{83E8AB96-8974-41CA-3A9B-EB4FC2027656}"/>
                </a:ext>
              </a:extLst>
            </p:cNvPr>
            <p:cNvSpPr/>
            <p:nvPr/>
          </p:nvSpPr>
          <p:spPr bwMode="gray">
            <a:xfrm>
              <a:off x="413402" y="4327335"/>
              <a:ext cx="413706" cy="415393"/>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pSp>
          <p:nvGrpSpPr>
            <p:cNvPr id="44" name="Group 43">
              <a:extLst>
                <a:ext uri="{FF2B5EF4-FFF2-40B4-BE49-F238E27FC236}">
                  <a16:creationId xmlns:a16="http://schemas.microsoft.com/office/drawing/2014/main" id="{46509E1C-FEAA-A027-A6E3-24F046A8C2B1}"/>
                </a:ext>
              </a:extLst>
            </p:cNvPr>
            <p:cNvGrpSpPr>
              <a:grpSpLocks noChangeAspect="1"/>
            </p:cNvGrpSpPr>
            <p:nvPr/>
          </p:nvGrpSpPr>
          <p:grpSpPr>
            <a:xfrm>
              <a:off x="454819" y="4364575"/>
              <a:ext cx="306516" cy="309562"/>
              <a:chOff x="2131557" y="3941199"/>
              <a:chExt cx="443385" cy="485133"/>
            </a:xfrm>
            <a:solidFill>
              <a:schemeClr val="accent3">
                <a:lumMod val="40000"/>
                <a:lumOff val="60000"/>
              </a:schemeClr>
            </a:solidFill>
          </p:grpSpPr>
          <p:sp>
            <p:nvSpPr>
              <p:cNvPr id="45" name="object 134">
                <a:extLst>
                  <a:ext uri="{FF2B5EF4-FFF2-40B4-BE49-F238E27FC236}">
                    <a16:creationId xmlns:a16="http://schemas.microsoft.com/office/drawing/2014/main" id="{11E5BBDA-6460-B4C2-2198-E702C92E6EB3}"/>
                  </a:ext>
                </a:extLst>
              </p:cNvPr>
              <p:cNvSpPr/>
              <p:nvPr/>
            </p:nvSpPr>
            <p:spPr>
              <a:xfrm>
                <a:off x="2131557" y="4119709"/>
                <a:ext cx="443385" cy="238748"/>
              </a:xfrm>
              <a:custGeom>
                <a:avLst/>
                <a:gdLst/>
                <a:ahLst/>
                <a:cxnLst/>
                <a:rect l="l" t="t" r="r" b="b"/>
                <a:pathLst>
                  <a:path w="181610" h="97789">
                    <a:moveTo>
                      <a:pt x="28333" y="0"/>
                    </a:moveTo>
                    <a:lnTo>
                      <a:pt x="24333" y="139"/>
                    </a:lnTo>
                    <a:lnTo>
                      <a:pt x="22009" y="1955"/>
                    </a:lnTo>
                    <a:lnTo>
                      <a:pt x="3352" y="70332"/>
                    </a:lnTo>
                    <a:lnTo>
                      <a:pt x="1592" y="76504"/>
                    </a:lnTo>
                    <a:lnTo>
                      <a:pt x="0" y="82194"/>
                    </a:lnTo>
                    <a:lnTo>
                      <a:pt x="0" y="92100"/>
                    </a:lnTo>
                    <a:lnTo>
                      <a:pt x="444" y="92887"/>
                    </a:lnTo>
                    <a:lnTo>
                      <a:pt x="1879" y="95846"/>
                    </a:lnTo>
                    <a:lnTo>
                      <a:pt x="3860" y="97282"/>
                    </a:lnTo>
                    <a:lnTo>
                      <a:pt x="172681" y="97434"/>
                    </a:lnTo>
                    <a:lnTo>
                      <a:pt x="176809" y="97751"/>
                    </a:lnTo>
                    <a:lnTo>
                      <a:pt x="179781" y="96266"/>
                    </a:lnTo>
                    <a:lnTo>
                      <a:pt x="181051" y="92100"/>
                    </a:lnTo>
                    <a:lnTo>
                      <a:pt x="181051" y="81483"/>
                    </a:lnTo>
                    <a:lnTo>
                      <a:pt x="180784" y="80860"/>
                    </a:lnTo>
                    <a:lnTo>
                      <a:pt x="180428" y="80251"/>
                    </a:lnTo>
                    <a:lnTo>
                      <a:pt x="179401" y="76504"/>
                    </a:lnTo>
                    <a:lnTo>
                      <a:pt x="16116" y="76504"/>
                    </a:lnTo>
                    <a:lnTo>
                      <a:pt x="16649" y="74485"/>
                    </a:lnTo>
                    <a:lnTo>
                      <a:pt x="32994" y="14325"/>
                    </a:lnTo>
                    <a:lnTo>
                      <a:pt x="33604" y="13855"/>
                    </a:lnTo>
                    <a:lnTo>
                      <a:pt x="162300" y="13855"/>
                    </a:lnTo>
                    <a:lnTo>
                      <a:pt x="159423" y="3289"/>
                    </a:lnTo>
                    <a:lnTo>
                      <a:pt x="158064" y="1231"/>
                    </a:lnTo>
                    <a:lnTo>
                      <a:pt x="154139" y="50"/>
                    </a:lnTo>
                    <a:lnTo>
                      <a:pt x="28333" y="0"/>
                    </a:lnTo>
                    <a:close/>
                  </a:path>
                  <a:path w="181610" h="97789">
                    <a:moveTo>
                      <a:pt x="162300" y="13855"/>
                    </a:moveTo>
                    <a:lnTo>
                      <a:pt x="33604" y="13855"/>
                    </a:lnTo>
                    <a:lnTo>
                      <a:pt x="147434" y="13868"/>
                    </a:lnTo>
                    <a:lnTo>
                      <a:pt x="148031" y="14224"/>
                    </a:lnTo>
                    <a:lnTo>
                      <a:pt x="151084" y="25523"/>
                    </a:lnTo>
                    <a:lnTo>
                      <a:pt x="164617" y="75145"/>
                    </a:lnTo>
                    <a:lnTo>
                      <a:pt x="164719" y="75768"/>
                    </a:lnTo>
                    <a:lnTo>
                      <a:pt x="164896" y="76504"/>
                    </a:lnTo>
                    <a:lnTo>
                      <a:pt x="179401" y="76504"/>
                    </a:lnTo>
                    <a:lnTo>
                      <a:pt x="173588" y="55303"/>
                    </a:lnTo>
                    <a:lnTo>
                      <a:pt x="162300" y="13855"/>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46" name="object 135">
                <a:extLst>
                  <a:ext uri="{FF2B5EF4-FFF2-40B4-BE49-F238E27FC236}">
                    <a16:creationId xmlns:a16="http://schemas.microsoft.com/office/drawing/2014/main" id="{9202CC8C-4ADA-66FA-CB4C-AFC30250005F}"/>
                  </a:ext>
                </a:extLst>
              </p:cNvPr>
              <p:cNvSpPr/>
              <p:nvPr/>
            </p:nvSpPr>
            <p:spPr>
              <a:xfrm>
                <a:off x="2267529" y="4375172"/>
                <a:ext cx="170533" cy="51160"/>
              </a:xfrm>
              <a:custGeom>
                <a:avLst/>
                <a:gdLst/>
                <a:ahLst/>
                <a:cxnLst/>
                <a:rect l="l" t="t" r="r" b="b"/>
                <a:pathLst>
                  <a:path w="69850" h="20954">
                    <a:moveTo>
                      <a:pt x="10312" y="6794"/>
                    </a:moveTo>
                    <a:lnTo>
                      <a:pt x="2882" y="7086"/>
                    </a:lnTo>
                    <a:lnTo>
                      <a:pt x="558" y="9131"/>
                    </a:lnTo>
                    <a:lnTo>
                      <a:pt x="0" y="14935"/>
                    </a:lnTo>
                    <a:lnTo>
                      <a:pt x="190" y="17830"/>
                    </a:lnTo>
                    <a:lnTo>
                      <a:pt x="177" y="20700"/>
                    </a:lnTo>
                    <a:lnTo>
                      <a:pt x="69494" y="20700"/>
                    </a:lnTo>
                    <a:lnTo>
                      <a:pt x="69570" y="9512"/>
                    </a:lnTo>
                    <a:lnTo>
                      <a:pt x="66878" y="6857"/>
                    </a:lnTo>
                    <a:lnTo>
                      <a:pt x="49151" y="6845"/>
                    </a:lnTo>
                    <a:lnTo>
                      <a:pt x="20472" y="6845"/>
                    </a:lnTo>
                    <a:lnTo>
                      <a:pt x="10312" y="6794"/>
                    </a:lnTo>
                    <a:close/>
                  </a:path>
                  <a:path w="69850" h="20954">
                    <a:moveTo>
                      <a:pt x="48717" y="0"/>
                    </a:moveTo>
                    <a:lnTo>
                      <a:pt x="20942" y="0"/>
                    </a:lnTo>
                    <a:lnTo>
                      <a:pt x="20853" y="3428"/>
                    </a:lnTo>
                    <a:lnTo>
                      <a:pt x="21069" y="6527"/>
                    </a:lnTo>
                    <a:lnTo>
                      <a:pt x="20472" y="6845"/>
                    </a:lnTo>
                    <a:lnTo>
                      <a:pt x="49151" y="6845"/>
                    </a:lnTo>
                    <a:lnTo>
                      <a:pt x="48590" y="6527"/>
                    </a:lnTo>
                    <a:lnTo>
                      <a:pt x="48816" y="3428"/>
                    </a:lnTo>
                    <a:lnTo>
                      <a:pt x="48717"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47" name="object 136">
                <a:extLst>
                  <a:ext uri="{FF2B5EF4-FFF2-40B4-BE49-F238E27FC236}">
                    <a16:creationId xmlns:a16="http://schemas.microsoft.com/office/drawing/2014/main" id="{59A042F2-EDB7-4FF3-8C41-139BF28605D4}"/>
                  </a:ext>
                </a:extLst>
              </p:cNvPr>
              <p:cNvSpPr>
                <a:spLocks noChangeAspect="1"/>
              </p:cNvSpPr>
              <p:nvPr/>
            </p:nvSpPr>
            <p:spPr>
              <a:xfrm>
                <a:off x="2213785" y="3941199"/>
                <a:ext cx="277114" cy="166272"/>
              </a:xfrm>
              <a:custGeom>
                <a:avLst/>
                <a:gdLst/>
                <a:ahLst/>
                <a:cxnLst/>
                <a:rect l="l" t="t" r="r" b="b"/>
                <a:pathLst>
                  <a:path w="82550" h="49529">
                    <a:moveTo>
                      <a:pt x="67477" y="20414"/>
                    </a:moveTo>
                    <a:lnTo>
                      <a:pt x="43105" y="20414"/>
                    </a:lnTo>
                    <a:lnTo>
                      <a:pt x="55363" y="25656"/>
                    </a:lnTo>
                    <a:lnTo>
                      <a:pt x="61798" y="35798"/>
                    </a:lnTo>
                    <a:lnTo>
                      <a:pt x="61417" y="48386"/>
                    </a:lnTo>
                    <a:lnTo>
                      <a:pt x="65379" y="48640"/>
                    </a:lnTo>
                    <a:lnTo>
                      <a:pt x="69265" y="49060"/>
                    </a:lnTo>
                    <a:lnTo>
                      <a:pt x="72948" y="45821"/>
                    </a:lnTo>
                    <a:lnTo>
                      <a:pt x="73545" y="45618"/>
                    </a:lnTo>
                    <a:lnTo>
                      <a:pt x="82550" y="41541"/>
                    </a:lnTo>
                    <a:lnTo>
                      <a:pt x="81876" y="41274"/>
                    </a:lnTo>
                    <a:lnTo>
                      <a:pt x="81330" y="41084"/>
                    </a:lnTo>
                    <a:lnTo>
                      <a:pt x="77330" y="39281"/>
                    </a:lnTo>
                    <a:lnTo>
                      <a:pt x="73787" y="37845"/>
                    </a:lnTo>
                    <a:lnTo>
                      <a:pt x="67106" y="34289"/>
                    </a:lnTo>
                    <a:lnTo>
                      <a:pt x="65138" y="31508"/>
                    </a:lnTo>
                    <a:lnTo>
                      <a:pt x="66433" y="24637"/>
                    </a:lnTo>
                    <a:lnTo>
                      <a:pt x="67081" y="21767"/>
                    </a:lnTo>
                    <a:lnTo>
                      <a:pt x="67477" y="20414"/>
                    </a:lnTo>
                    <a:close/>
                  </a:path>
                  <a:path w="82550" h="49529">
                    <a:moveTo>
                      <a:pt x="11760" y="12191"/>
                    </a:moveTo>
                    <a:lnTo>
                      <a:pt x="12357" y="13563"/>
                    </a:lnTo>
                    <a:lnTo>
                      <a:pt x="14439" y="18999"/>
                    </a:lnTo>
                    <a:lnTo>
                      <a:pt x="16535" y="23812"/>
                    </a:lnTo>
                    <a:lnTo>
                      <a:pt x="17030" y="31191"/>
                    </a:lnTo>
                    <a:lnTo>
                      <a:pt x="16408" y="32880"/>
                    </a:lnTo>
                    <a:lnTo>
                      <a:pt x="12890" y="35255"/>
                    </a:lnTo>
                    <a:lnTo>
                      <a:pt x="11112" y="36537"/>
                    </a:lnTo>
                    <a:lnTo>
                      <a:pt x="6197" y="38950"/>
                    </a:lnTo>
                    <a:lnTo>
                      <a:pt x="3073" y="40157"/>
                    </a:lnTo>
                    <a:lnTo>
                      <a:pt x="0" y="41478"/>
                    </a:lnTo>
                    <a:lnTo>
                      <a:pt x="241" y="41770"/>
                    </a:lnTo>
                    <a:lnTo>
                      <a:pt x="13741" y="48183"/>
                    </a:lnTo>
                    <a:lnTo>
                      <a:pt x="14401" y="48475"/>
                    </a:lnTo>
                    <a:lnTo>
                      <a:pt x="18808" y="48488"/>
                    </a:lnTo>
                    <a:lnTo>
                      <a:pt x="22279" y="31940"/>
                    </a:lnTo>
                    <a:lnTo>
                      <a:pt x="31873" y="22276"/>
                    </a:lnTo>
                    <a:lnTo>
                      <a:pt x="43105" y="20414"/>
                    </a:lnTo>
                    <a:lnTo>
                      <a:pt x="67477" y="20414"/>
                    </a:lnTo>
                    <a:lnTo>
                      <a:pt x="68134" y="18173"/>
                    </a:lnTo>
                    <a:lnTo>
                      <a:pt x="54102" y="18173"/>
                    </a:lnTo>
                    <a:lnTo>
                      <a:pt x="51274" y="17513"/>
                    </a:lnTo>
                    <a:lnTo>
                      <a:pt x="30365" y="17513"/>
                    </a:lnTo>
                    <a:lnTo>
                      <a:pt x="22860" y="16776"/>
                    </a:lnTo>
                    <a:lnTo>
                      <a:pt x="17929" y="14592"/>
                    </a:lnTo>
                    <a:lnTo>
                      <a:pt x="13322" y="12776"/>
                    </a:lnTo>
                    <a:lnTo>
                      <a:pt x="11760" y="12191"/>
                    </a:lnTo>
                    <a:close/>
                  </a:path>
                  <a:path w="82550" h="49529">
                    <a:moveTo>
                      <a:pt x="70472" y="12204"/>
                    </a:moveTo>
                    <a:lnTo>
                      <a:pt x="69456" y="12687"/>
                    </a:lnTo>
                    <a:lnTo>
                      <a:pt x="65087" y="14325"/>
                    </a:lnTo>
                    <a:lnTo>
                      <a:pt x="61175" y="15963"/>
                    </a:lnTo>
                    <a:lnTo>
                      <a:pt x="54102" y="18173"/>
                    </a:lnTo>
                    <a:lnTo>
                      <a:pt x="68134" y="18173"/>
                    </a:lnTo>
                    <a:lnTo>
                      <a:pt x="68554" y="16738"/>
                    </a:lnTo>
                    <a:lnTo>
                      <a:pt x="69550" y="14592"/>
                    </a:lnTo>
                    <a:lnTo>
                      <a:pt x="70472" y="12204"/>
                    </a:lnTo>
                    <a:close/>
                  </a:path>
                  <a:path w="82550" h="49529">
                    <a:moveTo>
                      <a:pt x="41173" y="0"/>
                    </a:moveTo>
                    <a:lnTo>
                      <a:pt x="40843" y="800"/>
                    </a:lnTo>
                    <a:lnTo>
                      <a:pt x="40652" y="1320"/>
                    </a:lnTo>
                    <a:lnTo>
                      <a:pt x="38481" y="6438"/>
                    </a:lnTo>
                    <a:lnTo>
                      <a:pt x="36753" y="11150"/>
                    </a:lnTo>
                    <a:lnTo>
                      <a:pt x="32092" y="16840"/>
                    </a:lnTo>
                    <a:lnTo>
                      <a:pt x="30365" y="17513"/>
                    </a:lnTo>
                    <a:lnTo>
                      <a:pt x="51274" y="17513"/>
                    </a:lnTo>
                    <a:lnTo>
                      <a:pt x="45948" y="9143"/>
                    </a:lnTo>
                    <a:lnTo>
                      <a:pt x="43205" y="4381"/>
                    </a:lnTo>
                    <a:lnTo>
                      <a:pt x="42303" y="2298"/>
                    </a:lnTo>
                    <a:lnTo>
                      <a:pt x="41173"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48" name="object 137">
                <a:extLst>
                  <a:ext uri="{FF2B5EF4-FFF2-40B4-BE49-F238E27FC236}">
                    <a16:creationId xmlns:a16="http://schemas.microsoft.com/office/drawing/2014/main" id="{5546DD7B-AB36-2BDF-2415-D9024B1ECF7C}"/>
                  </a:ext>
                </a:extLst>
              </p:cNvPr>
              <p:cNvSpPr/>
              <p:nvPr/>
            </p:nvSpPr>
            <p:spPr>
              <a:xfrm>
                <a:off x="2316342" y="4238622"/>
                <a:ext cx="72864" cy="51160"/>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49" name="object 138">
                <a:extLst>
                  <a:ext uri="{FF2B5EF4-FFF2-40B4-BE49-F238E27FC236}">
                    <a16:creationId xmlns:a16="http://schemas.microsoft.com/office/drawing/2014/main" id="{8DEF5BE2-CD23-DA71-A654-F925C2BEFD6C}"/>
                  </a:ext>
                </a:extLst>
              </p:cNvPr>
              <p:cNvSpPr/>
              <p:nvPr/>
            </p:nvSpPr>
            <p:spPr>
              <a:xfrm>
                <a:off x="2324469" y="4141457"/>
                <a:ext cx="173475" cy="149799"/>
              </a:xfrm>
              <a:custGeom>
                <a:avLst/>
                <a:gdLst/>
                <a:ahLst/>
                <a:cxnLst/>
                <a:rect l="l" t="t" r="r" b="b"/>
                <a:pathLst>
                  <a:path w="32385" h="21589">
                    <a:moveTo>
                      <a:pt x="26568" y="0"/>
                    </a:moveTo>
                    <a:lnTo>
                      <a:pt x="0" y="152"/>
                    </a:lnTo>
                    <a:lnTo>
                      <a:pt x="215" y="2743"/>
                    </a:lnTo>
                    <a:lnTo>
                      <a:pt x="876" y="8178"/>
                    </a:lnTo>
                    <a:lnTo>
                      <a:pt x="1625" y="13601"/>
                    </a:lnTo>
                    <a:lnTo>
                      <a:pt x="2374" y="20510"/>
                    </a:lnTo>
                    <a:lnTo>
                      <a:pt x="2857" y="21005"/>
                    </a:lnTo>
                    <a:lnTo>
                      <a:pt x="32003" y="20853"/>
                    </a:lnTo>
                    <a:lnTo>
                      <a:pt x="31749" y="19202"/>
                    </a:lnTo>
                    <a:lnTo>
                      <a:pt x="30276" y="13322"/>
                    </a:lnTo>
                    <a:lnTo>
                      <a:pt x="28752" y="7467"/>
                    </a:lnTo>
                    <a:lnTo>
                      <a:pt x="27050" y="355"/>
                    </a:lnTo>
                    <a:lnTo>
                      <a:pt x="26568"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50" name="object 139">
                <a:extLst>
                  <a:ext uri="{FF2B5EF4-FFF2-40B4-BE49-F238E27FC236}">
                    <a16:creationId xmlns:a16="http://schemas.microsoft.com/office/drawing/2014/main" id="{234387B8-CB1E-C60A-E6C5-4E2B2BA4CCD5}"/>
                  </a:ext>
                </a:extLst>
              </p:cNvPr>
              <p:cNvSpPr/>
              <p:nvPr/>
            </p:nvSpPr>
            <p:spPr>
              <a:xfrm>
                <a:off x="2207888" y="4238569"/>
                <a:ext cx="79063" cy="51160"/>
              </a:xfrm>
              <a:custGeom>
                <a:avLst/>
                <a:gdLst/>
                <a:ahLst/>
                <a:cxnLst/>
                <a:rect l="l" t="t" r="r" b="b"/>
                <a:pathLst>
                  <a:path w="32385" h="20954">
                    <a:moveTo>
                      <a:pt x="5143" y="0"/>
                    </a:moveTo>
                    <a:lnTo>
                      <a:pt x="5041" y="673"/>
                    </a:lnTo>
                    <a:lnTo>
                      <a:pt x="1295" y="15430"/>
                    </a:lnTo>
                    <a:lnTo>
                      <a:pt x="0" y="20701"/>
                    </a:lnTo>
                    <a:lnTo>
                      <a:pt x="29552" y="20701"/>
                    </a:lnTo>
                    <a:lnTo>
                      <a:pt x="32130" y="368"/>
                    </a:lnTo>
                    <a:lnTo>
                      <a:pt x="31762" y="139"/>
                    </a:lnTo>
                    <a:lnTo>
                      <a:pt x="5143"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51" name="object 140">
                <a:extLst>
                  <a:ext uri="{FF2B5EF4-FFF2-40B4-BE49-F238E27FC236}">
                    <a16:creationId xmlns:a16="http://schemas.microsoft.com/office/drawing/2014/main" id="{66629C1E-0C18-C43D-8840-68317944A559}"/>
                  </a:ext>
                </a:extLst>
              </p:cNvPr>
              <p:cNvSpPr/>
              <p:nvPr/>
            </p:nvSpPr>
            <p:spPr>
              <a:xfrm>
                <a:off x="2410200" y="4170953"/>
                <a:ext cx="68213" cy="41858"/>
              </a:xfrm>
              <a:custGeom>
                <a:avLst/>
                <a:gdLst/>
                <a:ahLst/>
                <a:cxnLst/>
                <a:rect l="l" t="t" r="r" b="b"/>
                <a:pathLst>
                  <a:path w="27939" h="17145">
                    <a:moveTo>
                      <a:pt x="23139" y="0"/>
                    </a:moveTo>
                    <a:lnTo>
                      <a:pt x="1079" y="50"/>
                    </a:lnTo>
                    <a:lnTo>
                      <a:pt x="0" y="177"/>
                    </a:lnTo>
                    <a:lnTo>
                      <a:pt x="2095" y="16891"/>
                    </a:lnTo>
                    <a:lnTo>
                      <a:pt x="27762" y="16891"/>
                    </a:lnTo>
                    <a:lnTo>
                      <a:pt x="26441" y="11582"/>
                    </a:lnTo>
                    <a:lnTo>
                      <a:pt x="25133" y="6527"/>
                    </a:lnTo>
                    <a:lnTo>
                      <a:pt x="23672" y="254"/>
                    </a:lnTo>
                    <a:lnTo>
                      <a:pt x="23139"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52" name="object 142">
                <a:extLst>
                  <a:ext uri="{FF2B5EF4-FFF2-40B4-BE49-F238E27FC236}">
                    <a16:creationId xmlns:a16="http://schemas.microsoft.com/office/drawing/2014/main" id="{0373F322-E51A-7A90-0163-FF1D8CCE0561}"/>
                  </a:ext>
                </a:extLst>
              </p:cNvPr>
              <p:cNvSpPr/>
              <p:nvPr/>
            </p:nvSpPr>
            <p:spPr>
              <a:xfrm>
                <a:off x="2227668" y="4170929"/>
                <a:ext cx="68213" cy="41858"/>
              </a:xfrm>
              <a:custGeom>
                <a:avLst/>
                <a:gdLst/>
                <a:ahLst/>
                <a:cxnLst/>
                <a:rect l="l" t="t" r="r" b="b"/>
                <a:pathLst>
                  <a:path w="27939" h="17145">
                    <a:moveTo>
                      <a:pt x="4584" y="0"/>
                    </a:moveTo>
                    <a:lnTo>
                      <a:pt x="3911" y="736"/>
                    </a:lnTo>
                    <a:lnTo>
                      <a:pt x="2514" y="6019"/>
                    </a:lnTo>
                    <a:lnTo>
                      <a:pt x="165" y="15620"/>
                    </a:lnTo>
                    <a:lnTo>
                      <a:pt x="0" y="16878"/>
                    </a:lnTo>
                    <a:lnTo>
                      <a:pt x="25412" y="16878"/>
                    </a:lnTo>
                    <a:lnTo>
                      <a:pt x="26428" y="9347"/>
                    </a:lnTo>
                    <a:lnTo>
                      <a:pt x="26949" y="4787"/>
                    </a:lnTo>
                    <a:lnTo>
                      <a:pt x="27508" y="279"/>
                    </a:lnTo>
                    <a:lnTo>
                      <a:pt x="27190" y="88"/>
                    </a:lnTo>
                    <a:lnTo>
                      <a:pt x="4584"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53" name="object 137">
                <a:extLst>
                  <a:ext uri="{FF2B5EF4-FFF2-40B4-BE49-F238E27FC236}">
                    <a16:creationId xmlns:a16="http://schemas.microsoft.com/office/drawing/2014/main" id="{1E6F85B0-FA9A-FA0B-85CD-3ACDB796A998}"/>
                  </a:ext>
                </a:extLst>
              </p:cNvPr>
              <p:cNvSpPr/>
              <p:nvPr/>
            </p:nvSpPr>
            <p:spPr>
              <a:xfrm>
                <a:off x="2316339" y="4169018"/>
                <a:ext cx="72864" cy="42863"/>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grpSp>
      </p:grpSp>
      <p:sp>
        <p:nvSpPr>
          <p:cNvPr id="33" name="Rounded Rectangle 6">
            <a:extLst>
              <a:ext uri="{FF2B5EF4-FFF2-40B4-BE49-F238E27FC236}">
                <a16:creationId xmlns:a16="http://schemas.microsoft.com/office/drawing/2014/main" id="{BF109515-0F3F-E6F4-4AC5-9CA129825046}"/>
              </a:ext>
            </a:extLst>
          </p:cNvPr>
          <p:cNvSpPr/>
          <p:nvPr/>
        </p:nvSpPr>
        <p:spPr>
          <a:xfrm>
            <a:off x="2475631" y="5332157"/>
            <a:ext cx="985255" cy="273531"/>
          </a:xfrm>
          <a:prstGeom prst="rect">
            <a:avLst/>
          </a:prstGeom>
          <a:solidFill>
            <a:schemeClr val="bg1"/>
          </a:solidFill>
          <a:scene3d>
            <a:camera prst="orthographicFront"/>
            <a:lightRig rig="threePt" dir="t">
              <a:rot lat="0" lon="0" rev="7500000"/>
            </a:lightRig>
          </a:scene3d>
          <a:sp3d/>
        </p:spPr>
        <p:style>
          <a:lnRef idx="0">
            <a:scrgbClr r="0" g="0" b="0"/>
          </a:lnRef>
          <a:fillRef idx="0">
            <a:scrgbClr r="0" g="0" b="0"/>
          </a:fillRef>
          <a:effectRef idx="0">
            <a:scrgbClr r="0" g="0" b="0"/>
          </a:effectRef>
          <a:fontRef idx="minor">
            <a:schemeClr val="lt1"/>
          </a:fontRef>
        </p:style>
        <p:txBody>
          <a:bodyPr spcFirstLastPara="0" vert="horz" wrap="square" lIns="128016" tIns="128016" rIns="128016" bIns="128016" numCol="1" spcCol="1270" anchor="ctr" anchorCtr="0">
            <a:noAutofit/>
          </a:bodyPr>
          <a:lstStyle/>
          <a:p>
            <a:pPr marL="0" marR="0" lvl="0" indent="0" algn="ctr" defTabSz="786493" rtl="0" eaLnBrk="1" fontAlgn="auto" latinLnBrk="0" hangingPunct="1">
              <a:lnSpc>
                <a:spcPct val="90000"/>
              </a:lnSpc>
              <a:spcBef>
                <a:spcPts val="0"/>
              </a:spcBef>
              <a:spcAft>
                <a:spcPct val="35000"/>
              </a:spcAft>
              <a:buClrTx/>
              <a:buSzTx/>
              <a:buFontTx/>
              <a:buNone/>
              <a:tabLst/>
              <a:defRPr/>
            </a:pPr>
            <a:r>
              <a:rPr kumimoji="0" lang="en-US" sz="800" b="1" i="0" u="none" strike="noStrike" kern="1200" cap="none" spc="0" normalizeH="0" baseline="0" noProof="0" dirty="0">
                <a:ln>
                  <a:noFill/>
                </a:ln>
                <a:solidFill>
                  <a:prstClr val="white">
                    <a:lumMod val="50000"/>
                  </a:prstClr>
                </a:solidFill>
                <a:effectLst/>
                <a:uLnTx/>
                <a:uFillTx/>
                <a:latin typeface="Calibri"/>
                <a:ea typeface="+mn-ea"/>
                <a:cs typeface="+mn-cs"/>
              </a:rPr>
              <a:t>Operations Transformation</a:t>
            </a:r>
          </a:p>
        </p:txBody>
      </p:sp>
      <p:grpSp>
        <p:nvGrpSpPr>
          <p:cNvPr id="31" name="Group 30">
            <a:extLst>
              <a:ext uri="{FF2B5EF4-FFF2-40B4-BE49-F238E27FC236}">
                <a16:creationId xmlns:a16="http://schemas.microsoft.com/office/drawing/2014/main" id="{A13748F8-8ABC-F0D1-3A7B-C5145B9DCAFD}"/>
              </a:ext>
            </a:extLst>
          </p:cNvPr>
          <p:cNvGrpSpPr/>
          <p:nvPr/>
        </p:nvGrpSpPr>
        <p:grpSpPr>
          <a:xfrm>
            <a:off x="1390620" y="4741468"/>
            <a:ext cx="1175018" cy="1083568"/>
            <a:chOff x="9504443" y="1702668"/>
            <a:chExt cx="1267845" cy="1267843"/>
          </a:xfrm>
        </p:grpSpPr>
        <p:grpSp>
          <p:nvGrpSpPr>
            <p:cNvPr id="81" name="Group 50">
              <a:extLst>
                <a:ext uri="{FF2B5EF4-FFF2-40B4-BE49-F238E27FC236}">
                  <a16:creationId xmlns:a16="http://schemas.microsoft.com/office/drawing/2014/main" id="{D3C988F8-A78E-F0E0-A30A-176E60194664}"/>
                </a:ext>
              </a:extLst>
            </p:cNvPr>
            <p:cNvGrpSpPr/>
            <p:nvPr/>
          </p:nvGrpSpPr>
          <p:grpSpPr>
            <a:xfrm rot="697495">
              <a:off x="9504443" y="1702668"/>
              <a:ext cx="1267845" cy="1267843"/>
              <a:chOff x="897157" y="1498094"/>
              <a:chExt cx="2228412" cy="2228408"/>
            </a:xfrm>
            <a:solidFill>
              <a:srgbClr val="ED7D31"/>
            </a:solidFill>
          </p:grpSpPr>
          <p:sp>
            <p:nvSpPr>
              <p:cNvPr id="83" name="Freeform 37">
                <a:extLst>
                  <a:ext uri="{FF2B5EF4-FFF2-40B4-BE49-F238E27FC236}">
                    <a16:creationId xmlns:a16="http://schemas.microsoft.com/office/drawing/2014/main" id="{82F9220F-9958-8D24-F9E5-E8AF0EBDB004}"/>
                  </a:ext>
                </a:extLst>
              </p:cNvPr>
              <p:cNvSpPr/>
              <p:nvPr/>
            </p:nvSpPr>
            <p:spPr>
              <a:xfrm rot="21453354">
                <a:off x="897157" y="1498094"/>
                <a:ext cx="2228412" cy="2228408"/>
              </a:xfrm>
              <a:custGeom>
                <a:avLst/>
                <a:gdLst>
                  <a:gd name="connsiteX0" fmla="*/ 1124074 w 1583637"/>
                  <a:gd name="connsiteY0" fmla="*/ 252493 h 1583637"/>
                  <a:gd name="connsiteX1" fmla="*/ 1247256 w 1583637"/>
                  <a:gd name="connsiteY1" fmla="*/ 149126 h 1583637"/>
                  <a:gd name="connsiteX2" fmla="*/ 1345663 w 1583637"/>
                  <a:gd name="connsiteY2" fmla="*/ 231701 h 1583637"/>
                  <a:gd name="connsiteX3" fmla="*/ 1265256 w 1583637"/>
                  <a:gd name="connsiteY3" fmla="*/ 370961 h 1583637"/>
                  <a:gd name="connsiteX4" fmla="*/ 1393012 w 1583637"/>
                  <a:gd name="connsiteY4" fmla="*/ 592241 h 1583637"/>
                  <a:gd name="connsiteX5" fmla="*/ 1553818 w 1583637"/>
                  <a:gd name="connsiteY5" fmla="*/ 592237 h 1583637"/>
                  <a:gd name="connsiteX6" fmla="*/ 1576125 w 1583637"/>
                  <a:gd name="connsiteY6" fmla="*/ 718748 h 1583637"/>
                  <a:gd name="connsiteX7" fmla="*/ 1425015 w 1583637"/>
                  <a:gd name="connsiteY7" fmla="*/ 773743 h 1583637"/>
                  <a:gd name="connsiteX8" fmla="*/ 1380646 w 1583637"/>
                  <a:gd name="connsiteY8" fmla="*/ 1025372 h 1583637"/>
                  <a:gd name="connsiteX9" fmla="*/ 1503833 w 1583637"/>
                  <a:gd name="connsiteY9" fmla="*/ 1128733 h 1583637"/>
                  <a:gd name="connsiteX10" fmla="*/ 1439602 w 1583637"/>
                  <a:gd name="connsiteY10" fmla="*/ 1239984 h 1583637"/>
                  <a:gd name="connsiteX11" fmla="*/ 1288495 w 1583637"/>
                  <a:gd name="connsiteY11" fmla="*/ 1184982 h 1583637"/>
                  <a:gd name="connsiteX12" fmla="*/ 1092761 w 1583637"/>
                  <a:gd name="connsiteY12" fmla="*/ 1349222 h 1583637"/>
                  <a:gd name="connsiteX13" fmla="*/ 1120689 w 1583637"/>
                  <a:gd name="connsiteY13" fmla="*/ 1507584 h 1583637"/>
                  <a:gd name="connsiteX14" fmla="*/ 999974 w 1583637"/>
                  <a:gd name="connsiteY14" fmla="*/ 1551521 h 1583637"/>
                  <a:gd name="connsiteX15" fmla="*/ 919574 w 1583637"/>
                  <a:gd name="connsiteY15" fmla="*/ 1412257 h 1583637"/>
                  <a:gd name="connsiteX16" fmla="*/ 664062 w 1583637"/>
                  <a:gd name="connsiteY16" fmla="*/ 1412257 h 1583637"/>
                  <a:gd name="connsiteX17" fmla="*/ 583663 w 1583637"/>
                  <a:gd name="connsiteY17" fmla="*/ 1551521 h 1583637"/>
                  <a:gd name="connsiteX18" fmla="*/ 462948 w 1583637"/>
                  <a:gd name="connsiteY18" fmla="*/ 1507584 h 1583637"/>
                  <a:gd name="connsiteX19" fmla="*/ 490876 w 1583637"/>
                  <a:gd name="connsiteY19" fmla="*/ 1349222 h 1583637"/>
                  <a:gd name="connsiteX20" fmla="*/ 295142 w 1583637"/>
                  <a:gd name="connsiteY20" fmla="*/ 1184981 h 1583637"/>
                  <a:gd name="connsiteX21" fmla="*/ 144035 w 1583637"/>
                  <a:gd name="connsiteY21" fmla="*/ 1239984 h 1583637"/>
                  <a:gd name="connsiteX22" fmla="*/ 79804 w 1583637"/>
                  <a:gd name="connsiteY22" fmla="*/ 1128733 h 1583637"/>
                  <a:gd name="connsiteX23" fmla="*/ 202991 w 1583637"/>
                  <a:gd name="connsiteY23" fmla="*/ 1025372 h 1583637"/>
                  <a:gd name="connsiteX24" fmla="*/ 158622 w 1583637"/>
                  <a:gd name="connsiteY24" fmla="*/ 773743 h 1583637"/>
                  <a:gd name="connsiteX25" fmla="*/ 7512 w 1583637"/>
                  <a:gd name="connsiteY25" fmla="*/ 718748 h 1583637"/>
                  <a:gd name="connsiteX26" fmla="*/ 29819 w 1583637"/>
                  <a:gd name="connsiteY26" fmla="*/ 592237 h 1583637"/>
                  <a:gd name="connsiteX27" fmla="*/ 190625 w 1583637"/>
                  <a:gd name="connsiteY27" fmla="*/ 592241 h 1583637"/>
                  <a:gd name="connsiteX28" fmla="*/ 318381 w 1583637"/>
                  <a:gd name="connsiteY28" fmla="*/ 370961 h 1583637"/>
                  <a:gd name="connsiteX29" fmla="*/ 237974 w 1583637"/>
                  <a:gd name="connsiteY29" fmla="*/ 231701 h 1583637"/>
                  <a:gd name="connsiteX30" fmla="*/ 336381 w 1583637"/>
                  <a:gd name="connsiteY30" fmla="*/ 149126 h 1583637"/>
                  <a:gd name="connsiteX31" fmla="*/ 459563 w 1583637"/>
                  <a:gd name="connsiteY31" fmla="*/ 252493 h 1583637"/>
                  <a:gd name="connsiteX32" fmla="*/ 699666 w 1583637"/>
                  <a:gd name="connsiteY32" fmla="*/ 165103 h 1583637"/>
                  <a:gd name="connsiteX33" fmla="*/ 727586 w 1583637"/>
                  <a:gd name="connsiteY33" fmla="*/ 6739 h 1583637"/>
                  <a:gd name="connsiteX34" fmla="*/ 856051 w 1583637"/>
                  <a:gd name="connsiteY34" fmla="*/ 6739 h 1583637"/>
                  <a:gd name="connsiteX35" fmla="*/ 883970 w 1583637"/>
                  <a:gd name="connsiteY35" fmla="*/ 165102 h 1583637"/>
                  <a:gd name="connsiteX36" fmla="*/ 1124073 w 1583637"/>
                  <a:gd name="connsiteY36" fmla="*/ 252493 h 1583637"/>
                  <a:gd name="connsiteX37" fmla="*/ 1124074 w 1583637"/>
                  <a:gd name="connsiteY37" fmla="*/ 252493 h 158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83637" h="1583637">
                    <a:moveTo>
                      <a:pt x="1124074" y="252493"/>
                    </a:moveTo>
                    <a:lnTo>
                      <a:pt x="1247256" y="149126"/>
                    </a:lnTo>
                    <a:lnTo>
                      <a:pt x="1345663" y="231701"/>
                    </a:lnTo>
                    <a:lnTo>
                      <a:pt x="1265256" y="370961"/>
                    </a:lnTo>
                    <a:cubicBezTo>
                      <a:pt x="1322430" y="435278"/>
                      <a:pt x="1365899" y="510569"/>
                      <a:pt x="1393012" y="592241"/>
                    </a:cubicBezTo>
                    <a:lnTo>
                      <a:pt x="1553818" y="592237"/>
                    </a:lnTo>
                    <a:lnTo>
                      <a:pt x="1576125" y="718748"/>
                    </a:lnTo>
                    <a:lnTo>
                      <a:pt x="1425015" y="773743"/>
                    </a:lnTo>
                    <a:cubicBezTo>
                      <a:pt x="1427471" y="859762"/>
                      <a:pt x="1412374" y="945380"/>
                      <a:pt x="1380646" y="1025372"/>
                    </a:cubicBezTo>
                    <a:lnTo>
                      <a:pt x="1503833" y="1128733"/>
                    </a:lnTo>
                    <a:lnTo>
                      <a:pt x="1439602" y="1239984"/>
                    </a:lnTo>
                    <a:lnTo>
                      <a:pt x="1288495" y="1184982"/>
                    </a:lnTo>
                    <a:cubicBezTo>
                      <a:pt x="1235084" y="1252456"/>
                      <a:pt x="1168484" y="1308339"/>
                      <a:pt x="1092761" y="1349222"/>
                    </a:cubicBezTo>
                    <a:lnTo>
                      <a:pt x="1120689" y="1507584"/>
                    </a:lnTo>
                    <a:lnTo>
                      <a:pt x="999974" y="1551521"/>
                    </a:lnTo>
                    <a:lnTo>
                      <a:pt x="919574" y="1412257"/>
                    </a:lnTo>
                    <a:cubicBezTo>
                      <a:pt x="835287" y="1429613"/>
                      <a:pt x="748348" y="1429613"/>
                      <a:pt x="664062" y="1412257"/>
                    </a:cubicBezTo>
                    <a:lnTo>
                      <a:pt x="583663" y="1551521"/>
                    </a:lnTo>
                    <a:lnTo>
                      <a:pt x="462948" y="1507584"/>
                    </a:lnTo>
                    <a:lnTo>
                      <a:pt x="490876" y="1349222"/>
                    </a:lnTo>
                    <a:cubicBezTo>
                      <a:pt x="415153" y="1308339"/>
                      <a:pt x="348553" y="1252455"/>
                      <a:pt x="295142" y="1184981"/>
                    </a:cubicBezTo>
                    <a:lnTo>
                      <a:pt x="144035" y="1239984"/>
                    </a:lnTo>
                    <a:lnTo>
                      <a:pt x="79804" y="1128733"/>
                    </a:lnTo>
                    <a:lnTo>
                      <a:pt x="202991" y="1025372"/>
                    </a:lnTo>
                    <a:cubicBezTo>
                      <a:pt x="171263" y="945380"/>
                      <a:pt x="156166" y="859762"/>
                      <a:pt x="158622" y="773743"/>
                    </a:cubicBezTo>
                    <a:lnTo>
                      <a:pt x="7512" y="718748"/>
                    </a:lnTo>
                    <a:lnTo>
                      <a:pt x="29819" y="592237"/>
                    </a:lnTo>
                    <a:lnTo>
                      <a:pt x="190625" y="592241"/>
                    </a:lnTo>
                    <a:cubicBezTo>
                      <a:pt x="217738" y="510569"/>
                      <a:pt x="261208" y="435277"/>
                      <a:pt x="318381" y="370961"/>
                    </a:cubicBezTo>
                    <a:lnTo>
                      <a:pt x="237974" y="231701"/>
                    </a:lnTo>
                    <a:lnTo>
                      <a:pt x="336381" y="149126"/>
                    </a:lnTo>
                    <a:lnTo>
                      <a:pt x="459563" y="252493"/>
                    </a:lnTo>
                    <a:cubicBezTo>
                      <a:pt x="532831" y="207356"/>
                      <a:pt x="614527" y="177621"/>
                      <a:pt x="699666" y="165103"/>
                    </a:cubicBezTo>
                    <a:lnTo>
                      <a:pt x="727586" y="6739"/>
                    </a:lnTo>
                    <a:lnTo>
                      <a:pt x="856051" y="6739"/>
                    </a:lnTo>
                    <a:lnTo>
                      <a:pt x="883970" y="165102"/>
                    </a:lnTo>
                    <a:cubicBezTo>
                      <a:pt x="969110" y="177621"/>
                      <a:pt x="1050806" y="207356"/>
                      <a:pt x="1124073" y="252493"/>
                    </a:cubicBezTo>
                    <a:lnTo>
                      <a:pt x="1124074" y="252493"/>
                    </a:lnTo>
                    <a:close/>
                  </a:path>
                </a:pathLst>
              </a:custGeom>
              <a:solidFill>
                <a:schemeClr val="bg1">
                  <a:lumMod val="50000"/>
                </a:schemeClr>
              </a:solidFill>
              <a:ln w="12700" cap="flat" cmpd="sng" algn="ctr">
                <a:noFill/>
                <a:prstDash val="solid"/>
                <a:miter lim="800000"/>
              </a:ln>
              <a:effectLst/>
            </p:spPr>
            <p:txBody>
              <a:bodyPr spcFirstLastPara="0" vert="horz" wrap="square" lIns="356481" tIns="548640" rIns="356481" bIns="436755" numCol="1" spcCol="1270" anchor="ctr" anchorCtr="0">
                <a:noAutofit/>
              </a:bodyPr>
              <a:lstStyle/>
              <a:p>
                <a:pPr marL="0" marR="0" lvl="0" indent="0" algn="ctr" defTabSz="1333500" rtl="0" eaLnBrk="1" fontAlgn="auto" latinLnBrk="0" hangingPunct="1">
                  <a:lnSpc>
                    <a:spcPct val="90000"/>
                  </a:lnSpc>
                  <a:spcBef>
                    <a:spcPct val="0"/>
                  </a:spcBef>
                  <a:spcAft>
                    <a:spcPct val="3500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Calibri"/>
                  <a:ea typeface="+mn-ea"/>
                  <a:cs typeface="+mn-cs"/>
                </a:endParaRPr>
              </a:p>
            </p:txBody>
          </p:sp>
          <p:sp>
            <p:nvSpPr>
              <p:cNvPr id="84" name="Oval 83">
                <a:extLst>
                  <a:ext uri="{FF2B5EF4-FFF2-40B4-BE49-F238E27FC236}">
                    <a16:creationId xmlns:a16="http://schemas.microsoft.com/office/drawing/2014/main" id="{4323ED35-8326-70B3-3A25-23E09F963C4B}"/>
                  </a:ext>
                </a:extLst>
              </p:cNvPr>
              <p:cNvSpPr/>
              <p:nvPr/>
            </p:nvSpPr>
            <p:spPr>
              <a:xfrm>
                <a:off x="1320078" y="1921015"/>
                <a:ext cx="1382568" cy="1382567"/>
              </a:xfrm>
              <a:prstGeom prst="ellipse">
                <a:avLst/>
              </a:prstGeom>
              <a:solidFill>
                <a:schemeClr val="bg1">
                  <a:lumMod val="50000"/>
                </a:schemeClr>
              </a:solidFill>
              <a:ln w="5715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Calibri"/>
                  <a:ea typeface="+mn-ea"/>
                  <a:cs typeface="+mn-cs"/>
                </a:endParaRPr>
              </a:p>
            </p:txBody>
          </p:sp>
        </p:grpSp>
        <p:sp>
          <p:nvSpPr>
            <p:cNvPr id="82" name="TextBox 81">
              <a:extLst>
                <a:ext uri="{FF2B5EF4-FFF2-40B4-BE49-F238E27FC236}">
                  <a16:creationId xmlns:a16="http://schemas.microsoft.com/office/drawing/2014/main" id="{03E1102D-F31F-DCE8-CE84-1CC94DBF3192}"/>
                </a:ext>
              </a:extLst>
            </p:cNvPr>
            <p:cNvSpPr txBox="1"/>
            <p:nvPr/>
          </p:nvSpPr>
          <p:spPr>
            <a:xfrm>
              <a:off x="9682923" y="2035480"/>
              <a:ext cx="912427" cy="4603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prstClr val="white"/>
                  </a:solidFill>
                  <a:effectLst/>
                  <a:uLnTx/>
                  <a:uFillTx/>
                  <a:latin typeface="Calibri"/>
                  <a:ea typeface="+mn-ea"/>
                  <a:cs typeface="+mn-cs"/>
                </a:rPr>
                <a:t>Power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prstClr val="white"/>
                  </a:solidFill>
                  <a:effectLst/>
                  <a:uLnTx/>
                  <a:uFillTx/>
                  <a:latin typeface="Calibri"/>
                  <a:ea typeface="+mn-ea"/>
                  <a:cs typeface="+mn-cs"/>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prstClr val="white"/>
                  </a:solidFill>
                  <a:effectLst/>
                  <a:uLnTx/>
                  <a:uFillTx/>
                  <a:latin typeface="Calibri"/>
                  <a:ea typeface="+mn-ea"/>
                  <a:cs typeface="+mn-cs"/>
                </a:rPr>
                <a:t>Utilities</a:t>
              </a:r>
            </a:p>
          </p:txBody>
        </p:sp>
      </p:grpSp>
      <p:graphicFrame>
        <p:nvGraphicFramePr>
          <p:cNvPr id="4" name="Diagram 3">
            <a:extLst>
              <a:ext uri="{FF2B5EF4-FFF2-40B4-BE49-F238E27FC236}">
                <a16:creationId xmlns:a16="http://schemas.microsoft.com/office/drawing/2014/main" id="{DB5C212D-E0FA-B74E-9446-93884578C57E}"/>
              </a:ext>
            </a:extLst>
          </p:cNvPr>
          <p:cNvGraphicFramePr/>
          <p:nvPr>
            <p:extLst>
              <p:ext uri="{D42A27DB-BD31-4B8C-83A1-F6EECF244321}">
                <p14:modId xmlns:p14="http://schemas.microsoft.com/office/powerpoint/2010/main" val="1169042336"/>
              </p:ext>
            </p:extLst>
          </p:nvPr>
        </p:nvGraphicFramePr>
        <p:xfrm>
          <a:off x="3549515" y="1241341"/>
          <a:ext cx="8397303" cy="2187660"/>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
        <p:nvSpPr>
          <p:cNvPr id="6" name="Rectangle 24">
            <a:extLst>
              <a:ext uri="{FF2B5EF4-FFF2-40B4-BE49-F238E27FC236}">
                <a16:creationId xmlns:a16="http://schemas.microsoft.com/office/drawing/2014/main" id="{8CC2FE8E-8157-C837-F774-FB1E3A40FA07}"/>
              </a:ext>
            </a:extLst>
          </p:cNvPr>
          <p:cNvSpPr/>
          <p:nvPr/>
        </p:nvSpPr>
        <p:spPr bwMode="gray">
          <a:xfrm>
            <a:off x="637402" y="-1277"/>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Industry Overview</a:t>
            </a:r>
          </a:p>
        </p:txBody>
      </p:sp>
      <p:sp>
        <p:nvSpPr>
          <p:cNvPr id="7" name="Freeform 15">
            <a:extLst>
              <a:ext uri="{FF2B5EF4-FFF2-40B4-BE49-F238E27FC236}">
                <a16:creationId xmlns:a16="http://schemas.microsoft.com/office/drawing/2014/main" id="{7A230853-4B6F-BE85-47DE-2796C72238CF}"/>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8" name="Freeform 16">
            <a:extLst>
              <a:ext uri="{FF2B5EF4-FFF2-40B4-BE49-F238E27FC236}">
                <a16:creationId xmlns:a16="http://schemas.microsoft.com/office/drawing/2014/main" id="{07ACD9F5-1119-A1E3-EAF2-D109791CBF47}"/>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accent1"/>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9" name="Freeform 6">
            <a:extLst>
              <a:ext uri="{FF2B5EF4-FFF2-40B4-BE49-F238E27FC236}">
                <a16:creationId xmlns:a16="http://schemas.microsoft.com/office/drawing/2014/main" id="{91F6A3E1-316D-5BD4-D9D1-28390A085A5A}"/>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0" name="Freeform 6">
            <a:extLst>
              <a:ext uri="{FF2B5EF4-FFF2-40B4-BE49-F238E27FC236}">
                <a16:creationId xmlns:a16="http://schemas.microsoft.com/office/drawing/2014/main" id="{4DFD1EF5-FDED-03D4-9DB5-02297AE45F5A}"/>
              </a:ext>
            </a:extLst>
          </p:cNvPr>
          <p:cNvSpPr>
            <a:spLocks/>
          </p:cNvSpPr>
          <p:nvPr/>
        </p:nvSpPr>
        <p:spPr bwMode="gray">
          <a:xfrm>
            <a:off x="2012347"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1" name="Freeform 15">
            <a:extLst>
              <a:ext uri="{FF2B5EF4-FFF2-40B4-BE49-F238E27FC236}">
                <a16:creationId xmlns:a16="http://schemas.microsoft.com/office/drawing/2014/main" id="{B909F336-5F7D-FA25-A613-03EEC892D3FA}"/>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2" name="Freeform 16">
            <a:extLst>
              <a:ext uri="{FF2B5EF4-FFF2-40B4-BE49-F238E27FC236}">
                <a16:creationId xmlns:a16="http://schemas.microsoft.com/office/drawing/2014/main" id="{7AFDF0DB-687B-2722-1A7A-8D25EFB0234E}"/>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3" name="Freeform 6">
            <a:extLst>
              <a:ext uri="{FF2B5EF4-FFF2-40B4-BE49-F238E27FC236}">
                <a16:creationId xmlns:a16="http://schemas.microsoft.com/office/drawing/2014/main" id="{6B2C7FF7-01B2-A022-F507-29275CD0633F}"/>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4" name="Freeform 6">
            <a:extLst>
              <a:ext uri="{FF2B5EF4-FFF2-40B4-BE49-F238E27FC236}">
                <a16:creationId xmlns:a16="http://schemas.microsoft.com/office/drawing/2014/main" id="{E35A2741-4D22-35AB-2901-120B8E293E93}"/>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297898993"/>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Our Offerings</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3" y="3429000"/>
            <a:ext cx="8736931" cy="1015663"/>
          </a:xfrm>
          <a:prstGeom prst="rect">
            <a:avLst/>
          </a:prstGeom>
          <a:noFill/>
        </p:spPr>
        <p:txBody>
          <a:bodyPr wrap="square">
            <a:spAutoFit/>
          </a:bodyPr>
          <a:lstStyle/>
          <a:p>
            <a:r>
              <a:rPr lang="en-US" sz="2000" dirty="0">
                <a:solidFill>
                  <a:schemeClr val="bg1"/>
                </a:solidFill>
              </a:rPr>
              <a:t>Our unique value proposition in power sector is that we focus on helping leaders to address critical issues and challenges impacting government or country performance, economic competitiveness and citizen service</a:t>
            </a:r>
          </a:p>
        </p:txBody>
      </p:sp>
    </p:spTree>
    <p:extLst>
      <p:ext uri="{BB962C8B-B14F-4D97-AF65-F5344CB8AC3E}">
        <p14:creationId xmlns:p14="http://schemas.microsoft.com/office/powerpoint/2010/main" val="2546295699"/>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think-cell data - do not delete" hidden="1">
            <a:extLst>
              <a:ext uri="{FF2B5EF4-FFF2-40B4-BE49-F238E27FC236}">
                <a16:creationId xmlns:a16="http://schemas.microsoft.com/office/drawing/2014/main" id="{223B7B44-BFA4-9F43-E86B-B8D6B593490C}"/>
              </a:ext>
            </a:extLst>
          </p:cNvPr>
          <p:cNvGraphicFramePr>
            <a:graphicFrameLocks noChangeAspect="1"/>
          </p:cNvGraphicFramePr>
          <p:nvPr>
            <p:custDataLst>
              <p:tags r:id="rId1"/>
            </p:custDataLst>
            <p:extLst>
              <p:ext uri="{D42A27DB-BD31-4B8C-83A1-F6EECF244321}">
                <p14:modId xmlns:p14="http://schemas.microsoft.com/office/powerpoint/2010/main" val="23635428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4" name="think-cell data - do not delete" hidden="1">
                        <a:extLst>
                          <a:ext uri="{FF2B5EF4-FFF2-40B4-BE49-F238E27FC236}">
                            <a16:creationId xmlns:a16="http://schemas.microsoft.com/office/drawing/2014/main" id="{223B7B44-BFA4-9F43-E86B-B8D6B593490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ext Placeholder 2"/>
          <p:cNvSpPr>
            <a:spLocks noGrp="1"/>
          </p:cNvSpPr>
          <p:nvPr>
            <p:ph type="body" sz="quarter" idx="22"/>
          </p:nvPr>
        </p:nvSpPr>
        <p:spPr>
          <a:xfrm>
            <a:off x="463295" y="682940"/>
            <a:ext cx="11277600" cy="757255"/>
          </a:xfrm>
        </p:spPr>
        <p:txBody>
          <a:bodyPr/>
          <a:lstStyle/>
          <a:p>
            <a:r>
              <a:rPr lang="en-US" dirty="0"/>
              <a:t>We focus to address critical challenges impacting country performance, economic competitiveness, and citizen service</a:t>
            </a:r>
          </a:p>
        </p:txBody>
      </p:sp>
      <p:sp>
        <p:nvSpPr>
          <p:cNvPr id="2" name="Title 1"/>
          <p:cNvSpPr>
            <a:spLocks noGrp="1"/>
          </p:cNvSpPr>
          <p:nvPr>
            <p:ph type="title"/>
          </p:nvPr>
        </p:nvSpPr>
        <p:spPr>
          <a:xfrm>
            <a:off x="463295" y="345992"/>
            <a:ext cx="11277600" cy="334099"/>
          </a:xfrm>
        </p:spPr>
        <p:txBody>
          <a:bodyPr vert="horz"/>
          <a:lstStyle/>
          <a:p>
            <a:r>
              <a:rPr lang="en-US" dirty="0"/>
              <a:t>Categorization of Power &amp; Utility Offerings </a:t>
            </a:r>
          </a:p>
        </p:txBody>
      </p:sp>
      <p:sp>
        <p:nvSpPr>
          <p:cNvPr id="13" name="Rectangle 12">
            <a:extLst>
              <a:ext uri="{FF2B5EF4-FFF2-40B4-BE49-F238E27FC236}">
                <a16:creationId xmlns:a16="http://schemas.microsoft.com/office/drawing/2014/main" id="{6362CAA0-BD10-EC07-9F41-E4E58FA2A446}"/>
              </a:ext>
            </a:extLst>
          </p:cNvPr>
          <p:cNvSpPr/>
          <p:nvPr/>
        </p:nvSpPr>
        <p:spPr>
          <a:xfrm rot="16200000">
            <a:off x="-423289" y="3344922"/>
            <a:ext cx="2757510" cy="850009"/>
          </a:xfrm>
          <a:prstGeom prst="rect">
            <a:avLst/>
          </a:prstGeom>
        </p:spPr>
        <p:txBody>
          <a:bodyPr wrap="square" lIns="0" tIns="0" rIns="0" bIns="0" anchor="ctr" anchorCtr="0">
            <a:noAutofit/>
          </a:bodyPr>
          <a:lstStyle/>
          <a:p>
            <a:pPr>
              <a:defRPr/>
            </a:pPr>
            <a:r>
              <a:rPr lang="en-GB" b="1" dirty="0">
                <a:solidFill>
                  <a:srgbClr val="26890D">
                    <a:lumMod val="75000"/>
                  </a:srgbClr>
                </a:solidFill>
                <a:ea typeface="Microsoft YaHei"/>
              </a:rPr>
              <a:t>Services in Power &amp; Utilities</a:t>
            </a:r>
          </a:p>
        </p:txBody>
      </p:sp>
      <p:grpSp>
        <p:nvGrpSpPr>
          <p:cNvPr id="65" name="Group 64">
            <a:extLst>
              <a:ext uri="{FF2B5EF4-FFF2-40B4-BE49-F238E27FC236}">
                <a16:creationId xmlns:a16="http://schemas.microsoft.com/office/drawing/2014/main" id="{60082E08-A2E0-869F-CC02-304DE54A39B5}"/>
              </a:ext>
            </a:extLst>
          </p:cNvPr>
          <p:cNvGrpSpPr/>
          <p:nvPr/>
        </p:nvGrpSpPr>
        <p:grpSpPr>
          <a:xfrm>
            <a:off x="4024937" y="1011159"/>
            <a:ext cx="3314297" cy="643491"/>
            <a:chOff x="3989077" y="966335"/>
            <a:chExt cx="3314297" cy="643491"/>
          </a:xfrm>
        </p:grpSpPr>
        <p:sp>
          <p:nvSpPr>
            <p:cNvPr id="14" name="Rectangle 13">
              <a:extLst>
                <a:ext uri="{FF2B5EF4-FFF2-40B4-BE49-F238E27FC236}">
                  <a16:creationId xmlns:a16="http://schemas.microsoft.com/office/drawing/2014/main" id="{1BE0BFC7-11D9-811B-90AF-649F6ED31FD3}"/>
                </a:ext>
              </a:extLst>
            </p:cNvPr>
            <p:cNvSpPr/>
            <p:nvPr/>
          </p:nvSpPr>
          <p:spPr bwMode="gray">
            <a:xfrm>
              <a:off x="4639374" y="1034129"/>
              <a:ext cx="2664000" cy="377396"/>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Power Distribution Management</a:t>
              </a:r>
            </a:p>
          </p:txBody>
        </p:sp>
        <p:pic>
          <p:nvPicPr>
            <p:cNvPr id="27" name="Graphic 26" descr="Harvey Balls 0% with solid fill">
              <a:extLst>
                <a:ext uri="{FF2B5EF4-FFF2-40B4-BE49-F238E27FC236}">
                  <a16:creationId xmlns:a16="http://schemas.microsoft.com/office/drawing/2014/main" id="{A8C8A07A-5318-D921-487A-F898AD2C7C1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989077" y="966335"/>
              <a:ext cx="678580" cy="643491"/>
            </a:xfrm>
            <a:prstGeom prst="rect">
              <a:avLst/>
            </a:prstGeom>
          </p:spPr>
        </p:pic>
        <p:sp>
          <p:nvSpPr>
            <p:cNvPr id="28" name="Freeform 542">
              <a:extLst>
                <a:ext uri="{FF2B5EF4-FFF2-40B4-BE49-F238E27FC236}">
                  <a16:creationId xmlns:a16="http://schemas.microsoft.com/office/drawing/2014/main" id="{4066D1A3-25DC-74A9-E58A-B564246A50B9}"/>
                </a:ext>
              </a:extLst>
            </p:cNvPr>
            <p:cNvSpPr>
              <a:spLocks noChangeAspect="1" noEditPoints="1"/>
            </p:cNvSpPr>
            <p:nvPr/>
          </p:nvSpPr>
          <p:spPr bwMode="auto">
            <a:xfrm>
              <a:off x="4150510" y="1117296"/>
              <a:ext cx="358041" cy="339527"/>
            </a:xfrm>
            <a:custGeom>
              <a:avLst/>
              <a:gdLst>
                <a:gd name="T0" fmla="*/ 256 w 512"/>
                <a:gd name="T1" fmla="*/ 266 h 512"/>
                <a:gd name="T2" fmla="*/ 256 w 512"/>
                <a:gd name="T3" fmla="*/ 245 h 512"/>
                <a:gd name="T4" fmla="*/ 512 w 512"/>
                <a:gd name="T5" fmla="*/ 256 h 512"/>
                <a:gd name="T6" fmla="*/ 0 w 512"/>
                <a:gd name="T7" fmla="*/ 256 h 512"/>
                <a:gd name="T8" fmla="*/ 512 w 512"/>
                <a:gd name="T9" fmla="*/ 256 h 512"/>
                <a:gd name="T10" fmla="*/ 384 w 512"/>
                <a:gd name="T11" fmla="*/ 193 h 512"/>
                <a:gd name="T12" fmla="*/ 266 w 512"/>
                <a:gd name="T13" fmla="*/ 128 h 512"/>
                <a:gd name="T14" fmla="*/ 256 w 512"/>
                <a:gd name="T15" fmla="*/ 96 h 512"/>
                <a:gd name="T16" fmla="*/ 245 w 512"/>
                <a:gd name="T17" fmla="*/ 224 h 512"/>
                <a:gd name="T18" fmla="*/ 224 w 512"/>
                <a:gd name="T19" fmla="*/ 256 h 512"/>
                <a:gd name="T20" fmla="*/ 160 w 512"/>
                <a:gd name="T21" fmla="*/ 302 h 512"/>
                <a:gd name="T22" fmla="*/ 173 w 512"/>
                <a:gd name="T23" fmla="*/ 189 h 512"/>
                <a:gd name="T24" fmla="*/ 185 w 512"/>
                <a:gd name="T25" fmla="*/ 218 h 512"/>
                <a:gd name="T26" fmla="*/ 195 w 512"/>
                <a:gd name="T27" fmla="*/ 207 h 512"/>
                <a:gd name="T28" fmla="*/ 181 w 512"/>
                <a:gd name="T29" fmla="*/ 151 h 512"/>
                <a:gd name="T30" fmla="*/ 126 w 512"/>
                <a:gd name="T31" fmla="*/ 166 h 512"/>
                <a:gd name="T32" fmla="*/ 137 w 512"/>
                <a:gd name="T33" fmla="*/ 176 h 512"/>
                <a:gd name="T34" fmla="*/ 128 w 512"/>
                <a:gd name="T35" fmla="*/ 256 h 512"/>
                <a:gd name="T36" fmla="*/ 124 w 512"/>
                <a:gd name="T37" fmla="*/ 323 h 512"/>
                <a:gd name="T38" fmla="*/ 129 w 512"/>
                <a:gd name="T39" fmla="*/ 343 h 512"/>
                <a:gd name="T40" fmla="*/ 236 w 512"/>
                <a:gd name="T41" fmla="*/ 281 h 512"/>
                <a:gd name="T42" fmla="*/ 276 w 512"/>
                <a:gd name="T43" fmla="*/ 280 h 512"/>
                <a:gd name="T44" fmla="*/ 256 w 512"/>
                <a:gd name="T45" fmla="*/ 362 h 512"/>
                <a:gd name="T46" fmla="*/ 255 w 512"/>
                <a:gd name="T47" fmla="*/ 350 h 512"/>
                <a:gd name="T48" fmla="*/ 243 w 512"/>
                <a:gd name="T49" fmla="*/ 333 h 512"/>
                <a:gd name="T50" fmla="*/ 206 w 512"/>
                <a:gd name="T51" fmla="*/ 358 h 512"/>
                <a:gd name="T52" fmla="*/ 228 w 512"/>
                <a:gd name="T53" fmla="*/ 410 h 512"/>
                <a:gd name="T54" fmla="*/ 242 w 512"/>
                <a:gd name="T55" fmla="*/ 413 h 512"/>
                <a:gd name="T56" fmla="*/ 235 w 512"/>
                <a:gd name="T57" fmla="*/ 382 h 512"/>
                <a:gd name="T58" fmla="*/ 360 w 512"/>
                <a:gd name="T59" fmla="*/ 330 h 512"/>
                <a:gd name="T60" fmla="*/ 384 w 512"/>
                <a:gd name="T61" fmla="*/ 343 h 512"/>
                <a:gd name="T62" fmla="*/ 389 w 512"/>
                <a:gd name="T63" fmla="*/ 323 h 512"/>
                <a:gd name="T64" fmla="*/ 288 w 512"/>
                <a:gd name="T65" fmla="*/ 256 h 512"/>
                <a:gd name="T66" fmla="*/ 266 w 512"/>
                <a:gd name="T67" fmla="*/ 224 h 512"/>
                <a:gd name="T68" fmla="*/ 355 w 512"/>
                <a:gd name="T69" fmla="*/ 217 h 512"/>
                <a:gd name="T70" fmla="*/ 324 w 512"/>
                <a:gd name="T71" fmla="*/ 214 h 512"/>
                <a:gd name="T72" fmla="*/ 369 w 512"/>
                <a:gd name="T73" fmla="*/ 248 h 512"/>
                <a:gd name="T74" fmla="*/ 383 w 512"/>
                <a:gd name="T75" fmla="*/ 243 h 512"/>
                <a:gd name="T76" fmla="*/ 399 w 512"/>
                <a:gd name="T77" fmla="*/ 1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66" y="256"/>
                  </a:moveTo>
                  <a:cubicBezTo>
                    <a:pt x="266" y="262"/>
                    <a:pt x="262" y="266"/>
                    <a:pt x="256" y="266"/>
                  </a:cubicBezTo>
                  <a:cubicBezTo>
                    <a:pt x="250" y="266"/>
                    <a:pt x="245" y="262"/>
                    <a:pt x="245" y="256"/>
                  </a:cubicBezTo>
                  <a:cubicBezTo>
                    <a:pt x="245" y="250"/>
                    <a:pt x="250" y="245"/>
                    <a:pt x="256" y="245"/>
                  </a:cubicBezTo>
                  <a:cubicBezTo>
                    <a:pt x="262" y="245"/>
                    <a:pt x="266" y="250"/>
                    <a:pt x="266"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9" y="188"/>
                  </a:moveTo>
                  <a:cubicBezTo>
                    <a:pt x="393" y="186"/>
                    <a:pt x="387" y="188"/>
                    <a:pt x="384" y="193"/>
                  </a:cubicBezTo>
                  <a:cubicBezTo>
                    <a:pt x="376" y="211"/>
                    <a:pt x="376" y="211"/>
                    <a:pt x="376" y="211"/>
                  </a:cubicBezTo>
                  <a:cubicBezTo>
                    <a:pt x="358" y="165"/>
                    <a:pt x="316" y="132"/>
                    <a:pt x="266" y="128"/>
                  </a:cubicBezTo>
                  <a:cubicBezTo>
                    <a:pt x="266" y="106"/>
                    <a:pt x="266" y="106"/>
                    <a:pt x="266" y="106"/>
                  </a:cubicBezTo>
                  <a:cubicBezTo>
                    <a:pt x="266" y="100"/>
                    <a:pt x="262" y="96"/>
                    <a:pt x="256" y="96"/>
                  </a:cubicBezTo>
                  <a:cubicBezTo>
                    <a:pt x="250" y="96"/>
                    <a:pt x="245" y="100"/>
                    <a:pt x="245" y="106"/>
                  </a:cubicBezTo>
                  <a:cubicBezTo>
                    <a:pt x="245" y="224"/>
                    <a:pt x="245" y="224"/>
                    <a:pt x="245" y="224"/>
                  </a:cubicBezTo>
                  <a:cubicBezTo>
                    <a:pt x="245" y="224"/>
                    <a:pt x="245" y="225"/>
                    <a:pt x="245" y="226"/>
                  </a:cubicBezTo>
                  <a:cubicBezTo>
                    <a:pt x="233" y="230"/>
                    <a:pt x="224" y="242"/>
                    <a:pt x="224" y="256"/>
                  </a:cubicBezTo>
                  <a:cubicBezTo>
                    <a:pt x="224" y="258"/>
                    <a:pt x="224" y="261"/>
                    <a:pt x="225" y="263"/>
                  </a:cubicBezTo>
                  <a:cubicBezTo>
                    <a:pt x="160" y="302"/>
                    <a:pt x="160" y="302"/>
                    <a:pt x="160" y="302"/>
                  </a:cubicBezTo>
                  <a:cubicBezTo>
                    <a:pt x="153" y="287"/>
                    <a:pt x="149" y="272"/>
                    <a:pt x="149" y="256"/>
                  </a:cubicBezTo>
                  <a:cubicBezTo>
                    <a:pt x="149" y="231"/>
                    <a:pt x="158" y="207"/>
                    <a:pt x="173" y="189"/>
                  </a:cubicBezTo>
                  <a:cubicBezTo>
                    <a:pt x="174" y="208"/>
                    <a:pt x="174" y="208"/>
                    <a:pt x="174" y="208"/>
                  </a:cubicBezTo>
                  <a:cubicBezTo>
                    <a:pt x="174" y="214"/>
                    <a:pt x="179" y="218"/>
                    <a:pt x="185" y="218"/>
                  </a:cubicBezTo>
                  <a:cubicBezTo>
                    <a:pt x="185" y="218"/>
                    <a:pt x="185" y="218"/>
                    <a:pt x="185" y="218"/>
                  </a:cubicBezTo>
                  <a:cubicBezTo>
                    <a:pt x="191" y="217"/>
                    <a:pt x="196" y="212"/>
                    <a:pt x="195" y="207"/>
                  </a:cubicBezTo>
                  <a:cubicBezTo>
                    <a:pt x="192" y="161"/>
                    <a:pt x="192" y="161"/>
                    <a:pt x="192" y="161"/>
                  </a:cubicBezTo>
                  <a:cubicBezTo>
                    <a:pt x="192" y="155"/>
                    <a:pt x="187" y="151"/>
                    <a:pt x="181" y="151"/>
                  </a:cubicBezTo>
                  <a:cubicBezTo>
                    <a:pt x="136" y="154"/>
                    <a:pt x="136" y="154"/>
                    <a:pt x="136" y="154"/>
                  </a:cubicBezTo>
                  <a:cubicBezTo>
                    <a:pt x="130" y="155"/>
                    <a:pt x="126" y="160"/>
                    <a:pt x="126" y="166"/>
                  </a:cubicBezTo>
                  <a:cubicBezTo>
                    <a:pt x="126" y="171"/>
                    <a:pt x="131" y="176"/>
                    <a:pt x="137" y="176"/>
                  </a:cubicBezTo>
                  <a:cubicBezTo>
                    <a:pt x="137" y="176"/>
                    <a:pt x="137" y="176"/>
                    <a:pt x="137" y="176"/>
                  </a:cubicBezTo>
                  <a:cubicBezTo>
                    <a:pt x="157" y="174"/>
                    <a:pt x="157" y="174"/>
                    <a:pt x="157" y="174"/>
                  </a:cubicBezTo>
                  <a:cubicBezTo>
                    <a:pt x="138" y="197"/>
                    <a:pt x="128" y="226"/>
                    <a:pt x="128" y="256"/>
                  </a:cubicBezTo>
                  <a:cubicBezTo>
                    <a:pt x="128" y="276"/>
                    <a:pt x="133" y="295"/>
                    <a:pt x="141" y="313"/>
                  </a:cubicBezTo>
                  <a:cubicBezTo>
                    <a:pt x="124" y="323"/>
                    <a:pt x="124" y="323"/>
                    <a:pt x="124" y="323"/>
                  </a:cubicBezTo>
                  <a:cubicBezTo>
                    <a:pt x="119" y="326"/>
                    <a:pt x="117" y="333"/>
                    <a:pt x="120" y="338"/>
                  </a:cubicBezTo>
                  <a:cubicBezTo>
                    <a:pt x="122" y="341"/>
                    <a:pt x="126" y="343"/>
                    <a:pt x="129" y="343"/>
                  </a:cubicBezTo>
                  <a:cubicBezTo>
                    <a:pt x="131" y="343"/>
                    <a:pt x="133" y="342"/>
                    <a:pt x="135" y="341"/>
                  </a:cubicBezTo>
                  <a:cubicBezTo>
                    <a:pt x="236" y="281"/>
                    <a:pt x="236" y="281"/>
                    <a:pt x="236" y="281"/>
                  </a:cubicBezTo>
                  <a:cubicBezTo>
                    <a:pt x="242" y="285"/>
                    <a:pt x="248" y="288"/>
                    <a:pt x="256" y="288"/>
                  </a:cubicBezTo>
                  <a:cubicBezTo>
                    <a:pt x="263" y="288"/>
                    <a:pt x="270" y="285"/>
                    <a:pt x="276" y="280"/>
                  </a:cubicBezTo>
                  <a:cubicBezTo>
                    <a:pt x="341" y="319"/>
                    <a:pt x="341" y="319"/>
                    <a:pt x="341" y="319"/>
                  </a:cubicBezTo>
                  <a:cubicBezTo>
                    <a:pt x="321" y="346"/>
                    <a:pt x="290" y="362"/>
                    <a:pt x="256" y="362"/>
                  </a:cubicBezTo>
                  <a:cubicBezTo>
                    <a:pt x="250" y="362"/>
                    <a:pt x="245" y="362"/>
                    <a:pt x="239" y="361"/>
                  </a:cubicBezTo>
                  <a:cubicBezTo>
                    <a:pt x="255" y="350"/>
                    <a:pt x="255" y="350"/>
                    <a:pt x="255" y="350"/>
                  </a:cubicBezTo>
                  <a:cubicBezTo>
                    <a:pt x="260" y="347"/>
                    <a:pt x="261" y="340"/>
                    <a:pt x="258" y="336"/>
                  </a:cubicBezTo>
                  <a:cubicBezTo>
                    <a:pt x="255" y="331"/>
                    <a:pt x="248" y="329"/>
                    <a:pt x="243" y="333"/>
                  </a:cubicBezTo>
                  <a:cubicBezTo>
                    <a:pt x="206" y="358"/>
                    <a:pt x="206" y="358"/>
                    <a:pt x="206" y="358"/>
                  </a:cubicBezTo>
                  <a:cubicBezTo>
                    <a:pt x="206" y="358"/>
                    <a:pt x="206" y="358"/>
                    <a:pt x="206" y="358"/>
                  </a:cubicBezTo>
                  <a:cubicBezTo>
                    <a:pt x="201" y="361"/>
                    <a:pt x="199" y="367"/>
                    <a:pt x="203" y="372"/>
                  </a:cubicBezTo>
                  <a:cubicBezTo>
                    <a:pt x="228" y="410"/>
                    <a:pt x="228" y="410"/>
                    <a:pt x="228" y="410"/>
                  </a:cubicBezTo>
                  <a:cubicBezTo>
                    <a:pt x="230" y="413"/>
                    <a:pt x="233" y="415"/>
                    <a:pt x="237" y="415"/>
                  </a:cubicBezTo>
                  <a:cubicBezTo>
                    <a:pt x="239" y="415"/>
                    <a:pt x="241" y="414"/>
                    <a:pt x="242" y="413"/>
                  </a:cubicBezTo>
                  <a:cubicBezTo>
                    <a:pt x="247" y="410"/>
                    <a:pt x="249" y="403"/>
                    <a:pt x="245" y="398"/>
                  </a:cubicBezTo>
                  <a:cubicBezTo>
                    <a:pt x="235" y="382"/>
                    <a:pt x="235" y="382"/>
                    <a:pt x="235" y="382"/>
                  </a:cubicBezTo>
                  <a:cubicBezTo>
                    <a:pt x="242" y="383"/>
                    <a:pt x="249" y="384"/>
                    <a:pt x="256" y="384"/>
                  </a:cubicBezTo>
                  <a:cubicBezTo>
                    <a:pt x="297" y="384"/>
                    <a:pt x="336" y="363"/>
                    <a:pt x="360" y="330"/>
                  </a:cubicBezTo>
                  <a:cubicBezTo>
                    <a:pt x="378" y="341"/>
                    <a:pt x="378" y="341"/>
                    <a:pt x="378" y="341"/>
                  </a:cubicBezTo>
                  <a:cubicBezTo>
                    <a:pt x="380" y="342"/>
                    <a:pt x="382" y="343"/>
                    <a:pt x="384" y="343"/>
                  </a:cubicBezTo>
                  <a:cubicBezTo>
                    <a:pt x="388" y="343"/>
                    <a:pt x="391" y="341"/>
                    <a:pt x="393" y="338"/>
                  </a:cubicBezTo>
                  <a:cubicBezTo>
                    <a:pt x="396" y="333"/>
                    <a:pt x="394" y="326"/>
                    <a:pt x="389" y="323"/>
                  </a:cubicBezTo>
                  <a:cubicBezTo>
                    <a:pt x="287" y="262"/>
                    <a:pt x="287" y="262"/>
                    <a:pt x="287" y="262"/>
                  </a:cubicBezTo>
                  <a:cubicBezTo>
                    <a:pt x="287" y="260"/>
                    <a:pt x="288" y="258"/>
                    <a:pt x="288" y="256"/>
                  </a:cubicBezTo>
                  <a:cubicBezTo>
                    <a:pt x="288" y="242"/>
                    <a:pt x="279" y="230"/>
                    <a:pt x="266" y="226"/>
                  </a:cubicBezTo>
                  <a:cubicBezTo>
                    <a:pt x="266" y="225"/>
                    <a:pt x="266" y="224"/>
                    <a:pt x="266" y="224"/>
                  </a:cubicBezTo>
                  <a:cubicBezTo>
                    <a:pt x="266" y="150"/>
                    <a:pt x="266" y="150"/>
                    <a:pt x="266" y="150"/>
                  </a:cubicBezTo>
                  <a:cubicBezTo>
                    <a:pt x="307" y="154"/>
                    <a:pt x="341" y="180"/>
                    <a:pt x="355" y="217"/>
                  </a:cubicBezTo>
                  <a:cubicBezTo>
                    <a:pt x="338" y="209"/>
                    <a:pt x="338" y="209"/>
                    <a:pt x="338" y="209"/>
                  </a:cubicBezTo>
                  <a:cubicBezTo>
                    <a:pt x="333" y="206"/>
                    <a:pt x="326" y="208"/>
                    <a:pt x="324" y="214"/>
                  </a:cubicBezTo>
                  <a:cubicBezTo>
                    <a:pt x="321" y="219"/>
                    <a:pt x="323" y="225"/>
                    <a:pt x="328" y="228"/>
                  </a:cubicBezTo>
                  <a:cubicBezTo>
                    <a:pt x="369" y="248"/>
                    <a:pt x="369" y="248"/>
                    <a:pt x="369" y="248"/>
                  </a:cubicBezTo>
                  <a:cubicBezTo>
                    <a:pt x="370" y="249"/>
                    <a:pt x="372" y="249"/>
                    <a:pt x="374" y="249"/>
                  </a:cubicBezTo>
                  <a:cubicBezTo>
                    <a:pt x="378" y="249"/>
                    <a:pt x="381" y="247"/>
                    <a:pt x="383" y="243"/>
                  </a:cubicBezTo>
                  <a:cubicBezTo>
                    <a:pt x="403" y="203"/>
                    <a:pt x="403" y="203"/>
                    <a:pt x="403" y="203"/>
                  </a:cubicBezTo>
                  <a:cubicBezTo>
                    <a:pt x="406" y="197"/>
                    <a:pt x="404" y="191"/>
                    <a:pt x="399" y="18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grpSp>
        <p:nvGrpSpPr>
          <p:cNvPr id="80" name="Group 79">
            <a:extLst>
              <a:ext uri="{FF2B5EF4-FFF2-40B4-BE49-F238E27FC236}">
                <a16:creationId xmlns:a16="http://schemas.microsoft.com/office/drawing/2014/main" id="{6A27166D-69B4-074A-CA94-96CCA57A8C72}"/>
              </a:ext>
            </a:extLst>
          </p:cNvPr>
          <p:cNvGrpSpPr/>
          <p:nvPr/>
        </p:nvGrpSpPr>
        <p:grpSpPr>
          <a:xfrm>
            <a:off x="5350738" y="3857069"/>
            <a:ext cx="5856099" cy="653900"/>
            <a:chOff x="5277832" y="4069534"/>
            <a:chExt cx="5856099" cy="653900"/>
          </a:xfrm>
        </p:grpSpPr>
        <p:sp>
          <p:nvSpPr>
            <p:cNvPr id="23" name="Rectangle 22">
              <a:extLst>
                <a:ext uri="{FF2B5EF4-FFF2-40B4-BE49-F238E27FC236}">
                  <a16:creationId xmlns:a16="http://schemas.microsoft.com/office/drawing/2014/main" id="{36414AAA-56A8-3F8F-B130-1A47913BF949}"/>
                </a:ext>
              </a:extLst>
            </p:cNvPr>
            <p:cNvSpPr/>
            <p:nvPr/>
          </p:nvSpPr>
          <p:spPr bwMode="gray">
            <a:xfrm>
              <a:off x="5939087" y="4171352"/>
              <a:ext cx="5194844" cy="552082"/>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Green Hydrogen, Climate Change &amp; Energy Efficiency Solutions</a:t>
              </a:r>
            </a:p>
          </p:txBody>
        </p:sp>
        <p:pic>
          <p:nvPicPr>
            <p:cNvPr id="29" name="Graphic 28" descr="Harvey Balls 0% with solid fill">
              <a:extLst>
                <a:ext uri="{FF2B5EF4-FFF2-40B4-BE49-F238E27FC236}">
                  <a16:creationId xmlns:a16="http://schemas.microsoft.com/office/drawing/2014/main" id="{92075E9F-79B5-C798-12DE-4F99A3BF5B2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277832" y="4069534"/>
              <a:ext cx="678580" cy="643491"/>
            </a:xfrm>
            <a:prstGeom prst="rect">
              <a:avLst/>
            </a:prstGeom>
          </p:spPr>
        </p:pic>
        <p:grpSp>
          <p:nvGrpSpPr>
            <p:cNvPr id="30" name="Group 295">
              <a:extLst>
                <a:ext uri="{FF2B5EF4-FFF2-40B4-BE49-F238E27FC236}">
                  <a16:creationId xmlns:a16="http://schemas.microsoft.com/office/drawing/2014/main" id="{5101B5CC-242B-9671-52B7-25023A715704}"/>
                </a:ext>
              </a:extLst>
            </p:cNvPr>
            <p:cNvGrpSpPr>
              <a:grpSpLocks noChangeAspect="1"/>
            </p:cNvGrpSpPr>
            <p:nvPr/>
          </p:nvGrpSpPr>
          <p:grpSpPr bwMode="auto">
            <a:xfrm>
              <a:off x="5429121" y="4226571"/>
              <a:ext cx="358677" cy="340130"/>
              <a:chOff x="6958" y="1122"/>
              <a:chExt cx="340" cy="340"/>
            </a:xfrm>
            <a:solidFill>
              <a:srgbClr val="C4D600"/>
            </a:solidFill>
          </p:grpSpPr>
          <p:sp>
            <p:nvSpPr>
              <p:cNvPr id="31" name="Freeform 296">
                <a:extLst>
                  <a:ext uri="{FF2B5EF4-FFF2-40B4-BE49-F238E27FC236}">
                    <a16:creationId xmlns:a16="http://schemas.microsoft.com/office/drawing/2014/main" id="{A356D97E-4997-03DD-8BF2-4D53B1A12FA8}"/>
                  </a:ext>
                </a:extLst>
              </p:cNvPr>
              <p:cNvSpPr>
                <a:spLocks noEditPoints="1"/>
              </p:cNvSpPr>
              <p:nvPr/>
            </p:nvSpPr>
            <p:spPr bwMode="auto">
              <a:xfrm>
                <a:off x="6958" y="1122"/>
                <a:ext cx="340" cy="340"/>
              </a:xfrm>
              <a:custGeom>
                <a:avLst/>
                <a:gdLst>
                  <a:gd name="T0" fmla="*/ 256 w 512"/>
                  <a:gd name="T1" fmla="*/ 21 h 512"/>
                  <a:gd name="T2" fmla="*/ 422 w 512"/>
                  <a:gd name="T3" fmla="*/ 90 h 512"/>
                  <a:gd name="T4" fmla="*/ 490 w 512"/>
                  <a:gd name="T5" fmla="*/ 256 h 512"/>
                  <a:gd name="T6" fmla="*/ 422 w 512"/>
                  <a:gd name="T7" fmla="*/ 422 h 512"/>
                  <a:gd name="T8" fmla="*/ 256 w 512"/>
                  <a:gd name="T9" fmla="*/ 490 h 512"/>
                  <a:gd name="T10" fmla="*/ 90 w 512"/>
                  <a:gd name="T11" fmla="*/ 422 h 512"/>
                  <a:gd name="T12" fmla="*/ 21 w 512"/>
                  <a:gd name="T13" fmla="*/ 256 h 512"/>
                  <a:gd name="T14" fmla="*/ 90 w 512"/>
                  <a:gd name="T15" fmla="*/ 90 h 512"/>
                  <a:gd name="T16" fmla="*/ 256 w 512"/>
                  <a:gd name="T17" fmla="*/ 21 h 512"/>
                  <a:gd name="T18" fmla="*/ 256 w 512"/>
                  <a:gd name="T19" fmla="*/ 0 h 512"/>
                  <a:gd name="T20" fmla="*/ 0 w 512"/>
                  <a:gd name="T21" fmla="*/ 256 h 512"/>
                  <a:gd name="T22" fmla="*/ 256 w 512"/>
                  <a:gd name="T23" fmla="*/ 512 h 512"/>
                  <a:gd name="T24" fmla="*/ 512 w 512"/>
                  <a:gd name="T25" fmla="*/ 256 h 512"/>
                  <a:gd name="T26" fmla="*/ 256 w 512"/>
                  <a:gd name="T27"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21"/>
                    </a:moveTo>
                    <a:cubicBezTo>
                      <a:pt x="318" y="21"/>
                      <a:pt x="377" y="45"/>
                      <a:pt x="422" y="90"/>
                    </a:cubicBezTo>
                    <a:cubicBezTo>
                      <a:pt x="466" y="134"/>
                      <a:pt x="490" y="193"/>
                      <a:pt x="490" y="256"/>
                    </a:cubicBezTo>
                    <a:cubicBezTo>
                      <a:pt x="490" y="318"/>
                      <a:pt x="466" y="377"/>
                      <a:pt x="422" y="422"/>
                    </a:cubicBezTo>
                    <a:cubicBezTo>
                      <a:pt x="377" y="466"/>
                      <a:pt x="318" y="490"/>
                      <a:pt x="256" y="490"/>
                    </a:cubicBezTo>
                    <a:cubicBezTo>
                      <a:pt x="193" y="490"/>
                      <a:pt x="134" y="466"/>
                      <a:pt x="90" y="422"/>
                    </a:cubicBezTo>
                    <a:cubicBezTo>
                      <a:pt x="45" y="377"/>
                      <a:pt x="21" y="318"/>
                      <a:pt x="21" y="256"/>
                    </a:cubicBezTo>
                    <a:cubicBezTo>
                      <a:pt x="21" y="193"/>
                      <a:pt x="45" y="134"/>
                      <a:pt x="90" y="90"/>
                    </a:cubicBezTo>
                    <a:cubicBezTo>
                      <a:pt x="134" y="45"/>
                      <a:pt x="193"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2" name="Freeform 297">
                <a:extLst>
                  <a:ext uri="{FF2B5EF4-FFF2-40B4-BE49-F238E27FC236}">
                    <a16:creationId xmlns:a16="http://schemas.microsoft.com/office/drawing/2014/main" id="{701294E6-C6C3-AFB4-44E5-626CE9FDC887}"/>
                  </a:ext>
                </a:extLst>
              </p:cNvPr>
              <p:cNvSpPr>
                <a:spLocks/>
              </p:cNvSpPr>
              <p:nvPr/>
            </p:nvSpPr>
            <p:spPr bwMode="auto">
              <a:xfrm>
                <a:off x="7135" y="1256"/>
                <a:ext cx="42" cy="57"/>
              </a:xfrm>
              <a:custGeom>
                <a:avLst/>
                <a:gdLst>
                  <a:gd name="T0" fmla="*/ 63 w 64"/>
                  <a:gd name="T1" fmla="*/ 62 h 86"/>
                  <a:gd name="T2" fmla="*/ 0 w 64"/>
                  <a:gd name="T3" fmla="*/ 0 h 86"/>
                  <a:gd name="T4" fmla="*/ 0 w 64"/>
                  <a:gd name="T5" fmla="*/ 30 h 86"/>
                  <a:gd name="T6" fmla="*/ 57 w 64"/>
                  <a:gd name="T7" fmla="*/ 86 h 86"/>
                  <a:gd name="T8" fmla="*/ 64 w 64"/>
                  <a:gd name="T9" fmla="*/ 63 h 86"/>
                  <a:gd name="T10" fmla="*/ 63 w 64"/>
                  <a:gd name="T11" fmla="*/ 62 h 86"/>
                </a:gdLst>
                <a:ahLst/>
                <a:cxnLst>
                  <a:cxn ang="0">
                    <a:pos x="T0" y="T1"/>
                  </a:cxn>
                  <a:cxn ang="0">
                    <a:pos x="T2" y="T3"/>
                  </a:cxn>
                  <a:cxn ang="0">
                    <a:pos x="T4" y="T5"/>
                  </a:cxn>
                  <a:cxn ang="0">
                    <a:pos x="T6" y="T7"/>
                  </a:cxn>
                  <a:cxn ang="0">
                    <a:pos x="T8" y="T9"/>
                  </a:cxn>
                  <a:cxn ang="0">
                    <a:pos x="T10" y="T11"/>
                  </a:cxn>
                </a:cxnLst>
                <a:rect l="0" t="0" r="r" b="b"/>
                <a:pathLst>
                  <a:path w="64" h="86">
                    <a:moveTo>
                      <a:pt x="63" y="62"/>
                    </a:moveTo>
                    <a:cubicBezTo>
                      <a:pt x="0" y="0"/>
                      <a:pt x="0" y="0"/>
                      <a:pt x="0" y="0"/>
                    </a:cubicBezTo>
                    <a:cubicBezTo>
                      <a:pt x="0" y="30"/>
                      <a:pt x="0" y="30"/>
                      <a:pt x="0" y="30"/>
                    </a:cubicBezTo>
                    <a:cubicBezTo>
                      <a:pt x="57" y="86"/>
                      <a:pt x="57" y="86"/>
                      <a:pt x="57" y="86"/>
                    </a:cubicBezTo>
                    <a:cubicBezTo>
                      <a:pt x="60" y="79"/>
                      <a:pt x="63" y="71"/>
                      <a:pt x="64" y="63"/>
                    </a:cubicBezTo>
                    <a:cubicBezTo>
                      <a:pt x="63" y="62"/>
                      <a:pt x="63" y="62"/>
                      <a:pt x="63" y="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3" name="Freeform 298">
                <a:extLst>
                  <a:ext uri="{FF2B5EF4-FFF2-40B4-BE49-F238E27FC236}">
                    <a16:creationId xmlns:a16="http://schemas.microsoft.com/office/drawing/2014/main" id="{6A29EAF2-88CF-C64D-ADC1-629CCA1553CC}"/>
                  </a:ext>
                </a:extLst>
              </p:cNvPr>
              <p:cNvSpPr>
                <a:spLocks/>
              </p:cNvSpPr>
              <p:nvPr/>
            </p:nvSpPr>
            <p:spPr bwMode="auto">
              <a:xfrm>
                <a:off x="7135" y="1296"/>
                <a:ext cx="30" cy="38"/>
              </a:xfrm>
              <a:custGeom>
                <a:avLst/>
                <a:gdLst>
                  <a:gd name="T0" fmla="*/ 0 w 45"/>
                  <a:gd name="T1" fmla="*/ 30 h 58"/>
                  <a:gd name="T2" fmla="*/ 28 w 45"/>
                  <a:gd name="T3" fmla="*/ 58 h 58"/>
                  <a:gd name="T4" fmla="*/ 45 w 45"/>
                  <a:gd name="T5" fmla="*/ 44 h 58"/>
                  <a:gd name="T6" fmla="*/ 0 w 45"/>
                  <a:gd name="T7" fmla="*/ 0 h 58"/>
                  <a:gd name="T8" fmla="*/ 0 w 45"/>
                  <a:gd name="T9" fmla="*/ 30 h 58"/>
                </a:gdLst>
                <a:ahLst/>
                <a:cxnLst>
                  <a:cxn ang="0">
                    <a:pos x="T0" y="T1"/>
                  </a:cxn>
                  <a:cxn ang="0">
                    <a:pos x="T2" y="T3"/>
                  </a:cxn>
                  <a:cxn ang="0">
                    <a:pos x="T4" y="T5"/>
                  </a:cxn>
                  <a:cxn ang="0">
                    <a:pos x="T6" y="T7"/>
                  </a:cxn>
                  <a:cxn ang="0">
                    <a:pos x="T8" y="T9"/>
                  </a:cxn>
                </a:cxnLst>
                <a:rect l="0" t="0" r="r" b="b"/>
                <a:pathLst>
                  <a:path w="45" h="58">
                    <a:moveTo>
                      <a:pt x="0" y="30"/>
                    </a:moveTo>
                    <a:cubicBezTo>
                      <a:pt x="28" y="58"/>
                      <a:pt x="28" y="58"/>
                      <a:pt x="28" y="58"/>
                    </a:cubicBezTo>
                    <a:cubicBezTo>
                      <a:pt x="34" y="54"/>
                      <a:pt x="40" y="49"/>
                      <a:pt x="45" y="44"/>
                    </a:cubicBezTo>
                    <a:cubicBezTo>
                      <a:pt x="0" y="0"/>
                      <a:pt x="0" y="0"/>
                      <a:pt x="0" y="0"/>
                    </a:cubicBezTo>
                    <a:lnTo>
                      <a:pt x="0" y="3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4" name="Freeform 299">
                <a:extLst>
                  <a:ext uri="{FF2B5EF4-FFF2-40B4-BE49-F238E27FC236}">
                    <a16:creationId xmlns:a16="http://schemas.microsoft.com/office/drawing/2014/main" id="{658DC65A-1744-0191-D5C5-B7F8430C16E2}"/>
                  </a:ext>
                </a:extLst>
              </p:cNvPr>
              <p:cNvSpPr>
                <a:spLocks/>
              </p:cNvSpPr>
              <p:nvPr/>
            </p:nvSpPr>
            <p:spPr bwMode="auto">
              <a:xfrm>
                <a:off x="7144" y="1245"/>
                <a:ext cx="30" cy="30"/>
              </a:xfrm>
              <a:custGeom>
                <a:avLst/>
                <a:gdLst>
                  <a:gd name="T0" fmla="*/ 0 w 46"/>
                  <a:gd name="T1" fmla="*/ 0 h 46"/>
                  <a:gd name="T2" fmla="*/ 46 w 46"/>
                  <a:gd name="T3" fmla="*/ 46 h 46"/>
                  <a:gd name="T4" fmla="*/ 0 w 46"/>
                  <a:gd name="T5" fmla="*/ 0 h 46"/>
                </a:gdLst>
                <a:ahLst/>
                <a:cxnLst>
                  <a:cxn ang="0">
                    <a:pos x="T0" y="T1"/>
                  </a:cxn>
                  <a:cxn ang="0">
                    <a:pos x="T2" y="T3"/>
                  </a:cxn>
                  <a:cxn ang="0">
                    <a:pos x="T4" y="T5"/>
                  </a:cxn>
                </a:cxnLst>
                <a:rect l="0" t="0" r="r" b="b"/>
                <a:pathLst>
                  <a:path w="46" h="46">
                    <a:moveTo>
                      <a:pt x="0" y="0"/>
                    </a:moveTo>
                    <a:cubicBezTo>
                      <a:pt x="46" y="46"/>
                      <a:pt x="46" y="46"/>
                      <a:pt x="46" y="46"/>
                    </a:cubicBezTo>
                    <a:cubicBezTo>
                      <a:pt x="39" y="25"/>
                      <a:pt x="22" y="8"/>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6" name="Freeform 300">
                <a:extLst>
                  <a:ext uri="{FF2B5EF4-FFF2-40B4-BE49-F238E27FC236}">
                    <a16:creationId xmlns:a16="http://schemas.microsoft.com/office/drawing/2014/main" id="{60EC20EC-34A7-E5A0-722E-4B40703F2527}"/>
                  </a:ext>
                </a:extLst>
              </p:cNvPr>
              <p:cNvSpPr>
                <a:spLocks/>
              </p:cNvSpPr>
              <p:nvPr/>
            </p:nvSpPr>
            <p:spPr bwMode="auto">
              <a:xfrm>
                <a:off x="7135" y="1336"/>
                <a:ext cx="4" cy="4"/>
              </a:xfrm>
              <a:custGeom>
                <a:avLst/>
                <a:gdLst>
                  <a:gd name="T0" fmla="*/ 0 w 6"/>
                  <a:gd name="T1" fmla="*/ 7 h 7"/>
                  <a:gd name="T2" fmla="*/ 6 w 6"/>
                  <a:gd name="T3" fmla="*/ 6 h 7"/>
                  <a:gd name="T4" fmla="*/ 0 w 6"/>
                  <a:gd name="T5" fmla="*/ 0 h 7"/>
                  <a:gd name="T6" fmla="*/ 0 w 6"/>
                  <a:gd name="T7" fmla="*/ 7 h 7"/>
                </a:gdLst>
                <a:ahLst/>
                <a:cxnLst>
                  <a:cxn ang="0">
                    <a:pos x="T0" y="T1"/>
                  </a:cxn>
                  <a:cxn ang="0">
                    <a:pos x="T2" y="T3"/>
                  </a:cxn>
                  <a:cxn ang="0">
                    <a:pos x="T4" y="T5"/>
                  </a:cxn>
                  <a:cxn ang="0">
                    <a:pos x="T6" y="T7"/>
                  </a:cxn>
                </a:cxnLst>
                <a:rect l="0" t="0" r="r" b="b"/>
                <a:pathLst>
                  <a:path w="6" h="7">
                    <a:moveTo>
                      <a:pt x="0" y="7"/>
                    </a:moveTo>
                    <a:cubicBezTo>
                      <a:pt x="2" y="7"/>
                      <a:pt x="4" y="7"/>
                      <a:pt x="6" y="6"/>
                    </a:cubicBezTo>
                    <a:cubicBezTo>
                      <a:pt x="0" y="0"/>
                      <a:pt x="0" y="0"/>
                      <a:pt x="0" y="0"/>
                    </a:cubicBezTo>
                    <a:lnTo>
                      <a:pt x="0" y="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8" name="Freeform 301">
                <a:extLst>
                  <a:ext uri="{FF2B5EF4-FFF2-40B4-BE49-F238E27FC236}">
                    <a16:creationId xmlns:a16="http://schemas.microsoft.com/office/drawing/2014/main" id="{43DC0BFE-239D-8E8A-671B-B7B725E55764}"/>
                  </a:ext>
                </a:extLst>
              </p:cNvPr>
              <p:cNvSpPr>
                <a:spLocks/>
              </p:cNvSpPr>
              <p:nvPr/>
            </p:nvSpPr>
            <p:spPr bwMode="auto">
              <a:xfrm>
                <a:off x="7078" y="1243"/>
                <a:ext cx="43" cy="97"/>
              </a:xfrm>
              <a:custGeom>
                <a:avLst/>
                <a:gdLst>
                  <a:gd name="T0" fmla="*/ 0 w 64"/>
                  <a:gd name="T1" fmla="*/ 74 h 147"/>
                  <a:gd name="T2" fmla="*/ 64 w 64"/>
                  <a:gd name="T3" fmla="*/ 147 h 147"/>
                  <a:gd name="T4" fmla="*/ 64 w 64"/>
                  <a:gd name="T5" fmla="*/ 0 h 147"/>
                  <a:gd name="T6" fmla="*/ 0 w 64"/>
                  <a:gd name="T7" fmla="*/ 74 h 147"/>
                </a:gdLst>
                <a:ahLst/>
                <a:cxnLst>
                  <a:cxn ang="0">
                    <a:pos x="T0" y="T1"/>
                  </a:cxn>
                  <a:cxn ang="0">
                    <a:pos x="T2" y="T3"/>
                  </a:cxn>
                  <a:cxn ang="0">
                    <a:pos x="T4" y="T5"/>
                  </a:cxn>
                  <a:cxn ang="0">
                    <a:pos x="T6" y="T7"/>
                  </a:cxn>
                </a:cxnLst>
                <a:rect l="0" t="0" r="r" b="b"/>
                <a:pathLst>
                  <a:path w="64" h="147">
                    <a:moveTo>
                      <a:pt x="0" y="74"/>
                    </a:moveTo>
                    <a:cubicBezTo>
                      <a:pt x="0" y="111"/>
                      <a:pt x="28" y="142"/>
                      <a:pt x="64" y="147"/>
                    </a:cubicBezTo>
                    <a:cubicBezTo>
                      <a:pt x="64" y="0"/>
                      <a:pt x="64" y="0"/>
                      <a:pt x="64" y="0"/>
                    </a:cubicBezTo>
                    <a:cubicBezTo>
                      <a:pt x="28" y="5"/>
                      <a:pt x="0" y="36"/>
                      <a:pt x="0" y="7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9" name="Freeform 302">
                <a:extLst>
                  <a:ext uri="{FF2B5EF4-FFF2-40B4-BE49-F238E27FC236}">
                    <a16:creationId xmlns:a16="http://schemas.microsoft.com/office/drawing/2014/main" id="{3D8D3E49-2DFF-596C-1253-B18625CCAA12}"/>
                  </a:ext>
                </a:extLst>
              </p:cNvPr>
              <p:cNvSpPr>
                <a:spLocks noEditPoints="1"/>
              </p:cNvSpPr>
              <p:nvPr/>
            </p:nvSpPr>
            <p:spPr bwMode="auto">
              <a:xfrm>
                <a:off x="6958" y="1122"/>
                <a:ext cx="340" cy="340"/>
              </a:xfrm>
              <a:custGeom>
                <a:avLst/>
                <a:gdLst>
                  <a:gd name="T0" fmla="*/ 0 w 512"/>
                  <a:gd name="T1" fmla="*/ 256 h 512"/>
                  <a:gd name="T2" fmla="*/ 512 w 512"/>
                  <a:gd name="T3" fmla="*/ 256 h 512"/>
                  <a:gd name="T4" fmla="*/ 245 w 512"/>
                  <a:gd name="T5" fmla="*/ 106 h 512"/>
                  <a:gd name="T6" fmla="*/ 266 w 512"/>
                  <a:gd name="T7" fmla="*/ 106 h 512"/>
                  <a:gd name="T8" fmla="*/ 256 w 512"/>
                  <a:gd name="T9" fmla="*/ 139 h 512"/>
                  <a:gd name="T10" fmla="*/ 245 w 512"/>
                  <a:gd name="T11" fmla="*/ 106 h 512"/>
                  <a:gd name="T12" fmla="*/ 157 w 512"/>
                  <a:gd name="T13" fmla="*/ 143 h 512"/>
                  <a:gd name="T14" fmla="*/ 158 w 512"/>
                  <a:gd name="T15" fmla="*/ 144 h 512"/>
                  <a:gd name="T16" fmla="*/ 173 w 512"/>
                  <a:gd name="T17" fmla="*/ 158 h 512"/>
                  <a:gd name="T18" fmla="*/ 173 w 512"/>
                  <a:gd name="T19" fmla="*/ 173 h 512"/>
                  <a:gd name="T20" fmla="*/ 158 w 512"/>
                  <a:gd name="T21" fmla="*/ 173 h 512"/>
                  <a:gd name="T22" fmla="*/ 147 w 512"/>
                  <a:gd name="T23" fmla="*/ 162 h 512"/>
                  <a:gd name="T24" fmla="*/ 143 w 512"/>
                  <a:gd name="T25" fmla="*/ 158 h 512"/>
                  <a:gd name="T26" fmla="*/ 142 w 512"/>
                  <a:gd name="T27" fmla="*/ 158 h 512"/>
                  <a:gd name="T28" fmla="*/ 139 w 512"/>
                  <a:gd name="T29" fmla="*/ 150 h 512"/>
                  <a:gd name="T30" fmla="*/ 128 w 512"/>
                  <a:gd name="T31" fmla="*/ 266 h 512"/>
                  <a:gd name="T32" fmla="*/ 95 w 512"/>
                  <a:gd name="T33" fmla="*/ 256 h 512"/>
                  <a:gd name="T34" fmla="*/ 128 w 512"/>
                  <a:gd name="T35" fmla="*/ 245 h 512"/>
                  <a:gd name="T36" fmla="*/ 128 w 512"/>
                  <a:gd name="T37" fmla="*/ 266 h 512"/>
                  <a:gd name="T38" fmla="*/ 162 w 512"/>
                  <a:gd name="T39" fmla="*/ 365 h 512"/>
                  <a:gd name="T40" fmla="*/ 159 w 512"/>
                  <a:gd name="T41" fmla="*/ 368 h 512"/>
                  <a:gd name="T42" fmla="*/ 158 w 512"/>
                  <a:gd name="T43" fmla="*/ 369 h 512"/>
                  <a:gd name="T44" fmla="*/ 147 w 512"/>
                  <a:gd name="T45" fmla="*/ 372 h 512"/>
                  <a:gd name="T46" fmla="*/ 142 w 512"/>
                  <a:gd name="T47" fmla="*/ 369 h 512"/>
                  <a:gd name="T48" fmla="*/ 142 w 512"/>
                  <a:gd name="T49" fmla="*/ 354 h 512"/>
                  <a:gd name="T50" fmla="*/ 143 w 512"/>
                  <a:gd name="T51" fmla="*/ 354 h 512"/>
                  <a:gd name="T52" fmla="*/ 143 w 512"/>
                  <a:gd name="T53" fmla="*/ 354 h 512"/>
                  <a:gd name="T54" fmla="*/ 147 w 512"/>
                  <a:gd name="T55" fmla="*/ 350 h 512"/>
                  <a:gd name="T56" fmla="*/ 173 w 512"/>
                  <a:gd name="T57" fmla="*/ 339 h 512"/>
                  <a:gd name="T58" fmla="*/ 173 w 512"/>
                  <a:gd name="T59" fmla="*/ 354 h 512"/>
                  <a:gd name="T60" fmla="*/ 256 w 512"/>
                  <a:gd name="T61" fmla="*/ 416 h 512"/>
                  <a:gd name="T62" fmla="*/ 245 w 512"/>
                  <a:gd name="T63" fmla="*/ 384 h 512"/>
                  <a:gd name="T64" fmla="*/ 266 w 512"/>
                  <a:gd name="T65" fmla="*/ 384 h 512"/>
                  <a:gd name="T66" fmla="*/ 256 w 512"/>
                  <a:gd name="T67" fmla="*/ 352 h 512"/>
                  <a:gd name="T68" fmla="*/ 256 w 512"/>
                  <a:gd name="T69" fmla="*/ 160 h 512"/>
                  <a:gd name="T70" fmla="*/ 256 w 512"/>
                  <a:gd name="T71" fmla="*/ 352 h 512"/>
                  <a:gd name="T72" fmla="*/ 362 w 512"/>
                  <a:gd name="T73" fmla="*/ 373 h 512"/>
                  <a:gd name="T74" fmla="*/ 343 w 512"/>
                  <a:gd name="T75" fmla="*/ 358 h 512"/>
                  <a:gd name="T76" fmla="*/ 339 w 512"/>
                  <a:gd name="T77" fmla="*/ 355 h 512"/>
                  <a:gd name="T78" fmla="*/ 339 w 512"/>
                  <a:gd name="T79" fmla="*/ 354 h 512"/>
                  <a:gd name="T80" fmla="*/ 338 w 512"/>
                  <a:gd name="T81" fmla="*/ 354 h 512"/>
                  <a:gd name="T82" fmla="*/ 338 w 512"/>
                  <a:gd name="T83" fmla="*/ 339 h 512"/>
                  <a:gd name="T84" fmla="*/ 354 w 512"/>
                  <a:gd name="T85" fmla="*/ 339 h 512"/>
                  <a:gd name="T86" fmla="*/ 358 w 512"/>
                  <a:gd name="T87" fmla="*/ 343 h 512"/>
                  <a:gd name="T88" fmla="*/ 372 w 512"/>
                  <a:gd name="T89" fmla="*/ 362 h 512"/>
                  <a:gd name="T90" fmla="*/ 369 w 512"/>
                  <a:gd name="T91" fmla="*/ 158 h 512"/>
                  <a:gd name="T92" fmla="*/ 356 w 512"/>
                  <a:gd name="T93" fmla="*/ 171 h 512"/>
                  <a:gd name="T94" fmla="*/ 354 w 512"/>
                  <a:gd name="T95" fmla="*/ 173 h 512"/>
                  <a:gd name="T96" fmla="*/ 345 w 512"/>
                  <a:gd name="T97" fmla="*/ 177 h 512"/>
                  <a:gd name="T98" fmla="*/ 338 w 512"/>
                  <a:gd name="T99" fmla="*/ 173 h 512"/>
                  <a:gd name="T100" fmla="*/ 336 w 512"/>
                  <a:gd name="T101" fmla="*/ 166 h 512"/>
                  <a:gd name="T102" fmla="*/ 338 w 512"/>
                  <a:gd name="T103" fmla="*/ 158 h 512"/>
                  <a:gd name="T104" fmla="*/ 339 w 512"/>
                  <a:gd name="T105" fmla="*/ 158 h 512"/>
                  <a:gd name="T106" fmla="*/ 343 w 512"/>
                  <a:gd name="T107" fmla="*/ 154 h 512"/>
                  <a:gd name="T108" fmla="*/ 354 w 512"/>
                  <a:gd name="T109" fmla="*/ 143 h 512"/>
                  <a:gd name="T110" fmla="*/ 372 w 512"/>
                  <a:gd name="T111" fmla="*/ 150 h 512"/>
                  <a:gd name="T112" fmla="*/ 405 w 512"/>
                  <a:gd name="T113" fmla="*/ 266 h 512"/>
                  <a:gd name="T114" fmla="*/ 373 w 512"/>
                  <a:gd name="T115" fmla="*/ 256 h 512"/>
                  <a:gd name="T116" fmla="*/ 405 w 512"/>
                  <a:gd name="T117" fmla="*/ 245 h 512"/>
                  <a:gd name="T118" fmla="*/ 405 w 512"/>
                  <a:gd name="T119"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45" y="106"/>
                    </a:moveTo>
                    <a:cubicBezTo>
                      <a:pt x="245" y="100"/>
                      <a:pt x="250" y="96"/>
                      <a:pt x="256" y="96"/>
                    </a:cubicBezTo>
                    <a:cubicBezTo>
                      <a:pt x="262" y="96"/>
                      <a:pt x="266" y="100"/>
                      <a:pt x="266" y="106"/>
                    </a:cubicBezTo>
                    <a:cubicBezTo>
                      <a:pt x="266" y="128"/>
                      <a:pt x="266" y="128"/>
                      <a:pt x="266" y="128"/>
                    </a:cubicBezTo>
                    <a:cubicBezTo>
                      <a:pt x="266" y="134"/>
                      <a:pt x="262" y="139"/>
                      <a:pt x="256" y="139"/>
                    </a:cubicBezTo>
                    <a:cubicBezTo>
                      <a:pt x="250" y="139"/>
                      <a:pt x="245" y="134"/>
                      <a:pt x="245" y="128"/>
                    </a:cubicBezTo>
                    <a:lnTo>
                      <a:pt x="245" y="106"/>
                    </a:lnTo>
                    <a:close/>
                    <a:moveTo>
                      <a:pt x="142" y="143"/>
                    </a:moveTo>
                    <a:cubicBezTo>
                      <a:pt x="148" y="137"/>
                      <a:pt x="153" y="139"/>
                      <a:pt x="157" y="143"/>
                    </a:cubicBezTo>
                    <a:cubicBezTo>
                      <a:pt x="157" y="143"/>
                      <a:pt x="157" y="143"/>
                      <a:pt x="157" y="143"/>
                    </a:cubicBezTo>
                    <a:cubicBezTo>
                      <a:pt x="158" y="143"/>
                      <a:pt x="158" y="143"/>
                      <a:pt x="158" y="144"/>
                    </a:cubicBezTo>
                    <a:cubicBezTo>
                      <a:pt x="160" y="145"/>
                      <a:pt x="161" y="146"/>
                      <a:pt x="162" y="147"/>
                    </a:cubicBezTo>
                    <a:cubicBezTo>
                      <a:pt x="173" y="158"/>
                      <a:pt x="173" y="158"/>
                      <a:pt x="173" y="158"/>
                    </a:cubicBezTo>
                    <a:cubicBezTo>
                      <a:pt x="175" y="160"/>
                      <a:pt x="176" y="163"/>
                      <a:pt x="176" y="166"/>
                    </a:cubicBezTo>
                    <a:cubicBezTo>
                      <a:pt x="176" y="168"/>
                      <a:pt x="175" y="171"/>
                      <a:pt x="173" y="173"/>
                    </a:cubicBezTo>
                    <a:cubicBezTo>
                      <a:pt x="171" y="175"/>
                      <a:pt x="168" y="176"/>
                      <a:pt x="165" y="176"/>
                    </a:cubicBezTo>
                    <a:cubicBezTo>
                      <a:pt x="163" y="176"/>
                      <a:pt x="160" y="176"/>
                      <a:pt x="158" y="173"/>
                    </a:cubicBezTo>
                    <a:cubicBezTo>
                      <a:pt x="147" y="162"/>
                      <a:pt x="147" y="162"/>
                      <a:pt x="147" y="162"/>
                    </a:cubicBezTo>
                    <a:cubicBezTo>
                      <a:pt x="147" y="162"/>
                      <a:pt x="147" y="162"/>
                      <a:pt x="147" y="162"/>
                    </a:cubicBezTo>
                    <a:cubicBezTo>
                      <a:pt x="143" y="158"/>
                      <a:pt x="143" y="158"/>
                      <a:pt x="143" y="158"/>
                    </a:cubicBezTo>
                    <a:cubicBezTo>
                      <a:pt x="143" y="158"/>
                      <a:pt x="143" y="158"/>
                      <a:pt x="143" y="158"/>
                    </a:cubicBezTo>
                    <a:cubicBezTo>
                      <a:pt x="143" y="158"/>
                      <a:pt x="143" y="158"/>
                      <a:pt x="143" y="158"/>
                    </a:cubicBezTo>
                    <a:cubicBezTo>
                      <a:pt x="142" y="158"/>
                      <a:pt x="142" y="158"/>
                      <a:pt x="142" y="158"/>
                    </a:cubicBezTo>
                    <a:cubicBezTo>
                      <a:pt x="142" y="158"/>
                      <a:pt x="142" y="158"/>
                      <a:pt x="142" y="158"/>
                    </a:cubicBezTo>
                    <a:cubicBezTo>
                      <a:pt x="140" y="156"/>
                      <a:pt x="139" y="153"/>
                      <a:pt x="139" y="150"/>
                    </a:cubicBezTo>
                    <a:cubicBezTo>
                      <a:pt x="139" y="147"/>
                      <a:pt x="140" y="145"/>
                      <a:pt x="142" y="143"/>
                    </a:cubicBezTo>
                    <a:close/>
                    <a:moveTo>
                      <a:pt x="128" y="266"/>
                    </a:moveTo>
                    <a:cubicBezTo>
                      <a:pt x="106" y="266"/>
                      <a:pt x="106" y="266"/>
                      <a:pt x="106" y="266"/>
                    </a:cubicBezTo>
                    <a:cubicBezTo>
                      <a:pt x="100" y="266"/>
                      <a:pt x="95" y="262"/>
                      <a:pt x="95" y="256"/>
                    </a:cubicBezTo>
                    <a:cubicBezTo>
                      <a:pt x="95" y="250"/>
                      <a:pt x="100" y="245"/>
                      <a:pt x="106" y="245"/>
                    </a:cubicBezTo>
                    <a:cubicBezTo>
                      <a:pt x="128" y="245"/>
                      <a:pt x="128" y="245"/>
                      <a:pt x="128" y="245"/>
                    </a:cubicBezTo>
                    <a:cubicBezTo>
                      <a:pt x="134" y="245"/>
                      <a:pt x="139" y="250"/>
                      <a:pt x="139" y="256"/>
                    </a:cubicBezTo>
                    <a:cubicBezTo>
                      <a:pt x="139" y="262"/>
                      <a:pt x="134" y="266"/>
                      <a:pt x="128" y="266"/>
                    </a:cubicBezTo>
                    <a:close/>
                    <a:moveTo>
                      <a:pt x="173" y="354"/>
                    </a:moveTo>
                    <a:cubicBezTo>
                      <a:pt x="162" y="365"/>
                      <a:pt x="162" y="365"/>
                      <a:pt x="162" y="365"/>
                    </a:cubicBezTo>
                    <a:cubicBezTo>
                      <a:pt x="161" y="366"/>
                      <a:pt x="161" y="366"/>
                      <a:pt x="160" y="367"/>
                    </a:cubicBezTo>
                    <a:cubicBezTo>
                      <a:pt x="160" y="367"/>
                      <a:pt x="159" y="368"/>
                      <a:pt x="159" y="368"/>
                    </a:cubicBezTo>
                    <a:cubicBezTo>
                      <a:pt x="158" y="368"/>
                      <a:pt x="158" y="369"/>
                      <a:pt x="158" y="369"/>
                    </a:cubicBezTo>
                    <a:cubicBezTo>
                      <a:pt x="158" y="369"/>
                      <a:pt x="158" y="369"/>
                      <a:pt x="158" y="369"/>
                    </a:cubicBezTo>
                    <a:cubicBezTo>
                      <a:pt x="155" y="371"/>
                      <a:pt x="152" y="373"/>
                      <a:pt x="149" y="373"/>
                    </a:cubicBezTo>
                    <a:cubicBezTo>
                      <a:pt x="148" y="373"/>
                      <a:pt x="148" y="373"/>
                      <a:pt x="147" y="372"/>
                    </a:cubicBezTo>
                    <a:cubicBezTo>
                      <a:pt x="145" y="372"/>
                      <a:pt x="144" y="371"/>
                      <a:pt x="142" y="369"/>
                    </a:cubicBezTo>
                    <a:cubicBezTo>
                      <a:pt x="142" y="369"/>
                      <a:pt x="142" y="369"/>
                      <a:pt x="142" y="369"/>
                    </a:cubicBezTo>
                    <a:cubicBezTo>
                      <a:pt x="140" y="367"/>
                      <a:pt x="139" y="365"/>
                      <a:pt x="139" y="362"/>
                    </a:cubicBezTo>
                    <a:cubicBezTo>
                      <a:pt x="139" y="359"/>
                      <a:pt x="140" y="356"/>
                      <a:pt x="142" y="354"/>
                    </a:cubicBezTo>
                    <a:cubicBezTo>
                      <a:pt x="142" y="354"/>
                      <a:pt x="142" y="354"/>
                      <a:pt x="142" y="354"/>
                    </a:cubicBezTo>
                    <a:cubicBezTo>
                      <a:pt x="143" y="354"/>
                      <a:pt x="143" y="354"/>
                      <a:pt x="143" y="354"/>
                    </a:cubicBezTo>
                    <a:cubicBezTo>
                      <a:pt x="143" y="354"/>
                      <a:pt x="143" y="354"/>
                      <a:pt x="143" y="354"/>
                    </a:cubicBezTo>
                    <a:cubicBezTo>
                      <a:pt x="143" y="354"/>
                      <a:pt x="143" y="354"/>
                      <a:pt x="143" y="354"/>
                    </a:cubicBezTo>
                    <a:cubicBezTo>
                      <a:pt x="147" y="350"/>
                      <a:pt x="147" y="350"/>
                      <a:pt x="147" y="350"/>
                    </a:cubicBezTo>
                    <a:cubicBezTo>
                      <a:pt x="147" y="350"/>
                      <a:pt x="147" y="350"/>
                      <a:pt x="147" y="350"/>
                    </a:cubicBezTo>
                    <a:cubicBezTo>
                      <a:pt x="158" y="339"/>
                      <a:pt x="158" y="339"/>
                      <a:pt x="158" y="339"/>
                    </a:cubicBezTo>
                    <a:cubicBezTo>
                      <a:pt x="162" y="335"/>
                      <a:pt x="169" y="335"/>
                      <a:pt x="173" y="339"/>
                    </a:cubicBezTo>
                    <a:cubicBezTo>
                      <a:pt x="175" y="341"/>
                      <a:pt x="176" y="344"/>
                      <a:pt x="176" y="346"/>
                    </a:cubicBezTo>
                    <a:cubicBezTo>
                      <a:pt x="176" y="349"/>
                      <a:pt x="175" y="352"/>
                      <a:pt x="173" y="354"/>
                    </a:cubicBezTo>
                    <a:close/>
                    <a:moveTo>
                      <a:pt x="266" y="406"/>
                    </a:moveTo>
                    <a:cubicBezTo>
                      <a:pt x="266" y="412"/>
                      <a:pt x="262" y="416"/>
                      <a:pt x="256" y="416"/>
                    </a:cubicBezTo>
                    <a:cubicBezTo>
                      <a:pt x="250" y="416"/>
                      <a:pt x="245" y="412"/>
                      <a:pt x="245" y="406"/>
                    </a:cubicBezTo>
                    <a:cubicBezTo>
                      <a:pt x="245" y="384"/>
                      <a:pt x="245" y="384"/>
                      <a:pt x="245" y="384"/>
                    </a:cubicBezTo>
                    <a:cubicBezTo>
                      <a:pt x="245" y="378"/>
                      <a:pt x="250" y="373"/>
                      <a:pt x="256" y="373"/>
                    </a:cubicBezTo>
                    <a:cubicBezTo>
                      <a:pt x="262" y="373"/>
                      <a:pt x="266" y="378"/>
                      <a:pt x="266" y="384"/>
                    </a:cubicBezTo>
                    <a:lnTo>
                      <a:pt x="266" y="406"/>
                    </a:lnTo>
                    <a:close/>
                    <a:moveTo>
                      <a:pt x="256" y="352"/>
                    </a:moveTo>
                    <a:cubicBezTo>
                      <a:pt x="203" y="352"/>
                      <a:pt x="160" y="309"/>
                      <a:pt x="160" y="256"/>
                    </a:cubicBezTo>
                    <a:cubicBezTo>
                      <a:pt x="160" y="203"/>
                      <a:pt x="203" y="160"/>
                      <a:pt x="256" y="160"/>
                    </a:cubicBezTo>
                    <a:cubicBezTo>
                      <a:pt x="309" y="160"/>
                      <a:pt x="352" y="203"/>
                      <a:pt x="352" y="256"/>
                    </a:cubicBezTo>
                    <a:cubicBezTo>
                      <a:pt x="352" y="309"/>
                      <a:pt x="309" y="352"/>
                      <a:pt x="256" y="352"/>
                    </a:cubicBezTo>
                    <a:close/>
                    <a:moveTo>
                      <a:pt x="369" y="369"/>
                    </a:moveTo>
                    <a:cubicBezTo>
                      <a:pt x="367" y="371"/>
                      <a:pt x="364" y="373"/>
                      <a:pt x="362" y="373"/>
                    </a:cubicBezTo>
                    <a:cubicBezTo>
                      <a:pt x="359" y="373"/>
                      <a:pt x="356" y="372"/>
                      <a:pt x="354" y="370"/>
                    </a:cubicBezTo>
                    <a:cubicBezTo>
                      <a:pt x="343" y="358"/>
                      <a:pt x="343" y="358"/>
                      <a:pt x="343" y="358"/>
                    </a:cubicBezTo>
                    <a:cubicBezTo>
                      <a:pt x="343" y="358"/>
                      <a:pt x="343" y="358"/>
                      <a:pt x="343" y="358"/>
                    </a:cubicBezTo>
                    <a:cubicBezTo>
                      <a:pt x="339" y="355"/>
                      <a:pt x="339" y="355"/>
                      <a:pt x="339" y="355"/>
                    </a:cubicBezTo>
                    <a:cubicBezTo>
                      <a:pt x="339" y="355"/>
                      <a:pt x="339" y="354"/>
                      <a:pt x="339" y="354"/>
                    </a:cubicBezTo>
                    <a:cubicBezTo>
                      <a:pt x="339" y="354"/>
                      <a:pt x="339" y="354"/>
                      <a:pt x="339" y="354"/>
                    </a:cubicBezTo>
                    <a:cubicBezTo>
                      <a:pt x="338" y="354"/>
                      <a:pt x="338" y="354"/>
                      <a:pt x="338" y="354"/>
                    </a:cubicBezTo>
                    <a:cubicBezTo>
                      <a:pt x="338" y="354"/>
                      <a:pt x="338" y="354"/>
                      <a:pt x="338" y="354"/>
                    </a:cubicBezTo>
                    <a:cubicBezTo>
                      <a:pt x="337" y="352"/>
                      <a:pt x="335" y="349"/>
                      <a:pt x="336" y="346"/>
                    </a:cubicBezTo>
                    <a:cubicBezTo>
                      <a:pt x="336" y="343"/>
                      <a:pt x="336" y="341"/>
                      <a:pt x="338" y="339"/>
                    </a:cubicBezTo>
                    <a:cubicBezTo>
                      <a:pt x="344" y="333"/>
                      <a:pt x="349" y="335"/>
                      <a:pt x="353" y="339"/>
                    </a:cubicBezTo>
                    <a:cubicBezTo>
                      <a:pt x="354" y="339"/>
                      <a:pt x="354" y="339"/>
                      <a:pt x="354" y="339"/>
                    </a:cubicBezTo>
                    <a:cubicBezTo>
                      <a:pt x="354" y="339"/>
                      <a:pt x="354" y="339"/>
                      <a:pt x="354" y="340"/>
                    </a:cubicBezTo>
                    <a:cubicBezTo>
                      <a:pt x="356" y="341"/>
                      <a:pt x="357" y="342"/>
                      <a:pt x="358" y="343"/>
                    </a:cubicBezTo>
                    <a:cubicBezTo>
                      <a:pt x="369" y="354"/>
                      <a:pt x="369" y="354"/>
                      <a:pt x="369" y="354"/>
                    </a:cubicBezTo>
                    <a:cubicBezTo>
                      <a:pt x="371" y="356"/>
                      <a:pt x="372" y="359"/>
                      <a:pt x="372" y="362"/>
                    </a:cubicBezTo>
                    <a:cubicBezTo>
                      <a:pt x="372" y="365"/>
                      <a:pt x="371" y="367"/>
                      <a:pt x="369" y="369"/>
                    </a:cubicBezTo>
                    <a:close/>
                    <a:moveTo>
                      <a:pt x="369" y="158"/>
                    </a:moveTo>
                    <a:cubicBezTo>
                      <a:pt x="358" y="169"/>
                      <a:pt x="358" y="169"/>
                      <a:pt x="358" y="169"/>
                    </a:cubicBezTo>
                    <a:cubicBezTo>
                      <a:pt x="357" y="170"/>
                      <a:pt x="357" y="170"/>
                      <a:pt x="356" y="171"/>
                    </a:cubicBezTo>
                    <a:cubicBezTo>
                      <a:pt x="356" y="171"/>
                      <a:pt x="355" y="171"/>
                      <a:pt x="355" y="172"/>
                    </a:cubicBezTo>
                    <a:cubicBezTo>
                      <a:pt x="355" y="172"/>
                      <a:pt x="354" y="172"/>
                      <a:pt x="354" y="173"/>
                    </a:cubicBezTo>
                    <a:cubicBezTo>
                      <a:pt x="354" y="173"/>
                      <a:pt x="354" y="173"/>
                      <a:pt x="354" y="173"/>
                    </a:cubicBezTo>
                    <a:cubicBezTo>
                      <a:pt x="351" y="175"/>
                      <a:pt x="348" y="177"/>
                      <a:pt x="345" y="177"/>
                    </a:cubicBezTo>
                    <a:cubicBezTo>
                      <a:pt x="345" y="177"/>
                      <a:pt x="344" y="176"/>
                      <a:pt x="343" y="176"/>
                    </a:cubicBezTo>
                    <a:cubicBezTo>
                      <a:pt x="342" y="176"/>
                      <a:pt x="340" y="175"/>
                      <a:pt x="338" y="173"/>
                    </a:cubicBezTo>
                    <a:cubicBezTo>
                      <a:pt x="338" y="173"/>
                      <a:pt x="338" y="173"/>
                      <a:pt x="338" y="173"/>
                    </a:cubicBezTo>
                    <a:cubicBezTo>
                      <a:pt x="336" y="171"/>
                      <a:pt x="336" y="169"/>
                      <a:pt x="336" y="166"/>
                    </a:cubicBezTo>
                    <a:cubicBezTo>
                      <a:pt x="335" y="163"/>
                      <a:pt x="337" y="160"/>
                      <a:pt x="338" y="158"/>
                    </a:cubicBezTo>
                    <a:cubicBezTo>
                      <a:pt x="338" y="158"/>
                      <a:pt x="338" y="158"/>
                      <a:pt x="338" y="158"/>
                    </a:cubicBezTo>
                    <a:cubicBezTo>
                      <a:pt x="339" y="158"/>
                      <a:pt x="339" y="158"/>
                      <a:pt x="339" y="158"/>
                    </a:cubicBezTo>
                    <a:cubicBezTo>
                      <a:pt x="339" y="158"/>
                      <a:pt x="339" y="158"/>
                      <a:pt x="339" y="158"/>
                    </a:cubicBezTo>
                    <a:cubicBezTo>
                      <a:pt x="339" y="158"/>
                      <a:pt x="339" y="158"/>
                      <a:pt x="339" y="158"/>
                    </a:cubicBezTo>
                    <a:cubicBezTo>
                      <a:pt x="343" y="154"/>
                      <a:pt x="343" y="154"/>
                      <a:pt x="343" y="154"/>
                    </a:cubicBezTo>
                    <a:cubicBezTo>
                      <a:pt x="343" y="154"/>
                      <a:pt x="343" y="154"/>
                      <a:pt x="343" y="154"/>
                    </a:cubicBezTo>
                    <a:cubicBezTo>
                      <a:pt x="354" y="143"/>
                      <a:pt x="354" y="143"/>
                      <a:pt x="354" y="143"/>
                    </a:cubicBezTo>
                    <a:cubicBezTo>
                      <a:pt x="358" y="139"/>
                      <a:pt x="365" y="139"/>
                      <a:pt x="369" y="143"/>
                    </a:cubicBezTo>
                    <a:cubicBezTo>
                      <a:pt x="371" y="145"/>
                      <a:pt x="372" y="147"/>
                      <a:pt x="372" y="150"/>
                    </a:cubicBezTo>
                    <a:cubicBezTo>
                      <a:pt x="372" y="153"/>
                      <a:pt x="371" y="156"/>
                      <a:pt x="369" y="158"/>
                    </a:cubicBezTo>
                    <a:close/>
                    <a:moveTo>
                      <a:pt x="405" y="266"/>
                    </a:moveTo>
                    <a:cubicBezTo>
                      <a:pt x="383" y="266"/>
                      <a:pt x="383" y="266"/>
                      <a:pt x="383" y="266"/>
                    </a:cubicBezTo>
                    <a:cubicBezTo>
                      <a:pt x="377" y="266"/>
                      <a:pt x="373" y="262"/>
                      <a:pt x="373" y="256"/>
                    </a:cubicBezTo>
                    <a:cubicBezTo>
                      <a:pt x="373" y="250"/>
                      <a:pt x="377" y="245"/>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grpSp>
      <p:grpSp>
        <p:nvGrpSpPr>
          <p:cNvPr id="106" name="Group 105">
            <a:extLst>
              <a:ext uri="{FF2B5EF4-FFF2-40B4-BE49-F238E27FC236}">
                <a16:creationId xmlns:a16="http://schemas.microsoft.com/office/drawing/2014/main" id="{5330EC49-7803-16C1-9926-EF912DB558A7}"/>
              </a:ext>
            </a:extLst>
          </p:cNvPr>
          <p:cNvGrpSpPr/>
          <p:nvPr/>
        </p:nvGrpSpPr>
        <p:grpSpPr>
          <a:xfrm>
            <a:off x="4059675" y="6201853"/>
            <a:ext cx="4845211" cy="643491"/>
            <a:chOff x="4059675" y="6201853"/>
            <a:chExt cx="4845211" cy="643491"/>
          </a:xfrm>
        </p:grpSpPr>
        <p:sp>
          <p:nvSpPr>
            <p:cNvPr id="26" name="Rectangle 25">
              <a:extLst>
                <a:ext uri="{FF2B5EF4-FFF2-40B4-BE49-F238E27FC236}">
                  <a16:creationId xmlns:a16="http://schemas.microsoft.com/office/drawing/2014/main" id="{46FFB5C8-5489-3134-B408-82E62C7D6C9D}"/>
                </a:ext>
              </a:extLst>
            </p:cNvPr>
            <p:cNvSpPr/>
            <p:nvPr/>
          </p:nvSpPr>
          <p:spPr bwMode="gray">
            <a:xfrm>
              <a:off x="4733561" y="6311985"/>
              <a:ext cx="4171325" cy="506584"/>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Network Digitization &amp; Implementation Support</a:t>
              </a:r>
            </a:p>
          </p:txBody>
        </p:sp>
        <p:pic>
          <p:nvPicPr>
            <p:cNvPr id="40" name="Graphic 39" descr="Harvey Balls 0% with solid fill">
              <a:extLst>
                <a:ext uri="{FF2B5EF4-FFF2-40B4-BE49-F238E27FC236}">
                  <a16:creationId xmlns:a16="http://schemas.microsoft.com/office/drawing/2014/main" id="{6430A260-2772-9511-0AB0-8BEFB355B2F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059675" y="6201853"/>
              <a:ext cx="678580" cy="643491"/>
            </a:xfrm>
            <a:prstGeom prst="rect">
              <a:avLst/>
            </a:prstGeom>
          </p:spPr>
        </p:pic>
        <p:grpSp>
          <p:nvGrpSpPr>
            <p:cNvPr id="41" name="Group 437">
              <a:extLst>
                <a:ext uri="{FF2B5EF4-FFF2-40B4-BE49-F238E27FC236}">
                  <a16:creationId xmlns:a16="http://schemas.microsoft.com/office/drawing/2014/main" id="{64EF73AC-88A8-802D-163D-99A507987171}"/>
                </a:ext>
              </a:extLst>
            </p:cNvPr>
            <p:cNvGrpSpPr>
              <a:grpSpLocks noChangeAspect="1"/>
            </p:cNvGrpSpPr>
            <p:nvPr/>
          </p:nvGrpSpPr>
          <p:grpSpPr bwMode="auto">
            <a:xfrm>
              <a:off x="4222272" y="6350893"/>
              <a:ext cx="354876" cy="336530"/>
              <a:chOff x="3130" y="1561"/>
              <a:chExt cx="340" cy="340"/>
            </a:xfrm>
            <a:solidFill>
              <a:schemeClr val="accent4"/>
            </a:solidFill>
          </p:grpSpPr>
          <p:sp>
            <p:nvSpPr>
              <p:cNvPr id="42" name="Freeform 438">
                <a:extLst>
                  <a:ext uri="{FF2B5EF4-FFF2-40B4-BE49-F238E27FC236}">
                    <a16:creationId xmlns:a16="http://schemas.microsoft.com/office/drawing/2014/main" id="{9ED12B8E-0076-DCAC-BB3F-CE2180ABCB0E}"/>
                  </a:ext>
                </a:extLst>
              </p:cNvPr>
              <p:cNvSpPr>
                <a:spLocks/>
              </p:cNvSpPr>
              <p:nvPr/>
            </p:nvSpPr>
            <p:spPr bwMode="auto">
              <a:xfrm>
                <a:off x="3307" y="1696"/>
                <a:ext cx="28" cy="28"/>
              </a:xfrm>
              <a:custGeom>
                <a:avLst/>
                <a:gdLst>
                  <a:gd name="T0" fmla="*/ 0 w 42"/>
                  <a:gd name="T1" fmla="*/ 0 h 42"/>
                  <a:gd name="T2" fmla="*/ 0 w 42"/>
                  <a:gd name="T3" fmla="*/ 42 h 42"/>
                  <a:gd name="T4" fmla="*/ 42 w 42"/>
                  <a:gd name="T5" fmla="*/ 42 h 42"/>
                  <a:gd name="T6" fmla="*/ 0 w 42"/>
                  <a:gd name="T7" fmla="*/ 0 h 42"/>
                </a:gdLst>
                <a:ahLst/>
                <a:cxnLst>
                  <a:cxn ang="0">
                    <a:pos x="T0" y="T1"/>
                  </a:cxn>
                  <a:cxn ang="0">
                    <a:pos x="T2" y="T3"/>
                  </a:cxn>
                  <a:cxn ang="0">
                    <a:pos x="T4" y="T5"/>
                  </a:cxn>
                  <a:cxn ang="0">
                    <a:pos x="T6" y="T7"/>
                  </a:cxn>
                </a:cxnLst>
                <a:rect l="0" t="0" r="r" b="b"/>
                <a:pathLst>
                  <a:path w="42" h="42">
                    <a:moveTo>
                      <a:pt x="0" y="0"/>
                    </a:moveTo>
                    <a:cubicBezTo>
                      <a:pt x="0" y="42"/>
                      <a:pt x="0" y="42"/>
                      <a:pt x="0" y="42"/>
                    </a:cubicBezTo>
                    <a:cubicBezTo>
                      <a:pt x="42" y="42"/>
                      <a:pt x="42" y="42"/>
                      <a:pt x="42" y="42"/>
                    </a:cubicBezTo>
                    <a:cubicBezTo>
                      <a:pt x="38" y="21"/>
                      <a:pt x="2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43" name="Freeform 439">
                <a:extLst>
                  <a:ext uri="{FF2B5EF4-FFF2-40B4-BE49-F238E27FC236}">
                    <a16:creationId xmlns:a16="http://schemas.microsoft.com/office/drawing/2014/main" id="{B0D935DA-A808-1C3A-125A-95566D483E30}"/>
                  </a:ext>
                </a:extLst>
              </p:cNvPr>
              <p:cNvSpPr>
                <a:spLocks/>
              </p:cNvSpPr>
              <p:nvPr/>
            </p:nvSpPr>
            <p:spPr bwMode="auto">
              <a:xfrm>
                <a:off x="3265" y="1696"/>
                <a:ext cx="28" cy="28"/>
              </a:xfrm>
              <a:custGeom>
                <a:avLst/>
                <a:gdLst>
                  <a:gd name="T0" fmla="*/ 0 w 42"/>
                  <a:gd name="T1" fmla="*/ 42 h 42"/>
                  <a:gd name="T2" fmla="*/ 42 w 42"/>
                  <a:gd name="T3" fmla="*/ 42 h 42"/>
                  <a:gd name="T4" fmla="*/ 42 w 42"/>
                  <a:gd name="T5" fmla="*/ 0 h 42"/>
                  <a:gd name="T6" fmla="*/ 0 w 42"/>
                  <a:gd name="T7" fmla="*/ 42 h 42"/>
                </a:gdLst>
                <a:ahLst/>
                <a:cxnLst>
                  <a:cxn ang="0">
                    <a:pos x="T0" y="T1"/>
                  </a:cxn>
                  <a:cxn ang="0">
                    <a:pos x="T2" y="T3"/>
                  </a:cxn>
                  <a:cxn ang="0">
                    <a:pos x="T4" y="T5"/>
                  </a:cxn>
                  <a:cxn ang="0">
                    <a:pos x="T6" y="T7"/>
                  </a:cxn>
                </a:cxnLst>
                <a:rect l="0" t="0" r="r" b="b"/>
                <a:pathLst>
                  <a:path w="42" h="42">
                    <a:moveTo>
                      <a:pt x="0" y="42"/>
                    </a:moveTo>
                    <a:cubicBezTo>
                      <a:pt x="42" y="42"/>
                      <a:pt x="42" y="42"/>
                      <a:pt x="42" y="42"/>
                    </a:cubicBezTo>
                    <a:cubicBezTo>
                      <a:pt x="42" y="0"/>
                      <a:pt x="42" y="0"/>
                      <a:pt x="42" y="0"/>
                    </a:cubicBezTo>
                    <a:cubicBezTo>
                      <a:pt x="21" y="5"/>
                      <a:pt x="5" y="21"/>
                      <a:pt x="0"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46" name="Freeform 440">
                <a:extLst>
                  <a:ext uri="{FF2B5EF4-FFF2-40B4-BE49-F238E27FC236}">
                    <a16:creationId xmlns:a16="http://schemas.microsoft.com/office/drawing/2014/main" id="{B49A2055-8844-4782-69C5-D88046C7F376}"/>
                  </a:ext>
                </a:extLst>
              </p:cNvPr>
              <p:cNvSpPr>
                <a:spLocks/>
              </p:cNvSpPr>
              <p:nvPr/>
            </p:nvSpPr>
            <p:spPr bwMode="auto">
              <a:xfrm>
                <a:off x="3230" y="1661"/>
                <a:ext cx="63" cy="63"/>
              </a:xfrm>
              <a:custGeom>
                <a:avLst/>
                <a:gdLst>
                  <a:gd name="T0" fmla="*/ 0 w 95"/>
                  <a:gd name="T1" fmla="*/ 95 h 95"/>
                  <a:gd name="T2" fmla="*/ 32 w 95"/>
                  <a:gd name="T3" fmla="*/ 95 h 95"/>
                  <a:gd name="T4" fmla="*/ 95 w 95"/>
                  <a:gd name="T5" fmla="*/ 32 h 95"/>
                  <a:gd name="T6" fmla="*/ 95 w 95"/>
                  <a:gd name="T7" fmla="*/ 0 h 95"/>
                  <a:gd name="T8" fmla="*/ 0 w 95"/>
                  <a:gd name="T9" fmla="*/ 95 h 95"/>
                </a:gdLst>
                <a:ahLst/>
                <a:cxnLst>
                  <a:cxn ang="0">
                    <a:pos x="T0" y="T1"/>
                  </a:cxn>
                  <a:cxn ang="0">
                    <a:pos x="T2" y="T3"/>
                  </a:cxn>
                  <a:cxn ang="0">
                    <a:pos x="T4" y="T5"/>
                  </a:cxn>
                  <a:cxn ang="0">
                    <a:pos x="T6" y="T7"/>
                  </a:cxn>
                  <a:cxn ang="0">
                    <a:pos x="T8" y="T9"/>
                  </a:cxn>
                </a:cxnLst>
                <a:rect l="0" t="0" r="r" b="b"/>
                <a:pathLst>
                  <a:path w="95" h="95">
                    <a:moveTo>
                      <a:pt x="0" y="95"/>
                    </a:moveTo>
                    <a:cubicBezTo>
                      <a:pt x="32" y="95"/>
                      <a:pt x="32" y="95"/>
                      <a:pt x="32" y="95"/>
                    </a:cubicBezTo>
                    <a:cubicBezTo>
                      <a:pt x="37" y="62"/>
                      <a:pt x="62" y="37"/>
                      <a:pt x="95" y="32"/>
                    </a:cubicBezTo>
                    <a:cubicBezTo>
                      <a:pt x="95" y="0"/>
                      <a:pt x="95" y="0"/>
                      <a:pt x="95" y="0"/>
                    </a:cubicBezTo>
                    <a:cubicBezTo>
                      <a:pt x="45" y="5"/>
                      <a:pt x="5" y="45"/>
                      <a:pt x="0" y="9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49" name="Freeform 441">
                <a:extLst>
                  <a:ext uri="{FF2B5EF4-FFF2-40B4-BE49-F238E27FC236}">
                    <a16:creationId xmlns:a16="http://schemas.microsoft.com/office/drawing/2014/main" id="{9E50373D-83CB-38D4-B88C-D094655A0095}"/>
                  </a:ext>
                </a:extLst>
              </p:cNvPr>
              <p:cNvSpPr>
                <a:spLocks/>
              </p:cNvSpPr>
              <p:nvPr/>
            </p:nvSpPr>
            <p:spPr bwMode="auto">
              <a:xfrm>
                <a:off x="3265" y="1738"/>
                <a:ext cx="28" cy="28"/>
              </a:xfrm>
              <a:custGeom>
                <a:avLst/>
                <a:gdLst>
                  <a:gd name="T0" fmla="*/ 42 w 42"/>
                  <a:gd name="T1" fmla="*/ 42 h 42"/>
                  <a:gd name="T2" fmla="*/ 42 w 42"/>
                  <a:gd name="T3" fmla="*/ 0 h 42"/>
                  <a:gd name="T4" fmla="*/ 0 w 42"/>
                  <a:gd name="T5" fmla="*/ 0 h 42"/>
                  <a:gd name="T6" fmla="*/ 42 w 42"/>
                  <a:gd name="T7" fmla="*/ 42 h 42"/>
                </a:gdLst>
                <a:ahLst/>
                <a:cxnLst>
                  <a:cxn ang="0">
                    <a:pos x="T0" y="T1"/>
                  </a:cxn>
                  <a:cxn ang="0">
                    <a:pos x="T2" y="T3"/>
                  </a:cxn>
                  <a:cxn ang="0">
                    <a:pos x="T4" y="T5"/>
                  </a:cxn>
                  <a:cxn ang="0">
                    <a:pos x="T6" y="T7"/>
                  </a:cxn>
                </a:cxnLst>
                <a:rect l="0" t="0" r="r" b="b"/>
                <a:pathLst>
                  <a:path w="42" h="42">
                    <a:moveTo>
                      <a:pt x="42" y="42"/>
                    </a:moveTo>
                    <a:cubicBezTo>
                      <a:pt x="42" y="0"/>
                      <a:pt x="42" y="0"/>
                      <a:pt x="42" y="0"/>
                    </a:cubicBezTo>
                    <a:cubicBezTo>
                      <a:pt x="0" y="0"/>
                      <a:pt x="0" y="0"/>
                      <a:pt x="0" y="0"/>
                    </a:cubicBezTo>
                    <a:cubicBezTo>
                      <a:pt x="5" y="21"/>
                      <a:pt x="21" y="38"/>
                      <a:pt x="42"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50" name="Freeform 442">
                <a:extLst>
                  <a:ext uri="{FF2B5EF4-FFF2-40B4-BE49-F238E27FC236}">
                    <a16:creationId xmlns:a16="http://schemas.microsoft.com/office/drawing/2014/main" id="{4DC4CE94-469C-BC57-BB94-2BD69EF8F77C}"/>
                  </a:ext>
                </a:extLst>
              </p:cNvPr>
              <p:cNvSpPr>
                <a:spLocks/>
              </p:cNvSpPr>
              <p:nvPr/>
            </p:nvSpPr>
            <p:spPr bwMode="auto">
              <a:xfrm>
                <a:off x="3230" y="1738"/>
                <a:ext cx="63" cy="63"/>
              </a:xfrm>
              <a:custGeom>
                <a:avLst/>
                <a:gdLst>
                  <a:gd name="T0" fmla="*/ 32 w 95"/>
                  <a:gd name="T1" fmla="*/ 0 h 96"/>
                  <a:gd name="T2" fmla="*/ 0 w 95"/>
                  <a:gd name="T3" fmla="*/ 0 h 96"/>
                  <a:gd name="T4" fmla="*/ 95 w 95"/>
                  <a:gd name="T5" fmla="*/ 96 h 96"/>
                  <a:gd name="T6" fmla="*/ 95 w 95"/>
                  <a:gd name="T7" fmla="*/ 63 h 96"/>
                  <a:gd name="T8" fmla="*/ 32 w 95"/>
                  <a:gd name="T9" fmla="*/ 0 h 96"/>
                </a:gdLst>
                <a:ahLst/>
                <a:cxnLst>
                  <a:cxn ang="0">
                    <a:pos x="T0" y="T1"/>
                  </a:cxn>
                  <a:cxn ang="0">
                    <a:pos x="T2" y="T3"/>
                  </a:cxn>
                  <a:cxn ang="0">
                    <a:pos x="T4" y="T5"/>
                  </a:cxn>
                  <a:cxn ang="0">
                    <a:pos x="T6" y="T7"/>
                  </a:cxn>
                  <a:cxn ang="0">
                    <a:pos x="T8" y="T9"/>
                  </a:cxn>
                </a:cxnLst>
                <a:rect l="0" t="0" r="r" b="b"/>
                <a:pathLst>
                  <a:path w="95" h="96">
                    <a:moveTo>
                      <a:pt x="32" y="0"/>
                    </a:moveTo>
                    <a:cubicBezTo>
                      <a:pt x="0" y="0"/>
                      <a:pt x="0" y="0"/>
                      <a:pt x="0" y="0"/>
                    </a:cubicBezTo>
                    <a:cubicBezTo>
                      <a:pt x="5" y="51"/>
                      <a:pt x="45" y="91"/>
                      <a:pt x="95" y="96"/>
                    </a:cubicBezTo>
                    <a:cubicBezTo>
                      <a:pt x="95" y="63"/>
                      <a:pt x="95" y="63"/>
                      <a:pt x="95" y="63"/>
                    </a:cubicBezTo>
                    <a:cubicBezTo>
                      <a:pt x="62" y="59"/>
                      <a:pt x="37" y="33"/>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51" name="Freeform 443">
                <a:extLst>
                  <a:ext uri="{FF2B5EF4-FFF2-40B4-BE49-F238E27FC236}">
                    <a16:creationId xmlns:a16="http://schemas.microsoft.com/office/drawing/2014/main" id="{C08381AA-C670-2B4E-6317-556F1486893D}"/>
                  </a:ext>
                </a:extLst>
              </p:cNvPr>
              <p:cNvSpPr>
                <a:spLocks/>
              </p:cNvSpPr>
              <p:nvPr/>
            </p:nvSpPr>
            <p:spPr bwMode="auto">
              <a:xfrm>
                <a:off x="3307" y="1738"/>
                <a:ext cx="28" cy="28"/>
              </a:xfrm>
              <a:custGeom>
                <a:avLst/>
                <a:gdLst>
                  <a:gd name="T0" fmla="*/ 42 w 42"/>
                  <a:gd name="T1" fmla="*/ 0 h 42"/>
                  <a:gd name="T2" fmla="*/ 0 w 42"/>
                  <a:gd name="T3" fmla="*/ 0 h 42"/>
                  <a:gd name="T4" fmla="*/ 0 w 42"/>
                  <a:gd name="T5" fmla="*/ 42 h 42"/>
                  <a:gd name="T6" fmla="*/ 42 w 42"/>
                  <a:gd name="T7" fmla="*/ 0 h 42"/>
                </a:gdLst>
                <a:ahLst/>
                <a:cxnLst>
                  <a:cxn ang="0">
                    <a:pos x="T0" y="T1"/>
                  </a:cxn>
                  <a:cxn ang="0">
                    <a:pos x="T2" y="T3"/>
                  </a:cxn>
                  <a:cxn ang="0">
                    <a:pos x="T4" y="T5"/>
                  </a:cxn>
                  <a:cxn ang="0">
                    <a:pos x="T6" y="T7"/>
                  </a:cxn>
                </a:cxnLst>
                <a:rect l="0" t="0" r="r" b="b"/>
                <a:pathLst>
                  <a:path w="42" h="42">
                    <a:moveTo>
                      <a:pt x="42" y="0"/>
                    </a:moveTo>
                    <a:cubicBezTo>
                      <a:pt x="0" y="0"/>
                      <a:pt x="0" y="0"/>
                      <a:pt x="0" y="0"/>
                    </a:cubicBezTo>
                    <a:cubicBezTo>
                      <a:pt x="0" y="42"/>
                      <a:pt x="0" y="42"/>
                      <a:pt x="0" y="42"/>
                    </a:cubicBezTo>
                    <a:cubicBezTo>
                      <a:pt x="21" y="38"/>
                      <a:pt x="38" y="21"/>
                      <a:pt x="4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53" name="Freeform 444">
                <a:extLst>
                  <a:ext uri="{FF2B5EF4-FFF2-40B4-BE49-F238E27FC236}">
                    <a16:creationId xmlns:a16="http://schemas.microsoft.com/office/drawing/2014/main" id="{9F1EEB3F-CF5E-CF65-0E8B-E6BD7382C4D1}"/>
                  </a:ext>
                </a:extLst>
              </p:cNvPr>
              <p:cNvSpPr>
                <a:spLocks noEditPoints="1"/>
              </p:cNvSpPr>
              <p:nvPr/>
            </p:nvSpPr>
            <p:spPr bwMode="auto">
              <a:xfrm>
                <a:off x="3130" y="1561"/>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83 w 512"/>
                  <a:gd name="T13" fmla="*/ 266 h 512"/>
                  <a:gd name="T14" fmla="*/ 266 w 512"/>
                  <a:gd name="T15" fmla="*/ 383 h 512"/>
                  <a:gd name="T16" fmla="*/ 266 w 512"/>
                  <a:gd name="T17" fmla="*/ 405 h 512"/>
                  <a:gd name="T18" fmla="*/ 256 w 512"/>
                  <a:gd name="T19" fmla="*/ 416 h 512"/>
                  <a:gd name="T20" fmla="*/ 245 w 512"/>
                  <a:gd name="T21" fmla="*/ 405 h 512"/>
                  <a:gd name="T22" fmla="*/ 245 w 512"/>
                  <a:gd name="T23" fmla="*/ 383 h 512"/>
                  <a:gd name="T24" fmla="*/ 128 w 512"/>
                  <a:gd name="T25" fmla="*/ 266 h 512"/>
                  <a:gd name="T26" fmla="*/ 106 w 512"/>
                  <a:gd name="T27" fmla="*/ 266 h 512"/>
                  <a:gd name="T28" fmla="*/ 96 w 512"/>
                  <a:gd name="T29" fmla="*/ 256 h 512"/>
                  <a:gd name="T30" fmla="*/ 106 w 512"/>
                  <a:gd name="T31" fmla="*/ 245 h 512"/>
                  <a:gd name="T32" fmla="*/ 128 w 512"/>
                  <a:gd name="T33" fmla="*/ 245 h 512"/>
                  <a:gd name="T34" fmla="*/ 245 w 512"/>
                  <a:gd name="T35" fmla="*/ 128 h 512"/>
                  <a:gd name="T36" fmla="*/ 245 w 512"/>
                  <a:gd name="T37" fmla="*/ 106 h 512"/>
                  <a:gd name="T38" fmla="*/ 256 w 512"/>
                  <a:gd name="T39" fmla="*/ 96 h 512"/>
                  <a:gd name="T40" fmla="*/ 266 w 512"/>
                  <a:gd name="T41" fmla="*/ 106 h 512"/>
                  <a:gd name="T42" fmla="*/ 266 w 512"/>
                  <a:gd name="T43" fmla="*/ 128 h 512"/>
                  <a:gd name="T44" fmla="*/ 383 w 512"/>
                  <a:gd name="T45" fmla="*/ 245 h 512"/>
                  <a:gd name="T46" fmla="*/ 405 w 512"/>
                  <a:gd name="T47" fmla="*/ 245 h 512"/>
                  <a:gd name="T48" fmla="*/ 416 w 512"/>
                  <a:gd name="T49" fmla="*/ 256 h 512"/>
                  <a:gd name="T50" fmla="*/ 405 w 512"/>
                  <a:gd name="T51"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83" y="266"/>
                      <a:pt x="383" y="266"/>
                      <a:pt x="383" y="266"/>
                    </a:cubicBezTo>
                    <a:cubicBezTo>
                      <a:pt x="378" y="328"/>
                      <a:pt x="328" y="378"/>
                      <a:pt x="266" y="383"/>
                    </a:cubicBezTo>
                    <a:cubicBezTo>
                      <a:pt x="266" y="405"/>
                      <a:pt x="266" y="405"/>
                      <a:pt x="266" y="405"/>
                    </a:cubicBezTo>
                    <a:cubicBezTo>
                      <a:pt x="266" y="411"/>
                      <a:pt x="262" y="416"/>
                      <a:pt x="256" y="416"/>
                    </a:cubicBezTo>
                    <a:cubicBezTo>
                      <a:pt x="250" y="416"/>
                      <a:pt x="245" y="411"/>
                      <a:pt x="245" y="405"/>
                    </a:cubicBezTo>
                    <a:cubicBezTo>
                      <a:pt x="245" y="383"/>
                      <a:pt x="245" y="383"/>
                      <a:pt x="245" y="383"/>
                    </a:cubicBezTo>
                    <a:cubicBezTo>
                      <a:pt x="183" y="378"/>
                      <a:pt x="133" y="328"/>
                      <a:pt x="128" y="266"/>
                    </a:cubicBezTo>
                    <a:cubicBezTo>
                      <a:pt x="106" y="266"/>
                      <a:pt x="106" y="266"/>
                      <a:pt x="106" y="266"/>
                    </a:cubicBezTo>
                    <a:cubicBezTo>
                      <a:pt x="100" y="266"/>
                      <a:pt x="96" y="262"/>
                      <a:pt x="96" y="256"/>
                    </a:cubicBezTo>
                    <a:cubicBezTo>
                      <a:pt x="96" y="250"/>
                      <a:pt x="100" y="245"/>
                      <a:pt x="106" y="245"/>
                    </a:cubicBezTo>
                    <a:cubicBezTo>
                      <a:pt x="128" y="245"/>
                      <a:pt x="128" y="245"/>
                      <a:pt x="128" y="245"/>
                    </a:cubicBezTo>
                    <a:cubicBezTo>
                      <a:pt x="133" y="183"/>
                      <a:pt x="183" y="133"/>
                      <a:pt x="245" y="128"/>
                    </a:cubicBezTo>
                    <a:cubicBezTo>
                      <a:pt x="245" y="106"/>
                      <a:pt x="245" y="106"/>
                      <a:pt x="245" y="106"/>
                    </a:cubicBezTo>
                    <a:cubicBezTo>
                      <a:pt x="245" y="100"/>
                      <a:pt x="250" y="96"/>
                      <a:pt x="256" y="96"/>
                    </a:cubicBezTo>
                    <a:cubicBezTo>
                      <a:pt x="262" y="96"/>
                      <a:pt x="266" y="100"/>
                      <a:pt x="266" y="106"/>
                    </a:cubicBezTo>
                    <a:cubicBezTo>
                      <a:pt x="266" y="128"/>
                      <a:pt x="266" y="128"/>
                      <a:pt x="266" y="128"/>
                    </a:cubicBezTo>
                    <a:cubicBezTo>
                      <a:pt x="328" y="133"/>
                      <a:pt x="378" y="183"/>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54" name="Freeform 445">
                <a:extLst>
                  <a:ext uri="{FF2B5EF4-FFF2-40B4-BE49-F238E27FC236}">
                    <a16:creationId xmlns:a16="http://schemas.microsoft.com/office/drawing/2014/main" id="{A1C02847-D522-A01A-7E87-2A24E8B5CD85}"/>
                  </a:ext>
                </a:extLst>
              </p:cNvPr>
              <p:cNvSpPr>
                <a:spLocks/>
              </p:cNvSpPr>
              <p:nvPr/>
            </p:nvSpPr>
            <p:spPr bwMode="auto">
              <a:xfrm>
                <a:off x="3307" y="1661"/>
                <a:ext cx="63" cy="63"/>
              </a:xfrm>
              <a:custGeom>
                <a:avLst/>
                <a:gdLst>
                  <a:gd name="T0" fmla="*/ 0 w 96"/>
                  <a:gd name="T1" fmla="*/ 0 h 95"/>
                  <a:gd name="T2" fmla="*/ 0 w 96"/>
                  <a:gd name="T3" fmla="*/ 32 h 95"/>
                  <a:gd name="T4" fmla="*/ 63 w 96"/>
                  <a:gd name="T5" fmla="*/ 95 h 95"/>
                  <a:gd name="T6" fmla="*/ 96 w 96"/>
                  <a:gd name="T7" fmla="*/ 95 h 95"/>
                  <a:gd name="T8" fmla="*/ 0 w 96"/>
                  <a:gd name="T9" fmla="*/ 0 h 95"/>
                </a:gdLst>
                <a:ahLst/>
                <a:cxnLst>
                  <a:cxn ang="0">
                    <a:pos x="T0" y="T1"/>
                  </a:cxn>
                  <a:cxn ang="0">
                    <a:pos x="T2" y="T3"/>
                  </a:cxn>
                  <a:cxn ang="0">
                    <a:pos x="T4" y="T5"/>
                  </a:cxn>
                  <a:cxn ang="0">
                    <a:pos x="T6" y="T7"/>
                  </a:cxn>
                  <a:cxn ang="0">
                    <a:pos x="T8" y="T9"/>
                  </a:cxn>
                </a:cxnLst>
                <a:rect l="0" t="0" r="r" b="b"/>
                <a:pathLst>
                  <a:path w="96" h="95">
                    <a:moveTo>
                      <a:pt x="0" y="0"/>
                    </a:moveTo>
                    <a:cubicBezTo>
                      <a:pt x="0" y="32"/>
                      <a:pt x="0" y="32"/>
                      <a:pt x="0" y="32"/>
                    </a:cubicBezTo>
                    <a:cubicBezTo>
                      <a:pt x="33" y="37"/>
                      <a:pt x="59" y="62"/>
                      <a:pt x="63" y="95"/>
                    </a:cubicBezTo>
                    <a:cubicBezTo>
                      <a:pt x="96" y="95"/>
                      <a:pt x="96" y="95"/>
                      <a:pt x="96" y="95"/>
                    </a:cubicBezTo>
                    <a:cubicBezTo>
                      <a:pt x="91" y="45"/>
                      <a:pt x="5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55" name="Freeform 446">
                <a:extLst>
                  <a:ext uri="{FF2B5EF4-FFF2-40B4-BE49-F238E27FC236}">
                    <a16:creationId xmlns:a16="http://schemas.microsoft.com/office/drawing/2014/main" id="{458C3600-BE58-31BC-69BD-B5263AEEB3C4}"/>
                  </a:ext>
                </a:extLst>
              </p:cNvPr>
              <p:cNvSpPr>
                <a:spLocks/>
              </p:cNvSpPr>
              <p:nvPr/>
            </p:nvSpPr>
            <p:spPr bwMode="auto">
              <a:xfrm>
                <a:off x="3307" y="1738"/>
                <a:ext cx="63" cy="63"/>
              </a:xfrm>
              <a:custGeom>
                <a:avLst/>
                <a:gdLst>
                  <a:gd name="T0" fmla="*/ 0 w 96"/>
                  <a:gd name="T1" fmla="*/ 63 h 96"/>
                  <a:gd name="T2" fmla="*/ 0 w 96"/>
                  <a:gd name="T3" fmla="*/ 96 h 96"/>
                  <a:gd name="T4" fmla="*/ 96 w 96"/>
                  <a:gd name="T5" fmla="*/ 0 h 96"/>
                  <a:gd name="T6" fmla="*/ 63 w 96"/>
                  <a:gd name="T7" fmla="*/ 0 h 96"/>
                  <a:gd name="T8" fmla="*/ 0 w 96"/>
                  <a:gd name="T9" fmla="*/ 63 h 96"/>
                </a:gdLst>
                <a:ahLst/>
                <a:cxnLst>
                  <a:cxn ang="0">
                    <a:pos x="T0" y="T1"/>
                  </a:cxn>
                  <a:cxn ang="0">
                    <a:pos x="T2" y="T3"/>
                  </a:cxn>
                  <a:cxn ang="0">
                    <a:pos x="T4" y="T5"/>
                  </a:cxn>
                  <a:cxn ang="0">
                    <a:pos x="T6" y="T7"/>
                  </a:cxn>
                  <a:cxn ang="0">
                    <a:pos x="T8" y="T9"/>
                  </a:cxn>
                </a:cxnLst>
                <a:rect l="0" t="0" r="r" b="b"/>
                <a:pathLst>
                  <a:path w="96" h="96">
                    <a:moveTo>
                      <a:pt x="0" y="63"/>
                    </a:moveTo>
                    <a:cubicBezTo>
                      <a:pt x="0" y="96"/>
                      <a:pt x="0" y="96"/>
                      <a:pt x="0" y="96"/>
                    </a:cubicBezTo>
                    <a:cubicBezTo>
                      <a:pt x="51" y="91"/>
                      <a:pt x="91" y="51"/>
                      <a:pt x="96" y="0"/>
                    </a:cubicBezTo>
                    <a:cubicBezTo>
                      <a:pt x="63" y="0"/>
                      <a:pt x="63" y="0"/>
                      <a:pt x="63" y="0"/>
                    </a:cubicBezTo>
                    <a:cubicBezTo>
                      <a:pt x="59" y="33"/>
                      <a:pt x="33" y="59"/>
                      <a:pt x="0" y="6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grpSp>
      <p:grpSp>
        <p:nvGrpSpPr>
          <p:cNvPr id="78" name="Group 77">
            <a:extLst>
              <a:ext uri="{FF2B5EF4-FFF2-40B4-BE49-F238E27FC236}">
                <a16:creationId xmlns:a16="http://schemas.microsoft.com/office/drawing/2014/main" id="{200719AC-3772-0EE3-B98D-CB535C9E81C4}"/>
              </a:ext>
            </a:extLst>
          </p:cNvPr>
          <p:cNvGrpSpPr/>
          <p:nvPr/>
        </p:nvGrpSpPr>
        <p:grpSpPr>
          <a:xfrm>
            <a:off x="5183750" y="2530611"/>
            <a:ext cx="4883993" cy="643491"/>
            <a:chOff x="5228574" y="2754725"/>
            <a:chExt cx="4883993" cy="643491"/>
          </a:xfrm>
        </p:grpSpPr>
        <p:sp>
          <p:nvSpPr>
            <p:cNvPr id="21" name="Rectangle 20">
              <a:extLst>
                <a:ext uri="{FF2B5EF4-FFF2-40B4-BE49-F238E27FC236}">
                  <a16:creationId xmlns:a16="http://schemas.microsoft.com/office/drawing/2014/main" id="{50D46D02-BEEC-54B7-E416-B0DA9776CAF4}"/>
                </a:ext>
              </a:extLst>
            </p:cNvPr>
            <p:cNvSpPr/>
            <p:nvPr/>
          </p:nvSpPr>
          <p:spPr bwMode="gray">
            <a:xfrm>
              <a:off x="5941242" y="2861240"/>
              <a:ext cx="4171325" cy="427175"/>
            </a:xfrm>
            <a:prstGeom prst="rect">
              <a:avLst/>
            </a:prstGeom>
            <a:noFill/>
            <a:ln w="19050" algn="ctr">
              <a:noFill/>
              <a:prstDash val="dash"/>
              <a:miter lim="800000"/>
              <a:headEnd/>
              <a:tailEnd/>
            </a:ln>
          </p:spPr>
          <p:txBody>
            <a:bodyPr wrap="square" lIns="88900" tIns="88900" rIns="88900" bIns="88900" rtlCol="0" anchor="t"/>
            <a:lstStyle/>
            <a:p>
              <a:pPr marL="0" marR="0" lvl="0" indent="0" defTabSz="914400" eaLnBrk="1" fontAlgn="auto" latinLnBrk="0" hangingPunct="1">
                <a:lnSpc>
                  <a:spcPct val="100000"/>
                </a:lnSpc>
                <a:spcBef>
                  <a:spcPts val="600"/>
                </a:spcBef>
                <a:spcAft>
                  <a:spcPts val="600"/>
                </a:spcAft>
                <a:buClrTx/>
                <a:buSzTx/>
                <a:buFontTx/>
                <a:buNone/>
                <a:tabLst/>
                <a:defRPr/>
              </a:pPr>
              <a:r>
                <a:rPr kumimoji="0" lang="en-US" sz="1400" b="1" i="0" u="none" strike="noStrike" kern="0" cap="none" spc="0" normalizeH="0" baseline="0" noProof="0" dirty="0">
                  <a:ln>
                    <a:noFill/>
                  </a:ln>
                  <a:solidFill>
                    <a:prstClr val="black">
                      <a:lumMod val="50000"/>
                      <a:lumOff val="50000"/>
                    </a:prstClr>
                  </a:solidFill>
                  <a:effectLst/>
                  <a:uLnTx/>
                  <a:uFillTx/>
                  <a:ea typeface="Open Sans" charset="0"/>
                  <a:cs typeface="Open Sans" charset="0"/>
                </a:rPr>
                <a:t>Transaction Advisory Services &amp; Due Diligence</a:t>
              </a:r>
              <a:endParaRPr kumimoji="0" lang="en-US" sz="1400" b="0" i="0" u="none" strike="noStrike" kern="0" cap="none" spc="0" normalizeH="0" baseline="0" noProof="0" dirty="0">
                <a:ln>
                  <a:noFill/>
                </a:ln>
                <a:solidFill>
                  <a:prstClr val="black">
                    <a:lumMod val="50000"/>
                    <a:lumOff val="50000"/>
                  </a:prstClr>
                </a:solidFill>
                <a:effectLst/>
                <a:uLnTx/>
                <a:uFillTx/>
                <a:ea typeface="Open Sans" charset="0"/>
                <a:cs typeface="Open Sans" charset="0"/>
              </a:endParaRPr>
            </a:p>
          </p:txBody>
        </p:sp>
        <p:pic>
          <p:nvPicPr>
            <p:cNvPr id="56" name="Graphic 55" descr="Harvey Balls 0% with solid fill">
              <a:extLst>
                <a:ext uri="{FF2B5EF4-FFF2-40B4-BE49-F238E27FC236}">
                  <a16:creationId xmlns:a16="http://schemas.microsoft.com/office/drawing/2014/main" id="{FDFF449D-332A-3950-66D5-EE8B704F829E}"/>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228574" y="2754725"/>
              <a:ext cx="678580" cy="643491"/>
            </a:xfrm>
            <a:prstGeom prst="rect">
              <a:avLst/>
            </a:prstGeom>
          </p:spPr>
        </p:pic>
        <p:sp>
          <p:nvSpPr>
            <p:cNvPr id="57" name="Freeform 393">
              <a:extLst>
                <a:ext uri="{FF2B5EF4-FFF2-40B4-BE49-F238E27FC236}">
                  <a16:creationId xmlns:a16="http://schemas.microsoft.com/office/drawing/2014/main" id="{F6226C9F-69A7-C6BE-3401-8DE15960F320}"/>
                </a:ext>
              </a:extLst>
            </p:cNvPr>
            <p:cNvSpPr>
              <a:spLocks noChangeAspect="1" noEditPoints="1"/>
            </p:cNvSpPr>
            <p:nvPr/>
          </p:nvSpPr>
          <p:spPr bwMode="auto">
            <a:xfrm>
              <a:off x="5383826" y="2899890"/>
              <a:ext cx="358041" cy="340525"/>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grpSp>
        <p:nvGrpSpPr>
          <p:cNvPr id="82" name="Group 81">
            <a:extLst>
              <a:ext uri="{FF2B5EF4-FFF2-40B4-BE49-F238E27FC236}">
                <a16:creationId xmlns:a16="http://schemas.microsoft.com/office/drawing/2014/main" id="{AC2C801F-32A7-AE85-CC30-A76AB1320064}"/>
              </a:ext>
            </a:extLst>
          </p:cNvPr>
          <p:cNvGrpSpPr/>
          <p:nvPr/>
        </p:nvGrpSpPr>
        <p:grpSpPr>
          <a:xfrm>
            <a:off x="5374861" y="3147375"/>
            <a:ext cx="5164366" cy="643491"/>
            <a:chOff x="5356931" y="3425280"/>
            <a:chExt cx="5164366" cy="643491"/>
          </a:xfrm>
        </p:grpSpPr>
        <p:grpSp>
          <p:nvGrpSpPr>
            <p:cNvPr id="79" name="Group 78">
              <a:extLst>
                <a:ext uri="{FF2B5EF4-FFF2-40B4-BE49-F238E27FC236}">
                  <a16:creationId xmlns:a16="http://schemas.microsoft.com/office/drawing/2014/main" id="{DB7A23DC-1020-37D4-13CB-F312C32F5978}"/>
                </a:ext>
              </a:extLst>
            </p:cNvPr>
            <p:cNvGrpSpPr/>
            <p:nvPr/>
          </p:nvGrpSpPr>
          <p:grpSpPr>
            <a:xfrm>
              <a:off x="5356931" y="3425280"/>
              <a:ext cx="5164366" cy="643491"/>
              <a:chOff x="5356931" y="3425280"/>
              <a:chExt cx="5164366" cy="643491"/>
            </a:xfrm>
          </p:grpSpPr>
          <p:sp>
            <p:nvSpPr>
              <p:cNvPr id="22" name="Rectangle 21">
                <a:extLst>
                  <a:ext uri="{FF2B5EF4-FFF2-40B4-BE49-F238E27FC236}">
                    <a16:creationId xmlns:a16="http://schemas.microsoft.com/office/drawing/2014/main" id="{DE504D2E-9036-6ADF-0881-1738B456513E}"/>
                  </a:ext>
                </a:extLst>
              </p:cNvPr>
              <p:cNvSpPr/>
              <p:nvPr/>
            </p:nvSpPr>
            <p:spPr bwMode="gray">
              <a:xfrm>
                <a:off x="6018350" y="3440216"/>
                <a:ext cx="4502947" cy="370261"/>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Support to Government, Regulatory Commission, Private Entities &amp; Government Utilities</a:t>
                </a:r>
              </a:p>
            </p:txBody>
          </p:sp>
          <p:pic>
            <p:nvPicPr>
              <p:cNvPr id="58" name="Graphic 57" descr="Harvey Balls 0% with solid fill">
                <a:extLst>
                  <a:ext uri="{FF2B5EF4-FFF2-40B4-BE49-F238E27FC236}">
                    <a16:creationId xmlns:a16="http://schemas.microsoft.com/office/drawing/2014/main" id="{436CCF1F-BCB9-7922-8DFE-4CA62D2FA74E}"/>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5356931" y="3425280"/>
                <a:ext cx="678580" cy="643491"/>
              </a:xfrm>
              <a:prstGeom prst="rect">
                <a:avLst/>
              </a:prstGeom>
            </p:spPr>
          </p:pic>
        </p:grpSp>
        <p:grpSp>
          <p:nvGrpSpPr>
            <p:cNvPr id="59" name="Group 531">
              <a:extLst>
                <a:ext uri="{FF2B5EF4-FFF2-40B4-BE49-F238E27FC236}">
                  <a16:creationId xmlns:a16="http://schemas.microsoft.com/office/drawing/2014/main" id="{A47F2688-E1CF-D2F7-C4C1-E678C5970C46}"/>
                </a:ext>
              </a:extLst>
            </p:cNvPr>
            <p:cNvGrpSpPr>
              <a:grpSpLocks noChangeAspect="1"/>
            </p:cNvGrpSpPr>
            <p:nvPr/>
          </p:nvGrpSpPr>
          <p:grpSpPr bwMode="auto">
            <a:xfrm>
              <a:off x="5517200" y="3577927"/>
              <a:ext cx="358041" cy="339527"/>
              <a:chOff x="3061" y="1953"/>
              <a:chExt cx="340" cy="340"/>
            </a:xfrm>
            <a:solidFill>
              <a:schemeClr val="tx1"/>
            </a:solidFill>
          </p:grpSpPr>
          <p:sp>
            <p:nvSpPr>
              <p:cNvPr id="69" name="Freeform 532">
                <a:extLst>
                  <a:ext uri="{FF2B5EF4-FFF2-40B4-BE49-F238E27FC236}">
                    <a16:creationId xmlns:a16="http://schemas.microsoft.com/office/drawing/2014/main" id="{6CA00D22-C3C7-210C-8E71-DE4366C937DE}"/>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70" name="Freeform 533">
                <a:extLst>
                  <a:ext uri="{FF2B5EF4-FFF2-40B4-BE49-F238E27FC236}">
                    <a16:creationId xmlns:a16="http://schemas.microsoft.com/office/drawing/2014/main" id="{23E91B2B-4559-3C72-5793-5BA03865A6DE}"/>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grpSp>
      <p:grpSp>
        <p:nvGrpSpPr>
          <p:cNvPr id="66" name="Group 65">
            <a:extLst>
              <a:ext uri="{FF2B5EF4-FFF2-40B4-BE49-F238E27FC236}">
                <a16:creationId xmlns:a16="http://schemas.microsoft.com/office/drawing/2014/main" id="{7EE3E6F1-ABA9-8944-B64A-511CD2576F22}"/>
              </a:ext>
            </a:extLst>
          </p:cNvPr>
          <p:cNvGrpSpPr/>
          <p:nvPr/>
        </p:nvGrpSpPr>
        <p:grpSpPr>
          <a:xfrm>
            <a:off x="4486099" y="1489195"/>
            <a:ext cx="3877384" cy="608237"/>
            <a:chOff x="4495061" y="1480228"/>
            <a:chExt cx="3877384" cy="608237"/>
          </a:xfrm>
        </p:grpSpPr>
        <p:sp>
          <p:nvSpPr>
            <p:cNvPr id="19" name="Rectangle 18">
              <a:extLst>
                <a:ext uri="{FF2B5EF4-FFF2-40B4-BE49-F238E27FC236}">
                  <a16:creationId xmlns:a16="http://schemas.microsoft.com/office/drawing/2014/main" id="{941947E0-0E2C-8C1E-1CE7-33A2BA7E67FF}"/>
                </a:ext>
              </a:extLst>
            </p:cNvPr>
            <p:cNvSpPr/>
            <p:nvPr/>
          </p:nvSpPr>
          <p:spPr bwMode="gray">
            <a:xfrm>
              <a:off x="5108769" y="1575731"/>
              <a:ext cx="3263676" cy="340130"/>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Network Studies &amp; Advisory Services</a:t>
              </a:r>
            </a:p>
          </p:txBody>
        </p:sp>
        <p:pic>
          <p:nvPicPr>
            <p:cNvPr id="71" name="Graphic 70" descr="Harvey Balls 0% with solid fill">
              <a:extLst>
                <a:ext uri="{FF2B5EF4-FFF2-40B4-BE49-F238E27FC236}">
                  <a16:creationId xmlns:a16="http://schemas.microsoft.com/office/drawing/2014/main" id="{585B6D85-DDA4-ABA0-907F-01398D80D46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495061" y="1480228"/>
              <a:ext cx="641404" cy="608237"/>
            </a:xfrm>
            <a:prstGeom prst="rect">
              <a:avLst/>
            </a:prstGeom>
          </p:spPr>
        </p:pic>
        <p:sp>
          <p:nvSpPr>
            <p:cNvPr id="72" name="Freeform 651">
              <a:extLst>
                <a:ext uri="{FF2B5EF4-FFF2-40B4-BE49-F238E27FC236}">
                  <a16:creationId xmlns:a16="http://schemas.microsoft.com/office/drawing/2014/main" id="{A388B1E2-F77F-BB24-20DA-895961A4D5E7}"/>
                </a:ext>
              </a:extLst>
            </p:cNvPr>
            <p:cNvSpPr>
              <a:spLocks noChangeAspect="1" noEditPoints="1"/>
            </p:cNvSpPr>
            <p:nvPr/>
          </p:nvSpPr>
          <p:spPr bwMode="auto">
            <a:xfrm>
              <a:off x="4635569" y="1617815"/>
              <a:ext cx="357033" cy="338571"/>
            </a:xfrm>
            <a:custGeom>
              <a:avLst/>
              <a:gdLst>
                <a:gd name="T0" fmla="*/ 341 w 512"/>
                <a:gd name="T1" fmla="*/ 219 h 512"/>
                <a:gd name="T2" fmla="*/ 170 w 512"/>
                <a:gd name="T3" fmla="*/ 277 h 512"/>
                <a:gd name="T4" fmla="*/ 256 w 512"/>
                <a:gd name="T5" fmla="*/ 250 h 512"/>
                <a:gd name="T6" fmla="*/ 170 w 512"/>
                <a:gd name="T7" fmla="*/ 341 h 512"/>
                <a:gd name="T8" fmla="*/ 184 w 512"/>
                <a:gd name="T9" fmla="*/ 333 h 512"/>
                <a:gd name="T10" fmla="*/ 200 w 512"/>
                <a:gd name="T11" fmla="*/ 334 h 512"/>
                <a:gd name="T12" fmla="*/ 248 w 512"/>
                <a:gd name="T13" fmla="*/ 333 h 512"/>
                <a:gd name="T14" fmla="*/ 264 w 512"/>
                <a:gd name="T15" fmla="*/ 334 h 512"/>
                <a:gd name="T16" fmla="*/ 312 w 512"/>
                <a:gd name="T17" fmla="*/ 333 h 512"/>
                <a:gd name="T18" fmla="*/ 328 w 512"/>
                <a:gd name="T19" fmla="*/ 334 h 512"/>
                <a:gd name="T20" fmla="*/ 341 w 512"/>
                <a:gd name="T21" fmla="*/ 341 h 512"/>
                <a:gd name="T22" fmla="*/ 341 w 512"/>
                <a:gd name="T23" fmla="*/ 298 h 512"/>
                <a:gd name="T24" fmla="*/ 170 w 512"/>
                <a:gd name="T25" fmla="*/ 320 h 512"/>
                <a:gd name="T26" fmla="*/ 256 w 512"/>
                <a:gd name="T27" fmla="*/ 512 h 512"/>
                <a:gd name="T28" fmla="*/ 256 w 512"/>
                <a:gd name="T29" fmla="*/ 0 h 512"/>
                <a:gd name="T30" fmla="*/ 362 w 512"/>
                <a:gd name="T31" fmla="*/ 277 h 512"/>
                <a:gd name="T32" fmla="*/ 401 w 512"/>
                <a:gd name="T33" fmla="*/ 242 h 512"/>
                <a:gd name="T34" fmla="*/ 415 w 512"/>
                <a:gd name="T35" fmla="*/ 236 h 512"/>
                <a:gd name="T36" fmla="*/ 362 w 512"/>
                <a:gd name="T37" fmla="*/ 188 h 512"/>
                <a:gd name="T38" fmla="*/ 352 w 512"/>
                <a:gd name="T39" fmla="*/ 160 h 512"/>
                <a:gd name="T40" fmla="*/ 341 w 512"/>
                <a:gd name="T41" fmla="*/ 188 h 512"/>
                <a:gd name="T42" fmla="*/ 170 w 512"/>
                <a:gd name="T43" fmla="*/ 188 h 512"/>
                <a:gd name="T44" fmla="*/ 160 w 512"/>
                <a:gd name="T45" fmla="*/ 160 h 512"/>
                <a:gd name="T46" fmla="*/ 149 w 512"/>
                <a:gd name="T47" fmla="*/ 188 h 512"/>
                <a:gd name="T48" fmla="*/ 96 w 512"/>
                <a:gd name="T49" fmla="*/ 236 h 512"/>
                <a:gd name="T50" fmla="*/ 110 w 512"/>
                <a:gd name="T51" fmla="*/ 242 h 512"/>
                <a:gd name="T52" fmla="*/ 149 w 512"/>
                <a:gd name="T53" fmla="*/ 277 h 512"/>
                <a:gd name="T54" fmla="*/ 96 w 512"/>
                <a:gd name="T55" fmla="*/ 288 h 512"/>
                <a:gd name="T56" fmla="*/ 149 w 512"/>
                <a:gd name="T57" fmla="*/ 298 h 512"/>
                <a:gd name="T58" fmla="*/ 149 w 512"/>
                <a:gd name="T59" fmla="*/ 341 h 512"/>
                <a:gd name="T60" fmla="*/ 136 w 512"/>
                <a:gd name="T61" fmla="*/ 334 h 512"/>
                <a:gd name="T62" fmla="*/ 120 w 512"/>
                <a:gd name="T63" fmla="*/ 333 h 512"/>
                <a:gd name="T64" fmla="*/ 96 w 512"/>
                <a:gd name="T65" fmla="*/ 358 h 512"/>
                <a:gd name="T66" fmla="*/ 127 w 512"/>
                <a:gd name="T67" fmla="*/ 355 h 512"/>
                <a:gd name="T68" fmla="*/ 191 w 512"/>
                <a:gd name="T69" fmla="*/ 356 h 512"/>
                <a:gd name="T70" fmla="*/ 255 w 512"/>
                <a:gd name="T71" fmla="*/ 356 h 512"/>
                <a:gd name="T72" fmla="*/ 319 w 512"/>
                <a:gd name="T73" fmla="*/ 356 h 512"/>
                <a:gd name="T74" fmla="*/ 351 w 512"/>
                <a:gd name="T75" fmla="*/ 368 h 512"/>
                <a:gd name="T76" fmla="*/ 402 w 512"/>
                <a:gd name="T77" fmla="*/ 366 h 512"/>
                <a:gd name="T78" fmla="*/ 408 w 512"/>
                <a:gd name="T79" fmla="*/ 345 h 512"/>
                <a:gd name="T80" fmla="*/ 384 w 512"/>
                <a:gd name="T81" fmla="*/ 330 h 512"/>
                <a:gd name="T82" fmla="*/ 362 w 512"/>
                <a:gd name="T83" fmla="*/ 343 h 512"/>
                <a:gd name="T84" fmla="*/ 362 w 512"/>
                <a:gd name="T85" fmla="*/ 330 h 512"/>
                <a:gd name="T86" fmla="*/ 405 w 512"/>
                <a:gd name="T87" fmla="*/ 298 h 512"/>
                <a:gd name="T88" fmla="*/ 405 w 512"/>
                <a:gd name="T89"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256" y="250"/>
                  </a:moveTo>
                  <a:cubicBezTo>
                    <a:pt x="287" y="250"/>
                    <a:pt x="318" y="239"/>
                    <a:pt x="341" y="219"/>
                  </a:cubicBezTo>
                  <a:cubicBezTo>
                    <a:pt x="341" y="277"/>
                    <a:pt x="341" y="277"/>
                    <a:pt x="341" y="277"/>
                  </a:cubicBezTo>
                  <a:cubicBezTo>
                    <a:pt x="170" y="277"/>
                    <a:pt x="170" y="277"/>
                    <a:pt x="170" y="277"/>
                  </a:cubicBezTo>
                  <a:cubicBezTo>
                    <a:pt x="170" y="219"/>
                    <a:pt x="170" y="219"/>
                    <a:pt x="170" y="219"/>
                  </a:cubicBezTo>
                  <a:cubicBezTo>
                    <a:pt x="193" y="239"/>
                    <a:pt x="223" y="250"/>
                    <a:pt x="256" y="250"/>
                  </a:cubicBezTo>
                  <a:close/>
                  <a:moveTo>
                    <a:pt x="170" y="320"/>
                  </a:moveTo>
                  <a:cubicBezTo>
                    <a:pt x="170" y="341"/>
                    <a:pt x="170" y="341"/>
                    <a:pt x="170" y="341"/>
                  </a:cubicBezTo>
                  <a:cubicBezTo>
                    <a:pt x="170" y="343"/>
                    <a:pt x="170" y="343"/>
                    <a:pt x="170" y="343"/>
                  </a:cubicBezTo>
                  <a:cubicBezTo>
                    <a:pt x="175" y="341"/>
                    <a:pt x="179" y="338"/>
                    <a:pt x="184" y="333"/>
                  </a:cubicBezTo>
                  <a:cubicBezTo>
                    <a:pt x="186" y="331"/>
                    <a:pt x="189" y="330"/>
                    <a:pt x="192" y="330"/>
                  </a:cubicBezTo>
                  <a:cubicBezTo>
                    <a:pt x="195" y="331"/>
                    <a:pt x="198" y="332"/>
                    <a:pt x="200" y="334"/>
                  </a:cubicBezTo>
                  <a:cubicBezTo>
                    <a:pt x="200" y="334"/>
                    <a:pt x="209" y="346"/>
                    <a:pt x="222" y="346"/>
                  </a:cubicBezTo>
                  <a:cubicBezTo>
                    <a:pt x="230" y="347"/>
                    <a:pt x="239" y="342"/>
                    <a:pt x="248" y="333"/>
                  </a:cubicBezTo>
                  <a:cubicBezTo>
                    <a:pt x="250" y="331"/>
                    <a:pt x="253" y="330"/>
                    <a:pt x="256" y="330"/>
                  </a:cubicBezTo>
                  <a:cubicBezTo>
                    <a:pt x="259" y="331"/>
                    <a:pt x="262" y="332"/>
                    <a:pt x="264" y="334"/>
                  </a:cubicBezTo>
                  <a:cubicBezTo>
                    <a:pt x="264" y="334"/>
                    <a:pt x="273" y="346"/>
                    <a:pt x="286" y="346"/>
                  </a:cubicBezTo>
                  <a:cubicBezTo>
                    <a:pt x="294" y="347"/>
                    <a:pt x="303" y="342"/>
                    <a:pt x="312" y="333"/>
                  </a:cubicBezTo>
                  <a:cubicBezTo>
                    <a:pt x="314" y="331"/>
                    <a:pt x="317" y="330"/>
                    <a:pt x="320" y="330"/>
                  </a:cubicBezTo>
                  <a:cubicBezTo>
                    <a:pt x="323" y="331"/>
                    <a:pt x="326" y="332"/>
                    <a:pt x="328" y="334"/>
                  </a:cubicBezTo>
                  <a:cubicBezTo>
                    <a:pt x="328" y="334"/>
                    <a:pt x="333" y="341"/>
                    <a:pt x="341" y="344"/>
                  </a:cubicBezTo>
                  <a:cubicBezTo>
                    <a:pt x="341" y="341"/>
                    <a:pt x="341" y="341"/>
                    <a:pt x="341" y="341"/>
                  </a:cubicBezTo>
                  <a:cubicBezTo>
                    <a:pt x="341" y="330"/>
                    <a:pt x="341" y="330"/>
                    <a:pt x="341" y="330"/>
                  </a:cubicBezTo>
                  <a:cubicBezTo>
                    <a:pt x="341" y="298"/>
                    <a:pt x="341" y="298"/>
                    <a:pt x="341" y="298"/>
                  </a:cubicBezTo>
                  <a:cubicBezTo>
                    <a:pt x="170" y="298"/>
                    <a:pt x="170" y="298"/>
                    <a:pt x="170" y="298"/>
                  </a:cubicBezTo>
                  <a:lnTo>
                    <a:pt x="170"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2" y="277"/>
                  </a:moveTo>
                  <a:cubicBezTo>
                    <a:pt x="362" y="219"/>
                    <a:pt x="362" y="219"/>
                    <a:pt x="362" y="219"/>
                  </a:cubicBezTo>
                  <a:cubicBezTo>
                    <a:pt x="373" y="228"/>
                    <a:pt x="386" y="236"/>
                    <a:pt x="401" y="242"/>
                  </a:cubicBezTo>
                  <a:cubicBezTo>
                    <a:pt x="402" y="242"/>
                    <a:pt x="404" y="242"/>
                    <a:pt x="405" y="242"/>
                  </a:cubicBezTo>
                  <a:cubicBezTo>
                    <a:pt x="409" y="242"/>
                    <a:pt x="413" y="240"/>
                    <a:pt x="415" y="236"/>
                  </a:cubicBezTo>
                  <a:cubicBezTo>
                    <a:pt x="417" y="230"/>
                    <a:pt x="414" y="224"/>
                    <a:pt x="409" y="222"/>
                  </a:cubicBezTo>
                  <a:cubicBezTo>
                    <a:pt x="389" y="214"/>
                    <a:pt x="373" y="202"/>
                    <a:pt x="362" y="188"/>
                  </a:cubicBezTo>
                  <a:cubicBezTo>
                    <a:pt x="362" y="170"/>
                    <a:pt x="362" y="170"/>
                    <a:pt x="362" y="170"/>
                  </a:cubicBezTo>
                  <a:cubicBezTo>
                    <a:pt x="362" y="164"/>
                    <a:pt x="358" y="160"/>
                    <a:pt x="352" y="160"/>
                  </a:cubicBezTo>
                  <a:cubicBezTo>
                    <a:pt x="346" y="160"/>
                    <a:pt x="341" y="164"/>
                    <a:pt x="341" y="170"/>
                  </a:cubicBezTo>
                  <a:cubicBezTo>
                    <a:pt x="341" y="188"/>
                    <a:pt x="341" y="188"/>
                    <a:pt x="341" y="188"/>
                  </a:cubicBezTo>
                  <a:cubicBezTo>
                    <a:pt x="321" y="214"/>
                    <a:pt x="289" y="229"/>
                    <a:pt x="256" y="229"/>
                  </a:cubicBezTo>
                  <a:cubicBezTo>
                    <a:pt x="221" y="229"/>
                    <a:pt x="190" y="214"/>
                    <a:pt x="170" y="188"/>
                  </a:cubicBezTo>
                  <a:cubicBezTo>
                    <a:pt x="170" y="170"/>
                    <a:pt x="170" y="170"/>
                    <a:pt x="170" y="170"/>
                  </a:cubicBezTo>
                  <a:cubicBezTo>
                    <a:pt x="170" y="164"/>
                    <a:pt x="166" y="160"/>
                    <a:pt x="160" y="160"/>
                  </a:cubicBezTo>
                  <a:cubicBezTo>
                    <a:pt x="154" y="160"/>
                    <a:pt x="149" y="164"/>
                    <a:pt x="149" y="170"/>
                  </a:cubicBezTo>
                  <a:cubicBezTo>
                    <a:pt x="149" y="188"/>
                    <a:pt x="149" y="188"/>
                    <a:pt x="149" y="188"/>
                  </a:cubicBezTo>
                  <a:cubicBezTo>
                    <a:pt x="138" y="202"/>
                    <a:pt x="121" y="214"/>
                    <a:pt x="102" y="222"/>
                  </a:cubicBezTo>
                  <a:cubicBezTo>
                    <a:pt x="97" y="224"/>
                    <a:pt x="94" y="230"/>
                    <a:pt x="96" y="236"/>
                  </a:cubicBezTo>
                  <a:cubicBezTo>
                    <a:pt x="98" y="240"/>
                    <a:pt x="102" y="242"/>
                    <a:pt x="106" y="242"/>
                  </a:cubicBezTo>
                  <a:cubicBezTo>
                    <a:pt x="108" y="242"/>
                    <a:pt x="109" y="242"/>
                    <a:pt x="110" y="242"/>
                  </a:cubicBezTo>
                  <a:cubicBezTo>
                    <a:pt x="125" y="236"/>
                    <a:pt x="138" y="228"/>
                    <a:pt x="149" y="218"/>
                  </a:cubicBezTo>
                  <a:cubicBezTo>
                    <a:pt x="149" y="277"/>
                    <a:pt x="149" y="277"/>
                    <a:pt x="149" y="277"/>
                  </a:cubicBezTo>
                  <a:cubicBezTo>
                    <a:pt x="106" y="277"/>
                    <a:pt x="106" y="277"/>
                    <a:pt x="106" y="277"/>
                  </a:cubicBezTo>
                  <a:cubicBezTo>
                    <a:pt x="100" y="277"/>
                    <a:pt x="96" y="282"/>
                    <a:pt x="96" y="288"/>
                  </a:cubicBezTo>
                  <a:cubicBezTo>
                    <a:pt x="96" y="294"/>
                    <a:pt x="100" y="298"/>
                    <a:pt x="106" y="298"/>
                  </a:cubicBezTo>
                  <a:cubicBezTo>
                    <a:pt x="149" y="298"/>
                    <a:pt x="149" y="298"/>
                    <a:pt x="149" y="298"/>
                  </a:cubicBezTo>
                  <a:cubicBezTo>
                    <a:pt x="149" y="320"/>
                    <a:pt x="149" y="320"/>
                    <a:pt x="149" y="320"/>
                  </a:cubicBezTo>
                  <a:cubicBezTo>
                    <a:pt x="149" y="341"/>
                    <a:pt x="149" y="341"/>
                    <a:pt x="149" y="341"/>
                  </a:cubicBezTo>
                  <a:cubicBezTo>
                    <a:pt x="149" y="344"/>
                    <a:pt x="149" y="344"/>
                    <a:pt x="149" y="344"/>
                  </a:cubicBezTo>
                  <a:cubicBezTo>
                    <a:pt x="141" y="341"/>
                    <a:pt x="136" y="334"/>
                    <a:pt x="136" y="334"/>
                  </a:cubicBezTo>
                  <a:cubicBezTo>
                    <a:pt x="134" y="332"/>
                    <a:pt x="131" y="331"/>
                    <a:pt x="128" y="330"/>
                  </a:cubicBezTo>
                  <a:cubicBezTo>
                    <a:pt x="125" y="330"/>
                    <a:pt x="122" y="331"/>
                    <a:pt x="120" y="333"/>
                  </a:cubicBezTo>
                  <a:cubicBezTo>
                    <a:pt x="114" y="339"/>
                    <a:pt x="109" y="343"/>
                    <a:pt x="103" y="345"/>
                  </a:cubicBezTo>
                  <a:cubicBezTo>
                    <a:pt x="97" y="347"/>
                    <a:pt x="94" y="353"/>
                    <a:pt x="96" y="358"/>
                  </a:cubicBezTo>
                  <a:cubicBezTo>
                    <a:pt x="98" y="364"/>
                    <a:pt x="104" y="367"/>
                    <a:pt x="110" y="365"/>
                  </a:cubicBezTo>
                  <a:cubicBezTo>
                    <a:pt x="116" y="363"/>
                    <a:pt x="122" y="360"/>
                    <a:pt x="127" y="355"/>
                  </a:cubicBezTo>
                  <a:cubicBezTo>
                    <a:pt x="134" y="361"/>
                    <a:pt x="144" y="367"/>
                    <a:pt x="156" y="368"/>
                  </a:cubicBezTo>
                  <a:cubicBezTo>
                    <a:pt x="168" y="368"/>
                    <a:pt x="180" y="364"/>
                    <a:pt x="191" y="356"/>
                  </a:cubicBezTo>
                  <a:cubicBezTo>
                    <a:pt x="198" y="361"/>
                    <a:pt x="208" y="367"/>
                    <a:pt x="220" y="368"/>
                  </a:cubicBezTo>
                  <a:cubicBezTo>
                    <a:pt x="232" y="368"/>
                    <a:pt x="244" y="364"/>
                    <a:pt x="255" y="356"/>
                  </a:cubicBezTo>
                  <a:cubicBezTo>
                    <a:pt x="262" y="361"/>
                    <a:pt x="272" y="367"/>
                    <a:pt x="284" y="368"/>
                  </a:cubicBezTo>
                  <a:cubicBezTo>
                    <a:pt x="296" y="368"/>
                    <a:pt x="308" y="364"/>
                    <a:pt x="319" y="356"/>
                  </a:cubicBezTo>
                  <a:cubicBezTo>
                    <a:pt x="326" y="361"/>
                    <a:pt x="336" y="367"/>
                    <a:pt x="348" y="368"/>
                  </a:cubicBezTo>
                  <a:cubicBezTo>
                    <a:pt x="349" y="368"/>
                    <a:pt x="350" y="368"/>
                    <a:pt x="351" y="368"/>
                  </a:cubicBezTo>
                  <a:cubicBezTo>
                    <a:pt x="362" y="368"/>
                    <a:pt x="373" y="364"/>
                    <a:pt x="383" y="356"/>
                  </a:cubicBezTo>
                  <a:cubicBezTo>
                    <a:pt x="388" y="359"/>
                    <a:pt x="394" y="363"/>
                    <a:pt x="402" y="366"/>
                  </a:cubicBezTo>
                  <a:cubicBezTo>
                    <a:pt x="408" y="367"/>
                    <a:pt x="413" y="364"/>
                    <a:pt x="415" y="358"/>
                  </a:cubicBezTo>
                  <a:cubicBezTo>
                    <a:pt x="417" y="353"/>
                    <a:pt x="414" y="347"/>
                    <a:pt x="408" y="345"/>
                  </a:cubicBezTo>
                  <a:cubicBezTo>
                    <a:pt x="398" y="342"/>
                    <a:pt x="392" y="334"/>
                    <a:pt x="392" y="334"/>
                  </a:cubicBezTo>
                  <a:cubicBezTo>
                    <a:pt x="390" y="332"/>
                    <a:pt x="387" y="331"/>
                    <a:pt x="384" y="330"/>
                  </a:cubicBezTo>
                  <a:cubicBezTo>
                    <a:pt x="381" y="330"/>
                    <a:pt x="378" y="331"/>
                    <a:pt x="376" y="333"/>
                  </a:cubicBezTo>
                  <a:cubicBezTo>
                    <a:pt x="371" y="338"/>
                    <a:pt x="367" y="341"/>
                    <a:pt x="362" y="343"/>
                  </a:cubicBezTo>
                  <a:cubicBezTo>
                    <a:pt x="362" y="341"/>
                    <a:pt x="362" y="341"/>
                    <a:pt x="362" y="341"/>
                  </a:cubicBezTo>
                  <a:cubicBezTo>
                    <a:pt x="362" y="330"/>
                    <a:pt x="362" y="330"/>
                    <a:pt x="362" y="330"/>
                  </a:cubicBezTo>
                  <a:cubicBezTo>
                    <a:pt x="362" y="298"/>
                    <a:pt x="362" y="298"/>
                    <a:pt x="362" y="298"/>
                  </a:cubicBezTo>
                  <a:cubicBezTo>
                    <a:pt x="405" y="298"/>
                    <a:pt x="405" y="298"/>
                    <a:pt x="405" y="298"/>
                  </a:cubicBezTo>
                  <a:cubicBezTo>
                    <a:pt x="411" y="298"/>
                    <a:pt x="416" y="294"/>
                    <a:pt x="416" y="288"/>
                  </a:cubicBezTo>
                  <a:cubicBezTo>
                    <a:pt x="416" y="282"/>
                    <a:pt x="411" y="277"/>
                    <a:pt x="405" y="277"/>
                  </a:cubicBezTo>
                  <a:lnTo>
                    <a:pt x="362" y="2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grpSp>
        <p:nvGrpSpPr>
          <p:cNvPr id="81" name="Group 80">
            <a:extLst>
              <a:ext uri="{FF2B5EF4-FFF2-40B4-BE49-F238E27FC236}">
                <a16:creationId xmlns:a16="http://schemas.microsoft.com/office/drawing/2014/main" id="{0FBF4E14-278D-3829-3A23-D2FE8D5753A1}"/>
              </a:ext>
            </a:extLst>
          </p:cNvPr>
          <p:cNvGrpSpPr/>
          <p:nvPr/>
        </p:nvGrpSpPr>
        <p:grpSpPr>
          <a:xfrm>
            <a:off x="5208677" y="4503060"/>
            <a:ext cx="4207149" cy="643491"/>
            <a:chOff x="5121615" y="4690158"/>
            <a:chExt cx="4207149" cy="643491"/>
          </a:xfrm>
        </p:grpSpPr>
        <p:sp>
          <p:nvSpPr>
            <p:cNvPr id="24" name="Rectangle 23">
              <a:extLst>
                <a:ext uri="{FF2B5EF4-FFF2-40B4-BE49-F238E27FC236}">
                  <a16:creationId xmlns:a16="http://schemas.microsoft.com/office/drawing/2014/main" id="{FA9AA717-E24E-DBF2-1D2B-3ABD309E8EB4}"/>
                </a:ext>
              </a:extLst>
            </p:cNvPr>
            <p:cNvSpPr/>
            <p:nvPr/>
          </p:nvSpPr>
          <p:spPr bwMode="gray">
            <a:xfrm>
              <a:off x="5763001" y="4777439"/>
              <a:ext cx="3565763" cy="405746"/>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Renewable Energy Solutions</a:t>
              </a:r>
            </a:p>
          </p:txBody>
        </p:sp>
        <p:pic>
          <p:nvPicPr>
            <p:cNvPr id="73" name="Graphic 72" descr="Harvey Balls 0% with solid fill">
              <a:extLst>
                <a:ext uri="{FF2B5EF4-FFF2-40B4-BE49-F238E27FC236}">
                  <a16:creationId xmlns:a16="http://schemas.microsoft.com/office/drawing/2014/main" id="{1FCC030B-4FE5-FAD2-46A8-0C9580426E3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121615" y="4690158"/>
              <a:ext cx="678580" cy="643491"/>
            </a:xfrm>
            <a:prstGeom prst="rect">
              <a:avLst/>
            </a:prstGeom>
          </p:spPr>
        </p:pic>
        <p:sp>
          <p:nvSpPr>
            <p:cNvPr id="74" name="Freeform 426">
              <a:extLst>
                <a:ext uri="{FF2B5EF4-FFF2-40B4-BE49-F238E27FC236}">
                  <a16:creationId xmlns:a16="http://schemas.microsoft.com/office/drawing/2014/main" id="{8648084F-91F4-3E21-AC32-F5730DD83DBC}"/>
                </a:ext>
              </a:extLst>
            </p:cNvPr>
            <p:cNvSpPr>
              <a:spLocks noChangeAspect="1" noEditPoints="1"/>
            </p:cNvSpPr>
            <p:nvPr/>
          </p:nvSpPr>
          <p:spPr bwMode="auto">
            <a:xfrm>
              <a:off x="5277089" y="4846559"/>
              <a:ext cx="357033" cy="338571"/>
            </a:xfrm>
            <a:custGeom>
              <a:avLst/>
              <a:gdLst>
                <a:gd name="T0" fmla="*/ 117 w 512"/>
                <a:gd name="T1" fmla="*/ 320 h 512"/>
                <a:gd name="T2" fmla="*/ 352 w 512"/>
                <a:gd name="T3" fmla="*/ 320 h 512"/>
                <a:gd name="T4" fmla="*/ 352 w 512"/>
                <a:gd name="T5" fmla="*/ 192 h 512"/>
                <a:gd name="T6" fmla="*/ 117 w 512"/>
                <a:gd name="T7" fmla="*/ 192 h 512"/>
                <a:gd name="T8" fmla="*/ 117 w 512"/>
                <a:gd name="T9" fmla="*/ 320 h 512"/>
                <a:gd name="T10" fmla="*/ 266 w 512"/>
                <a:gd name="T11" fmla="*/ 224 h 512"/>
                <a:gd name="T12" fmla="*/ 277 w 512"/>
                <a:gd name="T13" fmla="*/ 213 h 512"/>
                <a:gd name="T14" fmla="*/ 288 w 512"/>
                <a:gd name="T15" fmla="*/ 224 h 512"/>
                <a:gd name="T16" fmla="*/ 288 w 512"/>
                <a:gd name="T17" fmla="*/ 288 h 512"/>
                <a:gd name="T18" fmla="*/ 277 w 512"/>
                <a:gd name="T19" fmla="*/ 298 h 512"/>
                <a:gd name="T20" fmla="*/ 266 w 512"/>
                <a:gd name="T21" fmla="*/ 288 h 512"/>
                <a:gd name="T22" fmla="*/ 266 w 512"/>
                <a:gd name="T23" fmla="*/ 224 h 512"/>
                <a:gd name="T24" fmla="*/ 224 w 512"/>
                <a:gd name="T25" fmla="*/ 224 h 512"/>
                <a:gd name="T26" fmla="*/ 234 w 512"/>
                <a:gd name="T27" fmla="*/ 213 h 512"/>
                <a:gd name="T28" fmla="*/ 245 w 512"/>
                <a:gd name="T29" fmla="*/ 224 h 512"/>
                <a:gd name="T30" fmla="*/ 245 w 512"/>
                <a:gd name="T31" fmla="*/ 288 h 512"/>
                <a:gd name="T32" fmla="*/ 234 w 512"/>
                <a:gd name="T33" fmla="*/ 298 h 512"/>
                <a:gd name="T34" fmla="*/ 224 w 512"/>
                <a:gd name="T35" fmla="*/ 288 h 512"/>
                <a:gd name="T36" fmla="*/ 224 w 512"/>
                <a:gd name="T37" fmla="*/ 224 h 512"/>
                <a:gd name="T38" fmla="*/ 181 w 512"/>
                <a:gd name="T39" fmla="*/ 224 h 512"/>
                <a:gd name="T40" fmla="*/ 192 w 512"/>
                <a:gd name="T41" fmla="*/ 213 h 512"/>
                <a:gd name="T42" fmla="*/ 202 w 512"/>
                <a:gd name="T43" fmla="*/ 224 h 512"/>
                <a:gd name="T44" fmla="*/ 202 w 512"/>
                <a:gd name="T45" fmla="*/ 288 h 512"/>
                <a:gd name="T46" fmla="*/ 192 w 512"/>
                <a:gd name="T47" fmla="*/ 298 h 512"/>
                <a:gd name="T48" fmla="*/ 181 w 512"/>
                <a:gd name="T49" fmla="*/ 288 h 512"/>
                <a:gd name="T50" fmla="*/ 181 w 512"/>
                <a:gd name="T51" fmla="*/ 224 h 512"/>
                <a:gd name="T52" fmla="*/ 138 w 512"/>
                <a:gd name="T53" fmla="*/ 224 h 512"/>
                <a:gd name="T54" fmla="*/ 149 w 512"/>
                <a:gd name="T55" fmla="*/ 213 h 512"/>
                <a:gd name="T56" fmla="*/ 160 w 512"/>
                <a:gd name="T57" fmla="*/ 224 h 512"/>
                <a:gd name="T58" fmla="*/ 160 w 512"/>
                <a:gd name="T59" fmla="*/ 288 h 512"/>
                <a:gd name="T60" fmla="*/ 149 w 512"/>
                <a:gd name="T61" fmla="*/ 298 h 512"/>
                <a:gd name="T62" fmla="*/ 138 w 512"/>
                <a:gd name="T63" fmla="*/ 288 h 512"/>
                <a:gd name="T64" fmla="*/ 138 w 512"/>
                <a:gd name="T65" fmla="*/ 224 h 512"/>
                <a:gd name="T66" fmla="*/ 373 w 512"/>
                <a:gd name="T67" fmla="*/ 234 h 512"/>
                <a:gd name="T68" fmla="*/ 394 w 512"/>
                <a:gd name="T69" fmla="*/ 234 h 512"/>
                <a:gd name="T70" fmla="*/ 394 w 512"/>
                <a:gd name="T71" fmla="*/ 277 h 512"/>
                <a:gd name="T72" fmla="*/ 373 w 512"/>
                <a:gd name="T73" fmla="*/ 277 h 512"/>
                <a:gd name="T74" fmla="*/ 373 w 512"/>
                <a:gd name="T75" fmla="*/ 234 h 512"/>
                <a:gd name="T76" fmla="*/ 256 w 512"/>
                <a:gd name="T77" fmla="*/ 0 h 512"/>
                <a:gd name="T78" fmla="*/ 0 w 512"/>
                <a:gd name="T79" fmla="*/ 256 h 512"/>
                <a:gd name="T80" fmla="*/ 256 w 512"/>
                <a:gd name="T81" fmla="*/ 512 h 512"/>
                <a:gd name="T82" fmla="*/ 512 w 512"/>
                <a:gd name="T83" fmla="*/ 256 h 512"/>
                <a:gd name="T84" fmla="*/ 256 w 512"/>
                <a:gd name="T85" fmla="*/ 0 h 512"/>
                <a:gd name="T86" fmla="*/ 416 w 512"/>
                <a:gd name="T87" fmla="*/ 288 h 512"/>
                <a:gd name="T88" fmla="*/ 405 w 512"/>
                <a:gd name="T89" fmla="*/ 298 h 512"/>
                <a:gd name="T90" fmla="*/ 373 w 512"/>
                <a:gd name="T91" fmla="*/ 298 h 512"/>
                <a:gd name="T92" fmla="*/ 373 w 512"/>
                <a:gd name="T93" fmla="*/ 330 h 512"/>
                <a:gd name="T94" fmla="*/ 362 w 512"/>
                <a:gd name="T95" fmla="*/ 341 h 512"/>
                <a:gd name="T96" fmla="*/ 106 w 512"/>
                <a:gd name="T97" fmla="*/ 341 h 512"/>
                <a:gd name="T98" fmla="*/ 96 w 512"/>
                <a:gd name="T99" fmla="*/ 330 h 512"/>
                <a:gd name="T100" fmla="*/ 96 w 512"/>
                <a:gd name="T101" fmla="*/ 181 h 512"/>
                <a:gd name="T102" fmla="*/ 106 w 512"/>
                <a:gd name="T103" fmla="*/ 170 h 512"/>
                <a:gd name="T104" fmla="*/ 362 w 512"/>
                <a:gd name="T105" fmla="*/ 170 h 512"/>
                <a:gd name="T106" fmla="*/ 373 w 512"/>
                <a:gd name="T107" fmla="*/ 181 h 512"/>
                <a:gd name="T108" fmla="*/ 373 w 512"/>
                <a:gd name="T109" fmla="*/ 213 h 512"/>
                <a:gd name="T110" fmla="*/ 405 w 512"/>
                <a:gd name="T111" fmla="*/ 213 h 512"/>
                <a:gd name="T112" fmla="*/ 416 w 512"/>
                <a:gd name="T113" fmla="*/ 224 h 512"/>
                <a:gd name="T114" fmla="*/ 416 w 512"/>
                <a:gd name="T11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266" y="224"/>
                  </a:moveTo>
                  <a:cubicBezTo>
                    <a:pt x="266" y="218"/>
                    <a:pt x="271" y="213"/>
                    <a:pt x="277" y="213"/>
                  </a:cubicBezTo>
                  <a:cubicBezTo>
                    <a:pt x="283" y="213"/>
                    <a:pt x="288" y="218"/>
                    <a:pt x="288" y="224"/>
                  </a:cubicBezTo>
                  <a:cubicBezTo>
                    <a:pt x="288" y="288"/>
                    <a:pt x="288" y="288"/>
                    <a:pt x="288" y="288"/>
                  </a:cubicBezTo>
                  <a:cubicBezTo>
                    <a:pt x="288" y="294"/>
                    <a:pt x="283" y="298"/>
                    <a:pt x="277" y="298"/>
                  </a:cubicBezTo>
                  <a:cubicBezTo>
                    <a:pt x="271" y="298"/>
                    <a:pt x="266" y="294"/>
                    <a:pt x="266" y="288"/>
                  </a:cubicBezTo>
                  <a:lnTo>
                    <a:pt x="266" y="224"/>
                  </a:lnTo>
                  <a:close/>
                  <a:moveTo>
                    <a:pt x="224" y="224"/>
                  </a:moveTo>
                  <a:cubicBezTo>
                    <a:pt x="224" y="218"/>
                    <a:pt x="228" y="213"/>
                    <a:pt x="234" y="213"/>
                  </a:cubicBezTo>
                  <a:cubicBezTo>
                    <a:pt x="240" y="213"/>
                    <a:pt x="245" y="218"/>
                    <a:pt x="245" y="224"/>
                  </a:cubicBezTo>
                  <a:cubicBezTo>
                    <a:pt x="245" y="288"/>
                    <a:pt x="245" y="288"/>
                    <a:pt x="245" y="288"/>
                  </a:cubicBezTo>
                  <a:cubicBezTo>
                    <a:pt x="245" y="294"/>
                    <a:pt x="240" y="298"/>
                    <a:pt x="234" y="298"/>
                  </a:cubicBezTo>
                  <a:cubicBezTo>
                    <a:pt x="228" y="298"/>
                    <a:pt x="224" y="294"/>
                    <a:pt x="224" y="288"/>
                  </a:cubicBezTo>
                  <a:lnTo>
                    <a:pt x="224" y="224"/>
                  </a:lnTo>
                  <a:close/>
                  <a:moveTo>
                    <a:pt x="181" y="224"/>
                  </a:moveTo>
                  <a:cubicBezTo>
                    <a:pt x="181" y="218"/>
                    <a:pt x="186" y="213"/>
                    <a:pt x="192" y="213"/>
                  </a:cubicBezTo>
                  <a:cubicBezTo>
                    <a:pt x="198" y="213"/>
                    <a:pt x="202" y="218"/>
                    <a:pt x="202" y="224"/>
                  </a:cubicBezTo>
                  <a:cubicBezTo>
                    <a:pt x="202" y="288"/>
                    <a:pt x="202" y="288"/>
                    <a:pt x="202" y="288"/>
                  </a:cubicBezTo>
                  <a:cubicBezTo>
                    <a:pt x="202" y="294"/>
                    <a:pt x="198" y="298"/>
                    <a:pt x="192" y="298"/>
                  </a:cubicBezTo>
                  <a:cubicBezTo>
                    <a:pt x="186" y="298"/>
                    <a:pt x="181" y="294"/>
                    <a:pt x="181" y="288"/>
                  </a:cubicBezTo>
                  <a:lnTo>
                    <a:pt x="181" y="224"/>
                  </a:lnTo>
                  <a:close/>
                  <a:moveTo>
                    <a:pt x="138" y="224"/>
                  </a:moveTo>
                  <a:cubicBezTo>
                    <a:pt x="138" y="218"/>
                    <a:pt x="143" y="213"/>
                    <a:pt x="149" y="213"/>
                  </a:cubicBezTo>
                  <a:cubicBezTo>
                    <a:pt x="155" y="213"/>
                    <a:pt x="160" y="218"/>
                    <a:pt x="160" y="224"/>
                  </a:cubicBezTo>
                  <a:cubicBezTo>
                    <a:pt x="160" y="288"/>
                    <a:pt x="160" y="288"/>
                    <a:pt x="160" y="288"/>
                  </a:cubicBezTo>
                  <a:cubicBezTo>
                    <a:pt x="160" y="294"/>
                    <a:pt x="155" y="298"/>
                    <a:pt x="149" y="298"/>
                  </a:cubicBezTo>
                  <a:cubicBezTo>
                    <a:pt x="143" y="298"/>
                    <a:pt x="138" y="294"/>
                    <a:pt x="138" y="288"/>
                  </a:cubicBezTo>
                  <a:lnTo>
                    <a:pt x="138" y="224"/>
                  </a:ln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grpSp>
        <p:nvGrpSpPr>
          <p:cNvPr id="77" name="Group 76">
            <a:extLst>
              <a:ext uri="{FF2B5EF4-FFF2-40B4-BE49-F238E27FC236}">
                <a16:creationId xmlns:a16="http://schemas.microsoft.com/office/drawing/2014/main" id="{6306D6A4-9CA3-B0C5-3E4D-BAD15D62EEF3}"/>
              </a:ext>
            </a:extLst>
          </p:cNvPr>
          <p:cNvGrpSpPr/>
          <p:nvPr/>
        </p:nvGrpSpPr>
        <p:grpSpPr>
          <a:xfrm>
            <a:off x="4857444" y="1992812"/>
            <a:ext cx="5811242" cy="643491"/>
            <a:chOff x="4929160" y="2118319"/>
            <a:chExt cx="5811242" cy="643491"/>
          </a:xfrm>
        </p:grpSpPr>
        <p:sp>
          <p:nvSpPr>
            <p:cNvPr id="20" name="Rectangle 19">
              <a:extLst>
                <a:ext uri="{FF2B5EF4-FFF2-40B4-BE49-F238E27FC236}">
                  <a16:creationId xmlns:a16="http://schemas.microsoft.com/office/drawing/2014/main" id="{E4CFFE19-C4D0-DBEE-A553-DB6EE6820109}"/>
                </a:ext>
              </a:extLst>
            </p:cNvPr>
            <p:cNvSpPr/>
            <p:nvPr/>
          </p:nvSpPr>
          <p:spPr bwMode="gray">
            <a:xfrm>
              <a:off x="5657632" y="2218738"/>
              <a:ext cx="5082770" cy="376359"/>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Sector Restructuring &amp; Project Management</a:t>
              </a:r>
            </a:p>
          </p:txBody>
        </p:sp>
        <p:pic>
          <p:nvPicPr>
            <p:cNvPr id="120" name="Graphic 119" descr="Harvey Balls 0% with solid fill">
              <a:extLst>
                <a:ext uri="{FF2B5EF4-FFF2-40B4-BE49-F238E27FC236}">
                  <a16:creationId xmlns:a16="http://schemas.microsoft.com/office/drawing/2014/main" id="{BC6AF314-6509-2B43-CD4E-D8D07F82EBF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929160" y="2118319"/>
              <a:ext cx="678580" cy="643491"/>
            </a:xfrm>
            <a:prstGeom prst="rect">
              <a:avLst/>
            </a:prstGeom>
          </p:spPr>
        </p:pic>
        <p:sp>
          <p:nvSpPr>
            <p:cNvPr id="123" name="Freeform 566">
              <a:extLst>
                <a:ext uri="{FF2B5EF4-FFF2-40B4-BE49-F238E27FC236}">
                  <a16:creationId xmlns:a16="http://schemas.microsoft.com/office/drawing/2014/main" id="{8D648E94-78DA-13D8-1EF3-8A08E66DEB47}"/>
                </a:ext>
              </a:extLst>
            </p:cNvPr>
            <p:cNvSpPr>
              <a:spLocks noChangeAspect="1" noEditPoints="1"/>
            </p:cNvSpPr>
            <p:nvPr/>
          </p:nvSpPr>
          <p:spPr bwMode="auto">
            <a:xfrm>
              <a:off x="5092914" y="2264127"/>
              <a:ext cx="356693" cy="338249"/>
            </a:xfrm>
            <a:custGeom>
              <a:avLst/>
              <a:gdLst>
                <a:gd name="T0" fmla="*/ 364 w 512"/>
                <a:gd name="T1" fmla="*/ 138 h 512"/>
                <a:gd name="T2" fmla="*/ 393 w 512"/>
                <a:gd name="T3" fmla="*/ 352 h 512"/>
                <a:gd name="T4" fmla="*/ 310 w 512"/>
                <a:gd name="T5" fmla="*/ 352 h 512"/>
                <a:gd name="T6" fmla="*/ 329 w 512"/>
                <a:gd name="T7" fmla="*/ 138 h 512"/>
                <a:gd name="T8" fmla="*/ 364 w 512"/>
                <a:gd name="T9" fmla="*/ 138 h 512"/>
                <a:gd name="T10" fmla="*/ 213 w 512"/>
                <a:gd name="T11" fmla="*/ 233 h 512"/>
                <a:gd name="T12" fmla="*/ 213 w 512"/>
                <a:gd name="T13" fmla="*/ 352 h 512"/>
                <a:gd name="T14" fmla="*/ 289 w 512"/>
                <a:gd name="T15" fmla="*/ 352 h 512"/>
                <a:gd name="T16" fmla="*/ 294 w 512"/>
                <a:gd name="T17" fmla="*/ 287 h 512"/>
                <a:gd name="T18" fmla="*/ 292 w 512"/>
                <a:gd name="T19" fmla="*/ 286 h 512"/>
                <a:gd name="T20" fmla="*/ 213 w 512"/>
                <a:gd name="T21" fmla="*/ 233 h 512"/>
                <a:gd name="T22" fmla="*/ 117 w 512"/>
                <a:gd name="T23" fmla="*/ 352 h 512"/>
                <a:gd name="T24" fmla="*/ 192 w 512"/>
                <a:gd name="T25" fmla="*/ 352 h 512"/>
                <a:gd name="T26" fmla="*/ 192 w 512"/>
                <a:gd name="T27" fmla="*/ 283 h 512"/>
                <a:gd name="T28" fmla="*/ 117 w 512"/>
                <a:gd name="T29" fmla="*/ 233 h 512"/>
                <a:gd name="T30" fmla="*/ 117 w 512"/>
                <a:gd name="T31" fmla="*/ 352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416 w 512"/>
                <a:gd name="T43" fmla="*/ 361 h 512"/>
                <a:gd name="T44" fmla="*/ 384 w 512"/>
                <a:gd name="T45" fmla="*/ 126 h 512"/>
                <a:gd name="T46" fmla="*/ 373 w 512"/>
                <a:gd name="T47" fmla="*/ 117 h 512"/>
                <a:gd name="T48" fmla="*/ 320 w 512"/>
                <a:gd name="T49" fmla="*/ 117 h 512"/>
                <a:gd name="T50" fmla="*/ 309 w 512"/>
                <a:gd name="T51" fmla="*/ 127 h 512"/>
                <a:gd name="T52" fmla="*/ 297 w 512"/>
                <a:gd name="T53" fmla="*/ 263 h 512"/>
                <a:gd name="T54" fmla="*/ 208 w 512"/>
                <a:gd name="T55" fmla="*/ 204 h 512"/>
                <a:gd name="T56" fmla="*/ 197 w 512"/>
                <a:gd name="T57" fmla="*/ 204 h 512"/>
                <a:gd name="T58" fmla="*/ 192 w 512"/>
                <a:gd name="T59" fmla="*/ 213 h 512"/>
                <a:gd name="T60" fmla="*/ 192 w 512"/>
                <a:gd name="T61" fmla="*/ 257 h 512"/>
                <a:gd name="T62" fmla="*/ 112 w 512"/>
                <a:gd name="T63" fmla="*/ 204 h 512"/>
                <a:gd name="T64" fmla="*/ 101 w 512"/>
                <a:gd name="T65" fmla="*/ 204 h 512"/>
                <a:gd name="T66" fmla="*/ 96 w 512"/>
                <a:gd name="T67" fmla="*/ 213 h 512"/>
                <a:gd name="T68" fmla="*/ 96 w 512"/>
                <a:gd name="T69" fmla="*/ 362 h 512"/>
                <a:gd name="T70" fmla="*/ 106 w 512"/>
                <a:gd name="T71" fmla="*/ 373 h 512"/>
                <a:gd name="T72" fmla="*/ 405 w 512"/>
                <a:gd name="T73" fmla="*/ 373 h 512"/>
                <a:gd name="T74" fmla="*/ 413 w 512"/>
                <a:gd name="T75" fmla="*/ 369 h 512"/>
                <a:gd name="T76" fmla="*/ 416 w 512"/>
                <a:gd name="T77" fmla="*/ 3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64" y="138"/>
                  </a:moveTo>
                  <a:cubicBezTo>
                    <a:pt x="393" y="352"/>
                    <a:pt x="393" y="352"/>
                    <a:pt x="393" y="352"/>
                  </a:cubicBezTo>
                  <a:cubicBezTo>
                    <a:pt x="310" y="352"/>
                    <a:pt x="310" y="352"/>
                    <a:pt x="310" y="352"/>
                  </a:cubicBezTo>
                  <a:cubicBezTo>
                    <a:pt x="329" y="138"/>
                    <a:pt x="329" y="138"/>
                    <a:pt x="329" y="138"/>
                  </a:cubicBezTo>
                  <a:lnTo>
                    <a:pt x="364" y="138"/>
                  </a:lnTo>
                  <a:close/>
                  <a:moveTo>
                    <a:pt x="213" y="233"/>
                  </a:moveTo>
                  <a:cubicBezTo>
                    <a:pt x="213" y="352"/>
                    <a:pt x="213" y="352"/>
                    <a:pt x="213" y="352"/>
                  </a:cubicBezTo>
                  <a:cubicBezTo>
                    <a:pt x="289" y="352"/>
                    <a:pt x="289" y="352"/>
                    <a:pt x="289" y="352"/>
                  </a:cubicBezTo>
                  <a:cubicBezTo>
                    <a:pt x="294" y="287"/>
                    <a:pt x="294" y="287"/>
                    <a:pt x="294" y="287"/>
                  </a:cubicBezTo>
                  <a:cubicBezTo>
                    <a:pt x="294" y="286"/>
                    <a:pt x="293" y="286"/>
                    <a:pt x="292" y="286"/>
                  </a:cubicBezTo>
                  <a:lnTo>
                    <a:pt x="213" y="233"/>
                  </a:lnTo>
                  <a:close/>
                  <a:moveTo>
                    <a:pt x="117" y="352"/>
                  </a:moveTo>
                  <a:cubicBezTo>
                    <a:pt x="192" y="352"/>
                    <a:pt x="192" y="352"/>
                    <a:pt x="192" y="352"/>
                  </a:cubicBezTo>
                  <a:cubicBezTo>
                    <a:pt x="192" y="283"/>
                    <a:pt x="192" y="283"/>
                    <a:pt x="192" y="283"/>
                  </a:cubicBezTo>
                  <a:cubicBezTo>
                    <a:pt x="117" y="233"/>
                    <a:pt x="117" y="233"/>
                    <a:pt x="117" y="233"/>
                  </a:cubicBezTo>
                  <a:lnTo>
                    <a:pt x="117"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361"/>
                  </a:moveTo>
                  <a:cubicBezTo>
                    <a:pt x="384" y="126"/>
                    <a:pt x="384" y="126"/>
                    <a:pt x="384" y="126"/>
                  </a:cubicBezTo>
                  <a:cubicBezTo>
                    <a:pt x="383" y="121"/>
                    <a:pt x="378" y="117"/>
                    <a:pt x="373" y="117"/>
                  </a:cubicBezTo>
                  <a:cubicBezTo>
                    <a:pt x="320" y="117"/>
                    <a:pt x="320" y="117"/>
                    <a:pt x="320" y="117"/>
                  </a:cubicBezTo>
                  <a:cubicBezTo>
                    <a:pt x="314" y="117"/>
                    <a:pt x="310" y="121"/>
                    <a:pt x="309" y="127"/>
                  </a:cubicBezTo>
                  <a:cubicBezTo>
                    <a:pt x="297" y="263"/>
                    <a:pt x="297" y="263"/>
                    <a:pt x="297" y="263"/>
                  </a:cubicBezTo>
                  <a:cubicBezTo>
                    <a:pt x="208" y="204"/>
                    <a:pt x="208" y="204"/>
                    <a:pt x="208" y="204"/>
                  </a:cubicBezTo>
                  <a:cubicBezTo>
                    <a:pt x="205" y="202"/>
                    <a:pt x="201" y="202"/>
                    <a:pt x="197" y="204"/>
                  </a:cubicBezTo>
                  <a:cubicBezTo>
                    <a:pt x="194" y="205"/>
                    <a:pt x="192" y="209"/>
                    <a:pt x="192" y="213"/>
                  </a:cubicBezTo>
                  <a:cubicBezTo>
                    <a:pt x="192" y="257"/>
                    <a:pt x="192" y="257"/>
                    <a:pt x="192" y="257"/>
                  </a:cubicBezTo>
                  <a:cubicBezTo>
                    <a:pt x="112" y="204"/>
                    <a:pt x="112" y="204"/>
                    <a:pt x="112" y="204"/>
                  </a:cubicBezTo>
                  <a:cubicBezTo>
                    <a:pt x="109" y="202"/>
                    <a:pt x="105" y="202"/>
                    <a:pt x="101" y="204"/>
                  </a:cubicBezTo>
                  <a:cubicBezTo>
                    <a:pt x="98" y="205"/>
                    <a:pt x="96" y="209"/>
                    <a:pt x="96" y="213"/>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4"/>
                    <a:pt x="416" y="36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sp>
        <p:nvSpPr>
          <p:cNvPr id="124" name="Freeform 6">
            <a:extLst>
              <a:ext uri="{FF2B5EF4-FFF2-40B4-BE49-F238E27FC236}">
                <a16:creationId xmlns:a16="http://schemas.microsoft.com/office/drawing/2014/main" id="{850CA417-CB8B-E03F-C8FD-4D0218F74F05}"/>
              </a:ext>
            </a:extLst>
          </p:cNvPr>
          <p:cNvSpPr>
            <a:spLocks/>
          </p:cNvSpPr>
          <p:nvPr/>
        </p:nvSpPr>
        <p:spPr bwMode="auto">
          <a:xfrm>
            <a:off x="3445453" y="1198335"/>
            <a:ext cx="1819747" cy="5522476"/>
          </a:xfrm>
          <a:custGeom>
            <a:avLst/>
            <a:gdLst/>
            <a:ahLst/>
            <a:cxnLst>
              <a:cxn ang="0">
                <a:pos x="2" y="1205"/>
              </a:cxn>
              <a:cxn ang="0">
                <a:pos x="385" y="602"/>
              </a:cxn>
              <a:cxn ang="0">
                <a:pos x="2" y="0"/>
              </a:cxn>
              <a:cxn ang="0">
                <a:pos x="349" y="602"/>
              </a:cxn>
              <a:cxn ang="0">
                <a:pos x="0" y="1206"/>
              </a:cxn>
            </a:cxnLst>
            <a:rect l="0" t="0" r="r" b="b"/>
            <a:pathLst>
              <a:path w="385" h="1206">
                <a:moveTo>
                  <a:pt x="2" y="1205"/>
                </a:moveTo>
                <a:cubicBezTo>
                  <a:pt x="217" y="1104"/>
                  <a:pt x="385" y="860"/>
                  <a:pt x="385" y="602"/>
                </a:cubicBezTo>
                <a:cubicBezTo>
                  <a:pt x="385" y="345"/>
                  <a:pt x="217" y="101"/>
                  <a:pt x="2" y="0"/>
                </a:cubicBezTo>
                <a:cubicBezTo>
                  <a:pt x="210" y="120"/>
                  <a:pt x="349" y="345"/>
                  <a:pt x="349" y="602"/>
                </a:cubicBezTo>
                <a:cubicBezTo>
                  <a:pt x="349" y="861"/>
                  <a:pt x="209" y="1086"/>
                  <a:pt x="0" y="1206"/>
                </a:cubicBezTo>
              </a:path>
            </a:pathLst>
          </a:custGeom>
          <a:solidFill>
            <a:srgbClr val="86BC25">
              <a:lumMod val="60000"/>
              <a:lumOff val="40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000000"/>
              </a:solidFill>
              <a:effectLst/>
              <a:uLnTx/>
              <a:uFillTx/>
              <a:ea typeface="Microsoft YaHei"/>
            </a:endParaRPr>
          </a:p>
        </p:txBody>
      </p:sp>
      <p:sp>
        <p:nvSpPr>
          <p:cNvPr id="125" name="Rectangle 124">
            <a:extLst>
              <a:ext uri="{FF2B5EF4-FFF2-40B4-BE49-F238E27FC236}">
                <a16:creationId xmlns:a16="http://schemas.microsoft.com/office/drawing/2014/main" id="{663B2D28-BD3B-A87A-15BA-EBB12E259B03}"/>
              </a:ext>
            </a:extLst>
          </p:cNvPr>
          <p:cNvSpPr/>
          <p:nvPr/>
        </p:nvSpPr>
        <p:spPr bwMode="gray">
          <a:xfrm>
            <a:off x="1299853" y="1646469"/>
            <a:ext cx="2168310" cy="582329"/>
          </a:xfrm>
          <a:prstGeom prst="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chemeClr val="bg1"/>
                </a:solidFill>
              </a:rPr>
              <a:t>Operations Transformation</a:t>
            </a:r>
          </a:p>
        </p:txBody>
      </p:sp>
      <p:sp>
        <p:nvSpPr>
          <p:cNvPr id="126" name="Rectangle 125">
            <a:extLst>
              <a:ext uri="{FF2B5EF4-FFF2-40B4-BE49-F238E27FC236}">
                <a16:creationId xmlns:a16="http://schemas.microsoft.com/office/drawing/2014/main" id="{407BC510-2B19-CA08-4AF0-109B4246C44A}"/>
              </a:ext>
            </a:extLst>
          </p:cNvPr>
          <p:cNvSpPr/>
          <p:nvPr/>
        </p:nvSpPr>
        <p:spPr bwMode="gray">
          <a:xfrm>
            <a:off x="2160633" y="2486382"/>
            <a:ext cx="2168310" cy="582329"/>
          </a:xfrm>
          <a:prstGeom prst="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chemeClr val="bg1"/>
                </a:solidFill>
              </a:rPr>
              <a:t>Strategic Planning &amp; Restructuring</a:t>
            </a:r>
          </a:p>
        </p:txBody>
      </p:sp>
      <p:sp>
        <p:nvSpPr>
          <p:cNvPr id="127" name="Rectangle 126">
            <a:extLst>
              <a:ext uri="{FF2B5EF4-FFF2-40B4-BE49-F238E27FC236}">
                <a16:creationId xmlns:a16="http://schemas.microsoft.com/office/drawing/2014/main" id="{65B4053B-126C-EFE2-A4CA-F168F9A40EA5}"/>
              </a:ext>
            </a:extLst>
          </p:cNvPr>
          <p:cNvSpPr/>
          <p:nvPr/>
        </p:nvSpPr>
        <p:spPr bwMode="gray">
          <a:xfrm>
            <a:off x="2533489" y="3587485"/>
            <a:ext cx="2168310" cy="582329"/>
          </a:xfrm>
          <a:prstGeom prst="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chemeClr val="bg1"/>
                </a:solidFill>
              </a:rPr>
              <a:t>Advisory Services, Policies &amp; Regulations</a:t>
            </a:r>
          </a:p>
        </p:txBody>
      </p:sp>
      <p:sp>
        <p:nvSpPr>
          <p:cNvPr id="128" name="Rectangle 127">
            <a:extLst>
              <a:ext uri="{FF2B5EF4-FFF2-40B4-BE49-F238E27FC236}">
                <a16:creationId xmlns:a16="http://schemas.microsoft.com/office/drawing/2014/main" id="{E3F74375-C818-DDA4-3FAD-8B76E8A197B4}"/>
              </a:ext>
            </a:extLst>
          </p:cNvPr>
          <p:cNvSpPr/>
          <p:nvPr/>
        </p:nvSpPr>
        <p:spPr bwMode="gray">
          <a:xfrm>
            <a:off x="2155329" y="4694482"/>
            <a:ext cx="2168310" cy="582329"/>
          </a:xfrm>
          <a:prstGeom prst="rect">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chemeClr val="bg1"/>
                </a:solidFill>
              </a:rPr>
              <a:t>Energy Transition</a:t>
            </a:r>
          </a:p>
        </p:txBody>
      </p:sp>
      <p:sp>
        <p:nvSpPr>
          <p:cNvPr id="129" name="Rectangle 128">
            <a:extLst>
              <a:ext uri="{FF2B5EF4-FFF2-40B4-BE49-F238E27FC236}">
                <a16:creationId xmlns:a16="http://schemas.microsoft.com/office/drawing/2014/main" id="{CF03F428-9245-CF30-CA4C-B543AD73AFCA}"/>
              </a:ext>
            </a:extLst>
          </p:cNvPr>
          <p:cNvSpPr/>
          <p:nvPr/>
        </p:nvSpPr>
        <p:spPr bwMode="gray">
          <a:xfrm>
            <a:off x="1325250" y="5564954"/>
            <a:ext cx="2168310" cy="582329"/>
          </a:xfrm>
          <a:prstGeom prst="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chemeClr val="bg1"/>
                </a:solidFill>
              </a:rPr>
              <a:t>Digital Transformation</a:t>
            </a:r>
          </a:p>
        </p:txBody>
      </p:sp>
      <p:grpSp>
        <p:nvGrpSpPr>
          <p:cNvPr id="84" name="Group 83">
            <a:extLst>
              <a:ext uri="{FF2B5EF4-FFF2-40B4-BE49-F238E27FC236}">
                <a16:creationId xmlns:a16="http://schemas.microsoft.com/office/drawing/2014/main" id="{44E1278B-08F6-BE06-3B79-2F20E9AD0F4B}"/>
              </a:ext>
            </a:extLst>
          </p:cNvPr>
          <p:cNvGrpSpPr/>
          <p:nvPr/>
        </p:nvGrpSpPr>
        <p:grpSpPr>
          <a:xfrm>
            <a:off x="4975099" y="5101942"/>
            <a:ext cx="3620787" cy="643491"/>
            <a:chOff x="5016603" y="5272203"/>
            <a:chExt cx="3620787" cy="643491"/>
          </a:xfrm>
        </p:grpSpPr>
        <p:sp>
          <p:nvSpPr>
            <p:cNvPr id="5" name="Rectangle 4">
              <a:extLst>
                <a:ext uri="{FF2B5EF4-FFF2-40B4-BE49-F238E27FC236}">
                  <a16:creationId xmlns:a16="http://schemas.microsoft.com/office/drawing/2014/main" id="{B8FDBA7F-F639-5697-70CA-4403BDAFF286}"/>
                </a:ext>
              </a:extLst>
            </p:cNvPr>
            <p:cNvSpPr/>
            <p:nvPr/>
          </p:nvSpPr>
          <p:spPr bwMode="gray">
            <a:xfrm>
              <a:off x="5661993" y="5386585"/>
              <a:ext cx="2975397" cy="347847"/>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a:solidFill>
                    <a:prstClr val="black">
                      <a:lumMod val="50000"/>
                      <a:lumOff val="50000"/>
                    </a:prstClr>
                  </a:solidFill>
                  <a:ea typeface="Open Sans" charset="0"/>
                  <a:cs typeface="Open Sans" charset="0"/>
                </a:rPr>
                <a:t>Integrated Resource Planning</a:t>
              </a:r>
            </a:p>
          </p:txBody>
        </p:sp>
        <p:pic>
          <p:nvPicPr>
            <p:cNvPr id="6" name="Graphic 5" descr="Harvey Balls 0% with solid fill">
              <a:extLst>
                <a:ext uri="{FF2B5EF4-FFF2-40B4-BE49-F238E27FC236}">
                  <a16:creationId xmlns:a16="http://schemas.microsoft.com/office/drawing/2014/main" id="{752641B5-4B68-0C27-062B-EB289CA534B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016603" y="5272203"/>
              <a:ext cx="678580" cy="643491"/>
            </a:xfrm>
            <a:prstGeom prst="rect">
              <a:avLst/>
            </a:prstGeom>
          </p:spPr>
        </p:pic>
        <p:grpSp>
          <p:nvGrpSpPr>
            <p:cNvPr id="7" name="Group 6">
              <a:extLst>
                <a:ext uri="{FF2B5EF4-FFF2-40B4-BE49-F238E27FC236}">
                  <a16:creationId xmlns:a16="http://schemas.microsoft.com/office/drawing/2014/main" id="{6E962B67-5E5C-2128-779B-E0A9F9AA6929}"/>
                </a:ext>
              </a:extLst>
            </p:cNvPr>
            <p:cNvGrpSpPr>
              <a:grpSpLocks noChangeAspect="1"/>
            </p:cNvGrpSpPr>
            <p:nvPr/>
          </p:nvGrpSpPr>
          <p:grpSpPr>
            <a:xfrm>
              <a:off x="5168045" y="5426730"/>
              <a:ext cx="356120" cy="340676"/>
              <a:chOff x="6515101" y="2628900"/>
              <a:chExt cx="1622425" cy="1636713"/>
            </a:xfrm>
            <a:solidFill>
              <a:schemeClr val="accent4"/>
            </a:solidFill>
          </p:grpSpPr>
          <p:sp>
            <p:nvSpPr>
              <p:cNvPr id="8" name="Freeform 13">
                <a:extLst>
                  <a:ext uri="{FF2B5EF4-FFF2-40B4-BE49-F238E27FC236}">
                    <a16:creationId xmlns:a16="http://schemas.microsoft.com/office/drawing/2014/main" id="{B5B3CC94-454D-9E88-A5C6-65AD57F2DF5B}"/>
                  </a:ext>
                </a:extLst>
              </p:cNvPr>
              <p:cNvSpPr>
                <a:spLocks/>
              </p:cNvSpPr>
              <p:nvPr/>
            </p:nvSpPr>
            <p:spPr bwMode="auto">
              <a:xfrm>
                <a:off x="6899276" y="3497263"/>
                <a:ext cx="238125" cy="211138"/>
              </a:xfrm>
              <a:custGeom>
                <a:avLst/>
                <a:gdLst>
                  <a:gd name="T0" fmla="*/ 64 w 115"/>
                  <a:gd name="T1" fmla="*/ 0 h 102"/>
                  <a:gd name="T2" fmla="*/ 64 w 115"/>
                  <a:gd name="T3" fmla="*/ 0 h 102"/>
                  <a:gd name="T4" fmla="*/ 38 w 115"/>
                  <a:gd name="T5" fmla="*/ 26 h 102"/>
                  <a:gd name="T6" fmla="*/ 5 w 115"/>
                  <a:gd name="T7" fmla="*/ 92 h 102"/>
                  <a:gd name="T8" fmla="*/ 38 w 115"/>
                  <a:gd name="T9" fmla="*/ 102 h 102"/>
                  <a:gd name="T10" fmla="*/ 115 w 115"/>
                  <a:gd name="T11" fmla="*/ 87 h 102"/>
                  <a:gd name="T12" fmla="*/ 108 w 115"/>
                  <a:gd name="T13" fmla="*/ 32 h 102"/>
                  <a:gd name="T14" fmla="*/ 64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64" y="0"/>
                    </a:moveTo>
                    <a:lnTo>
                      <a:pt x="64" y="0"/>
                    </a:lnTo>
                    <a:cubicBezTo>
                      <a:pt x="54" y="9"/>
                      <a:pt x="45" y="18"/>
                      <a:pt x="38" y="26"/>
                    </a:cubicBezTo>
                    <a:cubicBezTo>
                      <a:pt x="8" y="59"/>
                      <a:pt x="0" y="83"/>
                      <a:pt x="5" y="92"/>
                    </a:cubicBezTo>
                    <a:cubicBezTo>
                      <a:pt x="9" y="98"/>
                      <a:pt x="21" y="102"/>
                      <a:pt x="38" y="102"/>
                    </a:cubicBezTo>
                    <a:cubicBezTo>
                      <a:pt x="58" y="102"/>
                      <a:pt x="85" y="97"/>
                      <a:pt x="115" y="87"/>
                    </a:cubicBezTo>
                    <a:cubicBezTo>
                      <a:pt x="112" y="69"/>
                      <a:pt x="110" y="51"/>
                      <a:pt x="108" y="32"/>
                    </a:cubicBezTo>
                    <a:cubicBezTo>
                      <a:pt x="93" y="22"/>
                      <a:pt x="78" y="11"/>
                      <a:pt x="6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 name="Freeform 14">
                <a:extLst>
                  <a:ext uri="{FF2B5EF4-FFF2-40B4-BE49-F238E27FC236}">
                    <a16:creationId xmlns:a16="http://schemas.microsoft.com/office/drawing/2014/main" id="{45195147-8D9B-CD4C-09E3-07B817EC6976}"/>
                  </a:ext>
                </a:extLst>
              </p:cNvPr>
              <p:cNvSpPr>
                <a:spLocks/>
              </p:cNvSpPr>
              <p:nvPr/>
            </p:nvSpPr>
            <p:spPr bwMode="auto">
              <a:xfrm>
                <a:off x="7221538" y="2963863"/>
                <a:ext cx="207963" cy="247650"/>
              </a:xfrm>
              <a:custGeom>
                <a:avLst/>
                <a:gdLst>
                  <a:gd name="T0" fmla="*/ 101 w 101"/>
                  <a:gd name="T1" fmla="*/ 97 h 119"/>
                  <a:gd name="T2" fmla="*/ 101 w 101"/>
                  <a:gd name="T3" fmla="*/ 97 h 119"/>
                  <a:gd name="T4" fmla="*/ 51 w 101"/>
                  <a:gd name="T5" fmla="*/ 0 h 119"/>
                  <a:gd name="T6" fmla="*/ 0 w 101"/>
                  <a:gd name="T7" fmla="*/ 97 h 119"/>
                  <a:gd name="T8" fmla="*/ 51 w 101"/>
                  <a:gd name="T9" fmla="*/ 119 h 119"/>
                  <a:gd name="T10" fmla="*/ 101 w 101"/>
                  <a:gd name="T11" fmla="*/ 97 h 119"/>
                </a:gdLst>
                <a:ahLst/>
                <a:cxnLst>
                  <a:cxn ang="0">
                    <a:pos x="T0" y="T1"/>
                  </a:cxn>
                  <a:cxn ang="0">
                    <a:pos x="T2" y="T3"/>
                  </a:cxn>
                  <a:cxn ang="0">
                    <a:pos x="T4" y="T5"/>
                  </a:cxn>
                  <a:cxn ang="0">
                    <a:pos x="T6" y="T7"/>
                  </a:cxn>
                  <a:cxn ang="0">
                    <a:pos x="T8" y="T9"/>
                  </a:cxn>
                  <a:cxn ang="0">
                    <a:pos x="T10" y="T11"/>
                  </a:cxn>
                </a:cxnLst>
                <a:rect l="0" t="0" r="r" b="b"/>
                <a:pathLst>
                  <a:path w="101" h="119">
                    <a:moveTo>
                      <a:pt x="101" y="97"/>
                    </a:moveTo>
                    <a:lnTo>
                      <a:pt x="101" y="97"/>
                    </a:lnTo>
                    <a:cubicBezTo>
                      <a:pt x="87" y="34"/>
                      <a:pt x="65" y="0"/>
                      <a:pt x="51" y="0"/>
                    </a:cubicBezTo>
                    <a:cubicBezTo>
                      <a:pt x="36" y="0"/>
                      <a:pt x="14" y="34"/>
                      <a:pt x="0" y="97"/>
                    </a:cubicBezTo>
                    <a:cubicBezTo>
                      <a:pt x="17" y="104"/>
                      <a:pt x="34" y="111"/>
                      <a:pt x="51" y="119"/>
                    </a:cubicBezTo>
                    <a:cubicBezTo>
                      <a:pt x="68" y="111"/>
                      <a:pt x="85" y="104"/>
                      <a:pt x="101"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 name="Freeform 15">
                <a:extLst>
                  <a:ext uri="{FF2B5EF4-FFF2-40B4-BE49-F238E27FC236}">
                    <a16:creationId xmlns:a16="http://schemas.microsoft.com/office/drawing/2014/main" id="{F38987A7-9A4E-9FA6-39C1-60CDECE6747D}"/>
                  </a:ext>
                </a:extLst>
              </p:cNvPr>
              <p:cNvSpPr>
                <a:spLocks/>
              </p:cNvSpPr>
              <p:nvPr/>
            </p:nvSpPr>
            <p:spPr bwMode="auto">
              <a:xfrm>
                <a:off x="7202488" y="3616325"/>
                <a:ext cx="39688" cy="36513"/>
              </a:xfrm>
              <a:custGeom>
                <a:avLst/>
                <a:gdLst>
                  <a:gd name="T0" fmla="*/ 10 w 19"/>
                  <a:gd name="T1" fmla="*/ 5 h 18"/>
                  <a:gd name="T2" fmla="*/ 10 w 19"/>
                  <a:gd name="T3" fmla="*/ 5 h 18"/>
                  <a:gd name="T4" fmla="*/ 0 w 19"/>
                  <a:gd name="T5" fmla="*/ 0 h 18"/>
                  <a:gd name="T6" fmla="*/ 2 w 19"/>
                  <a:gd name="T7" fmla="*/ 18 h 18"/>
                  <a:gd name="T8" fmla="*/ 19 w 19"/>
                  <a:gd name="T9" fmla="*/ 11 h 18"/>
                  <a:gd name="T10" fmla="*/ 10 w 19"/>
                  <a:gd name="T11" fmla="*/ 5 h 18"/>
                </a:gdLst>
                <a:ahLst/>
                <a:cxnLst>
                  <a:cxn ang="0">
                    <a:pos x="T0" y="T1"/>
                  </a:cxn>
                  <a:cxn ang="0">
                    <a:pos x="T2" y="T3"/>
                  </a:cxn>
                  <a:cxn ang="0">
                    <a:pos x="T4" y="T5"/>
                  </a:cxn>
                  <a:cxn ang="0">
                    <a:pos x="T6" y="T7"/>
                  </a:cxn>
                  <a:cxn ang="0">
                    <a:pos x="T8" y="T9"/>
                  </a:cxn>
                  <a:cxn ang="0">
                    <a:pos x="T10" y="T11"/>
                  </a:cxn>
                </a:cxnLst>
                <a:rect l="0" t="0" r="r" b="b"/>
                <a:pathLst>
                  <a:path w="19" h="18">
                    <a:moveTo>
                      <a:pt x="10" y="5"/>
                    </a:moveTo>
                    <a:lnTo>
                      <a:pt x="10" y="5"/>
                    </a:lnTo>
                    <a:cubicBezTo>
                      <a:pt x="6" y="4"/>
                      <a:pt x="3" y="2"/>
                      <a:pt x="0" y="0"/>
                    </a:cubicBezTo>
                    <a:cubicBezTo>
                      <a:pt x="1" y="6"/>
                      <a:pt x="2" y="12"/>
                      <a:pt x="2" y="18"/>
                    </a:cubicBezTo>
                    <a:cubicBezTo>
                      <a:pt x="8" y="15"/>
                      <a:pt x="13" y="13"/>
                      <a:pt x="19" y="11"/>
                    </a:cubicBezTo>
                    <a:cubicBezTo>
                      <a:pt x="16" y="9"/>
                      <a:pt x="13" y="7"/>
                      <a:pt x="10"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 name="Freeform 16">
                <a:extLst>
                  <a:ext uri="{FF2B5EF4-FFF2-40B4-BE49-F238E27FC236}">
                    <a16:creationId xmlns:a16="http://schemas.microsoft.com/office/drawing/2014/main" id="{F9987B90-540A-18F4-5796-919827EDC4FD}"/>
                  </a:ext>
                </a:extLst>
              </p:cNvPr>
              <p:cNvSpPr>
                <a:spLocks/>
              </p:cNvSpPr>
              <p:nvPr/>
            </p:nvSpPr>
            <p:spPr bwMode="auto">
              <a:xfrm>
                <a:off x="7221538" y="3681413"/>
                <a:ext cx="207963" cy="247650"/>
              </a:xfrm>
              <a:custGeom>
                <a:avLst/>
                <a:gdLst>
                  <a:gd name="T0" fmla="*/ 0 w 101"/>
                  <a:gd name="T1" fmla="*/ 22 h 119"/>
                  <a:gd name="T2" fmla="*/ 0 w 101"/>
                  <a:gd name="T3" fmla="*/ 22 h 119"/>
                  <a:gd name="T4" fmla="*/ 51 w 101"/>
                  <a:gd name="T5" fmla="*/ 119 h 119"/>
                  <a:gd name="T6" fmla="*/ 101 w 101"/>
                  <a:gd name="T7" fmla="*/ 22 h 119"/>
                  <a:gd name="T8" fmla="*/ 51 w 101"/>
                  <a:gd name="T9" fmla="*/ 0 h 119"/>
                  <a:gd name="T10" fmla="*/ 0 w 101"/>
                  <a:gd name="T11" fmla="*/ 22 h 119"/>
                </a:gdLst>
                <a:ahLst/>
                <a:cxnLst>
                  <a:cxn ang="0">
                    <a:pos x="T0" y="T1"/>
                  </a:cxn>
                  <a:cxn ang="0">
                    <a:pos x="T2" y="T3"/>
                  </a:cxn>
                  <a:cxn ang="0">
                    <a:pos x="T4" y="T5"/>
                  </a:cxn>
                  <a:cxn ang="0">
                    <a:pos x="T6" y="T7"/>
                  </a:cxn>
                  <a:cxn ang="0">
                    <a:pos x="T8" y="T9"/>
                  </a:cxn>
                  <a:cxn ang="0">
                    <a:pos x="T10" y="T11"/>
                  </a:cxn>
                </a:cxnLst>
                <a:rect l="0" t="0" r="r" b="b"/>
                <a:pathLst>
                  <a:path w="101" h="119">
                    <a:moveTo>
                      <a:pt x="0" y="22"/>
                    </a:moveTo>
                    <a:lnTo>
                      <a:pt x="0" y="22"/>
                    </a:lnTo>
                    <a:cubicBezTo>
                      <a:pt x="14" y="85"/>
                      <a:pt x="36" y="119"/>
                      <a:pt x="51" y="119"/>
                    </a:cubicBezTo>
                    <a:cubicBezTo>
                      <a:pt x="65" y="119"/>
                      <a:pt x="87" y="85"/>
                      <a:pt x="101" y="22"/>
                    </a:cubicBezTo>
                    <a:cubicBezTo>
                      <a:pt x="84" y="15"/>
                      <a:pt x="67" y="8"/>
                      <a:pt x="51" y="0"/>
                    </a:cubicBezTo>
                    <a:cubicBezTo>
                      <a:pt x="34" y="8"/>
                      <a:pt x="17" y="16"/>
                      <a:pt x="0" y="2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 name="Freeform 17">
                <a:extLst>
                  <a:ext uri="{FF2B5EF4-FFF2-40B4-BE49-F238E27FC236}">
                    <a16:creationId xmlns:a16="http://schemas.microsoft.com/office/drawing/2014/main" id="{C9D24C3A-D858-CB69-8FC2-72150ED10EEE}"/>
                  </a:ext>
                </a:extLst>
              </p:cNvPr>
              <p:cNvSpPr>
                <a:spLocks/>
              </p:cNvSpPr>
              <p:nvPr/>
            </p:nvSpPr>
            <p:spPr bwMode="auto">
              <a:xfrm>
                <a:off x="7202488" y="3241675"/>
                <a:ext cx="39688" cy="34925"/>
              </a:xfrm>
              <a:custGeom>
                <a:avLst/>
                <a:gdLst>
                  <a:gd name="T0" fmla="*/ 19 w 19"/>
                  <a:gd name="T1" fmla="*/ 6 h 17"/>
                  <a:gd name="T2" fmla="*/ 19 w 19"/>
                  <a:gd name="T3" fmla="*/ 6 h 17"/>
                  <a:gd name="T4" fmla="*/ 3 w 19"/>
                  <a:gd name="T5" fmla="*/ 0 h 17"/>
                  <a:gd name="T6" fmla="*/ 0 w 19"/>
                  <a:gd name="T7" fmla="*/ 17 h 17"/>
                  <a:gd name="T8" fmla="*/ 9 w 19"/>
                  <a:gd name="T9" fmla="*/ 12 h 17"/>
                  <a:gd name="T10" fmla="*/ 19 w 19"/>
                  <a:gd name="T11" fmla="*/ 6 h 17"/>
                </a:gdLst>
                <a:ahLst/>
                <a:cxnLst>
                  <a:cxn ang="0">
                    <a:pos x="T0" y="T1"/>
                  </a:cxn>
                  <a:cxn ang="0">
                    <a:pos x="T2" y="T3"/>
                  </a:cxn>
                  <a:cxn ang="0">
                    <a:pos x="T4" y="T5"/>
                  </a:cxn>
                  <a:cxn ang="0">
                    <a:pos x="T6" y="T7"/>
                  </a:cxn>
                  <a:cxn ang="0">
                    <a:pos x="T8" y="T9"/>
                  </a:cxn>
                  <a:cxn ang="0">
                    <a:pos x="T10" y="T11"/>
                  </a:cxn>
                </a:cxnLst>
                <a:rect l="0" t="0" r="r" b="b"/>
                <a:pathLst>
                  <a:path w="19" h="17">
                    <a:moveTo>
                      <a:pt x="19" y="6"/>
                    </a:moveTo>
                    <a:lnTo>
                      <a:pt x="19" y="6"/>
                    </a:lnTo>
                    <a:cubicBezTo>
                      <a:pt x="13" y="4"/>
                      <a:pt x="8" y="2"/>
                      <a:pt x="3" y="0"/>
                    </a:cubicBezTo>
                    <a:cubicBezTo>
                      <a:pt x="2" y="5"/>
                      <a:pt x="1" y="11"/>
                      <a:pt x="0" y="17"/>
                    </a:cubicBezTo>
                    <a:cubicBezTo>
                      <a:pt x="3" y="15"/>
                      <a:pt x="6" y="14"/>
                      <a:pt x="9" y="12"/>
                    </a:cubicBezTo>
                    <a:cubicBezTo>
                      <a:pt x="13" y="10"/>
                      <a:pt x="16" y="8"/>
                      <a:pt x="19"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5" name="Freeform 18">
                <a:extLst>
                  <a:ext uri="{FF2B5EF4-FFF2-40B4-BE49-F238E27FC236}">
                    <a16:creationId xmlns:a16="http://schemas.microsoft.com/office/drawing/2014/main" id="{20CE9460-BB1D-96EE-9705-946A08BA7DA8}"/>
                  </a:ext>
                </a:extLst>
              </p:cNvPr>
              <p:cNvSpPr>
                <a:spLocks/>
              </p:cNvSpPr>
              <p:nvPr/>
            </p:nvSpPr>
            <p:spPr bwMode="auto">
              <a:xfrm>
                <a:off x="7089776" y="3424238"/>
                <a:ext cx="28575" cy="44450"/>
              </a:xfrm>
              <a:custGeom>
                <a:avLst/>
                <a:gdLst>
                  <a:gd name="T0" fmla="*/ 0 w 14"/>
                  <a:gd name="T1" fmla="*/ 11 h 21"/>
                  <a:gd name="T2" fmla="*/ 0 w 14"/>
                  <a:gd name="T3" fmla="*/ 11 h 21"/>
                  <a:gd name="T4" fmla="*/ 14 w 14"/>
                  <a:gd name="T5" fmla="*/ 21 h 21"/>
                  <a:gd name="T6" fmla="*/ 14 w 14"/>
                  <a:gd name="T7" fmla="*/ 11 h 21"/>
                  <a:gd name="T8" fmla="*/ 14 w 14"/>
                  <a:gd name="T9" fmla="*/ 0 h 21"/>
                  <a:gd name="T10" fmla="*/ 0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0" y="11"/>
                    </a:moveTo>
                    <a:lnTo>
                      <a:pt x="0" y="11"/>
                    </a:lnTo>
                    <a:cubicBezTo>
                      <a:pt x="5" y="14"/>
                      <a:pt x="10" y="18"/>
                      <a:pt x="14" y="21"/>
                    </a:cubicBezTo>
                    <a:cubicBezTo>
                      <a:pt x="14" y="18"/>
                      <a:pt x="14" y="14"/>
                      <a:pt x="14" y="11"/>
                    </a:cubicBezTo>
                    <a:cubicBezTo>
                      <a:pt x="14" y="7"/>
                      <a:pt x="14" y="3"/>
                      <a:pt x="14" y="0"/>
                    </a:cubicBezTo>
                    <a:cubicBezTo>
                      <a:pt x="10" y="3"/>
                      <a:pt x="5" y="7"/>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6" name="Freeform 19">
                <a:extLst>
                  <a:ext uri="{FF2B5EF4-FFF2-40B4-BE49-F238E27FC236}">
                    <a16:creationId xmlns:a16="http://schemas.microsoft.com/office/drawing/2014/main" id="{37BB8282-72A5-C8F6-8B03-7DAD4EC59834}"/>
                  </a:ext>
                </a:extLst>
              </p:cNvPr>
              <p:cNvSpPr>
                <a:spLocks/>
              </p:cNvSpPr>
              <p:nvPr/>
            </p:nvSpPr>
            <p:spPr bwMode="auto">
              <a:xfrm>
                <a:off x="7408863" y="3241675"/>
                <a:ext cx="38100" cy="34925"/>
              </a:xfrm>
              <a:custGeom>
                <a:avLst/>
                <a:gdLst>
                  <a:gd name="T0" fmla="*/ 10 w 19"/>
                  <a:gd name="T1" fmla="*/ 12 h 17"/>
                  <a:gd name="T2" fmla="*/ 10 w 19"/>
                  <a:gd name="T3" fmla="*/ 12 h 17"/>
                  <a:gd name="T4" fmla="*/ 19 w 19"/>
                  <a:gd name="T5" fmla="*/ 17 h 17"/>
                  <a:gd name="T6" fmla="*/ 17 w 19"/>
                  <a:gd name="T7" fmla="*/ 0 h 17"/>
                  <a:gd name="T8" fmla="*/ 0 w 19"/>
                  <a:gd name="T9" fmla="*/ 6 h 17"/>
                  <a:gd name="T10" fmla="*/ 10 w 19"/>
                  <a:gd name="T11" fmla="*/ 12 h 17"/>
                </a:gdLst>
                <a:ahLst/>
                <a:cxnLst>
                  <a:cxn ang="0">
                    <a:pos x="T0" y="T1"/>
                  </a:cxn>
                  <a:cxn ang="0">
                    <a:pos x="T2" y="T3"/>
                  </a:cxn>
                  <a:cxn ang="0">
                    <a:pos x="T4" y="T5"/>
                  </a:cxn>
                  <a:cxn ang="0">
                    <a:pos x="T6" y="T7"/>
                  </a:cxn>
                  <a:cxn ang="0">
                    <a:pos x="T8" y="T9"/>
                  </a:cxn>
                  <a:cxn ang="0">
                    <a:pos x="T10" y="T11"/>
                  </a:cxn>
                </a:cxnLst>
                <a:rect l="0" t="0" r="r" b="b"/>
                <a:pathLst>
                  <a:path w="19" h="17">
                    <a:moveTo>
                      <a:pt x="10" y="12"/>
                    </a:moveTo>
                    <a:lnTo>
                      <a:pt x="10" y="12"/>
                    </a:lnTo>
                    <a:cubicBezTo>
                      <a:pt x="13" y="14"/>
                      <a:pt x="16" y="15"/>
                      <a:pt x="19" y="17"/>
                    </a:cubicBezTo>
                    <a:cubicBezTo>
                      <a:pt x="18" y="11"/>
                      <a:pt x="18" y="5"/>
                      <a:pt x="17" y="0"/>
                    </a:cubicBezTo>
                    <a:cubicBezTo>
                      <a:pt x="11" y="2"/>
                      <a:pt x="6" y="4"/>
                      <a:pt x="0" y="6"/>
                    </a:cubicBezTo>
                    <a:cubicBezTo>
                      <a:pt x="4" y="8"/>
                      <a:pt x="7" y="10"/>
                      <a:pt x="10"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7" name="Freeform 20">
                <a:extLst>
                  <a:ext uri="{FF2B5EF4-FFF2-40B4-BE49-F238E27FC236}">
                    <a16:creationId xmlns:a16="http://schemas.microsoft.com/office/drawing/2014/main" id="{77510887-8918-D1DA-4A61-2E97664A2E93}"/>
                  </a:ext>
                </a:extLst>
              </p:cNvPr>
              <p:cNvSpPr>
                <a:spLocks/>
              </p:cNvSpPr>
              <p:nvPr/>
            </p:nvSpPr>
            <p:spPr bwMode="auto">
              <a:xfrm>
                <a:off x="6896101" y="3186113"/>
                <a:ext cx="241300" cy="211138"/>
              </a:xfrm>
              <a:custGeom>
                <a:avLst/>
                <a:gdLst>
                  <a:gd name="T0" fmla="*/ 7 w 117"/>
                  <a:gd name="T1" fmla="*/ 9 h 102"/>
                  <a:gd name="T2" fmla="*/ 7 w 117"/>
                  <a:gd name="T3" fmla="*/ 9 h 102"/>
                  <a:gd name="T4" fmla="*/ 66 w 117"/>
                  <a:gd name="T5" fmla="*/ 102 h 102"/>
                  <a:gd name="T6" fmla="*/ 110 w 117"/>
                  <a:gd name="T7" fmla="*/ 69 h 102"/>
                  <a:gd name="T8" fmla="*/ 117 w 117"/>
                  <a:gd name="T9" fmla="*/ 14 h 102"/>
                  <a:gd name="T10" fmla="*/ 40 w 117"/>
                  <a:gd name="T11" fmla="*/ 0 h 102"/>
                  <a:gd name="T12" fmla="*/ 7 w 117"/>
                  <a:gd name="T13" fmla="*/ 9 h 102"/>
                </a:gdLst>
                <a:ahLst/>
                <a:cxnLst>
                  <a:cxn ang="0">
                    <a:pos x="T0" y="T1"/>
                  </a:cxn>
                  <a:cxn ang="0">
                    <a:pos x="T2" y="T3"/>
                  </a:cxn>
                  <a:cxn ang="0">
                    <a:pos x="T4" y="T5"/>
                  </a:cxn>
                  <a:cxn ang="0">
                    <a:pos x="T6" y="T7"/>
                  </a:cxn>
                  <a:cxn ang="0">
                    <a:pos x="T8" y="T9"/>
                  </a:cxn>
                  <a:cxn ang="0">
                    <a:pos x="T10" y="T11"/>
                  </a:cxn>
                  <a:cxn ang="0">
                    <a:pos x="T12" y="T13"/>
                  </a:cxn>
                </a:cxnLst>
                <a:rect l="0" t="0" r="r" b="b"/>
                <a:pathLst>
                  <a:path w="117" h="102">
                    <a:moveTo>
                      <a:pt x="7" y="9"/>
                    </a:moveTo>
                    <a:lnTo>
                      <a:pt x="7" y="9"/>
                    </a:lnTo>
                    <a:cubicBezTo>
                      <a:pt x="0" y="22"/>
                      <a:pt x="19" y="58"/>
                      <a:pt x="66" y="102"/>
                    </a:cubicBezTo>
                    <a:cubicBezTo>
                      <a:pt x="80" y="91"/>
                      <a:pt x="95" y="80"/>
                      <a:pt x="110" y="69"/>
                    </a:cubicBezTo>
                    <a:cubicBezTo>
                      <a:pt x="112" y="50"/>
                      <a:pt x="114" y="32"/>
                      <a:pt x="117" y="14"/>
                    </a:cubicBezTo>
                    <a:cubicBezTo>
                      <a:pt x="87" y="5"/>
                      <a:pt x="60" y="0"/>
                      <a:pt x="40" y="0"/>
                    </a:cubicBezTo>
                    <a:cubicBezTo>
                      <a:pt x="23" y="0"/>
                      <a:pt x="11" y="3"/>
                      <a:pt x="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8" name="Freeform 21">
                <a:extLst>
                  <a:ext uri="{FF2B5EF4-FFF2-40B4-BE49-F238E27FC236}">
                    <a16:creationId xmlns:a16="http://schemas.microsoft.com/office/drawing/2014/main" id="{F5022E9F-31EF-8337-AD64-0B20D07D21B3}"/>
                  </a:ext>
                </a:extLst>
              </p:cNvPr>
              <p:cNvSpPr>
                <a:spLocks/>
              </p:cNvSpPr>
              <p:nvPr/>
            </p:nvSpPr>
            <p:spPr bwMode="auto">
              <a:xfrm>
                <a:off x="7294563" y="3416300"/>
                <a:ext cx="60325" cy="60325"/>
              </a:xfrm>
              <a:custGeom>
                <a:avLst/>
                <a:gdLst>
                  <a:gd name="T0" fmla="*/ 15 w 29"/>
                  <a:gd name="T1" fmla="*/ 0 h 29"/>
                  <a:gd name="T2" fmla="*/ 15 w 29"/>
                  <a:gd name="T3" fmla="*/ 0 h 29"/>
                  <a:gd name="T4" fmla="*/ 0 w 29"/>
                  <a:gd name="T5" fmla="*/ 15 h 29"/>
                  <a:gd name="T6" fmla="*/ 15 w 29"/>
                  <a:gd name="T7" fmla="*/ 29 h 29"/>
                  <a:gd name="T8" fmla="*/ 29 w 29"/>
                  <a:gd name="T9" fmla="*/ 15 h 29"/>
                  <a:gd name="T10" fmla="*/ 15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15" y="0"/>
                    </a:moveTo>
                    <a:lnTo>
                      <a:pt x="15" y="0"/>
                    </a:lnTo>
                    <a:cubicBezTo>
                      <a:pt x="7" y="0"/>
                      <a:pt x="0" y="6"/>
                      <a:pt x="0" y="15"/>
                    </a:cubicBezTo>
                    <a:cubicBezTo>
                      <a:pt x="0" y="23"/>
                      <a:pt x="7" y="29"/>
                      <a:pt x="15" y="29"/>
                    </a:cubicBezTo>
                    <a:cubicBezTo>
                      <a:pt x="23" y="29"/>
                      <a:pt x="29" y="23"/>
                      <a:pt x="29" y="15"/>
                    </a:cubicBezTo>
                    <a:cubicBezTo>
                      <a:pt x="29" y="6"/>
                      <a:pt x="23" y="0"/>
                      <a:pt x="1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5" name="Freeform 22">
                <a:extLst>
                  <a:ext uri="{FF2B5EF4-FFF2-40B4-BE49-F238E27FC236}">
                    <a16:creationId xmlns:a16="http://schemas.microsoft.com/office/drawing/2014/main" id="{A3B4C754-045B-AD0F-5C66-7F2D1527B1DF}"/>
                  </a:ext>
                </a:extLst>
              </p:cNvPr>
              <p:cNvSpPr>
                <a:spLocks/>
              </p:cNvSpPr>
              <p:nvPr/>
            </p:nvSpPr>
            <p:spPr bwMode="auto">
              <a:xfrm>
                <a:off x="7515226" y="3497263"/>
                <a:ext cx="236538" cy="211138"/>
              </a:xfrm>
              <a:custGeom>
                <a:avLst/>
                <a:gdLst>
                  <a:gd name="T0" fmla="*/ 50 w 115"/>
                  <a:gd name="T1" fmla="*/ 0 h 102"/>
                  <a:gd name="T2" fmla="*/ 50 w 115"/>
                  <a:gd name="T3" fmla="*/ 0 h 102"/>
                  <a:gd name="T4" fmla="*/ 6 w 115"/>
                  <a:gd name="T5" fmla="*/ 32 h 102"/>
                  <a:gd name="T6" fmla="*/ 0 w 115"/>
                  <a:gd name="T7" fmla="*/ 87 h 102"/>
                  <a:gd name="T8" fmla="*/ 76 w 115"/>
                  <a:gd name="T9" fmla="*/ 102 h 102"/>
                  <a:gd name="T10" fmla="*/ 109 w 115"/>
                  <a:gd name="T11" fmla="*/ 92 h 102"/>
                  <a:gd name="T12" fmla="*/ 109 w 115"/>
                  <a:gd name="T13" fmla="*/ 92 h 102"/>
                  <a:gd name="T14" fmla="*/ 50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50" y="0"/>
                    </a:moveTo>
                    <a:lnTo>
                      <a:pt x="50" y="0"/>
                    </a:lnTo>
                    <a:cubicBezTo>
                      <a:pt x="36" y="11"/>
                      <a:pt x="21" y="22"/>
                      <a:pt x="6" y="32"/>
                    </a:cubicBezTo>
                    <a:cubicBezTo>
                      <a:pt x="4" y="51"/>
                      <a:pt x="2" y="70"/>
                      <a:pt x="0" y="87"/>
                    </a:cubicBezTo>
                    <a:cubicBezTo>
                      <a:pt x="30" y="97"/>
                      <a:pt x="56" y="102"/>
                      <a:pt x="76" y="102"/>
                    </a:cubicBezTo>
                    <a:cubicBezTo>
                      <a:pt x="93" y="102"/>
                      <a:pt x="106" y="98"/>
                      <a:pt x="109" y="92"/>
                    </a:cubicBezTo>
                    <a:lnTo>
                      <a:pt x="109" y="92"/>
                    </a:lnTo>
                    <a:cubicBezTo>
                      <a:pt x="115" y="82"/>
                      <a:pt x="103" y="48"/>
                      <a:pt x="5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7" name="Freeform 23">
                <a:extLst>
                  <a:ext uri="{FF2B5EF4-FFF2-40B4-BE49-F238E27FC236}">
                    <a16:creationId xmlns:a16="http://schemas.microsoft.com/office/drawing/2014/main" id="{8E6F4818-717B-73E1-D3C7-D3EBEC09772C}"/>
                  </a:ext>
                </a:extLst>
              </p:cNvPr>
              <p:cNvSpPr>
                <a:spLocks noEditPoints="1"/>
              </p:cNvSpPr>
              <p:nvPr/>
            </p:nvSpPr>
            <p:spPr bwMode="auto">
              <a:xfrm>
                <a:off x="6515101" y="2628900"/>
                <a:ext cx="1622425" cy="1636713"/>
              </a:xfrm>
              <a:custGeom>
                <a:avLst/>
                <a:gdLst>
                  <a:gd name="T0" fmla="*/ 626 w 788"/>
                  <a:gd name="T1" fmla="*/ 528 h 788"/>
                  <a:gd name="T2" fmla="*/ 626 w 788"/>
                  <a:gd name="T3" fmla="*/ 528 h 788"/>
                  <a:gd name="T4" fmla="*/ 562 w 788"/>
                  <a:gd name="T5" fmla="*/ 556 h 788"/>
                  <a:gd name="T6" fmla="*/ 479 w 788"/>
                  <a:gd name="T7" fmla="*/ 541 h 788"/>
                  <a:gd name="T8" fmla="*/ 394 w 788"/>
                  <a:gd name="T9" fmla="*/ 662 h 788"/>
                  <a:gd name="T10" fmla="*/ 308 w 788"/>
                  <a:gd name="T11" fmla="*/ 541 h 788"/>
                  <a:gd name="T12" fmla="*/ 225 w 788"/>
                  <a:gd name="T13" fmla="*/ 556 h 788"/>
                  <a:gd name="T14" fmla="*/ 161 w 788"/>
                  <a:gd name="T15" fmla="*/ 528 h 788"/>
                  <a:gd name="T16" fmla="*/ 198 w 788"/>
                  <a:gd name="T17" fmla="*/ 420 h 788"/>
                  <a:gd name="T18" fmla="*/ 223 w 788"/>
                  <a:gd name="T19" fmla="*/ 394 h 788"/>
                  <a:gd name="T20" fmla="*/ 161 w 788"/>
                  <a:gd name="T21" fmla="*/ 259 h 788"/>
                  <a:gd name="T22" fmla="*/ 225 w 788"/>
                  <a:gd name="T23" fmla="*/ 231 h 788"/>
                  <a:gd name="T24" fmla="*/ 308 w 788"/>
                  <a:gd name="T25" fmla="*/ 246 h 788"/>
                  <a:gd name="T26" fmla="*/ 394 w 788"/>
                  <a:gd name="T27" fmla="*/ 125 h 788"/>
                  <a:gd name="T28" fmla="*/ 479 w 788"/>
                  <a:gd name="T29" fmla="*/ 246 h 788"/>
                  <a:gd name="T30" fmla="*/ 562 w 788"/>
                  <a:gd name="T31" fmla="*/ 231 h 788"/>
                  <a:gd name="T32" fmla="*/ 626 w 788"/>
                  <a:gd name="T33" fmla="*/ 259 h 788"/>
                  <a:gd name="T34" fmla="*/ 564 w 788"/>
                  <a:gd name="T35" fmla="*/ 394 h 788"/>
                  <a:gd name="T36" fmla="*/ 626 w 788"/>
                  <a:gd name="T37" fmla="*/ 528 h 788"/>
                  <a:gd name="T38" fmla="*/ 626 w 788"/>
                  <a:gd name="T39" fmla="*/ 528 h 788"/>
                  <a:gd name="T40" fmla="*/ 394 w 788"/>
                  <a:gd name="T41" fmla="*/ 0 h 788"/>
                  <a:gd name="T42" fmla="*/ 394 w 788"/>
                  <a:gd name="T43" fmla="*/ 0 h 788"/>
                  <a:gd name="T44" fmla="*/ 0 w 788"/>
                  <a:gd name="T45" fmla="*/ 394 h 788"/>
                  <a:gd name="T46" fmla="*/ 394 w 788"/>
                  <a:gd name="T47" fmla="*/ 788 h 788"/>
                  <a:gd name="T48" fmla="*/ 788 w 788"/>
                  <a:gd name="T49" fmla="*/ 394 h 788"/>
                  <a:gd name="T50" fmla="*/ 394 w 788"/>
                  <a:gd name="T51"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8" h="788">
                    <a:moveTo>
                      <a:pt x="626" y="528"/>
                    </a:moveTo>
                    <a:lnTo>
                      <a:pt x="626" y="528"/>
                    </a:lnTo>
                    <a:cubicBezTo>
                      <a:pt x="619" y="541"/>
                      <a:pt x="602" y="556"/>
                      <a:pt x="562" y="556"/>
                    </a:cubicBezTo>
                    <a:cubicBezTo>
                      <a:pt x="539" y="556"/>
                      <a:pt x="511" y="551"/>
                      <a:pt x="479" y="541"/>
                    </a:cubicBezTo>
                    <a:cubicBezTo>
                      <a:pt x="461" y="619"/>
                      <a:pt x="431" y="662"/>
                      <a:pt x="394" y="662"/>
                    </a:cubicBezTo>
                    <a:cubicBezTo>
                      <a:pt x="356" y="662"/>
                      <a:pt x="326" y="619"/>
                      <a:pt x="308" y="541"/>
                    </a:cubicBezTo>
                    <a:cubicBezTo>
                      <a:pt x="277" y="551"/>
                      <a:pt x="248" y="556"/>
                      <a:pt x="225" y="556"/>
                    </a:cubicBezTo>
                    <a:cubicBezTo>
                      <a:pt x="185" y="556"/>
                      <a:pt x="168" y="541"/>
                      <a:pt x="161" y="528"/>
                    </a:cubicBezTo>
                    <a:cubicBezTo>
                      <a:pt x="150" y="509"/>
                      <a:pt x="148" y="476"/>
                      <a:pt x="198" y="420"/>
                    </a:cubicBezTo>
                    <a:cubicBezTo>
                      <a:pt x="205" y="411"/>
                      <a:pt x="214" y="403"/>
                      <a:pt x="223" y="394"/>
                    </a:cubicBezTo>
                    <a:cubicBezTo>
                      <a:pt x="164" y="339"/>
                      <a:pt x="142" y="292"/>
                      <a:pt x="161" y="259"/>
                    </a:cubicBezTo>
                    <a:cubicBezTo>
                      <a:pt x="168" y="247"/>
                      <a:pt x="185" y="231"/>
                      <a:pt x="225" y="231"/>
                    </a:cubicBezTo>
                    <a:cubicBezTo>
                      <a:pt x="248" y="231"/>
                      <a:pt x="276" y="237"/>
                      <a:pt x="308" y="246"/>
                    </a:cubicBezTo>
                    <a:cubicBezTo>
                      <a:pt x="326" y="168"/>
                      <a:pt x="356" y="125"/>
                      <a:pt x="394" y="125"/>
                    </a:cubicBezTo>
                    <a:cubicBezTo>
                      <a:pt x="431" y="125"/>
                      <a:pt x="461" y="168"/>
                      <a:pt x="479" y="246"/>
                    </a:cubicBezTo>
                    <a:cubicBezTo>
                      <a:pt x="511" y="237"/>
                      <a:pt x="540" y="231"/>
                      <a:pt x="562" y="231"/>
                    </a:cubicBezTo>
                    <a:cubicBezTo>
                      <a:pt x="602" y="231"/>
                      <a:pt x="619" y="247"/>
                      <a:pt x="626" y="259"/>
                    </a:cubicBezTo>
                    <a:cubicBezTo>
                      <a:pt x="645" y="292"/>
                      <a:pt x="623" y="339"/>
                      <a:pt x="564" y="394"/>
                    </a:cubicBezTo>
                    <a:cubicBezTo>
                      <a:pt x="623" y="448"/>
                      <a:pt x="645" y="496"/>
                      <a:pt x="626" y="528"/>
                    </a:cubicBezTo>
                    <a:lnTo>
                      <a:pt x="626" y="528"/>
                    </a:lnTo>
                    <a:close/>
                    <a:moveTo>
                      <a:pt x="394" y="0"/>
                    </a:moveTo>
                    <a:lnTo>
                      <a:pt x="394" y="0"/>
                    </a:lnTo>
                    <a:cubicBezTo>
                      <a:pt x="176" y="0"/>
                      <a:pt x="0" y="176"/>
                      <a:pt x="0" y="394"/>
                    </a:cubicBezTo>
                    <a:cubicBezTo>
                      <a:pt x="0" y="611"/>
                      <a:pt x="176" y="788"/>
                      <a:pt x="394" y="788"/>
                    </a:cubicBezTo>
                    <a:cubicBezTo>
                      <a:pt x="611" y="788"/>
                      <a:pt x="788" y="611"/>
                      <a:pt x="788" y="394"/>
                    </a:cubicBezTo>
                    <a:cubicBezTo>
                      <a:pt x="788" y="176"/>
                      <a:pt x="611" y="0"/>
                      <a:pt x="3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5" name="Freeform 24">
                <a:extLst>
                  <a:ext uri="{FF2B5EF4-FFF2-40B4-BE49-F238E27FC236}">
                    <a16:creationId xmlns:a16="http://schemas.microsoft.com/office/drawing/2014/main" id="{E0582A0F-6BAB-6714-3894-2710D1159418}"/>
                  </a:ext>
                </a:extLst>
              </p:cNvPr>
              <p:cNvSpPr>
                <a:spLocks/>
              </p:cNvSpPr>
              <p:nvPr/>
            </p:nvSpPr>
            <p:spPr bwMode="auto">
              <a:xfrm>
                <a:off x="7408863" y="3616325"/>
                <a:ext cx="38100" cy="36513"/>
              </a:xfrm>
              <a:custGeom>
                <a:avLst/>
                <a:gdLst>
                  <a:gd name="T0" fmla="*/ 0 w 19"/>
                  <a:gd name="T1" fmla="*/ 11 h 18"/>
                  <a:gd name="T2" fmla="*/ 0 w 19"/>
                  <a:gd name="T3" fmla="*/ 11 h 18"/>
                  <a:gd name="T4" fmla="*/ 17 w 19"/>
                  <a:gd name="T5" fmla="*/ 18 h 18"/>
                  <a:gd name="T6" fmla="*/ 19 w 19"/>
                  <a:gd name="T7" fmla="*/ 0 h 18"/>
                  <a:gd name="T8" fmla="*/ 10 w 19"/>
                  <a:gd name="T9" fmla="*/ 5 h 18"/>
                  <a:gd name="T10" fmla="*/ 0 w 19"/>
                  <a:gd name="T11" fmla="*/ 11 h 18"/>
                </a:gdLst>
                <a:ahLst/>
                <a:cxnLst>
                  <a:cxn ang="0">
                    <a:pos x="T0" y="T1"/>
                  </a:cxn>
                  <a:cxn ang="0">
                    <a:pos x="T2" y="T3"/>
                  </a:cxn>
                  <a:cxn ang="0">
                    <a:pos x="T4" y="T5"/>
                  </a:cxn>
                  <a:cxn ang="0">
                    <a:pos x="T6" y="T7"/>
                  </a:cxn>
                  <a:cxn ang="0">
                    <a:pos x="T8" y="T9"/>
                  </a:cxn>
                  <a:cxn ang="0">
                    <a:pos x="T10" y="T11"/>
                  </a:cxn>
                </a:cxnLst>
                <a:rect l="0" t="0" r="r" b="b"/>
                <a:pathLst>
                  <a:path w="19" h="18">
                    <a:moveTo>
                      <a:pt x="0" y="11"/>
                    </a:moveTo>
                    <a:lnTo>
                      <a:pt x="0" y="11"/>
                    </a:lnTo>
                    <a:cubicBezTo>
                      <a:pt x="6" y="13"/>
                      <a:pt x="11" y="15"/>
                      <a:pt x="17" y="18"/>
                    </a:cubicBezTo>
                    <a:cubicBezTo>
                      <a:pt x="18" y="12"/>
                      <a:pt x="18" y="6"/>
                      <a:pt x="19" y="0"/>
                    </a:cubicBezTo>
                    <a:cubicBezTo>
                      <a:pt x="16" y="2"/>
                      <a:pt x="13" y="4"/>
                      <a:pt x="10" y="5"/>
                    </a:cubicBezTo>
                    <a:cubicBezTo>
                      <a:pt x="7" y="7"/>
                      <a:pt x="4" y="9"/>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8" name="Freeform 25">
                <a:extLst>
                  <a:ext uri="{FF2B5EF4-FFF2-40B4-BE49-F238E27FC236}">
                    <a16:creationId xmlns:a16="http://schemas.microsoft.com/office/drawing/2014/main" id="{B2943F9F-04C1-F7C8-286A-20BA04B7C0F4}"/>
                  </a:ext>
                </a:extLst>
              </p:cNvPr>
              <p:cNvSpPr>
                <a:spLocks/>
              </p:cNvSpPr>
              <p:nvPr/>
            </p:nvSpPr>
            <p:spPr bwMode="auto">
              <a:xfrm>
                <a:off x="7532688" y="3424238"/>
                <a:ext cx="28575" cy="44450"/>
              </a:xfrm>
              <a:custGeom>
                <a:avLst/>
                <a:gdLst>
                  <a:gd name="T0" fmla="*/ 14 w 14"/>
                  <a:gd name="T1" fmla="*/ 11 h 21"/>
                  <a:gd name="T2" fmla="*/ 14 w 14"/>
                  <a:gd name="T3" fmla="*/ 11 h 21"/>
                  <a:gd name="T4" fmla="*/ 0 w 14"/>
                  <a:gd name="T5" fmla="*/ 0 h 21"/>
                  <a:gd name="T6" fmla="*/ 0 w 14"/>
                  <a:gd name="T7" fmla="*/ 11 h 21"/>
                  <a:gd name="T8" fmla="*/ 0 w 14"/>
                  <a:gd name="T9" fmla="*/ 21 h 21"/>
                  <a:gd name="T10" fmla="*/ 14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14" y="11"/>
                    </a:moveTo>
                    <a:lnTo>
                      <a:pt x="14" y="11"/>
                    </a:lnTo>
                    <a:cubicBezTo>
                      <a:pt x="9" y="7"/>
                      <a:pt x="5" y="3"/>
                      <a:pt x="0" y="0"/>
                    </a:cubicBezTo>
                    <a:cubicBezTo>
                      <a:pt x="0" y="3"/>
                      <a:pt x="0" y="7"/>
                      <a:pt x="0" y="11"/>
                    </a:cubicBezTo>
                    <a:cubicBezTo>
                      <a:pt x="0" y="14"/>
                      <a:pt x="0" y="18"/>
                      <a:pt x="0" y="21"/>
                    </a:cubicBezTo>
                    <a:cubicBezTo>
                      <a:pt x="5" y="18"/>
                      <a:pt x="9" y="14"/>
                      <a:pt x="14"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60" name="Freeform 26">
                <a:extLst>
                  <a:ext uri="{FF2B5EF4-FFF2-40B4-BE49-F238E27FC236}">
                    <a16:creationId xmlns:a16="http://schemas.microsoft.com/office/drawing/2014/main" id="{F7743322-37E7-5AB6-16F5-0BDD50246027}"/>
                  </a:ext>
                </a:extLst>
              </p:cNvPr>
              <p:cNvSpPr>
                <a:spLocks/>
              </p:cNvSpPr>
              <p:nvPr/>
            </p:nvSpPr>
            <p:spPr bwMode="auto">
              <a:xfrm>
                <a:off x="7515226" y="3186113"/>
                <a:ext cx="239713" cy="211138"/>
              </a:xfrm>
              <a:custGeom>
                <a:avLst/>
                <a:gdLst>
                  <a:gd name="T0" fmla="*/ 50 w 116"/>
                  <a:gd name="T1" fmla="*/ 102 h 102"/>
                  <a:gd name="T2" fmla="*/ 50 w 116"/>
                  <a:gd name="T3" fmla="*/ 102 h 102"/>
                  <a:gd name="T4" fmla="*/ 109 w 116"/>
                  <a:gd name="T5" fmla="*/ 9 h 102"/>
                  <a:gd name="T6" fmla="*/ 76 w 116"/>
                  <a:gd name="T7" fmla="*/ 0 h 102"/>
                  <a:gd name="T8" fmla="*/ 0 w 116"/>
                  <a:gd name="T9" fmla="*/ 14 h 102"/>
                  <a:gd name="T10" fmla="*/ 6 w 116"/>
                  <a:gd name="T11" fmla="*/ 69 h 102"/>
                  <a:gd name="T12" fmla="*/ 50 w 116"/>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6" h="102">
                    <a:moveTo>
                      <a:pt x="50" y="102"/>
                    </a:moveTo>
                    <a:lnTo>
                      <a:pt x="50" y="102"/>
                    </a:lnTo>
                    <a:cubicBezTo>
                      <a:pt x="98" y="58"/>
                      <a:pt x="116" y="22"/>
                      <a:pt x="109" y="9"/>
                    </a:cubicBezTo>
                    <a:cubicBezTo>
                      <a:pt x="105" y="3"/>
                      <a:pt x="94" y="0"/>
                      <a:pt x="76" y="0"/>
                    </a:cubicBezTo>
                    <a:cubicBezTo>
                      <a:pt x="56" y="0"/>
                      <a:pt x="30" y="5"/>
                      <a:pt x="0" y="14"/>
                    </a:cubicBezTo>
                    <a:cubicBezTo>
                      <a:pt x="2" y="31"/>
                      <a:pt x="4" y="50"/>
                      <a:pt x="6" y="69"/>
                    </a:cubicBezTo>
                    <a:cubicBezTo>
                      <a:pt x="21" y="80"/>
                      <a:pt x="36" y="90"/>
                      <a:pt x="50"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63" name="Freeform 27">
                <a:extLst>
                  <a:ext uri="{FF2B5EF4-FFF2-40B4-BE49-F238E27FC236}">
                    <a16:creationId xmlns:a16="http://schemas.microsoft.com/office/drawing/2014/main" id="{30A924C6-92AC-14AA-E597-C3C4067445D9}"/>
                  </a:ext>
                </a:extLst>
              </p:cNvPr>
              <p:cNvSpPr>
                <a:spLocks noEditPoints="1"/>
              </p:cNvSpPr>
              <p:nvPr/>
            </p:nvSpPr>
            <p:spPr bwMode="auto">
              <a:xfrm>
                <a:off x="7194551" y="3295650"/>
                <a:ext cx="263525" cy="301625"/>
              </a:xfrm>
              <a:custGeom>
                <a:avLst/>
                <a:gdLst>
                  <a:gd name="T0" fmla="*/ 64 w 128"/>
                  <a:gd name="T1" fmla="*/ 124 h 145"/>
                  <a:gd name="T2" fmla="*/ 64 w 128"/>
                  <a:gd name="T3" fmla="*/ 124 h 145"/>
                  <a:gd name="T4" fmla="*/ 13 w 128"/>
                  <a:gd name="T5" fmla="*/ 73 h 145"/>
                  <a:gd name="T6" fmla="*/ 64 w 128"/>
                  <a:gd name="T7" fmla="*/ 22 h 145"/>
                  <a:gd name="T8" fmla="*/ 115 w 128"/>
                  <a:gd name="T9" fmla="*/ 73 h 145"/>
                  <a:gd name="T10" fmla="*/ 64 w 128"/>
                  <a:gd name="T11" fmla="*/ 124 h 145"/>
                  <a:gd name="T12" fmla="*/ 64 w 128"/>
                  <a:gd name="T13" fmla="*/ 124 h 145"/>
                  <a:gd name="T14" fmla="*/ 96 w 128"/>
                  <a:gd name="T15" fmla="*/ 17 h 145"/>
                  <a:gd name="T16" fmla="*/ 96 w 128"/>
                  <a:gd name="T17" fmla="*/ 17 h 145"/>
                  <a:gd name="T18" fmla="*/ 64 w 128"/>
                  <a:gd name="T19" fmla="*/ 0 h 145"/>
                  <a:gd name="T20" fmla="*/ 32 w 128"/>
                  <a:gd name="T21" fmla="*/ 17 h 145"/>
                  <a:gd name="T22" fmla="*/ 1 w 128"/>
                  <a:gd name="T23" fmla="*/ 36 h 145"/>
                  <a:gd name="T24" fmla="*/ 0 w 128"/>
                  <a:gd name="T25" fmla="*/ 73 h 145"/>
                  <a:gd name="T26" fmla="*/ 1 w 128"/>
                  <a:gd name="T27" fmla="*/ 109 h 145"/>
                  <a:gd name="T28" fmla="*/ 32 w 128"/>
                  <a:gd name="T29" fmla="*/ 128 h 145"/>
                  <a:gd name="T30" fmla="*/ 64 w 128"/>
                  <a:gd name="T31" fmla="*/ 145 h 145"/>
                  <a:gd name="T32" fmla="*/ 96 w 128"/>
                  <a:gd name="T33" fmla="*/ 128 h 145"/>
                  <a:gd name="T34" fmla="*/ 127 w 128"/>
                  <a:gd name="T35" fmla="*/ 109 h 145"/>
                  <a:gd name="T36" fmla="*/ 128 w 128"/>
                  <a:gd name="T37" fmla="*/ 73 h 145"/>
                  <a:gd name="T38" fmla="*/ 127 w 128"/>
                  <a:gd name="T39" fmla="*/ 36 h 145"/>
                  <a:gd name="T40" fmla="*/ 96 w 128"/>
                  <a:gd name="T41" fmla="*/ 1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45">
                    <a:moveTo>
                      <a:pt x="64" y="124"/>
                    </a:moveTo>
                    <a:lnTo>
                      <a:pt x="64" y="124"/>
                    </a:lnTo>
                    <a:cubicBezTo>
                      <a:pt x="36" y="124"/>
                      <a:pt x="13" y="101"/>
                      <a:pt x="13" y="73"/>
                    </a:cubicBezTo>
                    <a:cubicBezTo>
                      <a:pt x="13" y="44"/>
                      <a:pt x="36" y="22"/>
                      <a:pt x="64" y="22"/>
                    </a:cubicBezTo>
                    <a:cubicBezTo>
                      <a:pt x="92" y="22"/>
                      <a:pt x="115" y="44"/>
                      <a:pt x="115" y="73"/>
                    </a:cubicBezTo>
                    <a:cubicBezTo>
                      <a:pt x="115" y="101"/>
                      <a:pt x="92" y="124"/>
                      <a:pt x="64" y="124"/>
                    </a:cubicBezTo>
                    <a:lnTo>
                      <a:pt x="64" y="124"/>
                    </a:lnTo>
                    <a:close/>
                    <a:moveTo>
                      <a:pt x="96" y="17"/>
                    </a:moveTo>
                    <a:lnTo>
                      <a:pt x="96" y="17"/>
                    </a:lnTo>
                    <a:cubicBezTo>
                      <a:pt x="85" y="11"/>
                      <a:pt x="75" y="5"/>
                      <a:pt x="64" y="0"/>
                    </a:cubicBezTo>
                    <a:cubicBezTo>
                      <a:pt x="53" y="5"/>
                      <a:pt x="42" y="11"/>
                      <a:pt x="32" y="17"/>
                    </a:cubicBezTo>
                    <a:cubicBezTo>
                      <a:pt x="21" y="23"/>
                      <a:pt x="11" y="29"/>
                      <a:pt x="1" y="36"/>
                    </a:cubicBezTo>
                    <a:cubicBezTo>
                      <a:pt x="0" y="49"/>
                      <a:pt x="0" y="61"/>
                      <a:pt x="0" y="73"/>
                    </a:cubicBezTo>
                    <a:cubicBezTo>
                      <a:pt x="0" y="84"/>
                      <a:pt x="0" y="97"/>
                      <a:pt x="1" y="109"/>
                    </a:cubicBezTo>
                    <a:cubicBezTo>
                      <a:pt x="11" y="116"/>
                      <a:pt x="21" y="122"/>
                      <a:pt x="32" y="128"/>
                    </a:cubicBezTo>
                    <a:cubicBezTo>
                      <a:pt x="42" y="134"/>
                      <a:pt x="53" y="140"/>
                      <a:pt x="64" y="145"/>
                    </a:cubicBezTo>
                    <a:cubicBezTo>
                      <a:pt x="75" y="140"/>
                      <a:pt x="85" y="134"/>
                      <a:pt x="96" y="128"/>
                    </a:cubicBezTo>
                    <a:cubicBezTo>
                      <a:pt x="106" y="122"/>
                      <a:pt x="116" y="116"/>
                      <a:pt x="127" y="109"/>
                    </a:cubicBezTo>
                    <a:cubicBezTo>
                      <a:pt x="127" y="97"/>
                      <a:pt x="128" y="85"/>
                      <a:pt x="128" y="73"/>
                    </a:cubicBezTo>
                    <a:cubicBezTo>
                      <a:pt x="128" y="60"/>
                      <a:pt x="127" y="48"/>
                      <a:pt x="127" y="36"/>
                    </a:cubicBezTo>
                    <a:cubicBezTo>
                      <a:pt x="116" y="29"/>
                      <a:pt x="106" y="23"/>
                      <a:pt x="96"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grpSp>
      <p:pic>
        <p:nvPicPr>
          <p:cNvPr id="91" name="Graphic 90" descr="Harvey Balls 0% with solid fill">
            <a:extLst>
              <a:ext uri="{FF2B5EF4-FFF2-40B4-BE49-F238E27FC236}">
                <a16:creationId xmlns:a16="http://schemas.microsoft.com/office/drawing/2014/main" id="{D84BB51D-2892-87B4-562A-EE4A80D29F2D}"/>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614425" y="5655784"/>
            <a:ext cx="678580" cy="643491"/>
          </a:xfrm>
          <a:prstGeom prst="rect">
            <a:avLst/>
          </a:prstGeom>
        </p:spPr>
      </p:pic>
      <p:sp>
        <p:nvSpPr>
          <p:cNvPr id="25" name="Rectangle 24">
            <a:extLst>
              <a:ext uri="{FF2B5EF4-FFF2-40B4-BE49-F238E27FC236}">
                <a16:creationId xmlns:a16="http://schemas.microsoft.com/office/drawing/2014/main" id="{D8174667-5C48-3DE3-E8A4-FEBA9E335033}"/>
              </a:ext>
            </a:extLst>
          </p:cNvPr>
          <p:cNvSpPr/>
          <p:nvPr/>
        </p:nvSpPr>
        <p:spPr bwMode="gray">
          <a:xfrm>
            <a:off x="5285511" y="5790204"/>
            <a:ext cx="2975397" cy="347847"/>
          </a:xfrm>
          <a:prstGeom prst="rect">
            <a:avLst/>
          </a:prstGeom>
          <a:noFill/>
          <a:ln w="19050" algn="ctr">
            <a:noFill/>
            <a:prstDash val="dash"/>
            <a:miter lim="800000"/>
            <a:headEnd/>
            <a:tailEnd/>
          </a:ln>
        </p:spPr>
        <p:txBody>
          <a:bodyPr wrap="square" lIns="88900" tIns="88900" rIns="88900" bIns="88900" rtlCol="0" anchor="t"/>
          <a:lstStyle/>
          <a:p>
            <a:pPr>
              <a:spcBef>
                <a:spcPts val="600"/>
              </a:spcBef>
              <a:spcAft>
                <a:spcPts val="600"/>
              </a:spcAft>
              <a:defRPr/>
            </a:pPr>
            <a:r>
              <a:rPr lang="en-US" sz="1400" b="1" dirty="0" err="1">
                <a:solidFill>
                  <a:prstClr val="black">
                    <a:lumMod val="50000"/>
                    <a:lumOff val="50000"/>
                  </a:prstClr>
                </a:solidFill>
                <a:ea typeface="Open Sans" charset="0"/>
                <a:cs typeface="Open Sans" charset="0"/>
              </a:rPr>
              <a:t>Aveva</a:t>
            </a:r>
            <a:r>
              <a:rPr lang="en-US" sz="1400" b="1" dirty="0">
                <a:solidFill>
                  <a:prstClr val="black">
                    <a:lumMod val="50000"/>
                    <a:lumOff val="50000"/>
                  </a:prstClr>
                </a:solidFill>
                <a:ea typeface="Open Sans" charset="0"/>
                <a:cs typeface="Open Sans" charset="0"/>
              </a:rPr>
              <a:t> PI</a:t>
            </a:r>
          </a:p>
        </p:txBody>
      </p:sp>
      <p:sp>
        <p:nvSpPr>
          <p:cNvPr id="121" name="Rectangle 24">
            <a:extLst>
              <a:ext uri="{FF2B5EF4-FFF2-40B4-BE49-F238E27FC236}">
                <a16:creationId xmlns:a16="http://schemas.microsoft.com/office/drawing/2014/main" id="{11337E88-A792-9374-66D5-54BAE0BA8C86}"/>
              </a:ext>
            </a:extLst>
          </p:cNvPr>
          <p:cNvSpPr/>
          <p:nvPr/>
        </p:nvSpPr>
        <p:spPr bwMode="gray">
          <a:xfrm>
            <a:off x="877740" y="-900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Offerings</a:t>
            </a:r>
          </a:p>
        </p:txBody>
      </p:sp>
      <p:sp>
        <p:nvSpPr>
          <p:cNvPr id="122" name="Freeform 15">
            <a:extLst>
              <a:ext uri="{FF2B5EF4-FFF2-40B4-BE49-F238E27FC236}">
                <a16:creationId xmlns:a16="http://schemas.microsoft.com/office/drawing/2014/main" id="{02B1580D-B4E5-D75F-E977-5DE20068F168}"/>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30" name="Freeform 16">
            <a:extLst>
              <a:ext uri="{FF2B5EF4-FFF2-40B4-BE49-F238E27FC236}">
                <a16:creationId xmlns:a16="http://schemas.microsoft.com/office/drawing/2014/main" id="{F965E9BA-E62A-D267-C385-4EB022CC92DA}"/>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31" name="Freeform 6">
            <a:extLst>
              <a:ext uri="{FF2B5EF4-FFF2-40B4-BE49-F238E27FC236}">
                <a16:creationId xmlns:a16="http://schemas.microsoft.com/office/drawing/2014/main" id="{F6171D06-036B-6394-22EC-0456A3288A4F}"/>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32" name="Freeform 6">
            <a:extLst>
              <a:ext uri="{FF2B5EF4-FFF2-40B4-BE49-F238E27FC236}">
                <a16:creationId xmlns:a16="http://schemas.microsoft.com/office/drawing/2014/main" id="{E1C2EF93-313C-51CD-42CC-EF19A738B6E1}"/>
              </a:ext>
            </a:extLst>
          </p:cNvPr>
          <p:cNvSpPr>
            <a:spLocks/>
          </p:cNvSpPr>
          <p:nvPr/>
        </p:nvSpPr>
        <p:spPr bwMode="gray">
          <a:xfrm>
            <a:off x="640908" y="-1148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33" name="Freeform 15">
            <a:extLst>
              <a:ext uri="{FF2B5EF4-FFF2-40B4-BE49-F238E27FC236}">
                <a16:creationId xmlns:a16="http://schemas.microsoft.com/office/drawing/2014/main" id="{5507FD4F-316D-5D33-5B37-6A89608D7FA6}"/>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34" name="Freeform 16">
            <a:extLst>
              <a:ext uri="{FF2B5EF4-FFF2-40B4-BE49-F238E27FC236}">
                <a16:creationId xmlns:a16="http://schemas.microsoft.com/office/drawing/2014/main" id="{78CBF69C-BC11-1737-996F-D26362052D3E}"/>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35" name="Freeform 6">
            <a:extLst>
              <a:ext uri="{FF2B5EF4-FFF2-40B4-BE49-F238E27FC236}">
                <a16:creationId xmlns:a16="http://schemas.microsoft.com/office/drawing/2014/main" id="{F95CADD3-9664-24BD-C26E-5426AB487759}"/>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36" name="Freeform 6">
            <a:extLst>
              <a:ext uri="{FF2B5EF4-FFF2-40B4-BE49-F238E27FC236}">
                <a16:creationId xmlns:a16="http://schemas.microsoft.com/office/drawing/2014/main" id="{DC441735-0DAF-7E2C-5FB6-579E479879DB}"/>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
        <p:nvSpPr>
          <p:cNvPr id="4" name="Freeform 115">
            <a:extLst>
              <a:ext uri="{FF2B5EF4-FFF2-40B4-BE49-F238E27FC236}">
                <a16:creationId xmlns:a16="http://schemas.microsoft.com/office/drawing/2014/main" id="{E43CC7B7-2D5A-23E7-41EE-38CB077CFE45}"/>
              </a:ext>
            </a:extLst>
          </p:cNvPr>
          <p:cNvSpPr>
            <a:spLocks noChangeAspect="1" noEditPoints="1"/>
          </p:cNvSpPr>
          <p:nvPr/>
        </p:nvSpPr>
        <p:spPr bwMode="auto">
          <a:xfrm>
            <a:off x="4781424" y="5801220"/>
            <a:ext cx="352618" cy="352618"/>
          </a:xfrm>
          <a:custGeom>
            <a:avLst/>
            <a:gdLst>
              <a:gd name="T0" fmla="*/ 224 w 512"/>
              <a:gd name="T1" fmla="*/ 309 h 512"/>
              <a:gd name="T2" fmla="*/ 288 w 512"/>
              <a:gd name="T3" fmla="*/ 309 h 512"/>
              <a:gd name="T4" fmla="*/ 288 w 512"/>
              <a:gd name="T5" fmla="*/ 373 h 512"/>
              <a:gd name="T6" fmla="*/ 224 w 512"/>
              <a:gd name="T7" fmla="*/ 373 h 512"/>
              <a:gd name="T8" fmla="*/ 224 w 512"/>
              <a:gd name="T9" fmla="*/ 309 h 512"/>
              <a:gd name="T10" fmla="*/ 224 w 512"/>
              <a:gd name="T11" fmla="*/ 202 h 512"/>
              <a:gd name="T12" fmla="*/ 288 w 512"/>
              <a:gd name="T13" fmla="*/ 202 h 512"/>
              <a:gd name="T14" fmla="*/ 288 w 512"/>
              <a:gd name="T15" fmla="*/ 138 h 512"/>
              <a:gd name="T16" fmla="*/ 224 w 512"/>
              <a:gd name="T17" fmla="*/ 138 h 512"/>
              <a:gd name="T18" fmla="*/ 224 w 512"/>
              <a:gd name="T19" fmla="*/ 202 h 512"/>
              <a:gd name="T20" fmla="*/ 224 w 512"/>
              <a:gd name="T21" fmla="*/ 288 h 512"/>
              <a:gd name="T22" fmla="*/ 288 w 512"/>
              <a:gd name="T23" fmla="*/ 288 h 512"/>
              <a:gd name="T24" fmla="*/ 288 w 512"/>
              <a:gd name="T25" fmla="*/ 224 h 512"/>
              <a:gd name="T26" fmla="*/ 224 w 512"/>
              <a:gd name="T27" fmla="*/ 224 h 512"/>
              <a:gd name="T28" fmla="*/ 224 w 512"/>
              <a:gd name="T29" fmla="*/ 288 h 512"/>
              <a:gd name="T30" fmla="*/ 138 w 512"/>
              <a:gd name="T31" fmla="*/ 288 h 512"/>
              <a:gd name="T32" fmla="*/ 202 w 512"/>
              <a:gd name="T33" fmla="*/ 288 h 512"/>
              <a:gd name="T34" fmla="*/ 202 w 512"/>
              <a:gd name="T35" fmla="*/ 224 h 512"/>
              <a:gd name="T36" fmla="*/ 138 w 512"/>
              <a:gd name="T37" fmla="*/ 224 h 512"/>
              <a:gd name="T38" fmla="*/ 138 w 512"/>
              <a:gd name="T39" fmla="*/ 288 h 512"/>
              <a:gd name="T40" fmla="*/ 138 w 512"/>
              <a:gd name="T41" fmla="*/ 373 h 512"/>
              <a:gd name="T42" fmla="*/ 202 w 512"/>
              <a:gd name="T43" fmla="*/ 373 h 512"/>
              <a:gd name="T44" fmla="*/ 202 w 512"/>
              <a:gd name="T45" fmla="*/ 309 h 512"/>
              <a:gd name="T46" fmla="*/ 138 w 512"/>
              <a:gd name="T47" fmla="*/ 309 h 512"/>
              <a:gd name="T48" fmla="*/ 138 w 512"/>
              <a:gd name="T49" fmla="*/ 373 h 512"/>
              <a:gd name="T50" fmla="*/ 138 w 512"/>
              <a:gd name="T51" fmla="*/ 202 h 512"/>
              <a:gd name="T52" fmla="*/ 202 w 512"/>
              <a:gd name="T53" fmla="*/ 202 h 512"/>
              <a:gd name="T54" fmla="*/ 202 w 512"/>
              <a:gd name="T55" fmla="*/ 138 h 512"/>
              <a:gd name="T56" fmla="*/ 138 w 512"/>
              <a:gd name="T57" fmla="*/ 138 h 512"/>
              <a:gd name="T58" fmla="*/ 138 w 512"/>
              <a:gd name="T59" fmla="*/ 202 h 512"/>
              <a:gd name="T60" fmla="*/ 309 w 512"/>
              <a:gd name="T61" fmla="*/ 202 h 512"/>
              <a:gd name="T62" fmla="*/ 373 w 512"/>
              <a:gd name="T63" fmla="*/ 202 h 512"/>
              <a:gd name="T64" fmla="*/ 373 w 512"/>
              <a:gd name="T65" fmla="*/ 138 h 512"/>
              <a:gd name="T66" fmla="*/ 309 w 512"/>
              <a:gd name="T67" fmla="*/ 138 h 512"/>
              <a:gd name="T68" fmla="*/ 309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394 w 512"/>
              <a:gd name="T81" fmla="*/ 128 h 512"/>
              <a:gd name="T82" fmla="*/ 384 w 512"/>
              <a:gd name="T83" fmla="*/ 117 h 512"/>
              <a:gd name="T84" fmla="*/ 128 w 512"/>
              <a:gd name="T85" fmla="*/ 117 h 512"/>
              <a:gd name="T86" fmla="*/ 117 w 512"/>
              <a:gd name="T87" fmla="*/ 128 h 512"/>
              <a:gd name="T88" fmla="*/ 117 w 512"/>
              <a:gd name="T89" fmla="*/ 384 h 512"/>
              <a:gd name="T90" fmla="*/ 128 w 512"/>
              <a:gd name="T91" fmla="*/ 394 h 512"/>
              <a:gd name="T92" fmla="*/ 384 w 512"/>
              <a:gd name="T93" fmla="*/ 394 h 512"/>
              <a:gd name="T94" fmla="*/ 394 w 512"/>
              <a:gd name="T95" fmla="*/ 384 h 512"/>
              <a:gd name="T96" fmla="*/ 394 w 512"/>
              <a:gd name="T97" fmla="*/ 128 h 512"/>
              <a:gd name="T98" fmla="*/ 309 w 512"/>
              <a:gd name="T99" fmla="*/ 288 h 512"/>
              <a:gd name="T100" fmla="*/ 373 w 512"/>
              <a:gd name="T101" fmla="*/ 288 h 512"/>
              <a:gd name="T102" fmla="*/ 373 w 512"/>
              <a:gd name="T103" fmla="*/ 224 h 512"/>
              <a:gd name="T104" fmla="*/ 309 w 512"/>
              <a:gd name="T105" fmla="*/ 224 h 512"/>
              <a:gd name="T106" fmla="*/ 309 w 512"/>
              <a:gd name="T107" fmla="*/ 288 h 512"/>
              <a:gd name="T108" fmla="*/ 309 w 512"/>
              <a:gd name="T109" fmla="*/ 373 h 512"/>
              <a:gd name="T110" fmla="*/ 373 w 512"/>
              <a:gd name="T111" fmla="*/ 373 h 512"/>
              <a:gd name="T112" fmla="*/ 373 w 512"/>
              <a:gd name="T113" fmla="*/ 309 h 512"/>
              <a:gd name="T114" fmla="*/ 309 w 512"/>
              <a:gd name="T115" fmla="*/ 309 h 512"/>
              <a:gd name="T116" fmla="*/ 309 w 512"/>
              <a:gd name="T117"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224" y="309"/>
                </a:moveTo>
                <a:cubicBezTo>
                  <a:pt x="288" y="309"/>
                  <a:pt x="288" y="309"/>
                  <a:pt x="288" y="309"/>
                </a:cubicBezTo>
                <a:cubicBezTo>
                  <a:pt x="288" y="373"/>
                  <a:pt x="288" y="373"/>
                  <a:pt x="288" y="373"/>
                </a:cubicBezTo>
                <a:cubicBezTo>
                  <a:pt x="224" y="373"/>
                  <a:pt x="224" y="373"/>
                  <a:pt x="224" y="373"/>
                </a:cubicBezTo>
                <a:lnTo>
                  <a:pt x="224" y="309"/>
                </a:lnTo>
                <a:close/>
                <a:moveTo>
                  <a:pt x="224" y="202"/>
                </a:moveTo>
                <a:cubicBezTo>
                  <a:pt x="288" y="202"/>
                  <a:pt x="288" y="202"/>
                  <a:pt x="288" y="202"/>
                </a:cubicBezTo>
                <a:cubicBezTo>
                  <a:pt x="288" y="138"/>
                  <a:pt x="288" y="138"/>
                  <a:pt x="288" y="138"/>
                </a:cubicBezTo>
                <a:cubicBezTo>
                  <a:pt x="224" y="138"/>
                  <a:pt x="224" y="138"/>
                  <a:pt x="224" y="138"/>
                </a:cubicBezTo>
                <a:lnTo>
                  <a:pt x="224" y="202"/>
                </a:lnTo>
                <a:close/>
                <a:moveTo>
                  <a:pt x="224" y="288"/>
                </a:moveTo>
                <a:cubicBezTo>
                  <a:pt x="288" y="288"/>
                  <a:pt x="288" y="288"/>
                  <a:pt x="288" y="288"/>
                </a:cubicBezTo>
                <a:cubicBezTo>
                  <a:pt x="288" y="224"/>
                  <a:pt x="288" y="224"/>
                  <a:pt x="288" y="224"/>
                </a:cubicBezTo>
                <a:cubicBezTo>
                  <a:pt x="224" y="224"/>
                  <a:pt x="224" y="224"/>
                  <a:pt x="224" y="224"/>
                </a:cubicBezTo>
                <a:lnTo>
                  <a:pt x="224" y="288"/>
                </a:lnTo>
                <a:close/>
                <a:moveTo>
                  <a:pt x="138" y="288"/>
                </a:moveTo>
                <a:cubicBezTo>
                  <a:pt x="202" y="288"/>
                  <a:pt x="202" y="288"/>
                  <a:pt x="202" y="288"/>
                </a:cubicBezTo>
                <a:cubicBezTo>
                  <a:pt x="202" y="224"/>
                  <a:pt x="202" y="224"/>
                  <a:pt x="202" y="224"/>
                </a:cubicBezTo>
                <a:cubicBezTo>
                  <a:pt x="138" y="224"/>
                  <a:pt x="138" y="224"/>
                  <a:pt x="138" y="224"/>
                </a:cubicBezTo>
                <a:lnTo>
                  <a:pt x="138" y="288"/>
                </a:lnTo>
                <a:close/>
                <a:moveTo>
                  <a:pt x="138" y="373"/>
                </a:moveTo>
                <a:cubicBezTo>
                  <a:pt x="202" y="373"/>
                  <a:pt x="202" y="373"/>
                  <a:pt x="202" y="373"/>
                </a:cubicBezTo>
                <a:cubicBezTo>
                  <a:pt x="202" y="309"/>
                  <a:pt x="202" y="309"/>
                  <a:pt x="202" y="309"/>
                </a:cubicBezTo>
                <a:cubicBezTo>
                  <a:pt x="138" y="309"/>
                  <a:pt x="138" y="309"/>
                  <a:pt x="138" y="309"/>
                </a:cubicBezTo>
                <a:lnTo>
                  <a:pt x="138" y="373"/>
                </a:lnTo>
                <a:close/>
                <a:moveTo>
                  <a:pt x="138" y="202"/>
                </a:moveTo>
                <a:cubicBezTo>
                  <a:pt x="202" y="202"/>
                  <a:pt x="202" y="202"/>
                  <a:pt x="202" y="202"/>
                </a:cubicBezTo>
                <a:cubicBezTo>
                  <a:pt x="202" y="138"/>
                  <a:pt x="202" y="138"/>
                  <a:pt x="202" y="138"/>
                </a:cubicBezTo>
                <a:cubicBezTo>
                  <a:pt x="138" y="138"/>
                  <a:pt x="138" y="138"/>
                  <a:pt x="138" y="138"/>
                </a:cubicBezTo>
                <a:lnTo>
                  <a:pt x="138" y="202"/>
                </a:lnTo>
                <a:close/>
                <a:moveTo>
                  <a:pt x="309" y="202"/>
                </a:moveTo>
                <a:cubicBezTo>
                  <a:pt x="373" y="202"/>
                  <a:pt x="373" y="202"/>
                  <a:pt x="373" y="202"/>
                </a:cubicBezTo>
                <a:cubicBezTo>
                  <a:pt x="373" y="138"/>
                  <a:pt x="373" y="138"/>
                  <a:pt x="373" y="138"/>
                </a:cubicBezTo>
                <a:cubicBezTo>
                  <a:pt x="309" y="138"/>
                  <a:pt x="309" y="138"/>
                  <a:pt x="309" y="138"/>
                </a:cubicBezTo>
                <a:lnTo>
                  <a:pt x="309"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28"/>
                </a:moveTo>
                <a:cubicBezTo>
                  <a:pt x="394" y="122"/>
                  <a:pt x="390" y="117"/>
                  <a:pt x="384" y="117"/>
                </a:cubicBezTo>
                <a:cubicBezTo>
                  <a:pt x="128" y="117"/>
                  <a:pt x="128" y="117"/>
                  <a:pt x="128" y="117"/>
                </a:cubicBezTo>
                <a:cubicBezTo>
                  <a:pt x="122" y="117"/>
                  <a:pt x="117" y="122"/>
                  <a:pt x="117" y="128"/>
                </a:cubicBezTo>
                <a:cubicBezTo>
                  <a:pt x="117" y="384"/>
                  <a:pt x="117" y="384"/>
                  <a:pt x="117" y="384"/>
                </a:cubicBezTo>
                <a:cubicBezTo>
                  <a:pt x="117" y="390"/>
                  <a:pt x="122" y="394"/>
                  <a:pt x="128" y="394"/>
                </a:cubicBezTo>
                <a:cubicBezTo>
                  <a:pt x="384" y="394"/>
                  <a:pt x="384" y="394"/>
                  <a:pt x="384" y="394"/>
                </a:cubicBezTo>
                <a:cubicBezTo>
                  <a:pt x="390" y="394"/>
                  <a:pt x="394" y="390"/>
                  <a:pt x="394" y="384"/>
                </a:cubicBezTo>
                <a:lnTo>
                  <a:pt x="394" y="128"/>
                </a:lnTo>
                <a:close/>
                <a:moveTo>
                  <a:pt x="309" y="288"/>
                </a:moveTo>
                <a:cubicBezTo>
                  <a:pt x="373" y="288"/>
                  <a:pt x="373" y="288"/>
                  <a:pt x="373" y="288"/>
                </a:cubicBezTo>
                <a:cubicBezTo>
                  <a:pt x="373" y="224"/>
                  <a:pt x="373" y="224"/>
                  <a:pt x="373" y="224"/>
                </a:cubicBezTo>
                <a:cubicBezTo>
                  <a:pt x="309" y="224"/>
                  <a:pt x="309" y="224"/>
                  <a:pt x="309" y="224"/>
                </a:cubicBezTo>
                <a:lnTo>
                  <a:pt x="309" y="288"/>
                </a:lnTo>
                <a:close/>
                <a:moveTo>
                  <a:pt x="309" y="373"/>
                </a:moveTo>
                <a:cubicBezTo>
                  <a:pt x="373" y="373"/>
                  <a:pt x="373" y="373"/>
                  <a:pt x="373" y="373"/>
                </a:cubicBezTo>
                <a:cubicBezTo>
                  <a:pt x="373" y="309"/>
                  <a:pt x="373" y="309"/>
                  <a:pt x="373" y="309"/>
                </a:cubicBezTo>
                <a:cubicBezTo>
                  <a:pt x="309" y="309"/>
                  <a:pt x="309" y="309"/>
                  <a:pt x="309" y="309"/>
                </a:cubicBezTo>
                <a:lnTo>
                  <a:pt x="309" y="373"/>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2398315778"/>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think-cell data - do not delete" hidden="1">
            <a:extLst>
              <a:ext uri="{FF2B5EF4-FFF2-40B4-BE49-F238E27FC236}">
                <a16:creationId xmlns:a16="http://schemas.microsoft.com/office/drawing/2014/main" id="{223B7B44-BFA4-9F43-E86B-B8D6B593490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4" name="think-cell data - do not delete" hidden="1">
                        <a:extLst>
                          <a:ext uri="{FF2B5EF4-FFF2-40B4-BE49-F238E27FC236}">
                            <a16:creationId xmlns:a16="http://schemas.microsoft.com/office/drawing/2014/main" id="{223B7B44-BFA4-9F43-E86B-B8D6B593490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ext Placeholder 2"/>
          <p:cNvSpPr>
            <a:spLocks noGrp="1"/>
          </p:cNvSpPr>
          <p:nvPr>
            <p:ph type="body" sz="quarter" idx="22"/>
          </p:nvPr>
        </p:nvSpPr>
        <p:spPr>
          <a:xfrm>
            <a:off x="463295" y="682940"/>
            <a:ext cx="11277600" cy="757255"/>
          </a:xfrm>
        </p:spPr>
        <p:txBody>
          <a:bodyPr/>
          <a:lstStyle/>
          <a:p>
            <a:r>
              <a:rPr lang="en-US" dirty="0"/>
              <a:t>Operations Transformation |Network Studies &amp; Advisory Services</a:t>
            </a:r>
          </a:p>
        </p:txBody>
      </p:sp>
      <p:sp>
        <p:nvSpPr>
          <p:cNvPr id="2" name="Title 1"/>
          <p:cNvSpPr>
            <a:spLocks noGrp="1"/>
          </p:cNvSpPr>
          <p:nvPr>
            <p:ph type="title"/>
          </p:nvPr>
        </p:nvSpPr>
        <p:spPr>
          <a:xfrm>
            <a:off x="463295" y="345992"/>
            <a:ext cx="11277600" cy="334099"/>
          </a:xfrm>
        </p:spPr>
        <p:txBody>
          <a:bodyPr vert="horz"/>
          <a:lstStyle/>
          <a:p>
            <a:r>
              <a:rPr lang="en-US" dirty="0"/>
              <a:t>Our Offerings </a:t>
            </a:r>
          </a:p>
        </p:txBody>
      </p:sp>
      <p:grpSp>
        <p:nvGrpSpPr>
          <p:cNvPr id="6" name="Group 5">
            <a:extLst>
              <a:ext uri="{FF2B5EF4-FFF2-40B4-BE49-F238E27FC236}">
                <a16:creationId xmlns:a16="http://schemas.microsoft.com/office/drawing/2014/main" id="{F58FCDBE-B1F0-AA7B-D573-0E7DE1DFBB64}"/>
              </a:ext>
            </a:extLst>
          </p:cNvPr>
          <p:cNvGrpSpPr/>
          <p:nvPr/>
        </p:nvGrpSpPr>
        <p:grpSpPr>
          <a:xfrm>
            <a:off x="911709" y="2096207"/>
            <a:ext cx="1984648" cy="228600"/>
            <a:chOff x="833432" y="2405743"/>
            <a:chExt cx="2908937" cy="228600"/>
          </a:xfrm>
        </p:grpSpPr>
        <p:sp>
          <p:nvSpPr>
            <p:cNvPr id="7" name="Isosceles Triangle 31">
              <a:extLst>
                <a:ext uri="{FF2B5EF4-FFF2-40B4-BE49-F238E27FC236}">
                  <a16:creationId xmlns:a16="http://schemas.microsoft.com/office/drawing/2014/main" id="{EE44E63C-7808-6BCF-F49C-80706C3B1BAA}"/>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8" name="Isosceles Triangle 5">
              <a:extLst>
                <a:ext uri="{FF2B5EF4-FFF2-40B4-BE49-F238E27FC236}">
                  <a16:creationId xmlns:a16="http://schemas.microsoft.com/office/drawing/2014/main" id="{808E793A-C04F-CA21-FFBB-6D0722580284}"/>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9" name="Rectangle: Rounded Corners 7">
            <a:extLst>
              <a:ext uri="{FF2B5EF4-FFF2-40B4-BE49-F238E27FC236}">
                <a16:creationId xmlns:a16="http://schemas.microsoft.com/office/drawing/2014/main" id="{BE23E4FC-9B21-EF39-F3FC-587746AA78BA}"/>
              </a:ext>
            </a:extLst>
          </p:cNvPr>
          <p:cNvSpPr/>
          <p:nvPr/>
        </p:nvSpPr>
        <p:spPr bwMode="gray">
          <a:xfrm>
            <a:off x="501652" y="2282056"/>
            <a:ext cx="2781624" cy="3724388"/>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0" lvl="1">
              <a:spcAft>
                <a:spcPts val="600"/>
              </a:spcAft>
            </a:pPr>
            <a:endParaRPr lang="en-US" sz="1200" dirty="0"/>
          </a:p>
          <a:p>
            <a:pPr marL="173355" lvl="1" indent="-173355">
              <a:spcAft>
                <a:spcPts val="600"/>
              </a:spcAft>
              <a:buFont typeface="Arial" panose="020B0604020202020204" pitchFamily="34" charset="0"/>
              <a:buChar char="•"/>
            </a:pPr>
            <a:r>
              <a:rPr lang="en-US" sz="1200" dirty="0"/>
              <a:t>DISCOM financial health analysis reviewing payment cycle, credit rating of off-taker and power procurement</a:t>
            </a:r>
            <a:endParaRPr lang="en-GB" sz="1200" dirty="0">
              <a:cs typeface="Calibri"/>
            </a:endParaRPr>
          </a:p>
          <a:p>
            <a:pPr marL="173355" lvl="1" indent="-173355">
              <a:spcAft>
                <a:spcPts val="600"/>
              </a:spcAft>
              <a:buFont typeface="Arial" panose="020B0604020202020204" pitchFamily="34" charset="0"/>
              <a:buChar char="•"/>
            </a:pPr>
            <a:r>
              <a:rPr lang="en-US" sz="1200" dirty="0"/>
              <a:t>Analysis of tariff profile of DISCOMs and ACS-ARR gap</a:t>
            </a:r>
            <a:endParaRPr lang="en-US" sz="1200" dirty="0">
              <a:cs typeface="Calibri" panose="020F0502020204030204"/>
            </a:endParaRPr>
          </a:p>
          <a:p>
            <a:pPr marL="173355" lvl="1" indent="-173355">
              <a:spcAft>
                <a:spcPts val="600"/>
              </a:spcAft>
              <a:buFont typeface="Arial" panose="020B0604020202020204" pitchFamily="34" charset="0"/>
              <a:buChar char="•"/>
            </a:pPr>
            <a:r>
              <a:rPr lang="en-US" sz="1200" dirty="0"/>
              <a:t>Distribution loss trajectory &amp; regulatory targets and overall sector assessment</a:t>
            </a:r>
            <a:endParaRPr lang="en-US" sz="1200" dirty="0">
              <a:cs typeface="Calibri" panose="020F0502020204030204"/>
            </a:endParaRPr>
          </a:p>
          <a:p>
            <a:pPr marL="173355" lvl="1" indent="-173355">
              <a:spcAft>
                <a:spcPts val="600"/>
              </a:spcAft>
              <a:buFont typeface="Arial" panose="020B0604020202020204" pitchFamily="34" charset="0"/>
              <a:buChar char="•"/>
            </a:pPr>
            <a:r>
              <a:rPr lang="en-US" sz="1200" dirty="0"/>
              <a:t>Analysis of competition and procurement strategy adopted by large strategic players</a:t>
            </a:r>
            <a:endParaRPr lang="en-US" sz="1200" dirty="0">
              <a:cs typeface="Calibri" panose="020F0502020204030204"/>
            </a:endParaRPr>
          </a:p>
          <a:p>
            <a:pPr marL="173355" lvl="1" indent="-173355">
              <a:spcAft>
                <a:spcPts val="600"/>
              </a:spcAft>
              <a:buFont typeface="Arial" panose="020B0604020202020204" pitchFamily="34" charset="0"/>
              <a:buChar char="•"/>
            </a:pPr>
            <a:r>
              <a:rPr lang="en-US" sz="1200" dirty="0"/>
              <a:t>Bid strategy walk in and walk out tariff</a:t>
            </a:r>
            <a:endParaRPr lang="en-US" sz="1200" dirty="0">
              <a:cs typeface="Calibri" panose="020F0502020204030204"/>
            </a:endParaRPr>
          </a:p>
          <a:p>
            <a:pPr marL="173355" lvl="1" indent="-173355">
              <a:spcAft>
                <a:spcPts val="600"/>
              </a:spcAft>
              <a:buFont typeface="Arial" panose="020B0604020202020204" pitchFamily="34" charset="0"/>
              <a:buChar char="•"/>
            </a:pPr>
            <a:endParaRPr lang="en-US" sz="1100" dirty="0">
              <a:cs typeface="Calibri" panose="020F0502020204030204"/>
            </a:endParaRPr>
          </a:p>
          <a:p>
            <a:pPr marL="173355" lvl="1" indent="-173355">
              <a:spcAft>
                <a:spcPts val="600"/>
              </a:spcAft>
              <a:buFont typeface="Arial" panose="020B0604020202020204" pitchFamily="34" charset="0"/>
              <a:buChar char="•"/>
            </a:pPr>
            <a:endParaRPr lang="en-GB" sz="1100" dirty="0">
              <a:cs typeface="Calibri" panose="020F0502020204030204"/>
            </a:endParaRPr>
          </a:p>
        </p:txBody>
      </p:sp>
      <p:sp>
        <p:nvSpPr>
          <p:cNvPr id="10" name="Rectangle: Top Corners Rounded 12">
            <a:extLst>
              <a:ext uri="{FF2B5EF4-FFF2-40B4-BE49-F238E27FC236}">
                <a16:creationId xmlns:a16="http://schemas.microsoft.com/office/drawing/2014/main" id="{9C4465AB-D0B6-9749-83FB-A6E99ECF1C04}"/>
              </a:ext>
            </a:extLst>
          </p:cNvPr>
          <p:cNvSpPr/>
          <p:nvPr/>
        </p:nvSpPr>
        <p:spPr bwMode="gray">
          <a:xfrm flipV="1">
            <a:off x="961918" y="2096207"/>
            <a:ext cx="1871572" cy="567154"/>
          </a:xfrm>
          <a:prstGeom prst="round2Same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11" name="Rectangle 10">
            <a:extLst>
              <a:ext uri="{FF2B5EF4-FFF2-40B4-BE49-F238E27FC236}">
                <a16:creationId xmlns:a16="http://schemas.microsoft.com/office/drawing/2014/main" id="{1D500C8C-4C46-85C4-25C2-85D045CE24F8}"/>
              </a:ext>
            </a:extLst>
          </p:cNvPr>
          <p:cNvSpPr/>
          <p:nvPr/>
        </p:nvSpPr>
        <p:spPr>
          <a:xfrm>
            <a:off x="1059290" y="2179580"/>
            <a:ext cx="1666349" cy="430887"/>
          </a:xfrm>
          <a:prstGeom prst="rect">
            <a:avLst/>
          </a:prstGeom>
        </p:spPr>
        <p:txBody>
          <a:bodyPr wrap="square" lIns="0" tIns="0" rIns="0" bIns="0">
            <a:spAutoFit/>
          </a:bodyPr>
          <a:lstStyle/>
          <a:p>
            <a:pPr lvl="0" algn="ctr"/>
            <a:r>
              <a:rPr lang="en-GB" sz="1400" b="1" dirty="0">
                <a:solidFill>
                  <a:srgbClr val="FFFFFF"/>
                </a:solidFill>
              </a:rPr>
              <a:t>Power Distribution Management</a:t>
            </a:r>
          </a:p>
        </p:txBody>
      </p:sp>
      <p:grpSp>
        <p:nvGrpSpPr>
          <p:cNvPr id="12" name="Group 11">
            <a:extLst>
              <a:ext uri="{FF2B5EF4-FFF2-40B4-BE49-F238E27FC236}">
                <a16:creationId xmlns:a16="http://schemas.microsoft.com/office/drawing/2014/main" id="{AFC4215D-192E-373D-D771-2B3FE5454C4E}"/>
              </a:ext>
            </a:extLst>
          </p:cNvPr>
          <p:cNvGrpSpPr/>
          <p:nvPr/>
        </p:nvGrpSpPr>
        <p:grpSpPr>
          <a:xfrm>
            <a:off x="3799360" y="2096207"/>
            <a:ext cx="1984648" cy="228600"/>
            <a:chOff x="833432" y="2405743"/>
            <a:chExt cx="2908937" cy="228600"/>
          </a:xfrm>
        </p:grpSpPr>
        <p:sp>
          <p:nvSpPr>
            <p:cNvPr id="15" name="Isosceles Triangle 31">
              <a:extLst>
                <a:ext uri="{FF2B5EF4-FFF2-40B4-BE49-F238E27FC236}">
                  <a16:creationId xmlns:a16="http://schemas.microsoft.com/office/drawing/2014/main" id="{35D2269C-26F9-9BB2-DAF3-79A09DDC8149}"/>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16" name="Isosceles Triangle 5">
              <a:extLst>
                <a:ext uri="{FF2B5EF4-FFF2-40B4-BE49-F238E27FC236}">
                  <a16:creationId xmlns:a16="http://schemas.microsoft.com/office/drawing/2014/main" id="{9538616B-1D48-427C-B0CD-EA782DB62329}"/>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17" name="Rectangle: Rounded Corners 7">
            <a:extLst>
              <a:ext uri="{FF2B5EF4-FFF2-40B4-BE49-F238E27FC236}">
                <a16:creationId xmlns:a16="http://schemas.microsoft.com/office/drawing/2014/main" id="{76E3C053-1ECB-FBCE-5D08-B7FA732CE2AA}"/>
              </a:ext>
            </a:extLst>
          </p:cNvPr>
          <p:cNvSpPr/>
          <p:nvPr/>
        </p:nvSpPr>
        <p:spPr bwMode="gray">
          <a:xfrm>
            <a:off x="3389303" y="2282056"/>
            <a:ext cx="2781624" cy="3724388"/>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0" lvl="1">
              <a:spcAft>
                <a:spcPts val="600"/>
              </a:spcAft>
            </a:pPr>
            <a:endParaRPr lang="en-US" sz="1200" dirty="0"/>
          </a:p>
          <a:p>
            <a:pPr marL="285750" lvl="1" indent="-171450">
              <a:spcAft>
                <a:spcPts val="600"/>
              </a:spcAft>
              <a:buFont typeface="Arial"/>
              <a:buChar char="•"/>
            </a:pPr>
            <a:r>
              <a:rPr lang="en-US" sz="1200" dirty="0">
                <a:cs typeface="Calibri" panose="020F0502020204030204"/>
              </a:rPr>
              <a:t>Demand and supply assessment</a:t>
            </a:r>
          </a:p>
          <a:p>
            <a:pPr marL="285750" lvl="1" indent="-171450">
              <a:spcAft>
                <a:spcPts val="600"/>
              </a:spcAft>
              <a:buFont typeface="Arial"/>
              <a:buChar char="•"/>
            </a:pPr>
            <a:r>
              <a:rPr lang="en-US" sz="1200" dirty="0">
                <a:cs typeface="Calibri" panose="020F0502020204030204"/>
              </a:rPr>
              <a:t>Estimation of peak demand requirements</a:t>
            </a:r>
          </a:p>
          <a:p>
            <a:pPr marL="285750" lvl="1" indent="-171450">
              <a:spcAft>
                <a:spcPts val="600"/>
              </a:spcAft>
              <a:buFont typeface="Arial"/>
              <a:buChar char="•"/>
            </a:pPr>
            <a:r>
              <a:rPr lang="en-US" sz="1200" dirty="0">
                <a:cs typeface="Calibri" panose="020F0502020204030204"/>
              </a:rPr>
              <a:t>Fuel supply arrangement</a:t>
            </a:r>
          </a:p>
          <a:p>
            <a:pPr marL="285750" lvl="1" indent="-171450">
              <a:spcAft>
                <a:spcPts val="600"/>
              </a:spcAft>
              <a:buFont typeface="Arial"/>
              <a:buChar char="•"/>
            </a:pPr>
            <a:r>
              <a:rPr lang="en-US" sz="1200" dirty="0">
                <a:cs typeface="Calibri" panose="020F0502020204030204"/>
              </a:rPr>
              <a:t>Power Evacuation and Off-take arrangement</a:t>
            </a:r>
          </a:p>
          <a:p>
            <a:pPr marL="285750" lvl="1" indent="-171450">
              <a:spcAft>
                <a:spcPts val="600"/>
              </a:spcAft>
              <a:buFont typeface="Arial"/>
              <a:buChar char="•"/>
            </a:pPr>
            <a:r>
              <a:rPr lang="en-US" sz="1200" dirty="0">
                <a:cs typeface="Calibri" panose="020F0502020204030204"/>
              </a:rPr>
              <a:t>Transmission Network Planning</a:t>
            </a:r>
          </a:p>
          <a:p>
            <a:pPr marL="285750" lvl="1" indent="-171450">
              <a:spcAft>
                <a:spcPts val="600"/>
              </a:spcAft>
              <a:buFont typeface="Arial"/>
              <a:buChar char="•"/>
            </a:pPr>
            <a:r>
              <a:rPr lang="en-US" sz="1200" dirty="0">
                <a:cs typeface="Calibri" panose="020F0502020204030204"/>
              </a:rPr>
              <a:t>Advisory services for License</a:t>
            </a:r>
          </a:p>
          <a:p>
            <a:pPr marL="285750" lvl="1" indent="-171450">
              <a:spcAft>
                <a:spcPts val="600"/>
              </a:spcAft>
              <a:buFont typeface="Arial"/>
              <a:buChar char="•"/>
            </a:pPr>
            <a:r>
              <a:rPr lang="en-US" sz="1200" dirty="0">
                <a:cs typeface="Calibri" panose="020F0502020204030204"/>
              </a:rPr>
              <a:t>Business expansion plans </a:t>
            </a:r>
          </a:p>
          <a:p>
            <a:pPr marL="285750" lvl="1" indent="-171450">
              <a:spcAft>
                <a:spcPts val="600"/>
              </a:spcAft>
              <a:buFont typeface="Arial"/>
              <a:buChar char="•"/>
            </a:pPr>
            <a:r>
              <a:rPr lang="en-US" sz="1200" dirty="0">
                <a:cs typeface="Calibri" panose="020F0502020204030204"/>
              </a:rPr>
              <a:t>Demand-supply gap mgmt.​</a:t>
            </a:r>
          </a:p>
          <a:p>
            <a:pPr marL="285750" lvl="1" indent="-171450">
              <a:spcAft>
                <a:spcPts val="600"/>
              </a:spcAft>
              <a:buFont typeface="Arial"/>
              <a:buChar char="•"/>
            </a:pPr>
            <a:r>
              <a:rPr lang="en-US" sz="1200" dirty="0">
                <a:cs typeface="Calibri" panose="020F0502020204030204"/>
              </a:rPr>
              <a:t>Growth of supply capacity​</a:t>
            </a:r>
          </a:p>
          <a:p>
            <a:pPr marL="285750" lvl="1" indent="-171450">
              <a:spcAft>
                <a:spcPts val="600"/>
              </a:spcAft>
              <a:buFont typeface="Arial"/>
              <a:buChar char="•"/>
            </a:pPr>
            <a:r>
              <a:rPr lang="en-US" sz="1200" dirty="0">
                <a:cs typeface="Calibri" panose="020F0502020204030204"/>
              </a:rPr>
              <a:t>Generation Mix Diversification​</a:t>
            </a:r>
            <a:endParaRPr lang="en-US" sz="1100" dirty="0">
              <a:cs typeface="Calibri" panose="020F0502020204030204"/>
            </a:endParaRPr>
          </a:p>
          <a:p>
            <a:pPr marL="173355" lvl="1" indent="-173355">
              <a:spcAft>
                <a:spcPts val="600"/>
              </a:spcAft>
              <a:buFont typeface="Arial" panose="020B0604020202020204" pitchFamily="34" charset="0"/>
              <a:buChar char="•"/>
            </a:pPr>
            <a:endParaRPr lang="en-GB" sz="1100" dirty="0">
              <a:cs typeface="Calibri" panose="020F0502020204030204"/>
            </a:endParaRPr>
          </a:p>
        </p:txBody>
      </p:sp>
      <p:sp>
        <p:nvSpPr>
          <p:cNvPr id="18" name="Rectangle: Top Corners Rounded 12">
            <a:extLst>
              <a:ext uri="{FF2B5EF4-FFF2-40B4-BE49-F238E27FC236}">
                <a16:creationId xmlns:a16="http://schemas.microsoft.com/office/drawing/2014/main" id="{88A5BEB4-CF90-377B-D933-FDB32FA88A23}"/>
              </a:ext>
            </a:extLst>
          </p:cNvPr>
          <p:cNvSpPr/>
          <p:nvPr/>
        </p:nvSpPr>
        <p:spPr bwMode="gray">
          <a:xfrm flipV="1">
            <a:off x="3849569" y="2096207"/>
            <a:ext cx="1871572" cy="567154"/>
          </a:xfrm>
          <a:prstGeom prst="round2Same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35" name="Rectangle 34">
            <a:extLst>
              <a:ext uri="{FF2B5EF4-FFF2-40B4-BE49-F238E27FC236}">
                <a16:creationId xmlns:a16="http://schemas.microsoft.com/office/drawing/2014/main" id="{5A7AEACA-4A41-849D-53C7-71FD5D5BB0E7}"/>
              </a:ext>
            </a:extLst>
          </p:cNvPr>
          <p:cNvSpPr/>
          <p:nvPr/>
        </p:nvSpPr>
        <p:spPr>
          <a:xfrm>
            <a:off x="3946941" y="2179580"/>
            <a:ext cx="1666349" cy="430887"/>
          </a:xfrm>
          <a:prstGeom prst="rect">
            <a:avLst/>
          </a:prstGeom>
        </p:spPr>
        <p:txBody>
          <a:bodyPr wrap="square" lIns="0" tIns="0" rIns="0" bIns="0">
            <a:spAutoFit/>
          </a:bodyPr>
          <a:lstStyle/>
          <a:p>
            <a:pPr lvl="0" algn="ctr"/>
            <a:r>
              <a:rPr lang="en-GB" sz="1400" b="1" dirty="0">
                <a:solidFill>
                  <a:srgbClr val="FFFFFF"/>
                </a:solidFill>
              </a:rPr>
              <a:t>Network Studies &amp; Advisory Services</a:t>
            </a:r>
          </a:p>
        </p:txBody>
      </p:sp>
      <p:grpSp>
        <p:nvGrpSpPr>
          <p:cNvPr id="37" name="Group 36">
            <a:extLst>
              <a:ext uri="{FF2B5EF4-FFF2-40B4-BE49-F238E27FC236}">
                <a16:creationId xmlns:a16="http://schemas.microsoft.com/office/drawing/2014/main" id="{EB716B99-6B49-CC58-219A-6E913175FA53}"/>
              </a:ext>
            </a:extLst>
          </p:cNvPr>
          <p:cNvGrpSpPr/>
          <p:nvPr/>
        </p:nvGrpSpPr>
        <p:grpSpPr>
          <a:xfrm>
            <a:off x="6683411" y="2096207"/>
            <a:ext cx="1984648" cy="228600"/>
            <a:chOff x="833432" y="2405743"/>
            <a:chExt cx="2908937" cy="228600"/>
          </a:xfrm>
        </p:grpSpPr>
        <p:sp>
          <p:nvSpPr>
            <p:cNvPr id="45" name="Isosceles Triangle 31">
              <a:extLst>
                <a:ext uri="{FF2B5EF4-FFF2-40B4-BE49-F238E27FC236}">
                  <a16:creationId xmlns:a16="http://schemas.microsoft.com/office/drawing/2014/main" id="{EA18E0F9-C71A-CB05-A69B-6C2D925D8496}"/>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48" name="Isosceles Triangle 5">
              <a:extLst>
                <a:ext uri="{FF2B5EF4-FFF2-40B4-BE49-F238E27FC236}">
                  <a16:creationId xmlns:a16="http://schemas.microsoft.com/office/drawing/2014/main" id="{D356B946-871B-04C5-A75D-3D2123487382}"/>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60" name="Rectangle: Rounded Corners 7">
            <a:extLst>
              <a:ext uri="{FF2B5EF4-FFF2-40B4-BE49-F238E27FC236}">
                <a16:creationId xmlns:a16="http://schemas.microsoft.com/office/drawing/2014/main" id="{A2827B7C-F0A8-2F62-EDAB-D6A710DCBC0B}"/>
              </a:ext>
            </a:extLst>
          </p:cNvPr>
          <p:cNvSpPr/>
          <p:nvPr/>
        </p:nvSpPr>
        <p:spPr bwMode="gray">
          <a:xfrm>
            <a:off x="6273354" y="2282056"/>
            <a:ext cx="2781624" cy="3724388"/>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0" lvl="1">
              <a:spcAft>
                <a:spcPts val="600"/>
              </a:spcAft>
            </a:pPr>
            <a:endParaRPr lang="en-US" sz="1200" dirty="0"/>
          </a:p>
          <a:p>
            <a:pPr marL="173355" lvl="1" indent="-173355">
              <a:spcAft>
                <a:spcPts val="600"/>
              </a:spcAft>
              <a:buFont typeface="Arial" panose="020B0604020202020204" pitchFamily="34" charset="0"/>
              <a:buChar char="•"/>
            </a:pPr>
            <a:r>
              <a:rPr lang="en-US" sz="1200" dirty="0"/>
              <a:t>Setting up of new entities​</a:t>
            </a:r>
          </a:p>
          <a:p>
            <a:pPr marL="173355" lvl="1" indent="-173355">
              <a:spcAft>
                <a:spcPts val="600"/>
              </a:spcAft>
              <a:buFont typeface="Arial" panose="020B0604020202020204" pitchFamily="34" charset="0"/>
              <a:buChar char="•"/>
            </a:pPr>
            <a:r>
              <a:rPr lang="en-US" sz="1200" dirty="0"/>
              <a:t>Restructuring of existing utilities​</a:t>
            </a:r>
          </a:p>
          <a:p>
            <a:pPr marL="173355" lvl="1" indent="-173355">
              <a:spcAft>
                <a:spcPts val="600"/>
              </a:spcAft>
              <a:buFont typeface="Arial" panose="020B0604020202020204" pitchFamily="34" charset="0"/>
              <a:buChar char="•"/>
            </a:pPr>
            <a:r>
              <a:rPr lang="en-US" sz="1200" dirty="0"/>
              <a:t>Financial Viability Plan &amp; Financing Facility Development​</a:t>
            </a:r>
          </a:p>
          <a:p>
            <a:pPr marL="173355" lvl="1" indent="-173355">
              <a:spcAft>
                <a:spcPts val="600"/>
              </a:spcAft>
              <a:buFont typeface="Arial" panose="020B0604020202020204" pitchFamily="34" charset="0"/>
              <a:buChar char="•"/>
            </a:pPr>
            <a:r>
              <a:rPr lang="en-US" sz="1200" dirty="0"/>
              <a:t>Integrated Planning​</a:t>
            </a:r>
          </a:p>
          <a:p>
            <a:pPr marL="173355" lvl="1" indent="-173355">
              <a:spcAft>
                <a:spcPts val="600"/>
              </a:spcAft>
              <a:buFont typeface="Arial" panose="020B0604020202020204" pitchFamily="34" charset="0"/>
              <a:buChar char="•"/>
            </a:pPr>
            <a:r>
              <a:rPr lang="en-US" sz="1200" dirty="0"/>
              <a:t>Transaction and PPP​</a:t>
            </a:r>
            <a:endParaRPr lang="en-US" sz="1200" dirty="0">
              <a:cs typeface="Calibri" panose="020F0502020204030204"/>
            </a:endParaRPr>
          </a:p>
          <a:p>
            <a:pPr marL="173355" lvl="1" indent="-173355">
              <a:spcAft>
                <a:spcPts val="600"/>
              </a:spcAft>
              <a:buFont typeface="Arial" panose="020B0604020202020204" pitchFamily="34" charset="0"/>
              <a:buChar char="•"/>
            </a:pPr>
            <a:r>
              <a:rPr lang="en-US" sz="1200" dirty="0">
                <a:cs typeface="Calibri" panose="020F0502020204030204"/>
              </a:rPr>
              <a:t>Utility Unbundling &amp; Formation of New Utilities​</a:t>
            </a:r>
          </a:p>
          <a:p>
            <a:pPr marL="173355" lvl="1" indent="-173355">
              <a:spcAft>
                <a:spcPts val="600"/>
              </a:spcAft>
              <a:buFont typeface="Arial" panose="020B0604020202020204" pitchFamily="34" charset="0"/>
              <a:buChar char="•"/>
            </a:pPr>
            <a:r>
              <a:rPr lang="en-US" sz="1200" dirty="0">
                <a:cs typeface="Calibri" panose="020F0502020204030204"/>
              </a:rPr>
              <a:t>Business Planning &amp; Process Re-engineering​</a:t>
            </a:r>
          </a:p>
          <a:p>
            <a:pPr marL="173355" lvl="1" indent="-173355">
              <a:spcAft>
                <a:spcPts val="600"/>
              </a:spcAft>
              <a:buFont typeface="Arial" panose="020B0604020202020204" pitchFamily="34" charset="0"/>
              <a:buChar char="•"/>
            </a:pPr>
            <a:r>
              <a:rPr lang="en-US" sz="1200" dirty="0">
                <a:cs typeface="Calibri" panose="020F0502020204030204"/>
              </a:rPr>
              <a:t>Market Assessment​</a:t>
            </a:r>
          </a:p>
          <a:p>
            <a:pPr marL="173355" lvl="1" indent="-173355">
              <a:spcAft>
                <a:spcPts val="600"/>
              </a:spcAft>
              <a:buFont typeface="Arial" panose="020B0604020202020204" pitchFamily="34" charset="0"/>
              <a:buChar char="•"/>
            </a:pPr>
            <a:r>
              <a:rPr lang="en-US" sz="1200" dirty="0">
                <a:cs typeface="Calibri" panose="020F0502020204030204"/>
              </a:rPr>
              <a:t>Operating Model Development​</a:t>
            </a:r>
            <a:endParaRPr lang="en-GB" sz="1200" dirty="0">
              <a:cs typeface="Calibri" panose="020F0502020204030204"/>
            </a:endParaRPr>
          </a:p>
        </p:txBody>
      </p:sp>
      <p:sp>
        <p:nvSpPr>
          <p:cNvPr id="63" name="Rectangle: Top Corners Rounded 12">
            <a:extLst>
              <a:ext uri="{FF2B5EF4-FFF2-40B4-BE49-F238E27FC236}">
                <a16:creationId xmlns:a16="http://schemas.microsoft.com/office/drawing/2014/main" id="{7891335C-4D9C-DBA3-9C9E-8BB75252C28B}"/>
              </a:ext>
            </a:extLst>
          </p:cNvPr>
          <p:cNvSpPr/>
          <p:nvPr/>
        </p:nvSpPr>
        <p:spPr bwMode="gray">
          <a:xfrm flipV="1">
            <a:off x="6733620" y="2096207"/>
            <a:ext cx="1871572" cy="567154"/>
          </a:xfrm>
          <a:prstGeom prst="round2Same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65" name="Rectangle 64">
            <a:extLst>
              <a:ext uri="{FF2B5EF4-FFF2-40B4-BE49-F238E27FC236}">
                <a16:creationId xmlns:a16="http://schemas.microsoft.com/office/drawing/2014/main" id="{47760E3A-4D93-1E70-A93D-9B0FE78098E4}"/>
              </a:ext>
            </a:extLst>
          </p:cNvPr>
          <p:cNvSpPr/>
          <p:nvPr/>
        </p:nvSpPr>
        <p:spPr>
          <a:xfrm>
            <a:off x="6735973" y="2168694"/>
            <a:ext cx="1902706" cy="430887"/>
          </a:xfrm>
          <a:prstGeom prst="rect">
            <a:avLst/>
          </a:prstGeom>
        </p:spPr>
        <p:txBody>
          <a:bodyPr wrap="square" lIns="0" tIns="0" rIns="0" bIns="0">
            <a:spAutoFit/>
          </a:bodyPr>
          <a:lstStyle/>
          <a:p>
            <a:pPr lvl="0" algn="ctr"/>
            <a:r>
              <a:rPr lang="en-GB" sz="1400" b="1" dirty="0">
                <a:solidFill>
                  <a:srgbClr val="FFFFFF"/>
                </a:solidFill>
              </a:rPr>
              <a:t>Sector Restructuring &amp; Project Management</a:t>
            </a:r>
          </a:p>
        </p:txBody>
      </p:sp>
      <p:grpSp>
        <p:nvGrpSpPr>
          <p:cNvPr id="66" name="Group 65">
            <a:extLst>
              <a:ext uri="{FF2B5EF4-FFF2-40B4-BE49-F238E27FC236}">
                <a16:creationId xmlns:a16="http://schemas.microsoft.com/office/drawing/2014/main" id="{0528CAE2-6F21-9231-B4C1-7CA0A1A72BC5}"/>
              </a:ext>
            </a:extLst>
          </p:cNvPr>
          <p:cNvGrpSpPr/>
          <p:nvPr/>
        </p:nvGrpSpPr>
        <p:grpSpPr>
          <a:xfrm>
            <a:off x="9545153" y="2091095"/>
            <a:ext cx="1984648" cy="228600"/>
            <a:chOff x="833432" y="2405743"/>
            <a:chExt cx="2908937" cy="228600"/>
          </a:xfrm>
        </p:grpSpPr>
        <p:sp>
          <p:nvSpPr>
            <p:cNvPr id="77" name="Isosceles Triangle 31">
              <a:extLst>
                <a:ext uri="{FF2B5EF4-FFF2-40B4-BE49-F238E27FC236}">
                  <a16:creationId xmlns:a16="http://schemas.microsoft.com/office/drawing/2014/main" id="{E9C0361C-4F0F-5DF0-8240-C115B4932CB8}"/>
                </a:ext>
              </a:extLst>
            </p:cNvPr>
            <p:cNvSpPr/>
            <p:nvPr/>
          </p:nvSpPr>
          <p:spPr bwMode="gray">
            <a:xfrm>
              <a:off x="3576634"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78" name="Isosceles Triangle 5">
              <a:extLst>
                <a:ext uri="{FF2B5EF4-FFF2-40B4-BE49-F238E27FC236}">
                  <a16:creationId xmlns:a16="http://schemas.microsoft.com/office/drawing/2014/main" id="{183F3628-8DAF-720E-4BCA-1C910F4DE783}"/>
                </a:ext>
              </a:extLst>
            </p:cNvPr>
            <p:cNvSpPr/>
            <p:nvPr/>
          </p:nvSpPr>
          <p:spPr bwMode="gray">
            <a:xfrm>
              <a:off x="833432" y="2405743"/>
              <a:ext cx="165735" cy="228600"/>
            </a:xfrm>
            <a:prstGeom prst="triangle">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79" name="Rectangle: Rounded Corners 7">
            <a:extLst>
              <a:ext uri="{FF2B5EF4-FFF2-40B4-BE49-F238E27FC236}">
                <a16:creationId xmlns:a16="http://schemas.microsoft.com/office/drawing/2014/main" id="{382FCE99-9273-0B54-15AD-3396C6294274}"/>
              </a:ext>
            </a:extLst>
          </p:cNvPr>
          <p:cNvSpPr/>
          <p:nvPr/>
        </p:nvSpPr>
        <p:spPr bwMode="gray">
          <a:xfrm>
            <a:off x="9135096" y="2276944"/>
            <a:ext cx="2781624" cy="3724388"/>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0" lvl="1">
              <a:spcAft>
                <a:spcPts val="600"/>
              </a:spcAft>
            </a:pPr>
            <a:endParaRPr lang="en-US" sz="1200" dirty="0"/>
          </a:p>
          <a:p>
            <a:pPr marL="173355" lvl="1" indent="-173355">
              <a:spcAft>
                <a:spcPts val="600"/>
              </a:spcAft>
              <a:buFont typeface="Arial" panose="020B0604020202020204" pitchFamily="34" charset="0"/>
              <a:buChar char="•"/>
            </a:pPr>
            <a:r>
              <a:rPr lang="en-US" sz="1200" dirty="0"/>
              <a:t>Transaction Advisory Services and bid process management</a:t>
            </a:r>
          </a:p>
          <a:p>
            <a:pPr marL="173355" lvl="1" indent="-173355">
              <a:spcAft>
                <a:spcPts val="600"/>
              </a:spcAft>
              <a:buFont typeface="Arial" panose="020B0604020202020204" pitchFamily="34" charset="0"/>
              <a:buChar char="•"/>
            </a:pPr>
            <a:r>
              <a:rPr lang="en-US" sz="1200" dirty="0"/>
              <a:t>Analysis of transaction structure and review of transaction documents</a:t>
            </a:r>
          </a:p>
          <a:p>
            <a:pPr marL="173355" lvl="1" indent="-173355">
              <a:spcAft>
                <a:spcPts val="600"/>
              </a:spcAft>
              <a:buFont typeface="Arial" panose="020B0604020202020204" pitchFamily="34" charset="0"/>
              <a:buChar char="•"/>
            </a:pPr>
            <a:r>
              <a:rPr lang="en-US" sz="1200" dirty="0"/>
              <a:t>Structuring PPPs &amp; Commercial Contracting for developmental projects</a:t>
            </a:r>
          </a:p>
          <a:p>
            <a:pPr marL="173355" lvl="1" indent="-173355">
              <a:spcAft>
                <a:spcPts val="600"/>
              </a:spcAft>
              <a:buFont typeface="Arial" panose="020B0604020202020204" pitchFamily="34" charset="0"/>
              <a:buChar char="•"/>
            </a:pPr>
            <a:r>
              <a:rPr lang="en-US" sz="1200" dirty="0"/>
              <a:t>Project assessment for CUF, status of approvals, review of PPA, EPC agreement, O&amp;M agreement, insurance contract, etc. </a:t>
            </a:r>
          </a:p>
          <a:p>
            <a:pPr marL="173355" lvl="1" indent="-173355">
              <a:spcAft>
                <a:spcPts val="600"/>
              </a:spcAft>
              <a:buFont typeface="Arial" panose="020B0604020202020204" pitchFamily="34" charset="0"/>
              <a:buChar char="•"/>
            </a:pPr>
            <a:r>
              <a:rPr lang="en-US" sz="1200" dirty="0">
                <a:cs typeface="Calibri" panose="020F0502020204030204"/>
              </a:rPr>
              <a:t>Technical, commercial &amp; financial due diligence​</a:t>
            </a:r>
          </a:p>
          <a:p>
            <a:pPr marL="173355" lvl="1" indent="-173355">
              <a:spcAft>
                <a:spcPts val="600"/>
              </a:spcAft>
              <a:buFont typeface="Arial" panose="020B0604020202020204" pitchFamily="34" charset="0"/>
              <a:buChar char="•"/>
            </a:pPr>
            <a:endParaRPr lang="en-GB" sz="1100" dirty="0">
              <a:cs typeface="Calibri" panose="020F0502020204030204"/>
            </a:endParaRPr>
          </a:p>
        </p:txBody>
      </p:sp>
      <p:sp>
        <p:nvSpPr>
          <p:cNvPr id="80" name="Rectangle: Top Corners Rounded 12">
            <a:extLst>
              <a:ext uri="{FF2B5EF4-FFF2-40B4-BE49-F238E27FC236}">
                <a16:creationId xmlns:a16="http://schemas.microsoft.com/office/drawing/2014/main" id="{DFF9BC5F-0C77-ADC2-3E03-B8D8FF44F6DE}"/>
              </a:ext>
            </a:extLst>
          </p:cNvPr>
          <p:cNvSpPr/>
          <p:nvPr/>
        </p:nvSpPr>
        <p:spPr bwMode="gray">
          <a:xfrm flipV="1">
            <a:off x="9595362" y="2091095"/>
            <a:ext cx="1871572" cy="567154"/>
          </a:xfrm>
          <a:prstGeom prst="round2Same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81" name="Rectangle 80">
            <a:extLst>
              <a:ext uri="{FF2B5EF4-FFF2-40B4-BE49-F238E27FC236}">
                <a16:creationId xmlns:a16="http://schemas.microsoft.com/office/drawing/2014/main" id="{826B6C1D-8AE9-1270-F4AA-D0B3A64BABE8}"/>
              </a:ext>
            </a:extLst>
          </p:cNvPr>
          <p:cNvSpPr/>
          <p:nvPr/>
        </p:nvSpPr>
        <p:spPr>
          <a:xfrm>
            <a:off x="9606307" y="2157807"/>
            <a:ext cx="1839202" cy="430887"/>
          </a:xfrm>
          <a:prstGeom prst="rect">
            <a:avLst/>
          </a:prstGeom>
        </p:spPr>
        <p:txBody>
          <a:bodyPr wrap="square" lIns="0" tIns="0" rIns="0" bIns="0">
            <a:spAutoFit/>
          </a:bodyPr>
          <a:lstStyle/>
          <a:p>
            <a:pPr lvl="0" algn="ctr"/>
            <a:r>
              <a:rPr lang="en-US" sz="1400" b="1" dirty="0">
                <a:solidFill>
                  <a:srgbClr val="FFFFFF"/>
                </a:solidFill>
              </a:rPr>
              <a:t>Transaction Advisory Services &amp; Due Diligence</a:t>
            </a:r>
            <a:endParaRPr lang="en-GB" sz="1400" b="1" dirty="0">
              <a:solidFill>
                <a:srgbClr val="FFFFFF"/>
              </a:solidFill>
            </a:endParaRPr>
          </a:p>
        </p:txBody>
      </p:sp>
      <p:pic>
        <p:nvPicPr>
          <p:cNvPr id="82" name="Graphic 81" descr="Harvey Balls 0% with solid fill">
            <a:extLst>
              <a:ext uri="{FF2B5EF4-FFF2-40B4-BE49-F238E27FC236}">
                <a16:creationId xmlns:a16="http://schemas.microsoft.com/office/drawing/2014/main" id="{9EEB5D0A-4D8A-4953-B153-C02242393F0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609354" y="1409630"/>
            <a:ext cx="678580" cy="643491"/>
          </a:xfrm>
          <a:prstGeom prst="rect">
            <a:avLst/>
          </a:prstGeom>
        </p:spPr>
      </p:pic>
      <p:sp>
        <p:nvSpPr>
          <p:cNvPr id="84" name="Freeform 542">
            <a:extLst>
              <a:ext uri="{FF2B5EF4-FFF2-40B4-BE49-F238E27FC236}">
                <a16:creationId xmlns:a16="http://schemas.microsoft.com/office/drawing/2014/main" id="{AEAB3921-7C37-4FAB-724B-45FA31982515}"/>
              </a:ext>
            </a:extLst>
          </p:cNvPr>
          <p:cNvSpPr>
            <a:spLocks noChangeAspect="1" noEditPoints="1"/>
          </p:cNvSpPr>
          <p:nvPr/>
        </p:nvSpPr>
        <p:spPr bwMode="auto">
          <a:xfrm>
            <a:off x="1773099" y="1569546"/>
            <a:ext cx="358041" cy="339527"/>
          </a:xfrm>
          <a:custGeom>
            <a:avLst/>
            <a:gdLst>
              <a:gd name="T0" fmla="*/ 256 w 512"/>
              <a:gd name="T1" fmla="*/ 266 h 512"/>
              <a:gd name="T2" fmla="*/ 256 w 512"/>
              <a:gd name="T3" fmla="*/ 245 h 512"/>
              <a:gd name="T4" fmla="*/ 512 w 512"/>
              <a:gd name="T5" fmla="*/ 256 h 512"/>
              <a:gd name="T6" fmla="*/ 0 w 512"/>
              <a:gd name="T7" fmla="*/ 256 h 512"/>
              <a:gd name="T8" fmla="*/ 512 w 512"/>
              <a:gd name="T9" fmla="*/ 256 h 512"/>
              <a:gd name="T10" fmla="*/ 384 w 512"/>
              <a:gd name="T11" fmla="*/ 193 h 512"/>
              <a:gd name="T12" fmla="*/ 266 w 512"/>
              <a:gd name="T13" fmla="*/ 128 h 512"/>
              <a:gd name="T14" fmla="*/ 256 w 512"/>
              <a:gd name="T15" fmla="*/ 96 h 512"/>
              <a:gd name="T16" fmla="*/ 245 w 512"/>
              <a:gd name="T17" fmla="*/ 224 h 512"/>
              <a:gd name="T18" fmla="*/ 224 w 512"/>
              <a:gd name="T19" fmla="*/ 256 h 512"/>
              <a:gd name="T20" fmla="*/ 160 w 512"/>
              <a:gd name="T21" fmla="*/ 302 h 512"/>
              <a:gd name="T22" fmla="*/ 173 w 512"/>
              <a:gd name="T23" fmla="*/ 189 h 512"/>
              <a:gd name="T24" fmla="*/ 185 w 512"/>
              <a:gd name="T25" fmla="*/ 218 h 512"/>
              <a:gd name="T26" fmla="*/ 195 w 512"/>
              <a:gd name="T27" fmla="*/ 207 h 512"/>
              <a:gd name="T28" fmla="*/ 181 w 512"/>
              <a:gd name="T29" fmla="*/ 151 h 512"/>
              <a:gd name="T30" fmla="*/ 126 w 512"/>
              <a:gd name="T31" fmla="*/ 166 h 512"/>
              <a:gd name="T32" fmla="*/ 137 w 512"/>
              <a:gd name="T33" fmla="*/ 176 h 512"/>
              <a:gd name="T34" fmla="*/ 128 w 512"/>
              <a:gd name="T35" fmla="*/ 256 h 512"/>
              <a:gd name="T36" fmla="*/ 124 w 512"/>
              <a:gd name="T37" fmla="*/ 323 h 512"/>
              <a:gd name="T38" fmla="*/ 129 w 512"/>
              <a:gd name="T39" fmla="*/ 343 h 512"/>
              <a:gd name="T40" fmla="*/ 236 w 512"/>
              <a:gd name="T41" fmla="*/ 281 h 512"/>
              <a:gd name="T42" fmla="*/ 276 w 512"/>
              <a:gd name="T43" fmla="*/ 280 h 512"/>
              <a:gd name="T44" fmla="*/ 256 w 512"/>
              <a:gd name="T45" fmla="*/ 362 h 512"/>
              <a:gd name="T46" fmla="*/ 255 w 512"/>
              <a:gd name="T47" fmla="*/ 350 h 512"/>
              <a:gd name="T48" fmla="*/ 243 w 512"/>
              <a:gd name="T49" fmla="*/ 333 h 512"/>
              <a:gd name="T50" fmla="*/ 206 w 512"/>
              <a:gd name="T51" fmla="*/ 358 h 512"/>
              <a:gd name="T52" fmla="*/ 228 w 512"/>
              <a:gd name="T53" fmla="*/ 410 h 512"/>
              <a:gd name="T54" fmla="*/ 242 w 512"/>
              <a:gd name="T55" fmla="*/ 413 h 512"/>
              <a:gd name="T56" fmla="*/ 235 w 512"/>
              <a:gd name="T57" fmla="*/ 382 h 512"/>
              <a:gd name="T58" fmla="*/ 360 w 512"/>
              <a:gd name="T59" fmla="*/ 330 h 512"/>
              <a:gd name="T60" fmla="*/ 384 w 512"/>
              <a:gd name="T61" fmla="*/ 343 h 512"/>
              <a:gd name="T62" fmla="*/ 389 w 512"/>
              <a:gd name="T63" fmla="*/ 323 h 512"/>
              <a:gd name="T64" fmla="*/ 288 w 512"/>
              <a:gd name="T65" fmla="*/ 256 h 512"/>
              <a:gd name="T66" fmla="*/ 266 w 512"/>
              <a:gd name="T67" fmla="*/ 224 h 512"/>
              <a:gd name="T68" fmla="*/ 355 w 512"/>
              <a:gd name="T69" fmla="*/ 217 h 512"/>
              <a:gd name="T70" fmla="*/ 324 w 512"/>
              <a:gd name="T71" fmla="*/ 214 h 512"/>
              <a:gd name="T72" fmla="*/ 369 w 512"/>
              <a:gd name="T73" fmla="*/ 248 h 512"/>
              <a:gd name="T74" fmla="*/ 383 w 512"/>
              <a:gd name="T75" fmla="*/ 243 h 512"/>
              <a:gd name="T76" fmla="*/ 399 w 512"/>
              <a:gd name="T77" fmla="*/ 1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66" y="256"/>
                </a:moveTo>
                <a:cubicBezTo>
                  <a:pt x="266" y="262"/>
                  <a:pt x="262" y="266"/>
                  <a:pt x="256" y="266"/>
                </a:cubicBezTo>
                <a:cubicBezTo>
                  <a:pt x="250" y="266"/>
                  <a:pt x="245" y="262"/>
                  <a:pt x="245" y="256"/>
                </a:cubicBezTo>
                <a:cubicBezTo>
                  <a:pt x="245" y="250"/>
                  <a:pt x="250" y="245"/>
                  <a:pt x="256" y="245"/>
                </a:cubicBezTo>
                <a:cubicBezTo>
                  <a:pt x="262" y="245"/>
                  <a:pt x="266" y="250"/>
                  <a:pt x="266"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9" y="188"/>
                </a:moveTo>
                <a:cubicBezTo>
                  <a:pt x="393" y="186"/>
                  <a:pt x="387" y="188"/>
                  <a:pt x="384" y="193"/>
                </a:cubicBezTo>
                <a:cubicBezTo>
                  <a:pt x="376" y="211"/>
                  <a:pt x="376" y="211"/>
                  <a:pt x="376" y="211"/>
                </a:cubicBezTo>
                <a:cubicBezTo>
                  <a:pt x="358" y="165"/>
                  <a:pt x="316" y="132"/>
                  <a:pt x="266" y="128"/>
                </a:cubicBezTo>
                <a:cubicBezTo>
                  <a:pt x="266" y="106"/>
                  <a:pt x="266" y="106"/>
                  <a:pt x="266" y="106"/>
                </a:cubicBezTo>
                <a:cubicBezTo>
                  <a:pt x="266" y="100"/>
                  <a:pt x="262" y="96"/>
                  <a:pt x="256" y="96"/>
                </a:cubicBezTo>
                <a:cubicBezTo>
                  <a:pt x="250" y="96"/>
                  <a:pt x="245" y="100"/>
                  <a:pt x="245" y="106"/>
                </a:cubicBezTo>
                <a:cubicBezTo>
                  <a:pt x="245" y="224"/>
                  <a:pt x="245" y="224"/>
                  <a:pt x="245" y="224"/>
                </a:cubicBezTo>
                <a:cubicBezTo>
                  <a:pt x="245" y="224"/>
                  <a:pt x="245" y="225"/>
                  <a:pt x="245" y="226"/>
                </a:cubicBezTo>
                <a:cubicBezTo>
                  <a:pt x="233" y="230"/>
                  <a:pt x="224" y="242"/>
                  <a:pt x="224" y="256"/>
                </a:cubicBezTo>
                <a:cubicBezTo>
                  <a:pt x="224" y="258"/>
                  <a:pt x="224" y="261"/>
                  <a:pt x="225" y="263"/>
                </a:cubicBezTo>
                <a:cubicBezTo>
                  <a:pt x="160" y="302"/>
                  <a:pt x="160" y="302"/>
                  <a:pt x="160" y="302"/>
                </a:cubicBezTo>
                <a:cubicBezTo>
                  <a:pt x="153" y="287"/>
                  <a:pt x="149" y="272"/>
                  <a:pt x="149" y="256"/>
                </a:cubicBezTo>
                <a:cubicBezTo>
                  <a:pt x="149" y="231"/>
                  <a:pt x="158" y="207"/>
                  <a:pt x="173" y="189"/>
                </a:cubicBezTo>
                <a:cubicBezTo>
                  <a:pt x="174" y="208"/>
                  <a:pt x="174" y="208"/>
                  <a:pt x="174" y="208"/>
                </a:cubicBezTo>
                <a:cubicBezTo>
                  <a:pt x="174" y="214"/>
                  <a:pt x="179" y="218"/>
                  <a:pt x="185" y="218"/>
                </a:cubicBezTo>
                <a:cubicBezTo>
                  <a:pt x="185" y="218"/>
                  <a:pt x="185" y="218"/>
                  <a:pt x="185" y="218"/>
                </a:cubicBezTo>
                <a:cubicBezTo>
                  <a:pt x="191" y="217"/>
                  <a:pt x="196" y="212"/>
                  <a:pt x="195" y="207"/>
                </a:cubicBezTo>
                <a:cubicBezTo>
                  <a:pt x="192" y="161"/>
                  <a:pt x="192" y="161"/>
                  <a:pt x="192" y="161"/>
                </a:cubicBezTo>
                <a:cubicBezTo>
                  <a:pt x="192" y="155"/>
                  <a:pt x="187" y="151"/>
                  <a:pt x="181" y="151"/>
                </a:cubicBezTo>
                <a:cubicBezTo>
                  <a:pt x="136" y="154"/>
                  <a:pt x="136" y="154"/>
                  <a:pt x="136" y="154"/>
                </a:cubicBezTo>
                <a:cubicBezTo>
                  <a:pt x="130" y="155"/>
                  <a:pt x="126" y="160"/>
                  <a:pt x="126" y="166"/>
                </a:cubicBezTo>
                <a:cubicBezTo>
                  <a:pt x="126" y="171"/>
                  <a:pt x="131" y="176"/>
                  <a:pt x="137" y="176"/>
                </a:cubicBezTo>
                <a:cubicBezTo>
                  <a:pt x="137" y="176"/>
                  <a:pt x="137" y="176"/>
                  <a:pt x="137" y="176"/>
                </a:cubicBezTo>
                <a:cubicBezTo>
                  <a:pt x="157" y="174"/>
                  <a:pt x="157" y="174"/>
                  <a:pt x="157" y="174"/>
                </a:cubicBezTo>
                <a:cubicBezTo>
                  <a:pt x="138" y="197"/>
                  <a:pt x="128" y="226"/>
                  <a:pt x="128" y="256"/>
                </a:cubicBezTo>
                <a:cubicBezTo>
                  <a:pt x="128" y="276"/>
                  <a:pt x="133" y="295"/>
                  <a:pt x="141" y="313"/>
                </a:cubicBezTo>
                <a:cubicBezTo>
                  <a:pt x="124" y="323"/>
                  <a:pt x="124" y="323"/>
                  <a:pt x="124" y="323"/>
                </a:cubicBezTo>
                <a:cubicBezTo>
                  <a:pt x="119" y="326"/>
                  <a:pt x="117" y="333"/>
                  <a:pt x="120" y="338"/>
                </a:cubicBezTo>
                <a:cubicBezTo>
                  <a:pt x="122" y="341"/>
                  <a:pt x="126" y="343"/>
                  <a:pt x="129" y="343"/>
                </a:cubicBezTo>
                <a:cubicBezTo>
                  <a:pt x="131" y="343"/>
                  <a:pt x="133" y="342"/>
                  <a:pt x="135" y="341"/>
                </a:cubicBezTo>
                <a:cubicBezTo>
                  <a:pt x="236" y="281"/>
                  <a:pt x="236" y="281"/>
                  <a:pt x="236" y="281"/>
                </a:cubicBezTo>
                <a:cubicBezTo>
                  <a:pt x="242" y="285"/>
                  <a:pt x="248" y="288"/>
                  <a:pt x="256" y="288"/>
                </a:cubicBezTo>
                <a:cubicBezTo>
                  <a:pt x="263" y="288"/>
                  <a:pt x="270" y="285"/>
                  <a:pt x="276" y="280"/>
                </a:cubicBezTo>
                <a:cubicBezTo>
                  <a:pt x="341" y="319"/>
                  <a:pt x="341" y="319"/>
                  <a:pt x="341" y="319"/>
                </a:cubicBezTo>
                <a:cubicBezTo>
                  <a:pt x="321" y="346"/>
                  <a:pt x="290" y="362"/>
                  <a:pt x="256" y="362"/>
                </a:cubicBezTo>
                <a:cubicBezTo>
                  <a:pt x="250" y="362"/>
                  <a:pt x="245" y="362"/>
                  <a:pt x="239" y="361"/>
                </a:cubicBezTo>
                <a:cubicBezTo>
                  <a:pt x="255" y="350"/>
                  <a:pt x="255" y="350"/>
                  <a:pt x="255" y="350"/>
                </a:cubicBezTo>
                <a:cubicBezTo>
                  <a:pt x="260" y="347"/>
                  <a:pt x="261" y="340"/>
                  <a:pt x="258" y="336"/>
                </a:cubicBezTo>
                <a:cubicBezTo>
                  <a:pt x="255" y="331"/>
                  <a:pt x="248" y="329"/>
                  <a:pt x="243" y="333"/>
                </a:cubicBezTo>
                <a:cubicBezTo>
                  <a:pt x="206" y="358"/>
                  <a:pt x="206" y="358"/>
                  <a:pt x="206" y="358"/>
                </a:cubicBezTo>
                <a:cubicBezTo>
                  <a:pt x="206" y="358"/>
                  <a:pt x="206" y="358"/>
                  <a:pt x="206" y="358"/>
                </a:cubicBezTo>
                <a:cubicBezTo>
                  <a:pt x="201" y="361"/>
                  <a:pt x="199" y="367"/>
                  <a:pt x="203" y="372"/>
                </a:cubicBezTo>
                <a:cubicBezTo>
                  <a:pt x="228" y="410"/>
                  <a:pt x="228" y="410"/>
                  <a:pt x="228" y="410"/>
                </a:cubicBezTo>
                <a:cubicBezTo>
                  <a:pt x="230" y="413"/>
                  <a:pt x="233" y="415"/>
                  <a:pt x="237" y="415"/>
                </a:cubicBezTo>
                <a:cubicBezTo>
                  <a:pt x="239" y="415"/>
                  <a:pt x="241" y="414"/>
                  <a:pt x="242" y="413"/>
                </a:cubicBezTo>
                <a:cubicBezTo>
                  <a:pt x="247" y="410"/>
                  <a:pt x="249" y="403"/>
                  <a:pt x="245" y="398"/>
                </a:cubicBezTo>
                <a:cubicBezTo>
                  <a:pt x="235" y="382"/>
                  <a:pt x="235" y="382"/>
                  <a:pt x="235" y="382"/>
                </a:cubicBezTo>
                <a:cubicBezTo>
                  <a:pt x="242" y="383"/>
                  <a:pt x="249" y="384"/>
                  <a:pt x="256" y="384"/>
                </a:cubicBezTo>
                <a:cubicBezTo>
                  <a:pt x="297" y="384"/>
                  <a:pt x="336" y="363"/>
                  <a:pt x="360" y="330"/>
                </a:cubicBezTo>
                <a:cubicBezTo>
                  <a:pt x="378" y="341"/>
                  <a:pt x="378" y="341"/>
                  <a:pt x="378" y="341"/>
                </a:cubicBezTo>
                <a:cubicBezTo>
                  <a:pt x="380" y="342"/>
                  <a:pt x="382" y="343"/>
                  <a:pt x="384" y="343"/>
                </a:cubicBezTo>
                <a:cubicBezTo>
                  <a:pt x="388" y="343"/>
                  <a:pt x="391" y="341"/>
                  <a:pt x="393" y="338"/>
                </a:cubicBezTo>
                <a:cubicBezTo>
                  <a:pt x="396" y="333"/>
                  <a:pt x="394" y="326"/>
                  <a:pt x="389" y="323"/>
                </a:cubicBezTo>
                <a:cubicBezTo>
                  <a:pt x="287" y="262"/>
                  <a:pt x="287" y="262"/>
                  <a:pt x="287" y="262"/>
                </a:cubicBezTo>
                <a:cubicBezTo>
                  <a:pt x="287" y="260"/>
                  <a:pt x="288" y="258"/>
                  <a:pt x="288" y="256"/>
                </a:cubicBezTo>
                <a:cubicBezTo>
                  <a:pt x="288" y="242"/>
                  <a:pt x="279" y="230"/>
                  <a:pt x="266" y="226"/>
                </a:cubicBezTo>
                <a:cubicBezTo>
                  <a:pt x="266" y="225"/>
                  <a:pt x="266" y="224"/>
                  <a:pt x="266" y="224"/>
                </a:cubicBezTo>
                <a:cubicBezTo>
                  <a:pt x="266" y="150"/>
                  <a:pt x="266" y="150"/>
                  <a:pt x="266" y="150"/>
                </a:cubicBezTo>
                <a:cubicBezTo>
                  <a:pt x="307" y="154"/>
                  <a:pt x="341" y="180"/>
                  <a:pt x="355" y="217"/>
                </a:cubicBezTo>
                <a:cubicBezTo>
                  <a:pt x="338" y="209"/>
                  <a:pt x="338" y="209"/>
                  <a:pt x="338" y="209"/>
                </a:cubicBezTo>
                <a:cubicBezTo>
                  <a:pt x="333" y="206"/>
                  <a:pt x="326" y="208"/>
                  <a:pt x="324" y="214"/>
                </a:cubicBezTo>
                <a:cubicBezTo>
                  <a:pt x="321" y="219"/>
                  <a:pt x="323" y="225"/>
                  <a:pt x="328" y="228"/>
                </a:cubicBezTo>
                <a:cubicBezTo>
                  <a:pt x="369" y="248"/>
                  <a:pt x="369" y="248"/>
                  <a:pt x="369" y="248"/>
                </a:cubicBezTo>
                <a:cubicBezTo>
                  <a:pt x="370" y="249"/>
                  <a:pt x="372" y="249"/>
                  <a:pt x="374" y="249"/>
                </a:cubicBezTo>
                <a:cubicBezTo>
                  <a:pt x="378" y="249"/>
                  <a:pt x="381" y="247"/>
                  <a:pt x="383" y="243"/>
                </a:cubicBezTo>
                <a:cubicBezTo>
                  <a:pt x="403" y="203"/>
                  <a:pt x="403" y="203"/>
                  <a:pt x="403" y="203"/>
                </a:cubicBezTo>
                <a:cubicBezTo>
                  <a:pt x="406" y="197"/>
                  <a:pt x="404" y="191"/>
                  <a:pt x="399" y="18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91" name="Graphic 90" descr="Harvey Balls 0% with solid fill">
            <a:extLst>
              <a:ext uri="{FF2B5EF4-FFF2-40B4-BE49-F238E27FC236}">
                <a16:creationId xmlns:a16="http://schemas.microsoft.com/office/drawing/2014/main" id="{4797B779-6BAB-C10A-1C83-54B59109657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489994" y="1408855"/>
            <a:ext cx="641404" cy="608237"/>
          </a:xfrm>
          <a:prstGeom prst="rect">
            <a:avLst/>
          </a:prstGeom>
        </p:spPr>
      </p:pic>
      <p:sp>
        <p:nvSpPr>
          <p:cNvPr id="92" name="Freeform 651">
            <a:extLst>
              <a:ext uri="{FF2B5EF4-FFF2-40B4-BE49-F238E27FC236}">
                <a16:creationId xmlns:a16="http://schemas.microsoft.com/office/drawing/2014/main" id="{76CEFD94-3E87-FAB9-A0B8-8F36F35F17BC}"/>
              </a:ext>
            </a:extLst>
          </p:cNvPr>
          <p:cNvSpPr>
            <a:spLocks noChangeAspect="1" noEditPoints="1"/>
          </p:cNvSpPr>
          <p:nvPr/>
        </p:nvSpPr>
        <p:spPr bwMode="auto">
          <a:xfrm>
            <a:off x="4630502" y="1535556"/>
            <a:ext cx="357033" cy="338571"/>
          </a:xfrm>
          <a:custGeom>
            <a:avLst/>
            <a:gdLst>
              <a:gd name="T0" fmla="*/ 341 w 512"/>
              <a:gd name="T1" fmla="*/ 219 h 512"/>
              <a:gd name="T2" fmla="*/ 170 w 512"/>
              <a:gd name="T3" fmla="*/ 277 h 512"/>
              <a:gd name="T4" fmla="*/ 256 w 512"/>
              <a:gd name="T5" fmla="*/ 250 h 512"/>
              <a:gd name="T6" fmla="*/ 170 w 512"/>
              <a:gd name="T7" fmla="*/ 341 h 512"/>
              <a:gd name="T8" fmla="*/ 184 w 512"/>
              <a:gd name="T9" fmla="*/ 333 h 512"/>
              <a:gd name="T10" fmla="*/ 200 w 512"/>
              <a:gd name="T11" fmla="*/ 334 h 512"/>
              <a:gd name="T12" fmla="*/ 248 w 512"/>
              <a:gd name="T13" fmla="*/ 333 h 512"/>
              <a:gd name="T14" fmla="*/ 264 w 512"/>
              <a:gd name="T15" fmla="*/ 334 h 512"/>
              <a:gd name="T16" fmla="*/ 312 w 512"/>
              <a:gd name="T17" fmla="*/ 333 h 512"/>
              <a:gd name="T18" fmla="*/ 328 w 512"/>
              <a:gd name="T19" fmla="*/ 334 h 512"/>
              <a:gd name="T20" fmla="*/ 341 w 512"/>
              <a:gd name="T21" fmla="*/ 341 h 512"/>
              <a:gd name="T22" fmla="*/ 341 w 512"/>
              <a:gd name="T23" fmla="*/ 298 h 512"/>
              <a:gd name="T24" fmla="*/ 170 w 512"/>
              <a:gd name="T25" fmla="*/ 320 h 512"/>
              <a:gd name="T26" fmla="*/ 256 w 512"/>
              <a:gd name="T27" fmla="*/ 512 h 512"/>
              <a:gd name="T28" fmla="*/ 256 w 512"/>
              <a:gd name="T29" fmla="*/ 0 h 512"/>
              <a:gd name="T30" fmla="*/ 362 w 512"/>
              <a:gd name="T31" fmla="*/ 277 h 512"/>
              <a:gd name="T32" fmla="*/ 401 w 512"/>
              <a:gd name="T33" fmla="*/ 242 h 512"/>
              <a:gd name="T34" fmla="*/ 415 w 512"/>
              <a:gd name="T35" fmla="*/ 236 h 512"/>
              <a:gd name="T36" fmla="*/ 362 w 512"/>
              <a:gd name="T37" fmla="*/ 188 h 512"/>
              <a:gd name="T38" fmla="*/ 352 w 512"/>
              <a:gd name="T39" fmla="*/ 160 h 512"/>
              <a:gd name="T40" fmla="*/ 341 w 512"/>
              <a:gd name="T41" fmla="*/ 188 h 512"/>
              <a:gd name="T42" fmla="*/ 170 w 512"/>
              <a:gd name="T43" fmla="*/ 188 h 512"/>
              <a:gd name="T44" fmla="*/ 160 w 512"/>
              <a:gd name="T45" fmla="*/ 160 h 512"/>
              <a:gd name="T46" fmla="*/ 149 w 512"/>
              <a:gd name="T47" fmla="*/ 188 h 512"/>
              <a:gd name="T48" fmla="*/ 96 w 512"/>
              <a:gd name="T49" fmla="*/ 236 h 512"/>
              <a:gd name="T50" fmla="*/ 110 w 512"/>
              <a:gd name="T51" fmla="*/ 242 h 512"/>
              <a:gd name="T52" fmla="*/ 149 w 512"/>
              <a:gd name="T53" fmla="*/ 277 h 512"/>
              <a:gd name="T54" fmla="*/ 96 w 512"/>
              <a:gd name="T55" fmla="*/ 288 h 512"/>
              <a:gd name="T56" fmla="*/ 149 w 512"/>
              <a:gd name="T57" fmla="*/ 298 h 512"/>
              <a:gd name="T58" fmla="*/ 149 w 512"/>
              <a:gd name="T59" fmla="*/ 341 h 512"/>
              <a:gd name="T60" fmla="*/ 136 w 512"/>
              <a:gd name="T61" fmla="*/ 334 h 512"/>
              <a:gd name="T62" fmla="*/ 120 w 512"/>
              <a:gd name="T63" fmla="*/ 333 h 512"/>
              <a:gd name="T64" fmla="*/ 96 w 512"/>
              <a:gd name="T65" fmla="*/ 358 h 512"/>
              <a:gd name="T66" fmla="*/ 127 w 512"/>
              <a:gd name="T67" fmla="*/ 355 h 512"/>
              <a:gd name="T68" fmla="*/ 191 w 512"/>
              <a:gd name="T69" fmla="*/ 356 h 512"/>
              <a:gd name="T70" fmla="*/ 255 w 512"/>
              <a:gd name="T71" fmla="*/ 356 h 512"/>
              <a:gd name="T72" fmla="*/ 319 w 512"/>
              <a:gd name="T73" fmla="*/ 356 h 512"/>
              <a:gd name="T74" fmla="*/ 351 w 512"/>
              <a:gd name="T75" fmla="*/ 368 h 512"/>
              <a:gd name="T76" fmla="*/ 402 w 512"/>
              <a:gd name="T77" fmla="*/ 366 h 512"/>
              <a:gd name="T78" fmla="*/ 408 w 512"/>
              <a:gd name="T79" fmla="*/ 345 h 512"/>
              <a:gd name="T80" fmla="*/ 384 w 512"/>
              <a:gd name="T81" fmla="*/ 330 h 512"/>
              <a:gd name="T82" fmla="*/ 362 w 512"/>
              <a:gd name="T83" fmla="*/ 343 h 512"/>
              <a:gd name="T84" fmla="*/ 362 w 512"/>
              <a:gd name="T85" fmla="*/ 330 h 512"/>
              <a:gd name="T86" fmla="*/ 405 w 512"/>
              <a:gd name="T87" fmla="*/ 298 h 512"/>
              <a:gd name="T88" fmla="*/ 405 w 512"/>
              <a:gd name="T89"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256" y="250"/>
                </a:moveTo>
                <a:cubicBezTo>
                  <a:pt x="287" y="250"/>
                  <a:pt x="318" y="239"/>
                  <a:pt x="341" y="219"/>
                </a:cubicBezTo>
                <a:cubicBezTo>
                  <a:pt x="341" y="277"/>
                  <a:pt x="341" y="277"/>
                  <a:pt x="341" y="277"/>
                </a:cubicBezTo>
                <a:cubicBezTo>
                  <a:pt x="170" y="277"/>
                  <a:pt x="170" y="277"/>
                  <a:pt x="170" y="277"/>
                </a:cubicBezTo>
                <a:cubicBezTo>
                  <a:pt x="170" y="219"/>
                  <a:pt x="170" y="219"/>
                  <a:pt x="170" y="219"/>
                </a:cubicBezTo>
                <a:cubicBezTo>
                  <a:pt x="193" y="239"/>
                  <a:pt x="223" y="250"/>
                  <a:pt x="256" y="250"/>
                </a:cubicBezTo>
                <a:close/>
                <a:moveTo>
                  <a:pt x="170" y="320"/>
                </a:moveTo>
                <a:cubicBezTo>
                  <a:pt x="170" y="341"/>
                  <a:pt x="170" y="341"/>
                  <a:pt x="170" y="341"/>
                </a:cubicBezTo>
                <a:cubicBezTo>
                  <a:pt x="170" y="343"/>
                  <a:pt x="170" y="343"/>
                  <a:pt x="170" y="343"/>
                </a:cubicBezTo>
                <a:cubicBezTo>
                  <a:pt x="175" y="341"/>
                  <a:pt x="179" y="338"/>
                  <a:pt x="184" y="333"/>
                </a:cubicBezTo>
                <a:cubicBezTo>
                  <a:pt x="186" y="331"/>
                  <a:pt x="189" y="330"/>
                  <a:pt x="192" y="330"/>
                </a:cubicBezTo>
                <a:cubicBezTo>
                  <a:pt x="195" y="331"/>
                  <a:pt x="198" y="332"/>
                  <a:pt x="200" y="334"/>
                </a:cubicBezTo>
                <a:cubicBezTo>
                  <a:pt x="200" y="334"/>
                  <a:pt x="209" y="346"/>
                  <a:pt x="222" y="346"/>
                </a:cubicBezTo>
                <a:cubicBezTo>
                  <a:pt x="230" y="347"/>
                  <a:pt x="239" y="342"/>
                  <a:pt x="248" y="333"/>
                </a:cubicBezTo>
                <a:cubicBezTo>
                  <a:pt x="250" y="331"/>
                  <a:pt x="253" y="330"/>
                  <a:pt x="256" y="330"/>
                </a:cubicBezTo>
                <a:cubicBezTo>
                  <a:pt x="259" y="331"/>
                  <a:pt x="262" y="332"/>
                  <a:pt x="264" y="334"/>
                </a:cubicBezTo>
                <a:cubicBezTo>
                  <a:pt x="264" y="334"/>
                  <a:pt x="273" y="346"/>
                  <a:pt x="286" y="346"/>
                </a:cubicBezTo>
                <a:cubicBezTo>
                  <a:pt x="294" y="347"/>
                  <a:pt x="303" y="342"/>
                  <a:pt x="312" y="333"/>
                </a:cubicBezTo>
                <a:cubicBezTo>
                  <a:pt x="314" y="331"/>
                  <a:pt x="317" y="330"/>
                  <a:pt x="320" y="330"/>
                </a:cubicBezTo>
                <a:cubicBezTo>
                  <a:pt x="323" y="331"/>
                  <a:pt x="326" y="332"/>
                  <a:pt x="328" y="334"/>
                </a:cubicBezTo>
                <a:cubicBezTo>
                  <a:pt x="328" y="334"/>
                  <a:pt x="333" y="341"/>
                  <a:pt x="341" y="344"/>
                </a:cubicBezTo>
                <a:cubicBezTo>
                  <a:pt x="341" y="341"/>
                  <a:pt x="341" y="341"/>
                  <a:pt x="341" y="341"/>
                </a:cubicBezTo>
                <a:cubicBezTo>
                  <a:pt x="341" y="330"/>
                  <a:pt x="341" y="330"/>
                  <a:pt x="341" y="330"/>
                </a:cubicBezTo>
                <a:cubicBezTo>
                  <a:pt x="341" y="298"/>
                  <a:pt x="341" y="298"/>
                  <a:pt x="341" y="298"/>
                </a:cubicBezTo>
                <a:cubicBezTo>
                  <a:pt x="170" y="298"/>
                  <a:pt x="170" y="298"/>
                  <a:pt x="170" y="298"/>
                </a:cubicBezTo>
                <a:lnTo>
                  <a:pt x="170"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2" y="277"/>
                </a:moveTo>
                <a:cubicBezTo>
                  <a:pt x="362" y="219"/>
                  <a:pt x="362" y="219"/>
                  <a:pt x="362" y="219"/>
                </a:cubicBezTo>
                <a:cubicBezTo>
                  <a:pt x="373" y="228"/>
                  <a:pt x="386" y="236"/>
                  <a:pt x="401" y="242"/>
                </a:cubicBezTo>
                <a:cubicBezTo>
                  <a:pt x="402" y="242"/>
                  <a:pt x="404" y="242"/>
                  <a:pt x="405" y="242"/>
                </a:cubicBezTo>
                <a:cubicBezTo>
                  <a:pt x="409" y="242"/>
                  <a:pt x="413" y="240"/>
                  <a:pt x="415" y="236"/>
                </a:cubicBezTo>
                <a:cubicBezTo>
                  <a:pt x="417" y="230"/>
                  <a:pt x="414" y="224"/>
                  <a:pt x="409" y="222"/>
                </a:cubicBezTo>
                <a:cubicBezTo>
                  <a:pt x="389" y="214"/>
                  <a:pt x="373" y="202"/>
                  <a:pt x="362" y="188"/>
                </a:cubicBezTo>
                <a:cubicBezTo>
                  <a:pt x="362" y="170"/>
                  <a:pt x="362" y="170"/>
                  <a:pt x="362" y="170"/>
                </a:cubicBezTo>
                <a:cubicBezTo>
                  <a:pt x="362" y="164"/>
                  <a:pt x="358" y="160"/>
                  <a:pt x="352" y="160"/>
                </a:cubicBezTo>
                <a:cubicBezTo>
                  <a:pt x="346" y="160"/>
                  <a:pt x="341" y="164"/>
                  <a:pt x="341" y="170"/>
                </a:cubicBezTo>
                <a:cubicBezTo>
                  <a:pt x="341" y="188"/>
                  <a:pt x="341" y="188"/>
                  <a:pt x="341" y="188"/>
                </a:cubicBezTo>
                <a:cubicBezTo>
                  <a:pt x="321" y="214"/>
                  <a:pt x="289" y="229"/>
                  <a:pt x="256" y="229"/>
                </a:cubicBezTo>
                <a:cubicBezTo>
                  <a:pt x="221" y="229"/>
                  <a:pt x="190" y="214"/>
                  <a:pt x="170" y="188"/>
                </a:cubicBezTo>
                <a:cubicBezTo>
                  <a:pt x="170" y="170"/>
                  <a:pt x="170" y="170"/>
                  <a:pt x="170" y="170"/>
                </a:cubicBezTo>
                <a:cubicBezTo>
                  <a:pt x="170" y="164"/>
                  <a:pt x="166" y="160"/>
                  <a:pt x="160" y="160"/>
                </a:cubicBezTo>
                <a:cubicBezTo>
                  <a:pt x="154" y="160"/>
                  <a:pt x="149" y="164"/>
                  <a:pt x="149" y="170"/>
                </a:cubicBezTo>
                <a:cubicBezTo>
                  <a:pt x="149" y="188"/>
                  <a:pt x="149" y="188"/>
                  <a:pt x="149" y="188"/>
                </a:cubicBezTo>
                <a:cubicBezTo>
                  <a:pt x="138" y="202"/>
                  <a:pt x="121" y="214"/>
                  <a:pt x="102" y="222"/>
                </a:cubicBezTo>
                <a:cubicBezTo>
                  <a:pt x="97" y="224"/>
                  <a:pt x="94" y="230"/>
                  <a:pt x="96" y="236"/>
                </a:cubicBezTo>
                <a:cubicBezTo>
                  <a:pt x="98" y="240"/>
                  <a:pt x="102" y="242"/>
                  <a:pt x="106" y="242"/>
                </a:cubicBezTo>
                <a:cubicBezTo>
                  <a:pt x="108" y="242"/>
                  <a:pt x="109" y="242"/>
                  <a:pt x="110" y="242"/>
                </a:cubicBezTo>
                <a:cubicBezTo>
                  <a:pt x="125" y="236"/>
                  <a:pt x="138" y="228"/>
                  <a:pt x="149" y="218"/>
                </a:cubicBezTo>
                <a:cubicBezTo>
                  <a:pt x="149" y="277"/>
                  <a:pt x="149" y="277"/>
                  <a:pt x="149" y="277"/>
                </a:cubicBezTo>
                <a:cubicBezTo>
                  <a:pt x="106" y="277"/>
                  <a:pt x="106" y="277"/>
                  <a:pt x="106" y="277"/>
                </a:cubicBezTo>
                <a:cubicBezTo>
                  <a:pt x="100" y="277"/>
                  <a:pt x="96" y="282"/>
                  <a:pt x="96" y="288"/>
                </a:cubicBezTo>
                <a:cubicBezTo>
                  <a:pt x="96" y="294"/>
                  <a:pt x="100" y="298"/>
                  <a:pt x="106" y="298"/>
                </a:cubicBezTo>
                <a:cubicBezTo>
                  <a:pt x="149" y="298"/>
                  <a:pt x="149" y="298"/>
                  <a:pt x="149" y="298"/>
                </a:cubicBezTo>
                <a:cubicBezTo>
                  <a:pt x="149" y="320"/>
                  <a:pt x="149" y="320"/>
                  <a:pt x="149" y="320"/>
                </a:cubicBezTo>
                <a:cubicBezTo>
                  <a:pt x="149" y="341"/>
                  <a:pt x="149" y="341"/>
                  <a:pt x="149" y="341"/>
                </a:cubicBezTo>
                <a:cubicBezTo>
                  <a:pt x="149" y="344"/>
                  <a:pt x="149" y="344"/>
                  <a:pt x="149" y="344"/>
                </a:cubicBezTo>
                <a:cubicBezTo>
                  <a:pt x="141" y="341"/>
                  <a:pt x="136" y="334"/>
                  <a:pt x="136" y="334"/>
                </a:cubicBezTo>
                <a:cubicBezTo>
                  <a:pt x="134" y="332"/>
                  <a:pt x="131" y="331"/>
                  <a:pt x="128" y="330"/>
                </a:cubicBezTo>
                <a:cubicBezTo>
                  <a:pt x="125" y="330"/>
                  <a:pt x="122" y="331"/>
                  <a:pt x="120" y="333"/>
                </a:cubicBezTo>
                <a:cubicBezTo>
                  <a:pt x="114" y="339"/>
                  <a:pt x="109" y="343"/>
                  <a:pt x="103" y="345"/>
                </a:cubicBezTo>
                <a:cubicBezTo>
                  <a:pt x="97" y="347"/>
                  <a:pt x="94" y="353"/>
                  <a:pt x="96" y="358"/>
                </a:cubicBezTo>
                <a:cubicBezTo>
                  <a:pt x="98" y="364"/>
                  <a:pt x="104" y="367"/>
                  <a:pt x="110" y="365"/>
                </a:cubicBezTo>
                <a:cubicBezTo>
                  <a:pt x="116" y="363"/>
                  <a:pt x="122" y="360"/>
                  <a:pt x="127" y="355"/>
                </a:cubicBezTo>
                <a:cubicBezTo>
                  <a:pt x="134" y="361"/>
                  <a:pt x="144" y="367"/>
                  <a:pt x="156" y="368"/>
                </a:cubicBezTo>
                <a:cubicBezTo>
                  <a:pt x="168" y="368"/>
                  <a:pt x="180" y="364"/>
                  <a:pt x="191" y="356"/>
                </a:cubicBezTo>
                <a:cubicBezTo>
                  <a:pt x="198" y="361"/>
                  <a:pt x="208" y="367"/>
                  <a:pt x="220" y="368"/>
                </a:cubicBezTo>
                <a:cubicBezTo>
                  <a:pt x="232" y="368"/>
                  <a:pt x="244" y="364"/>
                  <a:pt x="255" y="356"/>
                </a:cubicBezTo>
                <a:cubicBezTo>
                  <a:pt x="262" y="361"/>
                  <a:pt x="272" y="367"/>
                  <a:pt x="284" y="368"/>
                </a:cubicBezTo>
                <a:cubicBezTo>
                  <a:pt x="296" y="368"/>
                  <a:pt x="308" y="364"/>
                  <a:pt x="319" y="356"/>
                </a:cubicBezTo>
                <a:cubicBezTo>
                  <a:pt x="326" y="361"/>
                  <a:pt x="336" y="367"/>
                  <a:pt x="348" y="368"/>
                </a:cubicBezTo>
                <a:cubicBezTo>
                  <a:pt x="349" y="368"/>
                  <a:pt x="350" y="368"/>
                  <a:pt x="351" y="368"/>
                </a:cubicBezTo>
                <a:cubicBezTo>
                  <a:pt x="362" y="368"/>
                  <a:pt x="373" y="364"/>
                  <a:pt x="383" y="356"/>
                </a:cubicBezTo>
                <a:cubicBezTo>
                  <a:pt x="388" y="359"/>
                  <a:pt x="394" y="363"/>
                  <a:pt x="402" y="366"/>
                </a:cubicBezTo>
                <a:cubicBezTo>
                  <a:pt x="408" y="367"/>
                  <a:pt x="413" y="364"/>
                  <a:pt x="415" y="358"/>
                </a:cubicBezTo>
                <a:cubicBezTo>
                  <a:pt x="417" y="353"/>
                  <a:pt x="414" y="347"/>
                  <a:pt x="408" y="345"/>
                </a:cubicBezTo>
                <a:cubicBezTo>
                  <a:pt x="398" y="342"/>
                  <a:pt x="392" y="334"/>
                  <a:pt x="392" y="334"/>
                </a:cubicBezTo>
                <a:cubicBezTo>
                  <a:pt x="390" y="332"/>
                  <a:pt x="387" y="331"/>
                  <a:pt x="384" y="330"/>
                </a:cubicBezTo>
                <a:cubicBezTo>
                  <a:pt x="381" y="330"/>
                  <a:pt x="378" y="331"/>
                  <a:pt x="376" y="333"/>
                </a:cubicBezTo>
                <a:cubicBezTo>
                  <a:pt x="371" y="338"/>
                  <a:pt x="367" y="341"/>
                  <a:pt x="362" y="343"/>
                </a:cubicBezTo>
                <a:cubicBezTo>
                  <a:pt x="362" y="341"/>
                  <a:pt x="362" y="341"/>
                  <a:pt x="362" y="341"/>
                </a:cubicBezTo>
                <a:cubicBezTo>
                  <a:pt x="362" y="330"/>
                  <a:pt x="362" y="330"/>
                  <a:pt x="362" y="330"/>
                </a:cubicBezTo>
                <a:cubicBezTo>
                  <a:pt x="362" y="298"/>
                  <a:pt x="362" y="298"/>
                  <a:pt x="362" y="298"/>
                </a:cubicBezTo>
                <a:cubicBezTo>
                  <a:pt x="405" y="298"/>
                  <a:pt x="405" y="298"/>
                  <a:pt x="405" y="298"/>
                </a:cubicBezTo>
                <a:cubicBezTo>
                  <a:pt x="411" y="298"/>
                  <a:pt x="416" y="294"/>
                  <a:pt x="416" y="288"/>
                </a:cubicBezTo>
                <a:cubicBezTo>
                  <a:pt x="416" y="282"/>
                  <a:pt x="411" y="277"/>
                  <a:pt x="405" y="277"/>
                </a:cubicBezTo>
                <a:lnTo>
                  <a:pt x="362" y="2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93" name="Graphic 92" descr="Harvey Balls 0% with solid fill">
            <a:extLst>
              <a:ext uri="{FF2B5EF4-FFF2-40B4-BE49-F238E27FC236}">
                <a16:creationId xmlns:a16="http://schemas.microsoft.com/office/drawing/2014/main" id="{9E80D910-950E-9EEF-3D17-211786EDDA5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297301" y="1442990"/>
            <a:ext cx="678580" cy="643491"/>
          </a:xfrm>
          <a:prstGeom prst="rect">
            <a:avLst/>
          </a:prstGeom>
        </p:spPr>
      </p:pic>
      <p:sp>
        <p:nvSpPr>
          <p:cNvPr id="94" name="Freeform 566">
            <a:extLst>
              <a:ext uri="{FF2B5EF4-FFF2-40B4-BE49-F238E27FC236}">
                <a16:creationId xmlns:a16="http://schemas.microsoft.com/office/drawing/2014/main" id="{AA90A2DA-5231-DAD5-7A52-66A219E365F4}"/>
              </a:ext>
            </a:extLst>
          </p:cNvPr>
          <p:cNvSpPr>
            <a:spLocks noChangeAspect="1" noEditPoints="1"/>
          </p:cNvSpPr>
          <p:nvPr/>
        </p:nvSpPr>
        <p:spPr bwMode="auto">
          <a:xfrm>
            <a:off x="7454011" y="1597763"/>
            <a:ext cx="356693" cy="338249"/>
          </a:xfrm>
          <a:custGeom>
            <a:avLst/>
            <a:gdLst>
              <a:gd name="T0" fmla="*/ 364 w 512"/>
              <a:gd name="T1" fmla="*/ 138 h 512"/>
              <a:gd name="T2" fmla="*/ 393 w 512"/>
              <a:gd name="T3" fmla="*/ 352 h 512"/>
              <a:gd name="T4" fmla="*/ 310 w 512"/>
              <a:gd name="T5" fmla="*/ 352 h 512"/>
              <a:gd name="T6" fmla="*/ 329 w 512"/>
              <a:gd name="T7" fmla="*/ 138 h 512"/>
              <a:gd name="T8" fmla="*/ 364 w 512"/>
              <a:gd name="T9" fmla="*/ 138 h 512"/>
              <a:gd name="T10" fmla="*/ 213 w 512"/>
              <a:gd name="T11" fmla="*/ 233 h 512"/>
              <a:gd name="T12" fmla="*/ 213 w 512"/>
              <a:gd name="T13" fmla="*/ 352 h 512"/>
              <a:gd name="T14" fmla="*/ 289 w 512"/>
              <a:gd name="T15" fmla="*/ 352 h 512"/>
              <a:gd name="T16" fmla="*/ 294 w 512"/>
              <a:gd name="T17" fmla="*/ 287 h 512"/>
              <a:gd name="T18" fmla="*/ 292 w 512"/>
              <a:gd name="T19" fmla="*/ 286 h 512"/>
              <a:gd name="T20" fmla="*/ 213 w 512"/>
              <a:gd name="T21" fmla="*/ 233 h 512"/>
              <a:gd name="T22" fmla="*/ 117 w 512"/>
              <a:gd name="T23" fmla="*/ 352 h 512"/>
              <a:gd name="T24" fmla="*/ 192 w 512"/>
              <a:gd name="T25" fmla="*/ 352 h 512"/>
              <a:gd name="T26" fmla="*/ 192 w 512"/>
              <a:gd name="T27" fmla="*/ 283 h 512"/>
              <a:gd name="T28" fmla="*/ 117 w 512"/>
              <a:gd name="T29" fmla="*/ 233 h 512"/>
              <a:gd name="T30" fmla="*/ 117 w 512"/>
              <a:gd name="T31" fmla="*/ 352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416 w 512"/>
              <a:gd name="T43" fmla="*/ 361 h 512"/>
              <a:gd name="T44" fmla="*/ 384 w 512"/>
              <a:gd name="T45" fmla="*/ 126 h 512"/>
              <a:gd name="T46" fmla="*/ 373 w 512"/>
              <a:gd name="T47" fmla="*/ 117 h 512"/>
              <a:gd name="T48" fmla="*/ 320 w 512"/>
              <a:gd name="T49" fmla="*/ 117 h 512"/>
              <a:gd name="T50" fmla="*/ 309 w 512"/>
              <a:gd name="T51" fmla="*/ 127 h 512"/>
              <a:gd name="T52" fmla="*/ 297 w 512"/>
              <a:gd name="T53" fmla="*/ 263 h 512"/>
              <a:gd name="T54" fmla="*/ 208 w 512"/>
              <a:gd name="T55" fmla="*/ 204 h 512"/>
              <a:gd name="T56" fmla="*/ 197 w 512"/>
              <a:gd name="T57" fmla="*/ 204 h 512"/>
              <a:gd name="T58" fmla="*/ 192 w 512"/>
              <a:gd name="T59" fmla="*/ 213 h 512"/>
              <a:gd name="T60" fmla="*/ 192 w 512"/>
              <a:gd name="T61" fmla="*/ 257 h 512"/>
              <a:gd name="T62" fmla="*/ 112 w 512"/>
              <a:gd name="T63" fmla="*/ 204 h 512"/>
              <a:gd name="T64" fmla="*/ 101 w 512"/>
              <a:gd name="T65" fmla="*/ 204 h 512"/>
              <a:gd name="T66" fmla="*/ 96 w 512"/>
              <a:gd name="T67" fmla="*/ 213 h 512"/>
              <a:gd name="T68" fmla="*/ 96 w 512"/>
              <a:gd name="T69" fmla="*/ 362 h 512"/>
              <a:gd name="T70" fmla="*/ 106 w 512"/>
              <a:gd name="T71" fmla="*/ 373 h 512"/>
              <a:gd name="T72" fmla="*/ 405 w 512"/>
              <a:gd name="T73" fmla="*/ 373 h 512"/>
              <a:gd name="T74" fmla="*/ 413 w 512"/>
              <a:gd name="T75" fmla="*/ 369 h 512"/>
              <a:gd name="T76" fmla="*/ 416 w 512"/>
              <a:gd name="T77" fmla="*/ 3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64" y="138"/>
                </a:moveTo>
                <a:cubicBezTo>
                  <a:pt x="393" y="352"/>
                  <a:pt x="393" y="352"/>
                  <a:pt x="393" y="352"/>
                </a:cubicBezTo>
                <a:cubicBezTo>
                  <a:pt x="310" y="352"/>
                  <a:pt x="310" y="352"/>
                  <a:pt x="310" y="352"/>
                </a:cubicBezTo>
                <a:cubicBezTo>
                  <a:pt x="329" y="138"/>
                  <a:pt x="329" y="138"/>
                  <a:pt x="329" y="138"/>
                </a:cubicBezTo>
                <a:lnTo>
                  <a:pt x="364" y="138"/>
                </a:lnTo>
                <a:close/>
                <a:moveTo>
                  <a:pt x="213" y="233"/>
                </a:moveTo>
                <a:cubicBezTo>
                  <a:pt x="213" y="352"/>
                  <a:pt x="213" y="352"/>
                  <a:pt x="213" y="352"/>
                </a:cubicBezTo>
                <a:cubicBezTo>
                  <a:pt x="289" y="352"/>
                  <a:pt x="289" y="352"/>
                  <a:pt x="289" y="352"/>
                </a:cubicBezTo>
                <a:cubicBezTo>
                  <a:pt x="294" y="287"/>
                  <a:pt x="294" y="287"/>
                  <a:pt x="294" y="287"/>
                </a:cubicBezTo>
                <a:cubicBezTo>
                  <a:pt x="294" y="286"/>
                  <a:pt x="293" y="286"/>
                  <a:pt x="292" y="286"/>
                </a:cubicBezTo>
                <a:lnTo>
                  <a:pt x="213" y="233"/>
                </a:lnTo>
                <a:close/>
                <a:moveTo>
                  <a:pt x="117" y="352"/>
                </a:moveTo>
                <a:cubicBezTo>
                  <a:pt x="192" y="352"/>
                  <a:pt x="192" y="352"/>
                  <a:pt x="192" y="352"/>
                </a:cubicBezTo>
                <a:cubicBezTo>
                  <a:pt x="192" y="283"/>
                  <a:pt x="192" y="283"/>
                  <a:pt x="192" y="283"/>
                </a:cubicBezTo>
                <a:cubicBezTo>
                  <a:pt x="117" y="233"/>
                  <a:pt x="117" y="233"/>
                  <a:pt x="117" y="233"/>
                </a:cubicBezTo>
                <a:lnTo>
                  <a:pt x="117"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361"/>
                </a:moveTo>
                <a:cubicBezTo>
                  <a:pt x="384" y="126"/>
                  <a:pt x="384" y="126"/>
                  <a:pt x="384" y="126"/>
                </a:cubicBezTo>
                <a:cubicBezTo>
                  <a:pt x="383" y="121"/>
                  <a:pt x="378" y="117"/>
                  <a:pt x="373" y="117"/>
                </a:cubicBezTo>
                <a:cubicBezTo>
                  <a:pt x="320" y="117"/>
                  <a:pt x="320" y="117"/>
                  <a:pt x="320" y="117"/>
                </a:cubicBezTo>
                <a:cubicBezTo>
                  <a:pt x="314" y="117"/>
                  <a:pt x="310" y="121"/>
                  <a:pt x="309" y="127"/>
                </a:cubicBezTo>
                <a:cubicBezTo>
                  <a:pt x="297" y="263"/>
                  <a:pt x="297" y="263"/>
                  <a:pt x="297" y="263"/>
                </a:cubicBezTo>
                <a:cubicBezTo>
                  <a:pt x="208" y="204"/>
                  <a:pt x="208" y="204"/>
                  <a:pt x="208" y="204"/>
                </a:cubicBezTo>
                <a:cubicBezTo>
                  <a:pt x="205" y="202"/>
                  <a:pt x="201" y="202"/>
                  <a:pt x="197" y="204"/>
                </a:cubicBezTo>
                <a:cubicBezTo>
                  <a:pt x="194" y="205"/>
                  <a:pt x="192" y="209"/>
                  <a:pt x="192" y="213"/>
                </a:cubicBezTo>
                <a:cubicBezTo>
                  <a:pt x="192" y="257"/>
                  <a:pt x="192" y="257"/>
                  <a:pt x="192" y="257"/>
                </a:cubicBezTo>
                <a:cubicBezTo>
                  <a:pt x="112" y="204"/>
                  <a:pt x="112" y="204"/>
                  <a:pt x="112" y="204"/>
                </a:cubicBezTo>
                <a:cubicBezTo>
                  <a:pt x="109" y="202"/>
                  <a:pt x="105" y="202"/>
                  <a:pt x="101" y="204"/>
                </a:cubicBezTo>
                <a:cubicBezTo>
                  <a:pt x="98" y="205"/>
                  <a:pt x="96" y="209"/>
                  <a:pt x="96" y="213"/>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4"/>
                  <a:pt x="416" y="36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96" name="Graphic 95" descr="Harvey Balls 0% with solid fill">
            <a:extLst>
              <a:ext uri="{FF2B5EF4-FFF2-40B4-BE49-F238E27FC236}">
                <a16:creationId xmlns:a16="http://schemas.microsoft.com/office/drawing/2014/main" id="{E00947B8-E2ED-7CCF-AAA6-68FB7B6E265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097834" y="1441225"/>
            <a:ext cx="678580" cy="643491"/>
          </a:xfrm>
          <a:prstGeom prst="rect">
            <a:avLst/>
          </a:prstGeom>
        </p:spPr>
      </p:pic>
      <p:sp>
        <p:nvSpPr>
          <p:cNvPr id="97" name="Freeform 393">
            <a:extLst>
              <a:ext uri="{FF2B5EF4-FFF2-40B4-BE49-F238E27FC236}">
                <a16:creationId xmlns:a16="http://schemas.microsoft.com/office/drawing/2014/main" id="{A8DA8C37-8909-7EAB-34FB-BB6F9F558058}"/>
              </a:ext>
            </a:extLst>
          </p:cNvPr>
          <p:cNvSpPr>
            <a:spLocks noChangeAspect="1" noEditPoints="1"/>
          </p:cNvSpPr>
          <p:nvPr/>
        </p:nvSpPr>
        <p:spPr bwMode="auto">
          <a:xfrm>
            <a:off x="10253086" y="1586390"/>
            <a:ext cx="358041" cy="340525"/>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5" name="Graphic 4" descr="Harvey Balls 0% with solid fill">
            <a:extLst>
              <a:ext uri="{FF2B5EF4-FFF2-40B4-BE49-F238E27FC236}">
                <a16:creationId xmlns:a16="http://schemas.microsoft.com/office/drawing/2014/main" id="{EE91E803-E07F-E1F6-4AA4-D1EE4018F372}"/>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331644" y="7438"/>
            <a:ext cx="678580" cy="643491"/>
          </a:xfrm>
          <a:prstGeom prst="rect">
            <a:avLst/>
          </a:prstGeom>
        </p:spPr>
      </p:pic>
      <p:sp>
        <p:nvSpPr>
          <p:cNvPr id="13" name="Freeform 542">
            <a:extLst>
              <a:ext uri="{FF2B5EF4-FFF2-40B4-BE49-F238E27FC236}">
                <a16:creationId xmlns:a16="http://schemas.microsoft.com/office/drawing/2014/main" id="{9D804070-3563-5791-C320-6AAEAB876A1D}"/>
              </a:ext>
            </a:extLst>
          </p:cNvPr>
          <p:cNvSpPr>
            <a:spLocks noChangeAspect="1" noEditPoints="1"/>
          </p:cNvSpPr>
          <p:nvPr/>
        </p:nvSpPr>
        <p:spPr bwMode="auto">
          <a:xfrm>
            <a:off x="5495389" y="158210"/>
            <a:ext cx="358041" cy="339527"/>
          </a:xfrm>
          <a:custGeom>
            <a:avLst/>
            <a:gdLst>
              <a:gd name="T0" fmla="*/ 256 w 512"/>
              <a:gd name="T1" fmla="*/ 266 h 512"/>
              <a:gd name="T2" fmla="*/ 256 w 512"/>
              <a:gd name="T3" fmla="*/ 245 h 512"/>
              <a:gd name="T4" fmla="*/ 512 w 512"/>
              <a:gd name="T5" fmla="*/ 256 h 512"/>
              <a:gd name="T6" fmla="*/ 0 w 512"/>
              <a:gd name="T7" fmla="*/ 256 h 512"/>
              <a:gd name="T8" fmla="*/ 512 w 512"/>
              <a:gd name="T9" fmla="*/ 256 h 512"/>
              <a:gd name="T10" fmla="*/ 384 w 512"/>
              <a:gd name="T11" fmla="*/ 193 h 512"/>
              <a:gd name="T12" fmla="*/ 266 w 512"/>
              <a:gd name="T13" fmla="*/ 128 h 512"/>
              <a:gd name="T14" fmla="*/ 256 w 512"/>
              <a:gd name="T15" fmla="*/ 96 h 512"/>
              <a:gd name="T16" fmla="*/ 245 w 512"/>
              <a:gd name="T17" fmla="*/ 224 h 512"/>
              <a:gd name="T18" fmla="*/ 224 w 512"/>
              <a:gd name="T19" fmla="*/ 256 h 512"/>
              <a:gd name="T20" fmla="*/ 160 w 512"/>
              <a:gd name="T21" fmla="*/ 302 h 512"/>
              <a:gd name="T22" fmla="*/ 173 w 512"/>
              <a:gd name="T23" fmla="*/ 189 h 512"/>
              <a:gd name="T24" fmla="*/ 185 w 512"/>
              <a:gd name="T25" fmla="*/ 218 h 512"/>
              <a:gd name="T26" fmla="*/ 195 w 512"/>
              <a:gd name="T27" fmla="*/ 207 h 512"/>
              <a:gd name="T28" fmla="*/ 181 w 512"/>
              <a:gd name="T29" fmla="*/ 151 h 512"/>
              <a:gd name="T30" fmla="*/ 126 w 512"/>
              <a:gd name="T31" fmla="*/ 166 h 512"/>
              <a:gd name="T32" fmla="*/ 137 w 512"/>
              <a:gd name="T33" fmla="*/ 176 h 512"/>
              <a:gd name="T34" fmla="*/ 128 w 512"/>
              <a:gd name="T35" fmla="*/ 256 h 512"/>
              <a:gd name="T36" fmla="*/ 124 w 512"/>
              <a:gd name="T37" fmla="*/ 323 h 512"/>
              <a:gd name="T38" fmla="*/ 129 w 512"/>
              <a:gd name="T39" fmla="*/ 343 h 512"/>
              <a:gd name="T40" fmla="*/ 236 w 512"/>
              <a:gd name="T41" fmla="*/ 281 h 512"/>
              <a:gd name="T42" fmla="*/ 276 w 512"/>
              <a:gd name="T43" fmla="*/ 280 h 512"/>
              <a:gd name="T44" fmla="*/ 256 w 512"/>
              <a:gd name="T45" fmla="*/ 362 h 512"/>
              <a:gd name="T46" fmla="*/ 255 w 512"/>
              <a:gd name="T47" fmla="*/ 350 h 512"/>
              <a:gd name="T48" fmla="*/ 243 w 512"/>
              <a:gd name="T49" fmla="*/ 333 h 512"/>
              <a:gd name="T50" fmla="*/ 206 w 512"/>
              <a:gd name="T51" fmla="*/ 358 h 512"/>
              <a:gd name="T52" fmla="*/ 228 w 512"/>
              <a:gd name="T53" fmla="*/ 410 h 512"/>
              <a:gd name="T54" fmla="*/ 242 w 512"/>
              <a:gd name="T55" fmla="*/ 413 h 512"/>
              <a:gd name="T56" fmla="*/ 235 w 512"/>
              <a:gd name="T57" fmla="*/ 382 h 512"/>
              <a:gd name="T58" fmla="*/ 360 w 512"/>
              <a:gd name="T59" fmla="*/ 330 h 512"/>
              <a:gd name="T60" fmla="*/ 384 w 512"/>
              <a:gd name="T61" fmla="*/ 343 h 512"/>
              <a:gd name="T62" fmla="*/ 389 w 512"/>
              <a:gd name="T63" fmla="*/ 323 h 512"/>
              <a:gd name="T64" fmla="*/ 288 w 512"/>
              <a:gd name="T65" fmla="*/ 256 h 512"/>
              <a:gd name="T66" fmla="*/ 266 w 512"/>
              <a:gd name="T67" fmla="*/ 224 h 512"/>
              <a:gd name="T68" fmla="*/ 355 w 512"/>
              <a:gd name="T69" fmla="*/ 217 h 512"/>
              <a:gd name="T70" fmla="*/ 324 w 512"/>
              <a:gd name="T71" fmla="*/ 214 h 512"/>
              <a:gd name="T72" fmla="*/ 369 w 512"/>
              <a:gd name="T73" fmla="*/ 248 h 512"/>
              <a:gd name="T74" fmla="*/ 383 w 512"/>
              <a:gd name="T75" fmla="*/ 243 h 512"/>
              <a:gd name="T76" fmla="*/ 399 w 512"/>
              <a:gd name="T77" fmla="*/ 1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66" y="256"/>
                </a:moveTo>
                <a:cubicBezTo>
                  <a:pt x="266" y="262"/>
                  <a:pt x="262" y="266"/>
                  <a:pt x="256" y="266"/>
                </a:cubicBezTo>
                <a:cubicBezTo>
                  <a:pt x="250" y="266"/>
                  <a:pt x="245" y="262"/>
                  <a:pt x="245" y="256"/>
                </a:cubicBezTo>
                <a:cubicBezTo>
                  <a:pt x="245" y="250"/>
                  <a:pt x="250" y="245"/>
                  <a:pt x="256" y="245"/>
                </a:cubicBezTo>
                <a:cubicBezTo>
                  <a:pt x="262" y="245"/>
                  <a:pt x="266" y="250"/>
                  <a:pt x="266"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9" y="188"/>
                </a:moveTo>
                <a:cubicBezTo>
                  <a:pt x="393" y="186"/>
                  <a:pt x="387" y="188"/>
                  <a:pt x="384" y="193"/>
                </a:cubicBezTo>
                <a:cubicBezTo>
                  <a:pt x="376" y="211"/>
                  <a:pt x="376" y="211"/>
                  <a:pt x="376" y="211"/>
                </a:cubicBezTo>
                <a:cubicBezTo>
                  <a:pt x="358" y="165"/>
                  <a:pt x="316" y="132"/>
                  <a:pt x="266" y="128"/>
                </a:cubicBezTo>
                <a:cubicBezTo>
                  <a:pt x="266" y="106"/>
                  <a:pt x="266" y="106"/>
                  <a:pt x="266" y="106"/>
                </a:cubicBezTo>
                <a:cubicBezTo>
                  <a:pt x="266" y="100"/>
                  <a:pt x="262" y="96"/>
                  <a:pt x="256" y="96"/>
                </a:cubicBezTo>
                <a:cubicBezTo>
                  <a:pt x="250" y="96"/>
                  <a:pt x="245" y="100"/>
                  <a:pt x="245" y="106"/>
                </a:cubicBezTo>
                <a:cubicBezTo>
                  <a:pt x="245" y="224"/>
                  <a:pt x="245" y="224"/>
                  <a:pt x="245" y="224"/>
                </a:cubicBezTo>
                <a:cubicBezTo>
                  <a:pt x="245" y="224"/>
                  <a:pt x="245" y="225"/>
                  <a:pt x="245" y="226"/>
                </a:cubicBezTo>
                <a:cubicBezTo>
                  <a:pt x="233" y="230"/>
                  <a:pt x="224" y="242"/>
                  <a:pt x="224" y="256"/>
                </a:cubicBezTo>
                <a:cubicBezTo>
                  <a:pt x="224" y="258"/>
                  <a:pt x="224" y="261"/>
                  <a:pt x="225" y="263"/>
                </a:cubicBezTo>
                <a:cubicBezTo>
                  <a:pt x="160" y="302"/>
                  <a:pt x="160" y="302"/>
                  <a:pt x="160" y="302"/>
                </a:cubicBezTo>
                <a:cubicBezTo>
                  <a:pt x="153" y="287"/>
                  <a:pt x="149" y="272"/>
                  <a:pt x="149" y="256"/>
                </a:cubicBezTo>
                <a:cubicBezTo>
                  <a:pt x="149" y="231"/>
                  <a:pt x="158" y="207"/>
                  <a:pt x="173" y="189"/>
                </a:cubicBezTo>
                <a:cubicBezTo>
                  <a:pt x="174" y="208"/>
                  <a:pt x="174" y="208"/>
                  <a:pt x="174" y="208"/>
                </a:cubicBezTo>
                <a:cubicBezTo>
                  <a:pt x="174" y="214"/>
                  <a:pt x="179" y="218"/>
                  <a:pt x="185" y="218"/>
                </a:cubicBezTo>
                <a:cubicBezTo>
                  <a:pt x="185" y="218"/>
                  <a:pt x="185" y="218"/>
                  <a:pt x="185" y="218"/>
                </a:cubicBezTo>
                <a:cubicBezTo>
                  <a:pt x="191" y="217"/>
                  <a:pt x="196" y="212"/>
                  <a:pt x="195" y="207"/>
                </a:cubicBezTo>
                <a:cubicBezTo>
                  <a:pt x="192" y="161"/>
                  <a:pt x="192" y="161"/>
                  <a:pt x="192" y="161"/>
                </a:cubicBezTo>
                <a:cubicBezTo>
                  <a:pt x="192" y="155"/>
                  <a:pt x="187" y="151"/>
                  <a:pt x="181" y="151"/>
                </a:cubicBezTo>
                <a:cubicBezTo>
                  <a:pt x="136" y="154"/>
                  <a:pt x="136" y="154"/>
                  <a:pt x="136" y="154"/>
                </a:cubicBezTo>
                <a:cubicBezTo>
                  <a:pt x="130" y="155"/>
                  <a:pt x="126" y="160"/>
                  <a:pt x="126" y="166"/>
                </a:cubicBezTo>
                <a:cubicBezTo>
                  <a:pt x="126" y="171"/>
                  <a:pt x="131" y="176"/>
                  <a:pt x="137" y="176"/>
                </a:cubicBezTo>
                <a:cubicBezTo>
                  <a:pt x="137" y="176"/>
                  <a:pt x="137" y="176"/>
                  <a:pt x="137" y="176"/>
                </a:cubicBezTo>
                <a:cubicBezTo>
                  <a:pt x="157" y="174"/>
                  <a:pt x="157" y="174"/>
                  <a:pt x="157" y="174"/>
                </a:cubicBezTo>
                <a:cubicBezTo>
                  <a:pt x="138" y="197"/>
                  <a:pt x="128" y="226"/>
                  <a:pt x="128" y="256"/>
                </a:cubicBezTo>
                <a:cubicBezTo>
                  <a:pt x="128" y="276"/>
                  <a:pt x="133" y="295"/>
                  <a:pt x="141" y="313"/>
                </a:cubicBezTo>
                <a:cubicBezTo>
                  <a:pt x="124" y="323"/>
                  <a:pt x="124" y="323"/>
                  <a:pt x="124" y="323"/>
                </a:cubicBezTo>
                <a:cubicBezTo>
                  <a:pt x="119" y="326"/>
                  <a:pt x="117" y="333"/>
                  <a:pt x="120" y="338"/>
                </a:cubicBezTo>
                <a:cubicBezTo>
                  <a:pt x="122" y="341"/>
                  <a:pt x="126" y="343"/>
                  <a:pt x="129" y="343"/>
                </a:cubicBezTo>
                <a:cubicBezTo>
                  <a:pt x="131" y="343"/>
                  <a:pt x="133" y="342"/>
                  <a:pt x="135" y="341"/>
                </a:cubicBezTo>
                <a:cubicBezTo>
                  <a:pt x="236" y="281"/>
                  <a:pt x="236" y="281"/>
                  <a:pt x="236" y="281"/>
                </a:cubicBezTo>
                <a:cubicBezTo>
                  <a:pt x="242" y="285"/>
                  <a:pt x="248" y="288"/>
                  <a:pt x="256" y="288"/>
                </a:cubicBezTo>
                <a:cubicBezTo>
                  <a:pt x="263" y="288"/>
                  <a:pt x="270" y="285"/>
                  <a:pt x="276" y="280"/>
                </a:cubicBezTo>
                <a:cubicBezTo>
                  <a:pt x="341" y="319"/>
                  <a:pt x="341" y="319"/>
                  <a:pt x="341" y="319"/>
                </a:cubicBezTo>
                <a:cubicBezTo>
                  <a:pt x="321" y="346"/>
                  <a:pt x="290" y="362"/>
                  <a:pt x="256" y="362"/>
                </a:cubicBezTo>
                <a:cubicBezTo>
                  <a:pt x="250" y="362"/>
                  <a:pt x="245" y="362"/>
                  <a:pt x="239" y="361"/>
                </a:cubicBezTo>
                <a:cubicBezTo>
                  <a:pt x="255" y="350"/>
                  <a:pt x="255" y="350"/>
                  <a:pt x="255" y="350"/>
                </a:cubicBezTo>
                <a:cubicBezTo>
                  <a:pt x="260" y="347"/>
                  <a:pt x="261" y="340"/>
                  <a:pt x="258" y="336"/>
                </a:cubicBezTo>
                <a:cubicBezTo>
                  <a:pt x="255" y="331"/>
                  <a:pt x="248" y="329"/>
                  <a:pt x="243" y="333"/>
                </a:cubicBezTo>
                <a:cubicBezTo>
                  <a:pt x="206" y="358"/>
                  <a:pt x="206" y="358"/>
                  <a:pt x="206" y="358"/>
                </a:cubicBezTo>
                <a:cubicBezTo>
                  <a:pt x="206" y="358"/>
                  <a:pt x="206" y="358"/>
                  <a:pt x="206" y="358"/>
                </a:cubicBezTo>
                <a:cubicBezTo>
                  <a:pt x="201" y="361"/>
                  <a:pt x="199" y="367"/>
                  <a:pt x="203" y="372"/>
                </a:cubicBezTo>
                <a:cubicBezTo>
                  <a:pt x="228" y="410"/>
                  <a:pt x="228" y="410"/>
                  <a:pt x="228" y="410"/>
                </a:cubicBezTo>
                <a:cubicBezTo>
                  <a:pt x="230" y="413"/>
                  <a:pt x="233" y="415"/>
                  <a:pt x="237" y="415"/>
                </a:cubicBezTo>
                <a:cubicBezTo>
                  <a:pt x="239" y="415"/>
                  <a:pt x="241" y="414"/>
                  <a:pt x="242" y="413"/>
                </a:cubicBezTo>
                <a:cubicBezTo>
                  <a:pt x="247" y="410"/>
                  <a:pt x="249" y="403"/>
                  <a:pt x="245" y="398"/>
                </a:cubicBezTo>
                <a:cubicBezTo>
                  <a:pt x="235" y="382"/>
                  <a:pt x="235" y="382"/>
                  <a:pt x="235" y="382"/>
                </a:cubicBezTo>
                <a:cubicBezTo>
                  <a:pt x="242" y="383"/>
                  <a:pt x="249" y="384"/>
                  <a:pt x="256" y="384"/>
                </a:cubicBezTo>
                <a:cubicBezTo>
                  <a:pt x="297" y="384"/>
                  <a:pt x="336" y="363"/>
                  <a:pt x="360" y="330"/>
                </a:cubicBezTo>
                <a:cubicBezTo>
                  <a:pt x="378" y="341"/>
                  <a:pt x="378" y="341"/>
                  <a:pt x="378" y="341"/>
                </a:cubicBezTo>
                <a:cubicBezTo>
                  <a:pt x="380" y="342"/>
                  <a:pt x="382" y="343"/>
                  <a:pt x="384" y="343"/>
                </a:cubicBezTo>
                <a:cubicBezTo>
                  <a:pt x="388" y="343"/>
                  <a:pt x="391" y="341"/>
                  <a:pt x="393" y="338"/>
                </a:cubicBezTo>
                <a:cubicBezTo>
                  <a:pt x="396" y="333"/>
                  <a:pt x="394" y="326"/>
                  <a:pt x="389" y="323"/>
                </a:cubicBezTo>
                <a:cubicBezTo>
                  <a:pt x="287" y="262"/>
                  <a:pt x="287" y="262"/>
                  <a:pt x="287" y="262"/>
                </a:cubicBezTo>
                <a:cubicBezTo>
                  <a:pt x="287" y="260"/>
                  <a:pt x="288" y="258"/>
                  <a:pt x="288" y="256"/>
                </a:cubicBezTo>
                <a:cubicBezTo>
                  <a:pt x="288" y="242"/>
                  <a:pt x="279" y="230"/>
                  <a:pt x="266" y="226"/>
                </a:cubicBezTo>
                <a:cubicBezTo>
                  <a:pt x="266" y="225"/>
                  <a:pt x="266" y="224"/>
                  <a:pt x="266" y="224"/>
                </a:cubicBezTo>
                <a:cubicBezTo>
                  <a:pt x="266" y="150"/>
                  <a:pt x="266" y="150"/>
                  <a:pt x="266" y="150"/>
                </a:cubicBezTo>
                <a:cubicBezTo>
                  <a:pt x="307" y="154"/>
                  <a:pt x="341" y="180"/>
                  <a:pt x="355" y="217"/>
                </a:cubicBezTo>
                <a:cubicBezTo>
                  <a:pt x="338" y="209"/>
                  <a:pt x="338" y="209"/>
                  <a:pt x="338" y="209"/>
                </a:cubicBezTo>
                <a:cubicBezTo>
                  <a:pt x="333" y="206"/>
                  <a:pt x="326" y="208"/>
                  <a:pt x="324" y="214"/>
                </a:cubicBezTo>
                <a:cubicBezTo>
                  <a:pt x="321" y="219"/>
                  <a:pt x="323" y="225"/>
                  <a:pt x="328" y="228"/>
                </a:cubicBezTo>
                <a:cubicBezTo>
                  <a:pt x="369" y="248"/>
                  <a:pt x="369" y="248"/>
                  <a:pt x="369" y="248"/>
                </a:cubicBezTo>
                <a:cubicBezTo>
                  <a:pt x="370" y="249"/>
                  <a:pt x="372" y="249"/>
                  <a:pt x="374" y="249"/>
                </a:cubicBezTo>
                <a:cubicBezTo>
                  <a:pt x="378" y="249"/>
                  <a:pt x="381" y="247"/>
                  <a:pt x="383" y="243"/>
                </a:cubicBezTo>
                <a:cubicBezTo>
                  <a:pt x="403" y="203"/>
                  <a:pt x="403" y="203"/>
                  <a:pt x="403" y="203"/>
                </a:cubicBezTo>
                <a:cubicBezTo>
                  <a:pt x="406" y="197"/>
                  <a:pt x="404" y="191"/>
                  <a:pt x="399" y="18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14" name="Graphic 13" descr="Harvey Balls 0% with solid fill">
            <a:extLst>
              <a:ext uri="{FF2B5EF4-FFF2-40B4-BE49-F238E27FC236}">
                <a16:creationId xmlns:a16="http://schemas.microsoft.com/office/drawing/2014/main" id="{44876D01-BDF7-F067-493C-786E0E3E3C9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221681" y="11544"/>
            <a:ext cx="678580" cy="643491"/>
          </a:xfrm>
          <a:prstGeom prst="rect">
            <a:avLst/>
          </a:prstGeom>
        </p:spPr>
      </p:pic>
      <p:grpSp>
        <p:nvGrpSpPr>
          <p:cNvPr id="19" name="Group 295">
            <a:extLst>
              <a:ext uri="{FF2B5EF4-FFF2-40B4-BE49-F238E27FC236}">
                <a16:creationId xmlns:a16="http://schemas.microsoft.com/office/drawing/2014/main" id="{65C2AAA9-98FB-5413-58F6-E988FE841485}"/>
              </a:ext>
            </a:extLst>
          </p:cNvPr>
          <p:cNvGrpSpPr>
            <a:grpSpLocks noChangeAspect="1"/>
          </p:cNvGrpSpPr>
          <p:nvPr/>
        </p:nvGrpSpPr>
        <p:grpSpPr bwMode="auto">
          <a:xfrm>
            <a:off x="8372970" y="168581"/>
            <a:ext cx="358677" cy="340130"/>
            <a:chOff x="6958" y="1122"/>
            <a:chExt cx="340" cy="340"/>
          </a:xfrm>
          <a:solidFill>
            <a:schemeClr val="bg2"/>
          </a:solidFill>
        </p:grpSpPr>
        <p:sp>
          <p:nvSpPr>
            <p:cNvPr id="20" name="Freeform 296">
              <a:extLst>
                <a:ext uri="{FF2B5EF4-FFF2-40B4-BE49-F238E27FC236}">
                  <a16:creationId xmlns:a16="http://schemas.microsoft.com/office/drawing/2014/main" id="{189A3F53-8E77-D840-66B2-516B7E4E22F2}"/>
                </a:ext>
              </a:extLst>
            </p:cNvPr>
            <p:cNvSpPr>
              <a:spLocks noEditPoints="1"/>
            </p:cNvSpPr>
            <p:nvPr/>
          </p:nvSpPr>
          <p:spPr bwMode="auto">
            <a:xfrm>
              <a:off x="6958" y="1122"/>
              <a:ext cx="340" cy="340"/>
            </a:xfrm>
            <a:custGeom>
              <a:avLst/>
              <a:gdLst>
                <a:gd name="T0" fmla="*/ 256 w 512"/>
                <a:gd name="T1" fmla="*/ 21 h 512"/>
                <a:gd name="T2" fmla="*/ 422 w 512"/>
                <a:gd name="T3" fmla="*/ 90 h 512"/>
                <a:gd name="T4" fmla="*/ 490 w 512"/>
                <a:gd name="T5" fmla="*/ 256 h 512"/>
                <a:gd name="T6" fmla="*/ 422 w 512"/>
                <a:gd name="T7" fmla="*/ 422 h 512"/>
                <a:gd name="T8" fmla="*/ 256 w 512"/>
                <a:gd name="T9" fmla="*/ 490 h 512"/>
                <a:gd name="T10" fmla="*/ 90 w 512"/>
                <a:gd name="T11" fmla="*/ 422 h 512"/>
                <a:gd name="T12" fmla="*/ 21 w 512"/>
                <a:gd name="T13" fmla="*/ 256 h 512"/>
                <a:gd name="T14" fmla="*/ 90 w 512"/>
                <a:gd name="T15" fmla="*/ 90 h 512"/>
                <a:gd name="T16" fmla="*/ 256 w 512"/>
                <a:gd name="T17" fmla="*/ 21 h 512"/>
                <a:gd name="T18" fmla="*/ 256 w 512"/>
                <a:gd name="T19" fmla="*/ 0 h 512"/>
                <a:gd name="T20" fmla="*/ 0 w 512"/>
                <a:gd name="T21" fmla="*/ 256 h 512"/>
                <a:gd name="T22" fmla="*/ 256 w 512"/>
                <a:gd name="T23" fmla="*/ 512 h 512"/>
                <a:gd name="T24" fmla="*/ 512 w 512"/>
                <a:gd name="T25" fmla="*/ 256 h 512"/>
                <a:gd name="T26" fmla="*/ 256 w 512"/>
                <a:gd name="T27"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21"/>
                  </a:moveTo>
                  <a:cubicBezTo>
                    <a:pt x="318" y="21"/>
                    <a:pt x="377" y="45"/>
                    <a:pt x="422" y="90"/>
                  </a:cubicBezTo>
                  <a:cubicBezTo>
                    <a:pt x="466" y="134"/>
                    <a:pt x="490" y="193"/>
                    <a:pt x="490" y="256"/>
                  </a:cubicBezTo>
                  <a:cubicBezTo>
                    <a:pt x="490" y="318"/>
                    <a:pt x="466" y="377"/>
                    <a:pt x="422" y="422"/>
                  </a:cubicBezTo>
                  <a:cubicBezTo>
                    <a:pt x="377" y="466"/>
                    <a:pt x="318" y="490"/>
                    <a:pt x="256" y="490"/>
                  </a:cubicBezTo>
                  <a:cubicBezTo>
                    <a:pt x="193" y="490"/>
                    <a:pt x="134" y="466"/>
                    <a:pt x="90" y="422"/>
                  </a:cubicBezTo>
                  <a:cubicBezTo>
                    <a:pt x="45" y="377"/>
                    <a:pt x="21" y="318"/>
                    <a:pt x="21" y="256"/>
                  </a:cubicBezTo>
                  <a:cubicBezTo>
                    <a:pt x="21" y="193"/>
                    <a:pt x="45" y="134"/>
                    <a:pt x="90" y="90"/>
                  </a:cubicBezTo>
                  <a:cubicBezTo>
                    <a:pt x="134" y="45"/>
                    <a:pt x="193"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1" name="Freeform 297">
              <a:extLst>
                <a:ext uri="{FF2B5EF4-FFF2-40B4-BE49-F238E27FC236}">
                  <a16:creationId xmlns:a16="http://schemas.microsoft.com/office/drawing/2014/main" id="{EDF70547-B506-B4E0-F29D-9D022182AC89}"/>
                </a:ext>
              </a:extLst>
            </p:cNvPr>
            <p:cNvSpPr>
              <a:spLocks/>
            </p:cNvSpPr>
            <p:nvPr/>
          </p:nvSpPr>
          <p:spPr bwMode="auto">
            <a:xfrm>
              <a:off x="7135" y="1256"/>
              <a:ext cx="42" cy="57"/>
            </a:xfrm>
            <a:custGeom>
              <a:avLst/>
              <a:gdLst>
                <a:gd name="T0" fmla="*/ 63 w 64"/>
                <a:gd name="T1" fmla="*/ 62 h 86"/>
                <a:gd name="T2" fmla="*/ 0 w 64"/>
                <a:gd name="T3" fmla="*/ 0 h 86"/>
                <a:gd name="T4" fmla="*/ 0 w 64"/>
                <a:gd name="T5" fmla="*/ 30 h 86"/>
                <a:gd name="T6" fmla="*/ 57 w 64"/>
                <a:gd name="T7" fmla="*/ 86 h 86"/>
                <a:gd name="T8" fmla="*/ 64 w 64"/>
                <a:gd name="T9" fmla="*/ 63 h 86"/>
                <a:gd name="T10" fmla="*/ 63 w 64"/>
                <a:gd name="T11" fmla="*/ 62 h 86"/>
              </a:gdLst>
              <a:ahLst/>
              <a:cxnLst>
                <a:cxn ang="0">
                  <a:pos x="T0" y="T1"/>
                </a:cxn>
                <a:cxn ang="0">
                  <a:pos x="T2" y="T3"/>
                </a:cxn>
                <a:cxn ang="0">
                  <a:pos x="T4" y="T5"/>
                </a:cxn>
                <a:cxn ang="0">
                  <a:pos x="T6" y="T7"/>
                </a:cxn>
                <a:cxn ang="0">
                  <a:pos x="T8" y="T9"/>
                </a:cxn>
                <a:cxn ang="0">
                  <a:pos x="T10" y="T11"/>
                </a:cxn>
              </a:cxnLst>
              <a:rect l="0" t="0" r="r" b="b"/>
              <a:pathLst>
                <a:path w="64" h="86">
                  <a:moveTo>
                    <a:pt x="63" y="62"/>
                  </a:moveTo>
                  <a:cubicBezTo>
                    <a:pt x="0" y="0"/>
                    <a:pt x="0" y="0"/>
                    <a:pt x="0" y="0"/>
                  </a:cubicBezTo>
                  <a:cubicBezTo>
                    <a:pt x="0" y="30"/>
                    <a:pt x="0" y="30"/>
                    <a:pt x="0" y="30"/>
                  </a:cubicBezTo>
                  <a:cubicBezTo>
                    <a:pt x="57" y="86"/>
                    <a:pt x="57" y="86"/>
                    <a:pt x="57" y="86"/>
                  </a:cubicBezTo>
                  <a:cubicBezTo>
                    <a:pt x="60" y="79"/>
                    <a:pt x="63" y="71"/>
                    <a:pt x="64" y="63"/>
                  </a:cubicBezTo>
                  <a:cubicBezTo>
                    <a:pt x="63" y="62"/>
                    <a:pt x="63" y="62"/>
                    <a:pt x="63" y="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2" name="Freeform 298">
              <a:extLst>
                <a:ext uri="{FF2B5EF4-FFF2-40B4-BE49-F238E27FC236}">
                  <a16:creationId xmlns:a16="http://schemas.microsoft.com/office/drawing/2014/main" id="{A5CCB032-8C25-A1C2-BB14-28721AC63DF6}"/>
                </a:ext>
              </a:extLst>
            </p:cNvPr>
            <p:cNvSpPr>
              <a:spLocks/>
            </p:cNvSpPr>
            <p:nvPr/>
          </p:nvSpPr>
          <p:spPr bwMode="auto">
            <a:xfrm>
              <a:off x="7135" y="1296"/>
              <a:ext cx="30" cy="38"/>
            </a:xfrm>
            <a:custGeom>
              <a:avLst/>
              <a:gdLst>
                <a:gd name="T0" fmla="*/ 0 w 45"/>
                <a:gd name="T1" fmla="*/ 30 h 58"/>
                <a:gd name="T2" fmla="*/ 28 w 45"/>
                <a:gd name="T3" fmla="*/ 58 h 58"/>
                <a:gd name="T4" fmla="*/ 45 w 45"/>
                <a:gd name="T5" fmla="*/ 44 h 58"/>
                <a:gd name="T6" fmla="*/ 0 w 45"/>
                <a:gd name="T7" fmla="*/ 0 h 58"/>
                <a:gd name="T8" fmla="*/ 0 w 45"/>
                <a:gd name="T9" fmla="*/ 30 h 58"/>
              </a:gdLst>
              <a:ahLst/>
              <a:cxnLst>
                <a:cxn ang="0">
                  <a:pos x="T0" y="T1"/>
                </a:cxn>
                <a:cxn ang="0">
                  <a:pos x="T2" y="T3"/>
                </a:cxn>
                <a:cxn ang="0">
                  <a:pos x="T4" y="T5"/>
                </a:cxn>
                <a:cxn ang="0">
                  <a:pos x="T6" y="T7"/>
                </a:cxn>
                <a:cxn ang="0">
                  <a:pos x="T8" y="T9"/>
                </a:cxn>
              </a:cxnLst>
              <a:rect l="0" t="0" r="r" b="b"/>
              <a:pathLst>
                <a:path w="45" h="58">
                  <a:moveTo>
                    <a:pt x="0" y="30"/>
                  </a:moveTo>
                  <a:cubicBezTo>
                    <a:pt x="28" y="58"/>
                    <a:pt x="28" y="58"/>
                    <a:pt x="28" y="58"/>
                  </a:cubicBezTo>
                  <a:cubicBezTo>
                    <a:pt x="34" y="54"/>
                    <a:pt x="40" y="49"/>
                    <a:pt x="45" y="44"/>
                  </a:cubicBezTo>
                  <a:cubicBezTo>
                    <a:pt x="0" y="0"/>
                    <a:pt x="0" y="0"/>
                    <a:pt x="0" y="0"/>
                  </a:cubicBezTo>
                  <a:lnTo>
                    <a:pt x="0" y="3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3" name="Freeform 299">
              <a:extLst>
                <a:ext uri="{FF2B5EF4-FFF2-40B4-BE49-F238E27FC236}">
                  <a16:creationId xmlns:a16="http://schemas.microsoft.com/office/drawing/2014/main" id="{660848E7-520D-2A0C-564E-FEA2936AF638}"/>
                </a:ext>
              </a:extLst>
            </p:cNvPr>
            <p:cNvSpPr>
              <a:spLocks/>
            </p:cNvSpPr>
            <p:nvPr/>
          </p:nvSpPr>
          <p:spPr bwMode="auto">
            <a:xfrm>
              <a:off x="7144" y="1245"/>
              <a:ext cx="30" cy="30"/>
            </a:xfrm>
            <a:custGeom>
              <a:avLst/>
              <a:gdLst>
                <a:gd name="T0" fmla="*/ 0 w 46"/>
                <a:gd name="T1" fmla="*/ 0 h 46"/>
                <a:gd name="T2" fmla="*/ 46 w 46"/>
                <a:gd name="T3" fmla="*/ 46 h 46"/>
                <a:gd name="T4" fmla="*/ 0 w 46"/>
                <a:gd name="T5" fmla="*/ 0 h 46"/>
              </a:gdLst>
              <a:ahLst/>
              <a:cxnLst>
                <a:cxn ang="0">
                  <a:pos x="T0" y="T1"/>
                </a:cxn>
                <a:cxn ang="0">
                  <a:pos x="T2" y="T3"/>
                </a:cxn>
                <a:cxn ang="0">
                  <a:pos x="T4" y="T5"/>
                </a:cxn>
              </a:cxnLst>
              <a:rect l="0" t="0" r="r" b="b"/>
              <a:pathLst>
                <a:path w="46" h="46">
                  <a:moveTo>
                    <a:pt x="0" y="0"/>
                  </a:moveTo>
                  <a:cubicBezTo>
                    <a:pt x="46" y="46"/>
                    <a:pt x="46" y="46"/>
                    <a:pt x="46" y="46"/>
                  </a:cubicBezTo>
                  <a:cubicBezTo>
                    <a:pt x="39" y="25"/>
                    <a:pt x="22" y="8"/>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4" name="Freeform 300">
              <a:extLst>
                <a:ext uri="{FF2B5EF4-FFF2-40B4-BE49-F238E27FC236}">
                  <a16:creationId xmlns:a16="http://schemas.microsoft.com/office/drawing/2014/main" id="{100E74AC-226B-7EE5-9B7B-E10935279CEA}"/>
                </a:ext>
              </a:extLst>
            </p:cNvPr>
            <p:cNvSpPr>
              <a:spLocks/>
            </p:cNvSpPr>
            <p:nvPr/>
          </p:nvSpPr>
          <p:spPr bwMode="auto">
            <a:xfrm>
              <a:off x="7135" y="1336"/>
              <a:ext cx="4" cy="4"/>
            </a:xfrm>
            <a:custGeom>
              <a:avLst/>
              <a:gdLst>
                <a:gd name="T0" fmla="*/ 0 w 6"/>
                <a:gd name="T1" fmla="*/ 7 h 7"/>
                <a:gd name="T2" fmla="*/ 6 w 6"/>
                <a:gd name="T3" fmla="*/ 6 h 7"/>
                <a:gd name="T4" fmla="*/ 0 w 6"/>
                <a:gd name="T5" fmla="*/ 0 h 7"/>
                <a:gd name="T6" fmla="*/ 0 w 6"/>
                <a:gd name="T7" fmla="*/ 7 h 7"/>
              </a:gdLst>
              <a:ahLst/>
              <a:cxnLst>
                <a:cxn ang="0">
                  <a:pos x="T0" y="T1"/>
                </a:cxn>
                <a:cxn ang="0">
                  <a:pos x="T2" y="T3"/>
                </a:cxn>
                <a:cxn ang="0">
                  <a:pos x="T4" y="T5"/>
                </a:cxn>
                <a:cxn ang="0">
                  <a:pos x="T6" y="T7"/>
                </a:cxn>
              </a:cxnLst>
              <a:rect l="0" t="0" r="r" b="b"/>
              <a:pathLst>
                <a:path w="6" h="7">
                  <a:moveTo>
                    <a:pt x="0" y="7"/>
                  </a:moveTo>
                  <a:cubicBezTo>
                    <a:pt x="2" y="7"/>
                    <a:pt x="4" y="7"/>
                    <a:pt x="6" y="6"/>
                  </a:cubicBezTo>
                  <a:cubicBezTo>
                    <a:pt x="0" y="0"/>
                    <a:pt x="0" y="0"/>
                    <a:pt x="0" y="0"/>
                  </a:cubicBezTo>
                  <a:lnTo>
                    <a:pt x="0" y="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5" name="Freeform 301">
              <a:extLst>
                <a:ext uri="{FF2B5EF4-FFF2-40B4-BE49-F238E27FC236}">
                  <a16:creationId xmlns:a16="http://schemas.microsoft.com/office/drawing/2014/main" id="{AE4560BE-DBA1-B088-C0BF-F3829DCF82D6}"/>
                </a:ext>
              </a:extLst>
            </p:cNvPr>
            <p:cNvSpPr>
              <a:spLocks/>
            </p:cNvSpPr>
            <p:nvPr/>
          </p:nvSpPr>
          <p:spPr bwMode="auto">
            <a:xfrm>
              <a:off x="7078" y="1243"/>
              <a:ext cx="43" cy="97"/>
            </a:xfrm>
            <a:custGeom>
              <a:avLst/>
              <a:gdLst>
                <a:gd name="T0" fmla="*/ 0 w 64"/>
                <a:gd name="T1" fmla="*/ 74 h 147"/>
                <a:gd name="T2" fmla="*/ 64 w 64"/>
                <a:gd name="T3" fmla="*/ 147 h 147"/>
                <a:gd name="T4" fmla="*/ 64 w 64"/>
                <a:gd name="T5" fmla="*/ 0 h 147"/>
                <a:gd name="T6" fmla="*/ 0 w 64"/>
                <a:gd name="T7" fmla="*/ 74 h 147"/>
              </a:gdLst>
              <a:ahLst/>
              <a:cxnLst>
                <a:cxn ang="0">
                  <a:pos x="T0" y="T1"/>
                </a:cxn>
                <a:cxn ang="0">
                  <a:pos x="T2" y="T3"/>
                </a:cxn>
                <a:cxn ang="0">
                  <a:pos x="T4" y="T5"/>
                </a:cxn>
                <a:cxn ang="0">
                  <a:pos x="T6" y="T7"/>
                </a:cxn>
              </a:cxnLst>
              <a:rect l="0" t="0" r="r" b="b"/>
              <a:pathLst>
                <a:path w="64" h="147">
                  <a:moveTo>
                    <a:pt x="0" y="74"/>
                  </a:moveTo>
                  <a:cubicBezTo>
                    <a:pt x="0" y="111"/>
                    <a:pt x="28" y="142"/>
                    <a:pt x="64" y="147"/>
                  </a:cubicBezTo>
                  <a:cubicBezTo>
                    <a:pt x="64" y="0"/>
                    <a:pt x="64" y="0"/>
                    <a:pt x="64" y="0"/>
                  </a:cubicBezTo>
                  <a:cubicBezTo>
                    <a:pt x="28" y="5"/>
                    <a:pt x="0" y="36"/>
                    <a:pt x="0" y="7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6" name="Freeform 302">
              <a:extLst>
                <a:ext uri="{FF2B5EF4-FFF2-40B4-BE49-F238E27FC236}">
                  <a16:creationId xmlns:a16="http://schemas.microsoft.com/office/drawing/2014/main" id="{07B715D3-8054-F2B3-BBA0-69CDB836FA80}"/>
                </a:ext>
              </a:extLst>
            </p:cNvPr>
            <p:cNvSpPr>
              <a:spLocks noEditPoints="1"/>
            </p:cNvSpPr>
            <p:nvPr/>
          </p:nvSpPr>
          <p:spPr bwMode="auto">
            <a:xfrm>
              <a:off x="6958" y="1122"/>
              <a:ext cx="340" cy="340"/>
            </a:xfrm>
            <a:custGeom>
              <a:avLst/>
              <a:gdLst>
                <a:gd name="T0" fmla="*/ 0 w 512"/>
                <a:gd name="T1" fmla="*/ 256 h 512"/>
                <a:gd name="T2" fmla="*/ 512 w 512"/>
                <a:gd name="T3" fmla="*/ 256 h 512"/>
                <a:gd name="T4" fmla="*/ 245 w 512"/>
                <a:gd name="T5" fmla="*/ 106 h 512"/>
                <a:gd name="T6" fmla="*/ 266 w 512"/>
                <a:gd name="T7" fmla="*/ 106 h 512"/>
                <a:gd name="T8" fmla="*/ 256 w 512"/>
                <a:gd name="T9" fmla="*/ 139 h 512"/>
                <a:gd name="T10" fmla="*/ 245 w 512"/>
                <a:gd name="T11" fmla="*/ 106 h 512"/>
                <a:gd name="T12" fmla="*/ 157 w 512"/>
                <a:gd name="T13" fmla="*/ 143 h 512"/>
                <a:gd name="T14" fmla="*/ 158 w 512"/>
                <a:gd name="T15" fmla="*/ 144 h 512"/>
                <a:gd name="T16" fmla="*/ 173 w 512"/>
                <a:gd name="T17" fmla="*/ 158 h 512"/>
                <a:gd name="T18" fmla="*/ 173 w 512"/>
                <a:gd name="T19" fmla="*/ 173 h 512"/>
                <a:gd name="T20" fmla="*/ 158 w 512"/>
                <a:gd name="T21" fmla="*/ 173 h 512"/>
                <a:gd name="T22" fmla="*/ 147 w 512"/>
                <a:gd name="T23" fmla="*/ 162 h 512"/>
                <a:gd name="T24" fmla="*/ 143 w 512"/>
                <a:gd name="T25" fmla="*/ 158 h 512"/>
                <a:gd name="T26" fmla="*/ 142 w 512"/>
                <a:gd name="T27" fmla="*/ 158 h 512"/>
                <a:gd name="T28" fmla="*/ 139 w 512"/>
                <a:gd name="T29" fmla="*/ 150 h 512"/>
                <a:gd name="T30" fmla="*/ 128 w 512"/>
                <a:gd name="T31" fmla="*/ 266 h 512"/>
                <a:gd name="T32" fmla="*/ 95 w 512"/>
                <a:gd name="T33" fmla="*/ 256 h 512"/>
                <a:gd name="T34" fmla="*/ 128 w 512"/>
                <a:gd name="T35" fmla="*/ 245 h 512"/>
                <a:gd name="T36" fmla="*/ 128 w 512"/>
                <a:gd name="T37" fmla="*/ 266 h 512"/>
                <a:gd name="T38" fmla="*/ 162 w 512"/>
                <a:gd name="T39" fmla="*/ 365 h 512"/>
                <a:gd name="T40" fmla="*/ 159 w 512"/>
                <a:gd name="T41" fmla="*/ 368 h 512"/>
                <a:gd name="T42" fmla="*/ 158 w 512"/>
                <a:gd name="T43" fmla="*/ 369 h 512"/>
                <a:gd name="T44" fmla="*/ 147 w 512"/>
                <a:gd name="T45" fmla="*/ 372 h 512"/>
                <a:gd name="T46" fmla="*/ 142 w 512"/>
                <a:gd name="T47" fmla="*/ 369 h 512"/>
                <a:gd name="T48" fmla="*/ 142 w 512"/>
                <a:gd name="T49" fmla="*/ 354 h 512"/>
                <a:gd name="T50" fmla="*/ 143 w 512"/>
                <a:gd name="T51" fmla="*/ 354 h 512"/>
                <a:gd name="T52" fmla="*/ 143 w 512"/>
                <a:gd name="T53" fmla="*/ 354 h 512"/>
                <a:gd name="T54" fmla="*/ 147 w 512"/>
                <a:gd name="T55" fmla="*/ 350 h 512"/>
                <a:gd name="T56" fmla="*/ 173 w 512"/>
                <a:gd name="T57" fmla="*/ 339 h 512"/>
                <a:gd name="T58" fmla="*/ 173 w 512"/>
                <a:gd name="T59" fmla="*/ 354 h 512"/>
                <a:gd name="T60" fmla="*/ 256 w 512"/>
                <a:gd name="T61" fmla="*/ 416 h 512"/>
                <a:gd name="T62" fmla="*/ 245 w 512"/>
                <a:gd name="T63" fmla="*/ 384 h 512"/>
                <a:gd name="T64" fmla="*/ 266 w 512"/>
                <a:gd name="T65" fmla="*/ 384 h 512"/>
                <a:gd name="T66" fmla="*/ 256 w 512"/>
                <a:gd name="T67" fmla="*/ 352 h 512"/>
                <a:gd name="T68" fmla="*/ 256 w 512"/>
                <a:gd name="T69" fmla="*/ 160 h 512"/>
                <a:gd name="T70" fmla="*/ 256 w 512"/>
                <a:gd name="T71" fmla="*/ 352 h 512"/>
                <a:gd name="T72" fmla="*/ 362 w 512"/>
                <a:gd name="T73" fmla="*/ 373 h 512"/>
                <a:gd name="T74" fmla="*/ 343 w 512"/>
                <a:gd name="T75" fmla="*/ 358 h 512"/>
                <a:gd name="T76" fmla="*/ 339 w 512"/>
                <a:gd name="T77" fmla="*/ 355 h 512"/>
                <a:gd name="T78" fmla="*/ 339 w 512"/>
                <a:gd name="T79" fmla="*/ 354 h 512"/>
                <a:gd name="T80" fmla="*/ 338 w 512"/>
                <a:gd name="T81" fmla="*/ 354 h 512"/>
                <a:gd name="T82" fmla="*/ 338 w 512"/>
                <a:gd name="T83" fmla="*/ 339 h 512"/>
                <a:gd name="T84" fmla="*/ 354 w 512"/>
                <a:gd name="T85" fmla="*/ 339 h 512"/>
                <a:gd name="T86" fmla="*/ 358 w 512"/>
                <a:gd name="T87" fmla="*/ 343 h 512"/>
                <a:gd name="T88" fmla="*/ 372 w 512"/>
                <a:gd name="T89" fmla="*/ 362 h 512"/>
                <a:gd name="T90" fmla="*/ 369 w 512"/>
                <a:gd name="T91" fmla="*/ 158 h 512"/>
                <a:gd name="T92" fmla="*/ 356 w 512"/>
                <a:gd name="T93" fmla="*/ 171 h 512"/>
                <a:gd name="T94" fmla="*/ 354 w 512"/>
                <a:gd name="T95" fmla="*/ 173 h 512"/>
                <a:gd name="T96" fmla="*/ 345 w 512"/>
                <a:gd name="T97" fmla="*/ 177 h 512"/>
                <a:gd name="T98" fmla="*/ 338 w 512"/>
                <a:gd name="T99" fmla="*/ 173 h 512"/>
                <a:gd name="T100" fmla="*/ 336 w 512"/>
                <a:gd name="T101" fmla="*/ 166 h 512"/>
                <a:gd name="T102" fmla="*/ 338 w 512"/>
                <a:gd name="T103" fmla="*/ 158 h 512"/>
                <a:gd name="T104" fmla="*/ 339 w 512"/>
                <a:gd name="T105" fmla="*/ 158 h 512"/>
                <a:gd name="T106" fmla="*/ 343 w 512"/>
                <a:gd name="T107" fmla="*/ 154 h 512"/>
                <a:gd name="T108" fmla="*/ 354 w 512"/>
                <a:gd name="T109" fmla="*/ 143 h 512"/>
                <a:gd name="T110" fmla="*/ 372 w 512"/>
                <a:gd name="T111" fmla="*/ 150 h 512"/>
                <a:gd name="T112" fmla="*/ 405 w 512"/>
                <a:gd name="T113" fmla="*/ 266 h 512"/>
                <a:gd name="T114" fmla="*/ 373 w 512"/>
                <a:gd name="T115" fmla="*/ 256 h 512"/>
                <a:gd name="T116" fmla="*/ 405 w 512"/>
                <a:gd name="T117" fmla="*/ 245 h 512"/>
                <a:gd name="T118" fmla="*/ 405 w 512"/>
                <a:gd name="T119"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45" y="106"/>
                  </a:moveTo>
                  <a:cubicBezTo>
                    <a:pt x="245" y="100"/>
                    <a:pt x="250" y="96"/>
                    <a:pt x="256" y="96"/>
                  </a:cubicBezTo>
                  <a:cubicBezTo>
                    <a:pt x="262" y="96"/>
                    <a:pt x="266" y="100"/>
                    <a:pt x="266" y="106"/>
                  </a:cubicBezTo>
                  <a:cubicBezTo>
                    <a:pt x="266" y="128"/>
                    <a:pt x="266" y="128"/>
                    <a:pt x="266" y="128"/>
                  </a:cubicBezTo>
                  <a:cubicBezTo>
                    <a:pt x="266" y="134"/>
                    <a:pt x="262" y="139"/>
                    <a:pt x="256" y="139"/>
                  </a:cubicBezTo>
                  <a:cubicBezTo>
                    <a:pt x="250" y="139"/>
                    <a:pt x="245" y="134"/>
                    <a:pt x="245" y="128"/>
                  </a:cubicBezTo>
                  <a:lnTo>
                    <a:pt x="245" y="106"/>
                  </a:lnTo>
                  <a:close/>
                  <a:moveTo>
                    <a:pt x="142" y="143"/>
                  </a:moveTo>
                  <a:cubicBezTo>
                    <a:pt x="148" y="137"/>
                    <a:pt x="153" y="139"/>
                    <a:pt x="157" y="143"/>
                  </a:cubicBezTo>
                  <a:cubicBezTo>
                    <a:pt x="157" y="143"/>
                    <a:pt x="157" y="143"/>
                    <a:pt x="157" y="143"/>
                  </a:cubicBezTo>
                  <a:cubicBezTo>
                    <a:pt x="158" y="143"/>
                    <a:pt x="158" y="143"/>
                    <a:pt x="158" y="144"/>
                  </a:cubicBezTo>
                  <a:cubicBezTo>
                    <a:pt x="160" y="145"/>
                    <a:pt x="161" y="146"/>
                    <a:pt x="162" y="147"/>
                  </a:cubicBezTo>
                  <a:cubicBezTo>
                    <a:pt x="173" y="158"/>
                    <a:pt x="173" y="158"/>
                    <a:pt x="173" y="158"/>
                  </a:cubicBezTo>
                  <a:cubicBezTo>
                    <a:pt x="175" y="160"/>
                    <a:pt x="176" y="163"/>
                    <a:pt x="176" y="166"/>
                  </a:cubicBezTo>
                  <a:cubicBezTo>
                    <a:pt x="176" y="168"/>
                    <a:pt x="175" y="171"/>
                    <a:pt x="173" y="173"/>
                  </a:cubicBezTo>
                  <a:cubicBezTo>
                    <a:pt x="171" y="175"/>
                    <a:pt x="168" y="176"/>
                    <a:pt x="165" y="176"/>
                  </a:cubicBezTo>
                  <a:cubicBezTo>
                    <a:pt x="163" y="176"/>
                    <a:pt x="160" y="176"/>
                    <a:pt x="158" y="173"/>
                  </a:cubicBezTo>
                  <a:cubicBezTo>
                    <a:pt x="147" y="162"/>
                    <a:pt x="147" y="162"/>
                    <a:pt x="147" y="162"/>
                  </a:cubicBezTo>
                  <a:cubicBezTo>
                    <a:pt x="147" y="162"/>
                    <a:pt x="147" y="162"/>
                    <a:pt x="147" y="162"/>
                  </a:cubicBezTo>
                  <a:cubicBezTo>
                    <a:pt x="143" y="158"/>
                    <a:pt x="143" y="158"/>
                    <a:pt x="143" y="158"/>
                  </a:cubicBezTo>
                  <a:cubicBezTo>
                    <a:pt x="143" y="158"/>
                    <a:pt x="143" y="158"/>
                    <a:pt x="143" y="158"/>
                  </a:cubicBezTo>
                  <a:cubicBezTo>
                    <a:pt x="143" y="158"/>
                    <a:pt x="143" y="158"/>
                    <a:pt x="143" y="158"/>
                  </a:cubicBezTo>
                  <a:cubicBezTo>
                    <a:pt x="142" y="158"/>
                    <a:pt x="142" y="158"/>
                    <a:pt x="142" y="158"/>
                  </a:cubicBezTo>
                  <a:cubicBezTo>
                    <a:pt x="142" y="158"/>
                    <a:pt x="142" y="158"/>
                    <a:pt x="142" y="158"/>
                  </a:cubicBezTo>
                  <a:cubicBezTo>
                    <a:pt x="140" y="156"/>
                    <a:pt x="139" y="153"/>
                    <a:pt x="139" y="150"/>
                  </a:cubicBezTo>
                  <a:cubicBezTo>
                    <a:pt x="139" y="147"/>
                    <a:pt x="140" y="145"/>
                    <a:pt x="142" y="143"/>
                  </a:cubicBezTo>
                  <a:close/>
                  <a:moveTo>
                    <a:pt x="128" y="266"/>
                  </a:moveTo>
                  <a:cubicBezTo>
                    <a:pt x="106" y="266"/>
                    <a:pt x="106" y="266"/>
                    <a:pt x="106" y="266"/>
                  </a:cubicBezTo>
                  <a:cubicBezTo>
                    <a:pt x="100" y="266"/>
                    <a:pt x="95" y="262"/>
                    <a:pt x="95" y="256"/>
                  </a:cubicBezTo>
                  <a:cubicBezTo>
                    <a:pt x="95" y="250"/>
                    <a:pt x="100" y="245"/>
                    <a:pt x="106" y="245"/>
                  </a:cubicBezTo>
                  <a:cubicBezTo>
                    <a:pt x="128" y="245"/>
                    <a:pt x="128" y="245"/>
                    <a:pt x="128" y="245"/>
                  </a:cubicBezTo>
                  <a:cubicBezTo>
                    <a:pt x="134" y="245"/>
                    <a:pt x="139" y="250"/>
                    <a:pt x="139" y="256"/>
                  </a:cubicBezTo>
                  <a:cubicBezTo>
                    <a:pt x="139" y="262"/>
                    <a:pt x="134" y="266"/>
                    <a:pt x="128" y="266"/>
                  </a:cubicBezTo>
                  <a:close/>
                  <a:moveTo>
                    <a:pt x="173" y="354"/>
                  </a:moveTo>
                  <a:cubicBezTo>
                    <a:pt x="162" y="365"/>
                    <a:pt x="162" y="365"/>
                    <a:pt x="162" y="365"/>
                  </a:cubicBezTo>
                  <a:cubicBezTo>
                    <a:pt x="161" y="366"/>
                    <a:pt x="161" y="366"/>
                    <a:pt x="160" y="367"/>
                  </a:cubicBezTo>
                  <a:cubicBezTo>
                    <a:pt x="160" y="367"/>
                    <a:pt x="159" y="368"/>
                    <a:pt x="159" y="368"/>
                  </a:cubicBezTo>
                  <a:cubicBezTo>
                    <a:pt x="158" y="368"/>
                    <a:pt x="158" y="369"/>
                    <a:pt x="158" y="369"/>
                  </a:cubicBezTo>
                  <a:cubicBezTo>
                    <a:pt x="158" y="369"/>
                    <a:pt x="158" y="369"/>
                    <a:pt x="158" y="369"/>
                  </a:cubicBezTo>
                  <a:cubicBezTo>
                    <a:pt x="155" y="371"/>
                    <a:pt x="152" y="373"/>
                    <a:pt x="149" y="373"/>
                  </a:cubicBezTo>
                  <a:cubicBezTo>
                    <a:pt x="148" y="373"/>
                    <a:pt x="148" y="373"/>
                    <a:pt x="147" y="372"/>
                  </a:cubicBezTo>
                  <a:cubicBezTo>
                    <a:pt x="145" y="372"/>
                    <a:pt x="144" y="371"/>
                    <a:pt x="142" y="369"/>
                  </a:cubicBezTo>
                  <a:cubicBezTo>
                    <a:pt x="142" y="369"/>
                    <a:pt x="142" y="369"/>
                    <a:pt x="142" y="369"/>
                  </a:cubicBezTo>
                  <a:cubicBezTo>
                    <a:pt x="140" y="367"/>
                    <a:pt x="139" y="365"/>
                    <a:pt x="139" y="362"/>
                  </a:cubicBezTo>
                  <a:cubicBezTo>
                    <a:pt x="139" y="359"/>
                    <a:pt x="140" y="356"/>
                    <a:pt x="142" y="354"/>
                  </a:cubicBezTo>
                  <a:cubicBezTo>
                    <a:pt x="142" y="354"/>
                    <a:pt x="142" y="354"/>
                    <a:pt x="142" y="354"/>
                  </a:cubicBezTo>
                  <a:cubicBezTo>
                    <a:pt x="143" y="354"/>
                    <a:pt x="143" y="354"/>
                    <a:pt x="143" y="354"/>
                  </a:cubicBezTo>
                  <a:cubicBezTo>
                    <a:pt x="143" y="354"/>
                    <a:pt x="143" y="354"/>
                    <a:pt x="143" y="354"/>
                  </a:cubicBezTo>
                  <a:cubicBezTo>
                    <a:pt x="143" y="354"/>
                    <a:pt x="143" y="354"/>
                    <a:pt x="143" y="354"/>
                  </a:cubicBezTo>
                  <a:cubicBezTo>
                    <a:pt x="147" y="350"/>
                    <a:pt x="147" y="350"/>
                    <a:pt x="147" y="350"/>
                  </a:cubicBezTo>
                  <a:cubicBezTo>
                    <a:pt x="147" y="350"/>
                    <a:pt x="147" y="350"/>
                    <a:pt x="147" y="350"/>
                  </a:cubicBezTo>
                  <a:cubicBezTo>
                    <a:pt x="158" y="339"/>
                    <a:pt x="158" y="339"/>
                    <a:pt x="158" y="339"/>
                  </a:cubicBezTo>
                  <a:cubicBezTo>
                    <a:pt x="162" y="335"/>
                    <a:pt x="169" y="335"/>
                    <a:pt x="173" y="339"/>
                  </a:cubicBezTo>
                  <a:cubicBezTo>
                    <a:pt x="175" y="341"/>
                    <a:pt x="176" y="344"/>
                    <a:pt x="176" y="346"/>
                  </a:cubicBezTo>
                  <a:cubicBezTo>
                    <a:pt x="176" y="349"/>
                    <a:pt x="175" y="352"/>
                    <a:pt x="173" y="354"/>
                  </a:cubicBezTo>
                  <a:close/>
                  <a:moveTo>
                    <a:pt x="266" y="406"/>
                  </a:moveTo>
                  <a:cubicBezTo>
                    <a:pt x="266" y="412"/>
                    <a:pt x="262" y="416"/>
                    <a:pt x="256" y="416"/>
                  </a:cubicBezTo>
                  <a:cubicBezTo>
                    <a:pt x="250" y="416"/>
                    <a:pt x="245" y="412"/>
                    <a:pt x="245" y="406"/>
                  </a:cubicBezTo>
                  <a:cubicBezTo>
                    <a:pt x="245" y="384"/>
                    <a:pt x="245" y="384"/>
                    <a:pt x="245" y="384"/>
                  </a:cubicBezTo>
                  <a:cubicBezTo>
                    <a:pt x="245" y="378"/>
                    <a:pt x="250" y="373"/>
                    <a:pt x="256" y="373"/>
                  </a:cubicBezTo>
                  <a:cubicBezTo>
                    <a:pt x="262" y="373"/>
                    <a:pt x="266" y="378"/>
                    <a:pt x="266" y="384"/>
                  </a:cubicBezTo>
                  <a:lnTo>
                    <a:pt x="266" y="406"/>
                  </a:lnTo>
                  <a:close/>
                  <a:moveTo>
                    <a:pt x="256" y="352"/>
                  </a:moveTo>
                  <a:cubicBezTo>
                    <a:pt x="203" y="352"/>
                    <a:pt x="160" y="309"/>
                    <a:pt x="160" y="256"/>
                  </a:cubicBezTo>
                  <a:cubicBezTo>
                    <a:pt x="160" y="203"/>
                    <a:pt x="203" y="160"/>
                    <a:pt x="256" y="160"/>
                  </a:cubicBezTo>
                  <a:cubicBezTo>
                    <a:pt x="309" y="160"/>
                    <a:pt x="352" y="203"/>
                    <a:pt x="352" y="256"/>
                  </a:cubicBezTo>
                  <a:cubicBezTo>
                    <a:pt x="352" y="309"/>
                    <a:pt x="309" y="352"/>
                    <a:pt x="256" y="352"/>
                  </a:cubicBezTo>
                  <a:close/>
                  <a:moveTo>
                    <a:pt x="369" y="369"/>
                  </a:moveTo>
                  <a:cubicBezTo>
                    <a:pt x="367" y="371"/>
                    <a:pt x="364" y="373"/>
                    <a:pt x="362" y="373"/>
                  </a:cubicBezTo>
                  <a:cubicBezTo>
                    <a:pt x="359" y="373"/>
                    <a:pt x="356" y="372"/>
                    <a:pt x="354" y="370"/>
                  </a:cubicBezTo>
                  <a:cubicBezTo>
                    <a:pt x="343" y="358"/>
                    <a:pt x="343" y="358"/>
                    <a:pt x="343" y="358"/>
                  </a:cubicBezTo>
                  <a:cubicBezTo>
                    <a:pt x="343" y="358"/>
                    <a:pt x="343" y="358"/>
                    <a:pt x="343" y="358"/>
                  </a:cubicBezTo>
                  <a:cubicBezTo>
                    <a:pt x="339" y="355"/>
                    <a:pt x="339" y="355"/>
                    <a:pt x="339" y="355"/>
                  </a:cubicBezTo>
                  <a:cubicBezTo>
                    <a:pt x="339" y="355"/>
                    <a:pt x="339" y="354"/>
                    <a:pt x="339" y="354"/>
                  </a:cubicBezTo>
                  <a:cubicBezTo>
                    <a:pt x="339" y="354"/>
                    <a:pt x="339" y="354"/>
                    <a:pt x="339" y="354"/>
                  </a:cubicBezTo>
                  <a:cubicBezTo>
                    <a:pt x="338" y="354"/>
                    <a:pt x="338" y="354"/>
                    <a:pt x="338" y="354"/>
                  </a:cubicBezTo>
                  <a:cubicBezTo>
                    <a:pt x="338" y="354"/>
                    <a:pt x="338" y="354"/>
                    <a:pt x="338" y="354"/>
                  </a:cubicBezTo>
                  <a:cubicBezTo>
                    <a:pt x="337" y="352"/>
                    <a:pt x="335" y="349"/>
                    <a:pt x="336" y="346"/>
                  </a:cubicBezTo>
                  <a:cubicBezTo>
                    <a:pt x="336" y="343"/>
                    <a:pt x="336" y="341"/>
                    <a:pt x="338" y="339"/>
                  </a:cubicBezTo>
                  <a:cubicBezTo>
                    <a:pt x="344" y="333"/>
                    <a:pt x="349" y="335"/>
                    <a:pt x="353" y="339"/>
                  </a:cubicBezTo>
                  <a:cubicBezTo>
                    <a:pt x="354" y="339"/>
                    <a:pt x="354" y="339"/>
                    <a:pt x="354" y="339"/>
                  </a:cubicBezTo>
                  <a:cubicBezTo>
                    <a:pt x="354" y="339"/>
                    <a:pt x="354" y="339"/>
                    <a:pt x="354" y="340"/>
                  </a:cubicBezTo>
                  <a:cubicBezTo>
                    <a:pt x="356" y="341"/>
                    <a:pt x="357" y="342"/>
                    <a:pt x="358" y="343"/>
                  </a:cubicBezTo>
                  <a:cubicBezTo>
                    <a:pt x="369" y="354"/>
                    <a:pt x="369" y="354"/>
                    <a:pt x="369" y="354"/>
                  </a:cubicBezTo>
                  <a:cubicBezTo>
                    <a:pt x="371" y="356"/>
                    <a:pt x="372" y="359"/>
                    <a:pt x="372" y="362"/>
                  </a:cubicBezTo>
                  <a:cubicBezTo>
                    <a:pt x="372" y="365"/>
                    <a:pt x="371" y="367"/>
                    <a:pt x="369" y="369"/>
                  </a:cubicBezTo>
                  <a:close/>
                  <a:moveTo>
                    <a:pt x="369" y="158"/>
                  </a:moveTo>
                  <a:cubicBezTo>
                    <a:pt x="358" y="169"/>
                    <a:pt x="358" y="169"/>
                    <a:pt x="358" y="169"/>
                  </a:cubicBezTo>
                  <a:cubicBezTo>
                    <a:pt x="357" y="170"/>
                    <a:pt x="357" y="170"/>
                    <a:pt x="356" y="171"/>
                  </a:cubicBezTo>
                  <a:cubicBezTo>
                    <a:pt x="356" y="171"/>
                    <a:pt x="355" y="171"/>
                    <a:pt x="355" y="172"/>
                  </a:cubicBezTo>
                  <a:cubicBezTo>
                    <a:pt x="355" y="172"/>
                    <a:pt x="354" y="172"/>
                    <a:pt x="354" y="173"/>
                  </a:cubicBezTo>
                  <a:cubicBezTo>
                    <a:pt x="354" y="173"/>
                    <a:pt x="354" y="173"/>
                    <a:pt x="354" y="173"/>
                  </a:cubicBezTo>
                  <a:cubicBezTo>
                    <a:pt x="351" y="175"/>
                    <a:pt x="348" y="177"/>
                    <a:pt x="345" y="177"/>
                  </a:cubicBezTo>
                  <a:cubicBezTo>
                    <a:pt x="345" y="177"/>
                    <a:pt x="344" y="176"/>
                    <a:pt x="343" y="176"/>
                  </a:cubicBezTo>
                  <a:cubicBezTo>
                    <a:pt x="342" y="176"/>
                    <a:pt x="340" y="175"/>
                    <a:pt x="338" y="173"/>
                  </a:cubicBezTo>
                  <a:cubicBezTo>
                    <a:pt x="338" y="173"/>
                    <a:pt x="338" y="173"/>
                    <a:pt x="338" y="173"/>
                  </a:cubicBezTo>
                  <a:cubicBezTo>
                    <a:pt x="336" y="171"/>
                    <a:pt x="336" y="169"/>
                    <a:pt x="336" y="166"/>
                  </a:cubicBezTo>
                  <a:cubicBezTo>
                    <a:pt x="335" y="163"/>
                    <a:pt x="337" y="160"/>
                    <a:pt x="338" y="158"/>
                  </a:cubicBezTo>
                  <a:cubicBezTo>
                    <a:pt x="338" y="158"/>
                    <a:pt x="338" y="158"/>
                    <a:pt x="338" y="158"/>
                  </a:cubicBezTo>
                  <a:cubicBezTo>
                    <a:pt x="339" y="158"/>
                    <a:pt x="339" y="158"/>
                    <a:pt x="339" y="158"/>
                  </a:cubicBezTo>
                  <a:cubicBezTo>
                    <a:pt x="339" y="158"/>
                    <a:pt x="339" y="158"/>
                    <a:pt x="339" y="158"/>
                  </a:cubicBezTo>
                  <a:cubicBezTo>
                    <a:pt x="339" y="158"/>
                    <a:pt x="339" y="158"/>
                    <a:pt x="339" y="158"/>
                  </a:cubicBezTo>
                  <a:cubicBezTo>
                    <a:pt x="343" y="154"/>
                    <a:pt x="343" y="154"/>
                    <a:pt x="343" y="154"/>
                  </a:cubicBezTo>
                  <a:cubicBezTo>
                    <a:pt x="343" y="154"/>
                    <a:pt x="343" y="154"/>
                    <a:pt x="343" y="154"/>
                  </a:cubicBezTo>
                  <a:cubicBezTo>
                    <a:pt x="354" y="143"/>
                    <a:pt x="354" y="143"/>
                    <a:pt x="354" y="143"/>
                  </a:cubicBezTo>
                  <a:cubicBezTo>
                    <a:pt x="358" y="139"/>
                    <a:pt x="365" y="139"/>
                    <a:pt x="369" y="143"/>
                  </a:cubicBezTo>
                  <a:cubicBezTo>
                    <a:pt x="371" y="145"/>
                    <a:pt x="372" y="147"/>
                    <a:pt x="372" y="150"/>
                  </a:cubicBezTo>
                  <a:cubicBezTo>
                    <a:pt x="372" y="153"/>
                    <a:pt x="371" y="156"/>
                    <a:pt x="369" y="158"/>
                  </a:cubicBezTo>
                  <a:close/>
                  <a:moveTo>
                    <a:pt x="405" y="266"/>
                  </a:moveTo>
                  <a:cubicBezTo>
                    <a:pt x="383" y="266"/>
                    <a:pt x="383" y="266"/>
                    <a:pt x="383" y="266"/>
                  </a:cubicBezTo>
                  <a:cubicBezTo>
                    <a:pt x="377" y="266"/>
                    <a:pt x="373" y="262"/>
                    <a:pt x="373" y="256"/>
                  </a:cubicBezTo>
                  <a:cubicBezTo>
                    <a:pt x="373" y="250"/>
                    <a:pt x="377" y="245"/>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27" name="Graphic 26" descr="Harvey Balls 0% with solid fill">
            <a:extLst>
              <a:ext uri="{FF2B5EF4-FFF2-40B4-BE49-F238E27FC236}">
                <a16:creationId xmlns:a16="http://schemas.microsoft.com/office/drawing/2014/main" id="{F33FE513-6393-0895-33FF-C45A134EC99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956104" y="18372"/>
            <a:ext cx="678580" cy="643491"/>
          </a:xfrm>
          <a:prstGeom prst="rect">
            <a:avLst/>
          </a:prstGeom>
        </p:spPr>
      </p:pic>
      <p:grpSp>
        <p:nvGrpSpPr>
          <p:cNvPr id="28" name="Group 437">
            <a:extLst>
              <a:ext uri="{FF2B5EF4-FFF2-40B4-BE49-F238E27FC236}">
                <a16:creationId xmlns:a16="http://schemas.microsoft.com/office/drawing/2014/main" id="{35553196-12DE-5457-7EAA-CA2CC181263C}"/>
              </a:ext>
            </a:extLst>
          </p:cNvPr>
          <p:cNvGrpSpPr>
            <a:grpSpLocks noChangeAspect="1"/>
          </p:cNvGrpSpPr>
          <p:nvPr/>
        </p:nvGrpSpPr>
        <p:grpSpPr bwMode="auto">
          <a:xfrm>
            <a:off x="10118880" y="167412"/>
            <a:ext cx="354876" cy="336530"/>
            <a:chOff x="3130" y="1561"/>
            <a:chExt cx="340" cy="340"/>
          </a:xfrm>
          <a:solidFill>
            <a:schemeClr val="bg2"/>
          </a:solidFill>
        </p:grpSpPr>
        <p:sp>
          <p:nvSpPr>
            <p:cNvPr id="29" name="Freeform 438">
              <a:extLst>
                <a:ext uri="{FF2B5EF4-FFF2-40B4-BE49-F238E27FC236}">
                  <a16:creationId xmlns:a16="http://schemas.microsoft.com/office/drawing/2014/main" id="{82E6D8B8-754B-EF96-C8AB-FCBECDD4DA1E}"/>
                </a:ext>
              </a:extLst>
            </p:cNvPr>
            <p:cNvSpPr>
              <a:spLocks/>
            </p:cNvSpPr>
            <p:nvPr/>
          </p:nvSpPr>
          <p:spPr bwMode="auto">
            <a:xfrm>
              <a:off x="3307" y="1696"/>
              <a:ext cx="28" cy="28"/>
            </a:xfrm>
            <a:custGeom>
              <a:avLst/>
              <a:gdLst>
                <a:gd name="T0" fmla="*/ 0 w 42"/>
                <a:gd name="T1" fmla="*/ 0 h 42"/>
                <a:gd name="T2" fmla="*/ 0 w 42"/>
                <a:gd name="T3" fmla="*/ 42 h 42"/>
                <a:gd name="T4" fmla="*/ 42 w 42"/>
                <a:gd name="T5" fmla="*/ 42 h 42"/>
                <a:gd name="T6" fmla="*/ 0 w 42"/>
                <a:gd name="T7" fmla="*/ 0 h 42"/>
              </a:gdLst>
              <a:ahLst/>
              <a:cxnLst>
                <a:cxn ang="0">
                  <a:pos x="T0" y="T1"/>
                </a:cxn>
                <a:cxn ang="0">
                  <a:pos x="T2" y="T3"/>
                </a:cxn>
                <a:cxn ang="0">
                  <a:pos x="T4" y="T5"/>
                </a:cxn>
                <a:cxn ang="0">
                  <a:pos x="T6" y="T7"/>
                </a:cxn>
              </a:cxnLst>
              <a:rect l="0" t="0" r="r" b="b"/>
              <a:pathLst>
                <a:path w="42" h="42">
                  <a:moveTo>
                    <a:pt x="0" y="0"/>
                  </a:moveTo>
                  <a:cubicBezTo>
                    <a:pt x="0" y="42"/>
                    <a:pt x="0" y="42"/>
                    <a:pt x="0" y="42"/>
                  </a:cubicBezTo>
                  <a:cubicBezTo>
                    <a:pt x="42" y="42"/>
                    <a:pt x="42" y="42"/>
                    <a:pt x="42" y="42"/>
                  </a:cubicBezTo>
                  <a:cubicBezTo>
                    <a:pt x="38" y="21"/>
                    <a:pt x="2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0" name="Freeform 439">
              <a:extLst>
                <a:ext uri="{FF2B5EF4-FFF2-40B4-BE49-F238E27FC236}">
                  <a16:creationId xmlns:a16="http://schemas.microsoft.com/office/drawing/2014/main" id="{A4E2295A-921F-4F20-47EE-41F013E26A32}"/>
                </a:ext>
              </a:extLst>
            </p:cNvPr>
            <p:cNvSpPr>
              <a:spLocks/>
            </p:cNvSpPr>
            <p:nvPr/>
          </p:nvSpPr>
          <p:spPr bwMode="auto">
            <a:xfrm>
              <a:off x="3265" y="1696"/>
              <a:ext cx="28" cy="28"/>
            </a:xfrm>
            <a:custGeom>
              <a:avLst/>
              <a:gdLst>
                <a:gd name="T0" fmla="*/ 0 w 42"/>
                <a:gd name="T1" fmla="*/ 42 h 42"/>
                <a:gd name="T2" fmla="*/ 42 w 42"/>
                <a:gd name="T3" fmla="*/ 42 h 42"/>
                <a:gd name="T4" fmla="*/ 42 w 42"/>
                <a:gd name="T5" fmla="*/ 0 h 42"/>
                <a:gd name="T6" fmla="*/ 0 w 42"/>
                <a:gd name="T7" fmla="*/ 42 h 42"/>
              </a:gdLst>
              <a:ahLst/>
              <a:cxnLst>
                <a:cxn ang="0">
                  <a:pos x="T0" y="T1"/>
                </a:cxn>
                <a:cxn ang="0">
                  <a:pos x="T2" y="T3"/>
                </a:cxn>
                <a:cxn ang="0">
                  <a:pos x="T4" y="T5"/>
                </a:cxn>
                <a:cxn ang="0">
                  <a:pos x="T6" y="T7"/>
                </a:cxn>
              </a:cxnLst>
              <a:rect l="0" t="0" r="r" b="b"/>
              <a:pathLst>
                <a:path w="42" h="42">
                  <a:moveTo>
                    <a:pt x="0" y="42"/>
                  </a:moveTo>
                  <a:cubicBezTo>
                    <a:pt x="42" y="42"/>
                    <a:pt x="42" y="42"/>
                    <a:pt x="42" y="42"/>
                  </a:cubicBezTo>
                  <a:cubicBezTo>
                    <a:pt x="42" y="0"/>
                    <a:pt x="42" y="0"/>
                    <a:pt x="42" y="0"/>
                  </a:cubicBezTo>
                  <a:cubicBezTo>
                    <a:pt x="21" y="5"/>
                    <a:pt x="5" y="21"/>
                    <a:pt x="0"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1" name="Freeform 440">
              <a:extLst>
                <a:ext uri="{FF2B5EF4-FFF2-40B4-BE49-F238E27FC236}">
                  <a16:creationId xmlns:a16="http://schemas.microsoft.com/office/drawing/2014/main" id="{CF91CA49-8E3A-17EB-9D98-80D7483386DC}"/>
                </a:ext>
              </a:extLst>
            </p:cNvPr>
            <p:cNvSpPr>
              <a:spLocks/>
            </p:cNvSpPr>
            <p:nvPr/>
          </p:nvSpPr>
          <p:spPr bwMode="auto">
            <a:xfrm>
              <a:off x="3230" y="1661"/>
              <a:ext cx="63" cy="63"/>
            </a:xfrm>
            <a:custGeom>
              <a:avLst/>
              <a:gdLst>
                <a:gd name="T0" fmla="*/ 0 w 95"/>
                <a:gd name="T1" fmla="*/ 95 h 95"/>
                <a:gd name="T2" fmla="*/ 32 w 95"/>
                <a:gd name="T3" fmla="*/ 95 h 95"/>
                <a:gd name="T4" fmla="*/ 95 w 95"/>
                <a:gd name="T5" fmla="*/ 32 h 95"/>
                <a:gd name="T6" fmla="*/ 95 w 95"/>
                <a:gd name="T7" fmla="*/ 0 h 95"/>
                <a:gd name="T8" fmla="*/ 0 w 95"/>
                <a:gd name="T9" fmla="*/ 95 h 95"/>
              </a:gdLst>
              <a:ahLst/>
              <a:cxnLst>
                <a:cxn ang="0">
                  <a:pos x="T0" y="T1"/>
                </a:cxn>
                <a:cxn ang="0">
                  <a:pos x="T2" y="T3"/>
                </a:cxn>
                <a:cxn ang="0">
                  <a:pos x="T4" y="T5"/>
                </a:cxn>
                <a:cxn ang="0">
                  <a:pos x="T6" y="T7"/>
                </a:cxn>
                <a:cxn ang="0">
                  <a:pos x="T8" y="T9"/>
                </a:cxn>
              </a:cxnLst>
              <a:rect l="0" t="0" r="r" b="b"/>
              <a:pathLst>
                <a:path w="95" h="95">
                  <a:moveTo>
                    <a:pt x="0" y="95"/>
                  </a:moveTo>
                  <a:cubicBezTo>
                    <a:pt x="32" y="95"/>
                    <a:pt x="32" y="95"/>
                    <a:pt x="32" y="95"/>
                  </a:cubicBezTo>
                  <a:cubicBezTo>
                    <a:pt x="37" y="62"/>
                    <a:pt x="62" y="37"/>
                    <a:pt x="95" y="32"/>
                  </a:cubicBezTo>
                  <a:cubicBezTo>
                    <a:pt x="95" y="0"/>
                    <a:pt x="95" y="0"/>
                    <a:pt x="95" y="0"/>
                  </a:cubicBezTo>
                  <a:cubicBezTo>
                    <a:pt x="45" y="5"/>
                    <a:pt x="5" y="45"/>
                    <a:pt x="0" y="9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2" name="Freeform 441">
              <a:extLst>
                <a:ext uri="{FF2B5EF4-FFF2-40B4-BE49-F238E27FC236}">
                  <a16:creationId xmlns:a16="http://schemas.microsoft.com/office/drawing/2014/main" id="{0904D78C-F401-1E92-3909-7B0EB5DDF0BC}"/>
                </a:ext>
              </a:extLst>
            </p:cNvPr>
            <p:cNvSpPr>
              <a:spLocks/>
            </p:cNvSpPr>
            <p:nvPr/>
          </p:nvSpPr>
          <p:spPr bwMode="auto">
            <a:xfrm>
              <a:off x="3265" y="1738"/>
              <a:ext cx="28" cy="28"/>
            </a:xfrm>
            <a:custGeom>
              <a:avLst/>
              <a:gdLst>
                <a:gd name="T0" fmla="*/ 42 w 42"/>
                <a:gd name="T1" fmla="*/ 42 h 42"/>
                <a:gd name="T2" fmla="*/ 42 w 42"/>
                <a:gd name="T3" fmla="*/ 0 h 42"/>
                <a:gd name="T4" fmla="*/ 0 w 42"/>
                <a:gd name="T5" fmla="*/ 0 h 42"/>
                <a:gd name="T6" fmla="*/ 42 w 42"/>
                <a:gd name="T7" fmla="*/ 42 h 42"/>
              </a:gdLst>
              <a:ahLst/>
              <a:cxnLst>
                <a:cxn ang="0">
                  <a:pos x="T0" y="T1"/>
                </a:cxn>
                <a:cxn ang="0">
                  <a:pos x="T2" y="T3"/>
                </a:cxn>
                <a:cxn ang="0">
                  <a:pos x="T4" y="T5"/>
                </a:cxn>
                <a:cxn ang="0">
                  <a:pos x="T6" y="T7"/>
                </a:cxn>
              </a:cxnLst>
              <a:rect l="0" t="0" r="r" b="b"/>
              <a:pathLst>
                <a:path w="42" h="42">
                  <a:moveTo>
                    <a:pt x="42" y="42"/>
                  </a:moveTo>
                  <a:cubicBezTo>
                    <a:pt x="42" y="0"/>
                    <a:pt x="42" y="0"/>
                    <a:pt x="42" y="0"/>
                  </a:cubicBezTo>
                  <a:cubicBezTo>
                    <a:pt x="0" y="0"/>
                    <a:pt x="0" y="0"/>
                    <a:pt x="0" y="0"/>
                  </a:cubicBezTo>
                  <a:cubicBezTo>
                    <a:pt x="5" y="21"/>
                    <a:pt x="21" y="38"/>
                    <a:pt x="42"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3" name="Freeform 442">
              <a:extLst>
                <a:ext uri="{FF2B5EF4-FFF2-40B4-BE49-F238E27FC236}">
                  <a16:creationId xmlns:a16="http://schemas.microsoft.com/office/drawing/2014/main" id="{76FC26E4-3F7F-72F9-4E4B-85974D1E9AC2}"/>
                </a:ext>
              </a:extLst>
            </p:cNvPr>
            <p:cNvSpPr>
              <a:spLocks/>
            </p:cNvSpPr>
            <p:nvPr/>
          </p:nvSpPr>
          <p:spPr bwMode="auto">
            <a:xfrm>
              <a:off x="3230" y="1738"/>
              <a:ext cx="63" cy="63"/>
            </a:xfrm>
            <a:custGeom>
              <a:avLst/>
              <a:gdLst>
                <a:gd name="T0" fmla="*/ 32 w 95"/>
                <a:gd name="T1" fmla="*/ 0 h 96"/>
                <a:gd name="T2" fmla="*/ 0 w 95"/>
                <a:gd name="T3" fmla="*/ 0 h 96"/>
                <a:gd name="T4" fmla="*/ 95 w 95"/>
                <a:gd name="T5" fmla="*/ 96 h 96"/>
                <a:gd name="T6" fmla="*/ 95 w 95"/>
                <a:gd name="T7" fmla="*/ 63 h 96"/>
                <a:gd name="T8" fmla="*/ 32 w 95"/>
                <a:gd name="T9" fmla="*/ 0 h 96"/>
              </a:gdLst>
              <a:ahLst/>
              <a:cxnLst>
                <a:cxn ang="0">
                  <a:pos x="T0" y="T1"/>
                </a:cxn>
                <a:cxn ang="0">
                  <a:pos x="T2" y="T3"/>
                </a:cxn>
                <a:cxn ang="0">
                  <a:pos x="T4" y="T5"/>
                </a:cxn>
                <a:cxn ang="0">
                  <a:pos x="T6" y="T7"/>
                </a:cxn>
                <a:cxn ang="0">
                  <a:pos x="T8" y="T9"/>
                </a:cxn>
              </a:cxnLst>
              <a:rect l="0" t="0" r="r" b="b"/>
              <a:pathLst>
                <a:path w="95" h="96">
                  <a:moveTo>
                    <a:pt x="32" y="0"/>
                  </a:moveTo>
                  <a:cubicBezTo>
                    <a:pt x="0" y="0"/>
                    <a:pt x="0" y="0"/>
                    <a:pt x="0" y="0"/>
                  </a:cubicBezTo>
                  <a:cubicBezTo>
                    <a:pt x="5" y="51"/>
                    <a:pt x="45" y="91"/>
                    <a:pt x="95" y="96"/>
                  </a:cubicBezTo>
                  <a:cubicBezTo>
                    <a:pt x="95" y="63"/>
                    <a:pt x="95" y="63"/>
                    <a:pt x="95" y="63"/>
                  </a:cubicBezTo>
                  <a:cubicBezTo>
                    <a:pt x="62" y="59"/>
                    <a:pt x="37" y="33"/>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4" name="Freeform 443">
              <a:extLst>
                <a:ext uri="{FF2B5EF4-FFF2-40B4-BE49-F238E27FC236}">
                  <a16:creationId xmlns:a16="http://schemas.microsoft.com/office/drawing/2014/main" id="{AB76AFA2-FCD9-BE71-09A8-B6877F9E6F28}"/>
                </a:ext>
              </a:extLst>
            </p:cNvPr>
            <p:cNvSpPr>
              <a:spLocks/>
            </p:cNvSpPr>
            <p:nvPr/>
          </p:nvSpPr>
          <p:spPr bwMode="auto">
            <a:xfrm>
              <a:off x="3307" y="1738"/>
              <a:ext cx="28" cy="28"/>
            </a:xfrm>
            <a:custGeom>
              <a:avLst/>
              <a:gdLst>
                <a:gd name="T0" fmla="*/ 42 w 42"/>
                <a:gd name="T1" fmla="*/ 0 h 42"/>
                <a:gd name="T2" fmla="*/ 0 w 42"/>
                <a:gd name="T3" fmla="*/ 0 h 42"/>
                <a:gd name="T4" fmla="*/ 0 w 42"/>
                <a:gd name="T5" fmla="*/ 42 h 42"/>
                <a:gd name="T6" fmla="*/ 42 w 42"/>
                <a:gd name="T7" fmla="*/ 0 h 42"/>
              </a:gdLst>
              <a:ahLst/>
              <a:cxnLst>
                <a:cxn ang="0">
                  <a:pos x="T0" y="T1"/>
                </a:cxn>
                <a:cxn ang="0">
                  <a:pos x="T2" y="T3"/>
                </a:cxn>
                <a:cxn ang="0">
                  <a:pos x="T4" y="T5"/>
                </a:cxn>
                <a:cxn ang="0">
                  <a:pos x="T6" y="T7"/>
                </a:cxn>
              </a:cxnLst>
              <a:rect l="0" t="0" r="r" b="b"/>
              <a:pathLst>
                <a:path w="42" h="42">
                  <a:moveTo>
                    <a:pt x="42" y="0"/>
                  </a:moveTo>
                  <a:cubicBezTo>
                    <a:pt x="0" y="0"/>
                    <a:pt x="0" y="0"/>
                    <a:pt x="0" y="0"/>
                  </a:cubicBezTo>
                  <a:cubicBezTo>
                    <a:pt x="0" y="42"/>
                    <a:pt x="0" y="42"/>
                    <a:pt x="0" y="42"/>
                  </a:cubicBezTo>
                  <a:cubicBezTo>
                    <a:pt x="21" y="38"/>
                    <a:pt x="38" y="21"/>
                    <a:pt x="4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6" name="Freeform 444">
              <a:extLst>
                <a:ext uri="{FF2B5EF4-FFF2-40B4-BE49-F238E27FC236}">
                  <a16:creationId xmlns:a16="http://schemas.microsoft.com/office/drawing/2014/main" id="{4F0F1B39-A63B-0E81-9545-2B4322E5102D}"/>
                </a:ext>
              </a:extLst>
            </p:cNvPr>
            <p:cNvSpPr>
              <a:spLocks noEditPoints="1"/>
            </p:cNvSpPr>
            <p:nvPr/>
          </p:nvSpPr>
          <p:spPr bwMode="auto">
            <a:xfrm>
              <a:off x="3130" y="1561"/>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83 w 512"/>
                <a:gd name="T13" fmla="*/ 266 h 512"/>
                <a:gd name="T14" fmla="*/ 266 w 512"/>
                <a:gd name="T15" fmla="*/ 383 h 512"/>
                <a:gd name="T16" fmla="*/ 266 w 512"/>
                <a:gd name="T17" fmla="*/ 405 h 512"/>
                <a:gd name="T18" fmla="*/ 256 w 512"/>
                <a:gd name="T19" fmla="*/ 416 h 512"/>
                <a:gd name="T20" fmla="*/ 245 w 512"/>
                <a:gd name="T21" fmla="*/ 405 h 512"/>
                <a:gd name="T22" fmla="*/ 245 w 512"/>
                <a:gd name="T23" fmla="*/ 383 h 512"/>
                <a:gd name="T24" fmla="*/ 128 w 512"/>
                <a:gd name="T25" fmla="*/ 266 h 512"/>
                <a:gd name="T26" fmla="*/ 106 w 512"/>
                <a:gd name="T27" fmla="*/ 266 h 512"/>
                <a:gd name="T28" fmla="*/ 96 w 512"/>
                <a:gd name="T29" fmla="*/ 256 h 512"/>
                <a:gd name="T30" fmla="*/ 106 w 512"/>
                <a:gd name="T31" fmla="*/ 245 h 512"/>
                <a:gd name="T32" fmla="*/ 128 w 512"/>
                <a:gd name="T33" fmla="*/ 245 h 512"/>
                <a:gd name="T34" fmla="*/ 245 w 512"/>
                <a:gd name="T35" fmla="*/ 128 h 512"/>
                <a:gd name="T36" fmla="*/ 245 w 512"/>
                <a:gd name="T37" fmla="*/ 106 h 512"/>
                <a:gd name="T38" fmla="*/ 256 w 512"/>
                <a:gd name="T39" fmla="*/ 96 h 512"/>
                <a:gd name="T40" fmla="*/ 266 w 512"/>
                <a:gd name="T41" fmla="*/ 106 h 512"/>
                <a:gd name="T42" fmla="*/ 266 w 512"/>
                <a:gd name="T43" fmla="*/ 128 h 512"/>
                <a:gd name="T44" fmla="*/ 383 w 512"/>
                <a:gd name="T45" fmla="*/ 245 h 512"/>
                <a:gd name="T46" fmla="*/ 405 w 512"/>
                <a:gd name="T47" fmla="*/ 245 h 512"/>
                <a:gd name="T48" fmla="*/ 416 w 512"/>
                <a:gd name="T49" fmla="*/ 256 h 512"/>
                <a:gd name="T50" fmla="*/ 405 w 512"/>
                <a:gd name="T51"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83" y="266"/>
                    <a:pt x="383" y="266"/>
                    <a:pt x="383" y="266"/>
                  </a:cubicBezTo>
                  <a:cubicBezTo>
                    <a:pt x="378" y="328"/>
                    <a:pt x="328" y="378"/>
                    <a:pt x="266" y="383"/>
                  </a:cubicBezTo>
                  <a:cubicBezTo>
                    <a:pt x="266" y="405"/>
                    <a:pt x="266" y="405"/>
                    <a:pt x="266" y="405"/>
                  </a:cubicBezTo>
                  <a:cubicBezTo>
                    <a:pt x="266" y="411"/>
                    <a:pt x="262" y="416"/>
                    <a:pt x="256" y="416"/>
                  </a:cubicBezTo>
                  <a:cubicBezTo>
                    <a:pt x="250" y="416"/>
                    <a:pt x="245" y="411"/>
                    <a:pt x="245" y="405"/>
                  </a:cubicBezTo>
                  <a:cubicBezTo>
                    <a:pt x="245" y="383"/>
                    <a:pt x="245" y="383"/>
                    <a:pt x="245" y="383"/>
                  </a:cubicBezTo>
                  <a:cubicBezTo>
                    <a:pt x="183" y="378"/>
                    <a:pt x="133" y="328"/>
                    <a:pt x="128" y="266"/>
                  </a:cubicBezTo>
                  <a:cubicBezTo>
                    <a:pt x="106" y="266"/>
                    <a:pt x="106" y="266"/>
                    <a:pt x="106" y="266"/>
                  </a:cubicBezTo>
                  <a:cubicBezTo>
                    <a:pt x="100" y="266"/>
                    <a:pt x="96" y="262"/>
                    <a:pt x="96" y="256"/>
                  </a:cubicBezTo>
                  <a:cubicBezTo>
                    <a:pt x="96" y="250"/>
                    <a:pt x="100" y="245"/>
                    <a:pt x="106" y="245"/>
                  </a:cubicBezTo>
                  <a:cubicBezTo>
                    <a:pt x="128" y="245"/>
                    <a:pt x="128" y="245"/>
                    <a:pt x="128" y="245"/>
                  </a:cubicBezTo>
                  <a:cubicBezTo>
                    <a:pt x="133" y="183"/>
                    <a:pt x="183" y="133"/>
                    <a:pt x="245" y="128"/>
                  </a:cubicBezTo>
                  <a:cubicBezTo>
                    <a:pt x="245" y="106"/>
                    <a:pt x="245" y="106"/>
                    <a:pt x="245" y="106"/>
                  </a:cubicBezTo>
                  <a:cubicBezTo>
                    <a:pt x="245" y="100"/>
                    <a:pt x="250" y="96"/>
                    <a:pt x="256" y="96"/>
                  </a:cubicBezTo>
                  <a:cubicBezTo>
                    <a:pt x="262" y="96"/>
                    <a:pt x="266" y="100"/>
                    <a:pt x="266" y="106"/>
                  </a:cubicBezTo>
                  <a:cubicBezTo>
                    <a:pt x="266" y="128"/>
                    <a:pt x="266" y="128"/>
                    <a:pt x="266" y="128"/>
                  </a:cubicBezTo>
                  <a:cubicBezTo>
                    <a:pt x="328" y="133"/>
                    <a:pt x="378" y="183"/>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8" name="Freeform 445">
              <a:extLst>
                <a:ext uri="{FF2B5EF4-FFF2-40B4-BE49-F238E27FC236}">
                  <a16:creationId xmlns:a16="http://schemas.microsoft.com/office/drawing/2014/main" id="{2D6378E7-4F9F-2AC2-DF43-4F510FBB3044}"/>
                </a:ext>
              </a:extLst>
            </p:cNvPr>
            <p:cNvSpPr>
              <a:spLocks/>
            </p:cNvSpPr>
            <p:nvPr/>
          </p:nvSpPr>
          <p:spPr bwMode="auto">
            <a:xfrm>
              <a:off x="3307" y="1661"/>
              <a:ext cx="63" cy="63"/>
            </a:xfrm>
            <a:custGeom>
              <a:avLst/>
              <a:gdLst>
                <a:gd name="T0" fmla="*/ 0 w 96"/>
                <a:gd name="T1" fmla="*/ 0 h 95"/>
                <a:gd name="T2" fmla="*/ 0 w 96"/>
                <a:gd name="T3" fmla="*/ 32 h 95"/>
                <a:gd name="T4" fmla="*/ 63 w 96"/>
                <a:gd name="T5" fmla="*/ 95 h 95"/>
                <a:gd name="T6" fmla="*/ 96 w 96"/>
                <a:gd name="T7" fmla="*/ 95 h 95"/>
                <a:gd name="T8" fmla="*/ 0 w 96"/>
                <a:gd name="T9" fmla="*/ 0 h 95"/>
              </a:gdLst>
              <a:ahLst/>
              <a:cxnLst>
                <a:cxn ang="0">
                  <a:pos x="T0" y="T1"/>
                </a:cxn>
                <a:cxn ang="0">
                  <a:pos x="T2" y="T3"/>
                </a:cxn>
                <a:cxn ang="0">
                  <a:pos x="T4" y="T5"/>
                </a:cxn>
                <a:cxn ang="0">
                  <a:pos x="T6" y="T7"/>
                </a:cxn>
                <a:cxn ang="0">
                  <a:pos x="T8" y="T9"/>
                </a:cxn>
              </a:cxnLst>
              <a:rect l="0" t="0" r="r" b="b"/>
              <a:pathLst>
                <a:path w="96" h="95">
                  <a:moveTo>
                    <a:pt x="0" y="0"/>
                  </a:moveTo>
                  <a:cubicBezTo>
                    <a:pt x="0" y="32"/>
                    <a:pt x="0" y="32"/>
                    <a:pt x="0" y="32"/>
                  </a:cubicBezTo>
                  <a:cubicBezTo>
                    <a:pt x="33" y="37"/>
                    <a:pt x="59" y="62"/>
                    <a:pt x="63" y="95"/>
                  </a:cubicBezTo>
                  <a:cubicBezTo>
                    <a:pt x="96" y="95"/>
                    <a:pt x="96" y="95"/>
                    <a:pt x="96" y="95"/>
                  </a:cubicBezTo>
                  <a:cubicBezTo>
                    <a:pt x="91" y="45"/>
                    <a:pt x="5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9" name="Freeform 446">
              <a:extLst>
                <a:ext uri="{FF2B5EF4-FFF2-40B4-BE49-F238E27FC236}">
                  <a16:creationId xmlns:a16="http://schemas.microsoft.com/office/drawing/2014/main" id="{271B9B93-26F7-2452-5F7F-07FEC3672B90}"/>
                </a:ext>
              </a:extLst>
            </p:cNvPr>
            <p:cNvSpPr>
              <a:spLocks/>
            </p:cNvSpPr>
            <p:nvPr/>
          </p:nvSpPr>
          <p:spPr bwMode="auto">
            <a:xfrm>
              <a:off x="3307" y="1738"/>
              <a:ext cx="63" cy="63"/>
            </a:xfrm>
            <a:custGeom>
              <a:avLst/>
              <a:gdLst>
                <a:gd name="T0" fmla="*/ 0 w 96"/>
                <a:gd name="T1" fmla="*/ 63 h 96"/>
                <a:gd name="T2" fmla="*/ 0 w 96"/>
                <a:gd name="T3" fmla="*/ 96 h 96"/>
                <a:gd name="T4" fmla="*/ 96 w 96"/>
                <a:gd name="T5" fmla="*/ 0 h 96"/>
                <a:gd name="T6" fmla="*/ 63 w 96"/>
                <a:gd name="T7" fmla="*/ 0 h 96"/>
                <a:gd name="T8" fmla="*/ 0 w 96"/>
                <a:gd name="T9" fmla="*/ 63 h 96"/>
              </a:gdLst>
              <a:ahLst/>
              <a:cxnLst>
                <a:cxn ang="0">
                  <a:pos x="T0" y="T1"/>
                </a:cxn>
                <a:cxn ang="0">
                  <a:pos x="T2" y="T3"/>
                </a:cxn>
                <a:cxn ang="0">
                  <a:pos x="T4" y="T5"/>
                </a:cxn>
                <a:cxn ang="0">
                  <a:pos x="T6" y="T7"/>
                </a:cxn>
                <a:cxn ang="0">
                  <a:pos x="T8" y="T9"/>
                </a:cxn>
              </a:cxnLst>
              <a:rect l="0" t="0" r="r" b="b"/>
              <a:pathLst>
                <a:path w="96" h="96">
                  <a:moveTo>
                    <a:pt x="0" y="63"/>
                  </a:moveTo>
                  <a:cubicBezTo>
                    <a:pt x="0" y="96"/>
                    <a:pt x="0" y="96"/>
                    <a:pt x="0" y="96"/>
                  </a:cubicBezTo>
                  <a:cubicBezTo>
                    <a:pt x="51" y="91"/>
                    <a:pt x="91" y="51"/>
                    <a:pt x="96" y="0"/>
                  </a:cubicBezTo>
                  <a:cubicBezTo>
                    <a:pt x="63" y="0"/>
                    <a:pt x="63" y="0"/>
                    <a:pt x="63" y="0"/>
                  </a:cubicBezTo>
                  <a:cubicBezTo>
                    <a:pt x="59" y="33"/>
                    <a:pt x="33" y="59"/>
                    <a:pt x="0" y="6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40" name="Graphic 39" descr="Harvey Balls 0% with solid fill">
            <a:extLst>
              <a:ext uri="{FF2B5EF4-FFF2-40B4-BE49-F238E27FC236}">
                <a16:creationId xmlns:a16="http://schemas.microsoft.com/office/drawing/2014/main" id="{8289A397-8732-54B0-FDAF-44E7B4C0B69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061592" y="7738"/>
            <a:ext cx="678580" cy="643491"/>
          </a:xfrm>
          <a:prstGeom prst="rect">
            <a:avLst/>
          </a:prstGeom>
        </p:spPr>
      </p:pic>
      <p:sp>
        <p:nvSpPr>
          <p:cNvPr id="41" name="Freeform 393">
            <a:extLst>
              <a:ext uri="{FF2B5EF4-FFF2-40B4-BE49-F238E27FC236}">
                <a16:creationId xmlns:a16="http://schemas.microsoft.com/office/drawing/2014/main" id="{DE01D31A-E540-073E-3EFE-3C4332B6DCC6}"/>
              </a:ext>
            </a:extLst>
          </p:cNvPr>
          <p:cNvSpPr>
            <a:spLocks noChangeAspect="1" noEditPoints="1"/>
          </p:cNvSpPr>
          <p:nvPr/>
        </p:nvSpPr>
        <p:spPr bwMode="auto">
          <a:xfrm>
            <a:off x="7216844" y="152903"/>
            <a:ext cx="358041" cy="340525"/>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42" name="Graphic 41" descr="Harvey Balls 0% with solid fill">
            <a:extLst>
              <a:ext uri="{FF2B5EF4-FFF2-40B4-BE49-F238E27FC236}">
                <a16:creationId xmlns:a16="http://schemas.microsoft.com/office/drawing/2014/main" id="{922D455C-24FA-8B30-A847-8A8025250493}"/>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7629519" y="10132"/>
            <a:ext cx="678580" cy="643491"/>
          </a:xfrm>
          <a:prstGeom prst="rect">
            <a:avLst/>
          </a:prstGeom>
        </p:spPr>
      </p:pic>
      <p:grpSp>
        <p:nvGrpSpPr>
          <p:cNvPr id="43" name="Group 531">
            <a:extLst>
              <a:ext uri="{FF2B5EF4-FFF2-40B4-BE49-F238E27FC236}">
                <a16:creationId xmlns:a16="http://schemas.microsoft.com/office/drawing/2014/main" id="{3020E293-FF9C-DB24-7F21-15BE8F7EDB43}"/>
              </a:ext>
            </a:extLst>
          </p:cNvPr>
          <p:cNvGrpSpPr>
            <a:grpSpLocks noChangeAspect="1"/>
          </p:cNvGrpSpPr>
          <p:nvPr/>
        </p:nvGrpSpPr>
        <p:grpSpPr bwMode="auto">
          <a:xfrm>
            <a:off x="7794019" y="162212"/>
            <a:ext cx="358041" cy="339527"/>
            <a:chOff x="3061" y="1953"/>
            <a:chExt cx="340" cy="340"/>
          </a:xfrm>
          <a:solidFill>
            <a:schemeClr val="bg2"/>
          </a:solidFill>
        </p:grpSpPr>
        <p:sp>
          <p:nvSpPr>
            <p:cNvPr id="46" name="Freeform 532">
              <a:extLst>
                <a:ext uri="{FF2B5EF4-FFF2-40B4-BE49-F238E27FC236}">
                  <a16:creationId xmlns:a16="http://schemas.microsoft.com/office/drawing/2014/main" id="{336BF932-0506-1E43-3F43-393152F4F1EE}"/>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49" name="Freeform 533">
              <a:extLst>
                <a:ext uri="{FF2B5EF4-FFF2-40B4-BE49-F238E27FC236}">
                  <a16:creationId xmlns:a16="http://schemas.microsoft.com/office/drawing/2014/main" id="{C7B8D906-F8BD-054C-CDC2-B55D31FBED7B}"/>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50" name="Graphic 49" descr="Harvey Balls 0% with solid fill">
            <a:extLst>
              <a:ext uri="{FF2B5EF4-FFF2-40B4-BE49-F238E27FC236}">
                <a16:creationId xmlns:a16="http://schemas.microsoft.com/office/drawing/2014/main" id="{17CB8C36-9539-5F82-EDD4-FC6562AB8DB3}"/>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31791" y="18236"/>
            <a:ext cx="641404" cy="608237"/>
          </a:xfrm>
          <a:prstGeom prst="rect">
            <a:avLst/>
          </a:prstGeom>
        </p:spPr>
      </p:pic>
      <p:sp>
        <p:nvSpPr>
          <p:cNvPr id="51" name="Freeform 651">
            <a:extLst>
              <a:ext uri="{FF2B5EF4-FFF2-40B4-BE49-F238E27FC236}">
                <a16:creationId xmlns:a16="http://schemas.microsoft.com/office/drawing/2014/main" id="{71845330-474E-34A2-B784-C3FEF6203C5A}"/>
              </a:ext>
            </a:extLst>
          </p:cNvPr>
          <p:cNvSpPr>
            <a:spLocks noChangeAspect="1" noEditPoints="1"/>
          </p:cNvSpPr>
          <p:nvPr/>
        </p:nvSpPr>
        <p:spPr bwMode="auto">
          <a:xfrm>
            <a:off x="6072299" y="155823"/>
            <a:ext cx="357033" cy="338571"/>
          </a:xfrm>
          <a:custGeom>
            <a:avLst/>
            <a:gdLst>
              <a:gd name="T0" fmla="*/ 341 w 512"/>
              <a:gd name="T1" fmla="*/ 219 h 512"/>
              <a:gd name="T2" fmla="*/ 170 w 512"/>
              <a:gd name="T3" fmla="*/ 277 h 512"/>
              <a:gd name="T4" fmla="*/ 256 w 512"/>
              <a:gd name="T5" fmla="*/ 250 h 512"/>
              <a:gd name="T6" fmla="*/ 170 w 512"/>
              <a:gd name="T7" fmla="*/ 341 h 512"/>
              <a:gd name="T8" fmla="*/ 184 w 512"/>
              <a:gd name="T9" fmla="*/ 333 h 512"/>
              <a:gd name="T10" fmla="*/ 200 w 512"/>
              <a:gd name="T11" fmla="*/ 334 h 512"/>
              <a:gd name="T12" fmla="*/ 248 w 512"/>
              <a:gd name="T13" fmla="*/ 333 h 512"/>
              <a:gd name="T14" fmla="*/ 264 w 512"/>
              <a:gd name="T15" fmla="*/ 334 h 512"/>
              <a:gd name="T16" fmla="*/ 312 w 512"/>
              <a:gd name="T17" fmla="*/ 333 h 512"/>
              <a:gd name="T18" fmla="*/ 328 w 512"/>
              <a:gd name="T19" fmla="*/ 334 h 512"/>
              <a:gd name="T20" fmla="*/ 341 w 512"/>
              <a:gd name="T21" fmla="*/ 341 h 512"/>
              <a:gd name="T22" fmla="*/ 341 w 512"/>
              <a:gd name="T23" fmla="*/ 298 h 512"/>
              <a:gd name="T24" fmla="*/ 170 w 512"/>
              <a:gd name="T25" fmla="*/ 320 h 512"/>
              <a:gd name="T26" fmla="*/ 256 w 512"/>
              <a:gd name="T27" fmla="*/ 512 h 512"/>
              <a:gd name="T28" fmla="*/ 256 w 512"/>
              <a:gd name="T29" fmla="*/ 0 h 512"/>
              <a:gd name="T30" fmla="*/ 362 w 512"/>
              <a:gd name="T31" fmla="*/ 277 h 512"/>
              <a:gd name="T32" fmla="*/ 401 w 512"/>
              <a:gd name="T33" fmla="*/ 242 h 512"/>
              <a:gd name="T34" fmla="*/ 415 w 512"/>
              <a:gd name="T35" fmla="*/ 236 h 512"/>
              <a:gd name="T36" fmla="*/ 362 w 512"/>
              <a:gd name="T37" fmla="*/ 188 h 512"/>
              <a:gd name="T38" fmla="*/ 352 w 512"/>
              <a:gd name="T39" fmla="*/ 160 h 512"/>
              <a:gd name="T40" fmla="*/ 341 w 512"/>
              <a:gd name="T41" fmla="*/ 188 h 512"/>
              <a:gd name="T42" fmla="*/ 170 w 512"/>
              <a:gd name="T43" fmla="*/ 188 h 512"/>
              <a:gd name="T44" fmla="*/ 160 w 512"/>
              <a:gd name="T45" fmla="*/ 160 h 512"/>
              <a:gd name="T46" fmla="*/ 149 w 512"/>
              <a:gd name="T47" fmla="*/ 188 h 512"/>
              <a:gd name="T48" fmla="*/ 96 w 512"/>
              <a:gd name="T49" fmla="*/ 236 h 512"/>
              <a:gd name="T50" fmla="*/ 110 w 512"/>
              <a:gd name="T51" fmla="*/ 242 h 512"/>
              <a:gd name="T52" fmla="*/ 149 w 512"/>
              <a:gd name="T53" fmla="*/ 277 h 512"/>
              <a:gd name="T54" fmla="*/ 96 w 512"/>
              <a:gd name="T55" fmla="*/ 288 h 512"/>
              <a:gd name="T56" fmla="*/ 149 w 512"/>
              <a:gd name="T57" fmla="*/ 298 h 512"/>
              <a:gd name="T58" fmla="*/ 149 w 512"/>
              <a:gd name="T59" fmla="*/ 341 h 512"/>
              <a:gd name="T60" fmla="*/ 136 w 512"/>
              <a:gd name="T61" fmla="*/ 334 h 512"/>
              <a:gd name="T62" fmla="*/ 120 w 512"/>
              <a:gd name="T63" fmla="*/ 333 h 512"/>
              <a:gd name="T64" fmla="*/ 96 w 512"/>
              <a:gd name="T65" fmla="*/ 358 h 512"/>
              <a:gd name="T66" fmla="*/ 127 w 512"/>
              <a:gd name="T67" fmla="*/ 355 h 512"/>
              <a:gd name="T68" fmla="*/ 191 w 512"/>
              <a:gd name="T69" fmla="*/ 356 h 512"/>
              <a:gd name="T70" fmla="*/ 255 w 512"/>
              <a:gd name="T71" fmla="*/ 356 h 512"/>
              <a:gd name="T72" fmla="*/ 319 w 512"/>
              <a:gd name="T73" fmla="*/ 356 h 512"/>
              <a:gd name="T74" fmla="*/ 351 w 512"/>
              <a:gd name="T75" fmla="*/ 368 h 512"/>
              <a:gd name="T76" fmla="*/ 402 w 512"/>
              <a:gd name="T77" fmla="*/ 366 h 512"/>
              <a:gd name="T78" fmla="*/ 408 w 512"/>
              <a:gd name="T79" fmla="*/ 345 h 512"/>
              <a:gd name="T80" fmla="*/ 384 w 512"/>
              <a:gd name="T81" fmla="*/ 330 h 512"/>
              <a:gd name="T82" fmla="*/ 362 w 512"/>
              <a:gd name="T83" fmla="*/ 343 h 512"/>
              <a:gd name="T84" fmla="*/ 362 w 512"/>
              <a:gd name="T85" fmla="*/ 330 h 512"/>
              <a:gd name="T86" fmla="*/ 405 w 512"/>
              <a:gd name="T87" fmla="*/ 298 h 512"/>
              <a:gd name="T88" fmla="*/ 405 w 512"/>
              <a:gd name="T89"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256" y="250"/>
                </a:moveTo>
                <a:cubicBezTo>
                  <a:pt x="287" y="250"/>
                  <a:pt x="318" y="239"/>
                  <a:pt x="341" y="219"/>
                </a:cubicBezTo>
                <a:cubicBezTo>
                  <a:pt x="341" y="277"/>
                  <a:pt x="341" y="277"/>
                  <a:pt x="341" y="277"/>
                </a:cubicBezTo>
                <a:cubicBezTo>
                  <a:pt x="170" y="277"/>
                  <a:pt x="170" y="277"/>
                  <a:pt x="170" y="277"/>
                </a:cubicBezTo>
                <a:cubicBezTo>
                  <a:pt x="170" y="219"/>
                  <a:pt x="170" y="219"/>
                  <a:pt x="170" y="219"/>
                </a:cubicBezTo>
                <a:cubicBezTo>
                  <a:pt x="193" y="239"/>
                  <a:pt x="223" y="250"/>
                  <a:pt x="256" y="250"/>
                </a:cubicBezTo>
                <a:close/>
                <a:moveTo>
                  <a:pt x="170" y="320"/>
                </a:moveTo>
                <a:cubicBezTo>
                  <a:pt x="170" y="341"/>
                  <a:pt x="170" y="341"/>
                  <a:pt x="170" y="341"/>
                </a:cubicBezTo>
                <a:cubicBezTo>
                  <a:pt x="170" y="343"/>
                  <a:pt x="170" y="343"/>
                  <a:pt x="170" y="343"/>
                </a:cubicBezTo>
                <a:cubicBezTo>
                  <a:pt x="175" y="341"/>
                  <a:pt x="179" y="338"/>
                  <a:pt x="184" y="333"/>
                </a:cubicBezTo>
                <a:cubicBezTo>
                  <a:pt x="186" y="331"/>
                  <a:pt x="189" y="330"/>
                  <a:pt x="192" y="330"/>
                </a:cubicBezTo>
                <a:cubicBezTo>
                  <a:pt x="195" y="331"/>
                  <a:pt x="198" y="332"/>
                  <a:pt x="200" y="334"/>
                </a:cubicBezTo>
                <a:cubicBezTo>
                  <a:pt x="200" y="334"/>
                  <a:pt x="209" y="346"/>
                  <a:pt x="222" y="346"/>
                </a:cubicBezTo>
                <a:cubicBezTo>
                  <a:pt x="230" y="347"/>
                  <a:pt x="239" y="342"/>
                  <a:pt x="248" y="333"/>
                </a:cubicBezTo>
                <a:cubicBezTo>
                  <a:pt x="250" y="331"/>
                  <a:pt x="253" y="330"/>
                  <a:pt x="256" y="330"/>
                </a:cubicBezTo>
                <a:cubicBezTo>
                  <a:pt x="259" y="331"/>
                  <a:pt x="262" y="332"/>
                  <a:pt x="264" y="334"/>
                </a:cubicBezTo>
                <a:cubicBezTo>
                  <a:pt x="264" y="334"/>
                  <a:pt x="273" y="346"/>
                  <a:pt x="286" y="346"/>
                </a:cubicBezTo>
                <a:cubicBezTo>
                  <a:pt x="294" y="347"/>
                  <a:pt x="303" y="342"/>
                  <a:pt x="312" y="333"/>
                </a:cubicBezTo>
                <a:cubicBezTo>
                  <a:pt x="314" y="331"/>
                  <a:pt x="317" y="330"/>
                  <a:pt x="320" y="330"/>
                </a:cubicBezTo>
                <a:cubicBezTo>
                  <a:pt x="323" y="331"/>
                  <a:pt x="326" y="332"/>
                  <a:pt x="328" y="334"/>
                </a:cubicBezTo>
                <a:cubicBezTo>
                  <a:pt x="328" y="334"/>
                  <a:pt x="333" y="341"/>
                  <a:pt x="341" y="344"/>
                </a:cubicBezTo>
                <a:cubicBezTo>
                  <a:pt x="341" y="341"/>
                  <a:pt x="341" y="341"/>
                  <a:pt x="341" y="341"/>
                </a:cubicBezTo>
                <a:cubicBezTo>
                  <a:pt x="341" y="330"/>
                  <a:pt x="341" y="330"/>
                  <a:pt x="341" y="330"/>
                </a:cubicBezTo>
                <a:cubicBezTo>
                  <a:pt x="341" y="298"/>
                  <a:pt x="341" y="298"/>
                  <a:pt x="341" y="298"/>
                </a:cubicBezTo>
                <a:cubicBezTo>
                  <a:pt x="170" y="298"/>
                  <a:pt x="170" y="298"/>
                  <a:pt x="170" y="298"/>
                </a:cubicBezTo>
                <a:lnTo>
                  <a:pt x="170"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2" y="277"/>
                </a:moveTo>
                <a:cubicBezTo>
                  <a:pt x="362" y="219"/>
                  <a:pt x="362" y="219"/>
                  <a:pt x="362" y="219"/>
                </a:cubicBezTo>
                <a:cubicBezTo>
                  <a:pt x="373" y="228"/>
                  <a:pt x="386" y="236"/>
                  <a:pt x="401" y="242"/>
                </a:cubicBezTo>
                <a:cubicBezTo>
                  <a:pt x="402" y="242"/>
                  <a:pt x="404" y="242"/>
                  <a:pt x="405" y="242"/>
                </a:cubicBezTo>
                <a:cubicBezTo>
                  <a:pt x="409" y="242"/>
                  <a:pt x="413" y="240"/>
                  <a:pt x="415" y="236"/>
                </a:cubicBezTo>
                <a:cubicBezTo>
                  <a:pt x="417" y="230"/>
                  <a:pt x="414" y="224"/>
                  <a:pt x="409" y="222"/>
                </a:cubicBezTo>
                <a:cubicBezTo>
                  <a:pt x="389" y="214"/>
                  <a:pt x="373" y="202"/>
                  <a:pt x="362" y="188"/>
                </a:cubicBezTo>
                <a:cubicBezTo>
                  <a:pt x="362" y="170"/>
                  <a:pt x="362" y="170"/>
                  <a:pt x="362" y="170"/>
                </a:cubicBezTo>
                <a:cubicBezTo>
                  <a:pt x="362" y="164"/>
                  <a:pt x="358" y="160"/>
                  <a:pt x="352" y="160"/>
                </a:cubicBezTo>
                <a:cubicBezTo>
                  <a:pt x="346" y="160"/>
                  <a:pt x="341" y="164"/>
                  <a:pt x="341" y="170"/>
                </a:cubicBezTo>
                <a:cubicBezTo>
                  <a:pt x="341" y="188"/>
                  <a:pt x="341" y="188"/>
                  <a:pt x="341" y="188"/>
                </a:cubicBezTo>
                <a:cubicBezTo>
                  <a:pt x="321" y="214"/>
                  <a:pt x="289" y="229"/>
                  <a:pt x="256" y="229"/>
                </a:cubicBezTo>
                <a:cubicBezTo>
                  <a:pt x="221" y="229"/>
                  <a:pt x="190" y="214"/>
                  <a:pt x="170" y="188"/>
                </a:cubicBezTo>
                <a:cubicBezTo>
                  <a:pt x="170" y="170"/>
                  <a:pt x="170" y="170"/>
                  <a:pt x="170" y="170"/>
                </a:cubicBezTo>
                <a:cubicBezTo>
                  <a:pt x="170" y="164"/>
                  <a:pt x="166" y="160"/>
                  <a:pt x="160" y="160"/>
                </a:cubicBezTo>
                <a:cubicBezTo>
                  <a:pt x="154" y="160"/>
                  <a:pt x="149" y="164"/>
                  <a:pt x="149" y="170"/>
                </a:cubicBezTo>
                <a:cubicBezTo>
                  <a:pt x="149" y="188"/>
                  <a:pt x="149" y="188"/>
                  <a:pt x="149" y="188"/>
                </a:cubicBezTo>
                <a:cubicBezTo>
                  <a:pt x="138" y="202"/>
                  <a:pt x="121" y="214"/>
                  <a:pt x="102" y="222"/>
                </a:cubicBezTo>
                <a:cubicBezTo>
                  <a:pt x="97" y="224"/>
                  <a:pt x="94" y="230"/>
                  <a:pt x="96" y="236"/>
                </a:cubicBezTo>
                <a:cubicBezTo>
                  <a:pt x="98" y="240"/>
                  <a:pt x="102" y="242"/>
                  <a:pt x="106" y="242"/>
                </a:cubicBezTo>
                <a:cubicBezTo>
                  <a:pt x="108" y="242"/>
                  <a:pt x="109" y="242"/>
                  <a:pt x="110" y="242"/>
                </a:cubicBezTo>
                <a:cubicBezTo>
                  <a:pt x="125" y="236"/>
                  <a:pt x="138" y="228"/>
                  <a:pt x="149" y="218"/>
                </a:cubicBezTo>
                <a:cubicBezTo>
                  <a:pt x="149" y="277"/>
                  <a:pt x="149" y="277"/>
                  <a:pt x="149" y="277"/>
                </a:cubicBezTo>
                <a:cubicBezTo>
                  <a:pt x="106" y="277"/>
                  <a:pt x="106" y="277"/>
                  <a:pt x="106" y="277"/>
                </a:cubicBezTo>
                <a:cubicBezTo>
                  <a:pt x="100" y="277"/>
                  <a:pt x="96" y="282"/>
                  <a:pt x="96" y="288"/>
                </a:cubicBezTo>
                <a:cubicBezTo>
                  <a:pt x="96" y="294"/>
                  <a:pt x="100" y="298"/>
                  <a:pt x="106" y="298"/>
                </a:cubicBezTo>
                <a:cubicBezTo>
                  <a:pt x="149" y="298"/>
                  <a:pt x="149" y="298"/>
                  <a:pt x="149" y="298"/>
                </a:cubicBezTo>
                <a:cubicBezTo>
                  <a:pt x="149" y="320"/>
                  <a:pt x="149" y="320"/>
                  <a:pt x="149" y="320"/>
                </a:cubicBezTo>
                <a:cubicBezTo>
                  <a:pt x="149" y="341"/>
                  <a:pt x="149" y="341"/>
                  <a:pt x="149" y="341"/>
                </a:cubicBezTo>
                <a:cubicBezTo>
                  <a:pt x="149" y="344"/>
                  <a:pt x="149" y="344"/>
                  <a:pt x="149" y="344"/>
                </a:cubicBezTo>
                <a:cubicBezTo>
                  <a:pt x="141" y="341"/>
                  <a:pt x="136" y="334"/>
                  <a:pt x="136" y="334"/>
                </a:cubicBezTo>
                <a:cubicBezTo>
                  <a:pt x="134" y="332"/>
                  <a:pt x="131" y="331"/>
                  <a:pt x="128" y="330"/>
                </a:cubicBezTo>
                <a:cubicBezTo>
                  <a:pt x="125" y="330"/>
                  <a:pt x="122" y="331"/>
                  <a:pt x="120" y="333"/>
                </a:cubicBezTo>
                <a:cubicBezTo>
                  <a:pt x="114" y="339"/>
                  <a:pt x="109" y="343"/>
                  <a:pt x="103" y="345"/>
                </a:cubicBezTo>
                <a:cubicBezTo>
                  <a:pt x="97" y="347"/>
                  <a:pt x="94" y="353"/>
                  <a:pt x="96" y="358"/>
                </a:cubicBezTo>
                <a:cubicBezTo>
                  <a:pt x="98" y="364"/>
                  <a:pt x="104" y="367"/>
                  <a:pt x="110" y="365"/>
                </a:cubicBezTo>
                <a:cubicBezTo>
                  <a:pt x="116" y="363"/>
                  <a:pt x="122" y="360"/>
                  <a:pt x="127" y="355"/>
                </a:cubicBezTo>
                <a:cubicBezTo>
                  <a:pt x="134" y="361"/>
                  <a:pt x="144" y="367"/>
                  <a:pt x="156" y="368"/>
                </a:cubicBezTo>
                <a:cubicBezTo>
                  <a:pt x="168" y="368"/>
                  <a:pt x="180" y="364"/>
                  <a:pt x="191" y="356"/>
                </a:cubicBezTo>
                <a:cubicBezTo>
                  <a:pt x="198" y="361"/>
                  <a:pt x="208" y="367"/>
                  <a:pt x="220" y="368"/>
                </a:cubicBezTo>
                <a:cubicBezTo>
                  <a:pt x="232" y="368"/>
                  <a:pt x="244" y="364"/>
                  <a:pt x="255" y="356"/>
                </a:cubicBezTo>
                <a:cubicBezTo>
                  <a:pt x="262" y="361"/>
                  <a:pt x="272" y="367"/>
                  <a:pt x="284" y="368"/>
                </a:cubicBezTo>
                <a:cubicBezTo>
                  <a:pt x="296" y="368"/>
                  <a:pt x="308" y="364"/>
                  <a:pt x="319" y="356"/>
                </a:cubicBezTo>
                <a:cubicBezTo>
                  <a:pt x="326" y="361"/>
                  <a:pt x="336" y="367"/>
                  <a:pt x="348" y="368"/>
                </a:cubicBezTo>
                <a:cubicBezTo>
                  <a:pt x="349" y="368"/>
                  <a:pt x="350" y="368"/>
                  <a:pt x="351" y="368"/>
                </a:cubicBezTo>
                <a:cubicBezTo>
                  <a:pt x="362" y="368"/>
                  <a:pt x="373" y="364"/>
                  <a:pt x="383" y="356"/>
                </a:cubicBezTo>
                <a:cubicBezTo>
                  <a:pt x="388" y="359"/>
                  <a:pt x="394" y="363"/>
                  <a:pt x="402" y="366"/>
                </a:cubicBezTo>
                <a:cubicBezTo>
                  <a:pt x="408" y="367"/>
                  <a:pt x="413" y="364"/>
                  <a:pt x="415" y="358"/>
                </a:cubicBezTo>
                <a:cubicBezTo>
                  <a:pt x="417" y="353"/>
                  <a:pt x="414" y="347"/>
                  <a:pt x="408" y="345"/>
                </a:cubicBezTo>
                <a:cubicBezTo>
                  <a:pt x="398" y="342"/>
                  <a:pt x="392" y="334"/>
                  <a:pt x="392" y="334"/>
                </a:cubicBezTo>
                <a:cubicBezTo>
                  <a:pt x="390" y="332"/>
                  <a:pt x="387" y="331"/>
                  <a:pt x="384" y="330"/>
                </a:cubicBezTo>
                <a:cubicBezTo>
                  <a:pt x="381" y="330"/>
                  <a:pt x="378" y="331"/>
                  <a:pt x="376" y="333"/>
                </a:cubicBezTo>
                <a:cubicBezTo>
                  <a:pt x="371" y="338"/>
                  <a:pt x="367" y="341"/>
                  <a:pt x="362" y="343"/>
                </a:cubicBezTo>
                <a:cubicBezTo>
                  <a:pt x="362" y="341"/>
                  <a:pt x="362" y="341"/>
                  <a:pt x="362" y="341"/>
                </a:cubicBezTo>
                <a:cubicBezTo>
                  <a:pt x="362" y="330"/>
                  <a:pt x="362" y="330"/>
                  <a:pt x="362" y="330"/>
                </a:cubicBezTo>
                <a:cubicBezTo>
                  <a:pt x="362" y="298"/>
                  <a:pt x="362" y="298"/>
                  <a:pt x="362" y="298"/>
                </a:cubicBezTo>
                <a:cubicBezTo>
                  <a:pt x="405" y="298"/>
                  <a:pt x="405" y="298"/>
                  <a:pt x="405" y="298"/>
                </a:cubicBezTo>
                <a:cubicBezTo>
                  <a:pt x="411" y="298"/>
                  <a:pt x="416" y="294"/>
                  <a:pt x="416" y="288"/>
                </a:cubicBezTo>
                <a:cubicBezTo>
                  <a:pt x="416" y="282"/>
                  <a:pt x="411" y="277"/>
                  <a:pt x="405" y="277"/>
                </a:cubicBezTo>
                <a:lnTo>
                  <a:pt x="362" y="2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53" name="Graphic 52" descr="Harvey Balls 0% with solid fill">
            <a:extLst>
              <a:ext uri="{FF2B5EF4-FFF2-40B4-BE49-F238E27FC236}">
                <a16:creationId xmlns:a16="http://schemas.microsoft.com/office/drawing/2014/main" id="{728AF878-4ABE-17C8-1D7D-369E46804FC3}"/>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789097" y="3879"/>
            <a:ext cx="678580" cy="643491"/>
          </a:xfrm>
          <a:prstGeom prst="rect">
            <a:avLst/>
          </a:prstGeom>
        </p:spPr>
      </p:pic>
      <p:sp>
        <p:nvSpPr>
          <p:cNvPr id="54" name="Freeform 426">
            <a:extLst>
              <a:ext uri="{FF2B5EF4-FFF2-40B4-BE49-F238E27FC236}">
                <a16:creationId xmlns:a16="http://schemas.microsoft.com/office/drawing/2014/main" id="{E857B29B-4EA4-4E1D-0A10-8EE481F074EA}"/>
              </a:ext>
            </a:extLst>
          </p:cNvPr>
          <p:cNvSpPr>
            <a:spLocks noChangeAspect="1" noEditPoints="1"/>
          </p:cNvSpPr>
          <p:nvPr/>
        </p:nvSpPr>
        <p:spPr bwMode="auto">
          <a:xfrm>
            <a:off x="8944571" y="160280"/>
            <a:ext cx="357033" cy="338571"/>
          </a:xfrm>
          <a:custGeom>
            <a:avLst/>
            <a:gdLst>
              <a:gd name="T0" fmla="*/ 117 w 512"/>
              <a:gd name="T1" fmla="*/ 320 h 512"/>
              <a:gd name="T2" fmla="*/ 352 w 512"/>
              <a:gd name="T3" fmla="*/ 320 h 512"/>
              <a:gd name="T4" fmla="*/ 352 w 512"/>
              <a:gd name="T5" fmla="*/ 192 h 512"/>
              <a:gd name="T6" fmla="*/ 117 w 512"/>
              <a:gd name="T7" fmla="*/ 192 h 512"/>
              <a:gd name="T8" fmla="*/ 117 w 512"/>
              <a:gd name="T9" fmla="*/ 320 h 512"/>
              <a:gd name="T10" fmla="*/ 266 w 512"/>
              <a:gd name="T11" fmla="*/ 224 h 512"/>
              <a:gd name="T12" fmla="*/ 277 w 512"/>
              <a:gd name="T13" fmla="*/ 213 h 512"/>
              <a:gd name="T14" fmla="*/ 288 w 512"/>
              <a:gd name="T15" fmla="*/ 224 h 512"/>
              <a:gd name="T16" fmla="*/ 288 w 512"/>
              <a:gd name="T17" fmla="*/ 288 h 512"/>
              <a:gd name="T18" fmla="*/ 277 w 512"/>
              <a:gd name="T19" fmla="*/ 298 h 512"/>
              <a:gd name="T20" fmla="*/ 266 w 512"/>
              <a:gd name="T21" fmla="*/ 288 h 512"/>
              <a:gd name="T22" fmla="*/ 266 w 512"/>
              <a:gd name="T23" fmla="*/ 224 h 512"/>
              <a:gd name="T24" fmla="*/ 224 w 512"/>
              <a:gd name="T25" fmla="*/ 224 h 512"/>
              <a:gd name="T26" fmla="*/ 234 w 512"/>
              <a:gd name="T27" fmla="*/ 213 h 512"/>
              <a:gd name="T28" fmla="*/ 245 w 512"/>
              <a:gd name="T29" fmla="*/ 224 h 512"/>
              <a:gd name="T30" fmla="*/ 245 w 512"/>
              <a:gd name="T31" fmla="*/ 288 h 512"/>
              <a:gd name="T32" fmla="*/ 234 w 512"/>
              <a:gd name="T33" fmla="*/ 298 h 512"/>
              <a:gd name="T34" fmla="*/ 224 w 512"/>
              <a:gd name="T35" fmla="*/ 288 h 512"/>
              <a:gd name="T36" fmla="*/ 224 w 512"/>
              <a:gd name="T37" fmla="*/ 224 h 512"/>
              <a:gd name="T38" fmla="*/ 181 w 512"/>
              <a:gd name="T39" fmla="*/ 224 h 512"/>
              <a:gd name="T40" fmla="*/ 192 w 512"/>
              <a:gd name="T41" fmla="*/ 213 h 512"/>
              <a:gd name="T42" fmla="*/ 202 w 512"/>
              <a:gd name="T43" fmla="*/ 224 h 512"/>
              <a:gd name="T44" fmla="*/ 202 w 512"/>
              <a:gd name="T45" fmla="*/ 288 h 512"/>
              <a:gd name="T46" fmla="*/ 192 w 512"/>
              <a:gd name="T47" fmla="*/ 298 h 512"/>
              <a:gd name="T48" fmla="*/ 181 w 512"/>
              <a:gd name="T49" fmla="*/ 288 h 512"/>
              <a:gd name="T50" fmla="*/ 181 w 512"/>
              <a:gd name="T51" fmla="*/ 224 h 512"/>
              <a:gd name="T52" fmla="*/ 138 w 512"/>
              <a:gd name="T53" fmla="*/ 224 h 512"/>
              <a:gd name="T54" fmla="*/ 149 w 512"/>
              <a:gd name="T55" fmla="*/ 213 h 512"/>
              <a:gd name="T56" fmla="*/ 160 w 512"/>
              <a:gd name="T57" fmla="*/ 224 h 512"/>
              <a:gd name="T58" fmla="*/ 160 w 512"/>
              <a:gd name="T59" fmla="*/ 288 h 512"/>
              <a:gd name="T60" fmla="*/ 149 w 512"/>
              <a:gd name="T61" fmla="*/ 298 h 512"/>
              <a:gd name="T62" fmla="*/ 138 w 512"/>
              <a:gd name="T63" fmla="*/ 288 h 512"/>
              <a:gd name="T64" fmla="*/ 138 w 512"/>
              <a:gd name="T65" fmla="*/ 224 h 512"/>
              <a:gd name="T66" fmla="*/ 373 w 512"/>
              <a:gd name="T67" fmla="*/ 234 h 512"/>
              <a:gd name="T68" fmla="*/ 394 w 512"/>
              <a:gd name="T69" fmla="*/ 234 h 512"/>
              <a:gd name="T70" fmla="*/ 394 w 512"/>
              <a:gd name="T71" fmla="*/ 277 h 512"/>
              <a:gd name="T72" fmla="*/ 373 w 512"/>
              <a:gd name="T73" fmla="*/ 277 h 512"/>
              <a:gd name="T74" fmla="*/ 373 w 512"/>
              <a:gd name="T75" fmla="*/ 234 h 512"/>
              <a:gd name="T76" fmla="*/ 256 w 512"/>
              <a:gd name="T77" fmla="*/ 0 h 512"/>
              <a:gd name="T78" fmla="*/ 0 w 512"/>
              <a:gd name="T79" fmla="*/ 256 h 512"/>
              <a:gd name="T80" fmla="*/ 256 w 512"/>
              <a:gd name="T81" fmla="*/ 512 h 512"/>
              <a:gd name="T82" fmla="*/ 512 w 512"/>
              <a:gd name="T83" fmla="*/ 256 h 512"/>
              <a:gd name="T84" fmla="*/ 256 w 512"/>
              <a:gd name="T85" fmla="*/ 0 h 512"/>
              <a:gd name="T86" fmla="*/ 416 w 512"/>
              <a:gd name="T87" fmla="*/ 288 h 512"/>
              <a:gd name="T88" fmla="*/ 405 w 512"/>
              <a:gd name="T89" fmla="*/ 298 h 512"/>
              <a:gd name="T90" fmla="*/ 373 w 512"/>
              <a:gd name="T91" fmla="*/ 298 h 512"/>
              <a:gd name="T92" fmla="*/ 373 w 512"/>
              <a:gd name="T93" fmla="*/ 330 h 512"/>
              <a:gd name="T94" fmla="*/ 362 w 512"/>
              <a:gd name="T95" fmla="*/ 341 h 512"/>
              <a:gd name="T96" fmla="*/ 106 w 512"/>
              <a:gd name="T97" fmla="*/ 341 h 512"/>
              <a:gd name="T98" fmla="*/ 96 w 512"/>
              <a:gd name="T99" fmla="*/ 330 h 512"/>
              <a:gd name="T100" fmla="*/ 96 w 512"/>
              <a:gd name="T101" fmla="*/ 181 h 512"/>
              <a:gd name="T102" fmla="*/ 106 w 512"/>
              <a:gd name="T103" fmla="*/ 170 h 512"/>
              <a:gd name="T104" fmla="*/ 362 w 512"/>
              <a:gd name="T105" fmla="*/ 170 h 512"/>
              <a:gd name="T106" fmla="*/ 373 w 512"/>
              <a:gd name="T107" fmla="*/ 181 h 512"/>
              <a:gd name="T108" fmla="*/ 373 w 512"/>
              <a:gd name="T109" fmla="*/ 213 h 512"/>
              <a:gd name="T110" fmla="*/ 405 w 512"/>
              <a:gd name="T111" fmla="*/ 213 h 512"/>
              <a:gd name="T112" fmla="*/ 416 w 512"/>
              <a:gd name="T113" fmla="*/ 224 h 512"/>
              <a:gd name="T114" fmla="*/ 416 w 512"/>
              <a:gd name="T11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266" y="224"/>
                </a:moveTo>
                <a:cubicBezTo>
                  <a:pt x="266" y="218"/>
                  <a:pt x="271" y="213"/>
                  <a:pt x="277" y="213"/>
                </a:cubicBezTo>
                <a:cubicBezTo>
                  <a:pt x="283" y="213"/>
                  <a:pt x="288" y="218"/>
                  <a:pt x="288" y="224"/>
                </a:cubicBezTo>
                <a:cubicBezTo>
                  <a:pt x="288" y="288"/>
                  <a:pt x="288" y="288"/>
                  <a:pt x="288" y="288"/>
                </a:cubicBezTo>
                <a:cubicBezTo>
                  <a:pt x="288" y="294"/>
                  <a:pt x="283" y="298"/>
                  <a:pt x="277" y="298"/>
                </a:cubicBezTo>
                <a:cubicBezTo>
                  <a:pt x="271" y="298"/>
                  <a:pt x="266" y="294"/>
                  <a:pt x="266" y="288"/>
                </a:cubicBezTo>
                <a:lnTo>
                  <a:pt x="266" y="224"/>
                </a:lnTo>
                <a:close/>
                <a:moveTo>
                  <a:pt x="224" y="224"/>
                </a:moveTo>
                <a:cubicBezTo>
                  <a:pt x="224" y="218"/>
                  <a:pt x="228" y="213"/>
                  <a:pt x="234" y="213"/>
                </a:cubicBezTo>
                <a:cubicBezTo>
                  <a:pt x="240" y="213"/>
                  <a:pt x="245" y="218"/>
                  <a:pt x="245" y="224"/>
                </a:cubicBezTo>
                <a:cubicBezTo>
                  <a:pt x="245" y="288"/>
                  <a:pt x="245" y="288"/>
                  <a:pt x="245" y="288"/>
                </a:cubicBezTo>
                <a:cubicBezTo>
                  <a:pt x="245" y="294"/>
                  <a:pt x="240" y="298"/>
                  <a:pt x="234" y="298"/>
                </a:cubicBezTo>
                <a:cubicBezTo>
                  <a:pt x="228" y="298"/>
                  <a:pt x="224" y="294"/>
                  <a:pt x="224" y="288"/>
                </a:cubicBezTo>
                <a:lnTo>
                  <a:pt x="224" y="224"/>
                </a:lnTo>
                <a:close/>
                <a:moveTo>
                  <a:pt x="181" y="224"/>
                </a:moveTo>
                <a:cubicBezTo>
                  <a:pt x="181" y="218"/>
                  <a:pt x="186" y="213"/>
                  <a:pt x="192" y="213"/>
                </a:cubicBezTo>
                <a:cubicBezTo>
                  <a:pt x="198" y="213"/>
                  <a:pt x="202" y="218"/>
                  <a:pt x="202" y="224"/>
                </a:cubicBezTo>
                <a:cubicBezTo>
                  <a:pt x="202" y="288"/>
                  <a:pt x="202" y="288"/>
                  <a:pt x="202" y="288"/>
                </a:cubicBezTo>
                <a:cubicBezTo>
                  <a:pt x="202" y="294"/>
                  <a:pt x="198" y="298"/>
                  <a:pt x="192" y="298"/>
                </a:cubicBezTo>
                <a:cubicBezTo>
                  <a:pt x="186" y="298"/>
                  <a:pt x="181" y="294"/>
                  <a:pt x="181" y="288"/>
                </a:cubicBezTo>
                <a:lnTo>
                  <a:pt x="181" y="224"/>
                </a:lnTo>
                <a:close/>
                <a:moveTo>
                  <a:pt x="138" y="224"/>
                </a:moveTo>
                <a:cubicBezTo>
                  <a:pt x="138" y="218"/>
                  <a:pt x="143" y="213"/>
                  <a:pt x="149" y="213"/>
                </a:cubicBezTo>
                <a:cubicBezTo>
                  <a:pt x="155" y="213"/>
                  <a:pt x="160" y="218"/>
                  <a:pt x="160" y="224"/>
                </a:cubicBezTo>
                <a:cubicBezTo>
                  <a:pt x="160" y="288"/>
                  <a:pt x="160" y="288"/>
                  <a:pt x="160" y="288"/>
                </a:cubicBezTo>
                <a:cubicBezTo>
                  <a:pt x="160" y="294"/>
                  <a:pt x="155" y="298"/>
                  <a:pt x="149" y="298"/>
                </a:cubicBezTo>
                <a:cubicBezTo>
                  <a:pt x="143" y="298"/>
                  <a:pt x="138" y="294"/>
                  <a:pt x="138" y="288"/>
                </a:cubicBezTo>
                <a:lnTo>
                  <a:pt x="138" y="224"/>
                </a:ln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55" name="Graphic 54" descr="Harvey Balls 0% with solid fill">
            <a:extLst>
              <a:ext uri="{FF2B5EF4-FFF2-40B4-BE49-F238E27FC236}">
                <a16:creationId xmlns:a16="http://schemas.microsoft.com/office/drawing/2014/main" id="{B649BD6F-C8F4-E5DF-582C-991E3B5A42B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73685" y="13508"/>
            <a:ext cx="678580" cy="643491"/>
          </a:xfrm>
          <a:prstGeom prst="rect">
            <a:avLst/>
          </a:prstGeom>
        </p:spPr>
      </p:pic>
      <p:grpSp>
        <p:nvGrpSpPr>
          <p:cNvPr id="56" name="Group 55">
            <a:extLst>
              <a:ext uri="{FF2B5EF4-FFF2-40B4-BE49-F238E27FC236}">
                <a16:creationId xmlns:a16="http://schemas.microsoft.com/office/drawing/2014/main" id="{304D094B-DE3A-75BC-D34A-C25BD5A7D2A0}"/>
              </a:ext>
            </a:extLst>
          </p:cNvPr>
          <p:cNvGrpSpPr>
            <a:grpSpLocks noChangeAspect="1"/>
          </p:cNvGrpSpPr>
          <p:nvPr/>
        </p:nvGrpSpPr>
        <p:grpSpPr>
          <a:xfrm>
            <a:off x="9525127" y="168035"/>
            <a:ext cx="356120" cy="340676"/>
            <a:chOff x="6515101" y="2628900"/>
            <a:chExt cx="1622425" cy="1636713"/>
          </a:xfrm>
          <a:solidFill>
            <a:schemeClr val="bg2"/>
          </a:solidFill>
        </p:grpSpPr>
        <p:sp>
          <p:nvSpPr>
            <p:cNvPr id="57" name="Freeform 13">
              <a:extLst>
                <a:ext uri="{FF2B5EF4-FFF2-40B4-BE49-F238E27FC236}">
                  <a16:creationId xmlns:a16="http://schemas.microsoft.com/office/drawing/2014/main" id="{DF3EE811-9617-C0E9-41EC-A12D5BA6AB2A}"/>
                </a:ext>
              </a:extLst>
            </p:cNvPr>
            <p:cNvSpPr>
              <a:spLocks/>
            </p:cNvSpPr>
            <p:nvPr/>
          </p:nvSpPr>
          <p:spPr bwMode="auto">
            <a:xfrm>
              <a:off x="6899276" y="3497263"/>
              <a:ext cx="238125" cy="211138"/>
            </a:xfrm>
            <a:custGeom>
              <a:avLst/>
              <a:gdLst>
                <a:gd name="T0" fmla="*/ 64 w 115"/>
                <a:gd name="T1" fmla="*/ 0 h 102"/>
                <a:gd name="T2" fmla="*/ 64 w 115"/>
                <a:gd name="T3" fmla="*/ 0 h 102"/>
                <a:gd name="T4" fmla="*/ 38 w 115"/>
                <a:gd name="T5" fmla="*/ 26 h 102"/>
                <a:gd name="T6" fmla="*/ 5 w 115"/>
                <a:gd name="T7" fmla="*/ 92 h 102"/>
                <a:gd name="T8" fmla="*/ 38 w 115"/>
                <a:gd name="T9" fmla="*/ 102 h 102"/>
                <a:gd name="T10" fmla="*/ 115 w 115"/>
                <a:gd name="T11" fmla="*/ 87 h 102"/>
                <a:gd name="T12" fmla="*/ 108 w 115"/>
                <a:gd name="T13" fmla="*/ 32 h 102"/>
                <a:gd name="T14" fmla="*/ 64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64" y="0"/>
                  </a:moveTo>
                  <a:lnTo>
                    <a:pt x="64" y="0"/>
                  </a:lnTo>
                  <a:cubicBezTo>
                    <a:pt x="54" y="9"/>
                    <a:pt x="45" y="18"/>
                    <a:pt x="38" y="26"/>
                  </a:cubicBezTo>
                  <a:cubicBezTo>
                    <a:pt x="8" y="59"/>
                    <a:pt x="0" y="83"/>
                    <a:pt x="5" y="92"/>
                  </a:cubicBezTo>
                  <a:cubicBezTo>
                    <a:pt x="9" y="98"/>
                    <a:pt x="21" y="102"/>
                    <a:pt x="38" y="102"/>
                  </a:cubicBezTo>
                  <a:cubicBezTo>
                    <a:pt x="58" y="102"/>
                    <a:pt x="85" y="97"/>
                    <a:pt x="115" y="87"/>
                  </a:cubicBezTo>
                  <a:cubicBezTo>
                    <a:pt x="112" y="69"/>
                    <a:pt x="110" y="51"/>
                    <a:pt x="108" y="32"/>
                  </a:cubicBezTo>
                  <a:cubicBezTo>
                    <a:pt x="93" y="22"/>
                    <a:pt x="78" y="11"/>
                    <a:pt x="6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8" name="Freeform 14">
              <a:extLst>
                <a:ext uri="{FF2B5EF4-FFF2-40B4-BE49-F238E27FC236}">
                  <a16:creationId xmlns:a16="http://schemas.microsoft.com/office/drawing/2014/main" id="{247CEBA5-31B7-6768-4B8E-F0BF81C43C58}"/>
                </a:ext>
              </a:extLst>
            </p:cNvPr>
            <p:cNvSpPr>
              <a:spLocks/>
            </p:cNvSpPr>
            <p:nvPr/>
          </p:nvSpPr>
          <p:spPr bwMode="auto">
            <a:xfrm>
              <a:off x="7221538" y="2963863"/>
              <a:ext cx="207963" cy="247650"/>
            </a:xfrm>
            <a:custGeom>
              <a:avLst/>
              <a:gdLst>
                <a:gd name="T0" fmla="*/ 101 w 101"/>
                <a:gd name="T1" fmla="*/ 97 h 119"/>
                <a:gd name="T2" fmla="*/ 101 w 101"/>
                <a:gd name="T3" fmla="*/ 97 h 119"/>
                <a:gd name="T4" fmla="*/ 51 w 101"/>
                <a:gd name="T5" fmla="*/ 0 h 119"/>
                <a:gd name="T6" fmla="*/ 0 w 101"/>
                <a:gd name="T7" fmla="*/ 97 h 119"/>
                <a:gd name="T8" fmla="*/ 51 w 101"/>
                <a:gd name="T9" fmla="*/ 119 h 119"/>
                <a:gd name="T10" fmla="*/ 101 w 101"/>
                <a:gd name="T11" fmla="*/ 97 h 119"/>
              </a:gdLst>
              <a:ahLst/>
              <a:cxnLst>
                <a:cxn ang="0">
                  <a:pos x="T0" y="T1"/>
                </a:cxn>
                <a:cxn ang="0">
                  <a:pos x="T2" y="T3"/>
                </a:cxn>
                <a:cxn ang="0">
                  <a:pos x="T4" y="T5"/>
                </a:cxn>
                <a:cxn ang="0">
                  <a:pos x="T6" y="T7"/>
                </a:cxn>
                <a:cxn ang="0">
                  <a:pos x="T8" y="T9"/>
                </a:cxn>
                <a:cxn ang="0">
                  <a:pos x="T10" y="T11"/>
                </a:cxn>
              </a:cxnLst>
              <a:rect l="0" t="0" r="r" b="b"/>
              <a:pathLst>
                <a:path w="101" h="119">
                  <a:moveTo>
                    <a:pt x="101" y="97"/>
                  </a:moveTo>
                  <a:lnTo>
                    <a:pt x="101" y="97"/>
                  </a:lnTo>
                  <a:cubicBezTo>
                    <a:pt x="87" y="34"/>
                    <a:pt x="65" y="0"/>
                    <a:pt x="51" y="0"/>
                  </a:cubicBezTo>
                  <a:cubicBezTo>
                    <a:pt x="36" y="0"/>
                    <a:pt x="14" y="34"/>
                    <a:pt x="0" y="97"/>
                  </a:cubicBezTo>
                  <a:cubicBezTo>
                    <a:pt x="17" y="104"/>
                    <a:pt x="34" y="111"/>
                    <a:pt x="51" y="119"/>
                  </a:cubicBezTo>
                  <a:cubicBezTo>
                    <a:pt x="68" y="111"/>
                    <a:pt x="85" y="104"/>
                    <a:pt x="101"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9" name="Freeform 15">
              <a:extLst>
                <a:ext uri="{FF2B5EF4-FFF2-40B4-BE49-F238E27FC236}">
                  <a16:creationId xmlns:a16="http://schemas.microsoft.com/office/drawing/2014/main" id="{2631DB01-D221-C52C-0F08-5EEA0B8A908E}"/>
                </a:ext>
              </a:extLst>
            </p:cNvPr>
            <p:cNvSpPr>
              <a:spLocks/>
            </p:cNvSpPr>
            <p:nvPr/>
          </p:nvSpPr>
          <p:spPr bwMode="auto">
            <a:xfrm>
              <a:off x="7202488" y="3616325"/>
              <a:ext cx="39688" cy="36513"/>
            </a:xfrm>
            <a:custGeom>
              <a:avLst/>
              <a:gdLst>
                <a:gd name="T0" fmla="*/ 10 w 19"/>
                <a:gd name="T1" fmla="*/ 5 h 18"/>
                <a:gd name="T2" fmla="*/ 10 w 19"/>
                <a:gd name="T3" fmla="*/ 5 h 18"/>
                <a:gd name="T4" fmla="*/ 0 w 19"/>
                <a:gd name="T5" fmla="*/ 0 h 18"/>
                <a:gd name="T6" fmla="*/ 2 w 19"/>
                <a:gd name="T7" fmla="*/ 18 h 18"/>
                <a:gd name="T8" fmla="*/ 19 w 19"/>
                <a:gd name="T9" fmla="*/ 11 h 18"/>
                <a:gd name="T10" fmla="*/ 10 w 19"/>
                <a:gd name="T11" fmla="*/ 5 h 18"/>
              </a:gdLst>
              <a:ahLst/>
              <a:cxnLst>
                <a:cxn ang="0">
                  <a:pos x="T0" y="T1"/>
                </a:cxn>
                <a:cxn ang="0">
                  <a:pos x="T2" y="T3"/>
                </a:cxn>
                <a:cxn ang="0">
                  <a:pos x="T4" y="T5"/>
                </a:cxn>
                <a:cxn ang="0">
                  <a:pos x="T6" y="T7"/>
                </a:cxn>
                <a:cxn ang="0">
                  <a:pos x="T8" y="T9"/>
                </a:cxn>
                <a:cxn ang="0">
                  <a:pos x="T10" y="T11"/>
                </a:cxn>
              </a:cxnLst>
              <a:rect l="0" t="0" r="r" b="b"/>
              <a:pathLst>
                <a:path w="19" h="18">
                  <a:moveTo>
                    <a:pt x="10" y="5"/>
                  </a:moveTo>
                  <a:lnTo>
                    <a:pt x="10" y="5"/>
                  </a:lnTo>
                  <a:cubicBezTo>
                    <a:pt x="6" y="4"/>
                    <a:pt x="3" y="2"/>
                    <a:pt x="0" y="0"/>
                  </a:cubicBezTo>
                  <a:cubicBezTo>
                    <a:pt x="1" y="6"/>
                    <a:pt x="2" y="12"/>
                    <a:pt x="2" y="18"/>
                  </a:cubicBezTo>
                  <a:cubicBezTo>
                    <a:pt x="8" y="15"/>
                    <a:pt x="13" y="13"/>
                    <a:pt x="19" y="11"/>
                  </a:cubicBezTo>
                  <a:cubicBezTo>
                    <a:pt x="16" y="9"/>
                    <a:pt x="13" y="7"/>
                    <a:pt x="10"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69" name="Freeform 16">
              <a:extLst>
                <a:ext uri="{FF2B5EF4-FFF2-40B4-BE49-F238E27FC236}">
                  <a16:creationId xmlns:a16="http://schemas.microsoft.com/office/drawing/2014/main" id="{AA97DC05-C4AB-CFBC-4C26-05D3DF0A0085}"/>
                </a:ext>
              </a:extLst>
            </p:cNvPr>
            <p:cNvSpPr>
              <a:spLocks/>
            </p:cNvSpPr>
            <p:nvPr/>
          </p:nvSpPr>
          <p:spPr bwMode="auto">
            <a:xfrm>
              <a:off x="7221538" y="3681413"/>
              <a:ext cx="207963" cy="247650"/>
            </a:xfrm>
            <a:custGeom>
              <a:avLst/>
              <a:gdLst>
                <a:gd name="T0" fmla="*/ 0 w 101"/>
                <a:gd name="T1" fmla="*/ 22 h 119"/>
                <a:gd name="T2" fmla="*/ 0 w 101"/>
                <a:gd name="T3" fmla="*/ 22 h 119"/>
                <a:gd name="T4" fmla="*/ 51 w 101"/>
                <a:gd name="T5" fmla="*/ 119 h 119"/>
                <a:gd name="T6" fmla="*/ 101 w 101"/>
                <a:gd name="T7" fmla="*/ 22 h 119"/>
                <a:gd name="T8" fmla="*/ 51 w 101"/>
                <a:gd name="T9" fmla="*/ 0 h 119"/>
                <a:gd name="T10" fmla="*/ 0 w 101"/>
                <a:gd name="T11" fmla="*/ 22 h 119"/>
              </a:gdLst>
              <a:ahLst/>
              <a:cxnLst>
                <a:cxn ang="0">
                  <a:pos x="T0" y="T1"/>
                </a:cxn>
                <a:cxn ang="0">
                  <a:pos x="T2" y="T3"/>
                </a:cxn>
                <a:cxn ang="0">
                  <a:pos x="T4" y="T5"/>
                </a:cxn>
                <a:cxn ang="0">
                  <a:pos x="T6" y="T7"/>
                </a:cxn>
                <a:cxn ang="0">
                  <a:pos x="T8" y="T9"/>
                </a:cxn>
                <a:cxn ang="0">
                  <a:pos x="T10" y="T11"/>
                </a:cxn>
              </a:cxnLst>
              <a:rect l="0" t="0" r="r" b="b"/>
              <a:pathLst>
                <a:path w="101" h="119">
                  <a:moveTo>
                    <a:pt x="0" y="22"/>
                  </a:moveTo>
                  <a:lnTo>
                    <a:pt x="0" y="22"/>
                  </a:lnTo>
                  <a:cubicBezTo>
                    <a:pt x="14" y="85"/>
                    <a:pt x="36" y="119"/>
                    <a:pt x="51" y="119"/>
                  </a:cubicBezTo>
                  <a:cubicBezTo>
                    <a:pt x="65" y="119"/>
                    <a:pt x="87" y="85"/>
                    <a:pt x="101" y="22"/>
                  </a:cubicBezTo>
                  <a:cubicBezTo>
                    <a:pt x="84" y="15"/>
                    <a:pt x="67" y="8"/>
                    <a:pt x="51" y="0"/>
                  </a:cubicBezTo>
                  <a:cubicBezTo>
                    <a:pt x="34" y="8"/>
                    <a:pt x="17" y="16"/>
                    <a:pt x="0" y="2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0" name="Freeform 17">
              <a:extLst>
                <a:ext uri="{FF2B5EF4-FFF2-40B4-BE49-F238E27FC236}">
                  <a16:creationId xmlns:a16="http://schemas.microsoft.com/office/drawing/2014/main" id="{AB7F0F63-0F5E-1C4D-9DF2-B9B91DF2AA0C}"/>
                </a:ext>
              </a:extLst>
            </p:cNvPr>
            <p:cNvSpPr>
              <a:spLocks/>
            </p:cNvSpPr>
            <p:nvPr/>
          </p:nvSpPr>
          <p:spPr bwMode="auto">
            <a:xfrm>
              <a:off x="7202488" y="3241675"/>
              <a:ext cx="39688" cy="34925"/>
            </a:xfrm>
            <a:custGeom>
              <a:avLst/>
              <a:gdLst>
                <a:gd name="T0" fmla="*/ 19 w 19"/>
                <a:gd name="T1" fmla="*/ 6 h 17"/>
                <a:gd name="T2" fmla="*/ 19 w 19"/>
                <a:gd name="T3" fmla="*/ 6 h 17"/>
                <a:gd name="T4" fmla="*/ 3 w 19"/>
                <a:gd name="T5" fmla="*/ 0 h 17"/>
                <a:gd name="T6" fmla="*/ 0 w 19"/>
                <a:gd name="T7" fmla="*/ 17 h 17"/>
                <a:gd name="T8" fmla="*/ 9 w 19"/>
                <a:gd name="T9" fmla="*/ 12 h 17"/>
                <a:gd name="T10" fmla="*/ 19 w 19"/>
                <a:gd name="T11" fmla="*/ 6 h 17"/>
              </a:gdLst>
              <a:ahLst/>
              <a:cxnLst>
                <a:cxn ang="0">
                  <a:pos x="T0" y="T1"/>
                </a:cxn>
                <a:cxn ang="0">
                  <a:pos x="T2" y="T3"/>
                </a:cxn>
                <a:cxn ang="0">
                  <a:pos x="T4" y="T5"/>
                </a:cxn>
                <a:cxn ang="0">
                  <a:pos x="T6" y="T7"/>
                </a:cxn>
                <a:cxn ang="0">
                  <a:pos x="T8" y="T9"/>
                </a:cxn>
                <a:cxn ang="0">
                  <a:pos x="T10" y="T11"/>
                </a:cxn>
              </a:cxnLst>
              <a:rect l="0" t="0" r="r" b="b"/>
              <a:pathLst>
                <a:path w="19" h="17">
                  <a:moveTo>
                    <a:pt x="19" y="6"/>
                  </a:moveTo>
                  <a:lnTo>
                    <a:pt x="19" y="6"/>
                  </a:lnTo>
                  <a:cubicBezTo>
                    <a:pt x="13" y="4"/>
                    <a:pt x="8" y="2"/>
                    <a:pt x="3" y="0"/>
                  </a:cubicBezTo>
                  <a:cubicBezTo>
                    <a:pt x="2" y="5"/>
                    <a:pt x="1" y="11"/>
                    <a:pt x="0" y="17"/>
                  </a:cubicBezTo>
                  <a:cubicBezTo>
                    <a:pt x="3" y="15"/>
                    <a:pt x="6" y="14"/>
                    <a:pt x="9" y="12"/>
                  </a:cubicBezTo>
                  <a:cubicBezTo>
                    <a:pt x="13" y="10"/>
                    <a:pt x="16" y="8"/>
                    <a:pt x="19"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1" name="Freeform 18">
              <a:extLst>
                <a:ext uri="{FF2B5EF4-FFF2-40B4-BE49-F238E27FC236}">
                  <a16:creationId xmlns:a16="http://schemas.microsoft.com/office/drawing/2014/main" id="{282A7C20-AEFE-AB59-36A6-8F2F7485B062}"/>
                </a:ext>
              </a:extLst>
            </p:cNvPr>
            <p:cNvSpPr>
              <a:spLocks/>
            </p:cNvSpPr>
            <p:nvPr/>
          </p:nvSpPr>
          <p:spPr bwMode="auto">
            <a:xfrm>
              <a:off x="7089776" y="3424238"/>
              <a:ext cx="28575" cy="44450"/>
            </a:xfrm>
            <a:custGeom>
              <a:avLst/>
              <a:gdLst>
                <a:gd name="T0" fmla="*/ 0 w 14"/>
                <a:gd name="T1" fmla="*/ 11 h 21"/>
                <a:gd name="T2" fmla="*/ 0 w 14"/>
                <a:gd name="T3" fmla="*/ 11 h 21"/>
                <a:gd name="T4" fmla="*/ 14 w 14"/>
                <a:gd name="T5" fmla="*/ 21 h 21"/>
                <a:gd name="T6" fmla="*/ 14 w 14"/>
                <a:gd name="T7" fmla="*/ 11 h 21"/>
                <a:gd name="T8" fmla="*/ 14 w 14"/>
                <a:gd name="T9" fmla="*/ 0 h 21"/>
                <a:gd name="T10" fmla="*/ 0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0" y="11"/>
                  </a:moveTo>
                  <a:lnTo>
                    <a:pt x="0" y="11"/>
                  </a:lnTo>
                  <a:cubicBezTo>
                    <a:pt x="5" y="14"/>
                    <a:pt x="10" y="18"/>
                    <a:pt x="14" y="21"/>
                  </a:cubicBezTo>
                  <a:cubicBezTo>
                    <a:pt x="14" y="18"/>
                    <a:pt x="14" y="14"/>
                    <a:pt x="14" y="11"/>
                  </a:cubicBezTo>
                  <a:cubicBezTo>
                    <a:pt x="14" y="7"/>
                    <a:pt x="14" y="3"/>
                    <a:pt x="14" y="0"/>
                  </a:cubicBezTo>
                  <a:cubicBezTo>
                    <a:pt x="10" y="3"/>
                    <a:pt x="5" y="7"/>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2" name="Freeform 19">
              <a:extLst>
                <a:ext uri="{FF2B5EF4-FFF2-40B4-BE49-F238E27FC236}">
                  <a16:creationId xmlns:a16="http://schemas.microsoft.com/office/drawing/2014/main" id="{DD38C063-63A0-2C73-7F55-F74ED346EE24}"/>
                </a:ext>
              </a:extLst>
            </p:cNvPr>
            <p:cNvSpPr>
              <a:spLocks/>
            </p:cNvSpPr>
            <p:nvPr/>
          </p:nvSpPr>
          <p:spPr bwMode="auto">
            <a:xfrm>
              <a:off x="7408863" y="3241675"/>
              <a:ext cx="38100" cy="34925"/>
            </a:xfrm>
            <a:custGeom>
              <a:avLst/>
              <a:gdLst>
                <a:gd name="T0" fmla="*/ 10 w 19"/>
                <a:gd name="T1" fmla="*/ 12 h 17"/>
                <a:gd name="T2" fmla="*/ 10 w 19"/>
                <a:gd name="T3" fmla="*/ 12 h 17"/>
                <a:gd name="T4" fmla="*/ 19 w 19"/>
                <a:gd name="T5" fmla="*/ 17 h 17"/>
                <a:gd name="T6" fmla="*/ 17 w 19"/>
                <a:gd name="T7" fmla="*/ 0 h 17"/>
                <a:gd name="T8" fmla="*/ 0 w 19"/>
                <a:gd name="T9" fmla="*/ 6 h 17"/>
                <a:gd name="T10" fmla="*/ 10 w 19"/>
                <a:gd name="T11" fmla="*/ 12 h 17"/>
              </a:gdLst>
              <a:ahLst/>
              <a:cxnLst>
                <a:cxn ang="0">
                  <a:pos x="T0" y="T1"/>
                </a:cxn>
                <a:cxn ang="0">
                  <a:pos x="T2" y="T3"/>
                </a:cxn>
                <a:cxn ang="0">
                  <a:pos x="T4" y="T5"/>
                </a:cxn>
                <a:cxn ang="0">
                  <a:pos x="T6" y="T7"/>
                </a:cxn>
                <a:cxn ang="0">
                  <a:pos x="T8" y="T9"/>
                </a:cxn>
                <a:cxn ang="0">
                  <a:pos x="T10" y="T11"/>
                </a:cxn>
              </a:cxnLst>
              <a:rect l="0" t="0" r="r" b="b"/>
              <a:pathLst>
                <a:path w="19" h="17">
                  <a:moveTo>
                    <a:pt x="10" y="12"/>
                  </a:moveTo>
                  <a:lnTo>
                    <a:pt x="10" y="12"/>
                  </a:lnTo>
                  <a:cubicBezTo>
                    <a:pt x="13" y="14"/>
                    <a:pt x="16" y="15"/>
                    <a:pt x="19" y="17"/>
                  </a:cubicBezTo>
                  <a:cubicBezTo>
                    <a:pt x="18" y="11"/>
                    <a:pt x="18" y="5"/>
                    <a:pt x="17" y="0"/>
                  </a:cubicBezTo>
                  <a:cubicBezTo>
                    <a:pt x="11" y="2"/>
                    <a:pt x="6" y="4"/>
                    <a:pt x="0" y="6"/>
                  </a:cubicBezTo>
                  <a:cubicBezTo>
                    <a:pt x="4" y="8"/>
                    <a:pt x="7" y="10"/>
                    <a:pt x="10"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3" name="Freeform 20">
              <a:extLst>
                <a:ext uri="{FF2B5EF4-FFF2-40B4-BE49-F238E27FC236}">
                  <a16:creationId xmlns:a16="http://schemas.microsoft.com/office/drawing/2014/main" id="{2489B959-F74E-C655-35EB-56AF1FE5764E}"/>
                </a:ext>
              </a:extLst>
            </p:cNvPr>
            <p:cNvSpPr>
              <a:spLocks/>
            </p:cNvSpPr>
            <p:nvPr/>
          </p:nvSpPr>
          <p:spPr bwMode="auto">
            <a:xfrm>
              <a:off x="6896101" y="3186113"/>
              <a:ext cx="241300" cy="211138"/>
            </a:xfrm>
            <a:custGeom>
              <a:avLst/>
              <a:gdLst>
                <a:gd name="T0" fmla="*/ 7 w 117"/>
                <a:gd name="T1" fmla="*/ 9 h 102"/>
                <a:gd name="T2" fmla="*/ 7 w 117"/>
                <a:gd name="T3" fmla="*/ 9 h 102"/>
                <a:gd name="T4" fmla="*/ 66 w 117"/>
                <a:gd name="T5" fmla="*/ 102 h 102"/>
                <a:gd name="T6" fmla="*/ 110 w 117"/>
                <a:gd name="T7" fmla="*/ 69 h 102"/>
                <a:gd name="T8" fmla="*/ 117 w 117"/>
                <a:gd name="T9" fmla="*/ 14 h 102"/>
                <a:gd name="T10" fmla="*/ 40 w 117"/>
                <a:gd name="T11" fmla="*/ 0 h 102"/>
                <a:gd name="T12" fmla="*/ 7 w 117"/>
                <a:gd name="T13" fmla="*/ 9 h 102"/>
              </a:gdLst>
              <a:ahLst/>
              <a:cxnLst>
                <a:cxn ang="0">
                  <a:pos x="T0" y="T1"/>
                </a:cxn>
                <a:cxn ang="0">
                  <a:pos x="T2" y="T3"/>
                </a:cxn>
                <a:cxn ang="0">
                  <a:pos x="T4" y="T5"/>
                </a:cxn>
                <a:cxn ang="0">
                  <a:pos x="T6" y="T7"/>
                </a:cxn>
                <a:cxn ang="0">
                  <a:pos x="T8" y="T9"/>
                </a:cxn>
                <a:cxn ang="0">
                  <a:pos x="T10" y="T11"/>
                </a:cxn>
                <a:cxn ang="0">
                  <a:pos x="T12" y="T13"/>
                </a:cxn>
              </a:cxnLst>
              <a:rect l="0" t="0" r="r" b="b"/>
              <a:pathLst>
                <a:path w="117" h="102">
                  <a:moveTo>
                    <a:pt x="7" y="9"/>
                  </a:moveTo>
                  <a:lnTo>
                    <a:pt x="7" y="9"/>
                  </a:lnTo>
                  <a:cubicBezTo>
                    <a:pt x="0" y="22"/>
                    <a:pt x="19" y="58"/>
                    <a:pt x="66" y="102"/>
                  </a:cubicBezTo>
                  <a:cubicBezTo>
                    <a:pt x="80" y="91"/>
                    <a:pt x="95" y="80"/>
                    <a:pt x="110" y="69"/>
                  </a:cubicBezTo>
                  <a:cubicBezTo>
                    <a:pt x="112" y="50"/>
                    <a:pt x="114" y="32"/>
                    <a:pt x="117" y="14"/>
                  </a:cubicBezTo>
                  <a:cubicBezTo>
                    <a:pt x="87" y="5"/>
                    <a:pt x="60" y="0"/>
                    <a:pt x="40" y="0"/>
                  </a:cubicBezTo>
                  <a:cubicBezTo>
                    <a:pt x="23" y="0"/>
                    <a:pt x="11" y="3"/>
                    <a:pt x="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4" name="Freeform 21">
              <a:extLst>
                <a:ext uri="{FF2B5EF4-FFF2-40B4-BE49-F238E27FC236}">
                  <a16:creationId xmlns:a16="http://schemas.microsoft.com/office/drawing/2014/main" id="{DA44B04E-3FF6-FAA9-3B14-6EAC96943D3A}"/>
                </a:ext>
              </a:extLst>
            </p:cNvPr>
            <p:cNvSpPr>
              <a:spLocks/>
            </p:cNvSpPr>
            <p:nvPr/>
          </p:nvSpPr>
          <p:spPr bwMode="auto">
            <a:xfrm>
              <a:off x="7294563" y="3416300"/>
              <a:ext cx="60325" cy="60325"/>
            </a:xfrm>
            <a:custGeom>
              <a:avLst/>
              <a:gdLst>
                <a:gd name="T0" fmla="*/ 15 w 29"/>
                <a:gd name="T1" fmla="*/ 0 h 29"/>
                <a:gd name="T2" fmla="*/ 15 w 29"/>
                <a:gd name="T3" fmla="*/ 0 h 29"/>
                <a:gd name="T4" fmla="*/ 0 w 29"/>
                <a:gd name="T5" fmla="*/ 15 h 29"/>
                <a:gd name="T6" fmla="*/ 15 w 29"/>
                <a:gd name="T7" fmla="*/ 29 h 29"/>
                <a:gd name="T8" fmla="*/ 29 w 29"/>
                <a:gd name="T9" fmla="*/ 15 h 29"/>
                <a:gd name="T10" fmla="*/ 15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15" y="0"/>
                  </a:moveTo>
                  <a:lnTo>
                    <a:pt x="15" y="0"/>
                  </a:lnTo>
                  <a:cubicBezTo>
                    <a:pt x="7" y="0"/>
                    <a:pt x="0" y="6"/>
                    <a:pt x="0" y="15"/>
                  </a:cubicBezTo>
                  <a:cubicBezTo>
                    <a:pt x="0" y="23"/>
                    <a:pt x="7" y="29"/>
                    <a:pt x="15" y="29"/>
                  </a:cubicBezTo>
                  <a:cubicBezTo>
                    <a:pt x="23" y="29"/>
                    <a:pt x="29" y="23"/>
                    <a:pt x="29" y="15"/>
                  </a:cubicBezTo>
                  <a:cubicBezTo>
                    <a:pt x="29" y="6"/>
                    <a:pt x="23" y="0"/>
                    <a:pt x="1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5" name="Freeform 22">
              <a:extLst>
                <a:ext uri="{FF2B5EF4-FFF2-40B4-BE49-F238E27FC236}">
                  <a16:creationId xmlns:a16="http://schemas.microsoft.com/office/drawing/2014/main" id="{C57043AF-1A95-ECAB-3830-07142A33C0A9}"/>
                </a:ext>
              </a:extLst>
            </p:cNvPr>
            <p:cNvSpPr>
              <a:spLocks/>
            </p:cNvSpPr>
            <p:nvPr/>
          </p:nvSpPr>
          <p:spPr bwMode="auto">
            <a:xfrm>
              <a:off x="7515226" y="3497263"/>
              <a:ext cx="236538" cy="211138"/>
            </a:xfrm>
            <a:custGeom>
              <a:avLst/>
              <a:gdLst>
                <a:gd name="T0" fmla="*/ 50 w 115"/>
                <a:gd name="T1" fmla="*/ 0 h 102"/>
                <a:gd name="T2" fmla="*/ 50 w 115"/>
                <a:gd name="T3" fmla="*/ 0 h 102"/>
                <a:gd name="T4" fmla="*/ 6 w 115"/>
                <a:gd name="T5" fmla="*/ 32 h 102"/>
                <a:gd name="T6" fmla="*/ 0 w 115"/>
                <a:gd name="T7" fmla="*/ 87 h 102"/>
                <a:gd name="T8" fmla="*/ 76 w 115"/>
                <a:gd name="T9" fmla="*/ 102 h 102"/>
                <a:gd name="T10" fmla="*/ 109 w 115"/>
                <a:gd name="T11" fmla="*/ 92 h 102"/>
                <a:gd name="T12" fmla="*/ 109 w 115"/>
                <a:gd name="T13" fmla="*/ 92 h 102"/>
                <a:gd name="T14" fmla="*/ 50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50" y="0"/>
                  </a:moveTo>
                  <a:lnTo>
                    <a:pt x="50" y="0"/>
                  </a:lnTo>
                  <a:cubicBezTo>
                    <a:pt x="36" y="11"/>
                    <a:pt x="21" y="22"/>
                    <a:pt x="6" y="32"/>
                  </a:cubicBezTo>
                  <a:cubicBezTo>
                    <a:pt x="4" y="51"/>
                    <a:pt x="2" y="70"/>
                    <a:pt x="0" y="87"/>
                  </a:cubicBezTo>
                  <a:cubicBezTo>
                    <a:pt x="30" y="97"/>
                    <a:pt x="56" y="102"/>
                    <a:pt x="76" y="102"/>
                  </a:cubicBezTo>
                  <a:cubicBezTo>
                    <a:pt x="93" y="102"/>
                    <a:pt x="106" y="98"/>
                    <a:pt x="109" y="92"/>
                  </a:cubicBezTo>
                  <a:lnTo>
                    <a:pt x="109" y="92"/>
                  </a:lnTo>
                  <a:cubicBezTo>
                    <a:pt x="115" y="82"/>
                    <a:pt x="103" y="48"/>
                    <a:pt x="5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6" name="Freeform 23">
              <a:extLst>
                <a:ext uri="{FF2B5EF4-FFF2-40B4-BE49-F238E27FC236}">
                  <a16:creationId xmlns:a16="http://schemas.microsoft.com/office/drawing/2014/main" id="{58103AB5-AAAC-FFF7-24FB-448225A086AB}"/>
                </a:ext>
              </a:extLst>
            </p:cNvPr>
            <p:cNvSpPr>
              <a:spLocks noEditPoints="1"/>
            </p:cNvSpPr>
            <p:nvPr/>
          </p:nvSpPr>
          <p:spPr bwMode="auto">
            <a:xfrm>
              <a:off x="6515101" y="2628900"/>
              <a:ext cx="1622425" cy="1636713"/>
            </a:xfrm>
            <a:custGeom>
              <a:avLst/>
              <a:gdLst>
                <a:gd name="T0" fmla="*/ 626 w 788"/>
                <a:gd name="T1" fmla="*/ 528 h 788"/>
                <a:gd name="T2" fmla="*/ 626 w 788"/>
                <a:gd name="T3" fmla="*/ 528 h 788"/>
                <a:gd name="T4" fmla="*/ 562 w 788"/>
                <a:gd name="T5" fmla="*/ 556 h 788"/>
                <a:gd name="T6" fmla="*/ 479 w 788"/>
                <a:gd name="T7" fmla="*/ 541 h 788"/>
                <a:gd name="T8" fmla="*/ 394 w 788"/>
                <a:gd name="T9" fmla="*/ 662 h 788"/>
                <a:gd name="T10" fmla="*/ 308 w 788"/>
                <a:gd name="T11" fmla="*/ 541 h 788"/>
                <a:gd name="T12" fmla="*/ 225 w 788"/>
                <a:gd name="T13" fmla="*/ 556 h 788"/>
                <a:gd name="T14" fmla="*/ 161 w 788"/>
                <a:gd name="T15" fmla="*/ 528 h 788"/>
                <a:gd name="T16" fmla="*/ 198 w 788"/>
                <a:gd name="T17" fmla="*/ 420 h 788"/>
                <a:gd name="T18" fmla="*/ 223 w 788"/>
                <a:gd name="T19" fmla="*/ 394 h 788"/>
                <a:gd name="T20" fmla="*/ 161 w 788"/>
                <a:gd name="T21" fmla="*/ 259 h 788"/>
                <a:gd name="T22" fmla="*/ 225 w 788"/>
                <a:gd name="T23" fmla="*/ 231 h 788"/>
                <a:gd name="T24" fmla="*/ 308 w 788"/>
                <a:gd name="T25" fmla="*/ 246 h 788"/>
                <a:gd name="T26" fmla="*/ 394 w 788"/>
                <a:gd name="T27" fmla="*/ 125 h 788"/>
                <a:gd name="T28" fmla="*/ 479 w 788"/>
                <a:gd name="T29" fmla="*/ 246 h 788"/>
                <a:gd name="T30" fmla="*/ 562 w 788"/>
                <a:gd name="T31" fmla="*/ 231 h 788"/>
                <a:gd name="T32" fmla="*/ 626 w 788"/>
                <a:gd name="T33" fmla="*/ 259 h 788"/>
                <a:gd name="T34" fmla="*/ 564 w 788"/>
                <a:gd name="T35" fmla="*/ 394 h 788"/>
                <a:gd name="T36" fmla="*/ 626 w 788"/>
                <a:gd name="T37" fmla="*/ 528 h 788"/>
                <a:gd name="T38" fmla="*/ 626 w 788"/>
                <a:gd name="T39" fmla="*/ 528 h 788"/>
                <a:gd name="T40" fmla="*/ 394 w 788"/>
                <a:gd name="T41" fmla="*/ 0 h 788"/>
                <a:gd name="T42" fmla="*/ 394 w 788"/>
                <a:gd name="T43" fmla="*/ 0 h 788"/>
                <a:gd name="T44" fmla="*/ 0 w 788"/>
                <a:gd name="T45" fmla="*/ 394 h 788"/>
                <a:gd name="T46" fmla="*/ 394 w 788"/>
                <a:gd name="T47" fmla="*/ 788 h 788"/>
                <a:gd name="T48" fmla="*/ 788 w 788"/>
                <a:gd name="T49" fmla="*/ 394 h 788"/>
                <a:gd name="T50" fmla="*/ 394 w 788"/>
                <a:gd name="T51"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8" h="788">
                  <a:moveTo>
                    <a:pt x="626" y="528"/>
                  </a:moveTo>
                  <a:lnTo>
                    <a:pt x="626" y="528"/>
                  </a:lnTo>
                  <a:cubicBezTo>
                    <a:pt x="619" y="541"/>
                    <a:pt x="602" y="556"/>
                    <a:pt x="562" y="556"/>
                  </a:cubicBezTo>
                  <a:cubicBezTo>
                    <a:pt x="539" y="556"/>
                    <a:pt x="511" y="551"/>
                    <a:pt x="479" y="541"/>
                  </a:cubicBezTo>
                  <a:cubicBezTo>
                    <a:pt x="461" y="619"/>
                    <a:pt x="431" y="662"/>
                    <a:pt x="394" y="662"/>
                  </a:cubicBezTo>
                  <a:cubicBezTo>
                    <a:pt x="356" y="662"/>
                    <a:pt x="326" y="619"/>
                    <a:pt x="308" y="541"/>
                  </a:cubicBezTo>
                  <a:cubicBezTo>
                    <a:pt x="277" y="551"/>
                    <a:pt x="248" y="556"/>
                    <a:pt x="225" y="556"/>
                  </a:cubicBezTo>
                  <a:cubicBezTo>
                    <a:pt x="185" y="556"/>
                    <a:pt x="168" y="541"/>
                    <a:pt x="161" y="528"/>
                  </a:cubicBezTo>
                  <a:cubicBezTo>
                    <a:pt x="150" y="509"/>
                    <a:pt x="148" y="476"/>
                    <a:pt x="198" y="420"/>
                  </a:cubicBezTo>
                  <a:cubicBezTo>
                    <a:pt x="205" y="411"/>
                    <a:pt x="214" y="403"/>
                    <a:pt x="223" y="394"/>
                  </a:cubicBezTo>
                  <a:cubicBezTo>
                    <a:pt x="164" y="339"/>
                    <a:pt x="142" y="292"/>
                    <a:pt x="161" y="259"/>
                  </a:cubicBezTo>
                  <a:cubicBezTo>
                    <a:pt x="168" y="247"/>
                    <a:pt x="185" y="231"/>
                    <a:pt x="225" y="231"/>
                  </a:cubicBezTo>
                  <a:cubicBezTo>
                    <a:pt x="248" y="231"/>
                    <a:pt x="276" y="237"/>
                    <a:pt x="308" y="246"/>
                  </a:cubicBezTo>
                  <a:cubicBezTo>
                    <a:pt x="326" y="168"/>
                    <a:pt x="356" y="125"/>
                    <a:pt x="394" y="125"/>
                  </a:cubicBezTo>
                  <a:cubicBezTo>
                    <a:pt x="431" y="125"/>
                    <a:pt x="461" y="168"/>
                    <a:pt x="479" y="246"/>
                  </a:cubicBezTo>
                  <a:cubicBezTo>
                    <a:pt x="511" y="237"/>
                    <a:pt x="540" y="231"/>
                    <a:pt x="562" y="231"/>
                  </a:cubicBezTo>
                  <a:cubicBezTo>
                    <a:pt x="602" y="231"/>
                    <a:pt x="619" y="247"/>
                    <a:pt x="626" y="259"/>
                  </a:cubicBezTo>
                  <a:cubicBezTo>
                    <a:pt x="645" y="292"/>
                    <a:pt x="623" y="339"/>
                    <a:pt x="564" y="394"/>
                  </a:cubicBezTo>
                  <a:cubicBezTo>
                    <a:pt x="623" y="448"/>
                    <a:pt x="645" y="496"/>
                    <a:pt x="626" y="528"/>
                  </a:cubicBezTo>
                  <a:lnTo>
                    <a:pt x="626" y="528"/>
                  </a:lnTo>
                  <a:close/>
                  <a:moveTo>
                    <a:pt x="394" y="0"/>
                  </a:moveTo>
                  <a:lnTo>
                    <a:pt x="394" y="0"/>
                  </a:lnTo>
                  <a:cubicBezTo>
                    <a:pt x="176" y="0"/>
                    <a:pt x="0" y="176"/>
                    <a:pt x="0" y="394"/>
                  </a:cubicBezTo>
                  <a:cubicBezTo>
                    <a:pt x="0" y="611"/>
                    <a:pt x="176" y="788"/>
                    <a:pt x="394" y="788"/>
                  </a:cubicBezTo>
                  <a:cubicBezTo>
                    <a:pt x="611" y="788"/>
                    <a:pt x="788" y="611"/>
                    <a:pt x="788" y="394"/>
                  </a:cubicBezTo>
                  <a:cubicBezTo>
                    <a:pt x="788" y="176"/>
                    <a:pt x="611" y="0"/>
                    <a:pt x="3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3" name="Freeform 24">
              <a:extLst>
                <a:ext uri="{FF2B5EF4-FFF2-40B4-BE49-F238E27FC236}">
                  <a16:creationId xmlns:a16="http://schemas.microsoft.com/office/drawing/2014/main" id="{667B0805-1C92-30CB-AF5C-5A9208F05858}"/>
                </a:ext>
              </a:extLst>
            </p:cNvPr>
            <p:cNvSpPr>
              <a:spLocks/>
            </p:cNvSpPr>
            <p:nvPr/>
          </p:nvSpPr>
          <p:spPr bwMode="auto">
            <a:xfrm>
              <a:off x="7408863" y="3616325"/>
              <a:ext cx="38100" cy="36513"/>
            </a:xfrm>
            <a:custGeom>
              <a:avLst/>
              <a:gdLst>
                <a:gd name="T0" fmla="*/ 0 w 19"/>
                <a:gd name="T1" fmla="*/ 11 h 18"/>
                <a:gd name="T2" fmla="*/ 0 w 19"/>
                <a:gd name="T3" fmla="*/ 11 h 18"/>
                <a:gd name="T4" fmla="*/ 17 w 19"/>
                <a:gd name="T5" fmla="*/ 18 h 18"/>
                <a:gd name="T6" fmla="*/ 19 w 19"/>
                <a:gd name="T7" fmla="*/ 0 h 18"/>
                <a:gd name="T8" fmla="*/ 10 w 19"/>
                <a:gd name="T9" fmla="*/ 5 h 18"/>
                <a:gd name="T10" fmla="*/ 0 w 19"/>
                <a:gd name="T11" fmla="*/ 11 h 18"/>
              </a:gdLst>
              <a:ahLst/>
              <a:cxnLst>
                <a:cxn ang="0">
                  <a:pos x="T0" y="T1"/>
                </a:cxn>
                <a:cxn ang="0">
                  <a:pos x="T2" y="T3"/>
                </a:cxn>
                <a:cxn ang="0">
                  <a:pos x="T4" y="T5"/>
                </a:cxn>
                <a:cxn ang="0">
                  <a:pos x="T6" y="T7"/>
                </a:cxn>
                <a:cxn ang="0">
                  <a:pos x="T8" y="T9"/>
                </a:cxn>
                <a:cxn ang="0">
                  <a:pos x="T10" y="T11"/>
                </a:cxn>
              </a:cxnLst>
              <a:rect l="0" t="0" r="r" b="b"/>
              <a:pathLst>
                <a:path w="19" h="18">
                  <a:moveTo>
                    <a:pt x="0" y="11"/>
                  </a:moveTo>
                  <a:lnTo>
                    <a:pt x="0" y="11"/>
                  </a:lnTo>
                  <a:cubicBezTo>
                    <a:pt x="6" y="13"/>
                    <a:pt x="11" y="15"/>
                    <a:pt x="17" y="18"/>
                  </a:cubicBezTo>
                  <a:cubicBezTo>
                    <a:pt x="18" y="12"/>
                    <a:pt x="18" y="6"/>
                    <a:pt x="19" y="0"/>
                  </a:cubicBezTo>
                  <a:cubicBezTo>
                    <a:pt x="16" y="2"/>
                    <a:pt x="13" y="4"/>
                    <a:pt x="10" y="5"/>
                  </a:cubicBezTo>
                  <a:cubicBezTo>
                    <a:pt x="7" y="7"/>
                    <a:pt x="4" y="9"/>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5" name="Freeform 25">
              <a:extLst>
                <a:ext uri="{FF2B5EF4-FFF2-40B4-BE49-F238E27FC236}">
                  <a16:creationId xmlns:a16="http://schemas.microsoft.com/office/drawing/2014/main" id="{4906F78C-6C22-D390-E417-B4A16213A929}"/>
                </a:ext>
              </a:extLst>
            </p:cNvPr>
            <p:cNvSpPr>
              <a:spLocks/>
            </p:cNvSpPr>
            <p:nvPr/>
          </p:nvSpPr>
          <p:spPr bwMode="auto">
            <a:xfrm>
              <a:off x="7532688" y="3424238"/>
              <a:ext cx="28575" cy="44450"/>
            </a:xfrm>
            <a:custGeom>
              <a:avLst/>
              <a:gdLst>
                <a:gd name="T0" fmla="*/ 14 w 14"/>
                <a:gd name="T1" fmla="*/ 11 h 21"/>
                <a:gd name="T2" fmla="*/ 14 w 14"/>
                <a:gd name="T3" fmla="*/ 11 h 21"/>
                <a:gd name="T4" fmla="*/ 0 w 14"/>
                <a:gd name="T5" fmla="*/ 0 h 21"/>
                <a:gd name="T6" fmla="*/ 0 w 14"/>
                <a:gd name="T7" fmla="*/ 11 h 21"/>
                <a:gd name="T8" fmla="*/ 0 w 14"/>
                <a:gd name="T9" fmla="*/ 21 h 21"/>
                <a:gd name="T10" fmla="*/ 14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14" y="11"/>
                  </a:moveTo>
                  <a:lnTo>
                    <a:pt x="14" y="11"/>
                  </a:lnTo>
                  <a:cubicBezTo>
                    <a:pt x="9" y="7"/>
                    <a:pt x="5" y="3"/>
                    <a:pt x="0" y="0"/>
                  </a:cubicBezTo>
                  <a:cubicBezTo>
                    <a:pt x="0" y="3"/>
                    <a:pt x="0" y="7"/>
                    <a:pt x="0" y="11"/>
                  </a:cubicBezTo>
                  <a:cubicBezTo>
                    <a:pt x="0" y="14"/>
                    <a:pt x="0" y="18"/>
                    <a:pt x="0" y="21"/>
                  </a:cubicBezTo>
                  <a:cubicBezTo>
                    <a:pt x="5" y="18"/>
                    <a:pt x="9" y="14"/>
                    <a:pt x="14"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6" name="Freeform 26">
              <a:extLst>
                <a:ext uri="{FF2B5EF4-FFF2-40B4-BE49-F238E27FC236}">
                  <a16:creationId xmlns:a16="http://schemas.microsoft.com/office/drawing/2014/main" id="{7DF921E6-AB43-2928-020F-C670162F9E6C}"/>
                </a:ext>
              </a:extLst>
            </p:cNvPr>
            <p:cNvSpPr>
              <a:spLocks/>
            </p:cNvSpPr>
            <p:nvPr/>
          </p:nvSpPr>
          <p:spPr bwMode="auto">
            <a:xfrm>
              <a:off x="7515226" y="3186113"/>
              <a:ext cx="239713" cy="211138"/>
            </a:xfrm>
            <a:custGeom>
              <a:avLst/>
              <a:gdLst>
                <a:gd name="T0" fmla="*/ 50 w 116"/>
                <a:gd name="T1" fmla="*/ 102 h 102"/>
                <a:gd name="T2" fmla="*/ 50 w 116"/>
                <a:gd name="T3" fmla="*/ 102 h 102"/>
                <a:gd name="T4" fmla="*/ 109 w 116"/>
                <a:gd name="T5" fmla="*/ 9 h 102"/>
                <a:gd name="T6" fmla="*/ 76 w 116"/>
                <a:gd name="T7" fmla="*/ 0 h 102"/>
                <a:gd name="T8" fmla="*/ 0 w 116"/>
                <a:gd name="T9" fmla="*/ 14 h 102"/>
                <a:gd name="T10" fmla="*/ 6 w 116"/>
                <a:gd name="T11" fmla="*/ 69 h 102"/>
                <a:gd name="T12" fmla="*/ 50 w 116"/>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6" h="102">
                  <a:moveTo>
                    <a:pt x="50" y="102"/>
                  </a:moveTo>
                  <a:lnTo>
                    <a:pt x="50" y="102"/>
                  </a:lnTo>
                  <a:cubicBezTo>
                    <a:pt x="98" y="58"/>
                    <a:pt x="116" y="22"/>
                    <a:pt x="109" y="9"/>
                  </a:cubicBezTo>
                  <a:cubicBezTo>
                    <a:pt x="105" y="3"/>
                    <a:pt x="94" y="0"/>
                    <a:pt x="76" y="0"/>
                  </a:cubicBezTo>
                  <a:cubicBezTo>
                    <a:pt x="56" y="0"/>
                    <a:pt x="30" y="5"/>
                    <a:pt x="0" y="14"/>
                  </a:cubicBezTo>
                  <a:cubicBezTo>
                    <a:pt x="2" y="31"/>
                    <a:pt x="4" y="50"/>
                    <a:pt x="6" y="69"/>
                  </a:cubicBezTo>
                  <a:cubicBezTo>
                    <a:pt x="21" y="80"/>
                    <a:pt x="36" y="90"/>
                    <a:pt x="50"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7" name="Freeform 27">
              <a:extLst>
                <a:ext uri="{FF2B5EF4-FFF2-40B4-BE49-F238E27FC236}">
                  <a16:creationId xmlns:a16="http://schemas.microsoft.com/office/drawing/2014/main" id="{0A2F2BA6-4D17-35F4-677E-90477B9537A6}"/>
                </a:ext>
              </a:extLst>
            </p:cNvPr>
            <p:cNvSpPr>
              <a:spLocks noEditPoints="1"/>
            </p:cNvSpPr>
            <p:nvPr/>
          </p:nvSpPr>
          <p:spPr bwMode="auto">
            <a:xfrm>
              <a:off x="7194551" y="3295650"/>
              <a:ext cx="263525" cy="301625"/>
            </a:xfrm>
            <a:custGeom>
              <a:avLst/>
              <a:gdLst>
                <a:gd name="T0" fmla="*/ 64 w 128"/>
                <a:gd name="T1" fmla="*/ 124 h 145"/>
                <a:gd name="T2" fmla="*/ 64 w 128"/>
                <a:gd name="T3" fmla="*/ 124 h 145"/>
                <a:gd name="T4" fmla="*/ 13 w 128"/>
                <a:gd name="T5" fmla="*/ 73 h 145"/>
                <a:gd name="T6" fmla="*/ 64 w 128"/>
                <a:gd name="T7" fmla="*/ 22 h 145"/>
                <a:gd name="T8" fmla="*/ 115 w 128"/>
                <a:gd name="T9" fmla="*/ 73 h 145"/>
                <a:gd name="T10" fmla="*/ 64 w 128"/>
                <a:gd name="T11" fmla="*/ 124 h 145"/>
                <a:gd name="T12" fmla="*/ 64 w 128"/>
                <a:gd name="T13" fmla="*/ 124 h 145"/>
                <a:gd name="T14" fmla="*/ 96 w 128"/>
                <a:gd name="T15" fmla="*/ 17 h 145"/>
                <a:gd name="T16" fmla="*/ 96 w 128"/>
                <a:gd name="T17" fmla="*/ 17 h 145"/>
                <a:gd name="T18" fmla="*/ 64 w 128"/>
                <a:gd name="T19" fmla="*/ 0 h 145"/>
                <a:gd name="T20" fmla="*/ 32 w 128"/>
                <a:gd name="T21" fmla="*/ 17 h 145"/>
                <a:gd name="T22" fmla="*/ 1 w 128"/>
                <a:gd name="T23" fmla="*/ 36 h 145"/>
                <a:gd name="T24" fmla="*/ 0 w 128"/>
                <a:gd name="T25" fmla="*/ 73 h 145"/>
                <a:gd name="T26" fmla="*/ 1 w 128"/>
                <a:gd name="T27" fmla="*/ 109 h 145"/>
                <a:gd name="T28" fmla="*/ 32 w 128"/>
                <a:gd name="T29" fmla="*/ 128 h 145"/>
                <a:gd name="T30" fmla="*/ 64 w 128"/>
                <a:gd name="T31" fmla="*/ 145 h 145"/>
                <a:gd name="T32" fmla="*/ 96 w 128"/>
                <a:gd name="T33" fmla="*/ 128 h 145"/>
                <a:gd name="T34" fmla="*/ 127 w 128"/>
                <a:gd name="T35" fmla="*/ 109 h 145"/>
                <a:gd name="T36" fmla="*/ 128 w 128"/>
                <a:gd name="T37" fmla="*/ 73 h 145"/>
                <a:gd name="T38" fmla="*/ 127 w 128"/>
                <a:gd name="T39" fmla="*/ 36 h 145"/>
                <a:gd name="T40" fmla="*/ 96 w 128"/>
                <a:gd name="T41" fmla="*/ 1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45">
                  <a:moveTo>
                    <a:pt x="64" y="124"/>
                  </a:moveTo>
                  <a:lnTo>
                    <a:pt x="64" y="124"/>
                  </a:lnTo>
                  <a:cubicBezTo>
                    <a:pt x="36" y="124"/>
                    <a:pt x="13" y="101"/>
                    <a:pt x="13" y="73"/>
                  </a:cubicBezTo>
                  <a:cubicBezTo>
                    <a:pt x="13" y="44"/>
                    <a:pt x="36" y="22"/>
                    <a:pt x="64" y="22"/>
                  </a:cubicBezTo>
                  <a:cubicBezTo>
                    <a:pt x="92" y="22"/>
                    <a:pt x="115" y="44"/>
                    <a:pt x="115" y="73"/>
                  </a:cubicBezTo>
                  <a:cubicBezTo>
                    <a:pt x="115" y="101"/>
                    <a:pt x="92" y="124"/>
                    <a:pt x="64" y="124"/>
                  </a:cubicBezTo>
                  <a:lnTo>
                    <a:pt x="64" y="124"/>
                  </a:lnTo>
                  <a:close/>
                  <a:moveTo>
                    <a:pt x="96" y="17"/>
                  </a:moveTo>
                  <a:lnTo>
                    <a:pt x="96" y="17"/>
                  </a:lnTo>
                  <a:cubicBezTo>
                    <a:pt x="85" y="11"/>
                    <a:pt x="75" y="5"/>
                    <a:pt x="64" y="0"/>
                  </a:cubicBezTo>
                  <a:cubicBezTo>
                    <a:pt x="53" y="5"/>
                    <a:pt x="42" y="11"/>
                    <a:pt x="32" y="17"/>
                  </a:cubicBezTo>
                  <a:cubicBezTo>
                    <a:pt x="21" y="23"/>
                    <a:pt x="11" y="29"/>
                    <a:pt x="1" y="36"/>
                  </a:cubicBezTo>
                  <a:cubicBezTo>
                    <a:pt x="0" y="49"/>
                    <a:pt x="0" y="61"/>
                    <a:pt x="0" y="73"/>
                  </a:cubicBezTo>
                  <a:cubicBezTo>
                    <a:pt x="0" y="84"/>
                    <a:pt x="0" y="97"/>
                    <a:pt x="1" y="109"/>
                  </a:cubicBezTo>
                  <a:cubicBezTo>
                    <a:pt x="11" y="116"/>
                    <a:pt x="21" y="122"/>
                    <a:pt x="32" y="128"/>
                  </a:cubicBezTo>
                  <a:cubicBezTo>
                    <a:pt x="42" y="134"/>
                    <a:pt x="53" y="140"/>
                    <a:pt x="64" y="145"/>
                  </a:cubicBezTo>
                  <a:cubicBezTo>
                    <a:pt x="75" y="140"/>
                    <a:pt x="85" y="134"/>
                    <a:pt x="96" y="128"/>
                  </a:cubicBezTo>
                  <a:cubicBezTo>
                    <a:pt x="106" y="122"/>
                    <a:pt x="116" y="116"/>
                    <a:pt x="127" y="109"/>
                  </a:cubicBezTo>
                  <a:cubicBezTo>
                    <a:pt x="127" y="97"/>
                    <a:pt x="128" y="85"/>
                    <a:pt x="128" y="73"/>
                  </a:cubicBezTo>
                  <a:cubicBezTo>
                    <a:pt x="128" y="60"/>
                    <a:pt x="127" y="48"/>
                    <a:pt x="127" y="36"/>
                  </a:cubicBezTo>
                  <a:cubicBezTo>
                    <a:pt x="116" y="29"/>
                    <a:pt x="106" y="23"/>
                    <a:pt x="96"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pic>
        <p:nvPicPr>
          <p:cNvPr id="88" name="Graphic 87" descr="Harvey Balls 0% with solid fill">
            <a:extLst>
              <a:ext uri="{FF2B5EF4-FFF2-40B4-BE49-F238E27FC236}">
                <a16:creationId xmlns:a16="http://schemas.microsoft.com/office/drawing/2014/main" id="{9BF498B9-F72F-016B-5581-58DDF446D4F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489446" y="5507"/>
            <a:ext cx="678580" cy="643491"/>
          </a:xfrm>
          <a:prstGeom prst="rect">
            <a:avLst/>
          </a:prstGeom>
        </p:spPr>
      </p:pic>
      <p:sp>
        <p:nvSpPr>
          <p:cNvPr id="89" name="Freeform 566">
            <a:extLst>
              <a:ext uri="{FF2B5EF4-FFF2-40B4-BE49-F238E27FC236}">
                <a16:creationId xmlns:a16="http://schemas.microsoft.com/office/drawing/2014/main" id="{AB1014E8-0BF6-0542-4027-0EB4D6958DAF}"/>
              </a:ext>
            </a:extLst>
          </p:cNvPr>
          <p:cNvSpPr>
            <a:spLocks noChangeAspect="1" noEditPoints="1"/>
          </p:cNvSpPr>
          <p:nvPr/>
        </p:nvSpPr>
        <p:spPr bwMode="auto">
          <a:xfrm>
            <a:off x="6646156" y="160280"/>
            <a:ext cx="356693" cy="338249"/>
          </a:xfrm>
          <a:custGeom>
            <a:avLst/>
            <a:gdLst>
              <a:gd name="T0" fmla="*/ 364 w 512"/>
              <a:gd name="T1" fmla="*/ 138 h 512"/>
              <a:gd name="T2" fmla="*/ 393 w 512"/>
              <a:gd name="T3" fmla="*/ 352 h 512"/>
              <a:gd name="T4" fmla="*/ 310 w 512"/>
              <a:gd name="T5" fmla="*/ 352 h 512"/>
              <a:gd name="T6" fmla="*/ 329 w 512"/>
              <a:gd name="T7" fmla="*/ 138 h 512"/>
              <a:gd name="T8" fmla="*/ 364 w 512"/>
              <a:gd name="T9" fmla="*/ 138 h 512"/>
              <a:gd name="T10" fmla="*/ 213 w 512"/>
              <a:gd name="T11" fmla="*/ 233 h 512"/>
              <a:gd name="T12" fmla="*/ 213 w 512"/>
              <a:gd name="T13" fmla="*/ 352 h 512"/>
              <a:gd name="T14" fmla="*/ 289 w 512"/>
              <a:gd name="T15" fmla="*/ 352 h 512"/>
              <a:gd name="T16" fmla="*/ 294 w 512"/>
              <a:gd name="T17" fmla="*/ 287 h 512"/>
              <a:gd name="T18" fmla="*/ 292 w 512"/>
              <a:gd name="T19" fmla="*/ 286 h 512"/>
              <a:gd name="T20" fmla="*/ 213 w 512"/>
              <a:gd name="T21" fmla="*/ 233 h 512"/>
              <a:gd name="T22" fmla="*/ 117 w 512"/>
              <a:gd name="T23" fmla="*/ 352 h 512"/>
              <a:gd name="T24" fmla="*/ 192 w 512"/>
              <a:gd name="T25" fmla="*/ 352 h 512"/>
              <a:gd name="T26" fmla="*/ 192 w 512"/>
              <a:gd name="T27" fmla="*/ 283 h 512"/>
              <a:gd name="T28" fmla="*/ 117 w 512"/>
              <a:gd name="T29" fmla="*/ 233 h 512"/>
              <a:gd name="T30" fmla="*/ 117 w 512"/>
              <a:gd name="T31" fmla="*/ 352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416 w 512"/>
              <a:gd name="T43" fmla="*/ 361 h 512"/>
              <a:gd name="T44" fmla="*/ 384 w 512"/>
              <a:gd name="T45" fmla="*/ 126 h 512"/>
              <a:gd name="T46" fmla="*/ 373 w 512"/>
              <a:gd name="T47" fmla="*/ 117 h 512"/>
              <a:gd name="T48" fmla="*/ 320 w 512"/>
              <a:gd name="T49" fmla="*/ 117 h 512"/>
              <a:gd name="T50" fmla="*/ 309 w 512"/>
              <a:gd name="T51" fmla="*/ 127 h 512"/>
              <a:gd name="T52" fmla="*/ 297 w 512"/>
              <a:gd name="T53" fmla="*/ 263 h 512"/>
              <a:gd name="T54" fmla="*/ 208 w 512"/>
              <a:gd name="T55" fmla="*/ 204 h 512"/>
              <a:gd name="T56" fmla="*/ 197 w 512"/>
              <a:gd name="T57" fmla="*/ 204 h 512"/>
              <a:gd name="T58" fmla="*/ 192 w 512"/>
              <a:gd name="T59" fmla="*/ 213 h 512"/>
              <a:gd name="T60" fmla="*/ 192 w 512"/>
              <a:gd name="T61" fmla="*/ 257 h 512"/>
              <a:gd name="T62" fmla="*/ 112 w 512"/>
              <a:gd name="T63" fmla="*/ 204 h 512"/>
              <a:gd name="T64" fmla="*/ 101 w 512"/>
              <a:gd name="T65" fmla="*/ 204 h 512"/>
              <a:gd name="T66" fmla="*/ 96 w 512"/>
              <a:gd name="T67" fmla="*/ 213 h 512"/>
              <a:gd name="T68" fmla="*/ 96 w 512"/>
              <a:gd name="T69" fmla="*/ 362 h 512"/>
              <a:gd name="T70" fmla="*/ 106 w 512"/>
              <a:gd name="T71" fmla="*/ 373 h 512"/>
              <a:gd name="T72" fmla="*/ 405 w 512"/>
              <a:gd name="T73" fmla="*/ 373 h 512"/>
              <a:gd name="T74" fmla="*/ 413 w 512"/>
              <a:gd name="T75" fmla="*/ 369 h 512"/>
              <a:gd name="T76" fmla="*/ 416 w 512"/>
              <a:gd name="T77" fmla="*/ 3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64" y="138"/>
                </a:moveTo>
                <a:cubicBezTo>
                  <a:pt x="393" y="352"/>
                  <a:pt x="393" y="352"/>
                  <a:pt x="393" y="352"/>
                </a:cubicBezTo>
                <a:cubicBezTo>
                  <a:pt x="310" y="352"/>
                  <a:pt x="310" y="352"/>
                  <a:pt x="310" y="352"/>
                </a:cubicBezTo>
                <a:cubicBezTo>
                  <a:pt x="329" y="138"/>
                  <a:pt x="329" y="138"/>
                  <a:pt x="329" y="138"/>
                </a:cubicBezTo>
                <a:lnTo>
                  <a:pt x="364" y="138"/>
                </a:lnTo>
                <a:close/>
                <a:moveTo>
                  <a:pt x="213" y="233"/>
                </a:moveTo>
                <a:cubicBezTo>
                  <a:pt x="213" y="352"/>
                  <a:pt x="213" y="352"/>
                  <a:pt x="213" y="352"/>
                </a:cubicBezTo>
                <a:cubicBezTo>
                  <a:pt x="289" y="352"/>
                  <a:pt x="289" y="352"/>
                  <a:pt x="289" y="352"/>
                </a:cubicBezTo>
                <a:cubicBezTo>
                  <a:pt x="294" y="287"/>
                  <a:pt x="294" y="287"/>
                  <a:pt x="294" y="287"/>
                </a:cubicBezTo>
                <a:cubicBezTo>
                  <a:pt x="294" y="286"/>
                  <a:pt x="293" y="286"/>
                  <a:pt x="292" y="286"/>
                </a:cubicBezTo>
                <a:lnTo>
                  <a:pt x="213" y="233"/>
                </a:lnTo>
                <a:close/>
                <a:moveTo>
                  <a:pt x="117" y="352"/>
                </a:moveTo>
                <a:cubicBezTo>
                  <a:pt x="192" y="352"/>
                  <a:pt x="192" y="352"/>
                  <a:pt x="192" y="352"/>
                </a:cubicBezTo>
                <a:cubicBezTo>
                  <a:pt x="192" y="283"/>
                  <a:pt x="192" y="283"/>
                  <a:pt x="192" y="283"/>
                </a:cubicBezTo>
                <a:cubicBezTo>
                  <a:pt x="117" y="233"/>
                  <a:pt x="117" y="233"/>
                  <a:pt x="117" y="233"/>
                </a:cubicBezTo>
                <a:lnTo>
                  <a:pt x="117"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361"/>
                </a:moveTo>
                <a:cubicBezTo>
                  <a:pt x="384" y="126"/>
                  <a:pt x="384" y="126"/>
                  <a:pt x="384" y="126"/>
                </a:cubicBezTo>
                <a:cubicBezTo>
                  <a:pt x="383" y="121"/>
                  <a:pt x="378" y="117"/>
                  <a:pt x="373" y="117"/>
                </a:cubicBezTo>
                <a:cubicBezTo>
                  <a:pt x="320" y="117"/>
                  <a:pt x="320" y="117"/>
                  <a:pt x="320" y="117"/>
                </a:cubicBezTo>
                <a:cubicBezTo>
                  <a:pt x="314" y="117"/>
                  <a:pt x="310" y="121"/>
                  <a:pt x="309" y="127"/>
                </a:cubicBezTo>
                <a:cubicBezTo>
                  <a:pt x="297" y="263"/>
                  <a:pt x="297" y="263"/>
                  <a:pt x="297" y="263"/>
                </a:cubicBezTo>
                <a:cubicBezTo>
                  <a:pt x="208" y="204"/>
                  <a:pt x="208" y="204"/>
                  <a:pt x="208" y="204"/>
                </a:cubicBezTo>
                <a:cubicBezTo>
                  <a:pt x="205" y="202"/>
                  <a:pt x="201" y="202"/>
                  <a:pt x="197" y="204"/>
                </a:cubicBezTo>
                <a:cubicBezTo>
                  <a:pt x="194" y="205"/>
                  <a:pt x="192" y="209"/>
                  <a:pt x="192" y="213"/>
                </a:cubicBezTo>
                <a:cubicBezTo>
                  <a:pt x="192" y="257"/>
                  <a:pt x="192" y="257"/>
                  <a:pt x="192" y="257"/>
                </a:cubicBezTo>
                <a:cubicBezTo>
                  <a:pt x="112" y="204"/>
                  <a:pt x="112" y="204"/>
                  <a:pt x="112" y="204"/>
                </a:cubicBezTo>
                <a:cubicBezTo>
                  <a:pt x="109" y="202"/>
                  <a:pt x="105" y="202"/>
                  <a:pt x="101" y="204"/>
                </a:cubicBezTo>
                <a:cubicBezTo>
                  <a:pt x="98" y="205"/>
                  <a:pt x="96" y="209"/>
                  <a:pt x="96" y="213"/>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4"/>
                  <a:pt x="416" y="36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95" name="Rectangle 24">
            <a:extLst>
              <a:ext uri="{FF2B5EF4-FFF2-40B4-BE49-F238E27FC236}">
                <a16:creationId xmlns:a16="http://schemas.microsoft.com/office/drawing/2014/main" id="{05757956-ED4C-47E5-DE58-AABFEFDC6F4F}"/>
              </a:ext>
            </a:extLst>
          </p:cNvPr>
          <p:cNvSpPr/>
          <p:nvPr/>
        </p:nvSpPr>
        <p:spPr bwMode="gray">
          <a:xfrm>
            <a:off x="877740" y="-900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Offerings</a:t>
            </a:r>
          </a:p>
        </p:txBody>
      </p:sp>
      <p:sp>
        <p:nvSpPr>
          <p:cNvPr id="98" name="Freeform 15">
            <a:extLst>
              <a:ext uri="{FF2B5EF4-FFF2-40B4-BE49-F238E27FC236}">
                <a16:creationId xmlns:a16="http://schemas.microsoft.com/office/drawing/2014/main" id="{6012B939-C84D-C6CA-9934-884A477BC7A9}"/>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99" name="Freeform 16">
            <a:extLst>
              <a:ext uri="{FF2B5EF4-FFF2-40B4-BE49-F238E27FC236}">
                <a16:creationId xmlns:a16="http://schemas.microsoft.com/office/drawing/2014/main" id="{5437BDA0-A25A-AA73-731B-C7176BA9C716}"/>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00" name="Freeform 6">
            <a:extLst>
              <a:ext uri="{FF2B5EF4-FFF2-40B4-BE49-F238E27FC236}">
                <a16:creationId xmlns:a16="http://schemas.microsoft.com/office/drawing/2014/main" id="{F1A940D9-F29C-3050-DFE7-A40B74F91831}"/>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01" name="Freeform 6">
            <a:extLst>
              <a:ext uri="{FF2B5EF4-FFF2-40B4-BE49-F238E27FC236}">
                <a16:creationId xmlns:a16="http://schemas.microsoft.com/office/drawing/2014/main" id="{43813DBB-0895-C9ED-5219-09F75808825D}"/>
              </a:ext>
            </a:extLst>
          </p:cNvPr>
          <p:cNvSpPr>
            <a:spLocks/>
          </p:cNvSpPr>
          <p:nvPr/>
        </p:nvSpPr>
        <p:spPr bwMode="gray">
          <a:xfrm>
            <a:off x="640908" y="-1148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02" name="Freeform 15">
            <a:extLst>
              <a:ext uri="{FF2B5EF4-FFF2-40B4-BE49-F238E27FC236}">
                <a16:creationId xmlns:a16="http://schemas.microsoft.com/office/drawing/2014/main" id="{3A72282A-096E-2417-E105-BB0788689298}"/>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03" name="Freeform 16">
            <a:extLst>
              <a:ext uri="{FF2B5EF4-FFF2-40B4-BE49-F238E27FC236}">
                <a16:creationId xmlns:a16="http://schemas.microsoft.com/office/drawing/2014/main" id="{4C3D0CAF-C758-1977-E9D6-3A7D3A496554}"/>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04" name="Freeform 6">
            <a:extLst>
              <a:ext uri="{FF2B5EF4-FFF2-40B4-BE49-F238E27FC236}">
                <a16:creationId xmlns:a16="http://schemas.microsoft.com/office/drawing/2014/main" id="{3FE9BFD2-1D6D-C986-C5EE-59C5734D5411}"/>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05" name="Freeform 6">
            <a:extLst>
              <a:ext uri="{FF2B5EF4-FFF2-40B4-BE49-F238E27FC236}">
                <a16:creationId xmlns:a16="http://schemas.microsoft.com/office/drawing/2014/main" id="{B7EA6C39-ED6E-7B90-D558-D93C4AE7F897}"/>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pic>
        <p:nvPicPr>
          <p:cNvPr id="47" name="Graphic 46" descr="Harvey Balls 0% with solid fill">
            <a:extLst>
              <a:ext uri="{FF2B5EF4-FFF2-40B4-BE49-F238E27FC236}">
                <a16:creationId xmlns:a16="http://schemas.microsoft.com/office/drawing/2014/main" id="{9A7A263C-EA85-9A7E-65A1-305A056B62B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557410" y="15128"/>
            <a:ext cx="678580" cy="643491"/>
          </a:xfrm>
          <a:prstGeom prst="rect">
            <a:avLst/>
          </a:prstGeom>
        </p:spPr>
      </p:pic>
      <p:sp>
        <p:nvSpPr>
          <p:cNvPr id="110" name="Freeform 115">
            <a:extLst>
              <a:ext uri="{FF2B5EF4-FFF2-40B4-BE49-F238E27FC236}">
                <a16:creationId xmlns:a16="http://schemas.microsoft.com/office/drawing/2014/main" id="{E74DD7D2-1EF1-7151-F439-59A867F35101}"/>
              </a:ext>
            </a:extLst>
          </p:cNvPr>
          <p:cNvSpPr>
            <a:spLocks noChangeAspect="1" noEditPoints="1"/>
          </p:cNvSpPr>
          <p:nvPr/>
        </p:nvSpPr>
        <p:spPr bwMode="auto">
          <a:xfrm>
            <a:off x="10717564" y="166297"/>
            <a:ext cx="352618" cy="352618"/>
          </a:xfrm>
          <a:custGeom>
            <a:avLst/>
            <a:gdLst>
              <a:gd name="T0" fmla="*/ 224 w 512"/>
              <a:gd name="T1" fmla="*/ 309 h 512"/>
              <a:gd name="T2" fmla="*/ 288 w 512"/>
              <a:gd name="T3" fmla="*/ 309 h 512"/>
              <a:gd name="T4" fmla="*/ 288 w 512"/>
              <a:gd name="T5" fmla="*/ 373 h 512"/>
              <a:gd name="T6" fmla="*/ 224 w 512"/>
              <a:gd name="T7" fmla="*/ 373 h 512"/>
              <a:gd name="T8" fmla="*/ 224 w 512"/>
              <a:gd name="T9" fmla="*/ 309 h 512"/>
              <a:gd name="T10" fmla="*/ 224 w 512"/>
              <a:gd name="T11" fmla="*/ 202 h 512"/>
              <a:gd name="T12" fmla="*/ 288 w 512"/>
              <a:gd name="T13" fmla="*/ 202 h 512"/>
              <a:gd name="T14" fmla="*/ 288 w 512"/>
              <a:gd name="T15" fmla="*/ 138 h 512"/>
              <a:gd name="T16" fmla="*/ 224 w 512"/>
              <a:gd name="T17" fmla="*/ 138 h 512"/>
              <a:gd name="T18" fmla="*/ 224 w 512"/>
              <a:gd name="T19" fmla="*/ 202 h 512"/>
              <a:gd name="T20" fmla="*/ 224 w 512"/>
              <a:gd name="T21" fmla="*/ 288 h 512"/>
              <a:gd name="T22" fmla="*/ 288 w 512"/>
              <a:gd name="T23" fmla="*/ 288 h 512"/>
              <a:gd name="T24" fmla="*/ 288 w 512"/>
              <a:gd name="T25" fmla="*/ 224 h 512"/>
              <a:gd name="T26" fmla="*/ 224 w 512"/>
              <a:gd name="T27" fmla="*/ 224 h 512"/>
              <a:gd name="T28" fmla="*/ 224 w 512"/>
              <a:gd name="T29" fmla="*/ 288 h 512"/>
              <a:gd name="T30" fmla="*/ 138 w 512"/>
              <a:gd name="T31" fmla="*/ 288 h 512"/>
              <a:gd name="T32" fmla="*/ 202 w 512"/>
              <a:gd name="T33" fmla="*/ 288 h 512"/>
              <a:gd name="T34" fmla="*/ 202 w 512"/>
              <a:gd name="T35" fmla="*/ 224 h 512"/>
              <a:gd name="T36" fmla="*/ 138 w 512"/>
              <a:gd name="T37" fmla="*/ 224 h 512"/>
              <a:gd name="T38" fmla="*/ 138 w 512"/>
              <a:gd name="T39" fmla="*/ 288 h 512"/>
              <a:gd name="T40" fmla="*/ 138 w 512"/>
              <a:gd name="T41" fmla="*/ 373 h 512"/>
              <a:gd name="T42" fmla="*/ 202 w 512"/>
              <a:gd name="T43" fmla="*/ 373 h 512"/>
              <a:gd name="T44" fmla="*/ 202 w 512"/>
              <a:gd name="T45" fmla="*/ 309 h 512"/>
              <a:gd name="T46" fmla="*/ 138 w 512"/>
              <a:gd name="T47" fmla="*/ 309 h 512"/>
              <a:gd name="T48" fmla="*/ 138 w 512"/>
              <a:gd name="T49" fmla="*/ 373 h 512"/>
              <a:gd name="T50" fmla="*/ 138 w 512"/>
              <a:gd name="T51" fmla="*/ 202 h 512"/>
              <a:gd name="T52" fmla="*/ 202 w 512"/>
              <a:gd name="T53" fmla="*/ 202 h 512"/>
              <a:gd name="T54" fmla="*/ 202 w 512"/>
              <a:gd name="T55" fmla="*/ 138 h 512"/>
              <a:gd name="T56" fmla="*/ 138 w 512"/>
              <a:gd name="T57" fmla="*/ 138 h 512"/>
              <a:gd name="T58" fmla="*/ 138 w 512"/>
              <a:gd name="T59" fmla="*/ 202 h 512"/>
              <a:gd name="T60" fmla="*/ 309 w 512"/>
              <a:gd name="T61" fmla="*/ 202 h 512"/>
              <a:gd name="T62" fmla="*/ 373 w 512"/>
              <a:gd name="T63" fmla="*/ 202 h 512"/>
              <a:gd name="T64" fmla="*/ 373 w 512"/>
              <a:gd name="T65" fmla="*/ 138 h 512"/>
              <a:gd name="T66" fmla="*/ 309 w 512"/>
              <a:gd name="T67" fmla="*/ 138 h 512"/>
              <a:gd name="T68" fmla="*/ 309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394 w 512"/>
              <a:gd name="T81" fmla="*/ 128 h 512"/>
              <a:gd name="T82" fmla="*/ 384 w 512"/>
              <a:gd name="T83" fmla="*/ 117 h 512"/>
              <a:gd name="T84" fmla="*/ 128 w 512"/>
              <a:gd name="T85" fmla="*/ 117 h 512"/>
              <a:gd name="T86" fmla="*/ 117 w 512"/>
              <a:gd name="T87" fmla="*/ 128 h 512"/>
              <a:gd name="T88" fmla="*/ 117 w 512"/>
              <a:gd name="T89" fmla="*/ 384 h 512"/>
              <a:gd name="T90" fmla="*/ 128 w 512"/>
              <a:gd name="T91" fmla="*/ 394 h 512"/>
              <a:gd name="T92" fmla="*/ 384 w 512"/>
              <a:gd name="T93" fmla="*/ 394 h 512"/>
              <a:gd name="T94" fmla="*/ 394 w 512"/>
              <a:gd name="T95" fmla="*/ 384 h 512"/>
              <a:gd name="T96" fmla="*/ 394 w 512"/>
              <a:gd name="T97" fmla="*/ 128 h 512"/>
              <a:gd name="T98" fmla="*/ 309 w 512"/>
              <a:gd name="T99" fmla="*/ 288 h 512"/>
              <a:gd name="T100" fmla="*/ 373 w 512"/>
              <a:gd name="T101" fmla="*/ 288 h 512"/>
              <a:gd name="T102" fmla="*/ 373 w 512"/>
              <a:gd name="T103" fmla="*/ 224 h 512"/>
              <a:gd name="T104" fmla="*/ 309 w 512"/>
              <a:gd name="T105" fmla="*/ 224 h 512"/>
              <a:gd name="T106" fmla="*/ 309 w 512"/>
              <a:gd name="T107" fmla="*/ 288 h 512"/>
              <a:gd name="T108" fmla="*/ 309 w 512"/>
              <a:gd name="T109" fmla="*/ 373 h 512"/>
              <a:gd name="T110" fmla="*/ 373 w 512"/>
              <a:gd name="T111" fmla="*/ 373 h 512"/>
              <a:gd name="T112" fmla="*/ 373 w 512"/>
              <a:gd name="T113" fmla="*/ 309 h 512"/>
              <a:gd name="T114" fmla="*/ 309 w 512"/>
              <a:gd name="T115" fmla="*/ 309 h 512"/>
              <a:gd name="T116" fmla="*/ 309 w 512"/>
              <a:gd name="T117"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224" y="309"/>
                </a:moveTo>
                <a:cubicBezTo>
                  <a:pt x="288" y="309"/>
                  <a:pt x="288" y="309"/>
                  <a:pt x="288" y="309"/>
                </a:cubicBezTo>
                <a:cubicBezTo>
                  <a:pt x="288" y="373"/>
                  <a:pt x="288" y="373"/>
                  <a:pt x="288" y="373"/>
                </a:cubicBezTo>
                <a:cubicBezTo>
                  <a:pt x="224" y="373"/>
                  <a:pt x="224" y="373"/>
                  <a:pt x="224" y="373"/>
                </a:cubicBezTo>
                <a:lnTo>
                  <a:pt x="224" y="309"/>
                </a:lnTo>
                <a:close/>
                <a:moveTo>
                  <a:pt x="224" y="202"/>
                </a:moveTo>
                <a:cubicBezTo>
                  <a:pt x="288" y="202"/>
                  <a:pt x="288" y="202"/>
                  <a:pt x="288" y="202"/>
                </a:cubicBezTo>
                <a:cubicBezTo>
                  <a:pt x="288" y="138"/>
                  <a:pt x="288" y="138"/>
                  <a:pt x="288" y="138"/>
                </a:cubicBezTo>
                <a:cubicBezTo>
                  <a:pt x="224" y="138"/>
                  <a:pt x="224" y="138"/>
                  <a:pt x="224" y="138"/>
                </a:cubicBezTo>
                <a:lnTo>
                  <a:pt x="224" y="202"/>
                </a:lnTo>
                <a:close/>
                <a:moveTo>
                  <a:pt x="224" y="288"/>
                </a:moveTo>
                <a:cubicBezTo>
                  <a:pt x="288" y="288"/>
                  <a:pt x="288" y="288"/>
                  <a:pt x="288" y="288"/>
                </a:cubicBezTo>
                <a:cubicBezTo>
                  <a:pt x="288" y="224"/>
                  <a:pt x="288" y="224"/>
                  <a:pt x="288" y="224"/>
                </a:cubicBezTo>
                <a:cubicBezTo>
                  <a:pt x="224" y="224"/>
                  <a:pt x="224" y="224"/>
                  <a:pt x="224" y="224"/>
                </a:cubicBezTo>
                <a:lnTo>
                  <a:pt x="224" y="288"/>
                </a:lnTo>
                <a:close/>
                <a:moveTo>
                  <a:pt x="138" y="288"/>
                </a:moveTo>
                <a:cubicBezTo>
                  <a:pt x="202" y="288"/>
                  <a:pt x="202" y="288"/>
                  <a:pt x="202" y="288"/>
                </a:cubicBezTo>
                <a:cubicBezTo>
                  <a:pt x="202" y="224"/>
                  <a:pt x="202" y="224"/>
                  <a:pt x="202" y="224"/>
                </a:cubicBezTo>
                <a:cubicBezTo>
                  <a:pt x="138" y="224"/>
                  <a:pt x="138" y="224"/>
                  <a:pt x="138" y="224"/>
                </a:cubicBezTo>
                <a:lnTo>
                  <a:pt x="138" y="288"/>
                </a:lnTo>
                <a:close/>
                <a:moveTo>
                  <a:pt x="138" y="373"/>
                </a:moveTo>
                <a:cubicBezTo>
                  <a:pt x="202" y="373"/>
                  <a:pt x="202" y="373"/>
                  <a:pt x="202" y="373"/>
                </a:cubicBezTo>
                <a:cubicBezTo>
                  <a:pt x="202" y="309"/>
                  <a:pt x="202" y="309"/>
                  <a:pt x="202" y="309"/>
                </a:cubicBezTo>
                <a:cubicBezTo>
                  <a:pt x="138" y="309"/>
                  <a:pt x="138" y="309"/>
                  <a:pt x="138" y="309"/>
                </a:cubicBezTo>
                <a:lnTo>
                  <a:pt x="138" y="373"/>
                </a:lnTo>
                <a:close/>
                <a:moveTo>
                  <a:pt x="138" y="202"/>
                </a:moveTo>
                <a:cubicBezTo>
                  <a:pt x="202" y="202"/>
                  <a:pt x="202" y="202"/>
                  <a:pt x="202" y="202"/>
                </a:cubicBezTo>
                <a:cubicBezTo>
                  <a:pt x="202" y="138"/>
                  <a:pt x="202" y="138"/>
                  <a:pt x="202" y="138"/>
                </a:cubicBezTo>
                <a:cubicBezTo>
                  <a:pt x="138" y="138"/>
                  <a:pt x="138" y="138"/>
                  <a:pt x="138" y="138"/>
                </a:cubicBezTo>
                <a:lnTo>
                  <a:pt x="138" y="202"/>
                </a:lnTo>
                <a:close/>
                <a:moveTo>
                  <a:pt x="309" y="202"/>
                </a:moveTo>
                <a:cubicBezTo>
                  <a:pt x="373" y="202"/>
                  <a:pt x="373" y="202"/>
                  <a:pt x="373" y="202"/>
                </a:cubicBezTo>
                <a:cubicBezTo>
                  <a:pt x="373" y="138"/>
                  <a:pt x="373" y="138"/>
                  <a:pt x="373" y="138"/>
                </a:cubicBezTo>
                <a:cubicBezTo>
                  <a:pt x="309" y="138"/>
                  <a:pt x="309" y="138"/>
                  <a:pt x="309" y="138"/>
                </a:cubicBezTo>
                <a:lnTo>
                  <a:pt x="309"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28"/>
                </a:moveTo>
                <a:cubicBezTo>
                  <a:pt x="394" y="122"/>
                  <a:pt x="390" y="117"/>
                  <a:pt x="384" y="117"/>
                </a:cubicBezTo>
                <a:cubicBezTo>
                  <a:pt x="128" y="117"/>
                  <a:pt x="128" y="117"/>
                  <a:pt x="128" y="117"/>
                </a:cubicBezTo>
                <a:cubicBezTo>
                  <a:pt x="122" y="117"/>
                  <a:pt x="117" y="122"/>
                  <a:pt x="117" y="128"/>
                </a:cubicBezTo>
                <a:cubicBezTo>
                  <a:pt x="117" y="384"/>
                  <a:pt x="117" y="384"/>
                  <a:pt x="117" y="384"/>
                </a:cubicBezTo>
                <a:cubicBezTo>
                  <a:pt x="117" y="390"/>
                  <a:pt x="122" y="394"/>
                  <a:pt x="128" y="394"/>
                </a:cubicBezTo>
                <a:cubicBezTo>
                  <a:pt x="384" y="394"/>
                  <a:pt x="384" y="394"/>
                  <a:pt x="384" y="394"/>
                </a:cubicBezTo>
                <a:cubicBezTo>
                  <a:pt x="390" y="394"/>
                  <a:pt x="394" y="390"/>
                  <a:pt x="394" y="384"/>
                </a:cubicBezTo>
                <a:lnTo>
                  <a:pt x="394" y="128"/>
                </a:lnTo>
                <a:close/>
                <a:moveTo>
                  <a:pt x="309" y="288"/>
                </a:moveTo>
                <a:cubicBezTo>
                  <a:pt x="373" y="288"/>
                  <a:pt x="373" y="288"/>
                  <a:pt x="373" y="288"/>
                </a:cubicBezTo>
                <a:cubicBezTo>
                  <a:pt x="373" y="224"/>
                  <a:pt x="373" y="224"/>
                  <a:pt x="373" y="224"/>
                </a:cubicBezTo>
                <a:cubicBezTo>
                  <a:pt x="309" y="224"/>
                  <a:pt x="309" y="224"/>
                  <a:pt x="309" y="224"/>
                </a:cubicBezTo>
                <a:lnTo>
                  <a:pt x="309" y="288"/>
                </a:lnTo>
                <a:close/>
                <a:moveTo>
                  <a:pt x="309" y="373"/>
                </a:moveTo>
                <a:cubicBezTo>
                  <a:pt x="373" y="373"/>
                  <a:pt x="373" y="373"/>
                  <a:pt x="373" y="373"/>
                </a:cubicBezTo>
                <a:cubicBezTo>
                  <a:pt x="373" y="309"/>
                  <a:pt x="373" y="309"/>
                  <a:pt x="373" y="309"/>
                </a:cubicBezTo>
                <a:cubicBezTo>
                  <a:pt x="309" y="309"/>
                  <a:pt x="309" y="309"/>
                  <a:pt x="309" y="309"/>
                </a:cubicBezTo>
                <a:lnTo>
                  <a:pt x="309" y="37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111" name="Rectangle 110">
            <a:extLst>
              <a:ext uri="{FF2B5EF4-FFF2-40B4-BE49-F238E27FC236}">
                <a16:creationId xmlns:a16="http://schemas.microsoft.com/office/drawing/2014/main" id="{24FC5540-C827-BE5D-FACD-432F46974063}"/>
              </a:ext>
            </a:extLst>
          </p:cNvPr>
          <p:cNvSpPr/>
          <p:nvPr/>
        </p:nvSpPr>
        <p:spPr bwMode="gray">
          <a:xfrm>
            <a:off x="10996902" y="123937"/>
            <a:ext cx="864858" cy="354667"/>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t>[1/3]</a:t>
            </a:r>
          </a:p>
        </p:txBody>
      </p:sp>
    </p:spTree>
    <p:extLst>
      <p:ext uri="{BB962C8B-B14F-4D97-AF65-F5344CB8AC3E}">
        <p14:creationId xmlns:p14="http://schemas.microsoft.com/office/powerpoint/2010/main" val="2571736469"/>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think-cell data - do not delete" hidden="1">
            <a:extLst>
              <a:ext uri="{FF2B5EF4-FFF2-40B4-BE49-F238E27FC236}">
                <a16:creationId xmlns:a16="http://schemas.microsoft.com/office/drawing/2014/main" id="{223B7B44-BFA4-9F43-E86B-B8D6B593490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4" name="think-cell data - do not delete" hidden="1">
                        <a:extLst>
                          <a:ext uri="{FF2B5EF4-FFF2-40B4-BE49-F238E27FC236}">
                            <a16:creationId xmlns:a16="http://schemas.microsoft.com/office/drawing/2014/main" id="{223B7B44-BFA4-9F43-E86B-B8D6B593490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ext Placeholder 2"/>
          <p:cNvSpPr>
            <a:spLocks noGrp="1"/>
          </p:cNvSpPr>
          <p:nvPr>
            <p:ph type="body" sz="quarter" idx="22"/>
          </p:nvPr>
        </p:nvSpPr>
        <p:spPr>
          <a:xfrm>
            <a:off x="463295" y="682940"/>
            <a:ext cx="11277600" cy="757255"/>
          </a:xfrm>
        </p:spPr>
        <p:txBody>
          <a:bodyPr/>
          <a:lstStyle/>
          <a:p>
            <a:r>
              <a:rPr lang="en-US" dirty="0"/>
              <a:t>Advisory Services, Policies &amp; Regulations | Renewable Energy  &amp; Sustainable Solutions</a:t>
            </a:r>
          </a:p>
        </p:txBody>
      </p:sp>
      <p:sp>
        <p:nvSpPr>
          <p:cNvPr id="2" name="Title 1"/>
          <p:cNvSpPr>
            <a:spLocks noGrp="1"/>
          </p:cNvSpPr>
          <p:nvPr>
            <p:ph type="title"/>
          </p:nvPr>
        </p:nvSpPr>
        <p:spPr>
          <a:xfrm>
            <a:off x="463295" y="345992"/>
            <a:ext cx="11277600" cy="334099"/>
          </a:xfrm>
        </p:spPr>
        <p:txBody>
          <a:bodyPr vert="horz"/>
          <a:lstStyle/>
          <a:p>
            <a:r>
              <a:rPr lang="en-US" dirty="0"/>
              <a:t>Our Offerings </a:t>
            </a:r>
          </a:p>
        </p:txBody>
      </p:sp>
      <p:pic>
        <p:nvPicPr>
          <p:cNvPr id="95" name="Graphic 94" descr="Harvey Balls 0% with solid fill">
            <a:extLst>
              <a:ext uri="{FF2B5EF4-FFF2-40B4-BE49-F238E27FC236}">
                <a16:creationId xmlns:a16="http://schemas.microsoft.com/office/drawing/2014/main" id="{1BBB3D1A-72F1-3AAF-CC86-93EF6F94D88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354369" y="-13209"/>
            <a:ext cx="678580" cy="643491"/>
          </a:xfrm>
          <a:prstGeom prst="rect">
            <a:avLst/>
          </a:prstGeom>
        </p:spPr>
      </p:pic>
      <p:sp>
        <p:nvSpPr>
          <p:cNvPr id="98" name="Freeform 542">
            <a:extLst>
              <a:ext uri="{FF2B5EF4-FFF2-40B4-BE49-F238E27FC236}">
                <a16:creationId xmlns:a16="http://schemas.microsoft.com/office/drawing/2014/main" id="{5857FD5A-8F38-5CF6-16D6-624AEAE77ECD}"/>
              </a:ext>
            </a:extLst>
          </p:cNvPr>
          <p:cNvSpPr>
            <a:spLocks noChangeAspect="1" noEditPoints="1"/>
          </p:cNvSpPr>
          <p:nvPr/>
        </p:nvSpPr>
        <p:spPr bwMode="auto">
          <a:xfrm>
            <a:off x="5518114" y="146707"/>
            <a:ext cx="358041" cy="339527"/>
          </a:xfrm>
          <a:custGeom>
            <a:avLst/>
            <a:gdLst>
              <a:gd name="T0" fmla="*/ 256 w 512"/>
              <a:gd name="T1" fmla="*/ 266 h 512"/>
              <a:gd name="T2" fmla="*/ 256 w 512"/>
              <a:gd name="T3" fmla="*/ 245 h 512"/>
              <a:gd name="T4" fmla="*/ 512 w 512"/>
              <a:gd name="T5" fmla="*/ 256 h 512"/>
              <a:gd name="T6" fmla="*/ 0 w 512"/>
              <a:gd name="T7" fmla="*/ 256 h 512"/>
              <a:gd name="T8" fmla="*/ 512 w 512"/>
              <a:gd name="T9" fmla="*/ 256 h 512"/>
              <a:gd name="T10" fmla="*/ 384 w 512"/>
              <a:gd name="T11" fmla="*/ 193 h 512"/>
              <a:gd name="T12" fmla="*/ 266 w 512"/>
              <a:gd name="T13" fmla="*/ 128 h 512"/>
              <a:gd name="T14" fmla="*/ 256 w 512"/>
              <a:gd name="T15" fmla="*/ 96 h 512"/>
              <a:gd name="T16" fmla="*/ 245 w 512"/>
              <a:gd name="T17" fmla="*/ 224 h 512"/>
              <a:gd name="T18" fmla="*/ 224 w 512"/>
              <a:gd name="T19" fmla="*/ 256 h 512"/>
              <a:gd name="T20" fmla="*/ 160 w 512"/>
              <a:gd name="T21" fmla="*/ 302 h 512"/>
              <a:gd name="T22" fmla="*/ 173 w 512"/>
              <a:gd name="T23" fmla="*/ 189 h 512"/>
              <a:gd name="T24" fmla="*/ 185 w 512"/>
              <a:gd name="T25" fmla="*/ 218 h 512"/>
              <a:gd name="T26" fmla="*/ 195 w 512"/>
              <a:gd name="T27" fmla="*/ 207 h 512"/>
              <a:gd name="T28" fmla="*/ 181 w 512"/>
              <a:gd name="T29" fmla="*/ 151 h 512"/>
              <a:gd name="T30" fmla="*/ 126 w 512"/>
              <a:gd name="T31" fmla="*/ 166 h 512"/>
              <a:gd name="T32" fmla="*/ 137 w 512"/>
              <a:gd name="T33" fmla="*/ 176 h 512"/>
              <a:gd name="T34" fmla="*/ 128 w 512"/>
              <a:gd name="T35" fmla="*/ 256 h 512"/>
              <a:gd name="T36" fmla="*/ 124 w 512"/>
              <a:gd name="T37" fmla="*/ 323 h 512"/>
              <a:gd name="T38" fmla="*/ 129 w 512"/>
              <a:gd name="T39" fmla="*/ 343 h 512"/>
              <a:gd name="T40" fmla="*/ 236 w 512"/>
              <a:gd name="T41" fmla="*/ 281 h 512"/>
              <a:gd name="T42" fmla="*/ 276 w 512"/>
              <a:gd name="T43" fmla="*/ 280 h 512"/>
              <a:gd name="T44" fmla="*/ 256 w 512"/>
              <a:gd name="T45" fmla="*/ 362 h 512"/>
              <a:gd name="T46" fmla="*/ 255 w 512"/>
              <a:gd name="T47" fmla="*/ 350 h 512"/>
              <a:gd name="T48" fmla="*/ 243 w 512"/>
              <a:gd name="T49" fmla="*/ 333 h 512"/>
              <a:gd name="T50" fmla="*/ 206 w 512"/>
              <a:gd name="T51" fmla="*/ 358 h 512"/>
              <a:gd name="T52" fmla="*/ 228 w 512"/>
              <a:gd name="T53" fmla="*/ 410 h 512"/>
              <a:gd name="T54" fmla="*/ 242 w 512"/>
              <a:gd name="T55" fmla="*/ 413 h 512"/>
              <a:gd name="T56" fmla="*/ 235 w 512"/>
              <a:gd name="T57" fmla="*/ 382 h 512"/>
              <a:gd name="T58" fmla="*/ 360 w 512"/>
              <a:gd name="T59" fmla="*/ 330 h 512"/>
              <a:gd name="T60" fmla="*/ 384 w 512"/>
              <a:gd name="T61" fmla="*/ 343 h 512"/>
              <a:gd name="T62" fmla="*/ 389 w 512"/>
              <a:gd name="T63" fmla="*/ 323 h 512"/>
              <a:gd name="T64" fmla="*/ 288 w 512"/>
              <a:gd name="T65" fmla="*/ 256 h 512"/>
              <a:gd name="T66" fmla="*/ 266 w 512"/>
              <a:gd name="T67" fmla="*/ 224 h 512"/>
              <a:gd name="T68" fmla="*/ 355 w 512"/>
              <a:gd name="T69" fmla="*/ 217 h 512"/>
              <a:gd name="T70" fmla="*/ 324 w 512"/>
              <a:gd name="T71" fmla="*/ 214 h 512"/>
              <a:gd name="T72" fmla="*/ 369 w 512"/>
              <a:gd name="T73" fmla="*/ 248 h 512"/>
              <a:gd name="T74" fmla="*/ 383 w 512"/>
              <a:gd name="T75" fmla="*/ 243 h 512"/>
              <a:gd name="T76" fmla="*/ 399 w 512"/>
              <a:gd name="T77" fmla="*/ 1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66" y="256"/>
                </a:moveTo>
                <a:cubicBezTo>
                  <a:pt x="266" y="262"/>
                  <a:pt x="262" y="266"/>
                  <a:pt x="256" y="266"/>
                </a:cubicBezTo>
                <a:cubicBezTo>
                  <a:pt x="250" y="266"/>
                  <a:pt x="245" y="262"/>
                  <a:pt x="245" y="256"/>
                </a:cubicBezTo>
                <a:cubicBezTo>
                  <a:pt x="245" y="250"/>
                  <a:pt x="250" y="245"/>
                  <a:pt x="256" y="245"/>
                </a:cubicBezTo>
                <a:cubicBezTo>
                  <a:pt x="262" y="245"/>
                  <a:pt x="266" y="250"/>
                  <a:pt x="266"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9" y="188"/>
                </a:moveTo>
                <a:cubicBezTo>
                  <a:pt x="393" y="186"/>
                  <a:pt x="387" y="188"/>
                  <a:pt x="384" y="193"/>
                </a:cubicBezTo>
                <a:cubicBezTo>
                  <a:pt x="376" y="211"/>
                  <a:pt x="376" y="211"/>
                  <a:pt x="376" y="211"/>
                </a:cubicBezTo>
                <a:cubicBezTo>
                  <a:pt x="358" y="165"/>
                  <a:pt x="316" y="132"/>
                  <a:pt x="266" y="128"/>
                </a:cubicBezTo>
                <a:cubicBezTo>
                  <a:pt x="266" y="106"/>
                  <a:pt x="266" y="106"/>
                  <a:pt x="266" y="106"/>
                </a:cubicBezTo>
                <a:cubicBezTo>
                  <a:pt x="266" y="100"/>
                  <a:pt x="262" y="96"/>
                  <a:pt x="256" y="96"/>
                </a:cubicBezTo>
                <a:cubicBezTo>
                  <a:pt x="250" y="96"/>
                  <a:pt x="245" y="100"/>
                  <a:pt x="245" y="106"/>
                </a:cubicBezTo>
                <a:cubicBezTo>
                  <a:pt x="245" y="224"/>
                  <a:pt x="245" y="224"/>
                  <a:pt x="245" y="224"/>
                </a:cubicBezTo>
                <a:cubicBezTo>
                  <a:pt x="245" y="224"/>
                  <a:pt x="245" y="225"/>
                  <a:pt x="245" y="226"/>
                </a:cubicBezTo>
                <a:cubicBezTo>
                  <a:pt x="233" y="230"/>
                  <a:pt x="224" y="242"/>
                  <a:pt x="224" y="256"/>
                </a:cubicBezTo>
                <a:cubicBezTo>
                  <a:pt x="224" y="258"/>
                  <a:pt x="224" y="261"/>
                  <a:pt x="225" y="263"/>
                </a:cubicBezTo>
                <a:cubicBezTo>
                  <a:pt x="160" y="302"/>
                  <a:pt x="160" y="302"/>
                  <a:pt x="160" y="302"/>
                </a:cubicBezTo>
                <a:cubicBezTo>
                  <a:pt x="153" y="287"/>
                  <a:pt x="149" y="272"/>
                  <a:pt x="149" y="256"/>
                </a:cubicBezTo>
                <a:cubicBezTo>
                  <a:pt x="149" y="231"/>
                  <a:pt x="158" y="207"/>
                  <a:pt x="173" y="189"/>
                </a:cubicBezTo>
                <a:cubicBezTo>
                  <a:pt x="174" y="208"/>
                  <a:pt x="174" y="208"/>
                  <a:pt x="174" y="208"/>
                </a:cubicBezTo>
                <a:cubicBezTo>
                  <a:pt x="174" y="214"/>
                  <a:pt x="179" y="218"/>
                  <a:pt x="185" y="218"/>
                </a:cubicBezTo>
                <a:cubicBezTo>
                  <a:pt x="185" y="218"/>
                  <a:pt x="185" y="218"/>
                  <a:pt x="185" y="218"/>
                </a:cubicBezTo>
                <a:cubicBezTo>
                  <a:pt x="191" y="217"/>
                  <a:pt x="196" y="212"/>
                  <a:pt x="195" y="207"/>
                </a:cubicBezTo>
                <a:cubicBezTo>
                  <a:pt x="192" y="161"/>
                  <a:pt x="192" y="161"/>
                  <a:pt x="192" y="161"/>
                </a:cubicBezTo>
                <a:cubicBezTo>
                  <a:pt x="192" y="155"/>
                  <a:pt x="187" y="151"/>
                  <a:pt x="181" y="151"/>
                </a:cubicBezTo>
                <a:cubicBezTo>
                  <a:pt x="136" y="154"/>
                  <a:pt x="136" y="154"/>
                  <a:pt x="136" y="154"/>
                </a:cubicBezTo>
                <a:cubicBezTo>
                  <a:pt x="130" y="155"/>
                  <a:pt x="126" y="160"/>
                  <a:pt x="126" y="166"/>
                </a:cubicBezTo>
                <a:cubicBezTo>
                  <a:pt x="126" y="171"/>
                  <a:pt x="131" y="176"/>
                  <a:pt x="137" y="176"/>
                </a:cubicBezTo>
                <a:cubicBezTo>
                  <a:pt x="137" y="176"/>
                  <a:pt x="137" y="176"/>
                  <a:pt x="137" y="176"/>
                </a:cubicBezTo>
                <a:cubicBezTo>
                  <a:pt x="157" y="174"/>
                  <a:pt x="157" y="174"/>
                  <a:pt x="157" y="174"/>
                </a:cubicBezTo>
                <a:cubicBezTo>
                  <a:pt x="138" y="197"/>
                  <a:pt x="128" y="226"/>
                  <a:pt x="128" y="256"/>
                </a:cubicBezTo>
                <a:cubicBezTo>
                  <a:pt x="128" y="276"/>
                  <a:pt x="133" y="295"/>
                  <a:pt x="141" y="313"/>
                </a:cubicBezTo>
                <a:cubicBezTo>
                  <a:pt x="124" y="323"/>
                  <a:pt x="124" y="323"/>
                  <a:pt x="124" y="323"/>
                </a:cubicBezTo>
                <a:cubicBezTo>
                  <a:pt x="119" y="326"/>
                  <a:pt x="117" y="333"/>
                  <a:pt x="120" y="338"/>
                </a:cubicBezTo>
                <a:cubicBezTo>
                  <a:pt x="122" y="341"/>
                  <a:pt x="126" y="343"/>
                  <a:pt x="129" y="343"/>
                </a:cubicBezTo>
                <a:cubicBezTo>
                  <a:pt x="131" y="343"/>
                  <a:pt x="133" y="342"/>
                  <a:pt x="135" y="341"/>
                </a:cubicBezTo>
                <a:cubicBezTo>
                  <a:pt x="236" y="281"/>
                  <a:pt x="236" y="281"/>
                  <a:pt x="236" y="281"/>
                </a:cubicBezTo>
                <a:cubicBezTo>
                  <a:pt x="242" y="285"/>
                  <a:pt x="248" y="288"/>
                  <a:pt x="256" y="288"/>
                </a:cubicBezTo>
                <a:cubicBezTo>
                  <a:pt x="263" y="288"/>
                  <a:pt x="270" y="285"/>
                  <a:pt x="276" y="280"/>
                </a:cubicBezTo>
                <a:cubicBezTo>
                  <a:pt x="341" y="319"/>
                  <a:pt x="341" y="319"/>
                  <a:pt x="341" y="319"/>
                </a:cubicBezTo>
                <a:cubicBezTo>
                  <a:pt x="321" y="346"/>
                  <a:pt x="290" y="362"/>
                  <a:pt x="256" y="362"/>
                </a:cubicBezTo>
                <a:cubicBezTo>
                  <a:pt x="250" y="362"/>
                  <a:pt x="245" y="362"/>
                  <a:pt x="239" y="361"/>
                </a:cubicBezTo>
                <a:cubicBezTo>
                  <a:pt x="255" y="350"/>
                  <a:pt x="255" y="350"/>
                  <a:pt x="255" y="350"/>
                </a:cubicBezTo>
                <a:cubicBezTo>
                  <a:pt x="260" y="347"/>
                  <a:pt x="261" y="340"/>
                  <a:pt x="258" y="336"/>
                </a:cubicBezTo>
                <a:cubicBezTo>
                  <a:pt x="255" y="331"/>
                  <a:pt x="248" y="329"/>
                  <a:pt x="243" y="333"/>
                </a:cubicBezTo>
                <a:cubicBezTo>
                  <a:pt x="206" y="358"/>
                  <a:pt x="206" y="358"/>
                  <a:pt x="206" y="358"/>
                </a:cubicBezTo>
                <a:cubicBezTo>
                  <a:pt x="206" y="358"/>
                  <a:pt x="206" y="358"/>
                  <a:pt x="206" y="358"/>
                </a:cubicBezTo>
                <a:cubicBezTo>
                  <a:pt x="201" y="361"/>
                  <a:pt x="199" y="367"/>
                  <a:pt x="203" y="372"/>
                </a:cubicBezTo>
                <a:cubicBezTo>
                  <a:pt x="228" y="410"/>
                  <a:pt x="228" y="410"/>
                  <a:pt x="228" y="410"/>
                </a:cubicBezTo>
                <a:cubicBezTo>
                  <a:pt x="230" y="413"/>
                  <a:pt x="233" y="415"/>
                  <a:pt x="237" y="415"/>
                </a:cubicBezTo>
                <a:cubicBezTo>
                  <a:pt x="239" y="415"/>
                  <a:pt x="241" y="414"/>
                  <a:pt x="242" y="413"/>
                </a:cubicBezTo>
                <a:cubicBezTo>
                  <a:pt x="247" y="410"/>
                  <a:pt x="249" y="403"/>
                  <a:pt x="245" y="398"/>
                </a:cubicBezTo>
                <a:cubicBezTo>
                  <a:pt x="235" y="382"/>
                  <a:pt x="235" y="382"/>
                  <a:pt x="235" y="382"/>
                </a:cubicBezTo>
                <a:cubicBezTo>
                  <a:pt x="242" y="383"/>
                  <a:pt x="249" y="384"/>
                  <a:pt x="256" y="384"/>
                </a:cubicBezTo>
                <a:cubicBezTo>
                  <a:pt x="297" y="384"/>
                  <a:pt x="336" y="363"/>
                  <a:pt x="360" y="330"/>
                </a:cubicBezTo>
                <a:cubicBezTo>
                  <a:pt x="378" y="341"/>
                  <a:pt x="378" y="341"/>
                  <a:pt x="378" y="341"/>
                </a:cubicBezTo>
                <a:cubicBezTo>
                  <a:pt x="380" y="342"/>
                  <a:pt x="382" y="343"/>
                  <a:pt x="384" y="343"/>
                </a:cubicBezTo>
                <a:cubicBezTo>
                  <a:pt x="388" y="343"/>
                  <a:pt x="391" y="341"/>
                  <a:pt x="393" y="338"/>
                </a:cubicBezTo>
                <a:cubicBezTo>
                  <a:pt x="396" y="333"/>
                  <a:pt x="394" y="326"/>
                  <a:pt x="389" y="323"/>
                </a:cubicBezTo>
                <a:cubicBezTo>
                  <a:pt x="287" y="262"/>
                  <a:pt x="287" y="262"/>
                  <a:pt x="287" y="262"/>
                </a:cubicBezTo>
                <a:cubicBezTo>
                  <a:pt x="287" y="260"/>
                  <a:pt x="288" y="258"/>
                  <a:pt x="288" y="256"/>
                </a:cubicBezTo>
                <a:cubicBezTo>
                  <a:pt x="288" y="242"/>
                  <a:pt x="279" y="230"/>
                  <a:pt x="266" y="226"/>
                </a:cubicBezTo>
                <a:cubicBezTo>
                  <a:pt x="266" y="225"/>
                  <a:pt x="266" y="224"/>
                  <a:pt x="266" y="224"/>
                </a:cubicBezTo>
                <a:cubicBezTo>
                  <a:pt x="266" y="150"/>
                  <a:pt x="266" y="150"/>
                  <a:pt x="266" y="150"/>
                </a:cubicBezTo>
                <a:cubicBezTo>
                  <a:pt x="307" y="154"/>
                  <a:pt x="341" y="180"/>
                  <a:pt x="355" y="217"/>
                </a:cubicBezTo>
                <a:cubicBezTo>
                  <a:pt x="338" y="209"/>
                  <a:pt x="338" y="209"/>
                  <a:pt x="338" y="209"/>
                </a:cubicBezTo>
                <a:cubicBezTo>
                  <a:pt x="333" y="206"/>
                  <a:pt x="326" y="208"/>
                  <a:pt x="324" y="214"/>
                </a:cubicBezTo>
                <a:cubicBezTo>
                  <a:pt x="321" y="219"/>
                  <a:pt x="323" y="225"/>
                  <a:pt x="328" y="228"/>
                </a:cubicBezTo>
                <a:cubicBezTo>
                  <a:pt x="369" y="248"/>
                  <a:pt x="369" y="248"/>
                  <a:pt x="369" y="248"/>
                </a:cubicBezTo>
                <a:cubicBezTo>
                  <a:pt x="370" y="249"/>
                  <a:pt x="372" y="249"/>
                  <a:pt x="374" y="249"/>
                </a:cubicBezTo>
                <a:cubicBezTo>
                  <a:pt x="378" y="249"/>
                  <a:pt x="381" y="247"/>
                  <a:pt x="383" y="243"/>
                </a:cubicBezTo>
                <a:cubicBezTo>
                  <a:pt x="403" y="203"/>
                  <a:pt x="403" y="203"/>
                  <a:pt x="403" y="203"/>
                </a:cubicBezTo>
                <a:cubicBezTo>
                  <a:pt x="406" y="197"/>
                  <a:pt x="404" y="191"/>
                  <a:pt x="399" y="18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99" name="Graphic 98" descr="Harvey Balls 0% with solid fill">
            <a:extLst>
              <a:ext uri="{FF2B5EF4-FFF2-40B4-BE49-F238E27FC236}">
                <a16:creationId xmlns:a16="http://schemas.microsoft.com/office/drawing/2014/main" id="{DAB1834F-CC45-B884-8FD9-77A38943323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244406" y="-9103"/>
            <a:ext cx="678580" cy="643491"/>
          </a:xfrm>
          <a:prstGeom prst="rect">
            <a:avLst/>
          </a:prstGeom>
        </p:spPr>
      </p:pic>
      <p:grpSp>
        <p:nvGrpSpPr>
          <p:cNvPr id="100" name="Group 295">
            <a:extLst>
              <a:ext uri="{FF2B5EF4-FFF2-40B4-BE49-F238E27FC236}">
                <a16:creationId xmlns:a16="http://schemas.microsoft.com/office/drawing/2014/main" id="{F9C97C99-CEB5-0796-E9C5-97F6DC53F949}"/>
              </a:ext>
            </a:extLst>
          </p:cNvPr>
          <p:cNvGrpSpPr>
            <a:grpSpLocks noChangeAspect="1"/>
          </p:cNvGrpSpPr>
          <p:nvPr/>
        </p:nvGrpSpPr>
        <p:grpSpPr bwMode="auto">
          <a:xfrm>
            <a:off x="8395695" y="147934"/>
            <a:ext cx="358677" cy="340130"/>
            <a:chOff x="6958" y="1122"/>
            <a:chExt cx="340" cy="340"/>
          </a:xfrm>
          <a:solidFill>
            <a:srgbClr val="C4D600"/>
          </a:solidFill>
        </p:grpSpPr>
        <p:sp>
          <p:nvSpPr>
            <p:cNvPr id="101" name="Freeform 296">
              <a:extLst>
                <a:ext uri="{FF2B5EF4-FFF2-40B4-BE49-F238E27FC236}">
                  <a16:creationId xmlns:a16="http://schemas.microsoft.com/office/drawing/2014/main" id="{E4845995-479F-68A6-48DF-FD44FD9A4D27}"/>
                </a:ext>
              </a:extLst>
            </p:cNvPr>
            <p:cNvSpPr>
              <a:spLocks noEditPoints="1"/>
            </p:cNvSpPr>
            <p:nvPr/>
          </p:nvSpPr>
          <p:spPr bwMode="auto">
            <a:xfrm>
              <a:off x="6958" y="1122"/>
              <a:ext cx="340" cy="340"/>
            </a:xfrm>
            <a:custGeom>
              <a:avLst/>
              <a:gdLst>
                <a:gd name="T0" fmla="*/ 256 w 512"/>
                <a:gd name="T1" fmla="*/ 21 h 512"/>
                <a:gd name="T2" fmla="*/ 422 w 512"/>
                <a:gd name="T3" fmla="*/ 90 h 512"/>
                <a:gd name="T4" fmla="*/ 490 w 512"/>
                <a:gd name="T5" fmla="*/ 256 h 512"/>
                <a:gd name="T6" fmla="*/ 422 w 512"/>
                <a:gd name="T7" fmla="*/ 422 h 512"/>
                <a:gd name="T8" fmla="*/ 256 w 512"/>
                <a:gd name="T9" fmla="*/ 490 h 512"/>
                <a:gd name="T10" fmla="*/ 90 w 512"/>
                <a:gd name="T11" fmla="*/ 422 h 512"/>
                <a:gd name="T12" fmla="*/ 21 w 512"/>
                <a:gd name="T13" fmla="*/ 256 h 512"/>
                <a:gd name="T14" fmla="*/ 90 w 512"/>
                <a:gd name="T15" fmla="*/ 90 h 512"/>
                <a:gd name="T16" fmla="*/ 256 w 512"/>
                <a:gd name="T17" fmla="*/ 21 h 512"/>
                <a:gd name="T18" fmla="*/ 256 w 512"/>
                <a:gd name="T19" fmla="*/ 0 h 512"/>
                <a:gd name="T20" fmla="*/ 0 w 512"/>
                <a:gd name="T21" fmla="*/ 256 h 512"/>
                <a:gd name="T22" fmla="*/ 256 w 512"/>
                <a:gd name="T23" fmla="*/ 512 h 512"/>
                <a:gd name="T24" fmla="*/ 512 w 512"/>
                <a:gd name="T25" fmla="*/ 256 h 512"/>
                <a:gd name="T26" fmla="*/ 256 w 512"/>
                <a:gd name="T27"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21"/>
                  </a:moveTo>
                  <a:cubicBezTo>
                    <a:pt x="318" y="21"/>
                    <a:pt x="377" y="45"/>
                    <a:pt x="422" y="90"/>
                  </a:cubicBezTo>
                  <a:cubicBezTo>
                    <a:pt x="466" y="134"/>
                    <a:pt x="490" y="193"/>
                    <a:pt x="490" y="256"/>
                  </a:cubicBezTo>
                  <a:cubicBezTo>
                    <a:pt x="490" y="318"/>
                    <a:pt x="466" y="377"/>
                    <a:pt x="422" y="422"/>
                  </a:cubicBezTo>
                  <a:cubicBezTo>
                    <a:pt x="377" y="466"/>
                    <a:pt x="318" y="490"/>
                    <a:pt x="256" y="490"/>
                  </a:cubicBezTo>
                  <a:cubicBezTo>
                    <a:pt x="193" y="490"/>
                    <a:pt x="134" y="466"/>
                    <a:pt x="90" y="422"/>
                  </a:cubicBezTo>
                  <a:cubicBezTo>
                    <a:pt x="45" y="377"/>
                    <a:pt x="21" y="318"/>
                    <a:pt x="21" y="256"/>
                  </a:cubicBezTo>
                  <a:cubicBezTo>
                    <a:pt x="21" y="193"/>
                    <a:pt x="45" y="134"/>
                    <a:pt x="90" y="90"/>
                  </a:cubicBezTo>
                  <a:cubicBezTo>
                    <a:pt x="134" y="45"/>
                    <a:pt x="193"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02" name="Freeform 297">
              <a:extLst>
                <a:ext uri="{FF2B5EF4-FFF2-40B4-BE49-F238E27FC236}">
                  <a16:creationId xmlns:a16="http://schemas.microsoft.com/office/drawing/2014/main" id="{94C2C592-13E0-CFDB-43BB-A63867D3DC24}"/>
                </a:ext>
              </a:extLst>
            </p:cNvPr>
            <p:cNvSpPr>
              <a:spLocks/>
            </p:cNvSpPr>
            <p:nvPr/>
          </p:nvSpPr>
          <p:spPr bwMode="auto">
            <a:xfrm>
              <a:off x="7135" y="1256"/>
              <a:ext cx="42" cy="57"/>
            </a:xfrm>
            <a:custGeom>
              <a:avLst/>
              <a:gdLst>
                <a:gd name="T0" fmla="*/ 63 w 64"/>
                <a:gd name="T1" fmla="*/ 62 h 86"/>
                <a:gd name="T2" fmla="*/ 0 w 64"/>
                <a:gd name="T3" fmla="*/ 0 h 86"/>
                <a:gd name="T4" fmla="*/ 0 w 64"/>
                <a:gd name="T5" fmla="*/ 30 h 86"/>
                <a:gd name="T6" fmla="*/ 57 w 64"/>
                <a:gd name="T7" fmla="*/ 86 h 86"/>
                <a:gd name="T8" fmla="*/ 64 w 64"/>
                <a:gd name="T9" fmla="*/ 63 h 86"/>
                <a:gd name="T10" fmla="*/ 63 w 64"/>
                <a:gd name="T11" fmla="*/ 62 h 86"/>
              </a:gdLst>
              <a:ahLst/>
              <a:cxnLst>
                <a:cxn ang="0">
                  <a:pos x="T0" y="T1"/>
                </a:cxn>
                <a:cxn ang="0">
                  <a:pos x="T2" y="T3"/>
                </a:cxn>
                <a:cxn ang="0">
                  <a:pos x="T4" y="T5"/>
                </a:cxn>
                <a:cxn ang="0">
                  <a:pos x="T6" y="T7"/>
                </a:cxn>
                <a:cxn ang="0">
                  <a:pos x="T8" y="T9"/>
                </a:cxn>
                <a:cxn ang="0">
                  <a:pos x="T10" y="T11"/>
                </a:cxn>
              </a:cxnLst>
              <a:rect l="0" t="0" r="r" b="b"/>
              <a:pathLst>
                <a:path w="64" h="86">
                  <a:moveTo>
                    <a:pt x="63" y="62"/>
                  </a:moveTo>
                  <a:cubicBezTo>
                    <a:pt x="0" y="0"/>
                    <a:pt x="0" y="0"/>
                    <a:pt x="0" y="0"/>
                  </a:cubicBezTo>
                  <a:cubicBezTo>
                    <a:pt x="0" y="30"/>
                    <a:pt x="0" y="30"/>
                    <a:pt x="0" y="30"/>
                  </a:cubicBezTo>
                  <a:cubicBezTo>
                    <a:pt x="57" y="86"/>
                    <a:pt x="57" y="86"/>
                    <a:pt x="57" y="86"/>
                  </a:cubicBezTo>
                  <a:cubicBezTo>
                    <a:pt x="60" y="79"/>
                    <a:pt x="63" y="71"/>
                    <a:pt x="64" y="63"/>
                  </a:cubicBezTo>
                  <a:cubicBezTo>
                    <a:pt x="63" y="62"/>
                    <a:pt x="63" y="62"/>
                    <a:pt x="63" y="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03" name="Freeform 298">
              <a:extLst>
                <a:ext uri="{FF2B5EF4-FFF2-40B4-BE49-F238E27FC236}">
                  <a16:creationId xmlns:a16="http://schemas.microsoft.com/office/drawing/2014/main" id="{6445D949-9F74-C936-9181-DC2B226F4E91}"/>
                </a:ext>
              </a:extLst>
            </p:cNvPr>
            <p:cNvSpPr>
              <a:spLocks/>
            </p:cNvSpPr>
            <p:nvPr/>
          </p:nvSpPr>
          <p:spPr bwMode="auto">
            <a:xfrm>
              <a:off x="7135" y="1296"/>
              <a:ext cx="30" cy="38"/>
            </a:xfrm>
            <a:custGeom>
              <a:avLst/>
              <a:gdLst>
                <a:gd name="T0" fmla="*/ 0 w 45"/>
                <a:gd name="T1" fmla="*/ 30 h 58"/>
                <a:gd name="T2" fmla="*/ 28 w 45"/>
                <a:gd name="T3" fmla="*/ 58 h 58"/>
                <a:gd name="T4" fmla="*/ 45 w 45"/>
                <a:gd name="T5" fmla="*/ 44 h 58"/>
                <a:gd name="T6" fmla="*/ 0 w 45"/>
                <a:gd name="T7" fmla="*/ 0 h 58"/>
                <a:gd name="T8" fmla="*/ 0 w 45"/>
                <a:gd name="T9" fmla="*/ 30 h 58"/>
              </a:gdLst>
              <a:ahLst/>
              <a:cxnLst>
                <a:cxn ang="0">
                  <a:pos x="T0" y="T1"/>
                </a:cxn>
                <a:cxn ang="0">
                  <a:pos x="T2" y="T3"/>
                </a:cxn>
                <a:cxn ang="0">
                  <a:pos x="T4" y="T5"/>
                </a:cxn>
                <a:cxn ang="0">
                  <a:pos x="T6" y="T7"/>
                </a:cxn>
                <a:cxn ang="0">
                  <a:pos x="T8" y="T9"/>
                </a:cxn>
              </a:cxnLst>
              <a:rect l="0" t="0" r="r" b="b"/>
              <a:pathLst>
                <a:path w="45" h="58">
                  <a:moveTo>
                    <a:pt x="0" y="30"/>
                  </a:moveTo>
                  <a:cubicBezTo>
                    <a:pt x="28" y="58"/>
                    <a:pt x="28" y="58"/>
                    <a:pt x="28" y="58"/>
                  </a:cubicBezTo>
                  <a:cubicBezTo>
                    <a:pt x="34" y="54"/>
                    <a:pt x="40" y="49"/>
                    <a:pt x="45" y="44"/>
                  </a:cubicBezTo>
                  <a:cubicBezTo>
                    <a:pt x="0" y="0"/>
                    <a:pt x="0" y="0"/>
                    <a:pt x="0" y="0"/>
                  </a:cubicBezTo>
                  <a:lnTo>
                    <a:pt x="0" y="3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04" name="Freeform 299">
              <a:extLst>
                <a:ext uri="{FF2B5EF4-FFF2-40B4-BE49-F238E27FC236}">
                  <a16:creationId xmlns:a16="http://schemas.microsoft.com/office/drawing/2014/main" id="{BFE28A0B-C9C3-70BC-EF1B-554EFCBC82A8}"/>
                </a:ext>
              </a:extLst>
            </p:cNvPr>
            <p:cNvSpPr>
              <a:spLocks/>
            </p:cNvSpPr>
            <p:nvPr/>
          </p:nvSpPr>
          <p:spPr bwMode="auto">
            <a:xfrm>
              <a:off x="7144" y="1245"/>
              <a:ext cx="30" cy="30"/>
            </a:xfrm>
            <a:custGeom>
              <a:avLst/>
              <a:gdLst>
                <a:gd name="T0" fmla="*/ 0 w 46"/>
                <a:gd name="T1" fmla="*/ 0 h 46"/>
                <a:gd name="T2" fmla="*/ 46 w 46"/>
                <a:gd name="T3" fmla="*/ 46 h 46"/>
                <a:gd name="T4" fmla="*/ 0 w 46"/>
                <a:gd name="T5" fmla="*/ 0 h 46"/>
              </a:gdLst>
              <a:ahLst/>
              <a:cxnLst>
                <a:cxn ang="0">
                  <a:pos x="T0" y="T1"/>
                </a:cxn>
                <a:cxn ang="0">
                  <a:pos x="T2" y="T3"/>
                </a:cxn>
                <a:cxn ang="0">
                  <a:pos x="T4" y="T5"/>
                </a:cxn>
              </a:cxnLst>
              <a:rect l="0" t="0" r="r" b="b"/>
              <a:pathLst>
                <a:path w="46" h="46">
                  <a:moveTo>
                    <a:pt x="0" y="0"/>
                  </a:moveTo>
                  <a:cubicBezTo>
                    <a:pt x="46" y="46"/>
                    <a:pt x="46" y="46"/>
                    <a:pt x="46" y="46"/>
                  </a:cubicBezTo>
                  <a:cubicBezTo>
                    <a:pt x="39" y="25"/>
                    <a:pt x="22" y="8"/>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05" name="Freeform 300">
              <a:extLst>
                <a:ext uri="{FF2B5EF4-FFF2-40B4-BE49-F238E27FC236}">
                  <a16:creationId xmlns:a16="http://schemas.microsoft.com/office/drawing/2014/main" id="{87C64D55-BED2-75AA-07E4-45B48E9605CE}"/>
                </a:ext>
              </a:extLst>
            </p:cNvPr>
            <p:cNvSpPr>
              <a:spLocks/>
            </p:cNvSpPr>
            <p:nvPr/>
          </p:nvSpPr>
          <p:spPr bwMode="auto">
            <a:xfrm>
              <a:off x="7135" y="1336"/>
              <a:ext cx="4" cy="4"/>
            </a:xfrm>
            <a:custGeom>
              <a:avLst/>
              <a:gdLst>
                <a:gd name="T0" fmla="*/ 0 w 6"/>
                <a:gd name="T1" fmla="*/ 7 h 7"/>
                <a:gd name="T2" fmla="*/ 6 w 6"/>
                <a:gd name="T3" fmla="*/ 6 h 7"/>
                <a:gd name="T4" fmla="*/ 0 w 6"/>
                <a:gd name="T5" fmla="*/ 0 h 7"/>
                <a:gd name="T6" fmla="*/ 0 w 6"/>
                <a:gd name="T7" fmla="*/ 7 h 7"/>
              </a:gdLst>
              <a:ahLst/>
              <a:cxnLst>
                <a:cxn ang="0">
                  <a:pos x="T0" y="T1"/>
                </a:cxn>
                <a:cxn ang="0">
                  <a:pos x="T2" y="T3"/>
                </a:cxn>
                <a:cxn ang="0">
                  <a:pos x="T4" y="T5"/>
                </a:cxn>
                <a:cxn ang="0">
                  <a:pos x="T6" y="T7"/>
                </a:cxn>
              </a:cxnLst>
              <a:rect l="0" t="0" r="r" b="b"/>
              <a:pathLst>
                <a:path w="6" h="7">
                  <a:moveTo>
                    <a:pt x="0" y="7"/>
                  </a:moveTo>
                  <a:cubicBezTo>
                    <a:pt x="2" y="7"/>
                    <a:pt x="4" y="7"/>
                    <a:pt x="6" y="6"/>
                  </a:cubicBezTo>
                  <a:cubicBezTo>
                    <a:pt x="0" y="0"/>
                    <a:pt x="0" y="0"/>
                    <a:pt x="0" y="0"/>
                  </a:cubicBezTo>
                  <a:lnTo>
                    <a:pt x="0" y="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06" name="Freeform 301">
              <a:extLst>
                <a:ext uri="{FF2B5EF4-FFF2-40B4-BE49-F238E27FC236}">
                  <a16:creationId xmlns:a16="http://schemas.microsoft.com/office/drawing/2014/main" id="{0382FC80-951D-DE1A-23E3-A2B428CE1BB4}"/>
                </a:ext>
              </a:extLst>
            </p:cNvPr>
            <p:cNvSpPr>
              <a:spLocks/>
            </p:cNvSpPr>
            <p:nvPr/>
          </p:nvSpPr>
          <p:spPr bwMode="auto">
            <a:xfrm>
              <a:off x="7078" y="1243"/>
              <a:ext cx="43" cy="97"/>
            </a:xfrm>
            <a:custGeom>
              <a:avLst/>
              <a:gdLst>
                <a:gd name="T0" fmla="*/ 0 w 64"/>
                <a:gd name="T1" fmla="*/ 74 h 147"/>
                <a:gd name="T2" fmla="*/ 64 w 64"/>
                <a:gd name="T3" fmla="*/ 147 h 147"/>
                <a:gd name="T4" fmla="*/ 64 w 64"/>
                <a:gd name="T5" fmla="*/ 0 h 147"/>
                <a:gd name="T6" fmla="*/ 0 w 64"/>
                <a:gd name="T7" fmla="*/ 74 h 147"/>
              </a:gdLst>
              <a:ahLst/>
              <a:cxnLst>
                <a:cxn ang="0">
                  <a:pos x="T0" y="T1"/>
                </a:cxn>
                <a:cxn ang="0">
                  <a:pos x="T2" y="T3"/>
                </a:cxn>
                <a:cxn ang="0">
                  <a:pos x="T4" y="T5"/>
                </a:cxn>
                <a:cxn ang="0">
                  <a:pos x="T6" y="T7"/>
                </a:cxn>
              </a:cxnLst>
              <a:rect l="0" t="0" r="r" b="b"/>
              <a:pathLst>
                <a:path w="64" h="147">
                  <a:moveTo>
                    <a:pt x="0" y="74"/>
                  </a:moveTo>
                  <a:cubicBezTo>
                    <a:pt x="0" y="111"/>
                    <a:pt x="28" y="142"/>
                    <a:pt x="64" y="147"/>
                  </a:cubicBezTo>
                  <a:cubicBezTo>
                    <a:pt x="64" y="0"/>
                    <a:pt x="64" y="0"/>
                    <a:pt x="64" y="0"/>
                  </a:cubicBezTo>
                  <a:cubicBezTo>
                    <a:pt x="28" y="5"/>
                    <a:pt x="0" y="36"/>
                    <a:pt x="0" y="7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07" name="Freeform 302">
              <a:extLst>
                <a:ext uri="{FF2B5EF4-FFF2-40B4-BE49-F238E27FC236}">
                  <a16:creationId xmlns:a16="http://schemas.microsoft.com/office/drawing/2014/main" id="{5A51DB5F-29FA-2B4B-0CBB-1EC2F6EC7556}"/>
                </a:ext>
              </a:extLst>
            </p:cNvPr>
            <p:cNvSpPr>
              <a:spLocks noEditPoints="1"/>
            </p:cNvSpPr>
            <p:nvPr/>
          </p:nvSpPr>
          <p:spPr bwMode="auto">
            <a:xfrm>
              <a:off x="6958" y="1122"/>
              <a:ext cx="340" cy="340"/>
            </a:xfrm>
            <a:custGeom>
              <a:avLst/>
              <a:gdLst>
                <a:gd name="T0" fmla="*/ 0 w 512"/>
                <a:gd name="T1" fmla="*/ 256 h 512"/>
                <a:gd name="T2" fmla="*/ 512 w 512"/>
                <a:gd name="T3" fmla="*/ 256 h 512"/>
                <a:gd name="T4" fmla="*/ 245 w 512"/>
                <a:gd name="T5" fmla="*/ 106 h 512"/>
                <a:gd name="T6" fmla="*/ 266 w 512"/>
                <a:gd name="T7" fmla="*/ 106 h 512"/>
                <a:gd name="T8" fmla="*/ 256 w 512"/>
                <a:gd name="T9" fmla="*/ 139 h 512"/>
                <a:gd name="T10" fmla="*/ 245 w 512"/>
                <a:gd name="T11" fmla="*/ 106 h 512"/>
                <a:gd name="T12" fmla="*/ 157 w 512"/>
                <a:gd name="T13" fmla="*/ 143 h 512"/>
                <a:gd name="T14" fmla="*/ 158 w 512"/>
                <a:gd name="T15" fmla="*/ 144 h 512"/>
                <a:gd name="T16" fmla="*/ 173 w 512"/>
                <a:gd name="T17" fmla="*/ 158 h 512"/>
                <a:gd name="T18" fmla="*/ 173 w 512"/>
                <a:gd name="T19" fmla="*/ 173 h 512"/>
                <a:gd name="T20" fmla="*/ 158 w 512"/>
                <a:gd name="T21" fmla="*/ 173 h 512"/>
                <a:gd name="T22" fmla="*/ 147 w 512"/>
                <a:gd name="T23" fmla="*/ 162 h 512"/>
                <a:gd name="T24" fmla="*/ 143 w 512"/>
                <a:gd name="T25" fmla="*/ 158 h 512"/>
                <a:gd name="T26" fmla="*/ 142 w 512"/>
                <a:gd name="T27" fmla="*/ 158 h 512"/>
                <a:gd name="T28" fmla="*/ 139 w 512"/>
                <a:gd name="T29" fmla="*/ 150 h 512"/>
                <a:gd name="T30" fmla="*/ 128 w 512"/>
                <a:gd name="T31" fmla="*/ 266 h 512"/>
                <a:gd name="T32" fmla="*/ 95 w 512"/>
                <a:gd name="T33" fmla="*/ 256 h 512"/>
                <a:gd name="T34" fmla="*/ 128 w 512"/>
                <a:gd name="T35" fmla="*/ 245 h 512"/>
                <a:gd name="T36" fmla="*/ 128 w 512"/>
                <a:gd name="T37" fmla="*/ 266 h 512"/>
                <a:gd name="T38" fmla="*/ 162 w 512"/>
                <a:gd name="T39" fmla="*/ 365 h 512"/>
                <a:gd name="T40" fmla="*/ 159 w 512"/>
                <a:gd name="T41" fmla="*/ 368 h 512"/>
                <a:gd name="T42" fmla="*/ 158 w 512"/>
                <a:gd name="T43" fmla="*/ 369 h 512"/>
                <a:gd name="T44" fmla="*/ 147 w 512"/>
                <a:gd name="T45" fmla="*/ 372 h 512"/>
                <a:gd name="T46" fmla="*/ 142 w 512"/>
                <a:gd name="T47" fmla="*/ 369 h 512"/>
                <a:gd name="T48" fmla="*/ 142 w 512"/>
                <a:gd name="T49" fmla="*/ 354 h 512"/>
                <a:gd name="T50" fmla="*/ 143 w 512"/>
                <a:gd name="T51" fmla="*/ 354 h 512"/>
                <a:gd name="T52" fmla="*/ 143 w 512"/>
                <a:gd name="T53" fmla="*/ 354 h 512"/>
                <a:gd name="T54" fmla="*/ 147 w 512"/>
                <a:gd name="T55" fmla="*/ 350 h 512"/>
                <a:gd name="T56" fmla="*/ 173 w 512"/>
                <a:gd name="T57" fmla="*/ 339 h 512"/>
                <a:gd name="T58" fmla="*/ 173 w 512"/>
                <a:gd name="T59" fmla="*/ 354 h 512"/>
                <a:gd name="T60" fmla="*/ 256 w 512"/>
                <a:gd name="T61" fmla="*/ 416 h 512"/>
                <a:gd name="T62" fmla="*/ 245 w 512"/>
                <a:gd name="T63" fmla="*/ 384 h 512"/>
                <a:gd name="T64" fmla="*/ 266 w 512"/>
                <a:gd name="T65" fmla="*/ 384 h 512"/>
                <a:gd name="T66" fmla="*/ 256 w 512"/>
                <a:gd name="T67" fmla="*/ 352 h 512"/>
                <a:gd name="T68" fmla="*/ 256 w 512"/>
                <a:gd name="T69" fmla="*/ 160 h 512"/>
                <a:gd name="T70" fmla="*/ 256 w 512"/>
                <a:gd name="T71" fmla="*/ 352 h 512"/>
                <a:gd name="T72" fmla="*/ 362 w 512"/>
                <a:gd name="T73" fmla="*/ 373 h 512"/>
                <a:gd name="T74" fmla="*/ 343 w 512"/>
                <a:gd name="T75" fmla="*/ 358 h 512"/>
                <a:gd name="T76" fmla="*/ 339 w 512"/>
                <a:gd name="T77" fmla="*/ 355 h 512"/>
                <a:gd name="T78" fmla="*/ 339 w 512"/>
                <a:gd name="T79" fmla="*/ 354 h 512"/>
                <a:gd name="T80" fmla="*/ 338 w 512"/>
                <a:gd name="T81" fmla="*/ 354 h 512"/>
                <a:gd name="T82" fmla="*/ 338 w 512"/>
                <a:gd name="T83" fmla="*/ 339 h 512"/>
                <a:gd name="T84" fmla="*/ 354 w 512"/>
                <a:gd name="T85" fmla="*/ 339 h 512"/>
                <a:gd name="T86" fmla="*/ 358 w 512"/>
                <a:gd name="T87" fmla="*/ 343 h 512"/>
                <a:gd name="T88" fmla="*/ 372 w 512"/>
                <a:gd name="T89" fmla="*/ 362 h 512"/>
                <a:gd name="T90" fmla="*/ 369 w 512"/>
                <a:gd name="T91" fmla="*/ 158 h 512"/>
                <a:gd name="T92" fmla="*/ 356 w 512"/>
                <a:gd name="T93" fmla="*/ 171 h 512"/>
                <a:gd name="T94" fmla="*/ 354 w 512"/>
                <a:gd name="T95" fmla="*/ 173 h 512"/>
                <a:gd name="T96" fmla="*/ 345 w 512"/>
                <a:gd name="T97" fmla="*/ 177 h 512"/>
                <a:gd name="T98" fmla="*/ 338 w 512"/>
                <a:gd name="T99" fmla="*/ 173 h 512"/>
                <a:gd name="T100" fmla="*/ 336 w 512"/>
                <a:gd name="T101" fmla="*/ 166 h 512"/>
                <a:gd name="T102" fmla="*/ 338 w 512"/>
                <a:gd name="T103" fmla="*/ 158 h 512"/>
                <a:gd name="T104" fmla="*/ 339 w 512"/>
                <a:gd name="T105" fmla="*/ 158 h 512"/>
                <a:gd name="T106" fmla="*/ 343 w 512"/>
                <a:gd name="T107" fmla="*/ 154 h 512"/>
                <a:gd name="T108" fmla="*/ 354 w 512"/>
                <a:gd name="T109" fmla="*/ 143 h 512"/>
                <a:gd name="T110" fmla="*/ 372 w 512"/>
                <a:gd name="T111" fmla="*/ 150 h 512"/>
                <a:gd name="T112" fmla="*/ 405 w 512"/>
                <a:gd name="T113" fmla="*/ 266 h 512"/>
                <a:gd name="T114" fmla="*/ 373 w 512"/>
                <a:gd name="T115" fmla="*/ 256 h 512"/>
                <a:gd name="T116" fmla="*/ 405 w 512"/>
                <a:gd name="T117" fmla="*/ 245 h 512"/>
                <a:gd name="T118" fmla="*/ 405 w 512"/>
                <a:gd name="T119"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45" y="106"/>
                  </a:moveTo>
                  <a:cubicBezTo>
                    <a:pt x="245" y="100"/>
                    <a:pt x="250" y="96"/>
                    <a:pt x="256" y="96"/>
                  </a:cubicBezTo>
                  <a:cubicBezTo>
                    <a:pt x="262" y="96"/>
                    <a:pt x="266" y="100"/>
                    <a:pt x="266" y="106"/>
                  </a:cubicBezTo>
                  <a:cubicBezTo>
                    <a:pt x="266" y="128"/>
                    <a:pt x="266" y="128"/>
                    <a:pt x="266" y="128"/>
                  </a:cubicBezTo>
                  <a:cubicBezTo>
                    <a:pt x="266" y="134"/>
                    <a:pt x="262" y="139"/>
                    <a:pt x="256" y="139"/>
                  </a:cubicBezTo>
                  <a:cubicBezTo>
                    <a:pt x="250" y="139"/>
                    <a:pt x="245" y="134"/>
                    <a:pt x="245" y="128"/>
                  </a:cubicBezTo>
                  <a:lnTo>
                    <a:pt x="245" y="106"/>
                  </a:lnTo>
                  <a:close/>
                  <a:moveTo>
                    <a:pt x="142" y="143"/>
                  </a:moveTo>
                  <a:cubicBezTo>
                    <a:pt x="148" y="137"/>
                    <a:pt x="153" y="139"/>
                    <a:pt x="157" y="143"/>
                  </a:cubicBezTo>
                  <a:cubicBezTo>
                    <a:pt x="157" y="143"/>
                    <a:pt x="157" y="143"/>
                    <a:pt x="157" y="143"/>
                  </a:cubicBezTo>
                  <a:cubicBezTo>
                    <a:pt x="158" y="143"/>
                    <a:pt x="158" y="143"/>
                    <a:pt x="158" y="144"/>
                  </a:cubicBezTo>
                  <a:cubicBezTo>
                    <a:pt x="160" y="145"/>
                    <a:pt x="161" y="146"/>
                    <a:pt x="162" y="147"/>
                  </a:cubicBezTo>
                  <a:cubicBezTo>
                    <a:pt x="173" y="158"/>
                    <a:pt x="173" y="158"/>
                    <a:pt x="173" y="158"/>
                  </a:cubicBezTo>
                  <a:cubicBezTo>
                    <a:pt x="175" y="160"/>
                    <a:pt x="176" y="163"/>
                    <a:pt x="176" y="166"/>
                  </a:cubicBezTo>
                  <a:cubicBezTo>
                    <a:pt x="176" y="168"/>
                    <a:pt x="175" y="171"/>
                    <a:pt x="173" y="173"/>
                  </a:cubicBezTo>
                  <a:cubicBezTo>
                    <a:pt x="171" y="175"/>
                    <a:pt x="168" y="176"/>
                    <a:pt x="165" y="176"/>
                  </a:cubicBezTo>
                  <a:cubicBezTo>
                    <a:pt x="163" y="176"/>
                    <a:pt x="160" y="176"/>
                    <a:pt x="158" y="173"/>
                  </a:cubicBezTo>
                  <a:cubicBezTo>
                    <a:pt x="147" y="162"/>
                    <a:pt x="147" y="162"/>
                    <a:pt x="147" y="162"/>
                  </a:cubicBezTo>
                  <a:cubicBezTo>
                    <a:pt x="147" y="162"/>
                    <a:pt x="147" y="162"/>
                    <a:pt x="147" y="162"/>
                  </a:cubicBezTo>
                  <a:cubicBezTo>
                    <a:pt x="143" y="158"/>
                    <a:pt x="143" y="158"/>
                    <a:pt x="143" y="158"/>
                  </a:cubicBezTo>
                  <a:cubicBezTo>
                    <a:pt x="143" y="158"/>
                    <a:pt x="143" y="158"/>
                    <a:pt x="143" y="158"/>
                  </a:cubicBezTo>
                  <a:cubicBezTo>
                    <a:pt x="143" y="158"/>
                    <a:pt x="143" y="158"/>
                    <a:pt x="143" y="158"/>
                  </a:cubicBezTo>
                  <a:cubicBezTo>
                    <a:pt x="142" y="158"/>
                    <a:pt x="142" y="158"/>
                    <a:pt x="142" y="158"/>
                  </a:cubicBezTo>
                  <a:cubicBezTo>
                    <a:pt x="142" y="158"/>
                    <a:pt x="142" y="158"/>
                    <a:pt x="142" y="158"/>
                  </a:cubicBezTo>
                  <a:cubicBezTo>
                    <a:pt x="140" y="156"/>
                    <a:pt x="139" y="153"/>
                    <a:pt x="139" y="150"/>
                  </a:cubicBezTo>
                  <a:cubicBezTo>
                    <a:pt x="139" y="147"/>
                    <a:pt x="140" y="145"/>
                    <a:pt x="142" y="143"/>
                  </a:cubicBezTo>
                  <a:close/>
                  <a:moveTo>
                    <a:pt x="128" y="266"/>
                  </a:moveTo>
                  <a:cubicBezTo>
                    <a:pt x="106" y="266"/>
                    <a:pt x="106" y="266"/>
                    <a:pt x="106" y="266"/>
                  </a:cubicBezTo>
                  <a:cubicBezTo>
                    <a:pt x="100" y="266"/>
                    <a:pt x="95" y="262"/>
                    <a:pt x="95" y="256"/>
                  </a:cubicBezTo>
                  <a:cubicBezTo>
                    <a:pt x="95" y="250"/>
                    <a:pt x="100" y="245"/>
                    <a:pt x="106" y="245"/>
                  </a:cubicBezTo>
                  <a:cubicBezTo>
                    <a:pt x="128" y="245"/>
                    <a:pt x="128" y="245"/>
                    <a:pt x="128" y="245"/>
                  </a:cubicBezTo>
                  <a:cubicBezTo>
                    <a:pt x="134" y="245"/>
                    <a:pt x="139" y="250"/>
                    <a:pt x="139" y="256"/>
                  </a:cubicBezTo>
                  <a:cubicBezTo>
                    <a:pt x="139" y="262"/>
                    <a:pt x="134" y="266"/>
                    <a:pt x="128" y="266"/>
                  </a:cubicBezTo>
                  <a:close/>
                  <a:moveTo>
                    <a:pt x="173" y="354"/>
                  </a:moveTo>
                  <a:cubicBezTo>
                    <a:pt x="162" y="365"/>
                    <a:pt x="162" y="365"/>
                    <a:pt x="162" y="365"/>
                  </a:cubicBezTo>
                  <a:cubicBezTo>
                    <a:pt x="161" y="366"/>
                    <a:pt x="161" y="366"/>
                    <a:pt x="160" y="367"/>
                  </a:cubicBezTo>
                  <a:cubicBezTo>
                    <a:pt x="160" y="367"/>
                    <a:pt x="159" y="368"/>
                    <a:pt x="159" y="368"/>
                  </a:cubicBezTo>
                  <a:cubicBezTo>
                    <a:pt x="158" y="368"/>
                    <a:pt x="158" y="369"/>
                    <a:pt x="158" y="369"/>
                  </a:cubicBezTo>
                  <a:cubicBezTo>
                    <a:pt x="158" y="369"/>
                    <a:pt x="158" y="369"/>
                    <a:pt x="158" y="369"/>
                  </a:cubicBezTo>
                  <a:cubicBezTo>
                    <a:pt x="155" y="371"/>
                    <a:pt x="152" y="373"/>
                    <a:pt x="149" y="373"/>
                  </a:cubicBezTo>
                  <a:cubicBezTo>
                    <a:pt x="148" y="373"/>
                    <a:pt x="148" y="373"/>
                    <a:pt x="147" y="372"/>
                  </a:cubicBezTo>
                  <a:cubicBezTo>
                    <a:pt x="145" y="372"/>
                    <a:pt x="144" y="371"/>
                    <a:pt x="142" y="369"/>
                  </a:cubicBezTo>
                  <a:cubicBezTo>
                    <a:pt x="142" y="369"/>
                    <a:pt x="142" y="369"/>
                    <a:pt x="142" y="369"/>
                  </a:cubicBezTo>
                  <a:cubicBezTo>
                    <a:pt x="140" y="367"/>
                    <a:pt x="139" y="365"/>
                    <a:pt x="139" y="362"/>
                  </a:cubicBezTo>
                  <a:cubicBezTo>
                    <a:pt x="139" y="359"/>
                    <a:pt x="140" y="356"/>
                    <a:pt x="142" y="354"/>
                  </a:cubicBezTo>
                  <a:cubicBezTo>
                    <a:pt x="142" y="354"/>
                    <a:pt x="142" y="354"/>
                    <a:pt x="142" y="354"/>
                  </a:cubicBezTo>
                  <a:cubicBezTo>
                    <a:pt x="143" y="354"/>
                    <a:pt x="143" y="354"/>
                    <a:pt x="143" y="354"/>
                  </a:cubicBezTo>
                  <a:cubicBezTo>
                    <a:pt x="143" y="354"/>
                    <a:pt x="143" y="354"/>
                    <a:pt x="143" y="354"/>
                  </a:cubicBezTo>
                  <a:cubicBezTo>
                    <a:pt x="143" y="354"/>
                    <a:pt x="143" y="354"/>
                    <a:pt x="143" y="354"/>
                  </a:cubicBezTo>
                  <a:cubicBezTo>
                    <a:pt x="147" y="350"/>
                    <a:pt x="147" y="350"/>
                    <a:pt x="147" y="350"/>
                  </a:cubicBezTo>
                  <a:cubicBezTo>
                    <a:pt x="147" y="350"/>
                    <a:pt x="147" y="350"/>
                    <a:pt x="147" y="350"/>
                  </a:cubicBezTo>
                  <a:cubicBezTo>
                    <a:pt x="158" y="339"/>
                    <a:pt x="158" y="339"/>
                    <a:pt x="158" y="339"/>
                  </a:cubicBezTo>
                  <a:cubicBezTo>
                    <a:pt x="162" y="335"/>
                    <a:pt x="169" y="335"/>
                    <a:pt x="173" y="339"/>
                  </a:cubicBezTo>
                  <a:cubicBezTo>
                    <a:pt x="175" y="341"/>
                    <a:pt x="176" y="344"/>
                    <a:pt x="176" y="346"/>
                  </a:cubicBezTo>
                  <a:cubicBezTo>
                    <a:pt x="176" y="349"/>
                    <a:pt x="175" y="352"/>
                    <a:pt x="173" y="354"/>
                  </a:cubicBezTo>
                  <a:close/>
                  <a:moveTo>
                    <a:pt x="266" y="406"/>
                  </a:moveTo>
                  <a:cubicBezTo>
                    <a:pt x="266" y="412"/>
                    <a:pt x="262" y="416"/>
                    <a:pt x="256" y="416"/>
                  </a:cubicBezTo>
                  <a:cubicBezTo>
                    <a:pt x="250" y="416"/>
                    <a:pt x="245" y="412"/>
                    <a:pt x="245" y="406"/>
                  </a:cubicBezTo>
                  <a:cubicBezTo>
                    <a:pt x="245" y="384"/>
                    <a:pt x="245" y="384"/>
                    <a:pt x="245" y="384"/>
                  </a:cubicBezTo>
                  <a:cubicBezTo>
                    <a:pt x="245" y="378"/>
                    <a:pt x="250" y="373"/>
                    <a:pt x="256" y="373"/>
                  </a:cubicBezTo>
                  <a:cubicBezTo>
                    <a:pt x="262" y="373"/>
                    <a:pt x="266" y="378"/>
                    <a:pt x="266" y="384"/>
                  </a:cubicBezTo>
                  <a:lnTo>
                    <a:pt x="266" y="406"/>
                  </a:lnTo>
                  <a:close/>
                  <a:moveTo>
                    <a:pt x="256" y="352"/>
                  </a:moveTo>
                  <a:cubicBezTo>
                    <a:pt x="203" y="352"/>
                    <a:pt x="160" y="309"/>
                    <a:pt x="160" y="256"/>
                  </a:cubicBezTo>
                  <a:cubicBezTo>
                    <a:pt x="160" y="203"/>
                    <a:pt x="203" y="160"/>
                    <a:pt x="256" y="160"/>
                  </a:cubicBezTo>
                  <a:cubicBezTo>
                    <a:pt x="309" y="160"/>
                    <a:pt x="352" y="203"/>
                    <a:pt x="352" y="256"/>
                  </a:cubicBezTo>
                  <a:cubicBezTo>
                    <a:pt x="352" y="309"/>
                    <a:pt x="309" y="352"/>
                    <a:pt x="256" y="352"/>
                  </a:cubicBezTo>
                  <a:close/>
                  <a:moveTo>
                    <a:pt x="369" y="369"/>
                  </a:moveTo>
                  <a:cubicBezTo>
                    <a:pt x="367" y="371"/>
                    <a:pt x="364" y="373"/>
                    <a:pt x="362" y="373"/>
                  </a:cubicBezTo>
                  <a:cubicBezTo>
                    <a:pt x="359" y="373"/>
                    <a:pt x="356" y="372"/>
                    <a:pt x="354" y="370"/>
                  </a:cubicBezTo>
                  <a:cubicBezTo>
                    <a:pt x="343" y="358"/>
                    <a:pt x="343" y="358"/>
                    <a:pt x="343" y="358"/>
                  </a:cubicBezTo>
                  <a:cubicBezTo>
                    <a:pt x="343" y="358"/>
                    <a:pt x="343" y="358"/>
                    <a:pt x="343" y="358"/>
                  </a:cubicBezTo>
                  <a:cubicBezTo>
                    <a:pt x="339" y="355"/>
                    <a:pt x="339" y="355"/>
                    <a:pt x="339" y="355"/>
                  </a:cubicBezTo>
                  <a:cubicBezTo>
                    <a:pt x="339" y="355"/>
                    <a:pt x="339" y="354"/>
                    <a:pt x="339" y="354"/>
                  </a:cubicBezTo>
                  <a:cubicBezTo>
                    <a:pt x="339" y="354"/>
                    <a:pt x="339" y="354"/>
                    <a:pt x="339" y="354"/>
                  </a:cubicBezTo>
                  <a:cubicBezTo>
                    <a:pt x="338" y="354"/>
                    <a:pt x="338" y="354"/>
                    <a:pt x="338" y="354"/>
                  </a:cubicBezTo>
                  <a:cubicBezTo>
                    <a:pt x="338" y="354"/>
                    <a:pt x="338" y="354"/>
                    <a:pt x="338" y="354"/>
                  </a:cubicBezTo>
                  <a:cubicBezTo>
                    <a:pt x="337" y="352"/>
                    <a:pt x="335" y="349"/>
                    <a:pt x="336" y="346"/>
                  </a:cubicBezTo>
                  <a:cubicBezTo>
                    <a:pt x="336" y="343"/>
                    <a:pt x="336" y="341"/>
                    <a:pt x="338" y="339"/>
                  </a:cubicBezTo>
                  <a:cubicBezTo>
                    <a:pt x="344" y="333"/>
                    <a:pt x="349" y="335"/>
                    <a:pt x="353" y="339"/>
                  </a:cubicBezTo>
                  <a:cubicBezTo>
                    <a:pt x="354" y="339"/>
                    <a:pt x="354" y="339"/>
                    <a:pt x="354" y="339"/>
                  </a:cubicBezTo>
                  <a:cubicBezTo>
                    <a:pt x="354" y="339"/>
                    <a:pt x="354" y="339"/>
                    <a:pt x="354" y="340"/>
                  </a:cubicBezTo>
                  <a:cubicBezTo>
                    <a:pt x="356" y="341"/>
                    <a:pt x="357" y="342"/>
                    <a:pt x="358" y="343"/>
                  </a:cubicBezTo>
                  <a:cubicBezTo>
                    <a:pt x="369" y="354"/>
                    <a:pt x="369" y="354"/>
                    <a:pt x="369" y="354"/>
                  </a:cubicBezTo>
                  <a:cubicBezTo>
                    <a:pt x="371" y="356"/>
                    <a:pt x="372" y="359"/>
                    <a:pt x="372" y="362"/>
                  </a:cubicBezTo>
                  <a:cubicBezTo>
                    <a:pt x="372" y="365"/>
                    <a:pt x="371" y="367"/>
                    <a:pt x="369" y="369"/>
                  </a:cubicBezTo>
                  <a:close/>
                  <a:moveTo>
                    <a:pt x="369" y="158"/>
                  </a:moveTo>
                  <a:cubicBezTo>
                    <a:pt x="358" y="169"/>
                    <a:pt x="358" y="169"/>
                    <a:pt x="358" y="169"/>
                  </a:cubicBezTo>
                  <a:cubicBezTo>
                    <a:pt x="357" y="170"/>
                    <a:pt x="357" y="170"/>
                    <a:pt x="356" y="171"/>
                  </a:cubicBezTo>
                  <a:cubicBezTo>
                    <a:pt x="356" y="171"/>
                    <a:pt x="355" y="171"/>
                    <a:pt x="355" y="172"/>
                  </a:cubicBezTo>
                  <a:cubicBezTo>
                    <a:pt x="355" y="172"/>
                    <a:pt x="354" y="172"/>
                    <a:pt x="354" y="173"/>
                  </a:cubicBezTo>
                  <a:cubicBezTo>
                    <a:pt x="354" y="173"/>
                    <a:pt x="354" y="173"/>
                    <a:pt x="354" y="173"/>
                  </a:cubicBezTo>
                  <a:cubicBezTo>
                    <a:pt x="351" y="175"/>
                    <a:pt x="348" y="177"/>
                    <a:pt x="345" y="177"/>
                  </a:cubicBezTo>
                  <a:cubicBezTo>
                    <a:pt x="345" y="177"/>
                    <a:pt x="344" y="176"/>
                    <a:pt x="343" y="176"/>
                  </a:cubicBezTo>
                  <a:cubicBezTo>
                    <a:pt x="342" y="176"/>
                    <a:pt x="340" y="175"/>
                    <a:pt x="338" y="173"/>
                  </a:cubicBezTo>
                  <a:cubicBezTo>
                    <a:pt x="338" y="173"/>
                    <a:pt x="338" y="173"/>
                    <a:pt x="338" y="173"/>
                  </a:cubicBezTo>
                  <a:cubicBezTo>
                    <a:pt x="336" y="171"/>
                    <a:pt x="336" y="169"/>
                    <a:pt x="336" y="166"/>
                  </a:cubicBezTo>
                  <a:cubicBezTo>
                    <a:pt x="335" y="163"/>
                    <a:pt x="337" y="160"/>
                    <a:pt x="338" y="158"/>
                  </a:cubicBezTo>
                  <a:cubicBezTo>
                    <a:pt x="338" y="158"/>
                    <a:pt x="338" y="158"/>
                    <a:pt x="338" y="158"/>
                  </a:cubicBezTo>
                  <a:cubicBezTo>
                    <a:pt x="339" y="158"/>
                    <a:pt x="339" y="158"/>
                    <a:pt x="339" y="158"/>
                  </a:cubicBezTo>
                  <a:cubicBezTo>
                    <a:pt x="339" y="158"/>
                    <a:pt x="339" y="158"/>
                    <a:pt x="339" y="158"/>
                  </a:cubicBezTo>
                  <a:cubicBezTo>
                    <a:pt x="339" y="158"/>
                    <a:pt x="339" y="158"/>
                    <a:pt x="339" y="158"/>
                  </a:cubicBezTo>
                  <a:cubicBezTo>
                    <a:pt x="343" y="154"/>
                    <a:pt x="343" y="154"/>
                    <a:pt x="343" y="154"/>
                  </a:cubicBezTo>
                  <a:cubicBezTo>
                    <a:pt x="343" y="154"/>
                    <a:pt x="343" y="154"/>
                    <a:pt x="343" y="154"/>
                  </a:cubicBezTo>
                  <a:cubicBezTo>
                    <a:pt x="354" y="143"/>
                    <a:pt x="354" y="143"/>
                    <a:pt x="354" y="143"/>
                  </a:cubicBezTo>
                  <a:cubicBezTo>
                    <a:pt x="358" y="139"/>
                    <a:pt x="365" y="139"/>
                    <a:pt x="369" y="143"/>
                  </a:cubicBezTo>
                  <a:cubicBezTo>
                    <a:pt x="371" y="145"/>
                    <a:pt x="372" y="147"/>
                    <a:pt x="372" y="150"/>
                  </a:cubicBezTo>
                  <a:cubicBezTo>
                    <a:pt x="372" y="153"/>
                    <a:pt x="371" y="156"/>
                    <a:pt x="369" y="158"/>
                  </a:cubicBezTo>
                  <a:close/>
                  <a:moveTo>
                    <a:pt x="405" y="266"/>
                  </a:moveTo>
                  <a:cubicBezTo>
                    <a:pt x="383" y="266"/>
                    <a:pt x="383" y="266"/>
                    <a:pt x="383" y="266"/>
                  </a:cubicBezTo>
                  <a:cubicBezTo>
                    <a:pt x="377" y="266"/>
                    <a:pt x="373" y="262"/>
                    <a:pt x="373" y="256"/>
                  </a:cubicBezTo>
                  <a:cubicBezTo>
                    <a:pt x="373" y="250"/>
                    <a:pt x="377" y="245"/>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108" name="Graphic 107" descr="Harvey Balls 0% with solid fill">
            <a:extLst>
              <a:ext uri="{FF2B5EF4-FFF2-40B4-BE49-F238E27FC236}">
                <a16:creationId xmlns:a16="http://schemas.microsoft.com/office/drawing/2014/main" id="{F7E9E004-8BD1-6AFC-2E97-007D4B4B6D4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9978829" y="-2275"/>
            <a:ext cx="678580" cy="643491"/>
          </a:xfrm>
          <a:prstGeom prst="rect">
            <a:avLst/>
          </a:prstGeom>
        </p:spPr>
      </p:pic>
      <p:grpSp>
        <p:nvGrpSpPr>
          <p:cNvPr id="109" name="Group 437">
            <a:extLst>
              <a:ext uri="{FF2B5EF4-FFF2-40B4-BE49-F238E27FC236}">
                <a16:creationId xmlns:a16="http://schemas.microsoft.com/office/drawing/2014/main" id="{B7A338F5-E478-C85D-3F1A-107CCF48379E}"/>
              </a:ext>
            </a:extLst>
          </p:cNvPr>
          <p:cNvGrpSpPr>
            <a:grpSpLocks noChangeAspect="1"/>
          </p:cNvGrpSpPr>
          <p:nvPr/>
        </p:nvGrpSpPr>
        <p:grpSpPr bwMode="auto">
          <a:xfrm>
            <a:off x="10132461" y="146765"/>
            <a:ext cx="354876" cy="336530"/>
            <a:chOff x="3130" y="1561"/>
            <a:chExt cx="340" cy="340"/>
          </a:xfrm>
          <a:solidFill>
            <a:schemeClr val="bg2"/>
          </a:solidFill>
        </p:grpSpPr>
        <p:sp>
          <p:nvSpPr>
            <p:cNvPr id="110" name="Freeform 438">
              <a:extLst>
                <a:ext uri="{FF2B5EF4-FFF2-40B4-BE49-F238E27FC236}">
                  <a16:creationId xmlns:a16="http://schemas.microsoft.com/office/drawing/2014/main" id="{DDF2BF38-ED39-8BB8-2C88-D39F47015928}"/>
                </a:ext>
              </a:extLst>
            </p:cNvPr>
            <p:cNvSpPr>
              <a:spLocks/>
            </p:cNvSpPr>
            <p:nvPr/>
          </p:nvSpPr>
          <p:spPr bwMode="auto">
            <a:xfrm>
              <a:off x="3307" y="1696"/>
              <a:ext cx="28" cy="28"/>
            </a:xfrm>
            <a:custGeom>
              <a:avLst/>
              <a:gdLst>
                <a:gd name="T0" fmla="*/ 0 w 42"/>
                <a:gd name="T1" fmla="*/ 0 h 42"/>
                <a:gd name="T2" fmla="*/ 0 w 42"/>
                <a:gd name="T3" fmla="*/ 42 h 42"/>
                <a:gd name="T4" fmla="*/ 42 w 42"/>
                <a:gd name="T5" fmla="*/ 42 h 42"/>
                <a:gd name="T6" fmla="*/ 0 w 42"/>
                <a:gd name="T7" fmla="*/ 0 h 42"/>
              </a:gdLst>
              <a:ahLst/>
              <a:cxnLst>
                <a:cxn ang="0">
                  <a:pos x="T0" y="T1"/>
                </a:cxn>
                <a:cxn ang="0">
                  <a:pos x="T2" y="T3"/>
                </a:cxn>
                <a:cxn ang="0">
                  <a:pos x="T4" y="T5"/>
                </a:cxn>
                <a:cxn ang="0">
                  <a:pos x="T6" y="T7"/>
                </a:cxn>
              </a:cxnLst>
              <a:rect l="0" t="0" r="r" b="b"/>
              <a:pathLst>
                <a:path w="42" h="42">
                  <a:moveTo>
                    <a:pt x="0" y="0"/>
                  </a:moveTo>
                  <a:cubicBezTo>
                    <a:pt x="0" y="42"/>
                    <a:pt x="0" y="42"/>
                    <a:pt x="0" y="42"/>
                  </a:cubicBezTo>
                  <a:cubicBezTo>
                    <a:pt x="42" y="42"/>
                    <a:pt x="42" y="42"/>
                    <a:pt x="42" y="42"/>
                  </a:cubicBezTo>
                  <a:cubicBezTo>
                    <a:pt x="38" y="21"/>
                    <a:pt x="2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1" name="Freeform 439">
              <a:extLst>
                <a:ext uri="{FF2B5EF4-FFF2-40B4-BE49-F238E27FC236}">
                  <a16:creationId xmlns:a16="http://schemas.microsoft.com/office/drawing/2014/main" id="{F00ED5C5-8E78-A1E7-C89B-B3883B94C50F}"/>
                </a:ext>
              </a:extLst>
            </p:cNvPr>
            <p:cNvSpPr>
              <a:spLocks/>
            </p:cNvSpPr>
            <p:nvPr/>
          </p:nvSpPr>
          <p:spPr bwMode="auto">
            <a:xfrm>
              <a:off x="3265" y="1696"/>
              <a:ext cx="28" cy="28"/>
            </a:xfrm>
            <a:custGeom>
              <a:avLst/>
              <a:gdLst>
                <a:gd name="T0" fmla="*/ 0 w 42"/>
                <a:gd name="T1" fmla="*/ 42 h 42"/>
                <a:gd name="T2" fmla="*/ 42 w 42"/>
                <a:gd name="T3" fmla="*/ 42 h 42"/>
                <a:gd name="T4" fmla="*/ 42 w 42"/>
                <a:gd name="T5" fmla="*/ 0 h 42"/>
                <a:gd name="T6" fmla="*/ 0 w 42"/>
                <a:gd name="T7" fmla="*/ 42 h 42"/>
              </a:gdLst>
              <a:ahLst/>
              <a:cxnLst>
                <a:cxn ang="0">
                  <a:pos x="T0" y="T1"/>
                </a:cxn>
                <a:cxn ang="0">
                  <a:pos x="T2" y="T3"/>
                </a:cxn>
                <a:cxn ang="0">
                  <a:pos x="T4" y="T5"/>
                </a:cxn>
                <a:cxn ang="0">
                  <a:pos x="T6" y="T7"/>
                </a:cxn>
              </a:cxnLst>
              <a:rect l="0" t="0" r="r" b="b"/>
              <a:pathLst>
                <a:path w="42" h="42">
                  <a:moveTo>
                    <a:pt x="0" y="42"/>
                  </a:moveTo>
                  <a:cubicBezTo>
                    <a:pt x="42" y="42"/>
                    <a:pt x="42" y="42"/>
                    <a:pt x="42" y="42"/>
                  </a:cubicBezTo>
                  <a:cubicBezTo>
                    <a:pt x="42" y="0"/>
                    <a:pt x="42" y="0"/>
                    <a:pt x="42" y="0"/>
                  </a:cubicBezTo>
                  <a:cubicBezTo>
                    <a:pt x="21" y="5"/>
                    <a:pt x="5" y="21"/>
                    <a:pt x="0"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2" name="Freeform 440">
              <a:extLst>
                <a:ext uri="{FF2B5EF4-FFF2-40B4-BE49-F238E27FC236}">
                  <a16:creationId xmlns:a16="http://schemas.microsoft.com/office/drawing/2014/main" id="{DF6EE8D4-9435-470F-D310-D5B805190D74}"/>
                </a:ext>
              </a:extLst>
            </p:cNvPr>
            <p:cNvSpPr>
              <a:spLocks/>
            </p:cNvSpPr>
            <p:nvPr/>
          </p:nvSpPr>
          <p:spPr bwMode="auto">
            <a:xfrm>
              <a:off x="3230" y="1661"/>
              <a:ext cx="63" cy="63"/>
            </a:xfrm>
            <a:custGeom>
              <a:avLst/>
              <a:gdLst>
                <a:gd name="T0" fmla="*/ 0 w 95"/>
                <a:gd name="T1" fmla="*/ 95 h 95"/>
                <a:gd name="T2" fmla="*/ 32 w 95"/>
                <a:gd name="T3" fmla="*/ 95 h 95"/>
                <a:gd name="T4" fmla="*/ 95 w 95"/>
                <a:gd name="T5" fmla="*/ 32 h 95"/>
                <a:gd name="T6" fmla="*/ 95 w 95"/>
                <a:gd name="T7" fmla="*/ 0 h 95"/>
                <a:gd name="T8" fmla="*/ 0 w 95"/>
                <a:gd name="T9" fmla="*/ 95 h 95"/>
              </a:gdLst>
              <a:ahLst/>
              <a:cxnLst>
                <a:cxn ang="0">
                  <a:pos x="T0" y="T1"/>
                </a:cxn>
                <a:cxn ang="0">
                  <a:pos x="T2" y="T3"/>
                </a:cxn>
                <a:cxn ang="0">
                  <a:pos x="T4" y="T5"/>
                </a:cxn>
                <a:cxn ang="0">
                  <a:pos x="T6" y="T7"/>
                </a:cxn>
                <a:cxn ang="0">
                  <a:pos x="T8" y="T9"/>
                </a:cxn>
              </a:cxnLst>
              <a:rect l="0" t="0" r="r" b="b"/>
              <a:pathLst>
                <a:path w="95" h="95">
                  <a:moveTo>
                    <a:pt x="0" y="95"/>
                  </a:moveTo>
                  <a:cubicBezTo>
                    <a:pt x="32" y="95"/>
                    <a:pt x="32" y="95"/>
                    <a:pt x="32" y="95"/>
                  </a:cubicBezTo>
                  <a:cubicBezTo>
                    <a:pt x="37" y="62"/>
                    <a:pt x="62" y="37"/>
                    <a:pt x="95" y="32"/>
                  </a:cubicBezTo>
                  <a:cubicBezTo>
                    <a:pt x="95" y="0"/>
                    <a:pt x="95" y="0"/>
                    <a:pt x="95" y="0"/>
                  </a:cubicBezTo>
                  <a:cubicBezTo>
                    <a:pt x="45" y="5"/>
                    <a:pt x="5" y="45"/>
                    <a:pt x="0" y="9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3" name="Freeform 441">
              <a:extLst>
                <a:ext uri="{FF2B5EF4-FFF2-40B4-BE49-F238E27FC236}">
                  <a16:creationId xmlns:a16="http://schemas.microsoft.com/office/drawing/2014/main" id="{60CE99D1-AEA8-AE88-F5DC-A165AE2379D9}"/>
                </a:ext>
              </a:extLst>
            </p:cNvPr>
            <p:cNvSpPr>
              <a:spLocks/>
            </p:cNvSpPr>
            <p:nvPr/>
          </p:nvSpPr>
          <p:spPr bwMode="auto">
            <a:xfrm>
              <a:off x="3265" y="1738"/>
              <a:ext cx="28" cy="28"/>
            </a:xfrm>
            <a:custGeom>
              <a:avLst/>
              <a:gdLst>
                <a:gd name="T0" fmla="*/ 42 w 42"/>
                <a:gd name="T1" fmla="*/ 42 h 42"/>
                <a:gd name="T2" fmla="*/ 42 w 42"/>
                <a:gd name="T3" fmla="*/ 0 h 42"/>
                <a:gd name="T4" fmla="*/ 0 w 42"/>
                <a:gd name="T5" fmla="*/ 0 h 42"/>
                <a:gd name="T6" fmla="*/ 42 w 42"/>
                <a:gd name="T7" fmla="*/ 42 h 42"/>
              </a:gdLst>
              <a:ahLst/>
              <a:cxnLst>
                <a:cxn ang="0">
                  <a:pos x="T0" y="T1"/>
                </a:cxn>
                <a:cxn ang="0">
                  <a:pos x="T2" y="T3"/>
                </a:cxn>
                <a:cxn ang="0">
                  <a:pos x="T4" y="T5"/>
                </a:cxn>
                <a:cxn ang="0">
                  <a:pos x="T6" y="T7"/>
                </a:cxn>
              </a:cxnLst>
              <a:rect l="0" t="0" r="r" b="b"/>
              <a:pathLst>
                <a:path w="42" h="42">
                  <a:moveTo>
                    <a:pt x="42" y="42"/>
                  </a:moveTo>
                  <a:cubicBezTo>
                    <a:pt x="42" y="0"/>
                    <a:pt x="42" y="0"/>
                    <a:pt x="42" y="0"/>
                  </a:cubicBezTo>
                  <a:cubicBezTo>
                    <a:pt x="0" y="0"/>
                    <a:pt x="0" y="0"/>
                    <a:pt x="0" y="0"/>
                  </a:cubicBezTo>
                  <a:cubicBezTo>
                    <a:pt x="5" y="21"/>
                    <a:pt x="21" y="38"/>
                    <a:pt x="42"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4" name="Freeform 442">
              <a:extLst>
                <a:ext uri="{FF2B5EF4-FFF2-40B4-BE49-F238E27FC236}">
                  <a16:creationId xmlns:a16="http://schemas.microsoft.com/office/drawing/2014/main" id="{707C2413-8578-6F0C-466D-2C4BE2EAA528}"/>
                </a:ext>
              </a:extLst>
            </p:cNvPr>
            <p:cNvSpPr>
              <a:spLocks/>
            </p:cNvSpPr>
            <p:nvPr/>
          </p:nvSpPr>
          <p:spPr bwMode="auto">
            <a:xfrm>
              <a:off x="3230" y="1738"/>
              <a:ext cx="63" cy="63"/>
            </a:xfrm>
            <a:custGeom>
              <a:avLst/>
              <a:gdLst>
                <a:gd name="T0" fmla="*/ 32 w 95"/>
                <a:gd name="T1" fmla="*/ 0 h 96"/>
                <a:gd name="T2" fmla="*/ 0 w 95"/>
                <a:gd name="T3" fmla="*/ 0 h 96"/>
                <a:gd name="T4" fmla="*/ 95 w 95"/>
                <a:gd name="T5" fmla="*/ 96 h 96"/>
                <a:gd name="T6" fmla="*/ 95 w 95"/>
                <a:gd name="T7" fmla="*/ 63 h 96"/>
                <a:gd name="T8" fmla="*/ 32 w 95"/>
                <a:gd name="T9" fmla="*/ 0 h 96"/>
              </a:gdLst>
              <a:ahLst/>
              <a:cxnLst>
                <a:cxn ang="0">
                  <a:pos x="T0" y="T1"/>
                </a:cxn>
                <a:cxn ang="0">
                  <a:pos x="T2" y="T3"/>
                </a:cxn>
                <a:cxn ang="0">
                  <a:pos x="T4" y="T5"/>
                </a:cxn>
                <a:cxn ang="0">
                  <a:pos x="T6" y="T7"/>
                </a:cxn>
                <a:cxn ang="0">
                  <a:pos x="T8" y="T9"/>
                </a:cxn>
              </a:cxnLst>
              <a:rect l="0" t="0" r="r" b="b"/>
              <a:pathLst>
                <a:path w="95" h="96">
                  <a:moveTo>
                    <a:pt x="32" y="0"/>
                  </a:moveTo>
                  <a:cubicBezTo>
                    <a:pt x="0" y="0"/>
                    <a:pt x="0" y="0"/>
                    <a:pt x="0" y="0"/>
                  </a:cubicBezTo>
                  <a:cubicBezTo>
                    <a:pt x="5" y="51"/>
                    <a:pt x="45" y="91"/>
                    <a:pt x="95" y="96"/>
                  </a:cubicBezTo>
                  <a:cubicBezTo>
                    <a:pt x="95" y="63"/>
                    <a:pt x="95" y="63"/>
                    <a:pt x="95" y="63"/>
                  </a:cubicBezTo>
                  <a:cubicBezTo>
                    <a:pt x="62" y="59"/>
                    <a:pt x="37" y="33"/>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5" name="Freeform 443">
              <a:extLst>
                <a:ext uri="{FF2B5EF4-FFF2-40B4-BE49-F238E27FC236}">
                  <a16:creationId xmlns:a16="http://schemas.microsoft.com/office/drawing/2014/main" id="{60EF1B4F-07F5-623D-8F0C-E0A1AC767D02}"/>
                </a:ext>
              </a:extLst>
            </p:cNvPr>
            <p:cNvSpPr>
              <a:spLocks/>
            </p:cNvSpPr>
            <p:nvPr/>
          </p:nvSpPr>
          <p:spPr bwMode="auto">
            <a:xfrm>
              <a:off x="3307" y="1738"/>
              <a:ext cx="28" cy="28"/>
            </a:xfrm>
            <a:custGeom>
              <a:avLst/>
              <a:gdLst>
                <a:gd name="T0" fmla="*/ 42 w 42"/>
                <a:gd name="T1" fmla="*/ 0 h 42"/>
                <a:gd name="T2" fmla="*/ 0 w 42"/>
                <a:gd name="T3" fmla="*/ 0 h 42"/>
                <a:gd name="T4" fmla="*/ 0 w 42"/>
                <a:gd name="T5" fmla="*/ 42 h 42"/>
                <a:gd name="T6" fmla="*/ 42 w 42"/>
                <a:gd name="T7" fmla="*/ 0 h 42"/>
              </a:gdLst>
              <a:ahLst/>
              <a:cxnLst>
                <a:cxn ang="0">
                  <a:pos x="T0" y="T1"/>
                </a:cxn>
                <a:cxn ang="0">
                  <a:pos x="T2" y="T3"/>
                </a:cxn>
                <a:cxn ang="0">
                  <a:pos x="T4" y="T5"/>
                </a:cxn>
                <a:cxn ang="0">
                  <a:pos x="T6" y="T7"/>
                </a:cxn>
              </a:cxnLst>
              <a:rect l="0" t="0" r="r" b="b"/>
              <a:pathLst>
                <a:path w="42" h="42">
                  <a:moveTo>
                    <a:pt x="42" y="0"/>
                  </a:moveTo>
                  <a:cubicBezTo>
                    <a:pt x="0" y="0"/>
                    <a:pt x="0" y="0"/>
                    <a:pt x="0" y="0"/>
                  </a:cubicBezTo>
                  <a:cubicBezTo>
                    <a:pt x="0" y="42"/>
                    <a:pt x="0" y="42"/>
                    <a:pt x="0" y="42"/>
                  </a:cubicBezTo>
                  <a:cubicBezTo>
                    <a:pt x="21" y="38"/>
                    <a:pt x="38" y="21"/>
                    <a:pt x="4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6" name="Freeform 444">
              <a:extLst>
                <a:ext uri="{FF2B5EF4-FFF2-40B4-BE49-F238E27FC236}">
                  <a16:creationId xmlns:a16="http://schemas.microsoft.com/office/drawing/2014/main" id="{8A285C6B-E8D8-4908-1EFC-EF900B7F3BB6}"/>
                </a:ext>
              </a:extLst>
            </p:cNvPr>
            <p:cNvSpPr>
              <a:spLocks noEditPoints="1"/>
            </p:cNvSpPr>
            <p:nvPr/>
          </p:nvSpPr>
          <p:spPr bwMode="auto">
            <a:xfrm>
              <a:off x="3130" y="1561"/>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83 w 512"/>
                <a:gd name="T13" fmla="*/ 266 h 512"/>
                <a:gd name="T14" fmla="*/ 266 w 512"/>
                <a:gd name="T15" fmla="*/ 383 h 512"/>
                <a:gd name="T16" fmla="*/ 266 w 512"/>
                <a:gd name="T17" fmla="*/ 405 h 512"/>
                <a:gd name="T18" fmla="*/ 256 w 512"/>
                <a:gd name="T19" fmla="*/ 416 h 512"/>
                <a:gd name="T20" fmla="*/ 245 w 512"/>
                <a:gd name="T21" fmla="*/ 405 h 512"/>
                <a:gd name="T22" fmla="*/ 245 w 512"/>
                <a:gd name="T23" fmla="*/ 383 h 512"/>
                <a:gd name="T24" fmla="*/ 128 w 512"/>
                <a:gd name="T25" fmla="*/ 266 h 512"/>
                <a:gd name="T26" fmla="*/ 106 w 512"/>
                <a:gd name="T27" fmla="*/ 266 h 512"/>
                <a:gd name="T28" fmla="*/ 96 w 512"/>
                <a:gd name="T29" fmla="*/ 256 h 512"/>
                <a:gd name="T30" fmla="*/ 106 w 512"/>
                <a:gd name="T31" fmla="*/ 245 h 512"/>
                <a:gd name="T32" fmla="*/ 128 w 512"/>
                <a:gd name="T33" fmla="*/ 245 h 512"/>
                <a:gd name="T34" fmla="*/ 245 w 512"/>
                <a:gd name="T35" fmla="*/ 128 h 512"/>
                <a:gd name="T36" fmla="*/ 245 w 512"/>
                <a:gd name="T37" fmla="*/ 106 h 512"/>
                <a:gd name="T38" fmla="*/ 256 w 512"/>
                <a:gd name="T39" fmla="*/ 96 h 512"/>
                <a:gd name="T40" fmla="*/ 266 w 512"/>
                <a:gd name="T41" fmla="*/ 106 h 512"/>
                <a:gd name="T42" fmla="*/ 266 w 512"/>
                <a:gd name="T43" fmla="*/ 128 h 512"/>
                <a:gd name="T44" fmla="*/ 383 w 512"/>
                <a:gd name="T45" fmla="*/ 245 h 512"/>
                <a:gd name="T46" fmla="*/ 405 w 512"/>
                <a:gd name="T47" fmla="*/ 245 h 512"/>
                <a:gd name="T48" fmla="*/ 416 w 512"/>
                <a:gd name="T49" fmla="*/ 256 h 512"/>
                <a:gd name="T50" fmla="*/ 405 w 512"/>
                <a:gd name="T51"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83" y="266"/>
                    <a:pt x="383" y="266"/>
                    <a:pt x="383" y="266"/>
                  </a:cubicBezTo>
                  <a:cubicBezTo>
                    <a:pt x="378" y="328"/>
                    <a:pt x="328" y="378"/>
                    <a:pt x="266" y="383"/>
                  </a:cubicBezTo>
                  <a:cubicBezTo>
                    <a:pt x="266" y="405"/>
                    <a:pt x="266" y="405"/>
                    <a:pt x="266" y="405"/>
                  </a:cubicBezTo>
                  <a:cubicBezTo>
                    <a:pt x="266" y="411"/>
                    <a:pt x="262" y="416"/>
                    <a:pt x="256" y="416"/>
                  </a:cubicBezTo>
                  <a:cubicBezTo>
                    <a:pt x="250" y="416"/>
                    <a:pt x="245" y="411"/>
                    <a:pt x="245" y="405"/>
                  </a:cubicBezTo>
                  <a:cubicBezTo>
                    <a:pt x="245" y="383"/>
                    <a:pt x="245" y="383"/>
                    <a:pt x="245" y="383"/>
                  </a:cubicBezTo>
                  <a:cubicBezTo>
                    <a:pt x="183" y="378"/>
                    <a:pt x="133" y="328"/>
                    <a:pt x="128" y="266"/>
                  </a:cubicBezTo>
                  <a:cubicBezTo>
                    <a:pt x="106" y="266"/>
                    <a:pt x="106" y="266"/>
                    <a:pt x="106" y="266"/>
                  </a:cubicBezTo>
                  <a:cubicBezTo>
                    <a:pt x="100" y="266"/>
                    <a:pt x="96" y="262"/>
                    <a:pt x="96" y="256"/>
                  </a:cubicBezTo>
                  <a:cubicBezTo>
                    <a:pt x="96" y="250"/>
                    <a:pt x="100" y="245"/>
                    <a:pt x="106" y="245"/>
                  </a:cubicBezTo>
                  <a:cubicBezTo>
                    <a:pt x="128" y="245"/>
                    <a:pt x="128" y="245"/>
                    <a:pt x="128" y="245"/>
                  </a:cubicBezTo>
                  <a:cubicBezTo>
                    <a:pt x="133" y="183"/>
                    <a:pt x="183" y="133"/>
                    <a:pt x="245" y="128"/>
                  </a:cubicBezTo>
                  <a:cubicBezTo>
                    <a:pt x="245" y="106"/>
                    <a:pt x="245" y="106"/>
                    <a:pt x="245" y="106"/>
                  </a:cubicBezTo>
                  <a:cubicBezTo>
                    <a:pt x="245" y="100"/>
                    <a:pt x="250" y="96"/>
                    <a:pt x="256" y="96"/>
                  </a:cubicBezTo>
                  <a:cubicBezTo>
                    <a:pt x="262" y="96"/>
                    <a:pt x="266" y="100"/>
                    <a:pt x="266" y="106"/>
                  </a:cubicBezTo>
                  <a:cubicBezTo>
                    <a:pt x="266" y="128"/>
                    <a:pt x="266" y="128"/>
                    <a:pt x="266" y="128"/>
                  </a:cubicBezTo>
                  <a:cubicBezTo>
                    <a:pt x="328" y="133"/>
                    <a:pt x="378" y="183"/>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7" name="Freeform 445">
              <a:extLst>
                <a:ext uri="{FF2B5EF4-FFF2-40B4-BE49-F238E27FC236}">
                  <a16:creationId xmlns:a16="http://schemas.microsoft.com/office/drawing/2014/main" id="{5A18CB1E-F271-063F-9405-BF76D3835B17}"/>
                </a:ext>
              </a:extLst>
            </p:cNvPr>
            <p:cNvSpPr>
              <a:spLocks/>
            </p:cNvSpPr>
            <p:nvPr/>
          </p:nvSpPr>
          <p:spPr bwMode="auto">
            <a:xfrm>
              <a:off x="3307" y="1661"/>
              <a:ext cx="63" cy="63"/>
            </a:xfrm>
            <a:custGeom>
              <a:avLst/>
              <a:gdLst>
                <a:gd name="T0" fmla="*/ 0 w 96"/>
                <a:gd name="T1" fmla="*/ 0 h 95"/>
                <a:gd name="T2" fmla="*/ 0 w 96"/>
                <a:gd name="T3" fmla="*/ 32 h 95"/>
                <a:gd name="T4" fmla="*/ 63 w 96"/>
                <a:gd name="T5" fmla="*/ 95 h 95"/>
                <a:gd name="T6" fmla="*/ 96 w 96"/>
                <a:gd name="T7" fmla="*/ 95 h 95"/>
                <a:gd name="T8" fmla="*/ 0 w 96"/>
                <a:gd name="T9" fmla="*/ 0 h 95"/>
              </a:gdLst>
              <a:ahLst/>
              <a:cxnLst>
                <a:cxn ang="0">
                  <a:pos x="T0" y="T1"/>
                </a:cxn>
                <a:cxn ang="0">
                  <a:pos x="T2" y="T3"/>
                </a:cxn>
                <a:cxn ang="0">
                  <a:pos x="T4" y="T5"/>
                </a:cxn>
                <a:cxn ang="0">
                  <a:pos x="T6" y="T7"/>
                </a:cxn>
                <a:cxn ang="0">
                  <a:pos x="T8" y="T9"/>
                </a:cxn>
              </a:cxnLst>
              <a:rect l="0" t="0" r="r" b="b"/>
              <a:pathLst>
                <a:path w="96" h="95">
                  <a:moveTo>
                    <a:pt x="0" y="0"/>
                  </a:moveTo>
                  <a:cubicBezTo>
                    <a:pt x="0" y="32"/>
                    <a:pt x="0" y="32"/>
                    <a:pt x="0" y="32"/>
                  </a:cubicBezTo>
                  <a:cubicBezTo>
                    <a:pt x="33" y="37"/>
                    <a:pt x="59" y="62"/>
                    <a:pt x="63" y="95"/>
                  </a:cubicBezTo>
                  <a:cubicBezTo>
                    <a:pt x="96" y="95"/>
                    <a:pt x="96" y="95"/>
                    <a:pt x="96" y="95"/>
                  </a:cubicBezTo>
                  <a:cubicBezTo>
                    <a:pt x="91" y="45"/>
                    <a:pt x="5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8" name="Freeform 446">
              <a:extLst>
                <a:ext uri="{FF2B5EF4-FFF2-40B4-BE49-F238E27FC236}">
                  <a16:creationId xmlns:a16="http://schemas.microsoft.com/office/drawing/2014/main" id="{D2E953EB-2D29-25FC-9641-7E67C363C2FE}"/>
                </a:ext>
              </a:extLst>
            </p:cNvPr>
            <p:cNvSpPr>
              <a:spLocks/>
            </p:cNvSpPr>
            <p:nvPr/>
          </p:nvSpPr>
          <p:spPr bwMode="auto">
            <a:xfrm>
              <a:off x="3307" y="1738"/>
              <a:ext cx="63" cy="63"/>
            </a:xfrm>
            <a:custGeom>
              <a:avLst/>
              <a:gdLst>
                <a:gd name="T0" fmla="*/ 0 w 96"/>
                <a:gd name="T1" fmla="*/ 63 h 96"/>
                <a:gd name="T2" fmla="*/ 0 w 96"/>
                <a:gd name="T3" fmla="*/ 96 h 96"/>
                <a:gd name="T4" fmla="*/ 96 w 96"/>
                <a:gd name="T5" fmla="*/ 0 h 96"/>
                <a:gd name="T6" fmla="*/ 63 w 96"/>
                <a:gd name="T7" fmla="*/ 0 h 96"/>
                <a:gd name="T8" fmla="*/ 0 w 96"/>
                <a:gd name="T9" fmla="*/ 63 h 96"/>
              </a:gdLst>
              <a:ahLst/>
              <a:cxnLst>
                <a:cxn ang="0">
                  <a:pos x="T0" y="T1"/>
                </a:cxn>
                <a:cxn ang="0">
                  <a:pos x="T2" y="T3"/>
                </a:cxn>
                <a:cxn ang="0">
                  <a:pos x="T4" y="T5"/>
                </a:cxn>
                <a:cxn ang="0">
                  <a:pos x="T6" y="T7"/>
                </a:cxn>
                <a:cxn ang="0">
                  <a:pos x="T8" y="T9"/>
                </a:cxn>
              </a:cxnLst>
              <a:rect l="0" t="0" r="r" b="b"/>
              <a:pathLst>
                <a:path w="96" h="96">
                  <a:moveTo>
                    <a:pt x="0" y="63"/>
                  </a:moveTo>
                  <a:cubicBezTo>
                    <a:pt x="0" y="96"/>
                    <a:pt x="0" y="96"/>
                    <a:pt x="0" y="96"/>
                  </a:cubicBezTo>
                  <a:cubicBezTo>
                    <a:pt x="51" y="91"/>
                    <a:pt x="91" y="51"/>
                    <a:pt x="96" y="0"/>
                  </a:cubicBezTo>
                  <a:cubicBezTo>
                    <a:pt x="63" y="0"/>
                    <a:pt x="63" y="0"/>
                    <a:pt x="63" y="0"/>
                  </a:cubicBezTo>
                  <a:cubicBezTo>
                    <a:pt x="59" y="33"/>
                    <a:pt x="33" y="59"/>
                    <a:pt x="0" y="6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119" name="Graphic 118" descr="Harvey Balls 0% with solid fill">
            <a:extLst>
              <a:ext uri="{FF2B5EF4-FFF2-40B4-BE49-F238E27FC236}">
                <a16:creationId xmlns:a16="http://schemas.microsoft.com/office/drawing/2014/main" id="{6E16995F-862D-2A08-D733-878A9AE544A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084317" y="-12909"/>
            <a:ext cx="678580" cy="643491"/>
          </a:xfrm>
          <a:prstGeom prst="rect">
            <a:avLst/>
          </a:prstGeom>
        </p:spPr>
      </p:pic>
      <p:sp>
        <p:nvSpPr>
          <p:cNvPr id="120" name="Freeform 393">
            <a:extLst>
              <a:ext uri="{FF2B5EF4-FFF2-40B4-BE49-F238E27FC236}">
                <a16:creationId xmlns:a16="http://schemas.microsoft.com/office/drawing/2014/main" id="{FEF14DE1-846E-19D6-F918-553F720A8271}"/>
              </a:ext>
            </a:extLst>
          </p:cNvPr>
          <p:cNvSpPr>
            <a:spLocks noChangeAspect="1" noEditPoints="1"/>
          </p:cNvSpPr>
          <p:nvPr/>
        </p:nvSpPr>
        <p:spPr bwMode="auto">
          <a:xfrm>
            <a:off x="7239569" y="132256"/>
            <a:ext cx="358041" cy="340525"/>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121" name="Graphic 120" descr="Harvey Balls 0% with solid fill">
            <a:extLst>
              <a:ext uri="{FF2B5EF4-FFF2-40B4-BE49-F238E27FC236}">
                <a16:creationId xmlns:a16="http://schemas.microsoft.com/office/drawing/2014/main" id="{4A55D679-F6C5-B0DB-3DE3-FABD48006BC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7652244" y="-10515"/>
            <a:ext cx="678580" cy="643491"/>
          </a:xfrm>
          <a:prstGeom prst="rect">
            <a:avLst/>
          </a:prstGeom>
        </p:spPr>
      </p:pic>
      <p:grpSp>
        <p:nvGrpSpPr>
          <p:cNvPr id="122" name="Group 531">
            <a:extLst>
              <a:ext uri="{FF2B5EF4-FFF2-40B4-BE49-F238E27FC236}">
                <a16:creationId xmlns:a16="http://schemas.microsoft.com/office/drawing/2014/main" id="{1B459F8D-936D-65FC-82C9-E5E5E17A9958}"/>
              </a:ext>
            </a:extLst>
          </p:cNvPr>
          <p:cNvGrpSpPr>
            <a:grpSpLocks noChangeAspect="1"/>
          </p:cNvGrpSpPr>
          <p:nvPr/>
        </p:nvGrpSpPr>
        <p:grpSpPr bwMode="auto">
          <a:xfrm>
            <a:off x="7816744" y="141565"/>
            <a:ext cx="358041" cy="339527"/>
            <a:chOff x="3061" y="1953"/>
            <a:chExt cx="340" cy="340"/>
          </a:xfrm>
          <a:solidFill>
            <a:schemeClr val="tx1"/>
          </a:solidFill>
        </p:grpSpPr>
        <p:sp>
          <p:nvSpPr>
            <p:cNvPr id="123" name="Freeform 532">
              <a:extLst>
                <a:ext uri="{FF2B5EF4-FFF2-40B4-BE49-F238E27FC236}">
                  <a16:creationId xmlns:a16="http://schemas.microsoft.com/office/drawing/2014/main" id="{A749FB74-B14B-0C4F-0746-0CE446F6709A}"/>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24" name="Freeform 533">
              <a:extLst>
                <a:ext uri="{FF2B5EF4-FFF2-40B4-BE49-F238E27FC236}">
                  <a16:creationId xmlns:a16="http://schemas.microsoft.com/office/drawing/2014/main" id="{3A4BCB87-B337-4FA9-4F24-563F94D281F9}"/>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125" name="Graphic 124" descr="Harvey Balls 0% with solid fill">
            <a:extLst>
              <a:ext uri="{FF2B5EF4-FFF2-40B4-BE49-F238E27FC236}">
                <a16:creationId xmlns:a16="http://schemas.microsoft.com/office/drawing/2014/main" id="{90B6CAEB-64D9-CB11-4F7B-E986C44F17C2}"/>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54516" y="-2411"/>
            <a:ext cx="641404" cy="608237"/>
          </a:xfrm>
          <a:prstGeom prst="rect">
            <a:avLst/>
          </a:prstGeom>
        </p:spPr>
      </p:pic>
      <p:sp>
        <p:nvSpPr>
          <p:cNvPr id="126" name="Freeform 651">
            <a:extLst>
              <a:ext uri="{FF2B5EF4-FFF2-40B4-BE49-F238E27FC236}">
                <a16:creationId xmlns:a16="http://schemas.microsoft.com/office/drawing/2014/main" id="{59F3649C-039D-AD05-E82B-168F10E4E4EE}"/>
              </a:ext>
            </a:extLst>
          </p:cNvPr>
          <p:cNvSpPr>
            <a:spLocks noChangeAspect="1" noEditPoints="1"/>
          </p:cNvSpPr>
          <p:nvPr/>
        </p:nvSpPr>
        <p:spPr bwMode="auto">
          <a:xfrm>
            <a:off x="6095024" y="135176"/>
            <a:ext cx="357033" cy="338571"/>
          </a:xfrm>
          <a:custGeom>
            <a:avLst/>
            <a:gdLst>
              <a:gd name="T0" fmla="*/ 341 w 512"/>
              <a:gd name="T1" fmla="*/ 219 h 512"/>
              <a:gd name="T2" fmla="*/ 170 w 512"/>
              <a:gd name="T3" fmla="*/ 277 h 512"/>
              <a:gd name="T4" fmla="*/ 256 w 512"/>
              <a:gd name="T5" fmla="*/ 250 h 512"/>
              <a:gd name="T6" fmla="*/ 170 w 512"/>
              <a:gd name="T7" fmla="*/ 341 h 512"/>
              <a:gd name="T8" fmla="*/ 184 w 512"/>
              <a:gd name="T9" fmla="*/ 333 h 512"/>
              <a:gd name="T10" fmla="*/ 200 w 512"/>
              <a:gd name="T11" fmla="*/ 334 h 512"/>
              <a:gd name="T12" fmla="*/ 248 w 512"/>
              <a:gd name="T13" fmla="*/ 333 h 512"/>
              <a:gd name="T14" fmla="*/ 264 w 512"/>
              <a:gd name="T15" fmla="*/ 334 h 512"/>
              <a:gd name="T16" fmla="*/ 312 w 512"/>
              <a:gd name="T17" fmla="*/ 333 h 512"/>
              <a:gd name="T18" fmla="*/ 328 w 512"/>
              <a:gd name="T19" fmla="*/ 334 h 512"/>
              <a:gd name="T20" fmla="*/ 341 w 512"/>
              <a:gd name="T21" fmla="*/ 341 h 512"/>
              <a:gd name="T22" fmla="*/ 341 w 512"/>
              <a:gd name="T23" fmla="*/ 298 h 512"/>
              <a:gd name="T24" fmla="*/ 170 w 512"/>
              <a:gd name="T25" fmla="*/ 320 h 512"/>
              <a:gd name="T26" fmla="*/ 256 w 512"/>
              <a:gd name="T27" fmla="*/ 512 h 512"/>
              <a:gd name="T28" fmla="*/ 256 w 512"/>
              <a:gd name="T29" fmla="*/ 0 h 512"/>
              <a:gd name="T30" fmla="*/ 362 w 512"/>
              <a:gd name="T31" fmla="*/ 277 h 512"/>
              <a:gd name="T32" fmla="*/ 401 w 512"/>
              <a:gd name="T33" fmla="*/ 242 h 512"/>
              <a:gd name="T34" fmla="*/ 415 w 512"/>
              <a:gd name="T35" fmla="*/ 236 h 512"/>
              <a:gd name="T36" fmla="*/ 362 w 512"/>
              <a:gd name="T37" fmla="*/ 188 h 512"/>
              <a:gd name="T38" fmla="*/ 352 w 512"/>
              <a:gd name="T39" fmla="*/ 160 h 512"/>
              <a:gd name="T40" fmla="*/ 341 w 512"/>
              <a:gd name="T41" fmla="*/ 188 h 512"/>
              <a:gd name="T42" fmla="*/ 170 w 512"/>
              <a:gd name="T43" fmla="*/ 188 h 512"/>
              <a:gd name="T44" fmla="*/ 160 w 512"/>
              <a:gd name="T45" fmla="*/ 160 h 512"/>
              <a:gd name="T46" fmla="*/ 149 w 512"/>
              <a:gd name="T47" fmla="*/ 188 h 512"/>
              <a:gd name="T48" fmla="*/ 96 w 512"/>
              <a:gd name="T49" fmla="*/ 236 h 512"/>
              <a:gd name="T50" fmla="*/ 110 w 512"/>
              <a:gd name="T51" fmla="*/ 242 h 512"/>
              <a:gd name="T52" fmla="*/ 149 w 512"/>
              <a:gd name="T53" fmla="*/ 277 h 512"/>
              <a:gd name="T54" fmla="*/ 96 w 512"/>
              <a:gd name="T55" fmla="*/ 288 h 512"/>
              <a:gd name="T56" fmla="*/ 149 w 512"/>
              <a:gd name="T57" fmla="*/ 298 h 512"/>
              <a:gd name="T58" fmla="*/ 149 w 512"/>
              <a:gd name="T59" fmla="*/ 341 h 512"/>
              <a:gd name="T60" fmla="*/ 136 w 512"/>
              <a:gd name="T61" fmla="*/ 334 h 512"/>
              <a:gd name="T62" fmla="*/ 120 w 512"/>
              <a:gd name="T63" fmla="*/ 333 h 512"/>
              <a:gd name="T64" fmla="*/ 96 w 512"/>
              <a:gd name="T65" fmla="*/ 358 h 512"/>
              <a:gd name="T66" fmla="*/ 127 w 512"/>
              <a:gd name="T67" fmla="*/ 355 h 512"/>
              <a:gd name="T68" fmla="*/ 191 w 512"/>
              <a:gd name="T69" fmla="*/ 356 h 512"/>
              <a:gd name="T70" fmla="*/ 255 w 512"/>
              <a:gd name="T71" fmla="*/ 356 h 512"/>
              <a:gd name="T72" fmla="*/ 319 w 512"/>
              <a:gd name="T73" fmla="*/ 356 h 512"/>
              <a:gd name="T74" fmla="*/ 351 w 512"/>
              <a:gd name="T75" fmla="*/ 368 h 512"/>
              <a:gd name="T76" fmla="*/ 402 w 512"/>
              <a:gd name="T77" fmla="*/ 366 h 512"/>
              <a:gd name="T78" fmla="*/ 408 w 512"/>
              <a:gd name="T79" fmla="*/ 345 h 512"/>
              <a:gd name="T80" fmla="*/ 384 w 512"/>
              <a:gd name="T81" fmla="*/ 330 h 512"/>
              <a:gd name="T82" fmla="*/ 362 w 512"/>
              <a:gd name="T83" fmla="*/ 343 h 512"/>
              <a:gd name="T84" fmla="*/ 362 w 512"/>
              <a:gd name="T85" fmla="*/ 330 h 512"/>
              <a:gd name="T86" fmla="*/ 405 w 512"/>
              <a:gd name="T87" fmla="*/ 298 h 512"/>
              <a:gd name="T88" fmla="*/ 405 w 512"/>
              <a:gd name="T89"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256" y="250"/>
                </a:moveTo>
                <a:cubicBezTo>
                  <a:pt x="287" y="250"/>
                  <a:pt x="318" y="239"/>
                  <a:pt x="341" y="219"/>
                </a:cubicBezTo>
                <a:cubicBezTo>
                  <a:pt x="341" y="277"/>
                  <a:pt x="341" y="277"/>
                  <a:pt x="341" y="277"/>
                </a:cubicBezTo>
                <a:cubicBezTo>
                  <a:pt x="170" y="277"/>
                  <a:pt x="170" y="277"/>
                  <a:pt x="170" y="277"/>
                </a:cubicBezTo>
                <a:cubicBezTo>
                  <a:pt x="170" y="219"/>
                  <a:pt x="170" y="219"/>
                  <a:pt x="170" y="219"/>
                </a:cubicBezTo>
                <a:cubicBezTo>
                  <a:pt x="193" y="239"/>
                  <a:pt x="223" y="250"/>
                  <a:pt x="256" y="250"/>
                </a:cubicBezTo>
                <a:close/>
                <a:moveTo>
                  <a:pt x="170" y="320"/>
                </a:moveTo>
                <a:cubicBezTo>
                  <a:pt x="170" y="341"/>
                  <a:pt x="170" y="341"/>
                  <a:pt x="170" y="341"/>
                </a:cubicBezTo>
                <a:cubicBezTo>
                  <a:pt x="170" y="343"/>
                  <a:pt x="170" y="343"/>
                  <a:pt x="170" y="343"/>
                </a:cubicBezTo>
                <a:cubicBezTo>
                  <a:pt x="175" y="341"/>
                  <a:pt x="179" y="338"/>
                  <a:pt x="184" y="333"/>
                </a:cubicBezTo>
                <a:cubicBezTo>
                  <a:pt x="186" y="331"/>
                  <a:pt x="189" y="330"/>
                  <a:pt x="192" y="330"/>
                </a:cubicBezTo>
                <a:cubicBezTo>
                  <a:pt x="195" y="331"/>
                  <a:pt x="198" y="332"/>
                  <a:pt x="200" y="334"/>
                </a:cubicBezTo>
                <a:cubicBezTo>
                  <a:pt x="200" y="334"/>
                  <a:pt x="209" y="346"/>
                  <a:pt x="222" y="346"/>
                </a:cubicBezTo>
                <a:cubicBezTo>
                  <a:pt x="230" y="347"/>
                  <a:pt x="239" y="342"/>
                  <a:pt x="248" y="333"/>
                </a:cubicBezTo>
                <a:cubicBezTo>
                  <a:pt x="250" y="331"/>
                  <a:pt x="253" y="330"/>
                  <a:pt x="256" y="330"/>
                </a:cubicBezTo>
                <a:cubicBezTo>
                  <a:pt x="259" y="331"/>
                  <a:pt x="262" y="332"/>
                  <a:pt x="264" y="334"/>
                </a:cubicBezTo>
                <a:cubicBezTo>
                  <a:pt x="264" y="334"/>
                  <a:pt x="273" y="346"/>
                  <a:pt x="286" y="346"/>
                </a:cubicBezTo>
                <a:cubicBezTo>
                  <a:pt x="294" y="347"/>
                  <a:pt x="303" y="342"/>
                  <a:pt x="312" y="333"/>
                </a:cubicBezTo>
                <a:cubicBezTo>
                  <a:pt x="314" y="331"/>
                  <a:pt x="317" y="330"/>
                  <a:pt x="320" y="330"/>
                </a:cubicBezTo>
                <a:cubicBezTo>
                  <a:pt x="323" y="331"/>
                  <a:pt x="326" y="332"/>
                  <a:pt x="328" y="334"/>
                </a:cubicBezTo>
                <a:cubicBezTo>
                  <a:pt x="328" y="334"/>
                  <a:pt x="333" y="341"/>
                  <a:pt x="341" y="344"/>
                </a:cubicBezTo>
                <a:cubicBezTo>
                  <a:pt x="341" y="341"/>
                  <a:pt x="341" y="341"/>
                  <a:pt x="341" y="341"/>
                </a:cubicBezTo>
                <a:cubicBezTo>
                  <a:pt x="341" y="330"/>
                  <a:pt x="341" y="330"/>
                  <a:pt x="341" y="330"/>
                </a:cubicBezTo>
                <a:cubicBezTo>
                  <a:pt x="341" y="298"/>
                  <a:pt x="341" y="298"/>
                  <a:pt x="341" y="298"/>
                </a:cubicBezTo>
                <a:cubicBezTo>
                  <a:pt x="170" y="298"/>
                  <a:pt x="170" y="298"/>
                  <a:pt x="170" y="298"/>
                </a:cubicBezTo>
                <a:lnTo>
                  <a:pt x="170"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2" y="277"/>
                </a:moveTo>
                <a:cubicBezTo>
                  <a:pt x="362" y="219"/>
                  <a:pt x="362" y="219"/>
                  <a:pt x="362" y="219"/>
                </a:cubicBezTo>
                <a:cubicBezTo>
                  <a:pt x="373" y="228"/>
                  <a:pt x="386" y="236"/>
                  <a:pt x="401" y="242"/>
                </a:cubicBezTo>
                <a:cubicBezTo>
                  <a:pt x="402" y="242"/>
                  <a:pt x="404" y="242"/>
                  <a:pt x="405" y="242"/>
                </a:cubicBezTo>
                <a:cubicBezTo>
                  <a:pt x="409" y="242"/>
                  <a:pt x="413" y="240"/>
                  <a:pt x="415" y="236"/>
                </a:cubicBezTo>
                <a:cubicBezTo>
                  <a:pt x="417" y="230"/>
                  <a:pt x="414" y="224"/>
                  <a:pt x="409" y="222"/>
                </a:cubicBezTo>
                <a:cubicBezTo>
                  <a:pt x="389" y="214"/>
                  <a:pt x="373" y="202"/>
                  <a:pt x="362" y="188"/>
                </a:cubicBezTo>
                <a:cubicBezTo>
                  <a:pt x="362" y="170"/>
                  <a:pt x="362" y="170"/>
                  <a:pt x="362" y="170"/>
                </a:cubicBezTo>
                <a:cubicBezTo>
                  <a:pt x="362" y="164"/>
                  <a:pt x="358" y="160"/>
                  <a:pt x="352" y="160"/>
                </a:cubicBezTo>
                <a:cubicBezTo>
                  <a:pt x="346" y="160"/>
                  <a:pt x="341" y="164"/>
                  <a:pt x="341" y="170"/>
                </a:cubicBezTo>
                <a:cubicBezTo>
                  <a:pt x="341" y="188"/>
                  <a:pt x="341" y="188"/>
                  <a:pt x="341" y="188"/>
                </a:cubicBezTo>
                <a:cubicBezTo>
                  <a:pt x="321" y="214"/>
                  <a:pt x="289" y="229"/>
                  <a:pt x="256" y="229"/>
                </a:cubicBezTo>
                <a:cubicBezTo>
                  <a:pt x="221" y="229"/>
                  <a:pt x="190" y="214"/>
                  <a:pt x="170" y="188"/>
                </a:cubicBezTo>
                <a:cubicBezTo>
                  <a:pt x="170" y="170"/>
                  <a:pt x="170" y="170"/>
                  <a:pt x="170" y="170"/>
                </a:cubicBezTo>
                <a:cubicBezTo>
                  <a:pt x="170" y="164"/>
                  <a:pt x="166" y="160"/>
                  <a:pt x="160" y="160"/>
                </a:cubicBezTo>
                <a:cubicBezTo>
                  <a:pt x="154" y="160"/>
                  <a:pt x="149" y="164"/>
                  <a:pt x="149" y="170"/>
                </a:cubicBezTo>
                <a:cubicBezTo>
                  <a:pt x="149" y="188"/>
                  <a:pt x="149" y="188"/>
                  <a:pt x="149" y="188"/>
                </a:cubicBezTo>
                <a:cubicBezTo>
                  <a:pt x="138" y="202"/>
                  <a:pt x="121" y="214"/>
                  <a:pt x="102" y="222"/>
                </a:cubicBezTo>
                <a:cubicBezTo>
                  <a:pt x="97" y="224"/>
                  <a:pt x="94" y="230"/>
                  <a:pt x="96" y="236"/>
                </a:cubicBezTo>
                <a:cubicBezTo>
                  <a:pt x="98" y="240"/>
                  <a:pt x="102" y="242"/>
                  <a:pt x="106" y="242"/>
                </a:cubicBezTo>
                <a:cubicBezTo>
                  <a:pt x="108" y="242"/>
                  <a:pt x="109" y="242"/>
                  <a:pt x="110" y="242"/>
                </a:cubicBezTo>
                <a:cubicBezTo>
                  <a:pt x="125" y="236"/>
                  <a:pt x="138" y="228"/>
                  <a:pt x="149" y="218"/>
                </a:cubicBezTo>
                <a:cubicBezTo>
                  <a:pt x="149" y="277"/>
                  <a:pt x="149" y="277"/>
                  <a:pt x="149" y="277"/>
                </a:cubicBezTo>
                <a:cubicBezTo>
                  <a:pt x="106" y="277"/>
                  <a:pt x="106" y="277"/>
                  <a:pt x="106" y="277"/>
                </a:cubicBezTo>
                <a:cubicBezTo>
                  <a:pt x="100" y="277"/>
                  <a:pt x="96" y="282"/>
                  <a:pt x="96" y="288"/>
                </a:cubicBezTo>
                <a:cubicBezTo>
                  <a:pt x="96" y="294"/>
                  <a:pt x="100" y="298"/>
                  <a:pt x="106" y="298"/>
                </a:cubicBezTo>
                <a:cubicBezTo>
                  <a:pt x="149" y="298"/>
                  <a:pt x="149" y="298"/>
                  <a:pt x="149" y="298"/>
                </a:cubicBezTo>
                <a:cubicBezTo>
                  <a:pt x="149" y="320"/>
                  <a:pt x="149" y="320"/>
                  <a:pt x="149" y="320"/>
                </a:cubicBezTo>
                <a:cubicBezTo>
                  <a:pt x="149" y="341"/>
                  <a:pt x="149" y="341"/>
                  <a:pt x="149" y="341"/>
                </a:cubicBezTo>
                <a:cubicBezTo>
                  <a:pt x="149" y="344"/>
                  <a:pt x="149" y="344"/>
                  <a:pt x="149" y="344"/>
                </a:cubicBezTo>
                <a:cubicBezTo>
                  <a:pt x="141" y="341"/>
                  <a:pt x="136" y="334"/>
                  <a:pt x="136" y="334"/>
                </a:cubicBezTo>
                <a:cubicBezTo>
                  <a:pt x="134" y="332"/>
                  <a:pt x="131" y="331"/>
                  <a:pt x="128" y="330"/>
                </a:cubicBezTo>
                <a:cubicBezTo>
                  <a:pt x="125" y="330"/>
                  <a:pt x="122" y="331"/>
                  <a:pt x="120" y="333"/>
                </a:cubicBezTo>
                <a:cubicBezTo>
                  <a:pt x="114" y="339"/>
                  <a:pt x="109" y="343"/>
                  <a:pt x="103" y="345"/>
                </a:cubicBezTo>
                <a:cubicBezTo>
                  <a:pt x="97" y="347"/>
                  <a:pt x="94" y="353"/>
                  <a:pt x="96" y="358"/>
                </a:cubicBezTo>
                <a:cubicBezTo>
                  <a:pt x="98" y="364"/>
                  <a:pt x="104" y="367"/>
                  <a:pt x="110" y="365"/>
                </a:cubicBezTo>
                <a:cubicBezTo>
                  <a:pt x="116" y="363"/>
                  <a:pt x="122" y="360"/>
                  <a:pt x="127" y="355"/>
                </a:cubicBezTo>
                <a:cubicBezTo>
                  <a:pt x="134" y="361"/>
                  <a:pt x="144" y="367"/>
                  <a:pt x="156" y="368"/>
                </a:cubicBezTo>
                <a:cubicBezTo>
                  <a:pt x="168" y="368"/>
                  <a:pt x="180" y="364"/>
                  <a:pt x="191" y="356"/>
                </a:cubicBezTo>
                <a:cubicBezTo>
                  <a:pt x="198" y="361"/>
                  <a:pt x="208" y="367"/>
                  <a:pt x="220" y="368"/>
                </a:cubicBezTo>
                <a:cubicBezTo>
                  <a:pt x="232" y="368"/>
                  <a:pt x="244" y="364"/>
                  <a:pt x="255" y="356"/>
                </a:cubicBezTo>
                <a:cubicBezTo>
                  <a:pt x="262" y="361"/>
                  <a:pt x="272" y="367"/>
                  <a:pt x="284" y="368"/>
                </a:cubicBezTo>
                <a:cubicBezTo>
                  <a:pt x="296" y="368"/>
                  <a:pt x="308" y="364"/>
                  <a:pt x="319" y="356"/>
                </a:cubicBezTo>
                <a:cubicBezTo>
                  <a:pt x="326" y="361"/>
                  <a:pt x="336" y="367"/>
                  <a:pt x="348" y="368"/>
                </a:cubicBezTo>
                <a:cubicBezTo>
                  <a:pt x="349" y="368"/>
                  <a:pt x="350" y="368"/>
                  <a:pt x="351" y="368"/>
                </a:cubicBezTo>
                <a:cubicBezTo>
                  <a:pt x="362" y="368"/>
                  <a:pt x="373" y="364"/>
                  <a:pt x="383" y="356"/>
                </a:cubicBezTo>
                <a:cubicBezTo>
                  <a:pt x="388" y="359"/>
                  <a:pt x="394" y="363"/>
                  <a:pt x="402" y="366"/>
                </a:cubicBezTo>
                <a:cubicBezTo>
                  <a:pt x="408" y="367"/>
                  <a:pt x="413" y="364"/>
                  <a:pt x="415" y="358"/>
                </a:cubicBezTo>
                <a:cubicBezTo>
                  <a:pt x="417" y="353"/>
                  <a:pt x="414" y="347"/>
                  <a:pt x="408" y="345"/>
                </a:cubicBezTo>
                <a:cubicBezTo>
                  <a:pt x="398" y="342"/>
                  <a:pt x="392" y="334"/>
                  <a:pt x="392" y="334"/>
                </a:cubicBezTo>
                <a:cubicBezTo>
                  <a:pt x="390" y="332"/>
                  <a:pt x="387" y="331"/>
                  <a:pt x="384" y="330"/>
                </a:cubicBezTo>
                <a:cubicBezTo>
                  <a:pt x="381" y="330"/>
                  <a:pt x="378" y="331"/>
                  <a:pt x="376" y="333"/>
                </a:cubicBezTo>
                <a:cubicBezTo>
                  <a:pt x="371" y="338"/>
                  <a:pt x="367" y="341"/>
                  <a:pt x="362" y="343"/>
                </a:cubicBezTo>
                <a:cubicBezTo>
                  <a:pt x="362" y="341"/>
                  <a:pt x="362" y="341"/>
                  <a:pt x="362" y="341"/>
                </a:cubicBezTo>
                <a:cubicBezTo>
                  <a:pt x="362" y="330"/>
                  <a:pt x="362" y="330"/>
                  <a:pt x="362" y="330"/>
                </a:cubicBezTo>
                <a:cubicBezTo>
                  <a:pt x="362" y="298"/>
                  <a:pt x="362" y="298"/>
                  <a:pt x="362" y="298"/>
                </a:cubicBezTo>
                <a:cubicBezTo>
                  <a:pt x="405" y="298"/>
                  <a:pt x="405" y="298"/>
                  <a:pt x="405" y="298"/>
                </a:cubicBezTo>
                <a:cubicBezTo>
                  <a:pt x="411" y="298"/>
                  <a:pt x="416" y="294"/>
                  <a:pt x="416" y="288"/>
                </a:cubicBezTo>
                <a:cubicBezTo>
                  <a:pt x="416" y="282"/>
                  <a:pt x="411" y="277"/>
                  <a:pt x="405" y="277"/>
                </a:cubicBezTo>
                <a:lnTo>
                  <a:pt x="362" y="27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127" name="Graphic 126" descr="Harvey Balls 0% with solid fill">
            <a:extLst>
              <a:ext uri="{FF2B5EF4-FFF2-40B4-BE49-F238E27FC236}">
                <a16:creationId xmlns:a16="http://schemas.microsoft.com/office/drawing/2014/main" id="{07EFEC18-7D5E-7642-4670-8E7882383C8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811822" y="-16768"/>
            <a:ext cx="678580" cy="643491"/>
          </a:xfrm>
          <a:prstGeom prst="rect">
            <a:avLst/>
          </a:prstGeom>
        </p:spPr>
      </p:pic>
      <p:sp>
        <p:nvSpPr>
          <p:cNvPr id="128" name="Freeform 426">
            <a:extLst>
              <a:ext uri="{FF2B5EF4-FFF2-40B4-BE49-F238E27FC236}">
                <a16:creationId xmlns:a16="http://schemas.microsoft.com/office/drawing/2014/main" id="{1CC802EB-A276-40E7-9160-F20DDB9EC5E7}"/>
              </a:ext>
            </a:extLst>
          </p:cNvPr>
          <p:cNvSpPr>
            <a:spLocks noChangeAspect="1" noEditPoints="1"/>
          </p:cNvSpPr>
          <p:nvPr/>
        </p:nvSpPr>
        <p:spPr bwMode="auto">
          <a:xfrm>
            <a:off x="8967296" y="139633"/>
            <a:ext cx="357033" cy="338571"/>
          </a:xfrm>
          <a:custGeom>
            <a:avLst/>
            <a:gdLst>
              <a:gd name="T0" fmla="*/ 117 w 512"/>
              <a:gd name="T1" fmla="*/ 320 h 512"/>
              <a:gd name="T2" fmla="*/ 352 w 512"/>
              <a:gd name="T3" fmla="*/ 320 h 512"/>
              <a:gd name="T4" fmla="*/ 352 w 512"/>
              <a:gd name="T5" fmla="*/ 192 h 512"/>
              <a:gd name="T6" fmla="*/ 117 w 512"/>
              <a:gd name="T7" fmla="*/ 192 h 512"/>
              <a:gd name="T8" fmla="*/ 117 w 512"/>
              <a:gd name="T9" fmla="*/ 320 h 512"/>
              <a:gd name="T10" fmla="*/ 266 w 512"/>
              <a:gd name="T11" fmla="*/ 224 h 512"/>
              <a:gd name="T12" fmla="*/ 277 w 512"/>
              <a:gd name="T13" fmla="*/ 213 h 512"/>
              <a:gd name="T14" fmla="*/ 288 w 512"/>
              <a:gd name="T15" fmla="*/ 224 h 512"/>
              <a:gd name="T16" fmla="*/ 288 w 512"/>
              <a:gd name="T17" fmla="*/ 288 h 512"/>
              <a:gd name="T18" fmla="*/ 277 w 512"/>
              <a:gd name="T19" fmla="*/ 298 h 512"/>
              <a:gd name="T20" fmla="*/ 266 w 512"/>
              <a:gd name="T21" fmla="*/ 288 h 512"/>
              <a:gd name="T22" fmla="*/ 266 w 512"/>
              <a:gd name="T23" fmla="*/ 224 h 512"/>
              <a:gd name="T24" fmla="*/ 224 w 512"/>
              <a:gd name="T25" fmla="*/ 224 h 512"/>
              <a:gd name="T26" fmla="*/ 234 w 512"/>
              <a:gd name="T27" fmla="*/ 213 h 512"/>
              <a:gd name="T28" fmla="*/ 245 w 512"/>
              <a:gd name="T29" fmla="*/ 224 h 512"/>
              <a:gd name="T30" fmla="*/ 245 w 512"/>
              <a:gd name="T31" fmla="*/ 288 h 512"/>
              <a:gd name="T32" fmla="*/ 234 w 512"/>
              <a:gd name="T33" fmla="*/ 298 h 512"/>
              <a:gd name="T34" fmla="*/ 224 w 512"/>
              <a:gd name="T35" fmla="*/ 288 h 512"/>
              <a:gd name="T36" fmla="*/ 224 w 512"/>
              <a:gd name="T37" fmla="*/ 224 h 512"/>
              <a:gd name="T38" fmla="*/ 181 w 512"/>
              <a:gd name="T39" fmla="*/ 224 h 512"/>
              <a:gd name="T40" fmla="*/ 192 w 512"/>
              <a:gd name="T41" fmla="*/ 213 h 512"/>
              <a:gd name="T42" fmla="*/ 202 w 512"/>
              <a:gd name="T43" fmla="*/ 224 h 512"/>
              <a:gd name="T44" fmla="*/ 202 w 512"/>
              <a:gd name="T45" fmla="*/ 288 h 512"/>
              <a:gd name="T46" fmla="*/ 192 w 512"/>
              <a:gd name="T47" fmla="*/ 298 h 512"/>
              <a:gd name="T48" fmla="*/ 181 w 512"/>
              <a:gd name="T49" fmla="*/ 288 h 512"/>
              <a:gd name="T50" fmla="*/ 181 w 512"/>
              <a:gd name="T51" fmla="*/ 224 h 512"/>
              <a:gd name="T52" fmla="*/ 138 w 512"/>
              <a:gd name="T53" fmla="*/ 224 h 512"/>
              <a:gd name="T54" fmla="*/ 149 w 512"/>
              <a:gd name="T55" fmla="*/ 213 h 512"/>
              <a:gd name="T56" fmla="*/ 160 w 512"/>
              <a:gd name="T57" fmla="*/ 224 h 512"/>
              <a:gd name="T58" fmla="*/ 160 w 512"/>
              <a:gd name="T59" fmla="*/ 288 h 512"/>
              <a:gd name="T60" fmla="*/ 149 w 512"/>
              <a:gd name="T61" fmla="*/ 298 h 512"/>
              <a:gd name="T62" fmla="*/ 138 w 512"/>
              <a:gd name="T63" fmla="*/ 288 h 512"/>
              <a:gd name="T64" fmla="*/ 138 w 512"/>
              <a:gd name="T65" fmla="*/ 224 h 512"/>
              <a:gd name="T66" fmla="*/ 373 w 512"/>
              <a:gd name="T67" fmla="*/ 234 h 512"/>
              <a:gd name="T68" fmla="*/ 394 w 512"/>
              <a:gd name="T69" fmla="*/ 234 h 512"/>
              <a:gd name="T70" fmla="*/ 394 w 512"/>
              <a:gd name="T71" fmla="*/ 277 h 512"/>
              <a:gd name="T72" fmla="*/ 373 w 512"/>
              <a:gd name="T73" fmla="*/ 277 h 512"/>
              <a:gd name="T74" fmla="*/ 373 w 512"/>
              <a:gd name="T75" fmla="*/ 234 h 512"/>
              <a:gd name="T76" fmla="*/ 256 w 512"/>
              <a:gd name="T77" fmla="*/ 0 h 512"/>
              <a:gd name="T78" fmla="*/ 0 w 512"/>
              <a:gd name="T79" fmla="*/ 256 h 512"/>
              <a:gd name="T80" fmla="*/ 256 w 512"/>
              <a:gd name="T81" fmla="*/ 512 h 512"/>
              <a:gd name="T82" fmla="*/ 512 w 512"/>
              <a:gd name="T83" fmla="*/ 256 h 512"/>
              <a:gd name="T84" fmla="*/ 256 w 512"/>
              <a:gd name="T85" fmla="*/ 0 h 512"/>
              <a:gd name="T86" fmla="*/ 416 w 512"/>
              <a:gd name="T87" fmla="*/ 288 h 512"/>
              <a:gd name="T88" fmla="*/ 405 w 512"/>
              <a:gd name="T89" fmla="*/ 298 h 512"/>
              <a:gd name="T90" fmla="*/ 373 w 512"/>
              <a:gd name="T91" fmla="*/ 298 h 512"/>
              <a:gd name="T92" fmla="*/ 373 w 512"/>
              <a:gd name="T93" fmla="*/ 330 h 512"/>
              <a:gd name="T94" fmla="*/ 362 w 512"/>
              <a:gd name="T95" fmla="*/ 341 h 512"/>
              <a:gd name="T96" fmla="*/ 106 w 512"/>
              <a:gd name="T97" fmla="*/ 341 h 512"/>
              <a:gd name="T98" fmla="*/ 96 w 512"/>
              <a:gd name="T99" fmla="*/ 330 h 512"/>
              <a:gd name="T100" fmla="*/ 96 w 512"/>
              <a:gd name="T101" fmla="*/ 181 h 512"/>
              <a:gd name="T102" fmla="*/ 106 w 512"/>
              <a:gd name="T103" fmla="*/ 170 h 512"/>
              <a:gd name="T104" fmla="*/ 362 w 512"/>
              <a:gd name="T105" fmla="*/ 170 h 512"/>
              <a:gd name="T106" fmla="*/ 373 w 512"/>
              <a:gd name="T107" fmla="*/ 181 h 512"/>
              <a:gd name="T108" fmla="*/ 373 w 512"/>
              <a:gd name="T109" fmla="*/ 213 h 512"/>
              <a:gd name="T110" fmla="*/ 405 w 512"/>
              <a:gd name="T111" fmla="*/ 213 h 512"/>
              <a:gd name="T112" fmla="*/ 416 w 512"/>
              <a:gd name="T113" fmla="*/ 224 h 512"/>
              <a:gd name="T114" fmla="*/ 416 w 512"/>
              <a:gd name="T11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266" y="224"/>
                </a:moveTo>
                <a:cubicBezTo>
                  <a:pt x="266" y="218"/>
                  <a:pt x="271" y="213"/>
                  <a:pt x="277" y="213"/>
                </a:cubicBezTo>
                <a:cubicBezTo>
                  <a:pt x="283" y="213"/>
                  <a:pt x="288" y="218"/>
                  <a:pt x="288" y="224"/>
                </a:cubicBezTo>
                <a:cubicBezTo>
                  <a:pt x="288" y="288"/>
                  <a:pt x="288" y="288"/>
                  <a:pt x="288" y="288"/>
                </a:cubicBezTo>
                <a:cubicBezTo>
                  <a:pt x="288" y="294"/>
                  <a:pt x="283" y="298"/>
                  <a:pt x="277" y="298"/>
                </a:cubicBezTo>
                <a:cubicBezTo>
                  <a:pt x="271" y="298"/>
                  <a:pt x="266" y="294"/>
                  <a:pt x="266" y="288"/>
                </a:cubicBezTo>
                <a:lnTo>
                  <a:pt x="266" y="224"/>
                </a:lnTo>
                <a:close/>
                <a:moveTo>
                  <a:pt x="224" y="224"/>
                </a:moveTo>
                <a:cubicBezTo>
                  <a:pt x="224" y="218"/>
                  <a:pt x="228" y="213"/>
                  <a:pt x="234" y="213"/>
                </a:cubicBezTo>
                <a:cubicBezTo>
                  <a:pt x="240" y="213"/>
                  <a:pt x="245" y="218"/>
                  <a:pt x="245" y="224"/>
                </a:cubicBezTo>
                <a:cubicBezTo>
                  <a:pt x="245" y="288"/>
                  <a:pt x="245" y="288"/>
                  <a:pt x="245" y="288"/>
                </a:cubicBezTo>
                <a:cubicBezTo>
                  <a:pt x="245" y="294"/>
                  <a:pt x="240" y="298"/>
                  <a:pt x="234" y="298"/>
                </a:cubicBezTo>
                <a:cubicBezTo>
                  <a:pt x="228" y="298"/>
                  <a:pt x="224" y="294"/>
                  <a:pt x="224" y="288"/>
                </a:cubicBezTo>
                <a:lnTo>
                  <a:pt x="224" y="224"/>
                </a:lnTo>
                <a:close/>
                <a:moveTo>
                  <a:pt x="181" y="224"/>
                </a:moveTo>
                <a:cubicBezTo>
                  <a:pt x="181" y="218"/>
                  <a:pt x="186" y="213"/>
                  <a:pt x="192" y="213"/>
                </a:cubicBezTo>
                <a:cubicBezTo>
                  <a:pt x="198" y="213"/>
                  <a:pt x="202" y="218"/>
                  <a:pt x="202" y="224"/>
                </a:cubicBezTo>
                <a:cubicBezTo>
                  <a:pt x="202" y="288"/>
                  <a:pt x="202" y="288"/>
                  <a:pt x="202" y="288"/>
                </a:cubicBezTo>
                <a:cubicBezTo>
                  <a:pt x="202" y="294"/>
                  <a:pt x="198" y="298"/>
                  <a:pt x="192" y="298"/>
                </a:cubicBezTo>
                <a:cubicBezTo>
                  <a:pt x="186" y="298"/>
                  <a:pt x="181" y="294"/>
                  <a:pt x="181" y="288"/>
                </a:cubicBezTo>
                <a:lnTo>
                  <a:pt x="181" y="224"/>
                </a:lnTo>
                <a:close/>
                <a:moveTo>
                  <a:pt x="138" y="224"/>
                </a:moveTo>
                <a:cubicBezTo>
                  <a:pt x="138" y="218"/>
                  <a:pt x="143" y="213"/>
                  <a:pt x="149" y="213"/>
                </a:cubicBezTo>
                <a:cubicBezTo>
                  <a:pt x="155" y="213"/>
                  <a:pt x="160" y="218"/>
                  <a:pt x="160" y="224"/>
                </a:cubicBezTo>
                <a:cubicBezTo>
                  <a:pt x="160" y="288"/>
                  <a:pt x="160" y="288"/>
                  <a:pt x="160" y="288"/>
                </a:cubicBezTo>
                <a:cubicBezTo>
                  <a:pt x="160" y="294"/>
                  <a:pt x="155" y="298"/>
                  <a:pt x="149" y="298"/>
                </a:cubicBezTo>
                <a:cubicBezTo>
                  <a:pt x="143" y="298"/>
                  <a:pt x="138" y="294"/>
                  <a:pt x="138" y="288"/>
                </a:cubicBezTo>
                <a:lnTo>
                  <a:pt x="138" y="224"/>
                </a:ln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129" name="Graphic 128" descr="Harvey Balls 0% with solid fill">
            <a:extLst>
              <a:ext uri="{FF2B5EF4-FFF2-40B4-BE49-F238E27FC236}">
                <a16:creationId xmlns:a16="http://schemas.microsoft.com/office/drawing/2014/main" id="{F8A8D2A8-00F9-D7DA-BDD1-335ED05E4E0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9396410" y="-7139"/>
            <a:ext cx="678580" cy="643491"/>
          </a:xfrm>
          <a:prstGeom prst="rect">
            <a:avLst/>
          </a:prstGeom>
        </p:spPr>
      </p:pic>
      <p:grpSp>
        <p:nvGrpSpPr>
          <p:cNvPr id="130" name="Group 129">
            <a:extLst>
              <a:ext uri="{FF2B5EF4-FFF2-40B4-BE49-F238E27FC236}">
                <a16:creationId xmlns:a16="http://schemas.microsoft.com/office/drawing/2014/main" id="{DB662929-8CF3-A1FF-9A4F-4D0A68A52973}"/>
              </a:ext>
            </a:extLst>
          </p:cNvPr>
          <p:cNvGrpSpPr>
            <a:grpSpLocks noChangeAspect="1"/>
          </p:cNvGrpSpPr>
          <p:nvPr/>
        </p:nvGrpSpPr>
        <p:grpSpPr>
          <a:xfrm>
            <a:off x="9547852" y="147388"/>
            <a:ext cx="356120" cy="340676"/>
            <a:chOff x="6515101" y="2628900"/>
            <a:chExt cx="1622425" cy="1636713"/>
          </a:xfrm>
          <a:solidFill>
            <a:schemeClr val="bg2"/>
          </a:solidFill>
        </p:grpSpPr>
        <p:sp>
          <p:nvSpPr>
            <p:cNvPr id="131" name="Freeform 13">
              <a:extLst>
                <a:ext uri="{FF2B5EF4-FFF2-40B4-BE49-F238E27FC236}">
                  <a16:creationId xmlns:a16="http://schemas.microsoft.com/office/drawing/2014/main" id="{D043A4DF-10C9-79B5-661F-D427090528D1}"/>
                </a:ext>
              </a:extLst>
            </p:cNvPr>
            <p:cNvSpPr>
              <a:spLocks/>
            </p:cNvSpPr>
            <p:nvPr/>
          </p:nvSpPr>
          <p:spPr bwMode="auto">
            <a:xfrm>
              <a:off x="6899276" y="3497263"/>
              <a:ext cx="238125" cy="211138"/>
            </a:xfrm>
            <a:custGeom>
              <a:avLst/>
              <a:gdLst>
                <a:gd name="T0" fmla="*/ 64 w 115"/>
                <a:gd name="T1" fmla="*/ 0 h 102"/>
                <a:gd name="T2" fmla="*/ 64 w 115"/>
                <a:gd name="T3" fmla="*/ 0 h 102"/>
                <a:gd name="T4" fmla="*/ 38 w 115"/>
                <a:gd name="T5" fmla="*/ 26 h 102"/>
                <a:gd name="T6" fmla="*/ 5 w 115"/>
                <a:gd name="T7" fmla="*/ 92 h 102"/>
                <a:gd name="T8" fmla="*/ 38 w 115"/>
                <a:gd name="T9" fmla="*/ 102 h 102"/>
                <a:gd name="T10" fmla="*/ 115 w 115"/>
                <a:gd name="T11" fmla="*/ 87 h 102"/>
                <a:gd name="T12" fmla="*/ 108 w 115"/>
                <a:gd name="T13" fmla="*/ 32 h 102"/>
                <a:gd name="T14" fmla="*/ 64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64" y="0"/>
                  </a:moveTo>
                  <a:lnTo>
                    <a:pt x="64" y="0"/>
                  </a:lnTo>
                  <a:cubicBezTo>
                    <a:pt x="54" y="9"/>
                    <a:pt x="45" y="18"/>
                    <a:pt x="38" y="26"/>
                  </a:cubicBezTo>
                  <a:cubicBezTo>
                    <a:pt x="8" y="59"/>
                    <a:pt x="0" y="83"/>
                    <a:pt x="5" y="92"/>
                  </a:cubicBezTo>
                  <a:cubicBezTo>
                    <a:pt x="9" y="98"/>
                    <a:pt x="21" y="102"/>
                    <a:pt x="38" y="102"/>
                  </a:cubicBezTo>
                  <a:cubicBezTo>
                    <a:pt x="58" y="102"/>
                    <a:pt x="85" y="97"/>
                    <a:pt x="115" y="87"/>
                  </a:cubicBezTo>
                  <a:cubicBezTo>
                    <a:pt x="112" y="69"/>
                    <a:pt x="110" y="51"/>
                    <a:pt x="108" y="32"/>
                  </a:cubicBezTo>
                  <a:cubicBezTo>
                    <a:pt x="93" y="22"/>
                    <a:pt x="78" y="11"/>
                    <a:pt x="6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2" name="Freeform 14">
              <a:extLst>
                <a:ext uri="{FF2B5EF4-FFF2-40B4-BE49-F238E27FC236}">
                  <a16:creationId xmlns:a16="http://schemas.microsoft.com/office/drawing/2014/main" id="{672D5DA4-2BCE-D1A6-31AD-3F8F20A30B4A}"/>
                </a:ext>
              </a:extLst>
            </p:cNvPr>
            <p:cNvSpPr>
              <a:spLocks/>
            </p:cNvSpPr>
            <p:nvPr/>
          </p:nvSpPr>
          <p:spPr bwMode="auto">
            <a:xfrm>
              <a:off x="7221538" y="2963863"/>
              <a:ext cx="207963" cy="247650"/>
            </a:xfrm>
            <a:custGeom>
              <a:avLst/>
              <a:gdLst>
                <a:gd name="T0" fmla="*/ 101 w 101"/>
                <a:gd name="T1" fmla="*/ 97 h 119"/>
                <a:gd name="T2" fmla="*/ 101 w 101"/>
                <a:gd name="T3" fmla="*/ 97 h 119"/>
                <a:gd name="T4" fmla="*/ 51 w 101"/>
                <a:gd name="T5" fmla="*/ 0 h 119"/>
                <a:gd name="T6" fmla="*/ 0 w 101"/>
                <a:gd name="T7" fmla="*/ 97 h 119"/>
                <a:gd name="T8" fmla="*/ 51 w 101"/>
                <a:gd name="T9" fmla="*/ 119 h 119"/>
                <a:gd name="T10" fmla="*/ 101 w 101"/>
                <a:gd name="T11" fmla="*/ 97 h 119"/>
              </a:gdLst>
              <a:ahLst/>
              <a:cxnLst>
                <a:cxn ang="0">
                  <a:pos x="T0" y="T1"/>
                </a:cxn>
                <a:cxn ang="0">
                  <a:pos x="T2" y="T3"/>
                </a:cxn>
                <a:cxn ang="0">
                  <a:pos x="T4" y="T5"/>
                </a:cxn>
                <a:cxn ang="0">
                  <a:pos x="T6" y="T7"/>
                </a:cxn>
                <a:cxn ang="0">
                  <a:pos x="T8" y="T9"/>
                </a:cxn>
                <a:cxn ang="0">
                  <a:pos x="T10" y="T11"/>
                </a:cxn>
              </a:cxnLst>
              <a:rect l="0" t="0" r="r" b="b"/>
              <a:pathLst>
                <a:path w="101" h="119">
                  <a:moveTo>
                    <a:pt x="101" y="97"/>
                  </a:moveTo>
                  <a:lnTo>
                    <a:pt x="101" y="97"/>
                  </a:lnTo>
                  <a:cubicBezTo>
                    <a:pt x="87" y="34"/>
                    <a:pt x="65" y="0"/>
                    <a:pt x="51" y="0"/>
                  </a:cubicBezTo>
                  <a:cubicBezTo>
                    <a:pt x="36" y="0"/>
                    <a:pt x="14" y="34"/>
                    <a:pt x="0" y="97"/>
                  </a:cubicBezTo>
                  <a:cubicBezTo>
                    <a:pt x="17" y="104"/>
                    <a:pt x="34" y="111"/>
                    <a:pt x="51" y="119"/>
                  </a:cubicBezTo>
                  <a:cubicBezTo>
                    <a:pt x="68" y="111"/>
                    <a:pt x="85" y="104"/>
                    <a:pt x="101"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3" name="Freeform 15">
              <a:extLst>
                <a:ext uri="{FF2B5EF4-FFF2-40B4-BE49-F238E27FC236}">
                  <a16:creationId xmlns:a16="http://schemas.microsoft.com/office/drawing/2014/main" id="{A62386E0-3911-FC19-4776-2BE3D32458B3}"/>
                </a:ext>
              </a:extLst>
            </p:cNvPr>
            <p:cNvSpPr>
              <a:spLocks/>
            </p:cNvSpPr>
            <p:nvPr/>
          </p:nvSpPr>
          <p:spPr bwMode="auto">
            <a:xfrm>
              <a:off x="7202488" y="3616325"/>
              <a:ext cx="39688" cy="36513"/>
            </a:xfrm>
            <a:custGeom>
              <a:avLst/>
              <a:gdLst>
                <a:gd name="T0" fmla="*/ 10 w 19"/>
                <a:gd name="T1" fmla="*/ 5 h 18"/>
                <a:gd name="T2" fmla="*/ 10 w 19"/>
                <a:gd name="T3" fmla="*/ 5 h 18"/>
                <a:gd name="T4" fmla="*/ 0 w 19"/>
                <a:gd name="T5" fmla="*/ 0 h 18"/>
                <a:gd name="T6" fmla="*/ 2 w 19"/>
                <a:gd name="T7" fmla="*/ 18 h 18"/>
                <a:gd name="T8" fmla="*/ 19 w 19"/>
                <a:gd name="T9" fmla="*/ 11 h 18"/>
                <a:gd name="T10" fmla="*/ 10 w 19"/>
                <a:gd name="T11" fmla="*/ 5 h 18"/>
              </a:gdLst>
              <a:ahLst/>
              <a:cxnLst>
                <a:cxn ang="0">
                  <a:pos x="T0" y="T1"/>
                </a:cxn>
                <a:cxn ang="0">
                  <a:pos x="T2" y="T3"/>
                </a:cxn>
                <a:cxn ang="0">
                  <a:pos x="T4" y="T5"/>
                </a:cxn>
                <a:cxn ang="0">
                  <a:pos x="T6" y="T7"/>
                </a:cxn>
                <a:cxn ang="0">
                  <a:pos x="T8" y="T9"/>
                </a:cxn>
                <a:cxn ang="0">
                  <a:pos x="T10" y="T11"/>
                </a:cxn>
              </a:cxnLst>
              <a:rect l="0" t="0" r="r" b="b"/>
              <a:pathLst>
                <a:path w="19" h="18">
                  <a:moveTo>
                    <a:pt x="10" y="5"/>
                  </a:moveTo>
                  <a:lnTo>
                    <a:pt x="10" y="5"/>
                  </a:lnTo>
                  <a:cubicBezTo>
                    <a:pt x="6" y="4"/>
                    <a:pt x="3" y="2"/>
                    <a:pt x="0" y="0"/>
                  </a:cubicBezTo>
                  <a:cubicBezTo>
                    <a:pt x="1" y="6"/>
                    <a:pt x="2" y="12"/>
                    <a:pt x="2" y="18"/>
                  </a:cubicBezTo>
                  <a:cubicBezTo>
                    <a:pt x="8" y="15"/>
                    <a:pt x="13" y="13"/>
                    <a:pt x="19" y="11"/>
                  </a:cubicBezTo>
                  <a:cubicBezTo>
                    <a:pt x="16" y="9"/>
                    <a:pt x="13" y="7"/>
                    <a:pt x="10"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4" name="Freeform 16">
              <a:extLst>
                <a:ext uri="{FF2B5EF4-FFF2-40B4-BE49-F238E27FC236}">
                  <a16:creationId xmlns:a16="http://schemas.microsoft.com/office/drawing/2014/main" id="{EA13CAB4-9C00-3904-BE17-97DE154ABCAC}"/>
                </a:ext>
              </a:extLst>
            </p:cNvPr>
            <p:cNvSpPr>
              <a:spLocks/>
            </p:cNvSpPr>
            <p:nvPr/>
          </p:nvSpPr>
          <p:spPr bwMode="auto">
            <a:xfrm>
              <a:off x="7221538" y="3681413"/>
              <a:ext cx="207963" cy="247650"/>
            </a:xfrm>
            <a:custGeom>
              <a:avLst/>
              <a:gdLst>
                <a:gd name="T0" fmla="*/ 0 w 101"/>
                <a:gd name="T1" fmla="*/ 22 h 119"/>
                <a:gd name="T2" fmla="*/ 0 w 101"/>
                <a:gd name="T3" fmla="*/ 22 h 119"/>
                <a:gd name="T4" fmla="*/ 51 w 101"/>
                <a:gd name="T5" fmla="*/ 119 h 119"/>
                <a:gd name="T6" fmla="*/ 101 w 101"/>
                <a:gd name="T7" fmla="*/ 22 h 119"/>
                <a:gd name="T8" fmla="*/ 51 w 101"/>
                <a:gd name="T9" fmla="*/ 0 h 119"/>
                <a:gd name="T10" fmla="*/ 0 w 101"/>
                <a:gd name="T11" fmla="*/ 22 h 119"/>
              </a:gdLst>
              <a:ahLst/>
              <a:cxnLst>
                <a:cxn ang="0">
                  <a:pos x="T0" y="T1"/>
                </a:cxn>
                <a:cxn ang="0">
                  <a:pos x="T2" y="T3"/>
                </a:cxn>
                <a:cxn ang="0">
                  <a:pos x="T4" y="T5"/>
                </a:cxn>
                <a:cxn ang="0">
                  <a:pos x="T6" y="T7"/>
                </a:cxn>
                <a:cxn ang="0">
                  <a:pos x="T8" y="T9"/>
                </a:cxn>
                <a:cxn ang="0">
                  <a:pos x="T10" y="T11"/>
                </a:cxn>
              </a:cxnLst>
              <a:rect l="0" t="0" r="r" b="b"/>
              <a:pathLst>
                <a:path w="101" h="119">
                  <a:moveTo>
                    <a:pt x="0" y="22"/>
                  </a:moveTo>
                  <a:lnTo>
                    <a:pt x="0" y="22"/>
                  </a:lnTo>
                  <a:cubicBezTo>
                    <a:pt x="14" y="85"/>
                    <a:pt x="36" y="119"/>
                    <a:pt x="51" y="119"/>
                  </a:cubicBezTo>
                  <a:cubicBezTo>
                    <a:pt x="65" y="119"/>
                    <a:pt x="87" y="85"/>
                    <a:pt x="101" y="22"/>
                  </a:cubicBezTo>
                  <a:cubicBezTo>
                    <a:pt x="84" y="15"/>
                    <a:pt x="67" y="8"/>
                    <a:pt x="51" y="0"/>
                  </a:cubicBezTo>
                  <a:cubicBezTo>
                    <a:pt x="34" y="8"/>
                    <a:pt x="17" y="16"/>
                    <a:pt x="0" y="2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5" name="Freeform 17">
              <a:extLst>
                <a:ext uri="{FF2B5EF4-FFF2-40B4-BE49-F238E27FC236}">
                  <a16:creationId xmlns:a16="http://schemas.microsoft.com/office/drawing/2014/main" id="{4C78AD84-DC90-1AEF-5A8D-803D0254E58F}"/>
                </a:ext>
              </a:extLst>
            </p:cNvPr>
            <p:cNvSpPr>
              <a:spLocks/>
            </p:cNvSpPr>
            <p:nvPr/>
          </p:nvSpPr>
          <p:spPr bwMode="auto">
            <a:xfrm>
              <a:off x="7202488" y="3241675"/>
              <a:ext cx="39688" cy="34925"/>
            </a:xfrm>
            <a:custGeom>
              <a:avLst/>
              <a:gdLst>
                <a:gd name="T0" fmla="*/ 19 w 19"/>
                <a:gd name="T1" fmla="*/ 6 h 17"/>
                <a:gd name="T2" fmla="*/ 19 w 19"/>
                <a:gd name="T3" fmla="*/ 6 h 17"/>
                <a:gd name="T4" fmla="*/ 3 w 19"/>
                <a:gd name="T5" fmla="*/ 0 h 17"/>
                <a:gd name="T6" fmla="*/ 0 w 19"/>
                <a:gd name="T7" fmla="*/ 17 h 17"/>
                <a:gd name="T8" fmla="*/ 9 w 19"/>
                <a:gd name="T9" fmla="*/ 12 h 17"/>
                <a:gd name="T10" fmla="*/ 19 w 19"/>
                <a:gd name="T11" fmla="*/ 6 h 17"/>
              </a:gdLst>
              <a:ahLst/>
              <a:cxnLst>
                <a:cxn ang="0">
                  <a:pos x="T0" y="T1"/>
                </a:cxn>
                <a:cxn ang="0">
                  <a:pos x="T2" y="T3"/>
                </a:cxn>
                <a:cxn ang="0">
                  <a:pos x="T4" y="T5"/>
                </a:cxn>
                <a:cxn ang="0">
                  <a:pos x="T6" y="T7"/>
                </a:cxn>
                <a:cxn ang="0">
                  <a:pos x="T8" y="T9"/>
                </a:cxn>
                <a:cxn ang="0">
                  <a:pos x="T10" y="T11"/>
                </a:cxn>
              </a:cxnLst>
              <a:rect l="0" t="0" r="r" b="b"/>
              <a:pathLst>
                <a:path w="19" h="17">
                  <a:moveTo>
                    <a:pt x="19" y="6"/>
                  </a:moveTo>
                  <a:lnTo>
                    <a:pt x="19" y="6"/>
                  </a:lnTo>
                  <a:cubicBezTo>
                    <a:pt x="13" y="4"/>
                    <a:pt x="8" y="2"/>
                    <a:pt x="3" y="0"/>
                  </a:cubicBezTo>
                  <a:cubicBezTo>
                    <a:pt x="2" y="5"/>
                    <a:pt x="1" y="11"/>
                    <a:pt x="0" y="17"/>
                  </a:cubicBezTo>
                  <a:cubicBezTo>
                    <a:pt x="3" y="15"/>
                    <a:pt x="6" y="14"/>
                    <a:pt x="9" y="12"/>
                  </a:cubicBezTo>
                  <a:cubicBezTo>
                    <a:pt x="13" y="10"/>
                    <a:pt x="16" y="8"/>
                    <a:pt x="19"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6" name="Freeform 18">
              <a:extLst>
                <a:ext uri="{FF2B5EF4-FFF2-40B4-BE49-F238E27FC236}">
                  <a16:creationId xmlns:a16="http://schemas.microsoft.com/office/drawing/2014/main" id="{50FA225D-A0BD-05B8-91C7-B1B3743D7D00}"/>
                </a:ext>
              </a:extLst>
            </p:cNvPr>
            <p:cNvSpPr>
              <a:spLocks/>
            </p:cNvSpPr>
            <p:nvPr/>
          </p:nvSpPr>
          <p:spPr bwMode="auto">
            <a:xfrm>
              <a:off x="7089776" y="3424238"/>
              <a:ext cx="28575" cy="44450"/>
            </a:xfrm>
            <a:custGeom>
              <a:avLst/>
              <a:gdLst>
                <a:gd name="T0" fmla="*/ 0 w 14"/>
                <a:gd name="T1" fmla="*/ 11 h 21"/>
                <a:gd name="T2" fmla="*/ 0 w 14"/>
                <a:gd name="T3" fmla="*/ 11 h 21"/>
                <a:gd name="T4" fmla="*/ 14 w 14"/>
                <a:gd name="T5" fmla="*/ 21 h 21"/>
                <a:gd name="T6" fmla="*/ 14 w 14"/>
                <a:gd name="T7" fmla="*/ 11 h 21"/>
                <a:gd name="T8" fmla="*/ 14 w 14"/>
                <a:gd name="T9" fmla="*/ 0 h 21"/>
                <a:gd name="T10" fmla="*/ 0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0" y="11"/>
                  </a:moveTo>
                  <a:lnTo>
                    <a:pt x="0" y="11"/>
                  </a:lnTo>
                  <a:cubicBezTo>
                    <a:pt x="5" y="14"/>
                    <a:pt x="10" y="18"/>
                    <a:pt x="14" y="21"/>
                  </a:cubicBezTo>
                  <a:cubicBezTo>
                    <a:pt x="14" y="18"/>
                    <a:pt x="14" y="14"/>
                    <a:pt x="14" y="11"/>
                  </a:cubicBezTo>
                  <a:cubicBezTo>
                    <a:pt x="14" y="7"/>
                    <a:pt x="14" y="3"/>
                    <a:pt x="14" y="0"/>
                  </a:cubicBezTo>
                  <a:cubicBezTo>
                    <a:pt x="10" y="3"/>
                    <a:pt x="5" y="7"/>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7" name="Freeform 19">
              <a:extLst>
                <a:ext uri="{FF2B5EF4-FFF2-40B4-BE49-F238E27FC236}">
                  <a16:creationId xmlns:a16="http://schemas.microsoft.com/office/drawing/2014/main" id="{DD0DEF2E-8B97-57EA-5661-5D3B7D1DD9A1}"/>
                </a:ext>
              </a:extLst>
            </p:cNvPr>
            <p:cNvSpPr>
              <a:spLocks/>
            </p:cNvSpPr>
            <p:nvPr/>
          </p:nvSpPr>
          <p:spPr bwMode="auto">
            <a:xfrm>
              <a:off x="7408863" y="3241675"/>
              <a:ext cx="38100" cy="34925"/>
            </a:xfrm>
            <a:custGeom>
              <a:avLst/>
              <a:gdLst>
                <a:gd name="T0" fmla="*/ 10 w 19"/>
                <a:gd name="T1" fmla="*/ 12 h 17"/>
                <a:gd name="T2" fmla="*/ 10 w 19"/>
                <a:gd name="T3" fmla="*/ 12 h 17"/>
                <a:gd name="T4" fmla="*/ 19 w 19"/>
                <a:gd name="T5" fmla="*/ 17 h 17"/>
                <a:gd name="T6" fmla="*/ 17 w 19"/>
                <a:gd name="T7" fmla="*/ 0 h 17"/>
                <a:gd name="T8" fmla="*/ 0 w 19"/>
                <a:gd name="T9" fmla="*/ 6 h 17"/>
                <a:gd name="T10" fmla="*/ 10 w 19"/>
                <a:gd name="T11" fmla="*/ 12 h 17"/>
              </a:gdLst>
              <a:ahLst/>
              <a:cxnLst>
                <a:cxn ang="0">
                  <a:pos x="T0" y="T1"/>
                </a:cxn>
                <a:cxn ang="0">
                  <a:pos x="T2" y="T3"/>
                </a:cxn>
                <a:cxn ang="0">
                  <a:pos x="T4" y="T5"/>
                </a:cxn>
                <a:cxn ang="0">
                  <a:pos x="T6" y="T7"/>
                </a:cxn>
                <a:cxn ang="0">
                  <a:pos x="T8" y="T9"/>
                </a:cxn>
                <a:cxn ang="0">
                  <a:pos x="T10" y="T11"/>
                </a:cxn>
              </a:cxnLst>
              <a:rect l="0" t="0" r="r" b="b"/>
              <a:pathLst>
                <a:path w="19" h="17">
                  <a:moveTo>
                    <a:pt x="10" y="12"/>
                  </a:moveTo>
                  <a:lnTo>
                    <a:pt x="10" y="12"/>
                  </a:lnTo>
                  <a:cubicBezTo>
                    <a:pt x="13" y="14"/>
                    <a:pt x="16" y="15"/>
                    <a:pt x="19" y="17"/>
                  </a:cubicBezTo>
                  <a:cubicBezTo>
                    <a:pt x="18" y="11"/>
                    <a:pt x="18" y="5"/>
                    <a:pt x="17" y="0"/>
                  </a:cubicBezTo>
                  <a:cubicBezTo>
                    <a:pt x="11" y="2"/>
                    <a:pt x="6" y="4"/>
                    <a:pt x="0" y="6"/>
                  </a:cubicBezTo>
                  <a:cubicBezTo>
                    <a:pt x="4" y="8"/>
                    <a:pt x="7" y="10"/>
                    <a:pt x="10"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8" name="Freeform 20">
              <a:extLst>
                <a:ext uri="{FF2B5EF4-FFF2-40B4-BE49-F238E27FC236}">
                  <a16:creationId xmlns:a16="http://schemas.microsoft.com/office/drawing/2014/main" id="{4F1ABC29-A07B-279D-98B9-031FFB27E141}"/>
                </a:ext>
              </a:extLst>
            </p:cNvPr>
            <p:cNvSpPr>
              <a:spLocks/>
            </p:cNvSpPr>
            <p:nvPr/>
          </p:nvSpPr>
          <p:spPr bwMode="auto">
            <a:xfrm>
              <a:off x="6896101" y="3186113"/>
              <a:ext cx="241300" cy="211138"/>
            </a:xfrm>
            <a:custGeom>
              <a:avLst/>
              <a:gdLst>
                <a:gd name="T0" fmla="*/ 7 w 117"/>
                <a:gd name="T1" fmla="*/ 9 h 102"/>
                <a:gd name="T2" fmla="*/ 7 w 117"/>
                <a:gd name="T3" fmla="*/ 9 h 102"/>
                <a:gd name="T4" fmla="*/ 66 w 117"/>
                <a:gd name="T5" fmla="*/ 102 h 102"/>
                <a:gd name="T6" fmla="*/ 110 w 117"/>
                <a:gd name="T7" fmla="*/ 69 h 102"/>
                <a:gd name="T8" fmla="*/ 117 w 117"/>
                <a:gd name="T9" fmla="*/ 14 h 102"/>
                <a:gd name="T10" fmla="*/ 40 w 117"/>
                <a:gd name="T11" fmla="*/ 0 h 102"/>
                <a:gd name="T12" fmla="*/ 7 w 117"/>
                <a:gd name="T13" fmla="*/ 9 h 102"/>
              </a:gdLst>
              <a:ahLst/>
              <a:cxnLst>
                <a:cxn ang="0">
                  <a:pos x="T0" y="T1"/>
                </a:cxn>
                <a:cxn ang="0">
                  <a:pos x="T2" y="T3"/>
                </a:cxn>
                <a:cxn ang="0">
                  <a:pos x="T4" y="T5"/>
                </a:cxn>
                <a:cxn ang="0">
                  <a:pos x="T6" y="T7"/>
                </a:cxn>
                <a:cxn ang="0">
                  <a:pos x="T8" y="T9"/>
                </a:cxn>
                <a:cxn ang="0">
                  <a:pos x="T10" y="T11"/>
                </a:cxn>
                <a:cxn ang="0">
                  <a:pos x="T12" y="T13"/>
                </a:cxn>
              </a:cxnLst>
              <a:rect l="0" t="0" r="r" b="b"/>
              <a:pathLst>
                <a:path w="117" h="102">
                  <a:moveTo>
                    <a:pt x="7" y="9"/>
                  </a:moveTo>
                  <a:lnTo>
                    <a:pt x="7" y="9"/>
                  </a:lnTo>
                  <a:cubicBezTo>
                    <a:pt x="0" y="22"/>
                    <a:pt x="19" y="58"/>
                    <a:pt x="66" y="102"/>
                  </a:cubicBezTo>
                  <a:cubicBezTo>
                    <a:pt x="80" y="91"/>
                    <a:pt x="95" y="80"/>
                    <a:pt x="110" y="69"/>
                  </a:cubicBezTo>
                  <a:cubicBezTo>
                    <a:pt x="112" y="50"/>
                    <a:pt x="114" y="32"/>
                    <a:pt x="117" y="14"/>
                  </a:cubicBezTo>
                  <a:cubicBezTo>
                    <a:pt x="87" y="5"/>
                    <a:pt x="60" y="0"/>
                    <a:pt x="40" y="0"/>
                  </a:cubicBezTo>
                  <a:cubicBezTo>
                    <a:pt x="23" y="0"/>
                    <a:pt x="11" y="3"/>
                    <a:pt x="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9" name="Freeform 21">
              <a:extLst>
                <a:ext uri="{FF2B5EF4-FFF2-40B4-BE49-F238E27FC236}">
                  <a16:creationId xmlns:a16="http://schemas.microsoft.com/office/drawing/2014/main" id="{94E2C9E7-C772-A912-C9FF-C7BFFDCDBC75}"/>
                </a:ext>
              </a:extLst>
            </p:cNvPr>
            <p:cNvSpPr>
              <a:spLocks/>
            </p:cNvSpPr>
            <p:nvPr/>
          </p:nvSpPr>
          <p:spPr bwMode="auto">
            <a:xfrm>
              <a:off x="7294563" y="3416300"/>
              <a:ext cx="60325" cy="60325"/>
            </a:xfrm>
            <a:custGeom>
              <a:avLst/>
              <a:gdLst>
                <a:gd name="T0" fmla="*/ 15 w 29"/>
                <a:gd name="T1" fmla="*/ 0 h 29"/>
                <a:gd name="T2" fmla="*/ 15 w 29"/>
                <a:gd name="T3" fmla="*/ 0 h 29"/>
                <a:gd name="T4" fmla="*/ 0 w 29"/>
                <a:gd name="T5" fmla="*/ 15 h 29"/>
                <a:gd name="T6" fmla="*/ 15 w 29"/>
                <a:gd name="T7" fmla="*/ 29 h 29"/>
                <a:gd name="T8" fmla="*/ 29 w 29"/>
                <a:gd name="T9" fmla="*/ 15 h 29"/>
                <a:gd name="T10" fmla="*/ 15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15" y="0"/>
                  </a:moveTo>
                  <a:lnTo>
                    <a:pt x="15" y="0"/>
                  </a:lnTo>
                  <a:cubicBezTo>
                    <a:pt x="7" y="0"/>
                    <a:pt x="0" y="6"/>
                    <a:pt x="0" y="15"/>
                  </a:cubicBezTo>
                  <a:cubicBezTo>
                    <a:pt x="0" y="23"/>
                    <a:pt x="7" y="29"/>
                    <a:pt x="15" y="29"/>
                  </a:cubicBezTo>
                  <a:cubicBezTo>
                    <a:pt x="23" y="29"/>
                    <a:pt x="29" y="23"/>
                    <a:pt x="29" y="15"/>
                  </a:cubicBezTo>
                  <a:cubicBezTo>
                    <a:pt x="29" y="6"/>
                    <a:pt x="23" y="0"/>
                    <a:pt x="1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0" name="Freeform 22">
              <a:extLst>
                <a:ext uri="{FF2B5EF4-FFF2-40B4-BE49-F238E27FC236}">
                  <a16:creationId xmlns:a16="http://schemas.microsoft.com/office/drawing/2014/main" id="{9D541E77-A2D3-40D2-DF78-1756FFABE444}"/>
                </a:ext>
              </a:extLst>
            </p:cNvPr>
            <p:cNvSpPr>
              <a:spLocks/>
            </p:cNvSpPr>
            <p:nvPr/>
          </p:nvSpPr>
          <p:spPr bwMode="auto">
            <a:xfrm>
              <a:off x="7515226" y="3497263"/>
              <a:ext cx="236538" cy="211138"/>
            </a:xfrm>
            <a:custGeom>
              <a:avLst/>
              <a:gdLst>
                <a:gd name="T0" fmla="*/ 50 w 115"/>
                <a:gd name="T1" fmla="*/ 0 h 102"/>
                <a:gd name="T2" fmla="*/ 50 w 115"/>
                <a:gd name="T3" fmla="*/ 0 h 102"/>
                <a:gd name="T4" fmla="*/ 6 w 115"/>
                <a:gd name="T5" fmla="*/ 32 h 102"/>
                <a:gd name="T6" fmla="*/ 0 w 115"/>
                <a:gd name="T7" fmla="*/ 87 h 102"/>
                <a:gd name="T8" fmla="*/ 76 w 115"/>
                <a:gd name="T9" fmla="*/ 102 h 102"/>
                <a:gd name="T10" fmla="*/ 109 w 115"/>
                <a:gd name="T11" fmla="*/ 92 h 102"/>
                <a:gd name="T12" fmla="*/ 109 w 115"/>
                <a:gd name="T13" fmla="*/ 92 h 102"/>
                <a:gd name="T14" fmla="*/ 50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50" y="0"/>
                  </a:moveTo>
                  <a:lnTo>
                    <a:pt x="50" y="0"/>
                  </a:lnTo>
                  <a:cubicBezTo>
                    <a:pt x="36" y="11"/>
                    <a:pt x="21" y="22"/>
                    <a:pt x="6" y="32"/>
                  </a:cubicBezTo>
                  <a:cubicBezTo>
                    <a:pt x="4" y="51"/>
                    <a:pt x="2" y="70"/>
                    <a:pt x="0" y="87"/>
                  </a:cubicBezTo>
                  <a:cubicBezTo>
                    <a:pt x="30" y="97"/>
                    <a:pt x="56" y="102"/>
                    <a:pt x="76" y="102"/>
                  </a:cubicBezTo>
                  <a:cubicBezTo>
                    <a:pt x="93" y="102"/>
                    <a:pt x="106" y="98"/>
                    <a:pt x="109" y="92"/>
                  </a:cubicBezTo>
                  <a:lnTo>
                    <a:pt x="109" y="92"/>
                  </a:lnTo>
                  <a:cubicBezTo>
                    <a:pt x="115" y="82"/>
                    <a:pt x="103" y="48"/>
                    <a:pt x="5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1" name="Freeform 23">
              <a:extLst>
                <a:ext uri="{FF2B5EF4-FFF2-40B4-BE49-F238E27FC236}">
                  <a16:creationId xmlns:a16="http://schemas.microsoft.com/office/drawing/2014/main" id="{9EE31ACB-DCFB-5C4D-6D88-4836F2356989}"/>
                </a:ext>
              </a:extLst>
            </p:cNvPr>
            <p:cNvSpPr>
              <a:spLocks noEditPoints="1"/>
            </p:cNvSpPr>
            <p:nvPr/>
          </p:nvSpPr>
          <p:spPr bwMode="auto">
            <a:xfrm>
              <a:off x="6515101" y="2628900"/>
              <a:ext cx="1622425" cy="1636713"/>
            </a:xfrm>
            <a:custGeom>
              <a:avLst/>
              <a:gdLst>
                <a:gd name="T0" fmla="*/ 626 w 788"/>
                <a:gd name="T1" fmla="*/ 528 h 788"/>
                <a:gd name="T2" fmla="*/ 626 w 788"/>
                <a:gd name="T3" fmla="*/ 528 h 788"/>
                <a:gd name="T4" fmla="*/ 562 w 788"/>
                <a:gd name="T5" fmla="*/ 556 h 788"/>
                <a:gd name="T6" fmla="*/ 479 w 788"/>
                <a:gd name="T7" fmla="*/ 541 h 788"/>
                <a:gd name="T8" fmla="*/ 394 w 788"/>
                <a:gd name="T9" fmla="*/ 662 h 788"/>
                <a:gd name="T10" fmla="*/ 308 w 788"/>
                <a:gd name="T11" fmla="*/ 541 h 788"/>
                <a:gd name="T12" fmla="*/ 225 w 788"/>
                <a:gd name="T13" fmla="*/ 556 h 788"/>
                <a:gd name="T14" fmla="*/ 161 w 788"/>
                <a:gd name="T15" fmla="*/ 528 h 788"/>
                <a:gd name="T16" fmla="*/ 198 w 788"/>
                <a:gd name="T17" fmla="*/ 420 h 788"/>
                <a:gd name="T18" fmla="*/ 223 w 788"/>
                <a:gd name="T19" fmla="*/ 394 h 788"/>
                <a:gd name="T20" fmla="*/ 161 w 788"/>
                <a:gd name="T21" fmla="*/ 259 h 788"/>
                <a:gd name="T22" fmla="*/ 225 w 788"/>
                <a:gd name="T23" fmla="*/ 231 h 788"/>
                <a:gd name="T24" fmla="*/ 308 w 788"/>
                <a:gd name="T25" fmla="*/ 246 h 788"/>
                <a:gd name="T26" fmla="*/ 394 w 788"/>
                <a:gd name="T27" fmla="*/ 125 h 788"/>
                <a:gd name="T28" fmla="*/ 479 w 788"/>
                <a:gd name="T29" fmla="*/ 246 h 788"/>
                <a:gd name="T30" fmla="*/ 562 w 788"/>
                <a:gd name="T31" fmla="*/ 231 h 788"/>
                <a:gd name="T32" fmla="*/ 626 w 788"/>
                <a:gd name="T33" fmla="*/ 259 h 788"/>
                <a:gd name="T34" fmla="*/ 564 w 788"/>
                <a:gd name="T35" fmla="*/ 394 h 788"/>
                <a:gd name="T36" fmla="*/ 626 w 788"/>
                <a:gd name="T37" fmla="*/ 528 h 788"/>
                <a:gd name="T38" fmla="*/ 626 w 788"/>
                <a:gd name="T39" fmla="*/ 528 h 788"/>
                <a:gd name="T40" fmla="*/ 394 w 788"/>
                <a:gd name="T41" fmla="*/ 0 h 788"/>
                <a:gd name="T42" fmla="*/ 394 w 788"/>
                <a:gd name="T43" fmla="*/ 0 h 788"/>
                <a:gd name="T44" fmla="*/ 0 w 788"/>
                <a:gd name="T45" fmla="*/ 394 h 788"/>
                <a:gd name="T46" fmla="*/ 394 w 788"/>
                <a:gd name="T47" fmla="*/ 788 h 788"/>
                <a:gd name="T48" fmla="*/ 788 w 788"/>
                <a:gd name="T49" fmla="*/ 394 h 788"/>
                <a:gd name="T50" fmla="*/ 394 w 788"/>
                <a:gd name="T51"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8" h="788">
                  <a:moveTo>
                    <a:pt x="626" y="528"/>
                  </a:moveTo>
                  <a:lnTo>
                    <a:pt x="626" y="528"/>
                  </a:lnTo>
                  <a:cubicBezTo>
                    <a:pt x="619" y="541"/>
                    <a:pt x="602" y="556"/>
                    <a:pt x="562" y="556"/>
                  </a:cubicBezTo>
                  <a:cubicBezTo>
                    <a:pt x="539" y="556"/>
                    <a:pt x="511" y="551"/>
                    <a:pt x="479" y="541"/>
                  </a:cubicBezTo>
                  <a:cubicBezTo>
                    <a:pt x="461" y="619"/>
                    <a:pt x="431" y="662"/>
                    <a:pt x="394" y="662"/>
                  </a:cubicBezTo>
                  <a:cubicBezTo>
                    <a:pt x="356" y="662"/>
                    <a:pt x="326" y="619"/>
                    <a:pt x="308" y="541"/>
                  </a:cubicBezTo>
                  <a:cubicBezTo>
                    <a:pt x="277" y="551"/>
                    <a:pt x="248" y="556"/>
                    <a:pt x="225" y="556"/>
                  </a:cubicBezTo>
                  <a:cubicBezTo>
                    <a:pt x="185" y="556"/>
                    <a:pt x="168" y="541"/>
                    <a:pt x="161" y="528"/>
                  </a:cubicBezTo>
                  <a:cubicBezTo>
                    <a:pt x="150" y="509"/>
                    <a:pt x="148" y="476"/>
                    <a:pt x="198" y="420"/>
                  </a:cubicBezTo>
                  <a:cubicBezTo>
                    <a:pt x="205" y="411"/>
                    <a:pt x="214" y="403"/>
                    <a:pt x="223" y="394"/>
                  </a:cubicBezTo>
                  <a:cubicBezTo>
                    <a:pt x="164" y="339"/>
                    <a:pt x="142" y="292"/>
                    <a:pt x="161" y="259"/>
                  </a:cubicBezTo>
                  <a:cubicBezTo>
                    <a:pt x="168" y="247"/>
                    <a:pt x="185" y="231"/>
                    <a:pt x="225" y="231"/>
                  </a:cubicBezTo>
                  <a:cubicBezTo>
                    <a:pt x="248" y="231"/>
                    <a:pt x="276" y="237"/>
                    <a:pt x="308" y="246"/>
                  </a:cubicBezTo>
                  <a:cubicBezTo>
                    <a:pt x="326" y="168"/>
                    <a:pt x="356" y="125"/>
                    <a:pt x="394" y="125"/>
                  </a:cubicBezTo>
                  <a:cubicBezTo>
                    <a:pt x="431" y="125"/>
                    <a:pt x="461" y="168"/>
                    <a:pt x="479" y="246"/>
                  </a:cubicBezTo>
                  <a:cubicBezTo>
                    <a:pt x="511" y="237"/>
                    <a:pt x="540" y="231"/>
                    <a:pt x="562" y="231"/>
                  </a:cubicBezTo>
                  <a:cubicBezTo>
                    <a:pt x="602" y="231"/>
                    <a:pt x="619" y="247"/>
                    <a:pt x="626" y="259"/>
                  </a:cubicBezTo>
                  <a:cubicBezTo>
                    <a:pt x="645" y="292"/>
                    <a:pt x="623" y="339"/>
                    <a:pt x="564" y="394"/>
                  </a:cubicBezTo>
                  <a:cubicBezTo>
                    <a:pt x="623" y="448"/>
                    <a:pt x="645" y="496"/>
                    <a:pt x="626" y="528"/>
                  </a:cubicBezTo>
                  <a:lnTo>
                    <a:pt x="626" y="528"/>
                  </a:lnTo>
                  <a:close/>
                  <a:moveTo>
                    <a:pt x="394" y="0"/>
                  </a:moveTo>
                  <a:lnTo>
                    <a:pt x="394" y="0"/>
                  </a:lnTo>
                  <a:cubicBezTo>
                    <a:pt x="176" y="0"/>
                    <a:pt x="0" y="176"/>
                    <a:pt x="0" y="394"/>
                  </a:cubicBezTo>
                  <a:cubicBezTo>
                    <a:pt x="0" y="611"/>
                    <a:pt x="176" y="788"/>
                    <a:pt x="394" y="788"/>
                  </a:cubicBezTo>
                  <a:cubicBezTo>
                    <a:pt x="611" y="788"/>
                    <a:pt x="788" y="611"/>
                    <a:pt x="788" y="394"/>
                  </a:cubicBezTo>
                  <a:cubicBezTo>
                    <a:pt x="788" y="176"/>
                    <a:pt x="611" y="0"/>
                    <a:pt x="3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2" name="Freeform 24">
              <a:extLst>
                <a:ext uri="{FF2B5EF4-FFF2-40B4-BE49-F238E27FC236}">
                  <a16:creationId xmlns:a16="http://schemas.microsoft.com/office/drawing/2014/main" id="{964E06F0-B4FA-DEAE-E31D-ACC459092C82}"/>
                </a:ext>
              </a:extLst>
            </p:cNvPr>
            <p:cNvSpPr>
              <a:spLocks/>
            </p:cNvSpPr>
            <p:nvPr/>
          </p:nvSpPr>
          <p:spPr bwMode="auto">
            <a:xfrm>
              <a:off x="7408863" y="3616325"/>
              <a:ext cx="38100" cy="36513"/>
            </a:xfrm>
            <a:custGeom>
              <a:avLst/>
              <a:gdLst>
                <a:gd name="T0" fmla="*/ 0 w 19"/>
                <a:gd name="T1" fmla="*/ 11 h 18"/>
                <a:gd name="T2" fmla="*/ 0 w 19"/>
                <a:gd name="T3" fmla="*/ 11 h 18"/>
                <a:gd name="T4" fmla="*/ 17 w 19"/>
                <a:gd name="T5" fmla="*/ 18 h 18"/>
                <a:gd name="T6" fmla="*/ 19 w 19"/>
                <a:gd name="T7" fmla="*/ 0 h 18"/>
                <a:gd name="T8" fmla="*/ 10 w 19"/>
                <a:gd name="T9" fmla="*/ 5 h 18"/>
                <a:gd name="T10" fmla="*/ 0 w 19"/>
                <a:gd name="T11" fmla="*/ 11 h 18"/>
              </a:gdLst>
              <a:ahLst/>
              <a:cxnLst>
                <a:cxn ang="0">
                  <a:pos x="T0" y="T1"/>
                </a:cxn>
                <a:cxn ang="0">
                  <a:pos x="T2" y="T3"/>
                </a:cxn>
                <a:cxn ang="0">
                  <a:pos x="T4" y="T5"/>
                </a:cxn>
                <a:cxn ang="0">
                  <a:pos x="T6" y="T7"/>
                </a:cxn>
                <a:cxn ang="0">
                  <a:pos x="T8" y="T9"/>
                </a:cxn>
                <a:cxn ang="0">
                  <a:pos x="T10" y="T11"/>
                </a:cxn>
              </a:cxnLst>
              <a:rect l="0" t="0" r="r" b="b"/>
              <a:pathLst>
                <a:path w="19" h="18">
                  <a:moveTo>
                    <a:pt x="0" y="11"/>
                  </a:moveTo>
                  <a:lnTo>
                    <a:pt x="0" y="11"/>
                  </a:lnTo>
                  <a:cubicBezTo>
                    <a:pt x="6" y="13"/>
                    <a:pt x="11" y="15"/>
                    <a:pt x="17" y="18"/>
                  </a:cubicBezTo>
                  <a:cubicBezTo>
                    <a:pt x="18" y="12"/>
                    <a:pt x="18" y="6"/>
                    <a:pt x="19" y="0"/>
                  </a:cubicBezTo>
                  <a:cubicBezTo>
                    <a:pt x="16" y="2"/>
                    <a:pt x="13" y="4"/>
                    <a:pt x="10" y="5"/>
                  </a:cubicBezTo>
                  <a:cubicBezTo>
                    <a:pt x="7" y="7"/>
                    <a:pt x="4" y="9"/>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3" name="Freeform 25">
              <a:extLst>
                <a:ext uri="{FF2B5EF4-FFF2-40B4-BE49-F238E27FC236}">
                  <a16:creationId xmlns:a16="http://schemas.microsoft.com/office/drawing/2014/main" id="{2591B395-A136-F2BE-5EC6-92AD71FBC8C9}"/>
                </a:ext>
              </a:extLst>
            </p:cNvPr>
            <p:cNvSpPr>
              <a:spLocks/>
            </p:cNvSpPr>
            <p:nvPr/>
          </p:nvSpPr>
          <p:spPr bwMode="auto">
            <a:xfrm>
              <a:off x="7532688" y="3424238"/>
              <a:ext cx="28575" cy="44450"/>
            </a:xfrm>
            <a:custGeom>
              <a:avLst/>
              <a:gdLst>
                <a:gd name="T0" fmla="*/ 14 w 14"/>
                <a:gd name="T1" fmla="*/ 11 h 21"/>
                <a:gd name="T2" fmla="*/ 14 w 14"/>
                <a:gd name="T3" fmla="*/ 11 h 21"/>
                <a:gd name="T4" fmla="*/ 0 w 14"/>
                <a:gd name="T5" fmla="*/ 0 h 21"/>
                <a:gd name="T6" fmla="*/ 0 w 14"/>
                <a:gd name="T7" fmla="*/ 11 h 21"/>
                <a:gd name="T8" fmla="*/ 0 w 14"/>
                <a:gd name="T9" fmla="*/ 21 h 21"/>
                <a:gd name="T10" fmla="*/ 14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14" y="11"/>
                  </a:moveTo>
                  <a:lnTo>
                    <a:pt x="14" y="11"/>
                  </a:lnTo>
                  <a:cubicBezTo>
                    <a:pt x="9" y="7"/>
                    <a:pt x="5" y="3"/>
                    <a:pt x="0" y="0"/>
                  </a:cubicBezTo>
                  <a:cubicBezTo>
                    <a:pt x="0" y="3"/>
                    <a:pt x="0" y="7"/>
                    <a:pt x="0" y="11"/>
                  </a:cubicBezTo>
                  <a:cubicBezTo>
                    <a:pt x="0" y="14"/>
                    <a:pt x="0" y="18"/>
                    <a:pt x="0" y="21"/>
                  </a:cubicBezTo>
                  <a:cubicBezTo>
                    <a:pt x="5" y="18"/>
                    <a:pt x="9" y="14"/>
                    <a:pt x="14"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4" name="Freeform 26">
              <a:extLst>
                <a:ext uri="{FF2B5EF4-FFF2-40B4-BE49-F238E27FC236}">
                  <a16:creationId xmlns:a16="http://schemas.microsoft.com/office/drawing/2014/main" id="{F597B98F-40A5-9B67-A672-646312BDC843}"/>
                </a:ext>
              </a:extLst>
            </p:cNvPr>
            <p:cNvSpPr>
              <a:spLocks/>
            </p:cNvSpPr>
            <p:nvPr/>
          </p:nvSpPr>
          <p:spPr bwMode="auto">
            <a:xfrm>
              <a:off x="7515226" y="3186113"/>
              <a:ext cx="239713" cy="211138"/>
            </a:xfrm>
            <a:custGeom>
              <a:avLst/>
              <a:gdLst>
                <a:gd name="T0" fmla="*/ 50 w 116"/>
                <a:gd name="T1" fmla="*/ 102 h 102"/>
                <a:gd name="T2" fmla="*/ 50 w 116"/>
                <a:gd name="T3" fmla="*/ 102 h 102"/>
                <a:gd name="T4" fmla="*/ 109 w 116"/>
                <a:gd name="T5" fmla="*/ 9 h 102"/>
                <a:gd name="T6" fmla="*/ 76 w 116"/>
                <a:gd name="T7" fmla="*/ 0 h 102"/>
                <a:gd name="T8" fmla="*/ 0 w 116"/>
                <a:gd name="T9" fmla="*/ 14 h 102"/>
                <a:gd name="T10" fmla="*/ 6 w 116"/>
                <a:gd name="T11" fmla="*/ 69 h 102"/>
                <a:gd name="T12" fmla="*/ 50 w 116"/>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6" h="102">
                  <a:moveTo>
                    <a:pt x="50" y="102"/>
                  </a:moveTo>
                  <a:lnTo>
                    <a:pt x="50" y="102"/>
                  </a:lnTo>
                  <a:cubicBezTo>
                    <a:pt x="98" y="58"/>
                    <a:pt x="116" y="22"/>
                    <a:pt x="109" y="9"/>
                  </a:cubicBezTo>
                  <a:cubicBezTo>
                    <a:pt x="105" y="3"/>
                    <a:pt x="94" y="0"/>
                    <a:pt x="76" y="0"/>
                  </a:cubicBezTo>
                  <a:cubicBezTo>
                    <a:pt x="56" y="0"/>
                    <a:pt x="30" y="5"/>
                    <a:pt x="0" y="14"/>
                  </a:cubicBezTo>
                  <a:cubicBezTo>
                    <a:pt x="2" y="31"/>
                    <a:pt x="4" y="50"/>
                    <a:pt x="6" y="69"/>
                  </a:cubicBezTo>
                  <a:cubicBezTo>
                    <a:pt x="21" y="80"/>
                    <a:pt x="36" y="90"/>
                    <a:pt x="50"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5" name="Freeform 27">
              <a:extLst>
                <a:ext uri="{FF2B5EF4-FFF2-40B4-BE49-F238E27FC236}">
                  <a16:creationId xmlns:a16="http://schemas.microsoft.com/office/drawing/2014/main" id="{69E2130B-3408-AD88-600B-9FE856C82E7E}"/>
                </a:ext>
              </a:extLst>
            </p:cNvPr>
            <p:cNvSpPr>
              <a:spLocks noEditPoints="1"/>
            </p:cNvSpPr>
            <p:nvPr/>
          </p:nvSpPr>
          <p:spPr bwMode="auto">
            <a:xfrm>
              <a:off x="7194551" y="3295650"/>
              <a:ext cx="263525" cy="301625"/>
            </a:xfrm>
            <a:custGeom>
              <a:avLst/>
              <a:gdLst>
                <a:gd name="T0" fmla="*/ 64 w 128"/>
                <a:gd name="T1" fmla="*/ 124 h 145"/>
                <a:gd name="T2" fmla="*/ 64 w 128"/>
                <a:gd name="T3" fmla="*/ 124 h 145"/>
                <a:gd name="T4" fmla="*/ 13 w 128"/>
                <a:gd name="T5" fmla="*/ 73 h 145"/>
                <a:gd name="T6" fmla="*/ 64 w 128"/>
                <a:gd name="T7" fmla="*/ 22 h 145"/>
                <a:gd name="T8" fmla="*/ 115 w 128"/>
                <a:gd name="T9" fmla="*/ 73 h 145"/>
                <a:gd name="T10" fmla="*/ 64 w 128"/>
                <a:gd name="T11" fmla="*/ 124 h 145"/>
                <a:gd name="T12" fmla="*/ 64 w 128"/>
                <a:gd name="T13" fmla="*/ 124 h 145"/>
                <a:gd name="T14" fmla="*/ 96 w 128"/>
                <a:gd name="T15" fmla="*/ 17 h 145"/>
                <a:gd name="T16" fmla="*/ 96 w 128"/>
                <a:gd name="T17" fmla="*/ 17 h 145"/>
                <a:gd name="T18" fmla="*/ 64 w 128"/>
                <a:gd name="T19" fmla="*/ 0 h 145"/>
                <a:gd name="T20" fmla="*/ 32 w 128"/>
                <a:gd name="T21" fmla="*/ 17 h 145"/>
                <a:gd name="T22" fmla="*/ 1 w 128"/>
                <a:gd name="T23" fmla="*/ 36 h 145"/>
                <a:gd name="T24" fmla="*/ 0 w 128"/>
                <a:gd name="T25" fmla="*/ 73 h 145"/>
                <a:gd name="T26" fmla="*/ 1 w 128"/>
                <a:gd name="T27" fmla="*/ 109 h 145"/>
                <a:gd name="T28" fmla="*/ 32 w 128"/>
                <a:gd name="T29" fmla="*/ 128 h 145"/>
                <a:gd name="T30" fmla="*/ 64 w 128"/>
                <a:gd name="T31" fmla="*/ 145 h 145"/>
                <a:gd name="T32" fmla="*/ 96 w 128"/>
                <a:gd name="T33" fmla="*/ 128 h 145"/>
                <a:gd name="T34" fmla="*/ 127 w 128"/>
                <a:gd name="T35" fmla="*/ 109 h 145"/>
                <a:gd name="T36" fmla="*/ 128 w 128"/>
                <a:gd name="T37" fmla="*/ 73 h 145"/>
                <a:gd name="T38" fmla="*/ 127 w 128"/>
                <a:gd name="T39" fmla="*/ 36 h 145"/>
                <a:gd name="T40" fmla="*/ 96 w 128"/>
                <a:gd name="T41" fmla="*/ 1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45">
                  <a:moveTo>
                    <a:pt x="64" y="124"/>
                  </a:moveTo>
                  <a:lnTo>
                    <a:pt x="64" y="124"/>
                  </a:lnTo>
                  <a:cubicBezTo>
                    <a:pt x="36" y="124"/>
                    <a:pt x="13" y="101"/>
                    <a:pt x="13" y="73"/>
                  </a:cubicBezTo>
                  <a:cubicBezTo>
                    <a:pt x="13" y="44"/>
                    <a:pt x="36" y="22"/>
                    <a:pt x="64" y="22"/>
                  </a:cubicBezTo>
                  <a:cubicBezTo>
                    <a:pt x="92" y="22"/>
                    <a:pt x="115" y="44"/>
                    <a:pt x="115" y="73"/>
                  </a:cubicBezTo>
                  <a:cubicBezTo>
                    <a:pt x="115" y="101"/>
                    <a:pt x="92" y="124"/>
                    <a:pt x="64" y="124"/>
                  </a:cubicBezTo>
                  <a:lnTo>
                    <a:pt x="64" y="124"/>
                  </a:lnTo>
                  <a:close/>
                  <a:moveTo>
                    <a:pt x="96" y="17"/>
                  </a:moveTo>
                  <a:lnTo>
                    <a:pt x="96" y="17"/>
                  </a:lnTo>
                  <a:cubicBezTo>
                    <a:pt x="85" y="11"/>
                    <a:pt x="75" y="5"/>
                    <a:pt x="64" y="0"/>
                  </a:cubicBezTo>
                  <a:cubicBezTo>
                    <a:pt x="53" y="5"/>
                    <a:pt x="42" y="11"/>
                    <a:pt x="32" y="17"/>
                  </a:cubicBezTo>
                  <a:cubicBezTo>
                    <a:pt x="21" y="23"/>
                    <a:pt x="11" y="29"/>
                    <a:pt x="1" y="36"/>
                  </a:cubicBezTo>
                  <a:cubicBezTo>
                    <a:pt x="0" y="49"/>
                    <a:pt x="0" y="61"/>
                    <a:pt x="0" y="73"/>
                  </a:cubicBezTo>
                  <a:cubicBezTo>
                    <a:pt x="0" y="84"/>
                    <a:pt x="0" y="97"/>
                    <a:pt x="1" y="109"/>
                  </a:cubicBezTo>
                  <a:cubicBezTo>
                    <a:pt x="11" y="116"/>
                    <a:pt x="21" y="122"/>
                    <a:pt x="32" y="128"/>
                  </a:cubicBezTo>
                  <a:cubicBezTo>
                    <a:pt x="42" y="134"/>
                    <a:pt x="53" y="140"/>
                    <a:pt x="64" y="145"/>
                  </a:cubicBezTo>
                  <a:cubicBezTo>
                    <a:pt x="75" y="140"/>
                    <a:pt x="85" y="134"/>
                    <a:pt x="96" y="128"/>
                  </a:cubicBezTo>
                  <a:cubicBezTo>
                    <a:pt x="106" y="122"/>
                    <a:pt x="116" y="116"/>
                    <a:pt x="127" y="109"/>
                  </a:cubicBezTo>
                  <a:cubicBezTo>
                    <a:pt x="127" y="97"/>
                    <a:pt x="128" y="85"/>
                    <a:pt x="128" y="73"/>
                  </a:cubicBezTo>
                  <a:cubicBezTo>
                    <a:pt x="128" y="60"/>
                    <a:pt x="127" y="48"/>
                    <a:pt x="127" y="36"/>
                  </a:cubicBezTo>
                  <a:cubicBezTo>
                    <a:pt x="116" y="29"/>
                    <a:pt x="106" y="23"/>
                    <a:pt x="96"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pic>
        <p:nvPicPr>
          <p:cNvPr id="146" name="Graphic 145" descr="Harvey Balls 0% with solid fill">
            <a:extLst>
              <a:ext uri="{FF2B5EF4-FFF2-40B4-BE49-F238E27FC236}">
                <a16:creationId xmlns:a16="http://schemas.microsoft.com/office/drawing/2014/main" id="{A3230BCC-14B1-504D-8294-B8E06EC80010}"/>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512171" y="-15140"/>
            <a:ext cx="678580" cy="643491"/>
          </a:xfrm>
          <a:prstGeom prst="rect">
            <a:avLst/>
          </a:prstGeom>
        </p:spPr>
      </p:pic>
      <p:sp>
        <p:nvSpPr>
          <p:cNvPr id="147" name="Freeform 566">
            <a:extLst>
              <a:ext uri="{FF2B5EF4-FFF2-40B4-BE49-F238E27FC236}">
                <a16:creationId xmlns:a16="http://schemas.microsoft.com/office/drawing/2014/main" id="{BD233490-D7A7-E84E-EA07-5400CF5EE506}"/>
              </a:ext>
            </a:extLst>
          </p:cNvPr>
          <p:cNvSpPr>
            <a:spLocks noChangeAspect="1" noEditPoints="1"/>
          </p:cNvSpPr>
          <p:nvPr/>
        </p:nvSpPr>
        <p:spPr bwMode="auto">
          <a:xfrm>
            <a:off x="6668881" y="139633"/>
            <a:ext cx="356693" cy="338249"/>
          </a:xfrm>
          <a:custGeom>
            <a:avLst/>
            <a:gdLst>
              <a:gd name="T0" fmla="*/ 364 w 512"/>
              <a:gd name="T1" fmla="*/ 138 h 512"/>
              <a:gd name="T2" fmla="*/ 393 w 512"/>
              <a:gd name="T3" fmla="*/ 352 h 512"/>
              <a:gd name="T4" fmla="*/ 310 w 512"/>
              <a:gd name="T5" fmla="*/ 352 h 512"/>
              <a:gd name="T6" fmla="*/ 329 w 512"/>
              <a:gd name="T7" fmla="*/ 138 h 512"/>
              <a:gd name="T8" fmla="*/ 364 w 512"/>
              <a:gd name="T9" fmla="*/ 138 h 512"/>
              <a:gd name="T10" fmla="*/ 213 w 512"/>
              <a:gd name="T11" fmla="*/ 233 h 512"/>
              <a:gd name="T12" fmla="*/ 213 w 512"/>
              <a:gd name="T13" fmla="*/ 352 h 512"/>
              <a:gd name="T14" fmla="*/ 289 w 512"/>
              <a:gd name="T15" fmla="*/ 352 h 512"/>
              <a:gd name="T16" fmla="*/ 294 w 512"/>
              <a:gd name="T17" fmla="*/ 287 h 512"/>
              <a:gd name="T18" fmla="*/ 292 w 512"/>
              <a:gd name="T19" fmla="*/ 286 h 512"/>
              <a:gd name="T20" fmla="*/ 213 w 512"/>
              <a:gd name="T21" fmla="*/ 233 h 512"/>
              <a:gd name="T22" fmla="*/ 117 w 512"/>
              <a:gd name="T23" fmla="*/ 352 h 512"/>
              <a:gd name="T24" fmla="*/ 192 w 512"/>
              <a:gd name="T25" fmla="*/ 352 h 512"/>
              <a:gd name="T26" fmla="*/ 192 w 512"/>
              <a:gd name="T27" fmla="*/ 283 h 512"/>
              <a:gd name="T28" fmla="*/ 117 w 512"/>
              <a:gd name="T29" fmla="*/ 233 h 512"/>
              <a:gd name="T30" fmla="*/ 117 w 512"/>
              <a:gd name="T31" fmla="*/ 352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416 w 512"/>
              <a:gd name="T43" fmla="*/ 361 h 512"/>
              <a:gd name="T44" fmla="*/ 384 w 512"/>
              <a:gd name="T45" fmla="*/ 126 h 512"/>
              <a:gd name="T46" fmla="*/ 373 w 512"/>
              <a:gd name="T47" fmla="*/ 117 h 512"/>
              <a:gd name="T48" fmla="*/ 320 w 512"/>
              <a:gd name="T49" fmla="*/ 117 h 512"/>
              <a:gd name="T50" fmla="*/ 309 w 512"/>
              <a:gd name="T51" fmla="*/ 127 h 512"/>
              <a:gd name="T52" fmla="*/ 297 w 512"/>
              <a:gd name="T53" fmla="*/ 263 h 512"/>
              <a:gd name="T54" fmla="*/ 208 w 512"/>
              <a:gd name="T55" fmla="*/ 204 h 512"/>
              <a:gd name="T56" fmla="*/ 197 w 512"/>
              <a:gd name="T57" fmla="*/ 204 h 512"/>
              <a:gd name="T58" fmla="*/ 192 w 512"/>
              <a:gd name="T59" fmla="*/ 213 h 512"/>
              <a:gd name="T60" fmla="*/ 192 w 512"/>
              <a:gd name="T61" fmla="*/ 257 h 512"/>
              <a:gd name="T62" fmla="*/ 112 w 512"/>
              <a:gd name="T63" fmla="*/ 204 h 512"/>
              <a:gd name="T64" fmla="*/ 101 w 512"/>
              <a:gd name="T65" fmla="*/ 204 h 512"/>
              <a:gd name="T66" fmla="*/ 96 w 512"/>
              <a:gd name="T67" fmla="*/ 213 h 512"/>
              <a:gd name="T68" fmla="*/ 96 w 512"/>
              <a:gd name="T69" fmla="*/ 362 h 512"/>
              <a:gd name="T70" fmla="*/ 106 w 512"/>
              <a:gd name="T71" fmla="*/ 373 h 512"/>
              <a:gd name="T72" fmla="*/ 405 w 512"/>
              <a:gd name="T73" fmla="*/ 373 h 512"/>
              <a:gd name="T74" fmla="*/ 413 w 512"/>
              <a:gd name="T75" fmla="*/ 369 h 512"/>
              <a:gd name="T76" fmla="*/ 416 w 512"/>
              <a:gd name="T77" fmla="*/ 3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64" y="138"/>
                </a:moveTo>
                <a:cubicBezTo>
                  <a:pt x="393" y="352"/>
                  <a:pt x="393" y="352"/>
                  <a:pt x="393" y="352"/>
                </a:cubicBezTo>
                <a:cubicBezTo>
                  <a:pt x="310" y="352"/>
                  <a:pt x="310" y="352"/>
                  <a:pt x="310" y="352"/>
                </a:cubicBezTo>
                <a:cubicBezTo>
                  <a:pt x="329" y="138"/>
                  <a:pt x="329" y="138"/>
                  <a:pt x="329" y="138"/>
                </a:cubicBezTo>
                <a:lnTo>
                  <a:pt x="364" y="138"/>
                </a:lnTo>
                <a:close/>
                <a:moveTo>
                  <a:pt x="213" y="233"/>
                </a:moveTo>
                <a:cubicBezTo>
                  <a:pt x="213" y="352"/>
                  <a:pt x="213" y="352"/>
                  <a:pt x="213" y="352"/>
                </a:cubicBezTo>
                <a:cubicBezTo>
                  <a:pt x="289" y="352"/>
                  <a:pt x="289" y="352"/>
                  <a:pt x="289" y="352"/>
                </a:cubicBezTo>
                <a:cubicBezTo>
                  <a:pt x="294" y="287"/>
                  <a:pt x="294" y="287"/>
                  <a:pt x="294" y="287"/>
                </a:cubicBezTo>
                <a:cubicBezTo>
                  <a:pt x="294" y="286"/>
                  <a:pt x="293" y="286"/>
                  <a:pt x="292" y="286"/>
                </a:cubicBezTo>
                <a:lnTo>
                  <a:pt x="213" y="233"/>
                </a:lnTo>
                <a:close/>
                <a:moveTo>
                  <a:pt x="117" y="352"/>
                </a:moveTo>
                <a:cubicBezTo>
                  <a:pt x="192" y="352"/>
                  <a:pt x="192" y="352"/>
                  <a:pt x="192" y="352"/>
                </a:cubicBezTo>
                <a:cubicBezTo>
                  <a:pt x="192" y="283"/>
                  <a:pt x="192" y="283"/>
                  <a:pt x="192" y="283"/>
                </a:cubicBezTo>
                <a:cubicBezTo>
                  <a:pt x="117" y="233"/>
                  <a:pt x="117" y="233"/>
                  <a:pt x="117" y="233"/>
                </a:cubicBezTo>
                <a:lnTo>
                  <a:pt x="117"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361"/>
                </a:moveTo>
                <a:cubicBezTo>
                  <a:pt x="384" y="126"/>
                  <a:pt x="384" y="126"/>
                  <a:pt x="384" y="126"/>
                </a:cubicBezTo>
                <a:cubicBezTo>
                  <a:pt x="383" y="121"/>
                  <a:pt x="378" y="117"/>
                  <a:pt x="373" y="117"/>
                </a:cubicBezTo>
                <a:cubicBezTo>
                  <a:pt x="320" y="117"/>
                  <a:pt x="320" y="117"/>
                  <a:pt x="320" y="117"/>
                </a:cubicBezTo>
                <a:cubicBezTo>
                  <a:pt x="314" y="117"/>
                  <a:pt x="310" y="121"/>
                  <a:pt x="309" y="127"/>
                </a:cubicBezTo>
                <a:cubicBezTo>
                  <a:pt x="297" y="263"/>
                  <a:pt x="297" y="263"/>
                  <a:pt x="297" y="263"/>
                </a:cubicBezTo>
                <a:cubicBezTo>
                  <a:pt x="208" y="204"/>
                  <a:pt x="208" y="204"/>
                  <a:pt x="208" y="204"/>
                </a:cubicBezTo>
                <a:cubicBezTo>
                  <a:pt x="205" y="202"/>
                  <a:pt x="201" y="202"/>
                  <a:pt x="197" y="204"/>
                </a:cubicBezTo>
                <a:cubicBezTo>
                  <a:pt x="194" y="205"/>
                  <a:pt x="192" y="209"/>
                  <a:pt x="192" y="213"/>
                </a:cubicBezTo>
                <a:cubicBezTo>
                  <a:pt x="192" y="257"/>
                  <a:pt x="192" y="257"/>
                  <a:pt x="192" y="257"/>
                </a:cubicBezTo>
                <a:cubicBezTo>
                  <a:pt x="112" y="204"/>
                  <a:pt x="112" y="204"/>
                  <a:pt x="112" y="204"/>
                </a:cubicBezTo>
                <a:cubicBezTo>
                  <a:pt x="109" y="202"/>
                  <a:pt x="105" y="202"/>
                  <a:pt x="101" y="204"/>
                </a:cubicBezTo>
                <a:cubicBezTo>
                  <a:pt x="98" y="205"/>
                  <a:pt x="96" y="209"/>
                  <a:pt x="96" y="213"/>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4"/>
                  <a:pt x="416" y="361"/>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48" name="Rectangle 147">
            <a:extLst>
              <a:ext uri="{FF2B5EF4-FFF2-40B4-BE49-F238E27FC236}">
                <a16:creationId xmlns:a16="http://schemas.microsoft.com/office/drawing/2014/main" id="{6CA503A9-4FCE-54BD-FD86-30DBC31D220D}"/>
              </a:ext>
            </a:extLst>
          </p:cNvPr>
          <p:cNvSpPr/>
          <p:nvPr/>
        </p:nvSpPr>
        <p:spPr bwMode="gray">
          <a:xfrm>
            <a:off x="10996902" y="123937"/>
            <a:ext cx="864858" cy="354667"/>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t>[2/3]</a:t>
            </a:r>
          </a:p>
        </p:txBody>
      </p:sp>
      <p:grpSp>
        <p:nvGrpSpPr>
          <p:cNvPr id="149" name="Group 148">
            <a:extLst>
              <a:ext uri="{FF2B5EF4-FFF2-40B4-BE49-F238E27FC236}">
                <a16:creationId xmlns:a16="http://schemas.microsoft.com/office/drawing/2014/main" id="{E691C79B-5373-4344-8F42-761236C41D40}"/>
              </a:ext>
            </a:extLst>
          </p:cNvPr>
          <p:cNvGrpSpPr/>
          <p:nvPr/>
        </p:nvGrpSpPr>
        <p:grpSpPr>
          <a:xfrm>
            <a:off x="873052" y="1957727"/>
            <a:ext cx="2908937" cy="228600"/>
            <a:chOff x="833432" y="2405743"/>
            <a:chExt cx="2908937" cy="228600"/>
          </a:xfrm>
          <a:solidFill>
            <a:schemeClr val="bg1">
              <a:lumMod val="65000"/>
            </a:schemeClr>
          </a:solidFill>
        </p:grpSpPr>
        <p:sp>
          <p:nvSpPr>
            <p:cNvPr id="150" name="Isosceles Triangle 31">
              <a:extLst>
                <a:ext uri="{FF2B5EF4-FFF2-40B4-BE49-F238E27FC236}">
                  <a16:creationId xmlns:a16="http://schemas.microsoft.com/office/drawing/2014/main" id="{2078D26C-5B6D-D40B-D191-EB326D5AC752}"/>
                </a:ext>
              </a:extLst>
            </p:cNvPr>
            <p:cNvSpPr/>
            <p:nvPr/>
          </p:nvSpPr>
          <p:spPr bwMode="gray">
            <a:xfrm>
              <a:off x="3576634"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151" name="Isosceles Triangle 5">
              <a:extLst>
                <a:ext uri="{FF2B5EF4-FFF2-40B4-BE49-F238E27FC236}">
                  <a16:creationId xmlns:a16="http://schemas.microsoft.com/office/drawing/2014/main" id="{8CA43FA3-DFB6-5050-D671-C7DBF7DC8CCC}"/>
                </a:ext>
              </a:extLst>
            </p:cNvPr>
            <p:cNvSpPr/>
            <p:nvPr/>
          </p:nvSpPr>
          <p:spPr bwMode="gray">
            <a:xfrm>
              <a:off x="833432"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152" name="Rectangle: Rounded Corners 7">
            <a:extLst>
              <a:ext uri="{FF2B5EF4-FFF2-40B4-BE49-F238E27FC236}">
                <a16:creationId xmlns:a16="http://schemas.microsoft.com/office/drawing/2014/main" id="{17BC4E1E-B157-4A7F-E4C1-283C93092B6E}"/>
              </a:ext>
            </a:extLst>
          </p:cNvPr>
          <p:cNvSpPr/>
          <p:nvPr/>
        </p:nvSpPr>
        <p:spPr bwMode="gray">
          <a:xfrm>
            <a:off x="509519" y="2198234"/>
            <a:ext cx="3636000" cy="3724388"/>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71450" lvl="1" indent="-171450">
              <a:spcAft>
                <a:spcPts val="600"/>
              </a:spcAft>
              <a:buFont typeface="Arial"/>
              <a:buChar char="•"/>
            </a:pPr>
            <a:endParaRPr lang="en-US" sz="1100" dirty="0">
              <a:cs typeface="Calibri" panose="020F0502020204030204"/>
            </a:endParaRPr>
          </a:p>
          <a:p>
            <a:pPr marL="285750" lvl="1" indent="-171450">
              <a:spcAft>
                <a:spcPts val="600"/>
              </a:spcAft>
              <a:buFont typeface="Arial"/>
              <a:buChar char="•"/>
            </a:pPr>
            <a:r>
              <a:rPr lang="en-US" sz="1200" dirty="0">
                <a:cs typeface="Calibri"/>
              </a:rPr>
              <a:t>Renewable Energy Policy​</a:t>
            </a:r>
          </a:p>
          <a:p>
            <a:pPr marL="285750" lvl="1" indent="-171450">
              <a:spcAft>
                <a:spcPts val="600"/>
              </a:spcAft>
              <a:buFont typeface="Arial"/>
              <a:buChar char="•"/>
            </a:pPr>
            <a:r>
              <a:rPr lang="en-US" sz="1200" dirty="0">
                <a:cs typeface="Calibri"/>
              </a:rPr>
              <a:t>PPP Policy​</a:t>
            </a:r>
          </a:p>
          <a:p>
            <a:pPr marL="285750" lvl="1" indent="-171450">
              <a:spcAft>
                <a:spcPts val="600"/>
              </a:spcAft>
              <a:buFont typeface="Arial"/>
              <a:buChar char="•"/>
            </a:pPr>
            <a:r>
              <a:rPr lang="en-US" sz="1200" dirty="0">
                <a:cs typeface="Calibri"/>
              </a:rPr>
              <a:t>IPP Policy​</a:t>
            </a:r>
          </a:p>
          <a:p>
            <a:pPr marL="285750" lvl="1" indent="-171450">
              <a:spcAft>
                <a:spcPts val="600"/>
              </a:spcAft>
              <a:buFont typeface="Arial"/>
              <a:buChar char="•"/>
            </a:pPr>
            <a:r>
              <a:rPr lang="en-US" sz="1200" dirty="0">
                <a:cs typeface="Calibri"/>
              </a:rPr>
              <a:t>Energy Security Policy​</a:t>
            </a:r>
          </a:p>
          <a:p>
            <a:pPr marL="285750" lvl="1" indent="-171450">
              <a:spcAft>
                <a:spcPts val="600"/>
              </a:spcAft>
              <a:buFont typeface="Arial"/>
              <a:buChar char="•"/>
            </a:pPr>
            <a:r>
              <a:rPr lang="en-US" sz="1200" dirty="0">
                <a:cs typeface="Calibri"/>
              </a:rPr>
              <a:t>ICT Policy​</a:t>
            </a:r>
          </a:p>
          <a:p>
            <a:pPr marL="285750" lvl="1" indent="-171450">
              <a:spcAft>
                <a:spcPts val="600"/>
              </a:spcAft>
              <a:buFont typeface="Arial"/>
              <a:buChar char="•"/>
            </a:pPr>
            <a:r>
              <a:rPr lang="en-US" sz="1200" dirty="0">
                <a:cs typeface="Calibri"/>
              </a:rPr>
              <a:t>Restructuring Policy​</a:t>
            </a:r>
          </a:p>
          <a:p>
            <a:pPr marL="285750" lvl="1" indent="-171450">
              <a:spcAft>
                <a:spcPts val="600"/>
              </a:spcAft>
              <a:buFont typeface="Arial"/>
              <a:buChar char="•"/>
            </a:pPr>
            <a:r>
              <a:rPr lang="en-US" sz="1200" dirty="0">
                <a:cs typeface="Calibri"/>
              </a:rPr>
              <a:t>Cross Border Power Trade</a:t>
            </a:r>
          </a:p>
          <a:p>
            <a:pPr marL="285750" lvl="1" indent="-171450">
              <a:spcAft>
                <a:spcPts val="600"/>
              </a:spcAft>
              <a:buFont typeface="Arial"/>
              <a:buChar char="•"/>
            </a:pPr>
            <a:r>
              <a:rPr lang="en-US" sz="1200" dirty="0">
                <a:cs typeface="Calibri"/>
              </a:rPr>
              <a:t>Business Plan, Petition Filing support, Tariff Orders and other regulatory support</a:t>
            </a:r>
          </a:p>
          <a:p>
            <a:pPr marL="285750" lvl="1" indent="-171450">
              <a:spcAft>
                <a:spcPts val="600"/>
              </a:spcAft>
              <a:buFont typeface="Arial"/>
              <a:buChar char="•"/>
            </a:pPr>
            <a:r>
              <a:rPr lang="en-US" sz="1200" dirty="0">
                <a:cs typeface="Calibri"/>
              </a:rPr>
              <a:t>Business Expansion &amp; Regulatory Framework Evaluation​</a:t>
            </a:r>
          </a:p>
          <a:p>
            <a:pPr marL="285750" lvl="1" indent="-171450">
              <a:spcAft>
                <a:spcPts val="600"/>
              </a:spcAft>
              <a:buFont typeface="Arial"/>
              <a:buChar char="•"/>
            </a:pPr>
            <a:r>
              <a:rPr lang="en-US" sz="1200" dirty="0">
                <a:cs typeface="Calibri"/>
              </a:rPr>
              <a:t>National, state and local level sector reforms</a:t>
            </a:r>
          </a:p>
        </p:txBody>
      </p:sp>
      <p:sp>
        <p:nvSpPr>
          <p:cNvPr id="153" name="Rectangle: Rounded Corners 8">
            <a:extLst>
              <a:ext uri="{FF2B5EF4-FFF2-40B4-BE49-F238E27FC236}">
                <a16:creationId xmlns:a16="http://schemas.microsoft.com/office/drawing/2014/main" id="{22CA5F86-9B10-A3E5-DDB3-075532D6A342}"/>
              </a:ext>
            </a:extLst>
          </p:cNvPr>
          <p:cNvSpPr/>
          <p:nvPr/>
        </p:nvSpPr>
        <p:spPr bwMode="gray">
          <a:xfrm>
            <a:off x="4317619" y="2198234"/>
            <a:ext cx="3600282" cy="3724388"/>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285750" lvl="1" indent="-171450">
              <a:spcAft>
                <a:spcPts val="600"/>
              </a:spcAft>
              <a:buFont typeface="Arial"/>
              <a:buChar char="•"/>
            </a:pPr>
            <a:endParaRPr lang="en-US" sz="1200" dirty="0">
              <a:cs typeface="Calibri" panose="020F0502020204030204"/>
            </a:endParaRPr>
          </a:p>
          <a:p>
            <a:pPr marL="285750" lvl="1" indent="-171450">
              <a:spcAft>
                <a:spcPts val="600"/>
              </a:spcAft>
              <a:buFont typeface="Arial"/>
              <a:buChar char="•"/>
            </a:pPr>
            <a:r>
              <a:rPr lang="en-US" sz="1200" dirty="0">
                <a:cs typeface="Calibri" panose="020F0502020204030204"/>
              </a:rPr>
              <a:t>Energy cost optimization and project implementation​</a:t>
            </a:r>
          </a:p>
          <a:p>
            <a:pPr marL="285750" lvl="1" indent="-171450">
              <a:spcAft>
                <a:spcPts val="600"/>
              </a:spcAft>
              <a:buFont typeface="Arial"/>
              <a:buChar char="•"/>
            </a:pPr>
            <a:r>
              <a:rPr lang="en-US" sz="1200" dirty="0">
                <a:cs typeface="Calibri" panose="020F0502020204030204"/>
              </a:rPr>
              <a:t>Energy Efficiency benchmarking​</a:t>
            </a:r>
          </a:p>
          <a:p>
            <a:pPr marL="285750" lvl="1" indent="-171450">
              <a:spcAft>
                <a:spcPts val="600"/>
              </a:spcAft>
              <a:buFont typeface="Arial"/>
              <a:buChar char="•"/>
            </a:pPr>
            <a:r>
              <a:rPr lang="en-US" sz="1200" dirty="0">
                <a:cs typeface="Calibri" panose="020F0502020204030204"/>
              </a:rPr>
              <a:t>Demand assessment of hydrogen for industrial use in identified industrial areas/ clusters/ industry(s)</a:t>
            </a:r>
          </a:p>
          <a:p>
            <a:pPr marL="285750" lvl="1" indent="-171450">
              <a:spcAft>
                <a:spcPts val="600"/>
              </a:spcAft>
              <a:buFont typeface="Arial"/>
              <a:buChar char="•"/>
            </a:pPr>
            <a:r>
              <a:rPr lang="en-US" sz="1200" dirty="0">
                <a:cs typeface="Calibri" panose="020F0502020204030204"/>
              </a:rPr>
              <a:t>Decarbonization potential estimation, pathway definition to accelerate decarbonization of transport</a:t>
            </a:r>
          </a:p>
          <a:p>
            <a:pPr marL="285750" lvl="1" indent="-171450">
              <a:spcAft>
                <a:spcPts val="600"/>
              </a:spcAft>
              <a:buFont typeface="Arial"/>
              <a:buChar char="•"/>
            </a:pPr>
            <a:r>
              <a:rPr lang="en-US" sz="1200" dirty="0">
                <a:cs typeface="Calibri" panose="020F0502020204030204"/>
              </a:rPr>
              <a:t>Mapping out the current financing flows around energy transitions</a:t>
            </a:r>
          </a:p>
          <a:p>
            <a:pPr marL="285750" lvl="1" indent="-171450">
              <a:spcAft>
                <a:spcPts val="600"/>
              </a:spcAft>
              <a:buFont typeface="Arial"/>
              <a:buChar char="•"/>
            </a:pPr>
            <a:r>
              <a:rPr lang="en-US" sz="1200" dirty="0">
                <a:cs typeface="Calibri" panose="020F0502020204030204"/>
              </a:rPr>
              <a:t>Potential pathways to accelerate the decarbonization of transport</a:t>
            </a:r>
          </a:p>
          <a:p>
            <a:pPr marL="285750" lvl="1" indent="-171450">
              <a:spcAft>
                <a:spcPts val="600"/>
              </a:spcAft>
              <a:buFont typeface="Arial"/>
              <a:buChar char="•"/>
            </a:pPr>
            <a:endParaRPr lang="en-US" sz="1200" dirty="0">
              <a:cs typeface="Calibri" panose="020F0502020204030204"/>
            </a:endParaRPr>
          </a:p>
        </p:txBody>
      </p:sp>
      <p:sp>
        <p:nvSpPr>
          <p:cNvPr id="154" name="Rectangle: Top Corners Rounded 12">
            <a:extLst>
              <a:ext uri="{FF2B5EF4-FFF2-40B4-BE49-F238E27FC236}">
                <a16:creationId xmlns:a16="http://schemas.microsoft.com/office/drawing/2014/main" id="{42945F8D-E4AE-52B7-3FD3-215D5C8F450A}"/>
              </a:ext>
            </a:extLst>
          </p:cNvPr>
          <p:cNvSpPr/>
          <p:nvPr/>
        </p:nvSpPr>
        <p:spPr bwMode="gray">
          <a:xfrm flipV="1">
            <a:off x="955919" y="1957727"/>
            <a:ext cx="2743200" cy="675442"/>
          </a:xfrm>
          <a:prstGeom prst="round2Same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155" name="Rectangle 154">
            <a:extLst>
              <a:ext uri="{FF2B5EF4-FFF2-40B4-BE49-F238E27FC236}">
                <a16:creationId xmlns:a16="http://schemas.microsoft.com/office/drawing/2014/main" id="{81102E88-A653-FBAD-4AAE-E8C8CCF2EEBE}"/>
              </a:ext>
            </a:extLst>
          </p:cNvPr>
          <p:cNvSpPr/>
          <p:nvPr/>
        </p:nvSpPr>
        <p:spPr>
          <a:xfrm>
            <a:off x="1096640" y="1986105"/>
            <a:ext cx="2547056" cy="646331"/>
          </a:xfrm>
          <a:prstGeom prst="rect">
            <a:avLst/>
          </a:prstGeom>
          <a:solidFill>
            <a:schemeClr val="tx1"/>
          </a:solidFill>
        </p:spPr>
        <p:txBody>
          <a:bodyPr wrap="square" lIns="0" tIns="0" rIns="0" bIns="0" anchor="t">
            <a:spAutoFit/>
          </a:bodyPr>
          <a:lstStyle/>
          <a:p>
            <a:pPr algn="ctr"/>
            <a:r>
              <a:rPr lang="en-US" sz="1400" b="1" dirty="0">
                <a:solidFill>
                  <a:srgbClr val="FFFFFF"/>
                </a:solidFill>
              </a:rPr>
              <a:t>Support to Government, Regulatory Commission, Private Entities &amp; Government Utilities</a:t>
            </a:r>
            <a:endParaRPr lang="en-GB" sz="1400" b="1" dirty="0">
              <a:solidFill>
                <a:srgbClr val="FFFFFF"/>
              </a:solidFill>
              <a:cs typeface="Calibri"/>
            </a:endParaRPr>
          </a:p>
        </p:txBody>
      </p:sp>
      <p:grpSp>
        <p:nvGrpSpPr>
          <p:cNvPr id="156" name="Group 155">
            <a:extLst>
              <a:ext uri="{FF2B5EF4-FFF2-40B4-BE49-F238E27FC236}">
                <a16:creationId xmlns:a16="http://schemas.microsoft.com/office/drawing/2014/main" id="{EB0C3BAD-77FE-C8EF-8C3D-1EE40A7FAF56}"/>
              </a:ext>
            </a:extLst>
          </p:cNvPr>
          <p:cNvGrpSpPr/>
          <p:nvPr/>
        </p:nvGrpSpPr>
        <p:grpSpPr>
          <a:xfrm>
            <a:off x="4639717" y="1957727"/>
            <a:ext cx="2908937" cy="228600"/>
            <a:chOff x="833432" y="2405743"/>
            <a:chExt cx="2908937" cy="228600"/>
          </a:xfrm>
          <a:solidFill>
            <a:schemeClr val="tx1"/>
          </a:solidFill>
        </p:grpSpPr>
        <p:sp>
          <p:nvSpPr>
            <p:cNvPr id="157" name="Isosceles Triangle 31">
              <a:extLst>
                <a:ext uri="{FF2B5EF4-FFF2-40B4-BE49-F238E27FC236}">
                  <a16:creationId xmlns:a16="http://schemas.microsoft.com/office/drawing/2014/main" id="{9E300269-D520-6F06-4B8E-94BCABF82B15}"/>
                </a:ext>
              </a:extLst>
            </p:cNvPr>
            <p:cNvSpPr/>
            <p:nvPr/>
          </p:nvSpPr>
          <p:spPr bwMode="gray">
            <a:xfrm>
              <a:off x="3576634"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158" name="Isosceles Triangle 5">
              <a:extLst>
                <a:ext uri="{FF2B5EF4-FFF2-40B4-BE49-F238E27FC236}">
                  <a16:creationId xmlns:a16="http://schemas.microsoft.com/office/drawing/2014/main" id="{FDA829E8-1D66-C727-59CD-1ED637206863}"/>
                </a:ext>
              </a:extLst>
            </p:cNvPr>
            <p:cNvSpPr/>
            <p:nvPr/>
          </p:nvSpPr>
          <p:spPr bwMode="gray">
            <a:xfrm>
              <a:off x="833432"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159" name="Rectangle: Top Corners Rounded 12">
            <a:extLst>
              <a:ext uri="{FF2B5EF4-FFF2-40B4-BE49-F238E27FC236}">
                <a16:creationId xmlns:a16="http://schemas.microsoft.com/office/drawing/2014/main" id="{1FDE2CE5-405D-5BD4-6FDD-15B053520DD3}"/>
              </a:ext>
            </a:extLst>
          </p:cNvPr>
          <p:cNvSpPr/>
          <p:nvPr/>
        </p:nvSpPr>
        <p:spPr bwMode="gray">
          <a:xfrm flipV="1">
            <a:off x="4722584" y="1957727"/>
            <a:ext cx="2743200" cy="675442"/>
          </a:xfrm>
          <a:prstGeom prst="round2SameRect">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160" name="Rectangle 159">
            <a:extLst>
              <a:ext uri="{FF2B5EF4-FFF2-40B4-BE49-F238E27FC236}">
                <a16:creationId xmlns:a16="http://schemas.microsoft.com/office/drawing/2014/main" id="{578F554A-8155-B4CD-E953-ED7E6BE10E4E}"/>
              </a:ext>
            </a:extLst>
          </p:cNvPr>
          <p:cNvSpPr/>
          <p:nvPr/>
        </p:nvSpPr>
        <p:spPr>
          <a:xfrm>
            <a:off x="4868673" y="2093826"/>
            <a:ext cx="2547056" cy="430887"/>
          </a:xfrm>
          <a:prstGeom prst="rect">
            <a:avLst/>
          </a:prstGeom>
          <a:solidFill>
            <a:srgbClr val="C4D600"/>
          </a:solidFill>
        </p:spPr>
        <p:txBody>
          <a:bodyPr wrap="square" lIns="0" tIns="0" rIns="0" bIns="0" anchor="t">
            <a:spAutoFit/>
          </a:bodyPr>
          <a:lstStyle/>
          <a:p>
            <a:pPr algn="ctr"/>
            <a:r>
              <a:rPr lang="en-US" sz="1400" b="1" dirty="0">
                <a:solidFill>
                  <a:srgbClr val="FFFFFF"/>
                </a:solidFill>
              </a:rPr>
              <a:t>Green Hydrogen, Climate Change &amp; Energy Efficiency Solutions</a:t>
            </a:r>
            <a:endParaRPr lang="en-GB" sz="1400" b="1" dirty="0">
              <a:solidFill>
                <a:srgbClr val="FFFFFF"/>
              </a:solidFill>
              <a:cs typeface="Calibri"/>
            </a:endParaRPr>
          </a:p>
        </p:txBody>
      </p:sp>
      <p:sp>
        <p:nvSpPr>
          <p:cNvPr id="161" name="Rectangle: Rounded Corners 8">
            <a:extLst>
              <a:ext uri="{FF2B5EF4-FFF2-40B4-BE49-F238E27FC236}">
                <a16:creationId xmlns:a16="http://schemas.microsoft.com/office/drawing/2014/main" id="{71122FF7-92C6-8FD7-B3D4-161A9E06BFC8}"/>
              </a:ext>
            </a:extLst>
          </p:cNvPr>
          <p:cNvSpPr/>
          <p:nvPr/>
        </p:nvSpPr>
        <p:spPr bwMode="gray">
          <a:xfrm>
            <a:off x="8063990" y="2186327"/>
            <a:ext cx="3600282" cy="3724388"/>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114300" lvl="1">
              <a:spcAft>
                <a:spcPts val="600"/>
              </a:spcAft>
            </a:pPr>
            <a:r>
              <a:rPr lang="en-US" sz="1200" dirty="0">
                <a:cs typeface="Calibri" panose="020F0502020204030204"/>
              </a:rPr>
              <a:t>​</a:t>
            </a:r>
          </a:p>
          <a:p>
            <a:pPr marL="285750" lvl="1" indent="-171450">
              <a:spcAft>
                <a:spcPts val="600"/>
              </a:spcAft>
              <a:buFont typeface="Arial"/>
              <a:buChar char="•"/>
            </a:pPr>
            <a:r>
              <a:rPr lang="en-US" sz="1200" dirty="0">
                <a:cs typeface="Calibri" panose="020F0502020204030204"/>
              </a:rPr>
              <a:t>Project management support for implementing state action plan on climate change</a:t>
            </a:r>
          </a:p>
          <a:p>
            <a:pPr marL="285750" lvl="1" indent="-171450">
              <a:spcAft>
                <a:spcPts val="600"/>
              </a:spcAft>
              <a:buFont typeface="Arial"/>
              <a:buChar char="•"/>
            </a:pPr>
            <a:r>
              <a:rPr lang="en-US" sz="1200" dirty="0">
                <a:cs typeface="Calibri" panose="020F0502020204030204"/>
              </a:rPr>
              <a:t>RE competitive landscape and market based economic dispatch</a:t>
            </a:r>
          </a:p>
          <a:p>
            <a:pPr marL="285750" lvl="1" indent="-171450">
              <a:spcAft>
                <a:spcPts val="600"/>
              </a:spcAft>
              <a:buFont typeface="Arial"/>
              <a:buChar char="•"/>
            </a:pPr>
            <a:r>
              <a:rPr lang="en-US" sz="1200" dirty="0">
                <a:cs typeface="Calibri" panose="020F0502020204030204"/>
              </a:rPr>
              <a:t>Energy transition and interstate network study to identify gaps with regards to upcoming RE generation capacity</a:t>
            </a:r>
          </a:p>
          <a:p>
            <a:pPr marL="285750" lvl="1" indent="-171450">
              <a:spcAft>
                <a:spcPts val="600"/>
              </a:spcAft>
              <a:buFont typeface="Arial"/>
              <a:buChar char="•"/>
            </a:pPr>
            <a:r>
              <a:rPr lang="en-US" sz="1200" dirty="0">
                <a:cs typeface="Calibri" panose="020F0502020204030204"/>
              </a:rPr>
              <a:t>Evaluation of options like buying renewable energy certificates, self-consumption</a:t>
            </a:r>
          </a:p>
          <a:p>
            <a:pPr marL="285750" lvl="1" indent="-171450">
              <a:spcAft>
                <a:spcPts val="600"/>
              </a:spcAft>
              <a:buFont typeface="Arial"/>
              <a:buChar char="•"/>
            </a:pPr>
            <a:r>
              <a:rPr lang="en-US" sz="1200" dirty="0">
                <a:cs typeface="Calibri" panose="020F0502020204030204"/>
              </a:rPr>
              <a:t>Procurement and management of RE power from IPPs</a:t>
            </a:r>
          </a:p>
          <a:p>
            <a:pPr marL="285750" lvl="1" indent="-171450">
              <a:spcAft>
                <a:spcPts val="600"/>
              </a:spcAft>
              <a:buFont typeface="Arial"/>
              <a:buChar char="•"/>
            </a:pPr>
            <a:r>
              <a:rPr lang="en-US" sz="1200" dirty="0">
                <a:cs typeface="Calibri" panose="020F0502020204030204"/>
              </a:rPr>
              <a:t>Generation optimization and demand forecasting tool </a:t>
            </a:r>
          </a:p>
          <a:p>
            <a:pPr marL="285750" lvl="1" indent="-171450">
              <a:spcAft>
                <a:spcPts val="600"/>
              </a:spcAft>
              <a:buFont typeface="Arial"/>
              <a:buChar char="•"/>
            </a:pPr>
            <a:endParaRPr lang="en-GB" sz="1200" dirty="0">
              <a:cs typeface="Calibri" panose="020F0502020204030204"/>
            </a:endParaRPr>
          </a:p>
          <a:p>
            <a:pPr marL="628650" lvl="1" indent="-171450">
              <a:spcAft>
                <a:spcPts val="600"/>
              </a:spcAft>
              <a:buFont typeface="Arial"/>
              <a:buChar char="•"/>
            </a:pPr>
            <a:endParaRPr lang="en-US" dirty="0">
              <a:cs typeface="Calibri"/>
            </a:endParaRPr>
          </a:p>
        </p:txBody>
      </p:sp>
      <p:grpSp>
        <p:nvGrpSpPr>
          <p:cNvPr id="162" name="Group 161">
            <a:extLst>
              <a:ext uri="{FF2B5EF4-FFF2-40B4-BE49-F238E27FC236}">
                <a16:creationId xmlns:a16="http://schemas.microsoft.com/office/drawing/2014/main" id="{7780C62D-E1A9-5020-ED81-643832E30930}"/>
              </a:ext>
            </a:extLst>
          </p:cNvPr>
          <p:cNvGrpSpPr/>
          <p:nvPr/>
        </p:nvGrpSpPr>
        <p:grpSpPr>
          <a:xfrm>
            <a:off x="8386088" y="1945820"/>
            <a:ext cx="2908937" cy="228600"/>
            <a:chOff x="833432" y="2405743"/>
            <a:chExt cx="2908937" cy="228600"/>
          </a:xfrm>
          <a:solidFill>
            <a:schemeClr val="tx1"/>
          </a:solidFill>
        </p:grpSpPr>
        <p:sp>
          <p:nvSpPr>
            <p:cNvPr id="163" name="Isosceles Triangle 31">
              <a:extLst>
                <a:ext uri="{FF2B5EF4-FFF2-40B4-BE49-F238E27FC236}">
                  <a16:creationId xmlns:a16="http://schemas.microsoft.com/office/drawing/2014/main" id="{38A8FB42-2E3B-D71F-F191-678D86268522}"/>
                </a:ext>
              </a:extLst>
            </p:cNvPr>
            <p:cNvSpPr/>
            <p:nvPr/>
          </p:nvSpPr>
          <p:spPr bwMode="gray">
            <a:xfrm>
              <a:off x="3576634"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164" name="Isosceles Triangle 5">
              <a:extLst>
                <a:ext uri="{FF2B5EF4-FFF2-40B4-BE49-F238E27FC236}">
                  <a16:creationId xmlns:a16="http://schemas.microsoft.com/office/drawing/2014/main" id="{BC61090D-DC3A-2F2D-23D3-D22CEF08B0AE}"/>
                </a:ext>
              </a:extLst>
            </p:cNvPr>
            <p:cNvSpPr/>
            <p:nvPr/>
          </p:nvSpPr>
          <p:spPr bwMode="gray">
            <a:xfrm>
              <a:off x="833432"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165" name="Rectangle: Top Corners Rounded 12">
            <a:extLst>
              <a:ext uri="{FF2B5EF4-FFF2-40B4-BE49-F238E27FC236}">
                <a16:creationId xmlns:a16="http://schemas.microsoft.com/office/drawing/2014/main" id="{9E1DBEEC-C0EE-FC19-8996-DF1BA81CC753}"/>
              </a:ext>
            </a:extLst>
          </p:cNvPr>
          <p:cNvSpPr/>
          <p:nvPr/>
        </p:nvSpPr>
        <p:spPr bwMode="gray">
          <a:xfrm flipV="1">
            <a:off x="8468955" y="1945820"/>
            <a:ext cx="2743200" cy="675442"/>
          </a:xfrm>
          <a:prstGeom prst="round2SameRect">
            <a:avLst/>
          </a:prstGeom>
          <a:solidFill>
            <a:srgbClr val="C4D600"/>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166" name="Rectangle 165">
            <a:extLst>
              <a:ext uri="{FF2B5EF4-FFF2-40B4-BE49-F238E27FC236}">
                <a16:creationId xmlns:a16="http://schemas.microsoft.com/office/drawing/2014/main" id="{2DB450EA-A8D7-D5F3-E0CC-1540AF1EBE3A}"/>
              </a:ext>
            </a:extLst>
          </p:cNvPr>
          <p:cNvSpPr/>
          <p:nvPr/>
        </p:nvSpPr>
        <p:spPr>
          <a:xfrm>
            <a:off x="8583505" y="2174420"/>
            <a:ext cx="2547056" cy="215444"/>
          </a:xfrm>
          <a:prstGeom prst="rect">
            <a:avLst/>
          </a:prstGeom>
          <a:solidFill>
            <a:srgbClr val="C4D600"/>
          </a:solidFill>
        </p:spPr>
        <p:txBody>
          <a:bodyPr wrap="square" lIns="0" tIns="0" rIns="0" bIns="0" anchor="t">
            <a:spAutoFit/>
          </a:bodyPr>
          <a:lstStyle/>
          <a:p>
            <a:pPr algn="ctr"/>
            <a:r>
              <a:rPr lang="en-US" sz="1400" b="1" dirty="0">
                <a:solidFill>
                  <a:srgbClr val="FFFFFF"/>
                </a:solidFill>
              </a:rPr>
              <a:t>Renewable Energy Solutions</a:t>
            </a:r>
            <a:endParaRPr lang="en-GB" sz="1400" b="1" dirty="0">
              <a:solidFill>
                <a:srgbClr val="FFFFFF"/>
              </a:solidFill>
              <a:cs typeface="Calibri"/>
            </a:endParaRPr>
          </a:p>
        </p:txBody>
      </p:sp>
      <p:pic>
        <p:nvPicPr>
          <p:cNvPr id="167" name="Graphic 166" descr="Harvey Balls 0% with solid fill">
            <a:extLst>
              <a:ext uri="{FF2B5EF4-FFF2-40B4-BE49-F238E27FC236}">
                <a16:creationId xmlns:a16="http://schemas.microsoft.com/office/drawing/2014/main" id="{0BCDF9B3-B668-7BFD-ECDF-12630A95E917}"/>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875310" y="1299949"/>
            <a:ext cx="678580" cy="643491"/>
          </a:xfrm>
          <a:prstGeom prst="rect">
            <a:avLst/>
          </a:prstGeom>
        </p:spPr>
      </p:pic>
      <p:grpSp>
        <p:nvGrpSpPr>
          <p:cNvPr id="168" name="Group 531">
            <a:extLst>
              <a:ext uri="{FF2B5EF4-FFF2-40B4-BE49-F238E27FC236}">
                <a16:creationId xmlns:a16="http://schemas.microsoft.com/office/drawing/2014/main" id="{0A090398-9FA8-3F9C-ACAE-27F7CB7FF124}"/>
              </a:ext>
            </a:extLst>
          </p:cNvPr>
          <p:cNvGrpSpPr>
            <a:grpSpLocks noChangeAspect="1"/>
          </p:cNvGrpSpPr>
          <p:nvPr/>
        </p:nvGrpSpPr>
        <p:grpSpPr bwMode="auto">
          <a:xfrm>
            <a:off x="2039810" y="1452029"/>
            <a:ext cx="358041" cy="339527"/>
            <a:chOff x="3061" y="1953"/>
            <a:chExt cx="340" cy="340"/>
          </a:xfrm>
          <a:solidFill>
            <a:schemeClr val="tx1"/>
          </a:solidFill>
        </p:grpSpPr>
        <p:sp>
          <p:nvSpPr>
            <p:cNvPr id="169" name="Freeform 532">
              <a:extLst>
                <a:ext uri="{FF2B5EF4-FFF2-40B4-BE49-F238E27FC236}">
                  <a16:creationId xmlns:a16="http://schemas.microsoft.com/office/drawing/2014/main" id="{39BB7A37-B76F-E398-C542-7121D47CCB36}"/>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70" name="Freeform 533">
              <a:extLst>
                <a:ext uri="{FF2B5EF4-FFF2-40B4-BE49-F238E27FC236}">
                  <a16:creationId xmlns:a16="http://schemas.microsoft.com/office/drawing/2014/main" id="{90DFC96A-D775-1235-361D-8A1A1FB4C3A0}"/>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171" name="Graphic 170" descr="Harvey Balls 0% with solid fill">
            <a:extLst>
              <a:ext uri="{FF2B5EF4-FFF2-40B4-BE49-F238E27FC236}">
                <a16:creationId xmlns:a16="http://schemas.microsoft.com/office/drawing/2014/main" id="{1256D2F6-0A2D-FC1D-CBFF-F69160B5CD8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803898" y="1307262"/>
            <a:ext cx="678580" cy="643491"/>
          </a:xfrm>
          <a:prstGeom prst="rect">
            <a:avLst/>
          </a:prstGeom>
        </p:spPr>
      </p:pic>
      <p:grpSp>
        <p:nvGrpSpPr>
          <p:cNvPr id="172" name="Group 295">
            <a:extLst>
              <a:ext uri="{FF2B5EF4-FFF2-40B4-BE49-F238E27FC236}">
                <a16:creationId xmlns:a16="http://schemas.microsoft.com/office/drawing/2014/main" id="{C99EC163-8F17-2661-B7B3-178838ACC8F0}"/>
              </a:ext>
            </a:extLst>
          </p:cNvPr>
          <p:cNvGrpSpPr>
            <a:grpSpLocks noChangeAspect="1"/>
          </p:cNvGrpSpPr>
          <p:nvPr/>
        </p:nvGrpSpPr>
        <p:grpSpPr bwMode="auto">
          <a:xfrm>
            <a:off x="5955187" y="1464299"/>
            <a:ext cx="358677" cy="340130"/>
            <a:chOff x="6958" y="1122"/>
            <a:chExt cx="340" cy="340"/>
          </a:xfrm>
          <a:solidFill>
            <a:srgbClr val="C4D600"/>
          </a:solidFill>
        </p:grpSpPr>
        <p:sp>
          <p:nvSpPr>
            <p:cNvPr id="173" name="Freeform 296">
              <a:extLst>
                <a:ext uri="{FF2B5EF4-FFF2-40B4-BE49-F238E27FC236}">
                  <a16:creationId xmlns:a16="http://schemas.microsoft.com/office/drawing/2014/main" id="{D97DB627-181A-FAD1-B692-B4769F80FC15}"/>
                </a:ext>
              </a:extLst>
            </p:cNvPr>
            <p:cNvSpPr>
              <a:spLocks noEditPoints="1"/>
            </p:cNvSpPr>
            <p:nvPr/>
          </p:nvSpPr>
          <p:spPr bwMode="auto">
            <a:xfrm>
              <a:off x="6958" y="1122"/>
              <a:ext cx="340" cy="340"/>
            </a:xfrm>
            <a:custGeom>
              <a:avLst/>
              <a:gdLst>
                <a:gd name="T0" fmla="*/ 256 w 512"/>
                <a:gd name="T1" fmla="*/ 21 h 512"/>
                <a:gd name="T2" fmla="*/ 422 w 512"/>
                <a:gd name="T3" fmla="*/ 90 h 512"/>
                <a:gd name="T4" fmla="*/ 490 w 512"/>
                <a:gd name="T5" fmla="*/ 256 h 512"/>
                <a:gd name="T6" fmla="*/ 422 w 512"/>
                <a:gd name="T7" fmla="*/ 422 h 512"/>
                <a:gd name="T8" fmla="*/ 256 w 512"/>
                <a:gd name="T9" fmla="*/ 490 h 512"/>
                <a:gd name="T10" fmla="*/ 90 w 512"/>
                <a:gd name="T11" fmla="*/ 422 h 512"/>
                <a:gd name="T12" fmla="*/ 21 w 512"/>
                <a:gd name="T13" fmla="*/ 256 h 512"/>
                <a:gd name="T14" fmla="*/ 90 w 512"/>
                <a:gd name="T15" fmla="*/ 90 h 512"/>
                <a:gd name="T16" fmla="*/ 256 w 512"/>
                <a:gd name="T17" fmla="*/ 21 h 512"/>
                <a:gd name="T18" fmla="*/ 256 w 512"/>
                <a:gd name="T19" fmla="*/ 0 h 512"/>
                <a:gd name="T20" fmla="*/ 0 w 512"/>
                <a:gd name="T21" fmla="*/ 256 h 512"/>
                <a:gd name="T22" fmla="*/ 256 w 512"/>
                <a:gd name="T23" fmla="*/ 512 h 512"/>
                <a:gd name="T24" fmla="*/ 512 w 512"/>
                <a:gd name="T25" fmla="*/ 256 h 512"/>
                <a:gd name="T26" fmla="*/ 256 w 512"/>
                <a:gd name="T27"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21"/>
                  </a:moveTo>
                  <a:cubicBezTo>
                    <a:pt x="318" y="21"/>
                    <a:pt x="377" y="45"/>
                    <a:pt x="422" y="90"/>
                  </a:cubicBezTo>
                  <a:cubicBezTo>
                    <a:pt x="466" y="134"/>
                    <a:pt x="490" y="193"/>
                    <a:pt x="490" y="256"/>
                  </a:cubicBezTo>
                  <a:cubicBezTo>
                    <a:pt x="490" y="318"/>
                    <a:pt x="466" y="377"/>
                    <a:pt x="422" y="422"/>
                  </a:cubicBezTo>
                  <a:cubicBezTo>
                    <a:pt x="377" y="466"/>
                    <a:pt x="318" y="490"/>
                    <a:pt x="256" y="490"/>
                  </a:cubicBezTo>
                  <a:cubicBezTo>
                    <a:pt x="193" y="490"/>
                    <a:pt x="134" y="466"/>
                    <a:pt x="90" y="422"/>
                  </a:cubicBezTo>
                  <a:cubicBezTo>
                    <a:pt x="45" y="377"/>
                    <a:pt x="21" y="318"/>
                    <a:pt x="21" y="256"/>
                  </a:cubicBezTo>
                  <a:cubicBezTo>
                    <a:pt x="21" y="193"/>
                    <a:pt x="45" y="134"/>
                    <a:pt x="90" y="90"/>
                  </a:cubicBezTo>
                  <a:cubicBezTo>
                    <a:pt x="134" y="45"/>
                    <a:pt x="193"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74" name="Freeform 297">
              <a:extLst>
                <a:ext uri="{FF2B5EF4-FFF2-40B4-BE49-F238E27FC236}">
                  <a16:creationId xmlns:a16="http://schemas.microsoft.com/office/drawing/2014/main" id="{028F6549-4540-0614-F9E6-EDF24547C1A7}"/>
                </a:ext>
              </a:extLst>
            </p:cNvPr>
            <p:cNvSpPr>
              <a:spLocks/>
            </p:cNvSpPr>
            <p:nvPr/>
          </p:nvSpPr>
          <p:spPr bwMode="auto">
            <a:xfrm>
              <a:off x="7135" y="1256"/>
              <a:ext cx="42" cy="57"/>
            </a:xfrm>
            <a:custGeom>
              <a:avLst/>
              <a:gdLst>
                <a:gd name="T0" fmla="*/ 63 w 64"/>
                <a:gd name="T1" fmla="*/ 62 h 86"/>
                <a:gd name="T2" fmla="*/ 0 w 64"/>
                <a:gd name="T3" fmla="*/ 0 h 86"/>
                <a:gd name="T4" fmla="*/ 0 w 64"/>
                <a:gd name="T5" fmla="*/ 30 h 86"/>
                <a:gd name="T6" fmla="*/ 57 w 64"/>
                <a:gd name="T7" fmla="*/ 86 h 86"/>
                <a:gd name="T8" fmla="*/ 64 w 64"/>
                <a:gd name="T9" fmla="*/ 63 h 86"/>
                <a:gd name="T10" fmla="*/ 63 w 64"/>
                <a:gd name="T11" fmla="*/ 62 h 86"/>
              </a:gdLst>
              <a:ahLst/>
              <a:cxnLst>
                <a:cxn ang="0">
                  <a:pos x="T0" y="T1"/>
                </a:cxn>
                <a:cxn ang="0">
                  <a:pos x="T2" y="T3"/>
                </a:cxn>
                <a:cxn ang="0">
                  <a:pos x="T4" y="T5"/>
                </a:cxn>
                <a:cxn ang="0">
                  <a:pos x="T6" y="T7"/>
                </a:cxn>
                <a:cxn ang="0">
                  <a:pos x="T8" y="T9"/>
                </a:cxn>
                <a:cxn ang="0">
                  <a:pos x="T10" y="T11"/>
                </a:cxn>
              </a:cxnLst>
              <a:rect l="0" t="0" r="r" b="b"/>
              <a:pathLst>
                <a:path w="64" h="86">
                  <a:moveTo>
                    <a:pt x="63" y="62"/>
                  </a:moveTo>
                  <a:cubicBezTo>
                    <a:pt x="0" y="0"/>
                    <a:pt x="0" y="0"/>
                    <a:pt x="0" y="0"/>
                  </a:cubicBezTo>
                  <a:cubicBezTo>
                    <a:pt x="0" y="30"/>
                    <a:pt x="0" y="30"/>
                    <a:pt x="0" y="30"/>
                  </a:cubicBezTo>
                  <a:cubicBezTo>
                    <a:pt x="57" y="86"/>
                    <a:pt x="57" y="86"/>
                    <a:pt x="57" y="86"/>
                  </a:cubicBezTo>
                  <a:cubicBezTo>
                    <a:pt x="60" y="79"/>
                    <a:pt x="63" y="71"/>
                    <a:pt x="64" y="63"/>
                  </a:cubicBezTo>
                  <a:cubicBezTo>
                    <a:pt x="63" y="62"/>
                    <a:pt x="63" y="62"/>
                    <a:pt x="63" y="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75" name="Freeform 298">
              <a:extLst>
                <a:ext uri="{FF2B5EF4-FFF2-40B4-BE49-F238E27FC236}">
                  <a16:creationId xmlns:a16="http://schemas.microsoft.com/office/drawing/2014/main" id="{72E251BE-5375-E8C8-564F-B415AD2FFA82}"/>
                </a:ext>
              </a:extLst>
            </p:cNvPr>
            <p:cNvSpPr>
              <a:spLocks/>
            </p:cNvSpPr>
            <p:nvPr/>
          </p:nvSpPr>
          <p:spPr bwMode="auto">
            <a:xfrm>
              <a:off x="7135" y="1296"/>
              <a:ext cx="30" cy="38"/>
            </a:xfrm>
            <a:custGeom>
              <a:avLst/>
              <a:gdLst>
                <a:gd name="T0" fmla="*/ 0 w 45"/>
                <a:gd name="T1" fmla="*/ 30 h 58"/>
                <a:gd name="T2" fmla="*/ 28 w 45"/>
                <a:gd name="T3" fmla="*/ 58 h 58"/>
                <a:gd name="T4" fmla="*/ 45 w 45"/>
                <a:gd name="T5" fmla="*/ 44 h 58"/>
                <a:gd name="T6" fmla="*/ 0 w 45"/>
                <a:gd name="T7" fmla="*/ 0 h 58"/>
                <a:gd name="T8" fmla="*/ 0 w 45"/>
                <a:gd name="T9" fmla="*/ 30 h 58"/>
              </a:gdLst>
              <a:ahLst/>
              <a:cxnLst>
                <a:cxn ang="0">
                  <a:pos x="T0" y="T1"/>
                </a:cxn>
                <a:cxn ang="0">
                  <a:pos x="T2" y="T3"/>
                </a:cxn>
                <a:cxn ang="0">
                  <a:pos x="T4" y="T5"/>
                </a:cxn>
                <a:cxn ang="0">
                  <a:pos x="T6" y="T7"/>
                </a:cxn>
                <a:cxn ang="0">
                  <a:pos x="T8" y="T9"/>
                </a:cxn>
              </a:cxnLst>
              <a:rect l="0" t="0" r="r" b="b"/>
              <a:pathLst>
                <a:path w="45" h="58">
                  <a:moveTo>
                    <a:pt x="0" y="30"/>
                  </a:moveTo>
                  <a:cubicBezTo>
                    <a:pt x="28" y="58"/>
                    <a:pt x="28" y="58"/>
                    <a:pt x="28" y="58"/>
                  </a:cubicBezTo>
                  <a:cubicBezTo>
                    <a:pt x="34" y="54"/>
                    <a:pt x="40" y="49"/>
                    <a:pt x="45" y="44"/>
                  </a:cubicBezTo>
                  <a:cubicBezTo>
                    <a:pt x="0" y="0"/>
                    <a:pt x="0" y="0"/>
                    <a:pt x="0" y="0"/>
                  </a:cubicBezTo>
                  <a:lnTo>
                    <a:pt x="0" y="3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76" name="Freeform 299">
              <a:extLst>
                <a:ext uri="{FF2B5EF4-FFF2-40B4-BE49-F238E27FC236}">
                  <a16:creationId xmlns:a16="http://schemas.microsoft.com/office/drawing/2014/main" id="{02755853-807B-F003-7ECC-B2D65C3F0DDE}"/>
                </a:ext>
              </a:extLst>
            </p:cNvPr>
            <p:cNvSpPr>
              <a:spLocks/>
            </p:cNvSpPr>
            <p:nvPr/>
          </p:nvSpPr>
          <p:spPr bwMode="auto">
            <a:xfrm>
              <a:off x="7144" y="1245"/>
              <a:ext cx="30" cy="30"/>
            </a:xfrm>
            <a:custGeom>
              <a:avLst/>
              <a:gdLst>
                <a:gd name="T0" fmla="*/ 0 w 46"/>
                <a:gd name="T1" fmla="*/ 0 h 46"/>
                <a:gd name="T2" fmla="*/ 46 w 46"/>
                <a:gd name="T3" fmla="*/ 46 h 46"/>
                <a:gd name="T4" fmla="*/ 0 w 46"/>
                <a:gd name="T5" fmla="*/ 0 h 46"/>
              </a:gdLst>
              <a:ahLst/>
              <a:cxnLst>
                <a:cxn ang="0">
                  <a:pos x="T0" y="T1"/>
                </a:cxn>
                <a:cxn ang="0">
                  <a:pos x="T2" y="T3"/>
                </a:cxn>
                <a:cxn ang="0">
                  <a:pos x="T4" y="T5"/>
                </a:cxn>
              </a:cxnLst>
              <a:rect l="0" t="0" r="r" b="b"/>
              <a:pathLst>
                <a:path w="46" h="46">
                  <a:moveTo>
                    <a:pt x="0" y="0"/>
                  </a:moveTo>
                  <a:cubicBezTo>
                    <a:pt x="46" y="46"/>
                    <a:pt x="46" y="46"/>
                    <a:pt x="46" y="46"/>
                  </a:cubicBezTo>
                  <a:cubicBezTo>
                    <a:pt x="39" y="25"/>
                    <a:pt x="22" y="8"/>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77" name="Freeform 300">
              <a:extLst>
                <a:ext uri="{FF2B5EF4-FFF2-40B4-BE49-F238E27FC236}">
                  <a16:creationId xmlns:a16="http://schemas.microsoft.com/office/drawing/2014/main" id="{1078D406-679D-AAB3-B4BC-8986B48B81F3}"/>
                </a:ext>
              </a:extLst>
            </p:cNvPr>
            <p:cNvSpPr>
              <a:spLocks/>
            </p:cNvSpPr>
            <p:nvPr/>
          </p:nvSpPr>
          <p:spPr bwMode="auto">
            <a:xfrm>
              <a:off x="7135" y="1336"/>
              <a:ext cx="4" cy="4"/>
            </a:xfrm>
            <a:custGeom>
              <a:avLst/>
              <a:gdLst>
                <a:gd name="T0" fmla="*/ 0 w 6"/>
                <a:gd name="T1" fmla="*/ 7 h 7"/>
                <a:gd name="T2" fmla="*/ 6 w 6"/>
                <a:gd name="T3" fmla="*/ 6 h 7"/>
                <a:gd name="T4" fmla="*/ 0 w 6"/>
                <a:gd name="T5" fmla="*/ 0 h 7"/>
                <a:gd name="T6" fmla="*/ 0 w 6"/>
                <a:gd name="T7" fmla="*/ 7 h 7"/>
              </a:gdLst>
              <a:ahLst/>
              <a:cxnLst>
                <a:cxn ang="0">
                  <a:pos x="T0" y="T1"/>
                </a:cxn>
                <a:cxn ang="0">
                  <a:pos x="T2" y="T3"/>
                </a:cxn>
                <a:cxn ang="0">
                  <a:pos x="T4" y="T5"/>
                </a:cxn>
                <a:cxn ang="0">
                  <a:pos x="T6" y="T7"/>
                </a:cxn>
              </a:cxnLst>
              <a:rect l="0" t="0" r="r" b="b"/>
              <a:pathLst>
                <a:path w="6" h="7">
                  <a:moveTo>
                    <a:pt x="0" y="7"/>
                  </a:moveTo>
                  <a:cubicBezTo>
                    <a:pt x="2" y="7"/>
                    <a:pt x="4" y="7"/>
                    <a:pt x="6" y="6"/>
                  </a:cubicBezTo>
                  <a:cubicBezTo>
                    <a:pt x="0" y="0"/>
                    <a:pt x="0" y="0"/>
                    <a:pt x="0" y="0"/>
                  </a:cubicBezTo>
                  <a:lnTo>
                    <a:pt x="0" y="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78" name="Freeform 301">
              <a:extLst>
                <a:ext uri="{FF2B5EF4-FFF2-40B4-BE49-F238E27FC236}">
                  <a16:creationId xmlns:a16="http://schemas.microsoft.com/office/drawing/2014/main" id="{BBB09A7B-3E4C-977C-BEA9-1D7CF7B09847}"/>
                </a:ext>
              </a:extLst>
            </p:cNvPr>
            <p:cNvSpPr>
              <a:spLocks/>
            </p:cNvSpPr>
            <p:nvPr/>
          </p:nvSpPr>
          <p:spPr bwMode="auto">
            <a:xfrm>
              <a:off x="7078" y="1243"/>
              <a:ext cx="43" cy="97"/>
            </a:xfrm>
            <a:custGeom>
              <a:avLst/>
              <a:gdLst>
                <a:gd name="T0" fmla="*/ 0 w 64"/>
                <a:gd name="T1" fmla="*/ 74 h 147"/>
                <a:gd name="T2" fmla="*/ 64 w 64"/>
                <a:gd name="T3" fmla="*/ 147 h 147"/>
                <a:gd name="T4" fmla="*/ 64 w 64"/>
                <a:gd name="T5" fmla="*/ 0 h 147"/>
                <a:gd name="T6" fmla="*/ 0 w 64"/>
                <a:gd name="T7" fmla="*/ 74 h 147"/>
              </a:gdLst>
              <a:ahLst/>
              <a:cxnLst>
                <a:cxn ang="0">
                  <a:pos x="T0" y="T1"/>
                </a:cxn>
                <a:cxn ang="0">
                  <a:pos x="T2" y="T3"/>
                </a:cxn>
                <a:cxn ang="0">
                  <a:pos x="T4" y="T5"/>
                </a:cxn>
                <a:cxn ang="0">
                  <a:pos x="T6" y="T7"/>
                </a:cxn>
              </a:cxnLst>
              <a:rect l="0" t="0" r="r" b="b"/>
              <a:pathLst>
                <a:path w="64" h="147">
                  <a:moveTo>
                    <a:pt x="0" y="74"/>
                  </a:moveTo>
                  <a:cubicBezTo>
                    <a:pt x="0" y="111"/>
                    <a:pt x="28" y="142"/>
                    <a:pt x="64" y="147"/>
                  </a:cubicBezTo>
                  <a:cubicBezTo>
                    <a:pt x="64" y="0"/>
                    <a:pt x="64" y="0"/>
                    <a:pt x="64" y="0"/>
                  </a:cubicBezTo>
                  <a:cubicBezTo>
                    <a:pt x="28" y="5"/>
                    <a:pt x="0" y="36"/>
                    <a:pt x="0" y="7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79" name="Freeform 302">
              <a:extLst>
                <a:ext uri="{FF2B5EF4-FFF2-40B4-BE49-F238E27FC236}">
                  <a16:creationId xmlns:a16="http://schemas.microsoft.com/office/drawing/2014/main" id="{C7056F61-B020-16D8-1A91-4A04E80A7CC9}"/>
                </a:ext>
              </a:extLst>
            </p:cNvPr>
            <p:cNvSpPr>
              <a:spLocks noEditPoints="1"/>
            </p:cNvSpPr>
            <p:nvPr/>
          </p:nvSpPr>
          <p:spPr bwMode="auto">
            <a:xfrm>
              <a:off x="6958" y="1122"/>
              <a:ext cx="340" cy="340"/>
            </a:xfrm>
            <a:custGeom>
              <a:avLst/>
              <a:gdLst>
                <a:gd name="T0" fmla="*/ 0 w 512"/>
                <a:gd name="T1" fmla="*/ 256 h 512"/>
                <a:gd name="T2" fmla="*/ 512 w 512"/>
                <a:gd name="T3" fmla="*/ 256 h 512"/>
                <a:gd name="T4" fmla="*/ 245 w 512"/>
                <a:gd name="T5" fmla="*/ 106 h 512"/>
                <a:gd name="T6" fmla="*/ 266 w 512"/>
                <a:gd name="T7" fmla="*/ 106 h 512"/>
                <a:gd name="T8" fmla="*/ 256 w 512"/>
                <a:gd name="T9" fmla="*/ 139 h 512"/>
                <a:gd name="T10" fmla="*/ 245 w 512"/>
                <a:gd name="T11" fmla="*/ 106 h 512"/>
                <a:gd name="T12" fmla="*/ 157 w 512"/>
                <a:gd name="T13" fmla="*/ 143 h 512"/>
                <a:gd name="T14" fmla="*/ 158 w 512"/>
                <a:gd name="T15" fmla="*/ 144 h 512"/>
                <a:gd name="T16" fmla="*/ 173 w 512"/>
                <a:gd name="T17" fmla="*/ 158 h 512"/>
                <a:gd name="T18" fmla="*/ 173 w 512"/>
                <a:gd name="T19" fmla="*/ 173 h 512"/>
                <a:gd name="T20" fmla="*/ 158 w 512"/>
                <a:gd name="T21" fmla="*/ 173 h 512"/>
                <a:gd name="T22" fmla="*/ 147 w 512"/>
                <a:gd name="T23" fmla="*/ 162 h 512"/>
                <a:gd name="T24" fmla="*/ 143 w 512"/>
                <a:gd name="T25" fmla="*/ 158 h 512"/>
                <a:gd name="T26" fmla="*/ 142 w 512"/>
                <a:gd name="T27" fmla="*/ 158 h 512"/>
                <a:gd name="T28" fmla="*/ 139 w 512"/>
                <a:gd name="T29" fmla="*/ 150 h 512"/>
                <a:gd name="T30" fmla="*/ 128 w 512"/>
                <a:gd name="T31" fmla="*/ 266 h 512"/>
                <a:gd name="T32" fmla="*/ 95 w 512"/>
                <a:gd name="T33" fmla="*/ 256 h 512"/>
                <a:gd name="T34" fmla="*/ 128 w 512"/>
                <a:gd name="T35" fmla="*/ 245 h 512"/>
                <a:gd name="T36" fmla="*/ 128 w 512"/>
                <a:gd name="T37" fmla="*/ 266 h 512"/>
                <a:gd name="T38" fmla="*/ 162 w 512"/>
                <a:gd name="T39" fmla="*/ 365 h 512"/>
                <a:gd name="T40" fmla="*/ 159 w 512"/>
                <a:gd name="T41" fmla="*/ 368 h 512"/>
                <a:gd name="T42" fmla="*/ 158 w 512"/>
                <a:gd name="T43" fmla="*/ 369 h 512"/>
                <a:gd name="T44" fmla="*/ 147 w 512"/>
                <a:gd name="T45" fmla="*/ 372 h 512"/>
                <a:gd name="T46" fmla="*/ 142 w 512"/>
                <a:gd name="T47" fmla="*/ 369 h 512"/>
                <a:gd name="T48" fmla="*/ 142 w 512"/>
                <a:gd name="T49" fmla="*/ 354 h 512"/>
                <a:gd name="T50" fmla="*/ 143 w 512"/>
                <a:gd name="T51" fmla="*/ 354 h 512"/>
                <a:gd name="T52" fmla="*/ 143 w 512"/>
                <a:gd name="T53" fmla="*/ 354 h 512"/>
                <a:gd name="T54" fmla="*/ 147 w 512"/>
                <a:gd name="T55" fmla="*/ 350 h 512"/>
                <a:gd name="T56" fmla="*/ 173 w 512"/>
                <a:gd name="T57" fmla="*/ 339 h 512"/>
                <a:gd name="T58" fmla="*/ 173 w 512"/>
                <a:gd name="T59" fmla="*/ 354 h 512"/>
                <a:gd name="T60" fmla="*/ 256 w 512"/>
                <a:gd name="T61" fmla="*/ 416 h 512"/>
                <a:gd name="T62" fmla="*/ 245 w 512"/>
                <a:gd name="T63" fmla="*/ 384 h 512"/>
                <a:gd name="T64" fmla="*/ 266 w 512"/>
                <a:gd name="T65" fmla="*/ 384 h 512"/>
                <a:gd name="T66" fmla="*/ 256 w 512"/>
                <a:gd name="T67" fmla="*/ 352 h 512"/>
                <a:gd name="T68" fmla="*/ 256 w 512"/>
                <a:gd name="T69" fmla="*/ 160 h 512"/>
                <a:gd name="T70" fmla="*/ 256 w 512"/>
                <a:gd name="T71" fmla="*/ 352 h 512"/>
                <a:gd name="T72" fmla="*/ 362 w 512"/>
                <a:gd name="T73" fmla="*/ 373 h 512"/>
                <a:gd name="T74" fmla="*/ 343 w 512"/>
                <a:gd name="T75" fmla="*/ 358 h 512"/>
                <a:gd name="T76" fmla="*/ 339 w 512"/>
                <a:gd name="T77" fmla="*/ 355 h 512"/>
                <a:gd name="T78" fmla="*/ 339 w 512"/>
                <a:gd name="T79" fmla="*/ 354 h 512"/>
                <a:gd name="T80" fmla="*/ 338 w 512"/>
                <a:gd name="T81" fmla="*/ 354 h 512"/>
                <a:gd name="T82" fmla="*/ 338 w 512"/>
                <a:gd name="T83" fmla="*/ 339 h 512"/>
                <a:gd name="T84" fmla="*/ 354 w 512"/>
                <a:gd name="T85" fmla="*/ 339 h 512"/>
                <a:gd name="T86" fmla="*/ 358 w 512"/>
                <a:gd name="T87" fmla="*/ 343 h 512"/>
                <a:gd name="T88" fmla="*/ 372 w 512"/>
                <a:gd name="T89" fmla="*/ 362 h 512"/>
                <a:gd name="T90" fmla="*/ 369 w 512"/>
                <a:gd name="T91" fmla="*/ 158 h 512"/>
                <a:gd name="T92" fmla="*/ 356 w 512"/>
                <a:gd name="T93" fmla="*/ 171 h 512"/>
                <a:gd name="T94" fmla="*/ 354 w 512"/>
                <a:gd name="T95" fmla="*/ 173 h 512"/>
                <a:gd name="T96" fmla="*/ 345 w 512"/>
                <a:gd name="T97" fmla="*/ 177 h 512"/>
                <a:gd name="T98" fmla="*/ 338 w 512"/>
                <a:gd name="T99" fmla="*/ 173 h 512"/>
                <a:gd name="T100" fmla="*/ 336 w 512"/>
                <a:gd name="T101" fmla="*/ 166 h 512"/>
                <a:gd name="T102" fmla="*/ 338 w 512"/>
                <a:gd name="T103" fmla="*/ 158 h 512"/>
                <a:gd name="T104" fmla="*/ 339 w 512"/>
                <a:gd name="T105" fmla="*/ 158 h 512"/>
                <a:gd name="T106" fmla="*/ 343 w 512"/>
                <a:gd name="T107" fmla="*/ 154 h 512"/>
                <a:gd name="T108" fmla="*/ 354 w 512"/>
                <a:gd name="T109" fmla="*/ 143 h 512"/>
                <a:gd name="T110" fmla="*/ 372 w 512"/>
                <a:gd name="T111" fmla="*/ 150 h 512"/>
                <a:gd name="T112" fmla="*/ 405 w 512"/>
                <a:gd name="T113" fmla="*/ 266 h 512"/>
                <a:gd name="T114" fmla="*/ 373 w 512"/>
                <a:gd name="T115" fmla="*/ 256 h 512"/>
                <a:gd name="T116" fmla="*/ 405 w 512"/>
                <a:gd name="T117" fmla="*/ 245 h 512"/>
                <a:gd name="T118" fmla="*/ 405 w 512"/>
                <a:gd name="T119"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45" y="106"/>
                  </a:moveTo>
                  <a:cubicBezTo>
                    <a:pt x="245" y="100"/>
                    <a:pt x="250" y="96"/>
                    <a:pt x="256" y="96"/>
                  </a:cubicBezTo>
                  <a:cubicBezTo>
                    <a:pt x="262" y="96"/>
                    <a:pt x="266" y="100"/>
                    <a:pt x="266" y="106"/>
                  </a:cubicBezTo>
                  <a:cubicBezTo>
                    <a:pt x="266" y="128"/>
                    <a:pt x="266" y="128"/>
                    <a:pt x="266" y="128"/>
                  </a:cubicBezTo>
                  <a:cubicBezTo>
                    <a:pt x="266" y="134"/>
                    <a:pt x="262" y="139"/>
                    <a:pt x="256" y="139"/>
                  </a:cubicBezTo>
                  <a:cubicBezTo>
                    <a:pt x="250" y="139"/>
                    <a:pt x="245" y="134"/>
                    <a:pt x="245" y="128"/>
                  </a:cubicBezTo>
                  <a:lnTo>
                    <a:pt x="245" y="106"/>
                  </a:lnTo>
                  <a:close/>
                  <a:moveTo>
                    <a:pt x="142" y="143"/>
                  </a:moveTo>
                  <a:cubicBezTo>
                    <a:pt x="148" y="137"/>
                    <a:pt x="153" y="139"/>
                    <a:pt x="157" y="143"/>
                  </a:cubicBezTo>
                  <a:cubicBezTo>
                    <a:pt x="157" y="143"/>
                    <a:pt x="157" y="143"/>
                    <a:pt x="157" y="143"/>
                  </a:cubicBezTo>
                  <a:cubicBezTo>
                    <a:pt x="158" y="143"/>
                    <a:pt x="158" y="143"/>
                    <a:pt x="158" y="144"/>
                  </a:cubicBezTo>
                  <a:cubicBezTo>
                    <a:pt x="160" y="145"/>
                    <a:pt x="161" y="146"/>
                    <a:pt x="162" y="147"/>
                  </a:cubicBezTo>
                  <a:cubicBezTo>
                    <a:pt x="173" y="158"/>
                    <a:pt x="173" y="158"/>
                    <a:pt x="173" y="158"/>
                  </a:cubicBezTo>
                  <a:cubicBezTo>
                    <a:pt x="175" y="160"/>
                    <a:pt x="176" y="163"/>
                    <a:pt x="176" y="166"/>
                  </a:cubicBezTo>
                  <a:cubicBezTo>
                    <a:pt x="176" y="168"/>
                    <a:pt x="175" y="171"/>
                    <a:pt x="173" y="173"/>
                  </a:cubicBezTo>
                  <a:cubicBezTo>
                    <a:pt x="171" y="175"/>
                    <a:pt x="168" y="176"/>
                    <a:pt x="165" y="176"/>
                  </a:cubicBezTo>
                  <a:cubicBezTo>
                    <a:pt x="163" y="176"/>
                    <a:pt x="160" y="176"/>
                    <a:pt x="158" y="173"/>
                  </a:cubicBezTo>
                  <a:cubicBezTo>
                    <a:pt x="147" y="162"/>
                    <a:pt x="147" y="162"/>
                    <a:pt x="147" y="162"/>
                  </a:cubicBezTo>
                  <a:cubicBezTo>
                    <a:pt x="147" y="162"/>
                    <a:pt x="147" y="162"/>
                    <a:pt x="147" y="162"/>
                  </a:cubicBezTo>
                  <a:cubicBezTo>
                    <a:pt x="143" y="158"/>
                    <a:pt x="143" y="158"/>
                    <a:pt x="143" y="158"/>
                  </a:cubicBezTo>
                  <a:cubicBezTo>
                    <a:pt x="143" y="158"/>
                    <a:pt x="143" y="158"/>
                    <a:pt x="143" y="158"/>
                  </a:cubicBezTo>
                  <a:cubicBezTo>
                    <a:pt x="143" y="158"/>
                    <a:pt x="143" y="158"/>
                    <a:pt x="143" y="158"/>
                  </a:cubicBezTo>
                  <a:cubicBezTo>
                    <a:pt x="142" y="158"/>
                    <a:pt x="142" y="158"/>
                    <a:pt x="142" y="158"/>
                  </a:cubicBezTo>
                  <a:cubicBezTo>
                    <a:pt x="142" y="158"/>
                    <a:pt x="142" y="158"/>
                    <a:pt x="142" y="158"/>
                  </a:cubicBezTo>
                  <a:cubicBezTo>
                    <a:pt x="140" y="156"/>
                    <a:pt x="139" y="153"/>
                    <a:pt x="139" y="150"/>
                  </a:cubicBezTo>
                  <a:cubicBezTo>
                    <a:pt x="139" y="147"/>
                    <a:pt x="140" y="145"/>
                    <a:pt x="142" y="143"/>
                  </a:cubicBezTo>
                  <a:close/>
                  <a:moveTo>
                    <a:pt x="128" y="266"/>
                  </a:moveTo>
                  <a:cubicBezTo>
                    <a:pt x="106" y="266"/>
                    <a:pt x="106" y="266"/>
                    <a:pt x="106" y="266"/>
                  </a:cubicBezTo>
                  <a:cubicBezTo>
                    <a:pt x="100" y="266"/>
                    <a:pt x="95" y="262"/>
                    <a:pt x="95" y="256"/>
                  </a:cubicBezTo>
                  <a:cubicBezTo>
                    <a:pt x="95" y="250"/>
                    <a:pt x="100" y="245"/>
                    <a:pt x="106" y="245"/>
                  </a:cubicBezTo>
                  <a:cubicBezTo>
                    <a:pt x="128" y="245"/>
                    <a:pt x="128" y="245"/>
                    <a:pt x="128" y="245"/>
                  </a:cubicBezTo>
                  <a:cubicBezTo>
                    <a:pt x="134" y="245"/>
                    <a:pt x="139" y="250"/>
                    <a:pt x="139" y="256"/>
                  </a:cubicBezTo>
                  <a:cubicBezTo>
                    <a:pt x="139" y="262"/>
                    <a:pt x="134" y="266"/>
                    <a:pt x="128" y="266"/>
                  </a:cubicBezTo>
                  <a:close/>
                  <a:moveTo>
                    <a:pt x="173" y="354"/>
                  </a:moveTo>
                  <a:cubicBezTo>
                    <a:pt x="162" y="365"/>
                    <a:pt x="162" y="365"/>
                    <a:pt x="162" y="365"/>
                  </a:cubicBezTo>
                  <a:cubicBezTo>
                    <a:pt x="161" y="366"/>
                    <a:pt x="161" y="366"/>
                    <a:pt x="160" y="367"/>
                  </a:cubicBezTo>
                  <a:cubicBezTo>
                    <a:pt x="160" y="367"/>
                    <a:pt x="159" y="368"/>
                    <a:pt x="159" y="368"/>
                  </a:cubicBezTo>
                  <a:cubicBezTo>
                    <a:pt x="158" y="368"/>
                    <a:pt x="158" y="369"/>
                    <a:pt x="158" y="369"/>
                  </a:cubicBezTo>
                  <a:cubicBezTo>
                    <a:pt x="158" y="369"/>
                    <a:pt x="158" y="369"/>
                    <a:pt x="158" y="369"/>
                  </a:cubicBezTo>
                  <a:cubicBezTo>
                    <a:pt x="155" y="371"/>
                    <a:pt x="152" y="373"/>
                    <a:pt x="149" y="373"/>
                  </a:cubicBezTo>
                  <a:cubicBezTo>
                    <a:pt x="148" y="373"/>
                    <a:pt x="148" y="373"/>
                    <a:pt x="147" y="372"/>
                  </a:cubicBezTo>
                  <a:cubicBezTo>
                    <a:pt x="145" y="372"/>
                    <a:pt x="144" y="371"/>
                    <a:pt x="142" y="369"/>
                  </a:cubicBezTo>
                  <a:cubicBezTo>
                    <a:pt x="142" y="369"/>
                    <a:pt x="142" y="369"/>
                    <a:pt x="142" y="369"/>
                  </a:cubicBezTo>
                  <a:cubicBezTo>
                    <a:pt x="140" y="367"/>
                    <a:pt x="139" y="365"/>
                    <a:pt x="139" y="362"/>
                  </a:cubicBezTo>
                  <a:cubicBezTo>
                    <a:pt x="139" y="359"/>
                    <a:pt x="140" y="356"/>
                    <a:pt x="142" y="354"/>
                  </a:cubicBezTo>
                  <a:cubicBezTo>
                    <a:pt x="142" y="354"/>
                    <a:pt x="142" y="354"/>
                    <a:pt x="142" y="354"/>
                  </a:cubicBezTo>
                  <a:cubicBezTo>
                    <a:pt x="143" y="354"/>
                    <a:pt x="143" y="354"/>
                    <a:pt x="143" y="354"/>
                  </a:cubicBezTo>
                  <a:cubicBezTo>
                    <a:pt x="143" y="354"/>
                    <a:pt x="143" y="354"/>
                    <a:pt x="143" y="354"/>
                  </a:cubicBezTo>
                  <a:cubicBezTo>
                    <a:pt x="143" y="354"/>
                    <a:pt x="143" y="354"/>
                    <a:pt x="143" y="354"/>
                  </a:cubicBezTo>
                  <a:cubicBezTo>
                    <a:pt x="147" y="350"/>
                    <a:pt x="147" y="350"/>
                    <a:pt x="147" y="350"/>
                  </a:cubicBezTo>
                  <a:cubicBezTo>
                    <a:pt x="147" y="350"/>
                    <a:pt x="147" y="350"/>
                    <a:pt x="147" y="350"/>
                  </a:cubicBezTo>
                  <a:cubicBezTo>
                    <a:pt x="158" y="339"/>
                    <a:pt x="158" y="339"/>
                    <a:pt x="158" y="339"/>
                  </a:cubicBezTo>
                  <a:cubicBezTo>
                    <a:pt x="162" y="335"/>
                    <a:pt x="169" y="335"/>
                    <a:pt x="173" y="339"/>
                  </a:cubicBezTo>
                  <a:cubicBezTo>
                    <a:pt x="175" y="341"/>
                    <a:pt x="176" y="344"/>
                    <a:pt x="176" y="346"/>
                  </a:cubicBezTo>
                  <a:cubicBezTo>
                    <a:pt x="176" y="349"/>
                    <a:pt x="175" y="352"/>
                    <a:pt x="173" y="354"/>
                  </a:cubicBezTo>
                  <a:close/>
                  <a:moveTo>
                    <a:pt x="266" y="406"/>
                  </a:moveTo>
                  <a:cubicBezTo>
                    <a:pt x="266" y="412"/>
                    <a:pt x="262" y="416"/>
                    <a:pt x="256" y="416"/>
                  </a:cubicBezTo>
                  <a:cubicBezTo>
                    <a:pt x="250" y="416"/>
                    <a:pt x="245" y="412"/>
                    <a:pt x="245" y="406"/>
                  </a:cubicBezTo>
                  <a:cubicBezTo>
                    <a:pt x="245" y="384"/>
                    <a:pt x="245" y="384"/>
                    <a:pt x="245" y="384"/>
                  </a:cubicBezTo>
                  <a:cubicBezTo>
                    <a:pt x="245" y="378"/>
                    <a:pt x="250" y="373"/>
                    <a:pt x="256" y="373"/>
                  </a:cubicBezTo>
                  <a:cubicBezTo>
                    <a:pt x="262" y="373"/>
                    <a:pt x="266" y="378"/>
                    <a:pt x="266" y="384"/>
                  </a:cubicBezTo>
                  <a:lnTo>
                    <a:pt x="266" y="406"/>
                  </a:lnTo>
                  <a:close/>
                  <a:moveTo>
                    <a:pt x="256" y="352"/>
                  </a:moveTo>
                  <a:cubicBezTo>
                    <a:pt x="203" y="352"/>
                    <a:pt x="160" y="309"/>
                    <a:pt x="160" y="256"/>
                  </a:cubicBezTo>
                  <a:cubicBezTo>
                    <a:pt x="160" y="203"/>
                    <a:pt x="203" y="160"/>
                    <a:pt x="256" y="160"/>
                  </a:cubicBezTo>
                  <a:cubicBezTo>
                    <a:pt x="309" y="160"/>
                    <a:pt x="352" y="203"/>
                    <a:pt x="352" y="256"/>
                  </a:cubicBezTo>
                  <a:cubicBezTo>
                    <a:pt x="352" y="309"/>
                    <a:pt x="309" y="352"/>
                    <a:pt x="256" y="352"/>
                  </a:cubicBezTo>
                  <a:close/>
                  <a:moveTo>
                    <a:pt x="369" y="369"/>
                  </a:moveTo>
                  <a:cubicBezTo>
                    <a:pt x="367" y="371"/>
                    <a:pt x="364" y="373"/>
                    <a:pt x="362" y="373"/>
                  </a:cubicBezTo>
                  <a:cubicBezTo>
                    <a:pt x="359" y="373"/>
                    <a:pt x="356" y="372"/>
                    <a:pt x="354" y="370"/>
                  </a:cubicBezTo>
                  <a:cubicBezTo>
                    <a:pt x="343" y="358"/>
                    <a:pt x="343" y="358"/>
                    <a:pt x="343" y="358"/>
                  </a:cubicBezTo>
                  <a:cubicBezTo>
                    <a:pt x="343" y="358"/>
                    <a:pt x="343" y="358"/>
                    <a:pt x="343" y="358"/>
                  </a:cubicBezTo>
                  <a:cubicBezTo>
                    <a:pt x="339" y="355"/>
                    <a:pt x="339" y="355"/>
                    <a:pt x="339" y="355"/>
                  </a:cubicBezTo>
                  <a:cubicBezTo>
                    <a:pt x="339" y="355"/>
                    <a:pt x="339" y="354"/>
                    <a:pt x="339" y="354"/>
                  </a:cubicBezTo>
                  <a:cubicBezTo>
                    <a:pt x="339" y="354"/>
                    <a:pt x="339" y="354"/>
                    <a:pt x="339" y="354"/>
                  </a:cubicBezTo>
                  <a:cubicBezTo>
                    <a:pt x="338" y="354"/>
                    <a:pt x="338" y="354"/>
                    <a:pt x="338" y="354"/>
                  </a:cubicBezTo>
                  <a:cubicBezTo>
                    <a:pt x="338" y="354"/>
                    <a:pt x="338" y="354"/>
                    <a:pt x="338" y="354"/>
                  </a:cubicBezTo>
                  <a:cubicBezTo>
                    <a:pt x="337" y="352"/>
                    <a:pt x="335" y="349"/>
                    <a:pt x="336" y="346"/>
                  </a:cubicBezTo>
                  <a:cubicBezTo>
                    <a:pt x="336" y="343"/>
                    <a:pt x="336" y="341"/>
                    <a:pt x="338" y="339"/>
                  </a:cubicBezTo>
                  <a:cubicBezTo>
                    <a:pt x="344" y="333"/>
                    <a:pt x="349" y="335"/>
                    <a:pt x="353" y="339"/>
                  </a:cubicBezTo>
                  <a:cubicBezTo>
                    <a:pt x="354" y="339"/>
                    <a:pt x="354" y="339"/>
                    <a:pt x="354" y="339"/>
                  </a:cubicBezTo>
                  <a:cubicBezTo>
                    <a:pt x="354" y="339"/>
                    <a:pt x="354" y="339"/>
                    <a:pt x="354" y="340"/>
                  </a:cubicBezTo>
                  <a:cubicBezTo>
                    <a:pt x="356" y="341"/>
                    <a:pt x="357" y="342"/>
                    <a:pt x="358" y="343"/>
                  </a:cubicBezTo>
                  <a:cubicBezTo>
                    <a:pt x="369" y="354"/>
                    <a:pt x="369" y="354"/>
                    <a:pt x="369" y="354"/>
                  </a:cubicBezTo>
                  <a:cubicBezTo>
                    <a:pt x="371" y="356"/>
                    <a:pt x="372" y="359"/>
                    <a:pt x="372" y="362"/>
                  </a:cubicBezTo>
                  <a:cubicBezTo>
                    <a:pt x="372" y="365"/>
                    <a:pt x="371" y="367"/>
                    <a:pt x="369" y="369"/>
                  </a:cubicBezTo>
                  <a:close/>
                  <a:moveTo>
                    <a:pt x="369" y="158"/>
                  </a:moveTo>
                  <a:cubicBezTo>
                    <a:pt x="358" y="169"/>
                    <a:pt x="358" y="169"/>
                    <a:pt x="358" y="169"/>
                  </a:cubicBezTo>
                  <a:cubicBezTo>
                    <a:pt x="357" y="170"/>
                    <a:pt x="357" y="170"/>
                    <a:pt x="356" y="171"/>
                  </a:cubicBezTo>
                  <a:cubicBezTo>
                    <a:pt x="356" y="171"/>
                    <a:pt x="355" y="171"/>
                    <a:pt x="355" y="172"/>
                  </a:cubicBezTo>
                  <a:cubicBezTo>
                    <a:pt x="355" y="172"/>
                    <a:pt x="354" y="172"/>
                    <a:pt x="354" y="173"/>
                  </a:cubicBezTo>
                  <a:cubicBezTo>
                    <a:pt x="354" y="173"/>
                    <a:pt x="354" y="173"/>
                    <a:pt x="354" y="173"/>
                  </a:cubicBezTo>
                  <a:cubicBezTo>
                    <a:pt x="351" y="175"/>
                    <a:pt x="348" y="177"/>
                    <a:pt x="345" y="177"/>
                  </a:cubicBezTo>
                  <a:cubicBezTo>
                    <a:pt x="345" y="177"/>
                    <a:pt x="344" y="176"/>
                    <a:pt x="343" y="176"/>
                  </a:cubicBezTo>
                  <a:cubicBezTo>
                    <a:pt x="342" y="176"/>
                    <a:pt x="340" y="175"/>
                    <a:pt x="338" y="173"/>
                  </a:cubicBezTo>
                  <a:cubicBezTo>
                    <a:pt x="338" y="173"/>
                    <a:pt x="338" y="173"/>
                    <a:pt x="338" y="173"/>
                  </a:cubicBezTo>
                  <a:cubicBezTo>
                    <a:pt x="336" y="171"/>
                    <a:pt x="336" y="169"/>
                    <a:pt x="336" y="166"/>
                  </a:cubicBezTo>
                  <a:cubicBezTo>
                    <a:pt x="335" y="163"/>
                    <a:pt x="337" y="160"/>
                    <a:pt x="338" y="158"/>
                  </a:cubicBezTo>
                  <a:cubicBezTo>
                    <a:pt x="338" y="158"/>
                    <a:pt x="338" y="158"/>
                    <a:pt x="338" y="158"/>
                  </a:cubicBezTo>
                  <a:cubicBezTo>
                    <a:pt x="339" y="158"/>
                    <a:pt x="339" y="158"/>
                    <a:pt x="339" y="158"/>
                  </a:cubicBezTo>
                  <a:cubicBezTo>
                    <a:pt x="339" y="158"/>
                    <a:pt x="339" y="158"/>
                    <a:pt x="339" y="158"/>
                  </a:cubicBezTo>
                  <a:cubicBezTo>
                    <a:pt x="339" y="158"/>
                    <a:pt x="339" y="158"/>
                    <a:pt x="339" y="158"/>
                  </a:cubicBezTo>
                  <a:cubicBezTo>
                    <a:pt x="343" y="154"/>
                    <a:pt x="343" y="154"/>
                    <a:pt x="343" y="154"/>
                  </a:cubicBezTo>
                  <a:cubicBezTo>
                    <a:pt x="343" y="154"/>
                    <a:pt x="343" y="154"/>
                    <a:pt x="343" y="154"/>
                  </a:cubicBezTo>
                  <a:cubicBezTo>
                    <a:pt x="354" y="143"/>
                    <a:pt x="354" y="143"/>
                    <a:pt x="354" y="143"/>
                  </a:cubicBezTo>
                  <a:cubicBezTo>
                    <a:pt x="358" y="139"/>
                    <a:pt x="365" y="139"/>
                    <a:pt x="369" y="143"/>
                  </a:cubicBezTo>
                  <a:cubicBezTo>
                    <a:pt x="371" y="145"/>
                    <a:pt x="372" y="147"/>
                    <a:pt x="372" y="150"/>
                  </a:cubicBezTo>
                  <a:cubicBezTo>
                    <a:pt x="372" y="153"/>
                    <a:pt x="371" y="156"/>
                    <a:pt x="369" y="158"/>
                  </a:cubicBezTo>
                  <a:close/>
                  <a:moveTo>
                    <a:pt x="405" y="266"/>
                  </a:moveTo>
                  <a:cubicBezTo>
                    <a:pt x="383" y="266"/>
                    <a:pt x="383" y="266"/>
                    <a:pt x="383" y="266"/>
                  </a:cubicBezTo>
                  <a:cubicBezTo>
                    <a:pt x="377" y="266"/>
                    <a:pt x="373" y="262"/>
                    <a:pt x="373" y="256"/>
                  </a:cubicBezTo>
                  <a:cubicBezTo>
                    <a:pt x="373" y="250"/>
                    <a:pt x="377" y="245"/>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180" name="Graphic 179" descr="Harvey Balls 0% with solid fill">
            <a:extLst>
              <a:ext uri="{FF2B5EF4-FFF2-40B4-BE49-F238E27FC236}">
                <a16:creationId xmlns:a16="http://schemas.microsoft.com/office/drawing/2014/main" id="{68A2058A-FA9C-537E-63C4-308370FD3FD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499223" y="1296584"/>
            <a:ext cx="678580" cy="643491"/>
          </a:xfrm>
          <a:prstGeom prst="rect">
            <a:avLst/>
          </a:prstGeom>
        </p:spPr>
      </p:pic>
      <p:sp>
        <p:nvSpPr>
          <p:cNvPr id="181" name="Freeform 426">
            <a:extLst>
              <a:ext uri="{FF2B5EF4-FFF2-40B4-BE49-F238E27FC236}">
                <a16:creationId xmlns:a16="http://schemas.microsoft.com/office/drawing/2014/main" id="{AFDEA317-42C2-612B-98D4-D3C55E1AB203}"/>
              </a:ext>
            </a:extLst>
          </p:cNvPr>
          <p:cNvSpPr>
            <a:spLocks noChangeAspect="1" noEditPoints="1"/>
          </p:cNvSpPr>
          <p:nvPr/>
        </p:nvSpPr>
        <p:spPr bwMode="auto">
          <a:xfrm>
            <a:off x="9654697" y="1452985"/>
            <a:ext cx="357033" cy="338571"/>
          </a:xfrm>
          <a:custGeom>
            <a:avLst/>
            <a:gdLst>
              <a:gd name="T0" fmla="*/ 117 w 512"/>
              <a:gd name="T1" fmla="*/ 320 h 512"/>
              <a:gd name="T2" fmla="*/ 352 w 512"/>
              <a:gd name="T3" fmla="*/ 320 h 512"/>
              <a:gd name="T4" fmla="*/ 352 w 512"/>
              <a:gd name="T5" fmla="*/ 192 h 512"/>
              <a:gd name="T6" fmla="*/ 117 w 512"/>
              <a:gd name="T7" fmla="*/ 192 h 512"/>
              <a:gd name="T8" fmla="*/ 117 w 512"/>
              <a:gd name="T9" fmla="*/ 320 h 512"/>
              <a:gd name="T10" fmla="*/ 266 w 512"/>
              <a:gd name="T11" fmla="*/ 224 h 512"/>
              <a:gd name="T12" fmla="*/ 277 w 512"/>
              <a:gd name="T13" fmla="*/ 213 h 512"/>
              <a:gd name="T14" fmla="*/ 288 w 512"/>
              <a:gd name="T15" fmla="*/ 224 h 512"/>
              <a:gd name="T16" fmla="*/ 288 w 512"/>
              <a:gd name="T17" fmla="*/ 288 h 512"/>
              <a:gd name="T18" fmla="*/ 277 w 512"/>
              <a:gd name="T19" fmla="*/ 298 h 512"/>
              <a:gd name="T20" fmla="*/ 266 w 512"/>
              <a:gd name="T21" fmla="*/ 288 h 512"/>
              <a:gd name="T22" fmla="*/ 266 w 512"/>
              <a:gd name="T23" fmla="*/ 224 h 512"/>
              <a:gd name="T24" fmla="*/ 224 w 512"/>
              <a:gd name="T25" fmla="*/ 224 h 512"/>
              <a:gd name="T26" fmla="*/ 234 w 512"/>
              <a:gd name="T27" fmla="*/ 213 h 512"/>
              <a:gd name="T28" fmla="*/ 245 w 512"/>
              <a:gd name="T29" fmla="*/ 224 h 512"/>
              <a:gd name="T30" fmla="*/ 245 w 512"/>
              <a:gd name="T31" fmla="*/ 288 h 512"/>
              <a:gd name="T32" fmla="*/ 234 w 512"/>
              <a:gd name="T33" fmla="*/ 298 h 512"/>
              <a:gd name="T34" fmla="*/ 224 w 512"/>
              <a:gd name="T35" fmla="*/ 288 h 512"/>
              <a:gd name="T36" fmla="*/ 224 w 512"/>
              <a:gd name="T37" fmla="*/ 224 h 512"/>
              <a:gd name="T38" fmla="*/ 181 w 512"/>
              <a:gd name="T39" fmla="*/ 224 h 512"/>
              <a:gd name="T40" fmla="*/ 192 w 512"/>
              <a:gd name="T41" fmla="*/ 213 h 512"/>
              <a:gd name="T42" fmla="*/ 202 w 512"/>
              <a:gd name="T43" fmla="*/ 224 h 512"/>
              <a:gd name="T44" fmla="*/ 202 w 512"/>
              <a:gd name="T45" fmla="*/ 288 h 512"/>
              <a:gd name="T46" fmla="*/ 192 w 512"/>
              <a:gd name="T47" fmla="*/ 298 h 512"/>
              <a:gd name="T48" fmla="*/ 181 w 512"/>
              <a:gd name="T49" fmla="*/ 288 h 512"/>
              <a:gd name="T50" fmla="*/ 181 w 512"/>
              <a:gd name="T51" fmla="*/ 224 h 512"/>
              <a:gd name="T52" fmla="*/ 138 w 512"/>
              <a:gd name="T53" fmla="*/ 224 h 512"/>
              <a:gd name="T54" fmla="*/ 149 w 512"/>
              <a:gd name="T55" fmla="*/ 213 h 512"/>
              <a:gd name="T56" fmla="*/ 160 w 512"/>
              <a:gd name="T57" fmla="*/ 224 h 512"/>
              <a:gd name="T58" fmla="*/ 160 w 512"/>
              <a:gd name="T59" fmla="*/ 288 h 512"/>
              <a:gd name="T60" fmla="*/ 149 w 512"/>
              <a:gd name="T61" fmla="*/ 298 h 512"/>
              <a:gd name="T62" fmla="*/ 138 w 512"/>
              <a:gd name="T63" fmla="*/ 288 h 512"/>
              <a:gd name="T64" fmla="*/ 138 w 512"/>
              <a:gd name="T65" fmla="*/ 224 h 512"/>
              <a:gd name="T66" fmla="*/ 373 w 512"/>
              <a:gd name="T67" fmla="*/ 234 h 512"/>
              <a:gd name="T68" fmla="*/ 394 w 512"/>
              <a:gd name="T69" fmla="*/ 234 h 512"/>
              <a:gd name="T70" fmla="*/ 394 w 512"/>
              <a:gd name="T71" fmla="*/ 277 h 512"/>
              <a:gd name="T72" fmla="*/ 373 w 512"/>
              <a:gd name="T73" fmla="*/ 277 h 512"/>
              <a:gd name="T74" fmla="*/ 373 w 512"/>
              <a:gd name="T75" fmla="*/ 234 h 512"/>
              <a:gd name="T76" fmla="*/ 256 w 512"/>
              <a:gd name="T77" fmla="*/ 0 h 512"/>
              <a:gd name="T78" fmla="*/ 0 w 512"/>
              <a:gd name="T79" fmla="*/ 256 h 512"/>
              <a:gd name="T80" fmla="*/ 256 w 512"/>
              <a:gd name="T81" fmla="*/ 512 h 512"/>
              <a:gd name="T82" fmla="*/ 512 w 512"/>
              <a:gd name="T83" fmla="*/ 256 h 512"/>
              <a:gd name="T84" fmla="*/ 256 w 512"/>
              <a:gd name="T85" fmla="*/ 0 h 512"/>
              <a:gd name="T86" fmla="*/ 416 w 512"/>
              <a:gd name="T87" fmla="*/ 288 h 512"/>
              <a:gd name="T88" fmla="*/ 405 w 512"/>
              <a:gd name="T89" fmla="*/ 298 h 512"/>
              <a:gd name="T90" fmla="*/ 373 w 512"/>
              <a:gd name="T91" fmla="*/ 298 h 512"/>
              <a:gd name="T92" fmla="*/ 373 w 512"/>
              <a:gd name="T93" fmla="*/ 330 h 512"/>
              <a:gd name="T94" fmla="*/ 362 w 512"/>
              <a:gd name="T95" fmla="*/ 341 h 512"/>
              <a:gd name="T96" fmla="*/ 106 w 512"/>
              <a:gd name="T97" fmla="*/ 341 h 512"/>
              <a:gd name="T98" fmla="*/ 96 w 512"/>
              <a:gd name="T99" fmla="*/ 330 h 512"/>
              <a:gd name="T100" fmla="*/ 96 w 512"/>
              <a:gd name="T101" fmla="*/ 181 h 512"/>
              <a:gd name="T102" fmla="*/ 106 w 512"/>
              <a:gd name="T103" fmla="*/ 170 h 512"/>
              <a:gd name="T104" fmla="*/ 362 w 512"/>
              <a:gd name="T105" fmla="*/ 170 h 512"/>
              <a:gd name="T106" fmla="*/ 373 w 512"/>
              <a:gd name="T107" fmla="*/ 181 h 512"/>
              <a:gd name="T108" fmla="*/ 373 w 512"/>
              <a:gd name="T109" fmla="*/ 213 h 512"/>
              <a:gd name="T110" fmla="*/ 405 w 512"/>
              <a:gd name="T111" fmla="*/ 213 h 512"/>
              <a:gd name="T112" fmla="*/ 416 w 512"/>
              <a:gd name="T113" fmla="*/ 224 h 512"/>
              <a:gd name="T114" fmla="*/ 416 w 512"/>
              <a:gd name="T11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266" y="224"/>
                </a:moveTo>
                <a:cubicBezTo>
                  <a:pt x="266" y="218"/>
                  <a:pt x="271" y="213"/>
                  <a:pt x="277" y="213"/>
                </a:cubicBezTo>
                <a:cubicBezTo>
                  <a:pt x="283" y="213"/>
                  <a:pt x="288" y="218"/>
                  <a:pt x="288" y="224"/>
                </a:cubicBezTo>
                <a:cubicBezTo>
                  <a:pt x="288" y="288"/>
                  <a:pt x="288" y="288"/>
                  <a:pt x="288" y="288"/>
                </a:cubicBezTo>
                <a:cubicBezTo>
                  <a:pt x="288" y="294"/>
                  <a:pt x="283" y="298"/>
                  <a:pt x="277" y="298"/>
                </a:cubicBezTo>
                <a:cubicBezTo>
                  <a:pt x="271" y="298"/>
                  <a:pt x="266" y="294"/>
                  <a:pt x="266" y="288"/>
                </a:cubicBezTo>
                <a:lnTo>
                  <a:pt x="266" y="224"/>
                </a:lnTo>
                <a:close/>
                <a:moveTo>
                  <a:pt x="224" y="224"/>
                </a:moveTo>
                <a:cubicBezTo>
                  <a:pt x="224" y="218"/>
                  <a:pt x="228" y="213"/>
                  <a:pt x="234" y="213"/>
                </a:cubicBezTo>
                <a:cubicBezTo>
                  <a:pt x="240" y="213"/>
                  <a:pt x="245" y="218"/>
                  <a:pt x="245" y="224"/>
                </a:cubicBezTo>
                <a:cubicBezTo>
                  <a:pt x="245" y="288"/>
                  <a:pt x="245" y="288"/>
                  <a:pt x="245" y="288"/>
                </a:cubicBezTo>
                <a:cubicBezTo>
                  <a:pt x="245" y="294"/>
                  <a:pt x="240" y="298"/>
                  <a:pt x="234" y="298"/>
                </a:cubicBezTo>
                <a:cubicBezTo>
                  <a:pt x="228" y="298"/>
                  <a:pt x="224" y="294"/>
                  <a:pt x="224" y="288"/>
                </a:cubicBezTo>
                <a:lnTo>
                  <a:pt x="224" y="224"/>
                </a:lnTo>
                <a:close/>
                <a:moveTo>
                  <a:pt x="181" y="224"/>
                </a:moveTo>
                <a:cubicBezTo>
                  <a:pt x="181" y="218"/>
                  <a:pt x="186" y="213"/>
                  <a:pt x="192" y="213"/>
                </a:cubicBezTo>
                <a:cubicBezTo>
                  <a:pt x="198" y="213"/>
                  <a:pt x="202" y="218"/>
                  <a:pt x="202" y="224"/>
                </a:cubicBezTo>
                <a:cubicBezTo>
                  <a:pt x="202" y="288"/>
                  <a:pt x="202" y="288"/>
                  <a:pt x="202" y="288"/>
                </a:cubicBezTo>
                <a:cubicBezTo>
                  <a:pt x="202" y="294"/>
                  <a:pt x="198" y="298"/>
                  <a:pt x="192" y="298"/>
                </a:cubicBezTo>
                <a:cubicBezTo>
                  <a:pt x="186" y="298"/>
                  <a:pt x="181" y="294"/>
                  <a:pt x="181" y="288"/>
                </a:cubicBezTo>
                <a:lnTo>
                  <a:pt x="181" y="224"/>
                </a:lnTo>
                <a:close/>
                <a:moveTo>
                  <a:pt x="138" y="224"/>
                </a:moveTo>
                <a:cubicBezTo>
                  <a:pt x="138" y="218"/>
                  <a:pt x="143" y="213"/>
                  <a:pt x="149" y="213"/>
                </a:cubicBezTo>
                <a:cubicBezTo>
                  <a:pt x="155" y="213"/>
                  <a:pt x="160" y="218"/>
                  <a:pt x="160" y="224"/>
                </a:cubicBezTo>
                <a:cubicBezTo>
                  <a:pt x="160" y="288"/>
                  <a:pt x="160" y="288"/>
                  <a:pt x="160" y="288"/>
                </a:cubicBezTo>
                <a:cubicBezTo>
                  <a:pt x="160" y="294"/>
                  <a:pt x="155" y="298"/>
                  <a:pt x="149" y="298"/>
                </a:cubicBezTo>
                <a:cubicBezTo>
                  <a:pt x="143" y="298"/>
                  <a:pt x="138" y="294"/>
                  <a:pt x="138" y="288"/>
                </a:cubicBezTo>
                <a:lnTo>
                  <a:pt x="138" y="224"/>
                </a:ln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rgbClr val="C4D60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5" name="Rectangle 24">
            <a:extLst>
              <a:ext uri="{FF2B5EF4-FFF2-40B4-BE49-F238E27FC236}">
                <a16:creationId xmlns:a16="http://schemas.microsoft.com/office/drawing/2014/main" id="{FBC792A9-77E3-F211-3E67-6C427DF5406A}"/>
              </a:ext>
            </a:extLst>
          </p:cNvPr>
          <p:cNvSpPr/>
          <p:nvPr/>
        </p:nvSpPr>
        <p:spPr bwMode="gray">
          <a:xfrm>
            <a:off x="877740" y="-900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Offerings</a:t>
            </a:r>
          </a:p>
        </p:txBody>
      </p:sp>
      <p:sp>
        <p:nvSpPr>
          <p:cNvPr id="6" name="Freeform 15">
            <a:extLst>
              <a:ext uri="{FF2B5EF4-FFF2-40B4-BE49-F238E27FC236}">
                <a16:creationId xmlns:a16="http://schemas.microsoft.com/office/drawing/2014/main" id="{F2BC7C7B-40ED-25FB-724E-9B347D39310B}"/>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7" name="Freeform 16">
            <a:extLst>
              <a:ext uri="{FF2B5EF4-FFF2-40B4-BE49-F238E27FC236}">
                <a16:creationId xmlns:a16="http://schemas.microsoft.com/office/drawing/2014/main" id="{7146BAD1-19ED-1EFE-514B-4B3714FB0401}"/>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8" name="Freeform 6">
            <a:extLst>
              <a:ext uri="{FF2B5EF4-FFF2-40B4-BE49-F238E27FC236}">
                <a16:creationId xmlns:a16="http://schemas.microsoft.com/office/drawing/2014/main" id="{9CE239B7-3C9C-00B0-1523-C73BC8B6F893}"/>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9" name="Freeform 6">
            <a:extLst>
              <a:ext uri="{FF2B5EF4-FFF2-40B4-BE49-F238E27FC236}">
                <a16:creationId xmlns:a16="http://schemas.microsoft.com/office/drawing/2014/main" id="{E186B7ED-C8F3-F64D-5DEB-0636C357E416}"/>
              </a:ext>
            </a:extLst>
          </p:cNvPr>
          <p:cNvSpPr>
            <a:spLocks/>
          </p:cNvSpPr>
          <p:nvPr/>
        </p:nvSpPr>
        <p:spPr bwMode="gray">
          <a:xfrm>
            <a:off x="640908" y="-1148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0" name="Freeform 15">
            <a:extLst>
              <a:ext uri="{FF2B5EF4-FFF2-40B4-BE49-F238E27FC236}">
                <a16:creationId xmlns:a16="http://schemas.microsoft.com/office/drawing/2014/main" id="{E82308E7-F0B4-57FB-28EA-C309DA7CEE1A}"/>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1" name="Freeform 16">
            <a:extLst>
              <a:ext uri="{FF2B5EF4-FFF2-40B4-BE49-F238E27FC236}">
                <a16:creationId xmlns:a16="http://schemas.microsoft.com/office/drawing/2014/main" id="{9506E74B-8F7D-8F7C-2F29-E981E526909C}"/>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2" name="Freeform 6">
            <a:extLst>
              <a:ext uri="{FF2B5EF4-FFF2-40B4-BE49-F238E27FC236}">
                <a16:creationId xmlns:a16="http://schemas.microsoft.com/office/drawing/2014/main" id="{D6571144-85B9-DDD1-A3A5-EA599A420C7F}"/>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3" name="Freeform 6">
            <a:extLst>
              <a:ext uri="{FF2B5EF4-FFF2-40B4-BE49-F238E27FC236}">
                <a16:creationId xmlns:a16="http://schemas.microsoft.com/office/drawing/2014/main" id="{351672FA-B1FF-00FE-2455-038EADA76F4F}"/>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pic>
        <p:nvPicPr>
          <p:cNvPr id="4" name="Graphic 3" descr="Harvey Balls 0% with solid fill">
            <a:extLst>
              <a:ext uri="{FF2B5EF4-FFF2-40B4-BE49-F238E27FC236}">
                <a16:creationId xmlns:a16="http://schemas.microsoft.com/office/drawing/2014/main" id="{FFE13B3B-5A3A-AE4A-D1AA-65BE53491A73}"/>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557410" y="15128"/>
            <a:ext cx="678580" cy="643491"/>
          </a:xfrm>
          <a:prstGeom prst="rect">
            <a:avLst/>
          </a:prstGeom>
        </p:spPr>
      </p:pic>
      <p:sp>
        <p:nvSpPr>
          <p:cNvPr id="14" name="Freeform 115">
            <a:extLst>
              <a:ext uri="{FF2B5EF4-FFF2-40B4-BE49-F238E27FC236}">
                <a16:creationId xmlns:a16="http://schemas.microsoft.com/office/drawing/2014/main" id="{165B51C8-6697-9984-2FF1-EABDC3A1A687}"/>
              </a:ext>
            </a:extLst>
          </p:cNvPr>
          <p:cNvSpPr>
            <a:spLocks noChangeAspect="1" noEditPoints="1"/>
          </p:cNvSpPr>
          <p:nvPr/>
        </p:nvSpPr>
        <p:spPr bwMode="auto">
          <a:xfrm>
            <a:off x="10717564" y="166297"/>
            <a:ext cx="352618" cy="352618"/>
          </a:xfrm>
          <a:custGeom>
            <a:avLst/>
            <a:gdLst>
              <a:gd name="T0" fmla="*/ 224 w 512"/>
              <a:gd name="T1" fmla="*/ 309 h 512"/>
              <a:gd name="T2" fmla="*/ 288 w 512"/>
              <a:gd name="T3" fmla="*/ 309 h 512"/>
              <a:gd name="T4" fmla="*/ 288 w 512"/>
              <a:gd name="T5" fmla="*/ 373 h 512"/>
              <a:gd name="T6" fmla="*/ 224 w 512"/>
              <a:gd name="T7" fmla="*/ 373 h 512"/>
              <a:gd name="T8" fmla="*/ 224 w 512"/>
              <a:gd name="T9" fmla="*/ 309 h 512"/>
              <a:gd name="T10" fmla="*/ 224 w 512"/>
              <a:gd name="T11" fmla="*/ 202 h 512"/>
              <a:gd name="T12" fmla="*/ 288 w 512"/>
              <a:gd name="T13" fmla="*/ 202 h 512"/>
              <a:gd name="T14" fmla="*/ 288 w 512"/>
              <a:gd name="T15" fmla="*/ 138 h 512"/>
              <a:gd name="T16" fmla="*/ 224 w 512"/>
              <a:gd name="T17" fmla="*/ 138 h 512"/>
              <a:gd name="T18" fmla="*/ 224 w 512"/>
              <a:gd name="T19" fmla="*/ 202 h 512"/>
              <a:gd name="T20" fmla="*/ 224 w 512"/>
              <a:gd name="T21" fmla="*/ 288 h 512"/>
              <a:gd name="T22" fmla="*/ 288 w 512"/>
              <a:gd name="T23" fmla="*/ 288 h 512"/>
              <a:gd name="T24" fmla="*/ 288 w 512"/>
              <a:gd name="T25" fmla="*/ 224 h 512"/>
              <a:gd name="T26" fmla="*/ 224 w 512"/>
              <a:gd name="T27" fmla="*/ 224 h 512"/>
              <a:gd name="T28" fmla="*/ 224 w 512"/>
              <a:gd name="T29" fmla="*/ 288 h 512"/>
              <a:gd name="T30" fmla="*/ 138 w 512"/>
              <a:gd name="T31" fmla="*/ 288 h 512"/>
              <a:gd name="T32" fmla="*/ 202 w 512"/>
              <a:gd name="T33" fmla="*/ 288 h 512"/>
              <a:gd name="T34" fmla="*/ 202 w 512"/>
              <a:gd name="T35" fmla="*/ 224 h 512"/>
              <a:gd name="T36" fmla="*/ 138 w 512"/>
              <a:gd name="T37" fmla="*/ 224 h 512"/>
              <a:gd name="T38" fmla="*/ 138 w 512"/>
              <a:gd name="T39" fmla="*/ 288 h 512"/>
              <a:gd name="T40" fmla="*/ 138 w 512"/>
              <a:gd name="T41" fmla="*/ 373 h 512"/>
              <a:gd name="T42" fmla="*/ 202 w 512"/>
              <a:gd name="T43" fmla="*/ 373 h 512"/>
              <a:gd name="T44" fmla="*/ 202 w 512"/>
              <a:gd name="T45" fmla="*/ 309 h 512"/>
              <a:gd name="T46" fmla="*/ 138 w 512"/>
              <a:gd name="T47" fmla="*/ 309 h 512"/>
              <a:gd name="T48" fmla="*/ 138 w 512"/>
              <a:gd name="T49" fmla="*/ 373 h 512"/>
              <a:gd name="T50" fmla="*/ 138 w 512"/>
              <a:gd name="T51" fmla="*/ 202 h 512"/>
              <a:gd name="T52" fmla="*/ 202 w 512"/>
              <a:gd name="T53" fmla="*/ 202 h 512"/>
              <a:gd name="T54" fmla="*/ 202 w 512"/>
              <a:gd name="T55" fmla="*/ 138 h 512"/>
              <a:gd name="T56" fmla="*/ 138 w 512"/>
              <a:gd name="T57" fmla="*/ 138 h 512"/>
              <a:gd name="T58" fmla="*/ 138 w 512"/>
              <a:gd name="T59" fmla="*/ 202 h 512"/>
              <a:gd name="T60" fmla="*/ 309 w 512"/>
              <a:gd name="T61" fmla="*/ 202 h 512"/>
              <a:gd name="T62" fmla="*/ 373 w 512"/>
              <a:gd name="T63" fmla="*/ 202 h 512"/>
              <a:gd name="T64" fmla="*/ 373 w 512"/>
              <a:gd name="T65" fmla="*/ 138 h 512"/>
              <a:gd name="T66" fmla="*/ 309 w 512"/>
              <a:gd name="T67" fmla="*/ 138 h 512"/>
              <a:gd name="T68" fmla="*/ 309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394 w 512"/>
              <a:gd name="T81" fmla="*/ 128 h 512"/>
              <a:gd name="T82" fmla="*/ 384 w 512"/>
              <a:gd name="T83" fmla="*/ 117 h 512"/>
              <a:gd name="T84" fmla="*/ 128 w 512"/>
              <a:gd name="T85" fmla="*/ 117 h 512"/>
              <a:gd name="T86" fmla="*/ 117 w 512"/>
              <a:gd name="T87" fmla="*/ 128 h 512"/>
              <a:gd name="T88" fmla="*/ 117 w 512"/>
              <a:gd name="T89" fmla="*/ 384 h 512"/>
              <a:gd name="T90" fmla="*/ 128 w 512"/>
              <a:gd name="T91" fmla="*/ 394 h 512"/>
              <a:gd name="T92" fmla="*/ 384 w 512"/>
              <a:gd name="T93" fmla="*/ 394 h 512"/>
              <a:gd name="T94" fmla="*/ 394 w 512"/>
              <a:gd name="T95" fmla="*/ 384 h 512"/>
              <a:gd name="T96" fmla="*/ 394 w 512"/>
              <a:gd name="T97" fmla="*/ 128 h 512"/>
              <a:gd name="T98" fmla="*/ 309 w 512"/>
              <a:gd name="T99" fmla="*/ 288 h 512"/>
              <a:gd name="T100" fmla="*/ 373 w 512"/>
              <a:gd name="T101" fmla="*/ 288 h 512"/>
              <a:gd name="T102" fmla="*/ 373 w 512"/>
              <a:gd name="T103" fmla="*/ 224 h 512"/>
              <a:gd name="T104" fmla="*/ 309 w 512"/>
              <a:gd name="T105" fmla="*/ 224 h 512"/>
              <a:gd name="T106" fmla="*/ 309 w 512"/>
              <a:gd name="T107" fmla="*/ 288 h 512"/>
              <a:gd name="T108" fmla="*/ 309 w 512"/>
              <a:gd name="T109" fmla="*/ 373 h 512"/>
              <a:gd name="T110" fmla="*/ 373 w 512"/>
              <a:gd name="T111" fmla="*/ 373 h 512"/>
              <a:gd name="T112" fmla="*/ 373 w 512"/>
              <a:gd name="T113" fmla="*/ 309 h 512"/>
              <a:gd name="T114" fmla="*/ 309 w 512"/>
              <a:gd name="T115" fmla="*/ 309 h 512"/>
              <a:gd name="T116" fmla="*/ 309 w 512"/>
              <a:gd name="T117"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224" y="309"/>
                </a:moveTo>
                <a:cubicBezTo>
                  <a:pt x="288" y="309"/>
                  <a:pt x="288" y="309"/>
                  <a:pt x="288" y="309"/>
                </a:cubicBezTo>
                <a:cubicBezTo>
                  <a:pt x="288" y="373"/>
                  <a:pt x="288" y="373"/>
                  <a:pt x="288" y="373"/>
                </a:cubicBezTo>
                <a:cubicBezTo>
                  <a:pt x="224" y="373"/>
                  <a:pt x="224" y="373"/>
                  <a:pt x="224" y="373"/>
                </a:cubicBezTo>
                <a:lnTo>
                  <a:pt x="224" y="309"/>
                </a:lnTo>
                <a:close/>
                <a:moveTo>
                  <a:pt x="224" y="202"/>
                </a:moveTo>
                <a:cubicBezTo>
                  <a:pt x="288" y="202"/>
                  <a:pt x="288" y="202"/>
                  <a:pt x="288" y="202"/>
                </a:cubicBezTo>
                <a:cubicBezTo>
                  <a:pt x="288" y="138"/>
                  <a:pt x="288" y="138"/>
                  <a:pt x="288" y="138"/>
                </a:cubicBezTo>
                <a:cubicBezTo>
                  <a:pt x="224" y="138"/>
                  <a:pt x="224" y="138"/>
                  <a:pt x="224" y="138"/>
                </a:cubicBezTo>
                <a:lnTo>
                  <a:pt x="224" y="202"/>
                </a:lnTo>
                <a:close/>
                <a:moveTo>
                  <a:pt x="224" y="288"/>
                </a:moveTo>
                <a:cubicBezTo>
                  <a:pt x="288" y="288"/>
                  <a:pt x="288" y="288"/>
                  <a:pt x="288" y="288"/>
                </a:cubicBezTo>
                <a:cubicBezTo>
                  <a:pt x="288" y="224"/>
                  <a:pt x="288" y="224"/>
                  <a:pt x="288" y="224"/>
                </a:cubicBezTo>
                <a:cubicBezTo>
                  <a:pt x="224" y="224"/>
                  <a:pt x="224" y="224"/>
                  <a:pt x="224" y="224"/>
                </a:cubicBezTo>
                <a:lnTo>
                  <a:pt x="224" y="288"/>
                </a:lnTo>
                <a:close/>
                <a:moveTo>
                  <a:pt x="138" y="288"/>
                </a:moveTo>
                <a:cubicBezTo>
                  <a:pt x="202" y="288"/>
                  <a:pt x="202" y="288"/>
                  <a:pt x="202" y="288"/>
                </a:cubicBezTo>
                <a:cubicBezTo>
                  <a:pt x="202" y="224"/>
                  <a:pt x="202" y="224"/>
                  <a:pt x="202" y="224"/>
                </a:cubicBezTo>
                <a:cubicBezTo>
                  <a:pt x="138" y="224"/>
                  <a:pt x="138" y="224"/>
                  <a:pt x="138" y="224"/>
                </a:cubicBezTo>
                <a:lnTo>
                  <a:pt x="138" y="288"/>
                </a:lnTo>
                <a:close/>
                <a:moveTo>
                  <a:pt x="138" y="373"/>
                </a:moveTo>
                <a:cubicBezTo>
                  <a:pt x="202" y="373"/>
                  <a:pt x="202" y="373"/>
                  <a:pt x="202" y="373"/>
                </a:cubicBezTo>
                <a:cubicBezTo>
                  <a:pt x="202" y="309"/>
                  <a:pt x="202" y="309"/>
                  <a:pt x="202" y="309"/>
                </a:cubicBezTo>
                <a:cubicBezTo>
                  <a:pt x="138" y="309"/>
                  <a:pt x="138" y="309"/>
                  <a:pt x="138" y="309"/>
                </a:cubicBezTo>
                <a:lnTo>
                  <a:pt x="138" y="373"/>
                </a:lnTo>
                <a:close/>
                <a:moveTo>
                  <a:pt x="138" y="202"/>
                </a:moveTo>
                <a:cubicBezTo>
                  <a:pt x="202" y="202"/>
                  <a:pt x="202" y="202"/>
                  <a:pt x="202" y="202"/>
                </a:cubicBezTo>
                <a:cubicBezTo>
                  <a:pt x="202" y="138"/>
                  <a:pt x="202" y="138"/>
                  <a:pt x="202" y="138"/>
                </a:cubicBezTo>
                <a:cubicBezTo>
                  <a:pt x="138" y="138"/>
                  <a:pt x="138" y="138"/>
                  <a:pt x="138" y="138"/>
                </a:cubicBezTo>
                <a:lnTo>
                  <a:pt x="138" y="202"/>
                </a:lnTo>
                <a:close/>
                <a:moveTo>
                  <a:pt x="309" y="202"/>
                </a:moveTo>
                <a:cubicBezTo>
                  <a:pt x="373" y="202"/>
                  <a:pt x="373" y="202"/>
                  <a:pt x="373" y="202"/>
                </a:cubicBezTo>
                <a:cubicBezTo>
                  <a:pt x="373" y="138"/>
                  <a:pt x="373" y="138"/>
                  <a:pt x="373" y="138"/>
                </a:cubicBezTo>
                <a:cubicBezTo>
                  <a:pt x="309" y="138"/>
                  <a:pt x="309" y="138"/>
                  <a:pt x="309" y="138"/>
                </a:cubicBezTo>
                <a:lnTo>
                  <a:pt x="309"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28"/>
                </a:moveTo>
                <a:cubicBezTo>
                  <a:pt x="394" y="122"/>
                  <a:pt x="390" y="117"/>
                  <a:pt x="384" y="117"/>
                </a:cubicBezTo>
                <a:cubicBezTo>
                  <a:pt x="128" y="117"/>
                  <a:pt x="128" y="117"/>
                  <a:pt x="128" y="117"/>
                </a:cubicBezTo>
                <a:cubicBezTo>
                  <a:pt x="122" y="117"/>
                  <a:pt x="117" y="122"/>
                  <a:pt x="117" y="128"/>
                </a:cubicBezTo>
                <a:cubicBezTo>
                  <a:pt x="117" y="384"/>
                  <a:pt x="117" y="384"/>
                  <a:pt x="117" y="384"/>
                </a:cubicBezTo>
                <a:cubicBezTo>
                  <a:pt x="117" y="390"/>
                  <a:pt x="122" y="394"/>
                  <a:pt x="128" y="394"/>
                </a:cubicBezTo>
                <a:cubicBezTo>
                  <a:pt x="384" y="394"/>
                  <a:pt x="384" y="394"/>
                  <a:pt x="384" y="394"/>
                </a:cubicBezTo>
                <a:cubicBezTo>
                  <a:pt x="390" y="394"/>
                  <a:pt x="394" y="390"/>
                  <a:pt x="394" y="384"/>
                </a:cubicBezTo>
                <a:lnTo>
                  <a:pt x="394" y="128"/>
                </a:lnTo>
                <a:close/>
                <a:moveTo>
                  <a:pt x="309" y="288"/>
                </a:moveTo>
                <a:cubicBezTo>
                  <a:pt x="373" y="288"/>
                  <a:pt x="373" y="288"/>
                  <a:pt x="373" y="288"/>
                </a:cubicBezTo>
                <a:cubicBezTo>
                  <a:pt x="373" y="224"/>
                  <a:pt x="373" y="224"/>
                  <a:pt x="373" y="224"/>
                </a:cubicBezTo>
                <a:cubicBezTo>
                  <a:pt x="309" y="224"/>
                  <a:pt x="309" y="224"/>
                  <a:pt x="309" y="224"/>
                </a:cubicBezTo>
                <a:lnTo>
                  <a:pt x="309" y="288"/>
                </a:lnTo>
                <a:close/>
                <a:moveTo>
                  <a:pt x="309" y="373"/>
                </a:moveTo>
                <a:cubicBezTo>
                  <a:pt x="373" y="373"/>
                  <a:pt x="373" y="373"/>
                  <a:pt x="373" y="373"/>
                </a:cubicBezTo>
                <a:cubicBezTo>
                  <a:pt x="373" y="309"/>
                  <a:pt x="373" y="309"/>
                  <a:pt x="373" y="309"/>
                </a:cubicBezTo>
                <a:cubicBezTo>
                  <a:pt x="309" y="309"/>
                  <a:pt x="309" y="309"/>
                  <a:pt x="309" y="309"/>
                </a:cubicBezTo>
                <a:lnTo>
                  <a:pt x="309" y="37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3817171316"/>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think-cell data - do not delete" hidden="1">
            <a:extLst>
              <a:ext uri="{FF2B5EF4-FFF2-40B4-BE49-F238E27FC236}">
                <a16:creationId xmlns:a16="http://schemas.microsoft.com/office/drawing/2014/main" id="{223B7B44-BFA4-9F43-E86B-B8D6B593490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4" name="think-cell data - do not delete" hidden="1">
                        <a:extLst>
                          <a:ext uri="{FF2B5EF4-FFF2-40B4-BE49-F238E27FC236}">
                            <a16:creationId xmlns:a16="http://schemas.microsoft.com/office/drawing/2014/main" id="{223B7B44-BFA4-9F43-E86B-B8D6B593490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Text Placeholder 2"/>
          <p:cNvSpPr>
            <a:spLocks noGrp="1"/>
          </p:cNvSpPr>
          <p:nvPr>
            <p:ph type="body" sz="quarter" idx="22"/>
          </p:nvPr>
        </p:nvSpPr>
        <p:spPr>
          <a:xfrm>
            <a:off x="463295" y="682940"/>
            <a:ext cx="11277600" cy="757255"/>
          </a:xfrm>
        </p:spPr>
        <p:txBody>
          <a:bodyPr/>
          <a:lstStyle/>
          <a:p>
            <a:r>
              <a:rPr lang="en-US" dirty="0"/>
              <a:t>Digital Transformation</a:t>
            </a:r>
          </a:p>
        </p:txBody>
      </p:sp>
      <p:sp>
        <p:nvSpPr>
          <p:cNvPr id="2" name="Title 1"/>
          <p:cNvSpPr>
            <a:spLocks noGrp="1"/>
          </p:cNvSpPr>
          <p:nvPr>
            <p:ph type="title"/>
          </p:nvPr>
        </p:nvSpPr>
        <p:spPr>
          <a:xfrm>
            <a:off x="463295" y="345992"/>
            <a:ext cx="11277600" cy="334099"/>
          </a:xfrm>
        </p:spPr>
        <p:txBody>
          <a:bodyPr vert="horz"/>
          <a:lstStyle/>
          <a:p>
            <a:r>
              <a:rPr lang="en-US" dirty="0"/>
              <a:t>Our Offerings </a:t>
            </a:r>
          </a:p>
        </p:txBody>
      </p:sp>
      <p:pic>
        <p:nvPicPr>
          <p:cNvPr id="5" name="Graphic 4" descr="Harvey Balls 0% with solid fill">
            <a:extLst>
              <a:ext uri="{FF2B5EF4-FFF2-40B4-BE49-F238E27FC236}">
                <a16:creationId xmlns:a16="http://schemas.microsoft.com/office/drawing/2014/main" id="{4D14A321-DC91-015D-60E4-8F44878113E2}"/>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305386" y="-5441"/>
            <a:ext cx="678580" cy="643491"/>
          </a:xfrm>
          <a:prstGeom prst="rect">
            <a:avLst/>
          </a:prstGeom>
        </p:spPr>
      </p:pic>
      <p:sp>
        <p:nvSpPr>
          <p:cNvPr id="6" name="Freeform 542">
            <a:extLst>
              <a:ext uri="{FF2B5EF4-FFF2-40B4-BE49-F238E27FC236}">
                <a16:creationId xmlns:a16="http://schemas.microsoft.com/office/drawing/2014/main" id="{1AD71301-2549-A67B-428B-48BB0553DF2F}"/>
              </a:ext>
            </a:extLst>
          </p:cNvPr>
          <p:cNvSpPr>
            <a:spLocks noChangeAspect="1" noEditPoints="1"/>
          </p:cNvSpPr>
          <p:nvPr/>
        </p:nvSpPr>
        <p:spPr bwMode="auto">
          <a:xfrm>
            <a:off x="5469131" y="143965"/>
            <a:ext cx="358041" cy="339527"/>
          </a:xfrm>
          <a:custGeom>
            <a:avLst/>
            <a:gdLst>
              <a:gd name="T0" fmla="*/ 256 w 512"/>
              <a:gd name="T1" fmla="*/ 266 h 512"/>
              <a:gd name="T2" fmla="*/ 256 w 512"/>
              <a:gd name="T3" fmla="*/ 245 h 512"/>
              <a:gd name="T4" fmla="*/ 512 w 512"/>
              <a:gd name="T5" fmla="*/ 256 h 512"/>
              <a:gd name="T6" fmla="*/ 0 w 512"/>
              <a:gd name="T7" fmla="*/ 256 h 512"/>
              <a:gd name="T8" fmla="*/ 512 w 512"/>
              <a:gd name="T9" fmla="*/ 256 h 512"/>
              <a:gd name="T10" fmla="*/ 384 w 512"/>
              <a:gd name="T11" fmla="*/ 193 h 512"/>
              <a:gd name="T12" fmla="*/ 266 w 512"/>
              <a:gd name="T13" fmla="*/ 128 h 512"/>
              <a:gd name="T14" fmla="*/ 256 w 512"/>
              <a:gd name="T15" fmla="*/ 96 h 512"/>
              <a:gd name="T16" fmla="*/ 245 w 512"/>
              <a:gd name="T17" fmla="*/ 224 h 512"/>
              <a:gd name="T18" fmla="*/ 224 w 512"/>
              <a:gd name="T19" fmla="*/ 256 h 512"/>
              <a:gd name="T20" fmla="*/ 160 w 512"/>
              <a:gd name="T21" fmla="*/ 302 h 512"/>
              <a:gd name="T22" fmla="*/ 173 w 512"/>
              <a:gd name="T23" fmla="*/ 189 h 512"/>
              <a:gd name="T24" fmla="*/ 185 w 512"/>
              <a:gd name="T25" fmla="*/ 218 h 512"/>
              <a:gd name="T26" fmla="*/ 195 w 512"/>
              <a:gd name="T27" fmla="*/ 207 h 512"/>
              <a:gd name="T28" fmla="*/ 181 w 512"/>
              <a:gd name="T29" fmla="*/ 151 h 512"/>
              <a:gd name="T30" fmla="*/ 126 w 512"/>
              <a:gd name="T31" fmla="*/ 166 h 512"/>
              <a:gd name="T32" fmla="*/ 137 w 512"/>
              <a:gd name="T33" fmla="*/ 176 h 512"/>
              <a:gd name="T34" fmla="*/ 128 w 512"/>
              <a:gd name="T35" fmla="*/ 256 h 512"/>
              <a:gd name="T36" fmla="*/ 124 w 512"/>
              <a:gd name="T37" fmla="*/ 323 h 512"/>
              <a:gd name="T38" fmla="*/ 129 w 512"/>
              <a:gd name="T39" fmla="*/ 343 h 512"/>
              <a:gd name="T40" fmla="*/ 236 w 512"/>
              <a:gd name="T41" fmla="*/ 281 h 512"/>
              <a:gd name="T42" fmla="*/ 276 w 512"/>
              <a:gd name="T43" fmla="*/ 280 h 512"/>
              <a:gd name="T44" fmla="*/ 256 w 512"/>
              <a:gd name="T45" fmla="*/ 362 h 512"/>
              <a:gd name="T46" fmla="*/ 255 w 512"/>
              <a:gd name="T47" fmla="*/ 350 h 512"/>
              <a:gd name="T48" fmla="*/ 243 w 512"/>
              <a:gd name="T49" fmla="*/ 333 h 512"/>
              <a:gd name="T50" fmla="*/ 206 w 512"/>
              <a:gd name="T51" fmla="*/ 358 h 512"/>
              <a:gd name="T52" fmla="*/ 228 w 512"/>
              <a:gd name="T53" fmla="*/ 410 h 512"/>
              <a:gd name="T54" fmla="*/ 242 w 512"/>
              <a:gd name="T55" fmla="*/ 413 h 512"/>
              <a:gd name="T56" fmla="*/ 235 w 512"/>
              <a:gd name="T57" fmla="*/ 382 h 512"/>
              <a:gd name="T58" fmla="*/ 360 w 512"/>
              <a:gd name="T59" fmla="*/ 330 h 512"/>
              <a:gd name="T60" fmla="*/ 384 w 512"/>
              <a:gd name="T61" fmla="*/ 343 h 512"/>
              <a:gd name="T62" fmla="*/ 389 w 512"/>
              <a:gd name="T63" fmla="*/ 323 h 512"/>
              <a:gd name="T64" fmla="*/ 288 w 512"/>
              <a:gd name="T65" fmla="*/ 256 h 512"/>
              <a:gd name="T66" fmla="*/ 266 w 512"/>
              <a:gd name="T67" fmla="*/ 224 h 512"/>
              <a:gd name="T68" fmla="*/ 355 w 512"/>
              <a:gd name="T69" fmla="*/ 217 h 512"/>
              <a:gd name="T70" fmla="*/ 324 w 512"/>
              <a:gd name="T71" fmla="*/ 214 h 512"/>
              <a:gd name="T72" fmla="*/ 369 w 512"/>
              <a:gd name="T73" fmla="*/ 248 h 512"/>
              <a:gd name="T74" fmla="*/ 383 w 512"/>
              <a:gd name="T75" fmla="*/ 243 h 512"/>
              <a:gd name="T76" fmla="*/ 399 w 512"/>
              <a:gd name="T77" fmla="*/ 1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66" y="256"/>
                </a:moveTo>
                <a:cubicBezTo>
                  <a:pt x="266" y="262"/>
                  <a:pt x="262" y="266"/>
                  <a:pt x="256" y="266"/>
                </a:cubicBezTo>
                <a:cubicBezTo>
                  <a:pt x="250" y="266"/>
                  <a:pt x="245" y="262"/>
                  <a:pt x="245" y="256"/>
                </a:cubicBezTo>
                <a:cubicBezTo>
                  <a:pt x="245" y="250"/>
                  <a:pt x="250" y="245"/>
                  <a:pt x="256" y="245"/>
                </a:cubicBezTo>
                <a:cubicBezTo>
                  <a:pt x="262" y="245"/>
                  <a:pt x="266" y="250"/>
                  <a:pt x="266" y="25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9" y="188"/>
                </a:moveTo>
                <a:cubicBezTo>
                  <a:pt x="393" y="186"/>
                  <a:pt x="387" y="188"/>
                  <a:pt x="384" y="193"/>
                </a:cubicBezTo>
                <a:cubicBezTo>
                  <a:pt x="376" y="211"/>
                  <a:pt x="376" y="211"/>
                  <a:pt x="376" y="211"/>
                </a:cubicBezTo>
                <a:cubicBezTo>
                  <a:pt x="358" y="165"/>
                  <a:pt x="316" y="132"/>
                  <a:pt x="266" y="128"/>
                </a:cubicBezTo>
                <a:cubicBezTo>
                  <a:pt x="266" y="106"/>
                  <a:pt x="266" y="106"/>
                  <a:pt x="266" y="106"/>
                </a:cubicBezTo>
                <a:cubicBezTo>
                  <a:pt x="266" y="100"/>
                  <a:pt x="262" y="96"/>
                  <a:pt x="256" y="96"/>
                </a:cubicBezTo>
                <a:cubicBezTo>
                  <a:pt x="250" y="96"/>
                  <a:pt x="245" y="100"/>
                  <a:pt x="245" y="106"/>
                </a:cubicBezTo>
                <a:cubicBezTo>
                  <a:pt x="245" y="224"/>
                  <a:pt x="245" y="224"/>
                  <a:pt x="245" y="224"/>
                </a:cubicBezTo>
                <a:cubicBezTo>
                  <a:pt x="245" y="224"/>
                  <a:pt x="245" y="225"/>
                  <a:pt x="245" y="226"/>
                </a:cubicBezTo>
                <a:cubicBezTo>
                  <a:pt x="233" y="230"/>
                  <a:pt x="224" y="242"/>
                  <a:pt x="224" y="256"/>
                </a:cubicBezTo>
                <a:cubicBezTo>
                  <a:pt x="224" y="258"/>
                  <a:pt x="224" y="261"/>
                  <a:pt x="225" y="263"/>
                </a:cubicBezTo>
                <a:cubicBezTo>
                  <a:pt x="160" y="302"/>
                  <a:pt x="160" y="302"/>
                  <a:pt x="160" y="302"/>
                </a:cubicBezTo>
                <a:cubicBezTo>
                  <a:pt x="153" y="287"/>
                  <a:pt x="149" y="272"/>
                  <a:pt x="149" y="256"/>
                </a:cubicBezTo>
                <a:cubicBezTo>
                  <a:pt x="149" y="231"/>
                  <a:pt x="158" y="207"/>
                  <a:pt x="173" y="189"/>
                </a:cubicBezTo>
                <a:cubicBezTo>
                  <a:pt x="174" y="208"/>
                  <a:pt x="174" y="208"/>
                  <a:pt x="174" y="208"/>
                </a:cubicBezTo>
                <a:cubicBezTo>
                  <a:pt x="174" y="214"/>
                  <a:pt x="179" y="218"/>
                  <a:pt x="185" y="218"/>
                </a:cubicBezTo>
                <a:cubicBezTo>
                  <a:pt x="185" y="218"/>
                  <a:pt x="185" y="218"/>
                  <a:pt x="185" y="218"/>
                </a:cubicBezTo>
                <a:cubicBezTo>
                  <a:pt x="191" y="217"/>
                  <a:pt x="196" y="212"/>
                  <a:pt x="195" y="207"/>
                </a:cubicBezTo>
                <a:cubicBezTo>
                  <a:pt x="192" y="161"/>
                  <a:pt x="192" y="161"/>
                  <a:pt x="192" y="161"/>
                </a:cubicBezTo>
                <a:cubicBezTo>
                  <a:pt x="192" y="155"/>
                  <a:pt x="187" y="151"/>
                  <a:pt x="181" y="151"/>
                </a:cubicBezTo>
                <a:cubicBezTo>
                  <a:pt x="136" y="154"/>
                  <a:pt x="136" y="154"/>
                  <a:pt x="136" y="154"/>
                </a:cubicBezTo>
                <a:cubicBezTo>
                  <a:pt x="130" y="155"/>
                  <a:pt x="126" y="160"/>
                  <a:pt x="126" y="166"/>
                </a:cubicBezTo>
                <a:cubicBezTo>
                  <a:pt x="126" y="171"/>
                  <a:pt x="131" y="176"/>
                  <a:pt x="137" y="176"/>
                </a:cubicBezTo>
                <a:cubicBezTo>
                  <a:pt x="137" y="176"/>
                  <a:pt x="137" y="176"/>
                  <a:pt x="137" y="176"/>
                </a:cubicBezTo>
                <a:cubicBezTo>
                  <a:pt x="157" y="174"/>
                  <a:pt x="157" y="174"/>
                  <a:pt x="157" y="174"/>
                </a:cubicBezTo>
                <a:cubicBezTo>
                  <a:pt x="138" y="197"/>
                  <a:pt x="128" y="226"/>
                  <a:pt x="128" y="256"/>
                </a:cubicBezTo>
                <a:cubicBezTo>
                  <a:pt x="128" y="276"/>
                  <a:pt x="133" y="295"/>
                  <a:pt x="141" y="313"/>
                </a:cubicBezTo>
                <a:cubicBezTo>
                  <a:pt x="124" y="323"/>
                  <a:pt x="124" y="323"/>
                  <a:pt x="124" y="323"/>
                </a:cubicBezTo>
                <a:cubicBezTo>
                  <a:pt x="119" y="326"/>
                  <a:pt x="117" y="333"/>
                  <a:pt x="120" y="338"/>
                </a:cubicBezTo>
                <a:cubicBezTo>
                  <a:pt x="122" y="341"/>
                  <a:pt x="126" y="343"/>
                  <a:pt x="129" y="343"/>
                </a:cubicBezTo>
                <a:cubicBezTo>
                  <a:pt x="131" y="343"/>
                  <a:pt x="133" y="342"/>
                  <a:pt x="135" y="341"/>
                </a:cubicBezTo>
                <a:cubicBezTo>
                  <a:pt x="236" y="281"/>
                  <a:pt x="236" y="281"/>
                  <a:pt x="236" y="281"/>
                </a:cubicBezTo>
                <a:cubicBezTo>
                  <a:pt x="242" y="285"/>
                  <a:pt x="248" y="288"/>
                  <a:pt x="256" y="288"/>
                </a:cubicBezTo>
                <a:cubicBezTo>
                  <a:pt x="263" y="288"/>
                  <a:pt x="270" y="285"/>
                  <a:pt x="276" y="280"/>
                </a:cubicBezTo>
                <a:cubicBezTo>
                  <a:pt x="341" y="319"/>
                  <a:pt x="341" y="319"/>
                  <a:pt x="341" y="319"/>
                </a:cubicBezTo>
                <a:cubicBezTo>
                  <a:pt x="321" y="346"/>
                  <a:pt x="290" y="362"/>
                  <a:pt x="256" y="362"/>
                </a:cubicBezTo>
                <a:cubicBezTo>
                  <a:pt x="250" y="362"/>
                  <a:pt x="245" y="362"/>
                  <a:pt x="239" y="361"/>
                </a:cubicBezTo>
                <a:cubicBezTo>
                  <a:pt x="255" y="350"/>
                  <a:pt x="255" y="350"/>
                  <a:pt x="255" y="350"/>
                </a:cubicBezTo>
                <a:cubicBezTo>
                  <a:pt x="260" y="347"/>
                  <a:pt x="261" y="340"/>
                  <a:pt x="258" y="336"/>
                </a:cubicBezTo>
                <a:cubicBezTo>
                  <a:pt x="255" y="331"/>
                  <a:pt x="248" y="329"/>
                  <a:pt x="243" y="333"/>
                </a:cubicBezTo>
                <a:cubicBezTo>
                  <a:pt x="206" y="358"/>
                  <a:pt x="206" y="358"/>
                  <a:pt x="206" y="358"/>
                </a:cubicBezTo>
                <a:cubicBezTo>
                  <a:pt x="206" y="358"/>
                  <a:pt x="206" y="358"/>
                  <a:pt x="206" y="358"/>
                </a:cubicBezTo>
                <a:cubicBezTo>
                  <a:pt x="201" y="361"/>
                  <a:pt x="199" y="367"/>
                  <a:pt x="203" y="372"/>
                </a:cubicBezTo>
                <a:cubicBezTo>
                  <a:pt x="228" y="410"/>
                  <a:pt x="228" y="410"/>
                  <a:pt x="228" y="410"/>
                </a:cubicBezTo>
                <a:cubicBezTo>
                  <a:pt x="230" y="413"/>
                  <a:pt x="233" y="415"/>
                  <a:pt x="237" y="415"/>
                </a:cubicBezTo>
                <a:cubicBezTo>
                  <a:pt x="239" y="415"/>
                  <a:pt x="241" y="414"/>
                  <a:pt x="242" y="413"/>
                </a:cubicBezTo>
                <a:cubicBezTo>
                  <a:pt x="247" y="410"/>
                  <a:pt x="249" y="403"/>
                  <a:pt x="245" y="398"/>
                </a:cubicBezTo>
                <a:cubicBezTo>
                  <a:pt x="235" y="382"/>
                  <a:pt x="235" y="382"/>
                  <a:pt x="235" y="382"/>
                </a:cubicBezTo>
                <a:cubicBezTo>
                  <a:pt x="242" y="383"/>
                  <a:pt x="249" y="384"/>
                  <a:pt x="256" y="384"/>
                </a:cubicBezTo>
                <a:cubicBezTo>
                  <a:pt x="297" y="384"/>
                  <a:pt x="336" y="363"/>
                  <a:pt x="360" y="330"/>
                </a:cubicBezTo>
                <a:cubicBezTo>
                  <a:pt x="378" y="341"/>
                  <a:pt x="378" y="341"/>
                  <a:pt x="378" y="341"/>
                </a:cubicBezTo>
                <a:cubicBezTo>
                  <a:pt x="380" y="342"/>
                  <a:pt x="382" y="343"/>
                  <a:pt x="384" y="343"/>
                </a:cubicBezTo>
                <a:cubicBezTo>
                  <a:pt x="388" y="343"/>
                  <a:pt x="391" y="341"/>
                  <a:pt x="393" y="338"/>
                </a:cubicBezTo>
                <a:cubicBezTo>
                  <a:pt x="396" y="333"/>
                  <a:pt x="394" y="326"/>
                  <a:pt x="389" y="323"/>
                </a:cubicBezTo>
                <a:cubicBezTo>
                  <a:pt x="287" y="262"/>
                  <a:pt x="287" y="262"/>
                  <a:pt x="287" y="262"/>
                </a:cubicBezTo>
                <a:cubicBezTo>
                  <a:pt x="287" y="260"/>
                  <a:pt x="288" y="258"/>
                  <a:pt x="288" y="256"/>
                </a:cubicBezTo>
                <a:cubicBezTo>
                  <a:pt x="288" y="242"/>
                  <a:pt x="279" y="230"/>
                  <a:pt x="266" y="226"/>
                </a:cubicBezTo>
                <a:cubicBezTo>
                  <a:pt x="266" y="225"/>
                  <a:pt x="266" y="224"/>
                  <a:pt x="266" y="224"/>
                </a:cubicBezTo>
                <a:cubicBezTo>
                  <a:pt x="266" y="150"/>
                  <a:pt x="266" y="150"/>
                  <a:pt x="266" y="150"/>
                </a:cubicBezTo>
                <a:cubicBezTo>
                  <a:pt x="307" y="154"/>
                  <a:pt x="341" y="180"/>
                  <a:pt x="355" y="217"/>
                </a:cubicBezTo>
                <a:cubicBezTo>
                  <a:pt x="338" y="209"/>
                  <a:pt x="338" y="209"/>
                  <a:pt x="338" y="209"/>
                </a:cubicBezTo>
                <a:cubicBezTo>
                  <a:pt x="333" y="206"/>
                  <a:pt x="326" y="208"/>
                  <a:pt x="324" y="214"/>
                </a:cubicBezTo>
                <a:cubicBezTo>
                  <a:pt x="321" y="219"/>
                  <a:pt x="323" y="225"/>
                  <a:pt x="328" y="228"/>
                </a:cubicBezTo>
                <a:cubicBezTo>
                  <a:pt x="369" y="248"/>
                  <a:pt x="369" y="248"/>
                  <a:pt x="369" y="248"/>
                </a:cubicBezTo>
                <a:cubicBezTo>
                  <a:pt x="370" y="249"/>
                  <a:pt x="372" y="249"/>
                  <a:pt x="374" y="249"/>
                </a:cubicBezTo>
                <a:cubicBezTo>
                  <a:pt x="378" y="249"/>
                  <a:pt x="381" y="247"/>
                  <a:pt x="383" y="243"/>
                </a:cubicBezTo>
                <a:cubicBezTo>
                  <a:pt x="403" y="203"/>
                  <a:pt x="403" y="203"/>
                  <a:pt x="403" y="203"/>
                </a:cubicBezTo>
                <a:cubicBezTo>
                  <a:pt x="406" y="197"/>
                  <a:pt x="404" y="191"/>
                  <a:pt x="399" y="18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7" name="Graphic 6" descr="Harvey Balls 0% with solid fill">
            <a:extLst>
              <a:ext uri="{FF2B5EF4-FFF2-40B4-BE49-F238E27FC236}">
                <a16:creationId xmlns:a16="http://schemas.microsoft.com/office/drawing/2014/main" id="{4D7A9026-3088-4B22-20EB-5C59109D6BC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195423" y="-1335"/>
            <a:ext cx="678580" cy="643491"/>
          </a:xfrm>
          <a:prstGeom prst="rect">
            <a:avLst/>
          </a:prstGeom>
        </p:spPr>
      </p:pic>
      <p:grpSp>
        <p:nvGrpSpPr>
          <p:cNvPr id="8" name="Group 295">
            <a:extLst>
              <a:ext uri="{FF2B5EF4-FFF2-40B4-BE49-F238E27FC236}">
                <a16:creationId xmlns:a16="http://schemas.microsoft.com/office/drawing/2014/main" id="{C5E55A1C-D10A-A6DA-99C9-6B64076668C0}"/>
              </a:ext>
            </a:extLst>
          </p:cNvPr>
          <p:cNvGrpSpPr>
            <a:grpSpLocks noChangeAspect="1"/>
          </p:cNvGrpSpPr>
          <p:nvPr/>
        </p:nvGrpSpPr>
        <p:grpSpPr bwMode="auto">
          <a:xfrm>
            <a:off x="8346712" y="155702"/>
            <a:ext cx="358677" cy="340130"/>
            <a:chOff x="6958" y="1122"/>
            <a:chExt cx="340" cy="340"/>
          </a:xfrm>
          <a:solidFill>
            <a:schemeClr val="bg2"/>
          </a:solidFill>
        </p:grpSpPr>
        <p:sp>
          <p:nvSpPr>
            <p:cNvPr id="9" name="Freeform 296">
              <a:extLst>
                <a:ext uri="{FF2B5EF4-FFF2-40B4-BE49-F238E27FC236}">
                  <a16:creationId xmlns:a16="http://schemas.microsoft.com/office/drawing/2014/main" id="{C5CF9BF0-3104-F4EB-5FCB-33B3E5C74625}"/>
                </a:ext>
              </a:extLst>
            </p:cNvPr>
            <p:cNvSpPr>
              <a:spLocks noEditPoints="1"/>
            </p:cNvSpPr>
            <p:nvPr/>
          </p:nvSpPr>
          <p:spPr bwMode="auto">
            <a:xfrm>
              <a:off x="6958" y="1122"/>
              <a:ext cx="340" cy="340"/>
            </a:xfrm>
            <a:custGeom>
              <a:avLst/>
              <a:gdLst>
                <a:gd name="T0" fmla="*/ 256 w 512"/>
                <a:gd name="T1" fmla="*/ 21 h 512"/>
                <a:gd name="T2" fmla="*/ 422 w 512"/>
                <a:gd name="T3" fmla="*/ 90 h 512"/>
                <a:gd name="T4" fmla="*/ 490 w 512"/>
                <a:gd name="T5" fmla="*/ 256 h 512"/>
                <a:gd name="T6" fmla="*/ 422 w 512"/>
                <a:gd name="T7" fmla="*/ 422 h 512"/>
                <a:gd name="T8" fmla="*/ 256 w 512"/>
                <a:gd name="T9" fmla="*/ 490 h 512"/>
                <a:gd name="T10" fmla="*/ 90 w 512"/>
                <a:gd name="T11" fmla="*/ 422 h 512"/>
                <a:gd name="T12" fmla="*/ 21 w 512"/>
                <a:gd name="T13" fmla="*/ 256 h 512"/>
                <a:gd name="T14" fmla="*/ 90 w 512"/>
                <a:gd name="T15" fmla="*/ 90 h 512"/>
                <a:gd name="T16" fmla="*/ 256 w 512"/>
                <a:gd name="T17" fmla="*/ 21 h 512"/>
                <a:gd name="T18" fmla="*/ 256 w 512"/>
                <a:gd name="T19" fmla="*/ 0 h 512"/>
                <a:gd name="T20" fmla="*/ 0 w 512"/>
                <a:gd name="T21" fmla="*/ 256 h 512"/>
                <a:gd name="T22" fmla="*/ 256 w 512"/>
                <a:gd name="T23" fmla="*/ 512 h 512"/>
                <a:gd name="T24" fmla="*/ 512 w 512"/>
                <a:gd name="T25" fmla="*/ 256 h 512"/>
                <a:gd name="T26" fmla="*/ 256 w 512"/>
                <a:gd name="T27"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21"/>
                  </a:moveTo>
                  <a:cubicBezTo>
                    <a:pt x="318" y="21"/>
                    <a:pt x="377" y="45"/>
                    <a:pt x="422" y="90"/>
                  </a:cubicBezTo>
                  <a:cubicBezTo>
                    <a:pt x="466" y="134"/>
                    <a:pt x="490" y="193"/>
                    <a:pt x="490" y="256"/>
                  </a:cubicBezTo>
                  <a:cubicBezTo>
                    <a:pt x="490" y="318"/>
                    <a:pt x="466" y="377"/>
                    <a:pt x="422" y="422"/>
                  </a:cubicBezTo>
                  <a:cubicBezTo>
                    <a:pt x="377" y="466"/>
                    <a:pt x="318" y="490"/>
                    <a:pt x="256" y="490"/>
                  </a:cubicBezTo>
                  <a:cubicBezTo>
                    <a:pt x="193" y="490"/>
                    <a:pt x="134" y="466"/>
                    <a:pt x="90" y="422"/>
                  </a:cubicBezTo>
                  <a:cubicBezTo>
                    <a:pt x="45" y="377"/>
                    <a:pt x="21" y="318"/>
                    <a:pt x="21" y="256"/>
                  </a:cubicBezTo>
                  <a:cubicBezTo>
                    <a:pt x="21" y="193"/>
                    <a:pt x="45" y="134"/>
                    <a:pt x="90" y="90"/>
                  </a:cubicBezTo>
                  <a:cubicBezTo>
                    <a:pt x="134" y="45"/>
                    <a:pt x="193"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0" name="Freeform 297">
              <a:extLst>
                <a:ext uri="{FF2B5EF4-FFF2-40B4-BE49-F238E27FC236}">
                  <a16:creationId xmlns:a16="http://schemas.microsoft.com/office/drawing/2014/main" id="{E76D268B-5379-640F-B3C5-D2D0917B6C4B}"/>
                </a:ext>
              </a:extLst>
            </p:cNvPr>
            <p:cNvSpPr>
              <a:spLocks/>
            </p:cNvSpPr>
            <p:nvPr/>
          </p:nvSpPr>
          <p:spPr bwMode="auto">
            <a:xfrm>
              <a:off x="7135" y="1256"/>
              <a:ext cx="42" cy="57"/>
            </a:xfrm>
            <a:custGeom>
              <a:avLst/>
              <a:gdLst>
                <a:gd name="T0" fmla="*/ 63 w 64"/>
                <a:gd name="T1" fmla="*/ 62 h 86"/>
                <a:gd name="T2" fmla="*/ 0 w 64"/>
                <a:gd name="T3" fmla="*/ 0 h 86"/>
                <a:gd name="T4" fmla="*/ 0 w 64"/>
                <a:gd name="T5" fmla="*/ 30 h 86"/>
                <a:gd name="T6" fmla="*/ 57 w 64"/>
                <a:gd name="T7" fmla="*/ 86 h 86"/>
                <a:gd name="T8" fmla="*/ 64 w 64"/>
                <a:gd name="T9" fmla="*/ 63 h 86"/>
                <a:gd name="T10" fmla="*/ 63 w 64"/>
                <a:gd name="T11" fmla="*/ 62 h 86"/>
              </a:gdLst>
              <a:ahLst/>
              <a:cxnLst>
                <a:cxn ang="0">
                  <a:pos x="T0" y="T1"/>
                </a:cxn>
                <a:cxn ang="0">
                  <a:pos x="T2" y="T3"/>
                </a:cxn>
                <a:cxn ang="0">
                  <a:pos x="T4" y="T5"/>
                </a:cxn>
                <a:cxn ang="0">
                  <a:pos x="T6" y="T7"/>
                </a:cxn>
                <a:cxn ang="0">
                  <a:pos x="T8" y="T9"/>
                </a:cxn>
                <a:cxn ang="0">
                  <a:pos x="T10" y="T11"/>
                </a:cxn>
              </a:cxnLst>
              <a:rect l="0" t="0" r="r" b="b"/>
              <a:pathLst>
                <a:path w="64" h="86">
                  <a:moveTo>
                    <a:pt x="63" y="62"/>
                  </a:moveTo>
                  <a:cubicBezTo>
                    <a:pt x="0" y="0"/>
                    <a:pt x="0" y="0"/>
                    <a:pt x="0" y="0"/>
                  </a:cubicBezTo>
                  <a:cubicBezTo>
                    <a:pt x="0" y="30"/>
                    <a:pt x="0" y="30"/>
                    <a:pt x="0" y="30"/>
                  </a:cubicBezTo>
                  <a:cubicBezTo>
                    <a:pt x="57" y="86"/>
                    <a:pt x="57" y="86"/>
                    <a:pt x="57" y="86"/>
                  </a:cubicBezTo>
                  <a:cubicBezTo>
                    <a:pt x="60" y="79"/>
                    <a:pt x="63" y="71"/>
                    <a:pt x="64" y="63"/>
                  </a:cubicBezTo>
                  <a:cubicBezTo>
                    <a:pt x="63" y="62"/>
                    <a:pt x="63" y="62"/>
                    <a:pt x="63" y="6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1" name="Freeform 298">
              <a:extLst>
                <a:ext uri="{FF2B5EF4-FFF2-40B4-BE49-F238E27FC236}">
                  <a16:creationId xmlns:a16="http://schemas.microsoft.com/office/drawing/2014/main" id="{DFB32468-39F0-C5CD-9B7B-46B006192EC5}"/>
                </a:ext>
              </a:extLst>
            </p:cNvPr>
            <p:cNvSpPr>
              <a:spLocks/>
            </p:cNvSpPr>
            <p:nvPr/>
          </p:nvSpPr>
          <p:spPr bwMode="auto">
            <a:xfrm>
              <a:off x="7135" y="1296"/>
              <a:ext cx="30" cy="38"/>
            </a:xfrm>
            <a:custGeom>
              <a:avLst/>
              <a:gdLst>
                <a:gd name="T0" fmla="*/ 0 w 45"/>
                <a:gd name="T1" fmla="*/ 30 h 58"/>
                <a:gd name="T2" fmla="*/ 28 w 45"/>
                <a:gd name="T3" fmla="*/ 58 h 58"/>
                <a:gd name="T4" fmla="*/ 45 w 45"/>
                <a:gd name="T5" fmla="*/ 44 h 58"/>
                <a:gd name="T6" fmla="*/ 0 w 45"/>
                <a:gd name="T7" fmla="*/ 0 h 58"/>
                <a:gd name="T8" fmla="*/ 0 w 45"/>
                <a:gd name="T9" fmla="*/ 30 h 58"/>
              </a:gdLst>
              <a:ahLst/>
              <a:cxnLst>
                <a:cxn ang="0">
                  <a:pos x="T0" y="T1"/>
                </a:cxn>
                <a:cxn ang="0">
                  <a:pos x="T2" y="T3"/>
                </a:cxn>
                <a:cxn ang="0">
                  <a:pos x="T4" y="T5"/>
                </a:cxn>
                <a:cxn ang="0">
                  <a:pos x="T6" y="T7"/>
                </a:cxn>
                <a:cxn ang="0">
                  <a:pos x="T8" y="T9"/>
                </a:cxn>
              </a:cxnLst>
              <a:rect l="0" t="0" r="r" b="b"/>
              <a:pathLst>
                <a:path w="45" h="58">
                  <a:moveTo>
                    <a:pt x="0" y="30"/>
                  </a:moveTo>
                  <a:cubicBezTo>
                    <a:pt x="28" y="58"/>
                    <a:pt x="28" y="58"/>
                    <a:pt x="28" y="58"/>
                  </a:cubicBezTo>
                  <a:cubicBezTo>
                    <a:pt x="34" y="54"/>
                    <a:pt x="40" y="49"/>
                    <a:pt x="45" y="44"/>
                  </a:cubicBezTo>
                  <a:cubicBezTo>
                    <a:pt x="0" y="0"/>
                    <a:pt x="0" y="0"/>
                    <a:pt x="0" y="0"/>
                  </a:cubicBezTo>
                  <a:lnTo>
                    <a:pt x="0" y="3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2" name="Freeform 299">
              <a:extLst>
                <a:ext uri="{FF2B5EF4-FFF2-40B4-BE49-F238E27FC236}">
                  <a16:creationId xmlns:a16="http://schemas.microsoft.com/office/drawing/2014/main" id="{A95A5692-2F99-307C-1677-CE095B96375B}"/>
                </a:ext>
              </a:extLst>
            </p:cNvPr>
            <p:cNvSpPr>
              <a:spLocks/>
            </p:cNvSpPr>
            <p:nvPr/>
          </p:nvSpPr>
          <p:spPr bwMode="auto">
            <a:xfrm>
              <a:off x="7144" y="1245"/>
              <a:ext cx="30" cy="30"/>
            </a:xfrm>
            <a:custGeom>
              <a:avLst/>
              <a:gdLst>
                <a:gd name="T0" fmla="*/ 0 w 46"/>
                <a:gd name="T1" fmla="*/ 0 h 46"/>
                <a:gd name="T2" fmla="*/ 46 w 46"/>
                <a:gd name="T3" fmla="*/ 46 h 46"/>
                <a:gd name="T4" fmla="*/ 0 w 46"/>
                <a:gd name="T5" fmla="*/ 0 h 46"/>
              </a:gdLst>
              <a:ahLst/>
              <a:cxnLst>
                <a:cxn ang="0">
                  <a:pos x="T0" y="T1"/>
                </a:cxn>
                <a:cxn ang="0">
                  <a:pos x="T2" y="T3"/>
                </a:cxn>
                <a:cxn ang="0">
                  <a:pos x="T4" y="T5"/>
                </a:cxn>
              </a:cxnLst>
              <a:rect l="0" t="0" r="r" b="b"/>
              <a:pathLst>
                <a:path w="46" h="46">
                  <a:moveTo>
                    <a:pt x="0" y="0"/>
                  </a:moveTo>
                  <a:cubicBezTo>
                    <a:pt x="46" y="46"/>
                    <a:pt x="46" y="46"/>
                    <a:pt x="46" y="46"/>
                  </a:cubicBezTo>
                  <a:cubicBezTo>
                    <a:pt x="39" y="25"/>
                    <a:pt x="22" y="8"/>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3" name="Freeform 300">
              <a:extLst>
                <a:ext uri="{FF2B5EF4-FFF2-40B4-BE49-F238E27FC236}">
                  <a16:creationId xmlns:a16="http://schemas.microsoft.com/office/drawing/2014/main" id="{E382040A-A33C-0824-153C-3D89409744E0}"/>
                </a:ext>
              </a:extLst>
            </p:cNvPr>
            <p:cNvSpPr>
              <a:spLocks/>
            </p:cNvSpPr>
            <p:nvPr/>
          </p:nvSpPr>
          <p:spPr bwMode="auto">
            <a:xfrm>
              <a:off x="7135" y="1336"/>
              <a:ext cx="4" cy="4"/>
            </a:xfrm>
            <a:custGeom>
              <a:avLst/>
              <a:gdLst>
                <a:gd name="T0" fmla="*/ 0 w 6"/>
                <a:gd name="T1" fmla="*/ 7 h 7"/>
                <a:gd name="T2" fmla="*/ 6 w 6"/>
                <a:gd name="T3" fmla="*/ 6 h 7"/>
                <a:gd name="T4" fmla="*/ 0 w 6"/>
                <a:gd name="T5" fmla="*/ 0 h 7"/>
                <a:gd name="T6" fmla="*/ 0 w 6"/>
                <a:gd name="T7" fmla="*/ 7 h 7"/>
              </a:gdLst>
              <a:ahLst/>
              <a:cxnLst>
                <a:cxn ang="0">
                  <a:pos x="T0" y="T1"/>
                </a:cxn>
                <a:cxn ang="0">
                  <a:pos x="T2" y="T3"/>
                </a:cxn>
                <a:cxn ang="0">
                  <a:pos x="T4" y="T5"/>
                </a:cxn>
                <a:cxn ang="0">
                  <a:pos x="T6" y="T7"/>
                </a:cxn>
              </a:cxnLst>
              <a:rect l="0" t="0" r="r" b="b"/>
              <a:pathLst>
                <a:path w="6" h="7">
                  <a:moveTo>
                    <a:pt x="0" y="7"/>
                  </a:moveTo>
                  <a:cubicBezTo>
                    <a:pt x="2" y="7"/>
                    <a:pt x="4" y="7"/>
                    <a:pt x="6" y="6"/>
                  </a:cubicBezTo>
                  <a:cubicBezTo>
                    <a:pt x="0" y="0"/>
                    <a:pt x="0" y="0"/>
                    <a:pt x="0" y="0"/>
                  </a:cubicBezTo>
                  <a:lnTo>
                    <a:pt x="0" y="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4" name="Freeform 301">
              <a:extLst>
                <a:ext uri="{FF2B5EF4-FFF2-40B4-BE49-F238E27FC236}">
                  <a16:creationId xmlns:a16="http://schemas.microsoft.com/office/drawing/2014/main" id="{2357CD4E-7524-4F92-0EE2-DB6FCECACBB1}"/>
                </a:ext>
              </a:extLst>
            </p:cNvPr>
            <p:cNvSpPr>
              <a:spLocks/>
            </p:cNvSpPr>
            <p:nvPr/>
          </p:nvSpPr>
          <p:spPr bwMode="auto">
            <a:xfrm>
              <a:off x="7078" y="1243"/>
              <a:ext cx="43" cy="97"/>
            </a:xfrm>
            <a:custGeom>
              <a:avLst/>
              <a:gdLst>
                <a:gd name="T0" fmla="*/ 0 w 64"/>
                <a:gd name="T1" fmla="*/ 74 h 147"/>
                <a:gd name="T2" fmla="*/ 64 w 64"/>
                <a:gd name="T3" fmla="*/ 147 h 147"/>
                <a:gd name="T4" fmla="*/ 64 w 64"/>
                <a:gd name="T5" fmla="*/ 0 h 147"/>
                <a:gd name="T6" fmla="*/ 0 w 64"/>
                <a:gd name="T7" fmla="*/ 74 h 147"/>
              </a:gdLst>
              <a:ahLst/>
              <a:cxnLst>
                <a:cxn ang="0">
                  <a:pos x="T0" y="T1"/>
                </a:cxn>
                <a:cxn ang="0">
                  <a:pos x="T2" y="T3"/>
                </a:cxn>
                <a:cxn ang="0">
                  <a:pos x="T4" y="T5"/>
                </a:cxn>
                <a:cxn ang="0">
                  <a:pos x="T6" y="T7"/>
                </a:cxn>
              </a:cxnLst>
              <a:rect l="0" t="0" r="r" b="b"/>
              <a:pathLst>
                <a:path w="64" h="147">
                  <a:moveTo>
                    <a:pt x="0" y="74"/>
                  </a:moveTo>
                  <a:cubicBezTo>
                    <a:pt x="0" y="111"/>
                    <a:pt x="28" y="142"/>
                    <a:pt x="64" y="147"/>
                  </a:cubicBezTo>
                  <a:cubicBezTo>
                    <a:pt x="64" y="0"/>
                    <a:pt x="64" y="0"/>
                    <a:pt x="64" y="0"/>
                  </a:cubicBezTo>
                  <a:cubicBezTo>
                    <a:pt x="28" y="5"/>
                    <a:pt x="0" y="36"/>
                    <a:pt x="0" y="7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5" name="Freeform 302">
              <a:extLst>
                <a:ext uri="{FF2B5EF4-FFF2-40B4-BE49-F238E27FC236}">
                  <a16:creationId xmlns:a16="http://schemas.microsoft.com/office/drawing/2014/main" id="{A57E5015-EFF0-5049-C5E4-53883DA36C13}"/>
                </a:ext>
              </a:extLst>
            </p:cNvPr>
            <p:cNvSpPr>
              <a:spLocks noEditPoints="1"/>
            </p:cNvSpPr>
            <p:nvPr/>
          </p:nvSpPr>
          <p:spPr bwMode="auto">
            <a:xfrm>
              <a:off x="6958" y="1122"/>
              <a:ext cx="340" cy="340"/>
            </a:xfrm>
            <a:custGeom>
              <a:avLst/>
              <a:gdLst>
                <a:gd name="T0" fmla="*/ 0 w 512"/>
                <a:gd name="T1" fmla="*/ 256 h 512"/>
                <a:gd name="T2" fmla="*/ 512 w 512"/>
                <a:gd name="T3" fmla="*/ 256 h 512"/>
                <a:gd name="T4" fmla="*/ 245 w 512"/>
                <a:gd name="T5" fmla="*/ 106 h 512"/>
                <a:gd name="T6" fmla="*/ 266 w 512"/>
                <a:gd name="T7" fmla="*/ 106 h 512"/>
                <a:gd name="T8" fmla="*/ 256 w 512"/>
                <a:gd name="T9" fmla="*/ 139 h 512"/>
                <a:gd name="T10" fmla="*/ 245 w 512"/>
                <a:gd name="T11" fmla="*/ 106 h 512"/>
                <a:gd name="T12" fmla="*/ 157 w 512"/>
                <a:gd name="T13" fmla="*/ 143 h 512"/>
                <a:gd name="T14" fmla="*/ 158 w 512"/>
                <a:gd name="T15" fmla="*/ 144 h 512"/>
                <a:gd name="T16" fmla="*/ 173 w 512"/>
                <a:gd name="T17" fmla="*/ 158 h 512"/>
                <a:gd name="T18" fmla="*/ 173 w 512"/>
                <a:gd name="T19" fmla="*/ 173 h 512"/>
                <a:gd name="T20" fmla="*/ 158 w 512"/>
                <a:gd name="T21" fmla="*/ 173 h 512"/>
                <a:gd name="T22" fmla="*/ 147 w 512"/>
                <a:gd name="T23" fmla="*/ 162 h 512"/>
                <a:gd name="T24" fmla="*/ 143 w 512"/>
                <a:gd name="T25" fmla="*/ 158 h 512"/>
                <a:gd name="T26" fmla="*/ 142 w 512"/>
                <a:gd name="T27" fmla="*/ 158 h 512"/>
                <a:gd name="T28" fmla="*/ 139 w 512"/>
                <a:gd name="T29" fmla="*/ 150 h 512"/>
                <a:gd name="T30" fmla="*/ 128 w 512"/>
                <a:gd name="T31" fmla="*/ 266 h 512"/>
                <a:gd name="T32" fmla="*/ 95 w 512"/>
                <a:gd name="T33" fmla="*/ 256 h 512"/>
                <a:gd name="T34" fmla="*/ 128 w 512"/>
                <a:gd name="T35" fmla="*/ 245 h 512"/>
                <a:gd name="T36" fmla="*/ 128 w 512"/>
                <a:gd name="T37" fmla="*/ 266 h 512"/>
                <a:gd name="T38" fmla="*/ 162 w 512"/>
                <a:gd name="T39" fmla="*/ 365 h 512"/>
                <a:gd name="T40" fmla="*/ 159 w 512"/>
                <a:gd name="T41" fmla="*/ 368 h 512"/>
                <a:gd name="T42" fmla="*/ 158 w 512"/>
                <a:gd name="T43" fmla="*/ 369 h 512"/>
                <a:gd name="T44" fmla="*/ 147 w 512"/>
                <a:gd name="T45" fmla="*/ 372 h 512"/>
                <a:gd name="T46" fmla="*/ 142 w 512"/>
                <a:gd name="T47" fmla="*/ 369 h 512"/>
                <a:gd name="T48" fmla="*/ 142 w 512"/>
                <a:gd name="T49" fmla="*/ 354 h 512"/>
                <a:gd name="T50" fmla="*/ 143 w 512"/>
                <a:gd name="T51" fmla="*/ 354 h 512"/>
                <a:gd name="T52" fmla="*/ 143 w 512"/>
                <a:gd name="T53" fmla="*/ 354 h 512"/>
                <a:gd name="T54" fmla="*/ 147 w 512"/>
                <a:gd name="T55" fmla="*/ 350 h 512"/>
                <a:gd name="T56" fmla="*/ 173 w 512"/>
                <a:gd name="T57" fmla="*/ 339 h 512"/>
                <a:gd name="T58" fmla="*/ 173 w 512"/>
                <a:gd name="T59" fmla="*/ 354 h 512"/>
                <a:gd name="T60" fmla="*/ 256 w 512"/>
                <a:gd name="T61" fmla="*/ 416 h 512"/>
                <a:gd name="T62" fmla="*/ 245 w 512"/>
                <a:gd name="T63" fmla="*/ 384 h 512"/>
                <a:gd name="T64" fmla="*/ 266 w 512"/>
                <a:gd name="T65" fmla="*/ 384 h 512"/>
                <a:gd name="T66" fmla="*/ 256 w 512"/>
                <a:gd name="T67" fmla="*/ 352 h 512"/>
                <a:gd name="T68" fmla="*/ 256 w 512"/>
                <a:gd name="T69" fmla="*/ 160 h 512"/>
                <a:gd name="T70" fmla="*/ 256 w 512"/>
                <a:gd name="T71" fmla="*/ 352 h 512"/>
                <a:gd name="T72" fmla="*/ 362 w 512"/>
                <a:gd name="T73" fmla="*/ 373 h 512"/>
                <a:gd name="T74" fmla="*/ 343 w 512"/>
                <a:gd name="T75" fmla="*/ 358 h 512"/>
                <a:gd name="T76" fmla="*/ 339 w 512"/>
                <a:gd name="T77" fmla="*/ 355 h 512"/>
                <a:gd name="T78" fmla="*/ 339 w 512"/>
                <a:gd name="T79" fmla="*/ 354 h 512"/>
                <a:gd name="T80" fmla="*/ 338 w 512"/>
                <a:gd name="T81" fmla="*/ 354 h 512"/>
                <a:gd name="T82" fmla="*/ 338 w 512"/>
                <a:gd name="T83" fmla="*/ 339 h 512"/>
                <a:gd name="T84" fmla="*/ 354 w 512"/>
                <a:gd name="T85" fmla="*/ 339 h 512"/>
                <a:gd name="T86" fmla="*/ 358 w 512"/>
                <a:gd name="T87" fmla="*/ 343 h 512"/>
                <a:gd name="T88" fmla="*/ 372 w 512"/>
                <a:gd name="T89" fmla="*/ 362 h 512"/>
                <a:gd name="T90" fmla="*/ 369 w 512"/>
                <a:gd name="T91" fmla="*/ 158 h 512"/>
                <a:gd name="T92" fmla="*/ 356 w 512"/>
                <a:gd name="T93" fmla="*/ 171 h 512"/>
                <a:gd name="T94" fmla="*/ 354 w 512"/>
                <a:gd name="T95" fmla="*/ 173 h 512"/>
                <a:gd name="T96" fmla="*/ 345 w 512"/>
                <a:gd name="T97" fmla="*/ 177 h 512"/>
                <a:gd name="T98" fmla="*/ 338 w 512"/>
                <a:gd name="T99" fmla="*/ 173 h 512"/>
                <a:gd name="T100" fmla="*/ 336 w 512"/>
                <a:gd name="T101" fmla="*/ 166 h 512"/>
                <a:gd name="T102" fmla="*/ 338 w 512"/>
                <a:gd name="T103" fmla="*/ 158 h 512"/>
                <a:gd name="T104" fmla="*/ 339 w 512"/>
                <a:gd name="T105" fmla="*/ 158 h 512"/>
                <a:gd name="T106" fmla="*/ 343 w 512"/>
                <a:gd name="T107" fmla="*/ 154 h 512"/>
                <a:gd name="T108" fmla="*/ 354 w 512"/>
                <a:gd name="T109" fmla="*/ 143 h 512"/>
                <a:gd name="T110" fmla="*/ 372 w 512"/>
                <a:gd name="T111" fmla="*/ 150 h 512"/>
                <a:gd name="T112" fmla="*/ 405 w 512"/>
                <a:gd name="T113" fmla="*/ 266 h 512"/>
                <a:gd name="T114" fmla="*/ 373 w 512"/>
                <a:gd name="T115" fmla="*/ 256 h 512"/>
                <a:gd name="T116" fmla="*/ 405 w 512"/>
                <a:gd name="T117" fmla="*/ 245 h 512"/>
                <a:gd name="T118" fmla="*/ 405 w 512"/>
                <a:gd name="T119"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45" y="106"/>
                  </a:moveTo>
                  <a:cubicBezTo>
                    <a:pt x="245" y="100"/>
                    <a:pt x="250" y="96"/>
                    <a:pt x="256" y="96"/>
                  </a:cubicBezTo>
                  <a:cubicBezTo>
                    <a:pt x="262" y="96"/>
                    <a:pt x="266" y="100"/>
                    <a:pt x="266" y="106"/>
                  </a:cubicBezTo>
                  <a:cubicBezTo>
                    <a:pt x="266" y="128"/>
                    <a:pt x="266" y="128"/>
                    <a:pt x="266" y="128"/>
                  </a:cubicBezTo>
                  <a:cubicBezTo>
                    <a:pt x="266" y="134"/>
                    <a:pt x="262" y="139"/>
                    <a:pt x="256" y="139"/>
                  </a:cubicBezTo>
                  <a:cubicBezTo>
                    <a:pt x="250" y="139"/>
                    <a:pt x="245" y="134"/>
                    <a:pt x="245" y="128"/>
                  </a:cubicBezTo>
                  <a:lnTo>
                    <a:pt x="245" y="106"/>
                  </a:lnTo>
                  <a:close/>
                  <a:moveTo>
                    <a:pt x="142" y="143"/>
                  </a:moveTo>
                  <a:cubicBezTo>
                    <a:pt x="148" y="137"/>
                    <a:pt x="153" y="139"/>
                    <a:pt x="157" y="143"/>
                  </a:cubicBezTo>
                  <a:cubicBezTo>
                    <a:pt x="157" y="143"/>
                    <a:pt x="157" y="143"/>
                    <a:pt x="157" y="143"/>
                  </a:cubicBezTo>
                  <a:cubicBezTo>
                    <a:pt x="158" y="143"/>
                    <a:pt x="158" y="143"/>
                    <a:pt x="158" y="144"/>
                  </a:cubicBezTo>
                  <a:cubicBezTo>
                    <a:pt x="160" y="145"/>
                    <a:pt x="161" y="146"/>
                    <a:pt x="162" y="147"/>
                  </a:cubicBezTo>
                  <a:cubicBezTo>
                    <a:pt x="173" y="158"/>
                    <a:pt x="173" y="158"/>
                    <a:pt x="173" y="158"/>
                  </a:cubicBezTo>
                  <a:cubicBezTo>
                    <a:pt x="175" y="160"/>
                    <a:pt x="176" y="163"/>
                    <a:pt x="176" y="166"/>
                  </a:cubicBezTo>
                  <a:cubicBezTo>
                    <a:pt x="176" y="168"/>
                    <a:pt x="175" y="171"/>
                    <a:pt x="173" y="173"/>
                  </a:cubicBezTo>
                  <a:cubicBezTo>
                    <a:pt x="171" y="175"/>
                    <a:pt x="168" y="176"/>
                    <a:pt x="165" y="176"/>
                  </a:cubicBezTo>
                  <a:cubicBezTo>
                    <a:pt x="163" y="176"/>
                    <a:pt x="160" y="176"/>
                    <a:pt x="158" y="173"/>
                  </a:cubicBezTo>
                  <a:cubicBezTo>
                    <a:pt x="147" y="162"/>
                    <a:pt x="147" y="162"/>
                    <a:pt x="147" y="162"/>
                  </a:cubicBezTo>
                  <a:cubicBezTo>
                    <a:pt x="147" y="162"/>
                    <a:pt x="147" y="162"/>
                    <a:pt x="147" y="162"/>
                  </a:cubicBezTo>
                  <a:cubicBezTo>
                    <a:pt x="143" y="158"/>
                    <a:pt x="143" y="158"/>
                    <a:pt x="143" y="158"/>
                  </a:cubicBezTo>
                  <a:cubicBezTo>
                    <a:pt x="143" y="158"/>
                    <a:pt x="143" y="158"/>
                    <a:pt x="143" y="158"/>
                  </a:cubicBezTo>
                  <a:cubicBezTo>
                    <a:pt x="143" y="158"/>
                    <a:pt x="143" y="158"/>
                    <a:pt x="143" y="158"/>
                  </a:cubicBezTo>
                  <a:cubicBezTo>
                    <a:pt x="142" y="158"/>
                    <a:pt x="142" y="158"/>
                    <a:pt x="142" y="158"/>
                  </a:cubicBezTo>
                  <a:cubicBezTo>
                    <a:pt x="142" y="158"/>
                    <a:pt x="142" y="158"/>
                    <a:pt x="142" y="158"/>
                  </a:cubicBezTo>
                  <a:cubicBezTo>
                    <a:pt x="140" y="156"/>
                    <a:pt x="139" y="153"/>
                    <a:pt x="139" y="150"/>
                  </a:cubicBezTo>
                  <a:cubicBezTo>
                    <a:pt x="139" y="147"/>
                    <a:pt x="140" y="145"/>
                    <a:pt x="142" y="143"/>
                  </a:cubicBezTo>
                  <a:close/>
                  <a:moveTo>
                    <a:pt x="128" y="266"/>
                  </a:moveTo>
                  <a:cubicBezTo>
                    <a:pt x="106" y="266"/>
                    <a:pt x="106" y="266"/>
                    <a:pt x="106" y="266"/>
                  </a:cubicBezTo>
                  <a:cubicBezTo>
                    <a:pt x="100" y="266"/>
                    <a:pt x="95" y="262"/>
                    <a:pt x="95" y="256"/>
                  </a:cubicBezTo>
                  <a:cubicBezTo>
                    <a:pt x="95" y="250"/>
                    <a:pt x="100" y="245"/>
                    <a:pt x="106" y="245"/>
                  </a:cubicBezTo>
                  <a:cubicBezTo>
                    <a:pt x="128" y="245"/>
                    <a:pt x="128" y="245"/>
                    <a:pt x="128" y="245"/>
                  </a:cubicBezTo>
                  <a:cubicBezTo>
                    <a:pt x="134" y="245"/>
                    <a:pt x="139" y="250"/>
                    <a:pt x="139" y="256"/>
                  </a:cubicBezTo>
                  <a:cubicBezTo>
                    <a:pt x="139" y="262"/>
                    <a:pt x="134" y="266"/>
                    <a:pt x="128" y="266"/>
                  </a:cubicBezTo>
                  <a:close/>
                  <a:moveTo>
                    <a:pt x="173" y="354"/>
                  </a:moveTo>
                  <a:cubicBezTo>
                    <a:pt x="162" y="365"/>
                    <a:pt x="162" y="365"/>
                    <a:pt x="162" y="365"/>
                  </a:cubicBezTo>
                  <a:cubicBezTo>
                    <a:pt x="161" y="366"/>
                    <a:pt x="161" y="366"/>
                    <a:pt x="160" y="367"/>
                  </a:cubicBezTo>
                  <a:cubicBezTo>
                    <a:pt x="160" y="367"/>
                    <a:pt x="159" y="368"/>
                    <a:pt x="159" y="368"/>
                  </a:cubicBezTo>
                  <a:cubicBezTo>
                    <a:pt x="158" y="368"/>
                    <a:pt x="158" y="369"/>
                    <a:pt x="158" y="369"/>
                  </a:cubicBezTo>
                  <a:cubicBezTo>
                    <a:pt x="158" y="369"/>
                    <a:pt x="158" y="369"/>
                    <a:pt x="158" y="369"/>
                  </a:cubicBezTo>
                  <a:cubicBezTo>
                    <a:pt x="155" y="371"/>
                    <a:pt x="152" y="373"/>
                    <a:pt x="149" y="373"/>
                  </a:cubicBezTo>
                  <a:cubicBezTo>
                    <a:pt x="148" y="373"/>
                    <a:pt x="148" y="373"/>
                    <a:pt x="147" y="372"/>
                  </a:cubicBezTo>
                  <a:cubicBezTo>
                    <a:pt x="145" y="372"/>
                    <a:pt x="144" y="371"/>
                    <a:pt x="142" y="369"/>
                  </a:cubicBezTo>
                  <a:cubicBezTo>
                    <a:pt x="142" y="369"/>
                    <a:pt x="142" y="369"/>
                    <a:pt x="142" y="369"/>
                  </a:cubicBezTo>
                  <a:cubicBezTo>
                    <a:pt x="140" y="367"/>
                    <a:pt x="139" y="365"/>
                    <a:pt x="139" y="362"/>
                  </a:cubicBezTo>
                  <a:cubicBezTo>
                    <a:pt x="139" y="359"/>
                    <a:pt x="140" y="356"/>
                    <a:pt x="142" y="354"/>
                  </a:cubicBezTo>
                  <a:cubicBezTo>
                    <a:pt x="142" y="354"/>
                    <a:pt x="142" y="354"/>
                    <a:pt x="142" y="354"/>
                  </a:cubicBezTo>
                  <a:cubicBezTo>
                    <a:pt x="143" y="354"/>
                    <a:pt x="143" y="354"/>
                    <a:pt x="143" y="354"/>
                  </a:cubicBezTo>
                  <a:cubicBezTo>
                    <a:pt x="143" y="354"/>
                    <a:pt x="143" y="354"/>
                    <a:pt x="143" y="354"/>
                  </a:cubicBezTo>
                  <a:cubicBezTo>
                    <a:pt x="143" y="354"/>
                    <a:pt x="143" y="354"/>
                    <a:pt x="143" y="354"/>
                  </a:cubicBezTo>
                  <a:cubicBezTo>
                    <a:pt x="147" y="350"/>
                    <a:pt x="147" y="350"/>
                    <a:pt x="147" y="350"/>
                  </a:cubicBezTo>
                  <a:cubicBezTo>
                    <a:pt x="147" y="350"/>
                    <a:pt x="147" y="350"/>
                    <a:pt x="147" y="350"/>
                  </a:cubicBezTo>
                  <a:cubicBezTo>
                    <a:pt x="158" y="339"/>
                    <a:pt x="158" y="339"/>
                    <a:pt x="158" y="339"/>
                  </a:cubicBezTo>
                  <a:cubicBezTo>
                    <a:pt x="162" y="335"/>
                    <a:pt x="169" y="335"/>
                    <a:pt x="173" y="339"/>
                  </a:cubicBezTo>
                  <a:cubicBezTo>
                    <a:pt x="175" y="341"/>
                    <a:pt x="176" y="344"/>
                    <a:pt x="176" y="346"/>
                  </a:cubicBezTo>
                  <a:cubicBezTo>
                    <a:pt x="176" y="349"/>
                    <a:pt x="175" y="352"/>
                    <a:pt x="173" y="354"/>
                  </a:cubicBezTo>
                  <a:close/>
                  <a:moveTo>
                    <a:pt x="266" y="406"/>
                  </a:moveTo>
                  <a:cubicBezTo>
                    <a:pt x="266" y="412"/>
                    <a:pt x="262" y="416"/>
                    <a:pt x="256" y="416"/>
                  </a:cubicBezTo>
                  <a:cubicBezTo>
                    <a:pt x="250" y="416"/>
                    <a:pt x="245" y="412"/>
                    <a:pt x="245" y="406"/>
                  </a:cubicBezTo>
                  <a:cubicBezTo>
                    <a:pt x="245" y="384"/>
                    <a:pt x="245" y="384"/>
                    <a:pt x="245" y="384"/>
                  </a:cubicBezTo>
                  <a:cubicBezTo>
                    <a:pt x="245" y="378"/>
                    <a:pt x="250" y="373"/>
                    <a:pt x="256" y="373"/>
                  </a:cubicBezTo>
                  <a:cubicBezTo>
                    <a:pt x="262" y="373"/>
                    <a:pt x="266" y="378"/>
                    <a:pt x="266" y="384"/>
                  </a:cubicBezTo>
                  <a:lnTo>
                    <a:pt x="266" y="406"/>
                  </a:lnTo>
                  <a:close/>
                  <a:moveTo>
                    <a:pt x="256" y="352"/>
                  </a:moveTo>
                  <a:cubicBezTo>
                    <a:pt x="203" y="352"/>
                    <a:pt x="160" y="309"/>
                    <a:pt x="160" y="256"/>
                  </a:cubicBezTo>
                  <a:cubicBezTo>
                    <a:pt x="160" y="203"/>
                    <a:pt x="203" y="160"/>
                    <a:pt x="256" y="160"/>
                  </a:cubicBezTo>
                  <a:cubicBezTo>
                    <a:pt x="309" y="160"/>
                    <a:pt x="352" y="203"/>
                    <a:pt x="352" y="256"/>
                  </a:cubicBezTo>
                  <a:cubicBezTo>
                    <a:pt x="352" y="309"/>
                    <a:pt x="309" y="352"/>
                    <a:pt x="256" y="352"/>
                  </a:cubicBezTo>
                  <a:close/>
                  <a:moveTo>
                    <a:pt x="369" y="369"/>
                  </a:moveTo>
                  <a:cubicBezTo>
                    <a:pt x="367" y="371"/>
                    <a:pt x="364" y="373"/>
                    <a:pt x="362" y="373"/>
                  </a:cubicBezTo>
                  <a:cubicBezTo>
                    <a:pt x="359" y="373"/>
                    <a:pt x="356" y="372"/>
                    <a:pt x="354" y="370"/>
                  </a:cubicBezTo>
                  <a:cubicBezTo>
                    <a:pt x="343" y="358"/>
                    <a:pt x="343" y="358"/>
                    <a:pt x="343" y="358"/>
                  </a:cubicBezTo>
                  <a:cubicBezTo>
                    <a:pt x="343" y="358"/>
                    <a:pt x="343" y="358"/>
                    <a:pt x="343" y="358"/>
                  </a:cubicBezTo>
                  <a:cubicBezTo>
                    <a:pt x="339" y="355"/>
                    <a:pt x="339" y="355"/>
                    <a:pt x="339" y="355"/>
                  </a:cubicBezTo>
                  <a:cubicBezTo>
                    <a:pt x="339" y="355"/>
                    <a:pt x="339" y="354"/>
                    <a:pt x="339" y="354"/>
                  </a:cubicBezTo>
                  <a:cubicBezTo>
                    <a:pt x="339" y="354"/>
                    <a:pt x="339" y="354"/>
                    <a:pt x="339" y="354"/>
                  </a:cubicBezTo>
                  <a:cubicBezTo>
                    <a:pt x="338" y="354"/>
                    <a:pt x="338" y="354"/>
                    <a:pt x="338" y="354"/>
                  </a:cubicBezTo>
                  <a:cubicBezTo>
                    <a:pt x="338" y="354"/>
                    <a:pt x="338" y="354"/>
                    <a:pt x="338" y="354"/>
                  </a:cubicBezTo>
                  <a:cubicBezTo>
                    <a:pt x="337" y="352"/>
                    <a:pt x="335" y="349"/>
                    <a:pt x="336" y="346"/>
                  </a:cubicBezTo>
                  <a:cubicBezTo>
                    <a:pt x="336" y="343"/>
                    <a:pt x="336" y="341"/>
                    <a:pt x="338" y="339"/>
                  </a:cubicBezTo>
                  <a:cubicBezTo>
                    <a:pt x="344" y="333"/>
                    <a:pt x="349" y="335"/>
                    <a:pt x="353" y="339"/>
                  </a:cubicBezTo>
                  <a:cubicBezTo>
                    <a:pt x="354" y="339"/>
                    <a:pt x="354" y="339"/>
                    <a:pt x="354" y="339"/>
                  </a:cubicBezTo>
                  <a:cubicBezTo>
                    <a:pt x="354" y="339"/>
                    <a:pt x="354" y="339"/>
                    <a:pt x="354" y="340"/>
                  </a:cubicBezTo>
                  <a:cubicBezTo>
                    <a:pt x="356" y="341"/>
                    <a:pt x="357" y="342"/>
                    <a:pt x="358" y="343"/>
                  </a:cubicBezTo>
                  <a:cubicBezTo>
                    <a:pt x="369" y="354"/>
                    <a:pt x="369" y="354"/>
                    <a:pt x="369" y="354"/>
                  </a:cubicBezTo>
                  <a:cubicBezTo>
                    <a:pt x="371" y="356"/>
                    <a:pt x="372" y="359"/>
                    <a:pt x="372" y="362"/>
                  </a:cubicBezTo>
                  <a:cubicBezTo>
                    <a:pt x="372" y="365"/>
                    <a:pt x="371" y="367"/>
                    <a:pt x="369" y="369"/>
                  </a:cubicBezTo>
                  <a:close/>
                  <a:moveTo>
                    <a:pt x="369" y="158"/>
                  </a:moveTo>
                  <a:cubicBezTo>
                    <a:pt x="358" y="169"/>
                    <a:pt x="358" y="169"/>
                    <a:pt x="358" y="169"/>
                  </a:cubicBezTo>
                  <a:cubicBezTo>
                    <a:pt x="357" y="170"/>
                    <a:pt x="357" y="170"/>
                    <a:pt x="356" y="171"/>
                  </a:cubicBezTo>
                  <a:cubicBezTo>
                    <a:pt x="356" y="171"/>
                    <a:pt x="355" y="171"/>
                    <a:pt x="355" y="172"/>
                  </a:cubicBezTo>
                  <a:cubicBezTo>
                    <a:pt x="355" y="172"/>
                    <a:pt x="354" y="172"/>
                    <a:pt x="354" y="173"/>
                  </a:cubicBezTo>
                  <a:cubicBezTo>
                    <a:pt x="354" y="173"/>
                    <a:pt x="354" y="173"/>
                    <a:pt x="354" y="173"/>
                  </a:cubicBezTo>
                  <a:cubicBezTo>
                    <a:pt x="351" y="175"/>
                    <a:pt x="348" y="177"/>
                    <a:pt x="345" y="177"/>
                  </a:cubicBezTo>
                  <a:cubicBezTo>
                    <a:pt x="345" y="177"/>
                    <a:pt x="344" y="176"/>
                    <a:pt x="343" y="176"/>
                  </a:cubicBezTo>
                  <a:cubicBezTo>
                    <a:pt x="342" y="176"/>
                    <a:pt x="340" y="175"/>
                    <a:pt x="338" y="173"/>
                  </a:cubicBezTo>
                  <a:cubicBezTo>
                    <a:pt x="338" y="173"/>
                    <a:pt x="338" y="173"/>
                    <a:pt x="338" y="173"/>
                  </a:cubicBezTo>
                  <a:cubicBezTo>
                    <a:pt x="336" y="171"/>
                    <a:pt x="336" y="169"/>
                    <a:pt x="336" y="166"/>
                  </a:cubicBezTo>
                  <a:cubicBezTo>
                    <a:pt x="335" y="163"/>
                    <a:pt x="337" y="160"/>
                    <a:pt x="338" y="158"/>
                  </a:cubicBezTo>
                  <a:cubicBezTo>
                    <a:pt x="338" y="158"/>
                    <a:pt x="338" y="158"/>
                    <a:pt x="338" y="158"/>
                  </a:cubicBezTo>
                  <a:cubicBezTo>
                    <a:pt x="339" y="158"/>
                    <a:pt x="339" y="158"/>
                    <a:pt x="339" y="158"/>
                  </a:cubicBezTo>
                  <a:cubicBezTo>
                    <a:pt x="339" y="158"/>
                    <a:pt x="339" y="158"/>
                    <a:pt x="339" y="158"/>
                  </a:cubicBezTo>
                  <a:cubicBezTo>
                    <a:pt x="339" y="158"/>
                    <a:pt x="339" y="158"/>
                    <a:pt x="339" y="158"/>
                  </a:cubicBezTo>
                  <a:cubicBezTo>
                    <a:pt x="343" y="154"/>
                    <a:pt x="343" y="154"/>
                    <a:pt x="343" y="154"/>
                  </a:cubicBezTo>
                  <a:cubicBezTo>
                    <a:pt x="343" y="154"/>
                    <a:pt x="343" y="154"/>
                    <a:pt x="343" y="154"/>
                  </a:cubicBezTo>
                  <a:cubicBezTo>
                    <a:pt x="354" y="143"/>
                    <a:pt x="354" y="143"/>
                    <a:pt x="354" y="143"/>
                  </a:cubicBezTo>
                  <a:cubicBezTo>
                    <a:pt x="358" y="139"/>
                    <a:pt x="365" y="139"/>
                    <a:pt x="369" y="143"/>
                  </a:cubicBezTo>
                  <a:cubicBezTo>
                    <a:pt x="371" y="145"/>
                    <a:pt x="372" y="147"/>
                    <a:pt x="372" y="150"/>
                  </a:cubicBezTo>
                  <a:cubicBezTo>
                    <a:pt x="372" y="153"/>
                    <a:pt x="371" y="156"/>
                    <a:pt x="369" y="158"/>
                  </a:cubicBezTo>
                  <a:close/>
                  <a:moveTo>
                    <a:pt x="405" y="266"/>
                  </a:moveTo>
                  <a:cubicBezTo>
                    <a:pt x="383" y="266"/>
                    <a:pt x="383" y="266"/>
                    <a:pt x="383" y="266"/>
                  </a:cubicBezTo>
                  <a:cubicBezTo>
                    <a:pt x="377" y="266"/>
                    <a:pt x="373" y="262"/>
                    <a:pt x="373" y="256"/>
                  </a:cubicBezTo>
                  <a:cubicBezTo>
                    <a:pt x="373" y="250"/>
                    <a:pt x="377" y="245"/>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16" name="Graphic 15" descr="Harvey Balls 0% with solid fill">
            <a:extLst>
              <a:ext uri="{FF2B5EF4-FFF2-40B4-BE49-F238E27FC236}">
                <a16:creationId xmlns:a16="http://schemas.microsoft.com/office/drawing/2014/main" id="{4F7FBFE4-F6D3-4BB6-7A92-5511E2CD681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929846" y="5493"/>
            <a:ext cx="678580" cy="643491"/>
          </a:xfrm>
          <a:prstGeom prst="rect">
            <a:avLst/>
          </a:prstGeom>
        </p:spPr>
      </p:pic>
      <p:grpSp>
        <p:nvGrpSpPr>
          <p:cNvPr id="17" name="Group 437">
            <a:extLst>
              <a:ext uri="{FF2B5EF4-FFF2-40B4-BE49-F238E27FC236}">
                <a16:creationId xmlns:a16="http://schemas.microsoft.com/office/drawing/2014/main" id="{DE371ED8-B425-6CED-4BAD-9E5C4E6B7828}"/>
              </a:ext>
            </a:extLst>
          </p:cNvPr>
          <p:cNvGrpSpPr>
            <a:grpSpLocks noChangeAspect="1"/>
          </p:cNvGrpSpPr>
          <p:nvPr/>
        </p:nvGrpSpPr>
        <p:grpSpPr bwMode="auto">
          <a:xfrm>
            <a:off x="10092622" y="154533"/>
            <a:ext cx="354876" cy="336530"/>
            <a:chOff x="3130" y="1561"/>
            <a:chExt cx="340" cy="340"/>
          </a:xfrm>
          <a:solidFill>
            <a:schemeClr val="accent4"/>
          </a:solidFill>
        </p:grpSpPr>
        <p:sp>
          <p:nvSpPr>
            <p:cNvPr id="18" name="Freeform 438">
              <a:extLst>
                <a:ext uri="{FF2B5EF4-FFF2-40B4-BE49-F238E27FC236}">
                  <a16:creationId xmlns:a16="http://schemas.microsoft.com/office/drawing/2014/main" id="{709902DE-D914-A1F1-F5DB-29D285F6FAC7}"/>
                </a:ext>
              </a:extLst>
            </p:cNvPr>
            <p:cNvSpPr>
              <a:spLocks/>
            </p:cNvSpPr>
            <p:nvPr/>
          </p:nvSpPr>
          <p:spPr bwMode="auto">
            <a:xfrm>
              <a:off x="3307" y="1696"/>
              <a:ext cx="28" cy="28"/>
            </a:xfrm>
            <a:custGeom>
              <a:avLst/>
              <a:gdLst>
                <a:gd name="T0" fmla="*/ 0 w 42"/>
                <a:gd name="T1" fmla="*/ 0 h 42"/>
                <a:gd name="T2" fmla="*/ 0 w 42"/>
                <a:gd name="T3" fmla="*/ 42 h 42"/>
                <a:gd name="T4" fmla="*/ 42 w 42"/>
                <a:gd name="T5" fmla="*/ 42 h 42"/>
                <a:gd name="T6" fmla="*/ 0 w 42"/>
                <a:gd name="T7" fmla="*/ 0 h 42"/>
              </a:gdLst>
              <a:ahLst/>
              <a:cxnLst>
                <a:cxn ang="0">
                  <a:pos x="T0" y="T1"/>
                </a:cxn>
                <a:cxn ang="0">
                  <a:pos x="T2" y="T3"/>
                </a:cxn>
                <a:cxn ang="0">
                  <a:pos x="T4" y="T5"/>
                </a:cxn>
                <a:cxn ang="0">
                  <a:pos x="T6" y="T7"/>
                </a:cxn>
              </a:cxnLst>
              <a:rect l="0" t="0" r="r" b="b"/>
              <a:pathLst>
                <a:path w="42" h="42">
                  <a:moveTo>
                    <a:pt x="0" y="0"/>
                  </a:moveTo>
                  <a:cubicBezTo>
                    <a:pt x="0" y="42"/>
                    <a:pt x="0" y="42"/>
                    <a:pt x="0" y="42"/>
                  </a:cubicBezTo>
                  <a:cubicBezTo>
                    <a:pt x="42" y="42"/>
                    <a:pt x="42" y="42"/>
                    <a:pt x="42" y="42"/>
                  </a:cubicBezTo>
                  <a:cubicBezTo>
                    <a:pt x="38" y="21"/>
                    <a:pt x="2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9" name="Freeform 439">
              <a:extLst>
                <a:ext uri="{FF2B5EF4-FFF2-40B4-BE49-F238E27FC236}">
                  <a16:creationId xmlns:a16="http://schemas.microsoft.com/office/drawing/2014/main" id="{67D19822-DF80-95E6-FC6F-A8A926839C45}"/>
                </a:ext>
              </a:extLst>
            </p:cNvPr>
            <p:cNvSpPr>
              <a:spLocks/>
            </p:cNvSpPr>
            <p:nvPr/>
          </p:nvSpPr>
          <p:spPr bwMode="auto">
            <a:xfrm>
              <a:off x="3265" y="1696"/>
              <a:ext cx="28" cy="28"/>
            </a:xfrm>
            <a:custGeom>
              <a:avLst/>
              <a:gdLst>
                <a:gd name="T0" fmla="*/ 0 w 42"/>
                <a:gd name="T1" fmla="*/ 42 h 42"/>
                <a:gd name="T2" fmla="*/ 42 w 42"/>
                <a:gd name="T3" fmla="*/ 42 h 42"/>
                <a:gd name="T4" fmla="*/ 42 w 42"/>
                <a:gd name="T5" fmla="*/ 0 h 42"/>
                <a:gd name="T6" fmla="*/ 0 w 42"/>
                <a:gd name="T7" fmla="*/ 42 h 42"/>
              </a:gdLst>
              <a:ahLst/>
              <a:cxnLst>
                <a:cxn ang="0">
                  <a:pos x="T0" y="T1"/>
                </a:cxn>
                <a:cxn ang="0">
                  <a:pos x="T2" y="T3"/>
                </a:cxn>
                <a:cxn ang="0">
                  <a:pos x="T4" y="T5"/>
                </a:cxn>
                <a:cxn ang="0">
                  <a:pos x="T6" y="T7"/>
                </a:cxn>
              </a:cxnLst>
              <a:rect l="0" t="0" r="r" b="b"/>
              <a:pathLst>
                <a:path w="42" h="42">
                  <a:moveTo>
                    <a:pt x="0" y="42"/>
                  </a:moveTo>
                  <a:cubicBezTo>
                    <a:pt x="42" y="42"/>
                    <a:pt x="42" y="42"/>
                    <a:pt x="42" y="42"/>
                  </a:cubicBezTo>
                  <a:cubicBezTo>
                    <a:pt x="42" y="0"/>
                    <a:pt x="42" y="0"/>
                    <a:pt x="42" y="0"/>
                  </a:cubicBezTo>
                  <a:cubicBezTo>
                    <a:pt x="21" y="5"/>
                    <a:pt x="5" y="21"/>
                    <a:pt x="0"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0" name="Freeform 440">
              <a:extLst>
                <a:ext uri="{FF2B5EF4-FFF2-40B4-BE49-F238E27FC236}">
                  <a16:creationId xmlns:a16="http://schemas.microsoft.com/office/drawing/2014/main" id="{26913FD5-CB04-A026-DF7B-255473750A1F}"/>
                </a:ext>
              </a:extLst>
            </p:cNvPr>
            <p:cNvSpPr>
              <a:spLocks/>
            </p:cNvSpPr>
            <p:nvPr/>
          </p:nvSpPr>
          <p:spPr bwMode="auto">
            <a:xfrm>
              <a:off x="3230" y="1661"/>
              <a:ext cx="63" cy="63"/>
            </a:xfrm>
            <a:custGeom>
              <a:avLst/>
              <a:gdLst>
                <a:gd name="T0" fmla="*/ 0 w 95"/>
                <a:gd name="T1" fmla="*/ 95 h 95"/>
                <a:gd name="T2" fmla="*/ 32 w 95"/>
                <a:gd name="T3" fmla="*/ 95 h 95"/>
                <a:gd name="T4" fmla="*/ 95 w 95"/>
                <a:gd name="T5" fmla="*/ 32 h 95"/>
                <a:gd name="T6" fmla="*/ 95 w 95"/>
                <a:gd name="T7" fmla="*/ 0 h 95"/>
                <a:gd name="T8" fmla="*/ 0 w 95"/>
                <a:gd name="T9" fmla="*/ 95 h 95"/>
              </a:gdLst>
              <a:ahLst/>
              <a:cxnLst>
                <a:cxn ang="0">
                  <a:pos x="T0" y="T1"/>
                </a:cxn>
                <a:cxn ang="0">
                  <a:pos x="T2" y="T3"/>
                </a:cxn>
                <a:cxn ang="0">
                  <a:pos x="T4" y="T5"/>
                </a:cxn>
                <a:cxn ang="0">
                  <a:pos x="T6" y="T7"/>
                </a:cxn>
                <a:cxn ang="0">
                  <a:pos x="T8" y="T9"/>
                </a:cxn>
              </a:cxnLst>
              <a:rect l="0" t="0" r="r" b="b"/>
              <a:pathLst>
                <a:path w="95" h="95">
                  <a:moveTo>
                    <a:pt x="0" y="95"/>
                  </a:moveTo>
                  <a:cubicBezTo>
                    <a:pt x="32" y="95"/>
                    <a:pt x="32" y="95"/>
                    <a:pt x="32" y="95"/>
                  </a:cubicBezTo>
                  <a:cubicBezTo>
                    <a:pt x="37" y="62"/>
                    <a:pt x="62" y="37"/>
                    <a:pt x="95" y="32"/>
                  </a:cubicBezTo>
                  <a:cubicBezTo>
                    <a:pt x="95" y="0"/>
                    <a:pt x="95" y="0"/>
                    <a:pt x="95" y="0"/>
                  </a:cubicBezTo>
                  <a:cubicBezTo>
                    <a:pt x="45" y="5"/>
                    <a:pt x="5" y="45"/>
                    <a:pt x="0" y="9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1" name="Freeform 441">
              <a:extLst>
                <a:ext uri="{FF2B5EF4-FFF2-40B4-BE49-F238E27FC236}">
                  <a16:creationId xmlns:a16="http://schemas.microsoft.com/office/drawing/2014/main" id="{8CDB820C-6A3B-EE9F-35B5-9E755475B103}"/>
                </a:ext>
              </a:extLst>
            </p:cNvPr>
            <p:cNvSpPr>
              <a:spLocks/>
            </p:cNvSpPr>
            <p:nvPr/>
          </p:nvSpPr>
          <p:spPr bwMode="auto">
            <a:xfrm>
              <a:off x="3265" y="1738"/>
              <a:ext cx="28" cy="28"/>
            </a:xfrm>
            <a:custGeom>
              <a:avLst/>
              <a:gdLst>
                <a:gd name="T0" fmla="*/ 42 w 42"/>
                <a:gd name="T1" fmla="*/ 42 h 42"/>
                <a:gd name="T2" fmla="*/ 42 w 42"/>
                <a:gd name="T3" fmla="*/ 0 h 42"/>
                <a:gd name="T4" fmla="*/ 0 w 42"/>
                <a:gd name="T5" fmla="*/ 0 h 42"/>
                <a:gd name="T6" fmla="*/ 42 w 42"/>
                <a:gd name="T7" fmla="*/ 42 h 42"/>
              </a:gdLst>
              <a:ahLst/>
              <a:cxnLst>
                <a:cxn ang="0">
                  <a:pos x="T0" y="T1"/>
                </a:cxn>
                <a:cxn ang="0">
                  <a:pos x="T2" y="T3"/>
                </a:cxn>
                <a:cxn ang="0">
                  <a:pos x="T4" y="T5"/>
                </a:cxn>
                <a:cxn ang="0">
                  <a:pos x="T6" y="T7"/>
                </a:cxn>
              </a:cxnLst>
              <a:rect l="0" t="0" r="r" b="b"/>
              <a:pathLst>
                <a:path w="42" h="42">
                  <a:moveTo>
                    <a:pt x="42" y="42"/>
                  </a:moveTo>
                  <a:cubicBezTo>
                    <a:pt x="42" y="0"/>
                    <a:pt x="42" y="0"/>
                    <a:pt x="42" y="0"/>
                  </a:cubicBezTo>
                  <a:cubicBezTo>
                    <a:pt x="0" y="0"/>
                    <a:pt x="0" y="0"/>
                    <a:pt x="0" y="0"/>
                  </a:cubicBezTo>
                  <a:cubicBezTo>
                    <a:pt x="5" y="21"/>
                    <a:pt x="21" y="38"/>
                    <a:pt x="42"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2" name="Freeform 442">
              <a:extLst>
                <a:ext uri="{FF2B5EF4-FFF2-40B4-BE49-F238E27FC236}">
                  <a16:creationId xmlns:a16="http://schemas.microsoft.com/office/drawing/2014/main" id="{171AE058-3924-22E3-A0BD-25A5AE449EA6}"/>
                </a:ext>
              </a:extLst>
            </p:cNvPr>
            <p:cNvSpPr>
              <a:spLocks/>
            </p:cNvSpPr>
            <p:nvPr/>
          </p:nvSpPr>
          <p:spPr bwMode="auto">
            <a:xfrm>
              <a:off x="3230" y="1738"/>
              <a:ext cx="63" cy="63"/>
            </a:xfrm>
            <a:custGeom>
              <a:avLst/>
              <a:gdLst>
                <a:gd name="T0" fmla="*/ 32 w 95"/>
                <a:gd name="T1" fmla="*/ 0 h 96"/>
                <a:gd name="T2" fmla="*/ 0 w 95"/>
                <a:gd name="T3" fmla="*/ 0 h 96"/>
                <a:gd name="T4" fmla="*/ 95 w 95"/>
                <a:gd name="T5" fmla="*/ 96 h 96"/>
                <a:gd name="T6" fmla="*/ 95 w 95"/>
                <a:gd name="T7" fmla="*/ 63 h 96"/>
                <a:gd name="T8" fmla="*/ 32 w 95"/>
                <a:gd name="T9" fmla="*/ 0 h 96"/>
              </a:gdLst>
              <a:ahLst/>
              <a:cxnLst>
                <a:cxn ang="0">
                  <a:pos x="T0" y="T1"/>
                </a:cxn>
                <a:cxn ang="0">
                  <a:pos x="T2" y="T3"/>
                </a:cxn>
                <a:cxn ang="0">
                  <a:pos x="T4" y="T5"/>
                </a:cxn>
                <a:cxn ang="0">
                  <a:pos x="T6" y="T7"/>
                </a:cxn>
                <a:cxn ang="0">
                  <a:pos x="T8" y="T9"/>
                </a:cxn>
              </a:cxnLst>
              <a:rect l="0" t="0" r="r" b="b"/>
              <a:pathLst>
                <a:path w="95" h="96">
                  <a:moveTo>
                    <a:pt x="32" y="0"/>
                  </a:moveTo>
                  <a:cubicBezTo>
                    <a:pt x="0" y="0"/>
                    <a:pt x="0" y="0"/>
                    <a:pt x="0" y="0"/>
                  </a:cubicBezTo>
                  <a:cubicBezTo>
                    <a:pt x="5" y="51"/>
                    <a:pt x="45" y="91"/>
                    <a:pt x="95" y="96"/>
                  </a:cubicBezTo>
                  <a:cubicBezTo>
                    <a:pt x="95" y="63"/>
                    <a:pt x="95" y="63"/>
                    <a:pt x="95" y="63"/>
                  </a:cubicBezTo>
                  <a:cubicBezTo>
                    <a:pt x="62" y="59"/>
                    <a:pt x="37" y="33"/>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3" name="Freeform 443">
              <a:extLst>
                <a:ext uri="{FF2B5EF4-FFF2-40B4-BE49-F238E27FC236}">
                  <a16:creationId xmlns:a16="http://schemas.microsoft.com/office/drawing/2014/main" id="{3B422846-7D58-B7B4-0192-E5DFE60484FB}"/>
                </a:ext>
              </a:extLst>
            </p:cNvPr>
            <p:cNvSpPr>
              <a:spLocks/>
            </p:cNvSpPr>
            <p:nvPr/>
          </p:nvSpPr>
          <p:spPr bwMode="auto">
            <a:xfrm>
              <a:off x="3307" y="1738"/>
              <a:ext cx="28" cy="28"/>
            </a:xfrm>
            <a:custGeom>
              <a:avLst/>
              <a:gdLst>
                <a:gd name="T0" fmla="*/ 42 w 42"/>
                <a:gd name="T1" fmla="*/ 0 h 42"/>
                <a:gd name="T2" fmla="*/ 0 w 42"/>
                <a:gd name="T3" fmla="*/ 0 h 42"/>
                <a:gd name="T4" fmla="*/ 0 w 42"/>
                <a:gd name="T5" fmla="*/ 42 h 42"/>
                <a:gd name="T6" fmla="*/ 42 w 42"/>
                <a:gd name="T7" fmla="*/ 0 h 42"/>
              </a:gdLst>
              <a:ahLst/>
              <a:cxnLst>
                <a:cxn ang="0">
                  <a:pos x="T0" y="T1"/>
                </a:cxn>
                <a:cxn ang="0">
                  <a:pos x="T2" y="T3"/>
                </a:cxn>
                <a:cxn ang="0">
                  <a:pos x="T4" y="T5"/>
                </a:cxn>
                <a:cxn ang="0">
                  <a:pos x="T6" y="T7"/>
                </a:cxn>
              </a:cxnLst>
              <a:rect l="0" t="0" r="r" b="b"/>
              <a:pathLst>
                <a:path w="42" h="42">
                  <a:moveTo>
                    <a:pt x="42" y="0"/>
                  </a:moveTo>
                  <a:cubicBezTo>
                    <a:pt x="0" y="0"/>
                    <a:pt x="0" y="0"/>
                    <a:pt x="0" y="0"/>
                  </a:cubicBezTo>
                  <a:cubicBezTo>
                    <a:pt x="0" y="42"/>
                    <a:pt x="0" y="42"/>
                    <a:pt x="0" y="42"/>
                  </a:cubicBezTo>
                  <a:cubicBezTo>
                    <a:pt x="21" y="38"/>
                    <a:pt x="38" y="21"/>
                    <a:pt x="4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4" name="Freeform 444">
              <a:extLst>
                <a:ext uri="{FF2B5EF4-FFF2-40B4-BE49-F238E27FC236}">
                  <a16:creationId xmlns:a16="http://schemas.microsoft.com/office/drawing/2014/main" id="{A8C91CFC-BAD0-9C01-2FE3-77995E365075}"/>
                </a:ext>
              </a:extLst>
            </p:cNvPr>
            <p:cNvSpPr>
              <a:spLocks noEditPoints="1"/>
            </p:cNvSpPr>
            <p:nvPr/>
          </p:nvSpPr>
          <p:spPr bwMode="auto">
            <a:xfrm>
              <a:off x="3130" y="1561"/>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83 w 512"/>
                <a:gd name="T13" fmla="*/ 266 h 512"/>
                <a:gd name="T14" fmla="*/ 266 w 512"/>
                <a:gd name="T15" fmla="*/ 383 h 512"/>
                <a:gd name="T16" fmla="*/ 266 w 512"/>
                <a:gd name="T17" fmla="*/ 405 h 512"/>
                <a:gd name="T18" fmla="*/ 256 w 512"/>
                <a:gd name="T19" fmla="*/ 416 h 512"/>
                <a:gd name="T20" fmla="*/ 245 w 512"/>
                <a:gd name="T21" fmla="*/ 405 h 512"/>
                <a:gd name="T22" fmla="*/ 245 w 512"/>
                <a:gd name="T23" fmla="*/ 383 h 512"/>
                <a:gd name="T24" fmla="*/ 128 w 512"/>
                <a:gd name="T25" fmla="*/ 266 h 512"/>
                <a:gd name="T26" fmla="*/ 106 w 512"/>
                <a:gd name="T27" fmla="*/ 266 h 512"/>
                <a:gd name="T28" fmla="*/ 96 w 512"/>
                <a:gd name="T29" fmla="*/ 256 h 512"/>
                <a:gd name="T30" fmla="*/ 106 w 512"/>
                <a:gd name="T31" fmla="*/ 245 h 512"/>
                <a:gd name="T32" fmla="*/ 128 w 512"/>
                <a:gd name="T33" fmla="*/ 245 h 512"/>
                <a:gd name="T34" fmla="*/ 245 w 512"/>
                <a:gd name="T35" fmla="*/ 128 h 512"/>
                <a:gd name="T36" fmla="*/ 245 w 512"/>
                <a:gd name="T37" fmla="*/ 106 h 512"/>
                <a:gd name="T38" fmla="*/ 256 w 512"/>
                <a:gd name="T39" fmla="*/ 96 h 512"/>
                <a:gd name="T40" fmla="*/ 266 w 512"/>
                <a:gd name="T41" fmla="*/ 106 h 512"/>
                <a:gd name="T42" fmla="*/ 266 w 512"/>
                <a:gd name="T43" fmla="*/ 128 h 512"/>
                <a:gd name="T44" fmla="*/ 383 w 512"/>
                <a:gd name="T45" fmla="*/ 245 h 512"/>
                <a:gd name="T46" fmla="*/ 405 w 512"/>
                <a:gd name="T47" fmla="*/ 245 h 512"/>
                <a:gd name="T48" fmla="*/ 416 w 512"/>
                <a:gd name="T49" fmla="*/ 256 h 512"/>
                <a:gd name="T50" fmla="*/ 405 w 512"/>
                <a:gd name="T51"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83" y="266"/>
                    <a:pt x="383" y="266"/>
                    <a:pt x="383" y="266"/>
                  </a:cubicBezTo>
                  <a:cubicBezTo>
                    <a:pt x="378" y="328"/>
                    <a:pt x="328" y="378"/>
                    <a:pt x="266" y="383"/>
                  </a:cubicBezTo>
                  <a:cubicBezTo>
                    <a:pt x="266" y="405"/>
                    <a:pt x="266" y="405"/>
                    <a:pt x="266" y="405"/>
                  </a:cubicBezTo>
                  <a:cubicBezTo>
                    <a:pt x="266" y="411"/>
                    <a:pt x="262" y="416"/>
                    <a:pt x="256" y="416"/>
                  </a:cubicBezTo>
                  <a:cubicBezTo>
                    <a:pt x="250" y="416"/>
                    <a:pt x="245" y="411"/>
                    <a:pt x="245" y="405"/>
                  </a:cubicBezTo>
                  <a:cubicBezTo>
                    <a:pt x="245" y="383"/>
                    <a:pt x="245" y="383"/>
                    <a:pt x="245" y="383"/>
                  </a:cubicBezTo>
                  <a:cubicBezTo>
                    <a:pt x="183" y="378"/>
                    <a:pt x="133" y="328"/>
                    <a:pt x="128" y="266"/>
                  </a:cubicBezTo>
                  <a:cubicBezTo>
                    <a:pt x="106" y="266"/>
                    <a:pt x="106" y="266"/>
                    <a:pt x="106" y="266"/>
                  </a:cubicBezTo>
                  <a:cubicBezTo>
                    <a:pt x="100" y="266"/>
                    <a:pt x="96" y="262"/>
                    <a:pt x="96" y="256"/>
                  </a:cubicBezTo>
                  <a:cubicBezTo>
                    <a:pt x="96" y="250"/>
                    <a:pt x="100" y="245"/>
                    <a:pt x="106" y="245"/>
                  </a:cubicBezTo>
                  <a:cubicBezTo>
                    <a:pt x="128" y="245"/>
                    <a:pt x="128" y="245"/>
                    <a:pt x="128" y="245"/>
                  </a:cubicBezTo>
                  <a:cubicBezTo>
                    <a:pt x="133" y="183"/>
                    <a:pt x="183" y="133"/>
                    <a:pt x="245" y="128"/>
                  </a:cubicBezTo>
                  <a:cubicBezTo>
                    <a:pt x="245" y="106"/>
                    <a:pt x="245" y="106"/>
                    <a:pt x="245" y="106"/>
                  </a:cubicBezTo>
                  <a:cubicBezTo>
                    <a:pt x="245" y="100"/>
                    <a:pt x="250" y="96"/>
                    <a:pt x="256" y="96"/>
                  </a:cubicBezTo>
                  <a:cubicBezTo>
                    <a:pt x="262" y="96"/>
                    <a:pt x="266" y="100"/>
                    <a:pt x="266" y="106"/>
                  </a:cubicBezTo>
                  <a:cubicBezTo>
                    <a:pt x="266" y="128"/>
                    <a:pt x="266" y="128"/>
                    <a:pt x="266" y="128"/>
                  </a:cubicBezTo>
                  <a:cubicBezTo>
                    <a:pt x="328" y="133"/>
                    <a:pt x="378" y="183"/>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5" name="Freeform 445">
              <a:extLst>
                <a:ext uri="{FF2B5EF4-FFF2-40B4-BE49-F238E27FC236}">
                  <a16:creationId xmlns:a16="http://schemas.microsoft.com/office/drawing/2014/main" id="{70D67C5D-A3BA-B62E-EBC6-2037B8C0EEBF}"/>
                </a:ext>
              </a:extLst>
            </p:cNvPr>
            <p:cNvSpPr>
              <a:spLocks/>
            </p:cNvSpPr>
            <p:nvPr/>
          </p:nvSpPr>
          <p:spPr bwMode="auto">
            <a:xfrm>
              <a:off x="3307" y="1661"/>
              <a:ext cx="63" cy="63"/>
            </a:xfrm>
            <a:custGeom>
              <a:avLst/>
              <a:gdLst>
                <a:gd name="T0" fmla="*/ 0 w 96"/>
                <a:gd name="T1" fmla="*/ 0 h 95"/>
                <a:gd name="T2" fmla="*/ 0 w 96"/>
                <a:gd name="T3" fmla="*/ 32 h 95"/>
                <a:gd name="T4" fmla="*/ 63 w 96"/>
                <a:gd name="T5" fmla="*/ 95 h 95"/>
                <a:gd name="T6" fmla="*/ 96 w 96"/>
                <a:gd name="T7" fmla="*/ 95 h 95"/>
                <a:gd name="T8" fmla="*/ 0 w 96"/>
                <a:gd name="T9" fmla="*/ 0 h 95"/>
              </a:gdLst>
              <a:ahLst/>
              <a:cxnLst>
                <a:cxn ang="0">
                  <a:pos x="T0" y="T1"/>
                </a:cxn>
                <a:cxn ang="0">
                  <a:pos x="T2" y="T3"/>
                </a:cxn>
                <a:cxn ang="0">
                  <a:pos x="T4" y="T5"/>
                </a:cxn>
                <a:cxn ang="0">
                  <a:pos x="T6" y="T7"/>
                </a:cxn>
                <a:cxn ang="0">
                  <a:pos x="T8" y="T9"/>
                </a:cxn>
              </a:cxnLst>
              <a:rect l="0" t="0" r="r" b="b"/>
              <a:pathLst>
                <a:path w="96" h="95">
                  <a:moveTo>
                    <a:pt x="0" y="0"/>
                  </a:moveTo>
                  <a:cubicBezTo>
                    <a:pt x="0" y="32"/>
                    <a:pt x="0" y="32"/>
                    <a:pt x="0" y="32"/>
                  </a:cubicBezTo>
                  <a:cubicBezTo>
                    <a:pt x="33" y="37"/>
                    <a:pt x="59" y="62"/>
                    <a:pt x="63" y="95"/>
                  </a:cubicBezTo>
                  <a:cubicBezTo>
                    <a:pt x="96" y="95"/>
                    <a:pt x="96" y="95"/>
                    <a:pt x="96" y="95"/>
                  </a:cubicBezTo>
                  <a:cubicBezTo>
                    <a:pt x="91" y="45"/>
                    <a:pt x="5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26" name="Freeform 446">
              <a:extLst>
                <a:ext uri="{FF2B5EF4-FFF2-40B4-BE49-F238E27FC236}">
                  <a16:creationId xmlns:a16="http://schemas.microsoft.com/office/drawing/2014/main" id="{76F50392-A6F4-BEE0-59D9-BF8526AA9CA6}"/>
                </a:ext>
              </a:extLst>
            </p:cNvPr>
            <p:cNvSpPr>
              <a:spLocks/>
            </p:cNvSpPr>
            <p:nvPr/>
          </p:nvSpPr>
          <p:spPr bwMode="auto">
            <a:xfrm>
              <a:off x="3307" y="1738"/>
              <a:ext cx="63" cy="63"/>
            </a:xfrm>
            <a:custGeom>
              <a:avLst/>
              <a:gdLst>
                <a:gd name="T0" fmla="*/ 0 w 96"/>
                <a:gd name="T1" fmla="*/ 63 h 96"/>
                <a:gd name="T2" fmla="*/ 0 w 96"/>
                <a:gd name="T3" fmla="*/ 96 h 96"/>
                <a:gd name="T4" fmla="*/ 96 w 96"/>
                <a:gd name="T5" fmla="*/ 0 h 96"/>
                <a:gd name="T6" fmla="*/ 63 w 96"/>
                <a:gd name="T7" fmla="*/ 0 h 96"/>
                <a:gd name="T8" fmla="*/ 0 w 96"/>
                <a:gd name="T9" fmla="*/ 63 h 96"/>
              </a:gdLst>
              <a:ahLst/>
              <a:cxnLst>
                <a:cxn ang="0">
                  <a:pos x="T0" y="T1"/>
                </a:cxn>
                <a:cxn ang="0">
                  <a:pos x="T2" y="T3"/>
                </a:cxn>
                <a:cxn ang="0">
                  <a:pos x="T4" y="T5"/>
                </a:cxn>
                <a:cxn ang="0">
                  <a:pos x="T6" y="T7"/>
                </a:cxn>
                <a:cxn ang="0">
                  <a:pos x="T8" y="T9"/>
                </a:cxn>
              </a:cxnLst>
              <a:rect l="0" t="0" r="r" b="b"/>
              <a:pathLst>
                <a:path w="96" h="96">
                  <a:moveTo>
                    <a:pt x="0" y="63"/>
                  </a:moveTo>
                  <a:cubicBezTo>
                    <a:pt x="0" y="96"/>
                    <a:pt x="0" y="96"/>
                    <a:pt x="0" y="96"/>
                  </a:cubicBezTo>
                  <a:cubicBezTo>
                    <a:pt x="51" y="91"/>
                    <a:pt x="91" y="51"/>
                    <a:pt x="96" y="0"/>
                  </a:cubicBezTo>
                  <a:cubicBezTo>
                    <a:pt x="63" y="0"/>
                    <a:pt x="63" y="0"/>
                    <a:pt x="63" y="0"/>
                  </a:cubicBezTo>
                  <a:cubicBezTo>
                    <a:pt x="59" y="33"/>
                    <a:pt x="33" y="59"/>
                    <a:pt x="0" y="6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27" name="Graphic 26" descr="Harvey Balls 0% with solid fill">
            <a:extLst>
              <a:ext uri="{FF2B5EF4-FFF2-40B4-BE49-F238E27FC236}">
                <a16:creationId xmlns:a16="http://schemas.microsoft.com/office/drawing/2014/main" id="{311597D2-51AC-2712-0B44-E93036382E7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035334" y="-5141"/>
            <a:ext cx="678580" cy="643491"/>
          </a:xfrm>
          <a:prstGeom prst="rect">
            <a:avLst/>
          </a:prstGeom>
        </p:spPr>
      </p:pic>
      <p:sp>
        <p:nvSpPr>
          <p:cNvPr id="28" name="Freeform 393">
            <a:extLst>
              <a:ext uri="{FF2B5EF4-FFF2-40B4-BE49-F238E27FC236}">
                <a16:creationId xmlns:a16="http://schemas.microsoft.com/office/drawing/2014/main" id="{AB344E19-BD5B-CD6E-F183-36F078BC6DA1}"/>
              </a:ext>
            </a:extLst>
          </p:cNvPr>
          <p:cNvSpPr>
            <a:spLocks noChangeAspect="1" noEditPoints="1"/>
          </p:cNvSpPr>
          <p:nvPr/>
        </p:nvSpPr>
        <p:spPr bwMode="auto">
          <a:xfrm>
            <a:off x="7190586" y="140024"/>
            <a:ext cx="358041" cy="340525"/>
          </a:xfrm>
          <a:custGeom>
            <a:avLst/>
            <a:gdLst>
              <a:gd name="T0" fmla="*/ 0 w 512"/>
              <a:gd name="T1" fmla="*/ 256 h 512"/>
              <a:gd name="T2" fmla="*/ 512 w 512"/>
              <a:gd name="T3" fmla="*/ 256 h 512"/>
              <a:gd name="T4" fmla="*/ 231 w 512"/>
              <a:gd name="T5" fmla="*/ 381 h 512"/>
              <a:gd name="T6" fmla="*/ 216 w 512"/>
              <a:gd name="T7" fmla="*/ 382 h 512"/>
              <a:gd name="T8" fmla="*/ 177 w 512"/>
              <a:gd name="T9" fmla="*/ 372 h 512"/>
              <a:gd name="T10" fmla="*/ 161 w 512"/>
              <a:gd name="T11" fmla="*/ 324 h 512"/>
              <a:gd name="T12" fmla="*/ 172 w 512"/>
              <a:gd name="T13" fmla="*/ 250 h 512"/>
              <a:gd name="T14" fmla="*/ 149 w 512"/>
              <a:gd name="T15" fmla="*/ 240 h 512"/>
              <a:gd name="T16" fmla="*/ 125 w 512"/>
              <a:gd name="T17" fmla="*/ 250 h 512"/>
              <a:gd name="T18" fmla="*/ 136 w 512"/>
              <a:gd name="T19" fmla="*/ 324 h 512"/>
              <a:gd name="T20" fmla="*/ 121 w 512"/>
              <a:gd name="T21" fmla="*/ 372 h 512"/>
              <a:gd name="T22" fmla="*/ 107 w 512"/>
              <a:gd name="T23" fmla="*/ 366 h 512"/>
              <a:gd name="T24" fmla="*/ 118 w 512"/>
              <a:gd name="T25" fmla="*/ 336 h 512"/>
              <a:gd name="T26" fmla="*/ 109 w 512"/>
              <a:gd name="T27" fmla="*/ 237 h 512"/>
              <a:gd name="T28" fmla="*/ 149 w 512"/>
              <a:gd name="T29" fmla="*/ 218 h 512"/>
              <a:gd name="T30" fmla="*/ 149 w 512"/>
              <a:gd name="T31" fmla="*/ 218 h 512"/>
              <a:gd name="T32" fmla="*/ 189 w 512"/>
              <a:gd name="T33" fmla="*/ 237 h 512"/>
              <a:gd name="T34" fmla="*/ 180 w 512"/>
              <a:gd name="T35" fmla="*/ 336 h 512"/>
              <a:gd name="T36" fmla="*/ 198 w 512"/>
              <a:gd name="T37" fmla="*/ 355 h 512"/>
              <a:gd name="T38" fmla="*/ 231 w 512"/>
              <a:gd name="T39" fmla="*/ 381 h 512"/>
              <a:gd name="T40" fmla="*/ 405 w 512"/>
              <a:gd name="T41" fmla="*/ 330 h 512"/>
              <a:gd name="T42" fmla="*/ 213 w 512"/>
              <a:gd name="T43" fmla="*/ 320 h 512"/>
              <a:gd name="T44" fmla="*/ 394 w 512"/>
              <a:gd name="T45" fmla="*/ 309 h 512"/>
              <a:gd name="T46" fmla="*/ 170 w 512"/>
              <a:gd name="T47" fmla="*/ 181 h 512"/>
              <a:gd name="T48" fmla="*/ 160 w 512"/>
              <a:gd name="T49" fmla="*/ 202 h 512"/>
              <a:gd name="T50" fmla="*/ 149 w 512"/>
              <a:gd name="T51" fmla="*/ 170 h 512"/>
              <a:gd name="T52" fmla="*/ 405 w 512"/>
              <a:gd name="T53" fmla="*/ 160 h 512"/>
              <a:gd name="T54" fmla="*/ 416 w 512"/>
              <a:gd name="T55" fmla="*/ 320 h 512"/>
              <a:gd name="T56" fmla="*/ 362 w 512"/>
              <a:gd name="T57" fmla="*/ 256 h 512"/>
              <a:gd name="T58" fmla="*/ 362 w 512"/>
              <a:gd name="T59" fmla="*/ 277 h 512"/>
              <a:gd name="T60" fmla="*/ 224 w 512"/>
              <a:gd name="T61" fmla="*/ 266 h 512"/>
              <a:gd name="T62" fmla="*/ 224 w 512"/>
              <a:gd name="T63" fmla="*/ 224 h 512"/>
              <a:gd name="T64" fmla="*/ 362 w 512"/>
              <a:gd name="T65" fmla="*/ 213 h 512"/>
              <a:gd name="T66" fmla="*/ 362 w 512"/>
              <a:gd name="T67" fmla="*/ 234 h 512"/>
              <a:gd name="T68" fmla="*/ 224 w 512"/>
              <a:gd name="T69" fmla="*/ 224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31" y="381"/>
                </a:moveTo>
                <a:cubicBezTo>
                  <a:pt x="229" y="383"/>
                  <a:pt x="226" y="384"/>
                  <a:pt x="223" y="384"/>
                </a:cubicBezTo>
                <a:cubicBezTo>
                  <a:pt x="221" y="384"/>
                  <a:pt x="218" y="383"/>
                  <a:pt x="216" y="382"/>
                </a:cubicBezTo>
                <a:cubicBezTo>
                  <a:pt x="213" y="379"/>
                  <a:pt x="200" y="377"/>
                  <a:pt x="194" y="376"/>
                </a:cubicBezTo>
                <a:cubicBezTo>
                  <a:pt x="187" y="375"/>
                  <a:pt x="181" y="374"/>
                  <a:pt x="177" y="372"/>
                </a:cubicBezTo>
                <a:cubicBezTo>
                  <a:pt x="167" y="369"/>
                  <a:pt x="162" y="357"/>
                  <a:pt x="160" y="350"/>
                </a:cubicBezTo>
                <a:cubicBezTo>
                  <a:pt x="159" y="343"/>
                  <a:pt x="156" y="332"/>
                  <a:pt x="161" y="324"/>
                </a:cubicBezTo>
                <a:cubicBezTo>
                  <a:pt x="167" y="317"/>
                  <a:pt x="173" y="302"/>
                  <a:pt x="176" y="291"/>
                </a:cubicBezTo>
                <a:cubicBezTo>
                  <a:pt x="180" y="272"/>
                  <a:pt x="179" y="258"/>
                  <a:pt x="172" y="250"/>
                </a:cubicBezTo>
                <a:cubicBezTo>
                  <a:pt x="164" y="240"/>
                  <a:pt x="149" y="240"/>
                  <a:pt x="149" y="240"/>
                </a:cubicBezTo>
                <a:cubicBezTo>
                  <a:pt x="149" y="240"/>
                  <a:pt x="149" y="240"/>
                  <a:pt x="149" y="240"/>
                </a:cubicBezTo>
                <a:cubicBezTo>
                  <a:pt x="149" y="240"/>
                  <a:pt x="149" y="240"/>
                  <a:pt x="149" y="240"/>
                </a:cubicBezTo>
                <a:cubicBezTo>
                  <a:pt x="148" y="240"/>
                  <a:pt x="134" y="240"/>
                  <a:pt x="125" y="250"/>
                </a:cubicBezTo>
                <a:cubicBezTo>
                  <a:pt x="119" y="259"/>
                  <a:pt x="118" y="272"/>
                  <a:pt x="122" y="291"/>
                </a:cubicBezTo>
                <a:cubicBezTo>
                  <a:pt x="125" y="302"/>
                  <a:pt x="131" y="317"/>
                  <a:pt x="136" y="324"/>
                </a:cubicBezTo>
                <a:cubicBezTo>
                  <a:pt x="142" y="332"/>
                  <a:pt x="139" y="344"/>
                  <a:pt x="137" y="350"/>
                </a:cubicBezTo>
                <a:cubicBezTo>
                  <a:pt x="135" y="357"/>
                  <a:pt x="131" y="369"/>
                  <a:pt x="121" y="372"/>
                </a:cubicBezTo>
                <a:cubicBezTo>
                  <a:pt x="120" y="373"/>
                  <a:pt x="118" y="373"/>
                  <a:pt x="117" y="373"/>
                </a:cubicBezTo>
                <a:cubicBezTo>
                  <a:pt x="113" y="373"/>
                  <a:pt x="109" y="370"/>
                  <a:pt x="107" y="366"/>
                </a:cubicBezTo>
                <a:cubicBezTo>
                  <a:pt x="105" y="361"/>
                  <a:pt x="108" y="354"/>
                  <a:pt x="113" y="352"/>
                </a:cubicBezTo>
                <a:cubicBezTo>
                  <a:pt x="115" y="351"/>
                  <a:pt x="119" y="340"/>
                  <a:pt x="118" y="336"/>
                </a:cubicBezTo>
                <a:cubicBezTo>
                  <a:pt x="112" y="326"/>
                  <a:pt x="105" y="310"/>
                  <a:pt x="101" y="296"/>
                </a:cubicBezTo>
                <a:cubicBezTo>
                  <a:pt x="95" y="270"/>
                  <a:pt x="98" y="250"/>
                  <a:pt x="109" y="237"/>
                </a:cubicBezTo>
                <a:cubicBezTo>
                  <a:pt x="123" y="219"/>
                  <a:pt x="146" y="218"/>
                  <a:pt x="149" y="218"/>
                </a:cubicBezTo>
                <a:cubicBezTo>
                  <a:pt x="149" y="218"/>
                  <a:pt x="149" y="218"/>
                  <a:pt x="149" y="218"/>
                </a:cubicBezTo>
                <a:cubicBezTo>
                  <a:pt x="149" y="218"/>
                  <a:pt x="149" y="218"/>
                  <a:pt x="149" y="218"/>
                </a:cubicBezTo>
                <a:cubicBezTo>
                  <a:pt x="149" y="218"/>
                  <a:pt x="149" y="218"/>
                  <a:pt x="149" y="218"/>
                </a:cubicBezTo>
                <a:cubicBezTo>
                  <a:pt x="149" y="218"/>
                  <a:pt x="149" y="218"/>
                  <a:pt x="149" y="218"/>
                </a:cubicBezTo>
                <a:cubicBezTo>
                  <a:pt x="153" y="218"/>
                  <a:pt x="175" y="219"/>
                  <a:pt x="189" y="237"/>
                </a:cubicBezTo>
                <a:cubicBezTo>
                  <a:pt x="200" y="250"/>
                  <a:pt x="203" y="270"/>
                  <a:pt x="196" y="296"/>
                </a:cubicBezTo>
                <a:cubicBezTo>
                  <a:pt x="193" y="310"/>
                  <a:pt x="186" y="326"/>
                  <a:pt x="180" y="336"/>
                </a:cubicBezTo>
                <a:cubicBezTo>
                  <a:pt x="179" y="340"/>
                  <a:pt x="183" y="351"/>
                  <a:pt x="185" y="353"/>
                </a:cubicBezTo>
                <a:cubicBezTo>
                  <a:pt x="187" y="353"/>
                  <a:pt x="193" y="354"/>
                  <a:pt x="198" y="355"/>
                </a:cubicBezTo>
                <a:cubicBezTo>
                  <a:pt x="210" y="357"/>
                  <a:pt x="223" y="359"/>
                  <a:pt x="230" y="366"/>
                </a:cubicBezTo>
                <a:cubicBezTo>
                  <a:pt x="235" y="370"/>
                  <a:pt x="235" y="376"/>
                  <a:pt x="231" y="381"/>
                </a:cubicBezTo>
                <a:close/>
                <a:moveTo>
                  <a:pt x="416" y="320"/>
                </a:moveTo>
                <a:cubicBezTo>
                  <a:pt x="416" y="326"/>
                  <a:pt x="411" y="330"/>
                  <a:pt x="405" y="330"/>
                </a:cubicBezTo>
                <a:cubicBezTo>
                  <a:pt x="224" y="330"/>
                  <a:pt x="224" y="330"/>
                  <a:pt x="224" y="330"/>
                </a:cubicBezTo>
                <a:cubicBezTo>
                  <a:pt x="218" y="330"/>
                  <a:pt x="213" y="326"/>
                  <a:pt x="213" y="320"/>
                </a:cubicBezTo>
                <a:cubicBezTo>
                  <a:pt x="213" y="314"/>
                  <a:pt x="218" y="309"/>
                  <a:pt x="224" y="309"/>
                </a:cubicBezTo>
                <a:cubicBezTo>
                  <a:pt x="394" y="309"/>
                  <a:pt x="394" y="309"/>
                  <a:pt x="394" y="309"/>
                </a:cubicBezTo>
                <a:cubicBezTo>
                  <a:pt x="394" y="181"/>
                  <a:pt x="394" y="181"/>
                  <a:pt x="394" y="181"/>
                </a:cubicBezTo>
                <a:cubicBezTo>
                  <a:pt x="170" y="181"/>
                  <a:pt x="170" y="181"/>
                  <a:pt x="170" y="181"/>
                </a:cubicBezTo>
                <a:cubicBezTo>
                  <a:pt x="170" y="192"/>
                  <a:pt x="170" y="192"/>
                  <a:pt x="170" y="192"/>
                </a:cubicBezTo>
                <a:cubicBezTo>
                  <a:pt x="170" y="198"/>
                  <a:pt x="166" y="202"/>
                  <a:pt x="160" y="202"/>
                </a:cubicBezTo>
                <a:cubicBezTo>
                  <a:pt x="154" y="202"/>
                  <a:pt x="149" y="198"/>
                  <a:pt x="149" y="192"/>
                </a:cubicBezTo>
                <a:cubicBezTo>
                  <a:pt x="149" y="170"/>
                  <a:pt x="149" y="170"/>
                  <a:pt x="149" y="170"/>
                </a:cubicBezTo>
                <a:cubicBezTo>
                  <a:pt x="149" y="164"/>
                  <a:pt x="154" y="160"/>
                  <a:pt x="160" y="160"/>
                </a:cubicBezTo>
                <a:cubicBezTo>
                  <a:pt x="405" y="160"/>
                  <a:pt x="405" y="160"/>
                  <a:pt x="405" y="160"/>
                </a:cubicBezTo>
                <a:cubicBezTo>
                  <a:pt x="411" y="160"/>
                  <a:pt x="416" y="164"/>
                  <a:pt x="416" y="170"/>
                </a:cubicBezTo>
                <a:lnTo>
                  <a:pt x="416" y="320"/>
                </a:lnTo>
                <a:close/>
                <a:moveTo>
                  <a:pt x="234" y="256"/>
                </a:moveTo>
                <a:cubicBezTo>
                  <a:pt x="362" y="256"/>
                  <a:pt x="362" y="256"/>
                  <a:pt x="362" y="256"/>
                </a:cubicBezTo>
                <a:cubicBezTo>
                  <a:pt x="368" y="256"/>
                  <a:pt x="373" y="260"/>
                  <a:pt x="373" y="266"/>
                </a:cubicBezTo>
                <a:cubicBezTo>
                  <a:pt x="373" y="272"/>
                  <a:pt x="368" y="277"/>
                  <a:pt x="362" y="277"/>
                </a:cubicBezTo>
                <a:cubicBezTo>
                  <a:pt x="234" y="277"/>
                  <a:pt x="234" y="277"/>
                  <a:pt x="234" y="277"/>
                </a:cubicBezTo>
                <a:cubicBezTo>
                  <a:pt x="228" y="277"/>
                  <a:pt x="224" y="272"/>
                  <a:pt x="224" y="266"/>
                </a:cubicBezTo>
                <a:cubicBezTo>
                  <a:pt x="224" y="260"/>
                  <a:pt x="228" y="256"/>
                  <a:pt x="234" y="256"/>
                </a:cubicBezTo>
                <a:close/>
                <a:moveTo>
                  <a:pt x="224" y="224"/>
                </a:moveTo>
                <a:cubicBezTo>
                  <a:pt x="224" y="218"/>
                  <a:pt x="228" y="213"/>
                  <a:pt x="234" y="213"/>
                </a:cubicBezTo>
                <a:cubicBezTo>
                  <a:pt x="362" y="213"/>
                  <a:pt x="362" y="213"/>
                  <a:pt x="362" y="213"/>
                </a:cubicBezTo>
                <a:cubicBezTo>
                  <a:pt x="368" y="213"/>
                  <a:pt x="373" y="218"/>
                  <a:pt x="373" y="224"/>
                </a:cubicBezTo>
                <a:cubicBezTo>
                  <a:pt x="373" y="230"/>
                  <a:pt x="368" y="234"/>
                  <a:pt x="362" y="234"/>
                </a:cubicBezTo>
                <a:cubicBezTo>
                  <a:pt x="234" y="234"/>
                  <a:pt x="234" y="234"/>
                  <a:pt x="234" y="234"/>
                </a:cubicBezTo>
                <a:cubicBezTo>
                  <a:pt x="228" y="234"/>
                  <a:pt x="224" y="230"/>
                  <a:pt x="224" y="224"/>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29" name="Graphic 28" descr="Harvey Balls 0% with solid fill">
            <a:extLst>
              <a:ext uri="{FF2B5EF4-FFF2-40B4-BE49-F238E27FC236}">
                <a16:creationId xmlns:a16="http://schemas.microsoft.com/office/drawing/2014/main" id="{FEBC9F7C-5E30-040E-2398-3F3B5E1204E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603261" y="-2747"/>
            <a:ext cx="678580" cy="643491"/>
          </a:xfrm>
          <a:prstGeom prst="rect">
            <a:avLst/>
          </a:prstGeom>
        </p:spPr>
      </p:pic>
      <p:grpSp>
        <p:nvGrpSpPr>
          <p:cNvPr id="30" name="Group 531">
            <a:extLst>
              <a:ext uri="{FF2B5EF4-FFF2-40B4-BE49-F238E27FC236}">
                <a16:creationId xmlns:a16="http://schemas.microsoft.com/office/drawing/2014/main" id="{0288D63D-BEBE-B2CF-4263-638763A581F1}"/>
              </a:ext>
            </a:extLst>
          </p:cNvPr>
          <p:cNvGrpSpPr>
            <a:grpSpLocks noChangeAspect="1"/>
          </p:cNvGrpSpPr>
          <p:nvPr/>
        </p:nvGrpSpPr>
        <p:grpSpPr bwMode="auto">
          <a:xfrm>
            <a:off x="7767761" y="149333"/>
            <a:ext cx="358041" cy="339527"/>
            <a:chOff x="3061" y="1953"/>
            <a:chExt cx="340" cy="340"/>
          </a:xfrm>
          <a:solidFill>
            <a:schemeClr val="bg2"/>
          </a:solidFill>
        </p:grpSpPr>
        <p:sp>
          <p:nvSpPr>
            <p:cNvPr id="31" name="Freeform 532">
              <a:extLst>
                <a:ext uri="{FF2B5EF4-FFF2-40B4-BE49-F238E27FC236}">
                  <a16:creationId xmlns:a16="http://schemas.microsoft.com/office/drawing/2014/main" id="{E2D11F23-762A-51B5-98E8-10CD4051C1D5}"/>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2" name="Freeform 533">
              <a:extLst>
                <a:ext uri="{FF2B5EF4-FFF2-40B4-BE49-F238E27FC236}">
                  <a16:creationId xmlns:a16="http://schemas.microsoft.com/office/drawing/2014/main" id="{74F3C169-E4FB-0AA7-CCDD-11CCDC10DBE5}"/>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pic>
        <p:nvPicPr>
          <p:cNvPr id="33" name="Graphic 32" descr="Harvey Balls 0% with solid fill">
            <a:extLst>
              <a:ext uri="{FF2B5EF4-FFF2-40B4-BE49-F238E27FC236}">
                <a16:creationId xmlns:a16="http://schemas.microsoft.com/office/drawing/2014/main" id="{5CF89C01-DD46-7A5D-659D-385046471DE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05533" y="5357"/>
            <a:ext cx="641404" cy="608237"/>
          </a:xfrm>
          <a:prstGeom prst="rect">
            <a:avLst/>
          </a:prstGeom>
        </p:spPr>
      </p:pic>
      <p:sp>
        <p:nvSpPr>
          <p:cNvPr id="34" name="Freeform 651">
            <a:extLst>
              <a:ext uri="{FF2B5EF4-FFF2-40B4-BE49-F238E27FC236}">
                <a16:creationId xmlns:a16="http://schemas.microsoft.com/office/drawing/2014/main" id="{00C50620-463B-4215-507F-748FCF123E59}"/>
              </a:ext>
            </a:extLst>
          </p:cNvPr>
          <p:cNvSpPr>
            <a:spLocks noChangeAspect="1" noEditPoints="1"/>
          </p:cNvSpPr>
          <p:nvPr/>
        </p:nvSpPr>
        <p:spPr bwMode="auto">
          <a:xfrm>
            <a:off x="6046041" y="142944"/>
            <a:ext cx="357033" cy="338571"/>
          </a:xfrm>
          <a:custGeom>
            <a:avLst/>
            <a:gdLst>
              <a:gd name="T0" fmla="*/ 341 w 512"/>
              <a:gd name="T1" fmla="*/ 219 h 512"/>
              <a:gd name="T2" fmla="*/ 170 w 512"/>
              <a:gd name="T3" fmla="*/ 277 h 512"/>
              <a:gd name="T4" fmla="*/ 256 w 512"/>
              <a:gd name="T5" fmla="*/ 250 h 512"/>
              <a:gd name="T6" fmla="*/ 170 w 512"/>
              <a:gd name="T7" fmla="*/ 341 h 512"/>
              <a:gd name="T8" fmla="*/ 184 w 512"/>
              <a:gd name="T9" fmla="*/ 333 h 512"/>
              <a:gd name="T10" fmla="*/ 200 w 512"/>
              <a:gd name="T11" fmla="*/ 334 h 512"/>
              <a:gd name="T12" fmla="*/ 248 w 512"/>
              <a:gd name="T13" fmla="*/ 333 h 512"/>
              <a:gd name="T14" fmla="*/ 264 w 512"/>
              <a:gd name="T15" fmla="*/ 334 h 512"/>
              <a:gd name="T16" fmla="*/ 312 w 512"/>
              <a:gd name="T17" fmla="*/ 333 h 512"/>
              <a:gd name="T18" fmla="*/ 328 w 512"/>
              <a:gd name="T19" fmla="*/ 334 h 512"/>
              <a:gd name="T20" fmla="*/ 341 w 512"/>
              <a:gd name="T21" fmla="*/ 341 h 512"/>
              <a:gd name="T22" fmla="*/ 341 w 512"/>
              <a:gd name="T23" fmla="*/ 298 h 512"/>
              <a:gd name="T24" fmla="*/ 170 w 512"/>
              <a:gd name="T25" fmla="*/ 320 h 512"/>
              <a:gd name="T26" fmla="*/ 256 w 512"/>
              <a:gd name="T27" fmla="*/ 512 h 512"/>
              <a:gd name="T28" fmla="*/ 256 w 512"/>
              <a:gd name="T29" fmla="*/ 0 h 512"/>
              <a:gd name="T30" fmla="*/ 362 w 512"/>
              <a:gd name="T31" fmla="*/ 277 h 512"/>
              <a:gd name="T32" fmla="*/ 401 w 512"/>
              <a:gd name="T33" fmla="*/ 242 h 512"/>
              <a:gd name="T34" fmla="*/ 415 w 512"/>
              <a:gd name="T35" fmla="*/ 236 h 512"/>
              <a:gd name="T36" fmla="*/ 362 w 512"/>
              <a:gd name="T37" fmla="*/ 188 h 512"/>
              <a:gd name="T38" fmla="*/ 352 w 512"/>
              <a:gd name="T39" fmla="*/ 160 h 512"/>
              <a:gd name="T40" fmla="*/ 341 w 512"/>
              <a:gd name="T41" fmla="*/ 188 h 512"/>
              <a:gd name="T42" fmla="*/ 170 w 512"/>
              <a:gd name="T43" fmla="*/ 188 h 512"/>
              <a:gd name="T44" fmla="*/ 160 w 512"/>
              <a:gd name="T45" fmla="*/ 160 h 512"/>
              <a:gd name="T46" fmla="*/ 149 w 512"/>
              <a:gd name="T47" fmla="*/ 188 h 512"/>
              <a:gd name="T48" fmla="*/ 96 w 512"/>
              <a:gd name="T49" fmla="*/ 236 h 512"/>
              <a:gd name="T50" fmla="*/ 110 w 512"/>
              <a:gd name="T51" fmla="*/ 242 h 512"/>
              <a:gd name="T52" fmla="*/ 149 w 512"/>
              <a:gd name="T53" fmla="*/ 277 h 512"/>
              <a:gd name="T54" fmla="*/ 96 w 512"/>
              <a:gd name="T55" fmla="*/ 288 h 512"/>
              <a:gd name="T56" fmla="*/ 149 w 512"/>
              <a:gd name="T57" fmla="*/ 298 h 512"/>
              <a:gd name="T58" fmla="*/ 149 w 512"/>
              <a:gd name="T59" fmla="*/ 341 h 512"/>
              <a:gd name="T60" fmla="*/ 136 w 512"/>
              <a:gd name="T61" fmla="*/ 334 h 512"/>
              <a:gd name="T62" fmla="*/ 120 w 512"/>
              <a:gd name="T63" fmla="*/ 333 h 512"/>
              <a:gd name="T64" fmla="*/ 96 w 512"/>
              <a:gd name="T65" fmla="*/ 358 h 512"/>
              <a:gd name="T66" fmla="*/ 127 w 512"/>
              <a:gd name="T67" fmla="*/ 355 h 512"/>
              <a:gd name="T68" fmla="*/ 191 w 512"/>
              <a:gd name="T69" fmla="*/ 356 h 512"/>
              <a:gd name="T70" fmla="*/ 255 w 512"/>
              <a:gd name="T71" fmla="*/ 356 h 512"/>
              <a:gd name="T72" fmla="*/ 319 w 512"/>
              <a:gd name="T73" fmla="*/ 356 h 512"/>
              <a:gd name="T74" fmla="*/ 351 w 512"/>
              <a:gd name="T75" fmla="*/ 368 h 512"/>
              <a:gd name="T76" fmla="*/ 402 w 512"/>
              <a:gd name="T77" fmla="*/ 366 h 512"/>
              <a:gd name="T78" fmla="*/ 408 w 512"/>
              <a:gd name="T79" fmla="*/ 345 h 512"/>
              <a:gd name="T80" fmla="*/ 384 w 512"/>
              <a:gd name="T81" fmla="*/ 330 h 512"/>
              <a:gd name="T82" fmla="*/ 362 w 512"/>
              <a:gd name="T83" fmla="*/ 343 h 512"/>
              <a:gd name="T84" fmla="*/ 362 w 512"/>
              <a:gd name="T85" fmla="*/ 330 h 512"/>
              <a:gd name="T86" fmla="*/ 405 w 512"/>
              <a:gd name="T87" fmla="*/ 298 h 512"/>
              <a:gd name="T88" fmla="*/ 405 w 512"/>
              <a:gd name="T89"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256" y="250"/>
                </a:moveTo>
                <a:cubicBezTo>
                  <a:pt x="287" y="250"/>
                  <a:pt x="318" y="239"/>
                  <a:pt x="341" y="219"/>
                </a:cubicBezTo>
                <a:cubicBezTo>
                  <a:pt x="341" y="277"/>
                  <a:pt x="341" y="277"/>
                  <a:pt x="341" y="277"/>
                </a:cubicBezTo>
                <a:cubicBezTo>
                  <a:pt x="170" y="277"/>
                  <a:pt x="170" y="277"/>
                  <a:pt x="170" y="277"/>
                </a:cubicBezTo>
                <a:cubicBezTo>
                  <a:pt x="170" y="219"/>
                  <a:pt x="170" y="219"/>
                  <a:pt x="170" y="219"/>
                </a:cubicBezTo>
                <a:cubicBezTo>
                  <a:pt x="193" y="239"/>
                  <a:pt x="223" y="250"/>
                  <a:pt x="256" y="250"/>
                </a:cubicBezTo>
                <a:close/>
                <a:moveTo>
                  <a:pt x="170" y="320"/>
                </a:moveTo>
                <a:cubicBezTo>
                  <a:pt x="170" y="341"/>
                  <a:pt x="170" y="341"/>
                  <a:pt x="170" y="341"/>
                </a:cubicBezTo>
                <a:cubicBezTo>
                  <a:pt x="170" y="343"/>
                  <a:pt x="170" y="343"/>
                  <a:pt x="170" y="343"/>
                </a:cubicBezTo>
                <a:cubicBezTo>
                  <a:pt x="175" y="341"/>
                  <a:pt x="179" y="338"/>
                  <a:pt x="184" y="333"/>
                </a:cubicBezTo>
                <a:cubicBezTo>
                  <a:pt x="186" y="331"/>
                  <a:pt x="189" y="330"/>
                  <a:pt x="192" y="330"/>
                </a:cubicBezTo>
                <a:cubicBezTo>
                  <a:pt x="195" y="331"/>
                  <a:pt x="198" y="332"/>
                  <a:pt x="200" y="334"/>
                </a:cubicBezTo>
                <a:cubicBezTo>
                  <a:pt x="200" y="334"/>
                  <a:pt x="209" y="346"/>
                  <a:pt x="222" y="346"/>
                </a:cubicBezTo>
                <a:cubicBezTo>
                  <a:pt x="230" y="347"/>
                  <a:pt x="239" y="342"/>
                  <a:pt x="248" y="333"/>
                </a:cubicBezTo>
                <a:cubicBezTo>
                  <a:pt x="250" y="331"/>
                  <a:pt x="253" y="330"/>
                  <a:pt x="256" y="330"/>
                </a:cubicBezTo>
                <a:cubicBezTo>
                  <a:pt x="259" y="331"/>
                  <a:pt x="262" y="332"/>
                  <a:pt x="264" y="334"/>
                </a:cubicBezTo>
                <a:cubicBezTo>
                  <a:pt x="264" y="334"/>
                  <a:pt x="273" y="346"/>
                  <a:pt x="286" y="346"/>
                </a:cubicBezTo>
                <a:cubicBezTo>
                  <a:pt x="294" y="347"/>
                  <a:pt x="303" y="342"/>
                  <a:pt x="312" y="333"/>
                </a:cubicBezTo>
                <a:cubicBezTo>
                  <a:pt x="314" y="331"/>
                  <a:pt x="317" y="330"/>
                  <a:pt x="320" y="330"/>
                </a:cubicBezTo>
                <a:cubicBezTo>
                  <a:pt x="323" y="331"/>
                  <a:pt x="326" y="332"/>
                  <a:pt x="328" y="334"/>
                </a:cubicBezTo>
                <a:cubicBezTo>
                  <a:pt x="328" y="334"/>
                  <a:pt x="333" y="341"/>
                  <a:pt x="341" y="344"/>
                </a:cubicBezTo>
                <a:cubicBezTo>
                  <a:pt x="341" y="341"/>
                  <a:pt x="341" y="341"/>
                  <a:pt x="341" y="341"/>
                </a:cubicBezTo>
                <a:cubicBezTo>
                  <a:pt x="341" y="330"/>
                  <a:pt x="341" y="330"/>
                  <a:pt x="341" y="330"/>
                </a:cubicBezTo>
                <a:cubicBezTo>
                  <a:pt x="341" y="298"/>
                  <a:pt x="341" y="298"/>
                  <a:pt x="341" y="298"/>
                </a:cubicBezTo>
                <a:cubicBezTo>
                  <a:pt x="170" y="298"/>
                  <a:pt x="170" y="298"/>
                  <a:pt x="170" y="298"/>
                </a:cubicBezTo>
                <a:lnTo>
                  <a:pt x="170" y="32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62" y="277"/>
                </a:moveTo>
                <a:cubicBezTo>
                  <a:pt x="362" y="219"/>
                  <a:pt x="362" y="219"/>
                  <a:pt x="362" y="219"/>
                </a:cubicBezTo>
                <a:cubicBezTo>
                  <a:pt x="373" y="228"/>
                  <a:pt x="386" y="236"/>
                  <a:pt x="401" y="242"/>
                </a:cubicBezTo>
                <a:cubicBezTo>
                  <a:pt x="402" y="242"/>
                  <a:pt x="404" y="242"/>
                  <a:pt x="405" y="242"/>
                </a:cubicBezTo>
                <a:cubicBezTo>
                  <a:pt x="409" y="242"/>
                  <a:pt x="413" y="240"/>
                  <a:pt x="415" y="236"/>
                </a:cubicBezTo>
                <a:cubicBezTo>
                  <a:pt x="417" y="230"/>
                  <a:pt x="414" y="224"/>
                  <a:pt x="409" y="222"/>
                </a:cubicBezTo>
                <a:cubicBezTo>
                  <a:pt x="389" y="214"/>
                  <a:pt x="373" y="202"/>
                  <a:pt x="362" y="188"/>
                </a:cubicBezTo>
                <a:cubicBezTo>
                  <a:pt x="362" y="170"/>
                  <a:pt x="362" y="170"/>
                  <a:pt x="362" y="170"/>
                </a:cubicBezTo>
                <a:cubicBezTo>
                  <a:pt x="362" y="164"/>
                  <a:pt x="358" y="160"/>
                  <a:pt x="352" y="160"/>
                </a:cubicBezTo>
                <a:cubicBezTo>
                  <a:pt x="346" y="160"/>
                  <a:pt x="341" y="164"/>
                  <a:pt x="341" y="170"/>
                </a:cubicBezTo>
                <a:cubicBezTo>
                  <a:pt x="341" y="188"/>
                  <a:pt x="341" y="188"/>
                  <a:pt x="341" y="188"/>
                </a:cubicBezTo>
                <a:cubicBezTo>
                  <a:pt x="321" y="214"/>
                  <a:pt x="289" y="229"/>
                  <a:pt x="256" y="229"/>
                </a:cubicBezTo>
                <a:cubicBezTo>
                  <a:pt x="221" y="229"/>
                  <a:pt x="190" y="214"/>
                  <a:pt x="170" y="188"/>
                </a:cubicBezTo>
                <a:cubicBezTo>
                  <a:pt x="170" y="170"/>
                  <a:pt x="170" y="170"/>
                  <a:pt x="170" y="170"/>
                </a:cubicBezTo>
                <a:cubicBezTo>
                  <a:pt x="170" y="164"/>
                  <a:pt x="166" y="160"/>
                  <a:pt x="160" y="160"/>
                </a:cubicBezTo>
                <a:cubicBezTo>
                  <a:pt x="154" y="160"/>
                  <a:pt x="149" y="164"/>
                  <a:pt x="149" y="170"/>
                </a:cubicBezTo>
                <a:cubicBezTo>
                  <a:pt x="149" y="188"/>
                  <a:pt x="149" y="188"/>
                  <a:pt x="149" y="188"/>
                </a:cubicBezTo>
                <a:cubicBezTo>
                  <a:pt x="138" y="202"/>
                  <a:pt x="121" y="214"/>
                  <a:pt x="102" y="222"/>
                </a:cubicBezTo>
                <a:cubicBezTo>
                  <a:pt x="97" y="224"/>
                  <a:pt x="94" y="230"/>
                  <a:pt x="96" y="236"/>
                </a:cubicBezTo>
                <a:cubicBezTo>
                  <a:pt x="98" y="240"/>
                  <a:pt x="102" y="242"/>
                  <a:pt x="106" y="242"/>
                </a:cubicBezTo>
                <a:cubicBezTo>
                  <a:pt x="108" y="242"/>
                  <a:pt x="109" y="242"/>
                  <a:pt x="110" y="242"/>
                </a:cubicBezTo>
                <a:cubicBezTo>
                  <a:pt x="125" y="236"/>
                  <a:pt x="138" y="228"/>
                  <a:pt x="149" y="218"/>
                </a:cubicBezTo>
                <a:cubicBezTo>
                  <a:pt x="149" y="277"/>
                  <a:pt x="149" y="277"/>
                  <a:pt x="149" y="277"/>
                </a:cubicBezTo>
                <a:cubicBezTo>
                  <a:pt x="106" y="277"/>
                  <a:pt x="106" y="277"/>
                  <a:pt x="106" y="277"/>
                </a:cubicBezTo>
                <a:cubicBezTo>
                  <a:pt x="100" y="277"/>
                  <a:pt x="96" y="282"/>
                  <a:pt x="96" y="288"/>
                </a:cubicBezTo>
                <a:cubicBezTo>
                  <a:pt x="96" y="294"/>
                  <a:pt x="100" y="298"/>
                  <a:pt x="106" y="298"/>
                </a:cubicBezTo>
                <a:cubicBezTo>
                  <a:pt x="149" y="298"/>
                  <a:pt x="149" y="298"/>
                  <a:pt x="149" y="298"/>
                </a:cubicBezTo>
                <a:cubicBezTo>
                  <a:pt x="149" y="320"/>
                  <a:pt x="149" y="320"/>
                  <a:pt x="149" y="320"/>
                </a:cubicBezTo>
                <a:cubicBezTo>
                  <a:pt x="149" y="341"/>
                  <a:pt x="149" y="341"/>
                  <a:pt x="149" y="341"/>
                </a:cubicBezTo>
                <a:cubicBezTo>
                  <a:pt x="149" y="344"/>
                  <a:pt x="149" y="344"/>
                  <a:pt x="149" y="344"/>
                </a:cubicBezTo>
                <a:cubicBezTo>
                  <a:pt x="141" y="341"/>
                  <a:pt x="136" y="334"/>
                  <a:pt x="136" y="334"/>
                </a:cubicBezTo>
                <a:cubicBezTo>
                  <a:pt x="134" y="332"/>
                  <a:pt x="131" y="331"/>
                  <a:pt x="128" y="330"/>
                </a:cubicBezTo>
                <a:cubicBezTo>
                  <a:pt x="125" y="330"/>
                  <a:pt x="122" y="331"/>
                  <a:pt x="120" y="333"/>
                </a:cubicBezTo>
                <a:cubicBezTo>
                  <a:pt x="114" y="339"/>
                  <a:pt x="109" y="343"/>
                  <a:pt x="103" y="345"/>
                </a:cubicBezTo>
                <a:cubicBezTo>
                  <a:pt x="97" y="347"/>
                  <a:pt x="94" y="353"/>
                  <a:pt x="96" y="358"/>
                </a:cubicBezTo>
                <a:cubicBezTo>
                  <a:pt x="98" y="364"/>
                  <a:pt x="104" y="367"/>
                  <a:pt x="110" y="365"/>
                </a:cubicBezTo>
                <a:cubicBezTo>
                  <a:pt x="116" y="363"/>
                  <a:pt x="122" y="360"/>
                  <a:pt x="127" y="355"/>
                </a:cubicBezTo>
                <a:cubicBezTo>
                  <a:pt x="134" y="361"/>
                  <a:pt x="144" y="367"/>
                  <a:pt x="156" y="368"/>
                </a:cubicBezTo>
                <a:cubicBezTo>
                  <a:pt x="168" y="368"/>
                  <a:pt x="180" y="364"/>
                  <a:pt x="191" y="356"/>
                </a:cubicBezTo>
                <a:cubicBezTo>
                  <a:pt x="198" y="361"/>
                  <a:pt x="208" y="367"/>
                  <a:pt x="220" y="368"/>
                </a:cubicBezTo>
                <a:cubicBezTo>
                  <a:pt x="232" y="368"/>
                  <a:pt x="244" y="364"/>
                  <a:pt x="255" y="356"/>
                </a:cubicBezTo>
                <a:cubicBezTo>
                  <a:pt x="262" y="361"/>
                  <a:pt x="272" y="367"/>
                  <a:pt x="284" y="368"/>
                </a:cubicBezTo>
                <a:cubicBezTo>
                  <a:pt x="296" y="368"/>
                  <a:pt x="308" y="364"/>
                  <a:pt x="319" y="356"/>
                </a:cubicBezTo>
                <a:cubicBezTo>
                  <a:pt x="326" y="361"/>
                  <a:pt x="336" y="367"/>
                  <a:pt x="348" y="368"/>
                </a:cubicBezTo>
                <a:cubicBezTo>
                  <a:pt x="349" y="368"/>
                  <a:pt x="350" y="368"/>
                  <a:pt x="351" y="368"/>
                </a:cubicBezTo>
                <a:cubicBezTo>
                  <a:pt x="362" y="368"/>
                  <a:pt x="373" y="364"/>
                  <a:pt x="383" y="356"/>
                </a:cubicBezTo>
                <a:cubicBezTo>
                  <a:pt x="388" y="359"/>
                  <a:pt x="394" y="363"/>
                  <a:pt x="402" y="366"/>
                </a:cubicBezTo>
                <a:cubicBezTo>
                  <a:pt x="408" y="367"/>
                  <a:pt x="413" y="364"/>
                  <a:pt x="415" y="358"/>
                </a:cubicBezTo>
                <a:cubicBezTo>
                  <a:pt x="417" y="353"/>
                  <a:pt x="414" y="347"/>
                  <a:pt x="408" y="345"/>
                </a:cubicBezTo>
                <a:cubicBezTo>
                  <a:pt x="398" y="342"/>
                  <a:pt x="392" y="334"/>
                  <a:pt x="392" y="334"/>
                </a:cubicBezTo>
                <a:cubicBezTo>
                  <a:pt x="390" y="332"/>
                  <a:pt x="387" y="331"/>
                  <a:pt x="384" y="330"/>
                </a:cubicBezTo>
                <a:cubicBezTo>
                  <a:pt x="381" y="330"/>
                  <a:pt x="378" y="331"/>
                  <a:pt x="376" y="333"/>
                </a:cubicBezTo>
                <a:cubicBezTo>
                  <a:pt x="371" y="338"/>
                  <a:pt x="367" y="341"/>
                  <a:pt x="362" y="343"/>
                </a:cubicBezTo>
                <a:cubicBezTo>
                  <a:pt x="362" y="341"/>
                  <a:pt x="362" y="341"/>
                  <a:pt x="362" y="341"/>
                </a:cubicBezTo>
                <a:cubicBezTo>
                  <a:pt x="362" y="330"/>
                  <a:pt x="362" y="330"/>
                  <a:pt x="362" y="330"/>
                </a:cubicBezTo>
                <a:cubicBezTo>
                  <a:pt x="362" y="298"/>
                  <a:pt x="362" y="298"/>
                  <a:pt x="362" y="298"/>
                </a:cubicBezTo>
                <a:cubicBezTo>
                  <a:pt x="405" y="298"/>
                  <a:pt x="405" y="298"/>
                  <a:pt x="405" y="298"/>
                </a:cubicBezTo>
                <a:cubicBezTo>
                  <a:pt x="411" y="298"/>
                  <a:pt x="416" y="294"/>
                  <a:pt x="416" y="288"/>
                </a:cubicBezTo>
                <a:cubicBezTo>
                  <a:pt x="416" y="282"/>
                  <a:pt x="411" y="277"/>
                  <a:pt x="405" y="277"/>
                </a:cubicBezTo>
                <a:lnTo>
                  <a:pt x="362" y="27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35" name="Graphic 34" descr="Harvey Balls 0% with solid fill">
            <a:extLst>
              <a:ext uri="{FF2B5EF4-FFF2-40B4-BE49-F238E27FC236}">
                <a16:creationId xmlns:a16="http://schemas.microsoft.com/office/drawing/2014/main" id="{701490A2-98AF-37D1-6F66-E7E8F8387AE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762839" y="-9000"/>
            <a:ext cx="678580" cy="643491"/>
          </a:xfrm>
          <a:prstGeom prst="rect">
            <a:avLst/>
          </a:prstGeom>
        </p:spPr>
      </p:pic>
      <p:sp>
        <p:nvSpPr>
          <p:cNvPr id="36" name="Freeform 426">
            <a:extLst>
              <a:ext uri="{FF2B5EF4-FFF2-40B4-BE49-F238E27FC236}">
                <a16:creationId xmlns:a16="http://schemas.microsoft.com/office/drawing/2014/main" id="{EEA87548-1F4B-E374-67AA-8A6BB25ECA74}"/>
              </a:ext>
            </a:extLst>
          </p:cNvPr>
          <p:cNvSpPr>
            <a:spLocks noChangeAspect="1" noEditPoints="1"/>
          </p:cNvSpPr>
          <p:nvPr/>
        </p:nvSpPr>
        <p:spPr bwMode="auto">
          <a:xfrm>
            <a:off x="8918313" y="147401"/>
            <a:ext cx="357033" cy="338571"/>
          </a:xfrm>
          <a:custGeom>
            <a:avLst/>
            <a:gdLst>
              <a:gd name="T0" fmla="*/ 117 w 512"/>
              <a:gd name="T1" fmla="*/ 320 h 512"/>
              <a:gd name="T2" fmla="*/ 352 w 512"/>
              <a:gd name="T3" fmla="*/ 320 h 512"/>
              <a:gd name="T4" fmla="*/ 352 w 512"/>
              <a:gd name="T5" fmla="*/ 192 h 512"/>
              <a:gd name="T6" fmla="*/ 117 w 512"/>
              <a:gd name="T7" fmla="*/ 192 h 512"/>
              <a:gd name="T8" fmla="*/ 117 w 512"/>
              <a:gd name="T9" fmla="*/ 320 h 512"/>
              <a:gd name="T10" fmla="*/ 266 w 512"/>
              <a:gd name="T11" fmla="*/ 224 h 512"/>
              <a:gd name="T12" fmla="*/ 277 w 512"/>
              <a:gd name="T13" fmla="*/ 213 h 512"/>
              <a:gd name="T14" fmla="*/ 288 w 512"/>
              <a:gd name="T15" fmla="*/ 224 h 512"/>
              <a:gd name="T16" fmla="*/ 288 w 512"/>
              <a:gd name="T17" fmla="*/ 288 h 512"/>
              <a:gd name="T18" fmla="*/ 277 w 512"/>
              <a:gd name="T19" fmla="*/ 298 h 512"/>
              <a:gd name="T20" fmla="*/ 266 w 512"/>
              <a:gd name="T21" fmla="*/ 288 h 512"/>
              <a:gd name="T22" fmla="*/ 266 w 512"/>
              <a:gd name="T23" fmla="*/ 224 h 512"/>
              <a:gd name="T24" fmla="*/ 224 w 512"/>
              <a:gd name="T25" fmla="*/ 224 h 512"/>
              <a:gd name="T26" fmla="*/ 234 w 512"/>
              <a:gd name="T27" fmla="*/ 213 h 512"/>
              <a:gd name="T28" fmla="*/ 245 w 512"/>
              <a:gd name="T29" fmla="*/ 224 h 512"/>
              <a:gd name="T30" fmla="*/ 245 w 512"/>
              <a:gd name="T31" fmla="*/ 288 h 512"/>
              <a:gd name="T32" fmla="*/ 234 w 512"/>
              <a:gd name="T33" fmla="*/ 298 h 512"/>
              <a:gd name="T34" fmla="*/ 224 w 512"/>
              <a:gd name="T35" fmla="*/ 288 h 512"/>
              <a:gd name="T36" fmla="*/ 224 w 512"/>
              <a:gd name="T37" fmla="*/ 224 h 512"/>
              <a:gd name="T38" fmla="*/ 181 w 512"/>
              <a:gd name="T39" fmla="*/ 224 h 512"/>
              <a:gd name="T40" fmla="*/ 192 w 512"/>
              <a:gd name="T41" fmla="*/ 213 h 512"/>
              <a:gd name="T42" fmla="*/ 202 w 512"/>
              <a:gd name="T43" fmla="*/ 224 h 512"/>
              <a:gd name="T44" fmla="*/ 202 w 512"/>
              <a:gd name="T45" fmla="*/ 288 h 512"/>
              <a:gd name="T46" fmla="*/ 192 w 512"/>
              <a:gd name="T47" fmla="*/ 298 h 512"/>
              <a:gd name="T48" fmla="*/ 181 w 512"/>
              <a:gd name="T49" fmla="*/ 288 h 512"/>
              <a:gd name="T50" fmla="*/ 181 w 512"/>
              <a:gd name="T51" fmla="*/ 224 h 512"/>
              <a:gd name="T52" fmla="*/ 138 w 512"/>
              <a:gd name="T53" fmla="*/ 224 h 512"/>
              <a:gd name="T54" fmla="*/ 149 w 512"/>
              <a:gd name="T55" fmla="*/ 213 h 512"/>
              <a:gd name="T56" fmla="*/ 160 w 512"/>
              <a:gd name="T57" fmla="*/ 224 h 512"/>
              <a:gd name="T58" fmla="*/ 160 w 512"/>
              <a:gd name="T59" fmla="*/ 288 h 512"/>
              <a:gd name="T60" fmla="*/ 149 w 512"/>
              <a:gd name="T61" fmla="*/ 298 h 512"/>
              <a:gd name="T62" fmla="*/ 138 w 512"/>
              <a:gd name="T63" fmla="*/ 288 h 512"/>
              <a:gd name="T64" fmla="*/ 138 w 512"/>
              <a:gd name="T65" fmla="*/ 224 h 512"/>
              <a:gd name="T66" fmla="*/ 373 w 512"/>
              <a:gd name="T67" fmla="*/ 234 h 512"/>
              <a:gd name="T68" fmla="*/ 394 w 512"/>
              <a:gd name="T69" fmla="*/ 234 h 512"/>
              <a:gd name="T70" fmla="*/ 394 w 512"/>
              <a:gd name="T71" fmla="*/ 277 h 512"/>
              <a:gd name="T72" fmla="*/ 373 w 512"/>
              <a:gd name="T73" fmla="*/ 277 h 512"/>
              <a:gd name="T74" fmla="*/ 373 w 512"/>
              <a:gd name="T75" fmla="*/ 234 h 512"/>
              <a:gd name="T76" fmla="*/ 256 w 512"/>
              <a:gd name="T77" fmla="*/ 0 h 512"/>
              <a:gd name="T78" fmla="*/ 0 w 512"/>
              <a:gd name="T79" fmla="*/ 256 h 512"/>
              <a:gd name="T80" fmla="*/ 256 w 512"/>
              <a:gd name="T81" fmla="*/ 512 h 512"/>
              <a:gd name="T82" fmla="*/ 512 w 512"/>
              <a:gd name="T83" fmla="*/ 256 h 512"/>
              <a:gd name="T84" fmla="*/ 256 w 512"/>
              <a:gd name="T85" fmla="*/ 0 h 512"/>
              <a:gd name="T86" fmla="*/ 416 w 512"/>
              <a:gd name="T87" fmla="*/ 288 h 512"/>
              <a:gd name="T88" fmla="*/ 405 w 512"/>
              <a:gd name="T89" fmla="*/ 298 h 512"/>
              <a:gd name="T90" fmla="*/ 373 w 512"/>
              <a:gd name="T91" fmla="*/ 298 h 512"/>
              <a:gd name="T92" fmla="*/ 373 w 512"/>
              <a:gd name="T93" fmla="*/ 330 h 512"/>
              <a:gd name="T94" fmla="*/ 362 w 512"/>
              <a:gd name="T95" fmla="*/ 341 h 512"/>
              <a:gd name="T96" fmla="*/ 106 w 512"/>
              <a:gd name="T97" fmla="*/ 341 h 512"/>
              <a:gd name="T98" fmla="*/ 96 w 512"/>
              <a:gd name="T99" fmla="*/ 330 h 512"/>
              <a:gd name="T100" fmla="*/ 96 w 512"/>
              <a:gd name="T101" fmla="*/ 181 h 512"/>
              <a:gd name="T102" fmla="*/ 106 w 512"/>
              <a:gd name="T103" fmla="*/ 170 h 512"/>
              <a:gd name="T104" fmla="*/ 362 w 512"/>
              <a:gd name="T105" fmla="*/ 170 h 512"/>
              <a:gd name="T106" fmla="*/ 373 w 512"/>
              <a:gd name="T107" fmla="*/ 181 h 512"/>
              <a:gd name="T108" fmla="*/ 373 w 512"/>
              <a:gd name="T109" fmla="*/ 213 h 512"/>
              <a:gd name="T110" fmla="*/ 405 w 512"/>
              <a:gd name="T111" fmla="*/ 213 h 512"/>
              <a:gd name="T112" fmla="*/ 416 w 512"/>
              <a:gd name="T113" fmla="*/ 224 h 512"/>
              <a:gd name="T114" fmla="*/ 416 w 512"/>
              <a:gd name="T115" fmla="*/ 28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117" y="320"/>
                </a:moveTo>
                <a:cubicBezTo>
                  <a:pt x="352" y="320"/>
                  <a:pt x="352" y="320"/>
                  <a:pt x="352" y="320"/>
                </a:cubicBezTo>
                <a:cubicBezTo>
                  <a:pt x="352" y="192"/>
                  <a:pt x="352" y="192"/>
                  <a:pt x="352" y="192"/>
                </a:cubicBezTo>
                <a:cubicBezTo>
                  <a:pt x="117" y="192"/>
                  <a:pt x="117" y="192"/>
                  <a:pt x="117" y="192"/>
                </a:cubicBezTo>
                <a:lnTo>
                  <a:pt x="117" y="320"/>
                </a:lnTo>
                <a:close/>
                <a:moveTo>
                  <a:pt x="266" y="224"/>
                </a:moveTo>
                <a:cubicBezTo>
                  <a:pt x="266" y="218"/>
                  <a:pt x="271" y="213"/>
                  <a:pt x="277" y="213"/>
                </a:cubicBezTo>
                <a:cubicBezTo>
                  <a:pt x="283" y="213"/>
                  <a:pt x="288" y="218"/>
                  <a:pt x="288" y="224"/>
                </a:cubicBezTo>
                <a:cubicBezTo>
                  <a:pt x="288" y="288"/>
                  <a:pt x="288" y="288"/>
                  <a:pt x="288" y="288"/>
                </a:cubicBezTo>
                <a:cubicBezTo>
                  <a:pt x="288" y="294"/>
                  <a:pt x="283" y="298"/>
                  <a:pt x="277" y="298"/>
                </a:cubicBezTo>
                <a:cubicBezTo>
                  <a:pt x="271" y="298"/>
                  <a:pt x="266" y="294"/>
                  <a:pt x="266" y="288"/>
                </a:cubicBezTo>
                <a:lnTo>
                  <a:pt x="266" y="224"/>
                </a:lnTo>
                <a:close/>
                <a:moveTo>
                  <a:pt x="224" y="224"/>
                </a:moveTo>
                <a:cubicBezTo>
                  <a:pt x="224" y="218"/>
                  <a:pt x="228" y="213"/>
                  <a:pt x="234" y="213"/>
                </a:cubicBezTo>
                <a:cubicBezTo>
                  <a:pt x="240" y="213"/>
                  <a:pt x="245" y="218"/>
                  <a:pt x="245" y="224"/>
                </a:cubicBezTo>
                <a:cubicBezTo>
                  <a:pt x="245" y="288"/>
                  <a:pt x="245" y="288"/>
                  <a:pt x="245" y="288"/>
                </a:cubicBezTo>
                <a:cubicBezTo>
                  <a:pt x="245" y="294"/>
                  <a:pt x="240" y="298"/>
                  <a:pt x="234" y="298"/>
                </a:cubicBezTo>
                <a:cubicBezTo>
                  <a:pt x="228" y="298"/>
                  <a:pt x="224" y="294"/>
                  <a:pt x="224" y="288"/>
                </a:cubicBezTo>
                <a:lnTo>
                  <a:pt x="224" y="224"/>
                </a:lnTo>
                <a:close/>
                <a:moveTo>
                  <a:pt x="181" y="224"/>
                </a:moveTo>
                <a:cubicBezTo>
                  <a:pt x="181" y="218"/>
                  <a:pt x="186" y="213"/>
                  <a:pt x="192" y="213"/>
                </a:cubicBezTo>
                <a:cubicBezTo>
                  <a:pt x="198" y="213"/>
                  <a:pt x="202" y="218"/>
                  <a:pt x="202" y="224"/>
                </a:cubicBezTo>
                <a:cubicBezTo>
                  <a:pt x="202" y="288"/>
                  <a:pt x="202" y="288"/>
                  <a:pt x="202" y="288"/>
                </a:cubicBezTo>
                <a:cubicBezTo>
                  <a:pt x="202" y="294"/>
                  <a:pt x="198" y="298"/>
                  <a:pt x="192" y="298"/>
                </a:cubicBezTo>
                <a:cubicBezTo>
                  <a:pt x="186" y="298"/>
                  <a:pt x="181" y="294"/>
                  <a:pt x="181" y="288"/>
                </a:cubicBezTo>
                <a:lnTo>
                  <a:pt x="181" y="224"/>
                </a:lnTo>
                <a:close/>
                <a:moveTo>
                  <a:pt x="138" y="224"/>
                </a:moveTo>
                <a:cubicBezTo>
                  <a:pt x="138" y="218"/>
                  <a:pt x="143" y="213"/>
                  <a:pt x="149" y="213"/>
                </a:cubicBezTo>
                <a:cubicBezTo>
                  <a:pt x="155" y="213"/>
                  <a:pt x="160" y="218"/>
                  <a:pt x="160" y="224"/>
                </a:cubicBezTo>
                <a:cubicBezTo>
                  <a:pt x="160" y="288"/>
                  <a:pt x="160" y="288"/>
                  <a:pt x="160" y="288"/>
                </a:cubicBezTo>
                <a:cubicBezTo>
                  <a:pt x="160" y="294"/>
                  <a:pt x="155" y="298"/>
                  <a:pt x="149" y="298"/>
                </a:cubicBezTo>
                <a:cubicBezTo>
                  <a:pt x="143" y="298"/>
                  <a:pt x="138" y="294"/>
                  <a:pt x="138" y="288"/>
                </a:cubicBezTo>
                <a:lnTo>
                  <a:pt x="138" y="224"/>
                </a:lnTo>
                <a:close/>
                <a:moveTo>
                  <a:pt x="373" y="234"/>
                </a:moveTo>
                <a:cubicBezTo>
                  <a:pt x="394" y="234"/>
                  <a:pt x="394" y="234"/>
                  <a:pt x="394" y="234"/>
                </a:cubicBezTo>
                <a:cubicBezTo>
                  <a:pt x="394" y="277"/>
                  <a:pt x="394" y="277"/>
                  <a:pt x="394" y="277"/>
                </a:cubicBezTo>
                <a:cubicBezTo>
                  <a:pt x="373" y="277"/>
                  <a:pt x="373" y="277"/>
                  <a:pt x="373" y="277"/>
                </a:cubicBezTo>
                <a:lnTo>
                  <a:pt x="373" y="234"/>
                </a:ln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288"/>
                </a:moveTo>
                <a:cubicBezTo>
                  <a:pt x="416" y="294"/>
                  <a:pt x="411" y="298"/>
                  <a:pt x="405" y="298"/>
                </a:cubicBezTo>
                <a:cubicBezTo>
                  <a:pt x="373" y="298"/>
                  <a:pt x="373" y="298"/>
                  <a:pt x="373" y="298"/>
                </a:cubicBezTo>
                <a:cubicBezTo>
                  <a:pt x="373" y="330"/>
                  <a:pt x="373" y="330"/>
                  <a:pt x="373" y="330"/>
                </a:cubicBezTo>
                <a:cubicBezTo>
                  <a:pt x="373" y="336"/>
                  <a:pt x="368" y="341"/>
                  <a:pt x="362" y="341"/>
                </a:cubicBezTo>
                <a:cubicBezTo>
                  <a:pt x="106" y="341"/>
                  <a:pt x="106" y="341"/>
                  <a:pt x="106" y="341"/>
                </a:cubicBezTo>
                <a:cubicBezTo>
                  <a:pt x="100" y="341"/>
                  <a:pt x="96" y="336"/>
                  <a:pt x="96" y="330"/>
                </a:cubicBezTo>
                <a:cubicBezTo>
                  <a:pt x="96" y="181"/>
                  <a:pt x="96" y="181"/>
                  <a:pt x="96" y="181"/>
                </a:cubicBezTo>
                <a:cubicBezTo>
                  <a:pt x="96" y="175"/>
                  <a:pt x="100" y="170"/>
                  <a:pt x="106" y="170"/>
                </a:cubicBezTo>
                <a:cubicBezTo>
                  <a:pt x="362" y="170"/>
                  <a:pt x="362" y="170"/>
                  <a:pt x="362" y="170"/>
                </a:cubicBezTo>
                <a:cubicBezTo>
                  <a:pt x="368" y="170"/>
                  <a:pt x="373" y="175"/>
                  <a:pt x="373" y="181"/>
                </a:cubicBezTo>
                <a:cubicBezTo>
                  <a:pt x="373" y="213"/>
                  <a:pt x="373" y="213"/>
                  <a:pt x="373" y="213"/>
                </a:cubicBezTo>
                <a:cubicBezTo>
                  <a:pt x="405" y="213"/>
                  <a:pt x="405" y="213"/>
                  <a:pt x="405" y="213"/>
                </a:cubicBezTo>
                <a:cubicBezTo>
                  <a:pt x="411" y="213"/>
                  <a:pt x="416" y="218"/>
                  <a:pt x="416" y="224"/>
                </a:cubicBezTo>
                <a:lnTo>
                  <a:pt x="416" y="28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37" name="Graphic 36" descr="Harvey Balls 0% with solid fill">
            <a:extLst>
              <a:ext uri="{FF2B5EF4-FFF2-40B4-BE49-F238E27FC236}">
                <a16:creationId xmlns:a16="http://schemas.microsoft.com/office/drawing/2014/main" id="{C513CD47-03FB-FC40-3610-A3F9C7EC1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347427" y="629"/>
            <a:ext cx="678580" cy="643491"/>
          </a:xfrm>
          <a:prstGeom prst="rect">
            <a:avLst/>
          </a:prstGeom>
        </p:spPr>
      </p:pic>
      <p:grpSp>
        <p:nvGrpSpPr>
          <p:cNvPr id="38" name="Group 37">
            <a:extLst>
              <a:ext uri="{FF2B5EF4-FFF2-40B4-BE49-F238E27FC236}">
                <a16:creationId xmlns:a16="http://schemas.microsoft.com/office/drawing/2014/main" id="{9E4CDF78-263F-DE04-E129-8ACBD53DA4FB}"/>
              </a:ext>
            </a:extLst>
          </p:cNvPr>
          <p:cNvGrpSpPr>
            <a:grpSpLocks noChangeAspect="1"/>
          </p:cNvGrpSpPr>
          <p:nvPr/>
        </p:nvGrpSpPr>
        <p:grpSpPr>
          <a:xfrm>
            <a:off x="9498869" y="155156"/>
            <a:ext cx="356120" cy="340676"/>
            <a:chOff x="6515101" y="2628900"/>
            <a:chExt cx="1622425" cy="1636713"/>
          </a:xfrm>
          <a:solidFill>
            <a:schemeClr val="accent4"/>
          </a:solidFill>
        </p:grpSpPr>
        <p:sp>
          <p:nvSpPr>
            <p:cNvPr id="39" name="Freeform 13">
              <a:extLst>
                <a:ext uri="{FF2B5EF4-FFF2-40B4-BE49-F238E27FC236}">
                  <a16:creationId xmlns:a16="http://schemas.microsoft.com/office/drawing/2014/main" id="{AB3E9E78-3F5A-572C-325F-C915DA417C58}"/>
                </a:ext>
              </a:extLst>
            </p:cNvPr>
            <p:cNvSpPr>
              <a:spLocks/>
            </p:cNvSpPr>
            <p:nvPr/>
          </p:nvSpPr>
          <p:spPr bwMode="auto">
            <a:xfrm>
              <a:off x="6899276" y="3497263"/>
              <a:ext cx="238125" cy="211138"/>
            </a:xfrm>
            <a:custGeom>
              <a:avLst/>
              <a:gdLst>
                <a:gd name="T0" fmla="*/ 64 w 115"/>
                <a:gd name="T1" fmla="*/ 0 h 102"/>
                <a:gd name="T2" fmla="*/ 64 w 115"/>
                <a:gd name="T3" fmla="*/ 0 h 102"/>
                <a:gd name="T4" fmla="*/ 38 w 115"/>
                <a:gd name="T5" fmla="*/ 26 h 102"/>
                <a:gd name="T6" fmla="*/ 5 w 115"/>
                <a:gd name="T7" fmla="*/ 92 h 102"/>
                <a:gd name="T8" fmla="*/ 38 w 115"/>
                <a:gd name="T9" fmla="*/ 102 h 102"/>
                <a:gd name="T10" fmla="*/ 115 w 115"/>
                <a:gd name="T11" fmla="*/ 87 h 102"/>
                <a:gd name="T12" fmla="*/ 108 w 115"/>
                <a:gd name="T13" fmla="*/ 32 h 102"/>
                <a:gd name="T14" fmla="*/ 64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64" y="0"/>
                  </a:moveTo>
                  <a:lnTo>
                    <a:pt x="64" y="0"/>
                  </a:lnTo>
                  <a:cubicBezTo>
                    <a:pt x="54" y="9"/>
                    <a:pt x="45" y="18"/>
                    <a:pt x="38" y="26"/>
                  </a:cubicBezTo>
                  <a:cubicBezTo>
                    <a:pt x="8" y="59"/>
                    <a:pt x="0" y="83"/>
                    <a:pt x="5" y="92"/>
                  </a:cubicBezTo>
                  <a:cubicBezTo>
                    <a:pt x="9" y="98"/>
                    <a:pt x="21" y="102"/>
                    <a:pt x="38" y="102"/>
                  </a:cubicBezTo>
                  <a:cubicBezTo>
                    <a:pt x="58" y="102"/>
                    <a:pt x="85" y="97"/>
                    <a:pt x="115" y="87"/>
                  </a:cubicBezTo>
                  <a:cubicBezTo>
                    <a:pt x="112" y="69"/>
                    <a:pt x="110" y="51"/>
                    <a:pt x="108" y="32"/>
                  </a:cubicBezTo>
                  <a:cubicBezTo>
                    <a:pt x="93" y="22"/>
                    <a:pt x="78" y="11"/>
                    <a:pt x="6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0" name="Freeform 14">
              <a:extLst>
                <a:ext uri="{FF2B5EF4-FFF2-40B4-BE49-F238E27FC236}">
                  <a16:creationId xmlns:a16="http://schemas.microsoft.com/office/drawing/2014/main" id="{95DB77E8-F840-6B00-9EBB-BA720EA177A5}"/>
                </a:ext>
              </a:extLst>
            </p:cNvPr>
            <p:cNvSpPr>
              <a:spLocks/>
            </p:cNvSpPr>
            <p:nvPr/>
          </p:nvSpPr>
          <p:spPr bwMode="auto">
            <a:xfrm>
              <a:off x="7221538" y="2963863"/>
              <a:ext cx="207963" cy="247650"/>
            </a:xfrm>
            <a:custGeom>
              <a:avLst/>
              <a:gdLst>
                <a:gd name="T0" fmla="*/ 101 w 101"/>
                <a:gd name="T1" fmla="*/ 97 h 119"/>
                <a:gd name="T2" fmla="*/ 101 w 101"/>
                <a:gd name="T3" fmla="*/ 97 h 119"/>
                <a:gd name="T4" fmla="*/ 51 w 101"/>
                <a:gd name="T5" fmla="*/ 0 h 119"/>
                <a:gd name="T6" fmla="*/ 0 w 101"/>
                <a:gd name="T7" fmla="*/ 97 h 119"/>
                <a:gd name="T8" fmla="*/ 51 w 101"/>
                <a:gd name="T9" fmla="*/ 119 h 119"/>
                <a:gd name="T10" fmla="*/ 101 w 101"/>
                <a:gd name="T11" fmla="*/ 97 h 119"/>
              </a:gdLst>
              <a:ahLst/>
              <a:cxnLst>
                <a:cxn ang="0">
                  <a:pos x="T0" y="T1"/>
                </a:cxn>
                <a:cxn ang="0">
                  <a:pos x="T2" y="T3"/>
                </a:cxn>
                <a:cxn ang="0">
                  <a:pos x="T4" y="T5"/>
                </a:cxn>
                <a:cxn ang="0">
                  <a:pos x="T6" y="T7"/>
                </a:cxn>
                <a:cxn ang="0">
                  <a:pos x="T8" y="T9"/>
                </a:cxn>
                <a:cxn ang="0">
                  <a:pos x="T10" y="T11"/>
                </a:cxn>
              </a:cxnLst>
              <a:rect l="0" t="0" r="r" b="b"/>
              <a:pathLst>
                <a:path w="101" h="119">
                  <a:moveTo>
                    <a:pt x="101" y="97"/>
                  </a:moveTo>
                  <a:lnTo>
                    <a:pt x="101" y="97"/>
                  </a:lnTo>
                  <a:cubicBezTo>
                    <a:pt x="87" y="34"/>
                    <a:pt x="65" y="0"/>
                    <a:pt x="51" y="0"/>
                  </a:cubicBezTo>
                  <a:cubicBezTo>
                    <a:pt x="36" y="0"/>
                    <a:pt x="14" y="34"/>
                    <a:pt x="0" y="97"/>
                  </a:cubicBezTo>
                  <a:cubicBezTo>
                    <a:pt x="17" y="104"/>
                    <a:pt x="34" y="111"/>
                    <a:pt x="51" y="119"/>
                  </a:cubicBezTo>
                  <a:cubicBezTo>
                    <a:pt x="68" y="111"/>
                    <a:pt x="85" y="104"/>
                    <a:pt x="101"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1" name="Freeform 15">
              <a:extLst>
                <a:ext uri="{FF2B5EF4-FFF2-40B4-BE49-F238E27FC236}">
                  <a16:creationId xmlns:a16="http://schemas.microsoft.com/office/drawing/2014/main" id="{C82AFE6D-DB0E-EB12-F45A-9117122FD2D8}"/>
                </a:ext>
              </a:extLst>
            </p:cNvPr>
            <p:cNvSpPr>
              <a:spLocks/>
            </p:cNvSpPr>
            <p:nvPr/>
          </p:nvSpPr>
          <p:spPr bwMode="auto">
            <a:xfrm>
              <a:off x="7202488" y="3616325"/>
              <a:ext cx="39688" cy="36513"/>
            </a:xfrm>
            <a:custGeom>
              <a:avLst/>
              <a:gdLst>
                <a:gd name="T0" fmla="*/ 10 w 19"/>
                <a:gd name="T1" fmla="*/ 5 h 18"/>
                <a:gd name="T2" fmla="*/ 10 w 19"/>
                <a:gd name="T3" fmla="*/ 5 h 18"/>
                <a:gd name="T4" fmla="*/ 0 w 19"/>
                <a:gd name="T5" fmla="*/ 0 h 18"/>
                <a:gd name="T6" fmla="*/ 2 w 19"/>
                <a:gd name="T7" fmla="*/ 18 h 18"/>
                <a:gd name="T8" fmla="*/ 19 w 19"/>
                <a:gd name="T9" fmla="*/ 11 h 18"/>
                <a:gd name="T10" fmla="*/ 10 w 19"/>
                <a:gd name="T11" fmla="*/ 5 h 18"/>
              </a:gdLst>
              <a:ahLst/>
              <a:cxnLst>
                <a:cxn ang="0">
                  <a:pos x="T0" y="T1"/>
                </a:cxn>
                <a:cxn ang="0">
                  <a:pos x="T2" y="T3"/>
                </a:cxn>
                <a:cxn ang="0">
                  <a:pos x="T4" y="T5"/>
                </a:cxn>
                <a:cxn ang="0">
                  <a:pos x="T6" y="T7"/>
                </a:cxn>
                <a:cxn ang="0">
                  <a:pos x="T8" y="T9"/>
                </a:cxn>
                <a:cxn ang="0">
                  <a:pos x="T10" y="T11"/>
                </a:cxn>
              </a:cxnLst>
              <a:rect l="0" t="0" r="r" b="b"/>
              <a:pathLst>
                <a:path w="19" h="18">
                  <a:moveTo>
                    <a:pt x="10" y="5"/>
                  </a:moveTo>
                  <a:lnTo>
                    <a:pt x="10" y="5"/>
                  </a:lnTo>
                  <a:cubicBezTo>
                    <a:pt x="6" y="4"/>
                    <a:pt x="3" y="2"/>
                    <a:pt x="0" y="0"/>
                  </a:cubicBezTo>
                  <a:cubicBezTo>
                    <a:pt x="1" y="6"/>
                    <a:pt x="2" y="12"/>
                    <a:pt x="2" y="18"/>
                  </a:cubicBezTo>
                  <a:cubicBezTo>
                    <a:pt x="8" y="15"/>
                    <a:pt x="13" y="13"/>
                    <a:pt x="19" y="11"/>
                  </a:cubicBezTo>
                  <a:cubicBezTo>
                    <a:pt x="16" y="9"/>
                    <a:pt x="13" y="7"/>
                    <a:pt x="10"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2" name="Freeform 16">
              <a:extLst>
                <a:ext uri="{FF2B5EF4-FFF2-40B4-BE49-F238E27FC236}">
                  <a16:creationId xmlns:a16="http://schemas.microsoft.com/office/drawing/2014/main" id="{A129173E-6A3A-4AAC-C0C3-7C5564C73AEB}"/>
                </a:ext>
              </a:extLst>
            </p:cNvPr>
            <p:cNvSpPr>
              <a:spLocks/>
            </p:cNvSpPr>
            <p:nvPr/>
          </p:nvSpPr>
          <p:spPr bwMode="auto">
            <a:xfrm>
              <a:off x="7221538" y="3681413"/>
              <a:ext cx="207963" cy="247650"/>
            </a:xfrm>
            <a:custGeom>
              <a:avLst/>
              <a:gdLst>
                <a:gd name="T0" fmla="*/ 0 w 101"/>
                <a:gd name="T1" fmla="*/ 22 h 119"/>
                <a:gd name="T2" fmla="*/ 0 w 101"/>
                <a:gd name="T3" fmla="*/ 22 h 119"/>
                <a:gd name="T4" fmla="*/ 51 w 101"/>
                <a:gd name="T5" fmla="*/ 119 h 119"/>
                <a:gd name="T6" fmla="*/ 101 w 101"/>
                <a:gd name="T7" fmla="*/ 22 h 119"/>
                <a:gd name="T8" fmla="*/ 51 w 101"/>
                <a:gd name="T9" fmla="*/ 0 h 119"/>
                <a:gd name="T10" fmla="*/ 0 w 101"/>
                <a:gd name="T11" fmla="*/ 22 h 119"/>
              </a:gdLst>
              <a:ahLst/>
              <a:cxnLst>
                <a:cxn ang="0">
                  <a:pos x="T0" y="T1"/>
                </a:cxn>
                <a:cxn ang="0">
                  <a:pos x="T2" y="T3"/>
                </a:cxn>
                <a:cxn ang="0">
                  <a:pos x="T4" y="T5"/>
                </a:cxn>
                <a:cxn ang="0">
                  <a:pos x="T6" y="T7"/>
                </a:cxn>
                <a:cxn ang="0">
                  <a:pos x="T8" y="T9"/>
                </a:cxn>
                <a:cxn ang="0">
                  <a:pos x="T10" y="T11"/>
                </a:cxn>
              </a:cxnLst>
              <a:rect l="0" t="0" r="r" b="b"/>
              <a:pathLst>
                <a:path w="101" h="119">
                  <a:moveTo>
                    <a:pt x="0" y="22"/>
                  </a:moveTo>
                  <a:lnTo>
                    <a:pt x="0" y="22"/>
                  </a:lnTo>
                  <a:cubicBezTo>
                    <a:pt x="14" y="85"/>
                    <a:pt x="36" y="119"/>
                    <a:pt x="51" y="119"/>
                  </a:cubicBezTo>
                  <a:cubicBezTo>
                    <a:pt x="65" y="119"/>
                    <a:pt x="87" y="85"/>
                    <a:pt x="101" y="22"/>
                  </a:cubicBezTo>
                  <a:cubicBezTo>
                    <a:pt x="84" y="15"/>
                    <a:pt x="67" y="8"/>
                    <a:pt x="51" y="0"/>
                  </a:cubicBezTo>
                  <a:cubicBezTo>
                    <a:pt x="34" y="8"/>
                    <a:pt x="17" y="16"/>
                    <a:pt x="0" y="2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3" name="Freeform 17">
              <a:extLst>
                <a:ext uri="{FF2B5EF4-FFF2-40B4-BE49-F238E27FC236}">
                  <a16:creationId xmlns:a16="http://schemas.microsoft.com/office/drawing/2014/main" id="{FC8D31AC-0E6A-E818-1BC5-B55F54FCA6B4}"/>
                </a:ext>
              </a:extLst>
            </p:cNvPr>
            <p:cNvSpPr>
              <a:spLocks/>
            </p:cNvSpPr>
            <p:nvPr/>
          </p:nvSpPr>
          <p:spPr bwMode="auto">
            <a:xfrm>
              <a:off x="7202488" y="3241675"/>
              <a:ext cx="39688" cy="34925"/>
            </a:xfrm>
            <a:custGeom>
              <a:avLst/>
              <a:gdLst>
                <a:gd name="T0" fmla="*/ 19 w 19"/>
                <a:gd name="T1" fmla="*/ 6 h 17"/>
                <a:gd name="T2" fmla="*/ 19 w 19"/>
                <a:gd name="T3" fmla="*/ 6 h 17"/>
                <a:gd name="T4" fmla="*/ 3 w 19"/>
                <a:gd name="T5" fmla="*/ 0 h 17"/>
                <a:gd name="T6" fmla="*/ 0 w 19"/>
                <a:gd name="T7" fmla="*/ 17 h 17"/>
                <a:gd name="T8" fmla="*/ 9 w 19"/>
                <a:gd name="T9" fmla="*/ 12 h 17"/>
                <a:gd name="T10" fmla="*/ 19 w 19"/>
                <a:gd name="T11" fmla="*/ 6 h 17"/>
              </a:gdLst>
              <a:ahLst/>
              <a:cxnLst>
                <a:cxn ang="0">
                  <a:pos x="T0" y="T1"/>
                </a:cxn>
                <a:cxn ang="0">
                  <a:pos x="T2" y="T3"/>
                </a:cxn>
                <a:cxn ang="0">
                  <a:pos x="T4" y="T5"/>
                </a:cxn>
                <a:cxn ang="0">
                  <a:pos x="T6" y="T7"/>
                </a:cxn>
                <a:cxn ang="0">
                  <a:pos x="T8" y="T9"/>
                </a:cxn>
                <a:cxn ang="0">
                  <a:pos x="T10" y="T11"/>
                </a:cxn>
              </a:cxnLst>
              <a:rect l="0" t="0" r="r" b="b"/>
              <a:pathLst>
                <a:path w="19" h="17">
                  <a:moveTo>
                    <a:pt x="19" y="6"/>
                  </a:moveTo>
                  <a:lnTo>
                    <a:pt x="19" y="6"/>
                  </a:lnTo>
                  <a:cubicBezTo>
                    <a:pt x="13" y="4"/>
                    <a:pt x="8" y="2"/>
                    <a:pt x="3" y="0"/>
                  </a:cubicBezTo>
                  <a:cubicBezTo>
                    <a:pt x="2" y="5"/>
                    <a:pt x="1" y="11"/>
                    <a:pt x="0" y="17"/>
                  </a:cubicBezTo>
                  <a:cubicBezTo>
                    <a:pt x="3" y="15"/>
                    <a:pt x="6" y="14"/>
                    <a:pt x="9" y="12"/>
                  </a:cubicBezTo>
                  <a:cubicBezTo>
                    <a:pt x="13" y="10"/>
                    <a:pt x="16" y="8"/>
                    <a:pt x="19"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5" name="Freeform 18">
              <a:extLst>
                <a:ext uri="{FF2B5EF4-FFF2-40B4-BE49-F238E27FC236}">
                  <a16:creationId xmlns:a16="http://schemas.microsoft.com/office/drawing/2014/main" id="{96032D26-CCD9-42AC-DE2D-D2CABBF03FAF}"/>
                </a:ext>
              </a:extLst>
            </p:cNvPr>
            <p:cNvSpPr>
              <a:spLocks/>
            </p:cNvSpPr>
            <p:nvPr/>
          </p:nvSpPr>
          <p:spPr bwMode="auto">
            <a:xfrm>
              <a:off x="7089776" y="3424238"/>
              <a:ext cx="28575" cy="44450"/>
            </a:xfrm>
            <a:custGeom>
              <a:avLst/>
              <a:gdLst>
                <a:gd name="T0" fmla="*/ 0 w 14"/>
                <a:gd name="T1" fmla="*/ 11 h 21"/>
                <a:gd name="T2" fmla="*/ 0 w 14"/>
                <a:gd name="T3" fmla="*/ 11 h 21"/>
                <a:gd name="T4" fmla="*/ 14 w 14"/>
                <a:gd name="T5" fmla="*/ 21 h 21"/>
                <a:gd name="T6" fmla="*/ 14 w 14"/>
                <a:gd name="T7" fmla="*/ 11 h 21"/>
                <a:gd name="T8" fmla="*/ 14 w 14"/>
                <a:gd name="T9" fmla="*/ 0 h 21"/>
                <a:gd name="T10" fmla="*/ 0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0" y="11"/>
                  </a:moveTo>
                  <a:lnTo>
                    <a:pt x="0" y="11"/>
                  </a:lnTo>
                  <a:cubicBezTo>
                    <a:pt x="5" y="14"/>
                    <a:pt x="10" y="18"/>
                    <a:pt x="14" y="21"/>
                  </a:cubicBezTo>
                  <a:cubicBezTo>
                    <a:pt x="14" y="18"/>
                    <a:pt x="14" y="14"/>
                    <a:pt x="14" y="11"/>
                  </a:cubicBezTo>
                  <a:cubicBezTo>
                    <a:pt x="14" y="7"/>
                    <a:pt x="14" y="3"/>
                    <a:pt x="14" y="0"/>
                  </a:cubicBezTo>
                  <a:cubicBezTo>
                    <a:pt x="10" y="3"/>
                    <a:pt x="5" y="7"/>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6" name="Freeform 19">
              <a:extLst>
                <a:ext uri="{FF2B5EF4-FFF2-40B4-BE49-F238E27FC236}">
                  <a16:creationId xmlns:a16="http://schemas.microsoft.com/office/drawing/2014/main" id="{EBAACA2A-9D29-6B81-AF60-A22E39A6D0A6}"/>
                </a:ext>
              </a:extLst>
            </p:cNvPr>
            <p:cNvSpPr>
              <a:spLocks/>
            </p:cNvSpPr>
            <p:nvPr/>
          </p:nvSpPr>
          <p:spPr bwMode="auto">
            <a:xfrm>
              <a:off x="7408863" y="3241675"/>
              <a:ext cx="38100" cy="34925"/>
            </a:xfrm>
            <a:custGeom>
              <a:avLst/>
              <a:gdLst>
                <a:gd name="T0" fmla="*/ 10 w 19"/>
                <a:gd name="T1" fmla="*/ 12 h 17"/>
                <a:gd name="T2" fmla="*/ 10 w 19"/>
                <a:gd name="T3" fmla="*/ 12 h 17"/>
                <a:gd name="T4" fmla="*/ 19 w 19"/>
                <a:gd name="T5" fmla="*/ 17 h 17"/>
                <a:gd name="T6" fmla="*/ 17 w 19"/>
                <a:gd name="T7" fmla="*/ 0 h 17"/>
                <a:gd name="T8" fmla="*/ 0 w 19"/>
                <a:gd name="T9" fmla="*/ 6 h 17"/>
                <a:gd name="T10" fmla="*/ 10 w 19"/>
                <a:gd name="T11" fmla="*/ 12 h 17"/>
              </a:gdLst>
              <a:ahLst/>
              <a:cxnLst>
                <a:cxn ang="0">
                  <a:pos x="T0" y="T1"/>
                </a:cxn>
                <a:cxn ang="0">
                  <a:pos x="T2" y="T3"/>
                </a:cxn>
                <a:cxn ang="0">
                  <a:pos x="T4" y="T5"/>
                </a:cxn>
                <a:cxn ang="0">
                  <a:pos x="T6" y="T7"/>
                </a:cxn>
                <a:cxn ang="0">
                  <a:pos x="T8" y="T9"/>
                </a:cxn>
                <a:cxn ang="0">
                  <a:pos x="T10" y="T11"/>
                </a:cxn>
              </a:cxnLst>
              <a:rect l="0" t="0" r="r" b="b"/>
              <a:pathLst>
                <a:path w="19" h="17">
                  <a:moveTo>
                    <a:pt x="10" y="12"/>
                  </a:moveTo>
                  <a:lnTo>
                    <a:pt x="10" y="12"/>
                  </a:lnTo>
                  <a:cubicBezTo>
                    <a:pt x="13" y="14"/>
                    <a:pt x="16" y="15"/>
                    <a:pt x="19" y="17"/>
                  </a:cubicBezTo>
                  <a:cubicBezTo>
                    <a:pt x="18" y="11"/>
                    <a:pt x="18" y="5"/>
                    <a:pt x="17" y="0"/>
                  </a:cubicBezTo>
                  <a:cubicBezTo>
                    <a:pt x="11" y="2"/>
                    <a:pt x="6" y="4"/>
                    <a:pt x="0" y="6"/>
                  </a:cubicBezTo>
                  <a:cubicBezTo>
                    <a:pt x="4" y="8"/>
                    <a:pt x="7" y="10"/>
                    <a:pt x="10"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8" name="Freeform 20">
              <a:extLst>
                <a:ext uri="{FF2B5EF4-FFF2-40B4-BE49-F238E27FC236}">
                  <a16:creationId xmlns:a16="http://schemas.microsoft.com/office/drawing/2014/main" id="{114D6860-5A45-E6BD-22F3-C3D3EBABB3B4}"/>
                </a:ext>
              </a:extLst>
            </p:cNvPr>
            <p:cNvSpPr>
              <a:spLocks/>
            </p:cNvSpPr>
            <p:nvPr/>
          </p:nvSpPr>
          <p:spPr bwMode="auto">
            <a:xfrm>
              <a:off x="6896101" y="3186113"/>
              <a:ext cx="241300" cy="211138"/>
            </a:xfrm>
            <a:custGeom>
              <a:avLst/>
              <a:gdLst>
                <a:gd name="T0" fmla="*/ 7 w 117"/>
                <a:gd name="T1" fmla="*/ 9 h 102"/>
                <a:gd name="T2" fmla="*/ 7 w 117"/>
                <a:gd name="T3" fmla="*/ 9 h 102"/>
                <a:gd name="T4" fmla="*/ 66 w 117"/>
                <a:gd name="T5" fmla="*/ 102 h 102"/>
                <a:gd name="T6" fmla="*/ 110 w 117"/>
                <a:gd name="T7" fmla="*/ 69 h 102"/>
                <a:gd name="T8" fmla="*/ 117 w 117"/>
                <a:gd name="T9" fmla="*/ 14 h 102"/>
                <a:gd name="T10" fmla="*/ 40 w 117"/>
                <a:gd name="T11" fmla="*/ 0 h 102"/>
                <a:gd name="T12" fmla="*/ 7 w 117"/>
                <a:gd name="T13" fmla="*/ 9 h 102"/>
              </a:gdLst>
              <a:ahLst/>
              <a:cxnLst>
                <a:cxn ang="0">
                  <a:pos x="T0" y="T1"/>
                </a:cxn>
                <a:cxn ang="0">
                  <a:pos x="T2" y="T3"/>
                </a:cxn>
                <a:cxn ang="0">
                  <a:pos x="T4" y="T5"/>
                </a:cxn>
                <a:cxn ang="0">
                  <a:pos x="T6" y="T7"/>
                </a:cxn>
                <a:cxn ang="0">
                  <a:pos x="T8" y="T9"/>
                </a:cxn>
                <a:cxn ang="0">
                  <a:pos x="T10" y="T11"/>
                </a:cxn>
                <a:cxn ang="0">
                  <a:pos x="T12" y="T13"/>
                </a:cxn>
              </a:cxnLst>
              <a:rect l="0" t="0" r="r" b="b"/>
              <a:pathLst>
                <a:path w="117" h="102">
                  <a:moveTo>
                    <a:pt x="7" y="9"/>
                  </a:moveTo>
                  <a:lnTo>
                    <a:pt x="7" y="9"/>
                  </a:lnTo>
                  <a:cubicBezTo>
                    <a:pt x="0" y="22"/>
                    <a:pt x="19" y="58"/>
                    <a:pt x="66" y="102"/>
                  </a:cubicBezTo>
                  <a:cubicBezTo>
                    <a:pt x="80" y="91"/>
                    <a:pt x="95" y="80"/>
                    <a:pt x="110" y="69"/>
                  </a:cubicBezTo>
                  <a:cubicBezTo>
                    <a:pt x="112" y="50"/>
                    <a:pt x="114" y="32"/>
                    <a:pt x="117" y="14"/>
                  </a:cubicBezTo>
                  <a:cubicBezTo>
                    <a:pt x="87" y="5"/>
                    <a:pt x="60" y="0"/>
                    <a:pt x="40" y="0"/>
                  </a:cubicBezTo>
                  <a:cubicBezTo>
                    <a:pt x="23" y="0"/>
                    <a:pt x="11" y="3"/>
                    <a:pt x="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9" name="Freeform 21">
              <a:extLst>
                <a:ext uri="{FF2B5EF4-FFF2-40B4-BE49-F238E27FC236}">
                  <a16:creationId xmlns:a16="http://schemas.microsoft.com/office/drawing/2014/main" id="{6EFD604A-4F76-EC0C-6AC6-5D13B8C277E9}"/>
                </a:ext>
              </a:extLst>
            </p:cNvPr>
            <p:cNvSpPr>
              <a:spLocks/>
            </p:cNvSpPr>
            <p:nvPr/>
          </p:nvSpPr>
          <p:spPr bwMode="auto">
            <a:xfrm>
              <a:off x="7294563" y="3416300"/>
              <a:ext cx="60325" cy="60325"/>
            </a:xfrm>
            <a:custGeom>
              <a:avLst/>
              <a:gdLst>
                <a:gd name="T0" fmla="*/ 15 w 29"/>
                <a:gd name="T1" fmla="*/ 0 h 29"/>
                <a:gd name="T2" fmla="*/ 15 w 29"/>
                <a:gd name="T3" fmla="*/ 0 h 29"/>
                <a:gd name="T4" fmla="*/ 0 w 29"/>
                <a:gd name="T5" fmla="*/ 15 h 29"/>
                <a:gd name="T6" fmla="*/ 15 w 29"/>
                <a:gd name="T7" fmla="*/ 29 h 29"/>
                <a:gd name="T8" fmla="*/ 29 w 29"/>
                <a:gd name="T9" fmla="*/ 15 h 29"/>
                <a:gd name="T10" fmla="*/ 15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15" y="0"/>
                  </a:moveTo>
                  <a:lnTo>
                    <a:pt x="15" y="0"/>
                  </a:lnTo>
                  <a:cubicBezTo>
                    <a:pt x="7" y="0"/>
                    <a:pt x="0" y="6"/>
                    <a:pt x="0" y="15"/>
                  </a:cubicBezTo>
                  <a:cubicBezTo>
                    <a:pt x="0" y="23"/>
                    <a:pt x="7" y="29"/>
                    <a:pt x="15" y="29"/>
                  </a:cubicBezTo>
                  <a:cubicBezTo>
                    <a:pt x="23" y="29"/>
                    <a:pt x="29" y="23"/>
                    <a:pt x="29" y="15"/>
                  </a:cubicBezTo>
                  <a:cubicBezTo>
                    <a:pt x="29" y="6"/>
                    <a:pt x="23" y="0"/>
                    <a:pt x="1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0" name="Freeform 22">
              <a:extLst>
                <a:ext uri="{FF2B5EF4-FFF2-40B4-BE49-F238E27FC236}">
                  <a16:creationId xmlns:a16="http://schemas.microsoft.com/office/drawing/2014/main" id="{E021B12F-E6CA-19C7-ABB8-B6AC6A40B4E2}"/>
                </a:ext>
              </a:extLst>
            </p:cNvPr>
            <p:cNvSpPr>
              <a:spLocks/>
            </p:cNvSpPr>
            <p:nvPr/>
          </p:nvSpPr>
          <p:spPr bwMode="auto">
            <a:xfrm>
              <a:off x="7515226" y="3497263"/>
              <a:ext cx="236538" cy="211138"/>
            </a:xfrm>
            <a:custGeom>
              <a:avLst/>
              <a:gdLst>
                <a:gd name="T0" fmla="*/ 50 w 115"/>
                <a:gd name="T1" fmla="*/ 0 h 102"/>
                <a:gd name="T2" fmla="*/ 50 w 115"/>
                <a:gd name="T3" fmla="*/ 0 h 102"/>
                <a:gd name="T4" fmla="*/ 6 w 115"/>
                <a:gd name="T5" fmla="*/ 32 h 102"/>
                <a:gd name="T6" fmla="*/ 0 w 115"/>
                <a:gd name="T7" fmla="*/ 87 h 102"/>
                <a:gd name="T8" fmla="*/ 76 w 115"/>
                <a:gd name="T9" fmla="*/ 102 h 102"/>
                <a:gd name="T10" fmla="*/ 109 w 115"/>
                <a:gd name="T11" fmla="*/ 92 h 102"/>
                <a:gd name="T12" fmla="*/ 109 w 115"/>
                <a:gd name="T13" fmla="*/ 92 h 102"/>
                <a:gd name="T14" fmla="*/ 50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50" y="0"/>
                  </a:moveTo>
                  <a:lnTo>
                    <a:pt x="50" y="0"/>
                  </a:lnTo>
                  <a:cubicBezTo>
                    <a:pt x="36" y="11"/>
                    <a:pt x="21" y="22"/>
                    <a:pt x="6" y="32"/>
                  </a:cubicBezTo>
                  <a:cubicBezTo>
                    <a:pt x="4" y="51"/>
                    <a:pt x="2" y="70"/>
                    <a:pt x="0" y="87"/>
                  </a:cubicBezTo>
                  <a:cubicBezTo>
                    <a:pt x="30" y="97"/>
                    <a:pt x="56" y="102"/>
                    <a:pt x="76" y="102"/>
                  </a:cubicBezTo>
                  <a:cubicBezTo>
                    <a:pt x="93" y="102"/>
                    <a:pt x="106" y="98"/>
                    <a:pt x="109" y="92"/>
                  </a:cubicBezTo>
                  <a:lnTo>
                    <a:pt x="109" y="92"/>
                  </a:lnTo>
                  <a:cubicBezTo>
                    <a:pt x="115" y="82"/>
                    <a:pt x="103" y="48"/>
                    <a:pt x="5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1" name="Freeform 23">
              <a:extLst>
                <a:ext uri="{FF2B5EF4-FFF2-40B4-BE49-F238E27FC236}">
                  <a16:creationId xmlns:a16="http://schemas.microsoft.com/office/drawing/2014/main" id="{ED438E5C-7772-3AAA-F2B7-0A937D4309EE}"/>
                </a:ext>
              </a:extLst>
            </p:cNvPr>
            <p:cNvSpPr>
              <a:spLocks noEditPoints="1"/>
            </p:cNvSpPr>
            <p:nvPr/>
          </p:nvSpPr>
          <p:spPr bwMode="auto">
            <a:xfrm>
              <a:off x="6515101" y="2628900"/>
              <a:ext cx="1622425" cy="1636713"/>
            </a:xfrm>
            <a:custGeom>
              <a:avLst/>
              <a:gdLst>
                <a:gd name="T0" fmla="*/ 626 w 788"/>
                <a:gd name="T1" fmla="*/ 528 h 788"/>
                <a:gd name="T2" fmla="*/ 626 w 788"/>
                <a:gd name="T3" fmla="*/ 528 h 788"/>
                <a:gd name="T4" fmla="*/ 562 w 788"/>
                <a:gd name="T5" fmla="*/ 556 h 788"/>
                <a:gd name="T6" fmla="*/ 479 w 788"/>
                <a:gd name="T7" fmla="*/ 541 h 788"/>
                <a:gd name="T8" fmla="*/ 394 w 788"/>
                <a:gd name="T9" fmla="*/ 662 h 788"/>
                <a:gd name="T10" fmla="*/ 308 w 788"/>
                <a:gd name="T11" fmla="*/ 541 h 788"/>
                <a:gd name="T12" fmla="*/ 225 w 788"/>
                <a:gd name="T13" fmla="*/ 556 h 788"/>
                <a:gd name="T14" fmla="*/ 161 w 788"/>
                <a:gd name="T15" fmla="*/ 528 h 788"/>
                <a:gd name="T16" fmla="*/ 198 w 788"/>
                <a:gd name="T17" fmla="*/ 420 h 788"/>
                <a:gd name="T18" fmla="*/ 223 w 788"/>
                <a:gd name="T19" fmla="*/ 394 h 788"/>
                <a:gd name="T20" fmla="*/ 161 w 788"/>
                <a:gd name="T21" fmla="*/ 259 h 788"/>
                <a:gd name="T22" fmla="*/ 225 w 788"/>
                <a:gd name="T23" fmla="*/ 231 h 788"/>
                <a:gd name="T24" fmla="*/ 308 w 788"/>
                <a:gd name="T25" fmla="*/ 246 h 788"/>
                <a:gd name="T26" fmla="*/ 394 w 788"/>
                <a:gd name="T27" fmla="*/ 125 h 788"/>
                <a:gd name="T28" fmla="*/ 479 w 788"/>
                <a:gd name="T29" fmla="*/ 246 h 788"/>
                <a:gd name="T30" fmla="*/ 562 w 788"/>
                <a:gd name="T31" fmla="*/ 231 h 788"/>
                <a:gd name="T32" fmla="*/ 626 w 788"/>
                <a:gd name="T33" fmla="*/ 259 h 788"/>
                <a:gd name="T34" fmla="*/ 564 w 788"/>
                <a:gd name="T35" fmla="*/ 394 h 788"/>
                <a:gd name="T36" fmla="*/ 626 w 788"/>
                <a:gd name="T37" fmla="*/ 528 h 788"/>
                <a:gd name="T38" fmla="*/ 626 w 788"/>
                <a:gd name="T39" fmla="*/ 528 h 788"/>
                <a:gd name="T40" fmla="*/ 394 w 788"/>
                <a:gd name="T41" fmla="*/ 0 h 788"/>
                <a:gd name="T42" fmla="*/ 394 w 788"/>
                <a:gd name="T43" fmla="*/ 0 h 788"/>
                <a:gd name="T44" fmla="*/ 0 w 788"/>
                <a:gd name="T45" fmla="*/ 394 h 788"/>
                <a:gd name="T46" fmla="*/ 394 w 788"/>
                <a:gd name="T47" fmla="*/ 788 h 788"/>
                <a:gd name="T48" fmla="*/ 788 w 788"/>
                <a:gd name="T49" fmla="*/ 394 h 788"/>
                <a:gd name="T50" fmla="*/ 394 w 788"/>
                <a:gd name="T51"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8" h="788">
                  <a:moveTo>
                    <a:pt x="626" y="528"/>
                  </a:moveTo>
                  <a:lnTo>
                    <a:pt x="626" y="528"/>
                  </a:lnTo>
                  <a:cubicBezTo>
                    <a:pt x="619" y="541"/>
                    <a:pt x="602" y="556"/>
                    <a:pt x="562" y="556"/>
                  </a:cubicBezTo>
                  <a:cubicBezTo>
                    <a:pt x="539" y="556"/>
                    <a:pt x="511" y="551"/>
                    <a:pt x="479" y="541"/>
                  </a:cubicBezTo>
                  <a:cubicBezTo>
                    <a:pt x="461" y="619"/>
                    <a:pt x="431" y="662"/>
                    <a:pt x="394" y="662"/>
                  </a:cubicBezTo>
                  <a:cubicBezTo>
                    <a:pt x="356" y="662"/>
                    <a:pt x="326" y="619"/>
                    <a:pt x="308" y="541"/>
                  </a:cubicBezTo>
                  <a:cubicBezTo>
                    <a:pt x="277" y="551"/>
                    <a:pt x="248" y="556"/>
                    <a:pt x="225" y="556"/>
                  </a:cubicBezTo>
                  <a:cubicBezTo>
                    <a:pt x="185" y="556"/>
                    <a:pt x="168" y="541"/>
                    <a:pt x="161" y="528"/>
                  </a:cubicBezTo>
                  <a:cubicBezTo>
                    <a:pt x="150" y="509"/>
                    <a:pt x="148" y="476"/>
                    <a:pt x="198" y="420"/>
                  </a:cubicBezTo>
                  <a:cubicBezTo>
                    <a:pt x="205" y="411"/>
                    <a:pt x="214" y="403"/>
                    <a:pt x="223" y="394"/>
                  </a:cubicBezTo>
                  <a:cubicBezTo>
                    <a:pt x="164" y="339"/>
                    <a:pt x="142" y="292"/>
                    <a:pt x="161" y="259"/>
                  </a:cubicBezTo>
                  <a:cubicBezTo>
                    <a:pt x="168" y="247"/>
                    <a:pt x="185" y="231"/>
                    <a:pt x="225" y="231"/>
                  </a:cubicBezTo>
                  <a:cubicBezTo>
                    <a:pt x="248" y="231"/>
                    <a:pt x="276" y="237"/>
                    <a:pt x="308" y="246"/>
                  </a:cubicBezTo>
                  <a:cubicBezTo>
                    <a:pt x="326" y="168"/>
                    <a:pt x="356" y="125"/>
                    <a:pt x="394" y="125"/>
                  </a:cubicBezTo>
                  <a:cubicBezTo>
                    <a:pt x="431" y="125"/>
                    <a:pt x="461" y="168"/>
                    <a:pt x="479" y="246"/>
                  </a:cubicBezTo>
                  <a:cubicBezTo>
                    <a:pt x="511" y="237"/>
                    <a:pt x="540" y="231"/>
                    <a:pt x="562" y="231"/>
                  </a:cubicBezTo>
                  <a:cubicBezTo>
                    <a:pt x="602" y="231"/>
                    <a:pt x="619" y="247"/>
                    <a:pt x="626" y="259"/>
                  </a:cubicBezTo>
                  <a:cubicBezTo>
                    <a:pt x="645" y="292"/>
                    <a:pt x="623" y="339"/>
                    <a:pt x="564" y="394"/>
                  </a:cubicBezTo>
                  <a:cubicBezTo>
                    <a:pt x="623" y="448"/>
                    <a:pt x="645" y="496"/>
                    <a:pt x="626" y="528"/>
                  </a:cubicBezTo>
                  <a:lnTo>
                    <a:pt x="626" y="528"/>
                  </a:lnTo>
                  <a:close/>
                  <a:moveTo>
                    <a:pt x="394" y="0"/>
                  </a:moveTo>
                  <a:lnTo>
                    <a:pt x="394" y="0"/>
                  </a:lnTo>
                  <a:cubicBezTo>
                    <a:pt x="176" y="0"/>
                    <a:pt x="0" y="176"/>
                    <a:pt x="0" y="394"/>
                  </a:cubicBezTo>
                  <a:cubicBezTo>
                    <a:pt x="0" y="611"/>
                    <a:pt x="176" y="788"/>
                    <a:pt x="394" y="788"/>
                  </a:cubicBezTo>
                  <a:cubicBezTo>
                    <a:pt x="611" y="788"/>
                    <a:pt x="788" y="611"/>
                    <a:pt x="788" y="394"/>
                  </a:cubicBezTo>
                  <a:cubicBezTo>
                    <a:pt x="788" y="176"/>
                    <a:pt x="611" y="0"/>
                    <a:pt x="3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3" name="Freeform 24">
              <a:extLst>
                <a:ext uri="{FF2B5EF4-FFF2-40B4-BE49-F238E27FC236}">
                  <a16:creationId xmlns:a16="http://schemas.microsoft.com/office/drawing/2014/main" id="{7BFD63EA-0D87-AC81-874F-6F160439BD71}"/>
                </a:ext>
              </a:extLst>
            </p:cNvPr>
            <p:cNvSpPr>
              <a:spLocks/>
            </p:cNvSpPr>
            <p:nvPr/>
          </p:nvSpPr>
          <p:spPr bwMode="auto">
            <a:xfrm>
              <a:off x="7408863" y="3616325"/>
              <a:ext cx="38100" cy="36513"/>
            </a:xfrm>
            <a:custGeom>
              <a:avLst/>
              <a:gdLst>
                <a:gd name="T0" fmla="*/ 0 w 19"/>
                <a:gd name="T1" fmla="*/ 11 h 18"/>
                <a:gd name="T2" fmla="*/ 0 w 19"/>
                <a:gd name="T3" fmla="*/ 11 h 18"/>
                <a:gd name="T4" fmla="*/ 17 w 19"/>
                <a:gd name="T5" fmla="*/ 18 h 18"/>
                <a:gd name="T6" fmla="*/ 19 w 19"/>
                <a:gd name="T7" fmla="*/ 0 h 18"/>
                <a:gd name="T8" fmla="*/ 10 w 19"/>
                <a:gd name="T9" fmla="*/ 5 h 18"/>
                <a:gd name="T10" fmla="*/ 0 w 19"/>
                <a:gd name="T11" fmla="*/ 11 h 18"/>
              </a:gdLst>
              <a:ahLst/>
              <a:cxnLst>
                <a:cxn ang="0">
                  <a:pos x="T0" y="T1"/>
                </a:cxn>
                <a:cxn ang="0">
                  <a:pos x="T2" y="T3"/>
                </a:cxn>
                <a:cxn ang="0">
                  <a:pos x="T4" y="T5"/>
                </a:cxn>
                <a:cxn ang="0">
                  <a:pos x="T6" y="T7"/>
                </a:cxn>
                <a:cxn ang="0">
                  <a:pos x="T8" y="T9"/>
                </a:cxn>
                <a:cxn ang="0">
                  <a:pos x="T10" y="T11"/>
                </a:cxn>
              </a:cxnLst>
              <a:rect l="0" t="0" r="r" b="b"/>
              <a:pathLst>
                <a:path w="19" h="18">
                  <a:moveTo>
                    <a:pt x="0" y="11"/>
                  </a:moveTo>
                  <a:lnTo>
                    <a:pt x="0" y="11"/>
                  </a:lnTo>
                  <a:cubicBezTo>
                    <a:pt x="6" y="13"/>
                    <a:pt x="11" y="15"/>
                    <a:pt x="17" y="18"/>
                  </a:cubicBezTo>
                  <a:cubicBezTo>
                    <a:pt x="18" y="12"/>
                    <a:pt x="18" y="6"/>
                    <a:pt x="19" y="0"/>
                  </a:cubicBezTo>
                  <a:cubicBezTo>
                    <a:pt x="16" y="2"/>
                    <a:pt x="13" y="4"/>
                    <a:pt x="10" y="5"/>
                  </a:cubicBezTo>
                  <a:cubicBezTo>
                    <a:pt x="7" y="7"/>
                    <a:pt x="4" y="9"/>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4" name="Freeform 25">
              <a:extLst>
                <a:ext uri="{FF2B5EF4-FFF2-40B4-BE49-F238E27FC236}">
                  <a16:creationId xmlns:a16="http://schemas.microsoft.com/office/drawing/2014/main" id="{9C7A0B74-CBA1-3B25-C229-BA97343C0C40}"/>
                </a:ext>
              </a:extLst>
            </p:cNvPr>
            <p:cNvSpPr>
              <a:spLocks/>
            </p:cNvSpPr>
            <p:nvPr/>
          </p:nvSpPr>
          <p:spPr bwMode="auto">
            <a:xfrm>
              <a:off x="7532688" y="3424238"/>
              <a:ext cx="28575" cy="44450"/>
            </a:xfrm>
            <a:custGeom>
              <a:avLst/>
              <a:gdLst>
                <a:gd name="T0" fmla="*/ 14 w 14"/>
                <a:gd name="T1" fmla="*/ 11 h 21"/>
                <a:gd name="T2" fmla="*/ 14 w 14"/>
                <a:gd name="T3" fmla="*/ 11 h 21"/>
                <a:gd name="T4" fmla="*/ 0 w 14"/>
                <a:gd name="T5" fmla="*/ 0 h 21"/>
                <a:gd name="T6" fmla="*/ 0 w 14"/>
                <a:gd name="T7" fmla="*/ 11 h 21"/>
                <a:gd name="T8" fmla="*/ 0 w 14"/>
                <a:gd name="T9" fmla="*/ 21 h 21"/>
                <a:gd name="T10" fmla="*/ 14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14" y="11"/>
                  </a:moveTo>
                  <a:lnTo>
                    <a:pt x="14" y="11"/>
                  </a:lnTo>
                  <a:cubicBezTo>
                    <a:pt x="9" y="7"/>
                    <a:pt x="5" y="3"/>
                    <a:pt x="0" y="0"/>
                  </a:cubicBezTo>
                  <a:cubicBezTo>
                    <a:pt x="0" y="3"/>
                    <a:pt x="0" y="7"/>
                    <a:pt x="0" y="11"/>
                  </a:cubicBezTo>
                  <a:cubicBezTo>
                    <a:pt x="0" y="14"/>
                    <a:pt x="0" y="18"/>
                    <a:pt x="0" y="21"/>
                  </a:cubicBezTo>
                  <a:cubicBezTo>
                    <a:pt x="5" y="18"/>
                    <a:pt x="9" y="14"/>
                    <a:pt x="14"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5" name="Freeform 26">
              <a:extLst>
                <a:ext uri="{FF2B5EF4-FFF2-40B4-BE49-F238E27FC236}">
                  <a16:creationId xmlns:a16="http://schemas.microsoft.com/office/drawing/2014/main" id="{8E5FD512-AE5A-173A-FF95-E83B631432E8}"/>
                </a:ext>
              </a:extLst>
            </p:cNvPr>
            <p:cNvSpPr>
              <a:spLocks/>
            </p:cNvSpPr>
            <p:nvPr/>
          </p:nvSpPr>
          <p:spPr bwMode="auto">
            <a:xfrm>
              <a:off x="7515226" y="3186113"/>
              <a:ext cx="239713" cy="211138"/>
            </a:xfrm>
            <a:custGeom>
              <a:avLst/>
              <a:gdLst>
                <a:gd name="T0" fmla="*/ 50 w 116"/>
                <a:gd name="T1" fmla="*/ 102 h 102"/>
                <a:gd name="T2" fmla="*/ 50 w 116"/>
                <a:gd name="T3" fmla="*/ 102 h 102"/>
                <a:gd name="T4" fmla="*/ 109 w 116"/>
                <a:gd name="T5" fmla="*/ 9 h 102"/>
                <a:gd name="T6" fmla="*/ 76 w 116"/>
                <a:gd name="T7" fmla="*/ 0 h 102"/>
                <a:gd name="T8" fmla="*/ 0 w 116"/>
                <a:gd name="T9" fmla="*/ 14 h 102"/>
                <a:gd name="T10" fmla="*/ 6 w 116"/>
                <a:gd name="T11" fmla="*/ 69 h 102"/>
                <a:gd name="T12" fmla="*/ 50 w 116"/>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6" h="102">
                  <a:moveTo>
                    <a:pt x="50" y="102"/>
                  </a:moveTo>
                  <a:lnTo>
                    <a:pt x="50" y="102"/>
                  </a:lnTo>
                  <a:cubicBezTo>
                    <a:pt x="98" y="58"/>
                    <a:pt x="116" y="22"/>
                    <a:pt x="109" y="9"/>
                  </a:cubicBezTo>
                  <a:cubicBezTo>
                    <a:pt x="105" y="3"/>
                    <a:pt x="94" y="0"/>
                    <a:pt x="76" y="0"/>
                  </a:cubicBezTo>
                  <a:cubicBezTo>
                    <a:pt x="56" y="0"/>
                    <a:pt x="30" y="5"/>
                    <a:pt x="0" y="14"/>
                  </a:cubicBezTo>
                  <a:cubicBezTo>
                    <a:pt x="2" y="31"/>
                    <a:pt x="4" y="50"/>
                    <a:pt x="6" y="69"/>
                  </a:cubicBezTo>
                  <a:cubicBezTo>
                    <a:pt x="21" y="80"/>
                    <a:pt x="36" y="90"/>
                    <a:pt x="50"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56" name="Freeform 27">
              <a:extLst>
                <a:ext uri="{FF2B5EF4-FFF2-40B4-BE49-F238E27FC236}">
                  <a16:creationId xmlns:a16="http://schemas.microsoft.com/office/drawing/2014/main" id="{BE60FBA1-23D7-1E4C-D247-11C4B248959E}"/>
                </a:ext>
              </a:extLst>
            </p:cNvPr>
            <p:cNvSpPr>
              <a:spLocks noEditPoints="1"/>
            </p:cNvSpPr>
            <p:nvPr/>
          </p:nvSpPr>
          <p:spPr bwMode="auto">
            <a:xfrm>
              <a:off x="7194551" y="3295650"/>
              <a:ext cx="263525" cy="301625"/>
            </a:xfrm>
            <a:custGeom>
              <a:avLst/>
              <a:gdLst>
                <a:gd name="T0" fmla="*/ 64 w 128"/>
                <a:gd name="T1" fmla="*/ 124 h 145"/>
                <a:gd name="T2" fmla="*/ 64 w 128"/>
                <a:gd name="T3" fmla="*/ 124 h 145"/>
                <a:gd name="T4" fmla="*/ 13 w 128"/>
                <a:gd name="T5" fmla="*/ 73 h 145"/>
                <a:gd name="T6" fmla="*/ 64 w 128"/>
                <a:gd name="T7" fmla="*/ 22 h 145"/>
                <a:gd name="T8" fmla="*/ 115 w 128"/>
                <a:gd name="T9" fmla="*/ 73 h 145"/>
                <a:gd name="T10" fmla="*/ 64 w 128"/>
                <a:gd name="T11" fmla="*/ 124 h 145"/>
                <a:gd name="T12" fmla="*/ 64 w 128"/>
                <a:gd name="T13" fmla="*/ 124 h 145"/>
                <a:gd name="T14" fmla="*/ 96 w 128"/>
                <a:gd name="T15" fmla="*/ 17 h 145"/>
                <a:gd name="T16" fmla="*/ 96 w 128"/>
                <a:gd name="T17" fmla="*/ 17 h 145"/>
                <a:gd name="T18" fmla="*/ 64 w 128"/>
                <a:gd name="T19" fmla="*/ 0 h 145"/>
                <a:gd name="T20" fmla="*/ 32 w 128"/>
                <a:gd name="T21" fmla="*/ 17 h 145"/>
                <a:gd name="T22" fmla="*/ 1 w 128"/>
                <a:gd name="T23" fmla="*/ 36 h 145"/>
                <a:gd name="T24" fmla="*/ 0 w 128"/>
                <a:gd name="T25" fmla="*/ 73 h 145"/>
                <a:gd name="T26" fmla="*/ 1 w 128"/>
                <a:gd name="T27" fmla="*/ 109 h 145"/>
                <a:gd name="T28" fmla="*/ 32 w 128"/>
                <a:gd name="T29" fmla="*/ 128 h 145"/>
                <a:gd name="T30" fmla="*/ 64 w 128"/>
                <a:gd name="T31" fmla="*/ 145 h 145"/>
                <a:gd name="T32" fmla="*/ 96 w 128"/>
                <a:gd name="T33" fmla="*/ 128 h 145"/>
                <a:gd name="T34" fmla="*/ 127 w 128"/>
                <a:gd name="T35" fmla="*/ 109 h 145"/>
                <a:gd name="T36" fmla="*/ 128 w 128"/>
                <a:gd name="T37" fmla="*/ 73 h 145"/>
                <a:gd name="T38" fmla="*/ 127 w 128"/>
                <a:gd name="T39" fmla="*/ 36 h 145"/>
                <a:gd name="T40" fmla="*/ 96 w 128"/>
                <a:gd name="T41" fmla="*/ 1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45">
                  <a:moveTo>
                    <a:pt x="64" y="124"/>
                  </a:moveTo>
                  <a:lnTo>
                    <a:pt x="64" y="124"/>
                  </a:lnTo>
                  <a:cubicBezTo>
                    <a:pt x="36" y="124"/>
                    <a:pt x="13" y="101"/>
                    <a:pt x="13" y="73"/>
                  </a:cubicBezTo>
                  <a:cubicBezTo>
                    <a:pt x="13" y="44"/>
                    <a:pt x="36" y="22"/>
                    <a:pt x="64" y="22"/>
                  </a:cubicBezTo>
                  <a:cubicBezTo>
                    <a:pt x="92" y="22"/>
                    <a:pt x="115" y="44"/>
                    <a:pt x="115" y="73"/>
                  </a:cubicBezTo>
                  <a:cubicBezTo>
                    <a:pt x="115" y="101"/>
                    <a:pt x="92" y="124"/>
                    <a:pt x="64" y="124"/>
                  </a:cubicBezTo>
                  <a:lnTo>
                    <a:pt x="64" y="124"/>
                  </a:lnTo>
                  <a:close/>
                  <a:moveTo>
                    <a:pt x="96" y="17"/>
                  </a:moveTo>
                  <a:lnTo>
                    <a:pt x="96" y="17"/>
                  </a:lnTo>
                  <a:cubicBezTo>
                    <a:pt x="85" y="11"/>
                    <a:pt x="75" y="5"/>
                    <a:pt x="64" y="0"/>
                  </a:cubicBezTo>
                  <a:cubicBezTo>
                    <a:pt x="53" y="5"/>
                    <a:pt x="42" y="11"/>
                    <a:pt x="32" y="17"/>
                  </a:cubicBezTo>
                  <a:cubicBezTo>
                    <a:pt x="21" y="23"/>
                    <a:pt x="11" y="29"/>
                    <a:pt x="1" y="36"/>
                  </a:cubicBezTo>
                  <a:cubicBezTo>
                    <a:pt x="0" y="49"/>
                    <a:pt x="0" y="61"/>
                    <a:pt x="0" y="73"/>
                  </a:cubicBezTo>
                  <a:cubicBezTo>
                    <a:pt x="0" y="84"/>
                    <a:pt x="0" y="97"/>
                    <a:pt x="1" y="109"/>
                  </a:cubicBezTo>
                  <a:cubicBezTo>
                    <a:pt x="11" y="116"/>
                    <a:pt x="21" y="122"/>
                    <a:pt x="32" y="128"/>
                  </a:cubicBezTo>
                  <a:cubicBezTo>
                    <a:pt x="42" y="134"/>
                    <a:pt x="53" y="140"/>
                    <a:pt x="64" y="145"/>
                  </a:cubicBezTo>
                  <a:cubicBezTo>
                    <a:pt x="75" y="140"/>
                    <a:pt x="85" y="134"/>
                    <a:pt x="96" y="128"/>
                  </a:cubicBezTo>
                  <a:cubicBezTo>
                    <a:pt x="106" y="122"/>
                    <a:pt x="116" y="116"/>
                    <a:pt x="127" y="109"/>
                  </a:cubicBezTo>
                  <a:cubicBezTo>
                    <a:pt x="127" y="97"/>
                    <a:pt x="128" y="85"/>
                    <a:pt x="128" y="73"/>
                  </a:cubicBezTo>
                  <a:cubicBezTo>
                    <a:pt x="128" y="60"/>
                    <a:pt x="127" y="48"/>
                    <a:pt x="127" y="36"/>
                  </a:cubicBezTo>
                  <a:cubicBezTo>
                    <a:pt x="116" y="29"/>
                    <a:pt x="106" y="23"/>
                    <a:pt x="96"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pic>
        <p:nvPicPr>
          <p:cNvPr id="57" name="Graphic 56" descr="Harvey Balls 0% with solid fill">
            <a:extLst>
              <a:ext uri="{FF2B5EF4-FFF2-40B4-BE49-F238E27FC236}">
                <a16:creationId xmlns:a16="http://schemas.microsoft.com/office/drawing/2014/main" id="{2BAF6C24-E58D-7A68-5056-C166291B7B3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463188" y="-7372"/>
            <a:ext cx="678580" cy="643491"/>
          </a:xfrm>
          <a:prstGeom prst="rect">
            <a:avLst/>
          </a:prstGeom>
        </p:spPr>
      </p:pic>
      <p:sp>
        <p:nvSpPr>
          <p:cNvPr id="58" name="Freeform 566">
            <a:extLst>
              <a:ext uri="{FF2B5EF4-FFF2-40B4-BE49-F238E27FC236}">
                <a16:creationId xmlns:a16="http://schemas.microsoft.com/office/drawing/2014/main" id="{DCA05CFE-D962-5FAB-5828-521E76C336A4}"/>
              </a:ext>
            </a:extLst>
          </p:cNvPr>
          <p:cNvSpPr>
            <a:spLocks noChangeAspect="1" noEditPoints="1"/>
          </p:cNvSpPr>
          <p:nvPr/>
        </p:nvSpPr>
        <p:spPr bwMode="auto">
          <a:xfrm>
            <a:off x="6619898" y="147401"/>
            <a:ext cx="356693" cy="338249"/>
          </a:xfrm>
          <a:custGeom>
            <a:avLst/>
            <a:gdLst>
              <a:gd name="T0" fmla="*/ 364 w 512"/>
              <a:gd name="T1" fmla="*/ 138 h 512"/>
              <a:gd name="T2" fmla="*/ 393 w 512"/>
              <a:gd name="T3" fmla="*/ 352 h 512"/>
              <a:gd name="T4" fmla="*/ 310 w 512"/>
              <a:gd name="T5" fmla="*/ 352 h 512"/>
              <a:gd name="T6" fmla="*/ 329 w 512"/>
              <a:gd name="T7" fmla="*/ 138 h 512"/>
              <a:gd name="T8" fmla="*/ 364 w 512"/>
              <a:gd name="T9" fmla="*/ 138 h 512"/>
              <a:gd name="T10" fmla="*/ 213 w 512"/>
              <a:gd name="T11" fmla="*/ 233 h 512"/>
              <a:gd name="T12" fmla="*/ 213 w 512"/>
              <a:gd name="T13" fmla="*/ 352 h 512"/>
              <a:gd name="T14" fmla="*/ 289 w 512"/>
              <a:gd name="T15" fmla="*/ 352 h 512"/>
              <a:gd name="T16" fmla="*/ 294 w 512"/>
              <a:gd name="T17" fmla="*/ 287 h 512"/>
              <a:gd name="T18" fmla="*/ 292 w 512"/>
              <a:gd name="T19" fmla="*/ 286 h 512"/>
              <a:gd name="T20" fmla="*/ 213 w 512"/>
              <a:gd name="T21" fmla="*/ 233 h 512"/>
              <a:gd name="T22" fmla="*/ 117 w 512"/>
              <a:gd name="T23" fmla="*/ 352 h 512"/>
              <a:gd name="T24" fmla="*/ 192 w 512"/>
              <a:gd name="T25" fmla="*/ 352 h 512"/>
              <a:gd name="T26" fmla="*/ 192 w 512"/>
              <a:gd name="T27" fmla="*/ 283 h 512"/>
              <a:gd name="T28" fmla="*/ 117 w 512"/>
              <a:gd name="T29" fmla="*/ 233 h 512"/>
              <a:gd name="T30" fmla="*/ 117 w 512"/>
              <a:gd name="T31" fmla="*/ 352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416 w 512"/>
              <a:gd name="T43" fmla="*/ 361 h 512"/>
              <a:gd name="T44" fmla="*/ 384 w 512"/>
              <a:gd name="T45" fmla="*/ 126 h 512"/>
              <a:gd name="T46" fmla="*/ 373 w 512"/>
              <a:gd name="T47" fmla="*/ 117 h 512"/>
              <a:gd name="T48" fmla="*/ 320 w 512"/>
              <a:gd name="T49" fmla="*/ 117 h 512"/>
              <a:gd name="T50" fmla="*/ 309 w 512"/>
              <a:gd name="T51" fmla="*/ 127 h 512"/>
              <a:gd name="T52" fmla="*/ 297 w 512"/>
              <a:gd name="T53" fmla="*/ 263 h 512"/>
              <a:gd name="T54" fmla="*/ 208 w 512"/>
              <a:gd name="T55" fmla="*/ 204 h 512"/>
              <a:gd name="T56" fmla="*/ 197 w 512"/>
              <a:gd name="T57" fmla="*/ 204 h 512"/>
              <a:gd name="T58" fmla="*/ 192 w 512"/>
              <a:gd name="T59" fmla="*/ 213 h 512"/>
              <a:gd name="T60" fmla="*/ 192 w 512"/>
              <a:gd name="T61" fmla="*/ 257 h 512"/>
              <a:gd name="T62" fmla="*/ 112 w 512"/>
              <a:gd name="T63" fmla="*/ 204 h 512"/>
              <a:gd name="T64" fmla="*/ 101 w 512"/>
              <a:gd name="T65" fmla="*/ 204 h 512"/>
              <a:gd name="T66" fmla="*/ 96 w 512"/>
              <a:gd name="T67" fmla="*/ 213 h 512"/>
              <a:gd name="T68" fmla="*/ 96 w 512"/>
              <a:gd name="T69" fmla="*/ 362 h 512"/>
              <a:gd name="T70" fmla="*/ 106 w 512"/>
              <a:gd name="T71" fmla="*/ 373 h 512"/>
              <a:gd name="T72" fmla="*/ 405 w 512"/>
              <a:gd name="T73" fmla="*/ 373 h 512"/>
              <a:gd name="T74" fmla="*/ 413 w 512"/>
              <a:gd name="T75" fmla="*/ 369 h 512"/>
              <a:gd name="T76" fmla="*/ 416 w 512"/>
              <a:gd name="T77" fmla="*/ 36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364" y="138"/>
                </a:moveTo>
                <a:cubicBezTo>
                  <a:pt x="393" y="352"/>
                  <a:pt x="393" y="352"/>
                  <a:pt x="393" y="352"/>
                </a:cubicBezTo>
                <a:cubicBezTo>
                  <a:pt x="310" y="352"/>
                  <a:pt x="310" y="352"/>
                  <a:pt x="310" y="352"/>
                </a:cubicBezTo>
                <a:cubicBezTo>
                  <a:pt x="329" y="138"/>
                  <a:pt x="329" y="138"/>
                  <a:pt x="329" y="138"/>
                </a:cubicBezTo>
                <a:lnTo>
                  <a:pt x="364" y="138"/>
                </a:lnTo>
                <a:close/>
                <a:moveTo>
                  <a:pt x="213" y="233"/>
                </a:moveTo>
                <a:cubicBezTo>
                  <a:pt x="213" y="352"/>
                  <a:pt x="213" y="352"/>
                  <a:pt x="213" y="352"/>
                </a:cubicBezTo>
                <a:cubicBezTo>
                  <a:pt x="289" y="352"/>
                  <a:pt x="289" y="352"/>
                  <a:pt x="289" y="352"/>
                </a:cubicBezTo>
                <a:cubicBezTo>
                  <a:pt x="294" y="287"/>
                  <a:pt x="294" y="287"/>
                  <a:pt x="294" y="287"/>
                </a:cubicBezTo>
                <a:cubicBezTo>
                  <a:pt x="294" y="286"/>
                  <a:pt x="293" y="286"/>
                  <a:pt x="292" y="286"/>
                </a:cubicBezTo>
                <a:lnTo>
                  <a:pt x="213" y="233"/>
                </a:lnTo>
                <a:close/>
                <a:moveTo>
                  <a:pt x="117" y="352"/>
                </a:moveTo>
                <a:cubicBezTo>
                  <a:pt x="192" y="352"/>
                  <a:pt x="192" y="352"/>
                  <a:pt x="192" y="352"/>
                </a:cubicBezTo>
                <a:cubicBezTo>
                  <a:pt x="192" y="283"/>
                  <a:pt x="192" y="283"/>
                  <a:pt x="192" y="283"/>
                </a:cubicBezTo>
                <a:cubicBezTo>
                  <a:pt x="117" y="233"/>
                  <a:pt x="117" y="233"/>
                  <a:pt x="117" y="233"/>
                </a:cubicBezTo>
                <a:lnTo>
                  <a:pt x="117" y="35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361"/>
                </a:moveTo>
                <a:cubicBezTo>
                  <a:pt x="384" y="126"/>
                  <a:pt x="384" y="126"/>
                  <a:pt x="384" y="126"/>
                </a:cubicBezTo>
                <a:cubicBezTo>
                  <a:pt x="383" y="121"/>
                  <a:pt x="378" y="117"/>
                  <a:pt x="373" y="117"/>
                </a:cubicBezTo>
                <a:cubicBezTo>
                  <a:pt x="320" y="117"/>
                  <a:pt x="320" y="117"/>
                  <a:pt x="320" y="117"/>
                </a:cubicBezTo>
                <a:cubicBezTo>
                  <a:pt x="314" y="117"/>
                  <a:pt x="310" y="121"/>
                  <a:pt x="309" y="127"/>
                </a:cubicBezTo>
                <a:cubicBezTo>
                  <a:pt x="297" y="263"/>
                  <a:pt x="297" y="263"/>
                  <a:pt x="297" y="263"/>
                </a:cubicBezTo>
                <a:cubicBezTo>
                  <a:pt x="208" y="204"/>
                  <a:pt x="208" y="204"/>
                  <a:pt x="208" y="204"/>
                </a:cubicBezTo>
                <a:cubicBezTo>
                  <a:pt x="205" y="202"/>
                  <a:pt x="201" y="202"/>
                  <a:pt x="197" y="204"/>
                </a:cubicBezTo>
                <a:cubicBezTo>
                  <a:pt x="194" y="205"/>
                  <a:pt x="192" y="209"/>
                  <a:pt x="192" y="213"/>
                </a:cubicBezTo>
                <a:cubicBezTo>
                  <a:pt x="192" y="257"/>
                  <a:pt x="192" y="257"/>
                  <a:pt x="192" y="257"/>
                </a:cubicBezTo>
                <a:cubicBezTo>
                  <a:pt x="112" y="204"/>
                  <a:pt x="112" y="204"/>
                  <a:pt x="112" y="204"/>
                </a:cubicBezTo>
                <a:cubicBezTo>
                  <a:pt x="109" y="202"/>
                  <a:pt x="105" y="202"/>
                  <a:pt x="101" y="204"/>
                </a:cubicBezTo>
                <a:cubicBezTo>
                  <a:pt x="98" y="205"/>
                  <a:pt x="96" y="209"/>
                  <a:pt x="96" y="213"/>
                </a:cubicBezTo>
                <a:cubicBezTo>
                  <a:pt x="96" y="362"/>
                  <a:pt x="96" y="362"/>
                  <a:pt x="96" y="362"/>
                </a:cubicBezTo>
                <a:cubicBezTo>
                  <a:pt x="96" y="368"/>
                  <a:pt x="100" y="373"/>
                  <a:pt x="106" y="373"/>
                </a:cubicBezTo>
                <a:cubicBezTo>
                  <a:pt x="405" y="373"/>
                  <a:pt x="405" y="373"/>
                  <a:pt x="405" y="373"/>
                </a:cubicBezTo>
                <a:cubicBezTo>
                  <a:pt x="408" y="373"/>
                  <a:pt x="411" y="372"/>
                  <a:pt x="413" y="369"/>
                </a:cubicBezTo>
                <a:cubicBezTo>
                  <a:pt x="415" y="367"/>
                  <a:pt x="416" y="364"/>
                  <a:pt x="416" y="361"/>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59" name="Rectangle 58">
            <a:extLst>
              <a:ext uri="{FF2B5EF4-FFF2-40B4-BE49-F238E27FC236}">
                <a16:creationId xmlns:a16="http://schemas.microsoft.com/office/drawing/2014/main" id="{17CA7519-90B6-971E-F5C7-68108819730E}"/>
              </a:ext>
            </a:extLst>
          </p:cNvPr>
          <p:cNvSpPr/>
          <p:nvPr/>
        </p:nvSpPr>
        <p:spPr bwMode="gray">
          <a:xfrm>
            <a:off x="10984495" y="124319"/>
            <a:ext cx="864858" cy="354667"/>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t>[3/3]</a:t>
            </a:r>
          </a:p>
        </p:txBody>
      </p:sp>
      <p:sp>
        <p:nvSpPr>
          <p:cNvPr id="60" name="Rectangle: Rounded Corners 8">
            <a:extLst>
              <a:ext uri="{FF2B5EF4-FFF2-40B4-BE49-F238E27FC236}">
                <a16:creationId xmlns:a16="http://schemas.microsoft.com/office/drawing/2014/main" id="{C24EFA11-89A5-7FAA-CAB3-914F49C2EA74}"/>
              </a:ext>
            </a:extLst>
          </p:cNvPr>
          <p:cNvSpPr/>
          <p:nvPr/>
        </p:nvSpPr>
        <p:spPr bwMode="gray">
          <a:xfrm>
            <a:off x="491096" y="1970247"/>
            <a:ext cx="3630430" cy="4460050"/>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285750" lvl="1" indent="-171450">
              <a:spcAft>
                <a:spcPts val="600"/>
              </a:spcAft>
              <a:buFont typeface="Arial"/>
              <a:buChar char="•"/>
            </a:pPr>
            <a:endParaRPr lang="en-GB" sz="1100" dirty="0">
              <a:cs typeface="Calibri" panose="020F0502020204030204"/>
            </a:endParaRPr>
          </a:p>
          <a:p>
            <a:pPr marL="285750" lvl="1" indent="-171450">
              <a:spcAft>
                <a:spcPts val="600"/>
              </a:spcAft>
              <a:buFont typeface="Arial"/>
              <a:buChar char="•"/>
            </a:pPr>
            <a:r>
              <a:rPr lang="en-US" sz="1200" dirty="0">
                <a:cs typeface="Calibri" panose="020F0502020204030204"/>
              </a:rPr>
              <a:t>Power Procurement planning through a least cost integrated resource planning model</a:t>
            </a:r>
          </a:p>
          <a:p>
            <a:pPr marL="285750" lvl="1" indent="-171450">
              <a:spcAft>
                <a:spcPts val="600"/>
              </a:spcAft>
              <a:buFont typeface="Arial"/>
              <a:buChar char="•"/>
            </a:pPr>
            <a:r>
              <a:rPr lang="en-US" sz="1200" dirty="0">
                <a:cs typeface="Calibri" panose="020F0502020204030204"/>
              </a:rPr>
              <a:t>Capacity Expansion, economic dispatch and power flow modeling:</a:t>
            </a:r>
          </a:p>
          <a:p>
            <a:pPr marL="285750" lvl="1" indent="-171450">
              <a:spcAft>
                <a:spcPts val="600"/>
              </a:spcAft>
              <a:buFont typeface="Arial"/>
              <a:buChar char="•"/>
            </a:pPr>
            <a:r>
              <a:rPr lang="en-US" sz="1200" dirty="0">
                <a:cs typeface="Calibri" panose="020F0502020204030204"/>
              </a:rPr>
              <a:t>Integrated Resource Planning along with Economic Dispatch</a:t>
            </a:r>
          </a:p>
          <a:p>
            <a:pPr marL="285750" lvl="1" indent="-171450">
              <a:spcAft>
                <a:spcPts val="600"/>
              </a:spcAft>
              <a:buFont typeface="Arial"/>
              <a:buChar char="•"/>
            </a:pPr>
            <a:r>
              <a:rPr lang="en-US" sz="1200" dirty="0">
                <a:cs typeface="Calibri" panose="020F0502020204030204"/>
              </a:rPr>
              <a:t>Assessing power procurement of past years in terms of performance of costs</a:t>
            </a:r>
          </a:p>
          <a:p>
            <a:pPr marL="285750" lvl="1" indent="-171450">
              <a:spcAft>
                <a:spcPts val="600"/>
              </a:spcAft>
              <a:buFont typeface="Arial"/>
              <a:buChar char="•"/>
            </a:pPr>
            <a:r>
              <a:rPr lang="en-US" sz="1200" dirty="0">
                <a:cs typeface="Calibri" panose="020F0502020204030204"/>
              </a:rPr>
              <a:t>Assess the power procurement needs over the future years using an Integrated Resource Planning model. </a:t>
            </a:r>
          </a:p>
          <a:p>
            <a:pPr marL="285750" lvl="1" indent="-171450">
              <a:spcAft>
                <a:spcPts val="600"/>
              </a:spcAft>
              <a:buFont typeface="Arial"/>
              <a:buChar char="•"/>
            </a:pPr>
            <a:r>
              <a:rPr lang="en-US" sz="1200" dirty="0">
                <a:cs typeface="Calibri" panose="020F0502020204030204"/>
              </a:rPr>
              <a:t>Different scenarios to understand demand scenarios; assess the sources of power procurement (short-term, medium term, long-term PPAs, bilateral contracts, exchanges, etc.)</a:t>
            </a:r>
          </a:p>
          <a:p>
            <a:pPr marL="285750" lvl="1" indent="-171450">
              <a:spcAft>
                <a:spcPts val="600"/>
              </a:spcAft>
              <a:buFont typeface="Arial"/>
              <a:buChar char="•"/>
            </a:pPr>
            <a:r>
              <a:rPr lang="en-US" sz="1200" dirty="0">
                <a:cs typeface="Calibri" panose="020F0502020204030204"/>
              </a:rPr>
              <a:t>Support in Preparation of Automated Management Dashboard</a:t>
            </a:r>
          </a:p>
          <a:p>
            <a:pPr marL="285750" lvl="1" indent="-171450">
              <a:spcAft>
                <a:spcPts val="600"/>
              </a:spcAft>
              <a:buFont typeface="Arial"/>
              <a:buChar char="•"/>
            </a:pPr>
            <a:endParaRPr lang="en-US" sz="1200" dirty="0">
              <a:cs typeface="Calibri" panose="020F0502020204030204"/>
            </a:endParaRPr>
          </a:p>
          <a:p>
            <a:pPr marL="285750" lvl="1" indent="-171450">
              <a:spcAft>
                <a:spcPts val="600"/>
              </a:spcAft>
              <a:buFont typeface="Arial"/>
              <a:buChar char="•"/>
            </a:pPr>
            <a:endParaRPr lang="en-US" sz="1200" dirty="0">
              <a:cs typeface="Calibri" panose="020F0502020204030204"/>
            </a:endParaRPr>
          </a:p>
          <a:p>
            <a:pPr marL="285750" lvl="1" indent="-171450">
              <a:spcAft>
                <a:spcPts val="600"/>
              </a:spcAft>
              <a:buFont typeface="Arial"/>
              <a:buChar char="•"/>
            </a:pPr>
            <a:endParaRPr lang="en-US" sz="1200" dirty="0">
              <a:cs typeface="Calibri" panose="020F0502020204030204"/>
            </a:endParaRPr>
          </a:p>
        </p:txBody>
      </p:sp>
      <p:grpSp>
        <p:nvGrpSpPr>
          <p:cNvPr id="63" name="Group 62">
            <a:extLst>
              <a:ext uri="{FF2B5EF4-FFF2-40B4-BE49-F238E27FC236}">
                <a16:creationId xmlns:a16="http://schemas.microsoft.com/office/drawing/2014/main" id="{B83AC156-F48C-625C-543A-0657C1A05E00}"/>
              </a:ext>
            </a:extLst>
          </p:cNvPr>
          <p:cNvGrpSpPr/>
          <p:nvPr/>
        </p:nvGrpSpPr>
        <p:grpSpPr>
          <a:xfrm>
            <a:off x="886254" y="1778388"/>
            <a:ext cx="2908937" cy="228600"/>
            <a:chOff x="833432" y="2405743"/>
            <a:chExt cx="2908937" cy="228600"/>
          </a:xfrm>
          <a:solidFill>
            <a:schemeClr val="tx1"/>
          </a:solidFill>
        </p:grpSpPr>
        <p:sp>
          <p:nvSpPr>
            <p:cNvPr id="65" name="Isosceles Triangle 31">
              <a:extLst>
                <a:ext uri="{FF2B5EF4-FFF2-40B4-BE49-F238E27FC236}">
                  <a16:creationId xmlns:a16="http://schemas.microsoft.com/office/drawing/2014/main" id="{24EB9065-DC2C-6BFB-B72E-3D5825891704}"/>
                </a:ext>
              </a:extLst>
            </p:cNvPr>
            <p:cNvSpPr/>
            <p:nvPr/>
          </p:nvSpPr>
          <p:spPr bwMode="gray">
            <a:xfrm>
              <a:off x="3576634"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66" name="Isosceles Triangle 5">
              <a:extLst>
                <a:ext uri="{FF2B5EF4-FFF2-40B4-BE49-F238E27FC236}">
                  <a16:creationId xmlns:a16="http://schemas.microsoft.com/office/drawing/2014/main" id="{9E06E725-B52D-BDE2-A3DC-32D77CA427F8}"/>
                </a:ext>
              </a:extLst>
            </p:cNvPr>
            <p:cNvSpPr/>
            <p:nvPr/>
          </p:nvSpPr>
          <p:spPr bwMode="gray">
            <a:xfrm>
              <a:off x="833432"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69" name="Rectangle: Top Corners Rounded 12">
            <a:extLst>
              <a:ext uri="{FF2B5EF4-FFF2-40B4-BE49-F238E27FC236}">
                <a16:creationId xmlns:a16="http://schemas.microsoft.com/office/drawing/2014/main" id="{DBD3BCF5-2ABE-2ACC-A324-EC52C789B3BC}"/>
              </a:ext>
            </a:extLst>
          </p:cNvPr>
          <p:cNvSpPr/>
          <p:nvPr/>
        </p:nvSpPr>
        <p:spPr bwMode="gray">
          <a:xfrm flipV="1">
            <a:off x="969121" y="1778388"/>
            <a:ext cx="2743200" cy="675442"/>
          </a:xfrm>
          <a:prstGeom prst="round2Same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70" name="Rectangle 69">
            <a:extLst>
              <a:ext uri="{FF2B5EF4-FFF2-40B4-BE49-F238E27FC236}">
                <a16:creationId xmlns:a16="http://schemas.microsoft.com/office/drawing/2014/main" id="{75197174-3BF4-7665-77A9-E42E47BE67BF}"/>
              </a:ext>
            </a:extLst>
          </p:cNvPr>
          <p:cNvSpPr/>
          <p:nvPr/>
        </p:nvSpPr>
        <p:spPr>
          <a:xfrm>
            <a:off x="1069443" y="1981969"/>
            <a:ext cx="2547056" cy="215444"/>
          </a:xfrm>
          <a:prstGeom prst="rect">
            <a:avLst/>
          </a:prstGeom>
          <a:solidFill>
            <a:schemeClr val="accent4"/>
          </a:solidFill>
        </p:spPr>
        <p:txBody>
          <a:bodyPr wrap="square" lIns="0" tIns="0" rIns="0" bIns="0" anchor="t">
            <a:spAutoFit/>
          </a:bodyPr>
          <a:lstStyle/>
          <a:p>
            <a:pPr algn="ctr"/>
            <a:r>
              <a:rPr lang="en-US" sz="1400" b="1" dirty="0">
                <a:solidFill>
                  <a:srgbClr val="FFFFFF"/>
                </a:solidFill>
              </a:rPr>
              <a:t>Integrated Resource Planning</a:t>
            </a:r>
          </a:p>
        </p:txBody>
      </p:sp>
      <p:grpSp>
        <p:nvGrpSpPr>
          <p:cNvPr id="71" name="Group 70">
            <a:extLst>
              <a:ext uri="{FF2B5EF4-FFF2-40B4-BE49-F238E27FC236}">
                <a16:creationId xmlns:a16="http://schemas.microsoft.com/office/drawing/2014/main" id="{8AF5D6B7-D223-0E0F-7E6E-30FC04C45589}"/>
              </a:ext>
            </a:extLst>
          </p:cNvPr>
          <p:cNvGrpSpPr>
            <a:grpSpLocks noChangeAspect="1"/>
          </p:cNvGrpSpPr>
          <p:nvPr/>
        </p:nvGrpSpPr>
        <p:grpSpPr>
          <a:xfrm>
            <a:off x="2145660" y="1281467"/>
            <a:ext cx="356120" cy="340676"/>
            <a:chOff x="6515101" y="2628900"/>
            <a:chExt cx="1622425" cy="1636713"/>
          </a:xfrm>
          <a:solidFill>
            <a:schemeClr val="accent4"/>
          </a:solidFill>
        </p:grpSpPr>
        <p:sp>
          <p:nvSpPr>
            <p:cNvPr id="72" name="Freeform 13">
              <a:extLst>
                <a:ext uri="{FF2B5EF4-FFF2-40B4-BE49-F238E27FC236}">
                  <a16:creationId xmlns:a16="http://schemas.microsoft.com/office/drawing/2014/main" id="{7974C84A-D326-FDE9-7BD3-E5A5A9332991}"/>
                </a:ext>
              </a:extLst>
            </p:cNvPr>
            <p:cNvSpPr>
              <a:spLocks/>
            </p:cNvSpPr>
            <p:nvPr/>
          </p:nvSpPr>
          <p:spPr bwMode="auto">
            <a:xfrm>
              <a:off x="6899276" y="3497263"/>
              <a:ext cx="238125" cy="211138"/>
            </a:xfrm>
            <a:custGeom>
              <a:avLst/>
              <a:gdLst>
                <a:gd name="T0" fmla="*/ 64 w 115"/>
                <a:gd name="T1" fmla="*/ 0 h 102"/>
                <a:gd name="T2" fmla="*/ 64 w 115"/>
                <a:gd name="T3" fmla="*/ 0 h 102"/>
                <a:gd name="T4" fmla="*/ 38 w 115"/>
                <a:gd name="T5" fmla="*/ 26 h 102"/>
                <a:gd name="T6" fmla="*/ 5 w 115"/>
                <a:gd name="T7" fmla="*/ 92 h 102"/>
                <a:gd name="T8" fmla="*/ 38 w 115"/>
                <a:gd name="T9" fmla="*/ 102 h 102"/>
                <a:gd name="T10" fmla="*/ 115 w 115"/>
                <a:gd name="T11" fmla="*/ 87 h 102"/>
                <a:gd name="T12" fmla="*/ 108 w 115"/>
                <a:gd name="T13" fmla="*/ 32 h 102"/>
                <a:gd name="T14" fmla="*/ 64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64" y="0"/>
                  </a:moveTo>
                  <a:lnTo>
                    <a:pt x="64" y="0"/>
                  </a:lnTo>
                  <a:cubicBezTo>
                    <a:pt x="54" y="9"/>
                    <a:pt x="45" y="18"/>
                    <a:pt x="38" y="26"/>
                  </a:cubicBezTo>
                  <a:cubicBezTo>
                    <a:pt x="8" y="59"/>
                    <a:pt x="0" y="83"/>
                    <a:pt x="5" y="92"/>
                  </a:cubicBezTo>
                  <a:cubicBezTo>
                    <a:pt x="9" y="98"/>
                    <a:pt x="21" y="102"/>
                    <a:pt x="38" y="102"/>
                  </a:cubicBezTo>
                  <a:cubicBezTo>
                    <a:pt x="58" y="102"/>
                    <a:pt x="85" y="97"/>
                    <a:pt x="115" y="87"/>
                  </a:cubicBezTo>
                  <a:cubicBezTo>
                    <a:pt x="112" y="69"/>
                    <a:pt x="110" y="51"/>
                    <a:pt x="108" y="32"/>
                  </a:cubicBezTo>
                  <a:cubicBezTo>
                    <a:pt x="93" y="22"/>
                    <a:pt x="78" y="11"/>
                    <a:pt x="6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3" name="Freeform 14">
              <a:extLst>
                <a:ext uri="{FF2B5EF4-FFF2-40B4-BE49-F238E27FC236}">
                  <a16:creationId xmlns:a16="http://schemas.microsoft.com/office/drawing/2014/main" id="{E08126F6-C676-7568-3EEA-BEB4435224BB}"/>
                </a:ext>
              </a:extLst>
            </p:cNvPr>
            <p:cNvSpPr>
              <a:spLocks/>
            </p:cNvSpPr>
            <p:nvPr/>
          </p:nvSpPr>
          <p:spPr bwMode="auto">
            <a:xfrm>
              <a:off x="7221538" y="2963863"/>
              <a:ext cx="207963" cy="247650"/>
            </a:xfrm>
            <a:custGeom>
              <a:avLst/>
              <a:gdLst>
                <a:gd name="T0" fmla="*/ 101 w 101"/>
                <a:gd name="T1" fmla="*/ 97 h 119"/>
                <a:gd name="T2" fmla="*/ 101 w 101"/>
                <a:gd name="T3" fmla="*/ 97 h 119"/>
                <a:gd name="T4" fmla="*/ 51 w 101"/>
                <a:gd name="T5" fmla="*/ 0 h 119"/>
                <a:gd name="T6" fmla="*/ 0 w 101"/>
                <a:gd name="T7" fmla="*/ 97 h 119"/>
                <a:gd name="T8" fmla="*/ 51 w 101"/>
                <a:gd name="T9" fmla="*/ 119 h 119"/>
                <a:gd name="T10" fmla="*/ 101 w 101"/>
                <a:gd name="T11" fmla="*/ 97 h 119"/>
              </a:gdLst>
              <a:ahLst/>
              <a:cxnLst>
                <a:cxn ang="0">
                  <a:pos x="T0" y="T1"/>
                </a:cxn>
                <a:cxn ang="0">
                  <a:pos x="T2" y="T3"/>
                </a:cxn>
                <a:cxn ang="0">
                  <a:pos x="T4" y="T5"/>
                </a:cxn>
                <a:cxn ang="0">
                  <a:pos x="T6" y="T7"/>
                </a:cxn>
                <a:cxn ang="0">
                  <a:pos x="T8" y="T9"/>
                </a:cxn>
                <a:cxn ang="0">
                  <a:pos x="T10" y="T11"/>
                </a:cxn>
              </a:cxnLst>
              <a:rect l="0" t="0" r="r" b="b"/>
              <a:pathLst>
                <a:path w="101" h="119">
                  <a:moveTo>
                    <a:pt x="101" y="97"/>
                  </a:moveTo>
                  <a:lnTo>
                    <a:pt x="101" y="97"/>
                  </a:lnTo>
                  <a:cubicBezTo>
                    <a:pt x="87" y="34"/>
                    <a:pt x="65" y="0"/>
                    <a:pt x="51" y="0"/>
                  </a:cubicBezTo>
                  <a:cubicBezTo>
                    <a:pt x="36" y="0"/>
                    <a:pt x="14" y="34"/>
                    <a:pt x="0" y="97"/>
                  </a:cubicBezTo>
                  <a:cubicBezTo>
                    <a:pt x="17" y="104"/>
                    <a:pt x="34" y="111"/>
                    <a:pt x="51" y="119"/>
                  </a:cubicBezTo>
                  <a:cubicBezTo>
                    <a:pt x="68" y="111"/>
                    <a:pt x="85" y="104"/>
                    <a:pt x="101"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4" name="Freeform 15">
              <a:extLst>
                <a:ext uri="{FF2B5EF4-FFF2-40B4-BE49-F238E27FC236}">
                  <a16:creationId xmlns:a16="http://schemas.microsoft.com/office/drawing/2014/main" id="{4F14606F-4B7B-8A7B-65FD-D648F21274BA}"/>
                </a:ext>
              </a:extLst>
            </p:cNvPr>
            <p:cNvSpPr>
              <a:spLocks/>
            </p:cNvSpPr>
            <p:nvPr/>
          </p:nvSpPr>
          <p:spPr bwMode="auto">
            <a:xfrm>
              <a:off x="7202488" y="3616325"/>
              <a:ext cx="39688" cy="36513"/>
            </a:xfrm>
            <a:custGeom>
              <a:avLst/>
              <a:gdLst>
                <a:gd name="T0" fmla="*/ 10 w 19"/>
                <a:gd name="T1" fmla="*/ 5 h 18"/>
                <a:gd name="T2" fmla="*/ 10 w 19"/>
                <a:gd name="T3" fmla="*/ 5 h 18"/>
                <a:gd name="T4" fmla="*/ 0 w 19"/>
                <a:gd name="T5" fmla="*/ 0 h 18"/>
                <a:gd name="T6" fmla="*/ 2 w 19"/>
                <a:gd name="T7" fmla="*/ 18 h 18"/>
                <a:gd name="T8" fmla="*/ 19 w 19"/>
                <a:gd name="T9" fmla="*/ 11 h 18"/>
                <a:gd name="T10" fmla="*/ 10 w 19"/>
                <a:gd name="T11" fmla="*/ 5 h 18"/>
              </a:gdLst>
              <a:ahLst/>
              <a:cxnLst>
                <a:cxn ang="0">
                  <a:pos x="T0" y="T1"/>
                </a:cxn>
                <a:cxn ang="0">
                  <a:pos x="T2" y="T3"/>
                </a:cxn>
                <a:cxn ang="0">
                  <a:pos x="T4" y="T5"/>
                </a:cxn>
                <a:cxn ang="0">
                  <a:pos x="T6" y="T7"/>
                </a:cxn>
                <a:cxn ang="0">
                  <a:pos x="T8" y="T9"/>
                </a:cxn>
                <a:cxn ang="0">
                  <a:pos x="T10" y="T11"/>
                </a:cxn>
              </a:cxnLst>
              <a:rect l="0" t="0" r="r" b="b"/>
              <a:pathLst>
                <a:path w="19" h="18">
                  <a:moveTo>
                    <a:pt x="10" y="5"/>
                  </a:moveTo>
                  <a:lnTo>
                    <a:pt x="10" y="5"/>
                  </a:lnTo>
                  <a:cubicBezTo>
                    <a:pt x="6" y="4"/>
                    <a:pt x="3" y="2"/>
                    <a:pt x="0" y="0"/>
                  </a:cubicBezTo>
                  <a:cubicBezTo>
                    <a:pt x="1" y="6"/>
                    <a:pt x="2" y="12"/>
                    <a:pt x="2" y="18"/>
                  </a:cubicBezTo>
                  <a:cubicBezTo>
                    <a:pt x="8" y="15"/>
                    <a:pt x="13" y="13"/>
                    <a:pt x="19" y="11"/>
                  </a:cubicBezTo>
                  <a:cubicBezTo>
                    <a:pt x="16" y="9"/>
                    <a:pt x="13" y="7"/>
                    <a:pt x="10"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5" name="Freeform 16">
              <a:extLst>
                <a:ext uri="{FF2B5EF4-FFF2-40B4-BE49-F238E27FC236}">
                  <a16:creationId xmlns:a16="http://schemas.microsoft.com/office/drawing/2014/main" id="{FFF5B60D-3B54-A739-7062-61CED1DC63B4}"/>
                </a:ext>
              </a:extLst>
            </p:cNvPr>
            <p:cNvSpPr>
              <a:spLocks/>
            </p:cNvSpPr>
            <p:nvPr/>
          </p:nvSpPr>
          <p:spPr bwMode="auto">
            <a:xfrm>
              <a:off x="7221538" y="3681413"/>
              <a:ext cx="207963" cy="247650"/>
            </a:xfrm>
            <a:custGeom>
              <a:avLst/>
              <a:gdLst>
                <a:gd name="T0" fmla="*/ 0 w 101"/>
                <a:gd name="T1" fmla="*/ 22 h 119"/>
                <a:gd name="T2" fmla="*/ 0 w 101"/>
                <a:gd name="T3" fmla="*/ 22 h 119"/>
                <a:gd name="T4" fmla="*/ 51 w 101"/>
                <a:gd name="T5" fmla="*/ 119 h 119"/>
                <a:gd name="T6" fmla="*/ 101 w 101"/>
                <a:gd name="T7" fmla="*/ 22 h 119"/>
                <a:gd name="T8" fmla="*/ 51 w 101"/>
                <a:gd name="T9" fmla="*/ 0 h 119"/>
                <a:gd name="T10" fmla="*/ 0 w 101"/>
                <a:gd name="T11" fmla="*/ 22 h 119"/>
              </a:gdLst>
              <a:ahLst/>
              <a:cxnLst>
                <a:cxn ang="0">
                  <a:pos x="T0" y="T1"/>
                </a:cxn>
                <a:cxn ang="0">
                  <a:pos x="T2" y="T3"/>
                </a:cxn>
                <a:cxn ang="0">
                  <a:pos x="T4" y="T5"/>
                </a:cxn>
                <a:cxn ang="0">
                  <a:pos x="T6" y="T7"/>
                </a:cxn>
                <a:cxn ang="0">
                  <a:pos x="T8" y="T9"/>
                </a:cxn>
                <a:cxn ang="0">
                  <a:pos x="T10" y="T11"/>
                </a:cxn>
              </a:cxnLst>
              <a:rect l="0" t="0" r="r" b="b"/>
              <a:pathLst>
                <a:path w="101" h="119">
                  <a:moveTo>
                    <a:pt x="0" y="22"/>
                  </a:moveTo>
                  <a:lnTo>
                    <a:pt x="0" y="22"/>
                  </a:lnTo>
                  <a:cubicBezTo>
                    <a:pt x="14" y="85"/>
                    <a:pt x="36" y="119"/>
                    <a:pt x="51" y="119"/>
                  </a:cubicBezTo>
                  <a:cubicBezTo>
                    <a:pt x="65" y="119"/>
                    <a:pt x="87" y="85"/>
                    <a:pt x="101" y="22"/>
                  </a:cubicBezTo>
                  <a:cubicBezTo>
                    <a:pt x="84" y="15"/>
                    <a:pt x="67" y="8"/>
                    <a:pt x="51" y="0"/>
                  </a:cubicBezTo>
                  <a:cubicBezTo>
                    <a:pt x="34" y="8"/>
                    <a:pt x="17" y="16"/>
                    <a:pt x="0" y="2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6" name="Freeform 17">
              <a:extLst>
                <a:ext uri="{FF2B5EF4-FFF2-40B4-BE49-F238E27FC236}">
                  <a16:creationId xmlns:a16="http://schemas.microsoft.com/office/drawing/2014/main" id="{C57BF65E-697E-BF94-8056-2CAAF665520A}"/>
                </a:ext>
              </a:extLst>
            </p:cNvPr>
            <p:cNvSpPr>
              <a:spLocks/>
            </p:cNvSpPr>
            <p:nvPr/>
          </p:nvSpPr>
          <p:spPr bwMode="auto">
            <a:xfrm>
              <a:off x="7202488" y="3241675"/>
              <a:ext cx="39688" cy="34925"/>
            </a:xfrm>
            <a:custGeom>
              <a:avLst/>
              <a:gdLst>
                <a:gd name="T0" fmla="*/ 19 w 19"/>
                <a:gd name="T1" fmla="*/ 6 h 17"/>
                <a:gd name="T2" fmla="*/ 19 w 19"/>
                <a:gd name="T3" fmla="*/ 6 h 17"/>
                <a:gd name="T4" fmla="*/ 3 w 19"/>
                <a:gd name="T5" fmla="*/ 0 h 17"/>
                <a:gd name="T6" fmla="*/ 0 w 19"/>
                <a:gd name="T7" fmla="*/ 17 h 17"/>
                <a:gd name="T8" fmla="*/ 9 w 19"/>
                <a:gd name="T9" fmla="*/ 12 h 17"/>
                <a:gd name="T10" fmla="*/ 19 w 19"/>
                <a:gd name="T11" fmla="*/ 6 h 17"/>
              </a:gdLst>
              <a:ahLst/>
              <a:cxnLst>
                <a:cxn ang="0">
                  <a:pos x="T0" y="T1"/>
                </a:cxn>
                <a:cxn ang="0">
                  <a:pos x="T2" y="T3"/>
                </a:cxn>
                <a:cxn ang="0">
                  <a:pos x="T4" y="T5"/>
                </a:cxn>
                <a:cxn ang="0">
                  <a:pos x="T6" y="T7"/>
                </a:cxn>
                <a:cxn ang="0">
                  <a:pos x="T8" y="T9"/>
                </a:cxn>
                <a:cxn ang="0">
                  <a:pos x="T10" y="T11"/>
                </a:cxn>
              </a:cxnLst>
              <a:rect l="0" t="0" r="r" b="b"/>
              <a:pathLst>
                <a:path w="19" h="17">
                  <a:moveTo>
                    <a:pt x="19" y="6"/>
                  </a:moveTo>
                  <a:lnTo>
                    <a:pt x="19" y="6"/>
                  </a:lnTo>
                  <a:cubicBezTo>
                    <a:pt x="13" y="4"/>
                    <a:pt x="8" y="2"/>
                    <a:pt x="3" y="0"/>
                  </a:cubicBezTo>
                  <a:cubicBezTo>
                    <a:pt x="2" y="5"/>
                    <a:pt x="1" y="11"/>
                    <a:pt x="0" y="17"/>
                  </a:cubicBezTo>
                  <a:cubicBezTo>
                    <a:pt x="3" y="15"/>
                    <a:pt x="6" y="14"/>
                    <a:pt x="9" y="12"/>
                  </a:cubicBezTo>
                  <a:cubicBezTo>
                    <a:pt x="13" y="10"/>
                    <a:pt x="16" y="8"/>
                    <a:pt x="19"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7" name="Freeform 18">
              <a:extLst>
                <a:ext uri="{FF2B5EF4-FFF2-40B4-BE49-F238E27FC236}">
                  <a16:creationId xmlns:a16="http://schemas.microsoft.com/office/drawing/2014/main" id="{D2F9FDE2-5F28-6CD4-1236-397E9E3E2D49}"/>
                </a:ext>
              </a:extLst>
            </p:cNvPr>
            <p:cNvSpPr>
              <a:spLocks/>
            </p:cNvSpPr>
            <p:nvPr/>
          </p:nvSpPr>
          <p:spPr bwMode="auto">
            <a:xfrm>
              <a:off x="7089776" y="3424238"/>
              <a:ext cx="28575" cy="44450"/>
            </a:xfrm>
            <a:custGeom>
              <a:avLst/>
              <a:gdLst>
                <a:gd name="T0" fmla="*/ 0 w 14"/>
                <a:gd name="T1" fmla="*/ 11 h 21"/>
                <a:gd name="T2" fmla="*/ 0 w 14"/>
                <a:gd name="T3" fmla="*/ 11 h 21"/>
                <a:gd name="T4" fmla="*/ 14 w 14"/>
                <a:gd name="T5" fmla="*/ 21 h 21"/>
                <a:gd name="T6" fmla="*/ 14 w 14"/>
                <a:gd name="T7" fmla="*/ 11 h 21"/>
                <a:gd name="T8" fmla="*/ 14 w 14"/>
                <a:gd name="T9" fmla="*/ 0 h 21"/>
                <a:gd name="T10" fmla="*/ 0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0" y="11"/>
                  </a:moveTo>
                  <a:lnTo>
                    <a:pt x="0" y="11"/>
                  </a:lnTo>
                  <a:cubicBezTo>
                    <a:pt x="5" y="14"/>
                    <a:pt x="10" y="18"/>
                    <a:pt x="14" y="21"/>
                  </a:cubicBezTo>
                  <a:cubicBezTo>
                    <a:pt x="14" y="18"/>
                    <a:pt x="14" y="14"/>
                    <a:pt x="14" y="11"/>
                  </a:cubicBezTo>
                  <a:cubicBezTo>
                    <a:pt x="14" y="7"/>
                    <a:pt x="14" y="3"/>
                    <a:pt x="14" y="0"/>
                  </a:cubicBezTo>
                  <a:cubicBezTo>
                    <a:pt x="10" y="3"/>
                    <a:pt x="5" y="7"/>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8" name="Freeform 19">
              <a:extLst>
                <a:ext uri="{FF2B5EF4-FFF2-40B4-BE49-F238E27FC236}">
                  <a16:creationId xmlns:a16="http://schemas.microsoft.com/office/drawing/2014/main" id="{2149FF47-3AEA-3D8B-9C8D-72AD03226C3D}"/>
                </a:ext>
              </a:extLst>
            </p:cNvPr>
            <p:cNvSpPr>
              <a:spLocks/>
            </p:cNvSpPr>
            <p:nvPr/>
          </p:nvSpPr>
          <p:spPr bwMode="auto">
            <a:xfrm>
              <a:off x="7408863" y="3241675"/>
              <a:ext cx="38100" cy="34925"/>
            </a:xfrm>
            <a:custGeom>
              <a:avLst/>
              <a:gdLst>
                <a:gd name="T0" fmla="*/ 10 w 19"/>
                <a:gd name="T1" fmla="*/ 12 h 17"/>
                <a:gd name="T2" fmla="*/ 10 w 19"/>
                <a:gd name="T3" fmla="*/ 12 h 17"/>
                <a:gd name="T4" fmla="*/ 19 w 19"/>
                <a:gd name="T5" fmla="*/ 17 h 17"/>
                <a:gd name="T6" fmla="*/ 17 w 19"/>
                <a:gd name="T7" fmla="*/ 0 h 17"/>
                <a:gd name="T8" fmla="*/ 0 w 19"/>
                <a:gd name="T9" fmla="*/ 6 h 17"/>
                <a:gd name="T10" fmla="*/ 10 w 19"/>
                <a:gd name="T11" fmla="*/ 12 h 17"/>
              </a:gdLst>
              <a:ahLst/>
              <a:cxnLst>
                <a:cxn ang="0">
                  <a:pos x="T0" y="T1"/>
                </a:cxn>
                <a:cxn ang="0">
                  <a:pos x="T2" y="T3"/>
                </a:cxn>
                <a:cxn ang="0">
                  <a:pos x="T4" y="T5"/>
                </a:cxn>
                <a:cxn ang="0">
                  <a:pos x="T6" y="T7"/>
                </a:cxn>
                <a:cxn ang="0">
                  <a:pos x="T8" y="T9"/>
                </a:cxn>
                <a:cxn ang="0">
                  <a:pos x="T10" y="T11"/>
                </a:cxn>
              </a:cxnLst>
              <a:rect l="0" t="0" r="r" b="b"/>
              <a:pathLst>
                <a:path w="19" h="17">
                  <a:moveTo>
                    <a:pt x="10" y="12"/>
                  </a:moveTo>
                  <a:lnTo>
                    <a:pt x="10" y="12"/>
                  </a:lnTo>
                  <a:cubicBezTo>
                    <a:pt x="13" y="14"/>
                    <a:pt x="16" y="15"/>
                    <a:pt x="19" y="17"/>
                  </a:cubicBezTo>
                  <a:cubicBezTo>
                    <a:pt x="18" y="11"/>
                    <a:pt x="18" y="5"/>
                    <a:pt x="17" y="0"/>
                  </a:cubicBezTo>
                  <a:cubicBezTo>
                    <a:pt x="11" y="2"/>
                    <a:pt x="6" y="4"/>
                    <a:pt x="0" y="6"/>
                  </a:cubicBezTo>
                  <a:cubicBezTo>
                    <a:pt x="4" y="8"/>
                    <a:pt x="7" y="10"/>
                    <a:pt x="10"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9" name="Freeform 20">
              <a:extLst>
                <a:ext uri="{FF2B5EF4-FFF2-40B4-BE49-F238E27FC236}">
                  <a16:creationId xmlns:a16="http://schemas.microsoft.com/office/drawing/2014/main" id="{2C4358E2-1F44-960C-F1F9-0A26275F3BDA}"/>
                </a:ext>
              </a:extLst>
            </p:cNvPr>
            <p:cNvSpPr>
              <a:spLocks/>
            </p:cNvSpPr>
            <p:nvPr/>
          </p:nvSpPr>
          <p:spPr bwMode="auto">
            <a:xfrm>
              <a:off x="6896101" y="3186113"/>
              <a:ext cx="241300" cy="211138"/>
            </a:xfrm>
            <a:custGeom>
              <a:avLst/>
              <a:gdLst>
                <a:gd name="T0" fmla="*/ 7 w 117"/>
                <a:gd name="T1" fmla="*/ 9 h 102"/>
                <a:gd name="T2" fmla="*/ 7 w 117"/>
                <a:gd name="T3" fmla="*/ 9 h 102"/>
                <a:gd name="T4" fmla="*/ 66 w 117"/>
                <a:gd name="T5" fmla="*/ 102 h 102"/>
                <a:gd name="T6" fmla="*/ 110 w 117"/>
                <a:gd name="T7" fmla="*/ 69 h 102"/>
                <a:gd name="T8" fmla="*/ 117 w 117"/>
                <a:gd name="T9" fmla="*/ 14 h 102"/>
                <a:gd name="T10" fmla="*/ 40 w 117"/>
                <a:gd name="T11" fmla="*/ 0 h 102"/>
                <a:gd name="T12" fmla="*/ 7 w 117"/>
                <a:gd name="T13" fmla="*/ 9 h 102"/>
              </a:gdLst>
              <a:ahLst/>
              <a:cxnLst>
                <a:cxn ang="0">
                  <a:pos x="T0" y="T1"/>
                </a:cxn>
                <a:cxn ang="0">
                  <a:pos x="T2" y="T3"/>
                </a:cxn>
                <a:cxn ang="0">
                  <a:pos x="T4" y="T5"/>
                </a:cxn>
                <a:cxn ang="0">
                  <a:pos x="T6" y="T7"/>
                </a:cxn>
                <a:cxn ang="0">
                  <a:pos x="T8" y="T9"/>
                </a:cxn>
                <a:cxn ang="0">
                  <a:pos x="T10" y="T11"/>
                </a:cxn>
                <a:cxn ang="0">
                  <a:pos x="T12" y="T13"/>
                </a:cxn>
              </a:cxnLst>
              <a:rect l="0" t="0" r="r" b="b"/>
              <a:pathLst>
                <a:path w="117" h="102">
                  <a:moveTo>
                    <a:pt x="7" y="9"/>
                  </a:moveTo>
                  <a:lnTo>
                    <a:pt x="7" y="9"/>
                  </a:lnTo>
                  <a:cubicBezTo>
                    <a:pt x="0" y="22"/>
                    <a:pt x="19" y="58"/>
                    <a:pt x="66" y="102"/>
                  </a:cubicBezTo>
                  <a:cubicBezTo>
                    <a:pt x="80" y="91"/>
                    <a:pt x="95" y="80"/>
                    <a:pt x="110" y="69"/>
                  </a:cubicBezTo>
                  <a:cubicBezTo>
                    <a:pt x="112" y="50"/>
                    <a:pt x="114" y="32"/>
                    <a:pt x="117" y="14"/>
                  </a:cubicBezTo>
                  <a:cubicBezTo>
                    <a:pt x="87" y="5"/>
                    <a:pt x="60" y="0"/>
                    <a:pt x="40" y="0"/>
                  </a:cubicBezTo>
                  <a:cubicBezTo>
                    <a:pt x="23" y="0"/>
                    <a:pt x="11" y="3"/>
                    <a:pt x="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0" name="Freeform 21">
              <a:extLst>
                <a:ext uri="{FF2B5EF4-FFF2-40B4-BE49-F238E27FC236}">
                  <a16:creationId xmlns:a16="http://schemas.microsoft.com/office/drawing/2014/main" id="{803C91AE-215F-FA98-A4F2-4E6D8C736265}"/>
                </a:ext>
              </a:extLst>
            </p:cNvPr>
            <p:cNvSpPr>
              <a:spLocks/>
            </p:cNvSpPr>
            <p:nvPr/>
          </p:nvSpPr>
          <p:spPr bwMode="auto">
            <a:xfrm>
              <a:off x="7294563" y="3416300"/>
              <a:ext cx="60325" cy="60325"/>
            </a:xfrm>
            <a:custGeom>
              <a:avLst/>
              <a:gdLst>
                <a:gd name="T0" fmla="*/ 15 w 29"/>
                <a:gd name="T1" fmla="*/ 0 h 29"/>
                <a:gd name="T2" fmla="*/ 15 w 29"/>
                <a:gd name="T3" fmla="*/ 0 h 29"/>
                <a:gd name="T4" fmla="*/ 0 w 29"/>
                <a:gd name="T5" fmla="*/ 15 h 29"/>
                <a:gd name="T6" fmla="*/ 15 w 29"/>
                <a:gd name="T7" fmla="*/ 29 h 29"/>
                <a:gd name="T8" fmla="*/ 29 w 29"/>
                <a:gd name="T9" fmla="*/ 15 h 29"/>
                <a:gd name="T10" fmla="*/ 15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15" y="0"/>
                  </a:moveTo>
                  <a:lnTo>
                    <a:pt x="15" y="0"/>
                  </a:lnTo>
                  <a:cubicBezTo>
                    <a:pt x="7" y="0"/>
                    <a:pt x="0" y="6"/>
                    <a:pt x="0" y="15"/>
                  </a:cubicBezTo>
                  <a:cubicBezTo>
                    <a:pt x="0" y="23"/>
                    <a:pt x="7" y="29"/>
                    <a:pt x="15" y="29"/>
                  </a:cubicBezTo>
                  <a:cubicBezTo>
                    <a:pt x="23" y="29"/>
                    <a:pt x="29" y="23"/>
                    <a:pt x="29" y="15"/>
                  </a:cubicBezTo>
                  <a:cubicBezTo>
                    <a:pt x="29" y="6"/>
                    <a:pt x="23" y="0"/>
                    <a:pt x="1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1" name="Freeform 22">
              <a:extLst>
                <a:ext uri="{FF2B5EF4-FFF2-40B4-BE49-F238E27FC236}">
                  <a16:creationId xmlns:a16="http://schemas.microsoft.com/office/drawing/2014/main" id="{01EE968F-D711-D87E-96A0-BE7C7C062637}"/>
                </a:ext>
              </a:extLst>
            </p:cNvPr>
            <p:cNvSpPr>
              <a:spLocks/>
            </p:cNvSpPr>
            <p:nvPr/>
          </p:nvSpPr>
          <p:spPr bwMode="auto">
            <a:xfrm>
              <a:off x="7515226" y="3497263"/>
              <a:ext cx="236538" cy="211138"/>
            </a:xfrm>
            <a:custGeom>
              <a:avLst/>
              <a:gdLst>
                <a:gd name="T0" fmla="*/ 50 w 115"/>
                <a:gd name="T1" fmla="*/ 0 h 102"/>
                <a:gd name="T2" fmla="*/ 50 w 115"/>
                <a:gd name="T3" fmla="*/ 0 h 102"/>
                <a:gd name="T4" fmla="*/ 6 w 115"/>
                <a:gd name="T5" fmla="*/ 32 h 102"/>
                <a:gd name="T6" fmla="*/ 0 w 115"/>
                <a:gd name="T7" fmla="*/ 87 h 102"/>
                <a:gd name="T8" fmla="*/ 76 w 115"/>
                <a:gd name="T9" fmla="*/ 102 h 102"/>
                <a:gd name="T10" fmla="*/ 109 w 115"/>
                <a:gd name="T11" fmla="*/ 92 h 102"/>
                <a:gd name="T12" fmla="*/ 109 w 115"/>
                <a:gd name="T13" fmla="*/ 92 h 102"/>
                <a:gd name="T14" fmla="*/ 50 w 115"/>
                <a:gd name="T15" fmla="*/ 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02">
                  <a:moveTo>
                    <a:pt x="50" y="0"/>
                  </a:moveTo>
                  <a:lnTo>
                    <a:pt x="50" y="0"/>
                  </a:lnTo>
                  <a:cubicBezTo>
                    <a:pt x="36" y="11"/>
                    <a:pt x="21" y="22"/>
                    <a:pt x="6" y="32"/>
                  </a:cubicBezTo>
                  <a:cubicBezTo>
                    <a:pt x="4" y="51"/>
                    <a:pt x="2" y="70"/>
                    <a:pt x="0" y="87"/>
                  </a:cubicBezTo>
                  <a:cubicBezTo>
                    <a:pt x="30" y="97"/>
                    <a:pt x="56" y="102"/>
                    <a:pt x="76" y="102"/>
                  </a:cubicBezTo>
                  <a:cubicBezTo>
                    <a:pt x="93" y="102"/>
                    <a:pt x="106" y="98"/>
                    <a:pt x="109" y="92"/>
                  </a:cubicBezTo>
                  <a:lnTo>
                    <a:pt x="109" y="92"/>
                  </a:lnTo>
                  <a:cubicBezTo>
                    <a:pt x="115" y="82"/>
                    <a:pt x="103" y="48"/>
                    <a:pt x="5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2" name="Freeform 23">
              <a:extLst>
                <a:ext uri="{FF2B5EF4-FFF2-40B4-BE49-F238E27FC236}">
                  <a16:creationId xmlns:a16="http://schemas.microsoft.com/office/drawing/2014/main" id="{0629E373-FD06-03AF-A592-AC57A07022C7}"/>
                </a:ext>
              </a:extLst>
            </p:cNvPr>
            <p:cNvSpPr>
              <a:spLocks noEditPoints="1"/>
            </p:cNvSpPr>
            <p:nvPr/>
          </p:nvSpPr>
          <p:spPr bwMode="auto">
            <a:xfrm>
              <a:off x="6515101" y="2628900"/>
              <a:ext cx="1622425" cy="1636713"/>
            </a:xfrm>
            <a:custGeom>
              <a:avLst/>
              <a:gdLst>
                <a:gd name="T0" fmla="*/ 626 w 788"/>
                <a:gd name="T1" fmla="*/ 528 h 788"/>
                <a:gd name="T2" fmla="*/ 626 w 788"/>
                <a:gd name="T3" fmla="*/ 528 h 788"/>
                <a:gd name="T4" fmla="*/ 562 w 788"/>
                <a:gd name="T5" fmla="*/ 556 h 788"/>
                <a:gd name="T6" fmla="*/ 479 w 788"/>
                <a:gd name="T7" fmla="*/ 541 h 788"/>
                <a:gd name="T8" fmla="*/ 394 w 788"/>
                <a:gd name="T9" fmla="*/ 662 h 788"/>
                <a:gd name="T10" fmla="*/ 308 w 788"/>
                <a:gd name="T11" fmla="*/ 541 h 788"/>
                <a:gd name="T12" fmla="*/ 225 w 788"/>
                <a:gd name="T13" fmla="*/ 556 h 788"/>
                <a:gd name="T14" fmla="*/ 161 w 788"/>
                <a:gd name="T15" fmla="*/ 528 h 788"/>
                <a:gd name="T16" fmla="*/ 198 w 788"/>
                <a:gd name="T17" fmla="*/ 420 h 788"/>
                <a:gd name="T18" fmla="*/ 223 w 788"/>
                <a:gd name="T19" fmla="*/ 394 h 788"/>
                <a:gd name="T20" fmla="*/ 161 w 788"/>
                <a:gd name="T21" fmla="*/ 259 h 788"/>
                <a:gd name="T22" fmla="*/ 225 w 788"/>
                <a:gd name="T23" fmla="*/ 231 h 788"/>
                <a:gd name="T24" fmla="*/ 308 w 788"/>
                <a:gd name="T25" fmla="*/ 246 h 788"/>
                <a:gd name="T26" fmla="*/ 394 w 788"/>
                <a:gd name="T27" fmla="*/ 125 h 788"/>
                <a:gd name="T28" fmla="*/ 479 w 788"/>
                <a:gd name="T29" fmla="*/ 246 h 788"/>
                <a:gd name="T30" fmla="*/ 562 w 788"/>
                <a:gd name="T31" fmla="*/ 231 h 788"/>
                <a:gd name="T32" fmla="*/ 626 w 788"/>
                <a:gd name="T33" fmla="*/ 259 h 788"/>
                <a:gd name="T34" fmla="*/ 564 w 788"/>
                <a:gd name="T35" fmla="*/ 394 h 788"/>
                <a:gd name="T36" fmla="*/ 626 w 788"/>
                <a:gd name="T37" fmla="*/ 528 h 788"/>
                <a:gd name="T38" fmla="*/ 626 w 788"/>
                <a:gd name="T39" fmla="*/ 528 h 788"/>
                <a:gd name="T40" fmla="*/ 394 w 788"/>
                <a:gd name="T41" fmla="*/ 0 h 788"/>
                <a:gd name="T42" fmla="*/ 394 w 788"/>
                <a:gd name="T43" fmla="*/ 0 h 788"/>
                <a:gd name="T44" fmla="*/ 0 w 788"/>
                <a:gd name="T45" fmla="*/ 394 h 788"/>
                <a:gd name="T46" fmla="*/ 394 w 788"/>
                <a:gd name="T47" fmla="*/ 788 h 788"/>
                <a:gd name="T48" fmla="*/ 788 w 788"/>
                <a:gd name="T49" fmla="*/ 394 h 788"/>
                <a:gd name="T50" fmla="*/ 394 w 788"/>
                <a:gd name="T51"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8" h="788">
                  <a:moveTo>
                    <a:pt x="626" y="528"/>
                  </a:moveTo>
                  <a:lnTo>
                    <a:pt x="626" y="528"/>
                  </a:lnTo>
                  <a:cubicBezTo>
                    <a:pt x="619" y="541"/>
                    <a:pt x="602" y="556"/>
                    <a:pt x="562" y="556"/>
                  </a:cubicBezTo>
                  <a:cubicBezTo>
                    <a:pt x="539" y="556"/>
                    <a:pt x="511" y="551"/>
                    <a:pt x="479" y="541"/>
                  </a:cubicBezTo>
                  <a:cubicBezTo>
                    <a:pt x="461" y="619"/>
                    <a:pt x="431" y="662"/>
                    <a:pt x="394" y="662"/>
                  </a:cubicBezTo>
                  <a:cubicBezTo>
                    <a:pt x="356" y="662"/>
                    <a:pt x="326" y="619"/>
                    <a:pt x="308" y="541"/>
                  </a:cubicBezTo>
                  <a:cubicBezTo>
                    <a:pt x="277" y="551"/>
                    <a:pt x="248" y="556"/>
                    <a:pt x="225" y="556"/>
                  </a:cubicBezTo>
                  <a:cubicBezTo>
                    <a:pt x="185" y="556"/>
                    <a:pt x="168" y="541"/>
                    <a:pt x="161" y="528"/>
                  </a:cubicBezTo>
                  <a:cubicBezTo>
                    <a:pt x="150" y="509"/>
                    <a:pt x="148" y="476"/>
                    <a:pt x="198" y="420"/>
                  </a:cubicBezTo>
                  <a:cubicBezTo>
                    <a:pt x="205" y="411"/>
                    <a:pt x="214" y="403"/>
                    <a:pt x="223" y="394"/>
                  </a:cubicBezTo>
                  <a:cubicBezTo>
                    <a:pt x="164" y="339"/>
                    <a:pt x="142" y="292"/>
                    <a:pt x="161" y="259"/>
                  </a:cubicBezTo>
                  <a:cubicBezTo>
                    <a:pt x="168" y="247"/>
                    <a:pt x="185" y="231"/>
                    <a:pt x="225" y="231"/>
                  </a:cubicBezTo>
                  <a:cubicBezTo>
                    <a:pt x="248" y="231"/>
                    <a:pt x="276" y="237"/>
                    <a:pt x="308" y="246"/>
                  </a:cubicBezTo>
                  <a:cubicBezTo>
                    <a:pt x="326" y="168"/>
                    <a:pt x="356" y="125"/>
                    <a:pt x="394" y="125"/>
                  </a:cubicBezTo>
                  <a:cubicBezTo>
                    <a:pt x="431" y="125"/>
                    <a:pt x="461" y="168"/>
                    <a:pt x="479" y="246"/>
                  </a:cubicBezTo>
                  <a:cubicBezTo>
                    <a:pt x="511" y="237"/>
                    <a:pt x="540" y="231"/>
                    <a:pt x="562" y="231"/>
                  </a:cubicBezTo>
                  <a:cubicBezTo>
                    <a:pt x="602" y="231"/>
                    <a:pt x="619" y="247"/>
                    <a:pt x="626" y="259"/>
                  </a:cubicBezTo>
                  <a:cubicBezTo>
                    <a:pt x="645" y="292"/>
                    <a:pt x="623" y="339"/>
                    <a:pt x="564" y="394"/>
                  </a:cubicBezTo>
                  <a:cubicBezTo>
                    <a:pt x="623" y="448"/>
                    <a:pt x="645" y="496"/>
                    <a:pt x="626" y="528"/>
                  </a:cubicBezTo>
                  <a:lnTo>
                    <a:pt x="626" y="528"/>
                  </a:lnTo>
                  <a:close/>
                  <a:moveTo>
                    <a:pt x="394" y="0"/>
                  </a:moveTo>
                  <a:lnTo>
                    <a:pt x="394" y="0"/>
                  </a:lnTo>
                  <a:cubicBezTo>
                    <a:pt x="176" y="0"/>
                    <a:pt x="0" y="176"/>
                    <a:pt x="0" y="394"/>
                  </a:cubicBezTo>
                  <a:cubicBezTo>
                    <a:pt x="0" y="611"/>
                    <a:pt x="176" y="788"/>
                    <a:pt x="394" y="788"/>
                  </a:cubicBezTo>
                  <a:cubicBezTo>
                    <a:pt x="611" y="788"/>
                    <a:pt x="788" y="611"/>
                    <a:pt x="788" y="394"/>
                  </a:cubicBezTo>
                  <a:cubicBezTo>
                    <a:pt x="788" y="176"/>
                    <a:pt x="611" y="0"/>
                    <a:pt x="3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3" name="Freeform 24">
              <a:extLst>
                <a:ext uri="{FF2B5EF4-FFF2-40B4-BE49-F238E27FC236}">
                  <a16:creationId xmlns:a16="http://schemas.microsoft.com/office/drawing/2014/main" id="{326C03E3-7C26-EB31-6191-81D3BA3274A0}"/>
                </a:ext>
              </a:extLst>
            </p:cNvPr>
            <p:cNvSpPr>
              <a:spLocks/>
            </p:cNvSpPr>
            <p:nvPr/>
          </p:nvSpPr>
          <p:spPr bwMode="auto">
            <a:xfrm>
              <a:off x="7408863" y="3616325"/>
              <a:ext cx="38100" cy="36513"/>
            </a:xfrm>
            <a:custGeom>
              <a:avLst/>
              <a:gdLst>
                <a:gd name="T0" fmla="*/ 0 w 19"/>
                <a:gd name="T1" fmla="*/ 11 h 18"/>
                <a:gd name="T2" fmla="*/ 0 w 19"/>
                <a:gd name="T3" fmla="*/ 11 h 18"/>
                <a:gd name="T4" fmla="*/ 17 w 19"/>
                <a:gd name="T5" fmla="*/ 18 h 18"/>
                <a:gd name="T6" fmla="*/ 19 w 19"/>
                <a:gd name="T7" fmla="*/ 0 h 18"/>
                <a:gd name="T8" fmla="*/ 10 w 19"/>
                <a:gd name="T9" fmla="*/ 5 h 18"/>
                <a:gd name="T10" fmla="*/ 0 w 19"/>
                <a:gd name="T11" fmla="*/ 11 h 18"/>
              </a:gdLst>
              <a:ahLst/>
              <a:cxnLst>
                <a:cxn ang="0">
                  <a:pos x="T0" y="T1"/>
                </a:cxn>
                <a:cxn ang="0">
                  <a:pos x="T2" y="T3"/>
                </a:cxn>
                <a:cxn ang="0">
                  <a:pos x="T4" y="T5"/>
                </a:cxn>
                <a:cxn ang="0">
                  <a:pos x="T6" y="T7"/>
                </a:cxn>
                <a:cxn ang="0">
                  <a:pos x="T8" y="T9"/>
                </a:cxn>
                <a:cxn ang="0">
                  <a:pos x="T10" y="T11"/>
                </a:cxn>
              </a:cxnLst>
              <a:rect l="0" t="0" r="r" b="b"/>
              <a:pathLst>
                <a:path w="19" h="18">
                  <a:moveTo>
                    <a:pt x="0" y="11"/>
                  </a:moveTo>
                  <a:lnTo>
                    <a:pt x="0" y="11"/>
                  </a:lnTo>
                  <a:cubicBezTo>
                    <a:pt x="6" y="13"/>
                    <a:pt x="11" y="15"/>
                    <a:pt x="17" y="18"/>
                  </a:cubicBezTo>
                  <a:cubicBezTo>
                    <a:pt x="18" y="12"/>
                    <a:pt x="18" y="6"/>
                    <a:pt x="19" y="0"/>
                  </a:cubicBezTo>
                  <a:cubicBezTo>
                    <a:pt x="16" y="2"/>
                    <a:pt x="13" y="4"/>
                    <a:pt x="10" y="5"/>
                  </a:cubicBezTo>
                  <a:cubicBezTo>
                    <a:pt x="7" y="7"/>
                    <a:pt x="4" y="9"/>
                    <a:pt x="0"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4" name="Freeform 25">
              <a:extLst>
                <a:ext uri="{FF2B5EF4-FFF2-40B4-BE49-F238E27FC236}">
                  <a16:creationId xmlns:a16="http://schemas.microsoft.com/office/drawing/2014/main" id="{3B602965-E602-E633-D40C-7859C7FC0B82}"/>
                </a:ext>
              </a:extLst>
            </p:cNvPr>
            <p:cNvSpPr>
              <a:spLocks/>
            </p:cNvSpPr>
            <p:nvPr/>
          </p:nvSpPr>
          <p:spPr bwMode="auto">
            <a:xfrm>
              <a:off x="7532688" y="3424238"/>
              <a:ext cx="28575" cy="44450"/>
            </a:xfrm>
            <a:custGeom>
              <a:avLst/>
              <a:gdLst>
                <a:gd name="T0" fmla="*/ 14 w 14"/>
                <a:gd name="T1" fmla="*/ 11 h 21"/>
                <a:gd name="T2" fmla="*/ 14 w 14"/>
                <a:gd name="T3" fmla="*/ 11 h 21"/>
                <a:gd name="T4" fmla="*/ 0 w 14"/>
                <a:gd name="T5" fmla="*/ 0 h 21"/>
                <a:gd name="T6" fmla="*/ 0 w 14"/>
                <a:gd name="T7" fmla="*/ 11 h 21"/>
                <a:gd name="T8" fmla="*/ 0 w 14"/>
                <a:gd name="T9" fmla="*/ 21 h 21"/>
                <a:gd name="T10" fmla="*/ 14 w 14"/>
                <a:gd name="T11" fmla="*/ 11 h 21"/>
              </a:gdLst>
              <a:ahLst/>
              <a:cxnLst>
                <a:cxn ang="0">
                  <a:pos x="T0" y="T1"/>
                </a:cxn>
                <a:cxn ang="0">
                  <a:pos x="T2" y="T3"/>
                </a:cxn>
                <a:cxn ang="0">
                  <a:pos x="T4" y="T5"/>
                </a:cxn>
                <a:cxn ang="0">
                  <a:pos x="T6" y="T7"/>
                </a:cxn>
                <a:cxn ang="0">
                  <a:pos x="T8" y="T9"/>
                </a:cxn>
                <a:cxn ang="0">
                  <a:pos x="T10" y="T11"/>
                </a:cxn>
              </a:cxnLst>
              <a:rect l="0" t="0" r="r" b="b"/>
              <a:pathLst>
                <a:path w="14" h="21">
                  <a:moveTo>
                    <a:pt x="14" y="11"/>
                  </a:moveTo>
                  <a:lnTo>
                    <a:pt x="14" y="11"/>
                  </a:lnTo>
                  <a:cubicBezTo>
                    <a:pt x="9" y="7"/>
                    <a:pt x="5" y="3"/>
                    <a:pt x="0" y="0"/>
                  </a:cubicBezTo>
                  <a:cubicBezTo>
                    <a:pt x="0" y="3"/>
                    <a:pt x="0" y="7"/>
                    <a:pt x="0" y="11"/>
                  </a:cubicBezTo>
                  <a:cubicBezTo>
                    <a:pt x="0" y="14"/>
                    <a:pt x="0" y="18"/>
                    <a:pt x="0" y="21"/>
                  </a:cubicBezTo>
                  <a:cubicBezTo>
                    <a:pt x="5" y="18"/>
                    <a:pt x="9" y="14"/>
                    <a:pt x="14"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5" name="Freeform 26">
              <a:extLst>
                <a:ext uri="{FF2B5EF4-FFF2-40B4-BE49-F238E27FC236}">
                  <a16:creationId xmlns:a16="http://schemas.microsoft.com/office/drawing/2014/main" id="{6890C4A9-4AD9-EB5C-5BAC-A31010FA1CE4}"/>
                </a:ext>
              </a:extLst>
            </p:cNvPr>
            <p:cNvSpPr>
              <a:spLocks/>
            </p:cNvSpPr>
            <p:nvPr/>
          </p:nvSpPr>
          <p:spPr bwMode="auto">
            <a:xfrm>
              <a:off x="7515226" y="3186113"/>
              <a:ext cx="239713" cy="211138"/>
            </a:xfrm>
            <a:custGeom>
              <a:avLst/>
              <a:gdLst>
                <a:gd name="T0" fmla="*/ 50 w 116"/>
                <a:gd name="T1" fmla="*/ 102 h 102"/>
                <a:gd name="T2" fmla="*/ 50 w 116"/>
                <a:gd name="T3" fmla="*/ 102 h 102"/>
                <a:gd name="T4" fmla="*/ 109 w 116"/>
                <a:gd name="T5" fmla="*/ 9 h 102"/>
                <a:gd name="T6" fmla="*/ 76 w 116"/>
                <a:gd name="T7" fmla="*/ 0 h 102"/>
                <a:gd name="T8" fmla="*/ 0 w 116"/>
                <a:gd name="T9" fmla="*/ 14 h 102"/>
                <a:gd name="T10" fmla="*/ 6 w 116"/>
                <a:gd name="T11" fmla="*/ 69 h 102"/>
                <a:gd name="T12" fmla="*/ 50 w 116"/>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6" h="102">
                  <a:moveTo>
                    <a:pt x="50" y="102"/>
                  </a:moveTo>
                  <a:lnTo>
                    <a:pt x="50" y="102"/>
                  </a:lnTo>
                  <a:cubicBezTo>
                    <a:pt x="98" y="58"/>
                    <a:pt x="116" y="22"/>
                    <a:pt x="109" y="9"/>
                  </a:cubicBezTo>
                  <a:cubicBezTo>
                    <a:pt x="105" y="3"/>
                    <a:pt x="94" y="0"/>
                    <a:pt x="76" y="0"/>
                  </a:cubicBezTo>
                  <a:cubicBezTo>
                    <a:pt x="56" y="0"/>
                    <a:pt x="30" y="5"/>
                    <a:pt x="0" y="14"/>
                  </a:cubicBezTo>
                  <a:cubicBezTo>
                    <a:pt x="2" y="31"/>
                    <a:pt x="4" y="50"/>
                    <a:pt x="6" y="69"/>
                  </a:cubicBezTo>
                  <a:cubicBezTo>
                    <a:pt x="21" y="80"/>
                    <a:pt x="36" y="90"/>
                    <a:pt x="50"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6" name="Freeform 27">
              <a:extLst>
                <a:ext uri="{FF2B5EF4-FFF2-40B4-BE49-F238E27FC236}">
                  <a16:creationId xmlns:a16="http://schemas.microsoft.com/office/drawing/2014/main" id="{6F6067B0-EA69-C722-3C0A-A1B82CFB38DD}"/>
                </a:ext>
              </a:extLst>
            </p:cNvPr>
            <p:cNvSpPr>
              <a:spLocks noEditPoints="1"/>
            </p:cNvSpPr>
            <p:nvPr/>
          </p:nvSpPr>
          <p:spPr bwMode="auto">
            <a:xfrm>
              <a:off x="7194551" y="3295650"/>
              <a:ext cx="263525" cy="301625"/>
            </a:xfrm>
            <a:custGeom>
              <a:avLst/>
              <a:gdLst>
                <a:gd name="T0" fmla="*/ 64 w 128"/>
                <a:gd name="T1" fmla="*/ 124 h 145"/>
                <a:gd name="T2" fmla="*/ 64 w 128"/>
                <a:gd name="T3" fmla="*/ 124 h 145"/>
                <a:gd name="T4" fmla="*/ 13 w 128"/>
                <a:gd name="T5" fmla="*/ 73 h 145"/>
                <a:gd name="T6" fmla="*/ 64 w 128"/>
                <a:gd name="T7" fmla="*/ 22 h 145"/>
                <a:gd name="T8" fmla="*/ 115 w 128"/>
                <a:gd name="T9" fmla="*/ 73 h 145"/>
                <a:gd name="T10" fmla="*/ 64 w 128"/>
                <a:gd name="T11" fmla="*/ 124 h 145"/>
                <a:gd name="T12" fmla="*/ 64 w 128"/>
                <a:gd name="T13" fmla="*/ 124 h 145"/>
                <a:gd name="T14" fmla="*/ 96 w 128"/>
                <a:gd name="T15" fmla="*/ 17 h 145"/>
                <a:gd name="T16" fmla="*/ 96 w 128"/>
                <a:gd name="T17" fmla="*/ 17 h 145"/>
                <a:gd name="T18" fmla="*/ 64 w 128"/>
                <a:gd name="T19" fmla="*/ 0 h 145"/>
                <a:gd name="T20" fmla="*/ 32 w 128"/>
                <a:gd name="T21" fmla="*/ 17 h 145"/>
                <a:gd name="T22" fmla="*/ 1 w 128"/>
                <a:gd name="T23" fmla="*/ 36 h 145"/>
                <a:gd name="T24" fmla="*/ 0 w 128"/>
                <a:gd name="T25" fmla="*/ 73 h 145"/>
                <a:gd name="T26" fmla="*/ 1 w 128"/>
                <a:gd name="T27" fmla="*/ 109 h 145"/>
                <a:gd name="T28" fmla="*/ 32 w 128"/>
                <a:gd name="T29" fmla="*/ 128 h 145"/>
                <a:gd name="T30" fmla="*/ 64 w 128"/>
                <a:gd name="T31" fmla="*/ 145 h 145"/>
                <a:gd name="T32" fmla="*/ 96 w 128"/>
                <a:gd name="T33" fmla="*/ 128 h 145"/>
                <a:gd name="T34" fmla="*/ 127 w 128"/>
                <a:gd name="T35" fmla="*/ 109 h 145"/>
                <a:gd name="T36" fmla="*/ 128 w 128"/>
                <a:gd name="T37" fmla="*/ 73 h 145"/>
                <a:gd name="T38" fmla="*/ 127 w 128"/>
                <a:gd name="T39" fmla="*/ 36 h 145"/>
                <a:gd name="T40" fmla="*/ 96 w 128"/>
                <a:gd name="T41" fmla="*/ 1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45">
                  <a:moveTo>
                    <a:pt x="64" y="124"/>
                  </a:moveTo>
                  <a:lnTo>
                    <a:pt x="64" y="124"/>
                  </a:lnTo>
                  <a:cubicBezTo>
                    <a:pt x="36" y="124"/>
                    <a:pt x="13" y="101"/>
                    <a:pt x="13" y="73"/>
                  </a:cubicBezTo>
                  <a:cubicBezTo>
                    <a:pt x="13" y="44"/>
                    <a:pt x="36" y="22"/>
                    <a:pt x="64" y="22"/>
                  </a:cubicBezTo>
                  <a:cubicBezTo>
                    <a:pt x="92" y="22"/>
                    <a:pt x="115" y="44"/>
                    <a:pt x="115" y="73"/>
                  </a:cubicBezTo>
                  <a:cubicBezTo>
                    <a:pt x="115" y="101"/>
                    <a:pt x="92" y="124"/>
                    <a:pt x="64" y="124"/>
                  </a:cubicBezTo>
                  <a:lnTo>
                    <a:pt x="64" y="124"/>
                  </a:lnTo>
                  <a:close/>
                  <a:moveTo>
                    <a:pt x="96" y="17"/>
                  </a:moveTo>
                  <a:lnTo>
                    <a:pt x="96" y="17"/>
                  </a:lnTo>
                  <a:cubicBezTo>
                    <a:pt x="85" y="11"/>
                    <a:pt x="75" y="5"/>
                    <a:pt x="64" y="0"/>
                  </a:cubicBezTo>
                  <a:cubicBezTo>
                    <a:pt x="53" y="5"/>
                    <a:pt x="42" y="11"/>
                    <a:pt x="32" y="17"/>
                  </a:cubicBezTo>
                  <a:cubicBezTo>
                    <a:pt x="21" y="23"/>
                    <a:pt x="11" y="29"/>
                    <a:pt x="1" y="36"/>
                  </a:cubicBezTo>
                  <a:cubicBezTo>
                    <a:pt x="0" y="49"/>
                    <a:pt x="0" y="61"/>
                    <a:pt x="0" y="73"/>
                  </a:cubicBezTo>
                  <a:cubicBezTo>
                    <a:pt x="0" y="84"/>
                    <a:pt x="0" y="97"/>
                    <a:pt x="1" y="109"/>
                  </a:cubicBezTo>
                  <a:cubicBezTo>
                    <a:pt x="11" y="116"/>
                    <a:pt x="21" y="122"/>
                    <a:pt x="32" y="128"/>
                  </a:cubicBezTo>
                  <a:cubicBezTo>
                    <a:pt x="42" y="134"/>
                    <a:pt x="53" y="140"/>
                    <a:pt x="64" y="145"/>
                  </a:cubicBezTo>
                  <a:cubicBezTo>
                    <a:pt x="75" y="140"/>
                    <a:pt x="85" y="134"/>
                    <a:pt x="96" y="128"/>
                  </a:cubicBezTo>
                  <a:cubicBezTo>
                    <a:pt x="106" y="122"/>
                    <a:pt x="116" y="116"/>
                    <a:pt x="127" y="109"/>
                  </a:cubicBezTo>
                  <a:cubicBezTo>
                    <a:pt x="127" y="97"/>
                    <a:pt x="128" y="85"/>
                    <a:pt x="128" y="73"/>
                  </a:cubicBezTo>
                  <a:cubicBezTo>
                    <a:pt x="128" y="60"/>
                    <a:pt x="127" y="48"/>
                    <a:pt x="127" y="36"/>
                  </a:cubicBezTo>
                  <a:cubicBezTo>
                    <a:pt x="116" y="29"/>
                    <a:pt x="106" y="23"/>
                    <a:pt x="96"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pic>
        <p:nvPicPr>
          <p:cNvPr id="87" name="Graphic 86" descr="Harvey Balls 0% with solid fill">
            <a:extLst>
              <a:ext uri="{FF2B5EF4-FFF2-40B4-BE49-F238E27FC236}">
                <a16:creationId xmlns:a16="http://schemas.microsoft.com/office/drawing/2014/main" id="{8AD20A5B-2A86-19B6-3A50-42C84C0BBDA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986428" y="1137293"/>
            <a:ext cx="678580" cy="643491"/>
          </a:xfrm>
          <a:prstGeom prst="rect">
            <a:avLst/>
          </a:prstGeom>
        </p:spPr>
      </p:pic>
      <p:sp>
        <p:nvSpPr>
          <p:cNvPr id="88" name="Rectangle: Rounded Corners 8">
            <a:extLst>
              <a:ext uri="{FF2B5EF4-FFF2-40B4-BE49-F238E27FC236}">
                <a16:creationId xmlns:a16="http://schemas.microsoft.com/office/drawing/2014/main" id="{37F4C2E2-EABE-47EA-AE23-709426BAA617}"/>
              </a:ext>
            </a:extLst>
          </p:cNvPr>
          <p:cNvSpPr/>
          <p:nvPr/>
        </p:nvSpPr>
        <p:spPr bwMode="gray">
          <a:xfrm>
            <a:off x="4413900" y="1974284"/>
            <a:ext cx="3630430" cy="4446839"/>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285750" lvl="1" indent="-171450">
              <a:spcAft>
                <a:spcPts val="600"/>
              </a:spcAft>
              <a:buFont typeface="Arial"/>
              <a:buChar char="•"/>
            </a:pPr>
            <a:endParaRPr lang="en-GB" sz="1100" dirty="0">
              <a:cs typeface="Calibri" panose="020F0502020204030204"/>
            </a:endParaRPr>
          </a:p>
          <a:p>
            <a:pPr marL="285750" lvl="1" indent="-171450">
              <a:spcAft>
                <a:spcPts val="600"/>
              </a:spcAft>
              <a:buFont typeface="Arial"/>
              <a:buChar char="•"/>
            </a:pPr>
            <a:r>
              <a:rPr lang="en-US" sz="1200" dirty="0">
                <a:cs typeface="Calibri" panose="020F0502020204030204"/>
              </a:rPr>
              <a:t>Digital Platform Play</a:t>
            </a:r>
          </a:p>
          <a:p>
            <a:pPr marL="285750" lvl="1" indent="-171450">
              <a:spcAft>
                <a:spcPts val="600"/>
              </a:spcAft>
              <a:buFont typeface="Arial"/>
              <a:buChar char="•"/>
            </a:pPr>
            <a:r>
              <a:rPr lang="en-US" sz="1200" dirty="0">
                <a:cs typeface="Calibri" panose="020F0502020204030204"/>
              </a:rPr>
              <a:t>Digital Transformation of Utilities</a:t>
            </a:r>
          </a:p>
          <a:p>
            <a:pPr marL="285750" lvl="1" indent="-171450">
              <a:spcAft>
                <a:spcPts val="600"/>
              </a:spcAft>
              <a:buFont typeface="Arial"/>
              <a:buChar char="•"/>
            </a:pPr>
            <a:r>
              <a:rPr lang="en-US" sz="1200" dirty="0">
                <a:cs typeface="Calibri" panose="020F0502020204030204"/>
              </a:rPr>
              <a:t>Evaluation of IT infrastructure &amp; implementation support of ERP systems</a:t>
            </a:r>
          </a:p>
          <a:p>
            <a:pPr marL="285750" lvl="1" indent="-171450">
              <a:spcAft>
                <a:spcPts val="600"/>
              </a:spcAft>
              <a:buFont typeface="Arial"/>
              <a:buChar char="•"/>
            </a:pPr>
            <a:r>
              <a:rPr lang="en-US" sz="1200" dirty="0">
                <a:cs typeface="Calibri" panose="020F0502020204030204"/>
              </a:rPr>
              <a:t>Conducting a Digital Maturity Assessment of the client's organization to understand the challenges in implementation of Digital Initiatives</a:t>
            </a:r>
          </a:p>
          <a:p>
            <a:pPr marL="285750" lvl="1" indent="-171450">
              <a:spcAft>
                <a:spcPts val="600"/>
              </a:spcAft>
              <a:buFont typeface="Arial"/>
              <a:buChar char="•"/>
            </a:pPr>
            <a:r>
              <a:rPr lang="en-US" sz="1200" dirty="0">
                <a:cs typeface="Calibri" panose="020F0502020204030204"/>
              </a:rPr>
              <a:t>Prioritization of challenges and identification of key digital initiatives along with certain all pervasive foundational capabilities like document management system, integration platforms, visualization platform etc. </a:t>
            </a:r>
          </a:p>
          <a:p>
            <a:pPr marL="285750" lvl="1" indent="-171450">
              <a:spcAft>
                <a:spcPts val="600"/>
              </a:spcAft>
              <a:buFont typeface="Arial"/>
              <a:buChar char="•"/>
            </a:pPr>
            <a:r>
              <a:rPr lang="en-US" sz="1200" dirty="0">
                <a:cs typeface="Calibri" panose="020F0502020204030204"/>
              </a:rPr>
              <a:t>Forecast possible deployment levels for various future technology-scenarios &amp; fuel charges</a:t>
            </a:r>
          </a:p>
          <a:p>
            <a:pPr marL="285750" lvl="1" indent="-171450">
              <a:spcAft>
                <a:spcPts val="600"/>
              </a:spcAft>
              <a:buFont typeface="Arial"/>
              <a:buChar char="•"/>
            </a:pPr>
            <a:r>
              <a:rPr lang="en-US" sz="1200" dirty="0">
                <a:cs typeface="Calibri" panose="020F0502020204030204"/>
              </a:rPr>
              <a:t>Assistance for identification of tools for lowering faults and reducing time for fault correction by use of IT/OT tools </a:t>
            </a:r>
          </a:p>
          <a:p>
            <a:pPr marL="285750" lvl="1" indent="-171450">
              <a:spcAft>
                <a:spcPts val="600"/>
              </a:spcAft>
              <a:buFont typeface="Arial"/>
              <a:buChar char="•"/>
            </a:pPr>
            <a:endParaRPr lang="en-US" sz="1200" dirty="0">
              <a:cs typeface="Calibri" panose="020F0502020204030204"/>
            </a:endParaRPr>
          </a:p>
          <a:p>
            <a:pPr marL="285750" lvl="1" indent="-171450">
              <a:spcAft>
                <a:spcPts val="600"/>
              </a:spcAft>
              <a:buFont typeface="Arial"/>
              <a:buChar char="•"/>
            </a:pPr>
            <a:endParaRPr lang="en-US" sz="1200" dirty="0">
              <a:cs typeface="Calibri" panose="020F0502020204030204"/>
            </a:endParaRPr>
          </a:p>
        </p:txBody>
      </p:sp>
      <p:grpSp>
        <p:nvGrpSpPr>
          <p:cNvPr id="89" name="Group 88">
            <a:extLst>
              <a:ext uri="{FF2B5EF4-FFF2-40B4-BE49-F238E27FC236}">
                <a16:creationId xmlns:a16="http://schemas.microsoft.com/office/drawing/2014/main" id="{38089EB4-9A23-35A8-DBD0-C50F8DD17314}"/>
              </a:ext>
            </a:extLst>
          </p:cNvPr>
          <p:cNvGrpSpPr/>
          <p:nvPr/>
        </p:nvGrpSpPr>
        <p:grpSpPr>
          <a:xfrm>
            <a:off x="4729628" y="1753369"/>
            <a:ext cx="2908937" cy="228600"/>
            <a:chOff x="833432" y="2405743"/>
            <a:chExt cx="2908937" cy="228600"/>
          </a:xfrm>
          <a:solidFill>
            <a:schemeClr val="tx1"/>
          </a:solidFill>
        </p:grpSpPr>
        <p:sp>
          <p:nvSpPr>
            <p:cNvPr id="90" name="Isosceles Triangle 31">
              <a:extLst>
                <a:ext uri="{FF2B5EF4-FFF2-40B4-BE49-F238E27FC236}">
                  <a16:creationId xmlns:a16="http://schemas.microsoft.com/office/drawing/2014/main" id="{998995DC-A2E1-12CE-AF8B-5B97FDFF26E0}"/>
                </a:ext>
              </a:extLst>
            </p:cNvPr>
            <p:cNvSpPr/>
            <p:nvPr/>
          </p:nvSpPr>
          <p:spPr bwMode="gray">
            <a:xfrm>
              <a:off x="3576634"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91" name="Isosceles Triangle 5">
              <a:extLst>
                <a:ext uri="{FF2B5EF4-FFF2-40B4-BE49-F238E27FC236}">
                  <a16:creationId xmlns:a16="http://schemas.microsoft.com/office/drawing/2014/main" id="{2FE132B2-E82D-1BEB-6D34-0BA26C52F97B}"/>
                </a:ext>
              </a:extLst>
            </p:cNvPr>
            <p:cNvSpPr/>
            <p:nvPr/>
          </p:nvSpPr>
          <p:spPr bwMode="gray">
            <a:xfrm>
              <a:off x="833432"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92" name="Rectangle: Top Corners Rounded 12">
            <a:extLst>
              <a:ext uri="{FF2B5EF4-FFF2-40B4-BE49-F238E27FC236}">
                <a16:creationId xmlns:a16="http://schemas.microsoft.com/office/drawing/2014/main" id="{CE45AC46-689E-8C0E-EA4C-7CADC6B6F883}"/>
              </a:ext>
            </a:extLst>
          </p:cNvPr>
          <p:cNvSpPr/>
          <p:nvPr/>
        </p:nvSpPr>
        <p:spPr bwMode="gray">
          <a:xfrm flipV="1">
            <a:off x="4812495" y="1753369"/>
            <a:ext cx="2743200" cy="675442"/>
          </a:xfrm>
          <a:prstGeom prst="round2Same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93" name="Rectangle 92">
            <a:extLst>
              <a:ext uri="{FF2B5EF4-FFF2-40B4-BE49-F238E27FC236}">
                <a16:creationId xmlns:a16="http://schemas.microsoft.com/office/drawing/2014/main" id="{A707E1E2-3FD7-F6A5-16FA-5F3A897BB8A8}"/>
              </a:ext>
            </a:extLst>
          </p:cNvPr>
          <p:cNvSpPr/>
          <p:nvPr/>
        </p:nvSpPr>
        <p:spPr>
          <a:xfrm>
            <a:off x="4910568" y="1888965"/>
            <a:ext cx="2547056" cy="430887"/>
          </a:xfrm>
          <a:prstGeom prst="rect">
            <a:avLst/>
          </a:prstGeom>
          <a:solidFill>
            <a:schemeClr val="accent4"/>
          </a:solidFill>
        </p:spPr>
        <p:txBody>
          <a:bodyPr wrap="square" lIns="0" tIns="0" rIns="0" bIns="0" anchor="t">
            <a:spAutoFit/>
          </a:bodyPr>
          <a:lstStyle/>
          <a:p>
            <a:pPr algn="ctr"/>
            <a:r>
              <a:rPr lang="en-US" sz="1400" b="1" dirty="0">
                <a:solidFill>
                  <a:srgbClr val="FFFFFF"/>
                </a:solidFill>
              </a:rPr>
              <a:t>Network Digitization &amp; Implementation Support</a:t>
            </a:r>
          </a:p>
        </p:txBody>
      </p:sp>
      <p:pic>
        <p:nvPicPr>
          <p:cNvPr id="94" name="Graphic 93" descr="Harvey Balls 0% with solid fill">
            <a:extLst>
              <a:ext uri="{FF2B5EF4-FFF2-40B4-BE49-F238E27FC236}">
                <a16:creationId xmlns:a16="http://schemas.microsoft.com/office/drawing/2014/main" id="{ABC783DF-2541-152D-623C-1ECEFE7C6E3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747734" y="1129619"/>
            <a:ext cx="678580" cy="643491"/>
          </a:xfrm>
          <a:prstGeom prst="rect">
            <a:avLst/>
          </a:prstGeom>
        </p:spPr>
      </p:pic>
      <p:grpSp>
        <p:nvGrpSpPr>
          <p:cNvPr id="96" name="Group 437">
            <a:extLst>
              <a:ext uri="{FF2B5EF4-FFF2-40B4-BE49-F238E27FC236}">
                <a16:creationId xmlns:a16="http://schemas.microsoft.com/office/drawing/2014/main" id="{D5AFE1D6-41AB-C854-65D8-346FA096A3A3}"/>
              </a:ext>
            </a:extLst>
          </p:cNvPr>
          <p:cNvGrpSpPr>
            <a:grpSpLocks noChangeAspect="1"/>
          </p:cNvGrpSpPr>
          <p:nvPr/>
        </p:nvGrpSpPr>
        <p:grpSpPr bwMode="auto">
          <a:xfrm>
            <a:off x="5907770" y="1280870"/>
            <a:ext cx="354876" cy="336530"/>
            <a:chOff x="3130" y="1561"/>
            <a:chExt cx="340" cy="340"/>
          </a:xfrm>
          <a:solidFill>
            <a:schemeClr val="accent4"/>
          </a:solidFill>
        </p:grpSpPr>
        <p:sp>
          <p:nvSpPr>
            <p:cNvPr id="97" name="Freeform 438">
              <a:extLst>
                <a:ext uri="{FF2B5EF4-FFF2-40B4-BE49-F238E27FC236}">
                  <a16:creationId xmlns:a16="http://schemas.microsoft.com/office/drawing/2014/main" id="{F978F1BA-F757-F1B0-7DE1-95A8CE0725CF}"/>
                </a:ext>
              </a:extLst>
            </p:cNvPr>
            <p:cNvSpPr>
              <a:spLocks/>
            </p:cNvSpPr>
            <p:nvPr/>
          </p:nvSpPr>
          <p:spPr bwMode="auto">
            <a:xfrm>
              <a:off x="3307" y="1696"/>
              <a:ext cx="28" cy="28"/>
            </a:xfrm>
            <a:custGeom>
              <a:avLst/>
              <a:gdLst>
                <a:gd name="T0" fmla="*/ 0 w 42"/>
                <a:gd name="T1" fmla="*/ 0 h 42"/>
                <a:gd name="T2" fmla="*/ 0 w 42"/>
                <a:gd name="T3" fmla="*/ 42 h 42"/>
                <a:gd name="T4" fmla="*/ 42 w 42"/>
                <a:gd name="T5" fmla="*/ 42 h 42"/>
                <a:gd name="T6" fmla="*/ 0 w 42"/>
                <a:gd name="T7" fmla="*/ 0 h 42"/>
              </a:gdLst>
              <a:ahLst/>
              <a:cxnLst>
                <a:cxn ang="0">
                  <a:pos x="T0" y="T1"/>
                </a:cxn>
                <a:cxn ang="0">
                  <a:pos x="T2" y="T3"/>
                </a:cxn>
                <a:cxn ang="0">
                  <a:pos x="T4" y="T5"/>
                </a:cxn>
                <a:cxn ang="0">
                  <a:pos x="T6" y="T7"/>
                </a:cxn>
              </a:cxnLst>
              <a:rect l="0" t="0" r="r" b="b"/>
              <a:pathLst>
                <a:path w="42" h="42">
                  <a:moveTo>
                    <a:pt x="0" y="0"/>
                  </a:moveTo>
                  <a:cubicBezTo>
                    <a:pt x="0" y="42"/>
                    <a:pt x="0" y="42"/>
                    <a:pt x="0" y="42"/>
                  </a:cubicBezTo>
                  <a:cubicBezTo>
                    <a:pt x="42" y="42"/>
                    <a:pt x="42" y="42"/>
                    <a:pt x="42" y="42"/>
                  </a:cubicBezTo>
                  <a:cubicBezTo>
                    <a:pt x="38" y="21"/>
                    <a:pt x="2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2" name="Freeform 439">
              <a:extLst>
                <a:ext uri="{FF2B5EF4-FFF2-40B4-BE49-F238E27FC236}">
                  <a16:creationId xmlns:a16="http://schemas.microsoft.com/office/drawing/2014/main" id="{0CF35F83-1361-2377-6DD5-2D4E582D4A64}"/>
                </a:ext>
              </a:extLst>
            </p:cNvPr>
            <p:cNvSpPr>
              <a:spLocks/>
            </p:cNvSpPr>
            <p:nvPr/>
          </p:nvSpPr>
          <p:spPr bwMode="auto">
            <a:xfrm>
              <a:off x="3265" y="1696"/>
              <a:ext cx="28" cy="28"/>
            </a:xfrm>
            <a:custGeom>
              <a:avLst/>
              <a:gdLst>
                <a:gd name="T0" fmla="*/ 0 w 42"/>
                <a:gd name="T1" fmla="*/ 42 h 42"/>
                <a:gd name="T2" fmla="*/ 42 w 42"/>
                <a:gd name="T3" fmla="*/ 42 h 42"/>
                <a:gd name="T4" fmla="*/ 42 w 42"/>
                <a:gd name="T5" fmla="*/ 0 h 42"/>
                <a:gd name="T6" fmla="*/ 0 w 42"/>
                <a:gd name="T7" fmla="*/ 42 h 42"/>
              </a:gdLst>
              <a:ahLst/>
              <a:cxnLst>
                <a:cxn ang="0">
                  <a:pos x="T0" y="T1"/>
                </a:cxn>
                <a:cxn ang="0">
                  <a:pos x="T2" y="T3"/>
                </a:cxn>
                <a:cxn ang="0">
                  <a:pos x="T4" y="T5"/>
                </a:cxn>
                <a:cxn ang="0">
                  <a:pos x="T6" y="T7"/>
                </a:cxn>
              </a:cxnLst>
              <a:rect l="0" t="0" r="r" b="b"/>
              <a:pathLst>
                <a:path w="42" h="42">
                  <a:moveTo>
                    <a:pt x="0" y="42"/>
                  </a:moveTo>
                  <a:cubicBezTo>
                    <a:pt x="42" y="42"/>
                    <a:pt x="42" y="42"/>
                    <a:pt x="42" y="42"/>
                  </a:cubicBezTo>
                  <a:cubicBezTo>
                    <a:pt x="42" y="0"/>
                    <a:pt x="42" y="0"/>
                    <a:pt x="42" y="0"/>
                  </a:cubicBezTo>
                  <a:cubicBezTo>
                    <a:pt x="21" y="5"/>
                    <a:pt x="5" y="21"/>
                    <a:pt x="0"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3" name="Freeform 440">
              <a:extLst>
                <a:ext uri="{FF2B5EF4-FFF2-40B4-BE49-F238E27FC236}">
                  <a16:creationId xmlns:a16="http://schemas.microsoft.com/office/drawing/2014/main" id="{79D22F77-0921-E3A5-4F55-DA213F2453F3}"/>
                </a:ext>
              </a:extLst>
            </p:cNvPr>
            <p:cNvSpPr>
              <a:spLocks/>
            </p:cNvSpPr>
            <p:nvPr/>
          </p:nvSpPr>
          <p:spPr bwMode="auto">
            <a:xfrm>
              <a:off x="3230" y="1661"/>
              <a:ext cx="63" cy="63"/>
            </a:xfrm>
            <a:custGeom>
              <a:avLst/>
              <a:gdLst>
                <a:gd name="T0" fmla="*/ 0 w 95"/>
                <a:gd name="T1" fmla="*/ 95 h 95"/>
                <a:gd name="T2" fmla="*/ 32 w 95"/>
                <a:gd name="T3" fmla="*/ 95 h 95"/>
                <a:gd name="T4" fmla="*/ 95 w 95"/>
                <a:gd name="T5" fmla="*/ 32 h 95"/>
                <a:gd name="T6" fmla="*/ 95 w 95"/>
                <a:gd name="T7" fmla="*/ 0 h 95"/>
                <a:gd name="T8" fmla="*/ 0 w 95"/>
                <a:gd name="T9" fmla="*/ 95 h 95"/>
              </a:gdLst>
              <a:ahLst/>
              <a:cxnLst>
                <a:cxn ang="0">
                  <a:pos x="T0" y="T1"/>
                </a:cxn>
                <a:cxn ang="0">
                  <a:pos x="T2" y="T3"/>
                </a:cxn>
                <a:cxn ang="0">
                  <a:pos x="T4" y="T5"/>
                </a:cxn>
                <a:cxn ang="0">
                  <a:pos x="T6" y="T7"/>
                </a:cxn>
                <a:cxn ang="0">
                  <a:pos x="T8" y="T9"/>
                </a:cxn>
              </a:cxnLst>
              <a:rect l="0" t="0" r="r" b="b"/>
              <a:pathLst>
                <a:path w="95" h="95">
                  <a:moveTo>
                    <a:pt x="0" y="95"/>
                  </a:moveTo>
                  <a:cubicBezTo>
                    <a:pt x="32" y="95"/>
                    <a:pt x="32" y="95"/>
                    <a:pt x="32" y="95"/>
                  </a:cubicBezTo>
                  <a:cubicBezTo>
                    <a:pt x="37" y="62"/>
                    <a:pt x="62" y="37"/>
                    <a:pt x="95" y="32"/>
                  </a:cubicBezTo>
                  <a:cubicBezTo>
                    <a:pt x="95" y="0"/>
                    <a:pt x="95" y="0"/>
                    <a:pt x="95" y="0"/>
                  </a:cubicBezTo>
                  <a:cubicBezTo>
                    <a:pt x="45" y="5"/>
                    <a:pt x="5" y="45"/>
                    <a:pt x="0" y="9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4" name="Freeform 441">
              <a:extLst>
                <a:ext uri="{FF2B5EF4-FFF2-40B4-BE49-F238E27FC236}">
                  <a16:creationId xmlns:a16="http://schemas.microsoft.com/office/drawing/2014/main" id="{7A6DB45A-4B41-1DC1-9DFA-D7E1E10A23F5}"/>
                </a:ext>
              </a:extLst>
            </p:cNvPr>
            <p:cNvSpPr>
              <a:spLocks/>
            </p:cNvSpPr>
            <p:nvPr/>
          </p:nvSpPr>
          <p:spPr bwMode="auto">
            <a:xfrm>
              <a:off x="3265" y="1738"/>
              <a:ext cx="28" cy="28"/>
            </a:xfrm>
            <a:custGeom>
              <a:avLst/>
              <a:gdLst>
                <a:gd name="T0" fmla="*/ 42 w 42"/>
                <a:gd name="T1" fmla="*/ 42 h 42"/>
                <a:gd name="T2" fmla="*/ 42 w 42"/>
                <a:gd name="T3" fmla="*/ 0 h 42"/>
                <a:gd name="T4" fmla="*/ 0 w 42"/>
                <a:gd name="T5" fmla="*/ 0 h 42"/>
                <a:gd name="T6" fmla="*/ 42 w 42"/>
                <a:gd name="T7" fmla="*/ 42 h 42"/>
              </a:gdLst>
              <a:ahLst/>
              <a:cxnLst>
                <a:cxn ang="0">
                  <a:pos x="T0" y="T1"/>
                </a:cxn>
                <a:cxn ang="0">
                  <a:pos x="T2" y="T3"/>
                </a:cxn>
                <a:cxn ang="0">
                  <a:pos x="T4" y="T5"/>
                </a:cxn>
                <a:cxn ang="0">
                  <a:pos x="T6" y="T7"/>
                </a:cxn>
              </a:cxnLst>
              <a:rect l="0" t="0" r="r" b="b"/>
              <a:pathLst>
                <a:path w="42" h="42">
                  <a:moveTo>
                    <a:pt x="42" y="42"/>
                  </a:moveTo>
                  <a:cubicBezTo>
                    <a:pt x="42" y="0"/>
                    <a:pt x="42" y="0"/>
                    <a:pt x="42" y="0"/>
                  </a:cubicBezTo>
                  <a:cubicBezTo>
                    <a:pt x="0" y="0"/>
                    <a:pt x="0" y="0"/>
                    <a:pt x="0" y="0"/>
                  </a:cubicBezTo>
                  <a:cubicBezTo>
                    <a:pt x="5" y="21"/>
                    <a:pt x="21" y="38"/>
                    <a:pt x="42" y="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5" name="Freeform 442">
              <a:extLst>
                <a:ext uri="{FF2B5EF4-FFF2-40B4-BE49-F238E27FC236}">
                  <a16:creationId xmlns:a16="http://schemas.microsoft.com/office/drawing/2014/main" id="{A5223147-9C3A-A5E3-D8AB-9FC8081A121C}"/>
                </a:ext>
              </a:extLst>
            </p:cNvPr>
            <p:cNvSpPr>
              <a:spLocks/>
            </p:cNvSpPr>
            <p:nvPr/>
          </p:nvSpPr>
          <p:spPr bwMode="auto">
            <a:xfrm>
              <a:off x="3230" y="1738"/>
              <a:ext cx="63" cy="63"/>
            </a:xfrm>
            <a:custGeom>
              <a:avLst/>
              <a:gdLst>
                <a:gd name="T0" fmla="*/ 32 w 95"/>
                <a:gd name="T1" fmla="*/ 0 h 96"/>
                <a:gd name="T2" fmla="*/ 0 w 95"/>
                <a:gd name="T3" fmla="*/ 0 h 96"/>
                <a:gd name="T4" fmla="*/ 95 w 95"/>
                <a:gd name="T5" fmla="*/ 96 h 96"/>
                <a:gd name="T6" fmla="*/ 95 w 95"/>
                <a:gd name="T7" fmla="*/ 63 h 96"/>
                <a:gd name="T8" fmla="*/ 32 w 95"/>
                <a:gd name="T9" fmla="*/ 0 h 96"/>
              </a:gdLst>
              <a:ahLst/>
              <a:cxnLst>
                <a:cxn ang="0">
                  <a:pos x="T0" y="T1"/>
                </a:cxn>
                <a:cxn ang="0">
                  <a:pos x="T2" y="T3"/>
                </a:cxn>
                <a:cxn ang="0">
                  <a:pos x="T4" y="T5"/>
                </a:cxn>
                <a:cxn ang="0">
                  <a:pos x="T6" y="T7"/>
                </a:cxn>
                <a:cxn ang="0">
                  <a:pos x="T8" y="T9"/>
                </a:cxn>
              </a:cxnLst>
              <a:rect l="0" t="0" r="r" b="b"/>
              <a:pathLst>
                <a:path w="95" h="96">
                  <a:moveTo>
                    <a:pt x="32" y="0"/>
                  </a:moveTo>
                  <a:cubicBezTo>
                    <a:pt x="0" y="0"/>
                    <a:pt x="0" y="0"/>
                    <a:pt x="0" y="0"/>
                  </a:cubicBezTo>
                  <a:cubicBezTo>
                    <a:pt x="5" y="51"/>
                    <a:pt x="45" y="91"/>
                    <a:pt x="95" y="96"/>
                  </a:cubicBezTo>
                  <a:cubicBezTo>
                    <a:pt x="95" y="63"/>
                    <a:pt x="95" y="63"/>
                    <a:pt x="95" y="63"/>
                  </a:cubicBezTo>
                  <a:cubicBezTo>
                    <a:pt x="62" y="59"/>
                    <a:pt x="37" y="33"/>
                    <a:pt x="3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6" name="Freeform 443">
              <a:extLst>
                <a:ext uri="{FF2B5EF4-FFF2-40B4-BE49-F238E27FC236}">
                  <a16:creationId xmlns:a16="http://schemas.microsoft.com/office/drawing/2014/main" id="{8D78120F-0581-6210-82E3-B37F306C8C58}"/>
                </a:ext>
              </a:extLst>
            </p:cNvPr>
            <p:cNvSpPr>
              <a:spLocks/>
            </p:cNvSpPr>
            <p:nvPr/>
          </p:nvSpPr>
          <p:spPr bwMode="auto">
            <a:xfrm>
              <a:off x="3307" y="1738"/>
              <a:ext cx="28" cy="28"/>
            </a:xfrm>
            <a:custGeom>
              <a:avLst/>
              <a:gdLst>
                <a:gd name="T0" fmla="*/ 42 w 42"/>
                <a:gd name="T1" fmla="*/ 0 h 42"/>
                <a:gd name="T2" fmla="*/ 0 w 42"/>
                <a:gd name="T3" fmla="*/ 0 h 42"/>
                <a:gd name="T4" fmla="*/ 0 w 42"/>
                <a:gd name="T5" fmla="*/ 42 h 42"/>
                <a:gd name="T6" fmla="*/ 42 w 42"/>
                <a:gd name="T7" fmla="*/ 0 h 42"/>
              </a:gdLst>
              <a:ahLst/>
              <a:cxnLst>
                <a:cxn ang="0">
                  <a:pos x="T0" y="T1"/>
                </a:cxn>
                <a:cxn ang="0">
                  <a:pos x="T2" y="T3"/>
                </a:cxn>
                <a:cxn ang="0">
                  <a:pos x="T4" y="T5"/>
                </a:cxn>
                <a:cxn ang="0">
                  <a:pos x="T6" y="T7"/>
                </a:cxn>
              </a:cxnLst>
              <a:rect l="0" t="0" r="r" b="b"/>
              <a:pathLst>
                <a:path w="42" h="42">
                  <a:moveTo>
                    <a:pt x="42" y="0"/>
                  </a:moveTo>
                  <a:cubicBezTo>
                    <a:pt x="0" y="0"/>
                    <a:pt x="0" y="0"/>
                    <a:pt x="0" y="0"/>
                  </a:cubicBezTo>
                  <a:cubicBezTo>
                    <a:pt x="0" y="42"/>
                    <a:pt x="0" y="42"/>
                    <a:pt x="0" y="42"/>
                  </a:cubicBezTo>
                  <a:cubicBezTo>
                    <a:pt x="21" y="38"/>
                    <a:pt x="38" y="21"/>
                    <a:pt x="4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7" name="Freeform 444">
              <a:extLst>
                <a:ext uri="{FF2B5EF4-FFF2-40B4-BE49-F238E27FC236}">
                  <a16:creationId xmlns:a16="http://schemas.microsoft.com/office/drawing/2014/main" id="{EE531C29-CC20-EE4B-D3C0-86BFC33111EF}"/>
                </a:ext>
              </a:extLst>
            </p:cNvPr>
            <p:cNvSpPr>
              <a:spLocks noEditPoints="1"/>
            </p:cNvSpPr>
            <p:nvPr/>
          </p:nvSpPr>
          <p:spPr bwMode="auto">
            <a:xfrm>
              <a:off x="3130" y="1561"/>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5 w 512"/>
                <a:gd name="T11" fmla="*/ 266 h 512"/>
                <a:gd name="T12" fmla="*/ 383 w 512"/>
                <a:gd name="T13" fmla="*/ 266 h 512"/>
                <a:gd name="T14" fmla="*/ 266 w 512"/>
                <a:gd name="T15" fmla="*/ 383 h 512"/>
                <a:gd name="T16" fmla="*/ 266 w 512"/>
                <a:gd name="T17" fmla="*/ 405 h 512"/>
                <a:gd name="T18" fmla="*/ 256 w 512"/>
                <a:gd name="T19" fmla="*/ 416 h 512"/>
                <a:gd name="T20" fmla="*/ 245 w 512"/>
                <a:gd name="T21" fmla="*/ 405 h 512"/>
                <a:gd name="T22" fmla="*/ 245 w 512"/>
                <a:gd name="T23" fmla="*/ 383 h 512"/>
                <a:gd name="T24" fmla="*/ 128 w 512"/>
                <a:gd name="T25" fmla="*/ 266 h 512"/>
                <a:gd name="T26" fmla="*/ 106 w 512"/>
                <a:gd name="T27" fmla="*/ 266 h 512"/>
                <a:gd name="T28" fmla="*/ 96 w 512"/>
                <a:gd name="T29" fmla="*/ 256 h 512"/>
                <a:gd name="T30" fmla="*/ 106 w 512"/>
                <a:gd name="T31" fmla="*/ 245 h 512"/>
                <a:gd name="T32" fmla="*/ 128 w 512"/>
                <a:gd name="T33" fmla="*/ 245 h 512"/>
                <a:gd name="T34" fmla="*/ 245 w 512"/>
                <a:gd name="T35" fmla="*/ 128 h 512"/>
                <a:gd name="T36" fmla="*/ 245 w 512"/>
                <a:gd name="T37" fmla="*/ 106 h 512"/>
                <a:gd name="T38" fmla="*/ 256 w 512"/>
                <a:gd name="T39" fmla="*/ 96 h 512"/>
                <a:gd name="T40" fmla="*/ 266 w 512"/>
                <a:gd name="T41" fmla="*/ 106 h 512"/>
                <a:gd name="T42" fmla="*/ 266 w 512"/>
                <a:gd name="T43" fmla="*/ 128 h 512"/>
                <a:gd name="T44" fmla="*/ 383 w 512"/>
                <a:gd name="T45" fmla="*/ 245 h 512"/>
                <a:gd name="T46" fmla="*/ 405 w 512"/>
                <a:gd name="T47" fmla="*/ 245 h 512"/>
                <a:gd name="T48" fmla="*/ 416 w 512"/>
                <a:gd name="T49" fmla="*/ 256 h 512"/>
                <a:gd name="T50" fmla="*/ 405 w 512"/>
                <a:gd name="T51" fmla="*/ 26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266"/>
                  </a:moveTo>
                  <a:cubicBezTo>
                    <a:pt x="383" y="266"/>
                    <a:pt x="383" y="266"/>
                    <a:pt x="383" y="266"/>
                  </a:cubicBezTo>
                  <a:cubicBezTo>
                    <a:pt x="378" y="328"/>
                    <a:pt x="328" y="378"/>
                    <a:pt x="266" y="383"/>
                  </a:cubicBezTo>
                  <a:cubicBezTo>
                    <a:pt x="266" y="405"/>
                    <a:pt x="266" y="405"/>
                    <a:pt x="266" y="405"/>
                  </a:cubicBezTo>
                  <a:cubicBezTo>
                    <a:pt x="266" y="411"/>
                    <a:pt x="262" y="416"/>
                    <a:pt x="256" y="416"/>
                  </a:cubicBezTo>
                  <a:cubicBezTo>
                    <a:pt x="250" y="416"/>
                    <a:pt x="245" y="411"/>
                    <a:pt x="245" y="405"/>
                  </a:cubicBezTo>
                  <a:cubicBezTo>
                    <a:pt x="245" y="383"/>
                    <a:pt x="245" y="383"/>
                    <a:pt x="245" y="383"/>
                  </a:cubicBezTo>
                  <a:cubicBezTo>
                    <a:pt x="183" y="378"/>
                    <a:pt x="133" y="328"/>
                    <a:pt x="128" y="266"/>
                  </a:cubicBezTo>
                  <a:cubicBezTo>
                    <a:pt x="106" y="266"/>
                    <a:pt x="106" y="266"/>
                    <a:pt x="106" y="266"/>
                  </a:cubicBezTo>
                  <a:cubicBezTo>
                    <a:pt x="100" y="266"/>
                    <a:pt x="96" y="262"/>
                    <a:pt x="96" y="256"/>
                  </a:cubicBezTo>
                  <a:cubicBezTo>
                    <a:pt x="96" y="250"/>
                    <a:pt x="100" y="245"/>
                    <a:pt x="106" y="245"/>
                  </a:cubicBezTo>
                  <a:cubicBezTo>
                    <a:pt x="128" y="245"/>
                    <a:pt x="128" y="245"/>
                    <a:pt x="128" y="245"/>
                  </a:cubicBezTo>
                  <a:cubicBezTo>
                    <a:pt x="133" y="183"/>
                    <a:pt x="183" y="133"/>
                    <a:pt x="245" y="128"/>
                  </a:cubicBezTo>
                  <a:cubicBezTo>
                    <a:pt x="245" y="106"/>
                    <a:pt x="245" y="106"/>
                    <a:pt x="245" y="106"/>
                  </a:cubicBezTo>
                  <a:cubicBezTo>
                    <a:pt x="245" y="100"/>
                    <a:pt x="250" y="96"/>
                    <a:pt x="256" y="96"/>
                  </a:cubicBezTo>
                  <a:cubicBezTo>
                    <a:pt x="262" y="96"/>
                    <a:pt x="266" y="100"/>
                    <a:pt x="266" y="106"/>
                  </a:cubicBezTo>
                  <a:cubicBezTo>
                    <a:pt x="266" y="128"/>
                    <a:pt x="266" y="128"/>
                    <a:pt x="266" y="128"/>
                  </a:cubicBezTo>
                  <a:cubicBezTo>
                    <a:pt x="328" y="133"/>
                    <a:pt x="378" y="183"/>
                    <a:pt x="383" y="245"/>
                  </a:cubicBezTo>
                  <a:cubicBezTo>
                    <a:pt x="405" y="245"/>
                    <a:pt x="405" y="245"/>
                    <a:pt x="405" y="245"/>
                  </a:cubicBezTo>
                  <a:cubicBezTo>
                    <a:pt x="411" y="245"/>
                    <a:pt x="416" y="250"/>
                    <a:pt x="416" y="256"/>
                  </a:cubicBezTo>
                  <a:cubicBezTo>
                    <a:pt x="416" y="262"/>
                    <a:pt x="411" y="266"/>
                    <a:pt x="405" y="26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8" name="Freeform 445">
              <a:extLst>
                <a:ext uri="{FF2B5EF4-FFF2-40B4-BE49-F238E27FC236}">
                  <a16:creationId xmlns:a16="http://schemas.microsoft.com/office/drawing/2014/main" id="{6C03D0EE-5BAC-B520-3085-5E25B2CF2472}"/>
                </a:ext>
              </a:extLst>
            </p:cNvPr>
            <p:cNvSpPr>
              <a:spLocks/>
            </p:cNvSpPr>
            <p:nvPr/>
          </p:nvSpPr>
          <p:spPr bwMode="auto">
            <a:xfrm>
              <a:off x="3307" y="1661"/>
              <a:ext cx="63" cy="63"/>
            </a:xfrm>
            <a:custGeom>
              <a:avLst/>
              <a:gdLst>
                <a:gd name="T0" fmla="*/ 0 w 96"/>
                <a:gd name="T1" fmla="*/ 0 h 95"/>
                <a:gd name="T2" fmla="*/ 0 w 96"/>
                <a:gd name="T3" fmla="*/ 32 h 95"/>
                <a:gd name="T4" fmla="*/ 63 w 96"/>
                <a:gd name="T5" fmla="*/ 95 h 95"/>
                <a:gd name="T6" fmla="*/ 96 w 96"/>
                <a:gd name="T7" fmla="*/ 95 h 95"/>
                <a:gd name="T8" fmla="*/ 0 w 96"/>
                <a:gd name="T9" fmla="*/ 0 h 95"/>
              </a:gdLst>
              <a:ahLst/>
              <a:cxnLst>
                <a:cxn ang="0">
                  <a:pos x="T0" y="T1"/>
                </a:cxn>
                <a:cxn ang="0">
                  <a:pos x="T2" y="T3"/>
                </a:cxn>
                <a:cxn ang="0">
                  <a:pos x="T4" y="T5"/>
                </a:cxn>
                <a:cxn ang="0">
                  <a:pos x="T6" y="T7"/>
                </a:cxn>
                <a:cxn ang="0">
                  <a:pos x="T8" y="T9"/>
                </a:cxn>
              </a:cxnLst>
              <a:rect l="0" t="0" r="r" b="b"/>
              <a:pathLst>
                <a:path w="96" h="95">
                  <a:moveTo>
                    <a:pt x="0" y="0"/>
                  </a:moveTo>
                  <a:cubicBezTo>
                    <a:pt x="0" y="32"/>
                    <a:pt x="0" y="32"/>
                    <a:pt x="0" y="32"/>
                  </a:cubicBezTo>
                  <a:cubicBezTo>
                    <a:pt x="33" y="37"/>
                    <a:pt x="59" y="62"/>
                    <a:pt x="63" y="95"/>
                  </a:cubicBezTo>
                  <a:cubicBezTo>
                    <a:pt x="96" y="95"/>
                    <a:pt x="96" y="95"/>
                    <a:pt x="96" y="95"/>
                  </a:cubicBezTo>
                  <a:cubicBezTo>
                    <a:pt x="91" y="45"/>
                    <a:pt x="51"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189" name="Freeform 446">
              <a:extLst>
                <a:ext uri="{FF2B5EF4-FFF2-40B4-BE49-F238E27FC236}">
                  <a16:creationId xmlns:a16="http://schemas.microsoft.com/office/drawing/2014/main" id="{DC16C023-61D6-C4A1-5334-0F608CAA9CB3}"/>
                </a:ext>
              </a:extLst>
            </p:cNvPr>
            <p:cNvSpPr>
              <a:spLocks/>
            </p:cNvSpPr>
            <p:nvPr/>
          </p:nvSpPr>
          <p:spPr bwMode="auto">
            <a:xfrm>
              <a:off x="3307" y="1738"/>
              <a:ext cx="63" cy="63"/>
            </a:xfrm>
            <a:custGeom>
              <a:avLst/>
              <a:gdLst>
                <a:gd name="T0" fmla="*/ 0 w 96"/>
                <a:gd name="T1" fmla="*/ 63 h 96"/>
                <a:gd name="T2" fmla="*/ 0 w 96"/>
                <a:gd name="T3" fmla="*/ 96 h 96"/>
                <a:gd name="T4" fmla="*/ 96 w 96"/>
                <a:gd name="T5" fmla="*/ 0 h 96"/>
                <a:gd name="T6" fmla="*/ 63 w 96"/>
                <a:gd name="T7" fmla="*/ 0 h 96"/>
                <a:gd name="T8" fmla="*/ 0 w 96"/>
                <a:gd name="T9" fmla="*/ 63 h 96"/>
              </a:gdLst>
              <a:ahLst/>
              <a:cxnLst>
                <a:cxn ang="0">
                  <a:pos x="T0" y="T1"/>
                </a:cxn>
                <a:cxn ang="0">
                  <a:pos x="T2" y="T3"/>
                </a:cxn>
                <a:cxn ang="0">
                  <a:pos x="T4" y="T5"/>
                </a:cxn>
                <a:cxn ang="0">
                  <a:pos x="T6" y="T7"/>
                </a:cxn>
                <a:cxn ang="0">
                  <a:pos x="T8" y="T9"/>
                </a:cxn>
              </a:cxnLst>
              <a:rect l="0" t="0" r="r" b="b"/>
              <a:pathLst>
                <a:path w="96" h="96">
                  <a:moveTo>
                    <a:pt x="0" y="63"/>
                  </a:moveTo>
                  <a:cubicBezTo>
                    <a:pt x="0" y="96"/>
                    <a:pt x="0" y="96"/>
                    <a:pt x="0" y="96"/>
                  </a:cubicBezTo>
                  <a:cubicBezTo>
                    <a:pt x="51" y="91"/>
                    <a:pt x="91" y="51"/>
                    <a:pt x="96" y="0"/>
                  </a:cubicBezTo>
                  <a:cubicBezTo>
                    <a:pt x="63" y="0"/>
                    <a:pt x="63" y="0"/>
                    <a:pt x="63" y="0"/>
                  </a:cubicBezTo>
                  <a:cubicBezTo>
                    <a:pt x="59" y="33"/>
                    <a:pt x="33" y="59"/>
                    <a:pt x="0" y="6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grpSp>
      <p:sp>
        <p:nvSpPr>
          <p:cNvPr id="190" name="Rectangle: Rounded Corners 8">
            <a:extLst>
              <a:ext uri="{FF2B5EF4-FFF2-40B4-BE49-F238E27FC236}">
                <a16:creationId xmlns:a16="http://schemas.microsoft.com/office/drawing/2014/main" id="{067BB71B-142E-47FD-90AA-08394093B46D}"/>
              </a:ext>
            </a:extLst>
          </p:cNvPr>
          <p:cNvSpPr/>
          <p:nvPr/>
        </p:nvSpPr>
        <p:spPr bwMode="gray">
          <a:xfrm>
            <a:off x="8203395" y="1974284"/>
            <a:ext cx="3630430" cy="4446839"/>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285750" lvl="1" indent="-171450">
              <a:spcAft>
                <a:spcPts val="600"/>
              </a:spcAft>
              <a:buFont typeface="Arial"/>
              <a:buChar char="•"/>
            </a:pPr>
            <a:endParaRPr lang="en-GB" sz="1100" dirty="0">
              <a:cs typeface="Calibri" panose="020F0502020204030204"/>
            </a:endParaRPr>
          </a:p>
          <a:p>
            <a:pPr marL="285750" lvl="1" indent="-171450">
              <a:spcAft>
                <a:spcPts val="600"/>
              </a:spcAft>
              <a:buFont typeface="Arial"/>
              <a:buChar char="•"/>
            </a:pPr>
            <a:r>
              <a:rPr lang="en-US" sz="1200" dirty="0">
                <a:cs typeface="Calibri" panose="020F0502020204030204"/>
              </a:rPr>
              <a:t>Data acquisition, control &amp; real time visibility. Data aggregation across multiple SCADA/DCS/sites. </a:t>
            </a:r>
          </a:p>
          <a:p>
            <a:pPr marL="285750" lvl="1" indent="-171450">
              <a:spcAft>
                <a:spcPts val="600"/>
              </a:spcAft>
              <a:buFont typeface="Arial"/>
              <a:buChar char="•"/>
            </a:pPr>
            <a:r>
              <a:rPr lang="en-US" sz="1200" dirty="0">
                <a:cs typeface="Calibri" panose="020F0502020204030204"/>
              </a:rPr>
              <a:t>Historical data &amp; storage efficiency</a:t>
            </a:r>
          </a:p>
          <a:p>
            <a:pPr marL="285750" lvl="1" indent="-171450">
              <a:spcAft>
                <a:spcPts val="600"/>
              </a:spcAft>
              <a:buFont typeface="Arial"/>
              <a:buChar char="•"/>
            </a:pPr>
            <a:r>
              <a:rPr lang="en-US" sz="1200" dirty="0">
                <a:cs typeface="Calibri" panose="020F0502020204030204"/>
              </a:rPr>
              <a:t>Advanced analytics, notifications, event triggers, third party application integration options for prescriptive, predictive and preventive maintenance</a:t>
            </a:r>
          </a:p>
          <a:p>
            <a:pPr marL="285750" lvl="1" indent="-171450">
              <a:spcAft>
                <a:spcPts val="600"/>
              </a:spcAft>
              <a:buFont typeface="Arial"/>
              <a:buChar char="•"/>
            </a:pPr>
            <a:r>
              <a:rPr lang="en-US" sz="1200" dirty="0">
                <a:cs typeface="Calibri" panose="020F0502020204030204"/>
              </a:rPr>
              <a:t>Generator performance &amp; optimization. Performance analysis across turbines.</a:t>
            </a:r>
          </a:p>
          <a:p>
            <a:pPr marL="285750" lvl="1" indent="-171450">
              <a:spcAft>
                <a:spcPts val="600"/>
              </a:spcAft>
              <a:buFont typeface="Arial"/>
              <a:buChar char="•"/>
            </a:pPr>
            <a:r>
              <a:rPr lang="en-US" sz="1200" dirty="0">
                <a:cs typeface="Calibri" panose="020F0502020204030204"/>
              </a:rPr>
              <a:t>Wind turbines’ performance monitoring &amp; optimization</a:t>
            </a:r>
          </a:p>
          <a:p>
            <a:pPr marL="285750" lvl="1" indent="-171450">
              <a:spcAft>
                <a:spcPts val="600"/>
              </a:spcAft>
              <a:buFont typeface="Arial"/>
              <a:buChar char="•"/>
            </a:pPr>
            <a:r>
              <a:rPr lang="en-US" sz="1200" dirty="0">
                <a:cs typeface="Calibri" panose="020F0502020204030204"/>
              </a:rPr>
              <a:t>Fuel efficiency optimization for gas turbines</a:t>
            </a:r>
          </a:p>
          <a:p>
            <a:pPr marL="285750" lvl="1" indent="-171450">
              <a:spcAft>
                <a:spcPts val="600"/>
              </a:spcAft>
              <a:buFont typeface="Arial"/>
              <a:buChar char="•"/>
            </a:pPr>
            <a:r>
              <a:rPr lang="en-US" sz="1200" dirty="0">
                <a:cs typeface="Calibri" panose="020F0502020204030204"/>
              </a:rPr>
              <a:t>Transformer health monitoring &amp; alerting</a:t>
            </a:r>
          </a:p>
          <a:p>
            <a:pPr marL="285750" lvl="1" indent="-171450">
              <a:spcAft>
                <a:spcPts val="600"/>
              </a:spcAft>
              <a:buFont typeface="Arial"/>
              <a:buChar char="•"/>
            </a:pPr>
            <a:r>
              <a:rPr lang="en-US" sz="1200" dirty="0">
                <a:cs typeface="Calibri" panose="020F0502020204030204"/>
              </a:rPr>
              <a:t>Smart meter data management (MDM) and CIS integration</a:t>
            </a:r>
          </a:p>
          <a:p>
            <a:pPr marL="285750" lvl="1" indent="-171450">
              <a:spcAft>
                <a:spcPts val="600"/>
              </a:spcAft>
              <a:buFont typeface="Arial"/>
              <a:buChar char="•"/>
            </a:pPr>
            <a:endParaRPr lang="en-US" sz="1200" dirty="0">
              <a:cs typeface="Calibri" panose="020F0502020204030204"/>
            </a:endParaRPr>
          </a:p>
        </p:txBody>
      </p:sp>
      <p:grpSp>
        <p:nvGrpSpPr>
          <p:cNvPr id="191" name="Group 190">
            <a:extLst>
              <a:ext uri="{FF2B5EF4-FFF2-40B4-BE49-F238E27FC236}">
                <a16:creationId xmlns:a16="http://schemas.microsoft.com/office/drawing/2014/main" id="{113FCC15-43D8-5973-86B1-08BEB75DDEB9}"/>
              </a:ext>
            </a:extLst>
          </p:cNvPr>
          <p:cNvGrpSpPr/>
          <p:nvPr/>
        </p:nvGrpSpPr>
        <p:grpSpPr>
          <a:xfrm>
            <a:off x="8519123" y="1753369"/>
            <a:ext cx="2908937" cy="228600"/>
            <a:chOff x="833432" y="2405743"/>
            <a:chExt cx="2908937" cy="228600"/>
          </a:xfrm>
          <a:solidFill>
            <a:schemeClr val="tx1"/>
          </a:solidFill>
        </p:grpSpPr>
        <p:sp>
          <p:nvSpPr>
            <p:cNvPr id="192" name="Isosceles Triangle 31">
              <a:extLst>
                <a:ext uri="{FF2B5EF4-FFF2-40B4-BE49-F238E27FC236}">
                  <a16:creationId xmlns:a16="http://schemas.microsoft.com/office/drawing/2014/main" id="{C437D9A5-AD71-022C-DFB6-84218257D377}"/>
                </a:ext>
              </a:extLst>
            </p:cNvPr>
            <p:cNvSpPr/>
            <p:nvPr/>
          </p:nvSpPr>
          <p:spPr bwMode="gray">
            <a:xfrm>
              <a:off x="3576634"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sp>
          <p:nvSpPr>
            <p:cNvPr id="193" name="Isosceles Triangle 5">
              <a:extLst>
                <a:ext uri="{FF2B5EF4-FFF2-40B4-BE49-F238E27FC236}">
                  <a16:creationId xmlns:a16="http://schemas.microsoft.com/office/drawing/2014/main" id="{51259C81-430A-B813-F9C9-E5A38213CED3}"/>
                </a:ext>
              </a:extLst>
            </p:cNvPr>
            <p:cNvSpPr/>
            <p:nvPr/>
          </p:nvSpPr>
          <p:spPr bwMode="gray">
            <a:xfrm>
              <a:off x="833432" y="2405743"/>
              <a:ext cx="165735" cy="228600"/>
            </a:xfrm>
            <a:prstGeom prst="triangle">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err="1">
                <a:solidFill>
                  <a:schemeClr val="bg1"/>
                </a:solidFill>
              </a:endParaRPr>
            </a:p>
          </p:txBody>
        </p:sp>
      </p:grpSp>
      <p:sp>
        <p:nvSpPr>
          <p:cNvPr id="194" name="Rectangle: Top Corners Rounded 12">
            <a:extLst>
              <a:ext uri="{FF2B5EF4-FFF2-40B4-BE49-F238E27FC236}">
                <a16:creationId xmlns:a16="http://schemas.microsoft.com/office/drawing/2014/main" id="{FB7703E7-C7CC-B20C-9A1E-81385649BAEA}"/>
              </a:ext>
            </a:extLst>
          </p:cNvPr>
          <p:cNvSpPr/>
          <p:nvPr/>
        </p:nvSpPr>
        <p:spPr bwMode="gray">
          <a:xfrm flipV="1">
            <a:off x="8601990" y="1753369"/>
            <a:ext cx="2743200" cy="675442"/>
          </a:xfrm>
          <a:prstGeom prst="round2SameRect">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200" b="1">
              <a:solidFill>
                <a:schemeClr val="bg1"/>
              </a:solidFill>
            </a:endParaRPr>
          </a:p>
        </p:txBody>
      </p:sp>
      <p:sp>
        <p:nvSpPr>
          <p:cNvPr id="195" name="Rectangle 194">
            <a:extLst>
              <a:ext uri="{FF2B5EF4-FFF2-40B4-BE49-F238E27FC236}">
                <a16:creationId xmlns:a16="http://schemas.microsoft.com/office/drawing/2014/main" id="{D3C8A2DE-E35B-4366-CADD-07E2EF23DE65}"/>
              </a:ext>
            </a:extLst>
          </p:cNvPr>
          <p:cNvSpPr/>
          <p:nvPr/>
        </p:nvSpPr>
        <p:spPr>
          <a:xfrm>
            <a:off x="8700063" y="1888965"/>
            <a:ext cx="2547056" cy="215444"/>
          </a:xfrm>
          <a:prstGeom prst="rect">
            <a:avLst/>
          </a:prstGeom>
          <a:solidFill>
            <a:schemeClr val="accent4"/>
          </a:solidFill>
        </p:spPr>
        <p:txBody>
          <a:bodyPr wrap="square" lIns="0" tIns="0" rIns="0" bIns="0" anchor="t">
            <a:spAutoFit/>
          </a:bodyPr>
          <a:lstStyle/>
          <a:p>
            <a:pPr algn="ctr"/>
            <a:r>
              <a:rPr lang="en-US" sz="1400" b="1" dirty="0">
                <a:solidFill>
                  <a:srgbClr val="FFFFFF"/>
                </a:solidFill>
              </a:rPr>
              <a:t>AVEVA PI</a:t>
            </a:r>
          </a:p>
        </p:txBody>
      </p:sp>
      <p:sp>
        <p:nvSpPr>
          <p:cNvPr id="95" name="Rectangle 24">
            <a:extLst>
              <a:ext uri="{FF2B5EF4-FFF2-40B4-BE49-F238E27FC236}">
                <a16:creationId xmlns:a16="http://schemas.microsoft.com/office/drawing/2014/main" id="{D2A5204D-786D-BFE7-4A89-2ADAE3D3A221}"/>
              </a:ext>
            </a:extLst>
          </p:cNvPr>
          <p:cNvSpPr/>
          <p:nvPr/>
        </p:nvSpPr>
        <p:spPr bwMode="gray">
          <a:xfrm>
            <a:off x="877740" y="-900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Offerings</a:t>
            </a:r>
          </a:p>
        </p:txBody>
      </p:sp>
      <p:sp>
        <p:nvSpPr>
          <p:cNvPr id="98" name="Freeform 15">
            <a:extLst>
              <a:ext uri="{FF2B5EF4-FFF2-40B4-BE49-F238E27FC236}">
                <a16:creationId xmlns:a16="http://schemas.microsoft.com/office/drawing/2014/main" id="{D163DBA7-E4E3-5F2D-ADC8-C90EDF43FB4A}"/>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99" name="Freeform 16">
            <a:extLst>
              <a:ext uri="{FF2B5EF4-FFF2-40B4-BE49-F238E27FC236}">
                <a16:creationId xmlns:a16="http://schemas.microsoft.com/office/drawing/2014/main" id="{17BFD5B2-9456-374E-6573-CED9A4005959}"/>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00" name="Freeform 6">
            <a:extLst>
              <a:ext uri="{FF2B5EF4-FFF2-40B4-BE49-F238E27FC236}">
                <a16:creationId xmlns:a16="http://schemas.microsoft.com/office/drawing/2014/main" id="{0921D7C8-0BAA-6455-D501-AFF2D5B3A83D}"/>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01" name="Freeform 6">
            <a:extLst>
              <a:ext uri="{FF2B5EF4-FFF2-40B4-BE49-F238E27FC236}">
                <a16:creationId xmlns:a16="http://schemas.microsoft.com/office/drawing/2014/main" id="{DB518DFD-C0DF-1E9F-96B5-40AAB0481076}"/>
              </a:ext>
            </a:extLst>
          </p:cNvPr>
          <p:cNvSpPr>
            <a:spLocks/>
          </p:cNvSpPr>
          <p:nvPr/>
        </p:nvSpPr>
        <p:spPr bwMode="gray">
          <a:xfrm>
            <a:off x="640908" y="-1148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02" name="Freeform 15">
            <a:extLst>
              <a:ext uri="{FF2B5EF4-FFF2-40B4-BE49-F238E27FC236}">
                <a16:creationId xmlns:a16="http://schemas.microsoft.com/office/drawing/2014/main" id="{8F75E5C5-C6E7-9713-66B9-63F76BD5062B}"/>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03" name="Freeform 16">
            <a:extLst>
              <a:ext uri="{FF2B5EF4-FFF2-40B4-BE49-F238E27FC236}">
                <a16:creationId xmlns:a16="http://schemas.microsoft.com/office/drawing/2014/main" id="{A1E463BA-6F56-6FBE-43EF-A7C3DE3336BD}"/>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04" name="Freeform 6">
            <a:extLst>
              <a:ext uri="{FF2B5EF4-FFF2-40B4-BE49-F238E27FC236}">
                <a16:creationId xmlns:a16="http://schemas.microsoft.com/office/drawing/2014/main" id="{9155697D-63E0-25A6-1CFE-2B1AE3844AE7}"/>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05" name="Freeform 6">
            <a:extLst>
              <a:ext uri="{FF2B5EF4-FFF2-40B4-BE49-F238E27FC236}">
                <a16:creationId xmlns:a16="http://schemas.microsoft.com/office/drawing/2014/main" id="{83E15BA0-3BFC-12CD-E819-E39C969CA9AF}"/>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pic>
        <p:nvPicPr>
          <p:cNvPr id="4" name="Graphic 3" descr="Harvey Balls 0% with solid fill">
            <a:extLst>
              <a:ext uri="{FF2B5EF4-FFF2-40B4-BE49-F238E27FC236}">
                <a16:creationId xmlns:a16="http://schemas.microsoft.com/office/drawing/2014/main" id="{50EEE129-A0EE-3170-222C-0BAC12B37DB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535147" y="5357"/>
            <a:ext cx="678580" cy="643491"/>
          </a:xfrm>
          <a:prstGeom prst="rect">
            <a:avLst/>
          </a:prstGeom>
        </p:spPr>
      </p:pic>
      <p:sp>
        <p:nvSpPr>
          <p:cNvPr id="47" name="Freeform 115">
            <a:extLst>
              <a:ext uri="{FF2B5EF4-FFF2-40B4-BE49-F238E27FC236}">
                <a16:creationId xmlns:a16="http://schemas.microsoft.com/office/drawing/2014/main" id="{19A2C749-2E4A-8131-2662-A4CDD983C5B8}"/>
              </a:ext>
            </a:extLst>
          </p:cNvPr>
          <p:cNvSpPr>
            <a:spLocks noChangeAspect="1" noEditPoints="1"/>
          </p:cNvSpPr>
          <p:nvPr/>
        </p:nvSpPr>
        <p:spPr bwMode="auto">
          <a:xfrm>
            <a:off x="10702146" y="150793"/>
            <a:ext cx="352618" cy="352618"/>
          </a:xfrm>
          <a:custGeom>
            <a:avLst/>
            <a:gdLst>
              <a:gd name="T0" fmla="*/ 224 w 512"/>
              <a:gd name="T1" fmla="*/ 309 h 512"/>
              <a:gd name="T2" fmla="*/ 288 w 512"/>
              <a:gd name="T3" fmla="*/ 309 h 512"/>
              <a:gd name="T4" fmla="*/ 288 w 512"/>
              <a:gd name="T5" fmla="*/ 373 h 512"/>
              <a:gd name="T6" fmla="*/ 224 w 512"/>
              <a:gd name="T7" fmla="*/ 373 h 512"/>
              <a:gd name="T8" fmla="*/ 224 w 512"/>
              <a:gd name="T9" fmla="*/ 309 h 512"/>
              <a:gd name="T10" fmla="*/ 224 w 512"/>
              <a:gd name="T11" fmla="*/ 202 h 512"/>
              <a:gd name="T12" fmla="*/ 288 w 512"/>
              <a:gd name="T13" fmla="*/ 202 h 512"/>
              <a:gd name="T14" fmla="*/ 288 w 512"/>
              <a:gd name="T15" fmla="*/ 138 h 512"/>
              <a:gd name="T16" fmla="*/ 224 w 512"/>
              <a:gd name="T17" fmla="*/ 138 h 512"/>
              <a:gd name="T18" fmla="*/ 224 w 512"/>
              <a:gd name="T19" fmla="*/ 202 h 512"/>
              <a:gd name="T20" fmla="*/ 224 w 512"/>
              <a:gd name="T21" fmla="*/ 288 h 512"/>
              <a:gd name="T22" fmla="*/ 288 w 512"/>
              <a:gd name="T23" fmla="*/ 288 h 512"/>
              <a:gd name="T24" fmla="*/ 288 w 512"/>
              <a:gd name="T25" fmla="*/ 224 h 512"/>
              <a:gd name="T26" fmla="*/ 224 w 512"/>
              <a:gd name="T27" fmla="*/ 224 h 512"/>
              <a:gd name="T28" fmla="*/ 224 w 512"/>
              <a:gd name="T29" fmla="*/ 288 h 512"/>
              <a:gd name="T30" fmla="*/ 138 w 512"/>
              <a:gd name="T31" fmla="*/ 288 h 512"/>
              <a:gd name="T32" fmla="*/ 202 w 512"/>
              <a:gd name="T33" fmla="*/ 288 h 512"/>
              <a:gd name="T34" fmla="*/ 202 w 512"/>
              <a:gd name="T35" fmla="*/ 224 h 512"/>
              <a:gd name="T36" fmla="*/ 138 w 512"/>
              <a:gd name="T37" fmla="*/ 224 h 512"/>
              <a:gd name="T38" fmla="*/ 138 w 512"/>
              <a:gd name="T39" fmla="*/ 288 h 512"/>
              <a:gd name="T40" fmla="*/ 138 w 512"/>
              <a:gd name="T41" fmla="*/ 373 h 512"/>
              <a:gd name="T42" fmla="*/ 202 w 512"/>
              <a:gd name="T43" fmla="*/ 373 h 512"/>
              <a:gd name="T44" fmla="*/ 202 w 512"/>
              <a:gd name="T45" fmla="*/ 309 h 512"/>
              <a:gd name="T46" fmla="*/ 138 w 512"/>
              <a:gd name="T47" fmla="*/ 309 h 512"/>
              <a:gd name="T48" fmla="*/ 138 w 512"/>
              <a:gd name="T49" fmla="*/ 373 h 512"/>
              <a:gd name="T50" fmla="*/ 138 w 512"/>
              <a:gd name="T51" fmla="*/ 202 h 512"/>
              <a:gd name="T52" fmla="*/ 202 w 512"/>
              <a:gd name="T53" fmla="*/ 202 h 512"/>
              <a:gd name="T54" fmla="*/ 202 w 512"/>
              <a:gd name="T55" fmla="*/ 138 h 512"/>
              <a:gd name="T56" fmla="*/ 138 w 512"/>
              <a:gd name="T57" fmla="*/ 138 h 512"/>
              <a:gd name="T58" fmla="*/ 138 w 512"/>
              <a:gd name="T59" fmla="*/ 202 h 512"/>
              <a:gd name="T60" fmla="*/ 309 w 512"/>
              <a:gd name="T61" fmla="*/ 202 h 512"/>
              <a:gd name="T62" fmla="*/ 373 w 512"/>
              <a:gd name="T63" fmla="*/ 202 h 512"/>
              <a:gd name="T64" fmla="*/ 373 w 512"/>
              <a:gd name="T65" fmla="*/ 138 h 512"/>
              <a:gd name="T66" fmla="*/ 309 w 512"/>
              <a:gd name="T67" fmla="*/ 138 h 512"/>
              <a:gd name="T68" fmla="*/ 309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394 w 512"/>
              <a:gd name="T81" fmla="*/ 128 h 512"/>
              <a:gd name="T82" fmla="*/ 384 w 512"/>
              <a:gd name="T83" fmla="*/ 117 h 512"/>
              <a:gd name="T84" fmla="*/ 128 w 512"/>
              <a:gd name="T85" fmla="*/ 117 h 512"/>
              <a:gd name="T86" fmla="*/ 117 w 512"/>
              <a:gd name="T87" fmla="*/ 128 h 512"/>
              <a:gd name="T88" fmla="*/ 117 w 512"/>
              <a:gd name="T89" fmla="*/ 384 h 512"/>
              <a:gd name="T90" fmla="*/ 128 w 512"/>
              <a:gd name="T91" fmla="*/ 394 h 512"/>
              <a:gd name="T92" fmla="*/ 384 w 512"/>
              <a:gd name="T93" fmla="*/ 394 h 512"/>
              <a:gd name="T94" fmla="*/ 394 w 512"/>
              <a:gd name="T95" fmla="*/ 384 h 512"/>
              <a:gd name="T96" fmla="*/ 394 w 512"/>
              <a:gd name="T97" fmla="*/ 128 h 512"/>
              <a:gd name="T98" fmla="*/ 309 w 512"/>
              <a:gd name="T99" fmla="*/ 288 h 512"/>
              <a:gd name="T100" fmla="*/ 373 w 512"/>
              <a:gd name="T101" fmla="*/ 288 h 512"/>
              <a:gd name="T102" fmla="*/ 373 w 512"/>
              <a:gd name="T103" fmla="*/ 224 h 512"/>
              <a:gd name="T104" fmla="*/ 309 w 512"/>
              <a:gd name="T105" fmla="*/ 224 h 512"/>
              <a:gd name="T106" fmla="*/ 309 w 512"/>
              <a:gd name="T107" fmla="*/ 288 h 512"/>
              <a:gd name="T108" fmla="*/ 309 w 512"/>
              <a:gd name="T109" fmla="*/ 373 h 512"/>
              <a:gd name="T110" fmla="*/ 373 w 512"/>
              <a:gd name="T111" fmla="*/ 373 h 512"/>
              <a:gd name="T112" fmla="*/ 373 w 512"/>
              <a:gd name="T113" fmla="*/ 309 h 512"/>
              <a:gd name="T114" fmla="*/ 309 w 512"/>
              <a:gd name="T115" fmla="*/ 309 h 512"/>
              <a:gd name="T116" fmla="*/ 309 w 512"/>
              <a:gd name="T117"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224" y="309"/>
                </a:moveTo>
                <a:cubicBezTo>
                  <a:pt x="288" y="309"/>
                  <a:pt x="288" y="309"/>
                  <a:pt x="288" y="309"/>
                </a:cubicBezTo>
                <a:cubicBezTo>
                  <a:pt x="288" y="373"/>
                  <a:pt x="288" y="373"/>
                  <a:pt x="288" y="373"/>
                </a:cubicBezTo>
                <a:cubicBezTo>
                  <a:pt x="224" y="373"/>
                  <a:pt x="224" y="373"/>
                  <a:pt x="224" y="373"/>
                </a:cubicBezTo>
                <a:lnTo>
                  <a:pt x="224" y="309"/>
                </a:lnTo>
                <a:close/>
                <a:moveTo>
                  <a:pt x="224" y="202"/>
                </a:moveTo>
                <a:cubicBezTo>
                  <a:pt x="288" y="202"/>
                  <a:pt x="288" y="202"/>
                  <a:pt x="288" y="202"/>
                </a:cubicBezTo>
                <a:cubicBezTo>
                  <a:pt x="288" y="138"/>
                  <a:pt x="288" y="138"/>
                  <a:pt x="288" y="138"/>
                </a:cubicBezTo>
                <a:cubicBezTo>
                  <a:pt x="224" y="138"/>
                  <a:pt x="224" y="138"/>
                  <a:pt x="224" y="138"/>
                </a:cubicBezTo>
                <a:lnTo>
                  <a:pt x="224" y="202"/>
                </a:lnTo>
                <a:close/>
                <a:moveTo>
                  <a:pt x="224" y="288"/>
                </a:moveTo>
                <a:cubicBezTo>
                  <a:pt x="288" y="288"/>
                  <a:pt x="288" y="288"/>
                  <a:pt x="288" y="288"/>
                </a:cubicBezTo>
                <a:cubicBezTo>
                  <a:pt x="288" y="224"/>
                  <a:pt x="288" y="224"/>
                  <a:pt x="288" y="224"/>
                </a:cubicBezTo>
                <a:cubicBezTo>
                  <a:pt x="224" y="224"/>
                  <a:pt x="224" y="224"/>
                  <a:pt x="224" y="224"/>
                </a:cubicBezTo>
                <a:lnTo>
                  <a:pt x="224" y="288"/>
                </a:lnTo>
                <a:close/>
                <a:moveTo>
                  <a:pt x="138" y="288"/>
                </a:moveTo>
                <a:cubicBezTo>
                  <a:pt x="202" y="288"/>
                  <a:pt x="202" y="288"/>
                  <a:pt x="202" y="288"/>
                </a:cubicBezTo>
                <a:cubicBezTo>
                  <a:pt x="202" y="224"/>
                  <a:pt x="202" y="224"/>
                  <a:pt x="202" y="224"/>
                </a:cubicBezTo>
                <a:cubicBezTo>
                  <a:pt x="138" y="224"/>
                  <a:pt x="138" y="224"/>
                  <a:pt x="138" y="224"/>
                </a:cubicBezTo>
                <a:lnTo>
                  <a:pt x="138" y="288"/>
                </a:lnTo>
                <a:close/>
                <a:moveTo>
                  <a:pt x="138" y="373"/>
                </a:moveTo>
                <a:cubicBezTo>
                  <a:pt x="202" y="373"/>
                  <a:pt x="202" y="373"/>
                  <a:pt x="202" y="373"/>
                </a:cubicBezTo>
                <a:cubicBezTo>
                  <a:pt x="202" y="309"/>
                  <a:pt x="202" y="309"/>
                  <a:pt x="202" y="309"/>
                </a:cubicBezTo>
                <a:cubicBezTo>
                  <a:pt x="138" y="309"/>
                  <a:pt x="138" y="309"/>
                  <a:pt x="138" y="309"/>
                </a:cubicBezTo>
                <a:lnTo>
                  <a:pt x="138" y="373"/>
                </a:lnTo>
                <a:close/>
                <a:moveTo>
                  <a:pt x="138" y="202"/>
                </a:moveTo>
                <a:cubicBezTo>
                  <a:pt x="202" y="202"/>
                  <a:pt x="202" y="202"/>
                  <a:pt x="202" y="202"/>
                </a:cubicBezTo>
                <a:cubicBezTo>
                  <a:pt x="202" y="138"/>
                  <a:pt x="202" y="138"/>
                  <a:pt x="202" y="138"/>
                </a:cubicBezTo>
                <a:cubicBezTo>
                  <a:pt x="138" y="138"/>
                  <a:pt x="138" y="138"/>
                  <a:pt x="138" y="138"/>
                </a:cubicBezTo>
                <a:lnTo>
                  <a:pt x="138" y="202"/>
                </a:lnTo>
                <a:close/>
                <a:moveTo>
                  <a:pt x="309" y="202"/>
                </a:moveTo>
                <a:cubicBezTo>
                  <a:pt x="373" y="202"/>
                  <a:pt x="373" y="202"/>
                  <a:pt x="373" y="202"/>
                </a:cubicBezTo>
                <a:cubicBezTo>
                  <a:pt x="373" y="138"/>
                  <a:pt x="373" y="138"/>
                  <a:pt x="373" y="138"/>
                </a:cubicBezTo>
                <a:cubicBezTo>
                  <a:pt x="309" y="138"/>
                  <a:pt x="309" y="138"/>
                  <a:pt x="309" y="138"/>
                </a:cubicBezTo>
                <a:lnTo>
                  <a:pt x="309"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28"/>
                </a:moveTo>
                <a:cubicBezTo>
                  <a:pt x="394" y="122"/>
                  <a:pt x="390" y="117"/>
                  <a:pt x="384" y="117"/>
                </a:cubicBezTo>
                <a:cubicBezTo>
                  <a:pt x="128" y="117"/>
                  <a:pt x="128" y="117"/>
                  <a:pt x="128" y="117"/>
                </a:cubicBezTo>
                <a:cubicBezTo>
                  <a:pt x="122" y="117"/>
                  <a:pt x="117" y="122"/>
                  <a:pt x="117" y="128"/>
                </a:cubicBezTo>
                <a:cubicBezTo>
                  <a:pt x="117" y="384"/>
                  <a:pt x="117" y="384"/>
                  <a:pt x="117" y="384"/>
                </a:cubicBezTo>
                <a:cubicBezTo>
                  <a:pt x="117" y="390"/>
                  <a:pt x="122" y="394"/>
                  <a:pt x="128" y="394"/>
                </a:cubicBezTo>
                <a:cubicBezTo>
                  <a:pt x="384" y="394"/>
                  <a:pt x="384" y="394"/>
                  <a:pt x="384" y="394"/>
                </a:cubicBezTo>
                <a:cubicBezTo>
                  <a:pt x="390" y="394"/>
                  <a:pt x="394" y="390"/>
                  <a:pt x="394" y="384"/>
                </a:cubicBezTo>
                <a:lnTo>
                  <a:pt x="394" y="128"/>
                </a:lnTo>
                <a:close/>
                <a:moveTo>
                  <a:pt x="309" y="288"/>
                </a:moveTo>
                <a:cubicBezTo>
                  <a:pt x="373" y="288"/>
                  <a:pt x="373" y="288"/>
                  <a:pt x="373" y="288"/>
                </a:cubicBezTo>
                <a:cubicBezTo>
                  <a:pt x="373" y="224"/>
                  <a:pt x="373" y="224"/>
                  <a:pt x="373" y="224"/>
                </a:cubicBezTo>
                <a:cubicBezTo>
                  <a:pt x="309" y="224"/>
                  <a:pt x="309" y="224"/>
                  <a:pt x="309" y="224"/>
                </a:cubicBezTo>
                <a:lnTo>
                  <a:pt x="309" y="288"/>
                </a:lnTo>
                <a:close/>
                <a:moveTo>
                  <a:pt x="309" y="373"/>
                </a:moveTo>
                <a:cubicBezTo>
                  <a:pt x="373" y="373"/>
                  <a:pt x="373" y="373"/>
                  <a:pt x="373" y="373"/>
                </a:cubicBezTo>
                <a:cubicBezTo>
                  <a:pt x="373" y="309"/>
                  <a:pt x="373" y="309"/>
                  <a:pt x="373" y="309"/>
                </a:cubicBezTo>
                <a:cubicBezTo>
                  <a:pt x="309" y="309"/>
                  <a:pt x="309" y="309"/>
                  <a:pt x="309" y="309"/>
                </a:cubicBezTo>
                <a:lnTo>
                  <a:pt x="309" y="373"/>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p>
        </p:txBody>
      </p:sp>
      <p:pic>
        <p:nvPicPr>
          <p:cNvPr id="52" name="Graphic 51" descr="Harvey Balls 0% with solid fill">
            <a:extLst>
              <a:ext uri="{FF2B5EF4-FFF2-40B4-BE49-F238E27FC236}">
                <a16:creationId xmlns:a16="http://schemas.microsoft.com/office/drawing/2014/main" id="{E6533969-233B-C33C-994F-3333C1D0844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4692" y="1139022"/>
            <a:ext cx="678580" cy="643491"/>
          </a:xfrm>
          <a:prstGeom prst="rect">
            <a:avLst/>
          </a:prstGeom>
        </p:spPr>
      </p:pic>
      <p:sp>
        <p:nvSpPr>
          <p:cNvPr id="61" name="Freeform 115">
            <a:extLst>
              <a:ext uri="{FF2B5EF4-FFF2-40B4-BE49-F238E27FC236}">
                <a16:creationId xmlns:a16="http://schemas.microsoft.com/office/drawing/2014/main" id="{14475480-A262-990E-F248-5EDA29A65EFD}"/>
              </a:ext>
            </a:extLst>
          </p:cNvPr>
          <p:cNvSpPr>
            <a:spLocks noChangeAspect="1" noEditPoints="1"/>
          </p:cNvSpPr>
          <p:nvPr/>
        </p:nvSpPr>
        <p:spPr bwMode="auto">
          <a:xfrm>
            <a:off x="9752547" y="1284458"/>
            <a:ext cx="352618" cy="352618"/>
          </a:xfrm>
          <a:custGeom>
            <a:avLst/>
            <a:gdLst>
              <a:gd name="T0" fmla="*/ 224 w 512"/>
              <a:gd name="T1" fmla="*/ 309 h 512"/>
              <a:gd name="T2" fmla="*/ 288 w 512"/>
              <a:gd name="T3" fmla="*/ 309 h 512"/>
              <a:gd name="T4" fmla="*/ 288 w 512"/>
              <a:gd name="T5" fmla="*/ 373 h 512"/>
              <a:gd name="T6" fmla="*/ 224 w 512"/>
              <a:gd name="T7" fmla="*/ 373 h 512"/>
              <a:gd name="T8" fmla="*/ 224 w 512"/>
              <a:gd name="T9" fmla="*/ 309 h 512"/>
              <a:gd name="T10" fmla="*/ 224 w 512"/>
              <a:gd name="T11" fmla="*/ 202 h 512"/>
              <a:gd name="T12" fmla="*/ 288 w 512"/>
              <a:gd name="T13" fmla="*/ 202 h 512"/>
              <a:gd name="T14" fmla="*/ 288 w 512"/>
              <a:gd name="T15" fmla="*/ 138 h 512"/>
              <a:gd name="T16" fmla="*/ 224 w 512"/>
              <a:gd name="T17" fmla="*/ 138 h 512"/>
              <a:gd name="T18" fmla="*/ 224 w 512"/>
              <a:gd name="T19" fmla="*/ 202 h 512"/>
              <a:gd name="T20" fmla="*/ 224 w 512"/>
              <a:gd name="T21" fmla="*/ 288 h 512"/>
              <a:gd name="T22" fmla="*/ 288 w 512"/>
              <a:gd name="T23" fmla="*/ 288 h 512"/>
              <a:gd name="T24" fmla="*/ 288 w 512"/>
              <a:gd name="T25" fmla="*/ 224 h 512"/>
              <a:gd name="T26" fmla="*/ 224 w 512"/>
              <a:gd name="T27" fmla="*/ 224 h 512"/>
              <a:gd name="T28" fmla="*/ 224 w 512"/>
              <a:gd name="T29" fmla="*/ 288 h 512"/>
              <a:gd name="T30" fmla="*/ 138 w 512"/>
              <a:gd name="T31" fmla="*/ 288 h 512"/>
              <a:gd name="T32" fmla="*/ 202 w 512"/>
              <a:gd name="T33" fmla="*/ 288 h 512"/>
              <a:gd name="T34" fmla="*/ 202 w 512"/>
              <a:gd name="T35" fmla="*/ 224 h 512"/>
              <a:gd name="T36" fmla="*/ 138 w 512"/>
              <a:gd name="T37" fmla="*/ 224 h 512"/>
              <a:gd name="T38" fmla="*/ 138 w 512"/>
              <a:gd name="T39" fmla="*/ 288 h 512"/>
              <a:gd name="T40" fmla="*/ 138 w 512"/>
              <a:gd name="T41" fmla="*/ 373 h 512"/>
              <a:gd name="T42" fmla="*/ 202 w 512"/>
              <a:gd name="T43" fmla="*/ 373 h 512"/>
              <a:gd name="T44" fmla="*/ 202 w 512"/>
              <a:gd name="T45" fmla="*/ 309 h 512"/>
              <a:gd name="T46" fmla="*/ 138 w 512"/>
              <a:gd name="T47" fmla="*/ 309 h 512"/>
              <a:gd name="T48" fmla="*/ 138 w 512"/>
              <a:gd name="T49" fmla="*/ 373 h 512"/>
              <a:gd name="T50" fmla="*/ 138 w 512"/>
              <a:gd name="T51" fmla="*/ 202 h 512"/>
              <a:gd name="T52" fmla="*/ 202 w 512"/>
              <a:gd name="T53" fmla="*/ 202 h 512"/>
              <a:gd name="T54" fmla="*/ 202 w 512"/>
              <a:gd name="T55" fmla="*/ 138 h 512"/>
              <a:gd name="T56" fmla="*/ 138 w 512"/>
              <a:gd name="T57" fmla="*/ 138 h 512"/>
              <a:gd name="T58" fmla="*/ 138 w 512"/>
              <a:gd name="T59" fmla="*/ 202 h 512"/>
              <a:gd name="T60" fmla="*/ 309 w 512"/>
              <a:gd name="T61" fmla="*/ 202 h 512"/>
              <a:gd name="T62" fmla="*/ 373 w 512"/>
              <a:gd name="T63" fmla="*/ 202 h 512"/>
              <a:gd name="T64" fmla="*/ 373 w 512"/>
              <a:gd name="T65" fmla="*/ 138 h 512"/>
              <a:gd name="T66" fmla="*/ 309 w 512"/>
              <a:gd name="T67" fmla="*/ 138 h 512"/>
              <a:gd name="T68" fmla="*/ 309 w 512"/>
              <a:gd name="T69" fmla="*/ 202 h 512"/>
              <a:gd name="T70" fmla="*/ 512 w 512"/>
              <a:gd name="T71" fmla="*/ 256 h 512"/>
              <a:gd name="T72" fmla="*/ 256 w 512"/>
              <a:gd name="T73" fmla="*/ 512 h 512"/>
              <a:gd name="T74" fmla="*/ 0 w 512"/>
              <a:gd name="T75" fmla="*/ 256 h 512"/>
              <a:gd name="T76" fmla="*/ 256 w 512"/>
              <a:gd name="T77" fmla="*/ 0 h 512"/>
              <a:gd name="T78" fmla="*/ 512 w 512"/>
              <a:gd name="T79" fmla="*/ 256 h 512"/>
              <a:gd name="T80" fmla="*/ 394 w 512"/>
              <a:gd name="T81" fmla="*/ 128 h 512"/>
              <a:gd name="T82" fmla="*/ 384 w 512"/>
              <a:gd name="T83" fmla="*/ 117 h 512"/>
              <a:gd name="T84" fmla="*/ 128 w 512"/>
              <a:gd name="T85" fmla="*/ 117 h 512"/>
              <a:gd name="T86" fmla="*/ 117 w 512"/>
              <a:gd name="T87" fmla="*/ 128 h 512"/>
              <a:gd name="T88" fmla="*/ 117 w 512"/>
              <a:gd name="T89" fmla="*/ 384 h 512"/>
              <a:gd name="T90" fmla="*/ 128 w 512"/>
              <a:gd name="T91" fmla="*/ 394 h 512"/>
              <a:gd name="T92" fmla="*/ 384 w 512"/>
              <a:gd name="T93" fmla="*/ 394 h 512"/>
              <a:gd name="T94" fmla="*/ 394 w 512"/>
              <a:gd name="T95" fmla="*/ 384 h 512"/>
              <a:gd name="T96" fmla="*/ 394 w 512"/>
              <a:gd name="T97" fmla="*/ 128 h 512"/>
              <a:gd name="T98" fmla="*/ 309 w 512"/>
              <a:gd name="T99" fmla="*/ 288 h 512"/>
              <a:gd name="T100" fmla="*/ 373 w 512"/>
              <a:gd name="T101" fmla="*/ 288 h 512"/>
              <a:gd name="T102" fmla="*/ 373 w 512"/>
              <a:gd name="T103" fmla="*/ 224 h 512"/>
              <a:gd name="T104" fmla="*/ 309 w 512"/>
              <a:gd name="T105" fmla="*/ 224 h 512"/>
              <a:gd name="T106" fmla="*/ 309 w 512"/>
              <a:gd name="T107" fmla="*/ 288 h 512"/>
              <a:gd name="T108" fmla="*/ 309 w 512"/>
              <a:gd name="T109" fmla="*/ 373 h 512"/>
              <a:gd name="T110" fmla="*/ 373 w 512"/>
              <a:gd name="T111" fmla="*/ 373 h 512"/>
              <a:gd name="T112" fmla="*/ 373 w 512"/>
              <a:gd name="T113" fmla="*/ 309 h 512"/>
              <a:gd name="T114" fmla="*/ 309 w 512"/>
              <a:gd name="T115" fmla="*/ 309 h 512"/>
              <a:gd name="T116" fmla="*/ 309 w 512"/>
              <a:gd name="T117"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224" y="309"/>
                </a:moveTo>
                <a:cubicBezTo>
                  <a:pt x="288" y="309"/>
                  <a:pt x="288" y="309"/>
                  <a:pt x="288" y="309"/>
                </a:cubicBezTo>
                <a:cubicBezTo>
                  <a:pt x="288" y="373"/>
                  <a:pt x="288" y="373"/>
                  <a:pt x="288" y="373"/>
                </a:cubicBezTo>
                <a:cubicBezTo>
                  <a:pt x="224" y="373"/>
                  <a:pt x="224" y="373"/>
                  <a:pt x="224" y="373"/>
                </a:cubicBezTo>
                <a:lnTo>
                  <a:pt x="224" y="309"/>
                </a:lnTo>
                <a:close/>
                <a:moveTo>
                  <a:pt x="224" y="202"/>
                </a:moveTo>
                <a:cubicBezTo>
                  <a:pt x="288" y="202"/>
                  <a:pt x="288" y="202"/>
                  <a:pt x="288" y="202"/>
                </a:cubicBezTo>
                <a:cubicBezTo>
                  <a:pt x="288" y="138"/>
                  <a:pt x="288" y="138"/>
                  <a:pt x="288" y="138"/>
                </a:cubicBezTo>
                <a:cubicBezTo>
                  <a:pt x="224" y="138"/>
                  <a:pt x="224" y="138"/>
                  <a:pt x="224" y="138"/>
                </a:cubicBezTo>
                <a:lnTo>
                  <a:pt x="224" y="202"/>
                </a:lnTo>
                <a:close/>
                <a:moveTo>
                  <a:pt x="224" y="288"/>
                </a:moveTo>
                <a:cubicBezTo>
                  <a:pt x="288" y="288"/>
                  <a:pt x="288" y="288"/>
                  <a:pt x="288" y="288"/>
                </a:cubicBezTo>
                <a:cubicBezTo>
                  <a:pt x="288" y="224"/>
                  <a:pt x="288" y="224"/>
                  <a:pt x="288" y="224"/>
                </a:cubicBezTo>
                <a:cubicBezTo>
                  <a:pt x="224" y="224"/>
                  <a:pt x="224" y="224"/>
                  <a:pt x="224" y="224"/>
                </a:cubicBezTo>
                <a:lnTo>
                  <a:pt x="224" y="288"/>
                </a:lnTo>
                <a:close/>
                <a:moveTo>
                  <a:pt x="138" y="288"/>
                </a:moveTo>
                <a:cubicBezTo>
                  <a:pt x="202" y="288"/>
                  <a:pt x="202" y="288"/>
                  <a:pt x="202" y="288"/>
                </a:cubicBezTo>
                <a:cubicBezTo>
                  <a:pt x="202" y="224"/>
                  <a:pt x="202" y="224"/>
                  <a:pt x="202" y="224"/>
                </a:cubicBezTo>
                <a:cubicBezTo>
                  <a:pt x="138" y="224"/>
                  <a:pt x="138" y="224"/>
                  <a:pt x="138" y="224"/>
                </a:cubicBezTo>
                <a:lnTo>
                  <a:pt x="138" y="288"/>
                </a:lnTo>
                <a:close/>
                <a:moveTo>
                  <a:pt x="138" y="373"/>
                </a:moveTo>
                <a:cubicBezTo>
                  <a:pt x="202" y="373"/>
                  <a:pt x="202" y="373"/>
                  <a:pt x="202" y="373"/>
                </a:cubicBezTo>
                <a:cubicBezTo>
                  <a:pt x="202" y="309"/>
                  <a:pt x="202" y="309"/>
                  <a:pt x="202" y="309"/>
                </a:cubicBezTo>
                <a:cubicBezTo>
                  <a:pt x="138" y="309"/>
                  <a:pt x="138" y="309"/>
                  <a:pt x="138" y="309"/>
                </a:cubicBezTo>
                <a:lnTo>
                  <a:pt x="138" y="373"/>
                </a:lnTo>
                <a:close/>
                <a:moveTo>
                  <a:pt x="138" y="202"/>
                </a:moveTo>
                <a:cubicBezTo>
                  <a:pt x="202" y="202"/>
                  <a:pt x="202" y="202"/>
                  <a:pt x="202" y="202"/>
                </a:cubicBezTo>
                <a:cubicBezTo>
                  <a:pt x="202" y="138"/>
                  <a:pt x="202" y="138"/>
                  <a:pt x="202" y="138"/>
                </a:cubicBezTo>
                <a:cubicBezTo>
                  <a:pt x="138" y="138"/>
                  <a:pt x="138" y="138"/>
                  <a:pt x="138" y="138"/>
                </a:cubicBezTo>
                <a:lnTo>
                  <a:pt x="138" y="202"/>
                </a:lnTo>
                <a:close/>
                <a:moveTo>
                  <a:pt x="309" y="202"/>
                </a:moveTo>
                <a:cubicBezTo>
                  <a:pt x="373" y="202"/>
                  <a:pt x="373" y="202"/>
                  <a:pt x="373" y="202"/>
                </a:cubicBezTo>
                <a:cubicBezTo>
                  <a:pt x="373" y="138"/>
                  <a:pt x="373" y="138"/>
                  <a:pt x="373" y="138"/>
                </a:cubicBezTo>
                <a:cubicBezTo>
                  <a:pt x="309" y="138"/>
                  <a:pt x="309" y="138"/>
                  <a:pt x="309" y="138"/>
                </a:cubicBezTo>
                <a:lnTo>
                  <a:pt x="309" y="202"/>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4" y="128"/>
                </a:moveTo>
                <a:cubicBezTo>
                  <a:pt x="394" y="122"/>
                  <a:pt x="390" y="117"/>
                  <a:pt x="384" y="117"/>
                </a:cubicBezTo>
                <a:cubicBezTo>
                  <a:pt x="128" y="117"/>
                  <a:pt x="128" y="117"/>
                  <a:pt x="128" y="117"/>
                </a:cubicBezTo>
                <a:cubicBezTo>
                  <a:pt x="122" y="117"/>
                  <a:pt x="117" y="122"/>
                  <a:pt x="117" y="128"/>
                </a:cubicBezTo>
                <a:cubicBezTo>
                  <a:pt x="117" y="384"/>
                  <a:pt x="117" y="384"/>
                  <a:pt x="117" y="384"/>
                </a:cubicBezTo>
                <a:cubicBezTo>
                  <a:pt x="117" y="390"/>
                  <a:pt x="122" y="394"/>
                  <a:pt x="128" y="394"/>
                </a:cubicBezTo>
                <a:cubicBezTo>
                  <a:pt x="384" y="394"/>
                  <a:pt x="384" y="394"/>
                  <a:pt x="384" y="394"/>
                </a:cubicBezTo>
                <a:cubicBezTo>
                  <a:pt x="390" y="394"/>
                  <a:pt x="394" y="390"/>
                  <a:pt x="394" y="384"/>
                </a:cubicBezTo>
                <a:lnTo>
                  <a:pt x="394" y="128"/>
                </a:lnTo>
                <a:close/>
                <a:moveTo>
                  <a:pt x="309" y="288"/>
                </a:moveTo>
                <a:cubicBezTo>
                  <a:pt x="373" y="288"/>
                  <a:pt x="373" y="288"/>
                  <a:pt x="373" y="288"/>
                </a:cubicBezTo>
                <a:cubicBezTo>
                  <a:pt x="373" y="224"/>
                  <a:pt x="373" y="224"/>
                  <a:pt x="373" y="224"/>
                </a:cubicBezTo>
                <a:cubicBezTo>
                  <a:pt x="309" y="224"/>
                  <a:pt x="309" y="224"/>
                  <a:pt x="309" y="224"/>
                </a:cubicBezTo>
                <a:lnTo>
                  <a:pt x="309" y="288"/>
                </a:lnTo>
                <a:close/>
                <a:moveTo>
                  <a:pt x="309" y="373"/>
                </a:moveTo>
                <a:cubicBezTo>
                  <a:pt x="373" y="373"/>
                  <a:pt x="373" y="373"/>
                  <a:pt x="373" y="373"/>
                </a:cubicBezTo>
                <a:cubicBezTo>
                  <a:pt x="373" y="309"/>
                  <a:pt x="373" y="309"/>
                  <a:pt x="373" y="309"/>
                </a:cubicBezTo>
                <a:cubicBezTo>
                  <a:pt x="309" y="309"/>
                  <a:pt x="309" y="309"/>
                  <a:pt x="309" y="309"/>
                </a:cubicBezTo>
                <a:lnTo>
                  <a:pt x="309" y="373"/>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775036932"/>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Our Assets &amp; Accelerators</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3" y="3396916"/>
            <a:ext cx="7760368" cy="707886"/>
          </a:xfrm>
          <a:prstGeom prst="rect">
            <a:avLst/>
          </a:prstGeom>
          <a:noFill/>
        </p:spPr>
        <p:txBody>
          <a:bodyPr wrap="square">
            <a:spAutoFit/>
          </a:bodyPr>
          <a:lstStyle/>
          <a:p>
            <a:r>
              <a:rPr lang="en-US" sz="2000" dirty="0">
                <a:solidFill>
                  <a:schemeClr val="bg1"/>
                </a:solidFill>
              </a:rPr>
              <a:t>Deloitte team has tailored tools to effectively tackle the critical challenges faced by the client</a:t>
            </a:r>
          </a:p>
        </p:txBody>
      </p:sp>
    </p:spTree>
    <p:extLst>
      <p:ext uri="{BB962C8B-B14F-4D97-AF65-F5344CB8AC3E}">
        <p14:creationId xmlns:p14="http://schemas.microsoft.com/office/powerpoint/2010/main" val="390126677"/>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E673BDC8-D4F8-125D-C0F9-273DFBF4A49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E673BDC8-D4F8-125D-C0F9-273DFBF4A49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A75F3A4B-17AF-EF85-98BA-5122599F6731}"/>
              </a:ext>
            </a:extLst>
          </p:cNvPr>
          <p:cNvSpPr>
            <a:spLocks noGrp="1"/>
          </p:cNvSpPr>
          <p:nvPr>
            <p:ph type="body" sz="quarter" idx="13"/>
          </p:nvPr>
        </p:nvSpPr>
        <p:spPr/>
        <p:txBody>
          <a:bodyPr/>
          <a:lstStyle/>
          <a:p>
            <a:r>
              <a:rPr lang="en-US" dirty="0"/>
              <a:t>Project and Program management</a:t>
            </a:r>
          </a:p>
        </p:txBody>
      </p:sp>
      <p:sp>
        <p:nvSpPr>
          <p:cNvPr id="3" name="Title 2">
            <a:extLst>
              <a:ext uri="{FF2B5EF4-FFF2-40B4-BE49-F238E27FC236}">
                <a16:creationId xmlns:a16="http://schemas.microsoft.com/office/drawing/2014/main" id="{1D295C54-8671-2534-13AE-61DA76D504EB}"/>
              </a:ext>
            </a:extLst>
          </p:cNvPr>
          <p:cNvSpPr>
            <a:spLocks noGrp="1"/>
          </p:cNvSpPr>
          <p:nvPr>
            <p:ph type="title"/>
          </p:nvPr>
        </p:nvSpPr>
        <p:spPr/>
        <p:txBody>
          <a:bodyPr vert="horz"/>
          <a:lstStyle/>
          <a:p>
            <a:r>
              <a:rPr lang="en-US" dirty="0"/>
              <a:t>Service Offerings &amp; Proprietary Tools [1/3] </a:t>
            </a:r>
          </a:p>
        </p:txBody>
      </p:sp>
      <p:cxnSp>
        <p:nvCxnSpPr>
          <p:cNvPr id="8" name="iBar:165/102">
            <a:extLst>
              <a:ext uri="{FF2B5EF4-FFF2-40B4-BE49-F238E27FC236}">
                <a16:creationId xmlns:a16="http://schemas.microsoft.com/office/drawing/2014/main" id="{679F67AA-217F-AFB7-3781-BF103B41F6E9}"/>
              </a:ext>
            </a:extLst>
          </p:cNvPr>
          <p:cNvCxnSpPr>
            <a:cxnSpLocks/>
          </p:cNvCxnSpPr>
          <p:nvPr/>
        </p:nvCxnSpPr>
        <p:spPr>
          <a:xfrm>
            <a:off x="604569" y="5970971"/>
            <a:ext cx="11145699" cy="0"/>
          </a:xfrm>
          <a:prstGeom prst="line">
            <a:avLst/>
          </a:prstGeom>
          <a:ln w="12700">
            <a:solidFill>
              <a:srgbClr val="86BC25"/>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5C2A9C6-70AC-A2FA-F6E3-DE1767C83433}"/>
              </a:ext>
            </a:extLst>
          </p:cNvPr>
          <p:cNvSpPr txBox="1"/>
          <p:nvPr/>
        </p:nvSpPr>
        <p:spPr>
          <a:xfrm>
            <a:off x="604569" y="1256642"/>
            <a:ext cx="6184232" cy="303109"/>
          </a:xfrm>
          <a:prstGeom prst="rect">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Our Service Offerings</a:t>
            </a:r>
            <a:endParaRPr kumimoji="0" lang="en-IN"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7BD533F7-3BFC-9894-C4C9-58C8DF3801AA}"/>
              </a:ext>
            </a:extLst>
          </p:cNvPr>
          <p:cNvSpPr/>
          <p:nvPr/>
        </p:nvSpPr>
        <p:spPr bwMode="gray">
          <a:xfrm>
            <a:off x="4556611" y="2182118"/>
            <a:ext cx="2164427" cy="351669"/>
          </a:xfrm>
          <a:prstGeom prst="rect">
            <a:avLst/>
          </a:prstGeom>
          <a:solidFill>
            <a:schemeClr val="accent1">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dirty="0"/>
              <a:t>1. Setting Up Unit</a:t>
            </a:r>
          </a:p>
        </p:txBody>
      </p:sp>
      <p:sp>
        <p:nvSpPr>
          <p:cNvPr id="11" name="Rectangle 10">
            <a:extLst>
              <a:ext uri="{FF2B5EF4-FFF2-40B4-BE49-F238E27FC236}">
                <a16:creationId xmlns:a16="http://schemas.microsoft.com/office/drawing/2014/main" id="{4C4C5C46-10B6-7604-6C4F-77015C458CC0}"/>
              </a:ext>
            </a:extLst>
          </p:cNvPr>
          <p:cNvSpPr/>
          <p:nvPr/>
        </p:nvSpPr>
        <p:spPr bwMode="gray">
          <a:xfrm>
            <a:off x="4753008" y="2961150"/>
            <a:ext cx="1968030" cy="351669"/>
          </a:xfrm>
          <a:prstGeom prst="rect">
            <a:avLst/>
          </a:prstGeom>
          <a:solidFill>
            <a:schemeClr val="accent2">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dirty="0"/>
              <a:t>2. Operationalizing the Unit</a:t>
            </a:r>
          </a:p>
        </p:txBody>
      </p:sp>
      <p:sp>
        <p:nvSpPr>
          <p:cNvPr id="12" name="Rectangle 11">
            <a:extLst>
              <a:ext uri="{FF2B5EF4-FFF2-40B4-BE49-F238E27FC236}">
                <a16:creationId xmlns:a16="http://schemas.microsoft.com/office/drawing/2014/main" id="{00D88074-D81E-C77B-3F0B-541EDD924E4D}"/>
              </a:ext>
            </a:extLst>
          </p:cNvPr>
          <p:cNvSpPr/>
          <p:nvPr/>
        </p:nvSpPr>
        <p:spPr bwMode="gray">
          <a:xfrm>
            <a:off x="5022226" y="3652537"/>
            <a:ext cx="1685075" cy="477012"/>
          </a:xfrm>
          <a:prstGeom prst="rect">
            <a:avLst/>
          </a:prstGeom>
          <a:solidFill>
            <a:schemeClr val="accent4">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dirty="0"/>
              <a:t>3. Project Management &amp; Monitoring</a:t>
            </a:r>
          </a:p>
        </p:txBody>
      </p:sp>
      <p:sp>
        <p:nvSpPr>
          <p:cNvPr id="13" name="Rectangle 12">
            <a:extLst>
              <a:ext uri="{FF2B5EF4-FFF2-40B4-BE49-F238E27FC236}">
                <a16:creationId xmlns:a16="http://schemas.microsoft.com/office/drawing/2014/main" id="{9A677E0C-DB74-3EAC-AD01-06BEFDE0DFF7}"/>
              </a:ext>
            </a:extLst>
          </p:cNvPr>
          <p:cNvSpPr/>
          <p:nvPr/>
        </p:nvSpPr>
        <p:spPr bwMode="gray">
          <a:xfrm>
            <a:off x="4542874" y="5256330"/>
            <a:ext cx="2164427" cy="351669"/>
          </a:xfrm>
          <a:prstGeom prst="rect">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a:t>5. Reporting &amp; Course Correction</a:t>
            </a:r>
          </a:p>
        </p:txBody>
      </p:sp>
      <p:sp>
        <p:nvSpPr>
          <p:cNvPr id="14" name="Rectangle 13">
            <a:extLst>
              <a:ext uri="{FF2B5EF4-FFF2-40B4-BE49-F238E27FC236}">
                <a16:creationId xmlns:a16="http://schemas.microsoft.com/office/drawing/2014/main" id="{59615D1D-6393-D074-C6C2-7238A7C7D14D}"/>
              </a:ext>
            </a:extLst>
          </p:cNvPr>
          <p:cNvSpPr/>
          <p:nvPr/>
        </p:nvSpPr>
        <p:spPr bwMode="gray">
          <a:xfrm>
            <a:off x="4827706" y="4463098"/>
            <a:ext cx="1893332" cy="351669"/>
          </a:xfrm>
          <a:prstGeom prst="rect">
            <a:avLst/>
          </a:prstGeom>
          <a:solidFill>
            <a:schemeClr val="accent5">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dirty="0"/>
              <a:t>4. Stakeholder Management</a:t>
            </a:r>
          </a:p>
        </p:txBody>
      </p:sp>
      <p:pic>
        <p:nvPicPr>
          <p:cNvPr id="15" name="Picture 14">
            <a:extLst>
              <a:ext uri="{FF2B5EF4-FFF2-40B4-BE49-F238E27FC236}">
                <a16:creationId xmlns:a16="http://schemas.microsoft.com/office/drawing/2014/main" id="{3717A6E8-9F69-4C62-58C5-6EC25729C54F}"/>
              </a:ext>
            </a:extLst>
          </p:cNvPr>
          <p:cNvPicPr>
            <a:picLocks noChangeAspect="1"/>
          </p:cNvPicPr>
          <p:nvPr/>
        </p:nvPicPr>
        <p:blipFill>
          <a:blip r:embed="rId5"/>
          <a:stretch>
            <a:fillRect/>
          </a:stretch>
        </p:blipFill>
        <p:spPr>
          <a:xfrm>
            <a:off x="428922" y="1880481"/>
            <a:ext cx="4230168" cy="4126507"/>
          </a:xfrm>
          <a:prstGeom prst="rect">
            <a:avLst/>
          </a:prstGeom>
        </p:spPr>
      </p:pic>
      <p:sp>
        <p:nvSpPr>
          <p:cNvPr id="16" name="TextBox 15">
            <a:extLst>
              <a:ext uri="{FF2B5EF4-FFF2-40B4-BE49-F238E27FC236}">
                <a16:creationId xmlns:a16="http://schemas.microsoft.com/office/drawing/2014/main" id="{C6D347F9-BCBD-B89D-A4E1-4D08B1BE5117}"/>
              </a:ext>
            </a:extLst>
          </p:cNvPr>
          <p:cNvSpPr txBox="1"/>
          <p:nvPr/>
        </p:nvSpPr>
        <p:spPr>
          <a:xfrm>
            <a:off x="6894790" y="1256642"/>
            <a:ext cx="4923200" cy="303109"/>
          </a:xfrm>
          <a:prstGeom prst="rect">
            <a:avLst/>
          </a:prstGeom>
          <a:solidFill>
            <a:srgbClr val="0070C0"/>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Our Proprietary Tools</a:t>
            </a:r>
            <a:endParaRPr kumimoji="0" lang="en-IN"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9EF10C7D-C9DC-5802-29FA-566D47535B8B}"/>
              </a:ext>
            </a:extLst>
          </p:cNvPr>
          <p:cNvSpPr txBox="1"/>
          <p:nvPr/>
        </p:nvSpPr>
        <p:spPr>
          <a:xfrm>
            <a:off x="8338800" y="1684535"/>
            <a:ext cx="1985366" cy="646331"/>
          </a:xfrm>
          <a:prstGeom prst="rect">
            <a:avLst/>
          </a:prstGeom>
          <a:solidFill>
            <a:schemeClr val="accent2">
              <a:lumMod val="20000"/>
              <a:lumOff val="80000"/>
            </a:schemeClr>
          </a:solidFill>
        </p:spPr>
        <p:txBody>
          <a:bodyPr wrap="square" rtlCol="0">
            <a:spAutoFit/>
          </a:bodyPr>
          <a:lstStyle/>
          <a:p>
            <a:pPr algn="ctr"/>
            <a:r>
              <a:rPr lang="en-US" sz="1200" b="1"/>
              <a:t>Costs and cash flow</a:t>
            </a:r>
            <a:endParaRPr lang="en-US" sz="1200" b="1" dirty="0"/>
          </a:p>
          <a:p>
            <a:pPr algn="ctr"/>
            <a:r>
              <a:rPr lang="en-US" sz="1200" b="1"/>
              <a:t> tracking and</a:t>
            </a:r>
            <a:endParaRPr lang="en-US" sz="1200" b="1" dirty="0"/>
          </a:p>
          <a:p>
            <a:pPr algn="ctr"/>
            <a:r>
              <a:rPr lang="en-US" sz="1200" b="1"/>
              <a:t> monitoring system</a:t>
            </a:r>
            <a:endParaRPr lang="en-IN" sz="1200" b="1"/>
          </a:p>
        </p:txBody>
      </p:sp>
      <p:sp>
        <p:nvSpPr>
          <p:cNvPr id="18" name="Rectangle 17">
            <a:extLst>
              <a:ext uri="{FF2B5EF4-FFF2-40B4-BE49-F238E27FC236}">
                <a16:creationId xmlns:a16="http://schemas.microsoft.com/office/drawing/2014/main" id="{F6C3FB9C-9E6A-2859-5CC7-FCA36729F9AE}"/>
              </a:ext>
            </a:extLst>
          </p:cNvPr>
          <p:cNvSpPr/>
          <p:nvPr/>
        </p:nvSpPr>
        <p:spPr>
          <a:xfrm>
            <a:off x="6894789" y="1686311"/>
            <a:ext cx="1381945" cy="646331"/>
          </a:xfrm>
          <a:prstGeom prst="rect">
            <a:avLst/>
          </a:prstGeom>
          <a:solidFill>
            <a:schemeClr val="accent1">
              <a:lumMod val="20000"/>
              <a:lumOff val="80000"/>
            </a:schemeClr>
          </a:solidFill>
        </p:spPr>
        <p:txBody>
          <a:bodyPr wrap="square">
            <a:spAutoFit/>
          </a:bodyPr>
          <a:lstStyle/>
          <a:p>
            <a:pPr algn="ctr"/>
            <a:r>
              <a:rPr lang="en-US" sz="1200" b="1"/>
              <a:t>Project</a:t>
            </a:r>
            <a:endParaRPr lang="en-US" sz="1200" b="1" dirty="0"/>
          </a:p>
          <a:p>
            <a:pPr algn="ctr"/>
            <a:r>
              <a:rPr lang="en-US" sz="1200" b="1"/>
              <a:t> Scheduling Framework</a:t>
            </a:r>
            <a:endParaRPr lang="en-IN" sz="1200" b="1"/>
          </a:p>
        </p:txBody>
      </p:sp>
      <p:sp>
        <p:nvSpPr>
          <p:cNvPr id="19" name="TextBox 18">
            <a:extLst>
              <a:ext uri="{FF2B5EF4-FFF2-40B4-BE49-F238E27FC236}">
                <a16:creationId xmlns:a16="http://schemas.microsoft.com/office/drawing/2014/main" id="{EE73373A-AD5A-168E-9D9E-DED7ABD5E1DD}"/>
              </a:ext>
            </a:extLst>
          </p:cNvPr>
          <p:cNvSpPr txBox="1"/>
          <p:nvPr/>
        </p:nvSpPr>
        <p:spPr>
          <a:xfrm>
            <a:off x="6894790" y="3768902"/>
            <a:ext cx="2338642" cy="461665"/>
          </a:xfrm>
          <a:prstGeom prst="rect">
            <a:avLst/>
          </a:prstGeom>
          <a:solidFill>
            <a:schemeClr val="accent5">
              <a:lumMod val="20000"/>
              <a:lumOff val="80000"/>
            </a:schemeClr>
          </a:solidFill>
        </p:spPr>
        <p:txBody>
          <a:bodyPr wrap="square" rtlCol="0">
            <a:spAutoFit/>
          </a:bodyPr>
          <a:lstStyle/>
          <a:p>
            <a:pPr algn="ctr"/>
            <a:r>
              <a:rPr lang="en-US" sz="1200" b="1"/>
              <a:t>Stakeholder interface management framework</a:t>
            </a:r>
            <a:endParaRPr lang="en-IN" sz="1200" b="1"/>
          </a:p>
        </p:txBody>
      </p:sp>
      <p:sp>
        <p:nvSpPr>
          <p:cNvPr id="20" name="Rectangle 19">
            <a:extLst>
              <a:ext uri="{FF2B5EF4-FFF2-40B4-BE49-F238E27FC236}">
                <a16:creationId xmlns:a16="http://schemas.microsoft.com/office/drawing/2014/main" id="{3AAF652C-D05A-9EAA-C5B6-B768B494ECF5}"/>
              </a:ext>
            </a:extLst>
          </p:cNvPr>
          <p:cNvSpPr/>
          <p:nvPr/>
        </p:nvSpPr>
        <p:spPr>
          <a:xfrm>
            <a:off x="10386231" y="1683537"/>
            <a:ext cx="1379472" cy="646331"/>
          </a:xfrm>
          <a:prstGeom prst="rect">
            <a:avLst/>
          </a:prstGeom>
          <a:solidFill>
            <a:schemeClr val="accent4">
              <a:lumMod val="20000"/>
              <a:lumOff val="80000"/>
            </a:schemeClr>
          </a:solidFill>
        </p:spPr>
        <p:txBody>
          <a:bodyPr wrap="square">
            <a:spAutoFit/>
          </a:bodyPr>
          <a:lstStyle/>
          <a:p>
            <a:pPr algn="ctr"/>
            <a:r>
              <a:rPr lang="en-US" sz="1200" b="1"/>
              <a:t>Risk Assessment &amp; Mitigation Framework</a:t>
            </a:r>
            <a:endParaRPr lang="en-IN" sz="1200" b="1"/>
          </a:p>
        </p:txBody>
      </p:sp>
      <p:sp>
        <p:nvSpPr>
          <p:cNvPr id="21" name="Rectangle 20">
            <a:extLst>
              <a:ext uri="{FF2B5EF4-FFF2-40B4-BE49-F238E27FC236}">
                <a16:creationId xmlns:a16="http://schemas.microsoft.com/office/drawing/2014/main" id="{03D83B4F-EE98-32D5-31BF-38508250BDBF}"/>
              </a:ext>
            </a:extLst>
          </p:cNvPr>
          <p:cNvSpPr/>
          <p:nvPr/>
        </p:nvSpPr>
        <p:spPr>
          <a:xfrm>
            <a:off x="9233432" y="3772003"/>
            <a:ext cx="2516836" cy="461665"/>
          </a:xfrm>
          <a:prstGeom prst="rect">
            <a:avLst/>
          </a:prstGeom>
          <a:solidFill>
            <a:schemeClr val="accent6">
              <a:lumMod val="20000"/>
              <a:lumOff val="80000"/>
            </a:schemeClr>
          </a:solidFill>
        </p:spPr>
        <p:txBody>
          <a:bodyPr wrap="square">
            <a:spAutoFit/>
          </a:bodyPr>
          <a:lstStyle/>
          <a:p>
            <a:pPr algn="ctr"/>
            <a:r>
              <a:rPr lang="en-US" sz="1200" b="1"/>
              <a:t>MIS and Project Process </a:t>
            </a:r>
            <a:endParaRPr lang="en-US" sz="1200" b="1" dirty="0"/>
          </a:p>
          <a:p>
            <a:pPr algn="ctr"/>
            <a:r>
              <a:rPr lang="en-US" sz="1200" b="1"/>
              <a:t>Reporting</a:t>
            </a:r>
            <a:endParaRPr lang="en-IN" sz="1200" b="1"/>
          </a:p>
        </p:txBody>
      </p:sp>
      <p:pic>
        <p:nvPicPr>
          <p:cNvPr id="22" name="Picture 21">
            <a:extLst>
              <a:ext uri="{FF2B5EF4-FFF2-40B4-BE49-F238E27FC236}">
                <a16:creationId xmlns:a16="http://schemas.microsoft.com/office/drawing/2014/main" id="{F1108F5C-DA4E-33A0-4EA3-762F6B817E83}"/>
              </a:ext>
            </a:extLst>
          </p:cNvPr>
          <p:cNvPicPr>
            <a:picLocks noChangeAspect="1"/>
          </p:cNvPicPr>
          <p:nvPr/>
        </p:nvPicPr>
        <p:blipFill>
          <a:blip r:embed="rId6">
            <a:duotone>
              <a:prstClr val="black"/>
              <a:schemeClr val="accent2">
                <a:tint val="45000"/>
                <a:satMod val="400000"/>
              </a:schemeClr>
            </a:duotone>
            <a:extLst>
              <a:ext uri="{BEBA8EAE-BF5A-486C-A8C5-ECC9F3942E4B}">
                <a14:imgProps xmlns:a14="http://schemas.microsoft.com/office/drawing/2010/main">
                  <a14:imgLayer r:embed="rId7">
                    <a14:imgEffect>
                      <a14:artisticChalkSketch/>
                    </a14:imgEffect>
                  </a14:imgLayer>
                </a14:imgProps>
              </a:ext>
            </a:extLst>
          </a:blip>
          <a:stretch>
            <a:fillRect/>
          </a:stretch>
        </p:blipFill>
        <p:spPr>
          <a:xfrm>
            <a:off x="6894791" y="2466713"/>
            <a:ext cx="1381944" cy="976075"/>
          </a:xfrm>
          <a:prstGeom prst="rect">
            <a:avLst/>
          </a:prstGeom>
          <a:ln>
            <a:noFill/>
          </a:ln>
        </p:spPr>
      </p:pic>
      <p:pic>
        <p:nvPicPr>
          <p:cNvPr id="23" name="Picture 22">
            <a:extLst>
              <a:ext uri="{FF2B5EF4-FFF2-40B4-BE49-F238E27FC236}">
                <a16:creationId xmlns:a16="http://schemas.microsoft.com/office/drawing/2014/main" id="{89FCB4EA-5B51-C18C-4E30-6225D67F42E8}"/>
              </a:ext>
            </a:extLst>
          </p:cNvPr>
          <p:cNvPicPr/>
          <p:nvPr/>
        </p:nvPicPr>
        <p:blipFill rotWithShape="1">
          <a:blip r:embed="rId8"/>
          <a:srcRect t="7414"/>
          <a:stretch/>
        </p:blipFill>
        <p:spPr>
          <a:xfrm>
            <a:off x="6895137" y="4325108"/>
            <a:ext cx="2164427" cy="1271588"/>
          </a:xfrm>
          <a:prstGeom prst="rect">
            <a:avLst/>
          </a:prstGeom>
          <a:ln>
            <a:noFill/>
          </a:ln>
        </p:spPr>
      </p:pic>
      <p:pic>
        <p:nvPicPr>
          <p:cNvPr id="24" name="Picture 23">
            <a:extLst>
              <a:ext uri="{FF2B5EF4-FFF2-40B4-BE49-F238E27FC236}">
                <a16:creationId xmlns:a16="http://schemas.microsoft.com/office/drawing/2014/main" id="{E3B36CD4-3061-6640-8DA8-894EFAADF0BB}"/>
              </a:ext>
            </a:extLst>
          </p:cNvPr>
          <p:cNvPicPr>
            <a:picLocks noChangeAspect="1"/>
          </p:cNvPicPr>
          <p:nvPr/>
        </p:nvPicPr>
        <p:blipFill rotWithShape="1">
          <a:blip r:embed="rId9"/>
          <a:srcRect r="1970"/>
          <a:stretch/>
        </p:blipFill>
        <p:spPr>
          <a:xfrm>
            <a:off x="10386231" y="2453654"/>
            <a:ext cx="1379472" cy="962732"/>
          </a:xfrm>
          <a:prstGeom prst="rect">
            <a:avLst/>
          </a:prstGeom>
          <a:solidFill>
            <a:schemeClr val="accent3">
              <a:lumMod val="20000"/>
              <a:lumOff val="80000"/>
            </a:schemeClr>
          </a:solidFill>
          <a:ln>
            <a:solidFill>
              <a:schemeClr val="accent2"/>
            </a:solidFill>
          </a:ln>
        </p:spPr>
      </p:pic>
      <p:pic>
        <p:nvPicPr>
          <p:cNvPr id="25" name="Picture 2">
            <a:extLst>
              <a:ext uri="{FF2B5EF4-FFF2-40B4-BE49-F238E27FC236}">
                <a16:creationId xmlns:a16="http://schemas.microsoft.com/office/drawing/2014/main" id="{B55BC102-75FE-6F75-7E14-1A1BECC27855}"/>
              </a:ext>
            </a:extLst>
          </p:cNvPr>
          <p:cNvPicPr>
            <a:picLocks noChangeAspect="1" noChangeArrowheads="1"/>
          </p:cNvPicPr>
          <p:nvPr/>
        </p:nvPicPr>
        <p:blipFill>
          <a:blip r:embed="rId10">
            <a:extLst>
              <a:ext uri="{BEBA8EAE-BF5A-486C-A8C5-ECC9F3942E4B}">
                <a14:imgProps xmlns:a14="http://schemas.microsoft.com/office/drawing/2010/main">
                  <a14:imgLayer r:embed="rId11">
                    <a14:imgEffect>
                      <a14:artisticPhotocopy/>
                    </a14:imgEffect>
                  </a14:imgLayer>
                </a14:imgProps>
              </a:ext>
            </a:extLst>
          </a:blip>
          <a:srcRect/>
          <a:stretch>
            <a:fillRect/>
          </a:stretch>
        </p:blipFill>
        <p:spPr bwMode="auto">
          <a:xfrm>
            <a:off x="8403243" y="2490232"/>
            <a:ext cx="1856481" cy="953641"/>
          </a:xfrm>
          <a:prstGeom prst="rect">
            <a:avLst/>
          </a:prstGeom>
          <a:noFill/>
          <a:ln w="9525">
            <a:solidFill>
              <a:schemeClr val="accent2"/>
            </a:solidFill>
            <a:miter lim="800000"/>
            <a:headEnd/>
            <a:tailEnd/>
          </a:ln>
          <a:effectLst/>
        </p:spPr>
      </p:pic>
      <p:pic>
        <p:nvPicPr>
          <p:cNvPr id="26" name="Picture 25">
            <a:extLst>
              <a:ext uri="{FF2B5EF4-FFF2-40B4-BE49-F238E27FC236}">
                <a16:creationId xmlns:a16="http://schemas.microsoft.com/office/drawing/2014/main" id="{C6DC8045-CA1C-21F8-D92D-A44906AC4F1D}"/>
              </a:ext>
            </a:extLst>
          </p:cNvPr>
          <p:cNvPicPr>
            <a:picLocks noChangeAspect="1"/>
          </p:cNvPicPr>
          <p:nvPr/>
        </p:nvPicPr>
        <p:blipFill rotWithShape="1">
          <a:blip r:embed="rId12">
            <a:duotone>
              <a:schemeClr val="accent6">
                <a:shade val="45000"/>
                <a:satMod val="135000"/>
              </a:schemeClr>
              <a:prstClr val="white"/>
            </a:duotone>
          </a:blip>
          <a:srcRect l="757" t="13468" r="3789" b="12458"/>
          <a:stretch/>
        </p:blipFill>
        <p:spPr>
          <a:xfrm>
            <a:off x="9233432" y="4325108"/>
            <a:ext cx="2532271" cy="1258692"/>
          </a:xfrm>
          <a:prstGeom prst="rect">
            <a:avLst/>
          </a:prstGeom>
          <a:ln>
            <a:noFill/>
          </a:ln>
        </p:spPr>
      </p:pic>
      <p:sp>
        <p:nvSpPr>
          <p:cNvPr id="4" name="Rectangle 24">
            <a:extLst>
              <a:ext uri="{FF2B5EF4-FFF2-40B4-BE49-F238E27FC236}">
                <a16:creationId xmlns:a16="http://schemas.microsoft.com/office/drawing/2014/main" id="{54F80290-1F5F-6C2F-B6D9-82848ADB8AF8}"/>
              </a:ext>
            </a:extLst>
          </p:cNvPr>
          <p:cNvSpPr/>
          <p:nvPr/>
        </p:nvSpPr>
        <p:spPr bwMode="gray">
          <a:xfrm>
            <a:off x="1115786" y="-6512"/>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Assets and Accelerators</a:t>
            </a:r>
          </a:p>
        </p:txBody>
      </p:sp>
      <p:sp>
        <p:nvSpPr>
          <p:cNvPr id="6" name="Freeform 15">
            <a:extLst>
              <a:ext uri="{FF2B5EF4-FFF2-40B4-BE49-F238E27FC236}">
                <a16:creationId xmlns:a16="http://schemas.microsoft.com/office/drawing/2014/main" id="{2D2F437C-0936-BFBC-4F1E-E52054E1C8FB}"/>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7" name="Freeform 16">
            <a:extLst>
              <a:ext uri="{FF2B5EF4-FFF2-40B4-BE49-F238E27FC236}">
                <a16:creationId xmlns:a16="http://schemas.microsoft.com/office/drawing/2014/main" id="{1CCB0F78-028A-95D9-248E-925C5C1421FE}"/>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27" name="Freeform 6">
            <a:extLst>
              <a:ext uri="{FF2B5EF4-FFF2-40B4-BE49-F238E27FC236}">
                <a16:creationId xmlns:a16="http://schemas.microsoft.com/office/drawing/2014/main" id="{8AFB1A4B-656E-9041-7A57-B4A5ED3EC42C}"/>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28" name="Freeform 6">
            <a:extLst>
              <a:ext uri="{FF2B5EF4-FFF2-40B4-BE49-F238E27FC236}">
                <a16:creationId xmlns:a16="http://schemas.microsoft.com/office/drawing/2014/main" id="{C49738A1-1806-F0B3-BE99-4B7776AF02C4}"/>
              </a:ext>
            </a:extLst>
          </p:cNvPr>
          <p:cNvSpPr>
            <a:spLocks/>
          </p:cNvSpPr>
          <p:nvPr/>
        </p:nvSpPr>
        <p:spPr bwMode="gray">
          <a:xfrm>
            <a:off x="878347"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29" name="Freeform 15">
            <a:extLst>
              <a:ext uri="{FF2B5EF4-FFF2-40B4-BE49-F238E27FC236}">
                <a16:creationId xmlns:a16="http://schemas.microsoft.com/office/drawing/2014/main" id="{6742A883-E593-31C3-3875-9BDF3C5B3811}"/>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30" name="Freeform 16">
            <a:extLst>
              <a:ext uri="{FF2B5EF4-FFF2-40B4-BE49-F238E27FC236}">
                <a16:creationId xmlns:a16="http://schemas.microsoft.com/office/drawing/2014/main" id="{4C02E825-C367-8B15-B7F2-C30AE72E655D}"/>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31" name="Freeform 6">
            <a:extLst>
              <a:ext uri="{FF2B5EF4-FFF2-40B4-BE49-F238E27FC236}">
                <a16:creationId xmlns:a16="http://schemas.microsoft.com/office/drawing/2014/main" id="{70670316-73F9-6277-0150-BC7CF6D88C54}"/>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32" name="Freeform 6">
            <a:extLst>
              <a:ext uri="{FF2B5EF4-FFF2-40B4-BE49-F238E27FC236}">
                <a16:creationId xmlns:a16="http://schemas.microsoft.com/office/drawing/2014/main" id="{28FE1D85-8973-CFDB-ABCD-C0D57AA407FB}"/>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913788358"/>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3814371F-BAC6-7023-B042-26985CA896CB}"/>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3814371F-BAC6-7023-B042-26985CA896C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99E7E4DA-9D3E-8FF1-99F8-1BCA7068440F}"/>
              </a:ext>
            </a:extLst>
          </p:cNvPr>
          <p:cNvSpPr>
            <a:spLocks noGrp="1"/>
          </p:cNvSpPr>
          <p:nvPr>
            <p:ph type="body" sz="quarter" idx="13"/>
          </p:nvPr>
        </p:nvSpPr>
        <p:spPr/>
        <p:txBody>
          <a:bodyPr/>
          <a:lstStyle/>
          <a:p>
            <a:r>
              <a:rPr lang="en-US" dirty="0"/>
              <a:t>Managing large scale programs &amp; utility solutions</a:t>
            </a:r>
          </a:p>
        </p:txBody>
      </p:sp>
      <p:sp>
        <p:nvSpPr>
          <p:cNvPr id="3" name="Title 2">
            <a:extLst>
              <a:ext uri="{FF2B5EF4-FFF2-40B4-BE49-F238E27FC236}">
                <a16:creationId xmlns:a16="http://schemas.microsoft.com/office/drawing/2014/main" id="{8A2AE81F-F338-264B-562B-CA6CFDE19094}"/>
              </a:ext>
            </a:extLst>
          </p:cNvPr>
          <p:cNvSpPr>
            <a:spLocks noGrp="1"/>
          </p:cNvSpPr>
          <p:nvPr>
            <p:ph type="title"/>
          </p:nvPr>
        </p:nvSpPr>
        <p:spPr/>
        <p:txBody>
          <a:bodyPr vert="horz"/>
          <a:lstStyle/>
          <a:p>
            <a:r>
              <a:rPr lang="en-US" dirty="0"/>
              <a:t>Service Offerings &amp; Proprietary Tools [2/3]</a:t>
            </a:r>
          </a:p>
        </p:txBody>
      </p:sp>
      <p:cxnSp>
        <p:nvCxnSpPr>
          <p:cNvPr id="6" name="iBar:165/102">
            <a:extLst>
              <a:ext uri="{FF2B5EF4-FFF2-40B4-BE49-F238E27FC236}">
                <a16:creationId xmlns:a16="http://schemas.microsoft.com/office/drawing/2014/main" id="{35624FB0-E14D-7B59-A696-64780E2E418C}"/>
              </a:ext>
            </a:extLst>
          </p:cNvPr>
          <p:cNvCxnSpPr>
            <a:cxnSpLocks/>
          </p:cNvCxnSpPr>
          <p:nvPr/>
        </p:nvCxnSpPr>
        <p:spPr>
          <a:xfrm>
            <a:off x="538467" y="5970971"/>
            <a:ext cx="11213421" cy="0"/>
          </a:xfrm>
          <a:prstGeom prst="line">
            <a:avLst/>
          </a:prstGeom>
          <a:ln w="12700">
            <a:solidFill>
              <a:srgbClr val="86BC25"/>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EBEFCCB2-6B40-CE9F-462F-607E5664709D}"/>
              </a:ext>
            </a:extLst>
          </p:cNvPr>
          <p:cNvSpPr txBox="1"/>
          <p:nvPr/>
        </p:nvSpPr>
        <p:spPr>
          <a:xfrm>
            <a:off x="538467" y="1256642"/>
            <a:ext cx="6184232" cy="303109"/>
          </a:xfrm>
          <a:prstGeom prst="rect">
            <a:avLst/>
          </a:prstGeom>
          <a:solidFill>
            <a:schemeClr val="accent4"/>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Our Service Offerings</a:t>
            </a:r>
            <a:endParaRPr kumimoji="0" lang="en-IN"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07897651-5771-03DD-114D-7971C87B6AB0}"/>
              </a:ext>
            </a:extLst>
          </p:cNvPr>
          <p:cNvSpPr txBox="1"/>
          <p:nvPr/>
        </p:nvSpPr>
        <p:spPr>
          <a:xfrm>
            <a:off x="6828688" y="1256642"/>
            <a:ext cx="4923200" cy="303109"/>
          </a:xfrm>
          <a:prstGeom prst="rect">
            <a:avLst/>
          </a:prstGeom>
          <a:solidFill>
            <a:srgbClr val="0070C0"/>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Our Proprietary Tools</a:t>
            </a:r>
            <a:endParaRPr kumimoji="0" lang="en-IN"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4403495C-9C4F-59DA-E629-E457BE79EF52}"/>
              </a:ext>
            </a:extLst>
          </p:cNvPr>
          <p:cNvSpPr/>
          <p:nvPr/>
        </p:nvSpPr>
        <p:spPr bwMode="gray">
          <a:xfrm>
            <a:off x="6828688" y="4050979"/>
            <a:ext cx="4923200" cy="1823456"/>
          </a:xfrm>
          <a:prstGeom prst="rect">
            <a:avLst/>
          </a:prstGeom>
          <a:blipFill dpi="0" rotWithShape="1">
            <a:blip r:embed="rId5">
              <a:alphaModFix amt="76000"/>
            </a:blip>
            <a:srcRect/>
            <a:tile tx="0" ty="0" sx="100000" sy="100000" flip="none" algn="tl"/>
          </a:bli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 name="Rectangle 9">
            <a:extLst>
              <a:ext uri="{FF2B5EF4-FFF2-40B4-BE49-F238E27FC236}">
                <a16:creationId xmlns:a16="http://schemas.microsoft.com/office/drawing/2014/main" id="{F9B104A8-AFC6-DA24-95CE-BB2630B6AC0C}"/>
              </a:ext>
            </a:extLst>
          </p:cNvPr>
          <p:cNvSpPr/>
          <p:nvPr/>
        </p:nvSpPr>
        <p:spPr bwMode="gray">
          <a:xfrm>
            <a:off x="6811748" y="1962465"/>
            <a:ext cx="4940140" cy="1823455"/>
          </a:xfrm>
          <a:prstGeom prst="rect">
            <a:avLst/>
          </a:prstGeom>
          <a:blipFill dpi="0" rotWithShape="1">
            <a:blip r:embed="rId5">
              <a:alphaModFix amt="76000"/>
            </a:blip>
            <a:srcRect/>
            <a:tile tx="0" ty="0" sx="100000" sy="100000" flip="none" algn="tl"/>
          </a:bli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1" name="Rectangle 10">
            <a:extLst>
              <a:ext uri="{FF2B5EF4-FFF2-40B4-BE49-F238E27FC236}">
                <a16:creationId xmlns:a16="http://schemas.microsoft.com/office/drawing/2014/main" id="{2B6A05C0-8524-7924-1EBC-455C4D210CF2}"/>
              </a:ext>
            </a:extLst>
          </p:cNvPr>
          <p:cNvSpPr/>
          <p:nvPr/>
        </p:nvSpPr>
        <p:spPr bwMode="gray">
          <a:xfrm>
            <a:off x="538467" y="1578879"/>
            <a:ext cx="6184232" cy="4295556"/>
          </a:xfrm>
          <a:prstGeom prst="rect">
            <a:avLst/>
          </a:prstGeom>
          <a:solidFill>
            <a:schemeClr val="bg1">
              <a:lumMod val="9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a:ln>
                <a:noFill/>
              </a:ln>
              <a:solidFill>
                <a:prstClr val="white"/>
              </a:solidFill>
              <a:effectLst/>
              <a:uLnTx/>
              <a:uFillTx/>
              <a:latin typeface="Calibri"/>
              <a:ea typeface="+mn-ea"/>
              <a:cs typeface="+mn-cs"/>
            </a:endParaRPr>
          </a:p>
        </p:txBody>
      </p:sp>
      <p:sp>
        <p:nvSpPr>
          <p:cNvPr id="12" name="TxtBox:165/102">
            <a:extLst>
              <a:ext uri="{FF2B5EF4-FFF2-40B4-BE49-F238E27FC236}">
                <a16:creationId xmlns:a16="http://schemas.microsoft.com/office/drawing/2014/main" id="{B29D06F5-4E07-B8F2-0114-4F84F4ACF58B}"/>
              </a:ext>
            </a:extLst>
          </p:cNvPr>
          <p:cNvSpPr/>
          <p:nvPr/>
        </p:nvSpPr>
        <p:spPr>
          <a:xfrm>
            <a:off x="6828688" y="1571134"/>
            <a:ext cx="4923200" cy="37997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0" bIns="0" rtlCol="0" anchor="ctr">
            <a:spAutoFit/>
          </a:bodyPr>
          <a:lstStyle/>
          <a:p>
            <a:pPr algn="ctr"/>
            <a:r>
              <a:rPr lang="en-US" sz="1200" b="1">
                <a:solidFill>
                  <a:schemeClr val="tx1"/>
                </a:solidFill>
              </a:rPr>
              <a:t>Web Portal for Proliferation of </a:t>
            </a:r>
            <a:endParaRPr lang="en-US" sz="1200" b="1" dirty="0">
              <a:solidFill>
                <a:schemeClr val="tx1"/>
              </a:solidFill>
            </a:endParaRPr>
          </a:p>
          <a:p>
            <a:pPr algn="ctr"/>
            <a:r>
              <a:rPr lang="en-US" sz="1200" b="1">
                <a:solidFill>
                  <a:schemeClr val="tx1"/>
                </a:solidFill>
              </a:rPr>
              <a:t>rooftop solar solutions in Odisha</a:t>
            </a:r>
          </a:p>
        </p:txBody>
      </p:sp>
      <p:pic>
        <p:nvPicPr>
          <p:cNvPr id="13" name="Picture 12">
            <a:extLst>
              <a:ext uri="{FF2B5EF4-FFF2-40B4-BE49-F238E27FC236}">
                <a16:creationId xmlns:a16="http://schemas.microsoft.com/office/drawing/2014/main" id="{D34BF46F-D6D7-C82B-B7BB-A17E1B987034}"/>
              </a:ext>
            </a:extLst>
          </p:cNvPr>
          <p:cNvPicPr>
            <a:picLocks noChangeAspect="1"/>
          </p:cNvPicPr>
          <p:nvPr/>
        </p:nvPicPr>
        <p:blipFill>
          <a:blip r:embed="rId6"/>
          <a:stretch>
            <a:fillRect/>
          </a:stretch>
        </p:blipFill>
        <p:spPr>
          <a:xfrm>
            <a:off x="6953507" y="2178680"/>
            <a:ext cx="2406442" cy="1419261"/>
          </a:xfrm>
          <a:prstGeom prst="rect">
            <a:avLst/>
          </a:prstGeom>
        </p:spPr>
      </p:pic>
      <p:pic>
        <p:nvPicPr>
          <p:cNvPr id="14" name="Picture 13">
            <a:extLst>
              <a:ext uri="{FF2B5EF4-FFF2-40B4-BE49-F238E27FC236}">
                <a16:creationId xmlns:a16="http://schemas.microsoft.com/office/drawing/2014/main" id="{B7F2473E-CD61-52AF-FA48-073169509175}"/>
              </a:ext>
            </a:extLst>
          </p:cNvPr>
          <p:cNvPicPr>
            <a:picLocks noChangeAspect="1"/>
          </p:cNvPicPr>
          <p:nvPr/>
        </p:nvPicPr>
        <p:blipFill rotWithShape="1">
          <a:blip r:embed="rId7"/>
          <a:srcRect r="18551"/>
          <a:stretch/>
        </p:blipFill>
        <p:spPr>
          <a:xfrm>
            <a:off x="8590999" y="2301910"/>
            <a:ext cx="2488807" cy="1376688"/>
          </a:xfrm>
          <a:prstGeom prst="rect">
            <a:avLst/>
          </a:prstGeom>
        </p:spPr>
      </p:pic>
      <p:sp>
        <p:nvSpPr>
          <p:cNvPr id="15" name="TxtBox:165/102">
            <a:extLst>
              <a:ext uri="{FF2B5EF4-FFF2-40B4-BE49-F238E27FC236}">
                <a16:creationId xmlns:a16="http://schemas.microsoft.com/office/drawing/2014/main" id="{4DD7A2D8-2CE1-F6C1-91F7-783F961EA3BF}"/>
              </a:ext>
            </a:extLst>
          </p:cNvPr>
          <p:cNvSpPr/>
          <p:nvPr/>
        </p:nvSpPr>
        <p:spPr>
          <a:xfrm>
            <a:off x="6811748" y="3747812"/>
            <a:ext cx="4940140" cy="369332"/>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0" bIns="0" rtlCol="0" anchor="ctr">
            <a:spAutoFit/>
          </a:bodyPr>
          <a:lstStyle/>
          <a:p>
            <a:pPr algn="ctr"/>
            <a:r>
              <a:rPr lang="en-US" sz="1200" b="1">
                <a:solidFill>
                  <a:schemeClr val="tx1"/>
                </a:solidFill>
              </a:rPr>
              <a:t>Tool for managing </a:t>
            </a:r>
          </a:p>
          <a:p>
            <a:pPr algn="ctr"/>
            <a:r>
              <a:rPr lang="en-US" sz="1200" b="1">
                <a:solidFill>
                  <a:schemeClr val="tx1"/>
                </a:solidFill>
              </a:rPr>
              <a:t>large scale programs</a:t>
            </a:r>
          </a:p>
        </p:txBody>
      </p:sp>
      <p:pic>
        <p:nvPicPr>
          <p:cNvPr id="16" name="Picture 15">
            <a:extLst>
              <a:ext uri="{FF2B5EF4-FFF2-40B4-BE49-F238E27FC236}">
                <a16:creationId xmlns:a16="http://schemas.microsoft.com/office/drawing/2014/main" id="{F10DE6AF-17A1-CCB6-BAF8-F7A88903DA33}"/>
              </a:ext>
            </a:extLst>
          </p:cNvPr>
          <p:cNvPicPr>
            <a:picLocks noChangeAspect="1"/>
          </p:cNvPicPr>
          <p:nvPr/>
        </p:nvPicPr>
        <p:blipFill>
          <a:blip r:embed="rId8"/>
          <a:stretch>
            <a:fillRect/>
          </a:stretch>
        </p:blipFill>
        <p:spPr>
          <a:xfrm>
            <a:off x="6953507" y="4158350"/>
            <a:ext cx="2406442" cy="1528137"/>
          </a:xfrm>
          <a:prstGeom prst="rect">
            <a:avLst/>
          </a:prstGeom>
        </p:spPr>
      </p:pic>
      <p:pic>
        <p:nvPicPr>
          <p:cNvPr id="17" name="Picture 16">
            <a:extLst>
              <a:ext uri="{FF2B5EF4-FFF2-40B4-BE49-F238E27FC236}">
                <a16:creationId xmlns:a16="http://schemas.microsoft.com/office/drawing/2014/main" id="{63E0B681-EFD1-35B1-73C1-5507619CAFEA}"/>
              </a:ext>
            </a:extLst>
          </p:cNvPr>
          <p:cNvPicPr>
            <a:picLocks noChangeAspect="1"/>
          </p:cNvPicPr>
          <p:nvPr/>
        </p:nvPicPr>
        <p:blipFill>
          <a:blip r:embed="rId9"/>
          <a:stretch>
            <a:fillRect/>
          </a:stretch>
        </p:blipFill>
        <p:spPr>
          <a:xfrm>
            <a:off x="8472944" y="4298573"/>
            <a:ext cx="2606862" cy="1481888"/>
          </a:xfrm>
          <a:prstGeom prst="rect">
            <a:avLst/>
          </a:prstGeom>
        </p:spPr>
      </p:pic>
      <p:sp>
        <p:nvSpPr>
          <p:cNvPr id="18" name="Rectangle 17">
            <a:extLst>
              <a:ext uri="{FF2B5EF4-FFF2-40B4-BE49-F238E27FC236}">
                <a16:creationId xmlns:a16="http://schemas.microsoft.com/office/drawing/2014/main" id="{AB90601A-2FE3-D106-0ABD-8A762A6FAA22}"/>
              </a:ext>
            </a:extLst>
          </p:cNvPr>
          <p:cNvSpPr/>
          <p:nvPr/>
        </p:nvSpPr>
        <p:spPr>
          <a:xfrm>
            <a:off x="2185321" y="1929670"/>
            <a:ext cx="2705956" cy="646331"/>
          </a:xfrm>
          <a:prstGeom prst="rect">
            <a:avLst/>
          </a:prstGeom>
        </p:spPr>
        <p:txBody>
          <a:bodyPr wrap="square">
            <a:spAutoFit/>
          </a:bodyPr>
          <a:lstStyle/>
          <a:p>
            <a:pPr algn="ctr"/>
            <a:r>
              <a:rPr lang="en-US" sz="1200" b="1"/>
              <a:t>Growth strategy, feasibility assessment, market assessment, competition assessment, etc.</a:t>
            </a:r>
            <a:endParaRPr lang="en-IN" sz="1200" b="1"/>
          </a:p>
        </p:txBody>
      </p:sp>
      <p:sp>
        <p:nvSpPr>
          <p:cNvPr id="19" name="Rectangle 18">
            <a:extLst>
              <a:ext uri="{FF2B5EF4-FFF2-40B4-BE49-F238E27FC236}">
                <a16:creationId xmlns:a16="http://schemas.microsoft.com/office/drawing/2014/main" id="{BF4C56B4-8159-D393-BF8F-BBD15A8457B4}"/>
              </a:ext>
            </a:extLst>
          </p:cNvPr>
          <p:cNvSpPr/>
          <p:nvPr/>
        </p:nvSpPr>
        <p:spPr>
          <a:xfrm>
            <a:off x="4573759" y="3189668"/>
            <a:ext cx="1512964" cy="461665"/>
          </a:xfrm>
          <a:prstGeom prst="rect">
            <a:avLst/>
          </a:prstGeom>
        </p:spPr>
        <p:txBody>
          <a:bodyPr wrap="square">
            <a:spAutoFit/>
          </a:bodyPr>
          <a:lstStyle/>
          <a:p>
            <a:r>
              <a:rPr lang="en-US" sz="1200" b="1" dirty="0"/>
              <a:t>Due Diligence &amp; transaction advisory</a:t>
            </a:r>
            <a:endParaRPr lang="en-IN" sz="1200" b="1" dirty="0"/>
          </a:p>
        </p:txBody>
      </p:sp>
      <p:sp>
        <p:nvSpPr>
          <p:cNvPr id="20" name="Rectangle 19">
            <a:extLst>
              <a:ext uri="{FF2B5EF4-FFF2-40B4-BE49-F238E27FC236}">
                <a16:creationId xmlns:a16="http://schemas.microsoft.com/office/drawing/2014/main" id="{DEA21221-8A5C-030B-33EA-153B85357EEC}"/>
              </a:ext>
            </a:extLst>
          </p:cNvPr>
          <p:cNvSpPr/>
          <p:nvPr/>
        </p:nvSpPr>
        <p:spPr>
          <a:xfrm>
            <a:off x="4665170" y="4145987"/>
            <a:ext cx="1273906" cy="461665"/>
          </a:xfrm>
          <a:prstGeom prst="rect">
            <a:avLst/>
          </a:prstGeom>
        </p:spPr>
        <p:txBody>
          <a:bodyPr wrap="square">
            <a:spAutoFit/>
          </a:bodyPr>
          <a:lstStyle/>
          <a:p>
            <a:r>
              <a:rPr lang="en-US" sz="1200" b="1"/>
              <a:t>Contracting and Bid management</a:t>
            </a:r>
            <a:endParaRPr lang="en-IN" sz="1200" b="1"/>
          </a:p>
        </p:txBody>
      </p:sp>
      <p:sp>
        <p:nvSpPr>
          <p:cNvPr id="21" name="Rectangle 20">
            <a:extLst>
              <a:ext uri="{FF2B5EF4-FFF2-40B4-BE49-F238E27FC236}">
                <a16:creationId xmlns:a16="http://schemas.microsoft.com/office/drawing/2014/main" id="{3FFA56FE-BFB0-B194-1209-F1F94E818E4C}"/>
              </a:ext>
            </a:extLst>
          </p:cNvPr>
          <p:cNvSpPr/>
          <p:nvPr/>
        </p:nvSpPr>
        <p:spPr>
          <a:xfrm>
            <a:off x="2177585" y="5229699"/>
            <a:ext cx="2905996" cy="461665"/>
          </a:xfrm>
          <a:prstGeom prst="rect">
            <a:avLst/>
          </a:prstGeom>
        </p:spPr>
        <p:txBody>
          <a:bodyPr wrap="square">
            <a:spAutoFit/>
          </a:bodyPr>
          <a:lstStyle/>
          <a:p>
            <a:pPr algn="ctr"/>
            <a:r>
              <a:rPr lang="en-US" sz="1200" b="1"/>
              <a:t>Future of Energy/New market strategy – C&amp;I, Hydrogen, RE Integration, etc.</a:t>
            </a:r>
            <a:endParaRPr lang="en-IN" sz="1200" b="1"/>
          </a:p>
        </p:txBody>
      </p:sp>
      <p:sp>
        <p:nvSpPr>
          <p:cNvPr id="22" name="Rectangle 21">
            <a:extLst>
              <a:ext uri="{FF2B5EF4-FFF2-40B4-BE49-F238E27FC236}">
                <a16:creationId xmlns:a16="http://schemas.microsoft.com/office/drawing/2014/main" id="{8D73FB3F-DF4C-9C58-F8EF-2FBB3118041E}"/>
              </a:ext>
            </a:extLst>
          </p:cNvPr>
          <p:cNvSpPr/>
          <p:nvPr/>
        </p:nvSpPr>
        <p:spPr>
          <a:xfrm>
            <a:off x="1000937" y="4127619"/>
            <a:ext cx="1085372" cy="461665"/>
          </a:xfrm>
          <a:prstGeom prst="rect">
            <a:avLst/>
          </a:prstGeom>
        </p:spPr>
        <p:txBody>
          <a:bodyPr wrap="square">
            <a:spAutoFit/>
          </a:bodyPr>
          <a:lstStyle/>
          <a:p>
            <a:pPr algn="ctr"/>
            <a:r>
              <a:rPr lang="en-US" sz="1200" b="1"/>
              <a:t>Rural electrification</a:t>
            </a:r>
            <a:endParaRPr lang="en-IN" sz="1200" b="1"/>
          </a:p>
        </p:txBody>
      </p:sp>
      <p:sp>
        <p:nvSpPr>
          <p:cNvPr id="23" name="Rectangle 22">
            <a:extLst>
              <a:ext uri="{FF2B5EF4-FFF2-40B4-BE49-F238E27FC236}">
                <a16:creationId xmlns:a16="http://schemas.microsoft.com/office/drawing/2014/main" id="{188560CA-A587-0400-76CC-63DE9B964716}"/>
              </a:ext>
            </a:extLst>
          </p:cNvPr>
          <p:cNvSpPr/>
          <p:nvPr/>
        </p:nvSpPr>
        <p:spPr>
          <a:xfrm>
            <a:off x="690423" y="3059824"/>
            <a:ext cx="1523048" cy="646331"/>
          </a:xfrm>
          <a:prstGeom prst="rect">
            <a:avLst/>
          </a:prstGeom>
        </p:spPr>
        <p:txBody>
          <a:bodyPr wrap="square">
            <a:spAutoFit/>
          </a:bodyPr>
          <a:lstStyle/>
          <a:p>
            <a:pPr algn="ctr"/>
            <a:r>
              <a:rPr lang="en-US" sz="1200" b="1"/>
              <a:t>Project Management in managing capital projects</a:t>
            </a:r>
            <a:endParaRPr lang="en-IN" sz="1200" b="1"/>
          </a:p>
        </p:txBody>
      </p:sp>
      <p:grpSp>
        <p:nvGrpSpPr>
          <p:cNvPr id="24" name="Group 23">
            <a:extLst>
              <a:ext uri="{FF2B5EF4-FFF2-40B4-BE49-F238E27FC236}">
                <a16:creationId xmlns:a16="http://schemas.microsoft.com/office/drawing/2014/main" id="{378BF38A-3144-BDB3-552D-F26EDE84FA81}"/>
              </a:ext>
            </a:extLst>
          </p:cNvPr>
          <p:cNvGrpSpPr>
            <a:grpSpLocks noChangeAspect="1"/>
          </p:cNvGrpSpPr>
          <p:nvPr/>
        </p:nvGrpSpPr>
        <p:grpSpPr>
          <a:xfrm>
            <a:off x="2179674" y="2625345"/>
            <a:ext cx="2415197" cy="2515285"/>
            <a:chOff x="1616662" y="2466689"/>
            <a:chExt cx="2840310" cy="2958016"/>
          </a:xfrm>
        </p:grpSpPr>
        <p:sp>
          <p:nvSpPr>
            <p:cNvPr id="25" name="Freeform: Shape 9014">
              <a:extLst>
                <a:ext uri="{FF2B5EF4-FFF2-40B4-BE49-F238E27FC236}">
                  <a16:creationId xmlns:a16="http://schemas.microsoft.com/office/drawing/2014/main" id="{174712B2-3993-9E71-47B9-A736F9925225}"/>
                </a:ext>
              </a:extLst>
            </p:cNvPr>
            <p:cNvSpPr/>
            <p:nvPr/>
          </p:nvSpPr>
          <p:spPr>
            <a:xfrm>
              <a:off x="2494131" y="2466689"/>
              <a:ext cx="1085372" cy="940145"/>
            </a:xfrm>
            <a:custGeom>
              <a:avLst/>
              <a:gdLst/>
              <a:ahLst/>
              <a:cxnLst>
                <a:cxn ang="3cd4">
                  <a:pos x="hc" y="t"/>
                </a:cxn>
                <a:cxn ang="cd2">
                  <a:pos x="l" y="vc"/>
                </a:cxn>
                <a:cxn ang="cd4">
                  <a:pos x="hc" y="b"/>
                </a:cxn>
                <a:cxn ang="0">
                  <a:pos x="r" y="vc"/>
                </a:cxn>
              </a:cxnLst>
              <a:rect l="l" t="t" r="r" b="b"/>
              <a:pathLst>
                <a:path w="711" h="616">
                  <a:moveTo>
                    <a:pt x="178" y="616"/>
                  </a:moveTo>
                  <a:lnTo>
                    <a:pt x="0" y="308"/>
                  </a:lnTo>
                  <a:lnTo>
                    <a:pt x="178" y="0"/>
                  </a:lnTo>
                  <a:lnTo>
                    <a:pt x="533" y="0"/>
                  </a:lnTo>
                  <a:lnTo>
                    <a:pt x="711" y="308"/>
                  </a:lnTo>
                  <a:lnTo>
                    <a:pt x="533" y="616"/>
                  </a:lnTo>
                  <a:close/>
                </a:path>
              </a:pathLst>
            </a:custGeom>
            <a:solidFill>
              <a:schemeClr val="accent4">
                <a:lumMod val="50000"/>
              </a:schemeClr>
            </a:solidFill>
            <a:ln cap="flat">
              <a:noFill/>
              <a:prstDash val="solid"/>
            </a:ln>
          </p:spPr>
          <p:txBody>
            <a:bodyPr vert="horz" wrap="none" lIns="45000" tIns="22500" rIns="45000" bIns="22500" anchor="ctr" anchorCtr="1" compatLnSpc="0"/>
            <a:lstStyle/>
            <a:p>
              <a:pPr hangingPunct="0"/>
              <a:endParaRPr lang="en-US" sz="1000">
                <a:latin typeface="Calibri" panose="020F0502020204030204" pitchFamily="34" charset="0"/>
                <a:ea typeface="Arial Unicode MS" pitchFamily="2"/>
                <a:cs typeface="Calibri" panose="020F0502020204030204" pitchFamily="34" charset="0"/>
              </a:endParaRPr>
            </a:p>
          </p:txBody>
        </p:sp>
        <p:sp>
          <p:nvSpPr>
            <p:cNvPr id="26" name="Freeform: Shape 9015">
              <a:extLst>
                <a:ext uri="{FF2B5EF4-FFF2-40B4-BE49-F238E27FC236}">
                  <a16:creationId xmlns:a16="http://schemas.microsoft.com/office/drawing/2014/main" id="{C9A40895-25A5-3729-532F-B2215754D78D}"/>
                </a:ext>
              </a:extLst>
            </p:cNvPr>
            <p:cNvSpPr/>
            <p:nvPr/>
          </p:nvSpPr>
          <p:spPr>
            <a:xfrm>
              <a:off x="2494131" y="4484560"/>
              <a:ext cx="1085372" cy="940145"/>
            </a:xfrm>
            <a:custGeom>
              <a:avLst/>
              <a:gdLst/>
              <a:ahLst/>
              <a:cxnLst>
                <a:cxn ang="3cd4">
                  <a:pos x="hc" y="t"/>
                </a:cxn>
                <a:cxn ang="cd2">
                  <a:pos x="l" y="vc"/>
                </a:cxn>
                <a:cxn ang="cd4">
                  <a:pos x="hc" y="b"/>
                </a:cxn>
                <a:cxn ang="0">
                  <a:pos x="r" y="vc"/>
                </a:cxn>
              </a:cxnLst>
              <a:rect l="l" t="t" r="r" b="b"/>
              <a:pathLst>
                <a:path w="711" h="616">
                  <a:moveTo>
                    <a:pt x="178" y="616"/>
                  </a:moveTo>
                  <a:lnTo>
                    <a:pt x="0" y="308"/>
                  </a:lnTo>
                  <a:lnTo>
                    <a:pt x="178" y="0"/>
                  </a:lnTo>
                  <a:lnTo>
                    <a:pt x="533" y="0"/>
                  </a:lnTo>
                  <a:lnTo>
                    <a:pt x="711" y="308"/>
                  </a:lnTo>
                  <a:lnTo>
                    <a:pt x="533" y="616"/>
                  </a:lnTo>
                  <a:close/>
                </a:path>
              </a:pathLst>
            </a:custGeom>
            <a:solidFill>
              <a:srgbClr val="002060"/>
            </a:solidFill>
            <a:ln cap="flat">
              <a:noFill/>
              <a:prstDash val="solid"/>
            </a:ln>
          </p:spPr>
          <p:txBody>
            <a:bodyPr vert="horz" wrap="none" lIns="45000" tIns="22500" rIns="45000" bIns="22500" anchor="ctr" anchorCtr="1" compatLnSpc="0"/>
            <a:lstStyle/>
            <a:p>
              <a:pPr hangingPunct="0"/>
              <a:endParaRPr lang="en-US" sz="2000" b="1">
                <a:solidFill>
                  <a:schemeClr val="bg1"/>
                </a:solidFill>
                <a:latin typeface="Calibri" panose="020F0502020204030204" pitchFamily="34" charset="0"/>
                <a:ea typeface="Arial Unicode MS" pitchFamily="2"/>
                <a:cs typeface="Calibri" panose="020F0502020204030204" pitchFamily="34" charset="0"/>
              </a:endParaRPr>
            </a:p>
          </p:txBody>
        </p:sp>
        <p:sp>
          <p:nvSpPr>
            <p:cNvPr id="27" name="Freeform: Shape 9016">
              <a:extLst>
                <a:ext uri="{FF2B5EF4-FFF2-40B4-BE49-F238E27FC236}">
                  <a16:creationId xmlns:a16="http://schemas.microsoft.com/office/drawing/2014/main" id="{982AEA01-4E27-EFA0-AB1E-BFD0B8B673C3}"/>
                </a:ext>
              </a:extLst>
            </p:cNvPr>
            <p:cNvSpPr>
              <a:spLocks noChangeAspect="1"/>
            </p:cNvSpPr>
            <p:nvPr/>
          </p:nvSpPr>
          <p:spPr>
            <a:xfrm>
              <a:off x="1616662" y="3990793"/>
              <a:ext cx="1085372" cy="938616"/>
            </a:xfrm>
            <a:custGeom>
              <a:avLst/>
              <a:gdLst/>
              <a:ahLst/>
              <a:cxnLst>
                <a:cxn ang="3cd4">
                  <a:pos x="hc" y="t"/>
                </a:cxn>
                <a:cxn ang="cd2">
                  <a:pos x="l" y="vc"/>
                </a:cxn>
                <a:cxn ang="cd4">
                  <a:pos x="hc" y="b"/>
                </a:cxn>
                <a:cxn ang="0">
                  <a:pos x="r" y="vc"/>
                </a:cxn>
              </a:cxnLst>
              <a:rect l="l" t="t" r="r" b="b"/>
              <a:pathLst>
                <a:path w="711" h="615">
                  <a:moveTo>
                    <a:pt x="178" y="615"/>
                  </a:moveTo>
                  <a:lnTo>
                    <a:pt x="0" y="308"/>
                  </a:lnTo>
                  <a:lnTo>
                    <a:pt x="178" y="0"/>
                  </a:lnTo>
                  <a:lnTo>
                    <a:pt x="533" y="0"/>
                  </a:lnTo>
                  <a:lnTo>
                    <a:pt x="711" y="308"/>
                  </a:lnTo>
                  <a:lnTo>
                    <a:pt x="533" y="615"/>
                  </a:lnTo>
                  <a:close/>
                </a:path>
              </a:pathLst>
            </a:custGeom>
            <a:solidFill>
              <a:schemeClr val="accent1">
                <a:lumMod val="50000"/>
              </a:schemeClr>
            </a:solidFill>
            <a:ln cap="flat">
              <a:noFill/>
              <a:prstDash val="solid"/>
            </a:ln>
          </p:spPr>
          <p:txBody>
            <a:bodyPr vert="horz" wrap="none" lIns="45000" tIns="22500" rIns="45000" bIns="22500" anchor="ctr" anchorCtr="1" compatLnSpc="0"/>
            <a:lstStyle/>
            <a:p>
              <a:pPr hangingPunct="0"/>
              <a:endParaRPr lang="en-US" sz="2000" b="1">
                <a:solidFill>
                  <a:schemeClr val="bg1"/>
                </a:solidFill>
                <a:latin typeface="Calibri" panose="020F0502020204030204" pitchFamily="34" charset="0"/>
                <a:ea typeface="Arial Unicode MS" pitchFamily="2"/>
                <a:cs typeface="Calibri" panose="020F0502020204030204" pitchFamily="34" charset="0"/>
              </a:endParaRPr>
            </a:p>
          </p:txBody>
        </p:sp>
        <p:sp>
          <p:nvSpPr>
            <p:cNvPr id="28" name="Freeform: Shape 9017">
              <a:extLst>
                <a:ext uri="{FF2B5EF4-FFF2-40B4-BE49-F238E27FC236}">
                  <a16:creationId xmlns:a16="http://schemas.microsoft.com/office/drawing/2014/main" id="{B25A4672-FAC9-1DF7-A415-A05A63B9C7AC}"/>
                </a:ext>
              </a:extLst>
            </p:cNvPr>
            <p:cNvSpPr/>
            <p:nvPr/>
          </p:nvSpPr>
          <p:spPr>
            <a:xfrm>
              <a:off x="1619720" y="2974214"/>
              <a:ext cx="1085372" cy="938616"/>
            </a:xfrm>
            <a:custGeom>
              <a:avLst/>
              <a:gdLst/>
              <a:ahLst/>
              <a:cxnLst>
                <a:cxn ang="3cd4">
                  <a:pos x="hc" y="t"/>
                </a:cxn>
                <a:cxn ang="cd2">
                  <a:pos x="l" y="vc"/>
                </a:cxn>
                <a:cxn ang="cd4">
                  <a:pos x="hc" y="b"/>
                </a:cxn>
                <a:cxn ang="0">
                  <a:pos x="r" y="vc"/>
                </a:cxn>
              </a:cxnLst>
              <a:rect l="l" t="t" r="r" b="b"/>
              <a:pathLst>
                <a:path w="711" h="615">
                  <a:moveTo>
                    <a:pt x="177" y="615"/>
                  </a:moveTo>
                  <a:lnTo>
                    <a:pt x="0" y="308"/>
                  </a:lnTo>
                  <a:lnTo>
                    <a:pt x="177" y="0"/>
                  </a:lnTo>
                  <a:lnTo>
                    <a:pt x="533" y="0"/>
                  </a:lnTo>
                  <a:lnTo>
                    <a:pt x="711" y="308"/>
                  </a:lnTo>
                  <a:lnTo>
                    <a:pt x="533" y="615"/>
                  </a:lnTo>
                  <a:close/>
                </a:path>
              </a:pathLst>
            </a:custGeom>
            <a:solidFill>
              <a:schemeClr val="accent1">
                <a:lumMod val="75000"/>
              </a:schemeClr>
            </a:solidFill>
            <a:ln cap="flat">
              <a:noFill/>
              <a:prstDash val="solid"/>
            </a:ln>
          </p:spPr>
          <p:txBody>
            <a:bodyPr vert="horz" wrap="none" lIns="45000" tIns="22500" rIns="45000" bIns="22500" anchor="ctr" anchorCtr="1" compatLnSpc="0"/>
            <a:lstStyle/>
            <a:p>
              <a:pPr hangingPunct="0"/>
              <a:endParaRPr lang="en-US" sz="1000">
                <a:latin typeface="Calibri" panose="020F0502020204030204" pitchFamily="34" charset="0"/>
                <a:ea typeface="Arial Unicode MS" pitchFamily="2"/>
                <a:cs typeface="Calibri" panose="020F0502020204030204" pitchFamily="34" charset="0"/>
              </a:endParaRPr>
            </a:p>
          </p:txBody>
        </p:sp>
        <p:sp>
          <p:nvSpPr>
            <p:cNvPr id="29" name="Freeform: Shape 9018">
              <a:extLst>
                <a:ext uri="{FF2B5EF4-FFF2-40B4-BE49-F238E27FC236}">
                  <a16:creationId xmlns:a16="http://schemas.microsoft.com/office/drawing/2014/main" id="{98646707-671E-F000-1123-77790DFD0E63}"/>
                </a:ext>
              </a:extLst>
            </p:cNvPr>
            <p:cNvSpPr/>
            <p:nvPr/>
          </p:nvSpPr>
          <p:spPr>
            <a:xfrm>
              <a:off x="3371600" y="4001494"/>
              <a:ext cx="1085372" cy="940145"/>
            </a:xfrm>
            <a:custGeom>
              <a:avLst/>
              <a:gdLst/>
              <a:ahLst/>
              <a:cxnLst>
                <a:cxn ang="3cd4">
                  <a:pos x="hc" y="t"/>
                </a:cxn>
                <a:cxn ang="cd2">
                  <a:pos x="l" y="vc"/>
                </a:cxn>
                <a:cxn ang="cd4">
                  <a:pos x="hc" y="b"/>
                </a:cxn>
                <a:cxn ang="0">
                  <a:pos x="r" y="vc"/>
                </a:cxn>
              </a:cxnLst>
              <a:rect l="l" t="t" r="r" b="b"/>
              <a:pathLst>
                <a:path w="711" h="616">
                  <a:moveTo>
                    <a:pt x="178" y="616"/>
                  </a:moveTo>
                  <a:lnTo>
                    <a:pt x="0" y="308"/>
                  </a:lnTo>
                  <a:lnTo>
                    <a:pt x="178" y="0"/>
                  </a:lnTo>
                  <a:lnTo>
                    <a:pt x="533" y="0"/>
                  </a:lnTo>
                  <a:lnTo>
                    <a:pt x="711" y="308"/>
                  </a:lnTo>
                  <a:lnTo>
                    <a:pt x="533" y="616"/>
                  </a:lnTo>
                  <a:close/>
                </a:path>
              </a:pathLst>
            </a:custGeom>
            <a:solidFill>
              <a:srgbClr val="0070C0"/>
            </a:solidFill>
            <a:ln cap="flat">
              <a:noFill/>
              <a:prstDash val="solid"/>
            </a:ln>
          </p:spPr>
          <p:txBody>
            <a:bodyPr vert="horz" wrap="none" lIns="45000" tIns="22500" rIns="45000" bIns="22500" anchor="ctr" anchorCtr="1" compatLnSpc="0"/>
            <a:lstStyle/>
            <a:p>
              <a:pPr hangingPunct="0"/>
              <a:endParaRPr lang="en-US" sz="2000" b="1">
                <a:solidFill>
                  <a:schemeClr val="bg1"/>
                </a:solidFill>
                <a:latin typeface="Calibri" panose="020F0502020204030204" pitchFamily="34" charset="0"/>
                <a:ea typeface="Arial Unicode MS" pitchFamily="2"/>
                <a:cs typeface="Calibri" panose="020F0502020204030204" pitchFamily="34" charset="0"/>
              </a:endParaRPr>
            </a:p>
          </p:txBody>
        </p:sp>
        <p:sp>
          <p:nvSpPr>
            <p:cNvPr id="30" name="Freeform: Shape 9019">
              <a:extLst>
                <a:ext uri="{FF2B5EF4-FFF2-40B4-BE49-F238E27FC236}">
                  <a16:creationId xmlns:a16="http://schemas.microsoft.com/office/drawing/2014/main" id="{9020725E-C25F-57DB-3A52-DB6554A2E7F0}"/>
                </a:ext>
              </a:extLst>
            </p:cNvPr>
            <p:cNvSpPr/>
            <p:nvPr/>
          </p:nvSpPr>
          <p:spPr>
            <a:xfrm>
              <a:off x="3371600" y="2958927"/>
              <a:ext cx="1085372" cy="940145"/>
            </a:xfrm>
            <a:custGeom>
              <a:avLst/>
              <a:gdLst/>
              <a:ahLst/>
              <a:cxnLst>
                <a:cxn ang="3cd4">
                  <a:pos x="hc" y="t"/>
                </a:cxn>
                <a:cxn ang="cd2">
                  <a:pos x="l" y="vc"/>
                </a:cxn>
                <a:cxn ang="cd4">
                  <a:pos x="hc" y="b"/>
                </a:cxn>
                <a:cxn ang="0">
                  <a:pos x="r" y="vc"/>
                </a:cxn>
              </a:cxnLst>
              <a:rect l="l" t="t" r="r" b="b"/>
              <a:pathLst>
                <a:path w="711" h="616">
                  <a:moveTo>
                    <a:pt x="178" y="616"/>
                  </a:moveTo>
                  <a:lnTo>
                    <a:pt x="0" y="308"/>
                  </a:lnTo>
                  <a:lnTo>
                    <a:pt x="178" y="0"/>
                  </a:lnTo>
                  <a:lnTo>
                    <a:pt x="533" y="0"/>
                  </a:lnTo>
                  <a:lnTo>
                    <a:pt x="711" y="308"/>
                  </a:lnTo>
                  <a:lnTo>
                    <a:pt x="533" y="616"/>
                  </a:lnTo>
                  <a:close/>
                </a:path>
              </a:pathLst>
            </a:custGeom>
            <a:solidFill>
              <a:schemeClr val="accent2">
                <a:lumMod val="75000"/>
              </a:schemeClr>
            </a:solidFill>
            <a:ln cap="flat">
              <a:noFill/>
              <a:prstDash val="solid"/>
            </a:ln>
          </p:spPr>
          <p:txBody>
            <a:bodyPr vert="horz" wrap="none" lIns="45000" tIns="22500" rIns="45000" bIns="22500" anchor="ctr" anchorCtr="1" compatLnSpc="0"/>
            <a:lstStyle/>
            <a:p>
              <a:pPr hangingPunct="0"/>
              <a:endParaRPr lang="en-US" sz="1000">
                <a:latin typeface="Calibri" panose="020F0502020204030204" pitchFamily="34" charset="0"/>
                <a:ea typeface="Arial Unicode MS" pitchFamily="2"/>
                <a:cs typeface="Calibri" panose="020F0502020204030204" pitchFamily="34" charset="0"/>
              </a:endParaRPr>
            </a:p>
          </p:txBody>
        </p:sp>
        <p:sp>
          <p:nvSpPr>
            <p:cNvPr id="31" name="Freeform 272">
              <a:hlinkClick r:id="" action="ppaction://noaction"/>
              <a:extLst>
                <a:ext uri="{FF2B5EF4-FFF2-40B4-BE49-F238E27FC236}">
                  <a16:creationId xmlns:a16="http://schemas.microsoft.com/office/drawing/2014/main" id="{7D6327A2-1533-0EEB-4492-81A249668AF1}"/>
                </a:ext>
              </a:extLst>
            </p:cNvPr>
            <p:cNvSpPr>
              <a:spLocks noChangeAspect="1" noEditPoints="1"/>
            </p:cNvSpPr>
            <p:nvPr/>
          </p:nvSpPr>
          <p:spPr bwMode="auto">
            <a:xfrm>
              <a:off x="2875245" y="2749248"/>
              <a:ext cx="299527" cy="353204"/>
            </a:xfrm>
            <a:custGeom>
              <a:avLst/>
              <a:gdLst>
                <a:gd name="T0" fmla="*/ 4966 w 5954"/>
                <a:gd name="T1" fmla="*/ 4258 h 5070"/>
                <a:gd name="T2" fmla="*/ 5543 w 5954"/>
                <a:gd name="T3" fmla="*/ 4093 h 5070"/>
                <a:gd name="T4" fmla="*/ 1186 w 5954"/>
                <a:gd name="T5" fmla="*/ 2719 h 5070"/>
                <a:gd name="T6" fmla="*/ 1700 w 5954"/>
                <a:gd name="T7" fmla="*/ 3382 h 5070"/>
                <a:gd name="T8" fmla="*/ 1186 w 5954"/>
                <a:gd name="T9" fmla="*/ 2719 h 5070"/>
                <a:gd name="T10" fmla="*/ 2722 w 5954"/>
                <a:gd name="T11" fmla="*/ 2308 h 5070"/>
                <a:gd name="T12" fmla="*/ 2210 w 5954"/>
                <a:gd name="T13" fmla="*/ 3382 h 5070"/>
                <a:gd name="T14" fmla="*/ 3232 w 5954"/>
                <a:gd name="T15" fmla="*/ 1539 h 5070"/>
                <a:gd name="T16" fmla="*/ 3745 w 5954"/>
                <a:gd name="T17" fmla="*/ 3382 h 5070"/>
                <a:gd name="T18" fmla="*/ 3232 w 5954"/>
                <a:gd name="T19" fmla="*/ 1539 h 5070"/>
                <a:gd name="T20" fmla="*/ 4767 w 5954"/>
                <a:gd name="T21" fmla="*/ 1118 h 5070"/>
                <a:gd name="T22" fmla="*/ 4255 w 5954"/>
                <a:gd name="T23" fmla="*/ 3382 h 5070"/>
                <a:gd name="T24" fmla="*/ 412 w 5954"/>
                <a:gd name="T25" fmla="*/ 412 h 5070"/>
                <a:gd name="T26" fmla="*/ 5541 w 5954"/>
                <a:gd name="T27" fmla="*/ 3977 h 5070"/>
                <a:gd name="T28" fmla="*/ 412 w 5954"/>
                <a:gd name="T29" fmla="*/ 412 h 5070"/>
                <a:gd name="T30" fmla="*/ 5747 w 5954"/>
                <a:gd name="T31" fmla="*/ 0 h 5070"/>
                <a:gd name="T32" fmla="*/ 5838 w 5954"/>
                <a:gd name="T33" fmla="*/ 20 h 5070"/>
                <a:gd name="T34" fmla="*/ 5908 w 5954"/>
                <a:gd name="T35" fmla="*/ 76 h 5070"/>
                <a:gd name="T36" fmla="*/ 5948 w 5954"/>
                <a:gd name="T37" fmla="*/ 159 h 5070"/>
                <a:gd name="T38" fmla="*/ 5954 w 5954"/>
                <a:gd name="T39" fmla="*/ 4184 h 5070"/>
                <a:gd name="T40" fmla="*/ 5934 w 5954"/>
                <a:gd name="T41" fmla="*/ 4274 h 5070"/>
                <a:gd name="T42" fmla="*/ 5878 w 5954"/>
                <a:gd name="T43" fmla="*/ 4345 h 5070"/>
                <a:gd name="T44" fmla="*/ 5794 w 5954"/>
                <a:gd name="T45" fmla="*/ 4384 h 5070"/>
                <a:gd name="T46" fmla="*/ 3650 w 5954"/>
                <a:gd name="T47" fmla="*/ 4390 h 5070"/>
                <a:gd name="T48" fmla="*/ 4597 w 5954"/>
                <a:gd name="T49" fmla="*/ 4779 h 5070"/>
                <a:gd name="T50" fmla="*/ 1358 w 5954"/>
                <a:gd name="T51" fmla="*/ 5070 h 5070"/>
                <a:gd name="T52" fmla="*/ 2306 w 5954"/>
                <a:gd name="T53" fmla="*/ 4779 h 5070"/>
                <a:gd name="T54" fmla="*/ 206 w 5954"/>
                <a:gd name="T55" fmla="*/ 4390 h 5070"/>
                <a:gd name="T56" fmla="*/ 116 w 5954"/>
                <a:gd name="T57" fmla="*/ 4368 h 5070"/>
                <a:gd name="T58" fmla="*/ 45 w 5954"/>
                <a:gd name="T59" fmla="*/ 4312 h 5070"/>
                <a:gd name="T60" fmla="*/ 5 w 5954"/>
                <a:gd name="T61" fmla="*/ 4231 h 5070"/>
                <a:gd name="T62" fmla="*/ 0 w 5954"/>
                <a:gd name="T63" fmla="*/ 206 h 5070"/>
                <a:gd name="T64" fmla="*/ 22 w 5954"/>
                <a:gd name="T65" fmla="*/ 116 h 5070"/>
                <a:gd name="T66" fmla="*/ 78 w 5954"/>
                <a:gd name="T67" fmla="*/ 45 h 5070"/>
                <a:gd name="T68" fmla="*/ 159 w 5954"/>
                <a:gd name="T69" fmla="*/ 5 h 5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54" h="5070">
                  <a:moveTo>
                    <a:pt x="4966" y="4093"/>
                  </a:moveTo>
                  <a:lnTo>
                    <a:pt x="4966" y="4258"/>
                  </a:lnTo>
                  <a:lnTo>
                    <a:pt x="5543" y="4258"/>
                  </a:lnTo>
                  <a:lnTo>
                    <a:pt x="5543" y="4093"/>
                  </a:lnTo>
                  <a:lnTo>
                    <a:pt x="4966" y="4093"/>
                  </a:lnTo>
                  <a:close/>
                  <a:moveTo>
                    <a:pt x="1186" y="2719"/>
                  </a:moveTo>
                  <a:lnTo>
                    <a:pt x="1700" y="2719"/>
                  </a:lnTo>
                  <a:lnTo>
                    <a:pt x="1700" y="3382"/>
                  </a:lnTo>
                  <a:lnTo>
                    <a:pt x="1186" y="3382"/>
                  </a:lnTo>
                  <a:lnTo>
                    <a:pt x="1186" y="2719"/>
                  </a:lnTo>
                  <a:close/>
                  <a:moveTo>
                    <a:pt x="2210" y="2308"/>
                  </a:moveTo>
                  <a:lnTo>
                    <a:pt x="2722" y="2308"/>
                  </a:lnTo>
                  <a:lnTo>
                    <a:pt x="2722" y="3382"/>
                  </a:lnTo>
                  <a:lnTo>
                    <a:pt x="2210" y="3382"/>
                  </a:lnTo>
                  <a:lnTo>
                    <a:pt x="2210" y="2308"/>
                  </a:lnTo>
                  <a:close/>
                  <a:moveTo>
                    <a:pt x="3232" y="1539"/>
                  </a:moveTo>
                  <a:lnTo>
                    <a:pt x="3745" y="1539"/>
                  </a:lnTo>
                  <a:lnTo>
                    <a:pt x="3745" y="3382"/>
                  </a:lnTo>
                  <a:lnTo>
                    <a:pt x="3232" y="3382"/>
                  </a:lnTo>
                  <a:lnTo>
                    <a:pt x="3232" y="1539"/>
                  </a:lnTo>
                  <a:close/>
                  <a:moveTo>
                    <a:pt x="4255" y="1118"/>
                  </a:moveTo>
                  <a:lnTo>
                    <a:pt x="4767" y="1118"/>
                  </a:lnTo>
                  <a:lnTo>
                    <a:pt x="4767" y="3382"/>
                  </a:lnTo>
                  <a:lnTo>
                    <a:pt x="4255" y="3382"/>
                  </a:lnTo>
                  <a:lnTo>
                    <a:pt x="4255" y="1118"/>
                  </a:lnTo>
                  <a:close/>
                  <a:moveTo>
                    <a:pt x="412" y="412"/>
                  </a:moveTo>
                  <a:lnTo>
                    <a:pt x="412" y="3977"/>
                  </a:lnTo>
                  <a:lnTo>
                    <a:pt x="5541" y="3977"/>
                  </a:lnTo>
                  <a:lnTo>
                    <a:pt x="5541" y="412"/>
                  </a:lnTo>
                  <a:lnTo>
                    <a:pt x="412" y="412"/>
                  </a:lnTo>
                  <a:close/>
                  <a:moveTo>
                    <a:pt x="206" y="0"/>
                  </a:moveTo>
                  <a:lnTo>
                    <a:pt x="5747" y="0"/>
                  </a:lnTo>
                  <a:lnTo>
                    <a:pt x="5794" y="5"/>
                  </a:lnTo>
                  <a:lnTo>
                    <a:pt x="5838" y="20"/>
                  </a:lnTo>
                  <a:lnTo>
                    <a:pt x="5878" y="45"/>
                  </a:lnTo>
                  <a:lnTo>
                    <a:pt x="5908" y="76"/>
                  </a:lnTo>
                  <a:lnTo>
                    <a:pt x="5934" y="116"/>
                  </a:lnTo>
                  <a:lnTo>
                    <a:pt x="5948" y="159"/>
                  </a:lnTo>
                  <a:lnTo>
                    <a:pt x="5954" y="206"/>
                  </a:lnTo>
                  <a:lnTo>
                    <a:pt x="5954" y="4184"/>
                  </a:lnTo>
                  <a:lnTo>
                    <a:pt x="5948" y="4231"/>
                  </a:lnTo>
                  <a:lnTo>
                    <a:pt x="5934" y="4274"/>
                  </a:lnTo>
                  <a:lnTo>
                    <a:pt x="5908" y="4312"/>
                  </a:lnTo>
                  <a:lnTo>
                    <a:pt x="5878" y="4345"/>
                  </a:lnTo>
                  <a:lnTo>
                    <a:pt x="5838" y="4368"/>
                  </a:lnTo>
                  <a:lnTo>
                    <a:pt x="5794" y="4384"/>
                  </a:lnTo>
                  <a:lnTo>
                    <a:pt x="5747" y="4390"/>
                  </a:lnTo>
                  <a:lnTo>
                    <a:pt x="3650" y="4390"/>
                  </a:lnTo>
                  <a:lnTo>
                    <a:pt x="3650" y="4779"/>
                  </a:lnTo>
                  <a:lnTo>
                    <a:pt x="4597" y="4779"/>
                  </a:lnTo>
                  <a:lnTo>
                    <a:pt x="4597" y="5070"/>
                  </a:lnTo>
                  <a:lnTo>
                    <a:pt x="1358" y="5070"/>
                  </a:lnTo>
                  <a:lnTo>
                    <a:pt x="1358" y="4779"/>
                  </a:lnTo>
                  <a:lnTo>
                    <a:pt x="2306" y="4779"/>
                  </a:lnTo>
                  <a:lnTo>
                    <a:pt x="2306" y="4390"/>
                  </a:lnTo>
                  <a:lnTo>
                    <a:pt x="206" y="4390"/>
                  </a:lnTo>
                  <a:lnTo>
                    <a:pt x="159" y="4384"/>
                  </a:lnTo>
                  <a:lnTo>
                    <a:pt x="116" y="4368"/>
                  </a:lnTo>
                  <a:lnTo>
                    <a:pt x="78" y="4345"/>
                  </a:lnTo>
                  <a:lnTo>
                    <a:pt x="45" y="4312"/>
                  </a:lnTo>
                  <a:lnTo>
                    <a:pt x="22" y="4274"/>
                  </a:lnTo>
                  <a:lnTo>
                    <a:pt x="5" y="4231"/>
                  </a:lnTo>
                  <a:lnTo>
                    <a:pt x="0" y="4184"/>
                  </a:lnTo>
                  <a:lnTo>
                    <a:pt x="0" y="206"/>
                  </a:lnTo>
                  <a:lnTo>
                    <a:pt x="5" y="159"/>
                  </a:lnTo>
                  <a:lnTo>
                    <a:pt x="22" y="116"/>
                  </a:lnTo>
                  <a:lnTo>
                    <a:pt x="45" y="76"/>
                  </a:lnTo>
                  <a:lnTo>
                    <a:pt x="78" y="45"/>
                  </a:lnTo>
                  <a:lnTo>
                    <a:pt x="116" y="20"/>
                  </a:lnTo>
                  <a:lnTo>
                    <a:pt x="159" y="5"/>
                  </a:lnTo>
                  <a:lnTo>
                    <a:pt x="206" y="0"/>
                  </a:lnTo>
                  <a:close/>
                </a:path>
              </a:pathLst>
            </a:custGeom>
            <a:solidFill>
              <a:schemeClr val="bg1"/>
            </a:solidFill>
            <a:ln w="0">
              <a:noFill/>
              <a:prstDash val="solid"/>
              <a:round/>
              <a:headEnd/>
              <a:tailEnd/>
            </a:ln>
          </p:spPr>
          <p:txBody>
            <a:bodyPr vert="horz" wrap="square" lIns="100799" tIns="50399" rIns="100799" bIns="50399" numCol="1" anchor="t" anchorCtr="0" compatLnSpc="1">
              <a:prstTxWarp prst="textNoShape">
                <a:avLst/>
              </a:prstTxWarp>
            </a:bodyPr>
            <a:lstStyle/>
            <a:p>
              <a:endParaRPr lang="en-US" sz="1050">
                <a:solidFill>
                  <a:srgbClr val="000000"/>
                </a:solidFill>
                <a:latin typeface="+mj-lt"/>
                <a:cs typeface="Calibri Light" panose="020F0302020204030204" pitchFamily="34" charset="0"/>
              </a:endParaRPr>
            </a:p>
          </p:txBody>
        </p:sp>
        <p:sp>
          <p:nvSpPr>
            <p:cNvPr id="32" name="Freeform 9">
              <a:hlinkClick r:id="" action="ppaction://noaction"/>
              <a:extLst>
                <a:ext uri="{FF2B5EF4-FFF2-40B4-BE49-F238E27FC236}">
                  <a16:creationId xmlns:a16="http://schemas.microsoft.com/office/drawing/2014/main" id="{8FE3472D-6CB2-C2A5-9142-00B8E85B5391}"/>
                </a:ext>
              </a:extLst>
            </p:cNvPr>
            <p:cNvSpPr>
              <a:spLocks noChangeAspect="1" noEditPoints="1"/>
            </p:cNvSpPr>
            <p:nvPr/>
          </p:nvSpPr>
          <p:spPr bwMode="auto">
            <a:xfrm>
              <a:off x="3816915" y="3241289"/>
              <a:ext cx="287192" cy="375420"/>
            </a:xfrm>
            <a:custGeom>
              <a:avLst/>
              <a:gdLst>
                <a:gd name="T0" fmla="*/ 31 w 102"/>
                <a:gd name="T1" fmla="*/ 0 h 96"/>
                <a:gd name="T2" fmla="*/ 27 w 102"/>
                <a:gd name="T3" fmla="*/ 17 h 96"/>
                <a:gd name="T4" fmla="*/ 53 w 102"/>
                <a:gd name="T5" fmla="*/ 21 h 96"/>
                <a:gd name="T6" fmla="*/ 56 w 102"/>
                <a:gd name="T7" fmla="*/ 3 h 96"/>
                <a:gd name="T8" fmla="*/ 47 w 102"/>
                <a:gd name="T9" fmla="*/ 12 h 96"/>
                <a:gd name="T10" fmla="*/ 31 w 102"/>
                <a:gd name="T11" fmla="*/ 7 h 96"/>
                <a:gd name="T12" fmla="*/ 49 w 102"/>
                <a:gd name="T13" fmla="*/ 3 h 96"/>
                <a:gd name="T14" fmla="*/ 47 w 102"/>
                <a:gd name="T15" fmla="*/ 12 h 96"/>
                <a:gd name="T16" fmla="*/ 56 w 102"/>
                <a:gd name="T17" fmla="*/ 32 h 96"/>
                <a:gd name="T18" fmla="*/ 7 w 102"/>
                <a:gd name="T19" fmla="*/ 30 h 96"/>
                <a:gd name="T20" fmla="*/ 8 w 102"/>
                <a:gd name="T21" fmla="*/ 29 h 96"/>
                <a:gd name="T22" fmla="*/ 56 w 102"/>
                <a:gd name="T23" fmla="*/ 30 h 96"/>
                <a:gd name="T24" fmla="*/ 47 w 102"/>
                <a:gd name="T25" fmla="*/ 44 h 96"/>
                <a:gd name="T26" fmla="*/ 7 w 102"/>
                <a:gd name="T27" fmla="*/ 42 h 96"/>
                <a:gd name="T28" fmla="*/ 8 w 102"/>
                <a:gd name="T29" fmla="*/ 41 h 96"/>
                <a:gd name="T30" fmla="*/ 49 w 102"/>
                <a:gd name="T31" fmla="*/ 42 h 96"/>
                <a:gd name="T32" fmla="*/ 40 w 102"/>
                <a:gd name="T33" fmla="*/ 56 h 96"/>
                <a:gd name="T34" fmla="*/ 7 w 102"/>
                <a:gd name="T35" fmla="*/ 54 h 96"/>
                <a:gd name="T36" fmla="*/ 8 w 102"/>
                <a:gd name="T37" fmla="*/ 53 h 96"/>
                <a:gd name="T38" fmla="*/ 41 w 102"/>
                <a:gd name="T39" fmla="*/ 54 h 96"/>
                <a:gd name="T40" fmla="*/ 36 w 102"/>
                <a:gd name="T41" fmla="*/ 84 h 96"/>
                <a:gd name="T42" fmla="*/ 7 w 102"/>
                <a:gd name="T43" fmla="*/ 78 h 96"/>
                <a:gd name="T44" fmla="*/ 14 w 102"/>
                <a:gd name="T45" fmla="*/ 72 h 96"/>
                <a:gd name="T46" fmla="*/ 43 w 102"/>
                <a:gd name="T47" fmla="*/ 78 h 96"/>
                <a:gd name="T48" fmla="*/ 78 w 102"/>
                <a:gd name="T49" fmla="*/ 11 h 96"/>
                <a:gd name="T50" fmla="*/ 59 w 102"/>
                <a:gd name="T51" fmla="*/ 8 h 96"/>
                <a:gd name="T52" fmla="*/ 84 w 102"/>
                <a:gd name="T53" fmla="*/ 13 h 96"/>
                <a:gd name="T54" fmla="*/ 82 w 102"/>
                <a:gd name="T55" fmla="*/ 41 h 96"/>
                <a:gd name="T56" fmla="*/ 80 w 102"/>
                <a:gd name="T57" fmla="*/ 13 h 96"/>
                <a:gd name="T58" fmla="*/ 84 w 102"/>
                <a:gd name="T59" fmla="*/ 86 h 96"/>
                <a:gd name="T60" fmla="*/ 78 w 102"/>
                <a:gd name="T61" fmla="*/ 96 h 96"/>
                <a:gd name="T62" fmla="*/ 0 w 102"/>
                <a:gd name="T63" fmla="*/ 91 h 96"/>
                <a:gd name="T64" fmla="*/ 5 w 102"/>
                <a:gd name="T65" fmla="*/ 8 h 96"/>
                <a:gd name="T66" fmla="*/ 24 w 102"/>
                <a:gd name="T67" fmla="*/ 11 h 96"/>
                <a:gd name="T68" fmla="*/ 4 w 102"/>
                <a:gd name="T69" fmla="*/ 13 h 96"/>
                <a:gd name="T70" fmla="*/ 5 w 102"/>
                <a:gd name="T71" fmla="*/ 92 h 96"/>
                <a:gd name="T72" fmla="*/ 80 w 102"/>
                <a:gd name="T73" fmla="*/ 91 h 96"/>
                <a:gd name="T74" fmla="*/ 82 w 102"/>
                <a:gd name="T75" fmla="*/ 86 h 96"/>
                <a:gd name="T76" fmla="*/ 61 w 102"/>
                <a:gd name="T77" fmla="*/ 64 h 96"/>
                <a:gd name="T78" fmla="*/ 102 w 102"/>
                <a:gd name="T79" fmla="*/ 64 h 96"/>
                <a:gd name="T80" fmla="*/ 96 w 102"/>
                <a:gd name="T81" fmla="*/ 58 h 96"/>
                <a:gd name="T82" fmla="*/ 78 w 102"/>
                <a:gd name="T83" fmla="*/ 75 h 96"/>
                <a:gd name="T84" fmla="*/ 76 w 102"/>
                <a:gd name="T85" fmla="*/ 75 h 96"/>
                <a:gd name="T86" fmla="*/ 68 w 102"/>
                <a:gd name="T87" fmla="*/ 64 h 96"/>
                <a:gd name="T88" fmla="*/ 77 w 102"/>
                <a:gd name="T89" fmla="*/ 71 h 96"/>
                <a:gd name="T90" fmla="*/ 96 w 102"/>
                <a:gd name="T91" fmla="*/ 5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2" h="96">
                  <a:moveTo>
                    <a:pt x="53" y="0"/>
                  </a:moveTo>
                  <a:cubicBezTo>
                    <a:pt x="31" y="0"/>
                    <a:pt x="31" y="0"/>
                    <a:pt x="31" y="0"/>
                  </a:cubicBezTo>
                  <a:cubicBezTo>
                    <a:pt x="29" y="0"/>
                    <a:pt x="27" y="2"/>
                    <a:pt x="27" y="3"/>
                  </a:cubicBezTo>
                  <a:cubicBezTo>
                    <a:pt x="27" y="17"/>
                    <a:pt x="27" y="17"/>
                    <a:pt x="27" y="17"/>
                  </a:cubicBezTo>
                  <a:cubicBezTo>
                    <a:pt x="27" y="19"/>
                    <a:pt x="29" y="21"/>
                    <a:pt x="31" y="21"/>
                  </a:cubicBezTo>
                  <a:cubicBezTo>
                    <a:pt x="53" y="21"/>
                    <a:pt x="53" y="21"/>
                    <a:pt x="53" y="21"/>
                  </a:cubicBezTo>
                  <a:cubicBezTo>
                    <a:pt x="55" y="21"/>
                    <a:pt x="56" y="19"/>
                    <a:pt x="56" y="17"/>
                  </a:cubicBezTo>
                  <a:cubicBezTo>
                    <a:pt x="56" y="3"/>
                    <a:pt x="56" y="3"/>
                    <a:pt x="56" y="3"/>
                  </a:cubicBezTo>
                  <a:cubicBezTo>
                    <a:pt x="56" y="2"/>
                    <a:pt x="55" y="0"/>
                    <a:pt x="53" y="0"/>
                  </a:cubicBezTo>
                  <a:close/>
                  <a:moveTo>
                    <a:pt x="47" y="12"/>
                  </a:moveTo>
                  <a:cubicBezTo>
                    <a:pt x="37" y="12"/>
                    <a:pt x="37" y="12"/>
                    <a:pt x="37" y="12"/>
                  </a:cubicBezTo>
                  <a:cubicBezTo>
                    <a:pt x="36" y="12"/>
                    <a:pt x="31" y="9"/>
                    <a:pt x="31" y="7"/>
                  </a:cubicBezTo>
                  <a:cubicBezTo>
                    <a:pt x="31" y="5"/>
                    <a:pt x="33" y="3"/>
                    <a:pt x="35" y="3"/>
                  </a:cubicBezTo>
                  <a:cubicBezTo>
                    <a:pt x="49" y="3"/>
                    <a:pt x="49" y="3"/>
                    <a:pt x="49" y="3"/>
                  </a:cubicBezTo>
                  <a:cubicBezTo>
                    <a:pt x="50" y="3"/>
                    <a:pt x="52" y="5"/>
                    <a:pt x="52" y="7"/>
                  </a:cubicBezTo>
                  <a:cubicBezTo>
                    <a:pt x="52" y="9"/>
                    <a:pt x="48" y="12"/>
                    <a:pt x="47" y="12"/>
                  </a:cubicBezTo>
                  <a:close/>
                  <a:moveTo>
                    <a:pt x="56" y="30"/>
                  </a:moveTo>
                  <a:cubicBezTo>
                    <a:pt x="56" y="31"/>
                    <a:pt x="56" y="32"/>
                    <a:pt x="56" y="32"/>
                  </a:cubicBezTo>
                  <a:cubicBezTo>
                    <a:pt x="8" y="32"/>
                    <a:pt x="8" y="32"/>
                    <a:pt x="8" y="32"/>
                  </a:cubicBezTo>
                  <a:cubicBezTo>
                    <a:pt x="8" y="32"/>
                    <a:pt x="7" y="31"/>
                    <a:pt x="7" y="30"/>
                  </a:cubicBezTo>
                  <a:cubicBezTo>
                    <a:pt x="7" y="30"/>
                    <a:pt x="7" y="30"/>
                    <a:pt x="7" y="30"/>
                  </a:cubicBezTo>
                  <a:cubicBezTo>
                    <a:pt x="7" y="29"/>
                    <a:pt x="8" y="29"/>
                    <a:pt x="8" y="29"/>
                  </a:cubicBezTo>
                  <a:cubicBezTo>
                    <a:pt x="56" y="29"/>
                    <a:pt x="56" y="29"/>
                    <a:pt x="56" y="29"/>
                  </a:cubicBezTo>
                  <a:cubicBezTo>
                    <a:pt x="56" y="29"/>
                    <a:pt x="56" y="29"/>
                    <a:pt x="56" y="30"/>
                  </a:cubicBezTo>
                  <a:close/>
                  <a:moveTo>
                    <a:pt x="49" y="42"/>
                  </a:moveTo>
                  <a:cubicBezTo>
                    <a:pt x="49" y="43"/>
                    <a:pt x="48" y="44"/>
                    <a:pt x="47" y="44"/>
                  </a:cubicBezTo>
                  <a:cubicBezTo>
                    <a:pt x="8" y="44"/>
                    <a:pt x="8" y="44"/>
                    <a:pt x="8" y="44"/>
                  </a:cubicBezTo>
                  <a:cubicBezTo>
                    <a:pt x="8" y="44"/>
                    <a:pt x="7" y="43"/>
                    <a:pt x="7" y="42"/>
                  </a:cubicBezTo>
                  <a:cubicBezTo>
                    <a:pt x="7" y="42"/>
                    <a:pt x="7" y="42"/>
                    <a:pt x="7" y="42"/>
                  </a:cubicBezTo>
                  <a:cubicBezTo>
                    <a:pt x="7" y="41"/>
                    <a:pt x="8" y="41"/>
                    <a:pt x="8" y="41"/>
                  </a:cubicBezTo>
                  <a:cubicBezTo>
                    <a:pt x="47" y="41"/>
                    <a:pt x="47" y="41"/>
                    <a:pt x="47" y="41"/>
                  </a:cubicBezTo>
                  <a:cubicBezTo>
                    <a:pt x="48" y="41"/>
                    <a:pt x="49" y="41"/>
                    <a:pt x="49" y="42"/>
                  </a:cubicBezTo>
                  <a:close/>
                  <a:moveTo>
                    <a:pt x="41" y="54"/>
                  </a:moveTo>
                  <a:cubicBezTo>
                    <a:pt x="41" y="55"/>
                    <a:pt x="40" y="56"/>
                    <a:pt x="40" y="56"/>
                  </a:cubicBezTo>
                  <a:cubicBezTo>
                    <a:pt x="8" y="56"/>
                    <a:pt x="8" y="56"/>
                    <a:pt x="8" y="56"/>
                  </a:cubicBezTo>
                  <a:cubicBezTo>
                    <a:pt x="7" y="56"/>
                    <a:pt x="7" y="55"/>
                    <a:pt x="7" y="54"/>
                  </a:cubicBezTo>
                  <a:cubicBezTo>
                    <a:pt x="7" y="54"/>
                    <a:pt x="7" y="54"/>
                    <a:pt x="7" y="54"/>
                  </a:cubicBezTo>
                  <a:cubicBezTo>
                    <a:pt x="7" y="53"/>
                    <a:pt x="7" y="53"/>
                    <a:pt x="8" y="53"/>
                  </a:cubicBezTo>
                  <a:cubicBezTo>
                    <a:pt x="40" y="53"/>
                    <a:pt x="40" y="53"/>
                    <a:pt x="40" y="53"/>
                  </a:cubicBezTo>
                  <a:cubicBezTo>
                    <a:pt x="40" y="53"/>
                    <a:pt x="41" y="53"/>
                    <a:pt x="41" y="54"/>
                  </a:cubicBezTo>
                  <a:close/>
                  <a:moveTo>
                    <a:pt x="43" y="78"/>
                  </a:moveTo>
                  <a:cubicBezTo>
                    <a:pt x="43" y="82"/>
                    <a:pt x="39" y="84"/>
                    <a:pt x="36" y="84"/>
                  </a:cubicBezTo>
                  <a:cubicBezTo>
                    <a:pt x="14" y="84"/>
                    <a:pt x="14" y="84"/>
                    <a:pt x="14" y="84"/>
                  </a:cubicBezTo>
                  <a:cubicBezTo>
                    <a:pt x="10" y="84"/>
                    <a:pt x="7" y="82"/>
                    <a:pt x="7" y="78"/>
                  </a:cubicBezTo>
                  <a:cubicBezTo>
                    <a:pt x="7" y="78"/>
                    <a:pt x="7" y="78"/>
                    <a:pt x="7" y="78"/>
                  </a:cubicBezTo>
                  <a:cubicBezTo>
                    <a:pt x="7" y="75"/>
                    <a:pt x="10" y="72"/>
                    <a:pt x="14" y="72"/>
                  </a:cubicBezTo>
                  <a:cubicBezTo>
                    <a:pt x="36" y="72"/>
                    <a:pt x="36" y="72"/>
                    <a:pt x="36" y="72"/>
                  </a:cubicBezTo>
                  <a:cubicBezTo>
                    <a:pt x="39" y="72"/>
                    <a:pt x="43" y="75"/>
                    <a:pt x="43" y="78"/>
                  </a:cubicBezTo>
                  <a:close/>
                  <a:moveTo>
                    <a:pt x="80" y="13"/>
                  </a:moveTo>
                  <a:cubicBezTo>
                    <a:pt x="80" y="12"/>
                    <a:pt x="79" y="11"/>
                    <a:pt x="78" y="11"/>
                  </a:cubicBezTo>
                  <a:cubicBezTo>
                    <a:pt x="78" y="11"/>
                    <a:pt x="78" y="11"/>
                    <a:pt x="59" y="11"/>
                  </a:cubicBezTo>
                  <a:cubicBezTo>
                    <a:pt x="59" y="11"/>
                    <a:pt x="59" y="11"/>
                    <a:pt x="59" y="8"/>
                  </a:cubicBezTo>
                  <a:cubicBezTo>
                    <a:pt x="59" y="8"/>
                    <a:pt x="59" y="8"/>
                    <a:pt x="78" y="8"/>
                  </a:cubicBezTo>
                  <a:cubicBezTo>
                    <a:pt x="82" y="8"/>
                    <a:pt x="84" y="10"/>
                    <a:pt x="84" y="13"/>
                  </a:cubicBezTo>
                  <a:cubicBezTo>
                    <a:pt x="84" y="13"/>
                    <a:pt x="84" y="13"/>
                    <a:pt x="84" y="41"/>
                  </a:cubicBezTo>
                  <a:cubicBezTo>
                    <a:pt x="83" y="41"/>
                    <a:pt x="83" y="41"/>
                    <a:pt x="82" y="41"/>
                  </a:cubicBezTo>
                  <a:cubicBezTo>
                    <a:pt x="81" y="41"/>
                    <a:pt x="81" y="41"/>
                    <a:pt x="80" y="41"/>
                  </a:cubicBezTo>
                  <a:cubicBezTo>
                    <a:pt x="80" y="41"/>
                    <a:pt x="80" y="41"/>
                    <a:pt x="80" y="13"/>
                  </a:cubicBezTo>
                  <a:close/>
                  <a:moveTo>
                    <a:pt x="82" y="86"/>
                  </a:moveTo>
                  <a:cubicBezTo>
                    <a:pt x="83" y="86"/>
                    <a:pt x="83" y="86"/>
                    <a:pt x="84" y="86"/>
                  </a:cubicBezTo>
                  <a:cubicBezTo>
                    <a:pt x="84" y="86"/>
                    <a:pt x="84" y="86"/>
                    <a:pt x="84" y="91"/>
                  </a:cubicBezTo>
                  <a:cubicBezTo>
                    <a:pt x="84" y="93"/>
                    <a:pt x="82" y="96"/>
                    <a:pt x="78" y="96"/>
                  </a:cubicBezTo>
                  <a:cubicBezTo>
                    <a:pt x="78" y="96"/>
                    <a:pt x="78" y="96"/>
                    <a:pt x="5" y="96"/>
                  </a:cubicBezTo>
                  <a:cubicBezTo>
                    <a:pt x="2" y="96"/>
                    <a:pt x="0" y="93"/>
                    <a:pt x="0" y="91"/>
                  </a:cubicBezTo>
                  <a:cubicBezTo>
                    <a:pt x="0" y="91"/>
                    <a:pt x="0" y="91"/>
                    <a:pt x="0" y="13"/>
                  </a:cubicBezTo>
                  <a:cubicBezTo>
                    <a:pt x="0" y="10"/>
                    <a:pt x="2" y="8"/>
                    <a:pt x="5" y="8"/>
                  </a:cubicBezTo>
                  <a:cubicBezTo>
                    <a:pt x="5" y="8"/>
                    <a:pt x="5" y="8"/>
                    <a:pt x="24" y="8"/>
                  </a:cubicBezTo>
                  <a:cubicBezTo>
                    <a:pt x="24" y="8"/>
                    <a:pt x="24" y="8"/>
                    <a:pt x="24" y="11"/>
                  </a:cubicBezTo>
                  <a:cubicBezTo>
                    <a:pt x="24" y="11"/>
                    <a:pt x="24" y="11"/>
                    <a:pt x="5" y="11"/>
                  </a:cubicBezTo>
                  <a:cubicBezTo>
                    <a:pt x="5" y="11"/>
                    <a:pt x="4" y="12"/>
                    <a:pt x="4" y="13"/>
                  </a:cubicBezTo>
                  <a:cubicBezTo>
                    <a:pt x="4" y="13"/>
                    <a:pt x="4" y="13"/>
                    <a:pt x="4" y="91"/>
                  </a:cubicBezTo>
                  <a:cubicBezTo>
                    <a:pt x="4" y="92"/>
                    <a:pt x="5" y="92"/>
                    <a:pt x="5" y="92"/>
                  </a:cubicBezTo>
                  <a:cubicBezTo>
                    <a:pt x="5" y="92"/>
                    <a:pt x="5" y="92"/>
                    <a:pt x="78" y="92"/>
                  </a:cubicBezTo>
                  <a:cubicBezTo>
                    <a:pt x="79" y="92"/>
                    <a:pt x="80" y="92"/>
                    <a:pt x="80" y="91"/>
                  </a:cubicBezTo>
                  <a:cubicBezTo>
                    <a:pt x="80" y="91"/>
                    <a:pt x="80" y="91"/>
                    <a:pt x="80" y="86"/>
                  </a:cubicBezTo>
                  <a:cubicBezTo>
                    <a:pt x="81" y="86"/>
                    <a:pt x="81" y="86"/>
                    <a:pt x="82" y="86"/>
                  </a:cubicBezTo>
                  <a:close/>
                  <a:moveTo>
                    <a:pt x="82" y="43"/>
                  </a:moveTo>
                  <a:cubicBezTo>
                    <a:pt x="70" y="43"/>
                    <a:pt x="61" y="52"/>
                    <a:pt x="61" y="64"/>
                  </a:cubicBezTo>
                  <a:cubicBezTo>
                    <a:pt x="61" y="75"/>
                    <a:pt x="70" y="84"/>
                    <a:pt x="82" y="84"/>
                  </a:cubicBezTo>
                  <a:cubicBezTo>
                    <a:pt x="93" y="84"/>
                    <a:pt x="102" y="75"/>
                    <a:pt x="102" y="64"/>
                  </a:cubicBezTo>
                  <a:cubicBezTo>
                    <a:pt x="102" y="52"/>
                    <a:pt x="93" y="43"/>
                    <a:pt x="82" y="43"/>
                  </a:cubicBezTo>
                  <a:close/>
                  <a:moveTo>
                    <a:pt x="96" y="58"/>
                  </a:moveTo>
                  <a:cubicBezTo>
                    <a:pt x="79" y="75"/>
                    <a:pt x="79" y="75"/>
                    <a:pt x="79" y="75"/>
                  </a:cubicBezTo>
                  <a:cubicBezTo>
                    <a:pt x="78" y="75"/>
                    <a:pt x="78" y="75"/>
                    <a:pt x="78" y="75"/>
                  </a:cubicBezTo>
                  <a:cubicBezTo>
                    <a:pt x="78" y="75"/>
                    <a:pt x="78" y="75"/>
                    <a:pt x="78" y="75"/>
                  </a:cubicBezTo>
                  <a:cubicBezTo>
                    <a:pt x="78" y="76"/>
                    <a:pt x="76" y="76"/>
                    <a:pt x="76" y="75"/>
                  </a:cubicBezTo>
                  <a:cubicBezTo>
                    <a:pt x="68" y="67"/>
                    <a:pt x="68" y="67"/>
                    <a:pt x="68" y="67"/>
                  </a:cubicBezTo>
                  <a:cubicBezTo>
                    <a:pt x="67" y="66"/>
                    <a:pt x="67" y="65"/>
                    <a:pt x="68" y="64"/>
                  </a:cubicBezTo>
                  <a:cubicBezTo>
                    <a:pt x="69" y="64"/>
                    <a:pt x="69" y="64"/>
                    <a:pt x="70" y="64"/>
                  </a:cubicBezTo>
                  <a:cubicBezTo>
                    <a:pt x="77" y="71"/>
                    <a:pt x="77" y="71"/>
                    <a:pt x="77" y="71"/>
                  </a:cubicBezTo>
                  <a:cubicBezTo>
                    <a:pt x="93" y="55"/>
                    <a:pt x="93" y="55"/>
                    <a:pt x="93" y="55"/>
                  </a:cubicBezTo>
                  <a:cubicBezTo>
                    <a:pt x="94" y="54"/>
                    <a:pt x="95" y="54"/>
                    <a:pt x="96" y="55"/>
                  </a:cubicBezTo>
                  <a:cubicBezTo>
                    <a:pt x="96" y="56"/>
                    <a:pt x="96" y="57"/>
                    <a:pt x="96" y="58"/>
                  </a:cubicBezTo>
                  <a:close/>
                </a:path>
              </a:pathLst>
            </a:custGeom>
            <a:solidFill>
              <a:schemeClr val="bg1"/>
            </a:solidFill>
            <a:ln>
              <a:noFill/>
            </a:ln>
          </p:spPr>
          <p:txBody>
            <a:bodyPr vert="horz" wrap="square" lIns="100799" tIns="50399" rIns="100799" bIns="50399" numCol="1" anchor="t" anchorCtr="0" compatLnSpc="1">
              <a:prstTxWarp prst="textNoShape">
                <a:avLst/>
              </a:prstTxWarp>
            </a:bodyPr>
            <a:lstStyle/>
            <a:p>
              <a:endParaRPr lang="en-US" sz="1050">
                <a:latin typeface="+mj-lt"/>
                <a:cs typeface="Calibri Light" panose="020F0302020204030204" pitchFamily="34" charset="0"/>
              </a:endParaRPr>
            </a:p>
          </p:txBody>
        </p:sp>
        <p:sp>
          <p:nvSpPr>
            <p:cNvPr id="33" name="Freeform 5">
              <a:hlinkClick r:id="" action="ppaction://noaction"/>
              <a:extLst>
                <a:ext uri="{FF2B5EF4-FFF2-40B4-BE49-F238E27FC236}">
                  <a16:creationId xmlns:a16="http://schemas.microsoft.com/office/drawing/2014/main" id="{2BCA8FB9-F838-6A43-6870-A7E6BF8CAE74}"/>
                </a:ext>
              </a:extLst>
            </p:cNvPr>
            <p:cNvSpPr>
              <a:spLocks noEditPoints="1"/>
            </p:cNvSpPr>
            <p:nvPr/>
          </p:nvSpPr>
          <p:spPr bwMode="auto">
            <a:xfrm>
              <a:off x="2862636" y="4812329"/>
              <a:ext cx="351790" cy="282150"/>
            </a:xfrm>
            <a:custGeom>
              <a:avLst/>
              <a:gdLst>
                <a:gd name="T0" fmla="*/ 120 w 601"/>
                <a:gd name="T1" fmla="*/ 410 h 420"/>
                <a:gd name="T2" fmla="*/ 120 w 601"/>
                <a:gd name="T3" fmla="*/ 410 h 420"/>
                <a:gd name="T4" fmla="*/ 10 w 601"/>
                <a:gd name="T5" fmla="*/ 300 h 420"/>
                <a:gd name="T6" fmla="*/ 15 w 601"/>
                <a:gd name="T7" fmla="*/ 269 h 420"/>
                <a:gd name="T8" fmla="*/ 120 w 601"/>
                <a:gd name="T9" fmla="*/ 190 h 420"/>
                <a:gd name="T10" fmla="*/ 222 w 601"/>
                <a:gd name="T11" fmla="*/ 260 h 420"/>
                <a:gd name="T12" fmla="*/ 230 w 601"/>
                <a:gd name="T13" fmla="*/ 300 h 420"/>
                <a:gd name="T14" fmla="*/ 120 w 601"/>
                <a:gd name="T15" fmla="*/ 410 h 420"/>
                <a:gd name="T16" fmla="*/ 343 w 601"/>
                <a:gd name="T17" fmla="*/ 255 h 420"/>
                <a:gd name="T18" fmla="*/ 343 w 601"/>
                <a:gd name="T19" fmla="*/ 255 h 420"/>
                <a:gd name="T20" fmla="*/ 302 w 601"/>
                <a:gd name="T21" fmla="*/ 285 h 420"/>
                <a:gd name="T22" fmla="*/ 262 w 601"/>
                <a:gd name="T23" fmla="*/ 259 h 420"/>
                <a:gd name="T24" fmla="*/ 258 w 601"/>
                <a:gd name="T25" fmla="*/ 241 h 420"/>
                <a:gd name="T26" fmla="*/ 302 w 601"/>
                <a:gd name="T27" fmla="*/ 197 h 420"/>
                <a:gd name="T28" fmla="*/ 345 w 601"/>
                <a:gd name="T29" fmla="*/ 241 h 420"/>
                <a:gd name="T30" fmla="*/ 343 w 601"/>
                <a:gd name="T31" fmla="*/ 255 h 420"/>
                <a:gd name="T32" fmla="*/ 480 w 601"/>
                <a:gd name="T33" fmla="*/ 410 h 420"/>
                <a:gd name="T34" fmla="*/ 480 w 601"/>
                <a:gd name="T35" fmla="*/ 410 h 420"/>
                <a:gd name="T36" fmla="*/ 370 w 601"/>
                <a:gd name="T37" fmla="*/ 300 h 420"/>
                <a:gd name="T38" fmla="*/ 381 w 601"/>
                <a:gd name="T39" fmla="*/ 254 h 420"/>
                <a:gd name="T40" fmla="*/ 480 w 601"/>
                <a:gd name="T41" fmla="*/ 190 h 420"/>
                <a:gd name="T42" fmla="*/ 576 w 601"/>
                <a:gd name="T43" fmla="*/ 246 h 420"/>
                <a:gd name="T44" fmla="*/ 590 w 601"/>
                <a:gd name="T45" fmla="*/ 300 h 420"/>
                <a:gd name="T46" fmla="*/ 480 w 601"/>
                <a:gd name="T47" fmla="*/ 410 h 420"/>
                <a:gd name="T48" fmla="*/ 578 w 601"/>
                <a:gd name="T49" fmla="*/ 230 h 420"/>
                <a:gd name="T50" fmla="*/ 578 w 601"/>
                <a:gd name="T51" fmla="*/ 230 h 420"/>
                <a:gd name="T52" fmla="*/ 450 w 601"/>
                <a:gd name="T53" fmla="*/ 71 h 420"/>
                <a:gd name="T54" fmla="*/ 452 w 601"/>
                <a:gd name="T55" fmla="*/ 60 h 420"/>
                <a:gd name="T56" fmla="*/ 382 w 601"/>
                <a:gd name="T57" fmla="*/ 0 h 420"/>
                <a:gd name="T58" fmla="*/ 313 w 601"/>
                <a:gd name="T59" fmla="*/ 60 h 420"/>
                <a:gd name="T60" fmla="*/ 293 w 601"/>
                <a:gd name="T61" fmla="*/ 60 h 420"/>
                <a:gd name="T62" fmla="*/ 223 w 601"/>
                <a:gd name="T63" fmla="*/ 0 h 420"/>
                <a:gd name="T64" fmla="*/ 154 w 601"/>
                <a:gd name="T65" fmla="*/ 60 h 420"/>
                <a:gd name="T66" fmla="*/ 155 w 601"/>
                <a:gd name="T67" fmla="*/ 70 h 420"/>
                <a:gd name="T68" fmla="*/ 17 w 601"/>
                <a:gd name="T69" fmla="*/ 238 h 420"/>
                <a:gd name="T70" fmla="*/ 0 w 601"/>
                <a:gd name="T71" fmla="*/ 300 h 420"/>
                <a:gd name="T72" fmla="*/ 120 w 601"/>
                <a:gd name="T73" fmla="*/ 420 h 420"/>
                <a:gd name="T74" fmla="*/ 241 w 601"/>
                <a:gd name="T75" fmla="*/ 300 h 420"/>
                <a:gd name="T76" fmla="*/ 238 w 601"/>
                <a:gd name="T77" fmla="*/ 276 h 420"/>
                <a:gd name="T78" fmla="*/ 302 w 601"/>
                <a:gd name="T79" fmla="*/ 313 h 420"/>
                <a:gd name="T80" fmla="*/ 361 w 601"/>
                <a:gd name="T81" fmla="*/ 282 h 420"/>
                <a:gd name="T82" fmla="*/ 360 w 601"/>
                <a:gd name="T83" fmla="*/ 300 h 420"/>
                <a:gd name="T84" fmla="*/ 480 w 601"/>
                <a:gd name="T85" fmla="*/ 420 h 420"/>
                <a:gd name="T86" fmla="*/ 601 w 601"/>
                <a:gd name="T87" fmla="*/ 300 h 420"/>
                <a:gd name="T88" fmla="*/ 578 w 601"/>
                <a:gd name="T89" fmla="*/ 23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1" h="420">
                  <a:moveTo>
                    <a:pt x="120" y="410"/>
                  </a:moveTo>
                  <a:lnTo>
                    <a:pt x="120" y="410"/>
                  </a:lnTo>
                  <a:cubicBezTo>
                    <a:pt x="60" y="410"/>
                    <a:pt x="10" y="360"/>
                    <a:pt x="10" y="300"/>
                  </a:cubicBezTo>
                  <a:cubicBezTo>
                    <a:pt x="10" y="289"/>
                    <a:pt x="12" y="279"/>
                    <a:pt x="15" y="269"/>
                  </a:cubicBezTo>
                  <a:cubicBezTo>
                    <a:pt x="28" y="223"/>
                    <a:pt x="70" y="190"/>
                    <a:pt x="120" y="190"/>
                  </a:cubicBezTo>
                  <a:cubicBezTo>
                    <a:pt x="167" y="190"/>
                    <a:pt x="207" y="219"/>
                    <a:pt x="222" y="260"/>
                  </a:cubicBezTo>
                  <a:cubicBezTo>
                    <a:pt x="227" y="273"/>
                    <a:pt x="230" y="286"/>
                    <a:pt x="230" y="300"/>
                  </a:cubicBezTo>
                  <a:cubicBezTo>
                    <a:pt x="230" y="360"/>
                    <a:pt x="181" y="410"/>
                    <a:pt x="120" y="410"/>
                  </a:cubicBezTo>
                  <a:close/>
                  <a:moveTo>
                    <a:pt x="343" y="255"/>
                  </a:moveTo>
                  <a:lnTo>
                    <a:pt x="343" y="255"/>
                  </a:lnTo>
                  <a:cubicBezTo>
                    <a:pt x="337" y="273"/>
                    <a:pt x="321" y="285"/>
                    <a:pt x="302" y="285"/>
                  </a:cubicBezTo>
                  <a:cubicBezTo>
                    <a:pt x="284" y="285"/>
                    <a:pt x="268" y="274"/>
                    <a:pt x="262" y="259"/>
                  </a:cubicBezTo>
                  <a:cubicBezTo>
                    <a:pt x="259" y="253"/>
                    <a:pt x="258" y="247"/>
                    <a:pt x="258" y="241"/>
                  </a:cubicBezTo>
                  <a:cubicBezTo>
                    <a:pt x="258" y="217"/>
                    <a:pt x="278" y="197"/>
                    <a:pt x="302" y="197"/>
                  </a:cubicBezTo>
                  <a:cubicBezTo>
                    <a:pt x="326" y="197"/>
                    <a:pt x="345" y="217"/>
                    <a:pt x="345" y="241"/>
                  </a:cubicBezTo>
                  <a:cubicBezTo>
                    <a:pt x="345" y="246"/>
                    <a:pt x="344" y="251"/>
                    <a:pt x="343" y="255"/>
                  </a:cubicBezTo>
                  <a:close/>
                  <a:moveTo>
                    <a:pt x="480" y="410"/>
                  </a:moveTo>
                  <a:lnTo>
                    <a:pt x="480" y="410"/>
                  </a:lnTo>
                  <a:cubicBezTo>
                    <a:pt x="420" y="410"/>
                    <a:pt x="370" y="360"/>
                    <a:pt x="370" y="300"/>
                  </a:cubicBezTo>
                  <a:cubicBezTo>
                    <a:pt x="370" y="283"/>
                    <a:pt x="374" y="268"/>
                    <a:pt x="381" y="254"/>
                  </a:cubicBezTo>
                  <a:cubicBezTo>
                    <a:pt x="398" y="216"/>
                    <a:pt x="436" y="190"/>
                    <a:pt x="480" y="190"/>
                  </a:cubicBezTo>
                  <a:cubicBezTo>
                    <a:pt x="521" y="190"/>
                    <a:pt x="557" y="213"/>
                    <a:pt x="576" y="246"/>
                  </a:cubicBezTo>
                  <a:cubicBezTo>
                    <a:pt x="585" y="262"/>
                    <a:pt x="590" y="280"/>
                    <a:pt x="590" y="300"/>
                  </a:cubicBezTo>
                  <a:cubicBezTo>
                    <a:pt x="590" y="360"/>
                    <a:pt x="541" y="410"/>
                    <a:pt x="480" y="410"/>
                  </a:cubicBezTo>
                  <a:close/>
                  <a:moveTo>
                    <a:pt x="578" y="230"/>
                  </a:moveTo>
                  <a:lnTo>
                    <a:pt x="578" y="230"/>
                  </a:lnTo>
                  <a:cubicBezTo>
                    <a:pt x="543" y="161"/>
                    <a:pt x="478" y="97"/>
                    <a:pt x="450" y="71"/>
                  </a:cubicBezTo>
                  <a:cubicBezTo>
                    <a:pt x="451" y="68"/>
                    <a:pt x="452" y="64"/>
                    <a:pt x="452" y="60"/>
                  </a:cubicBezTo>
                  <a:cubicBezTo>
                    <a:pt x="452" y="27"/>
                    <a:pt x="421" y="0"/>
                    <a:pt x="382" y="0"/>
                  </a:cubicBezTo>
                  <a:cubicBezTo>
                    <a:pt x="344" y="0"/>
                    <a:pt x="313" y="26"/>
                    <a:pt x="313" y="60"/>
                  </a:cubicBezTo>
                  <a:lnTo>
                    <a:pt x="293" y="60"/>
                  </a:lnTo>
                  <a:cubicBezTo>
                    <a:pt x="292" y="26"/>
                    <a:pt x="261" y="0"/>
                    <a:pt x="223" y="0"/>
                  </a:cubicBezTo>
                  <a:cubicBezTo>
                    <a:pt x="185" y="0"/>
                    <a:pt x="154" y="27"/>
                    <a:pt x="154" y="60"/>
                  </a:cubicBezTo>
                  <a:cubicBezTo>
                    <a:pt x="154" y="64"/>
                    <a:pt x="154" y="67"/>
                    <a:pt x="155" y="70"/>
                  </a:cubicBezTo>
                  <a:cubicBezTo>
                    <a:pt x="69" y="147"/>
                    <a:pt x="33" y="205"/>
                    <a:pt x="17" y="238"/>
                  </a:cubicBezTo>
                  <a:cubicBezTo>
                    <a:pt x="6" y="256"/>
                    <a:pt x="0" y="277"/>
                    <a:pt x="0" y="300"/>
                  </a:cubicBezTo>
                  <a:cubicBezTo>
                    <a:pt x="0" y="366"/>
                    <a:pt x="54" y="420"/>
                    <a:pt x="120" y="420"/>
                  </a:cubicBezTo>
                  <a:cubicBezTo>
                    <a:pt x="187" y="420"/>
                    <a:pt x="241" y="366"/>
                    <a:pt x="241" y="300"/>
                  </a:cubicBezTo>
                  <a:cubicBezTo>
                    <a:pt x="241" y="292"/>
                    <a:pt x="240" y="283"/>
                    <a:pt x="238" y="276"/>
                  </a:cubicBezTo>
                  <a:cubicBezTo>
                    <a:pt x="251" y="298"/>
                    <a:pt x="274" y="313"/>
                    <a:pt x="302" y="313"/>
                  </a:cubicBezTo>
                  <a:cubicBezTo>
                    <a:pt x="326" y="313"/>
                    <a:pt x="348" y="301"/>
                    <a:pt x="361" y="282"/>
                  </a:cubicBezTo>
                  <a:cubicBezTo>
                    <a:pt x="360" y="288"/>
                    <a:pt x="360" y="294"/>
                    <a:pt x="360" y="300"/>
                  </a:cubicBezTo>
                  <a:cubicBezTo>
                    <a:pt x="360" y="366"/>
                    <a:pt x="414" y="420"/>
                    <a:pt x="480" y="420"/>
                  </a:cubicBezTo>
                  <a:cubicBezTo>
                    <a:pt x="547" y="420"/>
                    <a:pt x="601" y="366"/>
                    <a:pt x="601" y="300"/>
                  </a:cubicBezTo>
                  <a:cubicBezTo>
                    <a:pt x="601" y="274"/>
                    <a:pt x="592" y="250"/>
                    <a:pt x="578" y="230"/>
                  </a:cubicBezTo>
                  <a:close/>
                </a:path>
              </a:pathLst>
            </a:custGeom>
            <a:solidFill>
              <a:schemeClr val="bg1"/>
            </a:solidFill>
            <a:ln w="0">
              <a:noFill/>
              <a:prstDash val="solid"/>
              <a:round/>
              <a:headEnd/>
              <a:tailEnd/>
            </a:ln>
          </p:spPr>
          <p:txBody>
            <a:bodyPr vert="horz" wrap="square" lIns="100799" tIns="50399" rIns="100799" bIns="50399" numCol="1" anchor="t" anchorCtr="0" compatLnSpc="1">
              <a:prstTxWarp prst="textNoShape">
                <a:avLst/>
              </a:prstTxWarp>
            </a:bodyPr>
            <a:lstStyle/>
            <a:p>
              <a:endParaRPr lang="en-US" sz="1050">
                <a:latin typeface="+mj-lt"/>
                <a:cs typeface="Calibri Light" panose="020F0302020204030204" pitchFamily="34" charset="0"/>
              </a:endParaRPr>
            </a:p>
          </p:txBody>
        </p:sp>
        <p:sp>
          <p:nvSpPr>
            <p:cNvPr id="34" name="Freeform 11">
              <a:hlinkClick r:id="" action="ppaction://noaction"/>
              <a:extLst>
                <a:ext uri="{FF2B5EF4-FFF2-40B4-BE49-F238E27FC236}">
                  <a16:creationId xmlns:a16="http://schemas.microsoft.com/office/drawing/2014/main" id="{5A4DCE69-FC79-C0C8-402B-E0DE2660C5B1}"/>
                </a:ext>
              </a:extLst>
            </p:cNvPr>
            <p:cNvSpPr>
              <a:spLocks noChangeAspect="1"/>
            </p:cNvSpPr>
            <p:nvPr/>
          </p:nvSpPr>
          <p:spPr bwMode="auto">
            <a:xfrm>
              <a:off x="2025797" y="3119511"/>
              <a:ext cx="290451" cy="480943"/>
            </a:xfrm>
            <a:custGeom>
              <a:avLst/>
              <a:gdLst>
                <a:gd name="T0" fmla="*/ 129 w 134"/>
                <a:gd name="T1" fmla="*/ 57 h 160"/>
                <a:gd name="T2" fmla="*/ 13 w 134"/>
                <a:gd name="T3" fmla="*/ 48 h 160"/>
                <a:gd name="T4" fmla="*/ 0 w 134"/>
                <a:gd name="T5" fmla="*/ 53 h 160"/>
                <a:gd name="T6" fmla="*/ 27 w 134"/>
                <a:gd name="T7" fmla="*/ 159 h 160"/>
                <a:gd name="T8" fmla="*/ 42 w 134"/>
                <a:gd name="T9" fmla="*/ 159 h 160"/>
                <a:gd name="T10" fmla="*/ 28 w 134"/>
                <a:gd name="T11" fmla="*/ 107 h 160"/>
                <a:gd name="T12" fmla="*/ 132 w 134"/>
                <a:gd name="T13" fmla="*/ 60 h 160"/>
                <a:gd name="T14" fmla="*/ 129 w 134"/>
                <a:gd name="T15" fmla="*/ 57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60">
                  <a:moveTo>
                    <a:pt x="129" y="57"/>
                  </a:moveTo>
                  <a:cubicBezTo>
                    <a:pt x="45" y="91"/>
                    <a:pt x="79" y="0"/>
                    <a:pt x="13" y="48"/>
                  </a:cubicBezTo>
                  <a:cubicBezTo>
                    <a:pt x="0" y="53"/>
                    <a:pt x="0" y="53"/>
                    <a:pt x="0" y="53"/>
                  </a:cubicBezTo>
                  <a:cubicBezTo>
                    <a:pt x="27" y="159"/>
                    <a:pt x="27" y="159"/>
                    <a:pt x="27" y="159"/>
                  </a:cubicBezTo>
                  <a:cubicBezTo>
                    <a:pt x="42" y="159"/>
                    <a:pt x="42" y="159"/>
                    <a:pt x="42" y="159"/>
                  </a:cubicBezTo>
                  <a:cubicBezTo>
                    <a:pt x="28" y="107"/>
                    <a:pt x="28" y="107"/>
                    <a:pt x="28" y="107"/>
                  </a:cubicBezTo>
                  <a:cubicBezTo>
                    <a:pt x="87" y="58"/>
                    <a:pt x="63" y="160"/>
                    <a:pt x="132" y="60"/>
                  </a:cubicBezTo>
                  <a:cubicBezTo>
                    <a:pt x="134" y="58"/>
                    <a:pt x="131" y="56"/>
                    <a:pt x="129" y="57"/>
                  </a:cubicBezTo>
                  <a:close/>
                </a:path>
              </a:pathLst>
            </a:custGeom>
            <a:solidFill>
              <a:schemeClr val="bg1"/>
            </a:solidFill>
            <a:ln>
              <a:noFill/>
            </a:ln>
          </p:spPr>
          <p:txBody>
            <a:bodyPr vert="horz" wrap="square" lIns="100799" tIns="50399" rIns="100799" bIns="50399" numCol="1" anchor="t" anchorCtr="0" compatLnSpc="1">
              <a:prstTxWarp prst="textNoShape">
                <a:avLst/>
              </a:prstTxWarp>
            </a:bodyPr>
            <a:lstStyle/>
            <a:p>
              <a:endParaRPr lang="en-US" sz="1050">
                <a:latin typeface="+mj-lt"/>
                <a:cs typeface="Calibri Light" panose="020F0302020204030204" pitchFamily="34" charset="0"/>
              </a:endParaRPr>
            </a:p>
          </p:txBody>
        </p:sp>
        <p:sp>
          <p:nvSpPr>
            <p:cNvPr id="35" name="Freeform 194">
              <a:extLst>
                <a:ext uri="{FF2B5EF4-FFF2-40B4-BE49-F238E27FC236}">
                  <a16:creationId xmlns:a16="http://schemas.microsoft.com/office/drawing/2014/main" id="{957C8781-6AF0-E89E-256A-B3BE60BEE7AF}"/>
                </a:ext>
              </a:extLst>
            </p:cNvPr>
            <p:cNvSpPr>
              <a:spLocks noEditPoints="1"/>
            </p:cNvSpPr>
            <p:nvPr/>
          </p:nvSpPr>
          <p:spPr bwMode="auto">
            <a:xfrm>
              <a:off x="3736677" y="4343016"/>
              <a:ext cx="367430" cy="260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6" name="Freeform 455">
              <a:extLst>
                <a:ext uri="{FF2B5EF4-FFF2-40B4-BE49-F238E27FC236}">
                  <a16:creationId xmlns:a16="http://schemas.microsoft.com/office/drawing/2014/main" id="{EDC28D02-15BA-2587-33B9-BE7759873EED}"/>
                </a:ext>
              </a:extLst>
            </p:cNvPr>
            <p:cNvSpPr>
              <a:spLocks noChangeAspect="1" noEditPoints="1"/>
            </p:cNvSpPr>
            <p:nvPr/>
          </p:nvSpPr>
          <p:spPr bwMode="auto">
            <a:xfrm>
              <a:off x="1992950" y="4289659"/>
              <a:ext cx="289695" cy="288000"/>
            </a:xfrm>
            <a:custGeom>
              <a:avLst/>
              <a:gdLst>
                <a:gd name="T0" fmla="*/ 253 w 258"/>
                <a:gd name="T1" fmla="*/ 49 h 256"/>
                <a:gd name="T2" fmla="*/ 238 w 258"/>
                <a:gd name="T3" fmla="*/ 49 h 256"/>
                <a:gd name="T4" fmla="*/ 193 w 258"/>
                <a:gd name="T5" fmla="*/ 94 h 256"/>
                <a:gd name="T6" fmla="*/ 163 w 258"/>
                <a:gd name="T7" fmla="*/ 64 h 256"/>
                <a:gd name="T8" fmla="*/ 208 w 258"/>
                <a:gd name="T9" fmla="*/ 19 h 256"/>
                <a:gd name="T10" fmla="*/ 208 w 258"/>
                <a:gd name="T11" fmla="*/ 4 h 256"/>
                <a:gd name="T12" fmla="*/ 193 w 258"/>
                <a:gd name="T13" fmla="*/ 4 h 256"/>
                <a:gd name="T14" fmla="*/ 148 w 258"/>
                <a:gd name="T15" fmla="*/ 49 h 256"/>
                <a:gd name="T16" fmla="*/ 133 w 258"/>
                <a:gd name="T17" fmla="*/ 34 h 256"/>
                <a:gd name="T18" fmla="*/ 125 w 258"/>
                <a:gd name="T19" fmla="*/ 27 h 256"/>
                <a:gd name="T20" fmla="*/ 110 w 258"/>
                <a:gd name="T21" fmla="*/ 27 h 256"/>
                <a:gd name="T22" fmla="*/ 110 w 258"/>
                <a:gd name="T23" fmla="*/ 42 h 256"/>
                <a:gd name="T24" fmla="*/ 72 w 258"/>
                <a:gd name="T25" fmla="*/ 79 h 256"/>
                <a:gd name="T26" fmla="*/ 51 w 258"/>
                <a:gd name="T27" fmla="*/ 132 h 256"/>
                <a:gd name="T28" fmla="*/ 65 w 258"/>
                <a:gd name="T29" fmla="*/ 177 h 256"/>
                <a:gd name="T30" fmla="*/ 5 w 258"/>
                <a:gd name="T31" fmla="*/ 238 h 256"/>
                <a:gd name="T32" fmla="*/ 5 w 258"/>
                <a:gd name="T33" fmla="*/ 253 h 256"/>
                <a:gd name="T34" fmla="*/ 12 w 258"/>
                <a:gd name="T35" fmla="*/ 256 h 256"/>
                <a:gd name="T36" fmla="*/ 20 w 258"/>
                <a:gd name="T37" fmla="*/ 253 h 256"/>
                <a:gd name="T38" fmla="*/ 81 w 258"/>
                <a:gd name="T39" fmla="*/ 192 h 256"/>
                <a:gd name="T40" fmla="*/ 125 w 258"/>
                <a:gd name="T41" fmla="*/ 207 h 256"/>
                <a:gd name="T42" fmla="*/ 178 w 258"/>
                <a:gd name="T43" fmla="*/ 185 h 256"/>
                <a:gd name="T44" fmla="*/ 216 w 258"/>
                <a:gd name="T45" fmla="*/ 147 h 256"/>
                <a:gd name="T46" fmla="*/ 216 w 258"/>
                <a:gd name="T47" fmla="*/ 147 h 256"/>
                <a:gd name="T48" fmla="*/ 223 w 258"/>
                <a:gd name="T49" fmla="*/ 150 h 256"/>
                <a:gd name="T50" fmla="*/ 231 w 258"/>
                <a:gd name="T51" fmla="*/ 147 h 256"/>
                <a:gd name="T52" fmla="*/ 231 w 258"/>
                <a:gd name="T53" fmla="*/ 132 h 256"/>
                <a:gd name="T54" fmla="*/ 223 w 258"/>
                <a:gd name="T55" fmla="*/ 125 h 256"/>
                <a:gd name="T56" fmla="*/ 208 w 258"/>
                <a:gd name="T57" fmla="*/ 109 h 256"/>
                <a:gd name="T58" fmla="*/ 253 w 258"/>
                <a:gd name="T59" fmla="*/ 64 h 256"/>
                <a:gd name="T60" fmla="*/ 253 w 258"/>
                <a:gd name="T61" fmla="*/ 49 h 256"/>
                <a:gd name="T62" fmla="*/ 163 w 258"/>
                <a:gd name="T63" fmla="*/ 170 h 256"/>
                <a:gd name="T64" fmla="*/ 125 w 258"/>
                <a:gd name="T65" fmla="*/ 185 h 256"/>
                <a:gd name="T66" fmla="*/ 87 w 258"/>
                <a:gd name="T67" fmla="*/ 170 h 256"/>
                <a:gd name="T68" fmla="*/ 72 w 258"/>
                <a:gd name="T69" fmla="*/ 132 h 256"/>
                <a:gd name="T70" fmla="*/ 87 w 258"/>
                <a:gd name="T71" fmla="*/ 94 h 256"/>
                <a:gd name="T72" fmla="*/ 125 w 258"/>
                <a:gd name="T73" fmla="*/ 57 h 256"/>
                <a:gd name="T74" fmla="*/ 201 w 258"/>
                <a:gd name="T75" fmla="*/ 132 h 256"/>
                <a:gd name="T76" fmla="*/ 163 w 258"/>
                <a:gd name="T77" fmla="*/ 17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 h="256">
                  <a:moveTo>
                    <a:pt x="253" y="49"/>
                  </a:moveTo>
                  <a:cubicBezTo>
                    <a:pt x="249" y="45"/>
                    <a:pt x="243" y="45"/>
                    <a:pt x="238" y="49"/>
                  </a:cubicBezTo>
                  <a:cubicBezTo>
                    <a:pt x="193" y="94"/>
                    <a:pt x="193" y="94"/>
                    <a:pt x="193" y="94"/>
                  </a:cubicBezTo>
                  <a:cubicBezTo>
                    <a:pt x="163" y="64"/>
                    <a:pt x="163" y="64"/>
                    <a:pt x="163" y="64"/>
                  </a:cubicBezTo>
                  <a:cubicBezTo>
                    <a:pt x="208" y="19"/>
                    <a:pt x="208" y="19"/>
                    <a:pt x="208" y="19"/>
                  </a:cubicBezTo>
                  <a:cubicBezTo>
                    <a:pt x="212" y="15"/>
                    <a:pt x="212" y="8"/>
                    <a:pt x="208" y="4"/>
                  </a:cubicBezTo>
                  <a:cubicBezTo>
                    <a:pt x="204" y="0"/>
                    <a:pt x="197" y="0"/>
                    <a:pt x="193" y="4"/>
                  </a:cubicBezTo>
                  <a:cubicBezTo>
                    <a:pt x="148" y="49"/>
                    <a:pt x="148" y="49"/>
                    <a:pt x="148" y="49"/>
                  </a:cubicBezTo>
                  <a:cubicBezTo>
                    <a:pt x="133" y="34"/>
                    <a:pt x="133" y="34"/>
                    <a:pt x="133" y="34"/>
                  </a:cubicBezTo>
                  <a:cubicBezTo>
                    <a:pt x="125" y="27"/>
                    <a:pt x="125" y="27"/>
                    <a:pt x="125" y="27"/>
                  </a:cubicBezTo>
                  <a:cubicBezTo>
                    <a:pt x="121" y="22"/>
                    <a:pt x="114" y="22"/>
                    <a:pt x="110" y="27"/>
                  </a:cubicBezTo>
                  <a:cubicBezTo>
                    <a:pt x="106" y="31"/>
                    <a:pt x="106" y="37"/>
                    <a:pt x="110" y="42"/>
                  </a:cubicBezTo>
                  <a:cubicBezTo>
                    <a:pt x="72" y="79"/>
                    <a:pt x="72" y="79"/>
                    <a:pt x="72" y="79"/>
                  </a:cubicBezTo>
                  <a:cubicBezTo>
                    <a:pt x="58" y="93"/>
                    <a:pt x="51" y="112"/>
                    <a:pt x="51" y="132"/>
                  </a:cubicBezTo>
                  <a:cubicBezTo>
                    <a:pt x="51" y="148"/>
                    <a:pt x="56" y="164"/>
                    <a:pt x="65" y="177"/>
                  </a:cubicBezTo>
                  <a:cubicBezTo>
                    <a:pt x="5" y="238"/>
                    <a:pt x="5" y="238"/>
                    <a:pt x="5" y="238"/>
                  </a:cubicBezTo>
                  <a:cubicBezTo>
                    <a:pt x="0" y="242"/>
                    <a:pt x="0" y="249"/>
                    <a:pt x="5" y="253"/>
                  </a:cubicBezTo>
                  <a:cubicBezTo>
                    <a:pt x="7" y="255"/>
                    <a:pt x="9" y="256"/>
                    <a:pt x="12" y="256"/>
                  </a:cubicBezTo>
                  <a:cubicBezTo>
                    <a:pt x="15" y="256"/>
                    <a:pt x="18" y="255"/>
                    <a:pt x="20" y="253"/>
                  </a:cubicBezTo>
                  <a:cubicBezTo>
                    <a:pt x="81" y="192"/>
                    <a:pt x="81" y="192"/>
                    <a:pt x="81" y="192"/>
                  </a:cubicBezTo>
                  <a:cubicBezTo>
                    <a:pt x="93" y="202"/>
                    <a:pt x="109" y="207"/>
                    <a:pt x="125" y="207"/>
                  </a:cubicBezTo>
                  <a:cubicBezTo>
                    <a:pt x="145" y="207"/>
                    <a:pt x="164" y="199"/>
                    <a:pt x="178" y="185"/>
                  </a:cubicBezTo>
                  <a:cubicBezTo>
                    <a:pt x="216" y="147"/>
                    <a:pt x="216" y="147"/>
                    <a:pt x="216" y="147"/>
                  </a:cubicBezTo>
                  <a:cubicBezTo>
                    <a:pt x="216" y="147"/>
                    <a:pt x="216" y="147"/>
                    <a:pt x="216" y="147"/>
                  </a:cubicBezTo>
                  <a:cubicBezTo>
                    <a:pt x="218" y="149"/>
                    <a:pt x="221" y="150"/>
                    <a:pt x="223" y="150"/>
                  </a:cubicBezTo>
                  <a:cubicBezTo>
                    <a:pt x="226" y="150"/>
                    <a:pt x="229" y="149"/>
                    <a:pt x="231" y="147"/>
                  </a:cubicBezTo>
                  <a:cubicBezTo>
                    <a:pt x="235" y="143"/>
                    <a:pt x="235" y="136"/>
                    <a:pt x="231" y="132"/>
                  </a:cubicBezTo>
                  <a:cubicBezTo>
                    <a:pt x="223" y="125"/>
                    <a:pt x="223" y="125"/>
                    <a:pt x="223" y="125"/>
                  </a:cubicBezTo>
                  <a:cubicBezTo>
                    <a:pt x="208" y="109"/>
                    <a:pt x="208" y="109"/>
                    <a:pt x="208" y="109"/>
                  </a:cubicBezTo>
                  <a:cubicBezTo>
                    <a:pt x="253" y="64"/>
                    <a:pt x="253" y="64"/>
                    <a:pt x="253" y="64"/>
                  </a:cubicBezTo>
                  <a:cubicBezTo>
                    <a:pt x="258" y="60"/>
                    <a:pt x="258" y="53"/>
                    <a:pt x="253" y="49"/>
                  </a:cubicBezTo>
                  <a:close/>
                  <a:moveTo>
                    <a:pt x="163" y="170"/>
                  </a:moveTo>
                  <a:cubicBezTo>
                    <a:pt x="153" y="180"/>
                    <a:pt x="139" y="185"/>
                    <a:pt x="125" y="185"/>
                  </a:cubicBezTo>
                  <a:cubicBezTo>
                    <a:pt x="111" y="185"/>
                    <a:pt x="98" y="180"/>
                    <a:pt x="87" y="170"/>
                  </a:cubicBezTo>
                  <a:cubicBezTo>
                    <a:pt x="77" y="160"/>
                    <a:pt x="72" y="146"/>
                    <a:pt x="72" y="132"/>
                  </a:cubicBezTo>
                  <a:cubicBezTo>
                    <a:pt x="72" y="118"/>
                    <a:pt x="77" y="104"/>
                    <a:pt x="87" y="94"/>
                  </a:cubicBezTo>
                  <a:cubicBezTo>
                    <a:pt x="125" y="57"/>
                    <a:pt x="125" y="57"/>
                    <a:pt x="125" y="57"/>
                  </a:cubicBezTo>
                  <a:cubicBezTo>
                    <a:pt x="201" y="132"/>
                    <a:pt x="201" y="132"/>
                    <a:pt x="201" y="132"/>
                  </a:cubicBezTo>
                  <a:lnTo>
                    <a:pt x="163" y="170"/>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45" name="Rectangle 24">
            <a:extLst>
              <a:ext uri="{FF2B5EF4-FFF2-40B4-BE49-F238E27FC236}">
                <a16:creationId xmlns:a16="http://schemas.microsoft.com/office/drawing/2014/main" id="{637FA573-DFBC-FE6C-2B67-54E89C376562}"/>
              </a:ext>
            </a:extLst>
          </p:cNvPr>
          <p:cNvSpPr/>
          <p:nvPr/>
        </p:nvSpPr>
        <p:spPr bwMode="gray">
          <a:xfrm>
            <a:off x="1115786" y="-6512"/>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Assets and Accelerators</a:t>
            </a:r>
          </a:p>
        </p:txBody>
      </p:sp>
      <p:sp>
        <p:nvSpPr>
          <p:cNvPr id="46" name="Freeform 15">
            <a:extLst>
              <a:ext uri="{FF2B5EF4-FFF2-40B4-BE49-F238E27FC236}">
                <a16:creationId xmlns:a16="http://schemas.microsoft.com/office/drawing/2014/main" id="{4886BB9D-D9D5-E6DC-3F12-594997929BC9}"/>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47" name="Freeform 16">
            <a:extLst>
              <a:ext uri="{FF2B5EF4-FFF2-40B4-BE49-F238E27FC236}">
                <a16:creationId xmlns:a16="http://schemas.microsoft.com/office/drawing/2014/main" id="{0F7B2A12-474C-F9CD-BD0D-76D2F9CA0745}"/>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48" name="Freeform 6">
            <a:extLst>
              <a:ext uri="{FF2B5EF4-FFF2-40B4-BE49-F238E27FC236}">
                <a16:creationId xmlns:a16="http://schemas.microsoft.com/office/drawing/2014/main" id="{65401C28-B87A-1220-34F4-A52D18F0E2CB}"/>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49" name="Freeform 6">
            <a:extLst>
              <a:ext uri="{FF2B5EF4-FFF2-40B4-BE49-F238E27FC236}">
                <a16:creationId xmlns:a16="http://schemas.microsoft.com/office/drawing/2014/main" id="{2C5175A6-4611-C3DF-6738-DC6EBE87A627}"/>
              </a:ext>
            </a:extLst>
          </p:cNvPr>
          <p:cNvSpPr>
            <a:spLocks/>
          </p:cNvSpPr>
          <p:nvPr/>
        </p:nvSpPr>
        <p:spPr bwMode="gray">
          <a:xfrm>
            <a:off x="878347"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50" name="Freeform 15">
            <a:extLst>
              <a:ext uri="{FF2B5EF4-FFF2-40B4-BE49-F238E27FC236}">
                <a16:creationId xmlns:a16="http://schemas.microsoft.com/office/drawing/2014/main" id="{71DE0932-6EC8-75E0-C7E6-64F310D5A9A8}"/>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51" name="Freeform 16">
            <a:extLst>
              <a:ext uri="{FF2B5EF4-FFF2-40B4-BE49-F238E27FC236}">
                <a16:creationId xmlns:a16="http://schemas.microsoft.com/office/drawing/2014/main" id="{7D13AC19-3C9B-A98F-76A8-CE00ECCED2CF}"/>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52" name="Freeform 6">
            <a:extLst>
              <a:ext uri="{FF2B5EF4-FFF2-40B4-BE49-F238E27FC236}">
                <a16:creationId xmlns:a16="http://schemas.microsoft.com/office/drawing/2014/main" id="{1588FDBE-E8E3-C03C-7435-A9D7B7672C46}"/>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53" name="Freeform 6">
            <a:extLst>
              <a:ext uri="{FF2B5EF4-FFF2-40B4-BE49-F238E27FC236}">
                <a16:creationId xmlns:a16="http://schemas.microsoft.com/office/drawing/2014/main" id="{D2B611C7-B7A1-4E82-50BB-5E068D32D594}"/>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2565044481"/>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8" name="think-cell data - do not delete" hidden="1">
            <a:extLst>
              <a:ext uri="{FF2B5EF4-FFF2-40B4-BE49-F238E27FC236}">
                <a16:creationId xmlns:a16="http://schemas.microsoft.com/office/drawing/2014/main" id="{0037CCDA-8338-FD79-DD4F-E1401C21FF3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98" name="think-cell data - do not delete" hidden="1">
                        <a:extLst>
                          <a:ext uri="{FF2B5EF4-FFF2-40B4-BE49-F238E27FC236}">
                            <a16:creationId xmlns:a16="http://schemas.microsoft.com/office/drawing/2014/main" id="{0037CCDA-8338-FD79-DD4F-E1401C21FF3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D0C44376-F238-4033-C0CA-06A218026671}"/>
              </a:ext>
            </a:extLst>
          </p:cNvPr>
          <p:cNvSpPr>
            <a:spLocks noGrp="1"/>
          </p:cNvSpPr>
          <p:nvPr>
            <p:ph type="body" sz="quarter" idx="13"/>
          </p:nvPr>
        </p:nvSpPr>
        <p:spPr/>
        <p:txBody>
          <a:bodyPr/>
          <a:lstStyle/>
          <a:p>
            <a:r>
              <a:rPr lang="en-US" dirty="0"/>
              <a:t>Value Analyzer, Forecasting &amp; Scheduling Tool and Exchange Price Simulator</a:t>
            </a:r>
          </a:p>
        </p:txBody>
      </p:sp>
      <p:sp>
        <p:nvSpPr>
          <p:cNvPr id="3" name="Title 2">
            <a:extLst>
              <a:ext uri="{FF2B5EF4-FFF2-40B4-BE49-F238E27FC236}">
                <a16:creationId xmlns:a16="http://schemas.microsoft.com/office/drawing/2014/main" id="{3B1A18FD-AE6C-BE05-FDB6-0F34EBF0427B}"/>
              </a:ext>
            </a:extLst>
          </p:cNvPr>
          <p:cNvSpPr>
            <a:spLocks noGrp="1"/>
          </p:cNvSpPr>
          <p:nvPr>
            <p:ph type="title"/>
          </p:nvPr>
        </p:nvSpPr>
        <p:spPr/>
        <p:txBody>
          <a:bodyPr vert="horz"/>
          <a:lstStyle/>
          <a:p>
            <a:r>
              <a:rPr lang="en-US" dirty="0"/>
              <a:t>Service Offerings &amp; Proprietary Tools [3/3]</a:t>
            </a:r>
          </a:p>
        </p:txBody>
      </p:sp>
      <p:sp>
        <p:nvSpPr>
          <p:cNvPr id="5" name="TextBox 4">
            <a:extLst>
              <a:ext uri="{FF2B5EF4-FFF2-40B4-BE49-F238E27FC236}">
                <a16:creationId xmlns:a16="http://schemas.microsoft.com/office/drawing/2014/main" id="{A8059E09-0543-A65C-D180-9253989F663E}"/>
              </a:ext>
            </a:extLst>
          </p:cNvPr>
          <p:cNvSpPr txBox="1"/>
          <p:nvPr/>
        </p:nvSpPr>
        <p:spPr>
          <a:xfrm>
            <a:off x="479072" y="1182930"/>
            <a:ext cx="5459701" cy="309182"/>
          </a:xfrm>
          <a:prstGeom prst="rect">
            <a:avLst/>
          </a:prstGeom>
          <a:solidFill>
            <a:schemeClr val="accent4"/>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Our Service Offerings</a:t>
            </a:r>
            <a:endParaRPr kumimoji="0" lang="en-IN"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51D1EAEE-AC00-044B-A0D2-06FAB4B61695}"/>
              </a:ext>
            </a:extLst>
          </p:cNvPr>
          <p:cNvSpPr/>
          <p:nvPr/>
        </p:nvSpPr>
        <p:spPr>
          <a:xfrm>
            <a:off x="512565" y="1537512"/>
            <a:ext cx="2657186" cy="430197"/>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26890D"/>
          </a:solidFill>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indent="0" algn="ctr" defTabSz="266700">
              <a:lnSpc>
                <a:spcPct val="90000"/>
              </a:lnSpc>
              <a:spcBef>
                <a:spcPct val="0"/>
              </a:spcBef>
              <a:spcAft>
                <a:spcPct val="35000"/>
              </a:spcAft>
            </a:pPr>
            <a:r>
              <a:rPr lang="en-US" sz="1200" b="1" dirty="0"/>
              <a:t>Battery Energy Storage Solution (BESS)</a:t>
            </a:r>
          </a:p>
        </p:txBody>
      </p:sp>
      <p:sp>
        <p:nvSpPr>
          <p:cNvPr id="7" name="Freeform: Shape 6">
            <a:extLst>
              <a:ext uri="{FF2B5EF4-FFF2-40B4-BE49-F238E27FC236}">
                <a16:creationId xmlns:a16="http://schemas.microsoft.com/office/drawing/2014/main" id="{CE1E04C3-D433-FCAF-A801-D8629A9339B1}"/>
              </a:ext>
            </a:extLst>
          </p:cNvPr>
          <p:cNvSpPr/>
          <p:nvPr/>
        </p:nvSpPr>
        <p:spPr>
          <a:xfrm>
            <a:off x="502913" y="1969984"/>
            <a:ext cx="2657186" cy="1904862"/>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a:solidFill>
            <a:srgbClr val="26890D">
              <a:alpha val="20000"/>
            </a:srgbClr>
          </a:solidFill>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lvl="1" indent="-169863" defTabSz="266700">
              <a:lnSpc>
                <a:spcPct val="114000"/>
              </a:lnSpc>
              <a:spcBef>
                <a:spcPct val="0"/>
              </a:spcBef>
              <a:spcAft>
                <a:spcPts val="600"/>
              </a:spcAft>
              <a:buChar char="•"/>
            </a:pPr>
            <a:r>
              <a:rPr lang="en-US" sz="1000" dirty="0"/>
              <a:t>Benefits modelling and simulation of ESS value streams</a:t>
            </a:r>
          </a:p>
          <a:p>
            <a:pPr marL="169863" lvl="1" indent="-169863" defTabSz="266700">
              <a:lnSpc>
                <a:spcPct val="114000"/>
              </a:lnSpc>
              <a:spcBef>
                <a:spcPct val="0"/>
              </a:spcBef>
              <a:spcAft>
                <a:spcPts val="600"/>
              </a:spcAft>
              <a:buChar char="•"/>
            </a:pPr>
            <a:r>
              <a:rPr lang="en-US" sz="1000" dirty="0"/>
              <a:t>Contractual framework and diligence for ESS as service</a:t>
            </a:r>
          </a:p>
          <a:p>
            <a:pPr marL="169863" lvl="1" indent="-169863" defTabSz="266700">
              <a:lnSpc>
                <a:spcPct val="114000"/>
              </a:lnSpc>
              <a:spcBef>
                <a:spcPct val="0"/>
              </a:spcBef>
              <a:spcAft>
                <a:spcPts val="600"/>
              </a:spcAft>
              <a:buChar char="•"/>
            </a:pPr>
            <a:r>
              <a:rPr lang="en-US" sz="1000" dirty="0"/>
              <a:t>Technology assessment</a:t>
            </a:r>
          </a:p>
          <a:p>
            <a:pPr marL="169863" lvl="1" indent="-169863" defTabSz="266700">
              <a:lnSpc>
                <a:spcPct val="114000"/>
              </a:lnSpc>
              <a:spcBef>
                <a:spcPct val="0"/>
              </a:spcBef>
              <a:spcAft>
                <a:spcPts val="600"/>
              </a:spcAft>
              <a:buChar char="•"/>
            </a:pPr>
            <a:r>
              <a:rPr lang="en-US" sz="1000" dirty="0"/>
              <a:t>Market and feasibility assessment</a:t>
            </a:r>
          </a:p>
          <a:p>
            <a:pPr marL="169863" lvl="1" indent="-169863" defTabSz="266700">
              <a:lnSpc>
                <a:spcPct val="114000"/>
              </a:lnSpc>
              <a:spcBef>
                <a:spcPct val="0"/>
              </a:spcBef>
              <a:spcAft>
                <a:spcPts val="600"/>
              </a:spcAft>
              <a:buChar char="•"/>
            </a:pPr>
            <a:r>
              <a:rPr lang="en-US" sz="1000" dirty="0"/>
              <a:t>Standards and testing framework</a:t>
            </a:r>
          </a:p>
          <a:p>
            <a:pPr marL="169863" lvl="1" indent="-169863" defTabSz="266700">
              <a:lnSpc>
                <a:spcPct val="114000"/>
              </a:lnSpc>
              <a:spcBef>
                <a:spcPct val="0"/>
              </a:spcBef>
              <a:spcAft>
                <a:spcPts val="600"/>
              </a:spcAft>
              <a:buChar char="•"/>
            </a:pPr>
            <a:r>
              <a:rPr lang="en-US" sz="1000" dirty="0"/>
              <a:t>Regulation and policies</a:t>
            </a:r>
          </a:p>
        </p:txBody>
      </p:sp>
      <p:sp>
        <p:nvSpPr>
          <p:cNvPr id="8" name="Freeform: Shape 7">
            <a:extLst>
              <a:ext uri="{FF2B5EF4-FFF2-40B4-BE49-F238E27FC236}">
                <a16:creationId xmlns:a16="http://schemas.microsoft.com/office/drawing/2014/main" id="{1D85079E-BFEF-F5D3-DEF5-7B96068BA372}"/>
              </a:ext>
            </a:extLst>
          </p:cNvPr>
          <p:cNvSpPr/>
          <p:nvPr/>
        </p:nvSpPr>
        <p:spPr>
          <a:xfrm>
            <a:off x="3265517" y="1547892"/>
            <a:ext cx="2657186" cy="430197"/>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046A38"/>
          </a:solidFill>
          <a:ln>
            <a:solidFill>
              <a:srgbClr val="046A38"/>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indent="0" algn="ctr" defTabSz="266700">
              <a:lnSpc>
                <a:spcPct val="90000"/>
              </a:lnSpc>
              <a:spcBef>
                <a:spcPct val="0"/>
              </a:spcBef>
              <a:spcAft>
                <a:spcPct val="35000"/>
              </a:spcAft>
            </a:pPr>
            <a:r>
              <a:rPr lang="en-US" sz="1400" b="1" dirty="0"/>
              <a:t>The Future Grid</a:t>
            </a:r>
          </a:p>
        </p:txBody>
      </p:sp>
      <p:sp>
        <p:nvSpPr>
          <p:cNvPr id="9" name="Freeform: Shape 8">
            <a:extLst>
              <a:ext uri="{FF2B5EF4-FFF2-40B4-BE49-F238E27FC236}">
                <a16:creationId xmlns:a16="http://schemas.microsoft.com/office/drawing/2014/main" id="{6BCC1844-E822-9607-3AE7-37DC3B544F5C}"/>
              </a:ext>
            </a:extLst>
          </p:cNvPr>
          <p:cNvSpPr/>
          <p:nvPr/>
        </p:nvSpPr>
        <p:spPr>
          <a:xfrm>
            <a:off x="3268741" y="1992347"/>
            <a:ext cx="2657186" cy="1882499"/>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a:solidFill>
            <a:srgbClr val="046A38">
              <a:alpha val="15000"/>
            </a:srgbClr>
          </a:solidFill>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lvl="1" indent="-169863" defTabSz="266700">
              <a:lnSpc>
                <a:spcPct val="114000"/>
              </a:lnSpc>
              <a:spcBef>
                <a:spcPct val="0"/>
              </a:spcBef>
              <a:spcAft>
                <a:spcPts val="600"/>
              </a:spcAft>
              <a:buChar char="•"/>
            </a:pPr>
            <a:r>
              <a:rPr lang="en-US" sz="1000"/>
              <a:t>Communications-enabled self-healing network</a:t>
            </a:r>
          </a:p>
          <a:p>
            <a:pPr marL="169863" lvl="1" indent="-169863" defTabSz="266700">
              <a:lnSpc>
                <a:spcPct val="114000"/>
              </a:lnSpc>
              <a:spcBef>
                <a:spcPct val="0"/>
              </a:spcBef>
              <a:spcAft>
                <a:spcPts val="600"/>
              </a:spcAft>
              <a:buChar char="•"/>
            </a:pPr>
            <a:r>
              <a:rPr lang="en-US" sz="1000"/>
              <a:t>Advanced metering infrastructure including smart meters</a:t>
            </a:r>
          </a:p>
          <a:p>
            <a:pPr marL="169863" lvl="1" indent="-169863" defTabSz="266700">
              <a:lnSpc>
                <a:spcPct val="114000"/>
              </a:lnSpc>
              <a:spcBef>
                <a:spcPct val="0"/>
              </a:spcBef>
              <a:spcAft>
                <a:spcPts val="600"/>
              </a:spcAft>
              <a:buChar char="•"/>
            </a:pPr>
            <a:r>
              <a:rPr lang="en-US" sz="1000"/>
              <a:t>IT/OT Design and Implementation</a:t>
            </a:r>
          </a:p>
          <a:p>
            <a:pPr marL="169863" lvl="1" indent="-169863" defTabSz="266700">
              <a:lnSpc>
                <a:spcPct val="114000"/>
              </a:lnSpc>
              <a:spcBef>
                <a:spcPct val="0"/>
              </a:spcBef>
              <a:spcAft>
                <a:spcPts val="600"/>
              </a:spcAft>
              <a:buChar char="•"/>
            </a:pPr>
            <a:r>
              <a:rPr lang="en-US" sz="1000"/>
              <a:t>Real time balancing of intermittent sources of supply</a:t>
            </a:r>
          </a:p>
          <a:p>
            <a:pPr marL="169863" lvl="1" indent="-169863" defTabSz="266700">
              <a:lnSpc>
                <a:spcPct val="114000"/>
              </a:lnSpc>
              <a:spcBef>
                <a:spcPct val="0"/>
              </a:spcBef>
              <a:spcAft>
                <a:spcPts val="600"/>
              </a:spcAft>
              <a:buChar char="•"/>
            </a:pPr>
            <a:r>
              <a:rPr lang="en-US" sz="1000"/>
              <a:t>Drone assisted monitoring</a:t>
            </a:r>
          </a:p>
        </p:txBody>
      </p:sp>
      <p:grpSp>
        <p:nvGrpSpPr>
          <p:cNvPr id="10" name="Group 438">
            <a:extLst>
              <a:ext uri="{FF2B5EF4-FFF2-40B4-BE49-F238E27FC236}">
                <a16:creationId xmlns:a16="http://schemas.microsoft.com/office/drawing/2014/main" id="{41D9C31C-112C-15D2-83C3-E51F426A1AC3}"/>
              </a:ext>
            </a:extLst>
          </p:cNvPr>
          <p:cNvGrpSpPr>
            <a:grpSpLocks noChangeAspect="1"/>
          </p:cNvGrpSpPr>
          <p:nvPr/>
        </p:nvGrpSpPr>
        <p:grpSpPr bwMode="auto">
          <a:xfrm>
            <a:off x="597806" y="1568619"/>
            <a:ext cx="385045" cy="367982"/>
            <a:chOff x="4426" y="2603"/>
            <a:chExt cx="340" cy="340"/>
          </a:xfrm>
          <a:solidFill>
            <a:schemeClr val="bg1"/>
          </a:solidFill>
        </p:grpSpPr>
        <p:sp>
          <p:nvSpPr>
            <p:cNvPr id="11" name="Freeform 439">
              <a:extLst>
                <a:ext uri="{FF2B5EF4-FFF2-40B4-BE49-F238E27FC236}">
                  <a16:creationId xmlns:a16="http://schemas.microsoft.com/office/drawing/2014/main" id="{BFAE855F-0385-99F4-B3E2-A47E77975613}"/>
                </a:ext>
              </a:extLst>
            </p:cNvPr>
            <p:cNvSpPr>
              <a:spLocks noEditPoints="1"/>
            </p:cNvSpPr>
            <p:nvPr/>
          </p:nvSpPr>
          <p:spPr bwMode="auto">
            <a:xfrm>
              <a:off x="4490" y="2716"/>
              <a:ext cx="212" cy="113"/>
            </a:xfrm>
            <a:custGeom>
              <a:avLst/>
              <a:gdLst>
                <a:gd name="T0" fmla="*/ 309 w 320"/>
                <a:gd name="T1" fmla="*/ 43 h 171"/>
                <a:gd name="T2" fmla="*/ 277 w 320"/>
                <a:gd name="T3" fmla="*/ 43 h 171"/>
                <a:gd name="T4" fmla="*/ 277 w 320"/>
                <a:gd name="T5" fmla="*/ 11 h 171"/>
                <a:gd name="T6" fmla="*/ 266 w 320"/>
                <a:gd name="T7" fmla="*/ 0 h 171"/>
                <a:gd name="T8" fmla="*/ 10 w 320"/>
                <a:gd name="T9" fmla="*/ 0 h 171"/>
                <a:gd name="T10" fmla="*/ 0 w 320"/>
                <a:gd name="T11" fmla="*/ 11 h 171"/>
                <a:gd name="T12" fmla="*/ 0 w 320"/>
                <a:gd name="T13" fmla="*/ 160 h 171"/>
                <a:gd name="T14" fmla="*/ 10 w 320"/>
                <a:gd name="T15" fmla="*/ 171 h 171"/>
                <a:gd name="T16" fmla="*/ 266 w 320"/>
                <a:gd name="T17" fmla="*/ 171 h 171"/>
                <a:gd name="T18" fmla="*/ 277 w 320"/>
                <a:gd name="T19" fmla="*/ 160 h 171"/>
                <a:gd name="T20" fmla="*/ 277 w 320"/>
                <a:gd name="T21" fmla="*/ 128 h 171"/>
                <a:gd name="T22" fmla="*/ 309 w 320"/>
                <a:gd name="T23" fmla="*/ 128 h 171"/>
                <a:gd name="T24" fmla="*/ 320 w 320"/>
                <a:gd name="T25" fmla="*/ 118 h 171"/>
                <a:gd name="T26" fmla="*/ 320 w 320"/>
                <a:gd name="T27" fmla="*/ 54 h 171"/>
                <a:gd name="T28" fmla="*/ 309 w 320"/>
                <a:gd name="T29" fmla="*/ 43 h 171"/>
                <a:gd name="T30" fmla="*/ 256 w 320"/>
                <a:gd name="T31" fmla="*/ 150 h 171"/>
                <a:gd name="T32" fmla="*/ 21 w 320"/>
                <a:gd name="T33" fmla="*/ 150 h 171"/>
                <a:gd name="T34" fmla="*/ 21 w 320"/>
                <a:gd name="T35" fmla="*/ 22 h 171"/>
                <a:gd name="T36" fmla="*/ 256 w 320"/>
                <a:gd name="T37" fmla="*/ 22 h 171"/>
                <a:gd name="T38" fmla="*/ 256 w 320"/>
                <a:gd name="T39" fmla="*/ 150 h 171"/>
                <a:gd name="T40" fmla="*/ 298 w 320"/>
                <a:gd name="T41" fmla="*/ 107 h 171"/>
                <a:gd name="T42" fmla="*/ 277 w 320"/>
                <a:gd name="T43" fmla="*/ 107 h 171"/>
                <a:gd name="T44" fmla="*/ 277 w 320"/>
                <a:gd name="T45" fmla="*/ 64 h 171"/>
                <a:gd name="T46" fmla="*/ 298 w 320"/>
                <a:gd name="T47" fmla="*/ 64 h 171"/>
                <a:gd name="T48" fmla="*/ 298 w 320"/>
                <a:gd name="T49" fmla="*/ 107 h 171"/>
                <a:gd name="T50" fmla="*/ 42 w 320"/>
                <a:gd name="T51" fmla="*/ 118 h 171"/>
                <a:gd name="T52" fmla="*/ 42 w 320"/>
                <a:gd name="T53" fmla="*/ 54 h 171"/>
                <a:gd name="T54" fmla="*/ 53 w 320"/>
                <a:gd name="T55" fmla="*/ 43 h 171"/>
                <a:gd name="T56" fmla="*/ 64 w 320"/>
                <a:gd name="T57" fmla="*/ 54 h 171"/>
                <a:gd name="T58" fmla="*/ 64 w 320"/>
                <a:gd name="T59" fmla="*/ 118 h 171"/>
                <a:gd name="T60" fmla="*/ 53 w 320"/>
                <a:gd name="T61" fmla="*/ 128 h 171"/>
                <a:gd name="T62" fmla="*/ 42 w 320"/>
                <a:gd name="T63" fmla="*/ 118 h 171"/>
                <a:gd name="T64" fmla="*/ 85 w 320"/>
                <a:gd name="T65" fmla="*/ 118 h 171"/>
                <a:gd name="T66" fmla="*/ 85 w 320"/>
                <a:gd name="T67" fmla="*/ 54 h 171"/>
                <a:gd name="T68" fmla="*/ 96 w 320"/>
                <a:gd name="T69" fmla="*/ 43 h 171"/>
                <a:gd name="T70" fmla="*/ 106 w 320"/>
                <a:gd name="T71" fmla="*/ 54 h 171"/>
                <a:gd name="T72" fmla="*/ 106 w 320"/>
                <a:gd name="T73" fmla="*/ 118 h 171"/>
                <a:gd name="T74" fmla="*/ 96 w 320"/>
                <a:gd name="T75" fmla="*/ 128 h 171"/>
                <a:gd name="T76" fmla="*/ 85 w 320"/>
                <a:gd name="T77" fmla="*/ 118 h 171"/>
                <a:gd name="T78" fmla="*/ 128 w 320"/>
                <a:gd name="T79" fmla="*/ 118 h 171"/>
                <a:gd name="T80" fmla="*/ 128 w 320"/>
                <a:gd name="T81" fmla="*/ 54 h 171"/>
                <a:gd name="T82" fmla="*/ 138 w 320"/>
                <a:gd name="T83" fmla="*/ 43 h 171"/>
                <a:gd name="T84" fmla="*/ 149 w 320"/>
                <a:gd name="T85" fmla="*/ 54 h 171"/>
                <a:gd name="T86" fmla="*/ 149 w 320"/>
                <a:gd name="T87" fmla="*/ 118 h 171"/>
                <a:gd name="T88" fmla="*/ 138 w 320"/>
                <a:gd name="T89" fmla="*/ 128 h 171"/>
                <a:gd name="T90" fmla="*/ 128 w 320"/>
                <a:gd name="T91" fmla="*/ 118 h 171"/>
                <a:gd name="T92" fmla="*/ 170 w 320"/>
                <a:gd name="T93" fmla="*/ 118 h 171"/>
                <a:gd name="T94" fmla="*/ 170 w 320"/>
                <a:gd name="T95" fmla="*/ 54 h 171"/>
                <a:gd name="T96" fmla="*/ 181 w 320"/>
                <a:gd name="T97" fmla="*/ 43 h 171"/>
                <a:gd name="T98" fmla="*/ 192 w 320"/>
                <a:gd name="T99" fmla="*/ 54 h 171"/>
                <a:gd name="T100" fmla="*/ 192 w 320"/>
                <a:gd name="T101" fmla="*/ 118 h 171"/>
                <a:gd name="T102" fmla="*/ 181 w 320"/>
                <a:gd name="T103" fmla="*/ 128 h 171"/>
                <a:gd name="T104" fmla="*/ 170 w 320"/>
                <a:gd name="T105" fmla="*/ 118 h 171"/>
                <a:gd name="T106" fmla="*/ 213 w 320"/>
                <a:gd name="T107" fmla="*/ 118 h 171"/>
                <a:gd name="T108" fmla="*/ 213 w 320"/>
                <a:gd name="T109" fmla="*/ 54 h 171"/>
                <a:gd name="T110" fmla="*/ 224 w 320"/>
                <a:gd name="T111" fmla="*/ 43 h 171"/>
                <a:gd name="T112" fmla="*/ 234 w 320"/>
                <a:gd name="T113" fmla="*/ 54 h 171"/>
                <a:gd name="T114" fmla="*/ 234 w 320"/>
                <a:gd name="T115" fmla="*/ 118 h 171"/>
                <a:gd name="T116" fmla="*/ 224 w 320"/>
                <a:gd name="T117" fmla="*/ 128 h 171"/>
                <a:gd name="T118" fmla="*/ 213 w 320"/>
                <a:gd name="T119" fmla="*/ 11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171">
                  <a:moveTo>
                    <a:pt x="309" y="43"/>
                  </a:moveTo>
                  <a:cubicBezTo>
                    <a:pt x="277" y="43"/>
                    <a:pt x="277" y="43"/>
                    <a:pt x="277" y="43"/>
                  </a:cubicBezTo>
                  <a:cubicBezTo>
                    <a:pt x="277" y="11"/>
                    <a:pt x="277" y="11"/>
                    <a:pt x="277" y="11"/>
                  </a:cubicBezTo>
                  <a:cubicBezTo>
                    <a:pt x="277" y="5"/>
                    <a:pt x="272" y="0"/>
                    <a:pt x="266" y="0"/>
                  </a:cubicBezTo>
                  <a:cubicBezTo>
                    <a:pt x="10" y="0"/>
                    <a:pt x="10" y="0"/>
                    <a:pt x="10" y="0"/>
                  </a:cubicBezTo>
                  <a:cubicBezTo>
                    <a:pt x="4" y="0"/>
                    <a:pt x="0" y="5"/>
                    <a:pt x="0" y="11"/>
                  </a:cubicBezTo>
                  <a:cubicBezTo>
                    <a:pt x="0" y="160"/>
                    <a:pt x="0" y="160"/>
                    <a:pt x="0" y="160"/>
                  </a:cubicBezTo>
                  <a:cubicBezTo>
                    <a:pt x="0" y="166"/>
                    <a:pt x="4" y="171"/>
                    <a:pt x="10" y="171"/>
                  </a:cubicBezTo>
                  <a:cubicBezTo>
                    <a:pt x="266" y="171"/>
                    <a:pt x="266" y="171"/>
                    <a:pt x="266" y="171"/>
                  </a:cubicBezTo>
                  <a:cubicBezTo>
                    <a:pt x="272" y="171"/>
                    <a:pt x="277" y="166"/>
                    <a:pt x="277" y="160"/>
                  </a:cubicBezTo>
                  <a:cubicBezTo>
                    <a:pt x="277" y="128"/>
                    <a:pt x="277" y="128"/>
                    <a:pt x="277" y="128"/>
                  </a:cubicBezTo>
                  <a:cubicBezTo>
                    <a:pt x="309" y="128"/>
                    <a:pt x="309" y="128"/>
                    <a:pt x="309" y="128"/>
                  </a:cubicBezTo>
                  <a:cubicBezTo>
                    <a:pt x="315" y="128"/>
                    <a:pt x="320" y="124"/>
                    <a:pt x="320" y="118"/>
                  </a:cubicBezTo>
                  <a:cubicBezTo>
                    <a:pt x="320" y="54"/>
                    <a:pt x="320" y="54"/>
                    <a:pt x="320" y="54"/>
                  </a:cubicBezTo>
                  <a:cubicBezTo>
                    <a:pt x="320" y="48"/>
                    <a:pt x="315" y="43"/>
                    <a:pt x="309" y="43"/>
                  </a:cubicBezTo>
                  <a:close/>
                  <a:moveTo>
                    <a:pt x="256" y="150"/>
                  </a:moveTo>
                  <a:cubicBezTo>
                    <a:pt x="21" y="150"/>
                    <a:pt x="21" y="150"/>
                    <a:pt x="21" y="150"/>
                  </a:cubicBezTo>
                  <a:cubicBezTo>
                    <a:pt x="21" y="22"/>
                    <a:pt x="21" y="22"/>
                    <a:pt x="21" y="22"/>
                  </a:cubicBezTo>
                  <a:cubicBezTo>
                    <a:pt x="256" y="22"/>
                    <a:pt x="256" y="22"/>
                    <a:pt x="256" y="22"/>
                  </a:cubicBezTo>
                  <a:lnTo>
                    <a:pt x="256" y="150"/>
                  </a:lnTo>
                  <a:close/>
                  <a:moveTo>
                    <a:pt x="298" y="107"/>
                  </a:moveTo>
                  <a:cubicBezTo>
                    <a:pt x="277" y="107"/>
                    <a:pt x="277" y="107"/>
                    <a:pt x="277" y="107"/>
                  </a:cubicBezTo>
                  <a:cubicBezTo>
                    <a:pt x="277" y="64"/>
                    <a:pt x="277" y="64"/>
                    <a:pt x="277" y="64"/>
                  </a:cubicBezTo>
                  <a:cubicBezTo>
                    <a:pt x="298" y="64"/>
                    <a:pt x="298" y="64"/>
                    <a:pt x="298" y="64"/>
                  </a:cubicBezTo>
                  <a:lnTo>
                    <a:pt x="298" y="107"/>
                  </a:lnTo>
                  <a:close/>
                  <a:moveTo>
                    <a:pt x="42" y="118"/>
                  </a:moveTo>
                  <a:cubicBezTo>
                    <a:pt x="42" y="54"/>
                    <a:pt x="42" y="54"/>
                    <a:pt x="42" y="54"/>
                  </a:cubicBezTo>
                  <a:cubicBezTo>
                    <a:pt x="42" y="48"/>
                    <a:pt x="47" y="43"/>
                    <a:pt x="53" y="43"/>
                  </a:cubicBezTo>
                  <a:cubicBezTo>
                    <a:pt x="59" y="43"/>
                    <a:pt x="64" y="48"/>
                    <a:pt x="64" y="54"/>
                  </a:cubicBezTo>
                  <a:cubicBezTo>
                    <a:pt x="64" y="118"/>
                    <a:pt x="64" y="118"/>
                    <a:pt x="64" y="118"/>
                  </a:cubicBezTo>
                  <a:cubicBezTo>
                    <a:pt x="64" y="124"/>
                    <a:pt x="59" y="128"/>
                    <a:pt x="53" y="128"/>
                  </a:cubicBezTo>
                  <a:cubicBezTo>
                    <a:pt x="47" y="128"/>
                    <a:pt x="42" y="124"/>
                    <a:pt x="42" y="118"/>
                  </a:cubicBezTo>
                  <a:close/>
                  <a:moveTo>
                    <a:pt x="85" y="118"/>
                  </a:moveTo>
                  <a:cubicBezTo>
                    <a:pt x="85" y="54"/>
                    <a:pt x="85" y="54"/>
                    <a:pt x="85" y="54"/>
                  </a:cubicBezTo>
                  <a:cubicBezTo>
                    <a:pt x="85" y="48"/>
                    <a:pt x="90" y="43"/>
                    <a:pt x="96" y="43"/>
                  </a:cubicBezTo>
                  <a:cubicBezTo>
                    <a:pt x="102" y="43"/>
                    <a:pt x="106" y="48"/>
                    <a:pt x="106" y="54"/>
                  </a:cubicBezTo>
                  <a:cubicBezTo>
                    <a:pt x="106" y="118"/>
                    <a:pt x="106" y="118"/>
                    <a:pt x="106" y="118"/>
                  </a:cubicBezTo>
                  <a:cubicBezTo>
                    <a:pt x="106" y="124"/>
                    <a:pt x="102" y="128"/>
                    <a:pt x="96" y="128"/>
                  </a:cubicBezTo>
                  <a:cubicBezTo>
                    <a:pt x="90" y="128"/>
                    <a:pt x="85" y="124"/>
                    <a:pt x="85" y="118"/>
                  </a:cubicBezTo>
                  <a:close/>
                  <a:moveTo>
                    <a:pt x="128" y="118"/>
                  </a:moveTo>
                  <a:cubicBezTo>
                    <a:pt x="128" y="54"/>
                    <a:pt x="128" y="54"/>
                    <a:pt x="128" y="54"/>
                  </a:cubicBezTo>
                  <a:cubicBezTo>
                    <a:pt x="128" y="48"/>
                    <a:pt x="132" y="43"/>
                    <a:pt x="138" y="43"/>
                  </a:cubicBezTo>
                  <a:cubicBezTo>
                    <a:pt x="144" y="43"/>
                    <a:pt x="149" y="48"/>
                    <a:pt x="149" y="54"/>
                  </a:cubicBezTo>
                  <a:cubicBezTo>
                    <a:pt x="149" y="118"/>
                    <a:pt x="149" y="118"/>
                    <a:pt x="149" y="118"/>
                  </a:cubicBezTo>
                  <a:cubicBezTo>
                    <a:pt x="149" y="124"/>
                    <a:pt x="144" y="128"/>
                    <a:pt x="138" y="128"/>
                  </a:cubicBezTo>
                  <a:cubicBezTo>
                    <a:pt x="132" y="128"/>
                    <a:pt x="128" y="124"/>
                    <a:pt x="128" y="118"/>
                  </a:cubicBezTo>
                  <a:close/>
                  <a:moveTo>
                    <a:pt x="170" y="118"/>
                  </a:moveTo>
                  <a:cubicBezTo>
                    <a:pt x="170" y="54"/>
                    <a:pt x="170" y="54"/>
                    <a:pt x="170" y="54"/>
                  </a:cubicBezTo>
                  <a:cubicBezTo>
                    <a:pt x="170" y="48"/>
                    <a:pt x="175" y="43"/>
                    <a:pt x="181" y="43"/>
                  </a:cubicBezTo>
                  <a:cubicBezTo>
                    <a:pt x="187" y="43"/>
                    <a:pt x="192" y="48"/>
                    <a:pt x="192" y="54"/>
                  </a:cubicBezTo>
                  <a:cubicBezTo>
                    <a:pt x="192" y="118"/>
                    <a:pt x="192" y="118"/>
                    <a:pt x="192" y="118"/>
                  </a:cubicBezTo>
                  <a:cubicBezTo>
                    <a:pt x="192" y="124"/>
                    <a:pt x="187" y="128"/>
                    <a:pt x="181" y="128"/>
                  </a:cubicBezTo>
                  <a:cubicBezTo>
                    <a:pt x="175" y="128"/>
                    <a:pt x="170" y="124"/>
                    <a:pt x="170" y="118"/>
                  </a:cubicBezTo>
                  <a:close/>
                  <a:moveTo>
                    <a:pt x="213" y="118"/>
                  </a:moveTo>
                  <a:cubicBezTo>
                    <a:pt x="213" y="54"/>
                    <a:pt x="213" y="54"/>
                    <a:pt x="213" y="54"/>
                  </a:cubicBezTo>
                  <a:cubicBezTo>
                    <a:pt x="213" y="48"/>
                    <a:pt x="218" y="43"/>
                    <a:pt x="224" y="43"/>
                  </a:cubicBezTo>
                  <a:cubicBezTo>
                    <a:pt x="230" y="43"/>
                    <a:pt x="234" y="48"/>
                    <a:pt x="234" y="54"/>
                  </a:cubicBezTo>
                  <a:cubicBezTo>
                    <a:pt x="234" y="118"/>
                    <a:pt x="234" y="118"/>
                    <a:pt x="234" y="118"/>
                  </a:cubicBezTo>
                  <a:cubicBezTo>
                    <a:pt x="234" y="124"/>
                    <a:pt x="230" y="128"/>
                    <a:pt x="224" y="128"/>
                  </a:cubicBezTo>
                  <a:cubicBezTo>
                    <a:pt x="218" y="128"/>
                    <a:pt x="213" y="124"/>
                    <a:pt x="213" y="11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2" name="Freeform 440">
              <a:extLst>
                <a:ext uri="{FF2B5EF4-FFF2-40B4-BE49-F238E27FC236}">
                  <a16:creationId xmlns:a16="http://schemas.microsoft.com/office/drawing/2014/main" id="{DF3F53E3-85A0-1BCB-9D0C-DA850B39F5C1}"/>
                </a:ext>
              </a:extLst>
            </p:cNvPr>
            <p:cNvSpPr>
              <a:spLocks noEditPoints="1"/>
            </p:cNvSpPr>
            <p:nvPr/>
          </p:nvSpPr>
          <p:spPr bwMode="auto">
            <a:xfrm>
              <a:off x="4426" y="260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3" name="Group 844">
            <a:extLst>
              <a:ext uri="{FF2B5EF4-FFF2-40B4-BE49-F238E27FC236}">
                <a16:creationId xmlns:a16="http://schemas.microsoft.com/office/drawing/2014/main" id="{5CAFACAC-6DD5-35DF-B876-CF68B7F1713E}"/>
              </a:ext>
            </a:extLst>
          </p:cNvPr>
          <p:cNvGrpSpPr>
            <a:grpSpLocks noChangeAspect="1"/>
          </p:cNvGrpSpPr>
          <p:nvPr/>
        </p:nvGrpSpPr>
        <p:grpSpPr bwMode="auto">
          <a:xfrm>
            <a:off x="3499084" y="1578999"/>
            <a:ext cx="385045" cy="367982"/>
            <a:chOff x="4857" y="3821"/>
            <a:chExt cx="340" cy="340"/>
          </a:xfrm>
          <a:solidFill>
            <a:schemeClr val="bg1"/>
          </a:solidFill>
        </p:grpSpPr>
        <p:sp>
          <p:nvSpPr>
            <p:cNvPr id="14" name="Freeform 845">
              <a:extLst>
                <a:ext uri="{FF2B5EF4-FFF2-40B4-BE49-F238E27FC236}">
                  <a16:creationId xmlns:a16="http://schemas.microsoft.com/office/drawing/2014/main" id="{511540FB-D61D-F384-03F7-6DB607D9F649}"/>
                </a:ext>
              </a:extLst>
            </p:cNvPr>
            <p:cNvSpPr>
              <a:spLocks noEditPoints="1"/>
            </p:cNvSpPr>
            <p:nvPr/>
          </p:nvSpPr>
          <p:spPr bwMode="auto">
            <a:xfrm>
              <a:off x="4857" y="3821"/>
              <a:ext cx="340" cy="340"/>
            </a:xfrm>
            <a:custGeom>
              <a:avLst/>
              <a:gdLst>
                <a:gd name="T0" fmla="*/ 256 w 512"/>
                <a:gd name="T1" fmla="*/ 21 h 512"/>
                <a:gd name="T2" fmla="*/ 21 w 512"/>
                <a:gd name="T3" fmla="*/ 256 h 512"/>
                <a:gd name="T4" fmla="*/ 256 w 512"/>
                <a:gd name="T5" fmla="*/ 490 h 512"/>
                <a:gd name="T6" fmla="*/ 490 w 512"/>
                <a:gd name="T7" fmla="*/ 256 h 512"/>
                <a:gd name="T8" fmla="*/ 256 w 512"/>
                <a:gd name="T9" fmla="*/ 21 h 512"/>
                <a:gd name="T10" fmla="*/ 256 w 512"/>
                <a:gd name="T11" fmla="*/ 0 h 512"/>
                <a:gd name="T12" fmla="*/ 512 w 512"/>
                <a:gd name="T13" fmla="*/ 256 h 512"/>
                <a:gd name="T14" fmla="*/ 256 w 512"/>
                <a:gd name="T15" fmla="*/ 512 h 512"/>
                <a:gd name="T16" fmla="*/ 0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126" y="21"/>
                    <a:pt x="21" y="126"/>
                    <a:pt x="21" y="256"/>
                  </a:cubicBezTo>
                  <a:cubicBezTo>
                    <a:pt x="21" y="385"/>
                    <a:pt x="126" y="490"/>
                    <a:pt x="256" y="490"/>
                  </a:cubicBezTo>
                  <a:cubicBezTo>
                    <a:pt x="385" y="490"/>
                    <a:pt x="490" y="385"/>
                    <a:pt x="490" y="256"/>
                  </a:cubicBezTo>
                  <a:cubicBezTo>
                    <a:pt x="490" y="126"/>
                    <a:pt x="385" y="21"/>
                    <a:pt x="256" y="21"/>
                  </a:cubicBezTo>
                  <a:moveTo>
                    <a:pt x="256" y="0"/>
                  </a:moveTo>
                  <a:cubicBezTo>
                    <a:pt x="397" y="0"/>
                    <a:pt x="512" y="114"/>
                    <a:pt x="512" y="256"/>
                  </a:cubicBezTo>
                  <a:cubicBezTo>
                    <a:pt x="512" y="397"/>
                    <a:pt x="397" y="512"/>
                    <a:pt x="256" y="512"/>
                  </a:cubicBezTo>
                  <a:cubicBezTo>
                    <a:pt x="114" y="512"/>
                    <a:pt x="0" y="397"/>
                    <a:pt x="0" y="256"/>
                  </a:cubicBezTo>
                  <a:cubicBezTo>
                    <a:pt x="0" y="114"/>
                    <a:pt x="114"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5" name="Freeform 846">
              <a:extLst>
                <a:ext uri="{FF2B5EF4-FFF2-40B4-BE49-F238E27FC236}">
                  <a16:creationId xmlns:a16="http://schemas.microsoft.com/office/drawing/2014/main" id="{12DC7144-7B56-359A-8495-FD8824D6660E}"/>
                </a:ext>
              </a:extLst>
            </p:cNvPr>
            <p:cNvSpPr>
              <a:spLocks noEditPoints="1"/>
            </p:cNvSpPr>
            <p:nvPr/>
          </p:nvSpPr>
          <p:spPr bwMode="auto">
            <a:xfrm>
              <a:off x="4921" y="3899"/>
              <a:ext cx="212" cy="170"/>
            </a:xfrm>
            <a:custGeom>
              <a:avLst/>
              <a:gdLst>
                <a:gd name="T0" fmla="*/ 64 w 320"/>
                <a:gd name="T1" fmla="*/ 171 h 256"/>
                <a:gd name="T2" fmla="*/ 64 w 320"/>
                <a:gd name="T3" fmla="*/ 128 h 256"/>
                <a:gd name="T4" fmla="*/ 256 w 320"/>
                <a:gd name="T5" fmla="*/ 128 h 256"/>
                <a:gd name="T6" fmla="*/ 256 w 320"/>
                <a:gd name="T7" fmla="*/ 171 h 256"/>
                <a:gd name="T8" fmla="*/ 256 w 320"/>
                <a:gd name="T9" fmla="*/ 128 h 256"/>
                <a:gd name="T10" fmla="*/ 309 w 320"/>
                <a:gd name="T11" fmla="*/ 202 h 256"/>
                <a:gd name="T12" fmla="*/ 298 w 320"/>
                <a:gd name="T13" fmla="*/ 256 h 256"/>
                <a:gd name="T14" fmla="*/ 234 w 320"/>
                <a:gd name="T15" fmla="*/ 245 h 256"/>
                <a:gd name="T16" fmla="*/ 165 w 320"/>
                <a:gd name="T17" fmla="*/ 224 h 256"/>
                <a:gd name="T18" fmla="*/ 85 w 320"/>
                <a:gd name="T19" fmla="*/ 245 h 256"/>
                <a:gd name="T20" fmla="*/ 21 w 320"/>
                <a:gd name="T21" fmla="*/ 256 h 256"/>
                <a:gd name="T22" fmla="*/ 10 w 320"/>
                <a:gd name="T23" fmla="*/ 203 h 256"/>
                <a:gd name="T24" fmla="*/ 10 w 320"/>
                <a:gd name="T25" fmla="*/ 203 h 256"/>
                <a:gd name="T26" fmla="*/ 10 w 320"/>
                <a:gd name="T27" fmla="*/ 203 h 256"/>
                <a:gd name="T28" fmla="*/ 10 w 320"/>
                <a:gd name="T29" fmla="*/ 199 h 256"/>
                <a:gd name="T30" fmla="*/ 0 w 320"/>
                <a:gd name="T31" fmla="*/ 181 h 256"/>
                <a:gd name="T32" fmla="*/ 44 w 320"/>
                <a:gd name="T33" fmla="*/ 88 h 256"/>
                <a:gd name="T34" fmla="*/ 32 w 320"/>
                <a:gd name="T35" fmla="*/ 85 h 256"/>
                <a:gd name="T36" fmla="*/ 32 w 320"/>
                <a:gd name="T37" fmla="*/ 64 h 256"/>
                <a:gd name="T38" fmla="*/ 64 w 320"/>
                <a:gd name="T39" fmla="*/ 29 h 256"/>
                <a:gd name="T40" fmla="*/ 106 w 320"/>
                <a:gd name="T41" fmla="*/ 0 h 256"/>
                <a:gd name="T42" fmla="*/ 254 w 320"/>
                <a:gd name="T43" fmla="*/ 27 h 256"/>
                <a:gd name="T44" fmla="*/ 267 w 320"/>
                <a:gd name="T45" fmla="*/ 64 h 256"/>
                <a:gd name="T46" fmla="*/ 298 w 320"/>
                <a:gd name="T47" fmla="*/ 75 h 256"/>
                <a:gd name="T48" fmla="*/ 274 w 320"/>
                <a:gd name="T49" fmla="*/ 85 h 256"/>
                <a:gd name="T50" fmla="*/ 320 w 320"/>
                <a:gd name="T51" fmla="*/ 149 h 256"/>
                <a:gd name="T52" fmla="*/ 316 w 320"/>
                <a:gd name="T53" fmla="*/ 194 h 256"/>
                <a:gd name="T54" fmla="*/ 252 w 320"/>
                <a:gd name="T55" fmla="*/ 85 h 256"/>
                <a:gd name="T56" fmla="*/ 213 w 320"/>
                <a:gd name="T57" fmla="*/ 21 h 256"/>
                <a:gd name="T58" fmla="*/ 84 w 320"/>
                <a:gd name="T59" fmla="*/ 36 h 256"/>
                <a:gd name="T60" fmla="*/ 64 w 320"/>
                <a:gd name="T61" fmla="*/ 217 h 256"/>
                <a:gd name="T62" fmla="*/ 32 w 320"/>
                <a:gd name="T63" fmla="*/ 235 h 256"/>
                <a:gd name="T64" fmla="*/ 64 w 320"/>
                <a:gd name="T65" fmla="*/ 217 h 256"/>
                <a:gd name="T66" fmla="*/ 298 w 320"/>
                <a:gd name="T67" fmla="*/ 183 h 256"/>
                <a:gd name="T68" fmla="*/ 298 w 320"/>
                <a:gd name="T69" fmla="*/ 149 h 256"/>
                <a:gd name="T70" fmla="*/ 62 w 320"/>
                <a:gd name="T71" fmla="*/ 107 h 256"/>
                <a:gd name="T72" fmla="*/ 21 w 320"/>
                <a:gd name="T73" fmla="*/ 180 h 256"/>
                <a:gd name="T74" fmla="*/ 288 w 320"/>
                <a:gd name="T75" fmla="*/ 212 h 256"/>
                <a:gd name="T76" fmla="*/ 256 w 320"/>
                <a:gd name="T77" fmla="*/ 235 h 256"/>
                <a:gd name="T78" fmla="*/ 288 w 320"/>
                <a:gd name="T79" fmla="*/ 212 h 256"/>
                <a:gd name="T80" fmla="*/ 128 w 320"/>
                <a:gd name="T81" fmla="*/ 139 h 256"/>
                <a:gd name="T82" fmla="*/ 128 w 320"/>
                <a:gd name="T83" fmla="*/ 160 h 256"/>
                <a:gd name="T84" fmla="*/ 202 w 320"/>
                <a:gd name="T85" fmla="*/ 14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85" y="149"/>
                  </a:moveTo>
                  <a:cubicBezTo>
                    <a:pt x="85" y="161"/>
                    <a:pt x="75" y="171"/>
                    <a:pt x="64" y="171"/>
                  </a:cubicBezTo>
                  <a:cubicBezTo>
                    <a:pt x="52" y="171"/>
                    <a:pt x="42" y="161"/>
                    <a:pt x="42" y="149"/>
                  </a:cubicBezTo>
                  <a:cubicBezTo>
                    <a:pt x="42" y="138"/>
                    <a:pt x="52" y="128"/>
                    <a:pt x="64" y="128"/>
                  </a:cubicBezTo>
                  <a:cubicBezTo>
                    <a:pt x="75" y="128"/>
                    <a:pt x="85" y="138"/>
                    <a:pt x="85" y="149"/>
                  </a:cubicBezTo>
                  <a:close/>
                  <a:moveTo>
                    <a:pt x="256" y="128"/>
                  </a:moveTo>
                  <a:cubicBezTo>
                    <a:pt x="244" y="128"/>
                    <a:pt x="234" y="138"/>
                    <a:pt x="234" y="149"/>
                  </a:cubicBezTo>
                  <a:cubicBezTo>
                    <a:pt x="234" y="161"/>
                    <a:pt x="244" y="171"/>
                    <a:pt x="256" y="171"/>
                  </a:cubicBezTo>
                  <a:cubicBezTo>
                    <a:pt x="267" y="171"/>
                    <a:pt x="277" y="161"/>
                    <a:pt x="277" y="149"/>
                  </a:cubicBezTo>
                  <a:cubicBezTo>
                    <a:pt x="277" y="138"/>
                    <a:pt x="267" y="128"/>
                    <a:pt x="256" y="128"/>
                  </a:cubicBezTo>
                  <a:close/>
                  <a:moveTo>
                    <a:pt x="316" y="194"/>
                  </a:moveTo>
                  <a:cubicBezTo>
                    <a:pt x="314" y="197"/>
                    <a:pt x="312" y="199"/>
                    <a:pt x="309" y="202"/>
                  </a:cubicBezTo>
                  <a:cubicBezTo>
                    <a:pt x="309" y="202"/>
                    <a:pt x="309" y="245"/>
                    <a:pt x="309" y="245"/>
                  </a:cubicBezTo>
                  <a:cubicBezTo>
                    <a:pt x="309" y="251"/>
                    <a:pt x="304" y="256"/>
                    <a:pt x="298" y="256"/>
                  </a:cubicBezTo>
                  <a:cubicBezTo>
                    <a:pt x="245" y="256"/>
                    <a:pt x="245" y="256"/>
                    <a:pt x="245" y="256"/>
                  </a:cubicBezTo>
                  <a:cubicBezTo>
                    <a:pt x="239" y="256"/>
                    <a:pt x="234" y="251"/>
                    <a:pt x="234" y="245"/>
                  </a:cubicBezTo>
                  <a:cubicBezTo>
                    <a:pt x="234" y="221"/>
                    <a:pt x="234" y="221"/>
                    <a:pt x="234" y="221"/>
                  </a:cubicBezTo>
                  <a:cubicBezTo>
                    <a:pt x="215" y="223"/>
                    <a:pt x="192" y="224"/>
                    <a:pt x="165" y="224"/>
                  </a:cubicBezTo>
                  <a:cubicBezTo>
                    <a:pt x="134" y="224"/>
                    <a:pt x="107" y="223"/>
                    <a:pt x="85" y="220"/>
                  </a:cubicBezTo>
                  <a:cubicBezTo>
                    <a:pt x="85" y="245"/>
                    <a:pt x="85" y="245"/>
                    <a:pt x="85" y="245"/>
                  </a:cubicBezTo>
                  <a:cubicBezTo>
                    <a:pt x="85" y="251"/>
                    <a:pt x="80" y="256"/>
                    <a:pt x="74" y="256"/>
                  </a:cubicBezTo>
                  <a:cubicBezTo>
                    <a:pt x="21" y="256"/>
                    <a:pt x="21" y="256"/>
                    <a:pt x="21" y="256"/>
                  </a:cubicBezTo>
                  <a:cubicBezTo>
                    <a:pt x="15" y="256"/>
                    <a:pt x="10" y="251"/>
                    <a:pt x="10" y="245"/>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199"/>
                    <a:pt x="10" y="199"/>
                    <a:pt x="10" y="199"/>
                  </a:cubicBezTo>
                  <a:cubicBezTo>
                    <a:pt x="10" y="199"/>
                    <a:pt x="7" y="197"/>
                    <a:pt x="6" y="195"/>
                  </a:cubicBezTo>
                  <a:cubicBezTo>
                    <a:pt x="0" y="189"/>
                    <a:pt x="0" y="183"/>
                    <a:pt x="0" y="181"/>
                  </a:cubicBezTo>
                  <a:cubicBezTo>
                    <a:pt x="0" y="149"/>
                    <a:pt x="0" y="149"/>
                    <a:pt x="0" y="149"/>
                  </a:cubicBezTo>
                  <a:cubicBezTo>
                    <a:pt x="0" y="120"/>
                    <a:pt x="19" y="96"/>
                    <a:pt x="44" y="88"/>
                  </a:cubicBezTo>
                  <a:cubicBezTo>
                    <a:pt x="45" y="85"/>
                    <a:pt x="45" y="85"/>
                    <a:pt x="45" y="85"/>
                  </a:cubicBezTo>
                  <a:cubicBezTo>
                    <a:pt x="32" y="85"/>
                    <a:pt x="32" y="85"/>
                    <a:pt x="32" y="85"/>
                  </a:cubicBezTo>
                  <a:cubicBezTo>
                    <a:pt x="26" y="85"/>
                    <a:pt x="21" y="81"/>
                    <a:pt x="21" y="75"/>
                  </a:cubicBezTo>
                  <a:cubicBezTo>
                    <a:pt x="21" y="69"/>
                    <a:pt x="26" y="64"/>
                    <a:pt x="32" y="64"/>
                  </a:cubicBezTo>
                  <a:cubicBezTo>
                    <a:pt x="52" y="64"/>
                    <a:pt x="52" y="64"/>
                    <a:pt x="52" y="64"/>
                  </a:cubicBezTo>
                  <a:cubicBezTo>
                    <a:pt x="64" y="29"/>
                    <a:pt x="64" y="29"/>
                    <a:pt x="64" y="29"/>
                  </a:cubicBezTo>
                  <a:cubicBezTo>
                    <a:pt x="64" y="28"/>
                    <a:pt x="65" y="28"/>
                    <a:pt x="65" y="27"/>
                  </a:cubicBezTo>
                  <a:cubicBezTo>
                    <a:pt x="65" y="26"/>
                    <a:pt x="80" y="0"/>
                    <a:pt x="106" y="0"/>
                  </a:cubicBezTo>
                  <a:cubicBezTo>
                    <a:pt x="213" y="0"/>
                    <a:pt x="213" y="0"/>
                    <a:pt x="213" y="0"/>
                  </a:cubicBezTo>
                  <a:cubicBezTo>
                    <a:pt x="240" y="0"/>
                    <a:pt x="254" y="26"/>
                    <a:pt x="254" y="27"/>
                  </a:cubicBezTo>
                  <a:cubicBezTo>
                    <a:pt x="255" y="28"/>
                    <a:pt x="255" y="28"/>
                    <a:pt x="255" y="29"/>
                  </a:cubicBezTo>
                  <a:cubicBezTo>
                    <a:pt x="267" y="64"/>
                    <a:pt x="267" y="64"/>
                    <a:pt x="267" y="64"/>
                  </a:cubicBezTo>
                  <a:cubicBezTo>
                    <a:pt x="288" y="64"/>
                    <a:pt x="288" y="64"/>
                    <a:pt x="288" y="64"/>
                  </a:cubicBezTo>
                  <a:cubicBezTo>
                    <a:pt x="294" y="64"/>
                    <a:pt x="298" y="69"/>
                    <a:pt x="298" y="75"/>
                  </a:cubicBezTo>
                  <a:cubicBezTo>
                    <a:pt x="298" y="81"/>
                    <a:pt x="294" y="85"/>
                    <a:pt x="288" y="85"/>
                  </a:cubicBezTo>
                  <a:cubicBezTo>
                    <a:pt x="274" y="85"/>
                    <a:pt x="274" y="85"/>
                    <a:pt x="274" y="85"/>
                  </a:cubicBezTo>
                  <a:cubicBezTo>
                    <a:pt x="275" y="88"/>
                    <a:pt x="275" y="88"/>
                    <a:pt x="275" y="88"/>
                  </a:cubicBezTo>
                  <a:cubicBezTo>
                    <a:pt x="301" y="96"/>
                    <a:pt x="320" y="120"/>
                    <a:pt x="320" y="149"/>
                  </a:cubicBezTo>
                  <a:cubicBezTo>
                    <a:pt x="320" y="180"/>
                    <a:pt x="320" y="180"/>
                    <a:pt x="320" y="180"/>
                  </a:cubicBezTo>
                  <a:cubicBezTo>
                    <a:pt x="320" y="184"/>
                    <a:pt x="320" y="189"/>
                    <a:pt x="316" y="194"/>
                  </a:cubicBezTo>
                  <a:close/>
                  <a:moveTo>
                    <a:pt x="68" y="85"/>
                  </a:moveTo>
                  <a:cubicBezTo>
                    <a:pt x="252" y="85"/>
                    <a:pt x="252" y="85"/>
                    <a:pt x="252" y="85"/>
                  </a:cubicBezTo>
                  <a:cubicBezTo>
                    <a:pt x="235" y="36"/>
                    <a:pt x="235" y="36"/>
                    <a:pt x="235" y="36"/>
                  </a:cubicBezTo>
                  <a:cubicBezTo>
                    <a:pt x="233" y="34"/>
                    <a:pt x="225" y="21"/>
                    <a:pt x="213" y="21"/>
                  </a:cubicBezTo>
                  <a:cubicBezTo>
                    <a:pt x="106" y="21"/>
                    <a:pt x="106" y="21"/>
                    <a:pt x="106" y="21"/>
                  </a:cubicBezTo>
                  <a:cubicBezTo>
                    <a:pt x="94" y="21"/>
                    <a:pt x="86" y="33"/>
                    <a:pt x="84" y="36"/>
                  </a:cubicBezTo>
                  <a:lnTo>
                    <a:pt x="68" y="85"/>
                  </a:lnTo>
                  <a:close/>
                  <a:moveTo>
                    <a:pt x="64" y="217"/>
                  </a:moveTo>
                  <a:cubicBezTo>
                    <a:pt x="51" y="215"/>
                    <a:pt x="41" y="213"/>
                    <a:pt x="32" y="210"/>
                  </a:cubicBezTo>
                  <a:cubicBezTo>
                    <a:pt x="32" y="235"/>
                    <a:pt x="32" y="235"/>
                    <a:pt x="32" y="235"/>
                  </a:cubicBezTo>
                  <a:cubicBezTo>
                    <a:pt x="64" y="235"/>
                    <a:pt x="64" y="235"/>
                    <a:pt x="64" y="235"/>
                  </a:cubicBezTo>
                  <a:lnTo>
                    <a:pt x="64" y="217"/>
                  </a:lnTo>
                  <a:close/>
                  <a:moveTo>
                    <a:pt x="165" y="203"/>
                  </a:moveTo>
                  <a:cubicBezTo>
                    <a:pt x="278" y="203"/>
                    <a:pt x="296" y="185"/>
                    <a:pt x="298" y="183"/>
                  </a:cubicBezTo>
                  <a:cubicBezTo>
                    <a:pt x="298" y="182"/>
                    <a:pt x="298" y="182"/>
                    <a:pt x="298" y="181"/>
                  </a:cubicBezTo>
                  <a:cubicBezTo>
                    <a:pt x="298" y="149"/>
                    <a:pt x="298" y="149"/>
                    <a:pt x="298" y="149"/>
                  </a:cubicBezTo>
                  <a:cubicBezTo>
                    <a:pt x="298" y="126"/>
                    <a:pt x="280" y="107"/>
                    <a:pt x="258" y="107"/>
                  </a:cubicBezTo>
                  <a:cubicBezTo>
                    <a:pt x="62" y="107"/>
                    <a:pt x="62" y="107"/>
                    <a:pt x="62" y="107"/>
                  </a:cubicBezTo>
                  <a:cubicBezTo>
                    <a:pt x="39" y="107"/>
                    <a:pt x="21" y="126"/>
                    <a:pt x="21" y="149"/>
                  </a:cubicBezTo>
                  <a:cubicBezTo>
                    <a:pt x="21" y="180"/>
                    <a:pt x="21" y="180"/>
                    <a:pt x="21" y="180"/>
                  </a:cubicBezTo>
                  <a:cubicBezTo>
                    <a:pt x="23" y="183"/>
                    <a:pt x="43" y="203"/>
                    <a:pt x="165" y="203"/>
                  </a:cubicBezTo>
                  <a:close/>
                  <a:moveTo>
                    <a:pt x="288" y="212"/>
                  </a:moveTo>
                  <a:cubicBezTo>
                    <a:pt x="279" y="215"/>
                    <a:pt x="268" y="217"/>
                    <a:pt x="256" y="219"/>
                  </a:cubicBezTo>
                  <a:cubicBezTo>
                    <a:pt x="256" y="235"/>
                    <a:pt x="256" y="235"/>
                    <a:pt x="256" y="235"/>
                  </a:cubicBezTo>
                  <a:cubicBezTo>
                    <a:pt x="288" y="235"/>
                    <a:pt x="288" y="235"/>
                    <a:pt x="288" y="235"/>
                  </a:cubicBezTo>
                  <a:lnTo>
                    <a:pt x="288" y="212"/>
                  </a:lnTo>
                  <a:close/>
                  <a:moveTo>
                    <a:pt x="192" y="139"/>
                  </a:moveTo>
                  <a:cubicBezTo>
                    <a:pt x="128" y="139"/>
                    <a:pt x="128" y="139"/>
                    <a:pt x="128" y="139"/>
                  </a:cubicBezTo>
                  <a:cubicBezTo>
                    <a:pt x="122" y="139"/>
                    <a:pt x="117" y="143"/>
                    <a:pt x="117" y="149"/>
                  </a:cubicBezTo>
                  <a:cubicBezTo>
                    <a:pt x="117" y="155"/>
                    <a:pt x="122" y="160"/>
                    <a:pt x="128" y="160"/>
                  </a:cubicBezTo>
                  <a:cubicBezTo>
                    <a:pt x="192" y="160"/>
                    <a:pt x="192" y="160"/>
                    <a:pt x="192" y="160"/>
                  </a:cubicBezTo>
                  <a:cubicBezTo>
                    <a:pt x="198" y="160"/>
                    <a:pt x="202" y="155"/>
                    <a:pt x="202" y="149"/>
                  </a:cubicBezTo>
                  <a:cubicBezTo>
                    <a:pt x="202" y="143"/>
                    <a:pt x="198" y="139"/>
                    <a:pt x="192" y="13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16" name="Freeform: Shape 15">
            <a:extLst>
              <a:ext uri="{FF2B5EF4-FFF2-40B4-BE49-F238E27FC236}">
                <a16:creationId xmlns:a16="http://schemas.microsoft.com/office/drawing/2014/main" id="{FF889381-D536-7456-C188-A7678A7754AD}"/>
              </a:ext>
            </a:extLst>
          </p:cNvPr>
          <p:cNvSpPr/>
          <p:nvPr/>
        </p:nvSpPr>
        <p:spPr>
          <a:xfrm>
            <a:off x="502913" y="3986170"/>
            <a:ext cx="2657186" cy="430197"/>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0D8390"/>
          </a:solidFill>
          <a:ln>
            <a:solidFill>
              <a:srgbClr val="0D8390"/>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indent="0" algn="ctr" defTabSz="266700">
              <a:lnSpc>
                <a:spcPct val="90000"/>
              </a:lnSpc>
              <a:spcBef>
                <a:spcPct val="0"/>
              </a:spcBef>
              <a:spcAft>
                <a:spcPct val="35000"/>
              </a:spcAft>
            </a:pPr>
            <a:r>
              <a:rPr lang="en-US" sz="1200" b="1" dirty="0"/>
              <a:t>Hydrogen Fuel</a:t>
            </a:r>
          </a:p>
        </p:txBody>
      </p:sp>
      <p:sp>
        <p:nvSpPr>
          <p:cNvPr id="17" name="Freeform: Shape 16">
            <a:extLst>
              <a:ext uri="{FF2B5EF4-FFF2-40B4-BE49-F238E27FC236}">
                <a16:creationId xmlns:a16="http://schemas.microsoft.com/office/drawing/2014/main" id="{347A065A-18A8-5709-EAD0-3E4B9C933BAE}"/>
              </a:ext>
            </a:extLst>
          </p:cNvPr>
          <p:cNvSpPr/>
          <p:nvPr/>
        </p:nvSpPr>
        <p:spPr>
          <a:xfrm>
            <a:off x="501997" y="4436921"/>
            <a:ext cx="2657186" cy="1775936"/>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a:solidFill>
            <a:srgbClr val="0D8390">
              <a:alpha val="15000"/>
            </a:srgbClr>
          </a:solidFill>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lvl="1" indent="-169863" defTabSz="266700">
              <a:lnSpc>
                <a:spcPct val="114000"/>
              </a:lnSpc>
              <a:spcBef>
                <a:spcPct val="0"/>
              </a:spcBef>
              <a:spcAft>
                <a:spcPts val="600"/>
              </a:spcAft>
              <a:buChar char="•"/>
            </a:pPr>
            <a:r>
              <a:rPr lang="en-US" sz="1000"/>
              <a:t>Demand Assessment and Diversification Strategy</a:t>
            </a:r>
          </a:p>
          <a:p>
            <a:pPr marL="169863" lvl="1" indent="-169863" defTabSz="266700">
              <a:lnSpc>
                <a:spcPct val="114000"/>
              </a:lnSpc>
              <a:spcBef>
                <a:spcPct val="0"/>
              </a:spcBef>
              <a:spcAft>
                <a:spcPts val="600"/>
              </a:spcAft>
              <a:buChar char="•"/>
            </a:pPr>
            <a:r>
              <a:rPr lang="en-US" sz="1000"/>
              <a:t>Business Model Design </a:t>
            </a:r>
          </a:p>
          <a:p>
            <a:pPr marL="169863" lvl="1" indent="-169863" defTabSz="266700">
              <a:lnSpc>
                <a:spcPct val="114000"/>
              </a:lnSpc>
              <a:spcBef>
                <a:spcPct val="0"/>
              </a:spcBef>
              <a:spcAft>
                <a:spcPts val="600"/>
              </a:spcAft>
              <a:buChar char="•"/>
            </a:pPr>
            <a:r>
              <a:rPr lang="en-US" sz="1000"/>
              <a:t>Feasibility Assessment &amp;  assistance in Pilot Implementation studies</a:t>
            </a:r>
          </a:p>
          <a:p>
            <a:pPr marL="169863" lvl="1" indent="-169863" defTabSz="266700">
              <a:lnSpc>
                <a:spcPct val="114000"/>
              </a:lnSpc>
              <a:spcBef>
                <a:spcPct val="0"/>
              </a:spcBef>
              <a:spcAft>
                <a:spcPts val="600"/>
              </a:spcAft>
              <a:buChar char="•"/>
            </a:pPr>
            <a:r>
              <a:rPr lang="en-US" sz="1000"/>
              <a:t>Commercial Due Diligence and Financial Structuring for investment mobility</a:t>
            </a:r>
          </a:p>
          <a:p>
            <a:pPr marL="169863" lvl="1" indent="-169863" defTabSz="266700">
              <a:lnSpc>
                <a:spcPct val="114000"/>
              </a:lnSpc>
              <a:spcBef>
                <a:spcPct val="0"/>
              </a:spcBef>
              <a:spcAft>
                <a:spcPts val="600"/>
              </a:spcAft>
              <a:buChar char="•"/>
            </a:pPr>
            <a:r>
              <a:rPr lang="en-US" sz="1000"/>
              <a:t>Sourcing Strategy</a:t>
            </a:r>
          </a:p>
        </p:txBody>
      </p:sp>
      <p:grpSp>
        <p:nvGrpSpPr>
          <p:cNvPr id="18" name="Group 427">
            <a:extLst>
              <a:ext uri="{FF2B5EF4-FFF2-40B4-BE49-F238E27FC236}">
                <a16:creationId xmlns:a16="http://schemas.microsoft.com/office/drawing/2014/main" id="{155ADE03-C636-76B0-3A75-1D3E697CB74A}"/>
              </a:ext>
            </a:extLst>
          </p:cNvPr>
          <p:cNvGrpSpPr>
            <a:grpSpLocks noChangeAspect="1"/>
          </p:cNvGrpSpPr>
          <p:nvPr/>
        </p:nvGrpSpPr>
        <p:grpSpPr bwMode="auto">
          <a:xfrm>
            <a:off x="602977" y="4000089"/>
            <a:ext cx="384677" cy="367631"/>
            <a:chOff x="3492" y="1636"/>
            <a:chExt cx="340" cy="340"/>
          </a:xfrm>
          <a:solidFill>
            <a:schemeClr val="bg1"/>
          </a:solidFill>
        </p:grpSpPr>
        <p:sp>
          <p:nvSpPr>
            <p:cNvPr id="19" name="Freeform 428">
              <a:extLst>
                <a:ext uri="{FF2B5EF4-FFF2-40B4-BE49-F238E27FC236}">
                  <a16:creationId xmlns:a16="http://schemas.microsoft.com/office/drawing/2014/main" id="{05F4A3F7-B6E4-3AFB-5925-EE1DBEEE4779}"/>
                </a:ext>
              </a:extLst>
            </p:cNvPr>
            <p:cNvSpPr>
              <a:spLocks noEditPoints="1"/>
            </p:cNvSpPr>
            <p:nvPr/>
          </p:nvSpPr>
          <p:spPr bwMode="auto">
            <a:xfrm>
              <a:off x="3586" y="1700"/>
              <a:ext cx="151" cy="212"/>
            </a:xfrm>
            <a:custGeom>
              <a:avLst/>
              <a:gdLst>
                <a:gd name="T0" fmla="*/ 114 w 227"/>
                <a:gd name="T1" fmla="*/ 320 h 320"/>
                <a:gd name="T2" fmla="*/ 102 w 227"/>
                <a:gd name="T3" fmla="*/ 319 h 320"/>
                <a:gd name="T4" fmla="*/ 0 w 227"/>
                <a:gd name="T5" fmla="*/ 209 h 320"/>
                <a:gd name="T6" fmla="*/ 9 w 227"/>
                <a:gd name="T7" fmla="*/ 167 h 320"/>
                <a:gd name="T8" fmla="*/ 22 w 227"/>
                <a:gd name="T9" fmla="*/ 145 h 320"/>
                <a:gd name="T10" fmla="*/ 29 w 227"/>
                <a:gd name="T11" fmla="*/ 136 h 320"/>
                <a:gd name="T12" fmla="*/ 62 w 227"/>
                <a:gd name="T13" fmla="*/ 93 h 320"/>
                <a:gd name="T14" fmla="*/ 92 w 227"/>
                <a:gd name="T15" fmla="*/ 20 h 320"/>
                <a:gd name="T16" fmla="*/ 112 w 227"/>
                <a:gd name="T17" fmla="*/ 0 h 320"/>
                <a:gd name="T18" fmla="*/ 113 w 227"/>
                <a:gd name="T19" fmla="*/ 0 h 320"/>
                <a:gd name="T20" fmla="*/ 115 w 227"/>
                <a:gd name="T21" fmla="*/ 0 h 320"/>
                <a:gd name="T22" fmla="*/ 116 w 227"/>
                <a:gd name="T23" fmla="*/ 0 h 320"/>
                <a:gd name="T24" fmla="*/ 135 w 227"/>
                <a:gd name="T25" fmla="*/ 20 h 320"/>
                <a:gd name="T26" fmla="*/ 165 w 227"/>
                <a:gd name="T27" fmla="*/ 93 h 320"/>
                <a:gd name="T28" fmla="*/ 199 w 227"/>
                <a:gd name="T29" fmla="*/ 136 h 320"/>
                <a:gd name="T30" fmla="*/ 206 w 227"/>
                <a:gd name="T31" fmla="*/ 145 h 320"/>
                <a:gd name="T32" fmla="*/ 219 w 227"/>
                <a:gd name="T33" fmla="*/ 167 h 320"/>
                <a:gd name="T34" fmla="*/ 227 w 227"/>
                <a:gd name="T35" fmla="*/ 209 h 320"/>
                <a:gd name="T36" fmla="*/ 125 w 227"/>
                <a:gd name="T37" fmla="*/ 319 h 320"/>
                <a:gd name="T38" fmla="*/ 114 w 227"/>
                <a:gd name="T39" fmla="*/ 320 h 320"/>
                <a:gd name="T40" fmla="*/ 113 w 227"/>
                <a:gd name="T41" fmla="*/ 21 h 320"/>
                <a:gd name="T42" fmla="*/ 113 w 227"/>
                <a:gd name="T43" fmla="*/ 22 h 320"/>
                <a:gd name="T44" fmla="*/ 80 w 227"/>
                <a:gd name="T45" fmla="*/ 105 h 320"/>
                <a:gd name="T46" fmla="*/ 45 w 227"/>
                <a:gd name="T47" fmla="*/ 150 h 320"/>
                <a:gd name="T48" fmla="*/ 39 w 227"/>
                <a:gd name="T49" fmla="*/ 158 h 320"/>
                <a:gd name="T50" fmla="*/ 28 w 227"/>
                <a:gd name="T51" fmla="*/ 175 h 320"/>
                <a:gd name="T52" fmla="*/ 21 w 227"/>
                <a:gd name="T53" fmla="*/ 209 h 320"/>
                <a:gd name="T54" fmla="*/ 104 w 227"/>
                <a:gd name="T55" fmla="*/ 298 h 320"/>
                <a:gd name="T56" fmla="*/ 114 w 227"/>
                <a:gd name="T57" fmla="*/ 298 h 320"/>
                <a:gd name="T58" fmla="*/ 123 w 227"/>
                <a:gd name="T59" fmla="*/ 298 h 320"/>
                <a:gd name="T60" fmla="*/ 206 w 227"/>
                <a:gd name="T61" fmla="*/ 209 h 320"/>
                <a:gd name="T62" fmla="*/ 199 w 227"/>
                <a:gd name="T63" fmla="*/ 175 h 320"/>
                <a:gd name="T64" fmla="*/ 189 w 227"/>
                <a:gd name="T65" fmla="*/ 158 h 320"/>
                <a:gd name="T66" fmla="*/ 182 w 227"/>
                <a:gd name="T67" fmla="*/ 150 h 320"/>
                <a:gd name="T68" fmla="*/ 148 w 227"/>
                <a:gd name="T69" fmla="*/ 105 h 320"/>
                <a:gd name="T70" fmla="*/ 114 w 227"/>
                <a:gd name="T71" fmla="*/ 22 h 320"/>
                <a:gd name="T72" fmla="*/ 114 w 227"/>
                <a:gd name="T73" fmla="*/ 21 h 320"/>
                <a:gd name="T74" fmla="*/ 113 w 227"/>
                <a:gd name="T75" fmla="*/ 21 h 320"/>
                <a:gd name="T76" fmla="*/ 118 w 227"/>
                <a:gd name="T77" fmla="*/ 21 h 320"/>
                <a:gd name="T78" fmla="*/ 118 w 227"/>
                <a:gd name="T79" fmla="*/ 2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 h="320">
                  <a:moveTo>
                    <a:pt x="114" y="320"/>
                  </a:moveTo>
                  <a:cubicBezTo>
                    <a:pt x="107" y="320"/>
                    <a:pt x="102" y="319"/>
                    <a:pt x="102" y="319"/>
                  </a:cubicBezTo>
                  <a:cubicBezTo>
                    <a:pt x="44" y="313"/>
                    <a:pt x="0" y="266"/>
                    <a:pt x="0" y="209"/>
                  </a:cubicBezTo>
                  <a:cubicBezTo>
                    <a:pt x="0" y="194"/>
                    <a:pt x="6" y="174"/>
                    <a:pt x="9" y="167"/>
                  </a:cubicBezTo>
                  <a:cubicBezTo>
                    <a:pt x="11" y="160"/>
                    <a:pt x="16" y="153"/>
                    <a:pt x="22" y="145"/>
                  </a:cubicBezTo>
                  <a:cubicBezTo>
                    <a:pt x="23" y="143"/>
                    <a:pt x="25" y="140"/>
                    <a:pt x="29" y="136"/>
                  </a:cubicBezTo>
                  <a:cubicBezTo>
                    <a:pt x="37" y="126"/>
                    <a:pt x="50" y="110"/>
                    <a:pt x="62" y="93"/>
                  </a:cubicBezTo>
                  <a:cubicBezTo>
                    <a:pt x="74" y="75"/>
                    <a:pt x="88" y="47"/>
                    <a:pt x="92" y="20"/>
                  </a:cubicBezTo>
                  <a:cubicBezTo>
                    <a:pt x="92" y="8"/>
                    <a:pt x="101" y="0"/>
                    <a:pt x="112" y="0"/>
                  </a:cubicBezTo>
                  <a:cubicBezTo>
                    <a:pt x="112" y="0"/>
                    <a:pt x="112" y="0"/>
                    <a:pt x="113" y="0"/>
                  </a:cubicBezTo>
                  <a:cubicBezTo>
                    <a:pt x="113" y="0"/>
                    <a:pt x="114" y="0"/>
                    <a:pt x="115" y="0"/>
                  </a:cubicBezTo>
                  <a:cubicBezTo>
                    <a:pt x="115" y="0"/>
                    <a:pt x="115" y="0"/>
                    <a:pt x="116" y="0"/>
                  </a:cubicBezTo>
                  <a:cubicBezTo>
                    <a:pt x="127" y="0"/>
                    <a:pt x="135" y="8"/>
                    <a:pt x="135" y="20"/>
                  </a:cubicBezTo>
                  <a:cubicBezTo>
                    <a:pt x="139" y="47"/>
                    <a:pt x="154" y="75"/>
                    <a:pt x="165" y="93"/>
                  </a:cubicBezTo>
                  <a:cubicBezTo>
                    <a:pt x="177" y="110"/>
                    <a:pt x="191" y="126"/>
                    <a:pt x="199" y="136"/>
                  </a:cubicBezTo>
                  <a:cubicBezTo>
                    <a:pt x="202" y="140"/>
                    <a:pt x="204" y="143"/>
                    <a:pt x="206" y="145"/>
                  </a:cubicBezTo>
                  <a:cubicBezTo>
                    <a:pt x="212" y="153"/>
                    <a:pt x="216" y="160"/>
                    <a:pt x="219" y="167"/>
                  </a:cubicBezTo>
                  <a:cubicBezTo>
                    <a:pt x="222" y="174"/>
                    <a:pt x="227" y="194"/>
                    <a:pt x="227" y="209"/>
                  </a:cubicBezTo>
                  <a:cubicBezTo>
                    <a:pt x="227" y="266"/>
                    <a:pt x="184" y="313"/>
                    <a:pt x="125" y="319"/>
                  </a:cubicBezTo>
                  <a:cubicBezTo>
                    <a:pt x="125" y="319"/>
                    <a:pt x="120" y="320"/>
                    <a:pt x="114" y="320"/>
                  </a:cubicBezTo>
                  <a:close/>
                  <a:moveTo>
                    <a:pt x="113" y="21"/>
                  </a:moveTo>
                  <a:cubicBezTo>
                    <a:pt x="113" y="22"/>
                    <a:pt x="113" y="22"/>
                    <a:pt x="113" y="22"/>
                  </a:cubicBezTo>
                  <a:cubicBezTo>
                    <a:pt x="109" y="54"/>
                    <a:pt x="93" y="84"/>
                    <a:pt x="80" y="105"/>
                  </a:cubicBezTo>
                  <a:cubicBezTo>
                    <a:pt x="67" y="123"/>
                    <a:pt x="53" y="140"/>
                    <a:pt x="45" y="150"/>
                  </a:cubicBezTo>
                  <a:cubicBezTo>
                    <a:pt x="42" y="153"/>
                    <a:pt x="40" y="156"/>
                    <a:pt x="39" y="158"/>
                  </a:cubicBezTo>
                  <a:cubicBezTo>
                    <a:pt x="34" y="164"/>
                    <a:pt x="30" y="170"/>
                    <a:pt x="28" y="175"/>
                  </a:cubicBezTo>
                  <a:cubicBezTo>
                    <a:pt x="26" y="181"/>
                    <a:pt x="21" y="198"/>
                    <a:pt x="21" y="209"/>
                  </a:cubicBezTo>
                  <a:cubicBezTo>
                    <a:pt x="21" y="255"/>
                    <a:pt x="57" y="293"/>
                    <a:pt x="104" y="298"/>
                  </a:cubicBezTo>
                  <a:cubicBezTo>
                    <a:pt x="104" y="298"/>
                    <a:pt x="109" y="298"/>
                    <a:pt x="114" y="298"/>
                  </a:cubicBezTo>
                  <a:cubicBezTo>
                    <a:pt x="119" y="298"/>
                    <a:pt x="123" y="298"/>
                    <a:pt x="123" y="298"/>
                  </a:cubicBezTo>
                  <a:cubicBezTo>
                    <a:pt x="171" y="293"/>
                    <a:pt x="206" y="255"/>
                    <a:pt x="206" y="209"/>
                  </a:cubicBezTo>
                  <a:cubicBezTo>
                    <a:pt x="206" y="198"/>
                    <a:pt x="201" y="181"/>
                    <a:pt x="199" y="175"/>
                  </a:cubicBezTo>
                  <a:cubicBezTo>
                    <a:pt x="197" y="170"/>
                    <a:pt x="193" y="164"/>
                    <a:pt x="189" y="158"/>
                  </a:cubicBezTo>
                  <a:cubicBezTo>
                    <a:pt x="187" y="156"/>
                    <a:pt x="185" y="153"/>
                    <a:pt x="182" y="150"/>
                  </a:cubicBezTo>
                  <a:cubicBezTo>
                    <a:pt x="174" y="140"/>
                    <a:pt x="160" y="123"/>
                    <a:pt x="148" y="105"/>
                  </a:cubicBezTo>
                  <a:cubicBezTo>
                    <a:pt x="134" y="84"/>
                    <a:pt x="118" y="54"/>
                    <a:pt x="114" y="22"/>
                  </a:cubicBezTo>
                  <a:cubicBezTo>
                    <a:pt x="114" y="22"/>
                    <a:pt x="114" y="22"/>
                    <a:pt x="114" y="21"/>
                  </a:cubicBezTo>
                  <a:cubicBezTo>
                    <a:pt x="114" y="21"/>
                    <a:pt x="114" y="21"/>
                    <a:pt x="113" y="21"/>
                  </a:cubicBezTo>
                  <a:close/>
                  <a:moveTo>
                    <a:pt x="118" y="21"/>
                  </a:moveTo>
                  <a:cubicBezTo>
                    <a:pt x="118" y="21"/>
                    <a:pt x="118" y="21"/>
                    <a:pt x="118"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 name="Freeform 429">
              <a:extLst>
                <a:ext uri="{FF2B5EF4-FFF2-40B4-BE49-F238E27FC236}">
                  <a16:creationId xmlns:a16="http://schemas.microsoft.com/office/drawing/2014/main" id="{854DFE38-1DDB-0A19-88F7-283921416882}"/>
                </a:ext>
              </a:extLst>
            </p:cNvPr>
            <p:cNvSpPr>
              <a:spLocks noEditPoints="1"/>
            </p:cNvSpPr>
            <p:nvPr/>
          </p:nvSpPr>
          <p:spPr bwMode="auto">
            <a:xfrm>
              <a:off x="3492" y="163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21" name="Freeform: Shape 20">
            <a:extLst>
              <a:ext uri="{FF2B5EF4-FFF2-40B4-BE49-F238E27FC236}">
                <a16:creationId xmlns:a16="http://schemas.microsoft.com/office/drawing/2014/main" id="{2D3B8915-9B41-9A03-463A-B4E4766D1D79}"/>
              </a:ext>
            </a:extLst>
          </p:cNvPr>
          <p:cNvSpPr/>
          <p:nvPr/>
        </p:nvSpPr>
        <p:spPr>
          <a:xfrm>
            <a:off x="3272020" y="3993179"/>
            <a:ext cx="2657186" cy="430197"/>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43B02A"/>
          </a:solidFill>
          <a:ln>
            <a:solidFill>
              <a:srgbClr val="43B02A"/>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indent="0" algn="ctr" defTabSz="266700">
              <a:lnSpc>
                <a:spcPct val="90000"/>
              </a:lnSpc>
              <a:spcBef>
                <a:spcPct val="0"/>
              </a:spcBef>
              <a:spcAft>
                <a:spcPct val="35000"/>
              </a:spcAft>
            </a:pPr>
            <a:r>
              <a:rPr lang="en-US" sz="1200" b="1" dirty="0"/>
              <a:t>Power Market Optimization Studies</a:t>
            </a:r>
          </a:p>
        </p:txBody>
      </p:sp>
      <p:grpSp>
        <p:nvGrpSpPr>
          <p:cNvPr id="22" name="Group 638">
            <a:extLst>
              <a:ext uri="{FF2B5EF4-FFF2-40B4-BE49-F238E27FC236}">
                <a16:creationId xmlns:a16="http://schemas.microsoft.com/office/drawing/2014/main" id="{37D361A8-544B-35D6-0249-517CB616F933}"/>
              </a:ext>
            </a:extLst>
          </p:cNvPr>
          <p:cNvGrpSpPr>
            <a:grpSpLocks noChangeAspect="1"/>
          </p:cNvGrpSpPr>
          <p:nvPr/>
        </p:nvGrpSpPr>
        <p:grpSpPr bwMode="auto">
          <a:xfrm>
            <a:off x="3377023" y="4000480"/>
            <a:ext cx="387267" cy="369021"/>
            <a:chOff x="1789" y="2357"/>
            <a:chExt cx="341" cy="340"/>
          </a:xfrm>
          <a:solidFill>
            <a:schemeClr val="bg1"/>
          </a:solidFill>
        </p:grpSpPr>
        <p:sp>
          <p:nvSpPr>
            <p:cNvPr id="23" name="Freeform 639">
              <a:extLst>
                <a:ext uri="{FF2B5EF4-FFF2-40B4-BE49-F238E27FC236}">
                  <a16:creationId xmlns:a16="http://schemas.microsoft.com/office/drawing/2014/main" id="{67EEFCF4-EB0E-34F3-6B48-336722C80DA7}"/>
                </a:ext>
              </a:extLst>
            </p:cNvPr>
            <p:cNvSpPr>
              <a:spLocks/>
            </p:cNvSpPr>
            <p:nvPr/>
          </p:nvSpPr>
          <p:spPr bwMode="auto">
            <a:xfrm>
              <a:off x="1853" y="2419"/>
              <a:ext cx="213" cy="214"/>
            </a:xfrm>
            <a:custGeom>
              <a:avLst/>
              <a:gdLst>
                <a:gd name="T0" fmla="*/ 234 w 320"/>
                <a:gd name="T1" fmla="*/ 303 h 322"/>
                <a:gd name="T2" fmla="*/ 213 w 320"/>
                <a:gd name="T3" fmla="*/ 322 h 322"/>
                <a:gd name="T4" fmla="*/ 199 w 320"/>
                <a:gd name="T5" fmla="*/ 317 h 322"/>
                <a:gd name="T6" fmla="*/ 160 w 320"/>
                <a:gd name="T7" fmla="*/ 322 h 322"/>
                <a:gd name="T8" fmla="*/ 0 w 320"/>
                <a:gd name="T9" fmla="*/ 162 h 322"/>
                <a:gd name="T10" fmla="*/ 11 w 320"/>
                <a:gd name="T11" fmla="*/ 102 h 322"/>
                <a:gd name="T12" fmla="*/ 34 w 320"/>
                <a:gd name="T13" fmla="*/ 63 h 322"/>
                <a:gd name="T14" fmla="*/ 49 w 320"/>
                <a:gd name="T15" fmla="*/ 61 h 322"/>
                <a:gd name="T16" fmla="*/ 51 w 320"/>
                <a:gd name="T17" fmla="*/ 76 h 322"/>
                <a:gd name="T18" fmla="*/ 31 w 320"/>
                <a:gd name="T19" fmla="*/ 110 h 322"/>
                <a:gd name="T20" fmla="*/ 21 w 320"/>
                <a:gd name="T21" fmla="*/ 162 h 322"/>
                <a:gd name="T22" fmla="*/ 160 w 320"/>
                <a:gd name="T23" fmla="*/ 300 h 322"/>
                <a:gd name="T24" fmla="*/ 192 w 320"/>
                <a:gd name="T25" fmla="*/ 296 h 322"/>
                <a:gd name="T26" fmla="*/ 213 w 320"/>
                <a:gd name="T27" fmla="*/ 279 h 322"/>
                <a:gd name="T28" fmla="*/ 226 w 320"/>
                <a:gd name="T29" fmla="*/ 283 h 322"/>
                <a:gd name="T30" fmla="*/ 298 w 320"/>
                <a:gd name="T31" fmla="*/ 162 h 322"/>
                <a:gd name="T32" fmla="*/ 249 w 320"/>
                <a:gd name="T33" fmla="*/ 56 h 322"/>
                <a:gd name="T34" fmla="*/ 230 w 320"/>
                <a:gd name="T35" fmla="*/ 82 h 322"/>
                <a:gd name="T36" fmla="*/ 266 w 320"/>
                <a:gd name="T37" fmla="*/ 162 h 322"/>
                <a:gd name="T38" fmla="*/ 160 w 320"/>
                <a:gd name="T39" fmla="*/ 268 h 322"/>
                <a:gd name="T40" fmla="*/ 55 w 320"/>
                <a:gd name="T41" fmla="*/ 181 h 322"/>
                <a:gd name="T42" fmla="*/ 42 w 320"/>
                <a:gd name="T43" fmla="*/ 162 h 322"/>
                <a:gd name="T44" fmla="*/ 55 w 320"/>
                <a:gd name="T45" fmla="*/ 142 h 322"/>
                <a:gd name="T46" fmla="*/ 59 w 320"/>
                <a:gd name="T47" fmla="*/ 126 h 322"/>
                <a:gd name="T48" fmla="*/ 73 w 320"/>
                <a:gd name="T49" fmla="*/ 120 h 322"/>
                <a:gd name="T50" fmla="*/ 79 w 320"/>
                <a:gd name="T51" fmla="*/ 133 h 322"/>
                <a:gd name="T52" fmla="*/ 76 w 320"/>
                <a:gd name="T53" fmla="*/ 144 h 322"/>
                <a:gd name="T54" fmla="*/ 85 w 320"/>
                <a:gd name="T55" fmla="*/ 162 h 322"/>
                <a:gd name="T56" fmla="*/ 76 w 320"/>
                <a:gd name="T57" fmla="*/ 179 h 322"/>
                <a:gd name="T58" fmla="*/ 160 w 320"/>
                <a:gd name="T59" fmla="*/ 247 h 322"/>
                <a:gd name="T60" fmla="*/ 245 w 320"/>
                <a:gd name="T61" fmla="*/ 162 h 322"/>
                <a:gd name="T62" fmla="*/ 217 w 320"/>
                <a:gd name="T63" fmla="*/ 99 h 322"/>
                <a:gd name="T64" fmla="*/ 199 w 320"/>
                <a:gd name="T65" fmla="*/ 125 h 322"/>
                <a:gd name="T66" fmla="*/ 213 w 320"/>
                <a:gd name="T67" fmla="*/ 162 h 322"/>
                <a:gd name="T68" fmla="*/ 160 w 320"/>
                <a:gd name="T69" fmla="*/ 215 h 322"/>
                <a:gd name="T70" fmla="*/ 106 w 320"/>
                <a:gd name="T71" fmla="*/ 162 h 322"/>
                <a:gd name="T72" fmla="*/ 133 w 320"/>
                <a:gd name="T73" fmla="*/ 115 h 322"/>
                <a:gd name="T74" fmla="*/ 148 w 320"/>
                <a:gd name="T75" fmla="*/ 119 h 322"/>
                <a:gd name="T76" fmla="*/ 144 w 320"/>
                <a:gd name="T77" fmla="*/ 134 h 322"/>
                <a:gd name="T78" fmla="*/ 128 w 320"/>
                <a:gd name="T79" fmla="*/ 162 h 322"/>
                <a:gd name="T80" fmla="*/ 160 w 320"/>
                <a:gd name="T81" fmla="*/ 194 h 322"/>
                <a:gd name="T82" fmla="*/ 192 w 320"/>
                <a:gd name="T83" fmla="*/ 162 h 322"/>
                <a:gd name="T84" fmla="*/ 186 w 320"/>
                <a:gd name="T85" fmla="*/ 143 h 322"/>
                <a:gd name="T86" fmla="*/ 168 w 320"/>
                <a:gd name="T87" fmla="*/ 168 h 322"/>
                <a:gd name="T88" fmla="*/ 160 w 320"/>
                <a:gd name="T89" fmla="*/ 172 h 322"/>
                <a:gd name="T90" fmla="*/ 153 w 320"/>
                <a:gd name="T91" fmla="*/ 170 h 322"/>
                <a:gd name="T92" fmla="*/ 151 w 320"/>
                <a:gd name="T93" fmla="*/ 155 h 322"/>
                <a:gd name="T94" fmla="*/ 258 w 320"/>
                <a:gd name="T95" fmla="*/ 6 h 322"/>
                <a:gd name="T96" fmla="*/ 273 w 320"/>
                <a:gd name="T97" fmla="*/ 4 h 322"/>
                <a:gd name="T98" fmla="*/ 275 w 320"/>
                <a:gd name="T99" fmla="*/ 19 h 322"/>
                <a:gd name="T100" fmla="*/ 261 w 320"/>
                <a:gd name="T101" fmla="*/ 38 h 322"/>
                <a:gd name="T102" fmla="*/ 320 w 320"/>
                <a:gd name="T103" fmla="*/ 162 h 322"/>
                <a:gd name="T104" fmla="*/ 234 w 320"/>
                <a:gd name="T105" fmla="*/ 30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0" h="322">
                  <a:moveTo>
                    <a:pt x="234" y="303"/>
                  </a:moveTo>
                  <a:cubicBezTo>
                    <a:pt x="233" y="314"/>
                    <a:pt x="224" y="322"/>
                    <a:pt x="213" y="322"/>
                  </a:cubicBezTo>
                  <a:cubicBezTo>
                    <a:pt x="208" y="322"/>
                    <a:pt x="203" y="320"/>
                    <a:pt x="199" y="317"/>
                  </a:cubicBezTo>
                  <a:cubicBezTo>
                    <a:pt x="187" y="320"/>
                    <a:pt x="173" y="322"/>
                    <a:pt x="160" y="322"/>
                  </a:cubicBezTo>
                  <a:cubicBezTo>
                    <a:pt x="71" y="322"/>
                    <a:pt x="0" y="250"/>
                    <a:pt x="0" y="162"/>
                  </a:cubicBezTo>
                  <a:cubicBezTo>
                    <a:pt x="0" y="141"/>
                    <a:pt x="4" y="121"/>
                    <a:pt x="11" y="102"/>
                  </a:cubicBezTo>
                  <a:cubicBezTo>
                    <a:pt x="17" y="88"/>
                    <a:pt x="24" y="75"/>
                    <a:pt x="34" y="63"/>
                  </a:cubicBezTo>
                  <a:cubicBezTo>
                    <a:pt x="38" y="58"/>
                    <a:pt x="44" y="57"/>
                    <a:pt x="49" y="61"/>
                  </a:cubicBezTo>
                  <a:cubicBezTo>
                    <a:pt x="54" y="65"/>
                    <a:pt x="54" y="71"/>
                    <a:pt x="51" y="76"/>
                  </a:cubicBezTo>
                  <a:cubicBezTo>
                    <a:pt x="42" y="86"/>
                    <a:pt x="36" y="98"/>
                    <a:pt x="31" y="110"/>
                  </a:cubicBezTo>
                  <a:cubicBezTo>
                    <a:pt x="24" y="126"/>
                    <a:pt x="21" y="144"/>
                    <a:pt x="21" y="162"/>
                  </a:cubicBezTo>
                  <a:cubicBezTo>
                    <a:pt x="21" y="238"/>
                    <a:pt x="83" y="300"/>
                    <a:pt x="160" y="300"/>
                  </a:cubicBezTo>
                  <a:cubicBezTo>
                    <a:pt x="171" y="300"/>
                    <a:pt x="182" y="299"/>
                    <a:pt x="192" y="296"/>
                  </a:cubicBezTo>
                  <a:cubicBezTo>
                    <a:pt x="194" y="286"/>
                    <a:pt x="203" y="279"/>
                    <a:pt x="213" y="279"/>
                  </a:cubicBezTo>
                  <a:cubicBezTo>
                    <a:pt x="218" y="279"/>
                    <a:pt x="222" y="281"/>
                    <a:pt x="226" y="283"/>
                  </a:cubicBezTo>
                  <a:cubicBezTo>
                    <a:pt x="269" y="260"/>
                    <a:pt x="298" y="214"/>
                    <a:pt x="298" y="162"/>
                  </a:cubicBezTo>
                  <a:cubicBezTo>
                    <a:pt x="298" y="120"/>
                    <a:pt x="280" y="82"/>
                    <a:pt x="249" y="56"/>
                  </a:cubicBezTo>
                  <a:cubicBezTo>
                    <a:pt x="230" y="82"/>
                    <a:pt x="230" y="82"/>
                    <a:pt x="230" y="82"/>
                  </a:cubicBezTo>
                  <a:cubicBezTo>
                    <a:pt x="253" y="102"/>
                    <a:pt x="266" y="131"/>
                    <a:pt x="266" y="162"/>
                  </a:cubicBezTo>
                  <a:cubicBezTo>
                    <a:pt x="266" y="220"/>
                    <a:pt x="218" y="268"/>
                    <a:pt x="160" y="268"/>
                  </a:cubicBezTo>
                  <a:cubicBezTo>
                    <a:pt x="107" y="268"/>
                    <a:pt x="64" y="231"/>
                    <a:pt x="55" y="181"/>
                  </a:cubicBezTo>
                  <a:cubicBezTo>
                    <a:pt x="47" y="178"/>
                    <a:pt x="42" y="170"/>
                    <a:pt x="42" y="162"/>
                  </a:cubicBezTo>
                  <a:cubicBezTo>
                    <a:pt x="42" y="153"/>
                    <a:pt x="47" y="146"/>
                    <a:pt x="55" y="142"/>
                  </a:cubicBezTo>
                  <a:cubicBezTo>
                    <a:pt x="56" y="137"/>
                    <a:pt x="57" y="131"/>
                    <a:pt x="59" y="126"/>
                  </a:cubicBezTo>
                  <a:cubicBezTo>
                    <a:pt x="61" y="121"/>
                    <a:pt x="67" y="118"/>
                    <a:pt x="73" y="120"/>
                  </a:cubicBezTo>
                  <a:cubicBezTo>
                    <a:pt x="78" y="122"/>
                    <a:pt x="81" y="128"/>
                    <a:pt x="79" y="133"/>
                  </a:cubicBezTo>
                  <a:cubicBezTo>
                    <a:pt x="78" y="137"/>
                    <a:pt x="77" y="141"/>
                    <a:pt x="76" y="144"/>
                  </a:cubicBezTo>
                  <a:cubicBezTo>
                    <a:pt x="81" y="148"/>
                    <a:pt x="85" y="155"/>
                    <a:pt x="85" y="162"/>
                  </a:cubicBezTo>
                  <a:cubicBezTo>
                    <a:pt x="85" y="169"/>
                    <a:pt x="81" y="175"/>
                    <a:pt x="76" y="179"/>
                  </a:cubicBezTo>
                  <a:cubicBezTo>
                    <a:pt x="84" y="218"/>
                    <a:pt x="119" y="247"/>
                    <a:pt x="160" y="247"/>
                  </a:cubicBezTo>
                  <a:cubicBezTo>
                    <a:pt x="207" y="247"/>
                    <a:pt x="245" y="209"/>
                    <a:pt x="245" y="162"/>
                  </a:cubicBezTo>
                  <a:cubicBezTo>
                    <a:pt x="245" y="138"/>
                    <a:pt x="235" y="115"/>
                    <a:pt x="217" y="99"/>
                  </a:cubicBezTo>
                  <a:cubicBezTo>
                    <a:pt x="199" y="125"/>
                    <a:pt x="199" y="125"/>
                    <a:pt x="199" y="125"/>
                  </a:cubicBezTo>
                  <a:cubicBezTo>
                    <a:pt x="208" y="135"/>
                    <a:pt x="213" y="148"/>
                    <a:pt x="213" y="162"/>
                  </a:cubicBezTo>
                  <a:cubicBezTo>
                    <a:pt x="213" y="191"/>
                    <a:pt x="189" y="215"/>
                    <a:pt x="160" y="215"/>
                  </a:cubicBezTo>
                  <a:cubicBezTo>
                    <a:pt x="130" y="215"/>
                    <a:pt x="106" y="191"/>
                    <a:pt x="106" y="162"/>
                  </a:cubicBezTo>
                  <a:cubicBezTo>
                    <a:pt x="106" y="143"/>
                    <a:pt x="117" y="125"/>
                    <a:pt x="133" y="115"/>
                  </a:cubicBezTo>
                  <a:cubicBezTo>
                    <a:pt x="138" y="113"/>
                    <a:pt x="145" y="114"/>
                    <a:pt x="148" y="119"/>
                  </a:cubicBezTo>
                  <a:cubicBezTo>
                    <a:pt x="151" y="124"/>
                    <a:pt x="149" y="131"/>
                    <a:pt x="144" y="134"/>
                  </a:cubicBezTo>
                  <a:cubicBezTo>
                    <a:pt x="134" y="140"/>
                    <a:pt x="128" y="150"/>
                    <a:pt x="128" y="162"/>
                  </a:cubicBezTo>
                  <a:cubicBezTo>
                    <a:pt x="128" y="179"/>
                    <a:pt x="142" y="194"/>
                    <a:pt x="160" y="194"/>
                  </a:cubicBezTo>
                  <a:cubicBezTo>
                    <a:pt x="177" y="194"/>
                    <a:pt x="192" y="179"/>
                    <a:pt x="192" y="162"/>
                  </a:cubicBezTo>
                  <a:cubicBezTo>
                    <a:pt x="192" y="155"/>
                    <a:pt x="190" y="149"/>
                    <a:pt x="186" y="143"/>
                  </a:cubicBezTo>
                  <a:cubicBezTo>
                    <a:pt x="168" y="168"/>
                    <a:pt x="168" y="168"/>
                    <a:pt x="168" y="168"/>
                  </a:cubicBezTo>
                  <a:cubicBezTo>
                    <a:pt x="166" y="171"/>
                    <a:pt x="163" y="172"/>
                    <a:pt x="160" y="172"/>
                  </a:cubicBezTo>
                  <a:cubicBezTo>
                    <a:pt x="158" y="172"/>
                    <a:pt x="155" y="172"/>
                    <a:pt x="153" y="170"/>
                  </a:cubicBezTo>
                  <a:cubicBezTo>
                    <a:pt x="149" y="167"/>
                    <a:pt x="148" y="160"/>
                    <a:pt x="151" y="155"/>
                  </a:cubicBezTo>
                  <a:cubicBezTo>
                    <a:pt x="258" y="6"/>
                    <a:pt x="258" y="6"/>
                    <a:pt x="258" y="6"/>
                  </a:cubicBezTo>
                  <a:cubicBezTo>
                    <a:pt x="261" y="1"/>
                    <a:pt x="268" y="0"/>
                    <a:pt x="273" y="4"/>
                  </a:cubicBezTo>
                  <a:cubicBezTo>
                    <a:pt x="277" y="7"/>
                    <a:pt x="278" y="14"/>
                    <a:pt x="275" y="19"/>
                  </a:cubicBezTo>
                  <a:cubicBezTo>
                    <a:pt x="261" y="38"/>
                    <a:pt x="261" y="38"/>
                    <a:pt x="261" y="38"/>
                  </a:cubicBezTo>
                  <a:cubicBezTo>
                    <a:pt x="298" y="69"/>
                    <a:pt x="320" y="113"/>
                    <a:pt x="320" y="162"/>
                  </a:cubicBezTo>
                  <a:cubicBezTo>
                    <a:pt x="320" y="223"/>
                    <a:pt x="285" y="276"/>
                    <a:pt x="234" y="3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4" name="Freeform 640">
              <a:extLst>
                <a:ext uri="{FF2B5EF4-FFF2-40B4-BE49-F238E27FC236}">
                  <a16:creationId xmlns:a16="http://schemas.microsoft.com/office/drawing/2014/main" id="{3E7A7B14-DB77-4C77-7232-4906396801DD}"/>
                </a:ext>
              </a:extLst>
            </p:cNvPr>
            <p:cNvSpPr>
              <a:spLocks noEditPoints="1"/>
            </p:cNvSpPr>
            <p:nvPr/>
          </p:nvSpPr>
          <p:spPr bwMode="auto">
            <a:xfrm>
              <a:off x="1789" y="2357"/>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25" name="Freeform: Shape 24">
            <a:extLst>
              <a:ext uri="{FF2B5EF4-FFF2-40B4-BE49-F238E27FC236}">
                <a16:creationId xmlns:a16="http://schemas.microsoft.com/office/drawing/2014/main" id="{3A82ECE0-6E09-9865-C1B5-DE42BF1B48AE}"/>
              </a:ext>
            </a:extLst>
          </p:cNvPr>
          <p:cNvSpPr/>
          <p:nvPr/>
        </p:nvSpPr>
        <p:spPr>
          <a:xfrm>
            <a:off x="3260838" y="4423376"/>
            <a:ext cx="2657186" cy="1775936"/>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a:solidFill>
            <a:srgbClr val="43B02A">
              <a:alpha val="15000"/>
            </a:srgbClr>
          </a:solidFill>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lvl="1" indent="-169863" defTabSz="266700">
              <a:lnSpc>
                <a:spcPct val="114000"/>
              </a:lnSpc>
              <a:spcBef>
                <a:spcPct val="0"/>
              </a:spcBef>
              <a:spcAft>
                <a:spcPts val="600"/>
              </a:spcAft>
              <a:buChar char="•"/>
            </a:pPr>
            <a:r>
              <a:rPr lang="en-US" sz="1000"/>
              <a:t>Energy Flow Modelling</a:t>
            </a:r>
          </a:p>
          <a:p>
            <a:pPr marL="169863" lvl="1" indent="-169863" defTabSz="266700">
              <a:lnSpc>
                <a:spcPct val="114000"/>
              </a:lnSpc>
              <a:spcBef>
                <a:spcPct val="0"/>
              </a:spcBef>
              <a:spcAft>
                <a:spcPts val="600"/>
              </a:spcAft>
              <a:buChar char="•"/>
            </a:pPr>
            <a:r>
              <a:rPr lang="en-US" sz="1000"/>
              <a:t>Value </a:t>
            </a:r>
            <a:r>
              <a:rPr lang="en-US" sz="1000" err="1"/>
              <a:t>Analyser</a:t>
            </a:r>
            <a:r>
              <a:rPr lang="en-US" sz="1000"/>
              <a:t> for Storage Technologies</a:t>
            </a:r>
          </a:p>
          <a:p>
            <a:pPr marL="169863" lvl="1" indent="-169863" defTabSz="266700">
              <a:lnSpc>
                <a:spcPct val="114000"/>
              </a:lnSpc>
              <a:spcBef>
                <a:spcPct val="0"/>
              </a:spcBef>
              <a:spcAft>
                <a:spcPts val="600"/>
              </a:spcAft>
              <a:buChar char="•"/>
            </a:pPr>
            <a:r>
              <a:rPr lang="en-US" sz="1000"/>
              <a:t>ML based demand forecasting, and production cost based optimal energy scheduling</a:t>
            </a:r>
          </a:p>
          <a:p>
            <a:pPr marL="169863" lvl="1" indent="-169863" defTabSz="266700">
              <a:lnSpc>
                <a:spcPct val="114000"/>
              </a:lnSpc>
              <a:spcBef>
                <a:spcPct val="0"/>
              </a:spcBef>
              <a:spcAft>
                <a:spcPts val="600"/>
              </a:spcAft>
              <a:buChar char="•"/>
            </a:pPr>
            <a:r>
              <a:rPr lang="en-US" sz="1000"/>
              <a:t>Simulation of power exchange prices into the future</a:t>
            </a:r>
          </a:p>
          <a:p>
            <a:pPr marL="169863" lvl="1" indent="-169863" defTabSz="266700">
              <a:lnSpc>
                <a:spcPct val="114000"/>
              </a:lnSpc>
              <a:spcBef>
                <a:spcPct val="0"/>
              </a:spcBef>
              <a:spcAft>
                <a:spcPts val="600"/>
              </a:spcAft>
              <a:buChar char="•"/>
            </a:pPr>
            <a:r>
              <a:rPr lang="en-US" sz="1000"/>
              <a:t>Scheduling, Accounting &amp; Metering and Transaction Settlement Simulations</a:t>
            </a:r>
          </a:p>
        </p:txBody>
      </p:sp>
      <p:sp>
        <p:nvSpPr>
          <p:cNvPr id="26" name="TextBox 25">
            <a:extLst>
              <a:ext uri="{FF2B5EF4-FFF2-40B4-BE49-F238E27FC236}">
                <a16:creationId xmlns:a16="http://schemas.microsoft.com/office/drawing/2014/main" id="{47CFE76A-A387-8002-C769-C445E99F16FE}"/>
              </a:ext>
            </a:extLst>
          </p:cNvPr>
          <p:cNvSpPr txBox="1"/>
          <p:nvPr/>
        </p:nvSpPr>
        <p:spPr>
          <a:xfrm>
            <a:off x="6147859" y="1182929"/>
            <a:ext cx="5705067" cy="303109"/>
          </a:xfrm>
          <a:prstGeom prst="rect">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Our Proprietary Tools</a:t>
            </a:r>
            <a:endParaRPr kumimoji="0" lang="en-IN" sz="1200" b="1" i="0" u="none" strike="noStrike" kern="1200" cap="none" spc="0" normalizeH="0" baseline="0" noProof="0" err="1">
              <a:ln>
                <a:noFill/>
              </a:ln>
              <a:solidFill>
                <a:prstClr val="white"/>
              </a:solidFill>
              <a:effectLst/>
              <a:uLnTx/>
              <a:uFillTx/>
              <a:latin typeface="Calibri"/>
              <a:ea typeface="+mn-ea"/>
              <a:cs typeface="+mn-cs"/>
            </a:endParaRPr>
          </a:p>
        </p:txBody>
      </p:sp>
      <p:pic>
        <p:nvPicPr>
          <p:cNvPr id="27" name="Picture 26">
            <a:extLst>
              <a:ext uri="{FF2B5EF4-FFF2-40B4-BE49-F238E27FC236}">
                <a16:creationId xmlns:a16="http://schemas.microsoft.com/office/drawing/2014/main" id="{F4849BB2-80FF-B599-98DE-47DC6F8E185F}"/>
              </a:ext>
            </a:extLst>
          </p:cNvPr>
          <p:cNvPicPr>
            <a:picLocks noChangeAspect="1"/>
          </p:cNvPicPr>
          <p:nvPr/>
        </p:nvPicPr>
        <p:blipFill>
          <a:blip r:embed="rId5"/>
          <a:stretch>
            <a:fillRect/>
          </a:stretch>
        </p:blipFill>
        <p:spPr>
          <a:xfrm>
            <a:off x="10036119" y="1936601"/>
            <a:ext cx="1772938" cy="1008148"/>
          </a:xfrm>
          <a:prstGeom prst="rect">
            <a:avLst/>
          </a:prstGeom>
        </p:spPr>
      </p:pic>
      <p:pic>
        <p:nvPicPr>
          <p:cNvPr id="28" name="Picture 27">
            <a:extLst>
              <a:ext uri="{FF2B5EF4-FFF2-40B4-BE49-F238E27FC236}">
                <a16:creationId xmlns:a16="http://schemas.microsoft.com/office/drawing/2014/main" id="{3FCE2126-804A-B886-962C-F400823A1450}"/>
              </a:ext>
            </a:extLst>
          </p:cNvPr>
          <p:cNvPicPr>
            <a:picLocks noChangeAspect="1"/>
          </p:cNvPicPr>
          <p:nvPr/>
        </p:nvPicPr>
        <p:blipFill>
          <a:blip r:embed="rId6"/>
          <a:stretch>
            <a:fillRect/>
          </a:stretch>
        </p:blipFill>
        <p:spPr>
          <a:xfrm>
            <a:off x="8095114" y="1845580"/>
            <a:ext cx="1848397" cy="1146443"/>
          </a:xfrm>
          <a:prstGeom prst="rect">
            <a:avLst/>
          </a:prstGeom>
        </p:spPr>
      </p:pic>
      <p:sp>
        <p:nvSpPr>
          <p:cNvPr id="29" name="Rectangle 28">
            <a:extLst>
              <a:ext uri="{FF2B5EF4-FFF2-40B4-BE49-F238E27FC236}">
                <a16:creationId xmlns:a16="http://schemas.microsoft.com/office/drawing/2014/main" id="{BA4DF937-D966-B508-94BD-DE2453C5FBAE}"/>
              </a:ext>
            </a:extLst>
          </p:cNvPr>
          <p:cNvSpPr/>
          <p:nvPr/>
        </p:nvSpPr>
        <p:spPr>
          <a:xfrm>
            <a:off x="6235489" y="1632890"/>
            <a:ext cx="1747718" cy="2119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457062"/>
            <a:r>
              <a:rPr lang="en-SG" sz="1200" b="1" dirty="0">
                <a:solidFill>
                  <a:srgbClr val="86F200"/>
                </a:solidFill>
              </a:rPr>
              <a:t>D. </a:t>
            </a:r>
            <a:r>
              <a:rPr lang="en-SG" sz="1200" b="1" dirty="0">
                <a:solidFill>
                  <a:srgbClr val="FCF7F7"/>
                </a:solidFill>
              </a:rPr>
              <a:t>VAST</a:t>
            </a:r>
            <a:endParaRPr lang="en-US" sz="1200" b="1" baseline="30000" dirty="0">
              <a:solidFill>
                <a:srgbClr val="FCF7F7"/>
              </a:solidFill>
            </a:endParaRPr>
          </a:p>
        </p:txBody>
      </p:sp>
      <p:sp>
        <p:nvSpPr>
          <p:cNvPr id="30" name="Rectangle 29">
            <a:extLst>
              <a:ext uri="{FF2B5EF4-FFF2-40B4-BE49-F238E27FC236}">
                <a16:creationId xmlns:a16="http://schemas.microsoft.com/office/drawing/2014/main" id="{1B271E7F-8AAD-C3DB-B0BE-FE53697C897A}"/>
              </a:ext>
            </a:extLst>
          </p:cNvPr>
          <p:cNvSpPr/>
          <p:nvPr/>
        </p:nvSpPr>
        <p:spPr>
          <a:xfrm>
            <a:off x="8097902" y="1632890"/>
            <a:ext cx="1747718" cy="2119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457062"/>
            <a:r>
              <a:rPr lang="en-SG" sz="1200" b="1" dirty="0">
                <a:solidFill>
                  <a:srgbClr val="86F200"/>
                </a:solidFill>
              </a:rPr>
              <a:t>D. </a:t>
            </a:r>
            <a:r>
              <a:rPr lang="en-SG" sz="1200" b="1" dirty="0">
                <a:solidFill>
                  <a:srgbClr val="FCF7F7"/>
                </a:solidFill>
              </a:rPr>
              <a:t>FAST</a:t>
            </a:r>
            <a:endParaRPr lang="en-US" sz="1200" b="1" baseline="30000" dirty="0">
              <a:solidFill>
                <a:srgbClr val="FCF7F7"/>
              </a:solidFill>
            </a:endParaRPr>
          </a:p>
        </p:txBody>
      </p:sp>
      <p:sp>
        <p:nvSpPr>
          <p:cNvPr id="31" name="Rectangle 30">
            <a:extLst>
              <a:ext uri="{FF2B5EF4-FFF2-40B4-BE49-F238E27FC236}">
                <a16:creationId xmlns:a16="http://schemas.microsoft.com/office/drawing/2014/main" id="{EA716618-B0D6-9E98-BE56-4A3BFBCE1281}"/>
              </a:ext>
            </a:extLst>
          </p:cNvPr>
          <p:cNvSpPr/>
          <p:nvPr/>
        </p:nvSpPr>
        <p:spPr>
          <a:xfrm>
            <a:off x="10027519" y="1632890"/>
            <a:ext cx="1747718" cy="21198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457062"/>
            <a:r>
              <a:rPr lang="en-SG" sz="1200" b="1" dirty="0">
                <a:solidFill>
                  <a:srgbClr val="86F200"/>
                </a:solidFill>
              </a:rPr>
              <a:t>D. </a:t>
            </a:r>
            <a:r>
              <a:rPr lang="en-SG" sz="1200" b="1" dirty="0">
                <a:solidFill>
                  <a:srgbClr val="FCF7F7"/>
                </a:solidFill>
              </a:rPr>
              <a:t>EPS</a:t>
            </a:r>
            <a:endParaRPr lang="en-US" sz="1200" b="1" baseline="30000" dirty="0">
              <a:solidFill>
                <a:srgbClr val="FCF7F7"/>
              </a:solidFill>
            </a:endParaRPr>
          </a:p>
        </p:txBody>
      </p:sp>
      <p:sp>
        <p:nvSpPr>
          <p:cNvPr id="32" name="Rectangle 31">
            <a:extLst>
              <a:ext uri="{FF2B5EF4-FFF2-40B4-BE49-F238E27FC236}">
                <a16:creationId xmlns:a16="http://schemas.microsoft.com/office/drawing/2014/main" id="{193B7049-6A24-4710-FB27-1407292D1069}"/>
              </a:ext>
            </a:extLst>
          </p:cNvPr>
          <p:cNvSpPr/>
          <p:nvPr/>
        </p:nvSpPr>
        <p:spPr>
          <a:xfrm>
            <a:off x="8169181" y="1920019"/>
            <a:ext cx="1750813" cy="995992"/>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i="1">
                <a:solidFill>
                  <a:schemeClr val="tx1"/>
                </a:solidFill>
              </a:rPr>
              <a:t>Forecasting and Scheduling Tool</a:t>
            </a:r>
          </a:p>
        </p:txBody>
      </p:sp>
      <p:sp>
        <p:nvSpPr>
          <p:cNvPr id="33" name="TextBox 32">
            <a:extLst>
              <a:ext uri="{FF2B5EF4-FFF2-40B4-BE49-F238E27FC236}">
                <a16:creationId xmlns:a16="http://schemas.microsoft.com/office/drawing/2014/main" id="{9735F0F0-4E1F-CB4F-21A2-2C156EFFB44D}"/>
              </a:ext>
            </a:extLst>
          </p:cNvPr>
          <p:cNvSpPr txBox="1"/>
          <p:nvPr/>
        </p:nvSpPr>
        <p:spPr bwMode="gray">
          <a:xfrm>
            <a:off x="6164370" y="3129172"/>
            <a:ext cx="1767169" cy="493196"/>
          </a:xfrm>
          <a:prstGeom prst="rect">
            <a:avLst/>
          </a:prstGeom>
        </p:spPr>
        <p:txBody>
          <a:bodyPr wrap="square" lIns="0" rIns="0" rtlCol="0" anchor="t" anchorCtr="0">
            <a:noAutofit/>
          </a:bodyPr>
          <a:lstStyle/>
          <a:p>
            <a:pPr algn="ctr"/>
            <a:r>
              <a:rPr lang="en-SG" sz="1000" b="1" i="1" dirty="0"/>
              <a:t>Python  based open source platform for assessing value proposition and benefits of Battery energy storage systems in power system</a:t>
            </a:r>
            <a:endParaRPr lang="en-SG" sz="1000" b="1" i="1" dirty="0">
              <a:solidFill>
                <a:schemeClr val="tx1"/>
              </a:solidFill>
            </a:endParaRPr>
          </a:p>
        </p:txBody>
      </p:sp>
      <p:sp>
        <p:nvSpPr>
          <p:cNvPr id="34" name="TextBox 33">
            <a:extLst>
              <a:ext uri="{FF2B5EF4-FFF2-40B4-BE49-F238E27FC236}">
                <a16:creationId xmlns:a16="http://schemas.microsoft.com/office/drawing/2014/main" id="{FB3D7E9A-70B5-2C89-8BC5-33B15574D749}"/>
              </a:ext>
            </a:extLst>
          </p:cNvPr>
          <p:cNvSpPr txBox="1"/>
          <p:nvPr/>
        </p:nvSpPr>
        <p:spPr bwMode="gray">
          <a:xfrm>
            <a:off x="8185231" y="3288654"/>
            <a:ext cx="1749307" cy="409982"/>
          </a:xfrm>
          <a:prstGeom prst="rect">
            <a:avLst/>
          </a:prstGeom>
        </p:spPr>
        <p:txBody>
          <a:bodyPr wrap="square" lIns="0" rIns="0" rtlCol="0" anchor="t" anchorCtr="0">
            <a:noAutofit/>
          </a:bodyPr>
          <a:lstStyle/>
          <a:p>
            <a:pPr algn="ctr"/>
            <a:r>
              <a:rPr lang="en-SG" sz="1000" b="1" i="1" dirty="0"/>
              <a:t>ML based demand forecasting and production cost based optimal energy scheduling</a:t>
            </a:r>
          </a:p>
        </p:txBody>
      </p:sp>
      <p:sp>
        <p:nvSpPr>
          <p:cNvPr id="35" name="TextBox 34">
            <a:extLst>
              <a:ext uri="{FF2B5EF4-FFF2-40B4-BE49-F238E27FC236}">
                <a16:creationId xmlns:a16="http://schemas.microsoft.com/office/drawing/2014/main" id="{A073453C-C781-AD8A-175C-6158260DBD43}"/>
              </a:ext>
            </a:extLst>
          </p:cNvPr>
          <p:cNvSpPr txBox="1"/>
          <p:nvPr/>
        </p:nvSpPr>
        <p:spPr bwMode="gray">
          <a:xfrm>
            <a:off x="10047934" y="3361987"/>
            <a:ext cx="1749307" cy="175024"/>
          </a:xfrm>
          <a:prstGeom prst="rect">
            <a:avLst/>
          </a:prstGeom>
        </p:spPr>
        <p:txBody>
          <a:bodyPr wrap="square" lIns="0" rIns="0" rtlCol="0" anchor="t" anchorCtr="0">
            <a:noAutofit/>
          </a:bodyPr>
          <a:lstStyle/>
          <a:p>
            <a:pPr algn="ctr"/>
            <a:r>
              <a:rPr lang="en-SG" sz="1000" b="1" i="1" dirty="0"/>
              <a:t>Simulation of power exchange prices into the future</a:t>
            </a:r>
            <a:endParaRPr lang="en-SG" sz="1000" b="1" i="1" dirty="0">
              <a:solidFill>
                <a:schemeClr val="tx1"/>
              </a:solidFill>
            </a:endParaRPr>
          </a:p>
        </p:txBody>
      </p:sp>
      <p:sp>
        <p:nvSpPr>
          <p:cNvPr id="36" name="Rectangle 35">
            <a:extLst>
              <a:ext uri="{FF2B5EF4-FFF2-40B4-BE49-F238E27FC236}">
                <a16:creationId xmlns:a16="http://schemas.microsoft.com/office/drawing/2014/main" id="{98E47085-B8E7-B3F8-B767-0C124C3FA743}"/>
              </a:ext>
            </a:extLst>
          </p:cNvPr>
          <p:cNvSpPr/>
          <p:nvPr/>
        </p:nvSpPr>
        <p:spPr>
          <a:xfrm>
            <a:off x="10071097" y="1999547"/>
            <a:ext cx="1750813" cy="833649"/>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i="1">
                <a:solidFill>
                  <a:schemeClr val="tx1"/>
                </a:solidFill>
              </a:rPr>
              <a:t>Exchange Price simulator</a:t>
            </a:r>
          </a:p>
        </p:txBody>
      </p:sp>
      <p:pic>
        <p:nvPicPr>
          <p:cNvPr id="37" name="Picture 36">
            <a:extLst>
              <a:ext uri="{FF2B5EF4-FFF2-40B4-BE49-F238E27FC236}">
                <a16:creationId xmlns:a16="http://schemas.microsoft.com/office/drawing/2014/main" id="{85D549BC-A85A-024C-3D63-7CA0AD4F148F}"/>
              </a:ext>
            </a:extLst>
          </p:cNvPr>
          <p:cNvPicPr>
            <a:picLocks noChangeAspect="1"/>
          </p:cNvPicPr>
          <p:nvPr/>
        </p:nvPicPr>
        <p:blipFill>
          <a:blip r:embed="rId7"/>
          <a:stretch>
            <a:fillRect/>
          </a:stretch>
        </p:blipFill>
        <p:spPr>
          <a:xfrm>
            <a:off x="6240201" y="1869186"/>
            <a:ext cx="1724622" cy="1094373"/>
          </a:xfrm>
          <a:prstGeom prst="rect">
            <a:avLst/>
          </a:prstGeom>
        </p:spPr>
      </p:pic>
      <p:sp>
        <p:nvSpPr>
          <p:cNvPr id="38" name="Rectangle 37">
            <a:extLst>
              <a:ext uri="{FF2B5EF4-FFF2-40B4-BE49-F238E27FC236}">
                <a16:creationId xmlns:a16="http://schemas.microsoft.com/office/drawing/2014/main" id="{F3ADE8D5-DE22-BC0E-48FB-00392E29EF76}"/>
              </a:ext>
            </a:extLst>
          </p:cNvPr>
          <p:cNvSpPr/>
          <p:nvPr/>
        </p:nvSpPr>
        <p:spPr>
          <a:xfrm>
            <a:off x="6275891" y="1881578"/>
            <a:ext cx="1747420" cy="974008"/>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al="tx1"/>
                </a:solidFill>
              </a:rPr>
              <a:t> for Storage Technologies</a:t>
            </a:r>
          </a:p>
        </p:txBody>
      </p:sp>
      <p:sp>
        <p:nvSpPr>
          <p:cNvPr id="39" name="TextBox 38">
            <a:extLst>
              <a:ext uri="{FF2B5EF4-FFF2-40B4-BE49-F238E27FC236}">
                <a16:creationId xmlns:a16="http://schemas.microsoft.com/office/drawing/2014/main" id="{D6BCF32E-47E5-4C78-1804-A97EFB3C76AD}"/>
              </a:ext>
            </a:extLst>
          </p:cNvPr>
          <p:cNvSpPr txBox="1"/>
          <p:nvPr/>
        </p:nvSpPr>
        <p:spPr>
          <a:xfrm>
            <a:off x="6328581" y="5197052"/>
            <a:ext cx="1661090" cy="846386"/>
          </a:xfrm>
          <a:prstGeom prst="rect">
            <a:avLst/>
          </a:prstGeom>
          <a:noFill/>
        </p:spPr>
        <p:txBody>
          <a:bodyPr wrap="square" lIns="0" tIns="0" rIns="0" bIns="0" rtlCol="0">
            <a:spAutoFit/>
          </a:bodyPr>
          <a:lstStyle/>
          <a:p>
            <a:pPr marR="0" lvl="0" algn="ctr" defTabSz="1142609" eaLnBrk="1" fontAlgn="auto" latinLnBrk="0" hangingPunct="1">
              <a:spcAft>
                <a:spcPts val="0"/>
              </a:spcAft>
              <a:buClrTx/>
              <a:buSzPct val="100000"/>
              <a:tabLst/>
              <a:defRPr/>
            </a:pPr>
            <a:r>
              <a:rPr kumimoji="0" lang="en-US" sz="1100" b="0" u="none" strike="noStrike" kern="0" cap="none" spc="0" normalizeH="0" baseline="0" noProof="0" err="1">
                <a:ln>
                  <a:noFill/>
                </a:ln>
                <a:solidFill>
                  <a:prstClr val="white">
                    <a:lumMod val="50000"/>
                  </a:prstClr>
                </a:solidFill>
                <a:effectLst/>
                <a:uLnTx/>
                <a:uFillTx/>
                <a:ea typeface="ヒラギノ角ゴ ProN W3" charset="0"/>
                <a:sym typeface="Gotham Book" charset="0"/>
              </a:rPr>
              <a:t>Analysing</a:t>
            </a:r>
            <a:r>
              <a:rPr kumimoji="0" lang="en-US" sz="1100" b="0" u="none" strike="noStrike" kern="0" cap="none" spc="0" normalizeH="0" baseline="0" noProof="0">
                <a:ln>
                  <a:noFill/>
                </a:ln>
                <a:solidFill>
                  <a:prstClr val="white">
                    <a:lumMod val="50000"/>
                  </a:prstClr>
                </a:solidFill>
                <a:effectLst/>
                <a:uLnTx/>
                <a:uFillTx/>
                <a:ea typeface="ヒラギノ角ゴ ProN W3" charset="0"/>
                <a:sym typeface="Gotham Book" charset="0"/>
              </a:rPr>
              <a:t> economic feasibility</a:t>
            </a:r>
            <a:r>
              <a:rPr kumimoji="0" lang="en-US" sz="1100" b="0" u="none" strike="noStrike" kern="0" cap="none" spc="0" normalizeH="0" noProof="0">
                <a:ln>
                  <a:noFill/>
                </a:ln>
                <a:solidFill>
                  <a:prstClr val="white">
                    <a:lumMod val="50000"/>
                  </a:prstClr>
                </a:solidFill>
                <a:effectLst/>
                <a:uLnTx/>
                <a:uFillTx/>
                <a:ea typeface="ヒラギノ角ゴ ProN W3" charset="0"/>
                <a:sym typeface="Gotham Book" charset="0"/>
              </a:rPr>
              <a:t> for BESS including optimum sizing and </a:t>
            </a:r>
            <a:r>
              <a:rPr lang="en-US" sz="1100" kern="0">
                <a:solidFill>
                  <a:prstClr val="white">
                    <a:lumMod val="50000"/>
                  </a:prstClr>
                </a:solidFill>
                <a:ea typeface="ヒラギノ角ゴ ProN W3" charset="0"/>
                <a:sym typeface="Gotham Book" charset="0"/>
              </a:rPr>
              <a:t>siting; Integrating more Renewable energy into the grid</a:t>
            </a:r>
          </a:p>
        </p:txBody>
      </p:sp>
      <p:sp>
        <p:nvSpPr>
          <p:cNvPr id="40" name="TextBox 39">
            <a:extLst>
              <a:ext uri="{FF2B5EF4-FFF2-40B4-BE49-F238E27FC236}">
                <a16:creationId xmlns:a16="http://schemas.microsoft.com/office/drawing/2014/main" id="{9B3944BA-59AB-5666-9D0E-EA2E3B288082}"/>
              </a:ext>
            </a:extLst>
          </p:cNvPr>
          <p:cNvSpPr txBox="1"/>
          <p:nvPr/>
        </p:nvSpPr>
        <p:spPr>
          <a:xfrm>
            <a:off x="8168408" y="5154230"/>
            <a:ext cx="1635660" cy="846386"/>
          </a:xfrm>
          <a:prstGeom prst="rect">
            <a:avLst/>
          </a:prstGeom>
          <a:noFill/>
        </p:spPr>
        <p:txBody>
          <a:bodyPr wrap="square" lIns="0" tIns="0" rIns="0" bIns="0" rtlCol="0">
            <a:spAutoFit/>
          </a:bodyPr>
          <a:lstStyle/>
          <a:p>
            <a:pPr marR="0" lvl="0" algn="ctr" defTabSz="1142609" eaLnBrk="1" fontAlgn="auto" latinLnBrk="0" hangingPunct="1">
              <a:lnSpc>
                <a:spcPct val="100000"/>
              </a:lnSpc>
              <a:spcAft>
                <a:spcPts val="0"/>
              </a:spcAft>
              <a:buClrTx/>
              <a:buSzPct val="100000"/>
              <a:tabLst/>
              <a:defRPr/>
            </a:pPr>
            <a:r>
              <a:rPr kumimoji="0" lang="en-US" sz="1100" b="0" u="none" strike="noStrike" kern="0" cap="none" spc="0" normalizeH="0" baseline="0" noProof="0">
                <a:ln>
                  <a:noFill/>
                </a:ln>
                <a:solidFill>
                  <a:prstClr val="white">
                    <a:lumMod val="50000"/>
                  </a:prstClr>
                </a:solidFill>
                <a:effectLst/>
                <a:uLnTx/>
                <a:uFillTx/>
                <a:ea typeface="ヒラギノ角ゴ ProN W3" charset="0"/>
                <a:sym typeface="Gotham Book" charset="0"/>
              </a:rPr>
              <a:t>Undertake cost optimal</a:t>
            </a:r>
            <a:r>
              <a:rPr kumimoji="0" lang="en-US" sz="1100" b="0" u="none" strike="noStrike" kern="0" cap="none" spc="0" normalizeH="0" noProof="0">
                <a:ln>
                  <a:noFill/>
                </a:ln>
                <a:solidFill>
                  <a:prstClr val="white">
                    <a:lumMod val="50000"/>
                  </a:prstClr>
                </a:solidFill>
                <a:effectLst/>
                <a:uLnTx/>
                <a:uFillTx/>
                <a:ea typeface="ヒラギノ角ゴ ProN W3" charset="0"/>
                <a:sym typeface="Gotham Book" charset="0"/>
              </a:rPr>
              <a:t> energy scheduling;</a:t>
            </a:r>
          </a:p>
          <a:p>
            <a:pPr marR="0" lvl="0" algn="ctr" defTabSz="1142609" eaLnBrk="1" fontAlgn="auto" latinLnBrk="0" hangingPunct="1">
              <a:lnSpc>
                <a:spcPct val="100000"/>
              </a:lnSpc>
              <a:spcAft>
                <a:spcPts val="0"/>
              </a:spcAft>
              <a:buClrTx/>
              <a:buSzPct val="100000"/>
              <a:tabLst/>
              <a:defRPr/>
            </a:pPr>
            <a:r>
              <a:rPr lang="en-US" sz="1100" kern="0">
                <a:solidFill>
                  <a:prstClr val="white">
                    <a:lumMod val="50000"/>
                  </a:prstClr>
                </a:solidFill>
                <a:ea typeface="ヒラギノ角ゴ ProN W3" charset="0"/>
                <a:sym typeface="Gotham Book" charset="0"/>
              </a:rPr>
              <a:t>Understand new generation capacity and network expansion needs</a:t>
            </a:r>
            <a:r>
              <a:rPr kumimoji="0" lang="en-US" sz="1100" b="0" u="none" strike="noStrike" kern="0" cap="none" spc="0" normalizeH="0" noProof="0">
                <a:ln>
                  <a:noFill/>
                </a:ln>
                <a:solidFill>
                  <a:prstClr val="white">
                    <a:lumMod val="50000"/>
                  </a:prstClr>
                </a:solidFill>
                <a:effectLst/>
                <a:uLnTx/>
                <a:uFillTx/>
                <a:ea typeface="ヒラギノ角ゴ ProN W3" charset="0"/>
                <a:sym typeface="Gotham Book" charset="0"/>
              </a:rPr>
              <a:t> </a:t>
            </a:r>
            <a:endParaRPr kumimoji="0" lang="en-US" sz="1100" b="0" u="none" strike="noStrike" kern="0" cap="none" spc="0" normalizeH="0" baseline="0" noProof="0">
              <a:ln>
                <a:noFill/>
              </a:ln>
              <a:solidFill>
                <a:prstClr val="white">
                  <a:lumMod val="50000"/>
                </a:prstClr>
              </a:solidFill>
              <a:effectLst/>
              <a:uLnTx/>
              <a:uFillTx/>
              <a:ea typeface="ヒラギノ角ゴ ProN W3" charset="0"/>
              <a:sym typeface="Gotham Book" charset="0"/>
            </a:endParaRPr>
          </a:p>
        </p:txBody>
      </p:sp>
      <p:sp>
        <p:nvSpPr>
          <p:cNvPr id="41" name="TextBox 40">
            <a:extLst>
              <a:ext uri="{FF2B5EF4-FFF2-40B4-BE49-F238E27FC236}">
                <a16:creationId xmlns:a16="http://schemas.microsoft.com/office/drawing/2014/main" id="{A2F24446-5C05-E930-20DA-BEB1336BFE41}"/>
              </a:ext>
            </a:extLst>
          </p:cNvPr>
          <p:cNvSpPr txBox="1"/>
          <p:nvPr/>
        </p:nvSpPr>
        <p:spPr>
          <a:xfrm>
            <a:off x="10063248" y="4948399"/>
            <a:ext cx="1837239" cy="1354217"/>
          </a:xfrm>
          <a:prstGeom prst="rect">
            <a:avLst/>
          </a:prstGeom>
          <a:noFill/>
        </p:spPr>
        <p:txBody>
          <a:bodyPr wrap="square" lIns="0" tIns="0" rIns="0" bIns="0" rtlCol="0">
            <a:spAutoFit/>
          </a:bodyPr>
          <a:lstStyle/>
          <a:p>
            <a:pPr marR="0" lvl="0" algn="ctr" defTabSz="1142609" eaLnBrk="1" fontAlgn="auto" latinLnBrk="0" hangingPunct="1">
              <a:lnSpc>
                <a:spcPct val="100000"/>
              </a:lnSpc>
              <a:spcAft>
                <a:spcPts val="0"/>
              </a:spcAft>
              <a:buClrTx/>
              <a:buSzPct val="100000"/>
              <a:tabLst/>
              <a:defRPr/>
            </a:pPr>
            <a:r>
              <a:rPr kumimoji="0" lang="en-US" sz="1100" b="0" u="none" strike="noStrike" kern="0" cap="none" spc="0" normalizeH="0" baseline="0" noProof="0" dirty="0">
                <a:ln>
                  <a:noFill/>
                </a:ln>
                <a:solidFill>
                  <a:prstClr val="white">
                    <a:lumMod val="50000"/>
                  </a:prstClr>
                </a:solidFill>
                <a:effectLst/>
                <a:uLnTx/>
                <a:uFillTx/>
                <a:ea typeface="ヒラギノ角ゴ ProN W3" charset="0"/>
                <a:sym typeface="Gotham Book" charset="0"/>
              </a:rPr>
              <a:t>Assess future variations in short term prices in power exchange considering high RE penetration;</a:t>
            </a:r>
            <a:endParaRPr lang="en-US" sz="1100" kern="0" dirty="0">
              <a:solidFill>
                <a:prstClr val="white">
                  <a:lumMod val="50000"/>
                </a:prstClr>
              </a:solidFill>
              <a:ea typeface="ヒラギノ角ゴ ProN W3" charset="0"/>
              <a:sym typeface="Gotham Book" charset="0"/>
            </a:endParaRPr>
          </a:p>
          <a:p>
            <a:pPr marR="0" lvl="0" algn="ctr" defTabSz="1142609" eaLnBrk="1" fontAlgn="auto" latinLnBrk="0" hangingPunct="1">
              <a:lnSpc>
                <a:spcPct val="100000"/>
              </a:lnSpc>
              <a:spcAft>
                <a:spcPts val="0"/>
              </a:spcAft>
              <a:buClrTx/>
              <a:buSzPct val="100000"/>
              <a:tabLst/>
              <a:defRPr/>
            </a:pPr>
            <a:r>
              <a:rPr lang="en-US" sz="1100" kern="0" dirty="0">
                <a:solidFill>
                  <a:prstClr val="white">
                    <a:lumMod val="50000"/>
                  </a:prstClr>
                </a:solidFill>
                <a:ea typeface="ヒラギノ角ゴ ProN W3" charset="0"/>
                <a:sym typeface="Gotham Book" charset="0"/>
              </a:rPr>
              <a:t>Decision making for buyers and sellers;</a:t>
            </a:r>
          </a:p>
          <a:p>
            <a:pPr marR="0" lvl="0" algn="ctr" defTabSz="1142609" eaLnBrk="1" fontAlgn="auto" latinLnBrk="0" hangingPunct="1">
              <a:lnSpc>
                <a:spcPct val="100000"/>
              </a:lnSpc>
              <a:spcAft>
                <a:spcPts val="0"/>
              </a:spcAft>
              <a:buClrTx/>
              <a:buSzPct val="100000"/>
              <a:tabLst/>
              <a:defRPr/>
            </a:pPr>
            <a:r>
              <a:rPr kumimoji="0" lang="en-US" sz="1100" b="0" u="none" strike="noStrike" kern="0" cap="none" spc="0" normalizeH="0" baseline="0" noProof="0" dirty="0">
                <a:ln>
                  <a:noFill/>
                </a:ln>
                <a:solidFill>
                  <a:prstClr val="white">
                    <a:lumMod val="50000"/>
                  </a:prstClr>
                </a:solidFill>
                <a:effectLst/>
                <a:uLnTx/>
                <a:uFillTx/>
                <a:ea typeface="ヒラギノ角ゴ ProN W3" charset="0"/>
                <a:sym typeface="Gotham Book" charset="0"/>
              </a:rPr>
              <a:t>RE curtailment situations</a:t>
            </a:r>
            <a:r>
              <a:rPr kumimoji="0" lang="en-US" sz="1100" b="0" u="none" strike="noStrike" kern="0" cap="none" spc="0" normalizeH="0" noProof="0" dirty="0">
                <a:ln>
                  <a:noFill/>
                </a:ln>
                <a:solidFill>
                  <a:prstClr val="white">
                    <a:lumMod val="50000"/>
                  </a:prstClr>
                </a:solidFill>
                <a:effectLst/>
                <a:uLnTx/>
                <a:uFillTx/>
                <a:ea typeface="ヒラギノ角ゴ ProN W3" charset="0"/>
                <a:sym typeface="Gotham Book" charset="0"/>
              </a:rPr>
              <a:t> and scenario analysis</a:t>
            </a:r>
            <a:endParaRPr kumimoji="0" lang="en-US" sz="1100" b="0" u="none" strike="noStrike" kern="0" cap="none" spc="0" normalizeH="0" baseline="0" noProof="0" dirty="0">
              <a:ln>
                <a:noFill/>
              </a:ln>
              <a:solidFill>
                <a:prstClr val="white">
                  <a:lumMod val="50000"/>
                </a:prstClr>
              </a:solidFill>
              <a:effectLst/>
              <a:uLnTx/>
              <a:uFillTx/>
              <a:ea typeface="ヒラギノ角ゴ ProN W3" charset="0"/>
              <a:sym typeface="Gotham Book" charset="0"/>
            </a:endParaRPr>
          </a:p>
        </p:txBody>
      </p:sp>
      <p:sp>
        <p:nvSpPr>
          <p:cNvPr id="42" name="TextBox 41">
            <a:extLst>
              <a:ext uri="{FF2B5EF4-FFF2-40B4-BE49-F238E27FC236}">
                <a16:creationId xmlns:a16="http://schemas.microsoft.com/office/drawing/2014/main" id="{1BAFE0FC-EF7D-10A7-098A-651F673E224C}"/>
              </a:ext>
            </a:extLst>
          </p:cNvPr>
          <p:cNvSpPr txBox="1"/>
          <p:nvPr/>
        </p:nvSpPr>
        <p:spPr>
          <a:xfrm>
            <a:off x="6217640" y="4429423"/>
            <a:ext cx="527583" cy="246221"/>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rPr>
              <a:t>Distribution Utilities</a:t>
            </a:r>
          </a:p>
        </p:txBody>
      </p:sp>
      <p:sp>
        <p:nvSpPr>
          <p:cNvPr id="43" name="TextBox 42">
            <a:extLst>
              <a:ext uri="{FF2B5EF4-FFF2-40B4-BE49-F238E27FC236}">
                <a16:creationId xmlns:a16="http://schemas.microsoft.com/office/drawing/2014/main" id="{76D175E7-F2A7-5C68-33B6-1ED33F9CB666}"/>
              </a:ext>
            </a:extLst>
          </p:cNvPr>
          <p:cNvSpPr txBox="1"/>
          <p:nvPr/>
        </p:nvSpPr>
        <p:spPr>
          <a:xfrm>
            <a:off x="7053482" y="4442492"/>
            <a:ext cx="484610" cy="369332"/>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SG" sz="800" b="1" i="0" u="none" strike="noStrike" kern="0" cap="none" spc="0" normalizeH="0" baseline="0" noProof="0">
                <a:ln>
                  <a:noFill/>
                </a:ln>
                <a:solidFill>
                  <a:srgbClr val="5A5A5A"/>
                </a:solidFill>
                <a:effectLst/>
                <a:uLnTx/>
                <a:uFillTx/>
                <a:ea typeface="ヒラギノ角ゴ ProN W3" charset="0"/>
                <a:cs typeface="+mn-cs"/>
                <a:sym typeface="Gotham Book" charset="0"/>
              </a:rPr>
              <a:t>System Operator / LDCs</a:t>
            </a:r>
            <a:endPar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endParaRPr>
          </a:p>
        </p:txBody>
      </p:sp>
      <p:sp>
        <p:nvSpPr>
          <p:cNvPr id="44" name="TextBox 43">
            <a:extLst>
              <a:ext uri="{FF2B5EF4-FFF2-40B4-BE49-F238E27FC236}">
                <a16:creationId xmlns:a16="http://schemas.microsoft.com/office/drawing/2014/main" id="{DE931F94-CBBE-4B4F-2600-3942DE30B72A}"/>
              </a:ext>
            </a:extLst>
          </p:cNvPr>
          <p:cNvSpPr txBox="1"/>
          <p:nvPr/>
        </p:nvSpPr>
        <p:spPr>
          <a:xfrm>
            <a:off x="6614075" y="4440394"/>
            <a:ext cx="527583" cy="246221"/>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rPr>
              <a:t>Planning Agencies</a:t>
            </a:r>
          </a:p>
        </p:txBody>
      </p:sp>
      <p:grpSp>
        <p:nvGrpSpPr>
          <p:cNvPr id="45" name="Group 862">
            <a:extLst>
              <a:ext uri="{FF2B5EF4-FFF2-40B4-BE49-F238E27FC236}">
                <a16:creationId xmlns:a16="http://schemas.microsoft.com/office/drawing/2014/main" id="{27DD0351-7258-0E6C-25ED-9E565DC16559}"/>
              </a:ext>
            </a:extLst>
          </p:cNvPr>
          <p:cNvGrpSpPr>
            <a:grpSpLocks noChangeAspect="1"/>
          </p:cNvGrpSpPr>
          <p:nvPr/>
        </p:nvGrpSpPr>
        <p:grpSpPr bwMode="auto">
          <a:xfrm>
            <a:off x="7152175" y="4158690"/>
            <a:ext cx="251418" cy="252157"/>
            <a:chOff x="6607" y="3441"/>
            <a:chExt cx="340" cy="341"/>
          </a:xfrm>
          <a:solidFill>
            <a:schemeClr val="accent1"/>
          </a:solidFill>
        </p:grpSpPr>
        <p:sp>
          <p:nvSpPr>
            <p:cNvPr id="46" name="Freeform 863">
              <a:extLst>
                <a:ext uri="{FF2B5EF4-FFF2-40B4-BE49-F238E27FC236}">
                  <a16:creationId xmlns:a16="http://schemas.microsoft.com/office/drawing/2014/main" id="{84941B70-5764-E732-699F-9D539A5B40E5}"/>
                </a:ext>
              </a:extLst>
            </p:cNvPr>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sp>
          <p:nvSpPr>
            <p:cNvPr id="47" name="Freeform 864">
              <a:extLst>
                <a:ext uri="{FF2B5EF4-FFF2-40B4-BE49-F238E27FC236}">
                  <a16:creationId xmlns:a16="http://schemas.microsoft.com/office/drawing/2014/main" id="{4E7EFDF2-86E4-37F5-0746-1952B862EEB3}"/>
                </a:ext>
              </a:extLst>
            </p:cNvPr>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grpSp>
      <p:grpSp>
        <p:nvGrpSpPr>
          <p:cNvPr id="48" name="Group 638">
            <a:extLst>
              <a:ext uri="{FF2B5EF4-FFF2-40B4-BE49-F238E27FC236}">
                <a16:creationId xmlns:a16="http://schemas.microsoft.com/office/drawing/2014/main" id="{FAB58C2B-428C-DAFD-0DC8-0C5A295CBCDB}"/>
              </a:ext>
            </a:extLst>
          </p:cNvPr>
          <p:cNvGrpSpPr>
            <a:grpSpLocks noChangeAspect="1"/>
          </p:cNvGrpSpPr>
          <p:nvPr/>
        </p:nvGrpSpPr>
        <p:grpSpPr bwMode="auto">
          <a:xfrm>
            <a:off x="6745964" y="4162030"/>
            <a:ext cx="252899" cy="252158"/>
            <a:chOff x="1900" y="2357"/>
            <a:chExt cx="341" cy="340"/>
          </a:xfrm>
          <a:solidFill>
            <a:schemeClr val="accent1"/>
          </a:solidFill>
        </p:grpSpPr>
        <p:sp>
          <p:nvSpPr>
            <p:cNvPr id="49" name="Freeform 639">
              <a:extLst>
                <a:ext uri="{FF2B5EF4-FFF2-40B4-BE49-F238E27FC236}">
                  <a16:creationId xmlns:a16="http://schemas.microsoft.com/office/drawing/2014/main" id="{1184879C-E893-B65E-16F8-9774C361F899}"/>
                </a:ext>
              </a:extLst>
            </p:cNvPr>
            <p:cNvSpPr>
              <a:spLocks/>
            </p:cNvSpPr>
            <p:nvPr/>
          </p:nvSpPr>
          <p:spPr bwMode="auto">
            <a:xfrm>
              <a:off x="1964" y="2419"/>
              <a:ext cx="213" cy="214"/>
            </a:xfrm>
            <a:custGeom>
              <a:avLst/>
              <a:gdLst>
                <a:gd name="T0" fmla="*/ 234 w 320"/>
                <a:gd name="T1" fmla="*/ 303 h 322"/>
                <a:gd name="T2" fmla="*/ 213 w 320"/>
                <a:gd name="T3" fmla="*/ 322 h 322"/>
                <a:gd name="T4" fmla="*/ 199 w 320"/>
                <a:gd name="T5" fmla="*/ 317 h 322"/>
                <a:gd name="T6" fmla="*/ 160 w 320"/>
                <a:gd name="T7" fmla="*/ 322 h 322"/>
                <a:gd name="T8" fmla="*/ 0 w 320"/>
                <a:gd name="T9" fmla="*/ 162 h 322"/>
                <a:gd name="T10" fmla="*/ 11 w 320"/>
                <a:gd name="T11" fmla="*/ 102 h 322"/>
                <a:gd name="T12" fmla="*/ 34 w 320"/>
                <a:gd name="T13" fmla="*/ 63 h 322"/>
                <a:gd name="T14" fmla="*/ 49 w 320"/>
                <a:gd name="T15" fmla="*/ 61 h 322"/>
                <a:gd name="T16" fmla="*/ 51 w 320"/>
                <a:gd name="T17" fmla="*/ 76 h 322"/>
                <a:gd name="T18" fmla="*/ 31 w 320"/>
                <a:gd name="T19" fmla="*/ 110 h 322"/>
                <a:gd name="T20" fmla="*/ 21 w 320"/>
                <a:gd name="T21" fmla="*/ 162 h 322"/>
                <a:gd name="T22" fmla="*/ 160 w 320"/>
                <a:gd name="T23" fmla="*/ 300 h 322"/>
                <a:gd name="T24" fmla="*/ 192 w 320"/>
                <a:gd name="T25" fmla="*/ 296 h 322"/>
                <a:gd name="T26" fmla="*/ 213 w 320"/>
                <a:gd name="T27" fmla="*/ 279 h 322"/>
                <a:gd name="T28" fmla="*/ 226 w 320"/>
                <a:gd name="T29" fmla="*/ 283 h 322"/>
                <a:gd name="T30" fmla="*/ 298 w 320"/>
                <a:gd name="T31" fmla="*/ 162 h 322"/>
                <a:gd name="T32" fmla="*/ 249 w 320"/>
                <a:gd name="T33" fmla="*/ 56 h 322"/>
                <a:gd name="T34" fmla="*/ 230 w 320"/>
                <a:gd name="T35" fmla="*/ 82 h 322"/>
                <a:gd name="T36" fmla="*/ 266 w 320"/>
                <a:gd name="T37" fmla="*/ 162 h 322"/>
                <a:gd name="T38" fmla="*/ 160 w 320"/>
                <a:gd name="T39" fmla="*/ 268 h 322"/>
                <a:gd name="T40" fmla="*/ 55 w 320"/>
                <a:gd name="T41" fmla="*/ 181 h 322"/>
                <a:gd name="T42" fmla="*/ 42 w 320"/>
                <a:gd name="T43" fmla="*/ 162 h 322"/>
                <a:gd name="T44" fmla="*/ 55 w 320"/>
                <a:gd name="T45" fmla="*/ 142 h 322"/>
                <a:gd name="T46" fmla="*/ 59 w 320"/>
                <a:gd name="T47" fmla="*/ 126 h 322"/>
                <a:gd name="T48" fmla="*/ 73 w 320"/>
                <a:gd name="T49" fmla="*/ 120 h 322"/>
                <a:gd name="T50" fmla="*/ 79 w 320"/>
                <a:gd name="T51" fmla="*/ 133 h 322"/>
                <a:gd name="T52" fmla="*/ 76 w 320"/>
                <a:gd name="T53" fmla="*/ 144 h 322"/>
                <a:gd name="T54" fmla="*/ 85 w 320"/>
                <a:gd name="T55" fmla="*/ 162 h 322"/>
                <a:gd name="T56" fmla="*/ 76 w 320"/>
                <a:gd name="T57" fmla="*/ 179 h 322"/>
                <a:gd name="T58" fmla="*/ 160 w 320"/>
                <a:gd name="T59" fmla="*/ 247 h 322"/>
                <a:gd name="T60" fmla="*/ 245 w 320"/>
                <a:gd name="T61" fmla="*/ 162 h 322"/>
                <a:gd name="T62" fmla="*/ 217 w 320"/>
                <a:gd name="T63" fmla="*/ 99 h 322"/>
                <a:gd name="T64" fmla="*/ 199 w 320"/>
                <a:gd name="T65" fmla="*/ 125 h 322"/>
                <a:gd name="T66" fmla="*/ 213 w 320"/>
                <a:gd name="T67" fmla="*/ 162 h 322"/>
                <a:gd name="T68" fmla="*/ 160 w 320"/>
                <a:gd name="T69" fmla="*/ 215 h 322"/>
                <a:gd name="T70" fmla="*/ 106 w 320"/>
                <a:gd name="T71" fmla="*/ 162 h 322"/>
                <a:gd name="T72" fmla="*/ 133 w 320"/>
                <a:gd name="T73" fmla="*/ 115 h 322"/>
                <a:gd name="T74" fmla="*/ 148 w 320"/>
                <a:gd name="T75" fmla="*/ 119 h 322"/>
                <a:gd name="T76" fmla="*/ 144 w 320"/>
                <a:gd name="T77" fmla="*/ 134 h 322"/>
                <a:gd name="T78" fmla="*/ 128 w 320"/>
                <a:gd name="T79" fmla="*/ 162 h 322"/>
                <a:gd name="T80" fmla="*/ 160 w 320"/>
                <a:gd name="T81" fmla="*/ 194 h 322"/>
                <a:gd name="T82" fmla="*/ 192 w 320"/>
                <a:gd name="T83" fmla="*/ 162 h 322"/>
                <a:gd name="T84" fmla="*/ 186 w 320"/>
                <a:gd name="T85" fmla="*/ 143 h 322"/>
                <a:gd name="T86" fmla="*/ 168 w 320"/>
                <a:gd name="T87" fmla="*/ 168 h 322"/>
                <a:gd name="T88" fmla="*/ 160 w 320"/>
                <a:gd name="T89" fmla="*/ 172 h 322"/>
                <a:gd name="T90" fmla="*/ 153 w 320"/>
                <a:gd name="T91" fmla="*/ 170 h 322"/>
                <a:gd name="T92" fmla="*/ 151 w 320"/>
                <a:gd name="T93" fmla="*/ 155 h 322"/>
                <a:gd name="T94" fmla="*/ 258 w 320"/>
                <a:gd name="T95" fmla="*/ 6 h 322"/>
                <a:gd name="T96" fmla="*/ 273 w 320"/>
                <a:gd name="T97" fmla="*/ 4 h 322"/>
                <a:gd name="T98" fmla="*/ 275 w 320"/>
                <a:gd name="T99" fmla="*/ 19 h 322"/>
                <a:gd name="T100" fmla="*/ 261 w 320"/>
                <a:gd name="T101" fmla="*/ 38 h 322"/>
                <a:gd name="T102" fmla="*/ 320 w 320"/>
                <a:gd name="T103" fmla="*/ 162 h 322"/>
                <a:gd name="T104" fmla="*/ 234 w 320"/>
                <a:gd name="T105" fmla="*/ 30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0" h="322">
                  <a:moveTo>
                    <a:pt x="234" y="303"/>
                  </a:moveTo>
                  <a:cubicBezTo>
                    <a:pt x="233" y="314"/>
                    <a:pt x="224" y="322"/>
                    <a:pt x="213" y="322"/>
                  </a:cubicBezTo>
                  <a:cubicBezTo>
                    <a:pt x="208" y="322"/>
                    <a:pt x="203" y="320"/>
                    <a:pt x="199" y="317"/>
                  </a:cubicBezTo>
                  <a:cubicBezTo>
                    <a:pt x="187" y="320"/>
                    <a:pt x="173" y="322"/>
                    <a:pt x="160" y="322"/>
                  </a:cubicBezTo>
                  <a:cubicBezTo>
                    <a:pt x="71" y="322"/>
                    <a:pt x="0" y="250"/>
                    <a:pt x="0" y="162"/>
                  </a:cubicBezTo>
                  <a:cubicBezTo>
                    <a:pt x="0" y="141"/>
                    <a:pt x="4" y="121"/>
                    <a:pt x="11" y="102"/>
                  </a:cubicBezTo>
                  <a:cubicBezTo>
                    <a:pt x="17" y="88"/>
                    <a:pt x="24" y="75"/>
                    <a:pt x="34" y="63"/>
                  </a:cubicBezTo>
                  <a:cubicBezTo>
                    <a:pt x="38" y="58"/>
                    <a:pt x="44" y="57"/>
                    <a:pt x="49" y="61"/>
                  </a:cubicBezTo>
                  <a:cubicBezTo>
                    <a:pt x="54" y="65"/>
                    <a:pt x="54" y="71"/>
                    <a:pt x="51" y="76"/>
                  </a:cubicBezTo>
                  <a:cubicBezTo>
                    <a:pt x="42" y="86"/>
                    <a:pt x="36" y="98"/>
                    <a:pt x="31" y="110"/>
                  </a:cubicBezTo>
                  <a:cubicBezTo>
                    <a:pt x="24" y="126"/>
                    <a:pt x="21" y="144"/>
                    <a:pt x="21" y="162"/>
                  </a:cubicBezTo>
                  <a:cubicBezTo>
                    <a:pt x="21" y="238"/>
                    <a:pt x="83" y="300"/>
                    <a:pt x="160" y="300"/>
                  </a:cubicBezTo>
                  <a:cubicBezTo>
                    <a:pt x="171" y="300"/>
                    <a:pt x="182" y="299"/>
                    <a:pt x="192" y="296"/>
                  </a:cubicBezTo>
                  <a:cubicBezTo>
                    <a:pt x="194" y="286"/>
                    <a:pt x="203" y="279"/>
                    <a:pt x="213" y="279"/>
                  </a:cubicBezTo>
                  <a:cubicBezTo>
                    <a:pt x="218" y="279"/>
                    <a:pt x="222" y="281"/>
                    <a:pt x="226" y="283"/>
                  </a:cubicBezTo>
                  <a:cubicBezTo>
                    <a:pt x="269" y="260"/>
                    <a:pt x="298" y="214"/>
                    <a:pt x="298" y="162"/>
                  </a:cubicBezTo>
                  <a:cubicBezTo>
                    <a:pt x="298" y="120"/>
                    <a:pt x="280" y="82"/>
                    <a:pt x="249" y="56"/>
                  </a:cubicBezTo>
                  <a:cubicBezTo>
                    <a:pt x="230" y="82"/>
                    <a:pt x="230" y="82"/>
                    <a:pt x="230" y="82"/>
                  </a:cubicBezTo>
                  <a:cubicBezTo>
                    <a:pt x="253" y="102"/>
                    <a:pt x="266" y="131"/>
                    <a:pt x="266" y="162"/>
                  </a:cubicBezTo>
                  <a:cubicBezTo>
                    <a:pt x="266" y="220"/>
                    <a:pt x="218" y="268"/>
                    <a:pt x="160" y="268"/>
                  </a:cubicBezTo>
                  <a:cubicBezTo>
                    <a:pt x="107" y="268"/>
                    <a:pt x="64" y="231"/>
                    <a:pt x="55" y="181"/>
                  </a:cubicBezTo>
                  <a:cubicBezTo>
                    <a:pt x="47" y="178"/>
                    <a:pt x="42" y="170"/>
                    <a:pt x="42" y="162"/>
                  </a:cubicBezTo>
                  <a:cubicBezTo>
                    <a:pt x="42" y="153"/>
                    <a:pt x="47" y="146"/>
                    <a:pt x="55" y="142"/>
                  </a:cubicBezTo>
                  <a:cubicBezTo>
                    <a:pt x="56" y="137"/>
                    <a:pt x="57" y="131"/>
                    <a:pt x="59" y="126"/>
                  </a:cubicBezTo>
                  <a:cubicBezTo>
                    <a:pt x="61" y="121"/>
                    <a:pt x="67" y="118"/>
                    <a:pt x="73" y="120"/>
                  </a:cubicBezTo>
                  <a:cubicBezTo>
                    <a:pt x="78" y="122"/>
                    <a:pt x="81" y="128"/>
                    <a:pt x="79" y="133"/>
                  </a:cubicBezTo>
                  <a:cubicBezTo>
                    <a:pt x="78" y="137"/>
                    <a:pt x="77" y="141"/>
                    <a:pt x="76" y="144"/>
                  </a:cubicBezTo>
                  <a:cubicBezTo>
                    <a:pt x="81" y="148"/>
                    <a:pt x="85" y="155"/>
                    <a:pt x="85" y="162"/>
                  </a:cubicBezTo>
                  <a:cubicBezTo>
                    <a:pt x="85" y="169"/>
                    <a:pt x="81" y="175"/>
                    <a:pt x="76" y="179"/>
                  </a:cubicBezTo>
                  <a:cubicBezTo>
                    <a:pt x="84" y="218"/>
                    <a:pt x="119" y="247"/>
                    <a:pt x="160" y="247"/>
                  </a:cubicBezTo>
                  <a:cubicBezTo>
                    <a:pt x="207" y="247"/>
                    <a:pt x="245" y="209"/>
                    <a:pt x="245" y="162"/>
                  </a:cubicBezTo>
                  <a:cubicBezTo>
                    <a:pt x="245" y="138"/>
                    <a:pt x="235" y="115"/>
                    <a:pt x="217" y="99"/>
                  </a:cubicBezTo>
                  <a:cubicBezTo>
                    <a:pt x="199" y="125"/>
                    <a:pt x="199" y="125"/>
                    <a:pt x="199" y="125"/>
                  </a:cubicBezTo>
                  <a:cubicBezTo>
                    <a:pt x="208" y="135"/>
                    <a:pt x="213" y="148"/>
                    <a:pt x="213" y="162"/>
                  </a:cubicBezTo>
                  <a:cubicBezTo>
                    <a:pt x="213" y="191"/>
                    <a:pt x="189" y="215"/>
                    <a:pt x="160" y="215"/>
                  </a:cubicBezTo>
                  <a:cubicBezTo>
                    <a:pt x="130" y="215"/>
                    <a:pt x="106" y="191"/>
                    <a:pt x="106" y="162"/>
                  </a:cubicBezTo>
                  <a:cubicBezTo>
                    <a:pt x="106" y="143"/>
                    <a:pt x="117" y="125"/>
                    <a:pt x="133" y="115"/>
                  </a:cubicBezTo>
                  <a:cubicBezTo>
                    <a:pt x="138" y="113"/>
                    <a:pt x="145" y="114"/>
                    <a:pt x="148" y="119"/>
                  </a:cubicBezTo>
                  <a:cubicBezTo>
                    <a:pt x="151" y="124"/>
                    <a:pt x="149" y="131"/>
                    <a:pt x="144" y="134"/>
                  </a:cubicBezTo>
                  <a:cubicBezTo>
                    <a:pt x="134" y="140"/>
                    <a:pt x="128" y="150"/>
                    <a:pt x="128" y="162"/>
                  </a:cubicBezTo>
                  <a:cubicBezTo>
                    <a:pt x="128" y="179"/>
                    <a:pt x="142" y="194"/>
                    <a:pt x="160" y="194"/>
                  </a:cubicBezTo>
                  <a:cubicBezTo>
                    <a:pt x="177" y="194"/>
                    <a:pt x="192" y="179"/>
                    <a:pt x="192" y="162"/>
                  </a:cubicBezTo>
                  <a:cubicBezTo>
                    <a:pt x="192" y="155"/>
                    <a:pt x="190" y="149"/>
                    <a:pt x="186" y="143"/>
                  </a:cubicBezTo>
                  <a:cubicBezTo>
                    <a:pt x="168" y="168"/>
                    <a:pt x="168" y="168"/>
                    <a:pt x="168" y="168"/>
                  </a:cubicBezTo>
                  <a:cubicBezTo>
                    <a:pt x="166" y="171"/>
                    <a:pt x="163" y="172"/>
                    <a:pt x="160" y="172"/>
                  </a:cubicBezTo>
                  <a:cubicBezTo>
                    <a:pt x="158" y="172"/>
                    <a:pt x="155" y="172"/>
                    <a:pt x="153" y="170"/>
                  </a:cubicBezTo>
                  <a:cubicBezTo>
                    <a:pt x="149" y="167"/>
                    <a:pt x="148" y="160"/>
                    <a:pt x="151" y="155"/>
                  </a:cubicBezTo>
                  <a:cubicBezTo>
                    <a:pt x="258" y="6"/>
                    <a:pt x="258" y="6"/>
                    <a:pt x="258" y="6"/>
                  </a:cubicBezTo>
                  <a:cubicBezTo>
                    <a:pt x="261" y="1"/>
                    <a:pt x="268" y="0"/>
                    <a:pt x="273" y="4"/>
                  </a:cubicBezTo>
                  <a:cubicBezTo>
                    <a:pt x="277" y="7"/>
                    <a:pt x="278" y="14"/>
                    <a:pt x="275" y="19"/>
                  </a:cubicBezTo>
                  <a:cubicBezTo>
                    <a:pt x="261" y="38"/>
                    <a:pt x="261" y="38"/>
                    <a:pt x="261" y="38"/>
                  </a:cubicBezTo>
                  <a:cubicBezTo>
                    <a:pt x="298" y="69"/>
                    <a:pt x="320" y="113"/>
                    <a:pt x="320" y="162"/>
                  </a:cubicBezTo>
                  <a:cubicBezTo>
                    <a:pt x="320" y="223"/>
                    <a:pt x="285" y="276"/>
                    <a:pt x="234" y="3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sp>
          <p:nvSpPr>
            <p:cNvPr id="50" name="Freeform 640">
              <a:extLst>
                <a:ext uri="{FF2B5EF4-FFF2-40B4-BE49-F238E27FC236}">
                  <a16:creationId xmlns:a16="http://schemas.microsoft.com/office/drawing/2014/main" id="{1E0CE7E9-285D-977F-6F0A-AF1F694719E1}"/>
                </a:ext>
              </a:extLst>
            </p:cNvPr>
            <p:cNvSpPr>
              <a:spLocks noEditPoints="1"/>
            </p:cNvSpPr>
            <p:nvPr/>
          </p:nvSpPr>
          <p:spPr bwMode="auto">
            <a:xfrm>
              <a:off x="1900" y="2357"/>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grpSp>
      <p:grpSp>
        <p:nvGrpSpPr>
          <p:cNvPr id="51" name="Group 749">
            <a:extLst>
              <a:ext uri="{FF2B5EF4-FFF2-40B4-BE49-F238E27FC236}">
                <a16:creationId xmlns:a16="http://schemas.microsoft.com/office/drawing/2014/main" id="{1128B793-FC63-C651-E716-697DF7FBE45C}"/>
              </a:ext>
            </a:extLst>
          </p:cNvPr>
          <p:cNvGrpSpPr>
            <a:grpSpLocks noChangeAspect="1"/>
          </p:cNvGrpSpPr>
          <p:nvPr/>
        </p:nvGrpSpPr>
        <p:grpSpPr bwMode="auto">
          <a:xfrm>
            <a:off x="6346553" y="4159959"/>
            <a:ext cx="251971" cy="251971"/>
            <a:chOff x="3520" y="2686"/>
            <a:chExt cx="340" cy="340"/>
          </a:xfrm>
          <a:solidFill>
            <a:schemeClr val="accent1"/>
          </a:solidFill>
        </p:grpSpPr>
        <p:sp>
          <p:nvSpPr>
            <p:cNvPr id="52" name="Freeform 750">
              <a:extLst>
                <a:ext uri="{FF2B5EF4-FFF2-40B4-BE49-F238E27FC236}">
                  <a16:creationId xmlns:a16="http://schemas.microsoft.com/office/drawing/2014/main" id="{9B5EA769-628C-5251-3DF8-D7A9CB4EBC5D}"/>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53" name="Freeform 751">
              <a:extLst>
                <a:ext uri="{FF2B5EF4-FFF2-40B4-BE49-F238E27FC236}">
                  <a16:creationId xmlns:a16="http://schemas.microsoft.com/office/drawing/2014/main" id="{4ED19955-610B-1177-D1F7-C2EE2BA90258}"/>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54" name="Freeform 752">
              <a:extLst>
                <a:ext uri="{FF2B5EF4-FFF2-40B4-BE49-F238E27FC236}">
                  <a16:creationId xmlns:a16="http://schemas.microsoft.com/office/drawing/2014/main" id="{1F80D8FE-6C97-C352-A3C5-CE203B7638A8}"/>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grpSp>
      <p:grpSp>
        <p:nvGrpSpPr>
          <p:cNvPr id="55" name="Group 127">
            <a:extLst>
              <a:ext uri="{FF2B5EF4-FFF2-40B4-BE49-F238E27FC236}">
                <a16:creationId xmlns:a16="http://schemas.microsoft.com/office/drawing/2014/main" id="{003581C8-6E58-B955-4E56-BE991F51843C}"/>
              </a:ext>
            </a:extLst>
          </p:cNvPr>
          <p:cNvGrpSpPr>
            <a:grpSpLocks noChangeAspect="1"/>
          </p:cNvGrpSpPr>
          <p:nvPr/>
        </p:nvGrpSpPr>
        <p:grpSpPr bwMode="auto">
          <a:xfrm rot="10800000">
            <a:off x="7589825" y="4161482"/>
            <a:ext cx="251971" cy="251970"/>
            <a:chOff x="5048" y="380"/>
            <a:chExt cx="340" cy="340"/>
          </a:xfrm>
          <a:solidFill>
            <a:schemeClr val="accent1"/>
          </a:solidFill>
        </p:grpSpPr>
        <p:sp>
          <p:nvSpPr>
            <p:cNvPr id="56" name="Freeform 128">
              <a:extLst>
                <a:ext uri="{FF2B5EF4-FFF2-40B4-BE49-F238E27FC236}">
                  <a16:creationId xmlns:a16="http://schemas.microsoft.com/office/drawing/2014/main" id="{F93E4559-27DE-9E4F-F287-7158C7015842}"/>
                </a:ext>
              </a:extLst>
            </p:cNvPr>
            <p:cNvSpPr>
              <a:spLocks noEditPoints="1"/>
            </p:cNvSpPr>
            <p:nvPr/>
          </p:nvSpPr>
          <p:spPr bwMode="auto">
            <a:xfrm>
              <a:off x="5048" y="38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57" name="Freeform 129">
              <a:extLst>
                <a:ext uri="{FF2B5EF4-FFF2-40B4-BE49-F238E27FC236}">
                  <a16:creationId xmlns:a16="http://schemas.microsoft.com/office/drawing/2014/main" id="{577A1D50-7B5E-026C-B861-920C0FB7735D}"/>
                </a:ext>
              </a:extLst>
            </p:cNvPr>
            <p:cNvSpPr>
              <a:spLocks noEditPoints="1"/>
            </p:cNvSpPr>
            <p:nvPr/>
          </p:nvSpPr>
          <p:spPr bwMode="auto">
            <a:xfrm>
              <a:off x="5156" y="472"/>
              <a:ext cx="150" cy="156"/>
            </a:xfrm>
            <a:custGeom>
              <a:avLst/>
              <a:gdLst>
                <a:gd name="T0" fmla="*/ 74 w 226"/>
                <a:gd name="T1" fmla="*/ 189 h 235"/>
                <a:gd name="T2" fmla="*/ 74 w 226"/>
                <a:gd name="T3" fmla="*/ 204 h 235"/>
                <a:gd name="T4" fmla="*/ 47 w 226"/>
                <a:gd name="T5" fmla="*/ 232 h 235"/>
                <a:gd name="T6" fmla="*/ 43 w 226"/>
                <a:gd name="T7" fmla="*/ 234 h 235"/>
                <a:gd name="T8" fmla="*/ 39 w 226"/>
                <a:gd name="T9" fmla="*/ 235 h 235"/>
                <a:gd name="T10" fmla="*/ 35 w 226"/>
                <a:gd name="T11" fmla="*/ 234 h 235"/>
                <a:gd name="T12" fmla="*/ 32 w 226"/>
                <a:gd name="T13" fmla="*/ 232 h 235"/>
                <a:gd name="T14" fmla="*/ 4 w 226"/>
                <a:gd name="T15" fmla="*/ 204 h 235"/>
                <a:gd name="T16" fmla="*/ 4 w 226"/>
                <a:gd name="T17" fmla="*/ 189 h 235"/>
                <a:gd name="T18" fmla="*/ 19 w 226"/>
                <a:gd name="T19" fmla="*/ 189 h 235"/>
                <a:gd name="T20" fmla="*/ 29 w 226"/>
                <a:gd name="T21" fmla="*/ 199 h 235"/>
                <a:gd name="T22" fmla="*/ 29 w 226"/>
                <a:gd name="T23" fmla="*/ 11 h 235"/>
                <a:gd name="T24" fmla="*/ 39 w 226"/>
                <a:gd name="T25" fmla="*/ 0 h 235"/>
                <a:gd name="T26" fmla="*/ 50 w 226"/>
                <a:gd name="T27" fmla="*/ 11 h 235"/>
                <a:gd name="T28" fmla="*/ 50 w 226"/>
                <a:gd name="T29" fmla="*/ 199 h 235"/>
                <a:gd name="T30" fmla="*/ 59 w 226"/>
                <a:gd name="T31" fmla="*/ 189 h 235"/>
                <a:gd name="T32" fmla="*/ 74 w 226"/>
                <a:gd name="T33" fmla="*/ 189 h 235"/>
                <a:gd name="T34" fmla="*/ 215 w 226"/>
                <a:gd name="T35" fmla="*/ 214 h 235"/>
                <a:gd name="T36" fmla="*/ 103 w 226"/>
                <a:gd name="T37" fmla="*/ 214 h 235"/>
                <a:gd name="T38" fmla="*/ 93 w 226"/>
                <a:gd name="T39" fmla="*/ 224 h 235"/>
                <a:gd name="T40" fmla="*/ 103 w 226"/>
                <a:gd name="T41" fmla="*/ 235 h 235"/>
                <a:gd name="T42" fmla="*/ 215 w 226"/>
                <a:gd name="T43" fmla="*/ 235 h 235"/>
                <a:gd name="T44" fmla="*/ 226 w 226"/>
                <a:gd name="T45" fmla="*/ 224 h 235"/>
                <a:gd name="T46" fmla="*/ 215 w 226"/>
                <a:gd name="T47" fmla="*/ 214 h 235"/>
                <a:gd name="T48" fmla="*/ 103 w 226"/>
                <a:gd name="T49" fmla="*/ 192 h 235"/>
                <a:gd name="T50" fmla="*/ 199 w 226"/>
                <a:gd name="T51" fmla="*/ 192 h 235"/>
                <a:gd name="T52" fmla="*/ 210 w 226"/>
                <a:gd name="T53" fmla="*/ 182 h 235"/>
                <a:gd name="T54" fmla="*/ 199 w 226"/>
                <a:gd name="T55" fmla="*/ 171 h 235"/>
                <a:gd name="T56" fmla="*/ 103 w 226"/>
                <a:gd name="T57" fmla="*/ 171 h 235"/>
                <a:gd name="T58" fmla="*/ 93 w 226"/>
                <a:gd name="T59" fmla="*/ 182 h 235"/>
                <a:gd name="T60" fmla="*/ 103 w 226"/>
                <a:gd name="T61" fmla="*/ 192 h 235"/>
                <a:gd name="T62" fmla="*/ 103 w 226"/>
                <a:gd name="T63" fmla="*/ 150 h 235"/>
                <a:gd name="T64" fmla="*/ 178 w 226"/>
                <a:gd name="T65" fmla="*/ 150 h 235"/>
                <a:gd name="T66" fmla="*/ 189 w 226"/>
                <a:gd name="T67" fmla="*/ 139 h 235"/>
                <a:gd name="T68" fmla="*/ 178 w 226"/>
                <a:gd name="T69" fmla="*/ 128 h 235"/>
                <a:gd name="T70" fmla="*/ 103 w 226"/>
                <a:gd name="T71" fmla="*/ 128 h 235"/>
                <a:gd name="T72" fmla="*/ 93 w 226"/>
                <a:gd name="T73" fmla="*/ 139 h 235"/>
                <a:gd name="T74" fmla="*/ 103 w 226"/>
                <a:gd name="T75" fmla="*/ 150 h 235"/>
                <a:gd name="T76" fmla="*/ 103 w 226"/>
                <a:gd name="T77" fmla="*/ 107 h 235"/>
                <a:gd name="T78" fmla="*/ 157 w 226"/>
                <a:gd name="T79" fmla="*/ 107 h 235"/>
                <a:gd name="T80" fmla="*/ 167 w 226"/>
                <a:gd name="T81" fmla="*/ 96 h 235"/>
                <a:gd name="T82" fmla="*/ 157 w 226"/>
                <a:gd name="T83" fmla="*/ 86 h 235"/>
                <a:gd name="T84" fmla="*/ 103 w 226"/>
                <a:gd name="T85" fmla="*/ 86 h 235"/>
                <a:gd name="T86" fmla="*/ 93 w 226"/>
                <a:gd name="T87" fmla="*/ 96 h 235"/>
                <a:gd name="T88" fmla="*/ 103 w 226"/>
                <a:gd name="T89" fmla="*/ 107 h 235"/>
                <a:gd name="T90" fmla="*/ 103 w 226"/>
                <a:gd name="T91" fmla="*/ 64 h 235"/>
                <a:gd name="T92" fmla="*/ 135 w 226"/>
                <a:gd name="T93" fmla="*/ 64 h 235"/>
                <a:gd name="T94" fmla="*/ 146 w 226"/>
                <a:gd name="T95" fmla="*/ 54 h 235"/>
                <a:gd name="T96" fmla="*/ 135 w 226"/>
                <a:gd name="T97" fmla="*/ 43 h 235"/>
                <a:gd name="T98" fmla="*/ 103 w 226"/>
                <a:gd name="T99" fmla="*/ 43 h 235"/>
                <a:gd name="T100" fmla="*/ 93 w 226"/>
                <a:gd name="T101" fmla="*/ 54 h 235"/>
                <a:gd name="T102" fmla="*/ 103 w 226"/>
                <a:gd name="T103" fmla="*/ 64 h 235"/>
                <a:gd name="T104" fmla="*/ 103 w 226"/>
                <a:gd name="T105" fmla="*/ 22 h 235"/>
                <a:gd name="T106" fmla="*/ 114 w 226"/>
                <a:gd name="T107" fmla="*/ 22 h 235"/>
                <a:gd name="T108" fmla="*/ 125 w 226"/>
                <a:gd name="T109" fmla="*/ 11 h 235"/>
                <a:gd name="T110" fmla="*/ 114 w 226"/>
                <a:gd name="T111" fmla="*/ 0 h 235"/>
                <a:gd name="T112" fmla="*/ 103 w 226"/>
                <a:gd name="T113" fmla="*/ 0 h 235"/>
                <a:gd name="T114" fmla="*/ 93 w 226"/>
                <a:gd name="T115" fmla="*/ 11 h 235"/>
                <a:gd name="T116" fmla="*/ 103 w 226"/>
                <a:gd name="T117" fmla="*/ 2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35">
                  <a:moveTo>
                    <a:pt x="74" y="189"/>
                  </a:moveTo>
                  <a:cubicBezTo>
                    <a:pt x="79" y="193"/>
                    <a:pt x="79" y="200"/>
                    <a:pt x="74" y="204"/>
                  </a:cubicBezTo>
                  <a:cubicBezTo>
                    <a:pt x="47" y="232"/>
                    <a:pt x="47" y="232"/>
                    <a:pt x="47" y="232"/>
                  </a:cubicBezTo>
                  <a:cubicBezTo>
                    <a:pt x="46" y="233"/>
                    <a:pt x="45" y="234"/>
                    <a:pt x="43" y="234"/>
                  </a:cubicBezTo>
                  <a:cubicBezTo>
                    <a:pt x="42" y="235"/>
                    <a:pt x="41" y="235"/>
                    <a:pt x="39" y="235"/>
                  </a:cubicBezTo>
                  <a:cubicBezTo>
                    <a:pt x="38" y="235"/>
                    <a:pt x="37" y="235"/>
                    <a:pt x="35" y="234"/>
                  </a:cubicBezTo>
                  <a:cubicBezTo>
                    <a:pt x="34" y="234"/>
                    <a:pt x="33" y="233"/>
                    <a:pt x="32" y="232"/>
                  </a:cubicBezTo>
                  <a:cubicBezTo>
                    <a:pt x="4" y="204"/>
                    <a:pt x="4" y="204"/>
                    <a:pt x="4" y="204"/>
                  </a:cubicBezTo>
                  <a:cubicBezTo>
                    <a:pt x="0" y="200"/>
                    <a:pt x="0" y="193"/>
                    <a:pt x="4" y="189"/>
                  </a:cubicBezTo>
                  <a:cubicBezTo>
                    <a:pt x="8" y="185"/>
                    <a:pt x="15" y="185"/>
                    <a:pt x="19" y="189"/>
                  </a:cubicBezTo>
                  <a:cubicBezTo>
                    <a:pt x="29" y="199"/>
                    <a:pt x="29" y="199"/>
                    <a:pt x="29" y="199"/>
                  </a:cubicBezTo>
                  <a:cubicBezTo>
                    <a:pt x="29" y="11"/>
                    <a:pt x="29" y="11"/>
                    <a:pt x="29" y="11"/>
                  </a:cubicBezTo>
                  <a:cubicBezTo>
                    <a:pt x="29" y="5"/>
                    <a:pt x="33" y="0"/>
                    <a:pt x="39" y="0"/>
                  </a:cubicBezTo>
                  <a:cubicBezTo>
                    <a:pt x="45" y="0"/>
                    <a:pt x="50" y="5"/>
                    <a:pt x="50" y="11"/>
                  </a:cubicBezTo>
                  <a:cubicBezTo>
                    <a:pt x="50" y="199"/>
                    <a:pt x="50" y="199"/>
                    <a:pt x="50" y="199"/>
                  </a:cubicBezTo>
                  <a:cubicBezTo>
                    <a:pt x="59" y="189"/>
                    <a:pt x="59" y="189"/>
                    <a:pt x="59" y="189"/>
                  </a:cubicBezTo>
                  <a:cubicBezTo>
                    <a:pt x="64" y="185"/>
                    <a:pt x="70" y="185"/>
                    <a:pt x="74" y="189"/>
                  </a:cubicBezTo>
                  <a:close/>
                  <a:moveTo>
                    <a:pt x="215" y="214"/>
                  </a:moveTo>
                  <a:cubicBezTo>
                    <a:pt x="103" y="214"/>
                    <a:pt x="103" y="214"/>
                    <a:pt x="103" y="214"/>
                  </a:cubicBezTo>
                  <a:cubicBezTo>
                    <a:pt x="97" y="214"/>
                    <a:pt x="93" y="218"/>
                    <a:pt x="93" y="224"/>
                  </a:cubicBezTo>
                  <a:cubicBezTo>
                    <a:pt x="93" y="230"/>
                    <a:pt x="97" y="235"/>
                    <a:pt x="103" y="235"/>
                  </a:cubicBezTo>
                  <a:cubicBezTo>
                    <a:pt x="215" y="235"/>
                    <a:pt x="215" y="235"/>
                    <a:pt x="215" y="235"/>
                  </a:cubicBezTo>
                  <a:cubicBezTo>
                    <a:pt x="221" y="235"/>
                    <a:pt x="226" y="230"/>
                    <a:pt x="226" y="224"/>
                  </a:cubicBezTo>
                  <a:cubicBezTo>
                    <a:pt x="226" y="218"/>
                    <a:pt x="221" y="214"/>
                    <a:pt x="215" y="214"/>
                  </a:cubicBezTo>
                  <a:close/>
                  <a:moveTo>
                    <a:pt x="103" y="192"/>
                  </a:moveTo>
                  <a:cubicBezTo>
                    <a:pt x="199" y="192"/>
                    <a:pt x="199" y="192"/>
                    <a:pt x="199" y="192"/>
                  </a:cubicBezTo>
                  <a:cubicBezTo>
                    <a:pt x="205" y="192"/>
                    <a:pt x="210" y="188"/>
                    <a:pt x="210" y="182"/>
                  </a:cubicBezTo>
                  <a:cubicBezTo>
                    <a:pt x="210" y="176"/>
                    <a:pt x="205" y="171"/>
                    <a:pt x="199" y="171"/>
                  </a:cubicBezTo>
                  <a:cubicBezTo>
                    <a:pt x="103" y="171"/>
                    <a:pt x="103" y="171"/>
                    <a:pt x="103" y="171"/>
                  </a:cubicBezTo>
                  <a:cubicBezTo>
                    <a:pt x="97" y="171"/>
                    <a:pt x="93" y="176"/>
                    <a:pt x="93" y="182"/>
                  </a:cubicBezTo>
                  <a:cubicBezTo>
                    <a:pt x="93" y="188"/>
                    <a:pt x="97" y="192"/>
                    <a:pt x="103" y="192"/>
                  </a:cubicBezTo>
                  <a:close/>
                  <a:moveTo>
                    <a:pt x="103" y="150"/>
                  </a:moveTo>
                  <a:cubicBezTo>
                    <a:pt x="178" y="150"/>
                    <a:pt x="178" y="150"/>
                    <a:pt x="178" y="150"/>
                  </a:cubicBezTo>
                  <a:cubicBezTo>
                    <a:pt x="184" y="150"/>
                    <a:pt x="189" y="145"/>
                    <a:pt x="189" y="139"/>
                  </a:cubicBezTo>
                  <a:cubicBezTo>
                    <a:pt x="189" y="133"/>
                    <a:pt x="184" y="128"/>
                    <a:pt x="178" y="128"/>
                  </a:cubicBezTo>
                  <a:cubicBezTo>
                    <a:pt x="103" y="128"/>
                    <a:pt x="103" y="128"/>
                    <a:pt x="103" y="128"/>
                  </a:cubicBezTo>
                  <a:cubicBezTo>
                    <a:pt x="97" y="128"/>
                    <a:pt x="93" y="133"/>
                    <a:pt x="93" y="139"/>
                  </a:cubicBezTo>
                  <a:cubicBezTo>
                    <a:pt x="93" y="145"/>
                    <a:pt x="97" y="150"/>
                    <a:pt x="103" y="150"/>
                  </a:cubicBezTo>
                  <a:close/>
                  <a:moveTo>
                    <a:pt x="103" y="107"/>
                  </a:moveTo>
                  <a:cubicBezTo>
                    <a:pt x="157" y="107"/>
                    <a:pt x="157" y="107"/>
                    <a:pt x="157" y="107"/>
                  </a:cubicBezTo>
                  <a:cubicBezTo>
                    <a:pt x="163" y="107"/>
                    <a:pt x="167" y="102"/>
                    <a:pt x="167" y="96"/>
                  </a:cubicBezTo>
                  <a:cubicBezTo>
                    <a:pt x="167" y="90"/>
                    <a:pt x="163" y="86"/>
                    <a:pt x="157" y="86"/>
                  </a:cubicBezTo>
                  <a:cubicBezTo>
                    <a:pt x="103" y="86"/>
                    <a:pt x="103" y="86"/>
                    <a:pt x="103" y="86"/>
                  </a:cubicBezTo>
                  <a:cubicBezTo>
                    <a:pt x="97" y="86"/>
                    <a:pt x="93" y="90"/>
                    <a:pt x="93" y="96"/>
                  </a:cubicBezTo>
                  <a:cubicBezTo>
                    <a:pt x="93" y="102"/>
                    <a:pt x="97" y="107"/>
                    <a:pt x="103" y="107"/>
                  </a:cubicBezTo>
                  <a:close/>
                  <a:moveTo>
                    <a:pt x="103" y="64"/>
                  </a:moveTo>
                  <a:cubicBezTo>
                    <a:pt x="135" y="64"/>
                    <a:pt x="135" y="64"/>
                    <a:pt x="135" y="64"/>
                  </a:cubicBezTo>
                  <a:cubicBezTo>
                    <a:pt x="141" y="64"/>
                    <a:pt x="146" y="60"/>
                    <a:pt x="146" y="54"/>
                  </a:cubicBezTo>
                  <a:cubicBezTo>
                    <a:pt x="146" y="48"/>
                    <a:pt x="141" y="43"/>
                    <a:pt x="135" y="43"/>
                  </a:cubicBezTo>
                  <a:cubicBezTo>
                    <a:pt x="103" y="43"/>
                    <a:pt x="103" y="43"/>
                    <a:pt x="103" y="43"/>
                  </a:cubicBezTo>
                  <a:cubicBezTo>
                    <a:pt x="97" y="43"/>
                    <a:pt x="93" y="48"/>
                    <a:pt x="93" y="54"/>
                  </a:cubicBezTo>
                  <a:cubicBezTo>
                    <a:pt x="93" y="60"/>
                    <a:pt x="97" y="64"/>
                    <a:pt x="103" y="64"/>
                  </a:cubicBezTo>
                  <a:close/>
                  <a:moveTo>
                    <a:pt x="103" y="22"/>
                  </a:moveTo>
                  <a:cubicBezTo>
                    <a:pt x="114" y="22"/>
                    <a:pt x="114" y="22"/>
                    <a:pt x="114" y="22"/>
                  </a:cubicBezTo>
                  <a:cubicBezTo>
                    <a:pt x="120" y="22"/>
                    <a:pt x="125" y="17"/>
                    <a:pt x="125" y="11"/>
                  </a:cubicBezTo>
                  <a:cubicBezTo>
                    <a:pt x="125" y="5"/>
                    <a:pt x="120" y="0"/>
                    <a:pt x="114" y="0"/>
                  </a:cubicBezTo>
                  <a:cubicBezTo>
                    <a:pt x="103" y="0"/>
                    <a:pt x="103" y="0"/>
                    <a:pt x="103" y="0"/>
                  </a:cubicBezTo>
                  <a:cubicBezTo>
                    <a:pt x="97" y="0"/>
                    <a:pt x="93" y="5"/>
                    <a:pt x="93" y="11"/>
                  </a:cubicBezTo>
                  <a:cubicBezTo>
                    <a:pt x="93" y="17"/>
                    <a:pt x="97" y="22"/>
                    <a:pt x="103"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grpSp>
      <p:sp>
        <p:nvSpPr>
          <p:cNvPr id="58" name="TextBox 57">
            <a:extLst>
              <a:ext uri="{FF2B5EF4-FFF2-40B4-BE49-F238E27FC236}">
                <a16:creationId xmlns:a16="http://schemas.microsoft.com/office/drawing/2014/main" id="{386F7E9B-4A7B-2B1B-4092-552FE004A296}"/>
              </a:ext>
            </a:extLst>
          </p:cNvPr>
          <p:cNvSpPr txBox="1"/>
          <p:nvPr/>
        </p:nvSpPr>
        <p:spPr>
          <a:xfrm>
            <a:off x="7489351" y="4434587"/>
            <a:ext cx="527583" cy="615553"/>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SG" sz="800" b="1" i="0" u="none" strike="noStrike" kern="0" cap="none" spc="0" normalizeH="0" baseline="0" noProof="0">
                <a:ln>
                  <a:noFill/>
                </a:ln>
                <a:solidFill>
                  <a:srgbClr val="5A5A5A"/>
                </a:solidFill>
                <a:effectLst/>
                <a:uLnTx/>
                <a:uFillTx/>
                <a:ea typeface="ヒラギノ角ゴ ProN W3" charset="0"/>
                <a:cs typeface="+mn-cs"/>
                <a:sym typeface="Gotham Book" charset="0"/>
              </a:rPr>
              <a:t>BESS/ RE Developers / </a:t>
            </a:r>
            <a:r>
              <a:rPr lang="en-SG" sz="800" b="1" kern="0">
                <a:solidFill>
                  <a:srgbClr val="5A5A5A"/>
                </a:solidFill>
                <a:ea typeface="ヒラギノ角ゴ ProN W3" charset="0"/>
                <a:sym typeface="Gotham Book" charset="0"/>
              </a:rPr>
              <a:t> Operators, IPPs, </a:t>
            </a:r>
            <a:endPar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endParaRPr>
          </a:p>
        </p:txBody>
      </p:sp>
      <p:sp>
        <p:nvSpPr>
          <p:cNvPr id="59" name="TextBox 58">
            <a:extLst>
              <a:ext uri="{FF2B5EF4-FFF2-40B4-BE49-F238E27FC236}">
                <a16:creationId xmlns:a16="http://schemas.microsoft.com/office/drawing/2014/main" id="{6550B124-95C3-DA6B-ABE8-32CC1B55A9B8}"/>
              </a:ext>
            </a:extLst>
          </p:cNvPr>
          <p:cNvSpPr txBox="1"/>
          <p:nvPr/>
        </p:nvSpPr>
        <p:spPr>
          <a:xfrm>
            <a:off x="8146833" y="4424259"/>
            <a:ext cx="527583" cy="246221"/>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rPr>
              <a:t>Distribution Utilities</a:t>
            </a:r>
          </a:p>
        </p:txBody>
      </p:sp>
      <p:sp>
        <p:nvSpPr>
          <p:cNvPr id="60" name="TextBox 59">
            <a:extLst>
              <a:ext uri="{FF2B5EF4-FFF2-40B4-BE49-F238E27FC236}">
                <a16:creationId xmlns:a16="http://schemas.microsoft.com/office/drawing/2014/main" id="{C435785E-CB52-169B-22DE-AE336E12D7DC}"/>
              </a:ext>
            </a:extLst>
          </p:cNvPr>
          <p:cNvSpPr txBox="1"/>
          <p:nvPr/>
        </p:nvSpPr>
        <p:spPr>
          <a:xfrm>
            <a:off x="8982675" y="4437328"/>
            <a:ext cx="484610" cy="369332"/>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SG" sz="800" b="1" i="0" u="none" strike="noStrike" kern="0" cap="none" spc="0" normalizeH="0" baseline="0" noProof="0">
                <a:ln>
                  <a:noFill/>
                </a:ln>
                <a:solidFill>
                  <a:srgbClr val="5A5A5A"/>
                </a:solidFill>
                <a:effectLst/>
                <a:uLnTx/>
                <a:uFillTx/>
                <a:ea typeface="ヒラギノ角ゴ ProN W3" charset="0"/>
                <a:cs typeface="+mn-cs"/>
                <a:sym typeface="Gotham Book" charset="0"/>
              </a:rPr>
              <a:t>System Operator / LDCs</a:t>
            </a:r>
            <a:endPar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endParaRPr>
          </a:p>
        </p:txBody>
      </p:sp>
      <p:sp>
        <p:nvSpPr>
          <p:cNvPr id="61" name="TextBox 60">
            <a:extLst>
              <a:ext uri="{FF2B5EF4-FFF2-40B4-BE49-F238E27FC236}">
                <a16:creationId xmlns:a16="http://schemas.microsoft.com/office/drawing/2014/main" id="{351C7013-96B2-EF81-057E-6F7FB322E970}"/>
              </a:ext>
            </a:extLst>
          </p:cNvPr>
          <p:cNvSpPr txBox="1"/>
          <p:nvPr/>
        </p:nvSpPr>
        <p:spPr>
          <a:xfrm>
            <a:off x="8543268" y="4435230"/>
            <a:ext cx="527583" cy="246221"/>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rPr>
              <a:t>Planning Agencies</a:t>
            </a:r>
          </a:p>
        </p:txBody>
      </p:sp>
      <p:grpSp>
        <p:nvGrpSpPr>
          <p:cNvPr id="62" name="Group 862">
            <a:extLst>
              <a:ext uri="{FF2B5EF4-FFF2-40B4-BE49-F238E27FC236}">
                <a16:creationId xmlns:a16="http://schemas.microsoft.com/office/drawing/2014/main" id="{0FEB5E95-5521-4EB8-491F-6322AD7B29A8}"/>
              </a:ext>
            </a:extLst>
          </p:cNvPr>
          <p:cNvGrpSpPr>
            <a:grpSpLocks noChangeAspect="1"/>
          </p:cNvGrpSpPr>
          <p:nvPr/>
        </p:nvGrpSpPr>
        <p:grpSpPr bwMode="auto">
          <a:xfrm>
            <a:off x="9081368" y="4153526"/>
            <a:ext cx="251418" cy="252157"/>
            <a:chOff x="6607" y="3441"/>
            <a:chExt cx="340" cy="341"/>
          </a:xfrm>
          <a:solidFill>
            <a:schemeClr val="accent1"/>
          </a:solidFill>
        </p:grpSpPr>
        <p:sp>
          <p:nvSpPr>
            <p:cNvPr id="63" name="Freeform 863">
              <a:extLst>
                <a:ext uri="{FF2B5EF4-FFF2-40B4-BE49-F238E27FC236}">
                  <a16:creationId xmlns:a16="http://schemas.microsoft.com/office/drawing/2014/main" id="{F0B78F3F-6E74-CBC4-352E-E7FAA7B8E16C}"/>
                </a:ext>
              </a:extLst>
            </p:cNvPr>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sp>
          <p:nvSpPr>
            <p:cNvPr id="64" name="Freeform 864">
              <a:extLst>
                <a:ext uri="{FF2B5EF4-FFF2-40B4-BE49-F238E27FC236}">
                  <a16:creationId xmlns:a16="http://schemas.microsoft.com/office/drawing/2014/main" id="{F40DFD1A-28D9-718C-F115-DFF519360389}"/>
                </a:ext>
              </a:extLst>
            </p:cNvPr>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grpSp>
      <p:grpSp>
        <p:nvGrpSpPr>
          <p:cNvPr id="65" name="Group 638">
            <a:extLst>
              <a:ext uri="{FF2B5EF4-FFF2-40B4-BE49-F238E27FC236}">
                <a16:creationId xmlns:a16="http://schemas.microsoft.com/office/drawing/2014/main" id="{9D76CFDF-A466-3FD6-3A11-442537CA6379}"/>
              </a:ext>
            </a:extLst>
          </p:cNvPr>
          <p:cNvGrpSpPr>
            <a:grpSpLocks noChangeAspect="1"/>
          </p:cNvGrpSpPr>
          <p:nvPr/>
        </p:nvGrpSpPr>
        <p:grpSpPr bwMode="auto">
          <a:xfrm>
            <a:off x="8675157" y="4156866"/>
            <a:ext cx="252899" cy="252158"/>
            <a:chOff x="1900" y="2357"/>
            <a:chExt cx="341" cy="340"/>
          </a:xfrm>
          <a:solidFill>
            <a:schemeClr val="accent1"/>
          </a:solidFill>
        </p:grpSpPr>
        <p:sp>
          <p:nvSpPr>
            <p:cNvPr id="66" name="Freeform 639">
              <a:extLst>
                <a:ext uri="{FF2B5EF4-FFF2-40B4-BE49-F238E27FC236}">
                  <a16:creationId xmlns:a16="http://schemas.microsoft.com/office/drawing/2014/main" id="{8563638E-9633-13A0-8140-6F06B9F3C500}"/>
                </a:ext>
              </a:extLst>
            </p:cNvPr>
            <p:cNvSpPr>
              <a:spLocks/>
            </p:cNvSpPr>
            <p:nvPr/>
          </p:nvSpPr>
          <p:spPr bwMode="auto">
            <a:xfrm>
              <a:off x="1964" y="2419"/>
              <a:ext cx="213" cy="214"/>
            </a:xfrm>
            <a:custGeom>
              <a:avLst/>
              <a:gdLst>
                <a:gd name="T0" fmla="*/ 234 w 320"/>
                <a:gd name="T1" fmla="*/ 303 h 322"/>
                <a:gd name="T2" fmla="*/ 213 w 320"/>
                <a:gd name="T3" fmla="*/ 322 h 322"/>
                <a:gd name="T4" fmla="*/ 199 w 320"/>
                <a:gd name="T5" fmla="*/ 317 h 322"/>
                <a:gd name="T6" fmla="*/ 160 w 320"/>
                <a:gd name="T7" fmla="*/ 322 h 322"/>
                <a:gd name="T8" fmla="*/ 0 w 320"/>
                <a:gd name="T9" fmla="*/ 162 h 322"/>
                <a:gd name="T10" fmla="*/ 11 w 320"/>
                <a:gd name="T11" fmla="*/ 102 h 322"/>
                <a:gd name="T12" fmla="*/ 34 w 320"/>
                <a:gd name="T13" fmla="*/ 63 h 322"/>
                <a:gd name="T14" fmla="*/ 49 w 320"/>
                <a:gd name="T15" fmla="*/ 61 h 322"/>
                <a:gd name="T16" fmla="*/ 51 w 320"/>
                <a:gd name="T17" fmla="*/ 76 h 322"/>
                <a:gd name="T18" fmla="*/ 31 w 320"/>
                <a:gd name="T19" fmla="*/ 110 h 322"/>
                <a:gd name="T20" fmla="*/ 21 w 320"/>
                <a:gd name="T21" fmla="*/ 162 h 322"/>
                <a:gd name="T22" fmla="*/ 160 w 320"/>
                <a:gd name="T23" fmla="*/ 300 h 322"/>
                <a:gd name="T24" fmla="*/ 192 w 320"/>
                <a:gd name="T25" fmla="*/ 296 h 322"/>
                <a:gd name="T26" fmla="*/ 213 w 320"/>
                <a:gd name="T27" fmla="*/ 279 h 322"/>
                <a:gd name="T28" fmla="*/ 226 w 320"/>
                <a:gd name="T29" fmla="*/ 283 h 322"/>
                <a:gd name="T30" fmla="*/ 298 w 320"/>
                <a:gd name="T31" fmla="*/ 162 h 322"/>
                <a:gd name="T32" fmla="*/ 249 w 320"/>
                <a:gd name="T33" fmla="*/ 56 h 322"/>
                <a:gd name="T34" fmla="*/ 230 w 320"/>
                <a:gd name="T35" fmla="*/ 82 h 322"/>
                <a:gd name="T36" fmla="*/ 266 w 320"/>
                <a:gd name="T37" fmla="*/ 162 h 322"/>
                <a:gd name="T38" fmla="*/ 160 w 320"/>
                <a:gd name="T39" fmla="*/ 268 h 322"/>
                <a:gd name="T40" fmla="*/ 55 w 320"/>
                <a:gd name="T41" fmla="*/ 181 h 322"/>
                <a:gd name="T42" fmla="*/ 42 w 320"/>
                <a:gd name="T43" fmla="*/ 162 h 322"/>
                <a:gd name="T44" fmla="*/ 55 w 320"/>
                <a:gd name="T45" fmla="*/ 142 h 322"/>
                <a:gd name="T46" fmla="*/ 59 w 320"/>
                <a:gd name="T47" fmla="*/ 126 h 322"/>
                <a:gd name="T48" fmla="*/ 73 w 320"/>
                <a:gd name="T49" fmla="*/ 120 h 322"/>
                <a:gd name="T50" fmla="*/ 79 w 320"/>
                <a:gd name="T51" fmla="*/ 133 h 322"/>
                <a:gd name="T52" fmla="*/ 76 w 320"/>
                <a:gd name="T53" fmla="*/ 144 h 322"/>
                <a:gd name="T54" fmla="*/ 85 w 320"/>
                <a:gd name="T55" fmla="*/ 162 h 322"/>
                <a:gd name="T56" fmla="*/ 76 w 320"/>
                <a:gd name="T57" fmla="*/ 179 h 322"/>
                <a:gd name="T58" fmla="*/ 160 w 320"/>
                <a:gd name="T59" fmla="*/ 247 h 322"/>
                <a:gd name="T60" fmla="*/ 245 w 320"/>
                <a:gd name="T61" fmla="*/ 162 h 322"/>
                <a:gd name="T62" fmla="*/ 217 w 320"/>
                <a:gd name="T63" fmla="*/ 99 h 322"/>
                <a:gd name="T64" fmla="*/ 199 w 320"/>
                <a:gd name="T65" fmla="*/ 125 h 322"/>
                <a:gd name="T66" fmla="*/ 213 w 320"/>
                <a:gd name="T67" fmla="*/ 162 h 322"/>
                <a:gd name="T68" fmla="*/ 160 w 320"/>
                <a:gd name="T69" fmla="*/ 215 h 322"/>
                <a:gd name="T70" fmla="*/ 106 w 320"/>
                <a:gd name="T71" fmla="*/ 162 h 322"/>
                <a:gd name="T72" fmla="*/ 133 w 320"/>
                <a:gd name="T73" fmla="*/ 115 h 322"/>
                <a:gd name="T74" fmla="*/ 148 w 320"/>
                <a:gd name="T75" fmla="*/ 119 h 322"/>
                <a:gd name="T76" fmla="*/ 144 w 320"/>
                <a:gd name="T77" fmla="*/ 134 h 322"/>
                <a:gd name="T78" fmla="*/ 128 w 320"/>
                <a:gd name="T79" fmla="*/ 162 h 322"/>
                <a:gd name="T80" fmla="*/ 160 w 320"/>
                <a:gd name="T81" fmla="*/ 194 h 322"/>
                <a:gd name="T82" fmla="*/ 192 w 320"/>
                <a:gd name="T83" fmla="*/ 162 h 322"/>
                <a:gd name="T84" fmla="*/ 186 w 320"/>
                <a:gd name="T85" fmla="*/ 143 h 322"/>
                <a:gd name="T86" fmla="*/ 168 w 320"/>
                <a:gd name="T87" fmla="*/ 168 h 322"/>
                <a:gd name="T88" fmla="*/ 160 w 320"/>
                <a:gd name="T89" fmla="*/ 172 h 322"/>
                <a:gd name="T90" fmla="*/ 153 w 320"/>
                <a:gd name="T91" fmla="*/ 170 h 322"/>
                <a:gd name="T92" fmla="*/ 151 w 320"/>
                <a:gd name="T93" fmla="*/ 155 h 322"/>
                <a:gd name="T94" fmla="*/ 258 w 320"/>
                <a:gd name="T95" fmla="*/ 6 h 322"/>
                <a:gd name="T96" fmla="*/ 273 w 320"/>
                <a:gd name="T97" fmla="*/ 4 h 322"/>
                <a:gd name="T98" fmla="*/ 275 w 320"/>
                <a:gd name="T99" fmla="*/ 19 h 322"/>
                <a:gd name="T100" fmla="*/ 261 w 320"/>
                <a:gd name="T101" fmla="*/ 38 h 322"/>
                <a:gd name="T102" fmla="*/ 320 w 320"/>
                <a:gd name="T103" fmla="*/ 162 h 322"/>
                <a:gd name="T104" fmla="*/ 234 w 320"/>
                <a:gd name="T105" fmla="*/ 30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0" h="322">
                  <a:moveTo>
                    <a:pt x="234" y="303"/>
                  </a:moveTo>
                  <a:cubicBezTo>
                    <a:pt x="233" y="314"/>
                    <a:pt x="224" y="322"/>
                    <a:pt x="213" y="322"/>
                  </a:cubicBezTo>
                  <a:cubicBezTo>
                    <a:pt x="208" y="322"/>
                    <a:pt x="203" y="320"/>
                    <a:pt x="199" y="317"/>
                  </a:cubicBezTo>
                  <a:cubicBezTo>
                    <a:pt x="187" y="320"/>
                    <a:pt x="173" y="322"/>
                    <a:pt x="160" y="322"/>
                  </a:cubicBezTo>
                  <a:cubicBezTo>
                    <a:pt x="71" y="322"/>
                    <a:pt x="0" y="250"/>
                    <a:pt x="0" y="162"/>
                  </a:cubicBezTo>
                  <a:cubicBezTo>
                    <a:pt x="0" y="141"/>
                    <a:pt x="4" y="121"/>
                    <a:pt x="11" y="102"/>
                  </a:cubicBezTo>
                  <a:cubicBezTo>
                    <a:pt x="17" y="88"/>
                    <a:pt x="24" y="75"/>
                    <a:pt x="34" y="63"/>
                  </a:cubicBezTo>
                  <a:cubicBezTo>
                    <a:pt x="38" y="58"/>
                    <a:pt x="44" y="57"/>
                    <a:pt x="49" y="61"/>
                  </a:cubicBezTo>
                  <a:cubicBezTo>
                    <a:pt x="54" y="65"/>
                    <a:pt x="54" y="71"/>
                    <a:pt x="51" y="76"/>
                  </a:cubicBezTo>
                  <a:cubicBezTo>
                    <a:pt x="42" y="86"/>
                    <a:pt x="36" y="98"/>
                    <a:pt x="31" y="110"/>
                  </a:cubicBezTo>
                  <a:cubicBezTo>
                    <a:pt x="24" y="126"/>
                    <a:pt x="21" y="144"/>
                    <a:pt x="21" y="162"/>
                  </a:cubicBezTo>
                  <a:cubicBezTo>
                    <a:pt x="21" y="238"/>
                    <a:pt x="83" y="300"/>
                    <a:pt x="160" y="300"/>
                  </a:cubicBezTo>
                  <a:cubicBezTo>
                    <a:pt x="171" y="300"/>
                    <a:pt x="182" y="299"/>
                    <a:pt x="192" y="296"/>
                  </a:cubicBezTo>
                  <a:cubicBezTo>
                    <a:pt x="194" y="286"/>
                    <a:pt x="203" y="279"/>
                    <a:pt x="213" y="279"/>
                  </a:cubicBezTo>
                  <a:cubicBezTo>
                    <a:pt x="218" y="279"/>
                    <a:pt x="222" y="281"/>
                    <a:pt x="226" y="283"/>
                  </a:cubicBezTo>
                  <a:cubicBezTo>
                    <a:pt x="269" y="260"/>
                    <a:pt x="298" y="214"/>
                    <a:pt x="298" y="162"/>
                  </a:cubicBezTo>
                  <a:cubicBezTo>
                    <a:pt x="298" y="120"/>
                    <a:pt x="280" y="82"/>
                    <a:pt x="249" y="56"/>
                  </a:cubicBezTo>
                  <a:cubicBezTo>
                    <a:pt x="230" y="82"/>
                    <a:pt x="230" y="82"/>
                    <a:pt x="230" y="82"/>
                  </a:cubicBezTo>
                  <a:cubicBezTo>
                    <a:pt x="253" y="102"/>
                    <a:pt x="266" y="131"/>
                    <a:pt x="266" y="162"/>
                  </a:cubicBezTo>
                  <a:cubicBezTo>
                    <a:pt x="266" y="220"/>
                    <a:pt x="218" y="268"/>
                    <a:pt x="160" y="268"/>
                  </a:cubicBezTo>
                  <a:cubicBezTo>
                    <a:pt x="107" y="268"/>
                    <a:pt x="64" y="231"/>
                    <a:pt x="55" y="181"/>
                  </a:cubicBezTo>
                  <a:cubicBezTo>
                    <a:pt x="47" y="178"/>
                    <a:pt x="42" y="170"/>
                    <a:pt x="42" y="162"/>
                  </a:cubicBezTo>
                  <a:cubicBezTo>
                    <a:pt x="42" y="153"/>
                    <a:pt x="47" y="146"/>
                    <a:pt x="55" y="142"/>
                  </a:cubicBezTo>
                  <a:cubicBezTo>
                    <a:pt x="56" y="137"/>
                    <a:pt x="57" y="131"/>
                    <a:pt x="59" y="126"/>
                  </a:cubicBezTo>
                  <a:cubicBezTo>
                    <a:pt x="61" y="121"/>
                    <a:pt x="67" y="118"/>
                    <a:pt x="73" y="120"/>
                  </a:cubicBezTo>
                  <a:cubicBezTo>
                    <a:pt x="78" y="122"/>
                    <a:pt x="81" y="128"/>
                    <a:pt x="79" y="133"/>
                  </a:cubicBezTo>
                  <a:cubicBezTo>
                    <a:pt x="78" y="137"/>
                    <a:pt x="77" y="141"/>
                    <a:pt x="76" y="144"/>
                  </a:cubicBezTo>
                  <a:cubicBezTo>
                    <a:pt x="81" y="148"/>
                    <a:pt x="85" y="155"/>
                    <a:pt x="85" y="162"/>
                  </a:cubicBezTo>
                  <a:cubicBezTo>
                    <a:pt x="85" y="169"/>
                    <a:pt x="81" y="175"/>
                    <a:pt x="76" y="179"/>
                  </a:cubicBezTo>
                  <a:cubicBezTo>
                    <a:pt x="84" y="218"/>
                    <a:pt x="119" y="247"/>
                    <a:pt x="160" y="247"/>
                  </a:cubicBezTo>
                  <a:cubicBezTo>
                    <a:pt x="207" y="247"/>
                    <a:pt x="245" y="209"/>
                    <a:pt x="245" y="162"/>
                  </a:cubicBezTo>
                  <a:cubicBezTo>
                    <a:pt x="245" y="138"/>
                    <a:pt x="235" y="115"/>
                    <a:pt x="217" y="99"/>
                  </a:cubicBezTo>
                  <a:cubicBezTo>
                    <a:pt x="199" y="125"/>
                    <a:pt x="199" y="125"/>
                    <a:pt x="199" y="125"/>
                  </a:cubicBezTo>
                  <a:cubicBezTo>
                    <a:pt x="208" y="135"/>
                    <a:pt x="213" y="148"/>
                    <a:pt x="213" y="162"/>
                  </a:cubicBezTo>
                  <a:cubicBezTo>
                    <a:pt x="213" y="191"/>
                    <a:pt x="189" y="215"/>
                    <a:pt x="160" y="215"/>
                  </a:cubicBezTo>
                  <a:cubicBezTo>
                    <a:pt x="130" y="215"/>
                    <a:pt x="106" y="191"/>
                    <a:pt x="106" y="162"/>
                  </a:cubicBezTo>
                  <a:cubicBezTo>
                    <a:pt x="106" y="143"/>
                    <a:pt x="117" y="125"/>
                    <a:pt x="133" y="115"/>
                  </a:cubicBezTo>
                  <a:cubicBezTo>
                    <a:pt x="138" y="113"/>
                    <a:pt x="145" y="114"/>
                    <a:pt x="148" y="119"/>
                  </a:cubicBezTo>
                  <a:cubicBezTo>
                    <a:pt x="151" y="124"/>
                    <a:pt x="149" y="131"/>
                    <a:pt x="144" y="134"/>
                  </a:cubicBezTo>
                  <a:cubicBezTo>
                    <a:pt x="134" y="140"/>
                    <a:pt x="128" y="150"/>
                    <a:pt x="128" y="162"/>
                  </a:cubicBezTo>
                  <a:cubicBezTo>
                    <a:pt x="128" y="179"/>
                    <a:pt x="142" y="194"/>
                    <a:pt x="160" y="194"/>
                  </a:cubicBezTo>
                  <a:cubicBezTo>
                    <a:pt x="177" y="194"/>
                    <a:pt x="192" y="179"/>
                    <a:pt x="192" y="162"/>
                  </a:cubicBezTo>
                  <a:cubicBezTo>
                    <a:pt x="192" y="155"/>
                    <a:pt x="190" y="149"/>
                    <a:pt x="186" y="143"/>
                  </a:cubicBezTo>
                  <a:cubicBezTo>
                    <a:pt x="168" y="168"/>
                    <a:pt x="168" y="168"/>
                    <a:pt x="168" y="168"/>
                  </a:cubicBezTo>
                  <a:cubicBezTo>
                    <a:pt x="166" y="171"/>
                    <a:pt x="163" y="172"/>
                    <a:pt x="160" y="172"/>
                  </a:cubicBezTo>
                  <a:cubicBezTo>
                    <a:pt x="158" y="172"/>
                    <a:pt x="155" y="172"/>
                    <a:pt x="153" y="170"/>
                  </a:cubicBezTo>
                  <a:cubicBezTo>
                    <a:pt x="149" y="167"/>
                    <a:pt x="148" y="160"/>
                    <a:pt x="151" y="155"/>
                  </a:cubicBezTo>
                  <a:cubicBezTo>
                    <a:pt x="258" y="6"/>
                    <a:pt x="258" y="6"/>
                    <a:pt x="258" y="6"/>
                  </a:cubicBezTo>
                  <a:cubicBezTo>
                    <a:pt x="261" y="1"/>
                    <a:pt x="268" y="0"/>
                    <a:pt x="273" y="4"/>
                  </a:cubicBezTo>
                  <a:cubicBezTo>
                    <a:pt x="277" y="7"/>
                    <a:pt x="278" y="14"/>
                    <a:pt x="275" y="19"/>
                  </a:cubicBezTo>
                  <a:cubicBezTo>
                    <a:pt x="261" y="38"/>
                    <a:pt x="261" y="38"/>
                    <a:pt x="261" y="38"/>
                  </a:cubicBezTo>
                  <a:cubicBezTo>
                    <a:pt x="298" y="69"/>
                    <a:pt x="320" y="113"/>
                    <a:pt x="320" y="162"/>
                  </a:cubicBezTo>
                  <a:cubicBezTo>
                    <a:pt x="320" y="223"/>
                    <a:pt x="285" y="276"/>
                    <a:pt x="234" y="3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sp>
          <p:nvSpPr>
            <p:cNvPr id="67" name="Freeform 640">
              <a:extLst>
                <a:ext uri="{FF2B5EF4-FFF2-40B4-BE49-F238E27FC236}">
                  <a16:creationId xmlns:a16="http://schemas.microsoft.com/office/drawing/2014/main" id="{8A7A9D6B-05B5-112F-16EA-858132A29A44}"/>
                </a:ext>
              </a:extLst>
            </p:cNvPr>
            <p:cNvSpPr>
              <a:spLocks noEditPoints="1"/>
            </p:cNvSpPr>
            <p:nvPr/>
          </p:nvSpPr>
          <p:spPr bwMode="auto">
            <a:xfrm>
              <a:off x="1900" y="2357"/>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grpSp>
      <p:grpSp>
        <p:nvGrpSpPr>
          <p:cNvPr id="68" name="Group 749">
            <a:extLst>
              <a:ext uri="{FF2B5EF4-FFF2-40B4-BE49-F238E27FC236}">
                <a16:creationId xmlns:a16="http://schemas.microsoft.com/office/drawing/2014/main" id="{D716D840-D0B4-4FDC-F2E6-A3607C9E61F9}"/>
              </a:ext>
            </a:extLst>
          </p:cNvPr>
          <p:cNvGrpSpPr>
            <a:grpSpLocks noChangeAspect="1"/>
          </p:cNvGrpSpPr>
          <p:nvPr/>
        </p:nvGrpSpPr>
        <p:grpSpPr bwMode="auto">
          <a:xfrm>
            <a:off x="8275746" y="4154795"/>
            <a:ext cx="251971" cy="251971"/>
            <a:chOff x="3520" y="2686"/>
            <a:chExt cx="340" cy="340"/>
          </a:xfrm>
          <a:solidFill>
            <a:schemeClr val="accent1"/>
          </a:solidFill>
        </p:grpSpPr>
        <p:sp>
          <p:nvSpPr>
            <p:cNvPr id="69" name="Freeform 750">
              <a:extLst>
                <a:ext uri="{FF2B5EF4-FFF2-40B4-BE49-F238E27FC236}">
                  <a16:creationId xmlns:a16="http://schemas.microsoft.com/office/drawing/2014/main" id="{BDEBFA7A-B523-0D03-85F2-D320CAEB97B4}"/>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70" name="Freeform 751">
              <a:extLst>
                <a:ext uri="{FF2B5EF4-FFF2-40B4-BE49-F238E27FC236}">
                  <a16:creationId xmlns:a16="http://schemas.microsoft.com/office/drawing/2014/main" id="{FA7A32E7-CA36-2863-C774-FDAE4DABCE73}"/>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71" name="Freeform 752">
              <a:extLst>
                <a:ext uri="{FF2B5EF4-FFF2-40B4-BE49-F238E27FC236}">
                  <a16:creationId xmlns:a16="http://schemas.microsoft.com/office/drawing/2014/main" id="{2D04EC31-BA44-FCEE-B2DB-087D4FFA74BC}"/>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grpSp>
      <p:grpSp>
        <p:nvGrpSpPr>
          <p:cNvPr id="72" name="Group 127">
            <a:extLst>
              <a:ext uri="{FF2B5EF4-FFF2-40B4-BE49-F238E27FC236}">
                <a16:creationId xmlns:a16="http://schemas.microsoft.com/office/drawing/2014/main" id="{F4741ADA-C705-9221-79D7-0B175DF67493}"/>
              </a:ext>
            </a:extLst>
          </p:cNvPr>
          <p:cNvGrpSpPr>
            <a:grpSpLocks noChangeAspect="1"/>
          </p:cNvGrpSpPr>
          <p:nvPr/>
        </p:nvGrpSpPr>
        <p:grpSpPr bwMode="auto">
          <a:xfrm rot="10800000">
            <a:off x="9519018" y="4156318"/>
            <a:ext cx="251971" cy="251970"/>
            <a:chOff x="5048" y="380"/>
            <a:chExt cx="340" cy="340"/>
          </a:xfrm>
          <a:solidFill>
            <a:schemeClr val="accent1"/>
          </a:solidFill>
        </p:grpSpPr>
        <p:sp>
          <p:nvSpPr>
            <p:cNvPr id="73" name="Freeform 128">
              <a:extLst>
                <a:ext uri="{FF2B5EF4-FFF2-40B4-BE49-F238E27FC236}">
                  <a16:creationId xmlns:a16="http://schemas.microsoft.com/office/drawing/2014/main" id="{59FB2AD9-AA30-DC74-B562-3F393D684FD1}"/>
                </a:ext>
              </a:extLst>
            </p:cNvPr>
            <p:cNvSpPr>
              <a:spLocks noEditPoints="1"/>
            </p:cNvSpPr>
            <p:nvPr/>
          </p:nvSpPr>
          <p:spPr bwMode="auto">
            <a:xfrm>
              <a:off x="5048" y="38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74" name="Freeform 129">
              <a:extLst>
                <a:ext uri="{FF2B5EF4-FFF2-40B4-BE49-F238E27FC236}">
                  <a16:creationId xmlns:a16="http://schemas.microsoft.com/office/drawing/2014/main" id="{C577801F-67DC-1DFF-5B91-365FA200EB95}"/>
                </a:ext>
              </a:extLst>
            </p:cNvPr>
            <p:cNvSpPr>
              <a:spLocks noEditPoints="1"/>
            </p:cNvSpPr>
            <p:nvPr/>
          </p:nvSpPr>
          <p:spPr bwMode="auto">
            <a:xfrm>
              <a:off x="5156" y="472"/>
              <a:ext cx="150" cy="156"/>
            </a:xfrm>
            <a:custGeom>
              <a:avLst/>
              <a:gdLst>
                <a:gd name="T0" fmla="*/ 74 w 226"/>
                <a:gd name="T1" fmla="*/ 189 h 235"/>
                <a:gd name="T2" fmla="*/ 74 w 226"/>
                <a:gd name="T3" fmla="*/ 204 h 235"/>
                <a:gd name="T4" fmla="*/ 47 w 226"/>
                <a:gd name="T5" fmla="*/ 232 h 235"/>
                <a:gd name="T6" fmla="*/ 43 w 226"/>
                <a:gd name="T7" fmla="*/ 234 h 235"/>
                <a:gd name="T8" fmla="*/ 39 w 226"/>
                <a:gd name="T9" fmla="*/ 235 h 235"/>
                <a:gd name="T10" fmla="*/ 35 w 226"/>
                <a:gd name="T11" fmla="*/ 234 h 235"/>
                <a:gd name="T12" fmla="*/ 32 w 226"/>
                <a:gd name="T13" fmla="*/ 232 h 235"/>
                <a:gd name="T14" fmla="*/ 4 w 226"/>
                <a:gd name="T15" fmla="*/ 204 h 235"/>
                <a:gd name="T16" fmla="*/ 4 w 226"/>
                <a:gd name="T17" fmla="*/ 189 h 235"/>
                <a:gd name="T18" fmla="*/ 19 w 226"/>
                <a:gd name="T19" fmla="*/ 189 h 235"/>
                <a:gd name="T20" fmla="*/ 29 w 226"/>
                <a:gd name="T21" fmla="*/ 199 h 235"/>
                <a:gd name="T22" fmla="*/ 29 w 226"/>
                <a:gd name="T23" fmla="*/ 11 h 235"/>
                <a:gd name="T24" fmla="*/ 39 w 226"/>
                <a:gd name="T25" fmla="*/ 0 h 235"/>
                <a:gd name="T26" fmla="*/ 50 w 226"/>
                <a:gd name="T27" fmla="*/ 11 h 235"/>
                <a:gd name="T28" fmla="*/ 50 w 226"/>
                <a:gd name="T29" fmla="*/ 199 h 235"/>
                <a:gd name="T30" fmla="*/ 59 w 226"/>
                <a:gd name="T31" fmla="*/ 189 h 235"/>
                <a:gd name="T32" fmla="*/ 74 w 226"/>
                <a:gd name="T33" fmla="*/ 189 h 235"/>
                <a:gd name="T34" fmla="*/ 215 w 226"/>
                <a:gd name="T35" fmla="*/ 214 h 235"/>
                <a:gd name="T36" fmla="*/ 103 w 226"/>
                <a:gd name="T37" fmla="*/ 214 h 235"/>
                <a:gd name="T38" fmla="*/ 93 w 226"/>
                <a:gd name="T39" fmla="*/ 224 h 235"/>
                <a:gd name="T40" fmla="*/ 103 w 226"/>
                <a:gd name="T41" fmla="*/ 235 h 235"/>
                <a:gd name="T42" fmla="*/ 215 w 226"/>
                <a:gd name="T43" fmla="*/ 235 h 235"/>
                <a:gd name="T44" fmla="*/ 226 w 226"/>
                <a:gd name="T45" fmla="*/ 224 h 235"/>
                <a:gd name="T46" fmla="*/ 215 w 226"/>
                <a:gd name="T47" fmla="*/ 214 h 235"/>
                <a:gd name="T48" fmla="*/ 103 w 226"/>
                <a:gd name="T49" fmla="*/ 192 h 235"/>
                <a:gd name="T50" fmla="*/ 199 w 226"/>
                <a:gd name="T51" fmla="*/ 192 h 235"/>
                <a:gd name="T52" fmla="*/ 210 w 226"/>
                <a:gd name="T53" fmla="*/ 182 h 235"/>
                <a:gd name="T54" fmla="*/ 199 w 226"/>
                <a:gd name="T55" fmla="*/ 171 h 235"/>
                <a:gd name="T56" fmla="*/ 103 w 226"/>
                <a:gd name="T57" fmla="*/ 171 h 235"/>
                <a:gd name="T58" fmla="*/ 93 w 226"/>
                <a:gd name="T59" fmla="*/ 182 h 235"/>
                <a:gd name="T60" fmla="*/ 103 w 226"/>
                <a:gd name="T61" fmla="*/ 192 h 235"/>
                <a:gd name="T62" fmla="*/ 103 w 226"/>
                <a:gd name="T63" fmla="*/ 150 h 235"/>
                <a:gd name="T64" fmla="*/ 178 w 226"/>
                <a:gd name="T65" fmla="*/ 150 h 235"/>
                <a:gd name="T66" fmla="*/ 189 w 226"/>
                <a:gd name="T67" fmla="*/ 139 h 235"/>
                <a:gd name="T68" fmla="*/ 178 w 226"/>
                <a:gd name="T69" fmla="*/ 128 h 235"/>
                <a:gd name="T70" fmla="*/ 103 w 226"/>
                <a:gd name="T71" fmla="*/ 128 h 235"/>
                <a:gd name="T72" fmla="*/ 93 w 226"/>
                <a:gd name="T73" fmla="*/ 139 h 235"/>
                <a:gd name="T74" fmla="*/ 103 w 226"/>
                <a:gd name="T75" fmla="*/ 150 h 235"/>
                <a:gd name="T76" fmla="*/ 103 w 226"/>
                <a:gd name="T77" fmla="*/ 107 h 235"/>
                <a:gd name="T78" fmla="*/ 157 w 226"/>
                <a:gd name="T79" fmla="*/ 107 h 235"/>
                <a:gd name="T80" fmla="*/ 167 w 226"/>
                <a:gd name="T81" fmla="*/ 96 h 235"/>
                <a:gd name="T82" fmla="*/ 157 w 226"/>
                <a:gd name="T83" fmla="*/ 86 h 235"/>
                <a:gd name="T84" fmla="*/ 103 w 226"/>
                <a:gd name="T85" fmla="*/ 86 h 235"/>
                <a:gd name="T86" fmla="*/ 93 w 226"/>
                <a:gd name="T87" fmla="*/ 96 h 235"/>
                <a:gd name="T88" fmla="*/ 103 w 226"/>
                <a:gd name="T89" fmla="*/ 107 h 235"/>
                <a:gd name="T90" fmla="*/ 103 w 226"/>
                <a:gd name="T91" fmla="*/ 64 h 235"/>
                <a:gd name="T92" fmla="*/ 135 w 226"/>
                <a:gd name="T93" fmla="*/ 64 h 235"/>
                <a:gd name="T94" fmla="*/ 146 w 226"/>
                <a:gd name="T95" fmla="*/ 54 h 235"/>
                <a:gd name="T96" fmla="*/ 135 w 226"/>
                <a:gd name="T97" fmla="*/ 43 h 235"/>
                <a:gd name="T98" fmla="*/ 103 w 226"/>
                <a:gd name="T99" fmla="*/ 43 h 235"/>
                <a:gd name="T100" fmla="*/ 93 w 226"/>
                <a:gd name="T101" fmla="*/ 54 h 235"/>
                <a:gd name="T102" fmla="*/ 103 w 226"/>
                <a:gd name="T103" fmla="*/ 64 h 235"/>
                <a:gd name="T104" fmla="*/ 103 w 226"/>
                <a:gd name="T105" fmla="*/ 22 h 235"/>
                <a:gd name="T106" fmla="*/ 114 w 226"/>
                <a:gd name="T107" fmla="*/ 22 h 235"/>
                <a:gd name="T108" fmla="*/ 125 w 226"/>
                <a:gd name="T109" fmla="*/ 11 h 235"/>
                <a:gd name="T110" fmla="*/ 114 w 226"/>
                <a:gd name="T111" fmla="*/ 0 h 235"/>
                <a:gd name="T112" fmla="*/ 103 w 226"/>
                <a:gd name="T113" fmla="*/ 0 h 235"/>
                <a:gd name="T114" fmla="*/ 93 w 226"/>
                <a:gd name="T115" fmla="*/ 11 h 235"/>
                <a:gd name="T116" fmla="*/ 103 w 226"/>
                <a:gd name="T117" fmla="*/ 2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35">
                  <a:moveTo>
                    <a:pt x="74" y="189"/>
                  </a:moveTo>
                  <a:cubicBezTo>
                    <a:pt x="79" y="193"/>
                    <a:pt x="79" y="200"/>
                    <a:pt x="74" y="204"/>
                  </a:cubicBezTo>
                  <a:cubicBezTo>
                    <a:pt x="47" y="232"/>
                    <a:pt x="47" y="232"/>
                    <a:pt x="47" y="232"/>
                  </a:cubicBezTo>
                  <a:cubicBezTo>
                    <a:pt x="46" y="233"/>
                    <a:pt x="45" y="234"/>
                    <a:pt x="43" y="234"/>
                  </a:cubicBezTo>
                  <a:cubicBezTo>
                    <a:pt x="42" y="235"/>
                    <a:pt x="41" y="235"/>
                    <a:pt x="39" y="235"/>
                  </a:cubicBezTo>
                  <a:cubicBezTo>
                    <a:pt x="38" y="235"/>
                    <a:pt x="37" y="235"/>
                    <a:pt x="35" y="234"/>
                  </a:cubicBezTo>
                  <a:cubicBezTo>
                    <a:pt x="34" y="234"/>
                    <a:pt x="33" y="233"/>
                    <a:pt x="32" y="232"/>
                  </a:cubicBezTo>
                  <a:cubicBezTo>
                    <a:pt x="4" y="204"/>
                    <a:pt x="4" y="204"/>
                    <a:pt x="4" y="204"/>
                  </a:cubicBezTo>
                  <a:cubicBezTo>
                    <a:pt x="0" y="200"/>
                    <a:pt x="0" y="193"/>
                    <a:pt x="4" y="189"/>
                  </a:cubicBezTo>
                  <a:cubicBezTo>
                    <a:pt x="8" y="185"/>
                    <a:pt x="15" y="185"/>
                    <a:pt x="19" y="189"/>
                  </a:cubicBezTo>
                  <a:cubicBezTo>
                    <a:pt x="29" y="199"/>
                    <a:pt x="29" y="199"/>
                    <a:pt x="29" y="199"/>
                  </a:cubicBezTo>
                  <a:cubicBezTo>
                    <a:pt x="29" y="11"/>
                    <a:pt x="29" y="11"/>
                    <a:pt x="29" y="11"/>
                  </a:cubicBezTo>
                  <a:cubicBezTo>
                    <a:pt x="29" y="5"/>
                    <a:pt x="33" y="0"/>
                    <a:pt x="39" y="0"/>
                  </a:cubicBezTo>
                  <a:cubicBezTo>
                    <a:pt x="45" y="0"/>
                    <a:pt x="50" y="5"/>
                    <a:pt x="50" y="11"/>
                  </a:cubicBezTo>
                  <a:cubicBezTo>
                    <a:pt x="50" y="199"/>
                    <a:pt x="50" y="199"/>
                    <a:pt x="50" y="199"/>
                  </a:cubicBezTo>
                  <a:cubicBezTo>
                    <a:pt x="59" y="189"/>
                    <a:pt x="59" y="189"/>
                    <a:pt x="59" y="189"/>
                  </a:cubicBezTo>
                  <a:cubicBezTo>
                    <a:pt x="64" y="185"/>
                    <a:pt x="70" y="185"/>
                    <a:pt x="74" y="189"/>
                  </a:cubicBezTo>
                  <a:close/>
                  <a:moveTo>
                    <a:pt x="215" y="214"/>
                  </a:moveTo>
                  <a:cubicBezTo>
                    <a:pt x="103" y="214"/>
                    <a:pt x="103" y="214"/>
                    <a:pt x="103" y="214"/>
                  </a:cubicBezTo>
                  <a:cubicBezTo>
                    <a:pt x="97" y="214"/>
                    <a:pt x="93" y="218"/>
                    <a:pt x="93" y="224"/>
                  </a:cubicBezTo>
                  <a:cubicBezTo>
                    <a:pt x="93" y="230"/>
                    <a:pt x="97" y="235"/>
                    <a:pt x="103" y="235"/>
                  </a:cubicBezTo>
                  <a:cubicBezTo>
                    <a:pt x="215" y="235"/>
                    <a:pt x="215" y="235"/>
                    <a:pt x="215" y="235"/>
                  </a:cubicBezTo>
                  <a:cubicBezTo>
                    <a:pt x="221" y="235"/>
                    <a:pt x="226" y="230"/>
                    <a:pt x="226" y="224"/>
                  </a:cubicBezTo>
                  <a:cubicBezTo>
                    <a:pt x="226" y="218"/>
                    <a:pt x="221" y="214"/>
                    <a:pt x="215" y="214"/>
                  </a:cubicBezTo>
                  <a:close/>
                  <a:moveTo>
                    <a:pt x="103" y="192"/>
                  </a:moveTo>
                  <a:cubicBezTo>
                    <a:pt x="199" y="192"/>
                    <a:pt x="199" y="192"/>
                    <a:pt x="199" y="192"/>
                  </a:cubicBezTo>
                  <a:cubicBezTo>
                    <a:pt x="205" y="192"/>
                    <a:pt x="210" y="188"/>
                    <a:pt x="210" y="182"/>
                  </a:cubicBezTo>
                  <a:cubicBezTo>
                    <a:pt x="210" y="176"/>
                    <a:pt x="205" y="171"/>
                    <a:pt x="199" y="171"/>
                  </a:cubicBezTo>
                  <a:cubicBezTo>
                    <a:pt x="103" y="171"/>
                    <a:pt x="103" y="171"/>
                    <a:pt x="103" y="171"/>
                  </a:cubicBezTo>
                  <a:cubicBezTo>
                    <a:pt x="97" y="171"/>
                    <a:pt x="93" y="176"/>
                    <a:pt x="93" y="182"/>
                  </a:cubicBezTo>
                  <a:cubicBezTo>
                    <a:pt x="93" y="188"/>
                    <a:pt x="97" y="192"/>
                    <a:pt x="103" y="192"/>
                  </a:cubicBezTo>
                  <a:close/>
                  <a:moveTo>
                    <a:pt x="103" y="150"/>
                  </a:moveTo>
                  <a:cubicBezTo>
                    <a:pt x="178" y="150"/>
                    <a:pt x="178" y="150"/>
                    <a:pt x="178" y="150"/>
                  </a:cubicBezTo>
                  <a:cubicBezTo>
                    <a:pt x="184" y="150"/>
                    <a:pt x="189" y="145"/>
                    <a:pt x="189" y="139"/>
                  </a:cubicBezTo>
                  <a:cubicBezTo>
                    <a:pt x="189" y="133"/>
                    <a:pt x="184" y="128"/>
                    <a:pt x="178" y="128"/>
                  </a:cubicBezTo>
                  <a:cubicBezTo>
                    <a:pt x="103" y="128"/>
                    <a:pt x="103" y="128"/>
                    <a:pt x="103" y="128"/>
                  </a:cubicBezTo>
                  <a:cubicBezTo>
                    <a:pt x="97" y="128"/>
                    <a:pt x="93" y="133"/>
                    <a:pt x="93" y="139"/>
                  </a:cubicBezTo>
                  <a:cubicBezTo>
                    <a:pt x="93" y="145"/>
                    <a:pt x="97" y="150"/>
                    <a:pt x="103" y="150"/>
                  </a:cubicBezTo>
                  <a:close/>
                  <a:moveTo>
                    <a:pt x="103" y="107"/>
                  </a:moveTo>
                  <a:cubicBezTo>
                    <a:pt x="157" y="107"/>
                    <a:pt x="157" y="107"/>
                    <a:pt x="157" y="107"/>
                  </a:cubicBezTo>
                  <a:cubicBezTo>
                    <a:pt x="163" y="107"/>
                    <a:pt x="167" y="102"/>
                    <a:pt x="167" y="96"/>
                  </a:cubicBezTo>
                  <a:cubicBezTo>
                    <a:pt x="167" y="90"/>
                    <a:pt x="163" y="86"/>
                    <a:pt x="157" y="86"/>
                  </a:cubicBezTo>
                  <a:cubicBezTo>
                    <a:pt x="103" y="86"/>
                    <a:pt x="103" y="86"/>
                    <a:pt x="103" y="86"/>
                  </a:cubicBezTo>
                  <a:cubicBezTo>
                    <a:pt x="97" y="86"/>
                    <a:pt x="93" y="90"/>
                    <a:pt x="93" y="96"/>
                  </a:cubicBezTo>
                  <a:cubicBezTo>
                    <a:pt x="93" y="102"/>
                    <a:pt x="97" y="107"/>
                    <a:pt x="103" y="107"/>
                  </a:cubicBezTo>
                  <a:close/>
                  <a:moveTo>
                    <a:pt x="103" y="64"/>
                  </a:moveTo>
                  <a:cubicBezTo>
                    <a:pt x="135" y="64"/>
                    <a:pt x="135" y="64"/>
                    <a:pt x="135" y="64"/>
                  </a:cubicBezTo>
                  <a:cubicBezTo>
                    <a:pt x="141" y="64"/>
                    <a:pt x="146" y="60"/>
                    <a:pt x="146" y="54"/>
                  </a:cubicBezTo>
                  <a:cubicBezTo>
                    <a:pt x="146" y="48"/>
                    <a:pt x="141" y="43"/>
                    <a:pt x="135" y="43"/>
                  </a:cubicBezTo>
                  <a:cubicBezTo>
                    <a:pt x="103" y="43"/>
                    <a:pt x="103" y="43"/>
                    <a:pt x="103" y="43"/>
                  </a:cubicBezTo>
                  <a:cubicBezTo>
                    <a:pt x="97" y="43"/>
                    <a:pt x="93" y="48"/>
                    <a:pt x="93" y="54"/>
                  </a:cubicBezTo>
                  <a:cubicBezTo>
                    <a:pt x="93" y="60"/>
                    <a:pt x="97" y="64"/>
                    <a:pt x="103" y="64"/>
                  </a:cubicBezTo>
                  <a:close/>
                  <a:moveTo>
                    <a:pt x="103" y="22"/>
                  </a:moveTo>
                  <a:cubicBezTo>
                    <a:pt x="114" y="22"/>
                    <a:pt x="114" y="22"/>
                    <a:pt x="114" y="22"/>
                  </a:cubicBezTo>
                  <a:cubicBezTo>
                    <a:pt x="120" y="22"/>
                    <a:pt x="125" y="17"/>
                    <a:pt x="125" y="11"/>
                  </a:cubicBezTo>
                  <a:cubicBezTo>
                    <a:pt x="125" y="5"/>
                    <a:pt x="120" y="0"/>
                    <a:pt x="114" y="0"/>
                  </a:cubicBezTo>
                  <a:cubicBezTo>
                    <a:pt x="103" y="0"/>
                    <a:pt x="103" y="0"/>
                    <a:pt x="103" y="0"/>
                  </a:cubicBezTo>
                  <a:cubicBezTo>
                    <a:pt x="97" y="0"/>
                    <a:pt x="93" y="5"/>
                    <a:pt x="93" y="11"/>
                  </a:cubicBezTo>
                  <a:cubicBezTo>
                    <a:pt x="93" y="17"/>
                    <a:pt x="97" y="22"/>
                    <a:pt x="103"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grpSp>
      <p:sp>
        <p:nvSpPr>
          <p:cNvPr id="75" name="TextBox 74">
            <a:extLst>
              <a:ext uri="{FF2B5EF4-FFF2-40B4-BE49-F238E27FC236}">
                <a16:creationId xmlns:a16="http://schemas.microsoft.com/office/drawing/2014/main" id="{C646B642-78FA-AF9E-EB2B-6288F62F5757}"/>
              </a:ext>
            </a:extLst>
          </p:cNvPr>
          <p:cNvSpPr txBox="1"/>
          <p:nvPr/>
        </p:nvSpPr>
        <p:spPr>
          <a:xfrm>
            <a:off x="9418544" y="4429423"/>
            <a:ext cx="527583" cy="615553"/>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SG" sz="800" b="1" i="0" u="none" strike="noStrike" kern="0" cap="none" spc="0" normalizeH="0" baseline="0" noProof="0">
                <a:ln>
                  <a:noFill/>
                </a:ln>
                <a:solidFill>
                  <a:srgbClr val="5A5A5A"/>
                </a:solidFill>
                <a:effectLst/>
                <a:uLnTx/>
                <a:uFillTx/>
                <a:ea typeface="ヒラギノ角ゴ ProN W3" charset="0"/>
                <a:cs typeface="+mn-cs"/>
                <a:sym typeface="Gotham Book" charset="0"/>
              </a:rPr>
              <a:t>BESS/ RE Developers / </a:t>
            </a:r>
            <a:r>
              <a:rPr lang="en-SG" sz="800" b="1" kern="0">
                <a:solidFill>
                  <a:srgbClr val="5A5A5A"/>
                </a:solidFill>
                <a:ea typeface="ヒラギノ角ゴ ProN W3" charset="0"/>
                <a:sym typeface="Gotham Book" charset="0"/>
              </a:rPr>
              <a:t> Operators, IPPs, </a:t>
            </a:r>
            <a:endPar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endParaRPr>
          </a:p>
        </p:txBody>
      </p:sp>
      <p:grpSp>
        <p:nvGrpSpPr>
          <p:cNvPr id="76" name="Group 75">
            <a:extLst>
              <a:ext uri="{FF2B5EF4-FFF2-40B4-BE49-F238E27FC236}">
                <a16:creationId xmlns:a16="http://schemas.microsoft.com/office/drawing/2014/main" id="{EFA74F3F-2419-A4AB-92A6-3E218CAD2CC2}"/>
              </a:ext>
            </a:extLst>
          </p:cNvPr>
          <p:cNvGrpSpPr/>
          <p:nvPr/>
        </p:nvGrpSpPr>
        <p:grpSpPr>
          <a:xfrm>
            <a:off x="10108345" y="4153565"/>
            <a:ext cx="1772939" cy="665339"/>
            <a:chOff x="8009591" y="4495798"/>
            <a:chExt cx="3622030" cy="1312541"/>
          </a:xfrm>
        </p:grpSpPr>
        <p:sp>
          <p:nvSpPr>
            <p:cNvPr id="77" name="TextBox 76">
              <a:extLst>
                <a:ext uri="{FF2B5EF4-FFF2-40B4-BE49-F238E27FC236}">
                  <a16:creationId xmlns:a16="http://schemas.microsoft.com/office/drawing/2014/main" id="{63D48E50-0313-29B0-5D5D-9DC051330162}"/>
                </a:ext>
              </a:extLst>
            </p:cNvPr>
            <p:cNvSpPr txBox="1"/>
            <p:nvPr/>
          </p:nvSpPr>
          <p:spPr>
            <a:xfrm>
              <a:off x="8009591" y="5058197"/>
              <a:ext cx="1062039" cy="485730"/>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rPr>
                <a:t>Power Exchanges</a:t>
              </a:r>
            </a:p>
          </p:txBody>
        </p:sp>
        <p:sp>
          <p:nvSpPr>
            <p:cNvPr id="78" name="TextBox 77">
              <a:extLst>
                <a:ext uri="{FF2B5EF4-FFF2-40B4-BE49-F238E27FC236}">
                  <a16:creationId xmlns:a16="http://schemas.microsoft.com/office/drawing/2014/main" id="{CA5244BF-6719-62C7-45E9-5A45D3B4C35F}"/>
                </a:ext>
              </a:extLst>
            </p:cNvPr>
            <p:cNvSpPr txBox="1"/>
            <p:nvPr/>
          </p:nvSpPr>
          <p:spPr>
            <a:xfrm>
              <a:off x="9692167" y="5073353"/>
              <a:ext cx="975534" cy="242866"/>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SG" sz="800" b="1" i="0" u="none" strike="noStrike" kern="0" cap="none" spc="0" normalizeH="0" baseline="0" noProof="0">
                  <a:ln>
                    <a:noFill/>
                  </a:ln>
                  <a:solidFill>
                    <a:srgbClr val="5A5A5A"/>
                  </a:solidFill>
                  <a:effectLst/>
                  <a:uLnTx/>
                  <a:uFillTx/>
                  <a:ea typeface="ヒラギノ角ゴ ProN W3" charset="0"/>
                  <a:cs typeface="+mn-cs"/>
                  <a:sym typeface="Gotham Book" charset="0"/>
                </a:rPr>
                <a:t>Buyers</a:t>
              </a:r>
              <a:endPar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endParaRPr>
            </a:p>
          </p:txBody>
        </p:sp>
        <p:sp>
          <p:nvSpPr>
            <p:cNvPr id="79" name="TextBox 78">
              <a:extLst>
                <a:ext uri="{FF2B5EF4-FFF2-40B4-BE49-F238E27FC236}">
                  <a16:creationId xmlns:a16="http://schemas.microsoft.com/office/drawing/2014/main" id="{2B81AB49-9277-37E8-885E-628E10BD9723}"/>
                </a:ext>
              </a:extLst>
            </p:cNvPr>
            <p:cNvSpPr txBox="1"/>
            <p:nvPr/>
          </p:nvSpPr>
          <p:spPr>
            <a:xfrm>
              <a:off x="8807625" y="5069132"/>
              <a:ext cx="1062039" cy="242866"/>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rPr>
                <a:t>Sellers</a:t>
              </a:r>
            </a:p>
          </p:txBody>
        </p:sp>
        <p:grpSp>
          <p:nvGrpSpPr>
            <p:cNvPr id="80" name="Group 862">
              <a:extLst>
                <a:ext uri="{FF2B5EF4-FFF2-40B4-BE49-F238E27FC236}">
                  <a16:creationId xmlns:a16="http://schemas.microsoft.com/office/drawing/2014/main" id="{47A9F8AD-1BE5-0A60-E6EA-3776A825B3AC}"/>
                </a:ext>
              </a:extLst>
            </p:cNvPr>
            <p:cNvGrpSpPr>
              <a:grpSpLocks noChangeAspect="1"/>
            </p:cNvGrpSpPr>
            <p:nvPr/>
          </p:nvGrpSpPr>
          <p:grpSpPr bwMode="auto">
            <a:xfrm>
              <a:off x="9890838" y="4502052"/>
              <a:ext cx="506112" cy="507600"/>
              <a:chOff x="6607" y="3441"/>
              <a:chExt cx="340" cy="341"/>
            </a:xfrm>
            <a:solidFill>
              <a:schemeClr val="accent1"/>
            </a:solidFill>
          </p:grpSpPr>
          <p:sp>
            <p:nvSpPr>
              <p:cNvPr id="92" name="Freeform 863">
                <a:extLst>
                  <a:ext uri="{FF2B5EF4-FFF2-40B4-BE49-F238E27FC236}">
                    <a16:creationId xmlns:a16="http://schemas.microsoft.com/office/drawing/2014/main" id="{34CE02B0-7327-FF15-0B87-342E57801E76}"/>
                  </a:ext>
                </a:extLst>
              </p:cNvPr>
              <p:cNvSpPr>
                <a:spLocks noEditPoints="1"/>
              </p:cNvSpPr>
              <p:nvPr/>
            </p:nvSpPr>
            <p:spPr bwMode="auto">
              <a:xfrm>
                <a:off x="6607" y="344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sp>
            <p:nvSpPr>
              <p:cNvPr id="93" name="Freeform 864">
                <a:extLst>
                  <a:ext uri="{FF2B5EF4-FFF2-40B4-BE49-F238E27FC236}">
                    <a16:creationId xmlns:a16="http://schemas.microsoft.com/office/drawing/2014/main" id="{FFB5B9CC-E455-8331-DEC5-4402DA88AA9A}"/>
                  </a:ext>
                </a:extLst>
              </p:cNvPr>
              <p:cNvSpPr>
                <a:spLocks noEditPoints="1"/>
              </p:cNvSpPr>
              <p:nvPr/>
            </p:nvSpPr>
            <p:spPr bwMode="auto">
              <a:xfrm>
                <a:off x="6671" y="3519"/>
                <a:ext cx="198" cy="184"/>
              </a:xfrm>
              <a:custGeom>
                <a:avLst/>
                <a:gdLst>
                  <a:gd name="T0" fmla="*/ 256 w 298"/>
                  <a:gd name="T1" fmla="*/ 192 h 277"/>
                  <a:gd name="T2" fmla="*/ 223 w 298"/>
                  <a:gd name="T3" fmla="*/ 208 h 277"/>
                  <a:gd name="T4" fmla="*/ 84 w 298"/>
                  <a:gd name="T5" fmla="*/ 146 h 277"/>
                  <a:gd name="T6" fmla="*/ 85 w 298"/>
                  <a:gd name="T7" fmla="*/ 139 h 277"/>
                  <a:gd name="T8" fmla="*/ 84 w 298"/>
                  <a:gd name="T9" fmla="*/ 131 h 277"/>
                  <a:gd name="T10" fmla="*/ 223 w 298"/>
                  <a:gd name="T11" fmla="*/ 69 h 277"/>
                  <a:gd name="T12" fmla="*/ 256 w 298"/>
                  <a:gd name="T13" fmla="*/ 85 h 277"/>
                  <a:gd name="T14" fmla="*/ 298 w 298"/>
                  <a:gd name="T15" fmla="*/ 43 h 277"/>
                  <a:gd name="T16" fmla="*/ 256 w 298"/>
                  <a:gd name="T17" fmla="*/ 0 h 277"/>
                  <a:gd name="T18" fmla="*/ 213 w 298"/>
                  <a:gd name="T19" fmla="*/ 43 h 277"/>
                  <a:gd name="T20" fmla="*/ 214 w 298"/>
                  <a:gd name="T21" fmla="*/ 50 h 277"/>
                  <a:gd name="T22" fmla="*/ 75 w 298"/>
                  <a:gd name="T23" fmla="*/ 112 h 277"/>
                  <a:gd name="T24" fmla="*/ 42 w 298"/>
                  <a:gd name="T25" fmla="*/ 96 h 277"/>
                  <a:gd name="T26" fmla="*/ 0 w 298"/>
                  <a:gd name="T27" fmla="*/ 139 h 277"/>
                  <a:gd name="T28" fmla="*/ 42 w 298"/>
                  <a:gd name="T29" fmla="*/ 181 h 277"/>
                  <a:gd name="T30" fmla="*/ 75 w 298"/>
                  <a:gd name="T31" fmla="*/ 165 h 277"/>
                  <a:gd name="T32" fmla="*/ 214 w 298"/>
                  <a:gd name="T33" fmla="*/ 227 h 277"/>
                  <a:gd name="T34" fmla="*/ 213 w 298"/>
                  <a:gd name="T35" fmla="*/ 235 h 277"/>
                  <a:gd name="T36" fmla="*/ 256 w 298"/>
                  <a:gd name="T37" fmla="*/ 277 h 277"/>
                  <a:gd name="T38" fmla="*/ 298 w 298"/>
                  <a:gd name="T39" fmla="*/ 235 h 277"/>
                  <a:gd name="T40" fmla="*/ 256 w 298"/>
                  <a:gd name="T41" fmla="*/ 192 h 277"/>
                  <a:gd name="T42" fmla="*/ 256 w 298"/>
                  <a:gd name="T43" fmla="*/ 21 h 277"/>
                  <a:gd name="T44" fmla="*/ 277 w 298"/>
                  <a:gd name="T45" fmla="*/ 43 h 277"/>
                  <a:gd name="T46" fmla="*/ 256 w 298"/>
                  <a:gd name="T47" fmla="*/ 64 h 277"/>
                  <a:gd name="T48" fmla="*/ 234 w 298"/>
                  <a:gd name="T49" fmla="*/ 43 h 277"/>
                  <a:gd name="T50" fmla="*/ 256 w 298"/>
                  <a:gd name="T51" fmla="*/ 21 h 277"/>
                  <a:gd name="T52" fmla="*/ 42 w 298"/>
                  <a:gd name="T53" fmla="*/ 160 h 277"/>
                  <a:gd name="T54" fmla="*/ 21 w 298"/>
                  <a:gd name="T55" fmla="*/ 139 h 277"/>
                  <a:gd name="T56" fmla="*/ 42 w 298"/>
                  <a:gd name="T57" fmla="*/ 117 h 277"/>
                  <a:gd name="T58" fmla="*/ 64 w 298"/>
                  <a:gd name="T59" fmla="*/ 139 h 277"/>
                  <a:gd name="T60" fmla="*/ 42 w 298"/>
                  <a:gd name="T61" fmla="*/ 160 h 277"/>
                  <a:gd name="T62" fmla="*/ 256 w 298"/>
                  <a:gd name="T63" fmla="*/ 256 h 277"/>
                  <a:gd name="T64" fmla="*/ 234 w 298"/>
                  <a:gd name="T65" fmla="*/ 235 h 277"/>
                  <a:gd name="T66" fmla="*/ 256 w 298"/>
                  <a:gd name="T67" fmla="*/ 213 h 277"/>
                  <a:gd name="T68" fmla="*/ 277 w 298"/>
                  <a:gd name="T69" fmla="*/ 235 h 277"/>
                  <a:gd name="T70" fmla="*/ 256 w 298"/>
                  <a:gd name="T71" fmla="*/ 256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77">
                    <a:moveTo>
                      <a:pt x="256" y="192"/>
                    </a:moveTo>
                    <a:cubicBezTo>
                      <a:pt x="242" y="192"/>
                      <a:pt x="230" y="198"/>
                      <a:pt x="223" y="208"/>
                    </a:cubicBezTo>
                    <a:cubicBezTo>
                      <a:pt x="84" y="146"/>
                      <a:pt x="84" y="146"/>
                      <a:pt x="84" y="146"/>
                    </a:cubicBezTo>
                    <a:cubicBezTo>
                      <a:pt x="85" y="143"/>
                      <a:pt x="85" y="141"/>
                      <a:pt x="85" y="139"/>
                    </a:cubicBezTo>
                    <a:cubicBezTo>
                      <a:pt x="85" y="136"/>
                      <a:pt x="85" y="134"/>
                      <a:pt x="84" y="131"/>
                    </a:cubicBezTo>
                    <a:cubicBezTo>
                      <a:pt x="223" y="69"/>
                      <a:pt x="223" y="69"/>
                      <a:pt x="223" y="69"/>
                    </a:cubicBezTo>
                    <a:cubicBezTo>
                      <a:pt x="230" y="79"/>
                      <a:pt x="242" y="85"/>
                      <a:pt x="256" y="85"/>
                    </a:cubicBezTo>
                    <a:cubicBezTo>
                      <a:pt x="279" y="85"/>
                      <a:pt x="298" y="66"/>
                      <a:pt x="298" y="43"/>
                    </a:cubicBezTo>
                    <a:cubicBezTo>
                      <a:pt x="298" y="19"/>
                      <a:pt x="279" y="0"/>
                      <a:pt x="256" y="0"/>
                    </a:cubicBezTo>
                    <a:cubicBezTo>
                      <a:pt x="232" y="0"/>
                      <a:pt x="213" y="19"/>
                      <a:pt x="213" y="43"/>
                    </a:cubicBezTo>
                    <a:cubicBezTo>
                      <a:pt x="213" y="45"/>
                      <a:pt x="213" y="48"/>
                      <a:pt x="214" y="50"/>
                    </a:cubicBezTo>
                    <a:cubicBezTo>
                      <a:pt x="75" y="112"/>
                      <a:pt x="75" y="112"/>
                      <a:pt x="75" y="112"/>
                    </a:cubicBezTo>
                    <a:cubicBezTo>
                      <a:pt x="68" y="102"/>
                      <a:pt x="56" y="96"/>
                      <a:pt x="42" y="96"/>
                    </a:cubicBezTo>
                    <a:cubicBezTo>
                      <a:pt x="19" y="96"/>
                      <a:pt x="0" y="115"/>
                      <a:pt x="0" y="139"/>
                    </a:cubicBezTo>
                    <a:cubicBezTo>
                      <a:pt x="0" y="162"/>
                      <a:pt x="19" y="181"/>
                      <a:pt x="42" y="181"/>
                    </a:cubicBezTo>
                    <a:cubicBezTo>
                      <a:pt x="56" y="181"/>
                      <a:pt x="68" y="175"/>
                      <a:pt x="75" y="165"/>
                    </a:cubicBezTo>
                    <a:cubicBezTo>
                      <a:pt x="214" y="227"/>
                      <a:pt x="214" y="227"/>
                      <a:pt x="214" y="227"/>
                    </a:cubicBezTo>
                    <a:cubicBezTo>
                      <a:pt x="213" y="230"/>
                      <a:pt x="213" y="232"/>
                      <a:pt x="213" y="235"/>
                    </a:cubicBezTo>
                    <a:cubicBezTo>
                      <a:pt x="213" y="258"/>
                      <a:pt x="232" y="277"/>
                      <a:pt x="256" y="277"/>
                    </a:cubicBezTo>
                    <a:cubicBezTo>
                      <a:pt x="279" y="277"/>
                      <a:pt x="298" y="258"/>
                      <a:pt x="298" y="235"/>
                    </a:cubicBezTo>
                    <a:cubicBezTo>
                      <a:pt x="298" y="211"/>
                      <a:pt x="279" y="192"/>
                      <a:pt x="256" y="192"/>
                    </a:cubicBezTo>
                    <a:close/>
                    <a:moveTo>
                      <a:pt x="256" y="21"/>
                    </a:moveTo>
                    <a:cubicBezTo>
                      <a:pt x="267" y="21"/>
                      <a:pt x="277" y="31"/>
                      <a:pt x="277" y="43"/>
                    </a:cubicBezTo>
                    <a:cubicBezTo>
                      <a:pt x="277" y="54"/>
                      <a:pt x="267" y="64"/>
                      <a:pt x="256" y="64"/>
                    </a:cubicBezTo>
                    <a:cubicBezTo>
                      <a:pt x="244" y="64"/>
                      <a:pt x="234" y="54"/>
                      <a:pt x="234" y="43"/>
                    </a:cubicBezTo>
                    <a:cubicBezTo>
                      <a:pt x="234" y="31"/>
                      <a:pt x="244" y="21"/>
                      <a:pt x="256" y="21"/>
                    </a:cubicBezTo>
                    <a:close/>
                    <a:moveTo>
                      <a:pt x="42" y="160"/>
                    </a:moveTo>
                    <a:cubicBezTo>
                      <a:pt x="31" y="160"/>
                      <a:pt x="21" y="150"/>
                      <a:pt x="21" y="139"/>
                    </a:cubicBezTo>
                    <a:cubicBezTo>
                      <a:pt x="21" y="127"/>
                      <a:pt x="31" y="117"/>
                      <a:pt x="42" y="117"/>
                    </a:cubicBezTo>
                    <a:cubicBezTo>
                      <a:pt x="54" y="117"/>
                      <a:pt x="64" y="127"/>
                      <a:pt x="64" y="139"/>
                    </a:cubicBezTo>
                    <a:cubicBezTo>
                      <a:pt x="64" y="150"/>
                      <a:pt x="54" y="160"/>
                      <a:pt x="42" y="160"/>
                    </a:cubicBezTo>
                    <a:close/>
                    <a:moveTo>
                      <a:pt x="256" y="256"/>
                    </a:moveTo>
                    <a:cubicBezTo>
                      <a:pt x="244" y="256"/>
                      <a:pt x="234" y="246"/>
                      <a:pt x="234" y="235"/>
                    </a:cubicBezTo>
                    <a:cubicBezTo>
                      <a:pt x="234" y="223"/>
                      <a:pt x="244" y="213"/>
                      <a:pt x="256" y="213"/>
                    </a:cubicBezTo>
                    <a:cubicBezTo>
                      <a:pt x="267" y="213"/>
                      <a:pt x="277" y="223"/>
                      <a:pt x="277" y="235"/>
                    </a:cubicBezTo>
                    <a:cubicBezTo>
                      <a:pt x="277" y="246"/>
                      <a:pt x="267" y="256"/>
                      <a:pt x="256" y="25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grpSp>
        <p:grpSp>
          <p:nvGrpSpPr>
            <p:cNvPr id="81" name="Group 638">
              <a:extLst>
                <a:ext uri="{FF2B5EF4-FFF2-40B4-BE49-F238E27FC236}">
                  <a16:creationId xmlns:a16="http://schemas.microsoft.com/office/drawing/2014/main" id="{A5F5EEC4-D59A-55F3-421E-39C7A93BE4EC}"/>
                </a:ext>
              </a:extLst>
            </p:cNvPr>
            <p:cNvGrpSpPr>
              <a:grpSpLocks noChangeAspect="1"/>
            </p:cNvGrpSpPr>
            <p:nvPr/>
          </p:nvGrpSpPr>
          <p:grpSpPr bwMode="auto">
            <a:xfrm>
              <a:off x="9073123" y="4508755"/>
              <a:ext cx="509092" cy="507599"/>
              <a:chOff x="1900" y="2357"/>
              <a:chExt cx="341" cy="340"/>
            </a:xfrm>
            <a:solidFill>
              <a:schemeClr val="accent1"/>
            </a:solidFill>
          </p:grpSpPr>
          <p:sp>
            <p:nvSpPr>
              <p:cNvPr id="90" name="Freeform 639">
                <a:extLst>
                  <a:ext uri="{FF2B5EF4-FFF2-40B4-BE49-F238E27FC236}">
                    <a16:creationId xmlns:a16="http://schemas.microsoft.com/office/drawing/2014/main" id="{DB1F2219-6F0F-C71F-10D3-34393EBC73F2}"/>
                  </a:ext>
                </a:extLst>
              </p:cNvPr>
              <p:cNvSpPr>
                <a:spLocks/>
              </p:cNvSpPr>
              <p:nvPr/>
            </p:nvSpPr>
            <p:spPr bwMode="auto">
              <a:xfrm>
                <a:off x="1964" y="2419"/>
                <a:ext cx="213" cy="214"/>
              </a:xfrm>
              <a:custGeom>
                <a:avLst/>
                <a:gdLst>
                  <a:gd name="T0" fmla="*/ 234 w 320"/>
                  <a:gd name="T1" fmla="*/ 303 h 322"/>
                  <a:gd name="T2" fmla="*/ 213 w 320"/>
                  <a:gd name="T3" fmla="*/ 322 h 322"/>
                  <a:gd name="T4" fmla="*/ 199 w 320"/>
                  <a:gd name="T5" fmla="*/ 317 h 322"/>
                  <a:gd name="T6" fmla="*/ 160 w 320"/>
                  <a:gd name="T7" fmla="*/ 322 h 322"/>
                  <a:gd name="T8" fmla="*/ 0 w 320"/>
                  <a:gd name="T9" fmla="*/ 162 h 322"/>
                  <a:gd name="T10" fmla="*/ 11 w 320"/>
                  <a:gd name="T11" fmla="*/ 102 h 322"/>
                  <a:gd name="T12" fmla="*/ 34 w 320"/>
                  <a:gd name="T13" fmla="*/ 63 h 322"/>
                  <a:gd name="T14" fmla="*/ 49 w 320"/>
                  <a:gd name="T15" fmla="*/ 61 h 322"/>
                  <a:gd name="T16" fmla="*/ 51 w 320"/>
                  <a:gd name="T17" fmla="*/ 76 h 322"/>
                  <a:gd name="T18" fmla="*/ 31 w 320"/>
                  <a:gd name="T19" fmla="*/ 110 h 322"/>
                  <a:gd name="T20" fmla="*/ 21 w 320"/>
                  <a:gd name="T21" fmla="*/ 162 h 322"/>
                  <a:gd name="T22" fmla="*/ 160 w 320"/>
                  <a:gd name="T23" fmla="*/ 300 h 322"/>
                  <a:gd name="T24" fmla="*/ 192 w 320"/>
                  <a:gd name="T25" fmla="*/ 296 h 322"/>
                  <a:gd name="T26" fmla="*/ 213 w 320"/>
                  <a:gd name="T27" fmla="*/ 279 h 322"/>
                  <a:gd name="T28" fmla="*/ 226 w 320"/>
                  <a:gd name="T29" fmla="*/ 283 h 322"/>
                  <a:gd name="T30" fmla="*/ 298 w 320"/>
                  <a:gd name="T31" fmla="*/ 162 h 322"/>
                  <a:gd name="T32" fmla="*/ 249 w 320"/>
                  <a:gd name="T33" fmla="*/ 56 h 322"/>
                  <a:gd name="T34" fmla="*/ 230 w 320"/>
                  <a:gd name="T35" fmla="*/ 82 h 322"/>
                  <a:gd name="T36" fmla="*/ 266 w 320"/>
                  <a:gd name="T37" fmla="*/ 162 h 322"/>
                  <a:gd name="T38" fmla="*/ 160 w 320"/>
                  <a:gd name="T39" fmla="*/ 268 h 322"/>
                  <a:gd name="T40" fmla="*/ 55 w 320"/>
                  <a:gd name="T41" fmla="*/ 181 h 322"/>
                  <a:gd name="T42" fmla="*/ 42 w 320"/>
                  <a:gd name="T43" fmla="*/ 162 h 322"/>
                  <a:gd name="T44" fmla="*/ 55 w 320"/>
                  <a:gd name="T45" fmla="*/ 142 h 322"/>
                  <a:gd name="T46" fmla="*/ 59 w 320"/>
                  <a:gd name="T47" fmla="*/ 126 h 322"/>
                  <a:gd name="T48" fmla="*/ 73 w 320"/>
                  <a:gd name="T49" fmla="*/ 120 h 322"/>
                  <a:gd name="T50" fmla="*/ 79 w 320"/>
                  <a:gd name="T51" fmla="*/ 133 h 322"/>
                  <a:gd name="T52" fmla="*/ 76 w 320"/>
                  <a:gd name="T53" fmla="*/ 144 h 322"/>
                  <a:gd name="T54" fmla="*/ 85 w 320"/>
                  <a:gd name="T55" fmla="*/ 162 h 322"/>
                  <a:gd name="T56" fmla="*/ 76 w 320"/>
                  <a:gd name="T57" fmla="*/ 179 h 322"/>
                  <a:gd name="T58" fmla="*/ 160 w 320"/>
                  <a:gd name="T59" fmla="*/ 247 h 322"/>
                  <a:gd name="T60" fmla="*/ 245 w 320"/>
                  <a:gd name="T61" fmla="*/ 162 h 322"/>
                  <a:gd name="T62" fmla="*/ 217 w 320"/>
                  <a:gd name="T63" fmla="*/ 99 h 322"/>
                  <a:gd name="T64" fmla="*/ 199 w 320"/>
                  <a:gd name="T65" fmla="*/ 125 h 322"/>
                  <a:gd name="T66" fmla="*/ 213 w 320"/>
                  <a:gd name="T67" fmla="*/ 162 h 322"/>
                  <a:gd name="T68" fmla="*/ 160 w 320"/>
                  <a:gd name="T69" fmla="*/ 215 h 322"/>
                  <a:gd name="T70" fmla="*/ 106 w 320"/>
                  <a:gd name="T71" fmla="*/ 162 h 322"/>
                  <a:gd name="T72" fmla="*/ 133 w 320"/>
                  <a:gd name="T73" fmla="*/ 115 h 322"/>
                  <a:gd name="T74" fmla="*/ 148 w 320"/>
                  <a:gd name="T75" fmla="*/ 119 h 322"/>
                  <a:gd name="T76" fmla="*/ 144 w 320"/>
                  <a:gd name="T77" fmla="*/ 134 h 322"/>
                  <a:gd name="T78" fmla="*/ 128 w 320"/>
                  <a:gd name="T79" fmla="*/ 162 h 322"/>
                  <a:gd name="T80" fmla="*/ 160 w 320"/>
                  <a:gd name="T81" fmla="*/ 194 h 322"/>
                  <a:gd name="T82" fmla="*/ 192 w 320"/>
                  <a:gd name="T83" fmla="*/ 162 h 322"/>
                  <a:gd name="T84" fmla="*/ 186 w 320"/>
                  <a:gd name="T85" fmla="*/ 143 h 322"/>
                  <a:gd name="T86" fmla="*/ 168 w 320"/>
                  <a:gd name="T87" fmla="*/ 168 h 322"/>
                  <a:gd name="T88" fmla="*/ 160 w 320"/>
                  <a:gd name="T89" fmla="*/ 172 h 322"/>
                  <a:gd name="T90" fmla="*/ 153 w 320"/>
                  <a:gd name="T91" fmla="*/ 170 h 322"/>
                  <a:gd name="T92" fmla="*/ 151 w 320"/>
                  <a:gd name="T93" fmla="*/ 155 h 322"/>
                  <a:gd name="T94" fmla="*/ 258 w 320"/>
                  <a:gd name="T95" fmla="*/ 6 h 322"/>
                  <a:gd name="T96" fmla="*/ 273 w 320"/>
                  <a:gd name="T97" fmla="*/ 4 h 322"/>
                  <a:gd name="T98" fmla="*/ 275 w 320"/>
                  <a:gd name="T99" fmla="*/ 19 h 322"/>
                  <a:gd name="T100" fmla="*/ 261 w 320"/>
                  <a:gd name="T101" fmla="*/ 38 h 322"/>
                  <a:gd name="T102" fmla="*/ 320 w 320"/>
                  <a:gd name="T103" fmla="*/ 162 h 322"/>
                  <a:gd name="T104" fmla="*/ 234 w 320"/>
                  <a:gd name="T105" fmla="*/ 30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0" h="322">
                    <a:moveTo>
                      <a:pt x="234" y="303"/>
                    </a:moveTo>
                    <a:cubicBezTo>
                      <a:pt x="233" y="314"/>
                      <a:pt x="224" y="322"/>
                      <a:pt x="213" y="322"/>
                    </a:cubicBezTo>
                    <a:cubicBezTo>
                      <a:pt x="208" y="322"/>
                      <a:pt x="203" y="320"/>
                      <a:pt x="199" y="317"/>
                    </a:cubicBezTo>
                    <a:cubicBezTo>
                      <a:pt x="187" y="320"/>
                      <a:pt x="173" y="322"/>
                      <a:pt x="160" y="322"/>
                    </a:cubicBezTo>
                    <a:cubicBezTo>
                      <a:pt x="71" y="322"/>
                      <a:pt x="0" y="250"/>
                      <a:pt x="0" y="162"/>
                    </a:cubicBezTo>
                    <a:cubicBezTo>
                      <a:pt x="0" y="141"/>
                      <a:pt x="4" y="121"/>
                      <a:pt x="11" y="102"/>
                    </a:cubicBezTo>
                    <a:cubicBezTo>
                      <a:pt x="17" y="88"/>
                      <a:pt x="24" y="75"/>
                      <a:pt x="34" y="63"/>
                    </a:cubicBezTo>
                    <a:cubicBezTo>
                      <a:pt x="38" y="58"/>
                      <a:pt x="44" y="57"/>
                      <a:pt x="49" y="61"/>
                    </a:cubicBezTo>
                    <a:cubicBezTo>
                      <a:pt x="54" y="65"/>
                      <a:pt x="54" y="71"/>
                      <a:pt x="51" y="76"/>
                    </a:cubicBezTo>
                    <a:cubicBezTo>
                      <a:pt x="42" y="86"/>
                      <a:pt x="36" y="98"/>
                      <a:pt x="31" y="110"/>
                    </a:cubicBezTo>
                    <a:cubicBezTo>
                      <a:pt x="24" y="126"/>
                      <a:pt x="21" y="144"/>
                      <a:pt x="21" y="162"/>
                    </a:cubicBezTo>
                    <a:cubicBezTo>
                      <a:pt x="21" y="238"/>
                      <a:pt x="83" y="300"/>
                      <a:pt x="160" y="300"/>
                    </a:cubicBezTo>
                    <a:cubicBezTo>
                      <a:pt x="171" y="300"/>
                      <a:pt x="182" y="299"/>
                      <a:pt x="192" y="296"/>
                    </a:cubicBezTo>
                    <a:cubicBezTo>
                      <a:pt x="194" y="286"/>
                      <a:pt x="203" y="279"/>
                      <a:pt x="213" y="279"/>
                    </a:cubicBezTo>
                    <a:cubicBezTo>
                      <a:pt x="218" y="279"/>
                      <a:pt x="222" y="281"/>
                      <a:pt x="226" y="283"/>
                    </a:cubicBezTo>
                    <a:cubicBezTo>
                      <a:pt x="269" y="260"/>
                      <a:pt x="298" y="214"/>
                      <a:pt x="298" y="162"/>
                    </a:cubicBezTo>
                    <a:cubicBezTo>
                      <a:pt x="298" y="120"/>
                      <a:pt x="280" y="82"/>
                      <a:pt x="249" y="56"/>
                    </a:cubicBezTo>
                    <a:cubicBezTo>
                      <a:pt x="230" y="82"/>
                      <a:pt x="230" y="82"/>
                      <a:pt x="230" y="82"/>
                    </a:cubicBezTo>
                    <a:cubicBezTo>
                      <a:pt x="253" y="102"/>
                      <a:pt x="266" y="131"/>
                      <a:pt x="266" y="162"/>
                    </a:cubicBezTo>
                    <a:cubicBezTo>
                      <a:pt x="266" y="220"/>
                      <a:pt x="218" y="268"/>
                      <a:pt x="160" y="268"/>
                    </a:cubicBezTo>
                    <a:cubicBezTo>
                      <a:pt x="107" y="268"/>
                      <a:pt x="64" y="231"/>
                      <a:pt x="55" y="181"/>
                    </a:cubicBezTo>
                    <a:cubicBezTo>
                      <a:pt x="47" y="178"/>
                      <a:pt x="42" y="170"/>
                      <a:pt x="42" y="162"/>
                    </a:cubicBezTo>
                    <a:cubicBezTo>
                      <a:pt x="42" y="153"/>
                      <a:pt x="47" y="146"/>
                      <a:pt x="55" y="142"/>
                    </a:cubicBezTo>
                    <a:cubicBezTo>
                      <a:pt x="56" y="137"/>
                      <a:pt x="57" y="131"/>
                      <a:pt x="59" y="126"/>
                    </a:cubicBezTo>
                    <a:cubicBezTo>
                      <a:pt x="61" y="121"/>
                      <a:pt x="67" y="118"/>
                      <a:pt x="73" y="120"/>
                    </a:cubicBezTo>
                    <a:cubicBezTo>
                      <a:pt x="78" y="122"/>
                      <a:pt x="81" y="128"/>
                      <a:pt x="79" y="133"/>
                    </a:cubicBezTo>
                    <a:cubicBezTo>
                      <a:pt x="78" y="137"/>
                      <a:pt x="77" y="141"/>
                      <a:pt x="76" y="144"/>
                    </a:cubicBezTo>
                    <a:cubicBezTo>
                      <a:pt x="81" y="148"/>
                      <a:pt x="85" y="155"/>
                      <a:pt x="85" y="162"/>
                    </a:cubicBezTo>
                    <a:cubicBezTo>
                      <a:pt x="85" y="169"/>
                      <a:pt x="81" y="175"/>
                      <a:pt x="76" y="179"/>
                    </a:cubicBezTo>
                    <a:cubicBezTo>
                      <a:pt x="84" y="218"/>
                      <a:pt x="119" y="247"/>
                      <a:pt x="160" y="247"/>
                    </a:cubicBezTo>
                    <a:cubicBezTo>
                      <a:pt x="207" y="247"/>
                      <a:pt x="245" y="209"/>
                      <a:pt x="245" y="162"/>
                    </a:cubicBezTo>
                    <a:cubicBezTo>
                      <a:pt x="245" y="138"/>
                      <a:pt x="235" y="115"/>
                      <a:pt x="217" y="99"/>
                    </a:cubicBezTo>
                    <a:cubicBezTo>
                      <a:pt x="199" y="125"/>
                      <a:pt x="199" y="125"/>
                      <a:pt x="199" y="125"/>
                    </a:cubicBezTo>
                    <a:cubicBezTo>
                      <a:pt x="208" y="135"/>
                      <a:pt x="213" y="148"/>
                      <a:pt x="213" y="162"/>
                    </a:cubicBezTo>
                    <a:cubicBezTo>
                      <a:pt x="213" y="191"/>
                      <a:pt x="189" y="215"/>
                      <a:pt x="160" y="215"/>
                    </a:cubicBezTo>
                    <a:cubicBezTo>
                      <a:pt x="130" y="215"/>
                      <a:pt x="106" y="191"/>
                      <a:pt x="106" y="162"/>
                    </a:cubicBezTo>
                    <a:cubicBezTo>
                      <a:pt x="106" y="143"/>
                      <a:pt x="117" y="125"/>
                      <a:pt x="133" y="115"/>
                    </a:cubicBezTo>
                    <a:cubicBezTo>
                      <a:pt x="138" y="113"/>
                      <a:pt x="145" y="114"/>
                      <a:pt x="148" y="119"/>
                    </a:cubicBezTo>
                    <a:cubicBezTo>
                      <a:pt x="151" y="124"/>
                      <a:pt x="149" y="131"/>
                      <a:pt x="144" y="134"/>
                    </a:cubicBezTo>
                    <a:cubicBezTo>
                      <a:pt x="134" y="140"/>
                      <a:pt x="128" y="150"/>
                      <a:pt x="128" y="162"/>
                    </a:cubicBezTo>
                    <a:cubicBezTo>
                      <a:pt x="128" y="179"/>
                      <a:pt x="142" y="194"/>
                      <a:pt x="160" y="194"/>
                    </a:cubicBezTo>
                    <a:cubicBezTo>
                      <a:pt x="177" y="194"/>
                      <a:pt x="192" y="179"/>
                      <a:pt x="192" y="162"/>
                    </a:cubicBezTo>
                    <a:cubicBezTo>
                      <a:pt x="192" y="155"/>
                      <a:pt x="190" y="149"/>
                      <a:pt x="186" y="143"/>
                    </a:cubicBezTo>
                    <a:cubicBezTo>
                      <a:pt x="168" y="168"/>
                      <a:pt x="168" y="168"/>
                      <a:pt x="168" y="168"/>
                    </a:cubicBezTo>
                    <a:cubicBezTo>
                      <a:pt x="166" y="171"/>
                      <a:pt x="163" y="172"/>
                      <a:pt x="160" y="172"/>
                    </a:cubicBezTo>
                    <a:cubicBezTo>
                      <a:pt x="158" y="172"/>
                      <a:pt x="155" y="172"/>
                      <a:pt x="153" y="170"/>
                    </a:cubicBezTo>
                    <a:cubicBezTo>
                      <a:pt x="149" y="167"/>
                      <a:pt x="148" y="160"/>
                      <a:pt x="151" y="155"/>
                    </a:cubicBezTo>
                    <a:cubicBezTo>
                      <a:pt x="258" y="6"/>
                      <a:pt x="258" y="6"/>
                      <a:pt x="258" y="6"/>
                    </a:cubicBezTo>
                    <a:cubicBezTo>
                      <a:pt x="261" y="1"/>
                      <a:pt x="268" y="0"/>
                      <a:pt x="273" y="4"/>
                    </a:cubicBezTo>
                    <a:cubicBezTo>
                      <a:pt x="277" y="7"/>
                      <a:pt x="278" y="14"/>
                      <a:pt x="275" y="19"/>
                    </a:cubicBezTo>
                    <a:cubicBezTo>
                      <a:pt x="261" y="38"/>
                      <a:pt x="261" y="38"/>
                      <a:pt x="261" y="38"/>
                    </a:cubicBezTo>
                    <a:cubicBezTo>
                      <a:pt x="298" y="69"/>
                      <a:pt x="320" y="113"/>
                      <a:pt x="320" y="162"/>
                    </a:cubicBezTo>
                    <a:cubicBezTo>
                      <a:pt x="320" y="223"/>
                      <a:pt x="285" y="276"/>
                      <a:pt x="234" y="30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sp>
            <p:nvSpPr>
              <p:cNvPr id="91" name="Freeform 640">
                <a:extLst>
                  <a:ext uri="{FF2B5EF4-FFF2-40B4-BE49-F238E27FC236}">
                    <a16:creationId xmlns:a16="http://schemas.microsoft.com/office/drawing/2014/main" id="{95C04C0D-471C-C500-1F49-CAED6D8EE5A4}"/>
                  </a:ext>
                </a:extLst>
              </p:cNvPr>
              <p:cNvSpPr>
                <a:spLocks noEditPoints="1"/>
              </p:cNvSpPr>
              <p:nvPr/>
            </p:nvSpPr>
            <p:spPr bwMode="auto">
              <a:xfrm>
                <a:off x="1900" y="2357"/>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algn="l" defTabSz="856978"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prstClr val="black"/>
                  </a:solidFill>
                  <a:effectLst/>
                  <a:uLnTx/>
                  <a:uFillTx/>
                  <a:ea typeface="ヒラギノ角ゴ ProN W3" charset="0"/>
                  <a:cs typeface="+mn-cs"/>
                  <a:sym typeface="Gotham Book" charset="0"/>
                </a:endParaRPr>
              </a:p>
            </p:txBody>
          </p:sp>
        </p:grpSp>
        <p:grpSp>
          <p:nvGrpSpPr>
            <p:cNvPr id="82" name="Group 749">
              <a:extLst>
                <a:ext uri="{FF2B5EF4-FFF2-40B4-BE49-F238E27FC236}">
                  <a16:creationId xmlns:a16="http://schemas.microsoft.com/office/drawing/2014/main" id="{FB55165D-C590-FC29-A0E3-94973708555E}"/>
                </a:ext>
              </a:extLst>
            </p:cNvPr>
            <p:cNvGrpSpPr>
              <a:grpSpLocks noChangeAspect="1"/>
            </p:cNvGrpSpPr>
            <p:nvPr/>
          </p:nvGrpSpPr>
          <p:grpSpPr bwMode="auto">
            <a:xfrm>
              <a:off x="8269097" y="4504607"/>
              <a:ext cx="507225" cy="507225"/>
              <a:chOff x="3520" y="2686"/>
              <a:chExt cx="340" cy="340"/>
            </a:xfrm>
            <a:solidFill>
              <a:schemeClr val="accent1"/>
            </a:solidFill>
          </p:grpSpPr>
          <p:sp>
            <p:nvSpPr>
              <p:cNvPr id="87" name="Freeform 750">
                <a:extLst>
                  <a:ext uri="{FF2B5EF4-FFF2-40B4-BE49-F238E27FC236}">
                    <a16:creationId xmlns:a16="http://schemas.microsoft.com/office/drawing/2014/main" id="{E5D38A84-9007-AD08-4A46-EE1C7E49A6EE}"/>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88" name="Freeform 751">
                <a:extLst>
                  <a:ext uri="{FF2B5EF4-FFF2-40B4-BE49-F238E27FC236}">
                    <a16:creationId xmlns:a16="http://schemas.microsoft.com/office/drawing/2014/main" id="{C5B57E5F-E32C-A893-6474-A0970ACC5AE9}"/>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89" name="Freeform 752">
                <a:extLst>
                  <a:ext uri="{FF2B5EF4-FFF2-40B4-BE49-F238E27FC236}">
                    <a16:creationId xmlns:a16="http://schemas.microsoft.com/office/drawing/2014/main" id="{F110940C-C31A-B970-DFF5-8F1064F59ABE}"/>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grpSp>
        <p:grpSp>
          <p:nvGrpSpPr>
            <p:cNvPr id="83" name="Group 127">
              <a:extLst>
                <a:ext uri="{FF2B5EF4-FFF2-40B4-BE49-F238E27FC236}">
                  <a16:creationId xmlns:a16="http://schemas.microsoft.com/office/drawing/2014/main" id="{F7675DD8-24BC-0402-F0F1-017FFB99F1A3}"/>
                </a:ext>
              </a:extLst>
            </p:cNvPr>
            <p:cNvGrpSpPr>
              <a:grpSpLocks noChangeAspect="1"/>
            </p:cNvGrpSpPr>
            <p:nvPr/>
          </p:nvGrpSpPr>
          <p:grpSpPr bwMode="auto">
            <a:xfrm rot="10800000">
              <a:off x="10771839" y="4495798"/>
              <a:ext cx="507225" cy="507224"/>
              <a:chOff x="5048" y="380"/>
              <a:chExt cx="340" cy="340"/>
            </a:xfrm>
            <a:solidFill>
              <a:schemeClr val="accent1"/>
            </a:solidFill>
          </p:grpSpPr>
          <p:sp>
            <p:nvSpPr>
              <p:cNvPr id="85" name="Freeform 128">
                <a:extLst>
                  <a:ext uri="{FF2B5EF4-FFF2-40B4-BE49-F238E27FC236}">
                    <a16:creationId xmlns:a16="http://schemas.microsoft.com/office/drawing/2014/main" id="{6E83C1AE-35B1-7F0A-E4AE-429B1AC7D4B5}"/>
                  </a:ext>
                </a:extLst>
              </p:cNvPr>
              <p:cNvSpPr>
                <a:spLocks noEditPoints="1"/>
              </p:cNvSpPr>
              <p:nvPr/>
            </p:nvSpPr>
            <p:spPr bwMode="auto">
              <a:xfrm>
                <a:off x="5048" y="38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sp>
            <p:nvSpPr>
              <p:cNvPr id="86" name="Freeform 129">
                <a:extLst>
                  <a:ext uri="{FF2B5EF4-FFF2-40B4-BE49-F238E27FC236}">
                    <a16:creationId xmlns:a16="http://schemas.microsoft.com/office/drawing/2014/main" id="{7E0E2FC7-7E88-9222-4D2F-22CBA72ADC47}"/>
                  </a:ext>
                </a:extLst>
              </p:cNvPr>
              <p:cNvSpPr>
                <a:spLocks noEditPoints="1"/>
              </p:cNvSpPr>
              <p:nvPr/>
            </p:nvSpPr>
            <p:spPr bwMode="auto">
              <a:xfrm>
                <a:off x="5156" y="472"/>
                <a:ext cx="150" cy="156"/>
              </a:xfrm>
              <a:custGeom>
                <a:avLst/>
                <a:gdLst>
                  <a:gd name="T0" fmla="*/ 74 w 226"/>
                  <a:gd name="T1" fmla="*/ 189 h 235"/>
                  <a:gd name="T2" fmla="*/ 74 w 226"/>
                  <a:gd name="T3" fmla="*/ 204 h 235"/>
                  <a:gd name="T4" fmla="*/ 47 w 226"/>
                  <a:gd name="T5" fmla="*/ 232 h 235"/>
                  <a:gd name="T6" fmla="*/ 43 w 226"/>
                  <a:gd name="T7" fmla="*/ 234 h 235"/>
                  <a:gd name="T8" fmla="*/ 39 w 226"/>
                  <a:gd name="T9" fmla="*/ 235 h 235"/>
                  <a:gd name="T10" fmla="*/ 35 w 226"/>
                  <a:gd name="T11" fmla="*/ 234 h 235"/>
                  <a:gd name="T12" fmla="*/ 32 w 226"/>
                  <a:gd name="T13" fmla="*/ 232 h 235"/>
                  <a:gd name="T14" fmla="*/ 4 w 226"/>
                  <a:gd name="T15" fmla="*/ 204 h 235"/>
                  <a:gd name="T16" fmla="*/ 4 w 226"/>
                  <a:gd name="T17" fmla="*/ 189 h 235"/>
                  <a:gd name="T18" fmla="*/ 19 w 226"/>
                  <a:gd name="T19" fmla="*/ 189 h 235"/>
                  <a:gd name="T20" fmla="*/ 29 w 226"/>
                  <a:gd name="T21" fmla="*/ 199 h 235"/>
                  <a:gd name="T22" fmla="*/ 29 w 226"/>
                  <a:gd name="T23" fmla="*/ 11 h 235"/>
                  <a:gd name="T24" fmla="*/ 39 w 226"/>
                  <a:gd name="T25" fmla="*/ 0 h 235"/>
                  <a:gd name="T26" fmla="*/ 50 w 226"/>
                  <a:gd name="T27" fmla="*/ 11 h 235"/>
                  <a:gd name="T28" fmla="*/ 50 w 226"/>
                  <a:gd name="T29" fmla="*/ 199 h 235"/>
                  <a:gd name="T30" fmla="*/ 59 w 226"/>
                  <a:gd name="T31" fmla="*/ 189 h 235"/>
                  <a:gd name="T32" fmla="*/ 74 w 226"/>
                  <a:gd name="T33" fmla="*/ 189 h 235"/>
                  <a:gd name="T34" fmla="*/ 215 w 226"/>
                  <a:gd name="T35" fmla="*/ 214 h 235"/>
                  <a:gd name="T36" fmla="*/ 103 w 226"/>
                  <a:gd name="T37" fmla="*/ 214 h 235"/>
                  <a:gd name="T38" fmla="*/ 93 w 226"/>
                  <a:gd name="T39" fmla="*/ 224 h 235"/>
                  <a:gd name="T40" fmla="*/ 103 w 226"/>
                  <a:gd name="T41" fmla="*/ 235 h 235"/>
                  <a:gd name="T42" fmla="*/ 215 w 226"/>
                  <a:gd name="T43" fmla="*/ 235 h 235"/>
                  <a:gd name="T44" fmla="*/ 226 w 226"/>
                  <a:gd name="T45" fmla="*/ 224 h 235"/>
                  <a:gd name="T46" fmla="*/ 215 w 226"/>
                  <a:gd name="T47" fmla="*/ 214 h 235"/>
                  <a:gd name="T48" fmla="*/ 103 w 226"/>
                  <a:gd name="T49" fmla="*/ 192 h 235"/>
                  <a:gd name="T50" fmla="*/ 199 w 226"/>
                  <a:gd name="T51" fmla="*/ 192 h 235"/>
                  <a:gd name="T52" fmla="*/ 210 w 226"/>
                  <a:gd name="T53" fmla="*/ 182 h 235"/>
                  <a:gd name="T54" fmla="*/ 199 w 226"/>
                  <a:gd name="T55" fmla="*/ 171 h 235"/>
                  <a:gd name="T56" fmla="*/ 103 w 226"/>
                  <a:gd name="T57" fmla="*/ 171 h 235"/>
                  <a:gd name="T58" fmla="*/ 93 w 226"/>
                  <a:gd name="T59" fmla="*/ 182 h 235"/>
                  <a:gd name="T60" fmla="*/ 103 w 226"/>
                  <a:gd name="T61" fmla="*/ 192 h 235"/>
                  <a:gd name="T62" fmla="*/ 103 w 226"/>
                  <a:gd name="T63" fmla="*/ 150 h 235"/>
                  <a:gd name="T64" fmla="*/ 178 w 226"/>
                  <a:gd name="T65" fmla="*/ 150 h 235"/>
                  <a:gd name="T66" fmla="*/ 189 w 226"/>
                  <a:gd name="T67" fmla="*/ 139 h 235"/>
                  <a:gd name="T68" fmla="*/ 178 w 226"/>
                  <a:gd name="T69" fmla="*/ 128 h 235"/>
                  <a:gd name="T70" fmla="*/ 103 w 226"/>
                  <a:gd name="T71" fmla="*/ 128 h 235"/>
                  <a:gd name="T72" fmla="*/ 93 w 226"/>
                  <a:gd name="T73" fmla="*/ 139 h 235"/>
                  <a:gd name="T74" fmla="*/ 103 w 226"/>
                  <a:gd name="T75" fmla="*/ 150 h 235"/>
                  <a:gd name="T76" fmla="*/ 103 w 226"/>
                  <a:gd name="T77" fmla="*/ 107 h 235"/>
                  <a:gd name="T78" fmla="*/ 157 w 226"/>
                  <a:gd name="T79" fmla="*/ 107 h 235"/>
                  <a:gd name="T80" fmla="*/ 167 w 226"/>
                  <a:gd name="T81" fmla="*/ 96 h 235"/>
                  <a:gd name="T82" fmla="*/ 157 w 226"/>
                  <a:gd name="T83" fmla="*/ 86 h 235"/>
                  <a:gd name="T84" fmla="*/ 103 w 226"/>
                  <a:gd name="T85" fmla="*/ 86 h 235"/>
                  <a:gd name="T86" fmla="*/ 93 w 226"/>
                  <a:gd name="T87" fmla="*/ 96 h 235"/>
                  <a:gd name="T88" fmla="*/ 103 w 226"/>
                  <a:gd name="T89" fmla="*/ 107 h 235"/>
                  <a:gd name="T90" fmla="*/ 103 w 226"/>
                  <a:gd name="T91" fmla="*/ 64 h 235"/>
                  <a:gd name="T92" fmla="*/ 135 w 226"/>
                  <a:gd name="T93" fmla="*/ 64 h 235"/>
                  <a:gd name="T94" fmla="*/ 146 w 226"/>
                  <a:gd name="T95" fmla="*/ 54 h 235"/>
                  <a:gd name="T96" fmla="*/ 135 w 226"/>
                  <a:gd name="T97" fmla="*/ 43 h 235"/>
                  <a:gd name="T98" fmla="*/ 103 w 226"/>
                  <a:gd name="T99" fmla="*/ 43 h 235"/>
                  <a:gd name="T100" fmla="*/ 93 w 226"/>
                  <a:gd name="T101" fmla="*/ 54 h 235"/>
                  <a:gd name="T102" fmla="*/ 103 w 226"/>
                  <a:gd name="T103" fmla="*/ 64 h 235"/>
                  <a:gd name="T104" fmla="*/ 103 w 226"/>
                  <a:gd name="T105" fmla="*/ 22 h 235"/>
                  <a:gd name="T106" fmla="*/ 114 w 226"/>
                  <a:gd name="T107" fmla="*/ 22 h 235"/>
                  <a:gd name="T108" fmla="*/ 125 w 226"/>
                  <a:gd name="T109" fmla="*/ 11 h 235"/>
                  <a:gd name="T110" fmla="*/ 114 w 226"/>
                  <a:gd name="T111" fmla="*/ 0 h 235"/>
                  <a:gd name="T112" fmla="*/ 103 w 226"/>
                  <a:gd name="T113" fmla="*/ 0 h 235"/>
                  <a:gd name="T114" fmla="*/ 93 w 226"/>
                  <a:gd name="T115" fmla="*/ 11 h 235"/>
                  <a:gd name="T116" fmla="*/ 103 w 226"/>
                  <a:gd name="T117" fmla="*/ 2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35">
                    <a:moveTo>
                      <a:pt x="74" y="189"/>
                    </a:moveTo>
                    <a:cubicBezTo>
                      <a:pt x="79" y="193"/>
                      <a:pt x="79" y="200"/>
                      <a:pt x="74" y="204"/>
                    </a:cubicBezTo>
                    <a:cubicBezTo>
                      <a:pt x="47" y="232"/>
                      <a:pt x="47" y="232"/>
                      <a:pt x="47" y="232"/>
                    </a:cubicBezTo>
                    <a:cubicBezTo>
                      <a:pt x="46" y="233"/>
                      <a:pt x="45" y="234"/>
                      <a:pt x="43" y="234"/>
                    </a:cubicBezTo>
                    <a:cubicBezTo>
                      <a:pt x="42" y="235"/>
                      <a:pt x="41" y="235"/>
                      <a:pt x="39" y="235"/>
                    </a:cubicBezTo>
                    <a:cubicBezTo>
                      <a:pt x="38" y="235"/>
                      <a:pt x="37" y="235"/>
                      <a:pt x="35" y="234"/>
                    </a:cubicBezTo>
                    <a:cubicBezTo>
                      <a:pt x="34" y="234"/>
                      <a:pt x="33" y="233"/>
                      <a:pt x="32" y="232"/>
                    </a:cubicBezTo>
                    <a:cubicBezTo>
                      <a:pt x="4" y="204"/>
                      <a:pt x="4" y="204"/>
                      <a:pt x="4" y="204"/>
                    </a:cubicBezTo>
                    <a:cubicBezTo>
                      <a:pt x="0" y="200"/>
                      <a:pt x="0" y="193"/>
                      <a:pt x="4" y="189"/>
                    </a:cubicBezTo>
                    <a:cubicBezTo>
                      <a:pt x="8" y="185"/>
                      <a:pt x="15" y="185"/>
                      <a:pt x="19" y="189"/>
                    </a:cubicBezTo>
                    <a:cubicBezTo>
                      <a:pt x="29" y="199"/>
                      <a:pt x="29" y="199"/>
                      <a:pt x="29" y="199"/>
                    </a:cubicBezTo>
                    <a:cubicBezTo>
                      <a:pt x="29" y="11"/>
                      <a:pt x="29" y="11"/>
                      <a:pt x="29" y="11"/>
                    </a:cubicBezTo>
                    <a:cubicBezTo>
                      <a:pt x="29" y="5"/>
                      <a:pt x="33" y="0"/>
                      <a:pt x="39" y="0"/>
                    </a:cubicBezTo>
                    <a:cubicBezTo>
                      <a:pt x="45" y="0"/>
                      <a:pt x="50" y="5"/>
                      <a:pt x="50" y="11"/>
                    </a:cubicBezTo>
                    <a:cubicBezTo>
                      <a:pt x="50" y="199"/>
                      <a:pt x="50" y="199"/>
                      <a:pt x="50" y="199"/>
                    </a:cubicBezTo>
                    <a:cubicBezTo>
                      <a:pt x="59" y="189"/>
                      <a:pt x="59" y="189"/>
                      <a:pt x="59" y="189"/>
                    </a:cubicBezTo>
                    <a:cubicBezTo>
                      <a:pt x="64" y="185"/>
                      <a:pt x="70" y="185"/>
                      <a:pt x="74" y="189"/>
                    </a:cubicBezTo>
                    <a:close/>
                    <a:moveTo>
                      <a:pt x="215" y="214"/>
                    </a:moveTo>
                    <a:cubicBezTo>
                      <a:pt x="103" y="214"/>
                      <a:pt x="103" y="214"/>
                      <a:pt x="103" y="214"/>
                    </a:cubicBezTo>
                    <a:cubicBezTo>
                      <a:pt x="97" y="214"/>
                      <a:pt x="93" y="218"/>
                      <a:pt x="93" y="224"/>
                    </a:cubicBezTo>
                    <a:cubicBezTo>
                      <a:pt x="93" y="230"/>
                      <a:pt x="97" y="235"/>
                      <a:pt x="103" y="235"/>
                    </a:cubicBezTo>
                    <a:cubicBezTo>
                      <a:pt x="215" y="235"/>
                      <a:pt x="215" y="235"/>
                      <a:pt x="215" y="235"/>
                    </a:cubicBezTo>
                    <a:cubicBezTo>
                      <a:pt x="221" y="235"/>
                      <a:pt x="226" y="230"/>
                      <a:pt x="226" y="224"/>
                    </a:cubicBezTo>
                    <a:cubicBezTo>
                      <a:pt x="226" y="218"/>
                      <a:pt x="221" y="214"/>
                      <a:pt x="215" y="214"/>
                    </a:cubicBezTo>
                    <a:close/>
                    <a:moveTo>
                      <a:pt x="103" y="192"/>
                    </a:moveTo>
                    <a:cubicBezTo>
                      <a:pt x="199" y="192"/>
                      <a:pt x="199" y="192"/>
                      <a:pt x="199" y="192"/>
                    </a:cubicBezTo>
                    <a:cubicBezTo>
                      <a:pt x="205" y="192"/>
                      <a:pt x="210" y="188"/>
                      <a:pt x="210" y="182"/>
                    </a:cubicBezTo>
                    <a:cubicBezTo>
                      <a:pt x="210" y="176"/>
                      <a:pt x="205" y="171"/>
                      <a:pt x="199" y="171"/>
                    </a:cubicBezTo>
                    <a:cubicBezTo>
                      <a:pt x="103" y="171"/>
                      <a:pt x="103" y="171"/>
                      <a:pt x="103" y="171"/>
                    </a:cubicBezTo>
                    <a:cubicBezTo>
                      <a:pt x="97" y="171"/>
                      <a:pt x="93" y="176"/>
                      <a:pt x="93" y="182"/>
                    </a:cubicBezTo>
                    <a:cubicBezTo>
                      <a:pt x="93" y="188"/>
                      <a:pt x="97" y="192"/>
                      <a:pt x="103" y="192"/>
                    </a:cubicBezTo>
                    <a:close/>
                    <a:moveTo>
                      <a:pt x="103" y="150"/>
                    </a:moveTo>
                    <a:cubicBezTo>
                      <a:pt x="178" y="150"/>
                      <a:pt x="178" y="150"/>
                      <a:pt x="178" y="150"/>
                    </a:cubicBezTo>
                    <a:cubicBezTo>
                      <a:pt x="184" y="150"/>
                      <a:pt x="189" y="145"/>
                      <a:pt x="189" y="139"/>
                    </a:cubicBezTo>
                    <a:cubicBezTo>
                      <a:pt x="189" y="133"/>
                      <a:pt x="184" y="128"/>
                      <a:pt x="178" y="128"/>
                    </a:cubicBezTo>
                    <a:cubicBezTo>
                      <a:pt x="103" y="128"/>
                      <a:pt x="103" y="128"/>
                      <a:pt x="103" y="128"/>
                    </a:cubicBezTo>
                    <a:cubicBezTo>
                      <a:pt x="97" y="128"/>
                      <a:pt x="93" y="133"/>
                      <a:pt x="93" y="139"/>
                    </a:cubicBezTo>
                    <a:cubicBezTo>
                      <a:pt x="93" y="145"/>
                      <a:pt x="97" y="150"/>
                      <a:pt x="103" y="150"/>
                    </a:cubicBezTo>
                    <a:close/>
                    <a:moveTo>
                      <a:pt x="103" y="107"/>
                    </a:moveTo>
                    <a:cubicBezTo>
                      <a:pt x="157" y="107"/>
                      <a:pt x="157" y="107"/>
                      <a:pt x="157" y="107"/>
                    </a:cubicBezTo>
                    <a:cubicBezTo>
                      <a:pt x="163" y="107"/>
                      <a:pt x="167" y="102"/>
                      <a:pt x="167" y="96"/>
                    </a:cubicBezTo>
                    <a:cubicBezTo>
                      <a:pt x="167" y="90"/>
                      <a:pt x="163" y="86"/>
                      <a:pt x="157" y="86"/>
                    </a:cubicBezTo>
                    <a:cubicBezTo>
                      <a:pt x="103" y="86"/>
                      <a:pt x="103" y="86"/>
                      <a:pt x="103" y="86"/>
                    </a:cubicBezTo>
                    <a:cubicBezTo>
                      <a:pt x="97" y="86"/>
                      <a:pt x="93" y="90"/>
                      <a:pt x="93" y="96"/>
                    </a:cubicBezTo>
                    <a:cubicBezTo>
                      <a:pt x="93" y="102"/>
                      <a:pt x="97" y="107"/>
                      <a:pt x="103" y="107"/>
                    </a:cubicBezTo>
                    <a:close/>
                    <a:moveTo>
                      <a:pt x="103" y="64"/>
                    </a:moveTo>
                    <a:cubicBezTo>
                      <a:pt x="135" y="64"/>
                      <a:pt x="135" y="64"/>
                      <a:pt x="135" y="64"/>
                    </a:cubicBezTo>
                    <a:cubicBezTo>
                      <a:pt x="141" y="64"/>
                      <a:pt x="146" y="60"/>
                      <a:pt x="146" y="54"/>
                    </a:cubicBezTo>
                    <a:cubicBezTo>
                      <a:pt x="146" y="48"/>
                      <a:pt x="141" y="43"/>
                      <a:pt x="135" y="43"/>
                    </a:cubicBezTo>
                    <a:cubicBezTo>
                      <a:pt x="103" y="43"/>
                      <a:pt x="103" y="43"/>
                      <a:pt x="103" y="43"/>
                    </a:cubicBezTo>
                    <a:cubicBezTo>
                      <a:pt x="97" y="43"/>
                      <a:pt x="93" y="48"/>
                      <a:pt x="93" y="54"/>
                    </a:cubicBezTo>
                    <a:cubicBezTo>
                      <a:pt x="93" y="60"/>
                      <a:pt x="97" y="64"/>
                      <a:pt x="103" y="64"/>
                    </a:cubicBezTo>
                    <a:close/>
                    <a:moveTo>
                      <a:pt x="103" y="22"/>
                    </a:moveTo>
                    <a:cubicBezTo>
                      <a:pt x="114" y="22"/>
                      <a:pt x="114" y="22"/>
                      <a:pt x="114" y="22"/>
                    </a:cubicBezTo>
                    <a:cubicBezTo>
                      <a:pt x="120" y="22"/>
                      <a:pt x="125" y="17"/>
                      <a:pt x="125" y="11"/>
                    </a:cubicBezTo>
                    <a:cubicBezTo>
                      <a:pt x="125" y="5"/>
                      <a:pt x="120" y="0"/>
                      <a:pt x="114" y="0"/>
                    </a:cubicBezTo>
                    <a:cubicBezTo>
                      <a:pt x="103" y="0"/>
                      <a:pt x="103" y="0"/>
                      <a:pt x="103" y="0"/>
                    </a:cubicBezTo>
                    <a:cubicBezTo>
                      <a:pt x="97" y="0"/>
                      <a:pt x="93" y="5"/>
                      <a:pt x="93" y="11"/>
                    </a:cubicBezTo>
                    <a:cubicBezTo>
                      <a:pt x="93" y="17"/>
                      <a:pt x="97" y="22"/>
                      <a:pt x="103"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5693" tIns="42847" rIns="85693" bIns="42847" numCol="1" anchor="t" anchorCtr="0" compatLnSpc="1">
                <a:prstTxWarp prst="textNoShape">
                  <a:avLst/>
                </a:prstTxWarp>
              </a:bodyPr>
              <a:lstStyle/>
              <a:p>
                <a:pPr marL="0" marR="0" lvl="0" indent="0" defTabSz="1142609" eaLnBrk="1" fontAlgn="auto" latinLnBrk="0" hangingPunct="1">
                  <a:lnSpc>
                    <a:spcPct val="100000"/>
                  </a:lnSpc>
                  <a:spcBef>
                    <a:spcPts val="0"/>
                  </a:spcBef>
                  <a:spcAft>
                    <a:spcPts val="0"/>
                  </a:spcAft>
                  <a:buClrTx/>
                  <a:buSzTx/>
                  <a:buFontTx/>
                  <a:buNone/>
                  <a:tabLst/>
                  <a:defRPr/>
                </a:pPr>
                <a:endParaRPr kumimoji="0" lang="en-GB" b="0" i="0" u="none" strike="noStrike" kern="0" cap="none" spc="0" normalizeH="0" baseline="0" noProof="0">
                  <a:ln>
                    <a:noFill/>
                  </a:ln>
                  <a:solidFill>
                    <a:prstClr val="black"/>
                  </a:solidFill>
                  <a:effectLst/>
                  <a:uLnTx/>
                  <a:uFillTx/>
                  <a:ea typeface="ヒラギノ角ゴ ProN W3" charset="0"/>
                  <a:sym typeface="Gotham Book" charset="0"/>
                </a:endParaRPr>
              </a:p>
            </p:txBody>
          </p:sp>
        </p:grpSp>
        <p:sp>
          <p:nvSpPr>
            <p:cNvPr id="84" name="TextBox 83">
              <a:extLst>
                <a:ext uri="{FF2B5EF4-FFF2-40B4-BE49-F238E27FC236}">
                  <a16:creationId xmlns:a16="http://schemas.microsoft.com/office/drawing/2014/main" id="{479810BC-FB4C-E225-A626-DEBD371DF557}"/>
                </a:ext>
              </a:extLst>
            </p:cNvPr>
            <p:cNvSpPr txBox="1"/>
            <p:nvPr/>
          </p:nvSpPr>
          <p:spPr>
            <a:xfrm>
              <a:off x="10569582" y="5079743"/>
              <a:ext cx="1062039" cy="728596"/>
            </a:xfrm>
            <a:prstGeom prst="rect">
              <a:avLst/>
            </a:prstGeom>
            <a:noFill/>
          </p:spPr>
          <p:txBody>
            <a:bodyPr wrap="square" lIns="0" tIns="0" rIns="0" bIns="0" rtlCol="0">
              <a:spAutoFit/>
            </a:bodyPr>
            <a:lstStyle/>
            <a:p>
              <a:pPr marL="0" marR="0" lvl="0" indent="0" algn="ctr" defTabSz="1142609" rtl="0" eaLnBrk="1" fontAlgn="auto" latinLnBrk="0" hangingPunct="1">
                <a:lnSpc>
                  <a:spcPct val="100000"/>
                </a:lnSpc>
                <a:spcBef>
                  <a:spcPts val="562"/>
                </a:spcBef>
                <a:spcAft>
                  <a:spcPts val="0"/>
                </a:spcAft>
                <a:buClrTx/>
                <a:buSzPct val="100000"/>
                <a:buFontTx/>
                <a:buNone/>
                <a:tabLst/>
                <a:defRPr/>
              </a:pPr>
              <a:r>
                <a:rPr lang="en-SG" sz="800" b="1" kern="0">
                  <a:solidFill>
                    <a:srgbClr val="5A5A5A"/>
                  </a:solidFill>
                  <a:ea typeface="ヒラギノ角ゴ ProN W3" charset="0"/>
                  <a:sym typeface="Gotham Book" charset="0"/>
                </a:rPr>
                <a:t>Investors/ Lending Institutions</a:t>
              </a:r>
              <a:endParaRPr kumimoji="0" lang="en-US" sz="800" b="1" i="0" u="none" strike="noStrike" kern="0" cap="none" spc="0" normalizeH="0" baseline="0" noProof="0">
                <a:ln>
                  <a:noFill/>
                </a:ln>
                <a:solidFill>
                  <a:srgbClr val="5A5A5A"/>
                </a:solidFill>
                <a:effectLst/>
                <a:uLnTx/>
                <a:uFillTx/>
                <a:ea typeface="ヒラギノ角ゴ ProN W3" charset="0"/>
                <a:cs typeface="+mn-cs"/>
                <a:sym typeface="Gotham Book" charset="0"/>
              </a:endParaRPr>
            </a:p>
          </p:txBody>
        </p:sp>
      </p:grpSp>
      <p:cxnSp>
        <p:nvCxnSpPr>
          <p:cNvPr id="94" name="Straight Connector 93">
            <a:extLst>
              <a:ext uri="{FF2B5EF4-FFF2-40B4-BE49-F238E27FC236}">
                <a16:creationId xmlns:a16="http://schemas.microsoft.com/office/drawing/2014/main" id="{643E4530-922B-E966-E897-2FCD42E1425E}"/>
              </a:ext>
            </a:extLst>
          </p:cNvPr>
          <p:cNvCxnSpPr>
            <a:cxnSpLocks/>
          </p:cNvCxnSpPr>
          <p:nvPr/>
        </p:nvCxnSpPr>
        <p:spPr>
          <a:xfrm flipH="1">
            <a:off x="8029732" y="1632890"/>
            <a:ext cx="10992" cy="411502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5" name="Straight Connector 94">
            <a:extLst>
              <a:ext uri="{FF2B5EF4-FFF2-40B4-BE49-F238E27FC236}">
                <a16:creationId xmlns:a16="http://schemas.microsoft.com/office/drawing/2014/main" id="{A24C1C8D-81C7-0B7F-AB58-247B15C38C7F}"/>
              </a:ext>
            </a:extLst>
          </p:cNvPr>
          <p:cNvCxnSpPr>
            <a:cxnSpLocks/>
          </p:cNvCxnSpPr>
          <p:nvPr/>
        </p:nvCxnSpPr>
        <p:spPr>
          <a:xfrm>
            <a:off x="9931752" y="1619952"/>
            <a:ext cx="40770" cy="4127958"/>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6" name="iBar:165/102">
            <a:extLst>
              <a:ext uri="{FF2B5EF4-FFF2-40B4-BE49-F238E27FC236}">
                <a16:creationId xmlns:a16="http://schemas.microsoft.com/office/drawing/2014/main" id="{92A66CE1-5B2E-3B06-B41C-3C5B9869FE64}"/>
              </a:ext>
            </a:extLst>
          </p:cNvPr>
          <p:cNvCxnSpPr>
            <a:cxnSpLocks/>
          </p:cNvCxnSpPr>
          <p:nvPr/>
        </p:nvCxnSpPr>
        <p:spPr>
          <a:xfrm>
            <a:off x="501648" y="6357029"/>
            <a:ext cx="11351278" cy="0"/>
          </a:xfrm>
          <a:prstGeom prst="line">
            <a:avLst/>
          </a:prstGeom>
          <a:ln w="12700">
            <a:solidFill>
              <a:srgbClr val="86BC25"/>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Rectangle 24">
            <a:extLst>
              <a:ext uri="{FF2B5EF4-FFF2-40B4-BE49-F238E27FC236}">
                <a16:creationId xmlns:a16="http://schemas.microsoft.com/office/drawing/2014/main" id="{0EE591AF-6FEC-293C-DB05-8B8C9478F9A7}"/>
              </a:ext>
            </a:extLst>
          </p:cNvPr>
          <p:cNvSpPr/>
          <p:nvPr/>
        </p:nvSpPr>
        <p:spPr bwMode="gray">
          <a:xfrm>
            <a:off x="1115786" y="-6512"/>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Assets and Accelerators</a:t>
            </a:r>
          </a:p>
        </p:txBody>
      </p:sp>
      <p:sp>
        <p:nvSpPr>
          <p:cNvPr id="97" name="Freeform 15">
            <a:extLst>
              <a:ext uri="{FF2B5EF4-FFF2-40B4-BE49-F238E27FC236}">
                <a16:creationId xmlns:a16="http://schemas.microsoft.com/office/drawing/2014/main" id="{8D9D8225-8D02-C629-5718-5E52C35BE84A}"/>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99" name="Freeform 16">
            <a:extLst>
              <a:ext uri="{FF2B5EF4-FFF2-40B4-BE49-F238E27FC236}">
                <a16:creationId xmlns:a16="http://schemas.microsoft.com/office/drawing/2014/main" id="{B1840C0B-9CE5-8AC2-A3DE-C028F18ACB06}"/>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00" name="Freeform 6">
            <a:extLst>
              <a:ext uri="{FF2B5EF4-FFF2-40B4-BE49-F238E27FC236}">
                <a16:creationId xmlns:a16="http://schemas.microsoft.com/office/drawing/2014/main" id="{FF0EAD48-E5F0-98A5-E16E-2596F2B959AD}"/>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01" name="Freeform 6">
            <a:extLst>
              <a:ext uri="{FF2B5EF4-FFF2-40B4-BE49-F238E27FC236}">
                <a16:creationId xmlns:a16="http://schemas.microsoft.com/office/drawing/2014/main" id="{C1E5082C-973E-E902-2376-777E99781246}"/>
              </a:ext>
            </a:extLst>
          </p:cNvPr>
          <p:cNvSpPr>
            <a:spLocks/>
          </p:cNvSpPr>
          <p:nvPr/>
        </p:nvSpPr>
        <p:spPr bwMode="gray">
          <a:xfrm>
            <a:off x="878347"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02" name="Freeform 15">
            <a:extLst>
              <a:ext uri="{FF2B5EF4-FFF2-40B4-BE49-F238E27FC236}">
                <a16:creationId xmlns:a16="http://schemas.microsoft.com/office/drawing/2014/main" id="{2AAAF377-D74F-FE0B-3804-4EF33410DBFA}"/>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03" name="Freeform 16">
            <a:extLst>
              <a:ext uri="{FF2B5EF4-FFF2-40B4-BE49-F238E27FC236}">
                <a16:creationId xmlns:a16="http://schemas.microsoft.com/office/drawing/2014/main" id="{103238B5-02BF-6A81-52DF-0F64FFE4BC8E}"/>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04" name="Freeform 6">
            <a:extLst>
              <a:ext uri="{FF2B5EF4-FFF2-40B4-BE49-F238E27FC236}">
                <a16:creationId xmlns:a16="http://schemas.microsoft.com/office/drawing/2014/main" id="{8D53EE10-2893-5F14-5B4C-33F1823F8337}"/>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05" name="Freeform 6">
            <a:extLst>
              <a:ext uri="{FF2B5EF4-FFF2-40B4-BE49-F238E27FC236}">
                <a16:creationId xmlns:a16="http://schemas.microsoft.com/office/drawing/2014/main" id="{1239A113-6F98-1D6E-23E2-C722A3D36A32}"/>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3654345785"/>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Our Alliances</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3" y="3429000"/>
            <a:ext cx="8577100" cy="1015663"/>
          </a:xfrm>
          <a:prstGeom prst="rect">
            <a:avLst/>
          </a:prstGeom>
          <a:noFill/>
        </p:spPr>
        <p:txBody>
          <a:bodyPr wrap="square">
            <a:spAutoFit/>
          </a:bodyPr>
          <a:lstStyle/>
          <a:p>
            <a:r>
              <a:rPr lang="en-US" sz="2000" dirty="0">
                <a:solidFill>
                  <a:schemeClr val="bg1"/>
                </a:solidFill>
              </a:rPr>
              <a:t>Deloitte and its alliance partners have collaborated to create a diverse array of custom-made solutions that address the unique demands of prominent organizations, including those at the forefront of pioneering business strategies.</a:t>
            </a:r>
          </a:p>
        </p:txBody>
      </p:sp>
    </p:spTree>
    <p:extLst>
      <p:ext uri="{BB962C8B-B14F-4D97-AF65-F5344CB8AC3E}">
        <p14:creationId xmlns:p14="http://schemas.microsoft.com/office/powerpoint/2010/main" val="4097336266"/>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CA5F93C1-58DB-9A59-8AF2-F81995D34EBD}"/>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CA5F93C1-58DB-9A59-8AF2-F81995D34EB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AC99F732-72BD-0AE3-7141-3BA2C475B079}"/>
              </a:ext>
            </a:extLst>
          </p:cNvPr>
          <p:cNvSpPr>
            <a:spLocks noGrp="1"/>
          </p:cNvSpPr>
          <p:nvPr>
            <p:ph type="body" sz="quarter" idx="13"/>
          </p:nvPr>
        </p:nvSpPr>
        <p:spPr/>
        <p:txBody>
          <a:bodyPr/>
          <a:lstStyle/>
          <a:p>
            <a:r>
              <a:rPr lang="en-US" dirty="0"/>
              <a:t>Deloitte is a globally recognized leader in enterprise digital transformation through successful collaborations with major alliances</a:t>
            </a:r>
          </a:p>
        </p:txBody>
      </p:sp>
      <p:sp>
        <p:nvSpPr>
          <p:cNvPr id="3" name="Title 2">
            <a:extLst>
              <a:ext uri="{FF2B5EF4-FFF2-40B4-BE49-F238E27FC236}">
                <a16:creationId xmlns:a16="http://schemas.microsoft.com/office/drawing/2014/main" id="{9C0DA823-9359-D783-F3E7-CB73D9D30958}"/>
              </a:ext>
            </a:extLst>
          </p:cNvPr>
          <p:cNvSpPr>
            <a:spLocks noGrp="1"/>
          </p:cNvSpPr>
          <p:nvPr>
            <p:ph type="title"/>
          </p:nvPr>
        </p:nvSpPr>
        <p:spPr/>
        <p:txBody>
          <a:bodyPr vert="horz"/>
          <a:lstStyle/>
          <a:p>
            <a:r>
              <a:rPr lang="en-US" dirty="0"/>
              <a:t>Our Alliances </a:t>
            </a:r>
          </a:p>
        </p:txBody>
      </p:sp>
      <p:sp>
        <p:nvSpPr>
          <p:cNvPr id="6" name="Pentagon 23">
            <a:extLst>
              <a:ext uri="{FF2B5EF4-FFF2-40B4-BE49-F238E27FC236}">
                <a16:creationId xmlns:a16="http://schemas.microsoft.com/office/drawing/2014/main" id="{687D4528-C5E3-1924-C383-1850627D8BB6}"/>
              </a:ext>
            </a:extLst>
          </p:cNvPr>
          <p:cNvSpPr/>
          <p:nvPr/>
        </p:nvSpPr>
        <p:spPr bwMode="gray">
          <a:xfrm>
            <a:off x="1589318" y="3394124"/>
            <a:ext cx="7817750" cy="661720"/>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p>
            <a:pPr>
              <a:spcAft>
                <a:spcPts val="600"/>
              </a:spcAft>
            </a:pPr>
            <a:r>
              <a:rPr lang="en-US" sz="1400" b="1" dirty="0">
                <a:solidFill>
                  <a:srgbClr val="0097A9"/>
                </a:solidFill>
                <a:ea typeface="Open Sans" panose="020B0606030504020204" pitchFamily="34" charset="0"/>
                <a:cs typeface="Open Sans" panose="020B0606030504020204" pitchFamily="34" charset="0"/>
              </a:rPr>
              <a:t>Business transformation and quality leader</a:t>
            </a:r>
          </a:p>
          <a:p>
            <a:pPr>
              <a:spcAft>
                <a:spcPts val="600"/>
              </a:spcAft>
            </a:pPr>
            <a:r>
              <a:rPr lang="en-US" sz="1200" dirty="0">
                <a:solidFill>
                  <a:schemeClr val="tx1"/>
                </a:solidFill>
                <a:ea typeface="Open Sans" panose="020B0606030504020204" pitchFamily="34" charset="0"/>
                <a:cs typeface="Open Sans" panose="020B0606030504020204" pitchFamily="34" charset="0"/>
              </a:rPr>
              <a:t>A leader in the digital ecosystem for global, complex transformation projects with proven solutions and methodologies, we have been recognized by analysts consistently as leader business transformations </a:t>
            </a:r>
            <a:r>
              <a:rPr lang="en-US" sz="1200" b="1" dirty="0">
                <a:solidFill>
                  <a:schemeClr val="tx1"/>
                </a:solidFill>
                <a:ea typeface="Open Sans" panose="020B0606030504020204" pitchFamily="34" charset="0"/>
                <a:cs typeface="Open Sans" panose="020B0606030504020204" pitchFamily="34" charset="0"/>
              </a:rPr>
              <a:t>of Public Utilities &amp; Industries</a:t>
            </a:r>
            <a:r>
              <a:rPr lang="en-US" sz="1200" dirty="0">
                <a:solidFill>
                  <a:schemeClr val="tx1"/>
                </a:solidFill>
                <a:ea typeface="Open Sans" panose="020B0606030504020204" pitchFamily="34" charset="0"/>
                <a:cs typeface="Open Sans" panose="020B0606030504020204" pitchFamily="34" charset="0"/>
              </a:rPr>
              <a:t>.</a:t>
            </a:r>
            <a:endParaRPr lang="en-US" sz="1200" dirty="0">
              <a:solidFill>
                <a:prstClr val="black"/>
              </a:solidFill>
              <a:cs typeface="Open Sans"/>
            </a:endParaRPr>
          </a:p>
        </p:txBody>
      </p:sp>
      <p:sp>
        <p:nvSpPr>
          <p:cNvPr id="7" name="Pentagon 23">
            <a:extLst>
              <a:ext uri="{FF2B5EF4-FFF2-40B4-BE49-F238E27FC236}">
                <a16:creationId xmlns:a16="http://schemas.microsoft.com/office/drawing/2014/main" id="{FE3D9D27-4B5E-D4B4-6D40-09F338CE433E}"/>
              </a:ext>
            </a:extLst>
          </p:cNvPr>
          <p:cNvSpPr/>
          <p:nvPr/>
        </p:nvSpPr>
        <p:spPr bwMode="gray">
          <a:xfrm>
            <a:off x="1589319" y="5543928"/>
            <a:ext cx="7817750" cy="661720"/>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p>
            <a:pPr>
              <a:spcAft>
                <a:spcPts val="600"/>
              </a:spcAft>
            </a:pPr>
            <a:r>
              <a:rPr lang="en-US" sz="1400" b="1" dirty="0">
                <a:solidFill>
                  <a:srgbClr val="53565A"/>
                </a:solidFill>
                <a:ea typeface="Open Sans" panose="020B0606030504020204" pitchFamily="34" charset="0"/>
                <a:cs typeface="Open Sans" panose="020B0606030504020204" pitchFamily="34" charset="0"/>
              </a:rPr>
              <a:t>Blended global delivery model and usage</a:t>
            </a:r>
          </a:p>
          <a:p>
            <a:pPr>
              <a:spcAft>
                <a:spcPts val="600"/>
              </a:spcAft>
            </a:pPr>
            <a:r>
              <a:rPr lang="en-US" sz="1200" dirty="0">
                <a:solidFill>
                  <a:schemeClr val="tx1"/>
                </a:solidFill>
                <a:ea typeface="Open Sans" panose="020B0606030504020204" pitchFamily="34" charset="0"/>
                <a:cs typeface="Open Sans" panose="020B0606030504020204" pitchFamily="34" charset="0"/>
              </a:rPr>
              <a:t>We have one of the </a:t>
            </a:r>
            <a:r>
              <a:rPr lang="en-US" sz="1200" b="1" dirty="0">
                <a:solidFill>
                  <a:schemeClr val="tx1"/>
                </a:solidFill>
                <a:ea typeface="Open Sans" panose="020B0606030504020204" pitchFamily="34" charset="0"/>
                <a:cs typeface="Open Sans" panose="020B0606030504020204" pitchFamily="34" charset="0"/>
              </a:rPr>
              <a:t>largest ecosystems of certified delivery center practitioners in India</a:t>
            </a:r>
            <a:r>
              <a:rPr lang="en-US" sz="1200" dirty="0">
                <a:solidFill>
                  <a:schemeClr val="tx1"/>
                </a:solidFill>
                <a:ea typeface="Open Sans" panose="020B0606030504020204" pitchFamily="34" charset="0"/>
                <a:cs typeface="Open Sans" panose="020B0606030504020204" pitchFamily="34" charset="0"/>
              </a:rPr>
              <a:t> with regional hubs in the different countries. Our dedicated team and delivery centers enable coverage around the clock to meet our clients’ needs.</a:t>
            </a:r>
            <a:endParaRPr lang="en-US" sz="1800" dirty="0">
              <a:solidFill>
                <a:schemeClr val="tx1"/>
              </a:solidFill>
              <a:ea typeface="Open Sans" panose="020B0606030504020204" pitchFamily="34" charset="0"/>
              <a:cs typeface="Open Sans" panose="020B0606030504020204" pitchFamily="34" charset="0"/>
            </a:endParaRPr>
          </a:p>
        </p:txBody>
      </p:sp>
      <p:sp>
        <p:nvSpPr>
          <p:cNvPr id="8" name="Pentagon 23">
            <a:extLst>
              <a:ext uri="{FF2B5EF4-FFF2-40B4-BE49-F238E27FC236}">
                <a16:creationId xmlns:a16="http://schemas.microsoft.com/office/drawing/2014/main" id="{B0A78FAB-E340-0A65-3DCA-E95890737AAF}"/>
              </a:ext>
            </a:extLst>
          </p:cNvPr>
          <p:cNvSpPr/>
          <p:nvPr/>
        </p:nvSpPr>
        <p:spPr bwMode="gray">
          <a:xfrm>
            <a:off x="1589318" y="4376692"/>
            <a:ext cx="7817751" cy="1031051"/>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p>
            <a:pPr>
              <a:spcAft>
                <a:spcPts val="600"/>
              </a:spcAft>
            </a:pPr>
            <a:r>
              <a:rPr lang="en-US" sz="1400" b="1" dirty="0">
                <a:solidFill>
                  <a:srgbClr val="046A38"/>
                </a:solidFill>
                <a:ea typeface="Open Sans" panose="020B0606030504020204" pitchFamily="34" charset="0"/>
                <a:cs typeface="Open Sans" panose="020B0606030504020204" pitchFamily="34" charset="0"/>
              </a:rPr>
              <a:t>Industry knowledge and accelerators</a:t>
            </a:r>
          </a:p>
          <a:p>
            <a:pPr>
              <a:spcAft>
                <a:spcPts val="600"/>
              </a:spcAft>
            </a:pPr>
            <a:r>
              <a:rPr lang="en-US" sz="1200" dirty="0">
                <a:solidFill>
                  <a:schemeClr val="tx1"/>
                </a:solidFill>
                <a:ea typeface="Open Sans" panose="020B0606030504020204" pitchFamily="34" charset="0"/>
                <a:cs typeface="Open Sans" panose="020B0606030504020204" pitchFamily="34" charset="0"/>
              </a:rPr>
              <a:t>Deloitte develops product implementation accelerators to enable our clients’ enterprise digital transformation and deliver faster impact to value. </a:t>
            </a:r>
            <a:r>
              <a:rPr lang="en-US" sz="1200" b="1" dirty="0">
                <a:solidFill>
                  <a:schemeClr val="tx1"/>
                </a:solidFill>
                <a:ea typeface="Open Sans" panose="020B0606030504020204" pitchFamily="34" charset="0"/>
                <a:cs typeface="Open Sans" panose="020B0606030504020204" pitchFamily="34" charset="0"/>
              </a:rPr>
              <a:t>Deloitte </a:t>
            </a:r>
            <a:r>
              <a:rPr lang="en-US" sz="1200" b="1" dirty="0" err="1">
                <a:solidFill>
                  <a:schemeClr val="tx1"/>
                </a:solidFill>
                <a:ea typeface="Open Sans" panose="020B0606030504020204" pitchFamily="34" charset="0"/>
                <a:cs typeface="Open Sans" panose="020B0606030504020204" pitchFamily="34" charset="0"/>
              </a:rPr>
              <a:t>Ascend</a:t>
            </a:r>
            <a:r>
              <a:rPr lang="en-US" sz="1200" b="1" baseline="30000" dirty="0" err="1">
                <a:solidFill>
                  <a:schemeClr val="tx1"/>
                </a:solidFill>
                <a:ea typeface="Open Sans" panose="020B0606030504020204" pitchFamily="34" charset="0"/>
                <a:cs typeface="Open Sans" panose="020B0606030504020204" pitchFamily="34" charset="0"/>
              </a:rPr>
              <a:t>TM</a:t>
            </a:r>
            <a:r>
              <a:rPr lang="en-US" sz="1200" b="1" dirty="0">
                <a:solidFill>
                  <a:schemeClr val="tx1"/>
                </a:solidFill>
                <a:ea typeface="Open Sans" panose="020B0606030504020204" pitchFamily="34" charset="0"/>
                <a:cs typeface="Open Sans" panose="020B0606030504020204" pitchFamily="34" charset="0"/>
              </a:rPr>
              <a:t> is a digital transformation platform designed to help you reimagine your processes</a:t>
            </a:r>
            <a:r>
              <a:rPr lang="en-US" sz="1200" dirty="0">
                <a:solidFill>
                  <a:schemeClr val="tx1"/>
                </a:solidFill>
                <a:ea typeface="Open Sans" panose="020B0606030504020204" pitchFamily="34" charset="0"/>
                <a:cs typeface="Open Sans" panose="020B0606030504020204" pitchFamily="34" charset="0"/>
              </a:rPr>
              <a:t>, accelerate implementation, and maximize value of your Cloud investment with our industry leading solutions, innovation, and automation.</a:t>
            </a:r>
          </a:p>
        </p:txBody>
      </p:sp>
      <p:sp>
        <p:nvSpPr>
          <p:cNvPr id="9" name="Pentagon 23">
            <a:extLst>
              <a:ext uri="{FF2B5EF4-FFF2-40B4-BE49-F238E27FC236}">
                <a16:creationId xmlns:a16="http://schemas.microsoft.com/office/drawing/2014/main" id="{92F306BE-71BF-BEF9-581C-891EC999B175}"/>
              </a:ext>
            </a:extLst>
          </p:cNvPr>
          <p:cNvSpPr/>
          <p:nvPr/>
        </p:nvSpPr>
        <p:spPr bwMode="gray">
          <a:xfrm>
            <a:off x="1589318" y="2366148"/>
            <a:ext cx="7817750" cy="84638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p>
            <a:pPr>
              <a:spcAft>
                <a:spcPts val="600"/>
              </a:spcAft>
            </a:pPr>
            <a:r>
              <a:rPr lang="en-US" sz="1400" b="1" dirty="0">
                <a:solidFill>
                  <a:srgbClr val="86BC25"/>
                </a:solidFill>
                <a:ea typeface="Open Sans" panose="020B0606030504020204" pitchFamily="34" charset="0"/>
                <a:cs typeface="Open Sans" panose="020B0606030504020204" pitchFamily="34" charset="0"/>
              </a:rPr>
              <a:t>Size, breadth, and global reach of services</a:t>
            </a:r>
          </a:p>
          <a:p>
            <a:pPr>
              <a:spcAft>
                <a:spcPts val="600"/>
              </a:spcAft>
            </a:pPr>
            <a:r>
              <a:rPr lang="en-US" sz="1200" dirty="0">
                <a:solidFill>
                  <a:schemeClr val="tx1"/>
                </a:solidFill>
                <a:ea typeface="Open Sans" panose="020B0606030504020204" pitchFamily="34" charset="0"/>
                <a:cs typeface="Open Sans" panose="020B0606030504020204" pitchFamily="34" charset="0"/>
              </a:rPr>
              <a:t>We have the breadth and depth of service capabilities across </a:t>
            </a:r>
            <a:r>
              <a:rPr lang="en-US" sz="1200" b="1" dirty="0">
                <a:solidFill>
                  <a:schemeClr val="tx1"/>
                </a:solidFill>
                <a:ea typeface="Open Sans" panose="020B0606030504020204" pitchFamily="34" charset="0"/>
                <a:cs typeface="Open Sans" panose="020B0606030504020204" pitchFamily="34" charset="0"/>
              </a:rPr>
              <a:t>consulting, advisory, implementation, and application management services</a:t>
            </a:r>
            <a:r>
              <a:rPr lang="en-US" sz="1200" dirty="0">
                <a:solidFill>
                  <a:schemeClr val="tx1"/>
                </a:solidFill>
                <a:ea typeface="Open Sans" panose="020B0606030504020204" pitchFamily="34" charset="0"/>
                <a:cs typeface="Open Sans" panose="020B0606030504020204" pitchFamily="34" charset="0"/>
              </a:rPr>
              <a:t>. We offer end-to-end services inclusive of cybersecurity, tax, global mobility, payroll outsourcing, and development of business processes.</a:t>
            </a:r>
          </a:p>
        </p:txBody>
      </p:sp>
      <p:sp>
        <p:nvSpPr>
          <p:cNvPr id="10" name="Pentagon 23">
            <a:extLst>
              <a:ext uri="{FF2B5EF4-FFF2-40B4-BE49-F238E27FC236}">
                <a16:creationId xmlns:a16="http://schemas.microsoft.com/office/drawing/2014/main" id="{646B222D-F530-7DEC-D8A0-9241C111BA72}"/>
              </a:ext>
            </a:extLst>
          </p:cNvPr>
          <p:cNvSpPr/>
          <p:nvPr/>
        </p:nvSpPr>
        <p:spPr bwMode="gray">
          <a:xfrm>
            <a:off x="1588880" y="1341255"/>
            <a:ext cx="7786348" cy="84638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p>
            <a:pPr>
              <a:spcAft>
                <a:spcPts val="600"/>
              </a:spcAft>
            </a:pPr>
            <a:r>
              <a:rPr lang="en-US" sz="1400" b="1" dirty="0">
                <a:solidFill>
                  <a:srgbClr val="62B5E5"/>
                </a:solidFill>
                <a:ea typeface="Open Sans" panose="020B0606030504020204" pitchFamily="34" charset="0"/>
                <a:cs typeface="Open Sans" panose="020B0606030504020204" pitchFamily="34" charset="0"/>
              </a:rPr>
              <a:t>Collective experience</a:t>
            </a:r>
          </a:p>
          <a:p>
            <a:pPr>
              <a:spcAft>
                <a:spcPts val="600"/>
              </a:spcAft>
            </a:pPr>
            <a:r>
              <a:rPr lang="en-US" sz="1200" dirty="0">
                <a:solidFill>
                  <a:schemeClr val="tx1"/>
                </a:solidFill>
                <a:ea typeface="Open Sans" panose="020B0606030504020204" pitchFamily="34" charset="0"/>
                <a:cs typeface="Open Sans" panose="020B0606030504020204" pitchFamily="34" charset="0"/>
              </a:rPr>
              <a:t>Deloitte is the leader in enterprise digital transformation. We have the collective wisdom, knowledge, and experience from our global practitioners, having successfully multiple assignments with our alliances such as </a:t>
            </a:r>
            <a:r>
              <a:rPr lang="en-US" sz="1200" b="1" dirty="0">
                <a:solidFill>
                  <a:schemeClr val="tx1"/>
                </a:solidFill>
                <a:ea typeface="Open Sans" panose="020B0606030504020204" pitchFamily="34" charset="0"/>
                <a:cs typeface="Open Sans" panose="020B0606030504020204" pitchFamily="34" charset="0"/>
              </a:rPr>
              <a:t>SAP, Microsoft Azure, Oracle, AWS, Salesforce, Google Cloud etc.</a:t>
            </a:r>
          </a:p>
        </p:txBody>
      </p:sp>
      <p:grpSp>
        <p:nvGrpSpPr>
          <p:cNvPr id="11" name="Group 10">
            <a:extLst>
              <a:ext uri="{FF2B5EF4-FFF2-40B4-BE49-F238E27FC236}">
                <a16:creationId xmlns:a16="http://schemas.microsoft.com/office/drawing/2014/main" id="{288CCD51-00E3-5BF6-3EFF-0957CBEBFC2F}"/>
              </a:ext>
            </a:extLst>
          </p:cNvPr>
          <p:cNvGrpSpPr/>
          <p:nvPr/>
        </p:nvGrpSpPr>
        <p:grpSpPr>
          <a:xfrm>
            <a:off x="449260" y="1268408"/>
            <a:ext cx="901233" cy="901233"/>
            <a:chOff x="463549" y="1327461"/>
            <a:chExt cx="901233" cy="901233"/>
          </a:xfrm>
          <a:solidFill>
            <a:srgbClr val="62B5E5"/>
          </a:solidFill>
        </p:grpSpPr>
        <p:grpSp>
          <p:nvGrpSpPr>
            <p:cNvPr id="12" name="Group 749">
              <a:extLst>
                <a:ext uri="{FF2B5EF4-FFF2-40B4-BE49-F238E27FC236}">
                  <a16:creationId xmlns:a16="http://schemas.microsoft.com/office/drawing/2014/main" id="{C3504004-DEFB-0FC6-0642-A3A6DEBB8D8B}"/>
                </a:ext>
              </a:extLst>
            </p:cNvPr>
            <p:cNvGrpSpPr>
              <a:grpSpLocks noChangeAspect="1"/>
            </p:cNvGrpSpPr>
            <p:nvPr/>
          </p:nvGrpSpPr>
          <p:grpSpPr bwMode="auto">
            <a:xfrm>
              <a:off x="616985" y="1480897"/>
              <a:ext cx="594360" cy="594360"/>
              <a:chOff x="3520" y="2686"/>
              <a:chExt cx="340" cy="340"/>
            </a:xfrm>
            <a:grpFill/>
          </p:grpSpPr>
          <p:sp>
            <p:nvSpPr>
              <p:cNvPr id="14" name="Freeform 750">
                <a:extLst>
                  <a:ext uri="{FF2B5EF4-FFF2-40B4-BE49-F238E27FC236}">
                    <a16:creationId xmlns:a16="http://schemas.microsoft.com/office/drawing/2014/main" id="{1DCD304D-1C1B-A572-3861-C963FFE5EA37}"/>
                  </a:ext>
                </a:extLst>
              </p:cNvPr>
              <p:cNvSpPr>
                <a:spLocks noEditPoints="1"/>
              </p:cNvSpPr>
              <p:nvPr/>
            </p:nvSpPr>
            <p:spPr bwMode="auto">
              <a:xfrm>
                <a:off x="3520" y="2686"/>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5" name="Freeform 751">
                <a:extLst>
                  <a:ext uri="{FF2B5EF4-FFF2-40B4-BE49-F238E27FC236}">
                    <a16:creationId xmlns:a16="http://schemas.microsoft.com/office/drawing/2014/main" id="{D017F72F-FA54-4FE5-3460-891AE6E4521F}"/>
                  </a:ext>
                </a:extLst>
              </p:cNvPr>
              <p:cNvSpPr>
                <a:spLocks/>
              </p:cNvSpPr>
              <p:nvPr/>
            </p:nvSpPr>
            <p:spPr bwMode="auto">
              <a:xfrm>
                <a:off x="3582" y="2789"/>
                <a:ext cx="144" cy="137"/>
              </a:xfrm>
              <a:custGeom>
                <a:avLst/>
                <a:gdLst>
                  <a:gd name="T0" fmla="*/ 209 w 216"/>
                  <a:gd name="T1" fmla="*/ 187 h 207"/>
                  <a:gd name="T2" fmla="*/ 171 w 216"/>
                  <a:gd name="T3" fmla="*/ 179 h 207"/>
                  <a:gd name="T4" fmla="*/ 156 w 216"/>
                  <a:gd name="T5" fmla="*/ 177 h 207"/>
                  <a:gd name="T6" fmla="*/ 145 w 216"/>
                  <a:gd name="T7" fmla="*/ 147 h 207"/>
                  <a:gd name="T8" fmla="*/ 167 w 216"/>
                  <a:gd name="T9" fmla="*/ 96 h 207"/>
                  <a:gd name="T10" fmla="*/ 157 w 216"/>
                  <a:gd name="T11" fmla="*/ 22 h 207"/>
                  <a:gd name="T12" fmla="*/ 108 w 216"/>
                  <a:gd name="T13" fmla="*/ 0 h 207"/>
                  <a:gd name="T14" fmla="*/ 59 w 216"/>
                  <a:gd name="T15" fmla="*/ 22 h 207"/>
                  <a:gd name="T16" fmla="*/ 50 w 216"/>
                  <a:gd name="T17" fmla="*/ 96 h 207"/>
                  <a:gd name="T18" fmla="*/ 72 w 216"/>
                  <a:gd name="T19" fmla="*/ 147 h 207"/>
                  <a:gd name="T20" fmla="*/ 61 w 216"/>
                  <a:gd name="T21" fmla="*/ 177 h 207"/>
                  <a:gd name="T22" fmla="*/ 45 w 216"/>
                  <a:gd name="T23" fmla="*/ 179 h 207"/>
                  <a:gd name="T24" fmla="*/ 8 w 216"/>
                  <a:gd name="T25" fmla="*/ 187 h 207"/>
                  <a:gd name="T26" fmla="*/ 3 w 216"/>
                  <a:gd name="T27" fmla="*/ 201 h 207"/>
                  <a:gd name="T28" fmla="*/ 12 w 216"/>
                  <a:gd name="T29" fmla="*/ 207 h 207"/>
                  <a:gd name="T30" fmla="*/ 17 w 216"/>
                  <a:gd name="T31" fmla="*/ 206 h 207"/>
                  <a:gd name="T32" fmla="*/ 46 w 216"/>
                  <a:gd name="T33" fmla="*/ 200 h 207"/>
                  <a:gd name="T34" fmla="*/ 71 w 216"/>
                  <a:gd name="T35" fmla="*/ 195 h 207"/>
                  <a:gd name="T36" fmla="*/ 91 w 216"/>
                  <a:gd name="T37" fmla="*/ 162 h 207"/>
                  <a:gd name="T38" fmla="*/ 90 w 216"/>
                  <a:gd name="T39" fmla="*/ 135 h 207"/>
                  <a:gd name="T40" fmla="*/ 71 w 216"/>
                  <a:gd name="T41" fmla="*/ 91 h 207"/>
                  <a:gd name="T42" fmla="*/ 76 w 216"/>
                  <a:gd name="T43" fmla="*/ 36 h 207"/>
                  <a:gd name="T44" fmla="*/ 108 w 216"/>
                  <a:gd name="T45" fmla="*/ 22 h 207"/>
                  <a:gd name="T46" fmla="*/ 108 w 216"/>
                  <a:gd name="T47" fmla="*/ 21 h 207"/>
                  <a:gd name="T48" fmla="*/ 109 w 216"/>
                  <a:gd name="T49" fmla="*/ 22 h 207"/>
                  <a:gd name="T50" fmla="*/ 141 w 216"/>
                  <a:gd name="T51" fmla="*/ 36 h 207"/>
                  <a:gd name="T52" fmla="*/ 146 w 216"/>
                  <a:gd name="T53" fmla="*/ 91 h 207"/>
                  <a:gd name="T54" fmla="*/ 127 w 216"/>
                  <a:gd name="T55" fmla="*/ 135 h 207"/>
                  <a:gd name="T56" fmla="*/ 125 w 216"/>
                  <a:gd name="T57" fmla="*/ 162 h 207"/>
                  <a:gd name="T58" fmla="*/ 146 w 216"/>
                  <a:gd name="T59" fmla="*/ 195 h 207"/>
                  <a:gd name="T60" fmla="*/ 170 w 216"/>
                  <a:gd name="T61" fmla="*/ 200 h 207"/>
                  <a:gd name="T62" fmla="*/ 200 w 216"/>
                  <a:gd name="T63" fmla="*/ 206 h 207"/>
                  <a:gd name="T64" fmla="*/ 204 w 216"/>
                  <a:gd name="T65" fmla="*/ 207 h 207"/>
                  <a:gd name="T66" fmla="*/ 214 w 216"/>
                  <a:gd name="T67" fmla="*/ 201 h 207"/>
                  <a:gd name="T68" fmla="*/ 209 w 216"/>
                  <a:gd name="T69" fmla="*/ 18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07">
                    <a:moveTo>
                      <a:pt x="209" y="187"/>
                    </a:moveTo>
                    <a:cubicBezTo>
                      <a:pt x="194" y="180"/>
                      <a:pt x="182" y="180"/>
                      <a:pt x="171" y="179"/>
                    </a:cubicBezTo>
                    <a:cubicBezTo>
                      <a:pt x="165" y="179"/>
                      <a:pt x="159" y="179"/>
                      <a:pt x="156" y="177"/>
                    </a:cubicBezTo>
                    <a:cubicBezTo>
                      <a:pt x="149" y="173"/>
                      <a:pt x="143" y="153"/>
                      <a:pt x="145" y="147"/>
                    </a:cubicBezTo>
                    <a:cubicBezTo>
                      <a:pt x="153" y="134"/>
                      <a:pt x="162" y="114"/>
                      <a:pt x="167" y="96"/>
                    </a:cubicBezTo>
                    <a:cubicBezTo>
                      <a:pt x="174" y="64"/>
                      <a:pt x="171" y="39"/>
                      <a:pt x="157" y="22"/>
                    </a:cubicBezTo>
                    <a:cubicBezTo>
                      <a:pt x="139" y="0"/>
                      <a:pt x="111" y="0"/>
                      <a:pt x="108" y="0"/>
                    </a:cubicBezTo>
                    <a:cubicBezTo>
                      <a:pt x="106" y="0"/>
                      <a:pt x="77" y="0"/>
                      <a:pt x="59" y="22"/>
                    </a:cubicBezTo>
                    <a:cubicBezTo>
                      <a:pt x="45" y="39"/>
                      <a:pt x="42" y="64"/>
                      <a:pt x="50" y="96"/>
                    </a:cubicBezTo>
                    <a:cubicBezTo>
                      <a:pt x="54" y="114"/>
                      <a:pt x="63" y="134"/>
                      <a:pt x="72" y="147"/>
                    </a:cubicBezTo>
                    <a:cubicBezTo>
                      <a:pt x="73" y="153"/>
                      <a:pt x="67" y="173"/>
                      <a:pt x="61" y="177"/>
                    </a:cubicBezTo>
                    <a:cubicBezTo>
                      <a:pt x="57" y="179"/>
                      <a:pt x="52" y="179"/>
                      <a:pt x="45" y="179"/>
                    </a:cubicBezTo>
                    <a:cubicBezTo>
                      <a:pt x="35" y="180"/>
                      <a:pt x="22" y="180"/>
                      <a:pt x="8" y="187"/>
                    </a:cubicBezTo>
                    <a:cubicBezTo>
                      <a:pt x="2" y="189"/>
                      <a:pt x="0" y="196"/>
                      <a:pt x="3" y="201"/>
                    </a:cubicBezTo>
                    <a:cubicBezTo>
                      <a:pt x="4" y="205"/>
                      <a:pt x="8" y="207"/>
                      <a:pt x="12" y="207"/>
                    </a:cubicBezTo>
                    <a:cubicBezTo>
                      <a:pt x="14" y="207"/>
                      <a:pt x="15" y="207"/>
                      <a:pt x="17" y="206"/>
                    </a:cubicBezTo>
                    <a:cubicBezTo>
                      <a:pt x="28" y="201"/>
                      <a:pt x="37" y="201"/>
                      <a:pt x="46" y="200"/>
                    </a:cubicBezTo>
                    <a:cubicBezTo>
                      <a:pt x="55" y="200"/>
                      <a:pt x="63" y="200"/>
                      <a:pt x="71" y="195"/>
                    </a:cubicBezTo>
                    <a:cubicBezTo>
                      <a:pt x="85" y="188"/>
                      <a:pt x="90" y="168"/>
                      <a:pt x="91" y="162"/>
                    </a:cubicBezTo>
                    <a:cubicBezTo>
                      <a:pt x="93" y="153"/>
                      <a:pt x="95" y="142"/>
                      <a:pt x="90" y="135"/>
                    </a:cubicBezTo>
                    <a:cubicBezTo>
                      <a:pt x="82" y="125"/>
                      <a:pt x="74" y="106"/>
                      <a:pt x="71" y="91"/>
                    </a:cubicBezTo>
                    <a:cubicBezTo>
                      <a:pt x="65" y="66"/>
                      <a:pt x="66" y="47"/>
                      <a:pt x="76" y="36"/>
                    </a:cubicBezTo>
                    <a:cubicBezTo>
                      <a:pt x="87" y="21"/>
                      <a:pt x="108" y="22"/>
                      <a:pt x="108" y="22"/>
                    </a:cubicBezTo>
                    <a:cubicBezTo>
                      <a:pt x="108" y="22"/>
                      <a:pt x="108" y="21"/>
                      <a:pt x="108" y="21"/>
                    </a:cubicBezTo>
                    <a:cubicBezTo>
                      <a:pt x="108" y="21"/>
                      <a:pt x="108" y="22"/>
                      <a:pt x="109" y="22"/>
                    </a:cubicBezTo>
                    <a:cubicBezTo>
                      <a:pt x="109" y="22"/>
                      <a:pt x="129" y="21"/>
                      <a:pt x="141" y="36"/>
                    </a:cubicBezTo>
                    <a:cubicBezTo>
                      <a:pt x="150" y="47"/>
                      <a:pt x="152" y="66"/>
                      <a:pt x="146" y="91"/>
                    </a:cubicBezTo>
                    <a:cubicBezTo>
                      <a:pt x="142" y="106"/>
                      <a:pt x="134" y="125"/>
                      <a:pt x="127" y="135"/>
                    </a:cubicBezTo>
                    <a:cubicBezTo>
                      <a:pt x="122" y="142"/>
                      <a:pt x="123" y="153"/>
                      <a:pt x="125" y="162"/>
                    </a:cubicBezTo>
                    <a:cubicBezTo>
                      <a:pt x="126" y="168"/>
                      <a:pt x="132" y="188"/>
                      <a:pt x="146" y="195"/>
                    </a:cubicBezTo>
                    <a:cubicBezTo>
                      <a:pt x="154" y="200"/>
                      <a:pt x="162" y="200"/>
                      <a:pt x="170" y="200"/>
                    </a:cubicBezTo>
                    <a:cubicBezTo>
                      <a:pt x="179" y="201"/>
                      <a:pt x="189" y="201"/>
                      <a:pt x="200" y="206"/>
                    </a:cubicBezTo>
                    <a:cubicBezTo>
                      <a:pt x="201" y="207"/>
                      <a:pt x="203" y="207"/>
                      <a:pt x="204" y="207"/>
                    </a:cubicBezTo>
                    <a:cubicBezTo>
                      <a:pt x="208" y="207"/>
                      <a:pt x="212" y="205"/>
                      <a:pt x="214" y="201"/>
                    </a:cubicBezTo>
                    <a:cubicBezTo>
                      <a:pt x="216" y="196"/>
                      <a:pt x="214" y="189"/>
                      <a:pt x="209" y="18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6" name="Freeform 752">
                <a:extLst>
                  <a:ext uri="{FF2B5EF4-FFF2-40B4-BE49-F238E27FC236}">
                    <a16:creationId xmlns:a16="http://schemas.microsoft.com/office/drawing/2014/main" id="{CDEA4717-3EEC-2C63-D5CF-504155A69552}"/>
                  </a:ext>
                </a:extLst>
              </p:cNvPr>
              <p:cNvSpPr>
                <a:spLocks/>
              </p:cNvSpPr>
              <p:nvPr/>
            </p:nvSpPr>
            <p:spPr bwMode="auto">
              <a:xfrm>
                <a:off x="3702" y="2802"/>
                <a:ext cx="95" cy="111"/>
              </a:xfrm>
              <a:custGeom>
                <a:avLst/>
                <a:gdLst>
                  <a:gd name="T0" fmla="*/ 136 w 143"/>
                  <a:gd name="T1" fmla="*/ 147 h 167"/>
                  <a:gd name="T2" fmla="*/ 109 w 143"/>
                  <a:gd name="T3" fmla="*/ 139 h 167"/>
                  <a:gd name="T4" fmla="*/ 95 w 143"/>
                  <a:gd name="T5" fmla="*/ 136 h 167"/>
                  <a:gd name="T6" fmla="*/ 89 w 143"/>
                  <a:gd name="T7" fmla="*/ 118 h 167"/>
                  <a:gd name="T8" fmla="*/ 106 w 143"/>
                  <a:gd name="T9" fmla="*/ 78 h 167"/>
                  <a:gd name="T10" fmla="*/ 99 w 143"/>
                  <a:gd name="T11" fmla="*/ 20 h 167"/>
                  <a:gd name="T12" fmla="*/ 56 w 143"/>
                  <a:gd name="T13" fmla="*/ 1 h 167"/>
                  <a:gd name="T14" fmla="*/ 14 w 143"/>
                  <a:gd name="T15" fmla="*/ 20 h 167"/>
                  <a:gd name="T16" fmla="*/ 6 w 143"/>
                  <a:gd name="T17" fmla="*/ 78 h 167"/>
                  <a:gd name="T18" fmla="*/ 24 w 143"/>
                  <a:gd name="T19" fmla="*/ 118 h 167"/>
                  <a:gd name="T20" fmla="*/ 18 w 143"/>
                  <a:gd name="T21" fmla="*/ 136 h 167"/>
                  <a:gd name="T22" fmla="*/ 16 w 143"/>
                  <a:gd name="T23" fmla="*/ 151 h 167"/>
                  <a:gd name="T24" fmla="*/ 24 w 143"/>
                  <a:gd name="T25" fmla="*/ 155 h 167"/>
                  <a:gd name="T26" fmla="*/ 31 w 143"/>
                  <a:gd name="T27" fmla="*/ 153 h 167"/>
                  <a:gd name="T28" fmla="*/ 41 w 143"/>
                  <a:gd name="T29" fmla="*/ 107 h 167"/>
                  <a:gd name="T30" fmla="*/ 27 w 143"/>
                  <a:gd name="T31" fmla="*/ 73 h 167"/>
                  <a:gd name="T32" fmla="*/ 31 w 143"/>
                  <a:gd name="T33" fmla="*/ 33 h 167"/>
                  <a:gd name="T34" fmla="*/ 56 w 143"/>
                  <a:gd name="T35" fmla="*/ 22 h 167"/>
                  <a:gd name="T36" fmla="*/ 82 w 143"/>
                  <a:gd name="T37" fmla="*/ 33 h 167"/>
                  <a:gd name="T38" fmla="*/ 86 w 143"/>
                  <a:gd name="T39" fmla="*/ 73 h 167"/>
                  <a:gd name="T40" fmla="*/ 71 w 143"/>
                  <a:gd name="T41" fmla="*/ 107 h 167"/>
                  <a:gd name="T42" fmla="*/ 82 w 143"/>
                  <a:gd name="T43" fmla="*/ 153 h 167"/>
                  <a:gd name="T44" fmla="*/ 83 w 143"/>
                  <a:gd name="T45" fmla="*/ 154 h 167"/>
                  <a:gd name="T46" fmla="*/ 106 w 143"/>
                  <a:gd name="T47" fmla="*/ 160 h 167"/>
                  <a:gd name="T48" fmla="*/ 125 w 143"/>
                  <a:gd name="T49" fmla="*/ 165 h 167"/>
                  <a:gd name="T50" fmla="*/ 131 w 143"/>
                  <a:gd name="T51" fmla="*/ 167 h 167"/>
                  <a:gd name="T52" fmla="*/ 140 w 143"/>
                  <a:gd name="T53" fmla="*/ 162 h 167"/>
                  <a:gd name="T54" fmla="*/ 136 w 143"/>
                  <a:gd name="T55" fmla="*/ 1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167">
                    <a:moveTo>
                      <a:pt x="136" y="147"/>
                    </a:moveTo>
                    <a:cubicBezTo>
                      <a:pt x="128" y="142"/>
                      <a:pt x="118" y="140"/>
                      <a:pt x="109" y="139"/>
                    </a:cubicBezTo>
                    <a:cubicBezTo>
                      <a:pt x="104" y="138"/>
                      <a:pt x="98" y="137"/>
                      <a:pt x="95" y="136"/>
                    </a:cubicBezTo>
                    <a:cubicBezTo>
                      <a:pt x="89" y="131"/>
                      <a:pt x="88" y="121"/>
                      <a:pt x="89" y="118"/>
                    </a:cubicBezTo>
                    <a:cubicBezTo>
                      <a:pt x="96" y="109"/>
                      <a:pt x="103" y="93"/>
                      <a:pt x="106" y="78"/>
                    </a:cubicBezTo>
                    <a:cubicBezTo>
                      <a:pt x="112" y="53"/>
                      <a:pt x="110" y="34"/>
                      <a:pt x="99" y="20"/>
                    </a:cubicBezTo>
                    <a:cubicBezTo>
                      <a:pt x="83" y="0"/>
                      <a:pt x="58" y="1"/>
                      <a:pt x="56" y="1"/>
                    </a:cubicBezTo>
                    <a:cubicBezTo>
                      <a:pt x="54" y="1"/>
                      <a:pt x="30" y="0"/>
                      <a:pt x="14" y="20"/>
                    </a:cubicBezTo>
                    <a:cubicBezTo>
                      <a:pt x="3" y="34"/>
                      <a:pt x="0" y="53"/>
                      <a:pt x="6" y="78"/>
                    </a:cubicBezTo>
                    <a:cubicBezTo>
                      <a:pt x="10" y="93"/>
                      <a:pt x="17" y="109"/>
                      <a:pt x="24" y="118"/>
                    </a:cubicBezTo>
                    <a:cubicBezTo>
                      <a:pt x="25" y="121"/>
                      <a:pt x="24" y="132"/>
                      <a:pt x="18" y="136"/>
                    </a:cubicBezTo>
                    <a:cubicBezTo>
                      <a:pt x="13" y="140"/>
                      <a:pt x="12" y="146"/>
                      <a:pt x="16" y="151"/>
                    </a:cubicBezTo>
                    <a:cubicBezTo>
                      <a:pt x="18" y="154"/>
                      <a:pt x="21" y="155"/>
                      <a:pt x="24" y="155"/>
                    </a:cubicBezTo>
                    <a:cubicBezTo>
                      <a:pt x="26" y="155"/>
                      <a:pt x="29" y="155"/>
                      <a:pt x="31" y="153"/>
                    </a:cubicBezTo>
                    <a:cubicBezTo>
                      <a:pt x="45" y="142"/>
                      <a:pt x="49" y="118"/>
                      <a:pt x="41" y="107"/>
                    </a:cubicBezTo>
                    <a:cubicBezTo>
                      <a:pt x="36" y="99"/>
                      <a:pt x="30" y="85"/>
                      <a:pt x="27" y="73"/>
                    </a:cubicBezTo>
                    <a:cubicBezTo>
                      <a:pt x="23" y="55"/>
                      <a:pt x="24" y="42"/>
                      <a:pt x="31" y="33"/>
                    </a:cubicBezTo>
                    <a:cubicBezTo>
                      <a:pt x="39" y="22"/>
                      <a:pt x="55" y="22"/>
                      <a:pt x="56" y="22"/>
                    </a:cubicBezTo>
                    <a:cubicBezTo>
                      <a:pt x="58" y="22"/>
                      <a:pt x="73" y="22"/>
                      <a:pt x="82" y="33"/>
                    </a:cubicBezTo>
                    <a:cubicBezTo>
                      <a:pt x="89" y="42"/>
                      <a:pt x="90" y="55"/>
                      <a:pt x="86" y="73"/>
                    </a:cubicBezTo>
                    <a:cubicBezTo>
                      <a:pt x="83" y="85"/>
                      <a:pt x="77" y="99"/>
                      <a:pt x="71" y="107"/>
                    </a:cubicBezTo>
                    <a:cubicBezTo>
                      <a:pt x="63" y="118"/>
                      <a:pt x="67" y="142"/>
                      <a:pt x="82" y="153"/>
                    </a:cubicBezTo>
                    <a:cubicBezTo>
                      <a:pt x="82" y="153"/>
                      <a:pt x="83" y="154"/>
                      <a:pt x="83" y="154"/>
                    </a:cubicBezTo>
                    <a:cubicBezTo>
                      <a:pt x="90" y="158"/>
                      <a:pt x="98" y="159"/>
                      <a:pt x="106" y="160"/>
                    </a:cubicBezTo>
                    <a:cubicBezTo>
                      <a:pt x="113" y="161"/>
                      <a:pt x="121" y="162"/>
                      <a:pt x="125" y="165"/>
                    </a:cubicBezTo>
                    <a:cubicBezTo>
                      <a:pt x="127" y="166"/>
                      <a:pt x="129" y="167"/>
                      <a:pt x="131" y="167"/>
                    </a:cubicBezTo>
                    <a:cubicBezTo>
                      <a:pt x="134" y="167"/>
                      <a:pt x="138" y="165"/>
                      <a:pt x="140" y="162"/>
                    </a:cubicBezTo>
                    <a:cubicBezTo>
                      <a:pt x="143" y="157"/>
                      <a:pt x="141" y="150"/>
                      <a:pt x="136" y="1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13" name="Block Arc 12">
              <a:extLst>
                <a:ext uri="{FF2B5EF4-FFF2-40B4-BE49-F238E27FC236}">
                  <a16:creationId xmlns:a16="http://schemas.microsoft.com/office/drawing/2014/main" id="{DD1B5901-66B9-FCED-07B3-80751B62DCA3}"/>
                </a:ext>
              </a:extLst>
            </p:cNvPr>
            <p:cNvSpPr/>
            <p:nvPr/>
          </p:nvSpPr>
          <p:spPr bwMode="gray">
            <a:xfrm>
              <a:off x="463549" y="1327461"/>
              <a:ext cx="901233" cy="901233"/>
            </a:xfrm>
            <a:prstGeom prst="blockArc">
              <a:avLst>
                <a:gd name="adj1" fmla="val 1525563"/>
                <a:gd name="adj2" fmla="val 14324130"/>
                <a:gd name="adj3" fmla="val 8674"/>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grpSp>
        <p:nvGrpSpPr>
          <p:cNvPr id="17" name="Group 16">
            <a:extLst>
              <a:ext uri="{FF2B5EF4-FFF2-40B4-BE49-F238E27FC236}">
                <a16:creationId xmlns:a16="http://schemas.microsoft.com/office/drawing/2014/main" id="{BEEBA125-63AE-2B1C-3689-C4DFF1F7F91E}"/>
              </a:ext>
            </a:extLst>
          </p:cNvPr>
          <p:cNvGrpSpPr/>
          <p:nvPr/>
        </p:nvGrpSpPr>
        <p:grpSpPr>
          <a:xfrm>
            <a:off x="449260" y="2321560"/>
            <a:ext cx="901233" cy="901233"/>
            <a:chOff x="463549" y="2322294"/>
            <a:chExt cx="901233" cy="901233"/>
          </a:xfrm>
          <a:solidFill>
            <a:srgbClr val="86BC25"/>
          </a:solidFill>
        </p:grpSpPr>
        <p:grpSp>
          <p:nvGrpSpPr>
            <p:cNvPr id="18" name="Group 17">
              <a:extLst>
                <a:ext uri="{FF2B5EF4-FFF2-40B4-BE49-F238E27FC236}">
                  <a16:creationId xmlns:a16="http://schemas.microsoft.com/office/drawing/2014/main" id="{CBF393EA-9557-49F1-3B67-B4C7D9480988}"/>
                </a:ext>
              </a:extLst>
            </p:cNvPr>
            <p:cNvGrpSpPr>
              <a:grpSpLocks noChangeAspect="1"/>
            </p:cNvGrpSpPr>
            <p:nvPr/>
          </p:nvGrpSpPr>
          <p:grpSpPr>
            <a:xfrm>
              <a:off x="616985" y="2475730"/>
              <a:ext cx="594360" cy="594360"/>
              <a:chOff x="569214" y="1917799"/>
              <a:chExt cx="683386" cy="683386"/>
            </a:xfrm>
            <a:grpFill/>
          </p:grpSpPr>
          <p:sp>
            <p:nvSpPr>
              <p:cNvPr id="20" name="Freeform 139">
                <a:extLst>
                  <a:ext uri="{FF2B5EF4-FFF2-40B4-BE49-F238E27FC236}">
                    <a16:creationId xmlns:a16="http://schemas.microsoft.com/office/drawing/2014/main" id="{CE6674AC-3C2A-4E8C-7005-B3906FBD1959}"/>
                  </a:ext>
                </a:extLst>
              </p:cNvPr>
              <p:cNvSpPr>
                <a:spLocks noEditPoints="1"/>
              </p:cNvSpPr>
              <p:nvPr/>
            </p:nvSpPr>
            <p:spPr bwMode="auto">
              <a:xfrm>
                <a:off x="782093" y="2091955"/>
                <a:ext cx="257629" cy="335075"/>
              </a:xfrm>
              <a:custGeom>
                <a:avLst/>
                <a:gdLst>
                  <a:gd name="T0" fmla="*/ 234 w 245"/>
                  <a:gd name="T1" fmla="*/ 10 h 320"/>
                  <a:gd name="T2" fmla="*/ 192 w 245"/>
                  <a:gd name="T3" fmla="*/ 10 h 320"/>
                  <a:gd name="T4" fmla="*/ 181 w 245"/>
                  <a:gd name="T5" fmla="*/ 21 h 320"/>
                  <a:gd name="T6" fmla="*/ 181 w 245"/>
                  <a:gd name="T7" fmla="*/ 32 h 320"/>
                  <a:gd name="T8" fmla="*/ 149 w 245"/>
                  <a:gd name="T9" fmla="*/ 32 h 320"/>
                  <a:gd name="T10" fmla="*/ 149 w 245"/>
                  <a:gd name="T11" fmla="*/ 10 h 320"/>
                  <a:gd name="T12" fmla="*/ 138 w 245"/>
                  <a:gd name="T13" fmla="*/ 0 h 320"/>
                  <a:gd name="T14" fmla="*/ 96 w 245"/>
                  <a:gd name="T15" fmla="*/ 0 h 320"/>
                  <a:gd name="T16" fmla="*/ 85 w 245"/>
                  <a:gd name="T17" fmla="*/ 10 h 320"/>
                  <a:gd name="T18" fmla="*/ 85 w 245"/>
                  <a:gd name="T19" fmla="*/ 32 h 320"/>
                  <a:gd name="T20" fmla="*/ 64 w 245"/>
                  <a:gd name="T21" fmla="*/ 32 h 320"/>
                  <a:gd name="T22" fmla="*/ 53 w 245"/>
                  <a:gd name="T23" fmla="*/ 42 h 320"/>
                  <a:gd name="T24" fmla="*/ 49 w 245"/>
                  <a:gd name="T25" fmla="*/ 53 h 320"/>
                  <a:gd name="T26" fmla="*/ 10 w 245"/>
                  <a:gd name="T27" fmla="*/ 64 h 320"/>
                  <a:gd name="T28" fmla="*/ 3 w 245"/>
                  <a:gd name="T29" fmla="*/ 67 h 320"/>
                  <a:gd name="T30" fmla="*/ 0 w 245"/>
                  <a:gd name="T31" fmla="*/ 74 h 320"/>
                  <a:gd name="T32" fmla="*/ 0 w 245"/>
                  <a:gd name="T33" fmla="*/ 106 h 320"/>
                  <a:gd name="T34" fmla="*/ 10 w 245"/>
                  <a:gd name="T35" fmla="*/ 117 h 320"/>
                  <a:gd name="T36" fmla="*/ 85 w 245"/>
                  <a:gd name="T37" fmla="*/ 117 h 320"/>
                  <a:gd name="T38" fmla="*/ 85 w 245"/>
                  <a:gd name="T39" fmla="*/ 309 h 320"/>
                  <a:gd name="T40" fmla="*/ 96 w 245"/>
                  <a:gd name="T41" fmla="*/ 320 h 320"/>
                  <a:gd name="T42" fmla="*/ 138 w 245"/>
                  <a:gd name="T43" fmla="*/ 320 h 320"/>
                  <a:gd name="T44" fmla="*/ 149 w 245"/>
                  <a:gd name="T45" fmla="*/ 309 h 320"/>
                  <a:gd name="T46" fmla="*/ 149 w 245"/>
                  <a:gd name="T47" fmla="*/ 117 h 320"/>
                  <a:gd name="T48" fmla="*/ 181 w 245"/>
                  <a:gd name="T49" fmla="*/ 117 h 320"/>
                  <a:gd name="T50" fmla="*/ 181 w 245"/>
                  <a:gd name="T51" fmla="*/ 128 h 320"/>
                  <a:gd name="T52" fmla="*/ 192 w 245"/>
                  <a:gd name="T53" fmla="*/ 138 h 320"/>
                  <a:gd name="T54" fmla="*/ 234 w 245"/>
                  <a:gd name="T55" fmla="*/ 138 h 320"/>
                  <a:gd name="T56" fmla="*/ 245 w 245"/>
                  <a:gd name="T57" fmla="*/ 128 h 320"/>
                  <a:gd name="T58" fmla="*/ 245 w 245"/>
                  <a:gd name="T59" fmla="*/ 21 h 320"/>
                  <a:gd name="T60" fmla="*/ 234 w 245"/>
                  <a:gd name="T61" fmla="*/ 10 h 320"/>
                  <a:gd name="T62" fmla="*/ 106 w 245"/>
                  <a:gd name="T63" fmla="*/ 21 h 320"/>
                  <a:gd name="T64" fmla="*/ 128 w 245"/>
                  <a:gd name="T65" fmla="*/ 21 h 320"/>
                  <a:gd name="T66" fmla="*/ 128 w 245"/>
                  <a:gd name="T67" fmla="*/ 32 h 320"/>
                  <a:gd name="T68" fmla="*/ 106 w 245"/>
                  <a:gd name="T69" fmla="*/ 32 h 320"/>
                  <a:gd name="T70" fmla="*/ 106 w 245"/>
                  <a:gd name="T71" fmla="*/ 21 h 320"/>
                  <a:gd name="T72" fmla="*/ 128 w 245"/>
                  <a:gd name="T73" fmla="*/ 298 h 320"/>
                  <a:gd name="T74" fmla="*/ 106 w 245"/>
                  <a:gd name="T75" fmla="*/ 298 h 320"/>
                  <a:gd name="T76" fmla="*/ 106 w 245"/>
                  <a:gd name="T77" fmla="*/ 117 h 320"/>
                  <a:gd name="T78" fmla="*/ 128 w 245"/>
                  <a:gd name="T79" fmla="*/ 117 h 320"/>
                  <a:gd name="T80" fmla="*/ 128 w 245"/>
                  <a:gd name="T81" fmla="*/ 298 h 320"/>
                  <a:gd name="T82" fmla="*/ 170 w 245"/>
                  <a:gd name="T83" fmla="*/ 96 h 320"/>
                  <a:gd name="T84" fmla="*/ 21 w 245"/>
                  <a:gd name="T85" fmla="*/ 96 h 320"/>
                  <a:gd name="T86" fmla="*/ 21 w 245"/>
                  <a:gd name="T87" fmla="*/ 84 h 320"/>
                  <a:gd name="T88" fmla="*/ 64 w 245"/>
                  <a:gd name="T89" fmla="*/ 68 h 320"/>
                  <a:gd name="T90" fmla="*/ 73 w 245"/>
                  <a:gd name="T91" fmla="*/ 53 h 320"/>
                  <a:gd name="T92" fmla="*/ 170 w 245"/>
                  <a:gd name="T93" fmla="*/ 53 h 320"/>
                  <a:gd name="T94" fmla="*/ 170 w 245"/>
                  <a:gd name="T95" fmla="*/ 96 h 320"/>
                  <a:gd name="T96" fmla="*/ 224 w 245"/>
                  <a:gd name="T97" fmla="*/ 117 h 320"/>
                  <a:gd name="T98" fmla="*/ 202 w 245"/>
                  <a:gd name="T99" fmla="*/ 117 h 320"/>
                  <a:gd name="T100" fmla="*/ 202 w 245"/>
                  <a:gd name="T101" fmla="*/ 32 h 320"/>
                  <a:gd name="T102" fmla="*/ 224 w 245"/>
                  <a:gd name="T103" fmla="*/ 32 h 320"/>
                  <a:gd name="T104" fmla="*/ 224 w 245"/>
                  <a:gd name="T105" fmla="*/ 11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5" h="320">
                    <a:moveTo>
                      <a:pt x="234" y="10"/>
                    </a:moveTo>
                    <a:cubicBezTo>
                      <a:pt x="192" y="10"/>
                      <a:pt x="192" y="10"/>
                      <a:pt x="192" y="10"/>
                    </a:cubicBezTo>
                    <a:cubicBezTo>
                      <a:pt x="186" y="10"/>
                      <a:pt x="181" y="15"/>
                      <a:pt x="181" y="21"/>
                    </a:cubicBezTo>
                    <a:cubicBezTo>
                      <a:pt x="181" y="32"/>
                      <a:pt x="181" y="32"/>
                      <a:pt x="181" y="32"/>
                    </a:cubicBezTo>
                    <a:cubicBezTo>
                      <a:pt x="149" y="32"/>
                      <a:pt x="149" y="32"/>
                      <a:pt x="149" y="32"/>
                    </a:cubicBezTo>
                    <a:cubicBezTo>
                      <a:pt x="149" y="10"/>
                      <a:pt x="149" y="10"/>
                      <a:pt x="149" y="10"/>
                    </a:cubicBezTo>
                    <a:cubicBezTo>
                      <a:pt x="149" y="4"/>
                      <a:pt x="144" y="0"/>
                      <a:pt x="138" y="0"/>
                    </a:cubicBezTo>
                    <a:cubicBezTo>
                      <a:pt x="96" y="0"/>
                      <a:pt x="96" y="0"/>
                      <a:pt x="96" y="0"/>
                    </a:cubicBezTo>
                    <a:cubicBezTo>
                      <a:pt x="90" y="0"/>
                      <a:pt x="85" y="4"/>
                      <a:pt x="85" y="10"/>
                    </a:cubicBezTo>
                    <a:cubicBezTo>
                      <a:pt x="85" y="32"/>
                      <a:pt x="85" y="32"/>
                      <a:pt x="85" y="32"/>
                    </a:cubicBezTo>
                    <a:cubicBezTo>
                      <a:pt x="64" y="32"/>
                      <a:pt x="64" y="32"/>
                      <a:pt x="64" y="32"/>
                    </a:cubicBezTo>
                    <a:cubicBezTo>
                      <a:pt x="58" y="32"/>
                      <a:pt x="53" y="36"/>
                      <a:pt x="53" y="42"/>
                    </a:cubicBezTo>
                    <a:cubicBezTo>
                      <a:pt x="53" y="47"/>
                      <a:pt x="52" y="50"/>
                      <a:pt x="49" y="53"/>
                    </a:cubicBezTo>
                    <a:cubicBezTo>
                      <a:pt x="39" y="62"/>
                      <a:pt x="18" y="64"/>
                      <a:pt x="10" y="64"/>
                    </a:cubicBezTo>
                    <a:cubicBezTo>
                      <a:pt x="8" y="64"/>
                      <a:pt x="5" y="65"/>
                      <a:pt x="3" y="67"/>
                    </a:cubicBezTo>
                    <a:cubicBezTo>
                      <a:pt x="1" y="69"/>
                      <a:pt x="0" y="71"/>
                      <a:pt x="0" y="74"/>
                    </a:cubicBezTo>
                    <a:cubicBezTo>
                      <a:pt x="0" y="106"/>
                      <a:pt x="0" y="106"/>
                      <a:pt x="0" y="106"/>
                    </a:cubicBezTo>
                    <a:cubicBezTo>
                      <a:pt x="0" y="112"/>
                      <a:pt x="4" y="117"/>
                      <a:pt x="10" y="117"/>
                    </a:cubicBezTo>
                    <a:cubicBezTo>
                      <a:pt x="85" y="117"/>
                      <a:pt x="85" y="117"/>
                      <a:pt x="85" y="117"/>
                    </a:cubicBezTo>
                    <a:cubicBezTo>
                      <a:pt x="85" y="309"/>
                      <a:pt x="85" y="309"/>
                      <a:pt x="85" y="309"/>
                    </a:cubicBezTo>
                    <a:cubicBezTo>
                      <a:pt x="85" y="315"/>
                      <a:pt x="90" y="320"/>
                      <a:pt x="96" y="320"/>
                    </a:cubicBezTo>
                    <a:cubicBezTo>
                      <a:pt x="138" y="320"/>
                      <a:pt x="138" y="320"/>
                      <a:pt x="138" y="320"/>
                    </a:cubicBezTo>
                    <a:cubicBezTo>
                      <a:pt x="144" y="320"/>
                      <a:pt x="149" y="315"/>
                      <a:pt x="149" y="309"/>
                    </a:cubicBezTo>
                    <a:cubicBezTo>
                      <a:pt x="149" y="117"/>
                      <a:pt x="149" y="117"/>
                      <a:pt x="149" y="117"/>
                    </a:cubicBezTo>
                    <a:cubicBezTo>
                      <a:pt x="181" y="117"/>
                      <a:pt x="181" y="117"/>
                      <a:pt x="181" y="117"/>
                    </a:cubicBezTo>
                    <a:cubicBezTo>
                      <a:pt x="181" y="128"/>
                      <a:pt x="181" y="128"/>
                      <a:pt x="181" y="128"/>
                    </a:cubicBezTo>
                    <a:cubicBezTo>
                      <a:pt x="181" y="134"/>
                      <a:pt x="186" y="138"/>
                      <a:pt x="192" y="138"/>
                    </a:cubicBezTo>
                    <a:cubicBezTo>
                      <a:pt x="234" y="138"/>
                      <a:pt x="234" y="138"/>
                      <a:pt x="234" y="138"/>
                    </a:cubicBezTo>
                    <a:cubicBezTo>
                      <a:pt x="240" y="138"/>
                      <a:pt x="245" y="134"/>
                      <a:pt x="245" y="128"/>
                    </a:cubicBezTo>
                    <a:cubicBezTo>
                      <a:pt x="245" y="21"/>
                      <a:pt x="245" y="21"/>
                      <a:pt x="245" y="21"/>
                    </a:cubicBezTo>
                    <a:cubicBezTo>
                      <a:pt x="245" y="15"/>
                      <a:pt x="240" y="10"/>
                      <a:pt x="234" y="10"/>
                    </a:cubicBezTo>
                    <a:close/>
                    <a:moveTo>
                      <a:pt x="106" y="21"/>
                    </a:moveTo>
                    <a:cubicBezTo>
                      <a:pt x="128" y="21"/>
                      <a:pt x="128" y="21"/>
                      <a:pt x="128" y="21"/>
                    </a:cubicBezTo>
                    <a:cubicBezTo>
                      <a:pt x="128" y="32"/>
                      <a:pt x="128" y="32"/>
                      <a:pt x="128" y="32"/>
                    </a:cubicBezTo>
                    <a:cubicBezTo>
                      <a:pt x="106" y="32"/>
                      <a:pt x="106" y="32"/>
                      <a:pt x="106" y="32"/>
                    </a:cubicBezTo>
                    <a:lnTo>
                      <a:pt x="106" y="21"/>
                    </a:lnTo>
                    <a:close/>
                    <a:moveTo>
                      <a:pt x="128" y="298"/>
                    </a:moveTo>
                    <a:cubicBezTo>
                      <a:pt x="106" y="298"/>
                      <a:pt x="106" y="298"/>
                      <a:pt x="106" y="298"/>
                    </a:cubicBezTo>
                    <a:cubicBezTo>
                      <a:pt x="106" y="117"/>
                      <a:pt x="106" y="117"/>
                      <a:pt x="106" y="117"/>
                    </a:cubicBezTo>
                    <a:cubicBezTo>
                      <a:pt x="128" y="117"/>
                      <a:pt x="128" y="117"/>
                      <a:pt x="128" y="117"/>
                    </a:cubicBezTo>
                    <a:lnTo>
                      <a:pt x="128" y="298"/>
                    </a:lnTo>
                    <a:close/>
                    <a:moveTo>
                      <a:pt x="170" y="96"/>
                    </a:moveTo>
                    <a:cubicBezTo>
                      <a:pt x="21" y="96"/>
                      <a:pt x="21" y="96"/>
                      <a:pt x="21" y="96"/>
                    </a:cubicBezTo>
                    <a:cubicBezTo>
                      <a:pt x="21" y="84"/>
                      <a:pt x="21" y="84"/>
                      <a:pt x="21" y="84"/>
                    </a:cubicBezTo>
                    <a:cubicBezTo>
                      <a:pt x="33" y="83"/>
                      <a:pt x="52" y="80"/>
                      <a:pt x="64" y="68"/>
                    </a:cubicBezTo>
                    <a:cubicBezTo>
                      <a:pt x="68" y="64"/>
                      <a:pt x="71" y="59"/>
                      <a:pt x="73" y="53"/>
                    </a:cubicBezTo>
                    <a:cubicBezTo>
                      <a:pt x="170" y="53"/>
                      <a:pt x="170" y="53"/>
                      <a:pt x="170" y="53"/>
                    </a:cubicBezTo>
                    <a:lnTo>
                      <a:pt x="170" y="96"/>
                    </a:lnTo>
                    <a:close/>
                    <a:moveTo>
                      <a:pt x="224" y="117"/>
                    </a:moveTo>
                    <a:cubicBezTo>
                      <a:pt x="202" y="117"/>
                      <a:pt x="202" y="117"/>
                      <a:pt x="202" y="117"/>
                    </a:cubicBezTo>
                    <a:cubicBezTo>
                      <a:pt x="202" y="32"/>
                      <a:pt x="202" y="32"/>
                      <a:pt x="202" y="32"/>
                    </a:cubicBezTo>
                    <a:cubicBezTo>
                      <a:pt x="224" y="32"/>
                      <a:pt x="224" y="32"/>
                      <a:pt x="224" y="32"/>
                    </a:cubicBezTo>
                    <a:lnTo>
                      <a:pt x="224" y="11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 name="Freeform 750">
                <a:extLst>
                  <a:ext uri="{FF2B5EF4-FFF2-40B4-BE49-F238E27FC236}">
                    <a16:creationId xmlns:a16="http://schemas.microsoft.com/office/drawing/2014/main" id="{823BD87B-5207-9D37-BC13-520E4C194AEA}"/>
                  </a:ext>
                </a:extLst>
              </p:cNvPr>
              <p:cNvSpPr>
                <a:spLocks noEditPoints="1"/>
              </p:cNvSpPr>
              <p:nvPr/>
            </p:nvSpPr>
            <p:spPr bwMode="auto">
              <a:xfrm>
                <a:off x="569214" y="1917799"/>
                <a:ext cx="683386" cy="68338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19" name="Block Arc 18">
              <a:extLst>
                <a:ext uri="{FF2B5EF4-FFF2-40B4-BE49-F238E27FC236}">
                  <a16:creationId xmlns:a16="http://schemas.microsoft.com/office/drawing/2014/main" id="{DB1B710E-B1F7-BE28-0E7F-E8F88D87F918}"/>
                </a:ext>
              </a:extLst>
            </p:cNvPr>
            <p:cNvSpPr/>
            <p:nvPr/>
          </p:nvSpPr>
          <p:spPr bwMode="gray">
            <a:xfrm rot="16436985">
              <a:off x="463549" y="2322294"/>
              <a:ext cx="901233" cy="901233"/>
            </a:xfrm>
            <a:prstGeom prst="blockArc">
              <a:avLst>
                <a:gd name="adj1" fmla="val 19605197"/>
                <a:gd name="adj2" fmla="val 10652849"/>
                <a:gd name="adj3" fmla="val 8316"/>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grpSp>
        <p:nvGrpSpPr>
          <p:cNvPr id="22" name="Group 21">
            <a:extLst>
              <a:ext uri="{FF2B5EF4-FFF2-40B4-BE49-F238E27FC236}">
                <a16:creationId xmlns:a16="http://schemas.microsoft.com/office/drawing/2014/main" id="{95E1D813-C76F-DDE7-08B8-DFD505A0CD96}"/>
              </a:ext>
            </a:extLst>
          </p:cNvPr>
          <p:cNvGrpSpPr/>
          <p:nvPr/>
        </p:nvGrpSpPr>
        <p:grpSpPr>
          <a:xfrm>
            <a:off x="449260" y="3374712"/>
            <a:ext cx="901233" cy="901233"/>
            <a:chOff x="463549" y="3321361"/>
            <a:chExt cx="901233" cy="901233"/>
          </a:xfrm>
          <a:solidFill>
            <a:srgbClr val="0097A9"/>
          </a:solidFill>
        </p:grpSpPr>
        <p:grpSp>
          <p:nvGrpSpPr>
            <p:cNvPr id="23" name="Group 22">
              <a:extLst>
                <a:ext uri="{FF2B5EF4-FFF2-40B4-BE49-F238E27FC236}">
                  <a16:creationId xmlns:a16="http://schemas.microsoft.com/office/drawing/2014/main" id="{0245FF24-0AEE-332C-D7D8-142EF522332F}"/>
                </a:ext>
              </a:extLst>
            </p:cNvPr>
            <p:cNvGrpSpPr>
              <a:grpSpLocks noChangeAspect="1"/>
            </p:cNvGrpSpPr>
            <p:nvPr/>
          </p:nvGrpSpPr>
          <p:grpSpPr>
            <a:xfrm>
              <a:off x="616986" y="3474801"/>
              <a:ext cx="594361" cy="594361"/>
              <a:chOff x="569214" y="2986203"/>
              <a:chExt cx="683386" cy="683386"/>
            </a:xfrm>
            <a:grpFill/>
          </p:grpSpPr>
          <p:grpSp>
            <p:nvGrpSpPr>
              <p:cNvPr id="25" name="Group 24">
                <a:extLst>
                  <a:ext uri="{FF2B5EF4-FFF2-40B4-BE49-F238E27FC236}">
                    <a16:creationId xmlns:a16="http://schemas.microsoft.com/office/drawing/2014/main" id="{E09B05D5-2A10-F9D4-BAE3-3BF349DC0C56}"/>
                  </a:ext>
                </a:extLst>
              </p:cNvPr>
              <p:cNvGrpSpPr>
                <a:grpSpLocks noChangeAspect="1"/>
              </p:cNvGrpSpPr>
              <p:nvPr/>
            </p:nvGrpSpPr>
            <p:grpSpPr bwMode="auto">
              <a:xfrm>
                <a:off x="809345" y="3142283"/>
                <a:ext cx="203124" cy="371227"/>
                <a:chOff x="1265" y="834"/>
                <a:chExt cx="116" cy="212"/>
              </a:xfrm>
              <a:grpFill/>
            </p:grpSpPr>
            <p:sp>
              <p:nvSpPr>
                <p:cNvPr id="27" name="Freeform 277">
                  <a:extLst>
                    <a:ext uri="{FF2B5EF4-FFF2-40B4-BE49-F238E27FC236}">
                      <a16:creationId xmlns:a16="http://schemas.microsoft.com/office/drawing/2014/main" id="{6A4F468E-2142-91D9-B35B-459594211A0D}"/>
                    </a:ext>
                  </a:extLst>
                </p:cNvPr>
                <p:cNvSpPr>
                  <a:spLocks noEditPoints="1"/>
                </p:cNvSpPr>
                <p:nvPr/>
              </p:nvSpPr>
              <p:spPr bwMode="auto">
                <a:xfrm>
                  <a:off x="1302" y="834"/>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 name="Freeform 278">
                  <a:extLst>
                    <a:ext uri="{FF2B5EF4-FFF2-40B4-BE49-F238E27FC236}">
                      <a16:creationId xmlns:a16="http://schemas.microsoft.com/office/drawing/2014/main" id="{56231C0A-0486-5C3A-200B-CFE8F560B3C3}"/>
                    </a:ext>
                  </a:extLst>
                </p:cNvPr>
                <p:cNvSpPr>
                  <a:spLocks noEditPoints="1"/>
                </p:cNvSpPr>
                <p:nvPr/>
              </p:nvSpPr>
              <p:spPr bwMode="auto">
                <a:xfrm>
                  <a:off x="1265" y="890"/>
                  <a:ext cx="116" cy="156"/>
                </a:xfrm>
                <a:custGeom>
                  <a:avLst/>
                  <a:gdLst>
                    <a:gd name="T0" fmla="*/ 161 w 174"/>
                    <a:gd name="T1" fmla="*/ 200 h 235"/>
                    <a:gd name="T2" fmla="*/ 161 w 174"/>
                    <a:gd name="T3" fmla="*/ 75 h 235"/>
                    <a:gd name="T4" fmla="*/ 172 w 174"/>
                    <a:gd name="T5" fmla="*/ 64 h 235"/>
                    <a:gd name="T6" fmla="*/ 161 w 174"/>
                    <a:gd name="T7" fmla="*/ 53 h 235"/>
                    <a:gd name="T8" fmla="*/ 140 w 174"/>
                    <a:gd name="T9" fmla="*/ 53 h 235"/>
                    <a:gd name="T10" fmla="*/ 140 w 174"/>
                    <a:gd name="T11" fmla="*/ 11 h 235"/>
                    <a:gd name="T12" fmla="*/ 129 w 174"/>
                    <a:gd name="T13" fmla="*/ 0 h 235"/>
                    <a:gd name="T14" fmla="*/ 44 w 174"/>
                    <a:gd name="T15" fmla="*/ 0 h 235"/>
                    <a:gd name="T16" fmla="*/ 33 w 174"/>
                    <a:gd name="T17" fmla="*/ 11 h 235"/>
                    <a:gd name="T18" fmla="*/ 33 w 174"/>
                    <a:gd name="T19" fmla="*/ 53 h 235"/>
                    <a:gd name="T20" fmla="*/ 12 w 174"/>
                    <a:gd name="T21" fmla="*/ 53 h 235"/>
                    <a:gd name="T22" fmla="*/ 1 w 174"/>
                    <a:gd name="T23" fmla="*/ 64 h 235"/>
                    <a:gd name="T24" fmla="*/ 12 w 174"/>
                    <a:gd name="T25" fmla="*/ 75 h 235"/>
                    <a:gd name="T26" fmla="*/ 12 w 174"/>
                    <a:gd name="T27" fmla="*/ 200 h 235"/>
                    <a:gd name="T28" fmla="*/ 2 w 174"/>
                    <a:gd name="T29" fmla="*/ 219 h 235"/>
                    <a:gd name="T30" fmla="*/ 7 w 174"/>
                    <a:gd name="T31" fmla="*/ 234 h 235"/>
                    <a:gd name="T32" fmla="*/ 12 w 174"/>
                    <a:gd name="T33" fmla="*/ 235 h 235"/>
                    <a:gd name="T34" fmla="*/ 12 w 174"/>
                    <a:gd name="T35" fmla="*/ 235 h 235"/>
                    <a:gd name="T36" fmla="*/ 161 w 174"/>
                    <a:gd name="T37" fmla="*/ 235 h 235"/>
                    <a:gd name="T38" fmla="*/ 161 w 174"/>
                    <a:gd name="T39" fmla="*/ 235 h 235"/>
                    <a:gd name="T40" fmla="*/ 161 w 174"/>
                    <a:gd name="T41" fmla="*/ 235 h 235"/>
                    <a:gd name="T42" fmla="*/ 166 w 174"/>
                    <a:gd name="T43" fmla="*/ 234 h 235"/>
                    <a:gd name="T44" fmla="*/ 171 w 174"/>
                    <a:gd name="T45" fmla="*/ 219 h 235"/>
                    <a:gd name="T46" fmla="*/ 161 w 174"/>
                    <a:gd name="T47" fmla="*/ 200 h 235"/>
                    <a:gd name="T48" fmla="*/ 55 w 174"/>
                    <a:gd name="T49" fmla="*/ 21 h 235"/>
                    <a:gd name="T50" fmla="*/ 119 w 174"/>
                    <a:gd name="T51" fmla="*/ 21 h 235"/>
                    <a:gd name="T52" fmla="*/ 119 w 174"/>
                    <a:gd name="T53" fmla="*/ 53 h 235"/>
                    <a:gd name="T54" fmla="*/ 55 w 174"/>
                    <a:gd name="T55" fmla="*/ 53 h 235"/>
                    <a:gd name="T56" fmla="*/ 55 w 174"/>
                    <a:gd name="T57" fmla="*/ 21 h 235"/>
                    <a:gd name="T58" fmla="*/ 140 w 174"/>
                    <a:gd name="T59" fmla="*/ 75 h 235"/>
                    <a:gd name="T60" fmla="*/ 140 w 174"/>
                    <a:gd name="T61" fmla="*/ 203 h 235"/>
                    <a:gd name="T62" fmla="*/ 141 w 174"/>
                    <a:gd name="T63" fmla="*/ 207 h 235"/>
                    <a:gd name="T64" fmla="*/ 144 w 174"/>
                    <a:gd name="T65" fmla="*/ 213 h 235"/>
                    <a:gd name="T66" fmla="*/ 29 w 174"/>
                    <a:gd name="T67" fmla="*/ 213 h 235"/>
                    <a:gd name="T68" fmla="*/ 32 w 174"/>
                    <a:gd name="T69" fmla="*/ 207 h 235"/>
                    <a:gd name="T70" fmla="*/ 33 w 174"/>
                    <a:gd name="T71" fmla="*/ 203 h 235"/>
                    <a:gd name="T72" fmla="*/ 33 w 174"/>
                    <a:gd name="T73" fmla="*/ 75 h 235"/>
                    <a:gd name="T74" fmla="*/ 140 w 174"/>
                    <a:gd name="T75" fmla="*/ 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235">
                      <a:moveTo>
                        <a:pt x="161" y="200"/>
                      </a:moveTo>
                      <a:cubicBezTo>
                        <a:pt x="161" y="75"/>
                        <a:pt x="161" y="75"/>
                        <a:pt x="161" y="75"/>
                      </a:cubicBezTo>
                      <a:cubicBezTo>
                        <a:pt x="167" y="75"/>
                        <a:pt x="172" y="70"/>
                        <a:pt x="172" y="64"/>
                      </a:cubicBezTo>
                      <a:cubicBezTo>
                        <a:pt x="172" y="58"/>
                        <a:pt x="167" y="53"/>
                        <a:pt x="161" y="53"/>
                      </a:cubicBezTo>
                      <a:cubicBezTo>
                        <a:pt x="140" y="53"/>
                        <a:pt x="140" y="53"/>
                        <a:pt x="140" y="53"/>
                      </a:cubicBezTo>
                      <a:cubicBezTo>
                        <a:pt x="140" y="11"/>
                        <a:pt x="140" y="11"/>
                        <a:pt x="140" y="11"/>
                      </a:cubicBezTo>
                      <a:cubicBezTo>
                        <a:pt x="140" y="5"/>
                        <a:pt x="135" y="0"/>
                        <a:pt x="129" y="0"/>
                      </a:cubicBezTo>
                      <a:cubicBezTo>
                        <a:pt x="44" y="0"/>
                        <a:pt x="44" y="0"/>
                        <a:pt x="44" y="0"/>
                      </a:cubicBezTo>
                      <a:cubicBezTo>
                        <a:pt x="38" y="0"/>
                        <a:pt x="33" y="5"/>
                        <a:pt x="33" y="11"/>
                      </a:cubicBezTo>
                      <a:cubicBezTo>
                        <a:pt x="33" y="53"/>
                        <a:pt x="33" y="53"/>
                        <a:pt x="33" y="53"/>
                      </a:cubicBezTo>
                      <a:cubicBezTo>
                        <a:pt x="12" y="53"/>
                        <a:pt x="12" y="53"/>
                        <a:pt x="12" y="53"/>
                      </a:cubicBezTo>
                      <a:cubicBezTo>
                        <a:pt x="6" y="53"/>
                        <a:pt x="1" y="58"/>
                        <a:pt x="1" y="64"/>
                      </a:cubicBezTo>
                      <a:cubicBezTo>
                        <a:pt x="1" y="70"/>
                        <a:pt x="6" y="75"/>
                        <a:pt x="12" y="75"/>
                      </a:cubicBezTo>
                      <a:cubicBezTo>
                        <a:pt x="12" y="200"/>
                        <a:pt x="12" y="200"/>
                        <a:pt x="12" y="200"/>
                      </a:cubicBezTo>
                      <a:cubicBezTo>
                        <a:pt x="2" y="219"/>
                        <a:pt x="2" y="219"/>
                        <a:pt x="2" y="219"/>
                      </a:cubicBezTo>
                      <a:cubicBezTo>
                        <a:pt x="0" y="225"/>
                        <a:pt x="2" y="231"/>
                        <a:pt x="7" y="234"/>
                      </a:cubicBezTo>
                      <a:cubicBezTo>
                        <a:pt x="9" y="234"/>
                        <a:pt x="10" y="235"/>
                        <a:pt x="12" y="235"/>
                      </a:cubicBezTo>
                      <a:cubicBezTo>
                        <a:pt x="12" y="235"/>
                        <a:pt x="12" y="235"/>
                        <a:pt x="12" y="235"/>
                      </a:cubicBezTo>
                      <a:cubicBezTo>
                        <a:pt x="161" y="235"/>
                        <a:pt x="161" y="235"/>
                        <a:pt x="161" y="235"/>
                      </a:cubicBezTo>
                      <a:cubicBezTo>
                        <a:pt x="161" y="235"/>
                        <a:pt x="161" y="235"/>
                        <a:pt x="161" y="235"/>
                      </a:cubicBezTo>
                      <a:cubicBezTo>
                        <a:pt x="161" y="235"/>
                        <a:pt x="161" y="235"/>
                        <a:pt x="161" y="235"/>
                      </a:cubicBezTo>
                      <a:cubicBezTo>
                        <a:pt x="163" y="235"/>
                        <a:pt x="165" y="234"/>
                        <a:pt x="166" y="234"/>
                      </a:cubicBezTo>
                      <a:cubicBezTo>
                        <a:pt x="171" y="231"/>
                        <a:pt x="174" y="225"/>
                        <a:pt x="171" y="219"/>
                      </a:cubicBezTo>
                      <a:lnTo>
                        <a:pt x="161" y="200"/>
                      </a:lnTo>
                      <a:close/>
                      <a:moveTo>
                        <a:pt x="55" y="21"/>
                      </a:moveTo>
                      <a:cubicBezTo>
                        <a:pt x="119" y="21"/>
                        <a:pt x="119" y="21"/>
                        <a:pt x="119" y="21"/>
                      </a:cubicBezTo>
                      <a:cubicBezTo>
                        <a:pt x="119" y="53"/>
                        <a:pt x="119" y="53"/>
                        <a:pt x="119" y="53"/>
                      </a:cubicBezTo>
                      <a:cubicBezTo>
                        <a:pt x="55" y="53"/>
                        <a:pt x="55" y="53"/>
                        <a:pt x="55" y="53"/>
                      </a:cubicBezTo>
                      <a:lnTo>
                        <a:pt x="55" y="21"/>
                      </a:lnTo>
                      <a:close/>
                      <a:moveTo>
                        <a:pt x="140" y="75"/>
                      </a:moveTo>
                      <a:cubicBezTo>
                        <a:pt x="140" y="203"/>
                        <a:pt x="140" y="203"/>
                        <a:pt x="140" y="203"/>
                      </a:cubicBezTo>
                      <a:cubicBezTo>
                        <a:pt x="140" y="204"/>
                        <a:pt x="140" y="206"/>
                        <a:pt x="141" y="207"/>
                      </a:cubicBezTo>
                      <a:cubicBezTo>
                        <a:pt x="144" y="213"/>
                        <a:pt x="144" y="213"/>
                        <a:pt x="144" y="213"/>
                      </a:cubicBezTo>
                      <a:cubicBezTo>
                        <a:pt x="29" y="213"/>
                        <a:pt x="29" y="213"/>
                        <a:pt x="29" y="213"/>
                      </a:cubicBezTo>
                      <a:cubicBezTo>
                        <a:pt x="32" y="207"/>
                        <a:pt x="32" y="207"/>
                        <a:pt x="32" y="207"/>
                      </a:cubicBezTo>
                      <a:cubicBezTo>
                        <a:pt x="33" y="206"/>
                        <a:pt x="33" y="204"/>
                        <a:pt x="33" y="203"/>
                      </a:cubicBezTo>
                      <a:cubicBezTo>
                        <a:pt x="33" y="75"/>
                        <a:pt x="33" y="75"/>
                        <a:pt x="33" y="75"/>
                      </a:cubicBezTo>
                      <a:lnTo>
                        <a:pt x="140" y="7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26" name="Freeform 750">
                <a:extLst>
                  <a:ext uri="{FF2B5EF4-FFF2-40B4-BE49-F238E27FC236}">
                    <a16:creationId xmlns:a16="http://schemas.microsoft.com/office/drawing/2014/main" id="{8200396E-6661-86A9-8143-9E38D180C5D2}"/>
                  </a:ext>
                </a:extLst>
              </p:cNvPr>
              <p:cNvSpPr>
                <a:spLocks noEditPoints="1"/>
              </p:cNvSpPr>
              <p:nvPr/>
            </p:nvSpPr>
            <p:spPr bwMode="auto">
              <a:xfrm>
                <a:off x="569214" y="2986203"/>
                <a:ext cx="683386" cy="68338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24" name="Block Arc 23">
              <a:extLst>
                <a:ext uri="{FF2B5EF4-FFF2-40B4-BE49-F238E27FC236}">
                  <a16:creationId xmlns:a16="http://schemas.microsoft.com/office/drawing/2014/main" id="{2EEDF7E1-7FBC-8A7A-F52E-2F081F89BC69}"/>
                </a:ext>
              </a:extLst>
            </p:cNvPr>
            <p:cNvSpPr/>
            <p:nvPr/>
          </p:nvSpPr>
          <p:spPr bwMode="gray">
            <a:xfrm rot="9172709">
              <a:off x="463549" y="3321361"/>
              <a:ext cx="901233" cy="901233"/>
            </a:xfrm>
            <a:prstGeom prst="blockArc">
              <a:avLst>
                <a:gd name="adj1" fmla="val 19605197"/>
                <a:gd name="adj2" fmla="val 10652849"/>
                <a:gd name="adj3" fmla="val 8316"/>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grpSp>
        <p:nvGrpSpPr>
          <p:cNvPr id="29" name="Group 28">
            <a:extLst>
              <a:ext uri="{FF2B5EF4-FFF2-40B4-BE49-F238E27FC236}">
                <a16:creationId xmlns:a16="http://schemas.microsoft.com/office/drawing/2014/main" id="{56A393AC-B67F-16CF-7174-E9910DA0286D}"/>
              </a:ext>
            </a:extLst>
          </p:cNvPr>
          <p:cNvGrpSpPr/>
          <p:nvPr/>
        </p:nvGrpSpPr>
        <p:grpSpPr>
          <a:xfrm>
            <a:off x="449260" y="4427864"/>
            <a:ext cx="901233" cy="901233"/>
            <a:chOff x="463549" y="4311962"/>
            <a:chExt cx="901233" cy="901233"/>
          </a:xfrm>
          <a:solidFill>
            <a:srgbClr val="046A38"/>
          </a:solidFill>
        </p:grpSpPr>
        <p:grpSp>
          <p:nvGrpSpPr>
            <p:cNvPr id="30" name="Group 29">
              <a:extLst>
                <a:ext uri="{FF2B5EF4-FFF2-40B4-BE49-F238E27FC236}">
                  <a16:creationId xmlns:a16="http://schemas.microsoft.com/office/drawing/2014/main" id="{61933A7A-3377-2D66-DCD8-864A834AE0E2}"/>
                </a:ext>
              </a:extLst>
            </p:cNvPr>
            <p:cNvGrpSpPr>
              <a:grpSpLocks noChangeAspect="1"/>
            </p:cNvGrpSpPr>
            <p:nvPr/>
          </p:nvGrpSpPr>
          <p:grpSpPr>
            <a:xfrm>
              <a:off x="616985" y="4465398"/>
              <a:ext cx="594360" cy="594360"/>
              <a:chOff x="569214" y="3910228"/>
              <a:chExt cx="683386" cy="683386"/>
            </a:xfrm>
            <a:grpFill/>
          </p:grpSpPr>
          <p:sp>
            <p:nvSpPr>
              <p:cNvPr id="32" name="Freeform 594">
                <a:extLst>
                  <a:ext uri="{FF2B5EF4-FFF2-40B4-BE49-F238E27FC236}">
                    <a16:creationId xmlns:a16="http://schemas.microsoft.com/office/drawing/2014/main" id="{CB4EEBA6-A017-293C-7F13-92CA688B7D4C}"/>
                  </a:ext>
                </a:extLst>
              </p:cNvPr>
              <p:cNvSpPr>
                <a:spLocks noEditPoints="1"/>
              </p:cNvSpPr>
              <p:nvPr/>
            </p:nvSpPr>
            <p:spPr bwMode="auto">
              <a:xfrm>
                <a:off x="720130" y="4087987"/>
                <a:ext cx="381554" cy="327868"/>
              </a:xfrm>
              <a:custGeom>
                <a:avLst/>
                <a:gdLst>
                  <a:gd name="T0" fmla="*/ 292 w 299"/>
                  <a:gd name="T1" fmla="*/ 22 h 257"/>
                  <a:gd name="T2" fmla="*/ 150 w 299"/>
                  <a:gd name="T3" fmla="*/ 21 h 257"/>
                  <a:gd name="T4" fmla="*/ 8 w 299"/>
                  <a:gd name="T5" fmla="*/ 22 h 257"/>
                  <a:gd name="T6" fmla="*/ 0 w 299"/>
                  <a:gd name="T7" fmla="*/ 32 h 257"/>
                  <a:gd name="T8" fmla="*/ 0 w 299"/>
                  <a:gd name="T9" fmla="*/ 245 h 257"/>
                  <a:gd name="T10" fmla="*/ 5 w 299"/>
                  <a:gd name="T11" fmla="*/ 254 h 257"/>
                  <a:gd name="T12" fmla="*/ 15 w 299"/>
                  <a:gd name="T13" fmla="*/ 255 h 257"/>
                  <a:gd name="T14" fmla="*/ 147 w 299"/>
                  <a:gd name="T15" fmla="*/ 256 h 257"/>
                  <a:gd name="T16" fmla="*/ 150 w 299"/>
                  <a:gd name="T17" fmla="*/ 256 h 257"/>
                  <a:gd name="T18" fmla="*/ 154 w 299"/>
                  <a:gd name="T19" fmla="*/ 255 h 257"/>
                  <a:gd name="T20" fmla="*/ 154 w 299"/>
                  <a:gd name="T21" fmla="*/ 255 h 257"/>
                  <a:gd name="T22" fmla="*/ 285 w 299"/>
                  <a:gd name="T23" fmla="*/ 256 h 257"/>
                  <a:gd name="T24" fmla="*/ 295 w 299"/>
                  <a:gd name="T25" fmla="*/ 254 h 257"/>
                  <a:gd name="T26" fmla="*/ 299 w 299"/>
                  <a:gd name="T27" fmla="*/ 245 h 257"/>
                  <a:gd name="T28" fmla="*/ 299 w 299"/>
                  <a:gd name="T29" fmla="*/ 32 h 257"/>
                  <a:gd name="T30" fmla="*/ 292 w 299"/>
                  <a:gd name="T31" fmla="*/ 22 h 257"/>
                  <a:gd name="T32" fmla="*/ 22 w 299"/>
                  <a:gd name="T33" fmla="*/ 231 h 257"/>
                  <a:gd name="T34" fmla="*/ 22 w 299"/>
                  <a:gd name="T35" fmla="*/ 40 h 257"/>
                  <a:gd name="T36" fmla="*/ 139 w 299"/>
                  <a:gd name="T37" fmla="*/ 40 h 257"/>
                  <a:gd name="T38" fmla="*/ 139 w 299"/>
                  <a:gd name="T39" fmla="*/ 232 h 257"/>
                  <a:gd name="T40" fmla="*/ 22 w 299"/>
                  <a:gd name="T41" fmla="*/ 231 h 257"/>
                  <a:gd name="T42" fmla="*/ 278 w 299"/>
                  <a:gd name="T43" fmla="*/ 232 h 257"/>
                  <a:gd name="T44" fmla="*/ 160 w 299"/>
                  <a:gd name="T45" fmla="*/ 231 h 257"/>
                  <a:gd name="T46" fmla="*/ 160 w 299"/>
                  <a:gd name="T47" fmla="*/ 40 h 257"/>
                  <a:gd name="T48" fmla="*/ 278 w 299"/>
                  <a:gd name="T49" fmla="*/ 40 h 257"/>
                  <a:gd name="T50" fmla="*/ 278 w 299"/>
                  <a:gd name="T51" fmla="*/ 23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9" h="257">
                    <a:moveTo>
                      <a:pt x="292" y="22"/>
                    </a:moveTo>
                    <a:cubicBezTo>
                      <a:pt x="289" y="21"/>
                      <a:pt x="228" y="0"/>
                      <a:pt x="150" y="21"/>
                    </a:cubicBezTo>
                    <a:cubicBezTo>
                      <a:pt x="137" y="16"/>
                      <a:pt x="85" y="3"/>
                      <a:pt x="8" y="22"/>
                    </a:cubicBezTo>
                    <a:cubicBezTo>
                      <a:pt x="4" y="23"/>
                      <a:pt x="0" y="27"/>
                      <a:pt x="0" y="32"/>
                    </a:cubicBezTo>
                    <a:cubicBezTo>
                      <a:pt x="0" y="245"/>
                      <a:pt x="0" y="245"/>
                      <a:pt x="0" y="245"/>
                    </a:cubicBezTo>
                    <a:cubicBezTo>
                      <a:pt x="0" y="249"/>
                      <a:pt x="2" y="252"/>
                      <a:pt x="5" y="254"/>
                    </a:cubicBezTo>
                    <a:cubicBezTo>
                      <a:pt x="8" y="256"/>
                      <a:pt x="12" y="257"/>
                      <a:pt x="15" y="255"/>
                    </a:cubicBezTo>
                    <a:cubicBezTo>
                      <a:pt x="16" y="255"/>
                      <a:pt x="72" y="233"/>
                      <a:pt x="147" y="256"/>
                    </a:cubicBezTo>
                    <a:cubicBezTo>
                      <a:pt x="148" y="256"/>
                      <a:pt x="149" y="256"/>
                      <a:pt x="150" y="256"/>
                    </a:cubicBezTo>
                    <a:cubicBezTo>
                      <a:pt x="151" y="256"/>
                      <a:pt x="153" y="256"/>
                      <a:pt x="154" y="255"/>
                    </a:cubicBezTo>
                    <a:cubicBezTo>
                      <a:pt x="154" y="255"/>
                      <a:pt x="154" y="255"/>
                      <a:pt x="154" y="255"/>
                    </a:cubicBezTo>
                    <a:cubicBezTo>
                      <a:pt x="155" y="255"/>
                      <a:pt x="205" y="233"/>
                      <a:pt x="285" y="256"/>
                    </a:cubicBezTo>
                    <a:cubicBezTo>
                      <a:pt x="289" y="256"/>
                      <a:pt x="292" y="256"/>
                      <a:pt x="295" y="254"/>
                    </a:cubicBezTo>
                    <a:cubicBezTo>
                      <a:pt x="297" y="252"/>
                      <a:pt x="299" y="249"/>
                      <a:pt x="299" y="245"/>
                    </a:cubicBezTo>
                    <a:cubicBezTo>
                      <a:pt x="299" y="32"/>
                      <a:pt x="299" y="32"/>
                      <a:pt x="299" y="32"/>
                    </a:cubicBezTo>
                    <a:cubicBezTo>
                      <a:pt x="299" y="27"/>
                      <a:pt x="296" y="23"/>
                      <a:pt x="292" y="22"/>
                    </a:cubicBezTo>
                    <a:close/>
                    <a:moveTo>
                      <a:pt x="22" y="231"/>
                    </a:moveTo>
                    <a:cubicBezTo>
                      <a:pt x="22" y="40"/>
                      <a:pt x="22" y="40"/>
                      <a:pt x="22" y="40"/>
                    </a:cubicBezTo>
                    <a:cubicBezTo>
                      <a:pt x="81" y="27"/>
                      <a:pt x="123" y="36"/>
                      <a:pt x="139" y="40"/>
                    </a:cubicBezTo>
                    <a:cubicBezTo>
                      <a:pt x="139" y="232"/>
                      <a:pt x="139" y="232"/>
                      <a:pt x="139" y="232"/>
                    </a:cubicBezTo>
                    <a:cubicBezTo>
                      <a:pt x="86" y="219"/>
                      <a:pt x="43" y="225"/>
                      <a:pt x="22" y="231"/>
                    </a:cubicBezTo>
                    <a:close/>
                    <a:moveTo>
                      <a:pt x="278" y="232"/>
                    </a:moveTo>
                    <a:cubicBezTo>
                      <a:pt x="222" y="218"/>
                      <a:pt x="181" y="225"/>
                      <a:pt x="160" y="231"/>
                    </a:cubicBezTo>
                    <a:cubicBezTo>
                      <a:pt x="160" y="40"/>
                      <a:pt x="160" y="40"/>
                      <a:pt x="160" y="40"/>
                    </a:cubicBezTo>
                    <a:cubicBezTo>
                      <a:pt x="215" y="27"/>
                      <a:pt x="261" y="36"/>
                      <a:pt x="278" y="40"/>
                    </a:cubicBezTo>
                    <a:lnTo>
                      <a:pt x="278" y="23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3" name="Freeform 750">
                <a:extLst>
                  <a:ext uri="{FF2B5EF4-FFF2-40B4-BE49-F238E27FC236}">
                    <a16:creationId xmlns:a16="http://schemas.microsoft.com/office/drawing/2014/main" id="{A1B7C364-7D2C-3C97-951D-5E36D9BF89BE}"/>
                  </a:ext>
                </a:extLst>
              </p:cNvPr>
              <p:cNvSpPr>
                <a:spLocks noEditPoints="1"/>
              </p:cNvSpPr>
              <p:nvPr/>
            </p:nvSpPr>
            <p:spPr bwMode="auto">
              <a:xfrm>
                <a:off x="569214" y="3910228"/>
                <a:ext cx="683386" cy="68338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31" name="Block Arc 30">
              <a:extLst>
                <a:ext uri="{FF2B5EF4-FFF2-40B4-BE49-F238E27FC236}">
                  <a16:creationId xmlns:a16="http://schemas.microsoft.com/office/drawing/2014/main" id="{66207DE7-54FA-9D71-84BF-95874E877D84}"/>
                </a:ext>
              </a:extLst>
            </p:cNvPr>
            <p:cNvSpPr/>
            <p:nvPr/>
          </p:nvSpPr>
          <p:spPr bwMode="gray">
            <a:xfrm rot="19942590">
              <a:off x="463549" y="4311962"/>
              <a:ext cx="901233" cy="901233"/>
            </a:xfrm>
            <a:prstGeom prst="blockArc">
              <a:avLst>
                <a:gd name="adj1" fmla="val 19605197"/>
                <a:gd name="adj2" fmla="val 10652849"/>
                <a:gd name="adj3" fmla="val 8316"/>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grpSp>
        <p:nvGrpSpPr>
          <p:cNvPr id="34" name="Group 33">
            <a:extLst>
              <a:ext uri="{FF2B5EF4-FFF2-40B4-BE49-F238E27FC236}">
                <a16:creationId xmlns:a16="http://schemas.microsoft.com/office/drawing/2014/main" id="{5EF3A548-342F-B68B-E074-1F34D94858B7}"/>
              </a:ext>
            </a:extLst>
          </p:cNvPr>
          <p:cNvGrpSpPr/>
          <p:nvPr/>
        </p:nvGrpSpPr>
        <p:grpSpPr>
          <a:xfrm>
            <a:off x="449260" y="5481015"/>
            <a:ext cx="901233" cy="901233"/>
            <a:chOff x="463549" y="5298329"/>
            <a:chExt cx="901233" cy="901233"/>
          </a:xfrm>
          <a:solidFill>
            <a:srgbClr val="53565A"/>
          </a:solidFill>
        </p:grpSpPr>
        <p:grpSp>
          <p:nvGrpSpPr>
            <p:cNvPr id="35" name="Group 34">
              <a:extLst>
                <a:ext uri="{FF2B5EF4-FFF2-40B4-BE49-F238E27FC236}">
                  <a16:creationId xmlns:a16="http://schemas.microsoft.com/office/drawing/2014/main" id="{1AD7B9CD-2186-FBEA-E29F-D3C4DD7A8797}"/>
                </a:ext>
              </a:extLst>
            </p:cNvPr>
            <p:cNvGrpSpPr>
              <a:grpSpLocks noChangeAspect="1"/>
            </p:cNvGrpSpPr>
            <p:nvPr/>
          </p:nvGrpSpPr>
          <p:grpSpPr>
            <a:xfrm>
              <a:off x="616985" y="5451766"/>
              <a:ext cx="594360" cy="594359"/>
              <a:chOff x="569214" y="5074884"/>
              <a:chExt cx="683386" cy="683386"/>
            </a:xfrm>
            <a:grpFill/>
          </p:grpSpPr>
          <p:sp>
            <p:nvSpPr>
              <p:cNvPr id="37" name="Freeform 54">
                <a:extLst>
                  <a:ext uri="{FF2B5EF4-FFF2-40B4-BE49-F238E27FC236}">
                    <a16:creationId xmlns:a16="http://schemas.microsoft.com/office/drawing/2014/main" id="{AA663722-F58B-BC7B-5CD0-62275048BDDF}"/>
                  </a:ext>
                </a:extLst>
              </p:cNvPr>
              <p:cNvSpPr>
                <a:spLocks noEditPoints="1"/>
              </p:cNvSpPr>
              <p:nvPr/>
            </p:nvSpPr>
            <p:spPr bwMode="auto">
              <a:xfrm>
                <a:off x="726616" y="5231416"/>
                <a:ext cx="368583" cy="370323"/>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8" name="Freeform 750">
                <a:extLst>
                  <a:ext uri="{FF2B5EF4-FFF2-40B4-BE49-F238E27FC236}">
                    <a16:creationId xmlns:a16="http://schemas.microsoft.com/office/drawing/2014/main" id="{E808EAA6-A779-812C-D047-989CDDAED05C}"/>
                  </a:ext>
                </a:extLst>
              </p:cNvPr>
              <p:cNvSpPr>
                <a:spLocks noEditPoints="1"/>
              </p:cNvSpPr>
              <p:nvPr/>
            </p:nvSpPr>
            <p:spPr bwMode="auto">
              <a:xfrm>
                <a:off x="569214" y="5074884"/>
                <a:ext cx="683386" cy="68338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36" name="Block Arc 35">
              <a:extLst>
                <a:ext uri="{FF2B5EF4-FFF2-40B4-BE49-F238E27FC236}">
                  <a16:creationId xmlns:a16="http://schemas.microsoft.com/office/drawing/2014/main" id="{425D4768-0A37-86A7-D965-F325795ABD68}"/>
                </a:ext>
              </a:extLst>
            </p:cNvPr>
            <p:cNvSpPr/>
            <p:nvPr/>
          </p:nvSpPr>
          <p:spPr bwMode="gray">
            <a:xfrm rot="10800000">
              <a:off x="463549" y="5298329"/>
              <a:ext cx="901233" cy="901233"/>
            </a:xfrm>
            <a:prstGeom prst="blockArc">
              <a:avLst>
                <a:gd name="adj1" fmla="val 19605197"/>
                <a:gd name="adj2" fmla="val 10652849"/>
                <a:gd name="adj3" fmla="val 8316"/>
              </a:avLst>
            </a:prstGeom>
            <a:grp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cxnSp>
        <p:nvCxnSpPr>
          <p:cNvPr id="39" name="Straight Connector 38">
            <a:extLst>
              <a:ext uri="{FF2B5EF4-FFF2-40B4-BE49-F238E27FC236}">
                <a16:creationId xmlns:a16="http://schemas.microsoft.com/office/drawing/2014/main" id="{B32857FC-2413-4101-1718-BFFCA7DBCDCB}"/>
              </a:ext>
            </a:extLst>
          </p:cNvPr>
          <p:cNvCxnSpPr>
            <a:cxnSpLocks/>
          </p:cNvCxnSpPr>
          <p:nvPr/>
        </p:nvCxnSpPr>
        <p:spPr>
          <a:xfrm>
            <a:off x="1588880" y="2270002"/>
            <a:ext cx="7822990" cy="0"/>
          </a:xfrm>
          <a:prstGeom prst="line">
            <a:avLst/>
          </a:prstGeom>
          <a:ln w="19050" cap="rnd">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8CCF2E0-0EC9-3E36-3D5F-A640396A538F}"/>
              </a:ext>
            </a:extLst>
          </p:cNvPr>
          <p:cNvCxnSpPr>
            <a:cxnSpLocks/>
          </p:cNvCxnSpPr>
          <p:nvPr/>
        </p:nvCxnSpPr>
        <p:spPr>
          <a:xfrm>
            <a:off x="1588880" y="3304367"/>
            <a:ext cx="7822990" cy="0"/>
          </a:xfrm>
          <a:prstGeom prst="line">
            <a:avLst/>
          </a:prstGeom>
          <a:ln w="19050" cap="rnd">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86D2158-CA70-D364-8A12-D3324B08DEE8}"/>
              </a:ext>
            </a:extLst>
          </p:cNvPr>
          <p:cNvCxnSpPr>
            <a:cxnSpLocks/>
          </p:cNvCxnSpPr>
          <p:nvPr/>
        </p:nvCxnSpPr>
        <p:spPr>
          <a:xfrm>
            <a:off x="1588880" y="4243320"/>
            <a:ext cx="7822990" cy="0"/>
          </a:xfrm>
          <a:prstGeom prst="line">
            <a:avLst/>
          </a:prstGeom>
          <a:ln w="19050" cap="rnd">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18D0F677-9AC6-6C44-AA12-A76405758278}"/>
              </a:ext>
            </a:extLst>
          </p:cNvPr>
          <p:cNvCxnSpPr>
            <a:cxnSpLocks/>
          </p:cNvCxnSpPr>
          <p:nvPr/>
        </p:nvCxnSpPr>
        <p:spPr>
          <a:xfrm>
            <a:off x="1588880" y="5496253"/>
            <a:ext cx="7822990" cy="0"/>
          </a:xfrm>
          <a:prstGeom prst="line">
            <a:avLst/>
          </a:prstGeom>
          <a:ln w="19050" cap="rnd">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pic>
        <p:nvPicPr>
          <p:cNvPr id="43" name="Picture 42">
            <a:extLst>
              <a:ext uri="{FF2B5EF4-FFF2-40B4-BE49-F238E27FC236}">
                <a16:creationId xmlns:a16="http://schemas.microsoft.com/office/drawing/2014/main" id="{0D561031-AD61-6F5C-3522-DE6B9204EE89}"/>
              </a:ext>
            </a:extLst>
          </p:cNvPr>
          <p:cNvPicPr>
            <a:picLocks noChangeAspect="1"/>
          </p:cNvPicPr>
          <p:nvPr/>
        </p:nvPicPr>
        <p:blipFill rotWithShape="1">
          <a:blip r:embed="rId5"/>
          <a:srcRect t="2620" r="1" b="3260"/>
          <a:stretch/>
        </p:blipFill>
        <p:spPr>
          <a:xfrm>
            <a:off x="9665892" y="3237334"/>
            <a:ext cx="859261" cy="483334"/>
          </a:xfrm>
          <a:prstGeom prst="rect">
            <a:avLst/>
          </a:prstGeom>
        </p:spPr>
      </p:pic>
      <p:pic>
        <p:nvPicPr>
          <p:cNvPr id="44" name="Picture 4" descr="Amazon Web Services - Wikipedia">
            <a:extLst>
              <a:ext uri="{FF2B5EF4-FFF2-40B4-BE49-F238E27FC236}">
                <a16:creationId xmlns:a16="http://schemas.microsoft.com/office/drawing/2014/main" id="{7EC79820-8B64-C5F0-5F95-ACB74BF777B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716599" y="4507691"/>
            <a:ext cx="648765" cy="389259"/>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44">
            <a:extLst>
              <a:ext uri="{FF2B5EF4-FFF2-40B4-BE49-F238E27FC236}">
                <a16:creationId xmlns:a16="http://schemas.microsoft.com/office/drawing/2014/main" id="{FA3F3DD3-9467-733A-8980-D970BA9190F6}"/>
              </a:ext>
            </a:extLst>
          </p:cNvPr>
          <p:cNvPicPr>
            <a:picLocks noChangeAspect="1"/>
          </p:cNvPicPr>
          <p:nvPr/>
        </p:nvPicPr>
        <p:blipFill rotWithShape="1">
          <a:blip r:embed="rId7"/>
          <a:srcRect t="11459" r="3" b="9142"/>
          <a:stretch/>
        </p:blipFill>
        <p:spPr>
          <a:xfrm>
            <a:off x="10302148" y="2395572"/>
            <a:ext cx="1345595" cy="673666"/>
          </a:xfrm>
          <a:prstGeom prst="rect">
            <a:avLst/>
          </a:prstGeom>
        </p:spPr>
      </p:pic>
      <p:pic>
        <p:nvPicPr>
          <p:cNvPr id="46" name="Picture 6">
            <a:extLst>
              <a:ext uri="{FF2B5EF4-FFF2-40B4-BE49-F238E27FC236}">
                <a16:creationId xmlns:a16="http://schemas.microsoft.com/office/drawing/2014/main" id="{9FB8CE39-E20E-5EAC-305C-8F7A8EFE5A5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589510" y="1624626"/>
            <a:ext cx="902945" cy="631055"/>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46">
            <a:extLst>
              <a:ext uri="{FF2B5EF4-FFF2-40B4-BE49-F238E27FC236}">
                <a16:creationId xmlns:a16="http://schemas.microsoft.com/office/drawing/2014/main" id="{B2427B53-AEC2-6634-44E7-265CA547A001}"/>
              </a:ext>
            </a:extLst>
          </p:cNvPr>
          <p:cNvPicPr>
            <a:picLocks noChangeAspect="1"/>
          </p:cNvPicPr>
          <p:nvPr/>
        </p:nvPicPr>
        <p:blipFill rotWithShape="1">
          <a:blip r:embed="rId9"/>
          <a:srcRect r="6490" b="-3"/>
          <a:stretch/>
        </p:blipFill>
        <p:spPr>
          <a:xfrm>
            <a:off x="10901072" y="3863974"/>
            <a:ext cx="737328" cy="364977"/>
          </a:xfrm>
          <a:prstGeom prst="rect">
            <a:avLst/>
          </a:prstGeom>
        </p:spPr>
      </p:pic>
      <p:pic>
        <p:nvPicPr>
          <p:cNvPr id="48" name="Picture 2" descr="Configuring and Operating a Hybrid Cloud with Microsoft Azure Stack -  Teorema">
            <a:extLst>
              <a:ext uri="{FF2B5EF4-FFF2-40B4-BE49-F238E27FC236}">
                <a16:creationId xmlns:a16="http://schemas.microsoft.com/office/drawing/2014/main" id="{838B8A9E-9074-6EB8-9E57-85390AA2C212}"/>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tretch/>
        </p:blipFill>
        <p:spPr bwMode="auto">
          <a:xfrm>
            <a:off x="10040982" y="5099610"/>
            <a:ext cx="1741542" cy="97961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4">
            <a:extLst>
              <a:ext uri="{FF2B5EF4-FFF2-40B4-BE49-F238E27FC236}">
                <a16:creationId xmlns:a16="http://schemas.microsoft.com/office/drawing/2014/main" id="{C7C73B01-0A73-56ED-1225-2C5C04EBDA4B}"/>
              </a:ext>
            </a:extLst>
          </p:cNvPr>
          <p:cNvSpPr/>
          <p:nvPr/>
        </p:nvSpPr>
        <p:spPr bwMode="gray">
          <a:xfrm>
            <a:off x="1353225" y="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Alliances</a:t>
            </a:r>
          </a:p>
        </p:txBody>
      </p:sp>
      <p:sp>
        <p:nvSpPr>
          <p:cNvPr id="49" name="Freeform 15">
            <a:extLst>
              <a:ext uri="{FF2B5EF4-FFF2-40B4-BE49-F238E27FC236}">
                <a16:creationId xmlns:a16="http://schemas.microsoft.com/office/drawing/2014/main" id="{52672065-C3AC-02B3-C665-036D3A330A1A}"/>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50" name="Freeform 16">
            <a:extLst>
              <a:ext uri="{FF2B5EF4-FFF2-40B4-BE49-F238E27FC236}">
                <a16:creationId xmlns:a16="http://schemas.microsoft.com/office/drawing/2014/main" id="{BDE41DD1-1B3C-0290-4E85-FBB712F9632D}"/>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51" name="Freeform 6">
            <a:extLst>
              <a:ext uri="{FF2B5EF4-FFF2-40B4-BE49-F238E27FC236}">
                <a16:creationId xmlns:a16="http://schemas.microsoft.com/office/drawing/2014/main" id="{2BCB5E4E-9C3D-BCA5-506E-291139FD4A72}"/>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52" name="Freeform 6">
            <a:extLst>
              <a:ext uri="{FF2B5EF4-FFF2-40B4-BE49-F238E27FC236}">
                <a16:creationId xmlns:a16="http://schemas.microsoft.com/office/drawing/2014/main" id="{319CC857-CEEA-AF98-CE9A-A87A027310F7}"/>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53" name="Freeform 15">
            <a:extLst>
              <a:ext uri="{FF2B5EF4-FFF2-40B4-BE49-F238E27FC236}">
                <a16:creationId xmlns:a16="http://schemas.microsoft.com/office/drawing/2014/main" id="{1BF876D6-A045-700F-C020-1D6FCE68C334}"/>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54" name="Freeform 16">
            <a:extLst>
              <a:ext uri="{FF2B5EF4-FFF2-40B4-BE49-F238E27FC236}">
                <a16:creationId xmlns:a16="http://schemas.microsoft.com/office/drawing/2014/main" id="{2BD19934-C259-AFC3-EDDE-EEAFDDC3F6D4}"/>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55" name="Freeform 6">
            <a:extLst>
              <a:ext uri="{FF2B5EF4-FFF2-40B4-BE49-F238E27FC236}">
                <a16:creationId xmlns:a16="http://schemas.microsoft.com/office/drawing/2014/main" id="{D0C50AA7-6BDE-CFD2-B7FA-D4EB9B302D00}"/>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56" name="Freeform 6">
            <a:extLst>
              <a:ext uri="{FF2B5EF4-FFF2-40B4-BE49-F238E27FC236}">
                <a16:creationId xmlns:a16="http://schemas.microsoft.com/office/drawing/2014/main" id="{899B591E-46BC-2E0C-692E-7F921D14E64F}"/>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2004406341"/>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05DA3166-B0B3-E290-020A-CBF65B047100}"/>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05DA3166-B0B3-E290-020A-CBF65B04710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72EC69E0-38FE-D316-5B46-74405D9EBCE5}"/>
              </a:ext>
            </a:extLst>
          </p:cNvPr>
          <p:cNvSpPr>
            <a:spLocks noGrp="1"/>
          </p:cNvSpPr>
          <p:nvPr>
            <p:ph type="body" sz="quarter" idx="13"/>
          </p:nvPr>
        </p:nvSpPr>
        <p:spPr/>
        <p:txBody>
          <a:bodyPr/>
          <a:lstStyle/>
          <a:p>
            <a:r>
              <a:rPr lang="en-US" dirty="0"/>
              <a:t>Deloitte offers solutions which helps businesses to leverage the cloud to respond to disruptions and achieve growth</a:t>
            </a:r>
          </a:p>
        </p:txBody>
      </p:sp>
      <p:sp>
        <p:nvSpPr>
          <p:cNvPr id="3" name="Title 2">
            <a:extLst>
              <a:ext uri="{FF2B5EF4-FFF2-40B4-BE49-F238E27FC236}">
                <a16:creationId xmlns:a16="http://schemas.microsoft.com/office/drawing/2014/main" id="{8B52EEB8-2E0E-97A3-F571-80D99AEBCE2B}"/>
              </a:ext>
            </a:extLst>
          </p:cNvPr>
          <p:cNvSpPr>
            <a:spLocks noGrp="1"/>
          </p:cNvSpPr>
          <p:nvPr>
            <p:ph type="title"/>
          </p:nvPr>
        </p:nvSpPr>
        <p:spPr/>
        <p:txBody>
          <a:bodyPr vert="horz"/>
          <a:lstStyle/>
          <a:p>
            <a:r>
              <a:rPr lang="en-US" dirty="0"/>
              <a:t>Overview of AWS &amp; Oracle Capabilities</a:t>
            </a:r>
          </a:p>
        </p:txBody>
      </p:sp>
      <p:sp>
        <p:nvSpPr>
          <p:cNvPr id="6" name="Rectangle 5">
            <a:extLst>
              <a:ext uri="{FF2B5EF4-FFF2-40B4-BE49-F238E27FC236}">
                <a16:creationId xmlns:a16="http://schemas.microsoft.com/office/drawing/2014/main" id="{A0F80729-B07D-6083-92CC-16EA0D784787}"/>
              </a:ext>
            </a:extLst>
          </p:cNvPr>
          <p:cNvSpPr/>
          <p:nvPr/>
        </p:nvSpPr>
        <p:spPr bwMode="gray">
          <a:xfrm>
            <a:off x="6187486" y="1135117"/>
            <a:ext cx="5570373" cy="5319999"/>
          </a:xfrm>
          <a:prstGeom prst="rect">
            <a:avLst/>
          </a:prstGeom>
          <a:noFill/>
          <a:ln w="9525" algn="ctr">
            <a:solidFill>
              <a:schemeClr val="tx1"/>
            </a:solid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7" name="Rectangle 6">
            <a:extLst>
              <a:ext uri="{FF2B5EF4-FFF2-40B4-BE49-F238E27FC236}">
                <a16:creationId xmlns:a16="http://schemas.microsoft.com/office/drawing/2014/main" id="{F8C1C0D0-2226-8D09-FDC9-28AC613AB713}"/>
              </a:ext>
            </a:extLst>
          </p:cNvPr>
          <p:cNvSpPr/>
          <p:nvPr/>
        </p:nvSpPr>
        <p:spPr bwMode="gray">
          <a:xfrm>
            <a:off x="525626" y="1135117"/>
            <a:ext cx="5570373" cy="5319999"/>
          </a:xfrm>
          <a:prstGeom prst="rect">
            <a:avLst/>
          </a:prstGeom>
          <a:noFill/>
          <a:ln w="9525" algn="ctr">
            <a:solidFill>
              <a:schemeClr val="tx1"/>
            </a:solid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TextBox 7">
            <a:extLst>
              <a:ext uri="{FF2B5EF4-FFF2-40B4-BE49-F238E27FC236}">
                <a16:creationId xmlns:a16="http://schemas.microsoft.com/office/drawing/2014/main" id="{17408936-4F9E-CADD-54A6-0D9E77CC5BC3}"/>
              </a:ext>
            </a:extLst>
          </p:cNvPr>
          <p:cNvSpPr txBox="1"/>
          <p:nvPr/>
        </p:nvSpPr>
        <p:spPr>
          <a:xfrm>
            <a:off x="856145" y="4560685"/>
            <a:ext cx="5239855" cy="1754326"/>
          </a:xfrm>
          <a:prstGeom prst="rect">
            <a:avLst/>
          </a:prstGeom>
          <a:noFill/>
        </p:spPr>
        <p:txBody>
          <a:bodyPr wrap="square">
            <a:spAutoFit/>
          </a:bodyPr>
          <a:lstStyle/>
          <a:p>
            <a:pPr marL="360000" defTabSz="1219170">
              <a:defRPr/>
            </a:pPr>
            <a:r>
              <a:rPr lang="en-US" sz="1200" b="1" dirty="0">
                <a:ea typeface="+mn-lt"/>
                <a:cs typeface="+mn-lt"/>
              </a:rPr>
              <a:t>Industry vertical solutions</a:t>
            </a:r>
          </a:p>
          <a:p>
            <a:pPr marL="360000" defTabSz="1219170">
              <a:defRPr/>
            </a:pPr>
            <a:r>
              <a:rPr lang="en-US" sz="1200" dirty="0">
                <a:ea typeface="+mn-lt"/>
                <a:cs typeface="+mn-lt"/>
              </a:rPr>
              <a:t>Deloitte’s extensive experience within and across industries allows us to bring proven insights and help accelerate progress toward your goals leveraging the AWS cloud.</a:t>
            </a:r>
          </a:p>
          <a:p>
            <a:pPr marL="360000" defTabSz="1219170">
              <a:defRPr/>
            </a:pPr>
            <a:endParaRPr lang="en-US" sz="1200" dirty="0">
              <a:ea typeface="+mn-lt"/>
              <a:cs typeface="+mn-lt"/>
            </a:endParaRPr>
          </a:p>
          <a:p>
            <a:pPr marL="360000" defTabSz="1219170">
              <a:defRPr/>
            </a:pPr>
            <a:r>
              <a:rPr lang="en-US" sz="1200" b="1" dirty="0">
                <a:ea typeface="+mn-lt"/>
                <a:cs typeface="+mn-lt"/>
              </a:rPr>
              <a:t>Tailored customer experiences via Amazon Connect</a:t>
            </a:r>
          </a:p>
          <a:p>
            <a:pPr marL="360000" defTabSz="1219170">
              <a:defRPr/>
            </a:pPr>
            <a:r>
              <a:rPr lang="en-US" sz="1200" dirty="0">
                <a:ea typeface="+mn-lt"/>
                <a:cs typeface="+mn-lt"/>
              </a:rPr>
              <a:t>Amazon Connect and AI help evolve customers’ contact center experiences with state-of-the-art technology that provides a true 360-degree view of customers.</a:t>
            </a:r>
          </a:p>
        </p:txBody>
      </p:sp>
      <p:cxnSp>
        <p:nvCxnSpPr>
          <p:cNvPr id="9" name="Straight Arrow Connector 8">
            <a:extLst>
              <a:ext uri="{FF2B5EF4-FFF2-40B4-BE49-F238E27FC236}">
                <a16:creationId xmlns:a16="http://schemas.microsoft.com/office/drawing/2014/main" id="{31EB2FB7-363C-E1F2-B525-AC7B3A83A5E9}"/>
              </a:ext>
            </a:extLst>
          </p:cNvPr>
          <p:cNvCxnSpPr/>
          <p:nvPr/>
        </p:nvCxnSpPr>
        <p:spPr>
          <a:xfrm>
            <a:off x="527107" y="2505456"/>
            <a:ext cx="10427457" cy="694"/>
          </a:xfrm>
          <a:prstGeom prst="straightConnector1">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BF6C2BDA-0F19-6709-6786-4AE63A1C03A9}"/>
              </a:ext>
            </a:extLst>
          </p:cNvPr>
          <p:cNvSpPr/>
          <p:nvPr/>
        </p:nvSpPr>
        <p:spPr>
          <a:xfrm>
            <a:off x="856145" y="1417873"/>
            <a:ext cx="5334448" cy="3046988"/>
          </a:xfrm>
          <a:prstGeom prst="rect">
            <a:avLst/>
          </a:prstGeom>
        </p:spPr>
        <p:txBody>
          <a:bodyPr wrap="square" lIns="91440" tIns="45720" rIns="91440" bIns="45720" anchor="t">
            <a:spAutoFit/>
          </a:bodyPr>
          <a:lstStyle/>
          <a:p>
            <a:pPr marL="360000" defTabSz="1219170">
              <a:defRPr/>
            </a:pPr>
            <a:r>
              <a:rPr lang="en-US" sz="1200" b="1" dirty="0">
                <a:ea typeface="+mn-lt"/>
                <a:cs typeface="+mn-lt"/>
              </a:rPr>
              <a:t>Application migration and modernization</a:t>
            </a:r>
          </a:p>
          <a:p>
            <a:pPr marL="360000" defTabSz="1219170">
              <a:defRPr/>
            </a:pPr>
            <a:r>
              <a:rPr lang="en-US" sz="1200" dirty="0">
                <a:ea typeface="+mn-lt"/>
                <a:cs typeface="+mn-lt"/>
              </a:rPr>
              <a:t>Modernization of applications to reduce operational costs and innovate in impactful ways for a sustainable future.</a:t>
            </a:r>
          </a:p>
          <a:p>
            <a:pPr marL="360000" defTabSz="1219170">
              <a:defRPr/>
            </a:pPr>
            <a:endParaRPr lang="en-US" sz="1200" dirty="0">
              <a:ea typeface="+mn-lt"/>
              <a:cs typeface="+mn-lt"/>
            </a:endParaRPr>
          </a:p>
          <a:p>
            <a:pPr marL="360000" defTabSz="1219170">
              <a:defRPr/>
            </a:pPr>
            <a:r>
              <a:rPr lang="en-US" sz="1200" b="1" dirty="0">
                <a:ea typeface="+mn-lt"/>
                <a:cs typeface="+mn-lt"/>
              </a:rPr>
              <a:t>SAP on AWS</a:t>
            </a:r>
          </a:p>
          <a:p>
            <a:pPr marL="360000" defTabSz="1219170">
              <a:defRPr/>
            </a:pPr>
            <a:r>
              <a:rPr lang="en-US" sz="1200" dirty="0">
                <a:ea typeface="+mn-lt"/>
                <a:cs typeface="+mn-lt"/>
              </a:rPr>
              <a:t>Transform business with cloud to respond to nonstop disruption and growth of the business – from strategic design to seamless execution to ongoing operations.</a:t>
            </a:r>
          </a:p>
          <a:p>
            <a:pPr marL="360000" defTabSz="1219170">
              <a:defRPr/>
            </a:pPr>
            <a:endParaRPr lang="en-US" sz="1200" dirty="0">
              <a:ea typeface="+mn-lt"/>
              <a:cs typeface="+mn-lt"/>
            </a:endParaRPr>
          </a:p>
          <a:p>
            <a:pPr marL="360000" defTabSz="1219170">
              <a:defRPr/>
            </a:pPr>
            <a:r>
              <a:rPr lang="en-US" sz="1200" b="1" dirty="0">
                <a:ea typeface="+mn-lt"/>
                <a:cs typeface="+mn-lt"/>
              </a:rPr>
              <a:t>Electronic Health Records on AWS</a:t>
            </a:r>
          </a:p>
          <a:p>
            <a:pPr marL="360000" defTabSz="1219170">
              <a:defRPr/>
            </a:pPr>
            <a:r>
              <a:rPr lang="en-US" sz="1200" dirty="0">
                <a:ea typeface="+mn-lt"/>
                <a:cs typeface="+mn-lt"/>
              </a:rPr>
              <a:t>Unlock value from the cloud with the Deloitte-AWS electronic health records (EHR) solution on AWS.</a:t>
            </a:r>
          </a:p>
          <a:p>
            <a:pPr marL="360000" defTabSz="1219170">
              <a:defRPr/>
            </a:pPr>
            <a:endParaRPr lang="en-US" sz="1200" dirty="0">
              <a:ea typeface="+mn-lt"/>
              <a:cs typeface="+mn-lt"/>
            </a:endParaRPr>
          </a:p>
          <a:p>
            <a:pPr marL="360000" defTabSz="1219170">
              <a:defRPr/>
            </a:pPr>
            <a:r>
              <a:rPr lang="en-US" sz="1200" b="1" dirty="0">
                <a:ea typeface="+mn-lt"/>
                <a:cs typeface="+mn-lt"/>
              </a:rPr>
              <a:t>Data analytics and AI/ML </a:t>
            </a:r>
          </a:p>
          <a:p>
            <a:pPr marL="360000" defTabSz="1219170">
              <a:defRPr/>
            </a:pPr>
            <a:r>
              <a:rPr lang="en-US" sz="1200" dirty="0">
                <a:ea typeface="+mn-lt"/>
                <a:cs typeface="+mn-lt"/>
              </a:rPr>
              <a:t>Optimize data strategy and choose the right cloud analytics and AI/ML approach to realize additional value from data.</a:t>
            </a:r>
          </a:p>
        </p:txBody>
      </p:sp>
      <p:sp>
        <p:nvSpPr>
          <p:cNvPr id="11" name="Rectangle 10">
            <a:extLst>
              <a:ext uri="{FF2B5EF4-FFF2-40B4-BE49-F238E27FC236}">
                <a16:creationId xmlns:a16="http://schemas.microsoft.com/office/drawing/2014/main" id="{F5EE3509-63F2-D55A-C284-FC8956075D35}"/>
              </a:ext>
            </a:extLst>
          </p:cNvPr>
          <p:cNvSpPr/>
          <p:nvPr/>
        </p:nvSpPr>
        <p:spPr>
          <a:xfrm>
            <a:off x="6962920" y="1391001"/>
            <a:ext cx="4425946" cy="553998"/>
          </a:xfrm>
          <a:prstGeom prst="rect">
            <a:avLst/>
          </a:prstGeom>
        </p:spPr>
        <p:txBody>
          <a:bodyPr wrap="square" lIns="0" tIns="0" rIns="0" bIns="0">
            <a:spAutoFit/>
          </a:bodyPr>
          <a:lstStyle/>
          <a:p>
            <a:pPr marL="19192" defTabSz="1358398">
              <a:defRPr/>
            </a:pPr>
            <a:r>
              <a:rPr lang="en-US" sz="1200" b="1" dirty="0">
                <a:ea typeface="Open Sans" panose="020B0606030504020204" pitchFamily="34" charset="0"/>
                <a:cs typeface="Calibri" panose="020F0502020204030204" pitchFamily="34" charset="0"/>
              </a:rPr>
              <a:t>Analytics</a:t>
            </a:r>
            <a:r>
              <a:rPr lang="en-US" sz="1200" b="1" dirty="0">
                <a:solidFill>
                  <a:srgbClr val="86BC25"/>
                </a:solidFill>
                <a:ea typeface="Open Sans" panose="020B0606030504020204" pitchFamily="34" charset="0"/>
                <a:cs typeface="Calibri" panose="020F0502020204030204" pitchFamily="34" charset="0"/>
              </a:rPr>
              <a:t> </a:t>
            </a:r>
          </a:p>
          <a:p>
            <a:pPr marL="19192" defTabSz="1358398">
              <a:spcAft>
                <a:spcPts val="600"/>
              </a:spcAft>
              <a:defRPr/>
            </a:pPr>
            <a:r>
              <a:rPr lang="en-US" sz="1200" dirty="0">
                <a:solidFill>
                  <a:prstClr val="black"/>
                </a:solidFill>
                <a:ea typeface="Open Sans" panose="020B0606030504020204" pitchFamily="34" charset="0"/>
                <a:cs typeface="Calibri Light" panose="020F0302020204030204" pitchFamily="34" charset="0"/>
              </a:rPr>
              <a:t>Drive performance value through powerful analytics environments that transform how business decisions are made.</a:t>
            </a:r>
          </a:p>
        </p:txBody>
      </p:sp>
      <p:sp>
        <p:nvSpPr>
          <p:cNvPr id="12" name="TextBox 11">
            <a:extLst>
              <a:ext uri="{FF2B5EF4-FFF2-40B4-BE49-F238E27FC236}">
                <a16:creationId xmlns:a16="http://schemas.microsoft.com/office/drawing/2014/main" id="{1C441EB5-FD05-D0FA-4907-2A82834C564C}"/>
              </a:ext>
            </a:extLst>
          </p:cNvPr>
          <p:cNvSpPr txBox="1"/>
          <p:nvPr/>
        </p:nvSpPr>
        <p:spPr>
          <a:xfrm>
            <a:off x="6976376" y="2222853"/>
            <a:ext cx="4425946" cy="802623"/>
          </a:xfrm>
          <a:prstGeom prst="rect">
            <a:avLst/>
          </a:prstGeom>
          <a:noFill/>
        </p:spPr>
        <p:txBody>
          <a:bodyPr wrap="square" lIns="0" tIns="0" rIns="0" bIns="0" rtlCol="0" anchor="ctr">
            <a:noAutofit/>
          </a:bodyPr>
          <a:lstStyle/>
          <a:p>
            <a:pPr defTabSz="1842205">
              <a:defRPr/>
            </a:pPr>
            <a:r>
              <a:rPr lang="en-US" sz="1200" b="1" dirty="0">
                <a:ea typeface="Open Sans"/>
                <a:cs typeface="Calibri"/>
              </a:rPr>
              <a:t>Cloud engineering</a:t>
            </a:r>
            <a:r>
              <a:rPr lang="en-US" sz="1200" dirty="0">
                <a:ea typeface="Open Sans"/>
                <a:cs typeface="Calibri"/>
              </a:rPr>
              <a:t> </a:t>
            </a:r>
            <a:endParaRPr lang="en-US" sz="1200" dirty="0">
              <a:ea typeface="Open Sans" panose="020B0606030504020204" pitchFamily="34" charset="0"/>
              <a:cs typeface="Calibri" panose="020F0502020204030204" pitchFamily="34" charset="0"/>
            </a:endParaRPr>
          </a:p>
          <a:p>
            <a:pPr defTabSz="1842205">
              <a:spcAft>
                <a:spcPts val="600"/>
              </a:spcAft>
              <a:defRPr/>
            </a:pPr>
            <a:r>
              <a:rPr lang="en-US" sz="1200" dirty="0">
                <a:ea typeface="Open Sans"/>
                <a:cs typeface="Calibri Light"/>
              </a:rPr>
              <a:t>Deploy the latest cloud and server-less technologies to reduce development and operational costs and lay the foundation for advanced machine learning.</a:t>
            </a:r>
          </a:p>
        </p:txBody>
      </p:sp>
      <p:grpSp>
        <p:nvGrpSpPr>
          <p:cNvPr id="13" name="Group 587">
            <a:extLst>
              <a:ext uri="{FF2B5EF4-FFF2-40B4-BE49-F238E27FC236}">
                <a16:creationId xmlns:a16="http://schemas.microsoft.com/office/drawing/2014/main" id="{F67AF633-4B59-2678-6E4E-E5CC137D1423}"/>
              </a:ext>
            </a:extLst>
          </p:cNvPr>
          <p:cNvGrpSpPr>
            <a:grpSpLocks noChangeAspect="1"/>
          </p:cNvGrpSpPr>
          <p:nvPr/>
        </p:nvGrpSpPr>
        <p:grpSpPr>
          <a:xfrm>
            <a:off x="6322389" y="1444040"/>
            <a:ext cx="503575" cy="503573"/>
            <a:chOff x="2878" y="2417"/>
            <a:chExt cx="340" cy="340"/>
          </a:xfrm>
          <a:solidFill>
            <a:schemeClr val="accent6"/>
          </a:solidFill>
        </p:grpSpPr>
        <p:sp>
          <p:nvSpPr>
            <p:cNvPr id="14" name="Freeform 588">
              <a:extLst>
                <a:ext uri="{FF2B5EF4-FFF2-40B4-BE49-F238E27FC236}">
                  <a16:creationId xmlns:a16="http://schemas.microsoft.com/office/drawing/2014/main" id="{CAEDF3F7-096C-81AA-E4F9-8D5663A410E1}"/>
                </a:ext>
              </a:extLst>
            </p:cNvPr>
            <p:cNvSpPr/>
            <p:nvPr/>
          </p:nvSpPr>
          <p:spPr bwMode="auto">
            <a:xfrm>
              <a:off x="2942" y="2509"/>
              <a:ext cx="212" cy="156"/>
            </a:xfrm>
            <a:custGeom>
              <a:avLst/>
              <a:gdLst>
                <a:gd name="T0" fmla="*/ 309 w 320"/>
                <a:gd name="T1" fmla="*/ 214 h 235"/>
                <a:gd name="T2" fmla="*/ 21 w 320"/>
                <a:gd name="T3" fmla="*/ 214 h 235"/>
                <a:gd name="T4" fmla="*/ 21 w 320"/>
                <a:gd name="T5" fmla="*/ 11 h 235"/>
                <a:gd name="T6" fmla="*/ 10 w 320"/>
                <a:gd name="T7" fmla="*/ 0 h 235"/>
                <a:gd name="T8" fmla="*/ 0 w 320"/>
                <a:gd name="T9" fmla="*/ 11 h 235"/>
                <a:gd name="T10" fmla="*/ 0 w 320"/>
                <a:gd name="T11" fmla="*/ 224 h 235"/>
                <a:gd name="T12" fmla="*/ 10 w 320"/>
                <a:gd name="T13" fmla="*/ 235 h 235"/>
                <a:gd name="T14" fmla="*/ 309 w 320"/>
                <a:gd name="T15" fmla="*/ 235 h 235"/>
                <a:gd name="T16" fmla="*/ 320 w 320"/>
                <a:gd name="T17" fmla="*/ 224 h 235"/>
                <a:gd name="T18" fmla="*/ 309 w 320"/>
                <a:gd name="T19" fmla="*/ 21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235">
                  <a:moveTo>
                    <a:pt x="309" y="214"/>
                  </a:moveTo>
                  <a:cubicBezTo>
                    <a:pt x="21" y="214"/>
                    <a:pt x="21" y="214"/>
                    <a:pt x="21" y="214"/>
                  </a:cubicBezTo>
                  <a:cubicBezTo>
                    <a:pt x="21" y="11"/>
                    <a:pt x="21" y="11"/>
                    <a:pt x="21" y="11"/>
                  </a:cubicBezTo>
                  <a:cubicBezTo>
                    <a:pt x="21" y="5"/>
                    <a:pt x="16" y="0"/>
                    <a:pt x="10" y="0"/>
                  </a:cubicBezTo>
                  <a:cubicBezTo>
                    <a:pt x="4" y="0"/>
                    <a:pt x="0" y="5"/>
                    <a:pt x="0" y="11"/>
                  </a:cubicBezTo>
                  <a:cubicBezTo>
                    <a:pt x="0" y="224"/>
                    <a:pt x="0" y="224"/>
                    <a:pt x="0" y="224"/>
                  </a:cubicBezTo>
                  <a:cubicBezTo>
                    <a:pt x="0" y="230"/>
                    <a:pt x="4" y="235"/>
                    <a:pt x="10" y="235"/>
                  </a:cubicBezTo>
                  <a:cubicBezTo>
                    <a:pt x="309" y="235"/>
                    <a:pt x="309" y="235"/>
                    <a:pt x="309" y="235"/>
                  </a:cubicBezTo>
                  <a:cubicBezTo>
                    <a:pt x="315" y="235"/>
                    <a:pt x="320" y="230"/>
                    <a:pt x="320" y="224"/>
                  </a:cubicBezTo>
                  <a:cubicBezTo>
                    <a:pt x="320" y="218"/>
                    <a:pt x="315" y="214"/>
                    <a:pt x="309" y="214"/>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15" name="Freeform 589">
              <a:extLst>
                <a:ext uri="{FF2B5EF4-FFF2-40B4-BE49-F238E27FC236}">
                  <a16:creationId xmlns:a16="http://schemas.microsoft.com/office/drawing/2014/main" id="{8722730B-E59E-D0D4-B256-C875D62FC5F2}"/>
                </a:ext>
              </a:extLst>
            </p:cNvPr>
            <p:cNvSpPr/>
            <p:nvPr/>
          </p:nvSpPr>
          <p:spPr bwMode="auto">
            <a:xfrm>
              <a:off x="2969" y="2523"/>
              <a:ext cx="186" cy="99"/>
            </a:xfrm>
            <a:custGeom>
              <a:avLst/>
              <a:gdLst>
                <a:gd name="T0" fmla="*/ 12 w 280"/>
                <a:gd name="T1" fmla="*/ 150 h 150"/>
                <a:gd name="T2" fmla="*/ 20 w 280"/>
                <a:gd name="T3" fmla="*/ 147 h 150"/>
                <a:gd name="T4" fmla="*/ 87 w 280"/>
                <a:gd name="T5" fmla="*/ 80 h 150"/>
                <a:gd name="T6" fmla="*/ 143 w 280"/>
                <a:gd name="T7" fmla="*/ 136 h 150"/>
                <a:gd name="T8" fmla="*/ 158 w 280"/>
                <a:gd name="T9" fmla="*/ 136 h 150"/>
                <a:gd name="T10" fmla="*/ 276 w 280"/>
                <a:gd name="T11" fmla="*/ 19 h 150"/>
                <a:gd name="T12" fmla="*/ 276 w 280"/>
                <a:gd name="T13" fmla="*/ 4 h 150"/>
                <a:gd name="T14" fmla="*/ 260 w 280"/>
                <a:gd name="T15" fmla="*/ 4 h 150"/>
                <a:gd name="T16" fmla="*/ 151 w 280"/>
                <a:gd name="T17" fmla="*/ 114 h 150"/>
                <a:gd name="T18" fmla="*/ 94 w 280"/>
                <a:gd name="T19" fmla="*/ 57 h 150"/>
                <a:gd name="T20" fmla="*/ 79 w 280"/>
                <a:gd name="T21" fmla="*/ 57 h 150"/>
                <a:gd name="T22" fmla="*/ 4 w 280"/>
                <a:gd name="T23" fmla="*/ 132 h 150"/>
                <a:gd name="T24" fmla="*/ 4 w 280"/>
                <a:gd name="T25" fmla="*/ 147 h 150"/>
                <a:gd name="T26" fmla="*/ 12 w 280"/>
                <a:gd name="T2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0" h="150">
                  <a:moveTo>
                    <a:pt x="12" y="150"/>
                  </a:moveTo>
                  <a:cubicBezTo>
                    <a:pt x="15" y="150"/>
                    <a:pt x="17" y="149"/>
                    <a:pt x="20" y="147"/>
                  </a:cubicBezTo>
                  <a:cubicBezTo>
                    <a:pt x="87" y="80"/>
                    <a:pt x="87" y="80"/>
                    <a:pt x="87" y="80"/>
                  </a:cubicBezTo>
                  <a:cubicBezTo>
                    <a:pt x="143" y="136"/>
                    <a:pt x="143" y="136"/>
                    <a:pt x="143" y="136"/>
                  </a:cubicBezTo>
                  <a:cubicBezTo>
                    <a:pt x="147" y="140"/>
                    <a:pt x="154" y="140"/>
                    <a:pt x="158" y="136"/>
                  </a:cubicBezTo>
                  <a:cubicBezTo>
                    <a:pt x="276" y="19"/>
                    <a:pt x="276" y="19"/>
                    <a:pt x="276" y="19"/>
                  </a:cubicBezTo>
                  <a:cubicBezTo>
                    <a:pt x="280" y="15"/>
                    <a:pt x="280" y="8"/>
                    <a:pt x="276" y="4"/>
                  </a:cubicBezTo>
                  <a:cubicBezTo>
                    <a:pt x="271" y="0"/>
                    <a:pt x="265" y="0"/>
                    <a:pt x="260" y="4"/>
                  </a:cubicBezTo>
                  <a:cubicBezTo>
                    <a:pt x="151" y="114"/>
                    <a:pt x="151" y="114"/>
                    <a:pt x="151" y="114"/>
                  </a:cubicBezTo>
                  <a:cubicBezTo>
                    <a:pt x="94" y="57"/>
                    <a:pt x="94" y="57"/>
                    <a:pt x="94" y="57"/>
                  </a:cubicBezTo>
                  <a:cubicBezTo>
                    <a:pt x="90" y="53"/>
                    <a:pt x="83" y="53"/>
                    <a:pt x="79" y="57"/>
                  </a:cubicBezTo>
                  <a:cubicBezTo>
                    <a:pt x="4" y="132"/>
                    <a:pt x="4" y="132"/>
                    <a:pt x="4" y="132"/>
                  </a:cubicBezTo>
                  <a:cubicBezTo>
                    <a:pt x="0" y="136"/>
                    <a:pt x="0" y="143"/>
                    <a:pt x="4" y="147"/>
                  </a:cubicBezTo>
                  <a:cubicBezTo>
                    <a:pt x="7" y="149"/>
                    <a:pt x="9" y="150"/>
                    <a:pt x="12" y="150"/>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16" name="Freeform 590">
              <a:extLst>
                <a:ext uri="{FF2B5EF4-FFF2-40B4-BE49-F238E27FC236}">
                  <a16:creationId xmlns:a16="http://schemas.microsoft.com/office/drawing/2014/main" id="{F57A4D44-FED2-4E66-3CE7-A0092CE7A807}"/>
                </a:ext>
              </a:extLst>
            </p:cNvPr>
            <p:cNvSpPr>
              <a:spLocks noEditPoints="1"/>
            </p:cNvSpPr>
            <p:nvPr/>
          </p:nvSpPr>
          <p:spPr bwMode="auto">
            <a:xfrm>
              <a:off x="2878" y="241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grpSp>
      <p:grpSp>
        <p:nvGrpSpPr>
          <p:cNvPr id="17" name="Group 1000">
            <a:extLst>
              <a:ext uri="{FF2B5EF4-FFF2-40B4-BE49-F238E27FC236}">
                <a16:creationId xmlns:a16="http://schemas.microsoft.com/office/drawing/2014/main" id="{0462A958-7C43-0EB6-D85A-B5DC120ABBE3}"/>
              </a:ext>
            </a:extLst>
          </p:cNvPr>
          <p:cNvGrpSpPr>
            <a:grpSpLocks noChangeAspect="1"/>
          </p:cNvGrpSpPr>
          <p:nvPr/>
        </p:nvGrpSpPr>
        <p:grpSpPr>
          <a:xfrm>
            <a:off x="6314792" y="2305118"/>
            <a:ext cx="503574" cy="503572"/>
            <a:chOff x="5030" y="4091"/>
            <a:chExt cx="340" cy="340"/>
          </a:xfrm>
          <a:solidFill>
            <a:schemeClr val="accent6"/>
          </a:solidFill>
        </p:grpSpPr>
        <p:sp>
          <p:nvSpPr>
            <p:cNvPr id="18" name="Freeform 1001">
              <a:extLst>
                <a:ext uri="{FF2B5EF4-FFF2-40B4-BE49-F238E27FC236}">
                  <a16:creationId xmlns:a16="http://schemas.microsoft.com/office/drawing/2014/main" id="{A3E3F1AF-2E70-8CC3-8F3B-52E77F15E6D4}"/>
                </a:ext>
              </a:extLst>
            </p:cNvPr>
            <p:cNvSpPr>
              <a:spLocks noEditPoints="1"/>
            </p:cNvSpPr>
            <p:nvPr/>
          </p:nvSpPr>
          <p:spPr bwMode="auto">
            <a:xfrm>
              <a:off x="5094" y="4183"/>
              <a:ext cx="212" cy="127"/>
            </a:xfrm>
            <a:custGeom>
              <a:avLst/>
              <a:gdLst>
                <a:gd name="T0" fmla="*/ 269 w 320"/>
                <a:gd name="T1" fmla="*/ 192 h 192"/>
                <a:gd name="T2" fmla="*/ 71 w 320"/>
                <a:gd name="T3" fmla="*/ 192 h 192"/>
                <a:gd name="T4" fmla="*/ 0 w 320"/>
                <a:gd name="T5" fmla="*/ 121 h 192"/>
                <a:gd name="T6" fmla="*/ 71 w 320"/>
                <a:gd name="T7" fmla="*/ 51 h 192"/>
                <a:gd name="T8" fmla="*/ 96 w 320"/>
                <a:gd name="T9" fmla="*/ 56 h 192"/>
                <a:gd name="T10" fmla="*/ 181 w 320"/>
                <a:gd name="T11" fmla="*/ 0 h 192"/>
                <a:gd name="T12" fmla="*/ 273 w 320"/>
                <a:gd name="T13" fmla="*/ 91 h 192"/>
                <a:gd name="T14" fmla="*/ 320 w 320"/>
                <a:gd name="T15" fmla="*/ 142 h 192"/>
                <a:gd name="T16" fmla="*/ 269 w 320"/>
                <a:gd name="T17" fmla="*/ 192 h 192"/>
                <a:gd name="T18" fmla="*/ 71 w 320"/>
                <a:gd name="T19" fmla="*/ 72 h 192"/>
                <a:gd name="T20" fmla="*/ 21 w 320"/>
                <a:gd name="T21" fmla="*/ 121 h 192"/>
                <a:gd name="T22" fmla="*/ 71 w 320"/>
                <a:gd name="T23" fmla="*/ 171 h 192"/>
                <a:gd name="T24" fmla="*/ 269 w 320"/>
                <a:gd name="T25" fmla="*/ 171 h 192"/>
                <a:gd name="T26" fmla="*/ 298 w 320"/>
                <a:gd name="T27" fmla="*/ 142 h 192"/>
                <a:gd name="T28" fmla="*/ 269 w 320"/>
                <a:gd name="T29" fmla="*/ 112 h 192"/>
                <a:gd name="T30" fmla="*/ 267 w 320"/>
                <a:gd name="T31" fmla="*/ 112 h 192"/>
                <a:gd name="T32" fmla="*/ 265 w 320"/>
                <a:gd name="T33" fmla="*/ 113 h 192"/>
                <a:gd name="T34" fmla="*/ 254 w 320"/>
                <a:gd name="T35" fmla="*/ 111 h 192"/>
                <a:gd name="T36" fmla="*/ 251 w 320"/>
                <a:gd name="T37" fmla="*/ 101 h 192"/>
                <a:gd name="T38" fmla="*/ 251 w 320"/>
                <a:gd name="T39" fmla="*/ 96 h 192"/>
                <a:gd name="T40" fmla="*/ 251 w 320"/>
                <a:gd name="T41" fmla="*/ 92 h 192"/>
                <a:gd name="T42" fmla="*/ 181 w 320"/>
                <a:gd name="T43" fmla="*/ 22 h 192"/>
                <a:gd name="T44" fmla="*/ 114 w 320"/>
                <a:gd name="T45" fmla="*/ 68 h 192"/>
                <a:gd name="T46" fmla="*/ 112 w 320"/>
                <a:gd name="T47" fmla="*/ 73 h 192"/>
                <a:gd name="T48" fmla="*/ 112 w 320"/>
                <a:gd name="T49" fmla="*/ 75 h 192"/>
                <a:gd name="T50" fmla="*/ 103 w 320"/>
                <a:gd name="T51" fmla="*/ 83 h 192"/>
                <a:gd name="T52" fmla="*/ 93 w 320"/>
                <a:gd name="T53" fmla="*/ 79 h 192"/>
                <a:gd name="T54" fmla="*/ 71 w 320"/>
                <a:gd name="T55" fmla="*/ 7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0" h="192">
                  <a:moveTo>
                    <a:pt x="269" y="192"/>
                  </a:moveTo>
                  <a:cubicBezTo>
                    <a:pt x="71" y="192"/>
                    <a:pt x="71" y="192"/>
                    <a:pt x="71" y="192"/>
                  </a:cubicBezTo>
                  <a:cubicBezTo>
                    <a:pt x="31" y="192"/>
                    <a:pt x="0" y="161"/>
                    <a:pt x="0" y="121"/>
                  </a:cubicBezTo>
                  <a:cubicBezTo>
                    <a:pt x="0" y="82"/>
                    <a:pt x="31" y="51"/>
                    <a:pt x="71" y="51"/>
                  </a:cubicBezTo>
                  <a:cubicBezTo>
                    <a:pt x="80" y="51"/>
                    <a:pt x="88" y="52"/>
                    <a:pt x="96" y="56"/>
                  </a:cubicBezTo>
                  <a:cubicBezTo>
                    <a:pt x="110" y="23"/>
                    <a:pt x="144" y="0"/>
                    <a:pt x="181" y="0"/>
                  </a:cubicBezTo>
                  <a:cubicBezTo>
                    <a:pt x="231" y="0"/>
                    <a:pt x="272" y="41"/>
                    <a:pt x="273" y="91"/>
                  </a:cubicBezTo>
                  <a:cubicBezTo>
                    <a:pt x="299" y="93"/>
                    <a:pt x="320" y="115"/>
                    <a:pt x="320" y="142"/>
                  </a:cubicBezTo>
                  <a:cubicBezTo>
                    <a:pt x="320" y="170"/>
                    <a:pt x="297" y="192"/>
                    <a:pt x="269" y="192"/>
                  </a:cubicBezTo>
                  <a:close/>
                  <a:moveTo>
                    <a:pt x="71" y="72"/>
                  </a:moveTo>
                  <a:cubicBezTo>
                    <a:pt x="43" y="72"/>
                    <a:pt x="21" y="94"/>
                    <a:pt x="21" y="121"/>
                  </a:cubicBezTo>
                  <a:cubicBezTo>
                    <a:pt x="21" y="149"/>
                    <a:pt x="43" y="171"/>
                    <a:pt x="71" y="171"/>
                  </a:cubicBezTo>
                  <a:cubicBezTo>
                    <a:pt x="269" y="171"/>
                    <a:pt x="269" y="171"/>
                    <a:pt x="269" y="171"/>
                  </a:cubicBezTo>
                  <a:cubicBezTo>
                    <a:pt x="285" y="171"/>
                    <a:pt x="298" y="158"/>
                    <a:pt x="298" y="142"/>
                  </a:cubicBezTo>
                  <a:cubicBezTo>
                    <a:pt x="298" y="125"/>
                    <a:pt x="285" y="112"/>
                    <a:pt x="269" y="112"/>
                  </a:cubicBezTo>
                  <a:cubicBezTo>
                    <a:pt x="268" y="112"/>
                    <a:pt x="268" y="112"/>
                    <a:pt x="267" y="112"/>
                  </a:cubicBezTo>
                  <a:cubicBezTo>
                    <a:pt x="267" y="112"/>
                    <a:pt x="266" y="112"/>
                    <a:pt x="265" y="113"/>
                  </a:cubicBezTo>
                  <a:cubicBezTo>
                    <a:pt x="261" y="114"/>
                    <a:pt x="257" y="113"/>
                    <a:pt x="254" y="111"/>
                  </a:cubicBezTo>
                  <a:cubicBezTo>
                    <a:pt x="252" y="109"/>
                    <a:pt x="250" y="105"/>
                    <a:pt x="251" y="101"/>
                  </a:cubicBezTo>
                  <a:cubicBezTo>
                    <a:pt x="251" y="99"/>
                    <a:pt x="251" y="98"/>
                    <a:pt x="251" y="96"/>
                  </a:cubicBezTo>
                  <a:cubicBezTo>
                    <a:pt x="251" y="94"/>
                    <a:pt x="251" y="93"/>
                    <a:pt x="251" y="92"/>
                  </a:cubicBezTo>
                  <a:cubicBezTo>
                    <a:pt x="251" y="53"/>
                    <a:pt x="220" y="22"/>
                    <a:pt x="181" y="22"/>
                  </a:cubicBezTo>
                  <a:cubicBezTo>
                    <a:pt x="152" y="22"/>
                    <a:pt x="124" y="41"/>
                    <a:pt x="114" y="68"/>
                  </a:cubicBezTo>
                  <a:cubicBezTo>
                    <a:pt x="113" y="70"/>
                    <a:pt x="113" y="71"/>
                    <a:pt x="112" y="73"/>
                  </a:cubicBezTo>
                  <a:cubicBezTo>
                    <a:pt x="112" y="75"/>
                    <a:pt x="112" y="75"/>
                    <a:pt x="112" y="75"/>
                  </a:cubicBezTo>
                  <a:cubicBezTo>
                    <a:pt x="111" y="79"/>
                    <a:pt x="108" y="82"/>
                    <a:pt x="103" y="83"/>
                  </a:cubicBezTo>
                  <a:cubicBezTo>
                    <a:pt x="99" y="84"/>
                    <a:pt x="95" y="82"/>
                    <a:pt x="93" y="79"/>
                  </a:cubicBezTo>
                  <a:cubicBezTo>
                    <a:pt x="86" y="74"/>
                    <a:pt x="79" y="72"/>
                    <a:pt x="71" y="72"/>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19" name="Freeform 1002">
              <a:extLst>
                <a:ext uri="{FF2B5EF4-FFF2-40B4-BE49-F238E27FC236}">
                  <a16:creationId xmlns:a16="http://schemas.microsoft.com/office/drawing/2014/main" id="{80CDFFD4-809C-115F-4867-D39CC9288A8E}"/>
                </a:ext>
              </a:extLst>
            </p:cNvPr>
            <p:cNvSpPr>
              <a:spLocks noEditPoints="1"/>
            </p:cNvSpPr>
            <p:nvPr/>
          </p:nvSpPr>
          <p:spPr bwMode="auto">
            <a:xfrm>
              <a:off x="5030" y="409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grpSp>
      <p:sp>
        <p:nvSpPr>
          <p:cNvPr id="20" name="TextBox 19">
            <a:extLst>
              <a:ext uri="{FF2B5EF4-FFF2-40B4-BE49-F238E27FC236}">
                <a16:creationId xmlns:a16="http://schemas.microsoft.com/office/drawing/2014/main" id="{5FDA47D1-74D1-CD64-7F06-72ACE9DE9214}"/>
              </a:ext>
            </a:extLst>
          </p:cNvPr>
          <p:cNvSpPr txBox="1"/>
          <p:nvPr/>
        </p:nvSpPr>
        <p:spPr>
          <a:xfrm>
            <a:off x="6980933" y="3109526"/>
            <a:ext cx="4474475" cy="770098"/>
          </a:xfrm>
          <a:prstGeom prst="rect">
            <a:avLst/>
          </a:prstGeom>
          <a:noFill/>
        </p:spPr>
        <p:txBody>
          <a:bodyPr wrap="square" lIns="0" tIns="0" rIns="0" bIns="0" rtlCol="0" anchor="t">
            <a:noAutofit/>
          </a:bodyPr>
          <a:lstStyle/>
          <a:p>
            <a:pPr marL="19192" lvl="0" defTabSz="1358398">
              <a:defRPr/>
            </a:pPr>
            <a:r>
              <a:rPr lang="en-US" sz="1200" b="1" dirty="0">
                <a:ea typeface="Open Sans" panose="020B0606030504020204" pitchFamily="34" charset="0"/>
                <a:cs typeface="Calibri" panose="020F0502020204030204" pitchFamily="34" charset="0"/>
              </a:rPr>
              <a:t>Operate </a:t>
            </a:r>
          </a:p>
          <a:p>
            <a:pPr lvl="0" defTabSz="1358398">
              <a:spcAft>
                <a:spcPts val="600"/>
              </a:spcAft>
              <a:defRPr/>
            </a:pPr>
            <a:r>
              <a:rPr lang="en-US" sz="1200" dirty="0">
                <a:solidFill>
                  <a:prstClr val="black"/>
                </a:solidFill>
                <a:ea typeface="Open Sans" panose="020B0606030504020204" pitchFamily="34" charset="0"/>
                <a:cs typeface="Calibri Light" panose="020F0302020204030204" pitchFamily="34" charset="0"/>
              </a:rPr>
              <a:t>Provide end-to-end, turnkey, 24x7 services for both legacy and cloud environments. Monitor, upgrade, patch and resolve critical system issues to go beyond the traditional “keeping the lights on” approach.</a:t>
            </a:r>
          </a:p>
        </p:txBody>
      </p:sp>
      <p:sp>
        <p:nvSpPr>
          <p:cNvPr id="21" name="TextBox 20">
            <a:extLst>
              <a:ext uri="{FF2B5EF4-FFF2-40B4-BE49-F238E27FC236}">
                <a16:creationId xmlns:a16="http://schemas.microsoft.com/office/drawing/2014/main" id="{95F1E3B0-4EE8-DC16-440D-71F68D5E1D7C}"/>
              </a:ext>
            </a:extLst>
          </p:cNvPr>
          <p:cNvSpPr txBox="1"/>
          <p:nvPr/>
        </p:nvSpPr>
        <p:spPr>
          <a:xfrm>
            <a:off x="7005198" y="4043433"/>
            <a:ext cx="4474475" cy="732614"/>
          </a:xfrm>
          <a:prstGeom prst="rect">
            <a:avLst/>
          </a:prstGeom>
          <a:noFill/>
        </p:spPr>
        <p:txBody>
          <a:bodyPr wrap="square" lIns="0" tIns="0" rIns="0" bIns="0" rtlCol="0" anchor="t">
            <a:noAutofit/>
          </a:bodyPr>
          <a:lstStyle/>
          <a:p>
            <a:pPr marL="19050" defTabSz="1358398">
              <a:defRPr/>
            </a:pPr>
            <a:r>
              <a:rPr lang="en-US" sz="1200" b="1" dirty="0">
                <a:ea typeface="Open Sans"/>
                <a:cs typeface="Calibri"/>
              </a:rPr>
              <a:t>Supply chain </a:t>
            </a:r>
            <a:endParaRPr lang="en-US" sz="1200" dirty="0"/>
          </a:p>
          <a:p>
            <a:pPr defTabSz="1842205">
              <a:spcAft>
                <a:spcPts val="600"/>
              </a:spcAft>
              <a:defRPr/>
            </a:pPr>
            <a:r>
              <a:rPr lang="en-US" sz="1200" spc="-31" dirty="0">
                <a:solidFill>
                  <a:srgbClr val="000000"/>
                </a:solidFill>
                <a:ea typeface="Open Sans"/>
                <a:cs typeface="Calibri Light"/>
              </a:rPr>
              <a:t>Drive the s</a:t>
            </a:r>
            <a:r>
              <a:rPr lang="en-US" sz="1200" dirty="0">
                <a:ea typeface="Open Sans"/>
                <a:cs typeface="Calibri Light"/>
              </a:rPr>
              <a:t>hift from linear supply chain operations to an interconnected, open system that drives integrated business strategy for operational excellence.</a:t>
            </a:r>
          </a:p>
        </p:txBody>
      </p:sp>
      <p:grpSp>
        <p:nvGrpSpPr>
          <p:cNvPr id="22" name="Group 29">
            <a:extLst>
              <a:ext uri="{FF2B5EF4-FFF2-40B4-BE49-F238E27FC236}">
                <a16:creationId xmlns:a16="http://schemas.microsoft.com/office/drawing/2014/main" id="{47EBC0FC-B73E-8C92-D429-A304C15C9D83}"/>
              </a:ext>
            </a:extLst>
          </p:cNvPr>
          <p:cNvGrpSpPr>
            <a:grpSpLocks noChangeAspect="1"/>
          </p:cNvGrpSpPr>
          <p:nvPr/>
        </p:nvGrpSpPr>
        <p:grpSpPr>
          <a:xfrm>
            <a:off x="6302315" y="3213884"/>
            <a:ext cx="503574" cy="503574"/>
            <a:chOff x="2899" y="653"/>
            <a:chExt cx="340" cy="340"/>
          </a:xfrm>
          <a:solidFill>
            <a:schemeClr val="accent6"/>
          </a:solidFill>
        </p:grpSpPr>
        <p:sp>
          <p:nvSpPr>
            <p:cNvPr id="23" name="Freeform 30">
              <a:extLst>
                <a:ext uri="{FF2B5EF4-FFF2-40B4-BE49-F238E27FC236}">
                  <a16:creationId xmlns:a16="http://schemas.microsoft.com/office/drawing/2014/main" id="{2E575A3B-49F6-F6CF-5A4C-8B8D2008C0BC}"/>
                </a:ext>
              </a:extLst>
            </p:cNvPr>
            <p:cNvSpPr>
              <a:spLocks noEditPoints="1"/>
            </p:cNvSpPr>
            <p:nvPr/>
          </p:nvSpPr>
          <p:spPr bwMode="auto">
            <a:xfrm>
              <a:off x="2963" y="717"/>
              <a:ext cx="212" cy="213"/>
            </a:xfrm>
            <a:custGeom>
              <a:avLst/>
              <a:gdLst>
                <a:gd name="T0" fmla="*/ 316 w 320"/>
                <a:gd name="T1" fmla="*/ 126 h 321"/>
                <a:gd name="T2" fmla="*/ 275 w 320"/>
                <a:gd name="T3" fmla="*/ 105 h 321"/>
                <a:gd name="T4" fmla="*/ 289 w 320"/>
                <a:gd name="T5" fmla="*/ 66 h 321"/>
                <a:gd name="T6" fmla="*/ 287 w 320"/>
                <a:gd name="T7" fmla="*/ 63 h 321"/>
                <a:gd name="T8" fmla="*/ 254 w 320"/>
                <a:gd name="T9" fmla="*/ 31 h 321"/>
                <a:gd name="T10" fmla="*/ 215 w 320"/>
                <a:gd name="T11" fmla="*/ 45 h 321"/>
                <a:gd name="T12" fmla="*/ 194 w 320"/>
                <a:gd name="T13" fmla="*/ 4 h 321"/>
                <a:gd name="T14" fmla="*/ 125 w 320"/>
                <a:gd name="T15" fmla="*/ 4 h 321"/>
                <a:gd name="T16" fmla="*/ 105 w 320"/>
                <a:gd name="T17" fmla="*/ 45 h 321"/>
                <a:gd name="T18" fmla="*/ 64 w 320"/>
                <a:gd name="T19" fmla="*/ 32 h 321"/>
                <a:gd name="T20" fmla="*/ 26 w 320"/>
                <a:gd name="T21" fmla="*/ 87 h 321"/>
                <a:gd name="T22" fmla="*/ 14 w 320"/>
                <a:gd name="T23" fmla="*/ 118 h 321"/>
                <a:gd name="T24" fmla="*/ 0 w 320"/>
                <a:gd name="T25" fmla="*/ 147 h 321"/>
                <a:gd name="T26" fmla="*/ 0 w 320"/>
                <a:gd name="T27" fmla="*/ 156 h 321"/>
                <a:gd name="T28" fmla="*/ 0 w 320"/>
                <a:gd name="T29" fmla="*/ 160 h 321"/>
                <a:gd name="T30" fmla="*/ 3 w 320"/>
                <a:gd name="T31" fmla="*/ 195 h 321"/>
                <a:gd name="T32" fmla="*/ 44 w 320"/>
                <a:gd name="T33" fmla="*/ 215 h 321"/>
                <a:gd name="T34" fmla="*/ 31 w 320"/>
                <a:gd name="T35" fmla="*/ 254 h 321"/>
                <a:gd name="T36" fmla="*/ 33 w 320"/>
                <a:gd name="T37" fmla="*/ 257 h 321"/>
                <a:gd name="T38" fmla="*/ 65 w 320"/>
                <a:gd name="T39" fmla="*/ 289 h 321"/>
                <a:gd name="T40" fmla="*/ 105 w 320"/>
                <a:gd name="T41" fmla="*/ 275 h 321"/>
                <a:gd name="T42" fmla="*/ 125 w 320"/>
                <a:gd name="T43" fmla="*/ 317 h 321"/>
                <a:gd name="T44" fmla="*/ 147 w 320"/>
                <a:gd name="T45" fmla="*/ 321 h 321"/>
                <a:gd name="T46" fmla="*/ 160 w 320"/>
                <a:gd name="T47" fmla="*/ 321 h 321"/>
                <a:gd name="T48" fmla="*/ 168 w 320"/>
                <a:gd name="T49" fmla="*/ 321 h 321"/>
                <a:gd name="T50" fmla="*/ 173 w 320"/>
                <a:gd name="T51" fmla="*/ 321 h 321"/>
                <a:gd name="T52" fmla="*/ 202 w 320"/>
                <a:gd name="T53" fmla="*/ 306 h 321"/>
                <a:gd name="T54" fmla="*/ 233 w 320"/>
                <a:gd name="T55" fmla="*/ 293 h 321"/>
                <a:gd name="T56" fmla="*/ 288 w 320"/>
                <a:gd name="T57" fmla="*/ 256 h 321"/>
                <a:gd name="T58" fmla="*/ 275 w 320"/>
                <a:gd name="T59" fmla="*/ 215 h 321"/>
                <a:gd name="T60" fmla="*/ 316 w 320"/>
                <a:gd name="T61" fmla="*/ 195 h 321"/>
                <a:gd name="T62" fmla="*/ 320 w 320"/>
                <a:gd name="T63" fmla="*/ 147 h 321"/>
                <a:gd name="T64" fmla="*/ 272 w 320"/>
                <a:gd name="T65" fmla="*/ 182 h 321"/>
                <a:gd name="T66" fmla="*/ 255 w 320"/>
                <a:gd name="T67" fmla="*/ 225 h 321"/>
                <a:gd name="T68" fmla="*/ 243 w 320"/>
                <a:gd name="T69" fmla="*/ 271 h 321"/>
                <a:gd name="T70" fmla="*/ 212 w 320"/>
                <a:gd name="T71" fmla="*/ 253 h 321"/>
                <a:gd name="T72" fmla="*/ 181 w 320"/>
                <a:gd name="T73" fmla="*/ 297 h 321"/>
                <a:gd name="T74" fmla="*/ 149 w 320"/>
                <a:gd name="T75" fmla="*/ 299 h 321"/>
                <a:gd name="T76" fmla="*/ 138 w 320"/>
                <a:gd name="T77" fmla="*/ 297 h 321"/>
                <a:gd name="T78" fmla="*/ 108 w 320"/>
                <a:gd name="T79" fmla="*/ 253 h 321"/>
                <a:gd name="T80" fmla="*/ 77 w 320"/>
                <a:gd name="T81" fmla="*/ 271 h 321"/>
                <a:gd name="T82" fmla="*/ 50 w 320"/>
                <a:gd name="T83" fmla="*/ 244 h 321"/>
                <a:gd name="T84" fmla="*/ 48 w 320"/>
                <a:gd name="T85" fmla="*/ 242 h 321"/>
                <a:gd name="T86" fmla="*/ 57 w 320"/>
                <a:gd name="T87" fmla="*/ 189 h 321"/>
                <a:gd name="T88" fmla="*/ 22 w 320"/>
                <a:gd name="T89" fmla="*/ 171 h 321"/>
                <a:gd name="T90" fmla="*/ 23 w 320"/>
                <a:gd name="T91" fmla="*/ 139 h 321"/>
                <a:gd name="T92" fmla="*/ 67 w 320"/>
                <a:gd name="T93" fmla="*/ 108 h 321"/>
                <a:gd name="T94" fmla="*/ 49 w 320"/>
                <a:gd name="T95" fmla="*/ 77 h 321"/>
                <a:gd name="T96" fmla="*/ 95 w 320"/>
                <a:gd name="T97" fmla="*/ 65 h 321"/>
                <a:gd name="T98" fmla="*/ 138 w 320"/>
                <a:gd name="T99" fmla="*/ 47 h 321"/>
                <a:gd name="T100" fmla="*/ 171 w 320"/>
                <a:gd name="T101" fmla="*/ 22 h 321"/>
                <a:gd name="T102" fmla="*/ 189 w 320"/>
                <a:gd name="T103" fmla="*/ 58 h 321"/>
                <a:gd name="T104" fmla="*/ 241 w 320"/>
                <a:gd name="T105" fmla="*/ 48 h 321"/>
                <a:gd name="T106" fmla="*/ 244 w 320"/>
                <a:gd name="T107" fmla="*/ 50 h 321"/>
                <a:gd name="T108" fmla="*/ 270 w 320"/>
                <a:gd name="T109" fmla="*/ 77 h 321"/>
                <a:gd name="T110" fmla="*/ 253 w 320"/>
                <a:gd name="T111" fmla="*/ 108 h 321"/>
                <a:gd name="T112" fmla="*/ 297 w 320"/>
                <a:gd name="T113" fmla="*/ 139 h 321"/>
                <a:gd name="T114" fmla="*/ 298 w 320"/>
                <a:gd name="T115" fmla="*/ 17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21">
                  <a:moveTo>
                    <a:pt x="320" y="147"/>
                  </a:moveTo>
                  <a:cubicBezTo>
                    <a:pt x="320" y="147"/>
                    <a:pt x="320" y="147"/>
                    <a:pt x="320" y="147"/>
                  </a:cubicBezTo>
                  <a:cubicBezTo>
                    <a:pt x="318" y="140"/>
                    <a:pt x="318" y="133"/>
                    <a:pt x="316" y="126"/>
                  </a:cubicBezTo>
                  <a:cubicBezTo>
                    <a:pt x="315" y="121"/>
                    <a:pt x="310" y="118"/>
                    <a:pt x="305" y="118"/>
                  </a:cubicBezTo>
                  <a:cubicBezTo>
                    <a:pt x="280" y="118"/>
                    <a:pt x="280" y="118"/>
                    <a:pt x="280" y="118"/>
                  </a:cubicBezTo>
                  <a:cubicBezTo>
                    <a:pt x="279" y="113"/>
                    <a:pt x="277" y="109"/>
                    <a:pt x="275" y="105"/>
                  </a:cubicBezTo>
                  <a:cubicBezTo>
                    <a:pt x="293" y="87"/>
                    <a:pt x="293" y="87"/>
                    <a:pt x="293" y="87"/>
                  </a:cubicBezTo>
                  <a:cubicBezTo>
                    <a:pt x="296" y="84"/>
                    <a:pt x="297" y="78"/>
                    <a:pt x="294" y="74"/>
                  </a:cubicBezTo>
                  <a:cubicBezTo>
                    <a:pt x="293" y="71"/>
                    <a:pt x="291" y="68"/>
                    <a:pt x="289" y="66"/>
                  </a:cubicBezTo>
                  <a:cubicBezTo>
                    <a:pt x="289" y="66"/>
                    <a:pt x="289" y="66"/>
                    <a:pt x="289" y="66"/>
                  </a:cubicBezTo>
                  <a:cubicBezTo>
                    <a:pt x="288" y="65"/>
                    <a:pt x="288" y="65"/>
                    <a:pt x="288" y="64"/>
                  </a:cubicBezTo>
                  <a:cubicBezTo>
                    <a:pt x="287" y="64"/>
                    <a:pt x="287" y="63"/>
                    <a:pt x="287" y="63"/>
                  </a:cubicBezTo>
                  <a:cubicBezTo>
                    <a:pt x="278" y="52"/>
                    <a:pt x="268" y="42"/>
                    <a:pt x="257" y="33"/>
                  </a:cubicBezTo>
                  <a:cubicBezTo>
                    <a:pt x="257" y="33"/>
                    <a:pt x="256" y="32"/>
                    <a:pt x="255" y="32"/>
                  </a:cubicBezTo>
                  <a:cubicBezTo>
                    <a:pt x="255" y="32"/>
                    <a:pt x="254" y="31"/>
                    <a:pt x="254" y="31"/>
                  </a:cubicBezTo>
                  <a:cubicBezTo>
                    <a:pt x="251" y="29"/>
                    <a:pt x="249" y="27"/>
                    <a:pt x="246" y="25"/>
                  </a:cubicBezTo>
                  <a:cubicBezTo>
                    <a:pt x="242" y="23"/>
                    <a:pt x="236" y="23"/>
                    <a:pt x="233" y="27"/>
                  </a:cubicBezTo>
                  <a:cubicBezTo>
                    <a:pt x="215" y="45"/>
                    <a:pt x="215" y="45"/>
                    <a:pt x="215" y="45"/>
                  </a:cubicBezTo>
                  <a:cubicBezTo>
                    <a:pt x="211" y="43"/>
                    <a:pt x="207" y="41"/>
                    <a:pt x="202" y="39"/>
                  </a:cubicBezTo>
                  <a:cubicBezTo>
                    <a:pt x="202" y="14"/>
                    <a:pt x="202" y="14"/>
                    <a:pt x="202" y="14"/>
                  </a:cubicBezTo>
                  <a:cubicBezTo>
                    <a:pt x="202" y="9"/>
                    <a:pt x="199" y="5"/>
                    <a:pt x="194" y="4"/>
                  </a:cubicBezTo>
                  <a:cubicBezTo>
                    <a:pt x="187" y="2"/>
                    <a:pt x="180" y="1"/>
                    <a:pt x="172" y="1"/>
                  </a:cubicBezTo>
                  <a:cubicBezTo>
                    <a:pt x="164" y="0"/>
                    <a:pt x="155" y="0"/>
                    <a:pt x="147" y="1"/>
                  </a:cubicBezTo>
                  <a:cubicBezTo>
                    <a:pt x="140" y="1"/>
                    <a:pt x="132" y="2"/>
                    <a:pt x="125" y="4"/>
                  </a:cubicBezTo>
                  <a:cubicBezTo>
                    <a:pt x="120" y="5"/>
                    <a:pt x="117" y="9"/>
                    <a:pt x="117" y="14"/>
                  </a:cubicBezTo>
                  <a:cubicBezTo>
                    <a:pt x="117" y="39"/>
                    <a:pt x="117" y="39"/>
                    <a:pt x="117" y="39"/>
                  </a:cubicBezTo>
                  <a:cubicBezTo>
                    <a:pt x="113" y="41"/>
                    <a:pt x="109" y="43"/>
                    <a:pt x="105" y="45"/>
                  </a:cubicBezTo>
                  <a:cubicBezTo>
                    <a:pt x="87" y="27"/>
                    <a:pt x="87" y="27"/>
                    <a:pt x="87" y="27"/>
                  </a:cubicBezTo>
                  <a:cubicBezTo>
                    <a:pt x="83" y="23"/>
                    <a:pt x="78" y="23"/>
                    <a:pt x="73" y="25"/>
                  </a:cubicBezTo>
                  <a:cubicBezTo>
                    <a:pt x="70" y="27"/>
                    <a:pt x="67" y="30"/>
                    <a:pt x="64" y="32"/>
                  </a:cubicBezTo>
                  <a:cubicBezTo>
                    <a:pt x="52" y="41"/>
                    <a:pt x="41" y="52"/>
                    <a:pt x="32" y="64"/>
                  </a:cubicBezTo>
                  <a:cubicBezTo>
                    <a:pt x="29" y="67"/>
                    <a:pt x="27" y="71"/>
                    <a:pt x="25" y="74"/>
                  </a:cubicBezTo>
                  <a:cubicBezTo>
                    <a:pt x="22" y="78"/>
                    <a:pt x="23" y="84"/>
                    <a:pt x="26" y="87"/>
                  </a:cubicBezTo>
                  <a:cubicBezTo>
                    <a:pt x="44" y="105"/>
                    <a:pt x="44" y="105"/>
                    <a:pt x="44" y="105"/>
                  </a:cubicBezTo>
                  <a:cubicBezTo>
                    <a:pt x="42" y="109"/>
                    <a:pt x="41" y="113"/>
                    <a:pt x="39" y="118"/>
                  </a:cubicBezTo>
                  <a:cubicBezTo>
                    <a:pt x="14" y="118"/>
                    <a:pt x="14" y="118"/>
                    <a:pt x="14" y="118"/>
                  </a:cubicBezTo>
                  <a:cubicBezTo>
                    <a:pt x="9" y="118"/>
                    <a:pt x="4" y="121"/>
                    <a:pt x="3" y="126"/>
                  </a:cubicBezTo>
                  <a:cubicBezTo>
                    <a:pt x="2" y="133"/>
                    <a:pt x="1" y="140"/>
                    <a:pt x="0" y="147"/>
                  </a:cubicBezTo>
                  <a:cubicBezTo>
                    <a:pt x="0" y="147"/>
                    <a:pt x="0" y="147"/>
                    <a:pt x="0" y="147"/>
                  </a:cubicBezTo>
                  <a:cubicBezTo>
                    <a:pt x="0" y="147"/>
                    <a:pt x="0" y="147"/>
                    <a:pt x="0" y="147"/>
                  </a:cubicBezTo>
                  <a:cubicBezTo>
                    <a:pt x="0" y="147"/>
                    <a:pt x="0" y="147"/>
                    <a:pt x="0" y="147"/>
                  </a:cubicBezTo>
                  <a:cubicBezTo>
                    <a:pt x="0" y="150"/>
                    <a:pt x="0" y="153"/>
                    <a:pt x="0" y="156"/>
                  </a:cubicBezTo>
                  <a:cubicBezTo>
                    <a:pt x="0" y="157"/>
                    <a:pt x="0" y="159"/>
                    <a:pt x="0" y="160"/>
                  </a:cubicBezTo>
                  <a:cubicBezTo>
                    <a:pt x="0" y="160"/>
                    <a:pt x="0" y="160"/>
                    <a:pt x="0" y="160"/>
                  </a:cubicBezTo>
                  <a:cubicBezTo>
                    <a:pt x="0" y="160"/>
                    <a:pt x="0" y="160"/>
                    <a:pt x="0" y="160"/>
                  </a:cubicBezTo>
                  <a:cubicBezTo>
                    <a:pt x="0" y="161"/>
                    <a:pt x="0" y="163"/>
                    <a:pt x="0" y="164"/>
                  </a:cubicBezTo>
                  <a:cubicBezTo>
                    <a:pt x="0" y="167"/>
                    <a:pt x="0" y="170"/>
                    <a:pt x="0" y="173"/>
                  </a:cubicBezTo>
                  <a:cubicBezTo>
                    <a:pt x="1" y="180"/>
                    <a:pt x="2" y="188"/>
                    <a:pt x="3" y="195"/>
                  </a:cubicBezTo>
                  <a:cubicBezTo>
                    <a:pt x="4" y="200"/>
                    <a:pt x="9" y="203"/>
                    <a:pt x="14" y="203"/>
                  </a:cubicBezTo>
                  <a:cubicBezTo>
                    <a:pt x="39" y="203"/>
                    <a:pt x="39" y="203"/>
                    <a:pt x="39" y="203"/>
                  </a:cubicBezTo>
                  <a:cubicBezTo>
                    <a:pt x="41" y="207"/>
                    <a:pt x="42" y="211"/>
                    <a:pt x="44" y="215"/>
                  </a:cubicBezTo>
                  <a:cubicBezTo>
                    <a:pt x="26" y="233"/>
                    <a:pt x="26" y="233"/>
                    <a:pt x="26" y="233"/>
                  </a:cubicBezTo>
                  <a:cubicBezTo>
                    <a:pt x="23" y="237"/>
                    <a:pt x="22" y="242"/>
                    <a:pt x="25" y="246"/>
                  </a:cubicBezTo>
                  <a:cubicBezTo>
                    <a:pt x="27" y="249"/>
                    <a:pt x="29" y="252"/>
                    <a:pt x="31" y="254"/>
                  </a:cubicBezTo>
                  <a:cubicBezTo>
                    <a:pt x="31" y="254"/>
                    <a:pt x="31" y="254"/>
                    <a:pt x="31" y="254"/>
                  </a:cubicBezTo>
                  <a:cubicBezTo>
                    <a:pt x="31" y="255"/>
                    <a:pt x="31" y="255"/>
                    <a:pt x="32" y="256"/>
                  </a:cubicBezTo>
                  <a:cubicBezTo>
                    <a:pt x="32" y="256"/>
                    <a:pt x="32" y="257"/>
                    <a:pt x="33" y="257"/>
                  </a:cubicBezTo>
                  <a:cubicBezTo>
                    <a:pt x="41" y="268"/>
                    <a:pt x="51" y="278"/>
                    <a:pt x="62" y="287"/>
                  </a:cubicBezTo>
                  <a:cubicBezTo>
                    <a:pt x="63" y="287"/>
                    <a:pt x="64" y="288"/>
                    <a:pt x="64" y="288"/>
                  </a:cubicBezTo>
                  <a:cubicBezTo>
                    <a:pt x="64" y="288"/>
                    <a:pt x="65" y="289"/>
                    <a:pt x="65" y="289"/>
                  </a:cubicBezTo>
                  <a:cubicBezTo>
                    <a:pt x="68" y="291"/>
                    <a:pt x="71" y="293"/>
                    <a:pt x="73" y="295"/>
                  </a:cubicBezTo>
                  <a:cubicBezTo>
                    <a:pt x="78" y="297"/>
                    <a:pt x="83" y="297"/>
                    <a:pt x="87" y="293"/>
                  </a:cubicBezTo>
                  <a:cubicBezTo>
                    <a:pt x="105" y="275"/>
                    <a:pt x="105" y="275"/>
                    <a:pt x="105" y="275"/>
                  </a:cubicBezTo>
                  <a:cubicBezTo>
                    <a:pt x="109" y="277"/>
                    <a:pt x="113" y="279"/>
                    <a:pt x="117" y="281"/>
                  </a:cubicBezTo>
                  <a:cubicBezTo>
                    <a:pt x="117" y="306"/>
                    <a:pt x="117" y="306"/>
                    <a:pt x="117" y="306"/>
                  </a:cubicBezTo>
                  <a:cubicBezTo>
                    <a:pt x="117" y="311"/>
                    <a:pt x="120" y="316"/>
                    <a:pt x="125" y="317"/>
                  </a:cubicBezTo>
                  <a:cubicBezTo>
                    <a:pt x="132" y="318"/>
                    <a:pt x="139" y="321"/>
                    <a:pt x="147" y="321"/>
                  </a:cubicBezTo>
                  <a:cubicBezTo>
                    <a:pt x="147" y="321"/>
                    <a:pt x="147" y="321"/>
                    <a:pt x="147" y="321"/>
                  </a:cubicBezTo>
                  <a:cubicBezTo>
                    <a:pt x="147" y="321"/>
                    <a:pt x="147" y="321"/>
                    <a:pt x="147" y="321"/>
                  </a:cubicBezTo>
                  <a:cubicBezTo>
                    <a:pt x="147" y="321"/>
                    <a:pt x="147" y="321"/>
                    <a:pt x="147" y="321"/>
                  </a:cubicBezTo>
                  <a:cubicBezTo>
                    <a:pt x="149" y="321"/>
                    <a:pt x="151" y="321"/>
                    <a:pt x="153" y="321"/>
                  </a:cubicBezTo>
                  <a:cubicBezTo>
                    <a:pt x="155" y="321"/>
                    <a:pt x="157" y="321"/>
                    <a:pt x="160" y="321"/>
                  </a:cubicBezTo>
                  <a:cubicBezTo>
                    <a:pt x="160" y="321"/>
                    <a:pt x="160" y="321"/>
                    <a:pt x="160" y="321"/>
                  </a:cubicBezTo>
                  <a:cubicBezTo>
                    <a:pt x="160" y="321"/>
                    <a:pt x="160" y="321"/>
                    <a:pt x="160" y="321"/>
                  </a:cubicBezTo>
                  <a:cubicBezTo>
                    <a:pt x="162" y="321"/>
                    <a:pt x="165" y="321"/>
                    <a:pt x="168" y="321"/>
                  </a:cubicBezTo>
                  <a:cubicBezTo>
                    <a:pt x="169" y="320"/>
                    <a:pt x="171" y="321"/>
                    <a:pt x="172" y="321"/>
                  </a:cubicBezTo>
                  <a:cubicBezTo>
                    <a:pt x="172" y="321"/>
                    <a:pt x="172" y="321"/>
                    <a:pt x="172" y="321"/>
                  </a:cubicBezTo>
                  <a:cubicBezTo>
                    <a:pt x="172" y="321"/>
                    <a:pt x="172" y="321"/>
                    <a:pt x="173" y="321"/>
                  </a:cubicBezTo>
                  <a:cubicBezTo>
                    <a:pt x="173" y="321"/>
                    <a:pt x="173" y="320"/>
                    <a:pt x="173" y="320"/>
                  </a:cubicBezTo>
                  <a:cubicBezTo>
                    <a:pt x="180" y="319"/>
                    <a:pt x="187" y="318"/>
                    <a:pt x="194" y="317"/>
                  </a:cubicBezTo>
                  <a:cubicBezTo>
                    <a:pt x="199" y="315"/>
                    <a:pt x="202" y="311"/>
                    <a:pt x="202" y="306"/>
                  </a:cubicBezTo>
                  <a:cubicBezTo>
                    <a:pt x="202" y="281"/>
                    <a:pt x="202" y="281"/>
                    <a:pt x="202" y="281"/>
                  </a:cubicBezTo>
                  <a:cubicBezTo>
                    <a:pt x="207" y="279"/>
                    <a:pt x="211" y="277"/>
                    <a:pt x="215" y="275"/>
                  </a:cubicBezTo>
                  <a:cubicBezTo>
                    <a:pt x="233" y="293"/>
                    <a:pt x="233" y="293"/>
                    <a:pt x="233" y="293"/>
                  </a:cubicBezTo>
                  <a:cubicBezTo>
                    <a:pt x="236" y="297"/>
                    <a:pt x="242" y="297"/>
                    <a:pt x="246" y="295"/>
                  </a:cubicBezTo>
                  <a:cubicBezTo>
                    <a:pt x="249" y="293"/>
                    <a:pt x="252" y="290"/>
                    <a:pt x="255" y="288"/>
                  </a:cubicBezTo>
                  <a:cubicBezTo>
                    <a:pt x="268" y="279"/>
                    <a:pt x="279" y="268"/>
                    <a:pt x="288" y="256"/>
                  </a:cubicBezTo>
                  <a:cubicBezTo>
                    <a:pt x="290" y="253"/>
                    <a:pt x="292" y="249"/>
                    <a:pt x="294" y="246"/>
                  </a:cubicBezTo>
                  <a:cubicBezTo>
                    <a:pt x="297" y="242"/>
                    <a:pt x="296" y="236"/>
                    <a:pt x="293" y="233"/>
                  </a:cubicBezTo>
                  <a:cubicBezTo>
                    <a:pt x="275" y="215"/>
                    <a:pt x="275" y="215"/>
                    <a:pt x="275" y="215"/>
                  </a:cubicBezTo>
                  <a:cubicBezTo>
                    <a:pt x="277" y="211"/>
                    <a:pt x="279" y="207"/>
                    <a:pt x="280" y="203"/>
                  </a:cubicBezTo>
                  <a:cubicBezTo>
                    <a:pt x="305" y="203"/>
                    <a:pt x="305" y="203"/>
                    <a:pt x="305" y="203"/>
                  </a:cubicBezTo>
                  <a:cubicBezTo>
                    <a:pt x="310" y="203"/>
                    <a:pt x="315" y="200"/>
                    <a:pt x="316" y="195"/>
                  </a:cubicBezTo>
                  <a:cubicBezTo>
                    <a:pt x="317" y="188"/>
                    <a:pt x="318" y="180"/>
                    <a:pt x="319" y="173"/>
                  </a:cubicBezTo>
                  <a:cubicBezTo>
                    <a:pt x="319" y="169"/>
                    <a:pt x="320" y="164"/>
                    <a:pt x="320" y="160"/>
                  </a:cubicBezTo>
                  <a:cubicBezTo>
                    <a:pt x="320" y="156"/>
                    <a:pt x="320" y="152"/>
                    <a:pt x="320" y="147"/>
                  </a:cubicBezTo>
                  <a:close/>
                  <a:moveTo>
                    <a:pt x="298" y="171"/>
                  </a:moveTo>
                  <a:cubicBezTo>
                    <a:pt x="297" y="175"/>
                    <a:pt x="297" y="178"/>
                    <a:pt x="297" y="182"/>
                  </a:cubicBezTo>
                  <a:cubicBezTo>
                    <a:pt x="272" y="182"/>
                    <a:pt x="272" y="182"/>
                    <a:pt x="272" y="182"/>
                  </a:cubicBezTo>
                  <a:cubicBezTo>
                    <a:pt x="268" y="182"/>
                    <a:pt x="263" y="185"/>
                    <a:pt x="262" y="189"/>
                  </a:cubicBezTo>
                  <a:cubicBezTo>
                    <a:pt x="260" y="197"/>
                    <a:pt x="257" y="205"/>
                    <a:pt x="253" y="212"/>
                  </a:cubicBezTo>
                  <a:cubicBezTo>
                    <a:pt x="250" y="216"/>
                    <a:pt x="251" y="221"/>
                    <a:pt x="255" y="225"/>
                  </a:cubicBezTo>
                  <a:cubicBezTo>
                    <a:pt x="272" y="242"/>
                    <a:pt x="272" y="242"/>
                    <a:pt x="272" y="242"/>
                  </a:cubicBezTo>
                  <a:cubicBezTo>
                    <a:pt x="271" y="242"/>
                    <a:pt x="271" y="243"/>
                    <a:pt x="271" y="243"/>
                  </a:cubicBezTo>
                  <a:cubicBezTo>
                    <a:pt x="263" y="254"/>
                    <a:pt x="253" y="263"/>
                    <a:pt x="243" y="271"/>
                  </a:cubicBezTo>
                  <a:cubicBezTo>
                    <a:pt x="242" y="271"/>
                    <a:pt x="242" y="272"/>
                    <a:pt x="241" y="272"/>
                  </a:cubicBezTo>
                  <a:cubicBezTo>
                    <a:pt x="224" y="255"/>
                    <a:pt x="224" y="255"/>
                    <a:pt x="224" y="255"/>
                  </a:cubicBezTo>
                  <a:cubicBezTo>
                    <a:pt x="221" y="251"/>
                    <a:pt x="216" y="251"/>
                    <a:pt x="212" y="253"/>
                  </a:cubicBezTo>
                  <a:cubicBezTo>
                    <a:pt x="204" y="257"/>
                    <a:pt x="197" y="260"/>
                    <a:pt x="189" y="262"/>
                  </a:cubicBezTo>
                  <a:cubicBezTo>
                    <a:pt x="184" y="264"/>
                    <a:pt x="181" y="268"/>
                    <a:pt x="181" y="273"/>
                  </a:cubicBezTo>
                  <a:cubicBezTo>
                    <a:pt x="181" y="297"/>
                    <a:pt x="181" y="297"/>
                    <a:pt x="181" y="297"/>
                  </a:cubicBezTo>
                  <a:cubicBezTo>
                    <a:pt x="178" y="297"/>
                    <a:pt x="174" y="298"/>
                    <a:pt x="171" y="299"/>
                  </a:cubicBezTo>
                  <a:cubicBezTo>
                    <a:pt x="163" y="299"/>
                    <a:pt x="156" y="299"/>
                    <a:pt x="149" y="299"/>
                  </a:cubicBezTo>
                  <a:cubicBezTo>
                    <a:pt x="149" y="299"/>
                    <a:pt x="149" y="299"/>
                    <a:pt x="149" y="299"/>
                  </a:cubicBezTo>
                  <a:cubicBezTo>
                    <a:pt x="149" y="299"/>
                    <a:pt x="149" y="299"/>
                    <a:pt x="149" y="299"/>
                  </a:cubicBezTo>
                  <a:cubicBezTo>
                    <a:pt x="149" y="299"/>
                    <a:pt x="149" y="299"/>
                    <a:pt x="149" y="299"/>
                  </a:cubicBezTo>
                  <a:cubicBezTo>
                    <a:pt x="145" y="299"/>
                    <a:pt x="142" y="297"/>
                    <a:pt x="138" y="297"/>
                  </a:cubicBezTo>
                  <a:cubicBezTo>
                    <a:pt x="138" y="273"/>
                    <a:pt x="138" y="273"/>
                    <a:pt x="138" y="273"/>
                  </a:cubicBezTo>
                  <a:cubicBezTo>
                    <a:pt x="138" y="268"/>
                    <a:pt x="135" y="264"/>
                    <a:pt x="131" y="262"/>
                  </a:cubicBezTo>
                  <a:cubicBezTo>
                    <a:pt x="123" y="260"/>
                    <a:pt x="115" y="257"/>
                    <a:pt x="108" y="253"/>
                  </a:cubicBezTo>
                  <a:cubicBezTo>
                    <a:pt x="104" y="251"/>
                    <a:pt x="98" y="251"/>
                    <a:pt x="95" y="255"/>
                  </a:cubicBezTo>
                  <a:cubicBezTo>
                    <a:pt x="78" y="272"/>
                    <a:pt x="78" y="272"/>
                    <a:pt x="78" y="272"/>
                  </a:cubicBezTo>
                  <a:cubicBezTo>
                    <a:pt x="77" y="271"/>
                    <a:pt x="77" y="271"/>
                    <a:pt x="77" y="271"/>
                  </a:cubicBezTo>
                  <a:cubicBezTo>
                    <a:pt x="77" y="271"/>
                    <a:pt x="76" y="270"/>
                    <a:pt x="76" y="270"/>
                  </a:cubicBezTo>
                  <a:cubicBezTo>
                    <a:pt x="76" y="270"/>
                    <a:pt x="76" y="270"/>
                    <a:pt x="76" y="270"/>
                  </a:cubicBezTo>
                  <a:cubicBezTo>
                    <a:pt x="66" y="262"/>
                    <a:pt x="57" y="254"/>
                    <a:pt x="50" y="244"/>
                  </a:cubicBezTo>
                  <a:cubicBezTo>
                    <a:pt x="50" y="244"/>
                    <a:pt x="49" y="244"/>
                    <a:pt x="49" y="244"/>
                  </a:cubicBezTo>
                  <a:cubicBezTo>
                    <a:pt x="49" y="243"/>
                    <a:pt x="49" y="243"/>
                    <a:pt x="49" y="243"/>
                  </a:cubicBezTo>
                  <a:cubicBezTo>
                    <a:pt x="48" y="242"/>
                    <a:pt x="48" y="242"/>
                    <a:pt x="48" y="242"/>
                  </a:cubicBezTo>
                  <a:cubicBezTo>
                    <a:pt x="65" y="225"/>
                    <a:pt x="65" y="225"/>
                    <a:pt x="65" y="225"/>
                  </a:cubicBezTo>
                  <a:cubicBezTo>
                    <a:pt x="68" y="221"/>
                    <a:pt x="69" y="216"/>
                    <a:pt x="67" y="212"/>
                  </a:cubicBezTo>
                  <a:cubicBezTo>
                    <a:pt x="63" y="205"/>
                    <a:pt x="59" y="197"/>
                    <a:pt x="57" y="189"/>
                  </a:cubicBezTo>
                  <a:cubicBezTo>
                    <a:pt x="56" y="185"/>
                    <a:pt x="52" y="182"/>
                    <a:pt x="47" y="182"/>
                  </a:cubicBezTo>
                  <a:cubicBezTo>
                    <a:pt x="23" y="182"/>
                    <a:pt x="23" y="182"/>
                    <a:pt x="23" y="182"/>
                  </a:cubicBezTo>
                  <a:cubicBezTo>
                    <a:pt x="22" y="178"/>
                    <a:pt x="22" y="175"/>
                    <a:pt x="22" y="171"/>
                  </a:cubicBezTo>
                  <a:cubicBezTo>
                    <a:pt x="21" y="168"/>
                    <a:pt x="21" y="164"/>
                    <a:pt x="21" y="160"/>
                  </a:cubicBezTo>
                  <a:cubicBezTo>
                    <a:pt x="21" y="156"/>
                    <a:pt x="21" y="153"/>
                    <a:pt x="22" y="149"/>
                  </a:cubicBezTo>
                  <a:cubicBezTo>
                    <a:pt x="22" y="146"/>
                    <a:pt x="22" y="142"/>
                    <a:pt x="23" y="139"/>
                  </a:cubicBezTo>
                  <a:cubicBezTo>
                    <a:pt x="47" y="139"/>
                    <a:pt x="47" y="139"/>
                    <a:pt x="47" y="139"/>
                  </a:cubicBezTo>
                  <a:cubicBezTo>
                    <a:pt x="52" y="139"/>
                    <a:pt x="56" y="136"/>
                    <a:pt x="57" y="131"/>
                  </a:cubicBezTo>
                  <a:cubicBezTo>
                    <a:pt x="59" y="123"/>
                    <a:pt x="63" y="115"/>
                    <a:pt x="67" y="108"/>
                  </a:cubicBezTo>
                  <a:cubicBezTo>
                    <a:pt x="69" y="104"/>
                    <a:pt x="68" y="99"/>
                    <a:pt x="65" y="95"/>
                  </a:cubicBezTo>
                  <a:cubicBezTo>
                    <a:pt x="48" y="78"/>
                    <a:pt x="48" y="78"/>
                    <a:pt x="48" y="78"/>
                  </a:cubicBezTo>
                  <a:cubicBezTo>
                    <a:pt x="48" y="78"/>
                    <a:pt x="48" y="78"/>
                    <a:pt x="49" y="77"/>
                  </a:cubicBezTo>
                  <a:cubicBezTo>
                    <a:pt x="57" y="66"/>
                    <a:pt x="66" y="57"/>
                    <a:pt x="77" y="49"/>
                  </a:cubicBezTo>
                  <a:cubicBezTo>
                    <a:pt x="77" y="49"/>
                    <a:pt x="78" y="48"/>
                    <a:pt x="78" y="48"/>
                  </a:cubicBezTo>
                  <a:cubicBezTo>
                    <a:pt x="95" y="65"/>
                    <a:pt x="95" y="65"/>
                    <a:pt x="95" y="65"/>
                  </a:cubicBezTo>
                  <a:cubicBezTo>
                    <a:pt x="98" y="69"/>
                    <a:pt x="104" y="69"/>
                    <a:pt x="108" y="67"/>
                  </a:cubicBezTo>
                  <a:cubicBezTo>
                    <a:pt x="115" y="63"/>
                    <a:pt x="123" y="60"/>
                    <a:pt x="131" y="58"/>
                  </a:cubicBezTo>
                  <a:cubicBezTo>
                    <a:pt x="135" y="56"/>
                    <a:pt x="138" y="52"/>
                    <a:pt x="138" y="47"/>
                  </a:cubicBezTo>
                  <a:cubicBezTo>
                    <a:pt x="138" y="23"/>
                    <a:pt x="138" y="23"/>
                    <a:pt x="138" y="23"/>
                  </a:cubicBezTo>
                  <a:cubicBezTo>
                    <a:pt x="142" y="23"/>
                    <a:pt x="145" y="22"/>
                    <a:pt x="149" y="22"/>
                  </a:cubicBezTo>
                  <a:cubicBezTo>
                    <a:pt x="156" y="21"/>
                    <a:pt x="163" y="21"/>
                    <a:pt x="171" y="22"/>
                  </a:cubicBezTo>
                  <a:cubicBezTo>
                    <a:pt x="174" y="22"/>
                    <a:pt x="178" y="23"/>
                    <a:pt x="181" y="23"/>
                  </a:cubicBezTo>
                  <a:cubicBezTo>
                    <a:pt x="181" y="47"/>
                    <a:pt x="181" y="47"/>
                    <a:pt x="181" y="47"/>
                  </a:cubicBezTo>
                  <a:cubicBezTo>
                    <a:pt x="181" y="52"/>
                    <a:pt x="184" y="56"/>
                    <a:pt x="189" y="58"/>
                  </a:cubicBezTo>
                  <a:cubicBezTo>
                    <a:pt x="197" y="60"/>
                    <a:pt x="204" y="63"/>
                    <a:pt x="212" y="67"/>
                  </a:cubicBezTo>
                  <a:cubicBezTo>
                    <a:pt x="216" y="69"/>
                    <a:pt x="221" y="69"/>
                    <a:pt x="224" y="65"/>
                  </a:cubicBezTo>
                  <a:cubicBezTo>
                    <a:pt x="241" y="48"/>
                    <a:pt x="241" y="48"/>
                    <a:pt x="241" y="48"/>
                  </a:cubicBezTo>
                  <a:cubicBezTo>
                    <a:pt x="242" y="49"/>
                    <a:pt x="242" y="49"/>
                    <a:pt x="242" y="49"/>
                  </a:cubicBezTo>
                  <a:cubicBezTo>
                    <a:pt x="243" y="49"/>
                    <a:pt x="243" y="50"/>
                    <a:pt x="243" y="50"/>
                  </a:cubicBezTo>
                  <a:cubicBezTo>
                    <a:pt x="244" y="50"/>
                    <a:pt x="244" y="50"/>
                    <a:pt x="244" y="50"/>
                  </a:cubicBezTo>
                  <a:cubicBezTo>
                    <a:pt x="253" y="58"/>
                    <a:pt x="262" y="66"/>
                    <a:pt x="270" y="76"/>
                  </a:cubicBezTo>
                  <a:cubicBezTo>
                    <a:pt x="270" y="76"/>
                    <a:pt x="270" y="76"/>
                    <a:pt x="270" y="76"/>
                  </a:cubicBezTo>
                  <a:cubicBezTo>
                    <a:pt x="270" y="77"/>
                    <a:pt x="270" y="77"/>
                    <a:pt x="270" y="77"/>
                  </a:cubicBezTo>
                  <a:cubicBezTo>
                    <a:pt x="271" y="78"/>
                    <a:pt x="271" y="78"/>
                    <a:pt x="271" y="78"/>
                  </a:cubicBezTo>
                  <a:cubicBezTo>
                    <a:pt x="255" y="95"/>
                    <a:pt x="255" y="95"/>
                    <a:pt x="255" y="95"/>
                  </a:cubicBezTo>
                  <a:cubicBezTo>
                    <a:pt x="251" y="99"/>
                    <a:pt x="250" y="104"/>
                    <a:pt x="253" y="108"/>
                  </a:cubicBezTo>
                  <a:cubicBezTo>
                    <a:pt x="257" y="115"/>
                    <a:pt x="260" y="123"/>
                    <a:pt x="262" y="131"/>
                  </a:cubicBezTo>
                  <a:cubicBezTo>
                    <a:pt x="263" y="136"/>
                    <a:pt x="268" y="139"/>
                    <a:pt x="272" y="139"/>
                  </a:cubicBezTo>
                  <a:cubicBezTo>
                    <a:pt x="297" y="139"/>
                    <a:pt x="297" y="139"/>
                    <a:pt x="297" y="139"/>
                  </a:cubicBezTo>
                  <a:cubicBezTo>
                    <a:pt x="297" y="142"/>
                    <a:pt x="297" y="146"/>
                    <a:pt x="298" y="149"/>
                  </a:cubicBezTo>
                  <a:cubicBezTo>
                    <a:pt x="298" y="153"/>
                    <a:pt x="298" y="157"/>
                    <a:pt x="298" y="160"/>
                  </a:cubicBezTo>
                  <a:cubicBezTo>
                    <a:pt x="298" y="164"/>
                    <a:pt x="298" y="168"/>
                    <a:pt x="298" y="171"/>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24" name="Freeform 31">
              <a:extLst>
                <a:ext uri="{FF2B5EF4-FFF2-40B4-BE49-F238E27FC236}">
                  <a16:creationId xmlns:a16="http://schemas.microsoft.com/office/drawing/2014/main" id="{145BC9C9-F2C4-0784-A5A6-376938EBCE43}"/>
                </a:ext>
              </a:extLst>
            </p:cNvPr>
            <p:cNvSpPr>
              <a:spLocks noEditPoints="1"/>
            </p:cNvSpPr>
            <p:nvPr/>
          </p:nvSpPr>
          <p:spPr bwMode="auto">
            <a:xfrm>
              <a:off x="3026" y="781"/>
              <a:ext cx="85" cy="85"/>
            </a:xfrm>
            <a:custGeom>
              <a:avLst/>
              <a:gdLst>
                <a:gd name="T0" fmla="*/ 64 w 128"/>
                <a:gd name="T1" fmla="*/ 0 h 128"/>
                <a:gd name="T2" fmla="*/ 0 w 128"/>
                <a:gd name="T3" fmla="*/ 64 h 128"/>
                <a:gd name="T4" fmla="*/ 64 w 128"/>
                <a:gd name="T5" fmla="*/ 128 h 128"/>
                <a:gd name="T6" fmla="*/ 128 w 128"/>
                <a:gd name="T7" fmla="*/ 64 h 128"/>
                <a:gd name="T8" fmla="*/ 64 w 128"/>
                <a:gd name="T9" fmla="*/ 0 h 128"/>
                <a:gd name="T10" fmla="*/ 64 w 128"/>
                <a:gd name="T11" fmla="*/ 107 h 128"/>
                <a:gd name="T12" fmla="*/ 21 w 128"/>
                <a:gd name="T13" fmla="*/ 64 h 128"/>
                <a:gd name="T14" fmla="*/ 64 w 128"/>
                <a:gd name="T15" fmla="*/ 21 h 128"/>
                <a:gd name="T16" fmla="*/ 106 w 128"/>
                <a:gd name="T17" fmla="*/ 64 h 128"/>
                <a:gd name="T18" fmla="*/ 64 w 128"/>
                <a:gd name="T19" fmla="*/ 10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64" y="0"/>
                  </a:moveTo>
                  <a:cubicBezTo>
                    <a:pt x="28" y="0"/>
                    <a:pt x="0" y="29"/>
                    <a:pt x="0" y="64"/>
                  </a:cubicBezTo>
                  <a:cubicBezTo>
                    <a:pt x="0" y="99"/>
                    <a:pt x="28" y="128"/>
                    <a:pt x="64" y="128"/>
                  </a:cubicBezTo>
                  <a:cubicBezTo>
                    <a:pt x="99" y="128"/>
                    <a:pt x="128" y="99"/>
                    <a:pt x="128" y="64"/>
                  </a:cubicBezTo>
                  <a:cubicBezTo>
                    <a:pt x="128" y="29"/>
                    <a:pt x="99" y="0"/>
                    <a:pt x="64" y="0"/>
                  </a:cubicBezTo>
                  <a:close/>
                  <a:moveTo>
                    <a:pt x="64" y="107"/>
                  </a:moveTo>
                  <a:cubicBezTo>
                    <a:pt x="40" y="107"/>
                    <a:pt x="21" y="88"/>
                    <a:pt x="21" y="64"/>
                  </a:cubicBezTo>
                  <a:cubicBezTo>
                    <a:pt x="21" y="40"/>
                    <a:pt x="40" y="21"/>
                    <a:pt x="64" y="21"/>
                  </a:cubicBezTo>
                  <a:cubicBezTo>
                    <a:pt x="87" y="21"/>
                    <a:pt x="106" y="40"/>
                    <a:pt x="106" y="64"/>
                  </a:cubicBezTo>
                  <a:cubicBezTo>
                    <a:pt x="106" y="88"/>
                    <a:pt x="87" y="107"/>
                    <a:pt x="64" y="107"/>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25" name="Freeform 32">
              <a:extLst>
                <a:ext uri="{FF2B5EF4-FFF2-40B4-BE49-F238E27FC236}">
                  <a16:creationId xmlns:a16="http://schemas.microsoft.com/office/drawing/2014/main" id="{5659F2EA-1E30-5EE3-4BFC-3EDC06CF8BFC}"/>
                </a:ext>
              </a:extLst>
            </p:cNvPr>
            <p:cNvSpPr>
              <a:spLocks noEditPoints="1"/>
            </p:cNvSpPr>
            <p:nvPr/>
          </p:nvSpPr>
          <p:spPr bwMode="auto">
            <a:xfrm>
              <a:off x="2899" y="653"/>
              <a:ext cx="340" cy="340"/>
            </a:xfrm>
            <a:custGeom>
              <a:avLst/>
              <a:gdLst>
                <a:gd name="T0" fmla="*/ 256 w 512"/>
                <a:gd name="T1" fmla="*/ 21 h 512"/>
                <a:gd name="T2" fmla="*/ 490 w 512"/>
                <a:gd name="T3" fmla="*/ 256 h 512"/>
                <a:gd name="T4" fmla="*/ 256 w 512"/>
                <a:gd name="T5" fmla="*/ 491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7"/>
                    <a:pt x="490" y="256"/>
                  </a:cubicBezTo>
                  <a:cubicBezTo>
                    <a:pt x="490" y="385"/>
                    <a:pt x="385" y="491"/>
                    <a:pt x="256" y="491"/>
                  </a:cubicBezTo>
                  <a:cubicBezTo>
                    <a:pt x="126" y="491"/>
                    <a:pt x="21" y="385"/>
                    <a:pt x="21" y="256"/>
                  </a:cubicBezTo>
                  <a:cubicBezTo>
                    <a:pt x="21" y="127"/>
                    <a:pt x="126" y="21"/>
                    <a:pt x="256" y="21"/>
                  </a:cubicBezTo>
                  <a:moveTo>
                    <a:pt x="256" y="0"/>
                  </a:moveTo>
                  <a:cubicBezTo>
                    <a:pt x="114" y="0"/>
                    <a:pt x="0" y="115"/>
                    <a:pt x="0" y="256"/>
                  </a:cubicBezTo>
                  <a:cubicBezTo>
                    <a:pt x="0" y="397"/>
                    <a:pt x="114" y="512"/>
                    <a:pt x="256" y="512"/>
                  </a:cubicBezTo>
                  <a:cubicBezTo>
                    <a:pt x="397" y="512"/>
                    <a:pt x="512" y="397"/>
                    <a:pt x="512" y="256"/>
                  </a:cubicBezTo>
                  <a:cubicBezTo>
                    <a:pt x="512" y="115"/>
                    <a:pt x="397" y="0"/>
                    <a:pt x="256" y="0"/>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grpSp>
      <p:grpSp>
        <p:nvGrpSpPr>
          <p:cNvPr id="26" name="Group 597">
            <a:extLst>
              <a:ext uri="{FF2B5EF4-FFF2-40B4-BE49-F238E27FC236}">
                <a16:creationId xmlns:a16="http://schemas.microsoft.com/office/drawing/2014/main" id="{03BBE001-3DC9-A1DB-F1D5-F57DDB0D1947}"/>
              </a:ext>
            </a:extLst>
          </p:cNvPr>
          <p:cNvGrpSpPr>
            <a:grpSpLocks noChangeAspect="1"/>
          </p:cNvGrpSpPr>
          <p:nvPr/>
        </p:nvGrpSpPr>
        <p:grpSpPr>
          <a:xfrm>
            <a:off x="6301337" y="4120992"/>
            <a:ext cx="505055" cy="503574"/>
            <a:chOff x="2745" y="2621"/>
            <a:chExt cx="341" cy="340"/>
          </a:xfrm>
          <a:solidFill>
            <a:schemeClr val="accent6"/>
          </a:solidFill>
        </p:grpSpPr>
        <p:sp>
          <p:nvSpPr>
            <p:cNvPr id="27" name="Freeform 598">
              <a:extLst>
                <a:ext uri="{FF2B5EF4-FFF2-40B4-BE49-F238E27FC236}">
                  <a16:creationId xmlns:a16="http://schemas.microsoft.com/office/drawing/2014/main" id="{34262F29-0D15-2B07-24A7-966DFC89E341}"/>
                </a:ext>
              </a:extLst>
            </p:cNvPr>
            <p:cNvSpPr>
              <a:spLocks noEditPoints="1"/>
            </p:cNvSpPr>
            <p:nvPr/>
          </p:nvSpPr>
          <p:spPr bwMode="auto">
            <a:xfrm>
              <a:off x="2824" y="2700"/>
              <a:ext cx="183" cy="181"/>
            </a:xfrm>
            <a:custGeom>
              <a:avLst/>
              <a:gdLst>
                <a:gd name="T0" fmla="*/ 137 w 274"/>
                <a:gd name="T1" fmla="*/ 197 h 273"/>
                <a:gd name="T2" fmla="*/ 137 w 274"/>
                <a:gd name="T3" fmla="*/ 212 h 273"/>
                <a:gd name="T4" fmla="*/ 91 w 274"/>
                <a:gd name="T5" fmla="*/ 257 h 273"/>
                <a:gd name="T6" fmla="*/ 55 w 274"/>
                <a:gd name="T7" fmla="*/ 273 h 273"/>
                <a:gd name="T8" fmla="*/ 53 w 274"/>
                <a:gd name="T9" fmla="*/ 273 h 273"/>
                <a:gd name="T10" fmla="*/ 16 w 274"/>
                <a:gd name="T11" fmla="*/ 257 h 273"/>
                <a:gd name="T12" fmla="*/ 0 w 274"/>
                <a:gd name="T13" fmla="*/ 219 h 273"/>
                <a:gd name="T14" fmla="*/ 16 w 274"/>
                <a:gd name="T15" fmla="*/ 182 h 273"/>
                <a:gd name="T16" fmla="*/ 84 w 274"/>
                <a:gd name="T17" fmla="*/ 114 h 273"/>
                <a:gd name="T18" fmla="*/ 120 w 274"/>
                <a:gd name="T19" fmla="*/ 98 h 273"/>
                <a:gd name="T20" fmla="*/ 159 w 274"/>
                <a:gd name="T21" fmla="*/ 114 h 273"/>
                <a:gd name="T22" fmla="*/ 159 w 274"/>
                <a:gd name="T23" fmla="*/ 129 h 273"/>
                <a:gd name="T24" fmla="*/ 144 w 274"/>
                <a:gd name="T25" fmla="*/ 129 h 273"/>
                <a:gd name="T26" fmla="*/ 121 w 274"/>
                <a:gd name="T27" fmla="*/ 119 h 273"/>
                <a:gd name="T28" fmla="*/ 99 w 274"/>
                <a:gd name="T29" fmla="*/ 129 h 273"/>
                <a:gd name="T30" fmla="*/ 31 w 274"/>
                <a:gd name="T31" fmla="*/ 197 h 273"/>
                <a:gd name="T32" fmla="*/ 21 w 274"/>
                <a:gd name="T33" fmla="*/ 219 h 273"/>
                <a:gd name="T34" fmla="*/ 31 w 274"/>
                <a:gd name="T35" fmla="*/ 242 h 273"/>
                <a:gd name="T36" fmla="*/ 54 w 274"/>
                <a:gd name="T37" fmla="*/ 252 h 273"/>
                <a:gd name="T38" fmla="*/ 76 w 274"/>
                <a:gd name="T39" fmla="*/ 242 h 273"/>
                <a:gd name="T40" fmla="*/ 122 w 274"/>
                <a:gd name="T41" fmla="*/ 197 h 273"/>
                <a:gd name="T42" fmla="*/ 137 w 274"/>
                <a:gd name="T43" fmla="*/ 197 h 273"/>
                <a:gd name="T44" fmla="*/ 257 w 274"/>
                <a:gd name="T45" fmla="*/ 16 h 273"/>
                <a:gd name="T46" fmla="*/ 219 w 274"/>
                <a:gd name="T47" fmla="*/ 0 h 273"/>
                <a:gd name="T48" fmla="*/ 182 w 274"/>
                <a:gd name="T49" fmla="*/ 16 h 273"/>
                <a:gd name="T50" fmla="*/ 137 w 274"/>
                <a:gd name="T51" fmla="*/ 61 h 273"/>
                <a:gd name="T52" fmla="*/ 137 w 274"/>
                <a:gd name="T53" fmla="*/ 76 h 273"/>
                <a:gd name="T54" fmla="*/ 152 w 274"/>
                <a:gd name="T55" fmla="*/ 76 h 273"/>
                <a:gd name="T56" fmla="*/ 197 w 274"/>
                <a:gd name="T57" fmla="*/ 31 h 273"/>
                <a:gd name="T58" fmla="*/ 219 w 274"/>
                <a:gd name="T59" fmla="*/ 21 h 273"/>
                <a:gd name="T60" fmla="*/ 242 w 274"/>
                <a:gd name="T61" fmla="*/ 31 h 273"/>
                <a:gd name="T62" fmla="*/ 252 w 274"/>
                <a:gd name="T63" fmla="*/ 54 h 273"/>
                <a:gd name="T64" fmla="*/ 242 w 274"/>
                <a:gd name="T65" fmla="*/ 76 h 273"/>
                <a:gd name="T66" fmla="*/ 174 w 274"/>
                <a:gd name="T67" fmla="*/ 144 h 273"/>
                <a:gd name="T68" fmla="*/ 152 w 274"/>
                <a:gd name="T69" fmla="*/ 154 h 273"/>
                <a:gd name="T70" fmla="*/ 129 w 274"/>
                <a:gd name="T71" fmla="*/ 144 h 273"/>
                <a:gd name="T72" fmla="*/ 114 w 274"/>
                <a:gd name="T73" fmla="*/ 144 h 273"/>
                <a:gd name="T74" fmla="*/ 114 w 274"/>
                <a:gd name="T75" fmla="*/ 159 h 273"/>
                <a:gd name="T76" fmla="*/ 152 w 274"/>
                <a:gd name="T77" fmla="*/ 175 h 273"/>
                <a:gd name="T78" fmla="*/ 153 w 274"/>
                <a:gd name="T79" fmla="*/ 175 h 273"/>
                <a:gd name="T80" fmla="*/ 189 w 274"/>
                <a:gd name="T81" fmla="*/ 159 h 273"/>
                <a:gd name="T82" fmla="*/ 257 w 274"/>
                <a:gd name="T83" fmla="*/ 91 h 273"/>
                <a:gd name="T84" fmla="*/ 273 w 274"/>
                <a:gd name="T85" fmla="*/ 55 h 273"/>
                <a:gd name="T86" fmla="*/ 257 w 274"/>
                <a:gd name="T87" fmla="*/ 1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4" h="273">
                  <a:moveTo>
                    <a:pt x="137" y="197"/>
                  </a:moveTo>
                  <a:cubicBezTo>
                    <a:pt x="141" y="201"/>
                    <a:pt x="141" y="208"/>
                    <a:pt x="137" y="212"/>
                  </a:cubicBezTo>
                  <a:cubicBezTo>
                    <a:pt x="91" y="257"/>
                    <a:pt x="91" y="257"/>
                    <a:pt x="91" y="257"/>
                  </a:cubicBezTo>
                  <a:cubicBezTo>
                    <a:pt x="81" y="267"/>
                    <a:pt x="68" y="273"/>
                    <a:pt x="55" y="273"/>
                  </a:cubicBezTo>
                  <a:cubicBezTo>
                    <a:pt x="54" y="273"/>
                    <a:pt x="54" y="273"/>
                    <a:pt x="53" y="273"/>
                  </a:cubicBezTo>
                  <a:cubicBezTo>
                    <a:pt x="40" y="273"/>
                    <a:pt x="26" y="268"/>
                    <a:pt x="16" y="257"/>
                  </a:cubicBezTo>
                  <a:cubicBezTo>
                    <a:pt x="5" y="247"/>
                    <a:pt x="0" y="233"/>
                    <a:pt x="0" y="219"/>
                  </a:cubicBezTo>
                  <a:cubicBezTo>
                    <a:pt x="0" y="205"/>
                    <a:pt x="6" y="192"/>
                    <a:pt x="16" y="182"/>
                  </a:cubicBezTo>
                  <a:cubicBezTo>
                    <a:pt x="84" y="114"/>
                    <a:pt x="84" y="114"/>
                    <a:pt x="84" y="114"/>
                  </a:cubicBezTo>
                  <a:cubicBezTo>
                    <a:pt x="94" y="104"/>
                    <a:pt x="107" y="98"/>
                    <a:pt x="120" y="98"/>
                  </a:cubicBezTo>
                  <a:cubicBezTo>
                    <a:pt x="135" y="98"/>
                    <a:pt x="149" y="103"/>
                    <a:pt x="159" y="114"/>
                  </a:cubicBezTo>
                  <a:cubicBezTo>
                    <a:pt x="163" y="118"/>
                    <a:pt x="163" y="125"/>
                    <a:pt x="159" y="129"/>
                  </a:cubicBezTo>
                  <a:cubicBezTo>
                    <a:pt x="155" y="133"/>
                    <a:pt x="148" y="133"/>
                    <a:pt x="144" y="129"/>
                  </a:cubicBezTo>
                  <a:cubicBezTo>
                    <a:pt x="138" y="123"/>
                    <a:pt x="130" y="119"/>
                    <a:pt x="121" y="119"/>
                  </a:cubicBezTo>
                  <a:cubicBezTo>
                    <a:pt x="113" y="120"/>
                    <a:pt x="105" y="123"/>
                    <a:pt x="99" y="129"/>
                  </a:cubicBezTo>
                  <a:cubicBezTo>
                    <a:pt x="31" y="197"/>
                    <a:pt x="31" y="197"/>
                    <a:pt x="31" y="197"/>
                  </a:cubicBezTo>
                  <a:cubicBezTo>
                    <a:pt x="25" y="203"/>
                    <a:pt x="22" y="211"/>
                    <a:pt x="21" y="219"/>
                  </a:cubicBezTo>
                  <a:cubicBezTo>
                    <a:pt x="21" y="228"/>
                    <a:pt x="24" y="236"/>
                    <a:pt x="31" y="242"/>
                  </a:cubicBezTo>
                  <a:cubicBezTo>
                    <a:pt x="38" y="249"/>
                    <a:pt x="46" y="252"/>
                    <a:pt x="54" y="252"/>
                  </a:cubicBezTo>
                  <a:cubicBezTo>
                    <a:pt x="62" y="252"/>
                    <a:pt x="70" y="248"/>
                    <a:pt x="76" y="242"/>
                  </a:cubicBezTo>
                  <a:cubicBezTo>
                    <a:pt x="122" y="197"/>
                    <a:pt x="122" y="197"/>
                    <a:pt x="122" y="197"/>
                  </a:cubicBezTo>
                  <a:cubicBezTo>
                    <a:pt x="126" y="193"/>
                    <a:pt x="133" y="193"/>
                    <a:pt x="137" y="197"/>
                  </a:cubicBezTo>
                  <a:close/>
                  <a:moveTo>
                    <a:pt x="257" y="16"/>
                  </a:moveTo>
                  <a:cubicBezTo>
                    <a:pt x="247" y="5"/>
                    <a:pt x="233" y="0"/>
                    <a:pt x="219" y="0"/>
                  </a:cubicBezTo>
                  <a:cubicBezTo>
                    <a:pt x="205" y="0"/>
                    <a:pt x="192" y="6"/>
                    <a:pt x="182" y="16"/>
                  </a:cubicBezTo>
                  <a:cubicBezTo>
                    <a:pt x="137" y="61"/>
                    <a:pt x="137" y="61"/>
                    <a:pt x="137" y="61"/>
                  </a:cubicBezTo>
                  <a:cubicBezTo>
                    <a:pt x="133" y="65"/>
                    <a:pt x="133" y="72"/>
                    <a:pt x="137" y="76"/>
                  </a:cubicBezTo>
                  <a:cubicBezTo>
                    <a:pt x="141" y="80"/>
                    <a:pt x="148" y="80"/>
                    <a:pt x="152" y="76"/>
                  </a:cubicBezTo>
                  <a:cubicBezTo>
                    <a:pt x="197" y="31"/>
                    <a:pt x="197" y="31"/>
                    <a:pt x="197" y="31"/>
                  </a:cubicBezTo>
                  <a:cubicBezTo>
                    <a:pt x="203" y="25"/>
                    <a:pt x="211" y="22"/>
                    <a:pt x="219" y="21"/>
                  </a:cubicBezTo>
                  <a:cubicBezTo>
                    <a:pt x="228" y="21"/>
                    <a:pt x="236" y="24"/>
                    <a:pt x="242" y="31"/>
                  </a:cubicBezTo>
                  <a:cubicBezTo>
                    <a:pt x="249" y="38"/>
                    <a:pt x="252" y="46"/>
                    <a:pt x="252" y="54"/>
                  </a:cubicBezTo>
                  <a:cubicBezTo>
                    <a:pt x="252" y="62"/>
                    <a:pt x="248" y="70"/>
                    <a:pt x="242" y="76"/>
                  </a:cubicBezTo>
                  <a:cubicBezTo>
                    <a:pt x="174" y="144"/>
                    <a:pt x="174" y="144"/>
                    <a:pt x="174" y="144"/>
                  </a:cubicBezTo>
                  <a:cubicBezTo>
                    <a:pt x="168" y="150"/>
                    <a:pt x="160" y="154"/>
                    <a:pt x="152" y="154"/>
                  </a:cubicBezTo>
                  <a:cubicBezTo>
                    <a:pt x="144" y="154"/>
                    <a:pt x="136" y="151"/>
                    <a:pt x="129" y="144"/>
                  </a:cubicBezTo>
                  <a:cubicBezTo>
                    <a:pt x="125" y="140"/>
                    <a:pt x="118" y="140"/>
                    <a:pt x="114" y="144"/>
                  </a:cubicBezTo>
                  <a:cubicBezTo>
                    <a:pt x="110" y="148"/>
                    <a:pt x="110" y="155"/>
                    <a:pt x="114" y="159"/>
                  </a:cubicBezTo>
                  <a:cubicBezTo>
                    <a:pt x="124" y="170"/>
                    <a:pt x="138" y="175"/>
                    <a:pt x="152" y="175"/>
                  </a:cubicBezTo>
                  <a:cubicBezTo>
                    <a:pt x="152" y="175"/>
                    <a:pt x="152" y="175"/>
                    <a:pt x="153" y="175"/>
                  </a:cubicBezTo>
                  <a:cubicBezTo>
                    <a:pt x="167" y="175"/>
                    <a:pt x="180" y="169"/>
                    <a:pt x="189" y="159"/>
                  </a:cubicBezTo>
                  <a:cubicBezTo>
                    <a:pt x="257" y="91"/>
                    <a:pt x="257" y="91"/>
                    <a:pt x="257" y="91"/>
                  </a:cubicBezTo>
                  <a:cubicBezTo>
                    <a:pt x="267" y="81"/>
                    <a:pt x="273" y="68"/>
                    <a:pt x="273" y="55"/>
                  </a:cubicBezTo>
                  <a:cubicBezTo>
                    <a:pt x="274" y="40"/>
                    <a:pt x="268" y="27"/>
                    <a:pt x="257" y="16"/>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28" name="Freeform 599">
              <a:extLst>
                <a:ext uri="{FF2B5EF4-FFF2-40B4-BE49-F238E27FC236}">
                  <a16:creationId xmlns:a16="http://schemas.microsoft.com/office/drawing/2014/main" id="{F4E34EED-63B6-60B5-E271-35985DA52569}"/>
                </a:ext>
              </a:extLst>
            </p:cNvPr>
            <p:cNvSpPr>
              <a:spLocks noEditPoints="1"/>
            </p:cNvSpPr>
            <p:nvPr/>
          </p:nvSpPr>
          <p:spPr bwMode="auto">
            <a:xfrm>
              <a:off x="2745" y="2621"/>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grpSp>
      <p:sp>
        <p:nvSpPr>
          <p:cNvPr id="29" name="TextBox 28">
            <a:extLst>
              <a:ext uri="{FF2B5EF4-FFF2-40B4-BE49-F238E27FC236}">
                <a16:creationId xmlns:a16="http://schemas.microsoft.com/office/drawing/2014/main" id="{EBD57BA0-4802-0039-0CC5-DAE686CF8441}"/>
              </a:ext>
            </a:extLst>
          </p:cNvPr>
          <p:cNvSpPr txBox="1"/>
          <p:nvPr/>
        </p:nvSpPr>
        <p:spPr>
          <a:xfrm>
            <a:off x="7005198" y="4831276"/>
            <a:ext cx="4425946" cy="808428"/>
          </a:xfrm>
          <a:prstGeom prst="rect">
            <a:avLst/>
          </a:prstGeom>
          <a:noFill/>
        </p:spPr>
        <p:txBody>
          <a:bodyPr wrap="square" lIns="0" tIns="0" rIns="0" bIns="0" rtlCol="0" anchor="ctr">
            <a:noAutofit/>
          </a:bodyPr>
          <a:lstStyle/>
          <a:p>
            <a:pPr defTabSz="1842205">
              <a:defRPr/>
            </a:pPr>
            <a:r>
              <a:rPr lang="en-US" sz="1200" b="1" dirty="0">
                <a:ea typeface="Open Sans"/>
                <a:cs typeface="Calibri"/>
              </a:rPr>
              <a:t>Enterprise performance management</a:t>
            </a:r>
          </a:p>
          <a:p>
            <a:pPr defTabSz="1839853" fontAlgn="base">
              <a:spcAft>
                <a:spcPts val="600"/>
              </a:spcAft>
              <a:defRPr/>
            </a:pPr>
            <a:r>
              <a:rPr lang="en-US" sz="1200" dirty="0">
                <a:ea typeface="Open Sans"/>
                <a:cs typeface="Calibri Light"/>
              </a:rPr>
              <a:t>Standardize global financial processes to improve efficiency and consistency, while allowing finance organizations to spend more time on strategic scenario planning and data analysis</a:t>
            </a:r>
          </a:p>
        </p:txBody>
      </p:sp>
      <p:grpSp>
        <p:nvGrpSpPr>
          <p:cNvPr id="30" name="Group 53">
            <a:extLst>
              <a:ext uri="{FF2B5EF4-FFF2-40B4-BE49-F238E27FC236}">
                <a16:creationId xmlns:a16="http://schemas.microsoft.com/office/drawing/2014/main" id="{0CCC773D-41DC-FF27-9EDC-F8E9BB31EC06}"/>
              </a:ext>
            </a:extLst>
          </p:cNvPr>
          <p:cNvGrpSpPr>
            <a:grpSpLocks noChangeAspect="1"/>
          </p:cNvGrpSpPr>
          <p:nvPr/>
        </p:nvGrpSpPr>
        <p:grpSpPr>
          <a:xfrm>
            <a:off x="6338719" y="4959380"/>
            <a:ext cx="502093" cy="503574"/>
            <a:chOff x="5183" y="1046"/>
            <a:chExt cx="340" cy="341"/>
          </a:xfrm>
          <a:solidFill>
            <a:schemeClr val="accent6"/>
          </a:solidFill>
        </p:grpSpPr>
        <p:sp>
          <p:nvSpPr>
            <p:cNvPr id="31" name="Freeform 54">
              <a:extLst>
                <a:ext uri="{FF2B5EF4-FFF2-40B4-BE49-F238E27FC236}">
                  <a16:creationId xmlns:a16="http://schemas.microsoft.com/office/drawing/2014/main" id="{A6027644-092A-1FEA-B899-6625E1270DC6}"/>
                </a:ext>
              </a:extLst>
            </p:cNvPr>
            <p:cNvSpPr>
              <a:spLocks noEditPoints="1"/>
            </p:cNvSpPr>
            <p:nvPr/>
          </p:nvSpPr>
          <p:spPr bwMode="auto">
            <a:xfrm>
              <a:off x="5247" y="1110"/>
              <a:ext cx="212" cy="213"/>
            </a:xfrm>
            <a:custGeom>
              <a:avLst/>
              <a:gdLst>
                <a:gd name="T0" fmla="*/ 160 w 320"/>
                <a:gd name="T1" fmla="*/ 0 h 320"/>
                <a:gd name="T2" fmla="*/ 0 w 320"/>
                <a:gd name="T3" fmla="*/ 160 h 320"/>
                <a:gd name="T4" fmla="*/ 160 w 320"/>
                <a:gd name="T5" fmla="*/ 320 h 320"/>
                <a:gd name="T6" fmla="*/ 320 w 320"/>
                <a:gd name="T7" fmla="*/ 160 h 320"/>
                <a:gd name="T8" fmla="*/ 160 w 320"/>
                <a:gd name="T9" fmla="*/ 0 h 320"/>
                <a:gd name="T10" fmla="*/ 283 w 320"/>
                <a:gd name="T11" fmla="*/ 224 h 320"/>
                <a:gd name="T12" fmla="*/ 218 w 320"/>
                <a:gd name="T13" fmla="*/ 224 h 320"/>
                <a:gd name="T14" fmla="*/ 223 w 320"/>
                <a:gd name="T15" fmla="*/ 170 h 320"/>
                <a:gd name="T16" fmla="*/ 298 w 320"/>
                <a:gd name="T17" fmla="*/ 170 h 320"/>
                <a:gd name="T18" fmla="*/ 283 w 320"/>
                <a:gd name="T19" fmla="*/ 224 h 320"/>
                <a:gd name="T20" fmla="*/ 160 w 320"/>
                <a:gd name="T21" fmla="*/ 298 h 320"/>
                <a:gd name="T22" fmla="*/ 127 w 320"/>
                <a:gd name="T23" fmla="*/ 245 h 320"/>
                <a:gd name="T24" fmla="*/ 192 w 320"/>
                <a:gd name="T25" fmla="*/ 245 h 320"/>
                <a:gd name="T26" fmla="*/ 160 w 320"/>
                <a:gd name="T27" fmla="*/ 298 h 320"/>
                <a:gd name="T28" fmla="*/ 122 w 320"/>
                <a:gd name="T29" fmla="*/ 224 h 320"/>
                <a:gd name="T30" fmla="*/ 117 w 320"/>
                <a:gd name="T31" fmla="*/ 170 h 320"/>
                <a:gd name="T32" fmla="*/ 202 w 320"/>
                <a:gd name="T33" fmla="*/ 170 h 320"/>
                <a:gd name="T34" fmla="*/ 197 w 320"/>
                <a:gd name="T35" fmla="*/ 224 h 320"/>
                <a:gd name="T36" fmla="*/ 122 w 320"/>
                <a:gd name="T37" fmla="*/ 224 h 320"/>
                <a:gd name="T38" fmla="*/ 22 w 320"/>
                <a:gd name="T39" fmla="*/ 170 h 320"/>
                <a:gd name="T40" fmla="*/ 96 w 320"/>
                <a:gd name="T41" fmla="*/ 170 h 320"/>
                <a:gd name="T42" fmla="*/ 101 w 320"/>
                <a:gd name="T43" fmla="*/ 224 h 320"/>
                <a:gd name="T44" fmla="*/ 37 w 320"/>
                <a:gd name="T45" fmla="*/ 224 h 320"/>
                <a:gd name="T46" fmla="*/ 22 w 320"/>
                <a:gd name="T47" fmla="*/ 170 h 320"/>
                <a:gd name="T48" fmla="*/ 37 w 320"/>
                <a:gd name="T49" fmla="*/ 96 h 320"/>
                <a:gd name="T50" fmla="*/ 101 w 320"/>
                <a:gd name="T51" fmla="*/ 96 h 320"/>
                <a:gd name="T52" fmla="*/ 96 w 320"/>
                <a:gd name="T53" fmla="*/ 149 h 320"/>
                <a:gd name="T54" fmla="*/ 22 w 320"/>
                <a:gd name="T55" fmla="*/ 149 h 320"/>
                <a:gd name="T56" fmla="*/ 37 w 320"/>
                <a:gd name="T57" fmla="*/ 96 h 320"/>
                <a:gd name="T58" fmla="*/ 160 w 320"/>
                <a:gd name="T59" fmla="*/ 21 h 320"/>
                <a:gd name="T60" fmla="*/ 192 w 320"/>
                <a:gd name="T61" fmla="*/ 74 h 320"/>
                <a:gd name="T62" fmla="*/ 127 w 320"/>
                <a:gd name="T63" fmla="*/ 74 h 320"/>
                <a:gd name="T64" fmla="*/ 160 w 320"/>
                <a:gd name="T65" fmla="*/ 21 h 320"/>
                <a:gd name="T66" fmla="*/ 197 w 320"/>
                <a:gd name="T67" fmla="*/ 96 h 320"/>
                <a:gd name="T68" fmla="*/ 202 w 320"/>
                <a:gd name="T69" fmla="*/ 149 h 320"/>
                <a:gd name="T70" fmla="*/ 117 w 320"/>
                <a:gd name="T71" fmla="*/ 149 h 320"/>
                <a:gd name="T72" fmla="*/ 122 w 320"/>
                <a:gd name="T73" fmla="*/ 96 h 320"/>
                <a:gd name="T74" fmla="*/ 197 w 320"/>
                <a:gd name="T75" fmla="*/ 96 h 320"/>
                <a:gd name="T76" fmla="*/ 223 w 320"/>
                <a:gd name="T77" fmla="*/ 149 h 320"/>
                <a:gd name="T78" fmla="*/ 218 w 320"/>
                <a:gd name="T79" fmla="*/ 96 h 320"/>
                <a:gd name="T80" fmla="*/ 283 w 320"/>
                <a:gd name="T81" fmla="*/ 96 h 320"/>
                <a:gd name="T82" fmla="*/ 298 w 320"/>
                <a:gd name="T83" fmla="*/ 149 h 320"/>
                <a:gd name="T84" fmla="*/ 223 w 320"/>
                <a:gd name="T85" fmla="*/ 149 h 320"/>
                <a:gd name="T86" fmla="*/ 269 w 320"/>
                <a:gd name="T87" fmla="*/ 74 h 320"/>
                <a:gd name="T88" fmla="*/ 214 w 320"/>
                <a:gd name="T89" fmla="*/ 74 h 320"/>
                <a:gd name="T90" fmla="*/ 196 w 320"/>
                <a:gd name="T91" fmla="*/ 26 h 320"/>
                <a:gd name="T92" fmla="*/ 269 w 320"/>
                <a:gd name="T93" fmla="*/ 74 h 320"/>
                <a:gd name="T94" fmla="*/ 124 w 320"/>
                <a:gd name="T95" fmla="*/ 26 h 320"/>
                <a:gd name="T96" fmla="*/ 105 w 320"/>
                <a:gd name="T97" fmla="*/ 74 h 320"/>
                <a:gd name="T98" fmla="*/ 51 w 320"/>
                <a:gd name="T99" fmla="*/ 74 h 320"/>
                <a:gd name="T100" fmla="*/ 124 w 320"/>
                <a:gd name="T101" fmla="*/ 26 h 320"/>
                <a:gd name="T102" fmla="*/ 51 w 320"/>
                <a:gd name="T103" fmla="*/ 245 h 320"/>
                <a:gd name="T104" fmla="*/ 105 w 320"/>
                <a:gd name="T105" fmla="*/ 245 h 320"/>
                <a:gd name="T106" fmla="*/ 124 w 320"/>
                <a:gd name="T107" fmla="*/ 293 h 320"/>
                <a:gd name="T108" fmla="*/ 51 w 320"/>
                <a:gd name="T109" fmla="*/ 245 h 320"/>
                <a:gd name="T110" fmla="*/ 196 w 320"/>
                <a:gd name="T111" fmla="*/ 293 h 320"/>
                <a:gd name="T112" fmla="*/ 214 w 320"/>
                <a:gd name="T113" fmla="*/ 245 h 320"/>
                <a:gd name="T114" fmla="*/ 269 w 320"/>
                <a:gd name="T115" fmla="*/ 245 h 320"/>
                <a:gd name="T116" fmla="*/ 196 w 320"/>
                <a:gd name="T117" fmla="*/ 29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320">
                  <a:moveTo>
                    <a:pt x="160" y="0"/>
                  </a:moveTo>
                  <a:cubicBezTo>
                    <a:pt x="71" y="0"/>
                    <a:pt x="0" y="71"/>
                    <a:pt x="0" y="160"/>
                  </a:cubicBezTo>
                  <a:cubicBezTo>
                    <a:pt x="0" y="248"/>
                    <a:pt x="71" y="320"/>
                    <a:pt x="160" y="320"/>
                  </a:cubicBezTo>
                  <a:cubicBezTo>
                    <a:pt x="248" y="320"/>
                    <a:pt x="320" y="248"/>
                    <a:pt x="320" y="160"/>
                  </a:cubicBezTo>
                  <a:cubicBezTo>
                    <a:pt x="320" y="71"/>
                    <a:pt x="248" y="0"/>
                    <a:pt x="160" y="0"/>
                  </a:cubicBezTo>
                  <a:close/>
                  <a:moveTo>
                    <a:pt x="283" y="224"/>
                  </a:moveTo>
                  <a:cubicBezTo>
                    <a:pt x="218" y="224"/>
                    <a:pt x="218" y="224"/>
                    <a:pt x="218" y="224"/>
                  </a:cubicBezTo>
                  <a:cubicBezTo>
                    <a:pt x="221" y="207"/>
                    <a:pt x="223" y="188"/>
                    <a:pt x="223" y="170"/>
                  </a:cubicBezTo>
                  <a:cubicBezTo>
                    <a:pt x="298" y="170"/>
                    <a:pt x="298" y="170"/>
                    <a:pt x="298" y="170"/>
                  </a:cubicBezTo>
                  <a:cubicBezTo>
                    <a:pt x="296" y="189"/>
                    <a:pt x="291" y="207"/>
                    <a:pt x="283" y="224"/>
                  </a:cubicBezTo>
                  <a:close/>
                  <a:moveTo>
                    <a:pt x="160" y="298"/>
                  </a:moveTo>
                  <a:cubicBezTo>
                    <a:pt x="149" y="298"/>
                    <a:pt x="136" y="279"/>
                    <a:pt x="127" y="245"/>
                  </a:cubicBezTo>
                  <a:cubicBezTo>
                    <a:pt x="192" y="245"/>
                    <a:pt x="192" y="245"/>
                    <a:pt x="192" y="245"/>
                  </a:cubicBezTo>
                  <a:cubicBezTo>
                    <a:pt x="183" y="279"/>
                    <a:pt x="170" y="298"/>
                    <a:pt x="160" y="298"/>
                  </a:cubicBezTo>
                  <a:close/>
                  <a:moveTo>
                    <a:pt x="122" y="224"/>
                  </a:moveTo>
                  <a:cubicBezTo>
                    <a:pt x="120" y="208"/>
                    <a:pt x="118" y="190"/>
                    <a:pt x="117" y="170"/>
                  </a:cubicBezTo>
                  <a:cubicBezTo>
                    <a:pt x="202" y="170"/>
                    <a:pt x="202" y="170"/>
                    <a:pt x="202" y="170"/>
                  </a:cubicBezTo>
                  <a:cubicBezTo>
                    <a:pt x="202" y="190"/>
                    <a:pt x="200" y="208"/>
                    <a:pt x="197" y="224"/>
                  </a:cubicBezTo>
                  <a:lnTo>
                    <a:pt x="122" y="224"/>
                  </a:lnTo>
                  <a:close/>
                  <a:moveTo>
                    <a:pt x="22" y="170"/>
                  </a:moveTo>
                  <a:cubicBezTo>
                    <a:pt x="96" y="170"/>
                    <a:pt x="96" y="170"/>
                    <a:pt x="96" y="170"/>
                  </a:cubicBezTo>
                  <a:cubicBezTo>
                    <a:pt x="96" y="188"/>
                    <a:pt x="98" y="207"/>
                    <a:pt x="101" y="224"/>
                  </a:cubicBezTo>
                  <a:cubicBezTo>
                    <a:pt x="37" y="224"/>
                    <a:pt x="37" y="224"/>
                    <a:pt x="37" y="224"/>
                  </a:cubicBezTo>
                  <a:cubicBezTo>
                    <a:pt x="28" y="207"/>
                    <a:pt x="23" y="189"/>
                    <a:pt x="22" y="170"/>
                  </a:cubicBezTo>
                  <a:close/>
                  <a:moveTo>
                    <a:pt x="37" y="96"/>
                  </a:moveTo>
                  <a:cubicBezTo>
                    <a:pt x="101" y="96"/>
                    <a:pt x="101" y="96"/>
                    <a:pt x="101" y="96"/>
                  </a:cubicBezTo>
                  <a:cubicBezTo>
                    <a:pt x="98" y="113"/>
                    <a:pt x="96" y="131"/>
                    <a:pt x="96" y="149"/>
                  </a:cubicBezTo>
                  <a:cubicBezTo>
                    <a:pt x="22" y="149"/>
                    <a:pt x="22" y="149"/>
                    <a:pt x="22" y="149"/>
                  </a:cubicBezTo>
                  <a:cubicBezTo>
                    <a:pt x="23" y="130"/>
                    <a:pt x="28" y="112"/>
                    <a:pt x="37" y="96"/>
                  </a:cubicBezTo>
                  <a:close/>
                  <a:moveTo>
                    <a:pt x="160" y="21"/>
                  </a:moveTo>
                  <a:cubicBezTo>
                    <a:pt x="170" y="21"/>
                    <a:pt x="183" y="41"/>
                    <a:pt x="192" y="74"/>
                  </a:cubicBezTo>
                  <a:cubicBezTo>
                    <a:pt x="127" y="74"/>
                    <a:pt x="127" y="74"/>
                    <a:pt x="127" y="74"/>
                  </a:cubicBezTo>
                  <a:cubicBezTo>
                    <a:pt x="136" y="41"/>
                    <a:pt x="149" y="21"/>
                    <a:pt x="160" y="21"/>
                  </a:cubicBezTo>
                  <a:close/>
                  <a:moveTo>
                    <a:pt x="197" y="96"/>
                  </a:moveTo>
                  <a:cubicBezTo>
                    <a:pt x="200" y="111"/>
                    <a:pt x="202" y="129"/>
                    <a:pt x="202" y="149"/>
                  </a:cubicBezTo>
                  <a:cubicBezTo>
                    <a:pt x="117" y="149"/>
                    <a:pt x="117" y="149"/>
                    <a:pt x="117" y="149"/>
                  </a:cubicBezTo>
                  <a:cubicBezTo>
                    <a:pt x="118" y="129"/>
                    <a:pt x="120" y="111"/>
                    <a:pt x="122" y="96"/>
                  </a:cubicBezTo>
                  <a:lnTo>
                    <a:pt x="197" y="96"/>
                  </a:lnTo>
                  <a:close/>
                  <a:moveTo>
                    <a:pt x="223" y="149"/>
                  </a:moveTo>
                  <a:cubicBezTo>
                    <a:pt x="223" y="131"/>
                    <a:pt x="221" y="113"/>
                    <a:pt x="218" y="96"/>
                  </a:cubicBezTo>
                  <a:cubicBezTo>
                    <a:pt x="283" y="96"/>
                    <a:pt x="283" y="96"/>
                    <a:pt x="283" y="96"/>
                  </a:cubicBezTo>
                  <a:cubicBezTo>
                    <a:pt x="291" y="112"/>
                    <a:pt x="296" y="130"/>
                    <a:pt x="298" y="149"/>
                  </a:cubicBezTo>
                  <a:lnTo>
                    <a:pt x="223" y="149"/>
                  </a:lnTo>
                  <a:close/>
                  <a:moveTo>
                    <a:pt x="269" y="74"/>
                  </a:moveTo>
                  <a:cubicBezTo>
                    <a:pt x="214" y="74"/>
                    <a:pt x="214" y="74"/>
                    <a:pt x="214" y="74"/>
                  </a:cubicBezTo>
                  <a:cubicBezTo>
                    <a:pt x="210" y="55"/>
                    <a:pt x="203" y="39"/>
                    <a:pt x="196" y="26"/>
                  </a:cubicBezTo>
                  <a:cubicBezTo>
                    <a:pt x="225" y="34"/>
                    <a:pt x="251" y="51"/>
                    <a:pt x="269" y="74"/>
                  </a:cubicBezTo>
                  <a:close/>
                  <a:moveTo>
                    <a:pt x="124" y="26"/>
                  </a:moveTo>
                  <a:cubicBezTo>
                    <a:pt x="116" y="39"/>
                    <a:pt x="110" y="55"/>
                    <a:pt x="105" y="74"/>
                  </a:cubicBezTo>
                  <a:cubicBezTo>
                    <a:pt x="51" y="74"/>
                    <a:pt x="51" y="74"/>
                    <a:pt x="51" y="74"/>
                  </a:cubicBezTo>
                  <a:cubicBezTo>
                    <a:pt x="69" y="51"/>
                    <a:pt x="94" y="34"/>
                    <a:pt x="124" y="26"/>
                  </a:cubicBezTo>
                  <a:close/>
                  <a:moveTo>
                    <a:pt x="51" y="245"/>
                  </a:moveTo>
                  <a:cubicBezTo>
                    <a:pt x="105" y="245"/>
                    <a:pt x="105" y="245"/>
                    <a:pt x="105" y="245"/>
                  </a:cubicBezTo>
                  <a:cubicBezTo>
                    <a:pt x="110" y="264"/>
                    <a:pt x="116" y="281"/>
                    <a:pt x="124" y="293"/>
                  </a:cubicBezTo>
                  <a:cubicBezTo>
                    <a:pt x="94" y="285"/>
                    <a:pt x="69" y="268"/>
                    <a:pt x="51" y="245"/>
                  </a:cubicBezTo>
                  <a:close/>
                  <a:moveTo>
                    <a:pt x="196" y="293"/>
                  </a:moveTo>
                  <a:cubicBezTo>
                    <a:pt x="203" y="281"/>
                    <a:pt x="210" y="264"/>
                    <a:pt x="214" y="245"/>
                  </a:cubicBezTo>
                  <a:cubicBezTo>
                    <a:pt x="269" y="245"/>
                    <a:pt x="269" y="245"/>
                    <a:pt x="269" y="245"/>
                  </a:cubicBezTo>
                  <a:cubicBezTo>
                    <a:pt x="251" y="268"/>
                    <a:pt x="225" y="285"/>
                    <a:pt x="196" y="293"/>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32" name="Freeform 55">
              <a:extLst>
                <a:ext uri="{FF2B5EF4-FFF2-40B4-BE49-F238E27FC236}">
                  <a16:creationId xmlns:a16="http://schemas.microsoft.com/office/drawing/2014/main" id="{37539991-8B10-FA93-48F9-88B80D64885D}"/>
                </a:ext>
              </a:extLst>
            </p:cNvPr>
            <p:cNvSpPr>
              <a:spLocks noEditPoints="1"/>
            </p:cNvSpPr>
            <p:nvPr/>
          </p:nvSpPr>
          <p:spPr bwMode="auto">
            <a:xfrm>
              <a:off x="5183" y="1046"/>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grpSp>
      <p:sp>
        <p:nvSpPr>
          <p:cNvPr id="33" name="TextBox 32">
            <a:extLst>
              <a:ext uri="{FF2B5EF4-FFF2-40B4-BE49-F238E27FC236}">
                <a16:creationId xmlns:a16="http://schemas.microsoft.com/office/drawing/2014/main" id="{270130E6-0E64-6524-D814-A4FB64E7BB5C}"/>
              </a:ext>
            </a:extLst>
          </p:cNvPr>
          <p:cNvSpPr txBox="1"/>
          <p:nvPr/>
        </p:nvSpPr>
        <p:spPr>
          <a:xfrm>
            <a:off x="6962920" y="5648540"/>
            <a:ext cx="4794939" cy="746469"/>
          </a:xfrm>
          <a:prstGeom prst="rect">
            <a:avLst/>
          </a:prstGeom>
          <a:noFill/>
        </p:spPr>
        <p:txBody>
          <a:bodyPr wrap="square" lIns="0" tIns="0" rIns="0" bIns="0" rtlCol="0" anchor="ctr">
            <a:noAutofit/>
          </a:bodyPr>
          <a:lstStyle/>
          <a:p>
            <a:pPr defTabSz="1842205">
              <a:defRPr/>
            </a:pPr>
            <a:r>
              <a:rPr lang="en-US" sz="1200" b="1" dirty="0">
                <a:ea typeface="Open Sans"/>
                <a:cs typeface="Calibri"/>
              </a:rPr>
              <a:t>Customer experience </a:t>
            </a:r>
            <a:endParaRPr lang="en-US" sz="1200" b="1" dirty="0">
              <a:ea typeface="Open Sans" panose="020B0606030504020204" pitchFamily="34" charset="0"/>
              <a:cs typeface="Calibri" panose="020F0502020204030204" pitchFamily="34" charset="0"/>
            </a:endParaRPr>
          </a:p>
          <a:p>
            <a:pPr defTabSz="1358398">
              <a:spcAft>
                <a:spcPts val="600"/>
              </a:spcAft>
              <a:defRPr/>
            </a:pPr>
            <a:r>
              <a:rPr lang="en-US" sz="1200" dirty="0">
                <a:ea typeface="Open Sans"/>
                <a:cs typeface="Calibri Light"/>
              </a:rPr>
              <a:t>Make “creative digital consultancy” real and in doing so, transform CX operations into modern, data-driven, creatively focused marvels and make </a:t>
            </a:r>
            <a:r>
              <a:rPr lang="en-US" sz="1200" dirty="0">
                <a:ea typeface="Open Sans" panose="020B0606030504020204" pitchFamily="34" charset="0"/>
                <a:cs typeface="Calibri Light" panose="020F0302020204030204" pitchFamily="34" charset="0"/>
              </a:rPr>
              <a:t> </a:t>
            </a:r>
            <a:r>
              <a:rPr lang="en-US" sz="1200" dirty="0">
                <a:ea typeface="Open Sans"/>
                <a:cs typeface="Calibri Light"/>
              </a:rPr>
              <a:t>new markets.</a:t>
            </a:r>
          </a:p>
        </p:txBody>
      </p:sp>
      <p:grpSp>
        <p:nvGrpSpPr>
          <p:cNvPr id="34" name="Group 545">
            <a:extLst>
              <a:ext uri="{FF2B5EF4-FFF2-40B4-BE49-F238E27FC236}">
                <a16:creationId xmlns:a16="http://schemas.microsoft.com/office/drawing/2014/main" id="{D11CC727-44C6-3706-B430-E817E85AE8EC}"/>
              </a:ext>
            </a:extLst>
          </p:cNvPr>
          <p:cNvGrpSpPr>
            <a:grpSpLocks noChangeAspect="1"/>
          </p:cNvGrpSpPr>
          <p:nvPr/>
        </p:nvGrpSpPr>
        <p:grpSpPr>
          <a:xfrm>
            <a:off x="6301337" y="5736812"/>
            <a:ext cx="545556" cy="503573"/>
            <a:chOff x="1885" y="1944"/>
            <a:chExt cx="340" cy="340"/>
          </a:xfrm>
          <a:solidFill>
            <a:schemeClr val="accent6"/>
          </a:solidFill>
        </p:grpSpPr>
        <p:sp>
          <p:nvSpPr>
            <p:cNvPr id="35" name="Freeform 546">
              <a:extLst>
                <a:ext uri="{FF2B5EF4-FFF2-40B4-BE49-F238E27FC236}">
                  <a16:creationId xmlns:a16="http://schemas.microsoft.com/office/drawing/2014/main" id="{DA595B63-3284-78CF-86A6-C227271AC0B2}"/>
                </a:ext>
              </a:extLst>
            </p:cNvPr>
            <p:cNvSpPr>
              <a:spLocks noEditPoints="1"/>
            </p:cNvSpPr>
            <p:nvPr/>
          </p:nvSpPr>
          <p:spPr bwMode="auto">
            <a:xfrm>
              <a:off x="1885" y="194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sp>
          <p:nvSpPr>
            <p:cNvPr id="36" name="Freeform 547">
              <a:extLst>
                <a:ext uri="{FF2B5EF4-FFF2-40B4-BE49-F238E27FC236}">
                  <a16:creationId xmlns:a16="http://schemas.microsoft.com/office/drawing/2014/main" id="{54B27E06-73B1-D8F5-FEEA-3473C50E614C}"/>
                </a:ext>
              </a:extLst>
            </p:cNvPr>
            <p:cNvSpPr/>
            <p:nvPr/>
          </p:nvSpPr>
          <p:spPr bwMode="auto">
            <a:xfrm>
              <a:off x="1947" y="2007"/>
              <a:ext cx="215" cy="185"/>
            </a:xfrm>
            <a:custGeom>
              <a:avLst/>
              <a:gdLst>
                <a:gd name="T0" fmla="*/ 318 w 323"/>
                <a:gd name="T1" fmla="*/ 259 h 278"/>
                <a:gd name="T2" fmla="*/ 257 w 323"/>
                <a:gd name="T3" fmla="*/ 241 h 278"/>
                <a:gd name="T4" fmla="*/ 229 w 323"/>
                <a:gd name="T5" fmla="*/ 236 h 278"/>
                <a:gd name="T6" fmla="*/ 212 w 323"/>
                <a:gd name="T7" fmla="*/ 223 h 278"/>
                <a:gd name="T8" fmla="*/ 213 w 323"/>
                <a:gd name="T9" fmla="*/ 220 h 278"/>
                <a:gd name="T10" fmla="*/ 246 w 323"/>
                <a:gd name="T11" fmla="*/ 142 h 278"/>
                <a:gd name="T12" fmla="*/ 233 w 323"/>
                <a:gd name="T13" fmla="*/ 33 h 278"/>
                <a:gd name="T14" fmla="*/ 161 w 323"/>
                <a:gd name="T15" fmla="*/ 1 h 278"/>
                <a:gd name="T16" fmla="*/ 161 w 323"/>
                <a:gd name="T17" fmla="*/ 1 h 278"/>
                <a:gd name="T18" fmla="*/ 90 w 323"/>
                <a:gd name="T19" fmla="*/ 33 h 278"/>
                <a:gd name="T20" fmla="*/ 77 w 323"/>
                <a:gd name="T21" fmla="*/ 142 h 278"/>
                <a:gd name="T22" fmla="*/ 110 w 323"/>
                <a:gd name="T23" fmla="*/ 220 h 278"/>
                <a:gd name="T24" fmla="*/ 111 w 323"/>
                <a:gd name="T25" fmla="*/ 223 h 278"/>
                <a:gd name="T26" fmla="*/ 94 w 323"/>
                <a:gd name="T27" fmla="*/ 236 h 278"/>
                <a:gd name="T28" fmla="*/ 66 w 323"/>
                <a:gd name="T29" fmla="*/ 241 h 278"/>
                <a:gd name="T30" fmla="*/ 5 w 323"/>
                <a:gd name="T31" fmla="*/ 259 h 278"/>
                <a:gd name="T32" fmla="*/ 4 w 323"/>
                <a:gd name="T33" fmla="*/ 274 h 278"/>
                <a:gd name="T34" fmla="*/ 12 w 323"/>
                <a:gd name="T35" fmla="*/ 278 h 278"/>
                <a:gd name="T36" fmla="*/ 19 w 323"/>
                <a:gd name="T37" fmla="*/ 275 h 278"/>
                <a:gd name="T38" fmla="*/ 69 w 323"/>
                <a:gd name="T39" fmla="*/ 263 h 278"/>
                <a:gd name="T40" fmla="*/ 101 w 323"/>
                <a:gd name="T41" fmla="*/ 256 h 278"/>
                <a:gd name="T42" fmla="*/ 131 w 323"/>
                <a:gd name="T43" fmla="*/ 229 h 278"/>
                <a:gd name="T44" fmla="*/ 128 w 323"/>
                <a:gd name="T45" fmla="*/ 208 h 278"/>
                <a:gd name="T46" fmla="*/ 97 w 323"/>
                <a:gd name="T47" fmla="*/ 137 h 278"/>
                <a:gd name="T48" fmla="*/ 106 w 323"/>
                <a:gd name="T49" fmla="*/ 46 h 278"/>
                <a:gd name="T50" fmla="*/ 161 w 323"/>
                <a:gd name="T51" fmla="*/ 22 h 278"/>
                <a:gd name="T52" fmla="*/ 162 w 323"/>
                <a:gd name="T53" fmla="*/ 22 h 278"/>
                <a:gd name="T54" fmla="*/ 162 w 323"/>
                <a:gd name="T55" fmla="*/ 22 h 278"/>
                <a:gd name="T56" fmla="*/ 162 w 323"/>
                <a:gd name="T57" fmla="*/ 22 h 278"/>
                <a:gd name="T58" fmla="*/ 217 w 323"/>
                <a:gd name="T59" fmla="*/ 46 h 278"/>
                <a:gd name="T60" fmla="*/ 226 w 323"/>
                <a:gd name="T61" fmla="*/ 137 h 278"/>
                <a:gd name="T62" fmla="*/ 195 w 323"/>
                <a:gd name="T63" fmla="*/ 208 h 278"/>
                <a:gd name="T64" fmla="*/ 192 w 323"/>
                <a:gd name="T65" fmla="*/ 229 h 278"/>
                <a:gd name="T66" fmla="*/ 222 w 323"/>
                <a:gd name="T67" fmla="*/ 256 h 278"/>
                <a:gd name="T68" fmla="*/ 254 w 323"/>
                <a:gd name="T69" fmla="*/ 263 h 278"/>
                <a:gd name="T70" fmla="*/ 304 w 323"/>
                <a:gd name="T71" fmla="*/ 275 h 278"/>
                <a:gd name="T72" fmla="*/ 311 w 323"/>
                <a:gd name="T73" fmla="*/ 278 h 278"/>
                <a:gd name="T74" fmla="*/ 319 w 323"/>
                <a:gd name="T75" fmla="*/ 274 h 278"/>
                <a:gd name="T76" fmla="*/ 318 w 323"/>
                <a:gd name="T7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278">
                  <a:moveTo>
                    <a:pt x="318" y="259"/>
                  </a:moveTo>
                  <a:cubicBezTo>
                    <a:pt x="306" y="249"/>
                    <a:pt x="281" y="245"/>
                    <a:pt x="257" y="241"/>
                  </a:cubicBezTo>
                  <a:cubicBezTo>
                    <a:pt x="246" y="240"/>
                    <a:pt x="235" y="238"/>
                    <a:pt x="229" y="236"/>
                  </a:cubicBezTo>
                  <a:cubicBezTo>
                    <a:pt x="220" y="232"/>
                    <a:pt x="214" y="226"/>
                    <a:pt x="212" y="223"/>
                  </a:cubicBezTo>
                  <a:cubicBezTo>
                    <a:pt x="212" y="221"/>
                    <a:pt x="212" y="221"/>
                    <a:pt x="213" y="220"/>
                  </a:cubicBezTo>
                  <a:cubicBezTo>
                    <a:pt x="226" y="202"/>
                    <a:pt x="240" y="170"/>
                    <a:pt x="246" y="142"/>
                  </a:cubicBezTo>
                  <a:cubicBezTo>
                    <a:pt x="258" y="95"/>
                    <a:pt x="253" y="58"/>
                    <a:pt x="233" y="33"/>
                  </a:cubicBezTo>
                  <a:cubicBezTo>
                    <a:pt x="207" y="0"/>
                    <a:pt x="163" y="1"/>
                    <a:pt x="161" y="1"/>
                  </a:cubicBezTo>
                  <a:cubicBezTo>
                    <a:pt x="161" y="1"/>
                    <a:pt x="161" y="1"/>
                    <a:pt x="161" y="1"/>
                  </a:cubicBezTo>
                  <a:cubicBezTo>
                    <a:pt x="158" y="1"/>
                    <a:pt x="116" y="1"/>
                    <a:pt x="90" y="33"/>
                  </a:cubicBezTo>
                  <a:cubicBezTo>
                    <a:pt x="70" y="58"/>
                    <a:pt x="65" y="95"/>
                    <a:pt x="77" y="142"/>
                  </a:cubicBezTo>
                  <a:cubicBezTo>
                    <a:pt x="83" y="170"/>
                    <a:pt x="97" y="202"/>
                    <a:pt x="110" y="220"/>
                  </a:cubicBezTo>
                  <a:cubicBezTo>
                    <a:pt x="111" y="221"/>
                    <a:pt x="111" y="221"/>
                    <a:pt x="111" y="223"/>
                  </a:cubicBezTo>
                  <a:cubicBezTo>
                    <a:pt x="110" y="226"/>
                    <a:pt x="103" y="232"/>
                    <a:pt x="94" y="236"/>
                  </a:cubicBezTo>
                  <a:cubicBezTo>
                    <a:pt x="88" y="238"/>
                    <a:pt x="77" y="240"/>
                    <a:pt x="66" y="241"/>
                  </a:cubicBezTo>
                  <a:cubicBezTo>
                    <a:pt x="42" y="245"/>
                    <a:pt x="17" y="249"/>
                    <a:pt x="5" y="259"/>
                  </a:cubicBezTo>
                  <a:cubicBezTo>
                    <a:pt x="1" y="263"/>
                    <a:pt x="0" y="270"/>
                    <a:pt x="4" y="274"/>
                  </a:cubicBezTo>
                  <a:cubicBezTo>
                    <a:pt x="6" y="277"/>
                    <a:pt x="9" y="278"/>
                    <a:pt x="12" y="278"/>
                  </a:cubicBezTo>
                  <a:cubicBezTo>
                    <a:pt x="15" y="278"/>
                    <a:pt x="17" y="277"/>
                    <a:pt x="19" y="275"/>
                  </a:cubicBezTo>
                  <a:cubicBezTo>
                    <a:pt x="27" y="269"/>
                    <a:pt x="51" y="265"/>
                    <a:pt x="69" y="263"/>
                  </a:cubicBezTo>
                  <a:cubicBezTo>
                    <a:pt x="82" y="261"/>
                    <a:pt x="94" y="259"/>
                    <a:pt x="101" y="256"/>
                  </a:cubicBezTo>
                  <a:cubicBezTo>
                    <a:pt x="117" y="250"/>
                    <a:pt x="128" y="240"/>
                    <a:pt x="131" y="229"/>
                  </a:cubicBezTo>
                  <a:cubicBezTo>
                    <a:pt x="133" y="221"/>
                    <a:pt x="132" y="214"/>
                    <a:pt x="128" y="208"/>
                  </a:cubicBezTo>
                  <a:cubicBezTo>
                    <a:pt x="116" y="192"/>
                    <a:pt x="103" y="162"/>
                    <a:pt x="97" y="137"/>
                  </a:cubicBezTo>
                  <a:cubicBezTo>
                    <a:pt x="88" y="96"/>
                    <a:pt x="91" y="66"/>
                    <a:pt x="106" y="46"/>
                  </a:cubicBezTo>
                  <a:cubicBezTo>
                    <a:pt x="126" y="22"/>
                    <a:pt x="160" y="22"/>
                    <a:pt x="161" y="22"/>
                  </a:cubicBezTo>
                  <a:cubicBezTo>
                    <a:pt x="161" y="22"/>
                    <a:pt x="161" y="22"/>
                    <a:pt x="162" y="22"/>
                  </a:cubicBezTo>
                  <a:cubicBezTo>
                    <a:pt x="162" y="22"/>
                    <a:pt x="162" y="22"/>
                    <a:pt x="162" y="22"/>
                  </a:cubicBezTo>
                  <a:cubicBezTo>
                    <a:pt x="162" y="22"/>
                    <a:pt x="162" y="22"/>
                    <a:pt x="162" y="22"/>
                  </a:cubicBezTo>
                  <a:cubicBezTo>
                    <a:pt x="162" y="22"/>
                    <a:pt x="197" y="22"/>
                    <a:pt x="217" y="46"/>
                  </a:cubicBezTo>
                  <a:cubicBezTo>
                    <a:pt x="232" y="66"/>
                    <a:pt x="235" y="96"/>
                    <a:pt x="226" y="137"/>
                  </a:cubicBezTo>
                  <a:cubicBezTo>
                    <a:pt x="220" y="162"/>
                    <a:pt x="207" y="192"/>
                    <a:pt x="195" y="208"/>
                  </a:cubicBezTo>
                  <a:cubicBezTo>
                    <a:pt x="191" y="214"/>
                    <a:pt x="190" y="221"/>
                    <a:pt x="192" y="229"/>
                  </a:cubicBezTo>
                  <a:cubicBezTo>
                    <a:pt x="195" y="240"/>
                    <a:pt x="206" y="250"/>
                    <a:pt x="222" y="256"/>
                  </a:cubicBezTo>
                  <a:cubicBezTo>
                    <a:pt x="229" y="259"/>
                    <a:pt x="241" y="261"/>
                    <a:pt x="254" y="263"/>
                  </a:cubicBezTo>
                  <a:cubicBezTo>
                    <a:pt x="272" y="265"/>
                    <a:pt x="296" y="269"/>
                    <a:pt x="304" y="275"/>
                  </a:cubicBezTo>
                  <a:cubicBezTo>
                    <a:pt x="306" y="277"/>
                    <a:pt x="308" y="278"/>
                    <a:pt x="311" y="278"/>
                  </a:cubicBezTo>
                  <a:cubicBezTo>
                    <a:pt x="314" y="278"/>
                    <a:pt x="317" y="277"/>
                    <a:pt x="319" y="274"/>
                  </a:cubicBezTo>
                  <a:cubicBezTo>
                    <a:pt x="323" y="270"/>
                    <a:pt x="322" y="263"/>
                    <a:pt x="318" y="259"/>
                  </a:cubicBezTo>
                  <a:close/>
                </a:path>
              </a:pathLst>
            </a:custGeom>
            <a:grpFill/>
            <a:ln>
              <a:noFill/>
            </a:ln>
            <a:extLst>
              <a:ext uri="{91240B29-F687-4f45-9708-019B960494DF}">
                <a14:hiddenLine xmlns:a14="http://schemas.microsoft.com/office/drawing/2010/main" xmlns:p159="http://schemas.microsoft.com/office/powerpoint/2015/09/main" xmlns:p15="http://schemas.microsoft.com/office/powerpoint/2012/main" xmlns:p14="http://schemas.microsoft.com/office/powerpoint/2010/main" xmlns:mc="http://schemas.openxmlformats.org/markup-compatibility/2006" xmlns:wp="http://schemas.openxmlformats.org/drawingml/2006/wordprocessingDrawing" xmlns:w="http://schemas.openxmlformats.org/wordprocessingml/2006/main" xmlns:m="http://schemas.openxmlformats.org/officeDocument/2006/math"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200"/>
            </a:p>
          </p:txBody>
        </p:sp>
      </p:grpSp>
      <p:grpSp>
        <p:nvGrpSpPr>
          <p:cNvPr id="37" name="Group 100">
            <a:extLst>
              <a:ext uri="{FF2B5EF4-FFF2-40B4-BE49-F238E27FC236}">
                <a16:creationId xmlns:a16="http://schemas.microsoft.com/office/drawing/2014/main" id="{FAB7F848-F986-4097-9BE9-8B24E25F8477}"/>
              </a:ext>
            </a:extLst>
          </p:cNvPr>
          <p:cNvGrpSpPr>
            <a:grpSpLocks noChangeAspect="1"/>
          </p:cNvGrpSpPr>
          <p:nvPr/>
        </p:nvGrpSpPr>
        <p:grpSpPr bwMode="auto">
          <a:xfrm>
            <a:off x="606993" y="1554362"/>
            <a:ext cx="495344" cy="495344"/>
            <a:chOff x="374" y="351"/>
            <a:chExt cx="340" cy="340"/>
          </a:xfrm>
          <a:solidFill>
            <a:schemeClr val="accent2"/>
          </a:solidFill>
        </p:grpSpPr>
        <p:sp>
          <p:nvSpPr>
            <p:cNvPr id="38" name="Freeform 101">
              <a:extLst>
                <a:ext uri="{FF2B5EF4-FFF2-40B4-BE49-F238E27FC236}">
                  <a16:creationId xmlns:a16="http://schemas.microsoft.com/office/drawing/2014/main" id="{35E4BF47-56B0-E968-4A7D-9B5BC47E437A}"/>
                </a:ext>
              </a:extLst>
            </p:cNvPr>
            <p:cNvSpPr>
              <a:spLocks noEditPoints="1"/>
            </p:cNvSpPr>
            <p:nvPr/>
          </p:nvSpPr>
          <p:spPr bwMode="auto">
            <a:xfrm>
              <a:off x="374" y="351"/>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39" name="Freeform 102">
              <a:extLst>
                <a:ext uri="{FF2B5EF4-FFF2-40B4-BE49-F238E27FC236}">
                  <a16:creationId xmlns:a16="http://schemas.microsoft.com/office/drawing/2014/main" id="{26C1F77E-5246-EC14-03A6-D1FCE77DCB6E}"/>
                </a:ext>
              </a:extLst>
            </p:cNvPr>
            <p:cNvSpPr>
              <a:spLocks noEditPoints="1"/>
            </p:cNvSpPr>
            <p:nvPr/>
          </p:nvSpPr>
          <p:spPr bwMode="auto">
            <a:xfrm>
              <a:off x="452" y="429"/>
              <a:ext cx="77"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0" name="Freeform 103">
              <a:extLst>
                <a:ext uri="{FF2B5EF4-FFF2-40B4-BE49-F238E27FC236}">
                  <a16:creationId xmlns:a16="http://schemas.microsoft.com/office/drawing/2014/main" id="{9F645440-0A3E-C4F9-EDA5-474DEBA75D31}"/>
                </a:ext>
              </a:extLst>
            </p:cNvPr>
            <p:cNvSpPr>
              <a:spLocks noEditPoints="1"/>
            </p:cNvSpPr>
            <p:nvPr/>
          </p:nvSpPr>
          <p:spPr bwMode="auto">
            <a:xfrm>
              <a:off x="558" y="429"/>
              <a:ext cx="78" cy="77"/>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1" name="Freeform 104">
              <a:extLst>
                <a:ext uri="{FF2B5EF4-FFF2-40B4-BE49-F238E27FC236}">
                  <a16:creationId xmlns:a16="http://schemas.microsoft.com/office/drawing/2014/main" id="{24C7E46F-A64A-D605-FB3A-7EB2AA8DE53D}"/>
                </a:ext>
              </a:extLst>
            </p:cNvPr>
            <p:cNvSpPr>
              <a:spLocks noEditPoints="1"/>
            </p:cNvSpPr>
            <p:nvPr/>
          </p:nvSpPr>
          <p:spPr bwMode="auto">
            <a:xfrm>
              <a:off x="452" y="535"/>
              <a:ext cx="77"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2" name="Freeform 105">
              <a:extLst>
                <a:ext uri="{FF2B5EF4-FFF2-40B4-BE49-F238E27FC236}">
                  <a16:creationId xmlns:a16="http://schemas.microsoft.com/office/drawing/2014/main" id="{A8EDA3FE-3E07-BCE6-C3DB-93B51B995F07}"/>
                </a:ext>
              </a:extLst>
            </p:cNvPr>
            <p:cNvSpPr>
              <a:spLocks noEditPoints="1"/>
            </p:cNvSpPr>
            <p:nvPr/>
          </p:nvSpPr>
          <p:spPr bwMode="auto">
            <a:xfrm>
              <a:off x="558" y="535"/>
              <a:ext cx="78" cy="78"/>
            </a:xfrm>
            <a:custGeom>
              <a:avLst/>
              <a:gdLst>
                <a:gd name="T0" fmla="*/ 107 w 117"/>
                <a:gd name="T1" fmla="*/ 0 h 117"/>
                <a:gd name="T2" fmla="*/ 11 w 117"/>
                <a:gd name="T3" fmla="*/ 0 h 117"/>
                <a:gd name="T4" fmla="*/ 0 w 117"/>
                <a:gd name="T5" fmla="*/ 11 h 117"/>
                <a:gd name="T6" fmla="*/ 0 w 117"/>
                <a:gd name="T7" fmla="*/ 107 h 117"/>
                <a:gd name="T8" fmla="*/ 11 w 117"/>
                <a:gd name="T9" fmla="*/ 117 h 117"/>
                <a:gd name="T10" fmla="*/ 107 w 117"/>
                <a:gd name="T11" fmla="*/ 117 h 117"/>
                <a:gd name="T12" fmla="*/ 117 w 117"/>
                <a:gd name="T13" fmla="*/ 107 h 117"/>
                <a:gd name="T14" fmla="*/ 117 w 117"/>
                <a:gd name="T15" fmla="*/ 11 h 117"/>
                <a:gd name="T16" fmla="*/ 107 w 117"/>
                <a:gd name="T17" fmla="*/ 0 h 117"/>
                <a:gd name="T18" fmla="*/ 96 w 117"/>
                <a:gd name="T19" fmla="*/ 96 h 117"/>
                <a:gd name="T20" fmla="*/ 21 w 117"/>
                <a:gd name="T21" fmla="*/ 96 h 117"/>
                <a:gd name="T22" fmla="*/ 21 w 117"/>
                <a:gd name="T23" fmla="*/ 21 h 117"/>
                <a:gd name="T24" fmla="*/ 96 w 117"/>
                <a:gd name="T25" fmla="*/ 21 h 117"/>
                <a:gd name="T26" fmla="*/ 96 w 117"/>
                <a:gd name="T27"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17">
                  <a:moveTo>
                    <a:pt x="107" y="0"/>
                  </a:moveTo>
                  <a:cubicBezTo>
                    <a:pt x="11" y="0"/>
                    <a:pt x="11" y="0"/>
                    <a:pt x="11" y="0"/>
                  </a:cubicBezTo>
                  <a:cubicBezTo>
                    <a:pt x="5" y="0"/>
                    <a:pt x="0" y="5"/>
                    <a:pt x="0" y="11"/>
                  </a:cubicBezTo>
                  <a:cubicBezTo>
                    <a:pt x="0" y="107"/>
                    <a:pt x="0" y="107"/>
                    <a:pt x="0" y="107"/>
                  </a:cubicBezTo>
                  <a:cubicBezTo>
                    <a:pt x="0" y="113"/>
                    <a:pt x="5" y="117"/>
                    <a:pt x="11" y="117"/>
                  </a:cubicBezTo>
                  <a:cubicBezTo>
                    <a:pt x="107" y="117"/>
                    <a:pt x="107" y="117"/>
                    <a:pt x="107" y="117"/>
                  </a:cubicBezTo>
                  <a:cubicBezTo>
                    <a:pt x="113" y="117"/>
                    <a:pt x="117" y="113"/>
                    <a:pt x="117" y="107"/>
                  </a:cubicBezTo>
                  <a:cubicBezTo>
                    <a:pt x="117" y="11"/>
                    <a:pt x="117" y="11"/>
                    <a:pt x="117" y="11"/>
                  </a:cubicBezTo>
                  <a:cubicBezTo>
                    <a:pt x="117" y="5"/>
                    <a:pt x="113" y="0"/>
                    <a:pt x="107" y="0"/>
                  </a:cubicBezTo>
                  <a:close/>
                  <a:moveTo>
                    <a:pt x="96" y="96"/>
                  </a:moveTo>
                  <a:cubicBezTo>
                    <a:pt x="21" y="96"/>
                    <a:pt x="21" y="96"/>
                    <a:pt x="21" y="96"/>
                  </a:cubicBezTo>
                  <a:cubicBezTo>
                    <a:pt x="21" y="21"/>
                    <a:pt x="21" y="21"/>
                    <a:pt x="21" y="21"/>
                  </a:cubicBezTo>
                  <a:cubicBezTo>
                    <a:pt x="96" y="21"/>
                    <a:pt x="96" y="21"/>
                    <a:pt x="96" y="21"/>
                  </a:cubicBezTo>
                  <a:lnTo>
                    <a:pt x="96" y="9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43" name="Group 638">
            <a:extLst>
              <a:ext uri="{FF2B5EF4-FFF2-40B4-BE49-F238E27FC236}">
                <a16:creationId xmlns:a16="http://schemas.microsoft.com/office/drawing/2014/main" id="{6807F85E-3A08-6D1F-9F1B-ADCF4DD182A8}"/>
              </a:ext>
            </a:extLst>
          </p:cNvPr>
          <p:cNvGrpSpPr>
            <a:grpSpLocks noChangeAspect="1"/>
          </p:cNvGrpSpPr>
          <p:nvPr/>
        </p:nvGrpSpPr>
        <p:grpSpPr bwMode="auto">
          <a:xfrm>
            <a:off x="618594" y="2332321"/>
            <a:ext cx="496104" cy="494651"/>
            <a:chOff x="1900" y="2357"/>
            <a:chExt cx="341" cy="340"/>
          </a:xfrm>
          <a:solidFill>
            <a:schemeClr val="accent2"/>
          </a:solidFill>
        </p:grpSpPr>
        <p:sp>
          <p:nvSpPr>
            <p:cNvPr id="44" name="Freeform 639">
              <a:extLst>
                <a:ext uri="{FF2B5EF4-FFF2-40B4-BE49-F238E27FC236}">
                  <a16:creationId xmlns:a16="http://schemas.microsoft.com/office/drawing/2014/main" id="{145FDCFC-BA2C-35BE-46B0-A98085D2B90D}"/>
                </a:ext>
              </a:extLst>
            </p:cNvPr>
            <p:cNvSpPr>
              <a:spLocks/>
            </p:cNvSpPr>
            <p:nvPr/>
          </p:nvSpPr>
          <p:spPr bwMode="auto">
            <a:xfrm>
              <a:off x="1964" y="2419"/>
              <a:ext cx="213" cy="214"/>
            </a:xfrm>
            <a:custGeom>
              <a:avLst/>
              <a:gdLst>
                <a:gd name="T0" fmla="*/ 234 w 320"/>
                <a:gd name="T1" fmla="*/ 303 h 322"/>
                <a:gd name="T2" fmla="*/ 213 w 320"/>
                <a:gd name="T3" fmla="*/ 322 h 322"/>
                <a:gd name="T4" fmla="*/ 199 w 320"/>
                <a:gd name="T5" fmla="*/ 317 h 322"/>
                <a:gd name="T6" fmla="*/ 160 w 320"/>
                <a:gd name="T7" fmla="*/ 322 h 322"/>
                <a:gd name="T8" fmla="*/ 0 w 320"/>
                <a:gd name="T9" fmla="*/ 162 h 322"/>
                <a:gd name="T10" fmla="*/ 11 w 320"/>
                <a:gd name="T11" fmla="*/ 102 h 322"/>
                <a:gd name="T12" fmla="*/ 34 w 320"/>
                <a:gd name="T13" fmla="*/ 63 h 322"/>
                <a:gd name="T14" fmla="*/ 49 w 320"/>
                <a:gd name="T15" fmla="*/ 61 h 322"/>
                <a:gd name="T16" fmla="*/ 51 w 320"/>
                <a:gd name="T17" fmla="*/ 76 h 322"/>
                <a:gd name="T18" fmla="*/ 31 w 320"/>
                <a:gd name="T19" fmla="*/ 110 h 322"/>
                <a:gd name="T20" fmla="*/ 21 w 320"/>
                <a:gd name="T21" fmla="*/ 162 h 322"/>
                <a:gd name="T22" fmla="*/ 160 w 320"/>
                <a:gd name="T23" fmla="*/ 300 h 322"/>
                <a:gd name="T24" fmla="*/ 192 w 320"/>
                <a:gd name="T25" fmla="*/ 296 h 322"/>
                <a:gd name="T26" fmla="*/ 213 w 320"/>
                <a:gd name="T27" fmla="*/ 279 h 322"/>
                <a:gd name="T28" fmla="*/ 226 w 320"/>
                <a:gd name="T29" fmla="*/ 283 h 322"/>
                <a:gd name="T30" fmla="*/ 298 w 320"/>
                <a:gd name="T31" fmla="*/ 162 h 322"/>
                <a:gd name="T32" fmla="*/ 249 w 320"/>
                <a:gd name="T33" fmla="*/ 56 h 322"/>
                <a:gd name="T34" fmla="*/ 230 w 320"/>
                <a:gd name="T35" fmla="*/ 82 h 322"/>
                <a:gd name="T36" fmla="*/ 266 w 320"/>
                <a:gd name="T37" fmla="*/ 162 h 322"/>
                <a:gd name="T38" fmla="*/ 160 w 320"/>
                <a:gd name="T39" fmla="*/ 268 h 322"/>
                <a:gd name="T40" fmla="*/ 55 w 320"/>
                <a:gd name="T41" fmla="*/ 181 h 322"/>
                <a:gd name="T42" fmla="*/ 42 w 320"/>
                <a:gd name="T43" fmla="*/ 162 h 322"/>
                <a:gd name="T44" fmla="*/ 55 w 320"/>
                <a:gd name="T45" fmla="*/ 142 h 322"/>
                <a:gd name="T46" fmla="*/ 59 w 320"/>
                <a:gd name="T47" fmla="*/ 126 h 322"/>
                <a:gd name="T48" fmla="*/ 73 w 320"/>
                <a:gd name="T49" fmla="*/ 120 h 322"/>
                <a:gd name="T50" fmla="*/ 79 w 320"/>
                <a:gd name="T51" fmla="*/ 133 h 322"/>
                <a:gd name="T52" fmla="*/ 76 w 320"/>
                <a:gd name="T53" fmla="*/ 144 h 322"/>
                <a:gd name="T54" fmla="*/ 85 w 320"/>
                <a:gd name="T55" fmla="*/ 162 h 322"/>
                <a:gd name="T56" fmla="*/ 76 w 320"/>
                <a:gd name="T57" fmla="*/ 179 h 322"/>
                <a:gd name="T58" fmla="*/ 160 w 320"/>
                <a:gd name="T59" fmla="*/ 247 h 322"/>
                <a:gd name="T60" fmla="*/ 245 w 320"/>
                <a:gd name="T61" fmla="*/ 162 h 322"/>
                <a:gd name="T62" fmla="*/ 217 w 320"/>
                <a:gd name="T63" fmla="*/ 99 h 322"/>
                <a:gd name="T64" fmla="*/ 199 w 320"/>
                <a:gd name="T65" fmla="*/ 125 h 322"/>
                <a:gd name="T66" fmla="*/ 213 w 320"/>
                <a:gd name="T67" fmla="*/ 162 h 322"/>
                <a:gd name="T68" fmla="*/ 160 w 320"/>
                <a:gd name="T69" fmla="*/ 215 h 322"/>
                <a:gd name="T70" fmla="*/ 106 w 320"/>
                <a:gd name="T71" fmla="*/ 162 h 322"/>
                <a:gd name="T72" fmla="*/ 133 w 320"/>
                <a:gd name="T73" fmla="*/ 115 h 322"/>
                <a:gd name="T74" fmla="*/ 148 w 320"/>
                <a:gd name="T75" fmla="*/ 119 h 322"/>
                <a:gd name="T76" fmla="*/ 144 w 320"/>
                <a:gd name="T77" fmla="*/ 134 h 322"/>
                <a:gd name="T78" fmla="*/ 128 w 320"/>
                <a:gd name="T79" fmla="*/ 162 h 322"/>
                <a:gd name="T80" fmla="*/ 160 w 320"/>
                <a:gd name="T81" fmla="*/ 194 h 322"/>
                <a:gd name="T82" fmla="*/ 192 w 320"/>
                <a:gd name="T83" fmla="*/ 162 h 322"/>
                <a:gd name="T84" fmla="*/ 186 w 320"/>
                <a:gd name="T85" fmla="*/ 143 h 322"/>
                <a:gd name="T86" fmla="*/ 168 w 320"/>
                <a:gd name="T87" fmla="*/ 168 h 322"/>
                <a:gd name="T88" fmla="*/ 160 w 320"/>
                <a:gd name="T89" fmla="*/ 172 h 322"/>
                <a:gd name="T90" fmla="*/ 153 w 320"/>
                <a:gd name="T91" fmla="*/ 170 h 322"/>
                <a:gd name="T92" fmla="*/ 151 w 320"/>
                <a:gd name="T93" fmla="*/ 155 h 322"/>
                <a:gd name="T94" fmla="*/ 258 w 320"/>
                <a:gd name="T95" fmla="*/ 6 h 322"/>
                <a:gd name="T96" fmla="*/ 273 w 320"/>
                <a:gd name="T97" fmla="*/ 4 h 322"/>
                <a:gd name="T98" fmla="*/ 275 w 320"/>
                <a:gd name="T99" fmla="*/ 19 h 322"/>
                <a:gd name="T100" fmla="*/ 261 w 320"/>
                <a:gd name="T101" fmla="*/ 38 h 322"/>
                <a:gd name="T102" fmla="*/ 320 w 320"/>
                <a:gd name="T103" fmla="*/ 162 h 322"/>
                <a:gd name="T104" fmla="*/ 234 w 320"/>
                <a:gd name="T105" fmla="*/ 30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0" h="322">
                  <a:moveTo>
                    <a:pt x="234" y="303"/>
                  </a:moveTo>
                  <a:cubicBezTo>
                    <a:pt x="233" y="314"/>
                    <a:pt x="224" y="322"/>
                    <a:pt x="213" y="322"/>
                  </a:cubicBezTo>
                  <a:cubicBezTo>
                    <a:pt x="208" y="322"/>
                    <a:pt x="203" y="320"/>
                    <a:pt x="199" y="317"/>
                  </a:cubicBezTo>
                  <a:cubicBezTo>
                    <a:pt x="187" y="320"/>
                    <a:pt x="173" y="322"/>
                    <a:pt x="160" y="322"/>
                  </a:cubicBezTo>
                  <a:cubicBezTo>
                    <a:pt x="71" y="322"/>
                    <a:pt x="0" y="250"/>
                    <a:pt x="0" y="162"/>
                  </a:cubicBezTo>
                  <a:cubicBezTo>
                    <a:pt x="0" y="141"/>
                    <a:pt x="4" y="121"/>
                    <a:pt x="11" y="102"/>
                  </a:cubicBezTo>
                  <a:cubicBezTo>
                    <a:pt x="17" y="88"/>
                    <a:pt x="24" y="75"/>
                    <a:pt x="34" y="63"/>
                  </a:cubicBezTo>
                  <a:cubicBezTo>
                    <a:pt x="38" y="58"/>
                    <a:pt x="44" y="57"/>
                    <a:pt x="49" y="61"/>
                  </a:cubicBezTo>
                  <a:cubicBezTo>
                    <a:pt x="54" y="65"/>
                    <a:pt x="54" y="71"/>
                    <a:pt x="51" y="76"/>
                  </a:cubicBezTo>
                  <a:cubicBezTo>
                    <a:pt x="42" y="86"/>
                    <a:pt x="36" y="98"/>
                    <a:pt x="31" y="110"/>
                  </a:cubicBezTo>
                  <a:cubicBezTo>
                    <a:pt x="24" y="126"/>
                    <a:pt x="21" y="144"/>
                    <a:pt x="21" y="162"/>
                  </a:cubicBezTo>
                  <a:cubicBezTo>
                    <a:pt x="21" y="238"/>
                    <a:pt x="83" y="300"/>
                    <a:pt x="160" y="300"/>
                  </a:cubicBezTo>
                  <a:cubicBezTo>
                    <a:pt x="171" y="300"/>
                    <a:pt x="182" y="299"/>
                    <a:pt x="192" y="296"/>
                  </a:cubicBezTo>
                  <a:cubicBezTo>
                    <a:pt x="194" y="286"/>
                    <a:pt x="203" y="279"/>
                    <a:pt x="213" y="279"/>
                  </a:cubicBezTo>
                  <a:cubicBezTo>
                    <a:pt x="218" y="279"/>
                    <a:pt x="222" y="281"/>
                    <a:pt x="226" y="283"/>
                  </a:cubicBezTo>
                  <a:cubicBezTo>
                    <a:pt x="269" y="260"/>
                    <a:pt x="298" y="214"/>
                    <a:pt x="298" y="162"/>
                  </a:cubicBezTo>
                  <a:cubicBezTo>
                    <a:pt x="298" y="120"/>
                    <a:pt x="280" y="82"/>
                    <a:pt x="249" y="56"/>
                  </a:cubicBezTo>
                  <a:cubicBezTo>
                    <a:pt x="230" y="82"/>
                    <a:pt x="230" y="82"/>
                    <a:pt x="230" y="82"/>
                  </a:cubicBezTo>
                  <a:cubicBezTo>
                    <a:pt x="253" y="102"/>
                    <a:pt x="266" y="131"/>
                    <a:pt x="266" y="162"/>
                  </a:cubicBezTo>
                  <a:cubicBezTo>
                    <a:pt x="266" y="220"/>
                    <a:pt x="218" y="268"/>
                    <a:pt x="160" y="268"/>
                  </a:cubicBezTo>
                  <a:cubicBezTo>
                    <a:pt x="107" y="268"/>
                    <a:pt x="64" y="231"/>
                    <a:pt x="55" y="181"/>
                  </a:cubicBezTo>
                  <a:cubicBezTo>
                    <a:pt x="47" y="178"/>
                    <a:pt x="42" y="170"/>
                    <a:pt x="42" y="162"/>
                  </a:cubicBezTo>
                  <a:cubicBezTo>
                    <a:pt x="42" y="153"/>
                    <a:pt x="47" y="146"/>
                    <a:pt x="55" y="142"/>
                  </a:cubicBezTo>
                  <a:cubicBezTo>
                    <a:pt x="56" y="137"/>
                    <a:pt x="57" y="131"/>
                    <a:pt x="59" y="126"/>
                  </a:cubicBezTo>
                  <a:cubicBezTo>
                    <a:pt x="61" y="121"/>
                    <a:pt x="67" y="118"/>
                    <a:pt x="73" y="120"/>
                  </a:cubicBezTo>
                  <a:cubicBezTo>
                    <a:pt x="78" y="122"/>
                    <a:pt x="81" y="128"/>
                    <a:pt x="79" y="133"/>
                  </a:cubicBezTo>
                  <a:cubicBezTo>
                    <a:pt x="78" y="137"/>
                    <a:pt x="77" y="141"/>
                    <a:pt x="76" y="144"/>
                  </a:cubicBezTo>
                  <a:cubicBezTo>
                    <a:pt x="81" y="148"/>
                    <a:pt x="85" y="155"/>
                    <a:pt x="85" y="162"/>
                  </a:cubicBezTo>
                  <a:cubicBezTo>
                    <a:pt x="85" y="169"/>
                    <a:pt x="81" y="175"/>
                    <a:pt x="76" y="179"/>
                  </a:cubicBezTo>
                  <a:cubicBezTo>
                    <a:pt x="84" y="218"/>
                    <a:pt x="119" y="247"/>
                    <a:pt x="160" y="247"/>
                  </a:cubicBezTo>
                  <a:cubicBezTo>
                    <a:pt x="207" y="247"/>
                    <a:pt x="245" y="209"/>
                    <a:pt x="245" y="162"/>
                  </a:cubicBezTo>
                  <a:cubicBezTo>
                    <a:pt x="245" y="138"/>
                    <a:pt x="235" y="115"/>
                    <a:pt x="217" y="99"/>
                  </a:cubicBezTo>
                  <a:cubicBezTo>
                    <a:pt x="199" y="125"/>
                    <a:pt x="199" y="125"/>
                    <a:pt x="199" y="125"/>
                  </a:cubicBezTo>
                  <a:cubicBezTo>
                    <a:pt x="208" y="135"/>
                    <a:pt x="213" y="148"/>
                    <a:pt x="213" y="162"/>
                  </a:cubicBezTo>
                  <a:cubicBezTo>
                    <a:pt x="213" y="191"/>
                    <a:pt x="189" y="215"/>
                    <a:pt x="160" y="215"/>
                  </a:cubicBezTo>
                  <a:cubicBezTo>
                    <a:pt x="130" y="215"/>
                    <a:pt x="106" y="191"/>
                    <a:pt x="106" y="162"/>
                  </a:cubicBezTo>
                  <a:cubicBezTo>
                    <a:pt x="106" y="143"/>
                    <a:pt x="117" y="125"/>
                    <a:pt x="133" y="115"/>
                  </a:cubicBezTo>
                  <a:cubicBezTo>
                    <a:pt x="138" y="113"/>
                    <a:pt x="145" y="114"/>
                    <a:pt x="148" y="119"/>
                  </a:cubicBezTo>
                  <a:cubicBezTo>
                    <a:pt x="151" y="124"/>
                    <a:pt x="149" y="131"/>
                    <a:pt x="144" y="134"/>
                  </a:cubicBezTo>
                  <a:cubicBezTo>
                    <a:pt x="134" y="140"/>
                    <a:pt x="128" y="150"/>
                    <a:pt x="128" y="162"/>
                  </a:cubicBezTo>
                  <a:cubicBezTo>
                    <a:pt x="128" y="179"/>
                    <a:pt x="142" y="194"/>
                    <a:pt x="160" y="194"/>
                  </a:cubicBezTo>
                  <a:cubicBezTo>
                    <a:pt x="177" y="194"/>
                    <a:pt x="192" y="179"/>
                    <a:pt x="192" y="162"/>
                  </a:cubicBezTo>
                  <a:cubicBezTo>
                    <a:pt x="192" y="155"/>
                    <a:pt x="190" y="149"/>
                    <a:pt x="186" y="143"/>
                  </a:cubicBezTo>
                  <a:cubicBezTo>
                    <a:pt x="168" y="168"/>
                    <a:pt x="168" y="168"/>
                    <a:pt x="168" y="168"/>
                  </a:cubicBezTo>
                  <a:cubicBezTo>
                    <a:pt x="166" y="171"/>
                    <a:pt x="163" y="172"/>
                    <a:pt x="160" y="172"/>
                  </a:cubicBezTo>
                  <a:cubicBezTo>
                    <a:pt x="158" y="172"/>
                    <a:pt x="155" y="172"/>
                    <a:pt x="153" y="170"/>
                  </a:cubicBezTo>
                  <a:cubicBezTo>
                    <a:pt x="149" y="167"/>
                    <a:pt x="148" y="160"/>
                    <a:pt x="151" y="155"/>
                  </a:cubicBezTo>
                  <a:cubicBezTo>
                    <a:pt x="258" y="6"/>
                    <a:pt x="258" y="6"/>
                    <a:pt x="258" y="6"/>
                  </a:cubicBezTo>
                  <a:cubicBezTo>
                    <a:pt x="261" y="1"/>
                    <a:pt x="268" y="0"/>
                    <a:pt x="273" y="4"/>
                  </a:cubicBezTo>
                  <a:cubicBezTo>
                    <a:pt x="277" y="7"/>
                    <a:pt x="278" y="14"/>
                    <a:pt x="275" y="19"/>
                  </a:cubicBezTo>
                  <a:cubicBezTo>
                    <a:pt x="261" y="38"/>
                    <a:pt x="261" y="38"/>
                    <a:pt x="261" y="38"/>
                  </a:cubicBezTo>
                  <a:cubicBezTo>
                    <a:pt x="298" y="69"/>
                    <a:pt x="320" y="113"/>
                    <a:pt x="320" y="162"/>
                  </a:cubicBezTo>
                  <a:cubicBezTo>
                    <a:pt x="320" y="223"/>
                    <a:pt x="285" y="276"/>
                    <a:pt x="234" y="3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5" name="Freeform 640">
              <a:extLst>
                <a:ext uri="{FF2B5EF4-FFF2-40B4-BE49-F238E27FC236}">
                  <a16:creationId xmlns:a16="http://schemas.microsoft.com/office/drawing/2014/main" id="{8E57AC82-EEDB-BF74-AE54-5CAD44F6D792}"/>
                </a:ext>
              </a:extLst>
            </p:cNvPr>
            <p:cNvSpPr>
              <a:spLocks noEditPoints="1"/>
            </p:cNvSpPr>
            <p:nvPr/>
          </p:nvSpPr>
          <p:spPr bwMode="auto">
            <a:xfrm>
              <a:off x="1900" y="2357"/>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46" name="Group 387">
            <a:extLst>
              <a:ext uri="{FF2B5EF4-FFF2-40B4-BE49-F238E27FC236}">
                <a16:creationId xmlns:a16="http://schemas.microsoft.com/office/drawing/2014/main" id="{4091BFDE-CEB5-361A-7EF6-46DC485D1F18}"/>
              </a:ext>
            </a:extLst>
          </p:cNvPr>
          <p:cNvGrpSpPr>
            <a:grpSpLocks noChangeAspect="1"/>
          </p:cNvGrpSpPr>
          <p:nvPr/>
        </p:nvGrpSpPr>
        <p:grpSpPr bwMode="auto">
          <a:xfrm>
            <a:off x="619002" y="3193661"/>
            <a:ext cx="495673" cy="495674"/>
            <a:chOff x="7354" y="1520"/>
            <a:chExt cx="340" cy="340"/>
          </a:xfrm>
          <a:solidFill>
            <a:schemeClr val="accent2"/>
          </a:solidFill>
        </p:grpSpPr>
        <p:sp>
          <p:nvSpPr>
            <p:cNvPr id="47" name="Freeform 388">
              <a:extLst>
                <a:ext uri="{FF2B5EF4-FFF2-40B4-BE49-F238E27FC236}">
                  <a16:creationId xmlns:a16="http://schemas.microsoft.com/office/drawing/2014/main" id="{52FDC678-568F-B881-EC50-A01A67D27129}"/>
                </a:ext>
              </a:extLst>
            </p:cNvPr>
            <p:cNvSpPr>
              <a:spLocks noEditPoints="1"/>
            </p:cNvSpPr>
            <p:nvPr/>
          </p:nvSpPr>
          <p:spPr bwMode="auto">
            <a:xfrm>
              <a:off x="7418" y="1619"/>
              <a:ext cx="212" cy="141"/>
            </a:xfrm>
            <a:custGeom>
              <a:avLst/>
              <a:gdLst>
                <a:gd name="T0" fmla="*/ 64 w 320"/>
                <a:gd name="T1" fmla="*/ 0 h 213"/>
                <a:gd name="T2" fmla="*/ 10 w 320"/>
                <a:gd name="T3" fmla="*/ 0 h 213"/>
                <a:gd name="T4" fmla="*/ 0 w 320"/>
                <a:gd name="T5" fmla="*/ 11 h 213"/>
                <a:gd name="T6" fmla="*/ 0 w 320"/>
                <a:gd name="T7" fmla="*/ 64 h 213"/>
                <a:gd name="T8" fmla="*/ 10 w 320"/>
                <a:gd name="T9" fmla="*/ 75 h 213"/>
                <a:gd name="T10" fmla="*/ 64 w 320"/>
                <a:gd name="T11" fmla="*/ 75 h 213"/>
                <a:gd name="T12" fmla="*/ 74 w 320"/>
                <a:gd name="T13" fmla="*/ 64 h 213"/>
                <a:gd name="T14" fmla="*/ 74 w 320"/>
                <a:gd name="T15" fmla="*/ 11 h 213"/>
                <a:gd name="T16" fmla="*/ 64 w 320"/>
                <a:gd name="T17" fmla="*/ 0 h 213"/>
                <a:gd name="T18" fmla="*/ 53 w 320"/>
                <a:gd name="T19" fmla="*/ 53 h 213"/>
                <a:gd name="T20" fmla="*/ 21 w 320"/>
                <a:gd name="T21" fmla="*/ 53 h 213"/>
                <a:gd name="T22" fmla="*/ 21 w 320"/>
                <a:gd name="T23" fmla="*/ 21 h 213"/>
                <a:gd name="T24" fmla="*/ 53 w 320"/>
                <a:gd name="T25" fmla="*/ 21 h 213"/>
                <a:gd name="T26" fmla="*/ 53 w 320"/>
                <a:gd name="T27" fmla="*/ 53 h 213"/>
                <a:gd name="T28" fmla="*/ 117 w 320"/>
                <a:gd name="T29" fmla="*/ 11 h 213"/>
                <a:gd name="T30" fmla="*/ 128 w 320"/>
                <a:gd name="T31" fmla="*/ 0 h 213"/>
                <a:gd name="T32" fmla="*/ 309 w 320"/>
                <a:gd name="T33" fmla="*/ 0 h 213"/>
                <a:gd name="T34" fmla="*/ 320 w 320"/>
                <a:gd name="T35" fmla="*/ 11 h 213"/>
                <a:gd name="T36" fmla="*/ 309 w 320"/>
                <a:gd name="T37" fmla="*/ 21 h 213"/>
                <a:gd name="T38" fmla="*/ 128 w 320"/>
                <a:gd name="T39" fmla="*/ 21 h 213"/>
                <a:gd name="T40" fmla="*/ 117 w 320"/>
                <a:gd name="T41" fmla="*/ 11 h 213"/>
                <a:gd name="T42" fmla="*/ 320 w 320"/>
                <a:gd name="T43" fmla="*/ 64 h 213"/>
                <a:gd name="T44" fmla="*/ 309 w 320"/>
                <a:gd name="T45" fmla="*/ 75 h 213"/>
                <a:gd name="T46" fmla="*/ 128 w 320"/>
                <a:gd name="T47" fmla="*/ 75 h 213"/>
                <a:gd name="T48" fmla="*/ 117 w 320"/>
                <a:gd name="T49" fmla="*/ 64 h 213"/>
                <a:gd name="T50" fmla="*/ 128 w 320"/>
                <a:gd name="T51" fmla="*/ 53 h 213"/>
                <a:gd name="T52" fmla="*/ 309 w 320"/>
                <a:gd name="T53" fmla="*/ 53 h 213"/>
                <a:gd name="T54" fmla="*/ 320 w 320"/>
                <a:gd name="T55" fmla="*/ 64 h 213"/>
                <a:gd name="T56" fmla="*/ 64 w 320"/>
                <a:gd name="T57" fmla="*/ 139 h 213"/>
                <a:gd name="T58" fmla="*/ 10 w 320"/>
                <a:gd name="T59" fmla="*/ 139 h 213"/>
                <a:gd name="T60" fmla="*/ 0 w 320"/>
                <a:gd name="T61" fmla="*/ 149 h 213"/>
                <a:gd name="T62" fmla="*/ 0 w 320"/>
                <a:gd name="T63" fmla="*/ 203 h 213"/>
                <a:gd name="T64" fmla="*/ 10 w 320"/>
                <a:gd name="T65" fmla="*/ 213 h 213"/>
                <a:gd name="T66" fmla="*/ 64 w 320"/>
                <a:gd name="T67" fmla="*/ 213 h 213"/>
                <a:gd name="T68" fmla="*/ 74 w 320"/>
                <a:gd name="T69" fmla="*/ 203 h 213"/>
                <a:gd name="T70" fmla="*/ 74 w 320"/>
                <a:gd name="T71" fmla="*/ 149 h 213"/>
                <a:gd name="T72" fmla="*/ 64 w 320"/>
                <a:gd name="T73" fmla="*/ 139 h 213"/>
                <a:gd name="T74" fmla="*/ 53 w 320"/>
                <a:gd name="T75" fmla="*/ 192 h 213"/>
                <a:gd name="T76" fmla="*/ 21 w 320"/>
                <a:gd name="T77" fmla="*/ 192 h 213"/>
                <a:gd name="T78" fmla="*/ 21 w 320"/>
                <a:gd name="T79" fmla="*/ 160 h 213"/>
                <a:gd name="T80" fmla="*/ 53 w 320"/>
                <a:gd name="T81" fmla="*/ 160 h 213"/>
                <a:gd name="T82" fmla="*/ 53 w 320"/>
                <a:gd name="T83" fmla="*/ 192 h 213"/>
                <a:gd name="T84" fmla="*/ 320 w 320"/>
                <a:gd name="T85" fmla="*/ 149 h 213"/>
                <a:gd name="T86" fmla="*/ 309 w 320"/>
                <a:gd name="T87" fmla="*/ 160 h 213"/>
                <a:gd name="T88" fmla="*/ 128 w 320"/>
                <a:gd name="T89" fmla="*/ 160 h 213"/>
                <a:gd name="T90" fmla="*/ 117 w 320"/>
                <a:gd name="T91" fmla="*/ 149 h 213"/>
                <a:gd name="T92" fmla="*/ 128 w 320"/>
                <a:gd name="T93" fmla="*/ 139 h 213"/>
                <a:gd name="T94" fmla="*/ 309 w 320"/>
                <a:gd name="T95" fmla="*/ 139 h 213"/>
                <a:gd name="T96" fmla="*/ 320 w 320"/>
                <a:gd name="T97" fmla="*/ 149 h 213"/>
                <a:gd name="T98" fmla="*/ 320 w 320"/>
                <a:gd name="T99" fmla="*/ 203 h 213"/>
                <a:gd name="T100" fmla="*/ 309 w 320"/>
                <a:gd name="T101" fmla="*/ 213 h 213"/>
                <a:gd name="T102" fmla="*/ 128 w 320"/>
                <a:gd name="T103" fmla="*/ 213 h 213"/>
                <a:gd name="T104" fmla="*/ 117 w 320"/>
                <a:gd name="T105" fmla="*/ 203 h 213"/>
                <a:gd name="T106" fmla="*/ 128 w 320"/>
                <a:gd name="T107" fmla="*/ 192 h 213"/>
                <a:gd name="T108" fmla="*/ 309 w 320"/>
                <a:gd name="T109" fmla="*/ 192 h 213"/>
                <a:gd name="T110" fmla="*/ 320 w 320"/>
                <a:gd name="T111" fmla="*/ 20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13">
                  <a:moveTo>
                    <a:pt x="64" y="0"/>
                  </a:moveTo>
                  <a:cubicBezTo>
                    <a:pt x="10" y="0"/>
                    <a:pt x="10" y="0"/>
                    <a:pt x="10" y="0"/>
                  </a:cubicBezTo>
                  <a:cubicBezTo>
                    <a:pt x="4" y="0"/>
                    <a:pt x="0" y="5"/>
                    <a:pt x="0" y="11"/>
                  </a:cubicBezTo>
                  <a:cubicBezTo>
                    <a:pt x="0" y="64"/>
                    <a:pt x="0" y="64"/>
                    <a:pt x="0" y="64"/>
                  </a:cubicBezTo>
                  <a:cubicBezTo>
                    <a:pt x="0" y="70"/>
                    <a:pt x="4" y="75"/>
                    <a:pt x="10" y="75"/>
                  </a:cubicBezTo>
                  <a:cubicBezTo>
                    <a:pt x="64" y="75"/>
                    <a:pt x="64" y="75"/>
                    <a:pt x="64" y="75"/>
                  </a:cubicBezTo>
                  <a:cubicBezTo>
                    <a:pt x="70" y="75"/>
                    <a:pt x="74" y="70"/>
                    <a:pt x="74" y="64"/>
                  </a:cubicBezTo>
                  <a:cubicBezTo>
                    <a:pt x="74" y="11"/>
                    <a:pt x="74" y="11"/>
                    <a:pt x="74" y="11"/>
                  </a:cubicBezTo>
                  <a:cubicBezTo>
                    <a:pt x="74" y="5"/>
                    <a:pt x="70" y="0"/>
                    <a:pt x="64" y="0"/>
                  </a:cubicBezTo>
                  <a:close/>
                  <a:moveTo>
                    <a:pt x="53" y="53"/>
                  </a:moveTo>
                  <a:cubicBezTo>
                    <a:pt x="21" y="53"/>
                    <a:pt x="21" y="53"/>
                    <a:pt x="21" y="53"/>
                  </a:cubicBezTo>
                  <a:cubicBezTo>
                    <a:pt x="21" y="21"/>
                    <a:pt x="21" y="21"/>
                    <a:pt x="21" y="21"/>
                  </a:cubicBezTo>
                  <a:cubicBezTo>
                    <a:pt x="53" y="21"/>
                    <a:pt x="53" y="21"/>
                    <a:pt x="53" y="21"/>
                  </a:cubicBezTo>
                  <a:lnTo>
                    <a:pt x="53" y="53"/>
                  </a:lnTo>
                  <a:close/>
                  <a:moveTo>
                    <a:pt x="117" y="11"/>
                  </a:moveTo>
                  <a:cubicBezTo>
                    <a:pt x="117" y="5"/>
                    <a:pt x="122" y="0"/>
                    <a:pt x="128" y="0"/>
                  </a:cubicBezTo>
                  <a:cubicBezTo>
                    <a:pt x="309" y="0"/>
                    <a:pt x="309" y="0"/>
                    <a:pt x="309" y="0"/>
                  </a:cubicBezTo>
                  <a:cubicBezTo>
                    <a:pt x="315" y="0"/>
                    <a:pt x="320" y="5"/>
                    <a:pt x="320" y="11"/>
                  </a:cubicBezTo>
                  <a:cubicBezTo>
                    <a:pt x="320" y="17"/>
                    <a:pt x="315" y="21"/>
                    <a:pt x="309" y="21"/>
                  </a:cubicBezTo>
                  <a:cubicBezTo>
                    <a:pt x="128" y="21"/>
                    <a:pt x="128" y="21"/>
                    <a:pt x="128" y="21"/>
                  </a:cubicBezTo>
                  <a:cubicBezTo>
                    <a:pt x="122" y="21"/>
                    <a:pt x="117" y="17"/>
                    <a:pt x="117" y="11"/>
                  </a:cubicBezTo>
                  <a:close/>
                  <a:moveTo>
                    <a:pt x="320" y="64"/>
                  </a:moveTo>
                  <a:cubicBezTo>
                    <a:pt x="320" y="70"/>
                    <a:pt x="315" y="75"/>
                    <a:pt x="309" y="75"/>
                  </a:cubicBezTo>
                  <a:cubicBezTo>
                    <a:pt x="128" y="75"/>
                    <a:pt x="128" y="75"/>
                    <a:pt x="128" y="75"/>
                  </a:cubicBezTo>
                  <a:cubicBezTo>
                    <a:pt x="122" y="75"/>
                    <a:pt x="117" y="70"/>
                    <a:pt x="117" y="64"/>
                  </a:cubicBezTo>
                  <a:cubicBezTo>
                    <a:pt x="117" y="58"/>
                    <a:pt x="122" y="53"/>
                    <a:pt x="128" y="53"/>
                  </a:cubicBezTo>
                  <a:cubicBezTo>
                    <a:pt x="309" y="53"/>
                    <a:pt x="309" y="53"/>
                    <a:pt x="309" y="53"/>
                  </a:cubicBezTo>
                  <a:cubicBezTo>
                    <a:pt x="315" y="53"/>
                    <a:pt x="320" y="58"/>
                    <a:pt x="320" y="64"/>
                  </a:cubicBezTo>
                  <a:close/>
                  <a:moveTo>
                    <a:pt x="64" y="139"/>
                  </a:moveTo>
                  <a:cubicBezTo>
                    <a:pt x="10" y="139"/>
                    <a:pt x="10" y="139"/>
                    <a:pt x="10" y="139"/>
                  </a:cubicBezTo>
                  <a:cubicBezTo>
                    <a:pt x="4" y="139"/>
                    <a:pt x="0" y="143"/>
                    <a:pt x="0" y="149"/>
                  </a:cubicBezTo>
                  <a:cubicBezTo>
                    <a:pt x="0" y="203"/>
                    <a:pt x="0" y="203"/>
                    <a:pt x="0" y="203"/>
                  </a:cubicBezTo>
                  <a:cubicBezTo>
                    <a:pt x="0" y="209"/>
                    <a:pt x="4" y="213"/>
                    <a:pt x="10" y="213"/>
                  </a:cubicBezTo>
                  <a:cubicBezTo>
                    <a:pt x="64" y="213"/>
                    <a:pt x="64" y="213"/>
                    <a:pt x="64" y="213"/>
                  </a:cubicBezTo>
                  <a:cubicBezTo>
                    <a:pt x="70" y="213"/>
                    <a:pt x="74" y="209"/>
                    <a:pt x="74" y="203"/>
                  </a:cubicBezTo>
                  <a:cubicBezTo>
                    <a:pt x="74" y="149"/>
                    <a:pt x="74" y="149"/>
                    <a:pt x="74" y="149"/>
                  </a:cubicBezTo>
                  <a:cubicBezTo>
                    <a:pt x="74" y="143"/>
                    <a:pt x="70" y="139"/>
                    <a:pt x="64" y="139"/>
                  </a:cubicBezTo>
                  <a:close/>
                  <a:moveTo>
                    <a:pt x="53" y="192"/>
                  </a:moveTo>
                  <a:cubicBezTo>
                    <a:pt x="21" y="192"/>
                    <a:pt x="21" y="192"/>
                    <a:pt x="21" y="192"/>
                  </a:cubicBezTo>
                  <a:cubicBezTo>
                    <a:pt x="21" y="160"/>
                    <a:pt x="21" y="160"/>
                    <a:pt x="21" y="160"/>
                  </a:cubicBezTo>
                  <a:cubicBezTo>
                    <a:pt x="53" y="160"/>
                    <a:pt x="53" y="160"/>
                    <a:pt x="53" y="160"/>
                  </a:cubicBezTo>
                  <a:lnTo>
                    <a:pt x="53" y="192"/>
                  </a:lnTo>
                  <a:close/>
                  <a:moveTo>
                    <a:pt x="320" y="149"/>
                  </a:moveTo>
                  <a:cubicBezTo>
                    <a:pt x="320" y="155"/>
                    <a:pt x="315" y="160"/>
                    <a:pt x="309" y="160"/>
                  </a:cubicBezTo>
                  <a:cubicBezTo>
                    <a:pt x="128" y="160"/>
                    <a:pt x="128" y="160"/>
                    <a:pt x="128" y="160"/>
                  </a:cubicBezTo>
                  <a:cubicBezTo>
                    <a:pt x="122" y="160"/>
                    <a:pt x="117" y="155"/>
                    <a:pt x="117" y="149"/>
                  </a:cubicBezTo>
                  <a:cubicBezTo>
                    <a:pt x="117" y="143"/>
                    <a:pt x="122" y="139"/>
                    <a:pt x="128" y="139"/>
                  </a:cubicBezTo>
                  <a:cubicBezTo>
                    <a:pt x="309" y="139"/>
                    <a:pt x="309" y="139"/>
                    <a:pt x="309" y="139"/>
                  </a:cubicBezTo>
                  <a:cubicBezTo>
                    <a:pt x="315" y="139"/>
                    <a:pt x="320" y="143"/>
                    <a:pt x="320" y="149"/>
                  </a:cubicBezTo>
                  <a:close/>
                  <a:moveTo>
                    <a:pt x="320" y="203"/>
                  </a:moveTo>
                  <a:cubicBezTo>
                    <a:pt x="320" y="209"/>
                    <a:pt x="315" y="213"/>
                    <a:pt x="309" y="213"/>
                  </a:cubicBezTo>
                  <a:cubicBezTo>
                    <a:pt x="128" y="213"/>
                    <a:pt x="128" y="213"/>
                    <a:pt x="128" y="213"/>
                  </a:cubicBezTo>
                  <a:cubicBezTo>
                    <a:pt x="122" y="213"/>
                    <a:pt x="117" y="209"/>
                    <a:pt x="117" y="203"/>
                  </a:cubicBezTo>
                  <a:cubicBezTo>
                    <a:pt x="117" y="197"/>
                    <a:pt x="122" y="192"/>
                    <a:pt x="128" y="192"/>
                  </a:cubicBezTo>
                  <a:cubicBezTo>
                    <a:pt x="309" y="192"/>
                    <a:pt x="309" y="192"/>
                    <a:pt x="309" y="192"/>
                  </a:cubicBezTo>
                  <a:cubicBezTo>
                    <a:pt x="315" y="192"/>
                    <a:pt x="320" y="197"/>
                    <a:pt x="320" y="20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48" name="Freeform 389">
              <a:extLst>
                <a:ext uri="{FF2B5EF4-FFF2-40B4-BE49-F238E27FC236}">
                  <a16:creationId xmlns:a16="http://schemas.microsoft.com/office/drawing/2014/main" id="{E7DC956C-E497-2498-61DA-D21E93CAEF62}"/>
                </a:ext>
              </a:extLst>
            </p:cNvPr>
            <p:cNvSpPr>
              <a:spLocks noEditPoints="1"/>
            </p:cNvSpPr>
            <p:nvPr/>
          </p:nvSpPr>
          <p:spPr bwMode="auto">
            <a:xfrm>
              <a:off x="7354" y="152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49" name="Group 127">
            <a:extLst>
              <a:ext uri="{FF2B5EF4-FFF2-40B4-BE49-F238E27FC236}">
                <a16:creationId xmlns:a16="http://schemas.microsoft.com/office/drawing/2014/main" id="{C610247B-F497-5622-576B-51C6D4A57A70}"/>
              </a:ext>
            </a:extLst>
          </p:cNvPr>
          <p:cNvGrpSpPr>
            <a:grpSpLocks noChangeAspect="1"/>
          </p:cNvGrpSpPr>
          <p:nvPr/>
        </p:nvGrpSpPr>
        <p:grpSpPr bwMode="auto">
          <a:xfrm>
            <a:off x="606993" y="3929903"/>
            <a:ext cx="494650" cy="494650"/>
            <a:chOff x="5048" y="380"/>
            <a:chExt cx="340" cy="340"/>
          </a:xfrm>
          <a:solidFill>
            <a:schemeClr val="accent2"/>
          </a:solidFill>
        </p:grpSpPr>
        <p:sp>
          <p:nvSpPr>
            <p:cNvPr id="50" name="Freeform 128">
              <a:extLst>
                <a:ext uri="{FF2B5EF4-FFF2-40B4-BE49-F238E27FC236}">
                  <a16:creationId xmlns:a16="http://schemas.microsoft.com/office/drawing/2014/main" id="{509E888D-B79E-D617-6823-4DF500C4EBF0}"/>
                </a:ext>
              </a:extLst>
            </p:cNvPr>
            <p:cNvSpPr>
              <a:spLocks noEditPoints="1"/>
            </p:cNvSpPr>
            <p:nvPr/>
          </p:nvSpPr>
          <p:spPr bwMode="auto">
            <a:xfrm>
              <a:off x="5048" y="38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1" name="Freeform 129">
              <a:extLst>
                <a:ext uri="{FF2B5EF4-FFF2-40B4-BE49-F238E27FC236}">
                  <a16:creationId xmlns:a16="http://schemas.microsoft.com/office/drawing/2014/main" id="{06E71B4D-0D46-7567-7FEC-2351B4CC5991}"/>
                </a:ext>
              </a:extLst>
            </p:cNvPr>
            <p:cNvSpPr>
              <a:spLocks noEditPoints="1"/>
            </p:cNvSpPr>
            <p:nvPr/>
          </p:nvSpPr>
          <p:spPr bwMode="auto">
            <a:xfrm>
              <a:off x="5156" y="472"/>
              <a:ext cx="150" cy="156"/>
            </a:xfrm>
            <a:custGeom>
              <a:avLst/>
              <a:gdLst>
                <a:gd name="T0" fmla="*/ 74 w 226"/>
                <a:gd name="T1" fmla="*/ 189 h 235"/>
                <a:gd name="T2" fmla="*/ 74 w 226"/>
                <a:gd name="T3" fmla="*/ 204 h 235"/>
                <a:gd name="T4" fmla="*/ 47 w 226"/>
                <a:gd name="T5" fmla="*/ 232 h 235"/>
                <a:gd name="T6" fmla="*/ 43 w 226"/>
                <a:gd name="T7" fmla="*/ 234 h 235"/>
                <a:gd name="T8" fmla="*/ 39 w 226"/>
                <a:gd name="T9" fmla="*/ 235 h 235"/>
                <a:gd name="T10" fmla="*/ 35 w 226"/>
                <a:gd name="T11" fmla="*/ 234 h 235"/>
                <a:gd name="T12" fmla="*/ 32 w 226"/>
                <a:gd name="T13" fmla="*/ 232 h 235"/>
                <a:gd name="T14" fmla="*/ 4 w 226"/>
                <a:gd name="T15" fmla="*/ 204 h 235"/>
                <a:gd name="T16" fmla="*/ 4 w 226"/>
                <a:gd name="T17" fmla="*/ 189 h 235"/>
                <a:gd name="T18" fmla="*/ 19 w 226"/>
                <a:gd name="T19" fmla="*/ 189 h 235"/>
                <a:gd name="T20" fmla="*/ 29 w 226"/>
                <a:gd name="T21" fmla="*/ 199 h 235"/>
                <a:gd name="T22" fmla="*/ 29 w 226"/>
                <a:gd name="T23" fmla="*/ 11 h 235"/>
                <a:gd name="T24" fmla="*/ 39 w 226"/>
                <a:gd name="T25" fmla="*/ 0 h 235"/>
                <a:gd name="T26" fmla="*/ 50 w 226"/>
                <a:gd name="T27" fmla="*/ 11 h 235"/>
                <a:gd name="T28" fmla="*/ 50 w 226"/>
                <a:gd name="T29" fmla="*/ 199 h 235"/>
                <a:gd name="T30" fmla="*/ 59 w 226"/>
                <a:gd name="T31" fmla="*/ 189 h 235"/>
                <a:gd name="T32" fmla="*/ 74 w 226"/>
                <a:gd name="T33" fmla="*/ 189 h 235"/>
                <a:gd name="T34" fmla="*/ 215 w 226"/>
                <a:gd name="T35" fmla="*/ 214 h 235"/>
                <a:gd name="T36" fmla="*/ 103 w 226"/>
                <a:gd name="T37" fmla="*/ 214 h 235"/>
                <a:gd name="T38" fmla="*/ 93 w 226"/>
                <a:gd name="T39" fmla="*/ 224 h 235"/>
                <a:gd name="T40" fmla="*/ 103 w 226"/>
                <a:gd name="T41" fmla="*/ 235 h 235"/>
                <a:gd name="T42" fmla="*/ 215 w 226"/>
                <a:gd name="T43" fmla="*/ 235 h 235"/>
                <a:gd name="T44" fmla="*/ 226 w 226"/>
                <a:gd name="T45" fmla="*/ 224 h 235"/>
                <a:gd name="T46" fmla="*/ 215 w 226"/>
                <a:gd name="T47" fmla="*/ 214 h 235"/>
                <a:gd name="T48" fmla="*/ 103 w 226"/>
                <a:gd name="T49" fmla="*/ 192 h 235"/>
                <a:gd name="T50" fmla="*/ 199 w 226"/>
                <a:gd name="T51" fmla="*/ 192 h 235"/>
                <a:gd name="T52" fmla="*/ 210 w 226"/>
                <a:gd name="T53" fmla="*/ 182 h 235"/>
                <a:gd name="T54" fmla="*/ 199 w 226"/>
                <a:gd name="T55" fmla="*/ 171 h 235"/>
                <a:gd name="T56" fmla="*/ 103 w 226"/>
                <a:gd name="T57" fmla="*/ 171 h 235"/>
                <a:gd name="T58" fmla="*/ 93 w 226"/>
                <a:gd name="T59" fmla="*/ 182 h 235"/>
                <a:gd name="T60" fmla="*/ 103 w 226"/>
                <a:gd name="T61" fmla="*/ 192 h 235"/>
                <a:gd name="T62" fmla="*/ 103 w 226"/>
                <a:gd name="T63" fmla="*/ 150 h 235"/>
                <a:gd name="T64" fmla="*/ 178 w 226"/>
                <a:gd name="T65" fmla="*/ 150 h 235"/>
                <a:gd name="T66" fmla="*/ 189 w 226"/>
                <a:gd name="T67" fmla="*/ 139 h 235"/>
                <a:gd name="T68" fmla="*/ 178 w 226"/>
                <a:gd name="T69" fmla="*/ 128 h 235"/>
                <a:gd name="T70" fmla="*/ 103 w 226"/>
                <a:gd name="T71" fmla="*/ 128 h 235"/>
                <a:gd name="T72" fmla="*/ 93 w 226"/>
                <a:gd name="T73" fmla="*/ 139 h 235"/>
                <a:gd name="T74" fmla="*/ 103 w 226"/>
                <a:gd name="T75" fmla="*/ 150 h 235"/>
                <a:gd name="T76" fmla="*/ 103 w 226"/>
                <a:gd name="T77" fmla="*/ 107 h 235"/>
                <a:gd name="T78" fmla="*/ 157 w 226"/>
                <a:gd name="T79" fmla="*/ 107 h 235"/>
                <a:gd name="T80" fmla="*/ 167 w 226"/>
                <a:gd name="T81" fmla="*/ 96 h 235"/>
                <a:gd name="T82" fmla="*/ 157 w 226"/>
                <a:gd name="T83" fmla="*/ 86 h 235"/>
                <a:gd name="T84" fmla="*/ 103 w 226"/>
                <a:gd name="T85" fmla="*/ 86 h 235"/>
                <a:gd name="T86" fmla="*/ 93 w 226"/>
                <a:gd name="T87" fmla="*/ 96 h 235"/>
                <a:gd name="T88" fmla="*/ 103 w 226"/>
                <a:gd name="T89" fmla="*/ 107 h 235"/>
                <a:gd name="T90" fmla="*/ 103 w 226"/>
                <a:gd name="T91" fmla="*/ 64 h 235"/>
                <a:gd name="T92" fmla="*/ 135 w 226"/>
                <a:gd name="T93" fmla="*/ 64 h 235"/>
                <a:gd name="T94" fmla="*/ 146 w 226"/>
                <a:gd name="T95" fmla="*/ 54 h 235"/>
                <a:gd name="T96" fmla="*/ 135 w 226"/>
                <a:gd name="T97" fmla="*/ 43 h 235"/>
                <a:gd name="T98" fmla="*/ 103 w 226"/>
                <a:gd name="T99" fmla="*/ 43 h 235"/>
                <a:gd name="T100" fmla="*/ 93 w 226"/>
                <a:gd name="T101" fmla="*/ 54 h 235"/>
                <a:gd name="T102" fmla="*/ 103 w 226"/>
                <a:gd name="T103" fmla="*/ 64 h 235"/>
                <a:gd name="T104" fmla="*/ 103 w 226"/>
                <a:gd name="T105" fmla="*/ 22 h 235"/>
                <a:gd name="T106" fmla="*/ 114 w 226"/>
                <a:gd name="T107" fmla="*/ 22 h 235"/>
                <a:gd name="T108" fmla="*/ 125 w 226"/>
                <a:gd name="T109" fmla="*/ 11 h 235"/>
                <a:gd name="T110" fmla="*/ 114 w 226"/>
                <a:gd name="T111" fmla="*/ 0 h 235"/>
                <a:gd name="T112" fmla="*/ 103 w 226"/>
                <a:gd name="T113" fmla="*/ 0 h 235"/>
                <a:gd name="T114" fmla="*/ 93 w 226"/>
                <a:gd name="T115" fmla="*/ 11 h 235"/>
                <a:gd name="T116" fmla="*/ 103 w 226"/>
                <a:gd name="T117" fmla="*/ 2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35">
                  <a:moveTo>
                    <a:pt x="74" y="189"/>
                  </a:moveTo>
                  <a:cubicBezTo>
                    <a:pt x="79" y="193"/>
                    <a:pt x="79" y="200"/>
                    <a:pt x="74" y="204"/>
                  </a:cubicBezTo>
                  <a:cubicBezTo>
                    <a:pt x="47" y="232"/>
                    <a:pt x="47" y="232"/>
                    <a:pt x="47" y="232"/>
                  </a:cubicBezTo>
                  <a:cubicBezTo>
                    <a:pt x="46" y="233"/>
                    <a:pt x="45" y="234"/>
                    <a:pt x="43" y="234"/>
                  </a:cubicBezTo>
                  <a:cubicBezTo>
                    <a:pt x="42" y="235"/>
                    <a:pt x="41" y="235"/>
                    <a:pt x="39" y="235"/>
                  </a:cubicBezTo>
                  <a:cubicBezTo>
                    <a:pt x="38" y="235"/>
                    <a:pt x="37" y="235"/>
                    <a:pt x="35" y="234"/>
                  </a:cubicBezTo>
                  <a:cubicBezTo>
                    <a:pt x="34" y="234"/>
                    <a:pt x="33" y="233"/>
                    <a:pt x="32" y="232"/>
                  </a:cubicBezTo>
                  <a:cubicBezTo>
                    <a:pt x="4" y="204"/>
                    <a:pt x="4" y="204"/>
                    <a:pt x="4" y="204"/>
                  </a:cubicBezTo>
                  <a:cubicBezTo>
                    <a:pt x="0" y="200"/>
                    <a:pt x="0" y="193"/>
                    <a:pt x="4" y="189"/>
                  </a:cubicBezTo>
                  <a:cubicBezTo>
                    <a:pt x="8" y="185"/>
                    <a:pt x="15" y="185"/>
                    <a:pt x="19" y="189"/>
                  </a:cubicBezTo>
                  <a:cubicBezTo>
                    <a:pt x="29" y="199"/>
                    <a:pt x="29" y="199"/>
                    <a:pt x="29" y="199"/>
                  </a:cubicBezTo>
                  <a:cubicBezTo>
                    <a:pt x="29" y="11"/>
                    <a:pt x="29" y="11"/>
                    <a:pt x="29" y="11"/>
                  </a:cubicBezTo>
                  <a:cubicBezTo>
                    <a:pt x="29" y="5"/>
                    <a:pt x="33" y="0"/>
                    <a:pt x="39" y="0"/>
                  </a:cubicBezTo>
                  <a:cubicBezTo>
                    <a:pt x="45" y="0"/>
                    <a:pt x="50" y="5"/>
                    <a:pt x="50" y="11"/>
                  </a:cubicBezTo>
                  <a:cubicBezTo>
                    <a:pt x="50" y="199"/>
                    <a:pt x="50" y="199"/>
                    <a:pt x="50" y="199"/>
                  </a:cubicBezTo>
                  <a:cubicBezTo>
                    <a:pt x="59" y="189"/>
                    <a:pt x="59" y="189"/>
                    <a:pt x="59" y="189"/>
                  </a:cubicBezTo>
                  <a:cubicBezTo>
                    <a:pt x="64" y="185"/>
                    <a:pt x="70" y="185"/>
                    <a:pt x="74" y="189"/>
                  </a:cubicBezTo>
                  <a:close/>
                  <a:moveTo>
                    <a:pt x="215" y="214"/>
                  </a:moveTo>
                  <a:cubicBezTo>
                    <a:pt x="103" y="214"/>
                    <a:pt x="103" y="214"/>
                    <a:pt x="103" y="214"/>
                  </a:cubicBezTo>
                  <a:cubicBezTo>
                    <a:pt x="97" y="214"/>
                    <a:pt x="93" y="218"/>
                    <a:pt x="93" y="224"/>
                  </a:cubicBezTo>
                  <a:cubicBezTo>
                    <a:pt x="93" y="230"/>
                    <a:pt x="97" y="235"/>
                    <a:pt x="103" y="235"/>
                  </a:cubicBezTo>
                  <a:cubicBezTo>
                    <a:pt x="215" y="235"/>
                    <a:pt x="215" y="235"/>
                    <a:pt x="215" y="235"/>
                  </a:cubicBezTo>
                  <a:cubicBezTo>
                    <a:pt x="221" y="235"/>
                    <a:pt x="226" y="230"/>
                    <a:pt x="226" y="224"/>
                  </a:cubicBezTo>
                  <a:cubicBezTo>
                    <a:pt x="226" y="218"/>
                    <a:pt x="221" y="214"/>
                    <a:pt x="215" y="214"/>
                  </a:cubicBezTo>
                  <a:close/>
                  <a:moveTo>
                    <a:pt x="103" y="192"/>
                  </a:moveTo>
                  <a:cubicBezTo>
                    <a:pt x="199" y="192"/>
                    <a:pt x="199" y="192"/>
                    <a:pt x="199" y="192"/>
                  </a:cubicBezTo>
                  <a:cubicBezTo>
                    <a:pt x="205" y="192"/>
                    <a:pt x="210" y="188"/>
                    <a:pt x="210" y="182"/>
                  </a:cubicBezTo>
                  <a:cubicBezTo>
                    <a:pt x="210" y="176"/>
                    <a:pt x="205" y="171"/>
                    <a:pt x="199" y="171"/>
                  </a:cubicBezTo>
                  <a:cubicBezTo>
                    <a:pt x="103" y="171"/>
                    <a:pt x="103" y="171"/>
                    <a:pt x="103" y="171"/>
                  </a:cubicBezTo>
                  <a:cubicBezTo>
                    <a:pt x="97" y="171"/>
                    <a:pt x="93" y="176"/>
                    <a:pt x="93" y="182"/>
                  </a:cubicBezTo>
                  <a:cubicBezTo>
                    <a:pt x="93" y="188"/>
                    <a:pt x="97" y="192"/>
                    <a:pt x="103" y="192"/>
                  </a:cubicBezTo>
                  <a:close/>
                  <a:moveTo>
                    <a:pt x="103" y="150"/>
                  </a:moveTo>
                  <a:cubicBezTo>
                    <a:pt x="178" y="150"/>
                    <a:pt x="178" y="150"/>
                    <a:pt x="178" y="150"/>
                  </a:cubicBezTo>
                  <a:cubicBezTo>
                    <a:pt x="184" y="150"/>
                    <a:pt x="189" y="145"/>
                    <a:pt x="189" y="139"/>
                  </a:cubicBezTo>
                  <a:cubicBezTo>
                    <a:pt x="189" y="133"/>
                    <a:pt x="184" y="128"/>
                    <a:pt x="178" y="128"/>
                  </a:cubicBezTo>
                  <a:cubicBezTo>
                    <a:pt x="103" y="128"/>
                    <a:pt x="103" y="128"/>
                    <a:pt x="103" y="128"/>
                  </a:cubicBezTo>
                  <a:cubicBezTo>
                    <a:pt x="97" y="128"/>
                    <a:pt x="93" y="133"/>
                    <a:pt x="93" y="139"/>
                  </a:cubicBezTo>
                  <a:cubicBezTo>
                    <a:pt x="93" y="145"/>
                    <a:pt x="97" y="150"/>
                    <a:pt x="103" y="150"/>
                  </a:cubicBezTo>
                  <a:close/>
                  <a:moveTo>
                    <a:pt x="103" y="107"/>
                  </a:moveTo>
                  <a:cubicBezTo>
                    <a:pt x="157" y="107"/>
                    <a:pt x="157" y="107"/>
                    <a:pt x="157" y="107"/>
                  </a:cubicBezTo>
                  <a:cubicBezTo>
                    <a:pt x="163" y="107"/>
                    <a:pt x="167" y="102"/>
                    <a:pt x="167" y="96"/>
                  </a:cubicBezTo>
                  <a:cubicBezTo>
                    <a:pt x="167" y="90"/>
                    <a:pt x="163" y="86"/>
                    <a:pt x="157" y="86"/>
                  </a:cubicBezTo>
                  <a:cubicBezTo>
                    <a:pt x="103" y="86"/>
                    <a:pt x="103" y="86"/>
                    <a:pt x="103" y="86"/>
                  </a:cubicBezTo>
                  <a:cubicBezTo>
                    <a:pt x="97" y="86"/>
                    <a:pt x="93" y="90"/>
                    <a:pt x="93" y="96"/>
                  </a:cubicBezTo>
                  <a:cubicBezTo>
                    <a:pt x="93" y="102"/>
                    <a:pt x="97" y="107"/>
                    <a:pt x="103" y="107"/>
                  </a:cubicBezTo>
                  <a:close/>
                  <a:moveTo>
                    <a:pt x="103" y="64"/>
                  </a:moveTo>
                  <a:cubicBezTo>
                    <a:pt x="135" y="64"/>
                    <a:pt x="135" y="64"/>
                    <a:pt x="135" y="64"/>
                  </a:cubicBezTo>
                  <a:cubicBezTo>
                    <a:pt x="141" y="64"/>
                    <a:pt x="146" y="60"/>
                    <a:pt x="146" y="54"/>
                  </a:cubicBezTo>
                  <a:cubicBezTo>
                    <a:pt x="146" y="48"/>
                    <a:pt x="141" y="43"/>
                    <a:pt x="135" y="43"/>
                  </a:cubicBezTo>
                  <a:cubicBezTo>
                    <a:pt x="103" y="43"/>
                    <a:pt x="103" y="43"/>
                    <a:pt x="103" y="43"/>
                  </a:cubicBezTo>
                  <a:cubicBezTo>
                    <a:pt x="97" y="43"/>
                    <a:pt x="93" y="48"/>
                    <a:pt x="93" y="54"/>
                  </a:cubicBezTo>
                  <a:cubicBezTo>
                    <a:pt x="93" y="60"/>
                    <a:pt x="97" y="64"/>
                    <a:pt x="103" y="64"/>
                  </a:cubicBezTo>
                  <a:close/>
                  <a:moveTo>
                    <a:pt x="103" y="22"/>
                  </a:moveTo>
                  <a:cubicBezTo>
                    <a:pt x="114" y="22"/>
                    <a:pt x="114" y="22"/>
                    <a:pt x="114" y="22"/>
                  </a:cubicBezTo>
                  <a:cubicBezTo>
                    <a:pt x="120" y="22"/>
                    <a:pt x="125" y="17"/>
                    <a:pt x="125" y="11"/>
                  </a:cubicBezTo>
                  <a:cubicBezTo>
                    <a:pt x="125" y="5"/>
                    <a:pt x="120" y="0"/>
                    <a:pt x="114" y="0"/>
                  </a:cubicBezTo>
                  <a:cubicBezTo>
                    <a:pt x="103" y="0"/>
                    <a:pt x="103" y="0"/>
                    <a:pt x="103" y="0"/>
                  </a:cubicBezTo>
                  <a:cubicBezTo>
                    <a:pt x="97" y="0"/>
                    <a:pt x="93" y="5"/>
                    <a:pt x="93" y="11"/>
                  </a:cubicBezTo>
                  <a:cubicBezTo>
                    <a:pt x="93" y="17"/>
                    <a:pt x="97" y="22"/>
                    <a:pt x="103"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52" name="Freeform 607">
            <a:extLst>
              <a:ext uri="{FF2B5EF4-FFF2-40B4-BE49-F238E27FC236}">
                <a16:creationId xmlns:a16="http://schemas.microsoft.com/office/drawing/2014/main" id="{2B7F1B97-3AED-D1AF-B72B-7D74F06C9BA0}"/>
              </a:ext>
            </a:extLst>
          </p:cNvPr>
          <p:cNvSpPr>
            <a:spLocks noChangeAspect="1" noEditPoints="1"/>
          </p:cNvSpPr>
          <p:nvPr/>
        </p:nvSpPr>
        <p:spPr bwMode="auto">
          <a:xfrm>
            <a:off x="590432" y="4686146"/>
            <a:ext cx="494650" cy="49465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 name="T20" fmla="*/ 405 w 512"/>
              <a:gd name="T21" fmla="*/ 170 h 512"/>
              <a:gd name="T22" fmla="*/ 106 w 512"/>
              <a:gd name="T23" fmla="*/ 170 h 512"/>
              <a:gd name="T24" fmla="*/ 96 w 512"/>
              <a:gd name="T25" fmla="*/ 160 h 512"/>
              <a:gd name="T26" fmla="*/ 106 w 512"/>
              <a:gd name="T27" fmla="*/ 149 h 512"/>
              <a:gd name="T28" fmla="*/ 405 w 512"/>
              <a:gd name="T29" fmla="*/ 149 h 512"/>
              <a:gd name="T30" fmla="*/ 416 w 512"/>
              <a:gd name="T31" fmla="*/ 160 h 512"/>
              <a:gd name="T32" fmla="*/ 405 w 512"/>
              <a:gd name="T33" fmla="*/ 170 h 512"/>
              <a:gd name="T34" fmla="*/ 416 w 512"/>
              <a:gd name="T35" fmla="*/ 224 h 512"/>
              <a:gd name="T36" fmla="*/ 405 w 512"/>
              <a:gd name="T37" fmla="*/ 213 h 512"/>
              <a:gd name="T38" fmla="*/ 106 w 512"/>
              <a:gd name="T39" fmla="*/ 213 h 512"/>
              <a:gd name="T40" fmla="*/ 96 w 512"/>
              <a:gd name="T41" fmla="*/ 224 h 512"/>
              <a:gd name="T42" fmla="*/ 106 w 512"/>
              <a:gd name="T43" fmla="*/ 234 h 512"/>
              <a:gd name="T44" fmla="*/ 405 w 512"/>
              <a:gd name="T45" fmla="*/ 234 h 512"/>
              <a:gd name="T46" fmla="*/ 416 w 512"/>
              <a:gd name="T47" fmla="*/ 224 h 512"/>
              <a:gd name="T48" fmla="*/ 416 w 512"/>
              <a:gd name="T49" fmla="*/ 288 h 512"/>
              <a:gd name="T50" fmla="*/ 405 w 512"/>
              <a:gd name="T51" fmla="*/ 277 h 512"/>
              <a:gd name="T52" fmla="*/ 106 w 512"/>
              <a:gd name="T53" fmla="*/ 277 h 512"/>
              <a:gd name="T54" fmla="*/ 96 w 512"/>
              <a:gd name="T55" fmla="*/ 288 h 512"/>
              <a:gd name="T56" fmla="*/ 106 w 512"/>
              <a:gd name="T57" fmla="*/ 298 h 512"/>
              <a:gd name="T58" fmla="*/ 405 w 512"/>
              <a:gd name="T59" fmla="*/ 298 h 512"/>
              <a:gd name="T60" fmla="*/ 416 w 512"/>
              <a:gd name="T61" fmla="*/ 288 h 512"/>
              <a:gd name="T62" fmla="*/ 416 w 512"/>
              <a:gd name="T63" fmla="*/ 352 h 512"/>
              <a:gd name="T64" fmla="*/ 405 w 512"/>
              <a:gd name="T65" fmla="*/ 341 h 512"/>
              <a:gd name="T66" fmla="*/ 106 w 512"/>
              <a:gd name="T67" fmla="*/ 341 h 512"/>
              <a:gd name="T68" fmla="*/ 96 w 512"/>
              <a:gd name="T69" fmla="*/ 352 h 512"/>
              <a:gd name="T70" fmla="*/ 106 w 512"/>
              <a:gd name="T71" fmla="*/ 362 h 512"/>
              <a:gd name="T72" fmla="*/ 405 w 512"/>
              <a:gd name="T73" fmla="*/ 362 h 512"/>
              <a:gd name="T74" fmla="*/ 416 w 512"/>
              <a:gd name="T75" fmla="*/ 35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5" y="170"/>
                </a:moveTo>
                <a:cubicBezTo>
                  <a:pt x="106" y="170"/>
                  <a:pt x="106" y="170"/>
                  <a:pt x="106" y="170"/>
                </a:cubicBezTo>
                <a:cubicBezTo>
                  <a:pt x="100" y="170"/>
                  <a:pt x="96" y="166"/>
                  <a:pt x="96" y="160"/>
                </a:cubicBezTo>
                <a:cubicBezTo>
                  <a:pt x="96" y="154"/>
                  <a:pt x="100" y="149"/>
                  <a:pt x="106" y="149"/>
                </a:cubicBezTo>
                <a:cubicBezTo>
                  <a:pt x="405" y="149"/>
                  <a:pt x="405" y="149"/>
                  <a:pt x="405" y="149"/>
                </a:cubicBezTo>
                <a:cubicBezTo>
                  <a:pt x="411" y="149"/>
                  <a:pt x="416" y="154"/>
                  <a:pt x="416" y="160"/>
                </a:cubicBezTo>
                <a:cubicBezTo>
                  <a:pt x="416" y="166"/>
                  <a:pt x="411" y="170"/>
                  <a:pt x="405" y="170"/>
                </a:cubicBezTo>
                <a:close/>
                <a:moveTo>
                  <a:pt x="416" y="224"/>
                </a:moveTo>
                <a:cubicBezTo>
                  <a:pt x="416" y="218"/>
                  <a:pt x="411" y="213"/>
                  <a:pt x="405" y="213"/>
                </a:cubicBezTo>
                <a:cubicBezTo>
                  <a:pt x="106" y="213"/>
                  <a:pt x="106" y="213"/>
                  <a:pt x="106" y="213"/>
                </a:cubicBezTo>
                <a:cubicBezTo>
                  <a:pt x="100" y="213"/>
                  <a:pt x="96" y="218"/>
                  <a:pt x="96" y="224"/>
                </a:cubicBezTo>
                <a:cubicBezTo>
                  <a:pt x="96" y="230"/>
                  <a:pt x="100" y="234"/>
                  <a:pt x="106" y="234"/>
                </a:cubicBezTo>
                <a:cubicBezTo>
                  <a:pt x="405" y="234"/>
                  <a:pt x="405" y="234"/>
                  <a:pt x="405" y="234"/>
                </a:cubicBezTo>
                <a:cubicBezTo>
                  <a:pt x="411" y="234"/>
                  <a:pt x="416" y="230"/>
                  <a:pt x="416" y="224"/>
                </a:cubicBezTo>
                <a:close/>
                <a:moveTo>
                  <a:pt x="416" y="288"/>
                </a:moveTo>
                <a:cubicBezTo>
                  <a:pt x="416" y="282"/>
                  <a:pt x="411" y="277"/>
                  <a:pt x="405" y="277"/>
                </a:cubicBezTo>
                <a:cubicBezTo>
                  <a:pt x="106" y="277"/>
                  <a:pt x="106" y="277"/>
                  <a:pt x="106" y="277"/>
                </a:cubicBezTo>
                <a:cubicBezTo>
                  <a:pt x="100" y="277"/>
                  <a:pt x="96" y="282"/>
                  <a:pt x="96" y="288"/>
                </a:cubicBezTo>
                <a:cubicBezTo>
                  <a:pt x="96" y="294"/>
                  <a:pt x="100" y="298"/>
                  <a:pt x="106" y="298"/>
                </a:cubicBezTo>
                <a:cubicBezTo>
                  <a:pt x="405" y="298"/>
                  <a:pt x="405" y="298"/>
                  <a:pt x="405" y="298"/>
                </a:cubicBezTo>
                <a:cubicBezTo>
                  <a:pt x="411" y="298"/>
                  <a:pt x="416" y="294"/>
                  <a:pt x="416" y="288"/>
                </a:cubicBezTo>
                <a:close/>
                <a:moveTo>
                  <a:pt x="416" y="352"/>
                </a:moveTo>
                <a:cubicBezTo>
                  <a:pt x="416" y="346"/>
                  <a:pt x="411" y="341"/>
                  <a:pt x="405" y="341"/>
                </a:cubicBezTo>
                <a:cubicBezTo>
                  <a:pt x="106" y="341"/>
                  <a:pt x="106" y="341"/>
                  <a:pt x="106" y="341"/>
                </a:cubicBezTo>
                <a:cubicBezTo>
                  <a:pt x="100" y="341"/>
                  <a:pt x="96" y="346"/>
                  <a:pt x="96" y="352"/>
                </a:cubicBezTo>
                <a:cubicBezTo>
                  <a:pt x="96" y="358"/>
                  <a:pt x="100" y="362"/>
                  <a:pt x="106" y="362"/>
                </a:cubicBezTo>
                <a:cubicBezTo>
                  <a:pt x="405" y="362"/>
                  <a:pt x="405" y="362"/>
                  <a:pt x="405" y="362"/>
                </a:cubicBezTo>
                <a:cubicBezTo>
                  <a:pt x="411" y="362"/>
                  <a:pt x="416" y="358"/>
                  <a:pt x="416" y="35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dirty="0"/>
          </a:p>
        </p:txBody>
      </p:sp>
      <p:grpSp>
        <p:nvGrpSpPr>
          <p:cNvPr id="53" name="Group 192">
            <a:extLst>
              <a:ext uri="{FF2B5EF4-FFF2-40B4-BE49-F238E27FC236}">
                <a16:creationId xmlns:a16="http://schemas.microsoft.com/office/drawing/2014/main" id="{D5BAAC0E-6162-73DE-60A2-6B307C6DDB56}"/>
              </a:ext>
            </a:extLst>
          </p:cNvPr>
          <p:cNvGrpSpPr>
            <a:grpSpLocks noChangeAspect="1"/>
          </p:cNvGrpSpPr>
          <p:nvPr/>
        </p:nvGrpSpPr>
        <p:grpSpPr bwMode="auto">
          <a:xfrm>
            <a:off x="622824" y="5610555"/>
            <a:ext cx="491874" cy="491874"/>
            <a:chOff x="378" y="713"/>
            <a:chExt cx="340" cy="340"/>
          </a:xfrm>
          <a:solidFill>
            <a:schemeClr val="accent2"/>
          </a:solidFill>
        </p:grpSpPr>
        <p:sp>
          <p:nvSpPr>
            <p:cNvPr id="54" name="Freeform 193">
              <a:extLst>
                <a:ext uri="{FF2B5EF4-FFF2-40B4-BE49-F238E27FC236}">
                  <a16:creationId xmlns:a16="http://schemas.microsoft.com/office/drawing/2014/main" id="{4BBBE7BD-F4A7-AD2C-FA92-2BB82778C06B}"/>
                </a:ext>
              </a:extLst>
            </p:cNvPr>
            <p:cNvSpPr>
              <a:spLocks noEditPoints="1"/>
            </p:cNvSpPr>
            <p:nvPr/>
          </p:nvSpPr>
          <p:spPr bwMode="auto">
            <a:xfrm>
              <a:off x="378" y="713"/>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55" name="Freeform 194">
              <a:extLst>
                <a:ext uri="{FF2B5EF4-FFF2-40B4-BE49-F238E27FC236}">
                  <a16:creationId xmlns:a16="http://schemas.microsoft.com/office/drawing/2014/main" id="{16DC9996-C21B-F237-BF4F-98D99D608FEE}"/>
                </a:ext>
              </a:extLst>
            </p:cNvPr>
            <p:cNvSpPr>
              <a:spLocks noEditPoints="1"/>
            </p:cNvSpPr>
            <p:nvPr/>
          </p:nvSpPr>
          <p:spPr bwMode="auto">
            <a:xfrm>
              <a:off x="442" y="812"/>
              <a:ext cx="212" cy="157"/>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56" name="Rectangle 55">
            <a:extLst>
              <a:ext uri="{FF2B5EF4-FFF2-40B4-BE49-F238E27FC236}">
                <a16:creationId xmlns:a16="http://schemas.microsoft.com/office/drawing/2014/main" id="{F2C77E1F-4227-7F0C-2163-64539B6DB0E1}"/>
              </a:ext>
            </a:extLst>
          </p:cNvPr>
          <p:cNvSpPr/>
          <p:nvPr/>
        </p:nvSpPr>
        <p:spPr bwMode="gray">
          <a:xfrm>
            <a:off x="2205601" y="911493"/>
            <a:ext cx="2210422" cy="456068"/>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t>AWS Capabilities</a:t>
            </a:r>
          </a:p>
        </p:txBody>
      </p:sp>
      <p:sp>
        <p:nvSpPr>
          <p:cNvPr id="57" name="Rectangle 56">
            <a:extLst>
              <a:ext uri="{FF2B5EF4-FFF2-40B4-BE49-F238E27FC236}">
                <a16:creationId xmlns:a16="http://schemas.microsoft.com/office/drawing/2014/main" id="{F8D52892-871A-4899-476C-B14E488795A4}"/>
              </a:ext>
            </a:extLst>
          </p:cNvPr>
          <p:cNvSpPr/>
          <p:nvPr/>
        </p:nvSpPr>
        <p:spPr bwMode="gray">
          <a:xfrm>
            <a:off x="8070682" y="910135"/>
            <a:ext cx="2210422" cy="456068"/>
          </a:xfrm>
          <a:prstGeom prst="rect">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t>Oracle Capabilities</a:t>
            </a:r>
          </a:p>
        </p:txBody>
      </p:sp>
      <p:sp>
        <p:nvSpPr>
          <p:cNvPr id="4" name="Rectangle 24">
            <a:extLst>
              <a:ext uri="{FF2B5EF4-FFF2-40B4-BE49-F238E27FC236}">
                <a16:creationId xmlns:a16="http://schemas.microsoft.com/office/drawing/2014/main" id="{D69B2481-3EE5-42B4-9C18-76ECA2A36A0F}"/>
              </a:ext>
            </a:extLst>
          </p:cNvPr>
          <p:cNvSpPr/>
          <p:nvPr/>
        </p:nvSpPr>
        <p:spPr bwMode="gray">
          <a:xfrm>
            <a:off x="1353225" y="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Alliances</a:t>
            </a:r>
          </a:p>
        </p:txBody>
      </p:sp>
      <p:sp>
        <p:nvSpPr>
          <p:cNvPr id="58" name="Freeform 15">
            <a:extLst>
              <a:ext uri="{FF2B5EF4-FFF2-40B4-BE49-F238E27FC236}">
                <a16:creationId xmlns:a16="http://schemas.microsoft.com/office/drawing/2014/main" id="{CE2B4C5E-8491-4FE7-E616-A3E41453B04E}"/>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59" name="Freeform 16">
            <a:extLst>
              <a:ext uri="{FF2B5EF4-FFF2-40B4-BE49-F238E27FC236}">
                <a16:creationId xmlns:a16="http://schemas.microsoft.com/office/drawing/2014/main" id="{246B27BC-CC80-DD7C-01D2-ACFEB57E9ECB}"/>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60" name="Freeform 6">
            <a:extLst>
              <a:ext uri="{FF2B5EF4-FFF2-40B4-BE49-F238E27FC236}">
                <a16:creationId xmlns:a16="http://schemas.microsoft.com/office/drawing/2014/main" id="{8682FFDE-F601-C44E-85D4-CFE0428EF5CB}"/>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61" name="Freeform 6">
            <a:extLst>
              <a:ext uri="{FF2B5EF4-FFF2-40B4-BE49-F238E27FC236}">
                <a16:creationId xmlns:a16="http://schemas.microsoft.com/office/drawing/2014/main" id="{A99F65BF-198E-19AF-A3E0-20FA84CCB373}"/>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62" name="Freeform 15">
            <a:extLst>
              <a:ext uri="{FF2B5EF4-FFF2-40B4-BE49-F238E27FC236}">
                <a16:creationId xmlns:a16="http://schemas.microsoft.com/office/drawing/2014/main" id="{40C520C9-C233-E545-9682-91A9D4CFE164}"/>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63" name="Freeform 16">
            <a:extLst>
              <a:ext uri="{FF2B5EF4-FFF2-40B4-BE49-F238E27FC236}">
                <a16:creationId xmlns:a16="http://schemas.microsoft.com/office/drawing/2014/main" id="{869DD0C4-E544-40D5-4383-B2B2D6D05679}"/>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64" name="Freeform 6">
            <a:extLst>
              <a:ext uri="{FF2B5EF4-FFF2-40B4-BE49-F238E27FC236}">
                <a16:creationId xmlns:a16="http://schemas.microsoft.com/office/drawing/2014/main" id="{55E6253D-F589-4A2B-2609-BB2D85AA0BB7}"/>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65" name="Freeform 6">
            <a:extLst>
              <a:ext uri="{FF2B5EF4-FFF2-40B4-BE49-F238E27FC236}">
                <a16:creationId xmlns:a16="http://schemas.microsoft.com/office/drawing/2014/main" id="{A8DFB247-B1DB-AA22-9F0E-A6A222A4C026}"/>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730534114"/>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BBC8E64A-34CC-C5BE-8D50-4AF5EF83EB0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BBC8E64A-34CC-C5BE-8D50-4AF5EF83EB0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14228022-D782-BFCE-5DA4-2C8D72C681B2}"/>
              </a:ext>
            </a:extLst>
          </p:cNvPr>
          <p:cNvSpPr>
            <a:spLocks noGrp="1"/>
          </p:cNvSpPr>
          <p:nvPr>
            <p:ph type="body" sz="quarter" idx="13"/>
          </p:nvPr>
        </p:nvSpPr>
        <p:spPr/>
        <p:txBody>
          <a:bodyPr/>
          <a:lstStyle/>
          <a:p>
            <a:r>
              <a:rPr lang="en-US" dirty="0"/>
              <a:t>We are a recognized leader globally by independent analysts in S/4HANA application services, systems integration and business analytics consulting. We are also recognized leader in CRM and customer experience implementation services</a:t>
            </a:r>
          </a:p>
        </p:txBody>
      </p:sp>
      <p:sp>
        <p:nvSpPr>
          <p:cNvPr id="3" name="Title 2">
            <a:extLst>
              <a:ext uri="{FF2B5EF4-FFF2-40B4-BE49-F238E27FC236}">
                <a16:creationId xmlns:a16="http://schemas.microsoft.com/office/drawing/2014/main" id="{3FE4D11E-DCC3-AB72-4DAE-7047DA09D107}"/>
              </a:ext>
            </a:extLst>
          </p:cNvPr>
          <p:cNvSpPr>
            <a:spLocks noGrp="1"/>
          </p:cNvSpPr>
          <p:nvPr>
            <p:ph type="title"/>
          </p:nvPr>
        </p:nvSpPr>
        <p:spPr/>
        <p:txBody>
          <a:bodyPr vert="horz"/>
          <a:lstStyle/>
          <a:p>
            <a:r>
              <a:rPr lang="en-US" dirty="0"/>
              <a:t>Overview of SAP Capabilities in India</a:t>
            </a:r>
          </a:p>
        </p:txBody>
      </p:sp>
      <p:grpSp>
        <p:nvGrpSpPr>
          <p:cNvPr id="6" name="Group 5">
            <a:extLst>
              <a:ext uri="{FF2B5EF4-FFF2-40B4-BE49-F238E27FC236}">
                <a16:creationId xmlns:a16="http://schemas.microsoft.com/office/drawing/2014/main" id="{732F4841-82A7-1738-FC6A-12EAB0934F28}"/>
              </a:ext>
            </a:extLst>
          </p:cNvPr>
          <p:cNvGrpSpPr/>
          <p:nvPr/>
        </p:nvGrpSpPr>
        <p:grpSpPr>
          <a:xfrm>
            <a:off x="548509" y="1436238"/>
            <a:ext cx="11094981" cy="4770162"/>
            <a:chOff x="181274" y="937111"/>
            <a:chExt cx="11817544" cy="5002266"/>
          </a:xfrm>
        </p:grpSpPr>
        <p:sp>
          <p:nvSpPr>
            <p:cNvPr id="7" name="同侧圆角矩形 40">
              <a:extLst>
                <a:ext uri="{FF2B5EF4-FFF2-40B4-BE49-F238E27FC236}">
                  <a16:creationId xmlns:a16="http://schemas.microsoft.com/office/drawing/2014/main" id="{977FC2C3-4D48-CB0D-D44C-EF12C39B308B}"/>
                </a:ext>
              </a:extLst>
            </p:cNvPr>
            <p:cNvSpPr/>
            <p:nvPr/>
          </p:nvSpPr>
          <p:spPr bwMode="gray">
            <a:xfrm>
              <a:off x="299919" y="2003216"/>
              <a:ext cx="2011680" cy="351101"/>
            </a:xfrm>
            <a:prstGeom prst="round2SameRect">
              <a:avLst>
                <a:gd name="adj1" fmla="val 14757"/>
                <a:gd name="adj2" fmla="val 0"/>
              </a:avLst>
            </a:prstGeom>
            <a:solidFill>
              <a:srgbClr val="2C5234"/>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chemeClr val="bg1"/>
                  </a:solidFill>
                  <a:effectLst/>
                  <a:uLnTx/>
                  <a:uFillTx/>
                  <a:latin typeface="+mj-lt"/>
                  <a:ea typeface="Verdana" panose="020B0604030504040204" pitchFamily="34" charset="0"/>
                  <a:cs typeface="Verdana" panose="020B0604030504040204" pitchFamily="34" charset="0"/>
                </a:rPr>
                <a:t>Finance</a:t>
              </a:r>
            </a:p>
          </p:txBody>
        </p:sp>
        <p:sp>
          <p:nvSpPr>
            <p:cNvPr id="8" name="圆角矩形 43">
              <a:extLst>
                <a:ext uri="{FF2B5EF4-FFF2-40B4-BE49-F238E27FC236}">
                  <a16:creationId xmlns:a16="http://schemas.microsoft.com/office/drawing/2014/main" id="{1FF7E2FC-0EE9-5A9C-8AD2-8211F7622372}"/>
                </a:ext>
              </a:extLst>
            </p:cNvPr>
            <p:cNvSpPr/>
            <p:nvPr/>
          </p:nvSpPr>
          <p:spPr bwMode="gray">
            <a:xfrm>
              <a:off x="299245" y="2406977"/>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Core Finance</a:t>
              </a:r>
            </a:p>
          </p:txBody>
        </p:sp>
        <p:sp>
          <p:nvSpPr>
            <p:cNvPr id="9" name="圆角矩形 160">
              <a:extLst>
                <a:ext uri="{FF2B5EF4-FFF2-40B4-BE49-F238E27FC236}">
                  <a16:creationId xmlns:a16="http://schemas.microsoft.com/office/drawing/2014/main" id="{DA39961C-51BD-A4A0-951F-4DA43337D2A8}"/>
                </a:ext>
              </a:extLst>
            </p:cNvPr>
            <p:cNvSpPr/>
            <p:nvPr/>
          </p:nvSpPr>
          <p:spPr bwMode="gray">
            <a:xfrm>
              <a:off x="299245" y="2811786"/>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Central Finance</a:t>
              </a:r>
            </a:p>
          </p:txBody>
        </p:sp>
        <p:sp>
          <p:nvSpPr>
            <p:cNvPr id="10" name="圆角矩形 161">
              <a:extLst>
                <a:ext uri="{FF2B5EF4-FFF2-40B4-BE49-F238E27FC236}">
                  <a16:creationId xmlns:a16="http://schemas.microsoft.com/office/drawing/2014/main" id="{B6639D17-FA22-B53A-7707-642BEB1D4411}"/>
                </a:ext>
              </a:extLst>
            </p:cNvPr>
            <p:cNvSpPr/>
            <p:nvPr/>
          </p:nvSpPr>
          <p:spPr bwMode="gray">
            <a:xfrm>
              <a:off x="299245" y="3215547"/>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Enterprise Performance Management (EPM)</a:t>
              </a:r>
            </a:p>
          </p:txBody>
        </p:sp>
        <p:sp>
          <p:nvSpPr>
            <p:cNvPr id="11" name="圆角矩形 39">
              <a:extLst>
                <a:ext uri="{FF2B5EF4-FFF2-40B4-BE49-F238E27FC236}">
                  <a16:creationId xmlns:a16="http://schemas.microsoft.com/office/drawing/2014/main" id="{D8075283-106B-798E-A4A9-A2A811875CC0}"/>
                </a:ext>
              </a:extLst>
            </p:cNvPr>
            <p:cNvSpPr/>
            <p:nvPr/>
          </p:nvSpPr>
          <p:spPr bwMode="gray">
            <a:xfrm>
              <a:off x="205613" y="1888312"/>
              <a:ext cx="2194560" cy="3006770"/>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 typeface="Wingdings 2" pitchFamily="18" charset="2"/>
                <a:buNone/>
                <a:tabLst/>
                <a:defRPr/>
              </a:pPr>
              <a:endParaRPr kumimoji="0" lang="en-US" sz="1200" b="1" i="0" u="none" strike="noStrike" kern="1200" cap="none" spc="0" normalizeH="0" baseline="0" noProof="0">
                <a:ln>
                  <a:noFill/>
                </a:ln>
                <a:solidFill>
                  <a:schemeClr val="accent1">
                    <a:lumMod val="50000"/>
                  </a:schemeClr>
                </a:solidFill>
                <a:effectLst/>
                <a:uLnTx/>
                <a:uFillTx/>
                <a:latin typeface="+mj-lt"/>
                <a:ea typeface="+mn-ea"/>
                <a:cs typeface="+mn-cs"/>
              </a:endParaRPr>
            </a:p>
          </p:txBody>
        </p:sp>
        <p:sp>
          <p:nvSpPr>
            <p:cNvPr id="12" name="同侧圆角矩形 198">
              <a:extLst>
                <a:ext uri="{FF2B5EF4-FFF2-40B4-BE49-F238E27FC236}">
                  <a16:creationId xmlns:a16="http://schemas.microsoft.com/office/drawing/2014/main" id="{B474C61F-D5E5-8F54-72FF-1E00FBA416D3}"/>
                </a:ext>
              </a:extLst>
            </p:cNvPr>
            <p:cNvSpPr/>
            <p:nvPr/>
          </p:nvSpPr>
          <p:spPr bwMode="gray">
            <a:xfrm>
              <a:off x="2801731" y="2022675"/>
              <a:ext cx="2011680" cy="351101"/>
            </a:xfrm>
            <a:prstGeom prst="round2SameRect">
              <a:avLst>
                <a:gd name="adj1" fmla="val 14757"/>
                <a:gd name="adj2" fmla="val 0"/>
              </a:avLst>
            </a:prstGeom>
            <a:solidFill>
              <a:srgbClr val="2C5234"/>
            </a:solidFill>
            <a:ln w="1905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chemeClr val="bg1"/>
                  </a:solidFill>
                  <a:effectLst/>
                  <a:uLnTx/>
                  <a:uFillTx/>
                  <a:latin typeface="+mj-lt"/>
                  <a:ea typeface="Verdana" panose="020B0604030504040204" pitchFamily="34" charset="0"/>
                  <a:cs typeface="+mn-cs"/>
                </a:rPr>
                <a:t>Supply</a:t>
              </a:r>
              <a:r>
                <a:rPr kumimoji="0" lang="en-US" sz="1200" b="0" i="0" u="none" strike="noStrike" kern="1200" cap="none" spc="0" normalizeH="0" baseline="0" noProof="0">
                  <a:ln>
                    <a:noFill/>
                  </a:ln>
                  <a:solidFill>
                    <a:schemeClr val="bg1"/>
                  </a:solidFill>
                  <a:effectLst/>
                  <a:uLnTx/>
                  <a:uFillTx/>
                  <a:latin typeface="+mj-lt"/>
                  <a:ea typeface="+mn-ea"/>
                  <a:cs typeface="+mn-cs"/>
                </a:rPr>
                <a:t> </a:t>
              </a:r>
              <a:r>
                <a:rPr kumimoji="0" lang="en-US" sz="1200" b="1" i="0" u="none" strike="noStrike" kern="0" cap="none" spc="0" normalizeH="0" baseline="0" noProof="0">
                  <a:ln>
                    <a:noFill/>
                  </a:ln>
                  <a:solidFill>
                    <a:schemeClr val="bg1"/>
                  </a:solidFill>
                  <a:effectLst/>
                  <a:uLnTx/>
                  <a:uFillTx/>
                  <a:latin typeface="+mj-lt"/>
                  <a:ea typeface="Verdana" panose="020B0604030504040204" pitchFamily="34" charset="0"/>
                  <a:cs typeface="+mn-cs"/>
                </a:rPr>
                <a:t>Chain</a:t>
              </a:r>
            </a:p>
          </p:txBody>
        </p:sp>
        <p:sp>
          <p:nvSpPr>
            <p:cNvPr id="13" name="圆角矩形 43">
              <a:extLst>
                <a:ext uri="{FF2B5EF4-FFF2-40B4-BE49-F238E27FC236}">
                  <a16:creationId xmlns:a16="http://schemas.microsoft.com/office/drawing/2014/main" id="{DC22CFE5-F9E3-C085-E6D8-108C7E11770B}"/>
                </a:ext>
              </a:extLst>
            </p:cNvPr>
            <p:cNvSpPr/>
            <p:nvPr/>
          </p:nvSpPr>
          <p:spPr bwMode="gray">
            <a:xfrm>
              <a:off x="2801057" y="2424278"/>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S/4HANA Logistics </a:t>
              </a:r>
            </a:p>
          </p:txBody>
        </p:sp>
        <p:sp>
          <p:nvSpPr>
            <p:cNvPr id="14" name="圆角矩形 159">
              <a:extLst>
                <a:ext uri="{FF2B5EF4-FFF2-40B4-BE49-F238E27FC236}">
                  <a16:creationId xmlns:a16="http://schemas.microsoft.com/office/drawing/2014/main" id="{00AC2C4D-3D65-5A38-15B6-CB5EE0230D1F}"/>
                </a:ext>
              </a:extLst>
            </p:cNvPr>
            <p:cNvSpPr/>
            <p:nvPr/>
          </p:nvSpPr>
          <p:spPr bwMode="gray">
            <a:xfrm>
              <a:off x="2801057" y="3642495"/>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Integrated Business Planning</a:t>
              </a:r>
            </a:p>
          </p:txBody>
        </p:sp>
        <p:sp>
          <p:nvSpPr>
            <p:cNvPr id="15" name="圆角矩形 160">
              <a:extLst>
                <a:ext uri="{FF2B5EF4-FFF2-40B4-BE49-F238E27FC236}">
                  <a16:creationId xmlns:a16="http://schemas.microsoft.com/office/drawing/2014/main" id="{FC785BD4-E19C-52A3-9843-D59BD7DC9C8E}"/>
                </a:ext>
              </a:extLst>
            </p:cNvPr>
            <p:cNvSpPr/>
            <p:nvPr/>
          </p:nvSpPr>
          <p:spPr bwMode="gray">
            <a:xfrm>
              <a:off x="2801057" y="2828563"/>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1">
                      <a:lumMod val="50000"/>
                    </a:schemeClr>
                  </a:solidFill>
                  <a:effectLst/>
                  <a:uLnTx/>
                  <a:uFillTx/>
                  <a:latin typeface="+mj-lt"/>
                  <a:ea typeface="+mn-ea"/>
                  <a:cs typeface="+mn-cs"/>
                </a:rPr>
                <a:t>Demand Driven </a:t>
              </a:r>
            </a:p>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1">
                      <a:lumMod val="50000"/>
                    </a:schemeClr>
                  </a:solidFill>
                  <a:effectLst/>
                  <a:uLnTx/>
                  <a:uFillTx/>
                  <a:latin typeface="+mj-lt"/>
                  <a:ea typeface="+mn-ea"/>
                  <a:cs typeface="+mn-cs"/>
                </a:rPr>
                <a:t>Supply Chain</a:t>
              </a:r>
            </a:p>
          </p:txBody>
        </p:sp>
        <p:sp>
          <p:nvSpPr>
            <p:cNvPr id="16" name="圆角矩形 161">
              <a:extLst>
                <a:ext uri="{FF2B5EF4-FFF2-40B4-BE49-F238E27FC236}">
                  <a16:creationId xmlns:a16="http://schemas.microsoft.com/office/drawing/2014/main" id="{2339D35C-2017-820D-EA2A-1FEA00BD6531}"/>
                </a:ext>
              </a:extLst>
            </p:cNvPr>
            <p:cNvSpPr/>
            <p:nvPr/>
          </p:nvSpPr>
          <p:spPr bwMode="gray">
            <a:xfrm>
              <a:off x="2801057" y="3235530"/>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Ariba</a:t>
              </a:r>
            </a:p>
          </p:txBody>
        </p:sp>
        <p:sp>
          <p:nvSpPr>
            <p:cNvPr id="17" name="圆角矩形 162">
              <a:extLst>
                <a:ext uri="{FF2B5EF4-FFF2-40B4-BE49-F238E27FC236}">
                  <a16:creationId xmlns:a16="http://schemas.microsoft.com/office/drawing/2014/main" id="{D947B605-B445-1E19-0F46-CFE090AE0F93}"/>
                </a:ext>
              </a:extLst>
            </p:cNvPr>
            <p:cNvSpPr/>
            <p:nvPr/>
          </p:nvSpPr>
          <p:spPr bwMode="gray">
            <a:xfrm>
              <a:off x="2801057" y="4046780"/>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Manufacturing &amp; </a:t>
              </a:r>
            </a:p>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Asset Mgmt.</a:t>
              </a:r>
            </a:p>
          </p:txBody>
        </p:sp>
        <p:sp>
          <p:nvSpPr>
            <p:cNvPr id="18" name="圆角矩形 162">
              <a:extLst>
                <a:ext uri="{FF2B5EF4-FFF2-40B4-BE49-F238E27FC236}">
                  <a16:creationId xmlns:a16="http://schemas.microsoft.com/office/drawing/2014/main" id="{0120E680-32D6-E2C9-1424-1BF6F349E8DB}"/>
                </a:ext>
              </a:extLst>
            </p:cNvPr>
            <p:cNvSpPr/>
            <p:nvPr/>
          </p:nvSpPr>
          <p:spPr bwMode="gray">
            <a:xfrm>
              <a:off x="2801057" y="4453351"/>
              <a:ext cx="2011680" cy="351101"/>
            </a:xfrm>
            <a:prstGeom prst="roundRect">
              <a:avLst>
                <a:gd name="adj" fmla="val 0"/>
              </a:avLst>
            </a:prstGeom>
            <a:noFill/>
            <a:ln w="12700" algn="ctr">
              <a:solidFill>
                <a:srgbClr val="046A38"/>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Service Parts Mgmt.</a:t>
              </a:r>
            </a:p>
          </p:txBody>
        </p:sp>
        <p:sp>
          <p:nvSpPr>
            <p:cNvPr id="19" name="圆角矩形 39">
              <a:extLst>
                <a:ext uri="{FF2B5EF4-FFF2-40B4-BE49-F238E27FC236}">
                  <a16:creationId xmlns:a16="http://schemas.microsoft.com/office/drawing/2014/main" id="{2B48D3D9-0D8D-199C-0C84-B7448D356C28}"/>
                </a:ext>
              </a:extLst>
            </p:cNvPr>
            <p:cNvSpPr/>
            <p:nvPr/>
          </p:nvSpPr>
          <p:spPr bwMode="gray">
            <a:xfrm>
              <a:off x="2694429" y="1910450"/>
              <a:ext cx="2194560" cy="3006770"/>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 typeface="Wingdings 2" pitchFamily="18" charset="2"/>
                <a:buNone/>
                <a:tabLst/>
                <a:defRPr/>
              </a:pPr>
              <a:endParaRPr kumimoji="0" lang="en-US" sz="1200" b="1" i="0" u="none" strike="noStrike" kern="1200" cap="none" spc="0" normalizeH="0" baseline="0" noProof="0">
                <a:ln>
                  <a:noFill/>
                </a:ln>
                <a:solidFill>
                  <a:schemeClr val="accent1">
                    <a:lumMod val="50000"/>
                  </a:schemeClr>
                </a:solidFill>
                <a:effectLst/>
                <a:uLnTx/>
                <a:uFillTx/>
                <a:latin typeface="+mj-lt"/>
                <a:ea typeface="+mn-ea"/>
                <a:cs typeface="+mn-cs"/>
              </a:endParaRPr>
            </a:p>
          </p:txBody>
        </p:sp>
        <p:sp>
          <p:nvSpPr>
            <p:cNvPr id="20" name="同侧圆角矩形 172">
              <a:extLst>
                <a:ext uri="{FF2B5EF4-FFF2-40B4-BE49-F238E27FC236}">
                  <a16:creationId xmlns:a16="http://schemas.microsoft.com/office/drawing/2014/main" id="{B1571DAF-8385-1DB7-5DE7-57341264B7CF}"/>
                </a:ext>
              </a:extLst>
            </p:cNvPr>
            <p:cNvSpPr/>
            <p:nvPr/>
          </p:nvSpPr>
          <p:spPr bwMode="gray">
            <a:xfrm>
              <a:off x="5263020" y="2007315"/>
              <a:ext cx="2011680" cy="351101"/>
            </a:xfrm>
            <a:prstGeom prst="round2SameRect">
              <a:avLst>
                <a:gd name="adj1" fmla="val 14757"/>
                <a:gd name="adj2" fmla="val 0"/>
              </a:avLst>
            </a:prstGeom>
            <a:solidFill>
              <a:srgbClr val="2C5234"/>
            </a:solidFill>
            <a:ln w="1905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US" sz="1200" b="1" i="0" u="none" strike="noStrike" kern="0" cap="none" spc="-100" normalizeH="0" noProof="0" dirty="0">
                  <a:ln>
                    <a:noFill/>
                  </a:ln>
                  <a:solidFill>
                    <a:schemeClr val="bg1"/>
                  </a:solidFill>
                  <a:effectLst/>
                  <a:uLnTx/>
                  <a:uFillTx/>
                  <a:latin typeface="+mj-lt"/>
                  <a:ea typeface="Verdana" panose="020B0604030504040204" pitchFamily="34" charset="0"/>
                  <a:cs typeface="+mn-cs"/>
                </a:rPr>
                <a:t>Customer/ Sales &amp; Ops</a:t>
              </a:r>
            </a:p>
          </p:txBody>
        </p:sp>
        <p:sp>
          <p:nvSpPr>
            <p:cNvPr id="21" name="圆角矩形 166">
              <a:extLst>
                <a:ext uri="{FF2B5EF4-FFF2-40B4-BE49-F238E27FC236}">
                  <a16:creationId xmlns:a16="http://schemas.microsoft.com/office/drawing/2014/main" id="{375373C6-E993-3286-FA3B-C2CA63E668A2}"/>
                </a:ext>
              </a:extLst>
            </p:cNvPr>
            <p:cNvSpPr/>
            <p:nvPr/>
          </p:nvSpPr>
          <p:spPr bwMode="gray">
            <a:xfrm>
              <a:off x="5262347" y="2410259"/>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Customer and Order Mgmt.</a:t>
              </a:r>
            </a:p>
          </p:txBody>
        </p:sp>
        <p:sp>
          <p:nvSpPr>
            <p:cNvPr id="22" name="圆角矩形 167">
              <a:extLst>
                <a:ext uri="{FF2B5EF4-FFF2-40B4-BE49-F238E27FC236}">
                  <a16:creationId xmlns:a16="http://schemas.microsoft.com/office/drawing/2014/main" id="{4486C2D2-7588-B92A-E6B3-FF3DE471F6BD}"/>
                </a:ext>
              </a:extLst>
            </p:cNvPr>
            <p:cNvSpPr/>
            <p:nvPr/>
          </p:nvSpPr>
          <p:spPr bwMode="gray">
            <a:xfrm>
              <a:off x="5262347" y="3619092"/>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Pricing Management</a:t>
              </a:r>
            </a:p>
          </p:txBody>
        </p:sp>
        <p:sp>
          <p:nvSpPr>
            <p:cNvPr id="23" name="圆角矩形 168">
              <a:extLst>
                <a:ext uri="{FF2B5EF4-FFF2-40B4-BE49-F238E27FC236}">
                  <a16:creationId xmlns:a16="http://schemas.microsoft.com/office/drawing/2014/main" id="{EBD46D68-A02B-EA1A-74AC-440863887C27}"/>
                </a:ext>
              </a:extLst>
            </p:cNvPr>
            <p:cNvSpPr/>
            <p:nvPr/>
          </p:nvSpPr>
          <p:spPr bwMode="gray">
            <a:xfrm>
              <a:off x="5262347" y="2813203"/>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Hybris</a:t>
              </a:r>
            </a:p>
          </p:txBody>
        </p:sp>
        <p:sp>
          <p:nvSpPr>
            <p:cNvPr id="24" name="圆角矩形 169">
              <a:extLst>
                <a:ext uri="{FF2B5EF4-FFF2-40B4-BE49-F238E27FC236}">
                  <a16:creationId xmlns:a16="http://schemas.microsoft.com/office/drawing/2014/main" id="{053E23B7-03DF-C9E8-623E-E3A2B189AA21}"/>
                </a:ext>
              </a:extLst>
            </p:cNvPr>
            <p:cNvSpPr/>
            <p:nvPr/>
          </p:nvSpPr>
          <p:spPr bwMode="gray">
            <a:xfrm>
              <a:off x="5262347" y="3216147"/>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Converged Billing</a:t>
              </a:r>
            </a:p>
          </p:txBody>
        </p:sp>
        <p:sp>
          <p:nvSpPr>
            <p:cNvPr id="25" name="圆角矩形 170">
              <a:extLst>
                <a:ext uri="{FF2B5EF4-FFF2-40B4-BE49-F238E27FC236}">
                  <a16:creationId xmlns:a16="http://schemas.microsoft.com/office/drawing/2014/main" id="{82FC3BEB-E185-38B0-655A-C1629E3677B3}"/>
                </a:ext>
              </a:extLst>
            </p:cNvPr>
            <p:cNvSpPr/>
            <p:nvPr/>
          </p:nvSpPr>
          <p:spPr bwMode="gray">
            <a:xfrm>
              <a:off x="5262347" y="4022036"/>
              <a:ext cx="2011680" cy="351101"/>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Revenue Management</a:t>
              </a:r>
            </a:p>
          </p:txBody>
        </p:sp>
        <p:sp>
          <p:nvSpPr>
            <p:cNvPr id="26" name="圆角矩形 39">
              <a:extLst>
                <a:ext uri="{FF2B5EF4-FFF2-40B4-BE49-F238E27FC236}">
                  <a16:creationId xmlns:a16="http://schemas.microsoft.com/office/drawing/2014/main" id="{571A9AA3-C61F-A935-D114-10483D56E738}"/>
                </a:ext>
              </a:extLst>
            </p:cNvPr>
            <p:cNvSpPr/>
            <p:nvPr/>
          </p:nvSpPr>
          <p:spPr bwMode="gray">
            <a:xfrm>
              <a:off x="5168714" y="1888312"/>
              <a:ext cx="2194560" cy="3006770"/>
            </a:xfrm>
            <a:prstGeom prst="roundRect">
              <a:avLst>
                <a:gd name="adj" fmla="val 0"/>
              </a:avLst>
            </a:prstGeom>
            <a:noFill/>
            <a:ln w="12700" algn="ctr">
              <a:solidFill>
                <a:srgbClr val="2C523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 typeface="Wingdings 2" pitchFamily="18" charset="2"/>
                <a:buNone/>
                <a:tabLst/>
                <a:defRPr/>
              </a:pPr>
              <a:endParaRPr kumimoji="0" lang="en-US" sz="1200" b="1" i="0" u="none" strike="noStrike" kern="1200" cap="none" spc="0" normalizeH="0" baseline="0" noProof="0">
                <a:ln>
                  <a:noFill/>
                </a:ln>
                <a:solidFill>
                  <a:schemeClr val="accent1">
                    <a:lumMod val="50000"/>
                  </a:schemeClr>
                </a:solidFill>
                <a:effectLst/>
                <a:uLnTx/>
                <a:uFillTx/>
                <a:latin typeface="+mj-lt"/>
                <a:ea typeface="+mn-ea"/>
                <a:cs typeface="+mn-cs"/>
              </a:endParaRPr>
            </a:p>
          </p:txBody>
        </p:sp>
        <p:sp>
          <p:nvSpPr>
            <p:cNvPr id="27" name="同侧圆角矩形 40">
              <a:extLst>
                <a:ext uri="{FF2B5EF4-FFF2-40B4-BE49-F238E27FC236}">
                  <a16:creationId xmlns:a16="http://schemas.microsoft.com/office/drawing/2014/main" id="{D8C2BA8B-CC4E-FA17-E54F-DCACD164693F}"/>
                </a:ext>
              </a:extLst>
            </p:cNvPr>
            <p:cNvSpPr/>
            <p:nvPr/>
          </p:nvSpPr>
          <p:spPr bwMode="gray">
            <a:xfrm>
              <a:off x="218557" y="937111"/>
              <a:ext cx="7132320" cy="274320"/>
            </a:xfrm>
            <a:prstGeom prst="round2SameRect">
              <a:avLst>
                <a:gd name="adj1" fmla="val 14757"/>
                <a:gd name="adj2" fmla="val 0"/>
              </a:avLst>
            </a:prstGeom>
            <a:solidFill>
              <a:schemeClr val="accent5">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chemeClr val="bg1"/>
                  </a:solidFill>
                  <a:effectLst/>
                  <a:uLnTx/>
                  <a:uFillTx/>
                  <a:latin typeface="+mj-lt"/>
                  <a:ea typeface="Verdana" panose="020B0604030504040204" pitchFamily="34" charset="0"/>
                  <a:cs typeface="+mn-cs"/>
                </a:rPr>
                <a:t>Analytics</a:t>
              </a:r>
            </a:p>
          </p:txBody>
        </p:sp>
        <p:sp>
          <p:nvSpPr>
            <p:cNvPr id="28" name="圆角矩形 43">
              <a:extLst>
                <a:ext uri="{FF2B5EF4-FFF2-40B4-BE49-F238E27FC236}">
                  <a16:creationId xmlns:a16="http://schemas.microsoft.com/office/drawing/2014/main" id="{B7C0CED8-CDEF-2AE5-3E4E-0F45B1396038}"/>
                </a:ext>
              </a:extLst>
            </p:cNvPr>
            <p:cNvSpPr/>
            <p:nvPr/>
          </p:nvSpPr>
          <p:spPr bwMode="gray">
            <a:xfrm>
              <a:off x="217885" y="1232014"/>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1">
                      <a:lumMod val="50000"/>
                    </a:schemeClr>
                  </a:solidFill>
                  <a:effectLst/>
                  <a:uLnTx/>
                  <a:uFillTx/>
                  <a:latin typeface="+mj-lt"/>
                  <a:ea typeface="+mn-ea"/>
                  <a:cs typeface="+mn-cs"/>
                </a:rPr>
                <a:t>SAP S/4 HANA Analytics</a:t>
              </a:r>
            </a:p>
          </p:txBody>
        </p:sp>
        <p:sp>
          <p:nvSpPr>
            <p:cNvPr id="29" name="圆角矩形 160">
              <a:extLst>
                <a:ext uri="{FF2B5EF4-FFF2-40B4-BE49-F238E27FC236}">
                  <a16:creationId xmlns:a16="http://schemas.microsoft.com/office/drawing/2014/main" id="{E9639CF6-27BC-895B-1D10-DDFE8589B6F6}"/>
                </a:ext>
              </a:extLst>
            </p:cNvPr>
            <p:cNvSpPr/>
            <p:nvPr/>
          </p:nvSpPr>
          <p:spPr bwMode="gray">
            <a:xfrm>
              <a:off x="1654069" y="1237005"/>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SAP BI-Business Objects</a:t>
              </a:r>
            </a:p>
          </p:txBody>
        </p:sp>
        <p:sp>
          <p:nvSpPr>
            <p:cNvPr id="30" name="圆角矩形 161">
              <a:extLst>
                <a:ext uri="{FF2B5EF4-FFF2-40B4-BE49-F238E27FC236}">
                  <a16:creationId xmlns:a16="http://schemas.microsoft.com/office/drawing/2014/main" id="{105BEEC4-A05F-F25B-9DDD-1215D0282C49}"/>
                </a:ext>
              </a:extLst>
            </p:cNvPr>
            <p:cNvSpPr/>
            <p:nvPr/>
          </p:nvSpPr>
          <p:spPr bwMode="gray">
            <a:xfrm>
              <a:off x="3090253" y="1246987"/>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1">
                      <a:lumMod val="50000"/>
                    </a:schemeClr>
                  </a:solidFill>
                  <a:effectLst/>
                  <a:uLnTx/>
                  <a:uFillTx/>
                  <a:latin typeface="+mj-lt"/>
                  <a:ea typeface="+mn-ea"/>
                  <a:cs typeface="+mn-cs"/>
                </a:rPr>
                <a:t>SAP Big Data and </a:t>
              </a:r>
              <a:r>
                <a:rPr kumimoji="0" lang="en-US" sz="1200" b="0" i="0" u="none" strike="noStrike" kern="1200" cap="none" spc="0" normalizeH="0" baseline="0" noProof="0" dirty="0" err="1">
                  <a:ln>
                    <a:noFill/>
                  </a:ln>
                  <a:solidFill>
                    <a:schemeClr val="accent1">
                      <a:lumMod val="50000"/>
                    </a:schemeClr>
                  </a:solidFill>
                  <a:effectLst/>
                  <a:uLnTx/>
                  <a:uFillTx/>
                  <a:latin typeface="+mj-lt"/>
                  <a:ea typeface="+mn-ea"/>
                  <a:cs typeface="+mn-cs"/>
                </a:rPr>
                <a:t>EnterpriseScience</a:t>
              </a:r>
              <a:endParaRPr kumimoji="0" lang="en-US" sz="1200" b="0" i="0" u="none" strike="noStrike" kern="1200" cap="none" spc="0" normalizeH="0" baseline="0" noProof="0" dirty="0">
                <a:ln>
                  <a:noFill/>
                </a:ln>
                <a:solidFill>
                  <a:schemeClr val="accent1">
                    <a:lumMod val="50000"/>
                  </a:schemeClr>
                </a:solidFill>
                <a:effectLst/>
                <a:uLnTx/>
                <a:uFillTx/>
                <a:latin typeface="+mj-lt"/>
                <a:ea typeface="+mn-ea"/>
                <a:cs typeface="+mn-cs"/>
              </a:endParaRPr>
            </a:p>
          </p:txBody>
        </p:sp>
        <p:sp>
          <p:nvSpPr>
            <p:cNvPr id="31" name="圆角矩形 161">
              <a:extLst>
                <a:ext uri="{FF2B5EF4-FFF2-40B4-BE49-F238E27FC236}">
                  <a16:creationId xmlns:a16="http://schemas.microsoft.com/office/drawing/2014/main" id="{87EDC259-1FEF-199F-6629-661D9199FFD8}"/>
                </a:ext>
              </a:extLst>
            </p:cNvPr>
            <p:cNvSpPr/>
            <p:nvPr/>
          </p:nvSpPr>
          <p:spPr bwMode="gray">
            <a:xfrm>
              <a:off x="4526437" y="1241996"/>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SAP HANA Cloud Platform / IOT</a:t>
              </a:r>
            </a:p>
          </p:txBody>
        </p:sp>
        <p:sp>
          <p:nvSpPr>
            <p:cNvPr id="32" name="圆角矩形 161">
              <a:extLst>
                <a:ext uri="{FF2B5EF4-FFF2-40B4-BE49-F238E27FC236}">
                  <a16:creationId xmlns:a16="http://schemas.microsoft.com/office/drawing/2014/main" id="{3A4653C3-E3D7-8023-B2A4-8A16B2347D1D}"/>
                </a:ext>
              </a:extLst>
            </p:cNvPr>
            <p:cNvSpPr/>
            <p:nvPr/>
          </p:nvSpPr>
          <p:spPr bwMode="gray">
            <a:xfrm>
              <a:off x="5962620" y="1251976"/>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SAP Managed Analytics</a:t>
              </a:r>
            </a:p>
          </p:txBody>
        </p:sp>
        <p:sp>
          <p:nvSpPr>
            <p:cNvPr id="33" name="Left-Right Arrow 348">
              <a:extLst>
                <a:ext uri="{FF2B5EF4-FFF2-40B4-BE49-F238E27FC236}">
                  <a16:creationId xmlns:a16="http://schemas.microsoft.com/office/drawing/2014/main" id="{F561AD7E-6D6E-5FC0-EDC2-90B76D93B2AF}"/>
                </a:ext>
              </a:extLst>
            </p:cNvPr>
            <p:cNvSpPr/>
            <p:nvPr/>
          </p:nvSpPr>
          <p:spPr bwMode="gray">
            <a:xfrm>
              <a:off x="181274" y="1746067"/>
              <a:ext cx="7223760" cy="91440"/>
            </a:xfrm>
            <a:prstGeom prst="leftRightArrow">
              <a:avLst/>
            </a:prstGeom>
            <a:solidFill>
              <a:schemeClr val="bg2">
                <a:lumMod val="90000"/>
              </a:schemeClr>
            </a:solidFill>
            <a:ln w="19050" algn="ctr">
              <a:noFill/>
              <a:miter lim="800000"/>
              <a:headEnd/>
              <a:tailEnd/>
            </a:ln>
          </p:spPr>
          <p:txBody>
            <a:bodyPr wrap="square" lIns="66675" tIns="66675" rIns="66675" bIns="66675"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endPar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endParaRPr>
            </a:p>
          </p:txBody>
        </p:sp>
        <p:sp>
          <p:nvSpPr>
            <p:cNvPr id="34" name="Left-Right Arrow 348">
              <a:extLst>
                <a:ext uri="{FF2B5EF4-FFF2-40B4-BE49-F238E27FC236}">
                  <a16:creationId xmlns:a16="http://schemas.microsoft.com/office/drawing/2014/main" id="{B10D11BC-19CB-0FB2-8BD8-B41EA23FA5F6}"/>
                </a:ext>
              </a:extLst>
            </p:cNvPr>
            <p:cNvSpPr/>
            <p:nvPr/>
          </p:nvSpPr>
          <p:spPr bwMode="gray">
            <a:xfrm>
              <a:off x="205612" y="4955785"/>
              <a:ext cx="7223760" cy="91440"/>
            </a:xfrm>
            <a:prstGeom prst="leftRightArrow">
              <a:avLst/>
            </a:prstGeom>
            <a:solidFill>
              <a:schemeClr val="bg2">
                <a:lumMod val="90000"/>
              </a:schemeClr>
            </a:solidFill>
            <a:ln w="19050" algn="ctr">
              <a:noFill/>
              <a:miter lim="800000"/>
              <a:headEnd/>
              <a:tailEnd/>
            </a:ln>
          </p:spPr>
          <p:txBody>
            <a:bodyPr wrap="square" lIns="66675" tIns="66675" rIns="66675" bIns="66675"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endPar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endParaRPr>
            </a:p>
          </p:txBody>
        </p:sp>
        <p:sp>
          <p:nvSpPr>
            <p:cNvPr id="35" name="同侧圆角矩形 40">
              <a:extLst>
                <a:ext uri="{FF2B5EF4-FFF2-40B4-BE49-F238E27FC236}">
                  <a16:creationId xmlns:a16="http://schemas.microsoft.com/office/drawing/2014/main" id="{87FB68A5-F8D3-6008-BF3C-EDD9BB144D9B}"/>
                </a:ext>
              </a:extLst>
            </p:cNvPr>
            <p:cNvSpPr/>
            <p:nvPr/>
          </p:nvSpPr>
          <p:spPr bwMode="gray">
            <a:xfrm>
              <a:off x="247612" y="5105769"/>
              <a:ext cx="7132320" cy="274320"/>
            </a:xfrm>
            <a:prstGeom prst="round2SameRect">
              <a:avLst>
                <a:gd name="adj1" fmla="val 14757"/>
                <a:gd name="adj2" fmla="val 0"/>
              </a:avLst>
            </a:prstGeom>
            <a:solidFill>
              <a:schemeClr val="accent5">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chemeClr val="bg1"/>
                  </a:solidFill>
                  <a:effectLst/>
                  <a:uLnTx/>
                  <a:uFillTx/>
                  <a:latin typeface="+mj-lt"/>
                  <a:ea typeface="Verdana" panose="020B0604030504040204" pitchFamily="34" charset="0"/>
                  <a:cs typeface="+mn-cs"/>
                </a:rPr>
                <a:t>SAP Business Technology Platform </a:t>
              </a:r>
            </a:p>
          </p:txBody>
        </p:sp>
        <p:sp>
          <p:nvSpPr>
            <p:cNvPr id="36" name="圆角矩形 43">
              <a:extLst>
                <a:ext uri="{FF2B5EF4-FFF2-40B4-BE49-F238E27FC236}">
                  <a16:creationId xmlns:a16="http://schemas.microsoft.com/office/drawing/2014/main" id="{16C17A87-8711-3C75-E5FC-979446623D92}"/>
                </a:ext>
              </a:extLst>
            </p:cNvPr>
            <p:cNvSpPr/>
            <p:nvPr/>
          </p:nvSpPr>
          <p:spPr bwMode="gray">
            <a:xfrm>
              <a:off x="246940" y="5400668"/>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DB and Data Management</a:t>
              </a:r>
            </a:p>
          </p:txBody>
        </p:sp>
        <p:sp>
          <p:nvSpPr>
            <p:cNvPr id="37" name="圆角矩形 160">
              <a:extLst>
                <a:ext uri="{FF2B5EF4-FFF2-40B4-BE49-F238E27FC236}">
                  <a16:creationId xmlns:a16="http://schemas.microsoft.com/office/drawing/2014/main" id="{F1E17EDB-8003-0067-4772-17135AA9CB2B}"/>
                </a:ext>
              </a:extLst>
            </p:cNvPr>
            <p:cNvSpPr/>
            <p:nvPr/>
          </p:nvSpPr>
          <p:spPr bwMode="gray">
            <a:xfrm>
              <a:off x="1721573" y="5400668"/>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SAP Integration Suite</a:t>
              </a:r>
            </a:p>
          </p:txBody>
        </p:sp>
        <p:sp>
          <p:nvSpPr>
            <p:cNvPr id="38" name="圆角矩形 161">
              <a:extLst>
                <a:ext uri="{FF2B5EF4-FFF2-40B4-BE49-F238E27FC236}">
                  <a16:creationId xmlns:a16="http://schemas.microsoft.com/office/drawing/2014/main" id="{D2A747F8-1660-1190-C9B5-46E81D2886C9}"/>
                </a:ext>
              </a:extLst>
            </p:cNvPr>
            <p:cNvSpPr/>
            <p:nvPr/>
          </p:nvSpPr>
          <p:spPr bwMode="gray">
            <a:xfrm>
              <a:off x="3122733" y="5437624"/>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SAP Analytics</a:t>
              </a:r>
            </a:p>
          </p:txBody>
        </p:sp>
        <p:sp>
          <p:nvSpPr>
            <p:cNvPr id="39" name="圆角矩形 161">
              <a:extLst>
                <a:ext uri="{FF2B5EF4-FFF2-40B4-BE49-F238E27FC236}">
                  <a16:creationId xmlns:a16="http://schemas.microsoft.com/office/drawing/2014/main" id="{6D5CF04E-B267-047E-450E-4499D2C48A8F}"/>
                </a:ext>
              </a:extLst>
            </p:cNvPr>
            <p:cNvSpPr/>
            <p:nvPr/>
          </p:nvSpPr>
          <p:spPr bwMode="gray">
            <a:xfrm>
              <a:off x="4576547" y="5437624"/>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Intelligent Technologies</a:t>
              </a:r>
            </a:p>
          </p:txBody>
        </p:sp>
        <p:sp>
          <p:nvSpPr>
            <p:cNvPr id="40" name="同侧圆角矩形 172">
              <a:extLst>
                <a:ext uri="{FF2B5EF4-FFF2-40B4-BE49-F238E27FC236}">
                  <a16:creationId xmlns:a16="http://schemas.microsoft.com/office/drawing/2014/main" id="{5B9959AB-B1D5-9179-0E3B-DC2C0B9A7914}"/>
                </a:ext>
              </a:extLst>
            </p:cNvPr>
            <p:cNvSpPr/>
            <p:nvPr/>
          </p:nvSpPr>
          <p:spPr bwMode="gray">
            <a:xfrm>
              <a:off x="7680914" y="1099851"/>
              <a:ext cx="2011680" cy="351101"/>
            </a:xfrm>
            <a:prstGeom prst="round2SameRect">
              <a:avLst>
                <a:gd name="adj1" fmla="val 14757"/>
                <a:gd name="adj2" fmla="val 0"/>
              </a:avLst>
            </a:prstGeom>
            <a:solidFill>
              <a:srgbClr val="007680"/>
            </a:solidFill>
            <a:ln w="1905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chemeClr val="bg1"/>
                  </a:solidFill>
                  <a:effectLst/>
                  <a:uLnTx/>
                  <a:uFillTx/>
                  <a:latin typeface="+mj-lt"/>
                  <a:ea typeface="Verdana" panose="020B0604030504040204" pitchFamily="34" charset="0"/>
                  <a:cs typeface="+mn-cs"/>
                </a:rPr>
                <a:t>Industries</a:t>
              </a:r>
            </a:p>
          </p:txBody>
        </p:sp>
        <p:sp>
          <p:nvSpPr>
            <p:cNvPr id="41" name="圆角矩形 166">
              <a:extLst>
                <a:ext uri="{FF2B5EF4-FFF2-40B4-BE49-F238E27FC236}">
                  <a16:creationId xmlns:a16="http://schemas.microsoft.com/office/drawing/2014/main" id="{46B13055-771A-508C-CB20-FD42C1366A06}"/>
                </a:ext>
              </a:extLst>
            </p:cNvPr>
            <p:cNvSpPr/>
            <p:nvPr/>
          </p:nvSpPr>
          <p:spPr bwMode="gray">
            <a:xfrm>
              <a:off x="7680240" y="1502795"/>
              <a:ext cx="2011680" cy="351101"/>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Consumer</a:t>
              </a:r>
            </a:p>
          </p:txBody>
        </p:sp>
        <p:sp>
          <p:nvSpPr>
            <p:cNvPr id="42" name="圆角矩形 167">
              <a:extLst>
                <a:ext uri="{FF2B5EF4-FFF2-40B4-BE49-F238E27FC236}">
                  <a16:creationId xmlns:a16="http://schemas.microsoft.com/office/drawing/2014/main" id="{1E3C2FBA-D4A1-B7B7-178B-F9459BC22D86}"/>
                </a:ext>
              </a:extLst>
            </p:cNvPr>
            <p:cNvSpPr/>
            <p:nvPr/>
          </p:nvSpPr>
          <p:spPr bwMode="gray">
            <a:xfrm>
              <a:off x="7680240" y="2711628"/>
              <a:ext cx="2011680" cy="351101"/>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Financial services</a:t>
              </a:r>
            </a:p>
          </p:txBody>
        </p:sp>
        <p:sp>
          <p:nvSpPr>
            <p:cNvPr id="43" name="圆角矩形 168">
              <a:extLst>
                <a:ext uri="{FF2B5EF4-FFF2-40B4-BE49-F238E27FC236}">
                  <a16:creationId xmlns:a16="http://schemas.microsoft.com/office/drawing/2014/main" id="{A6ED3020-1C92-E91A-A3DC-985C0382D508}"/>
                </a:ext>
              </a:extLst>
            </p:cNvPr>
            <p:cNvSpPr/>
            <p:nvPr/>
          </p:nvSpPr>
          <p:spPr bwMode="gray">
            <a:xfrm>
              <a:off x="7680240" y="1905739"/>
              <a:ext cx="2011680" cy="351101"/>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Cross Industry</a:t>
              </a:r>
            </a:p>
          </p:txBody>
        </p:sp>
        <p:sp>
          <p:nvSpPr>
            <p:cNvPr id="44" name="圆角矩形 169">
              <a:extLst>
                <a:ext uri="{FF2B5EF4-FFF2-40B4-BE49-F238E27FC236}">
                  <a16:creationId xmlns:a16="http://schemas.microsoft.com/office/drawing/2014/main" id="{989964D6-D625-DF0A-3648-69AACEB643D7}"/>
                </a:ext>
              </a:extLst>
            </p:cNvPr>
            <p:cNvSpPr/>
            <p:nvPr/>
          </p:nvSpPr>
          <p:spPr bwMode="gray">
            <a:xfrm>
              <a:off x="7680240" y="2308683"/>
              <a:ext cx="2011680" cy="351101"/>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Oil and Gas, Utilities</a:t>
              </a:r>
            </a:p>
          </p:txBody>
        </p:sp>
        <p:sp>
          <p:nvSpPr>
            <p:cNvPr id="45" name="圆角矩形 170">
              <a:extLst>
                <a:ext uri="{FF2B5EF4-FFF2-40B4-BE49-F238E27FC236}">
                  <a16:creationId xmlns:a16="http://schemas.microsoft.com/office/drawing/2014/main" id="{93BFE162-46FB-38B7-9F56-50C924FABEC8}"/>
                </a:ext>
              </a:extLst>
            </p:cNvPr>
            <p:cNvSpPr/>
            <p:nvPr/>
          </p:nvSpPr>
          <p:spPr bwMode="gray">
            <a:xfrm>
              <a:off x="7680240" y="3114572"/>
              <a:ext cx="2011680" cy="351101"/>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Life sciences </a:t>
              </a:r>
            </a:p>
          </p:txBody>
        </p:sp>
        <p:sp>
          <p:nvSpPr>
            <p:cNvPr id="46" name="同侧圆角矩形 172">
              <a:extLst>
                <a:ext uri="{FF2B5EF4-FFF2-40B4-BE49-F238E27FC236}">
                  <a16:creationId xmlns:a16="http://schemas.microsoft.com/office/drawing/2014/main" id="{1F05A7B5-E871-ABAD-84F2-46900FAEA6F3}"/>
                </a:ext>
              </a:extLst>
            </p:cNvPr>
            <p:cNvSpPr/>
            <p:nvPr/>
          </p:nvSpPr>
          <p:spPr bwMode="gray">
            <a:xfrm>
              <a:off x="9937012" y="1099851"/>
              <a:ext cx="2011680" cy="351101"/>
            </a:xfrm>
            <a:prstGeom prst="round2SameRect">
              <a:avLst>
                <a:gd name="adj1" fmla="val 14757"/>
                <a:gd name="adj2" fmla="val 0"/>
              </a:avLst>
            </a:prstGeom>
            <a:solidFill>
              <a:srgbClr val="046A38"/>
            </a:solidFill>
            <a:ln w="19050" algn="ctr">
              <a:solidFill>
                <a:srgbClr val="2C5234"/>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de-DE" altLang="en-US" sz="1200" b="1" i="0" u="none" strike="noStrike" kern="0" cap="none" spc="0" normalizeH="0" baseline="0" noProof="0">
                  <a:ln>
                    <a:noFill/>
                  </a:ln>
                  <a:solidFill>
                    <a:schemeClr val="bg1"/>
                  </a:solidFill>
                  <a:effectLst/>
                  <a:uLnTx/>
                  <a:uFillTx/>
                  <a:latin typeface="+mj-lt"/>
                  <a:ea typeface="Verdana" panose="020B0604030504040204" pitchFamily="34" charset="0"/>
                  <a:cs typeface="+mn-cs"/>
                </a:rPr>
                <a:t>Initiatives</a:t>
              </a:r>
              <a:endParaRPr kumimoji="0" lang="en-US" sz="1200" b="1" i="0" u="none" strike="noStrike" kern="0" cap="none" spc="0" normalizeH="0" baseline="0" noProof="0">
                <a:ln>
                  <a:noFill/>
                </a:ln>
                <a:solidFill>
                  <a:schemeClr val="bg1"/>
                </a:solidFill>
                <a:effectLst/>
                <a:uLnTx/>
                <a:uFillTx/>
                <a:latin typeface="+mj-lt"/>
                <a:ea typeface="Verdana" panose="020B0604030504040204" pitchFamily="34" charset="0"/>
                <a:cs typeface="+mn-cs"/>
              </a:endParaRPr>
            </a:p>
          </p:txBody>
        </p:sp>
        <p:sp>
          <p:nvSpPr>
            <p:cNvPr id="47" name="圆角矩形 166">
              <a:extLst>
                <a:ext uri="{FF2B5EF4-FFF2-40B4-BE49-F238E27FC236}">
                  <a16:creationId xmlns:a16="http://schemas.microsoft.com/office/drawing/2014/main" id="{404A8248-D98B-E2E7-0AF7-70DBF38B170D}"/>
                </a:ext>
              </a:extLst>
            </p:cNvPr>
            <p:cNvSpPr/>
            <p:nvPr/>
          </p:nvSpPr>
          <p:spPr bwMode="gray">
            <a:xfrm>
              <a:off x="9936338" y="1502795"/>
              <a:ext cx="2011680" cy="351101"/>
            </a:xfrm>
            <a:prstGeom prst="roundRect">
              <a:avLst>
                <a:gd name="adj" fmla="val 0"/>
              </a:avLst>
            </a:prstGeom>
            <a:noFill/>
            <a:ln w="12700" algn="ctr">
              <a:solidFill>
                <a:srgbClr val="046A38"/>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Low code test Automation</a:t>
              </a:r>
            </a:p>
          </p:txBody>
        </p:sp>
        <p:sp>
          <p:nvSpPr>
            <p:cNvPr id="48" name="圆角矩形 167">
              <a:extLst>
                <a:ext uri="{FF2B5EF4-FFF2-40B4-BE49-F238E27FC236}">
                  <a16:creationId xmlns:a16="http://schemas.microsoft.com/office/drawing/2014/main" id="{57D207FF-1B97-E63B-0379-D2B6E22ADF30}"/>
                </a:ext>
              </a:extLst>
            </p:cNvPr>
            <p:cNvSpPr/>
            <p:nvPr/>
          </p:nvSpPr>
          <p:spPr bwMode="gray">
            <a:xfrm>
              <a:off x="9936338" y="2711628"/>
              <a:ext cx="2011680" cy="351101"/>
            </a:xfrm>
            <a:prstGeom prst="roundRect">
              <a:avLst>
                <a:gd name="adj" fmla="val 0"/>
              </a:avLst>
            </a:prstGeom>
            <a:noFill/>
            <a:ln w="12700" algn="ctr">
              <a:solidFill>
                <a:srgbClr val="046A38"/>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Talent Development</a:t>
              </a:r>
            </a:p>
          </p:txBody>
        </p:sp>
        <p:sp>
          <p:nvSpPr>
            <p:cNvPr id="49" name="圆角矩形 168">
              <a:extLst>
                <a:ext uri="{FF2B5EF4-FFF2-40B4-BE49-F238E27FC236}">
                  <a16:creationId xmlns:a16="http://schemas.microsoft.com/office/drawing/2014/main" id="{D492C23A-F990-754D-A855-0F1108B44593}"/>
                </a:ext>
              </a:extLst>
            </p:cNvPr>
            <p:cNvSpPr/>
            <p:nvPr/>
          </p:nvSpPr>
          <p:spPr bwMode="gray">
            <a:xfrm>
              <a:off x="9936338" y="1905739"/>
              <a:ext cx="2011680" cy="351101"/>
            </a:xfrm>
            <a:prstGeom prst="roundRect">
              <a:avLst>
                <a:gd name="adj" fmla="val 0"/>
              </a:avLst>
            </a:prstGeom>
            <a:noFill/>
            <a:ln w="12700" algn="ctr">
              <a:solidFill>
                <a:srgbClr val="046A38"/>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CICD Tech Platform</a:t>
              </a:r>
            </a:p>
          </p:txBody>
        </p:sp>
        <p:sp>
          <p:nvSpPr>
            <p:cNvPr id="50" name="圆角矩形 169">
              <a:extLst>
                <a:ext uri="{FF2B5EF4-FFF2-40B4-BE49-F238E27FC236}">
                  <a16:creationId xmlns:a16="http://schemas.microsoft.com/office/drawing/2014/main" id="{D7BA2ED0-1BF7-4998-B6C4-752A8D7A9487}"/>
                </a:ext>
              </a:extLst>
            </p:cNvPr>
            <p:cNvSpPr/>
            <p:nvPr/>
          </p:nvSpPr>
          <p:spPr bwMode="gray">
            <a:xfrm>
              <a:off x="9936338" y="2308683"/>
              <a:ext cx="2011680" cy="351101"/>
            </a:xfrm>
            <a:prstGeom prst="roundRect">
              <a:avLst>
                <a:gd name="adj" fmla="val 0"/>
              </a:avLst>
            </a:prstGeom>
            <a:noFill/>
            <a:ln w="12700" algn="ctr">
              <a:solidFill>
                <a:srgbClr val="046A38"/>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lang="en-US" sz="1200">
                  <a:solidFill>
                    <a:schemeClr val="accent1">
                      <a:lumMod val="50000"/>
                    </a:schemeClr>
                  </a:solidFill>
                  <a:latin typeface="+mj-lt"/>
                </a:rPr>
                <a:t>Expanding Factory Set ups</a:t>
              </a:r>
              <a:endPar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endParaRPr>
            </a:p>
          </p:txBody>
        </p:sp>
        <p:sp>
          <p:nvSpPr>
            <p:cNvPr id="51" name="圆角矩形 170">
              <a:extLst>
                <a:ext uri="{FF2B5EF4-FFF2-40B4-BE49-F238E27FC236}">
                  <a16:creationId xmlns:a16="http://schemas.microsoft.com/office/drawing/2014/main" id="{62548C90-82BB-190E-333B-004A1C46FBC4}"/>
                </a:ext>
              </a:extLst>
            </p:cNvPr>
            <p:cNvSpPr/>
            <p:nvPr/>
          </p:nvSpPr>
          <p:spPr bwMode="gray">
            <a:xfrm>
              <a:off x="9936338" y="3114572"/>
              <a:ext cx="2011680" cy="351101"/>
            </a:xfrm>
            <a:prstGeom prst="roundRect">
              <a:avLst>
                <a:gd name="adj" fmla="val 0"/>
              </a:avLst>
            </a:prstGeom>
            <a:noFill/>
            <a:ln w="12700" algn="ctr">
              <a:solidFill>
                <a:srgbClr val="046A38"/>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Delivery Excellence (CMT)</a:t>
              </a:r>
            </a:p>
          </p:txBody>
        </p:sp>
        <p:sp>
          <p:nvSpPr>
            <p:cNvPr id="52" name="圆角矩形 170">
              <a:extLst>
                <a:ext uri="{FF2B5EF4-FFF2-40B4-BE49-F238E27FC236}">
                  <a16:creationId xmlns:a16="http://schemas.microsoft.com/office/drawing/2014/main" id="{A9BB8297-EA0E-8C17-7A4E-C2F259C7286E}"/>
                </a:ext>
              </a:extLst>
            </p:cNvPr>
            <p:cNvSpPr/>
            <p:nvPr/>
          </p:nvSpPr>
          <p:spPr bwMode="gray">
            <a:xfrm>
              <a:off x="7680240" y="3550650"/>
              <a:ext cx="2011680" cy="351101"/>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 Public Services</a:t>
              </a:r>
            </a:p>
          </p:txBody>
        </p:sp>
        <p:sp>
          <p:nvSpPr>
            <p:cNvPr id="53" name="圆角矩形 170">
              <a:extLst>
                <a:ext uri="{FF2B5EF4-FFF2-40B4-BE49-F238E27FC236}">
                  <a16:creationId xmlns:a16="http://schemas.microsoft.com/office/drawing/2014/main" id="{581915C6-4DB9-94A6-19E7-2360E8836D82}"/>
                </a:ext>
              </a:extLst>
            </p:cNvPr>
            <p:cNvSpPr/>
            <p:nvPr/>
          </p:nvSpPr>
          <p:spPr bwMode="gray">
            <a:xfrm>
              <a:off x="7680240" y="3998189"/>
              <a:ext cx="2011680" cy="351101"/>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Tech. Media, Telco</a:t>
              </a:r>
            </a:p>
          </p:txBody>
        </p:sp>
        <p:cxnSp>
          <p:nvCxnSpPr>
            <p:cNvPr id="54" name="Straight Connector 53">
              <a:extLst>
                <a:ext uri="{FF2B5EF4-FFF2-40B4-BE49-F238E27FC236}">
                  <a16:creationId xmlns:a16="http://schemas.microsoft.com/office/drawing/2014/main" id="{1AA25B2F-B093-A3AF-C511-AFB46AF4B4F9}"/>
                </a:ext>
              </a:extLst>
            </p:cNvPr>
            <p:cNvCxnSpPr>
              <a:cxnSpLocks/>
            </p:cNvCxnSpPr>
            <p:nvPr/>
          </p:nvCxnSpPr>
          <p:spPr>
            <a:xfrm>
              <a:off x="7507081" y="937111"/>
              <a:ext cx="0" cy="5002266"/>
            </a:xfrm>
            <a:prstGeom prst="line">
              <a:avLst/>
            </a:prstGeom>
            <a:ln>
              <a:solidFill>
                <a:srgbClr val="E3E48D"/>
              </a:solidFill>
              <a:prstDash val="dash"/>
            </a:ln>
          </p:spPr>
          <p:style>
            <a:lnRef idx="1">
              <a:schemeClr val="accent1"/>
            </a:lnRef>
            <a:fillRef idx="0">
              <a:schemeClr val="accent1"/>
            </a:fillRef>
            <a:effectRef idx="0">
              <a:schemeClr val="accent1"/>
            </a:effectRef>
            <a:fontRef idx="minor">
              <a:schemeClr val="tx1"/>
            </a:fontRef>
          </p:style>
        </p:cxnSp>
        <p:sp>
          <p:nvSpPr>
            <p:cNvPr id="55" name="圆角矩形 39">
              <a:extLst>
                <a:ext uri="{FF2B5EF4-FFF2-40B4-BE49-F238E27FC236}">
                  <a16:creationId xmlns:a16="http://schemas.microsoft.com/office/drawing/2014/main" id="{8354E715-48F6-2366-9EFD-C28C9550EC8F}"/>
                </a:ext>
              </a:extLst>
            </p:cNvPr>
            <p:cNvSpPr/>
            <p:nvPr/>
          </p:nvSpPr>
          <p:spPr bwMode="gray">
            <a:xfrm>
              <a:off x="7607692" y="943200"/>
              <a:ext cx="2184838" cy="4984452"/>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 typeface="Wingdings 2" pitchFamily="18" charset="2"/>
                <a:buNone/>
                <a:tabLst/>
                <a:defRPr/>
              </a:pPr>
              <a:endParaRPr kumimoji="0" lang="en-US" sz="1200" b="1" i="0" u="none" strike="noStrike" kern="1200" cap="none" spc="0" normalizeH="0" baseline="0" noProof="0">
                <a:ln>
                  <a:noFill/>
                </a:ln>
                <a:solidFill>
                  <a:prstClr val="white"/>
                </a:solidFill>
                <a:effectLst/>
                <a:uLnTx/>
                <a:uFillTx/>
                <a:latin typeface="+mj-lt"/>
                <a:ea typeface="+mn-ea"/>
                <a:cs typeface="+mn-cs"/>
              </a:endParaRPr>
            </a:p>
          </p:txBody>
        </p:sp>
        <p:sp>
          <p:nvSpPr>
            <p:cNvPr id="56" name="圆角矩形 39">
              <a:extLst>
                <a:ext uri="{FF2B5EF4-FFF2-40B4-BE49-F238E27FC236}">
                  <a16:creationId xmlns:a16="http://schemas.microsoft.com/office/drawing/2014/main" id="{9E873389-E1D2-4F66-6EEB-B52EF215D09A}"/>
                </a:ext>
              </a:extLst>
            </p:cNvPr>
            <p:cNvSpPr/>
            <p:nvPr/>
          </p:nvSpPr>
          <p:spPr bwMode="gray">
            <a:xfrm>
              <a:off x="9883356" y="943200"/>
              <a:ext cx="2115462" cy="4984452"/>
            </a:xfrm>
            <a:prstGeom prst="roundRect">
              <a:avLst>
                <a:gd name="adj" fmla="val 0"/>
              </a:avLst>
            </a:prstGeom>
            <a:noFill/>
            <a:ln w="12700" algn="ctr">
              <a:solidFill>
                <a:srgbClr val="046A38"/>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 typeface="Wingdings 2" pitchFamily="18" charset="2"/>
                <a:buNone/>
                <a:tabLst/>
                <a:defRPr/>
              </a:pPr>
              <a:endParaRPr kumimoji="0" lang="en-US" sz="1200" b="1" i="0" u="none" strike="noStrike" kern="1200" cap="none" spc="0" normalizeH="0" baseline="0" noProof="0">
                <a:ln>
                  <a:noFill/>
                </a:ln>
                <a:solidFill>
                  <a:prstClr val="white"/>
                </a:solidFill>
                <a:effectLst/>
                <a:uLnTx/>
                <a:uFillTx/>
                <a:latin typeface="+mj-lt"/>
                <a:ea typeface="+mn-ea"/>
                <a:cs typeface="+mn-cs"/>
              </a:endParaRPr>
            </a:p>
          </p:txBody>
        </p:sp>
        <p:sp>
          <p:nvSpPr>
            <p:cNvPr id="57" name="圆角矩形 160">
              <a:extLst>
                <a:ext uri="{FF2B5EF4-FFF2-40B4-BE49-F238E27FC236}">
                  <a16:creationId xmlns:a16="http://schemas.microsoft.com/office/drawing/2014/main" id="{ECB852A9-A647-B3BB-6ABA-79ADC08760FA}"/>
                </a:ext>
              </a:extLst>
            </p:cNvPr>
            <p:cNvSpPr/>
            <p:nvPr/>
          </p:nvSpPr>
          <p:spPr bwMode="gray">
            <a:xfrm>
              <a:off x="6031081" y="5425828"/>
              <a:ext cx="1371600" cy="457200"/>
            </a:xfrm>
            <a:prstGeom prst="roundRect">
              <a:avLst>
                <a:gd name="adj" fmla="val 0"/>
              </a:avLst>
            </a:prstGeom>
            <a:noFill/>
            <a:ln w="12700" algn="ctr">
              <a:solidFill>
                <a:schemeClr val="accent5">
                  <a:lumMod val="75000"/>
                </a:schemeClr>
              </a:solidFill>
              <a:miter lim="800000"/>
              <a:headEnd/>
              <a:tailEnd/>
            </a:ln>
          </p:spPr>
          <p:txBody>
            <a:bodyPr wrap="square" lIns="88900" tIns="88900" rIns="88900" bIns="88900" rtlCol="0" anchor="ctr"/>
            <a:lstStyle/>
            <a:p>
              <a:pPr marL="0" marR="0" lvl="0" indent="0" algn="ctr" defTabSz="914378" rtl="0" eaLnBrk="1" fontAlgn="auto" latinLnBrk="0" hangingPunct="1">
                <a:lnSpc>
                  <a:spcPct val="106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accent1">
                      <a:lumMod val="50000"/>
                    </a:schemeClr>
                  </a:solidFill>
                  <a:effectLst/>
                  <a:uLnTx/>
                  <a:uFillTx/>
                  <a:latin typeface="+mj-lt"/>
                  <a:ea typeface="+mn-ea"/>
                  <a:cs typeface="+mn-cs"/>
                </a:rPr>
                <a:t>SAP Extension Suite</a:t>
              </a:r>
            </a:p>
          </p:txBody>
        </p:sp>
      </p:grpSp>
      <p:grpSp>
        <p:nvGrpSpPr>
          <p:cNvPr id="58" name="object 36">
            <a:extLst>
              <a:ext uri="{FF2B5EF4-FFF2-40B4-BE49-F238E27FC236}">
                <a16:creationId xmlns:a16="http://schemas.microsoft.com/office/drawing/2014/main" id="{86082518-AD1A-D53E-5C4C-64E93421CA50}"/>
              </a:ext>
            </a:extLst>
          </p:cNvPr>
          <p:cNvGrpSpPr/>
          <p:nvPr/>
        </p:nvGrpSpPr>
        <p:grpSpPr>
          <a:xfrm>
            <a:off x="500863" y="6376106"/>
            <a:ext cx="11190277" cy="62136"/>
            <a:chOff x="553212" y="7040880"/>
            <a:chExt cx="12350750" cy="68580"/>
          </a:xfrm>
        </p:grpSpPr>
        <p:sp>
          <p:nvSpPr>
            <p:cNvPr id="59" name="object 37">
              <a:extLst>
                <a:ext uri="{FF2B5EF4-FFF2-40B4-BE49-F238E27FC236}">
                  <a16:creationId xmlns:a16="http://schemas.microsoft.com/office/drawing/2014/main" id="{451736A5-4A35-8311-0226-BD42AA223F7A}"/>
                </a:ext>
              </a:extLst>
            </p:cNvPr>
            <p:cNvSpPr/>
            <p:nvPr/>
          </p:nvSpPr>
          <p:spPr>
            <a:xfrm>
              <a:off x="553212" y="7040880"/>
              <a:ext cx="701040" cy="68580"/>
            </a:xfrm>
            <a:custGeom>
              <a:avLst/>
              <a:gdLst/>
              <a:ahLst/>
              <a:cxnLst/>
              <a:rect l="l" t="t" r="r" b="b"/>
              <a:pathLst>
                <a:path w="701040" h="68579">
                  <a:moveTo>
                    <a:pt x="701040" y="0"/>
                  </a:moveTo>
                  <a:lnTo>
                    <a:pt x="0" y="0"/>
                  </a:lnTo>
                  <a:lnTo>
                    <a:pt x="0" y="68579"/>
                  </a:lnTo>
                  <a:lnTo>
                    <a:pt x="701040" y="68579"/>
                  </a:lnTo>
                  <a:lnTo>
                    <a:pt x="701040" y="0"/>
                  </a:lnTo>
                  <a:close/>
                </a:path>
              </a:pathLst>
            </a:custGeom>
            <a:solidFill>
              <a:srgbClr val="61B5E4">
                <a:alpha val="54901"/>
              </a:srgbClr>
            </a:solidFill>
          </p:spPr>
          <p:txBody>
            <a:bodyPr wrap="square" lIns="0" tIns="0" rIns="0" bIns="0" rtlCol="0"/>
            <a:lstStyle/>
            <a:p>
              <a:endParaRPr sz="1631"/>
            </a:p>
          </p:txBody>
        </p:sp>
        <p:sp>
          <p:nvSpPr>
            <p:cNvPr id="60" name="object 38">
              <a:extLst>
                <a:ext uri="{FF2B5EF4-FFF2-40B4-BE49-F238E27FC236}">
                  <a16:creationId xmlns:a16="http://schemas.microsoft.com/office/drawing/2014/main" id="{987AC4F9-F9F9-2999-30D3-BDDB5680979D}"/>
                </a:ext>
              </a:extLst>
            </p:cNvPr>
            <p:cNvSpPr/>
            <p:nvPr/>
          </p:nvSpPr>
          <p:spPr>
            <a:xfrm>
              <a:off x="1254252" y="7040880"/>
              <a:ext cx="701040" cy="68580"/>
            </a:xfrm>
            <a:custGeom>
              <a:avLst/>
              <a:gdLst/>
              <a:ahLst/>
              <a:cxnLst/>
              <a:rect l="l" t="t" r="r" b="b"/>
              <a:pathLst>
                <a:path w="701039" h="68579">
                  <a:moveTo>
                    <a:pt x="701040" y="0"/>
                  </a:moveTo>
                  <a:lnTo>
                    <a:pt x="0" y="0"/>
                  </a:lnTo>
                  <a:lnTo>
                    <a:pt x="0" y="68579"/>
                  </a:lnTo>
                  <a:lnTo>
                    <a:pt x="701040" y="68579"/>
                  </a:lnTo>
                  <a:lnTo>
                    <a:pt x="701040" y="0"/>
                  </a:lnTo>
                  <a:close/>
                </a:path>
              </a:pathLst>
            </a:custGeom>
            <a:solidFill>
              <a:srgbClr val="2292D2">
                <a:alpha val="70195"/>
              </a:srgbClr>
            </a:solidFill>
          </p:spPr>
          <p:txBody>
            <a:bodyPr wrap="square" lIns="0" tIns="0" rIns="0" bIns="0" rtlCol="0"/>
            <a:lstStyle/>
            <a:p>
              <a:endParaRPr sz="1631"/>
            </a:p>
          </p:txBody>
        </p:sp>
        <p:sp>
          <p:nvSpPr>
            <p:cNvPr id="61" name="object 39">
              <a:extLst>
                <a:ext uri="{FF2B5EF4-FFF2-40B4-BE49-F238E27FC236}">
                  <a16:creationId xmlns:a16="http://schemas.microsoft.com/office/drawing/2014/main" id="{14F09709-A534-0DEE-AC60-A723B609AC9D}"/>
                </a:ext>
              </a:extLst>
            </p:cNvPr>
            <p:cNvSpPr/>
            <p:nvPr/>
          </p:nvSpPr>
          <p:spPr>
            <a:xfrm>
              <a:off x="1955292" y="7040880"/>
              <a:ext cx="701040" cy="68580"/>
            </a:xfrm>
            <a:custGeom>
              <a:avLst/>
              <a:gdLst/>
              <a:ahLst/>
              <a:cxnLst/>
              <a:rect l="l" t="t" r="r" b="b"/>
              <a:pathLst>
                <a:path w="701039" h="68579">
                  <a:moveTo>
                    <a:pt x="701040" y="0"/>
                  </a:moveTo>
                  <a:lnTo>
                    <a:pt x="0" y="0"/>
                  </a:lnTo>
                  <a:lnTo>
                    <a:pt x="0" y="68579"/>
                  </a:lnTo>
                  <a:lnTo>
                    <a:pt x="701040" y="68579"/>
                  </a:lnTo>
                  <a:lnTo>
                    <a:pt x="701040" y="0"/>
                  </a:lnTo>
                  <a:close/>
                </a:path>
              </a:pathLst>
            </a:custGeom>
            <a:solidFill>
              <a:srgbClr val="17608B">
                <a:alpha val="85096"/>
              </a:srgbClr>
            </a:solidFill>
          </p:spPr>
          <p:txBody>
            <a:bodyPr wrap="square" lIns="0" tIns="0" rIns="0" bIns="0" rtlCol="0"/>
            <a:lstStyle/>
            <a:p>
              <a:endParaRPr sz="1631"/>
            </a:p>
          </p:txBody>
        </p:sp>
        <p:sp>
          <p:nvSpPr>
            <p:cNvPr id="62" name="object 40">
              <a:extLst>
                <a:ext uri="{FF2B5EF4-FFF2-40B4-BE49-F238E27FC236}">
                  <a16:creationId xmlns:a16="http://schemas.microsoft.com/office/drawing/2014/main" id="{1F8CD94F-FC8D-17C7-5A7A-A30CB51A7F50}"/>
                </a:ext>
              </a:extLst>
            </p:cNvPr>
            <p:cNvSpPr/>
            <p:nvPr/>
          </p:nvSpPr>
          <p:spPr>
            <a:xfrm>
              <a:off x="2656332" y="7040880"/>
              <a:ext cx="8144509" cy="68580"/>
            </a:xfrm>
            <a:custGeom>
              <a:avLst/>
              <a:gdLst/>
              <a:ahLst/>
              <a:cxnLst/>
              <a:rect l="l" t="t" r="r" b="b"/>
              <a:pathLst>
                <a:path w="8144509" h="68579">
                  <a:moveTo>
                    <a:pt x="8144256" y="0"/>
                  </a:moveTo>
                  <a:lnTo>
                    <a:pt x="0" y="0"/>
                  </a:lnTo>
                  <a:lnTo>
                    <a:pt x="0" y="68579"/>
                  </a:lnTo>
                  <a:lnTo>
                    <a:pt x="8144256" y="68579"/>
                  </a:lnTo>
                  <a:lnTo>
                    <a:pt x="8144256" y="0"/>
                  </a:lnTo>
                  <a:close/>
                </a:path>
              </a:pathLst>
            </a:custGeom>
            <a:solidFill>
              <a:srgbClr val="17608B"/>
            </a:solidFill>
          </p:spPr>
          <p:txBody>
            <a:bodyPr wrap="square" lIns="0" tIns="0" rIns="0" bIns="0" rtlCol="0"/>
            <a:lstStyle/>
            <a:p>
              <a:endParaRPr sz="1631"/>
            </a:p>
          </p:txBody>
        </p:sp>
        <p:sp>
          <p:nvSpPr>
            <p:cNvPr id="63" name="object 41">
              <a:extLst>
                <a:ext uri="{FF2B5EF4-FFF2-40B4-BE49-F238E27FC236}">
                  <a16:creationId xmlns:a16="http://schemas.microsoft.com/office/drawing/2014/main" id="{B1D9BBD9-0034-D574-99AD-CA456E951DB0}"/>
                </a:ext>
              </a:extLst>
            </p:cNvPr>
            <p:cNvSpPr/>
            <p:nvPr/>
          </p:nvSpPr>
          <p:spPr>
            <a:xfrm>
              <a:off x="10800588" y="7040880"/>
              <a:ext cx="701040" cy="68580"/>
            </a:xfrm>
            <a:custGeom>
              <a:avLst/>
              <a:gdLst/>
              <a:ahLst/>
              <a:cxnLst/>
              <a:rect l="l" t="t" r="r" b="b"/>
              <a:pathLst>
                <a:path w="701040" h="68579">
                  <a:moveTo>
                    <a:pt x="701040" y="0"/>
                  </a:moveTo>
                  <a:lnTo>
                    <a:pt x="0" y="0"/>
                  </a:lnTo>
                  <a:lnTo>
                    <a:pt x="0" y="68579"/>
                  </a:lnTo>
                  <a:lnTo>
                    <a:pt x="701040" y="68579"/>
                  </a:lnTo>
                  <a:lnTo>
                    <a:pt x="701040" y="0"/>
                  </a:lnTo>
                  <a:close/>
                </a:path>
              </a:pathLst>
            </a:custGeom>
            <a:solidFill>
              <a:srgbClr val="17608B">
                <a:alpha val="85096"/>
              </a:srgbClr>
            </a:solidFill>
          </p:spPr>
          <p:txBody>
            <a:bodyPr wrap="square" lIns="0" tIns="0" rIns="0" bIns="0" rtlCol="0"/>
            <a:lstStyle/>
            <a:p>
              <a:endParaRPr sz="1631"/>
            </a:p>
          </p:txBody>
        </p:sp>
        <p:sp>
          <p:nvSpPr>
            <p:cNvPr id="64" name="object 42">
              <a:extLst>
                <a:ext uri="{FF2B5EF4-FFF2-40B4-BE49-F238E27FC236}">
                  <a16:creationId xmlns:a16="http://schemas.microsoft.com/office/drawing/2014/main" id="{8A460A15-0360-BD2A-A6D1-9F382887174B}"/>
                </a:ext>
              </a:extLst>
            </p:cNvPr>
            <p:cNvSpPr/>
            <p:nvPr/>
          </p:nvSpPr>
          <p:spPr>
            <a:xfrm>
              <a:off x="11501628" y="7040880"/>
              <a:ext cx="701040" cy="68580"/>
            </a:xfrm>
            <a:custGeom>
              <a:avLst/>
              <a:gdLst/>
              <a:ahLst/>
              <a:cxnLst/>
              <a:rect l="l" t="t" r="r" b="b"/>
              <a:pathLst>
                <a:path w="701040" h="68579">
                  <a:moveTo>
                    <a:pt x="701040" y="0"/>
                  </a:moveTo>
                  <a:lnTo>
                    <a:pt x="0" y="0"/>
                  </a:lnTo>
                  <a:lnTo>
                    <a:pt x="0" y="68579"/>
                  </a:lnTo>
                  <a:lnTo>
                    <a:pt x="701040" y="68579"/>
                  </a:lnTo>
                  <a:lnTo>
                    <a:pt x="701040" y="0"/>
                  </a:lnTo>
                  <a:close/>
                </a:path>
              </a:pathLst>
            </a:custGeom>
            <a:solidFill>
              <a:srgbClr val="2292D2">
                <a:alpha val="70195"/>
              </a:srgbClr>
            </a:solidFill>
          </p:spPr>
          <p:txBody>
            <a:bodyPr wrap="square" lIns="0" tIns="0" rIns="0" bIns="0" rtlCol="0"/>
            <a:lstStyle/>
            <a:p>
              <a:endParaRPr sz="1631"/>
            </a:p>
          </p:txBody>
        </p:sp>
        <p:sp>
          <p:nvSpPr>
            <p:cNvPr id="65" name="object 43">
              <a:extLst>
                <a:ext uri="{FF2B5EF4-FFF2-40B4-BE49-F238E27FC236}">
                  <a16:creationId xmlns:a16="http://schemas.microsoft.com/office/drawing/2014/main" id="{9EF7D598-6501-2C3C-D782-C4FBDF396FF0}"/>
                </a:ext>
              </a:extLst>
            </p:cNvPr>
            <p:cNvSpPr/>
            <p:nvPr/>
          </p:nvSpPr>
          <p:spPr>
            <a:xfrm>
              <a:off x="12202668" y="7040880"/>
              <a:ext cx="701040" cy="68580"/>
            </a:xfrm>
            <a:custGeom>
              <a:avLst/>
              <a:gdLst/>
              <a:ahLst/>
              <a:cxnLst/>
              <a:rect l="l" t="t" r="r" b="b"/>
              <a:pathLst>
                <a:path w="701040" h="68579">
                  <a:moveTo>
                    <a:pt x="701040" y="0"/>
                  </a:moveTo>
                  <a:lnTo>
                    <a:pt x="0" y="0"/>
                  </a:lnTo>
                  <a:lnTo>
                    <a:pt x="0" y="68579"/>
                  </a:lnTo>
                  <a:lnTo>
                    <a:pt x="701040" y="68579"/>
                  </a:lnTo>
                  <a:lnTo>
                    <a:pt x="701040" y="0"/>
                  </a:lnTo>
                  <a:close/>
                </a:path>
              </a:pathLst>
            </a:custGeom>
            <a:solidFill>
              <a:srgbClr val="61B5E4">
                <a:alpha val="54901"/>
              </a:srgbClr>
            </a:solidFill>
          </p:spPr>
          <p:txBody>
            <a:bodyPr wrap="square" lIns="0" tIns="0" rIns="0" bIns="0" rtlCol="0"/>
            <a:lstStyle/>
            <a:p>
              <a:endParaRPr sz="1631"/>
            </a:p>
          </p:txBody>
        </p:sp>
      </p:grpSp>
      <p:sp>
        <p:nvSpPr>
          <p:cNvPr id="4" name="Rectangle 24">
            <a:extLst>
              <a:ext uri="{FF2B5EF4-FFF2-40B4-BE49-F238E27FC236}">
                <a16:creationId xmlns:a16="http://schemas.microsoft.com/office/drawing/2014/main" id="{F7D017B5-7F64-D6D1-0392-BBFB5C94E9F7}"/>
              </a:ext>
            </a:extLst>
          </p:cNvPr>
          <p:cNvSpPr/>
          <p:nvPr/>
        </p:nvSpPr>
        <p:spPr bwMode="gray">
          <a:xfrm>
            <a:off x="1353225" y="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Alliances</a:t>
            </a:r>
          </a:p>
        </p:txBody>
      </p:sp>
      <p:sp>
        <p:nvSpPr>
          <p:cNvPr id="66" name="Freeform 15">
            <a:extLst>
              <a:ext uri="{FF2B5EF4-FFF2-40B4-BE49-F238E27FC236}">
                <a16:creationId xmlns:a16="http://schemas.microsoft.com/office/drawing/2014/main" id="{4C4D9277-8C60-9523-3A52-3C55CD3B86C7}"/>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67" name="Freeform 16">
            <a:extLst>
              <a:ext uri="{FF2B5EF4-FFF2-40B4-BE49-F238E27FC236}">
                <a16:creationId xmlns:a16="http://schemas.microsoft.com/office/drawing/2014/main" id="{B5F77ABA-4822-9AF6-DAA4-4CF0EB296C88}"/>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68" name="Freeform 6">
            <a:extLst>
              <a:ext uri="{FF2B5EF4-FFF2-40B4-BE49-F238E27FC236}">
                <a16:creationId xmlns:a16="http://schemas.microsoft.com/office/drawing/2014/main" id="{64251320-3B19-D79E-B138-EF9832E8BE3B}"/>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69" name="Freeform 6">
            <a:extLst>
              <a:ext uri="{FF2B5EF4-FFF2-40B4-BE49-F238E27FC236}">
                <a16:creationId xmlns:a16="http://schemas.microsoft.com/office/drawing/2014/main" id="{40FF3A29-433F-93BE-8F52-902A5E5E4380}"/>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70" name="Freeform 15">
            <a:extLst>
              <a:ext uri="{FF2B5EF4-FFF2-40B4-BE49-F238E27FC236}">
                <a16:creationId xmlns:a16="http://schemas.microsoft.com/office/drawing/2014/main" id="{F2DDB99E-7554-A9C7-5A35-5D58EF04EEC5}"/>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71" name="Freeform 16">
            <a:extLst>
              <a:ext uri="{FF2B5EF4-FFF2-40B4-BE49-F238E27FC236}">
                <a16:creationId xmlns:a16="http://schemas.microsoft.com/office/drawing/2014/main" id="{CDDF5C84-17AB-49F6-8147-C672DB9A327F}"/>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72" name="Freeform 6">
            <a:extLst>
              <a:ext uri="{FF2B5EF4-FFF2-40B4-BE49-F238E27FC236}">
                <a16:creationId xmlns:a16="http://schemas.microsoft.com/office/drawing/2014/main" id="{75807100-84E5-46C0-687C-5D2556F193A8}"/>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73" name="Freeform 6">
            <a:extLst>
              <a:ext uri="{FF2B5EF4-FFF2-40B4-BE49-F238E27FC236}">
                <a16:creationId xmlns:a16="http://schemas.microsoft.com/office/drawing/2014/main" id="{5F443B7F-E07C-22A5-61B0-D6428B0EC96E}"/>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3416320151"/>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Eminence &amp; Thought Leadership</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3" y="3429000"/>
            <a:ext cx="7106888" cy="1015663"/>
          </a:xfrm>
          <a:prstGeom prst="rect">
            <a:avLst/>
          </a:prstGeom>
          <a:noFill/>
        </p:spPr>
        <p:txBody>
          <a:bodyPr wrap="square">
            <a:spAutoFit/>
          </a:bodyPr>
          <a:lstStyle/>
          <a:p>
            <a:r>
              <a:rPr lang="en-US" sz="2000" dirty="0">
                <a:solidFill>
                  <a:schemeClr val="bg1"/>
                </a:solidFill>
              </a:rPr>
              <a:t>Deloitte sets the standard in the utilities industry, delivering exceptional advisory services and driving forward thought leadership initiatives</a:t>
            </a:r>
          </a:p>
        </p:txBody>
      </p:sp>
    </p:spTree>
    <p:extLst>
      <p:ext uri="{BB962C8B-B14F-4D97-AF65-F5344CB8AC3E}">
        <p14:creationId xmlns:p14="http://schemas.microsoft.com/office/powerpoint/2010/main" val="2619959915"/>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1BB569FB-9D96-0D8B-FEAB-684F0EC99364}"/>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1BB569FB-9D96-0D8B-FEAB-684F0EC9936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58658893-DD4E-0369-76FC-0BDE9C9479BD}"/>
              </a:ext>
            </a:extLst>
          </p:cNvPr>
          <p:cNvSpPr>
            <a:spLocks noGrp="1"/>
          </p:cNvSpPr>
          <p:nvPr>
            <p:ph type="body" sz="quarter" idx="13"/>
          </p:nvPr>
        </p:nvSpPr>
        <p:spPr/>
        <p:txBody>
          <a:bodyPr/>
          <a:lstStyle/>
          <a:p>
            <a:r>
              <a:rPr lang="en-US" dirty="0"/>
              <a:t>Deloitte is at the forefront of Advisory and Thought Leadership in the utilities industry</a:t>
            </a:r>
          </a:p>
        </p:txBody>
      </p:sp>
      <p:sp>
        <p:nvSpPr>
          <p:cNvPr id="3" name="Title 2">
            <a:extLst>
              <a:ext uri="{FF2B5EF4-FFF2-40B4-BE49-F238E27FC236}">
                <a16:creationId xmlns:a16="http://schemas.microsoft.com/office/drawing/2014/main" id="{5C343754-BADF-8BAC-E124-AD996D42EDE6}"/>
              </a:ext>
            </a:extLst>
          </p:cNvPr>
          <p:cNvSpPr>
            <a:spLocks noGrp="1"/>
          </p:cNvSpPr>
          <p:nvPr>
            <p:ph type="title"/>
          </p:nvPr>
        </p:nvSpPr>
        <p:spPr/>
        <p:txBody>
          <a:bodyPr vert="horz"/>
          <a:lstStyle/>
          <a:p>
            <a:r>
              <a:rPr lang="en-US" dirty="0"/>
              <a:t>Our Publications in Power &amp; Utilities Sector [1/2]</a:t>
            </a:r>
          </a:p>
        </p:txBody>
      </p:sp>
      <p:pic>
        <p:nvPicPr>
          <p:cNvPr id="6" name="Picture 5">
            <a:extLst>
              <a:ext uri="{FF2B5EF4-FFF2-40B4-BE49-F238E27FC236}">
                <a16:creationId xmlns:a16="http://schemas.microsoft.com/office/drawing/2014/main" id="{B96B07CC-A5B0-99AB-1434-21A4CF6A72C8}"/>
              </a:ext>
            </a:extLst>
          </p:cNvPr>
          <p:cNvPicPr preferRelativeResize="0">
            <a:picLocks/>
          </p:cNvPicPr>
          <p:nvPr/>
        </p:nvPicPr>
        <p:blipFill rotWithShape="1">
          <a:blip r:embed="rId5" cstate="print">
            <a:extLst>
              <a:ext uri="{28A0092B-C50C-407E-A947-70E740481C1C}">
                <a14:useLocalDpi xmlns:a14="http://schemas.microsoft.com/office/drawing/2010/main"/>
              </a:ext>
            </a:extLst>
          </a:blip>
          <a:srcRect/>
          <a:stretch/>
        </p:blipFill>
        <p:spPr>
          <a:xfrm>
            <a:off x="501648" y="4535084"/>
            <a:ext cx="1080000" cy="1422567"/>
          </a:xfrm>
          <a:prstGeom prst="rect">
            <a:avLst/>
          </a:prstGeom>
          <a:ln w="12700">
            <a:solidFill>
              <a:schemeClr val="bg1">
                <a:lumMod val="65000"/>
              </a:schemeClr>
            </a:solidFill>
          </a:ln>
          <a:effectLst>
            <a:outerShdw blurRad="50800" dist="38100" dir="2700000" algn="tl" rotWithShape="0">
              <a:prstClr val="black">
                <a:alpha val="40000"/>
              </a:prstClr>
            </a:outerShdw>
          </a:effectLst>
        </p:spPr>
      </p:pic>
      <p:sp>
        <p:nvSpPr>
          <p:cNvPr id="7" name="Rectangle 6">
            <a:extLst>
              <a:ext uri="{FF2B5EF4-FFF2-40B4-BE49-F238E27FC236}">
                <a16:creationId xmlns:a16="http://schemas.microsoft.com/office/drawing/2014/main" id="{F551EC13-A8AA-CA64-B155-E79473845100}"/>
              </a:ext>
            </a:extLst>
          </p:cNvPr>
          <p:cNvSpPr/>
          <p:nvPr/>
        </p:nvSpPr>
        <p:spPr>
          <a:xfrm>
            <a:off x="1673513" y="4653897"/>
            <a:ext cx="2434412" cy="1184940"/>
          </a:xfrm>
          <a:prstGeom prst="rect">
            <a:avLst/>
          </a:prstGeom>
        </p:spPr>
        <p:txBody>
          <a:bodyPr wrap="square" r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mj-lt"/>
                <a:ea typeface="+mn-ea"/>
                <a:cs typeface="+mn-cs"/>
              </a:rPr>
              <a:t>Widening the Lens: Big-Picture Thinking on Disruptive Innovation in the Retail Power Sector</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1200" cap="none" spc="0" normalizeH="0" baseline="0" noProof="0" dirty="0">
                <a:ln>
                  <a:noFill/>
                </a:ln>
                <a:solidFill>
                  <a:prstClr val="black"/>
                </a:solidFill>
                <a:effectLst/>
                <a:uLnTx/>
                <a:uFillTx/>
                <a:latin typeface="+mj-lt"/>
                <a:ea typeface="+mn-ea"/>
                <a:cs typeface="+mn-cs"/>
              </a:rPr>
              <a:t>This report shares how some companies are disrupting the retail power sector by innovating across the business.</a:t>
            </a:r>
          </a:p>
        </p:txBody>
      </p:sp>
      <p:sp>
        <p:nvSpPr>
          <p:cNvPr id="8" name="Rectangle 7">
            <a:extLst>
              <a:ext uri="{FF2B5EF4-FFF2-40B4-BE49-F238E27FC236}">
                <a16:creationId xmlns:a16="http://schemas.microsoft.com/office/drawing/2014/main" id="{96D20288-F4FF-9255-349A-F8DFDE8A6930}"/>
              </a:ext>
            </a:extLst>
          </p:cNvPr>
          <p:cNvSpPr/>
          <p:nvPr/>
        </p:nvSpPr>
        <p:spPr>
          <a:xfrm>
            <a:off x="5414240" y="1358391"/>
            <a:ext cx="2456817" cy="1523494"/>
          </a:xfrm>
          <a:prstGeom prst="rect">
            <a:avLst/>
          </a:prstGeom>
        </p:spPr>
        <p:txBody>
          <a:bodyPr wrap="square" lIns="91440" tIns="45720" rIns="0" bIns="45720" anchor="ctr">
            <a:spAutoFit/>
          </a:bodyPr>
          <a:lstStyle/>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A Market Approach for Valuing Offshore Wind Farm Assets</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0" cap="none" spc="0" normalizeH="0" baseline="0" noProof="0" dirty="0">
                <a:ln>
                  <a:noFill/>
                </a:ln>
                <a:solidFill>
                  <a:srgbClr val="000000"/>
                </a:solidFill>
                <a:effectLst/>
                <a:uLnTx/>
                <a:uFillTx/>
                <a:latin typeface="+mj-lt"/>
                <a:ea typeface="+mn-ea"/>
                <a:cs typeface="+mn-cs"/>
              </a:rPr>
              <a:t>Our analysis of offshore wind farm transactions have led to the conclusion that installed capacity, capacity under construction and capacity in </a:t>
            </a:r>
            <a:r>
              <a:rPr lang="en-US" sz="1100" kern="0">
                <a:solidFill>
                  <a:srgbClr val="000000"/>
                </a:solidFill>
                <a:latin typeface="+mj-lt"/>
              </a:rPr>
              <a:t>late-stage</a:t>
            </a:r>
            <a:r>
              <a:rPr kumimoji="0" lang="en-US" sz="1100" b="0" i="0" u="none" strike="noStrike" kern="0" cap="none" spc="0" normalizeH="0" baseline="0" noProof="0" dirty="0">
                <a:ln>
                  <a:noFill/>
                </a:ln>
                <a:solidFill>
                  <a:srgbClr val="000000"/>
                </a:solidFill>
                <a:effectLst/>
                <a:uLnTx/>
                <a:uFillTx/>
                <a:latin typeface="+mj-lt"/>
                <a:ea typeface="+mn-ea"/>
                <a:cs typeface="+mn-cs"/>
              </a:rPr>
              <a:t> pipeline affect the enterprise value of transactions.</a:t>
            </a:r>
            <a:endParaRPr lang="en-US" sz="1100" b="0" i="0" u="none" strike="noStrike" kern="0" cap="none" spc="0" normalizeH="0" baseline="0" noProof="0">
              <a:ln>
                <a:noFill/>
              </a:ln>
              <a:solidFill>
                <a:srgbClr val="000000"/>
              </a:solidFill>
              <a:effectLst/>
              <a:uLnTx/>
              <a:uFillTx/>
              <a:latin typeface="+mj-lt"/>
              <a:cs typeface="Calibri Light"/>
            </a:endParaRPr>
          </a:p>
        </p:txBody>
      </p:sp>
      <p:pic>
        <p:nvPicPr>
          <p:cNvPr id="9" name="Picture 8">
            <a:hlinkClick r:id="rId6"/>
            <a:extLst>
              <a:ext uri="{FF2B5EF4-FFF2-40B4-BE49-F238E27FC236}">
                <a16:creationId xmlns:a16="http://schemas.microsoft.com/office/drawing/2014/main" id="{7DD63ABB-0632-7E4A-EE8F-97A85BFEE7D5}"/>
              </a:ext>
            </a:extLst>
          </p:cNvPr>
          <p:cNvPicPr preferRelativeResize="0">
            <a:picLocks/>
          </p:cNvPicPr>
          <p:nvPr/>
        </p:nvPicPr>
        <p:blipFill>
          <a:blip r:embed="rId7"/>
          <a:stretch>
            <a:fillRect/>
          </a:stretch>
        </p:blipFill>
        <p:spPr>
          <a:xfrm>
            <a:off x="4258384" y="1408855"/>
            <a:ext cx="1080000" cy="1422567"/>
          </a:xfrm>
          <a:prstGeom prst="rect">
            <a:avLst/>
          </a:prstGeom>
          <a:effectLst>
            <a:outerShdw blurRad="50800" dist="38100" dir="2700000" algn="tl" rotWithShape="0">
              <a:prstClr val="black">
                <a:alpha val="40000"/>
              </a:prstClr>
            </a:outerShdw>
          </a:effectLst>
        </p:spPr>
      </p:pic>
      <p:pic>
        <p:nvPicPr>
          <p:cNvPr id="10" name="Picture 9">
            <a:extLst>
              <a:ext uri="{FF2B5EF4-FFF2-40B4-BE49-F238E27FC236}">
                <a16:creationId xmlns:a16="http://schemas.microsoft.com/office/drawing/2014/main" id="{CBFEDD37-1B8A-6103-5EB9-BD34743A12B2}"/>
              </a:ext>
            </a:extLst>
          </p:cNvPr>
          <p:cNvPicPr preferRelativeResize="0">
            <a:picLocks/>
          </p:cNvPicPr>
          <p:nvPr/>
        </p:nvPicPr>
        <p:blipFill>
          <a:blip r:embed="rId8" cstate="print">
            <a:extLst>
              <a:ext uri="{28A0092B-C50C-407E-A947-70E740481C1C}">
                <a14:useLocalDpi xmlns:a14="http://schemas.microsoft.com/office/drawing/2010/main"/>
              </a:ext>
            </a:extLst>
          </a:blip>
          <a:stretch>
            <a:fillRect/>
          </a:stretch>
        </p:blipFill>
        <p:spPr>
          <a:xfrm>
            <a:off x="501648" y="2958321"/>
            <a:ext cx="1080000" cy="1422567"/>
          </a:xfrm>
          <a:prstGeom prst="rect">
            <a:avLst/>
          </a:prstGeom>
          <a:effectLst>
            <a:outerShdw blurRad="50800" dist="38100" dir="2700000" algn="tl" rotWithShape="0">
              <a:prstClr val="black">
                <a:alpha val="40000"/>
              </a:prstClr>
            </a:outerShdw>
          </a:effectLst>
        </p:spPr>
      </p:pic>
      <p:sp>
        <p:nvSpPr>
          <p:cNvPr id="11" name="Rectangle 10">
            <a:extLst>
              <a:ext uri="{FF2B5EF4-FFF2-40B4-BE49-F238E27FC236}">
                <a16:creationId xmlns:a16="http://schemas.microsoft.com/office/drawing/2014/main" id="{D3B1B394-55EC-B738-9AA8-1C9D4DC94E86}"/>
              </a:ext>
            </a:extLst>
          </p:cNvPr>
          <p:cNvSpPr/>
          <p:nvPr/>
        </p:nvSpPr>
        <p:spPr>
          <a:xfrm>
            <a:off x="1673513" y="3161773"/>
            <a:ext cx="2434412" cy="1015663"/>
          </a:xfrm>
          <a:prstGeom prst="rect">
            <a:avLst/>
          </a:prstGeom>
        </p:spPr>
        <p:txBody>
          <a:bodyPr wrap="square" rIns="0">
            <a:spAutoFit/>
          </a:bodyPr>
          <a:lstStyle/>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Powering the future of mobility</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0" cap="none" spc="0" normalizeH="0" baseline="0" noProof="0" dirty="0">
                <a:ln>
                  <a:noFill/>
                </a:ln>
                <a:solidFill>
                  <a:srgbClr val="000000"/>
                </a:solidFill>
                <a:effectLst/>
                <a:uLnTx/>
                <a:uFillTx/>
                <a:latin typeface="+mj-lt"/>
                <a:ea typeface="+mn-ea"/>
                <a:cs typeface="+mn-cs"/>
              </a:rPr>
              <a:t>The report takes a look at the sales of electric vehicles globally and analyzes how utilities can promote and prepare for increased EV adoption. </a:t>
            </a:r>
          </a:p>
        </p:txBody>
      </p:sp>
      <p:pic>
        <p:nvPicPr>
          <p:cNvPr id="12" name="Picture 11">
            <a:extLst>
              <a:ext uri="{FF2B5EF4-FFF2-40B4-BE49-F238E27FC236}">
                <a16:creationId xmlns:a16="http://schemas.microsoft.com/office/drawing/2014/main" id="{29CE57A1-CC41-691F-40F1-D149B02EB9B6}"/>
              </a:ext>
            </a:extLst>
          </p:cNvPr>
          <p:cNvPicPr preferRelativeResize="0">
            <a:picLocks/>
          </p:cNvPicPr>
          <p:nvPr/>
        </p:nvPicPr>
        <p:blipFill rotWithShape="1">
          <a:blip r:embed="rId9" cstate="print">
            <a:extLst>
              <a:ext uri="{28A0092B-C50C-407E-A947-70E740481C1C}">
                <a14:useLocalDpi xmlns:a14="http://schemas.microsoft.com/office/drawing/2010/main"/>
              </a:ext>
            </a:extLst>
          </a:blip>
          <a:srcRect/>
          <a:stretch/>
        </p:blipFill>
        <p:spPr>
          <a:xfrm>
            <a:off x="4258384" y="2958321"/>
            <a:ext cx="1080000" cy="1422567"/>
          </a:xfrm>
          <a:prstGeom prst="rect">
            <a:avLst/>
          </a:prstGeom>
          <a:ln w="12700">
            <a:solidFill>
              <a:schemeClr val="bg1">
                <a:lumMod val="65000"/>
              </a:schemeClr>
            </a:solidFill>
          </a:ln>
          <a:effectLst>
            <a:outerShdw blurRad="50800" dist="38100" dir="2700000" algn="tl" rotWithShape="0">
              <a:prstClr val="black">
                <a:alpha val="40000"/>
              </a:prstClr>
            </a:outerShdw>
          </a:effectLst>
        </p:spPr>
      </p:pic>
      <p:sp>
        <p:nvSpPr>
          <p:cNvPr id="13" name="Rectangle 12">
            <a:extLst>
              <a:ext uri="{FF2B5EF4-FFF2-40B4-BE49-F238E27FC236}">
                <a16:creationId xmlns:a16="http://schemas.microsoft.com/office/drawing/2014/main" id="{1130E374-336B-9399-0372-285030AC0506}"/>
              </a:ext>
            </a:extLst>
          </p:cNvPr>
          <p:cNvSpPr/>
          <p:nvPr/>
        </p:nvSpPr>
        <p:spPr>
          <a:xfrm>
            <a:off x="5414239" y="3077134"/>
            <a:ext cx="2456817" cy="1184940"/>
          </a:xfrm>
          <a:prstGeom prst="rect">
            <a:avLst/>
          </a:prstGeom>
        </p:spPr>
        <p:txBody>
          <a:bodyPr wrap="square" rIns="0">
            <a:spAutoFit/>
          </a:bodyPr>
          <a:lstStyle/>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Managing Variable and Distributed Energy Resources</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1200" cap="none" spc="0" normalizeH="0" baseline="0" noProof="0" dirty="0">
                <a:ln>
                  <a:noFill/>
                </a:ln>
                <a:solidFill>
                  <a:prstClr val="black"/>
                </a:solidFill>
                <a:effectLst/>
                <a:uLnTx/>
                <a:uFillTx/>
                <a:latin typeface="+mj-lt"/>
                <a:ea typeface="+mn-ea"/>
                <a:cs typeface="+mn-cs"/>
              </a:rPr>
              <a:t>This article discusses dispatchable Distributed Energy Resources (DER) as a solution to manage wind and solar variability.</a:t>
            </a:r>
          </a:p>
        </p:txBody>
      </p:sp>
      <p:sp>
        <p:nvSpPr>
          <p:cNvPr id="14" name="Rectangle 13">
            <a:extLst>
              <a:ext uri="{FF2B5EF4-FFF2-40B4-BE49-F238E27FC236}">
                <a16:creationId xmlns:a16="http://schemas.microsoft.com/office/drawing/2014/main" id="{7F75C35B-E512-32A3-EB1E-97CDDFE6DE99}"/>
              </a:ext>
            </a:extLst>
          </p:cNvPr>
          <p:cNvSpPr/>
          <p:nvPr/>
        </p:nvSpPr>
        <p:spPr>
          <a:xfrm>
            <a:off x="1673513" y="1612307"/>
            <a:ext cx="2434412" cy="1015663"/>
          </a:xfrm>
          <a:prstGeom prst="rect">
            <a:avLst/>
          </a:prstGeom>
        </p:spPr>
        <p:txBody>
          <a:bodyPr wrap="square" rIns="0" anchor="ctr">
            <a:spAutoFit/>
          </a:bodyPr>
          <a:lstStyle/>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Power &amp; Utilities Sector Evolution Unlocking Value through M&amp;A</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0" cap="none" spc="0" normalizeH="0" baseline="0" noProof="0" dirty="0">
                <a:ln>
                  <a:noFill/>
                </a:ln>
                <a:solidFill>
                  <a:srgbClr val="000000"/>
                </a:solidFill>
                <a:effectLst/>
                <a:uLnTx/>
                <a:uFillTx/>
                <a:latin typeface="+mj-lt"/>
                <a:ea typeface="+mn-ea"/>
                <a:cs typeface="+mn-cs"/>
              </a:rPr>
              <a:t>This report covers key areas acquirers should look at when embarking on a M&amp;A activity.</a:t>
            </a:r>
          </a:p>
        </p:txBody>
      </p:sp>
      <p:sp>
        <p:nvSpPr>
          <p:cNvPr id="15" name="Rectangle 14">
            <a:extLst>
              <a:ext uri="{FF2B5EF4-FFF2-40B4-BE49-F238E27FC236}">
                <a16:creationId xmlns:a16="http://schemas.microsoft.com/office/drawing/2014/main" id="{06D42BFD-8275-A85E-30E3-BB97280DE486}"/>
              </a:ext>
            </a:extLst>
          </p:cNvPr>
          <p:cNvSpPr/>
          <p:nvPr/>
        </p:nvSpPr>
        <p:spPr>
          <a:xfrm>
            <a:off x="5407844" y="4653897"/>
            <a:ext cx="2456817" cy="1184940"/>
          </a:xfrm>
          <a:prstGeom prst="rect">
            <a:avLst/>
          </a:prstGeom>
        </p:spPr>
        <p:txBody>
          <a:bodyPr wrap="square" rIns="0">
            <a:spAutoFit/>
          </a:bodyPr>
          <a:lstStyle/>
          <a:p>
            <a:pPr marL="9525" marR="0" lvl="1" indent="0" algn="l" defTabSz="914400" rtl="0" eaLnBrk="1" fontAlgn="auto" latinLnBrk="0" hangingPunct="1">
              <a:lnSpc>
                <a:spcPct val="100000"/>
              </a:lnSpc>
              <a:spcBef>
                <a:spcPts val="0"/>
              </a:spcBef>
              <a:spcAft>
                <a:spcPts val="0"/>
              </a:spcAft>
              <a:buClrTx/>
              <a:buSzPct val="100000"/>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Energy-as-a-Service</a:t>
            </a:r>
          </a:p>
          <a:p>
            <a:pPr marL="9525" marR="0" lvl="1" indent="0" algn="l" defTabSz="914400" rtl="0" eaLnBrk="1" fontAlgn="auto" latinLnBrk="0" hangingPunct="1">
              <a:lnSpc>
                <a:spcPct val="100000"/>
              </a:lnSpc>
              <a:spcBef>
                <a:spcPts val="0"/>
              </a:spcBef>
              <a:spcAft>
                <a:spcPts val="0"/>
              </a:spcAft>
              <a:buClrTx/>
              <a:buSzPct val="100000"/>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The lights are on. Is anyone home?</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0" cap="none" spc="0" normalizeH="0" baseline="0" noProof="0" dirty="0">
                <a:ln>
                  <a:noFill/>
                </a:ln>
                <a:solidFill>
                  <a:srgbClr val="000000"/>
                </a:solidFill>
                <a:effectLst/>
                <a:uLnTx/>
                <a:uFillTx/>
                <a:latin typeface="+mj-lt"/>
                <a:ea typeface="+mn-ea"/>
                <a:cs typeface="+mn-cs"/>
              </a:rPr>
              <a:t>This report studies the deployment of distributed generation, adoption of new technologies, installation of utility scale storage in the utilities landscape</a:t>
            </a:r>
          </a:p>
        </p:txBody>
      </p:sp>
      <p:pic>
        <p:nvPicPr>
          <p:cNvPr id="16" name="Picture 15">
            <a:extLst>
              <a:ext uri="{FF2B5EF4-FFF2-40B4-BE49-F238E27FC236}">
                <a16:creationId xmlns:a16="http://schemas.microsoft.com/office/drawing/2014/main" id="{8017E090-AC12-DF8D-8729-DB7B1420EDB0}"/>
              </a:ext>
            </a:extLst>
          </p:cNvPr>
          <p:cNvPicPr preferRelativeResize="0">
            <a:picLocks/>
          </p:cNvPicPr>
          <p:nvPr/>
        </p:nvPicPr>
        <p:blipFill>
          <a:blip r:embed="rId10" cstate="print">
            <a:extLst>
              <a:ext uri="{28A0092B-C50C-407E-A947-70E740481C1C}">
                <a14:useLocalDpi xmlns:a14="http://schemas.microsoft.com/office/drawing/2010/main"/>
              </a:ext>
            </a:extLst>
          </a:blip>
          <a:stretch>
            <a:fillRect/>
          </a:stretch>
        </p:blipFill>
        <p:spPr>
          <a:xfrm>
            <a:off x="501648" y="1408855"/>
            <a:ext cx="1080000" cy="1422567"/>
          </a:xfrm>
          <a:prstGeom prst="rect">
            <a:avLst/>
          </a:prstGeom>
          <a:effectLst>
            <a:outerShdw blurRad="50800" dist="38100" dir="2700000" algn="tl" rotWithShape="0">
              <a:prstClr val="black">
                <a:alpha val="40000"/>
              </a:prstClr>
            </a:outerShdw>
          </a:effectLst>
        </p:spPr>
      </p:pic>
      <p:pic>
        <p:nvPicPr>
          <p:cNvPr id="17" name="Picture 16">
            <a:extLst>
              <a:ext uri="{FF2B5EF4-FFF2-40B4-BE49-F238E27FC236}">
                <a16:creationId xmlns:a16="http://schemas.microsoft.com/office/drawing/2014/main" id="{CFA2991E-EC11-0BF6-67A4-79826C85A411}"/>
              </a:ext>
            </a:extLst>
          </p:cNvPr>
          <p:cNvPicPr preferRelativeResize="0">
            <a:picLocks/>
          </p:cNvPicPr>
          <p:nvPr/>
        </p:nvPicPr>
        <p:blipFill>
          <a:blip r:embed="rId11" cstate="print">
            <a:extLst>
              <a:ext uri="{28A0092B-C50C-407E-A947-70E740481C1C}">
                <a14:useLocalDpi xmlns:a14="http://schemas.microsoft.com/office/drawing/2010/main"/>
              </a:ext>
            </a:extLst>
          </a:blip>
          <a:stretch>
            <a:fillRect/>
          </a:stretch>
        </p:blipFill>
        <p:spPr>
          <a:xfrm>
            <a:off x="4258384" y="4535084"/>
            <a:ext cx="1080000" cy="1422567"/>
          </a:xfrm>
          <a:prstGeom prst="rect">
            <a:avLst/>
          </a:prstGeom>
          <a:ln>
            <a:noFill/>
          </a:ln>
          <a:effectLst>
            <a:outerShdw blurRad="50800" dist="38100" dir="2700000" algn="tl" rotWithShape="0">
              <a:prstClr val="black">
                <a:alpha val="40000"/>
              </a:prstClr>
            </a:outerShdw>
          </a:effectLst>
        </p:spPr>
      </p:pic>
      <p:pic>
        <p:nvPicPr>
          <p:cNvPr id="18" name="Picture 17">
            <a:extLst>
              <a:ext uri="{FF2B5EF4-FFF2-40B4-BE49-F238E27FC236}">
                <a16:creationId xmlns:a16="http://schemas.microsoft.com/office/drawing/2014/main" id="{27B2C5ED-FFC0-8325-DD4F-D82A5B4119BA}"/>
              </a:ext>
            </a:extLst>
          </p:cNvPr>
          <p:cNvPicPr>
            <a:picLocks/>
          </p:cNvPicPr>
          <p:nvPr/>
        </p:nvPicPr>
        <p:blipFill rotWithShape="1">
          <a:blip r:embed="rId12"/>
          <a:srcRect l="25972" t="17865" r="41770" b="6228"/>
          <a:stretch/>
        </p:blipFill>
        <p:spPr>
          <a:xfrm>
            <a:off x="8050850" y="1410315"/>
            <a:ext cx="1080000" cy="1419647"/>
          </a:xfrm>
          <a:prstGeom prst="rect">
            <a:avLst/>
          </a:prstGeom>
          <a:effectLst>
            <a:outerShdw blurRad="50800" dist="38100" dir="2700000" algn="tl" rotWithShape="0">
              <a:prstClr val="black">
                <a:alpha val="40000"/>
              </a:prstClr>
            </a:outerShdw>
          </a:effectLst>
        </p:spPr>
      </p:pic>
      <p:sp>
        <p:nvSpPr>
          <p:cNvPr id="19" name="Rectangle 18">
            <a:extLst>
              <a:ext uri="{FF2B5EF4-FFF2-40B4-BE49-F238E27FC236}">
                <a16:creationId xmlns:a16="http://schemas.microsoft.com/office/drawing/2014/main" id="{56D8557B-4960-25C9-E7A8-8E2C45DE9E34}"/>
              </a:ext>
            </a:extLst>
          </p:cNvPr>
          <p:cNvSpPr/>
          <p:nvPr/>
        </p:nvSpPr>
        <p:spPr>
          <a:xfrm>
            <a:off x="9258876" y="1358391"/>
            <a:ext cx="2447473" cy="1523494"/>
          </a:xfrm>
          <a:prstGeom prst="rect">
            <a:avLst/>
          </a:prstGeom>
        </p:spPr>
        <p:txBody>
          <a:bodyPr wrap="square" rIns="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Energy management: Paused by pandemic, but poised to prevail - Deloitte Resources 2020 Study</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0" cap="none" spc="0" normalizeH="0" baseline="0" noProof="0" dirty="0">
                <a:ln>
                  <a:noFill/>
                </a:ln>
                <a:solidFill>
                  <a:srgbClr val="000000"/>
                </a:solidFill>
                <a:effectLst/>
                <a:uLnTx/>
                <a:uFillTx/>
                <a:latin typeface="+mj-lt"/>
                <a:ea typeface="+mn-ea"/>
                <a:cs typeface="+mn-cs"/>
              </a:rPr>
              <a:t>With the COVID-19 pandemic sending the economy into recession, energy and resource use by US businesses and residential consumers are bound to be affected. </a:t>
            </a:r>
          </a:p>
        </p:txBody>
      </p:sp>
      <p:pic>
        <p:nvPicPr>
          <p:cNvPr id="20" name="Picture 19">
            <a:extLst>
              <a:ext uri="{FF2B5EF4-FFF2-40B4-BE49-F238E27FC236}">
                <a16:creationId xmlns:a16="http://schemas.microsoft.com/office/drawing/2014/main" id="{9F24E9DD-E884-D636-29DE-F4FD8D7970C8}"/>
              </a:ext>
            </a:extLst>
          </p:cNvPr>
          <p:cNvPicPr>
            <a:picLocks/>
          </p:cNvPicPr>
          <p:nvPr/>
        </p:nvPicPr>
        <p:blipFill rotWithShape="1">
          <a:blip r:embed="rId13"/>
          <a:srcRect l="20769" t="20965" r="46365" b="7912"/>
          <a:stretch/>
        </p:blipFill>
        <p:spPr>
          <a:xfrm>
            <a:off x="8050850" y="2986306"/>
            <a:ext cx="1080000" cy="1366596"/>
          </a:xfrm>
          <a:prstGeom prst="rect">
            <a:avLst/>
          </a:prstGeom>
          <a:effectLst>
            <a:outerShdw blurRad="50800" dist="38100" dir="2700000" algn="tl" rotWithShape="0">
              <a:prstClr val="black">
                <a:alpha val="40000"/>
              </a:prstClr>
            </a:outerShdw>
          </a:effectLst>
        </p:spPr>
      </p:pic>
      <p:sp>
        <p:nvSpPr>
          <p:cNvPr id="21" name="Rectangle 20">
            <a:extLst>
              <a:ext uri="{FF2B5EF4-FFF2-40B4-BE49-F238E27FC236}">
                <a16:creationId xmlns:a16="http://schemas.microsoft.com/office/drawing/2014/main" id="{4725CFCE-CE4D-735D-0B62-47BE4D474F3C}"/>
              </a:ext>
            </a:extLst>
          </p:cNvPr>
          <p:cNvSpPr/>
          <p:nvPr/>
        </p:nvSpPr>
        <p:spPr>
          <a:xfrm>
            <a:off x="9288684" y="3077134"/>
            <a:ext cx="2447473" cy="1184940"/>
          </a:xfrm>
          <a:prstGeom prst="rect">
            <a:avLst/>
          </a:prstGeom>
        </p:spPr>
        <p:txBody>
          <a:bodyPr wrap="square" r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2020 Renewable Energy Industry Outlook: A midyear update</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0" cap="none" spc="0" normalizeH="0" baseline="0" noProof="0" dirty="0">
                <a:ln>
                  <a:noFill/>
                </a:ln>
                <a:solidFill>
                  <a:srgbClr val="000000"/>
                </a:solidFill>
                <a:effectLst/>
                <a:uLnTx/>
                <a:uFillTx/>
                <a:latin typeface="+mj-lt"/>
                <a:ea typeface="+mn-ea"/>
                <a:cs typeface="+mn-cs"/>
              </a:rPr>
              <a:t>Our midyear 2020 renewable energy industry outlook explores major trends and what it means for companies in the industry.</a:t>
            </a:r>
          </a:p>
        </p:txBody>
      </p:sp>
      <p:pic>
        <p:nvPicPr>
          <p:cNvPr id="22" name="Picture 21">
            <a:extLst>
              <a:ext uri="{FF2B5EF4-FFF2-40B4-BE49-F238E27FC236}">
                <a16:creationId xmlns:a16="http://schemas.microsoft.com/office/drawing/2014/main" id="{24A4674E-3593-ED7E-0C9D-9C0B60BDE9FE}"/>
              </a:ext>
            </a:extLst>
          </p:cNvPr>
          <p:cNvPicPr>
            <a:picLocks/>
          </p:cNvPicPr>
          <p:nvPr/>
        </p:nvPicPr>
        <p:blipFill rotWithShape="1">
          <a:blip r:embed="rId14"/>
          <a:srcRect l="27841" t="18773" r="42893" b="5777"/>
          <a:stretch/>
        </p:blipFill>
        <p:spPr>
          <a:xfrm>
            <a:off x="8050850" y="4536544"/>
            <a:ext cx="1080000" cy="1419647"/>
          </a:xfrm>
          <a:prstGeom prst="rect">
            <a:avLst/>
          </a:prstGeom>
          <a:effectLst>
            <a:outerShdw blurRad="50800" dist="38100" dir="2700000" algn="tl" rotWithShape="0">
              <a:prstClr val="black">
                <a:alpha val="40000"/>
              </a:prstClr>
            </a:outerShdw>
          </a:effectLst>
        </p:spPr>
      </p:pic>
      <p:sp>
        <p:nvSpPr>
          <p:cNvPr id="23" name="Rectangle 22">
            <a:extLst>
              <a:ext uri="{FF2B5EF4-FFF2-40B4-BE49-F238E27FC236}">
                <a16:creationId xmlns:a16="http://schemas.microsoft.com/office/drawing/2014/main" id="{028D4BA6-DB5A-6E84-DAFA-DD10FBBFB3E5}"/>
              </a:ext>
            </a:extLst>
          </p:cNvPr>
          <p:cNvSpPr/>
          <p:nvPr/>
        </p:nvSpPr>
        <p:spPr>
          <a:xfrm>
            <a:off x="9288684" y="4653897"/>
            <a:ext cx="2447473" cy="1184940"/>
          </a:xfrm>
          <a:prstGeom prst="rect">
            <a:avLst/>
          </a:prstGeom>
        </p:spPr>
        <p:txBody>
          <a:bodyPr wrap="square" r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mj-lt"/>
                <a:ea typeface="+mn-ea"/>
                <a:cs typeface="+mn-cs"/>
              </a:rPr>
              <a:t>Unlocking Growth in Energy Retail: Building Revenue by Giving Customers What They Want</a:t>
            </a:r>
          </a:p>
          <a:p>
            <a:pPr marL="9525" marR="0" lvl="1" indent="0" algn="l" defTabSz="914400" rtl="0" eaLnBrk="1" fontAlgn="auto" latinLnBrk="0" hangingPunct="1">
              <a:lnSpc>
                <a:spcPct val="100000"/>
              </a:lnSpc>
              <a:spcBef>
                <a:spcPts val="600"/>
              </a:spcBef>
              <a:spcAft>
                <a:spcPts val="0"/>
              </a:spcAft>
              <a:buClrTx/>
              <a:buSzPct val="100000"/>
              <a:buFontTx/>
              <a:buNone/>
              <a:tabLst/>
              <a:defRPr/>
            </a:pPr>
            <a:r>
              <a:rPr kumimoji="0" lang="en-US" sz="1100" b="0" i="0" u="none" strike="noStrike" kern="0" cap="none" spc="0" normalizeH="0" baseline="0" noProof="0" dirty="0">
                <a:ln>
                  <a:noFill/>
                </a:ln>
                <a:solidFill>
                  <a:srgbClr val="000000"/>
                </a:solidFill>
                <a:effectLst/>
                <a:uLnTx/>
                <a:uFillTx/>
                <a:latin typeface="+mj-lt"/>
                <a:ea typeface="+mn-ea"/>
                <a:cs typeface="+mn-cs"/>
              </a:rPr>
              <a:t>This report provides insights into how retail energy providers can overcome challenges and unlock growth</a:t>
            </a:r>
          </a:p>
        </p:txBody>
      </p:sp>
      <p:cxnSp>
        <p:nvCxnSpPr>
          <p:cNvPr id="24" name="Straight Connector 23">
            <a:extLst>
              <a:ext uri="{FF2B5EF4-FFF2-40B4-BE49-F238E27FC236}">
                <a16:creationId xmlns:a16="http://schemas.microsoft.com/office/drawing/2014/main" id="{263A3B8E-4102-2194-48EB-79562C10EBC2}"/>
              </a:ext>
            </a:extLst>
          </p:cNvPr>
          <p:cNvCxnSpPr/>
          <p:nvPr/>
        </p:nvCxnSpPr>
        <p:spPr>
          <a:xfrm>
            <a:off x="1673513" y="2881885"/>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CA274C6F-B83E-3D1D-8035-99F7A0ED9103}"/>
              </a:ext>
            </a:extLst>
          </p:cNvPr>
          <p:cNvCxnSpPr/>
          <p:nvPr/>
        </p:nvCxnSpPr>
        <p:spPr>
          <a:xfrm>
            <a:off x="1673513" y="4471694"/>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ABD8E10-4DD7-7467-7CD8-BC81E1884EA9}"/>
              </a:ext>
            </a:extLst>
          </p:cNvPr>
          <p:cNvCxnSpPr/>
          <p:nvPr/>
        </p:nvCxnSpPr>
        <p:spPr>
          <a:xfrm>
            <a:off x="5435022" y="2881885"/>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798BDE7-DAFF-9351-7760-1F933BDF6066}"/>
              </a:ext>
            </a:extLst>
          </p:cNvPr>
          <p:cNvCxnSpPr/>
          <p:nvPr/>
        </p:nvCxnSpPr>
        <p:spPr>
          <a:xfrm>
            <a:off x="5435022" y="4471694"/>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1A7E6421-AE25-3427-001F-E4FA191835D6}"/>
              </a:ext>
            </a:extLst>
          </p:cNvPr>
          <p:cNvCxnSpPr/>
          <p:nvPr/>
        </p:nvCxnSpPr>
        <p:spPr>
          <a:xfrm>
            <a:off x="9300441" y="2881885"/>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2BAA06E-933B-7EE0-A7BE-DCE414CDE455}"/>
              </a:ext>
            </a:extLst>
          </p:cNvPr>
          <p:cNvCxnSpPr/>
          <p:nvPr/>
        </p:nvCxnSpPr>
        <p:spPr>
          <a:xfrm>
            <a:off x="9300441" y="4471694"/>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4" name="Rectangle 24">
            <a:extLst>
              <a:ext uri="{FF2B5EF4-FFF2-40B4-BE49-F238E27FC236}">
                <a16:creationId xmlns:a16="http://schemas.microsoft.com/office/drawing/2014/main" id="{A4644419-63E3-9EF0-642D-17B14A1F2BCA}"/>
              </a:ext>
            </a:extLst>
          </p:cNvPr>
          <p:cNvSpPr/>
          <p:nvPr/>
        </p:nvSpPr>
        <p:spPr bwMode="gray">
          <a:xfrm>
            <a:off x="1590664" y="-2509"/>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a:t>Eminence &amp; Thought</a:t>
            </a:r>
            <a:r>
              <a:rPr lang="en-US" sz="900" dirty="0"/>
              <a:t> Leadership</a:t>
            </a:r>
          </a:p>
        </p:txBody>
      </p:sp>
      <p:sp>
        <p:nvSpPr>
          <p:cNvPr id="30" name="Freeform 15">
            <a:extLst>
              <a:ext uri="{FF2B5EF4-FFF2-40B4-BE49-F238E27FC236}">
                <a16:creationId xmlns:a16="http://schemas.microsoft.com/office/drawing/2014/main" id="{2DAFAFD2-EC45-4EA4-2E31-39645B4174B0}"/>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31" name="Freeform 16">
            <a:extLst>
              <a:ext uri="{FF2B5EF4-FFF2-40B4-BE49-F238E27FC236}">
                <a16:creationId xmlns:a16="http://schemas.microsoft.com/office/drawing/2014/main" id="{05EE8D0E-6CAA-CB7D-FEB0-D744B5D02648}"/>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32" name="Freeform 6">
            <a:extLst>
              <a:ext uri="{FF2B5EF4-FFF2-40B4-BE49-F238E27FC236}">
                <a16:creationId xmlns:a16="http://schemas.microsoft.com/office/drawing/2014/main" id="{BB0C3604-9AEF-A9B3-D918-0FE393B47AD5}"/>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33" name="Freeform 6">
            <a:extLst>
              <a:ext uri="{FF2B5EF4-FFF2-40B4-BE49-F238E27FC236}">
                <a16:creationId xmlns:a16="http://schemas.microsoft.com/office/drawing/2014/main" id="{E3892DBC-180F-040B-0F8F-DA45F871C745}"/>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34" name="Freeform 15">
            <a:extLst>
              <a:ext uri="{FF2B5EF4-FFF2-40B4-BE49-F238E27FC236}">
                <a16:creationId xmlns:a16="http://schemas.microsoft.com/office/drawing/2014/main" id="{1E551D16-D783-6F16-8B9F-C98CD32B7093}"/>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35" name="Freeform 16">
            <a:extLst>
              <a:ext uri="{FF2B5EF4-FFF2-40B4-BE49-F238E27FC236}">
                <a16:creationId xmlns:a16="http://schemas.microsoft.com/office/drawing/2014/main" id="{4990D17D-6CF0-F5C0-AF51-A638F8A763F0}"/>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36" name="Freeform 6">
            <a:extLst>
              <a:ext uri="{FF2B5EF4-FFF2-40B4-BE49-F238E27FC236}">
                <a16:creationId xmlns:a16="http://schemas.microsoft.com/office/drawing/2014/main" id="{D7D96ECD-D6B4-AC9B-16BE-D9A42B3C13CB}"/>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37" name="Freeform 6">
            <a:extLst>
              <a:ext uri="{FF2B5EF4-FFF2-40B4-BE49-F238E27FC236}">
                <a16:creationId xmlns:a16="http://schemas.microsoft.com/office/drawing/2014/main" id="{01A5396C-1F7B-B030-1CA2-1F38647EB85E}"/>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161247745"/>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1BB569FB-9D96-0D8B-FEAB-684F0EC99364}"/>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5" imgH="416" progId="TCLayout.ActiveDocument.1">
                  <p:embed/>
                </p:oleObj>
              </mc:Choice>
              <mc:Fallback>
                <p:oleObj name="think-cell Slide" r:id="rId3" imgW="415" imgH="416" progId="TCLayout.ActiveDocument.1">
                  <p:embed/>
                  <p:pic>
                    <p:nvPicPr>
                      <p:cNvPr id="5" name="think-cell data - do not delete" hidden="1">
                        <a:extLst>
                          <a:ext uri="{FF2B5EF4-FFF2-40B4-BE49-F238E27FC236}">
                            <a16:creationId xmlns:a16="http://schemas.microsoft.com/office/drawing/2014/main" id="{1BB569FB-9D96-0D8B-FEAB-684F0EC9936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58658893-DD4E-0369-76FC-0BDE9C9479BD}"/>
              </a:ext>
            </a:extLst>
          </p:cNvPr>
          <p:cNvSpPr>
            <a:spLocks noGrp="1"/>
          </p:cNvSpPr>
          <p:nvPr>
            <p:ph type="body" sz="quarter" idx="13"/>
          </p:nvPr>
        </p:nvSpPr>
        <p:spPr/>
        <p:txBody>
          <a:bodyPr/>
          <a:lstStyle/>
          <a:p>
            <a:r>
              <a:rPr lang="en-US" dirty="0"/>
              <a:t>Deloitte is at the forefront of Advisory and Thought Leadership in the utilities industry</a:t>
            </a:r>
          </a:p>
        </p:txBody>
      </p:sp>
      <p:sp>
        <p:nvSpPr>
          <p:cNvPr id="3" name="Title 2">
            <a:extLst>
              <a:ext uri="{FF2B5EF4-FFF2-40B4-BE49-F238E27FC236}">
                <a16:creationId xmlns:a16="http://schemas.microsoft.com/office/drawing/2014/main" id="{5C343754-BADF-8BAC-E124-AD996D42EDE6}"/>
              </a:ext>
            </a:extLst>
          </p:cNvPr>
          <p:cNvSpPr>
            <a:spLocks noGrp="1"/>
          </p:cNvSpPr>
          <p:nvPr>
            <p:ph type="title"/>
          </p:nvPr>
        </p:nvSpPr>
        <p:spPr/>
        <p:txBody>
          <a:bodyPr vert="horz"/>
          <a:lstStyle/>
          <a:p>
            <a:r>
              <a:rPr lang="en-US" dirty="0"/>
              <a:t>Our Publications in Power &amp; Utilities Sector [2/2]</a:t>
            </a:r>
          </a:p>
        </p:txBody>
      </p:sp>
      <p:sp>
        <p:nvSpPr>
          <p:cNvPr id="30" name="Rectangle 29">
            <a:extLst>
              <a:ext uri="{FF2B5EF4-FFF2-40B4-BE49-F238E27FC236}">
                <a16:creationId xmlns:a16="http://schemas.microsoft.com/office/drawing/2014/main" id="{82512FAF-012B-AA73-5528-EDB2122480B7}"/>
              </a:ext>
            </a:extLst>
          </p:cNvPr>
          <p:cNvSpPr/>
          <p:nvPr/>
        </p:nvSpPr>
        <p:spPr>
          <a:xfrm>
            <a:off x="1627705" y="4714219"/>
            <a:ext cx="2434412" cy="769441"/>
          </a:xfrm>
          <a:prstGeom prst="rect">
            <a:avLst/>
          </a:prstGeom>
        </p:spPr>
        <p:txBody>
          <a:bodyPr wrap="square" lIns="91440" tIns="45720" rIns="0" bIns="45720" anchor="t">
            <a:spAutoFit/>
          </a:bodyPr>
          <a:lstStyle/>
          <a:p>
            <a:pPr>
              <a:defRPr/>
            </a:pPr>
            <a:r>
              <a:rPr lang="en-US" sz="1100" b="1" kern="0" dirty="0">
                <a:latin typeface="+mj-lt"/>
                <a:ea typeface="Calibri Light"/>
                <a:cs typeface="Calibri Light"/>
              </a:rPr>
              <a:t>European Power &amp; Utilities Newsletter </a:t>
            </a:r>
            <a:r>
              <a:rPr lang="en-US" sz="1100" dirty="0">
                <a:latin typeface="Calibri"/>
                <a:ea typeface="Calibri"/>
                <a:cs typeface="Calibri"/>
              </a:rPr>
              <a:t>Quarterly updates </a:t>
            </a:r>
            <a:r>
              <a:rPr kumimoji="0" lang="en-US" sz="1100" i="0" u="none" strike="noStrike" kern="1200" cap="none" spc="0" normalizeH="0" baseline="0" noProof="0" dirty="0">
                <a:ln>
                  <a:noFill/>
                </a:ln>
                <a:effectLst/>
                <a:uLnTx/>
                <a:uFillTx/>
                <a:latin typeface="Calibri"/>
                <a:ea typeface="Calibri"/>
                <a:cs typeface="Calibri"/>
              </a:rPr>
              <a:t>on the </a:t>
            </a:r>
            <a:r>
              <a:rPr lang="en-US" sz="1100" dirty="0">
                <a:latin typeface="Calibri"/>
                <a:ea typeface="Calibri"/>
                <a:cs typeface="Calibri"/>
              </a:rPr>
              <a:t>market trends and performance of </a:t>
            </a:r>
            <a:r>
              <a:rPr kumimoji="0" lang="en-US" sz="1100" b="0" i="0" u="none" strike="noStrike" kern="1200" cap="none" spc="0" normalizeH="0" baseline="0" noProof="0" dirty="0">
                <a:ln>
                  <a:noFill/>
                </a:ln>
                <a:effectLst/>
                <a:uLnTx/>
                <a:uFillTx/>
                <a:latin typeface="Calibri"/>
                <a:ea typeface="Calibri"/>
                <a:cs typeface="Calibri"/>
              </a:rPr>
              <a:t>the </a:t>
            </a:r>
            <a:r>
              <a:rPr lang="en-US" sz="1100" dirty="0">
                <a:latin typeface="Calibri"/>
                <a:ea typeface="Calibri"/>
                <a:cs typeface="Calibri"/>
              </a:rPr>
              <a:t>European </a:t>
            </a:r>
            <a:r>
              <a:rPr kumimoji="0" lang="en-US" sz="1100" b="0" i="0" u="none" strike="noStrike" kern="1200" cap="none" spc="0" normalizeH="0" baseline="0" noProof="0" dirty="0">
                <a:ln>
                  <a:noFill/>
                </a:ln>
                <a:effectLst/>
                <a:uLnTx/>
                <a:uFillTx/>
                <a:latin typeface="Calibri"/>
                <a:ea typeface="Calibri"/>
                <a:cs typeface="Calibri"/>
              </a:rPr>
              <a:t>power </a:t>
            </a:r>
            <a:r>
              <a:rPr lang="en-US" sz="1100" dirty="0">
                <a:latin typeface="Calibri"/>
                <a:ea typeface="Calibri"/>
                <a:cs typeface="Calibri"/>
              </a:rPr>
              <a:t>and utilities </a:t>
            </a:r>
            <a:r>
              <a:rPr kumimoji="0" lang="en-US" sz="1100" b="0" i="0" u="none" strike="noStrike" kern="1200" cap="none" spc="0" normalizeH="0" baseline="0" noProof="0" dirty="0">
                <a:ln>
                  <a:noFill/>
                </a:ln>
                <a:effectLst/>
                <a:uLnTx/>
                <a:uFillTx/>
                <a:latin typeface="Calibri"/>
                <a:ea typeface="Calibri"/>
                <a:cs typeface="Calibri"/>
              </a:rPr>
              <a:t>sector</a:t>
            </a:r>
            <a:endParaRPr lang="en-US" dirty="0">
              <a:latin typeface="Calibri"/>
              <a:ea typeface="Calibri"/>
              <a:cs typeface="Calibri"/>
            </a:endParaRPr>
          </a:p>
        </p:txBody>
      </p:sp>
      <p:sp>
        <p:nvSpPr>
          <p:cNvPr id="31" name="Rectangle 30">
            <a:extLst>
              <a:ext uri="{FF2B5EF4-FFF2-40B4-BE49-F238E27FC236}">
                <a16:creationId xmlns:a16="http://schemas.microsoft.com/office/drawing/2014/main" id="{C592DA0C-4476-332F-01F7-A9B3EFB718A7}"/>
              </a:ext>
            </a:extLst>
          </p:cNvPr>
          <p:cNvSpPr/>
          <p:nvPr/>
        </p:nvSpPr>
        <p:spPr>
          <a:xfrm>
            <a:off x="5368432" y="1601563"/>
            <a:ext cx="2456817" cy="1184940"/>
          </a:xfrm>
          <a:prstGeom prst="rect">
            <a:avLst/>
          </a:prstGeom>
        </p:spPr>
        <p:txBody>
          <a:bodyPr wrap="square" lIns="91440" tIns="45720" rIns="0" bIns="45720" anchor="ctr">
            <a:spAutoFit/>
          </a:bodyPr>
          <a:lstStyle/>
          <a:p>
            <a:pPr marL="9525" lvl="1">
              <a:spcBef>
                <a:spcPts val="600"/>
              </a:spcBef>
              <a:defRPr/>
            </a:pPr>
            <a:r>
              <a:rPr lang="en-US" sz="1100" b="1" kern="0" dirty="0">
                <a:latin typeface="+mj-lt"/>
                <a:ea typeface="Calibri Light"/>
                <a:cs typeface="Calibri Light"/>
              </a:rPr>
              <a:t>The future of Power: European Utility Scenarios </a:t>
            </a:r>
            <a:endParaRPr lang="en-US" sz="1100" b="1" dirty="0">
              <a:latin typeface="+mj-lt"/>
              <a:ea typeface="Calibri" panose="020F0502020204030204"/>
              <a:cs typeface="Calibri" panose="020F0502020204030204"/>
            </a:endParaRPr>
          </a:p>
          <a:p>
            <a:pPr marL="9525" lvl="1">
              <a:spcBef>
                <a:spcPts val="600"/>
              </a:spcBef>
              <a:defRPr/>
            </a:pPr>
            <a:r>
              <a:rPr lang="en-US" sz="1100" dirty="0">
                <a:solidFill>
                  <a:prstClr val="black"/>
                </a:solidFill>
                <a:latin typeface="+mj-lt"/>
              </a:rPr>
              <a:t>The energy industry must commit to growth and investment for a low-carbon future, though the practical outcomes remain uncertain.</a:t>
            </a:r>
          </a:p>
        </p:txBody>
      </p:sp>
      <p:sp>
        <p:nvSpPr>
          <p:cNvPr id="32" name="Rectangle 31">
            <a:extLst>
              <a:ext uri="{FF2B5EF4-FFF2-40B4-BE49-F238E27FC236}">
                <a16:creationId xmlns:a16="http://schemas.microsoft.com/office/drawing/2014/main" id="{DA3E7CAA-ACF3-027B-D7F6-BBEA90F7D117}"/>
              </a:ext>
            </a:extLst>
          </p:cNvPr>
          <p:cNvSpPr/>
          <p:nvPr/>
        </p:nvSpPr>
        <p:spPr>
          <a:xfrm>
            <a:off x="5368431" y="3045346"/>
            <a:ext cx="2456817" cy="1354217"/>
          </a:xfrm>
          <a:prstGeom prst="rect">
            <a:avLst/>
          </a:prstGeom>
        </p:spPr>
        <p:txBody>
          <a:bodyPr wrap="square" lIns="91440" tIns="45720" rIns="0" bIns="45720" anchor="t">
            <a:spAutoFit/>
          </a:bodyPr>
          <a:lstStyle/>
          <a:p>
            <a:pPr marL="8890" lvl="1">
              <a:spcBef>
                <a:spcPts val="1300"/>
              </a:spcBef>
              <a:defRPr/>
            </a:pPr>
            <a:r>
              <a:rPr lang="en-US" sz="1100" b="1" kern="0" dirty="0">
                <a:latin typeface="+mj-lt"/>
                <a:ea typeface="Calibri Light"/>
                <a:cs typeface="Calibri Light"/>
              </a:rPr>
              <a:t>2023 Power &amp; Utilities Industry Outlook </a:t>
            </a:r>
            <a:br>
              <a:rPr lang="en-US" sz="1100" b="1" kern="0" dirty="0">
                <a:latin typeface="Calibri Light"/>
                <a:ea typeface="Calibri Light"/>
                <a:cs typeface="Calibri Light"/>
              </a:rPr>
            </a:br>
            <a:r>
              <a:rPr lang="en-US" sz="1100" kern="0" dirty="0">
                <a:latin typeface="Calibri Light"/>
                <a:ea typeface="Calibri Light"/>
                <a:cs typeface="Calibri Light"/>
              </a:rPr>
              <a:t>Des</a:t>
            </a:r>
            <a:r>
              <a:rPr lang="en-US" sz="1100" dirty="0">
                <a:latin typeface="+mj-lt"/>
              </a:rPr>
              <a:t>pite ongoing challenges, our annual industry outlook examines how digital tech, market advancements, and government investment can drive progress in next-gen energy.</a:t>
            </a:r>
            <a:endParaRPr lang="en-US" sz="1100" dirty="0">
              <a:latin typeface="+mj-lt"/>
              <a:ea typeface="Calibri Light"/>
              <a:cs typeface="Calibri Light"/>
            </a:endParaRPr>
          </a:p>
          <a:p>
            <a:pPr marL="9525" lvl="1">
              <a:spcBef>
                <a:spcPts val="600"/>
              </a:spcBef>
              <a:defRPr/>
            </a:pPr>
            <a:endParaRPr lang="en-US" sz="1100" b="1" kern="0" dirty="0">
              <a:latin typeface="Calibri Light"/>
              <a:ea typeface="Calibri Light"/>
              <a:cs typeface="Calibri Light"/>
            </a:endParaRPr>
          </a:p>
        </p:txBody>
      </p:sp>
      <p:sp>
        <p:nvSpPr>
          <p:cNvPr id="33" name="Rectangle 32">
            <a:extLst>
              <a:ext uri="{FF2B5EF4-FFF2-40B4-BE49-F238E27FC236}">
                <a16:creationId xmlns:a16="http://schemas.microsoft.com/office/drawing/2014/main" id="{0ED75BB6-AA73-0138-9036-8266DB76EDFF}"/>
              </a:ext>
            </a:extLst>
          </p:cNvPr>
          <p:cNvSpPr/>
          <p:nvPr/>
        </p:nvSpPr>
        <p:spPr>
          <a:xfrm>
            <a:off x="1627705" y="1634603"/>
            <a:ext cx="2434412" cy="1184940"/>
          </a:xfrm>
          <a:prstGeom prst="rect">
            <a:avLst/>
          </a:prstGeom>
        </p:spPr>
        <p:txBody>
          <a:bodyPr wrap="square" lIns="91440" tIns="45720" rIns="0" bIns="45720" anchor="ctr">
            <a:spAutoFit/>
          </a:bodyPr>
          <a:lstStyle/>
          <a:p>
            <a:pPr marL="9525" lvl="1">
              <a:spcBef>
                <a:spcPts val="600"/>
              </a:spcBef>
              <a:defRPr/>
            </a:pPr>
            <a:r>
              <a:rPr lang="en-US" sz="1100" b="1" kern="0" dirty="0">
                <a:latin typeface="+mj-lt"/>
                <a:ea typeface="Calibri Light"/>
                <a:cs typeface="Calibri Light"/>
              </a:rPr>
              <a:t>The natural gas utility workforce in a decarbonizing world </a:t>
            </a:r>
            <a:endParaRPr lang="en-US" sz="1100" b="1" kern="0" dirty="0">
              <a:solidFill>
                <a:srgbClr val="000000"/>
              </a:solidFill>
              <a:latin typeface="+mj-lt"/>
            </a:endParaRPr>
          </a:p>
          <a:p>
            <a:pPr marL="9525" lvl="1">
              <a:spcBef>
                <a:spcPts val="600"/>
              </a:spcBef>
              <a:defRPr/>
            </a:pPr>
            <a:r>
              <a:rPr lang="en-US" sz="1100" dirty="0">
                <a:solidFill>
                  <a:prstClr val="black"/>
                </a:solidFill>
                <a:latin typeface="+mj-lt"/>
              </a:rPr>
              <a:t>Explore how can natural gas utilities and their workforces prepare for sustainability, growth, and bridge the workforce gap?</a:t>
            </a:r>
          </a:p>
        </p:txBody>
      </p:sp>
      <p:sp>
        <p:nvSpPr>
          <p:cNvPr id="34" name="Rectangle 33">
            <a:extLst>
              <a:ext uri="{FF2B5EF4-FFF2-40B4-BE49-F238E27FC236}">
                <a16:creationId xmlns:a16="http://schemas.microsoft.com/office/drawing/2014/main" id="{C26CF655-C5F6-FAE6-8A15-9468EC908F28}"/>
              </a:ext>
            </a:extLst>
          </p:cNvPr>
          <p:cNvSpPr/>
          <p:nvPr/>
        </p:nvSpPr>
        <p:spPr>
          <a:xfrm>
            <a:off x="5362036" y="4714219"/>
            <a:ext cx="2456817" cy="954107"/>
          </a:xfrm>
          <a:prstGeom prst="rect">
            <a:avLst/>
          </a:prstGeom>
        </p:spPr>
        <p:txBody>
          <a:bodyPr wrap="square" lIns="91440" tIns="45720" rIns="0" bIns="45720" anchor="t">
            <a:spAutoFit/>
          </a:bodyPr>
          <a:lstStyle/>
          <a:p>
            <a:pPr marL="9525" lvl="1">
              <a:defRPr/>
            </a:pPr>
            <a:r>
              <a:rPr lang="en-US" sz="1200" b="1" kern="0" dirty="0">
                <a:latin typeface="+mj-lt"/>
              </a:rPr>
              <a:t>PU&amp;R Under the spotlight </a:t>
            </a:r>
            <a:r>
              <a:rPr lang="en-US" sz="1100" dirty="0">
                <a:latin typeface="Calibri"/>
                <a:ea typeface="Calibri"/>
                <a:cs typeface="Calibri"/>
              </a:rPr>
              <a:t>Sector specific cut for PU&amp;R, based on the wider report, 'From Great Resignation to Great Reimagination'</a:t>
            </a:r>
            <a:endParaRPr lang="en-US" sz="1100" b="1" kern="0" dirty="0">
              <a:latin typeface="Calibri Light" panose="020F0302020204030204"/>
              <a:ea typeface="Calibri Light" panose="020F0302020204030204"/>
              <a:cs typeface="Calibri Light" panose="020F0302020204030204"/>
            </a:endParaRPr>
          </a:p>
          <a:p>
            <a:pPr marL="9525" marR="0" lvl="1" indent="0" algn="l" defTabSz="914400">
              <a:lnSpc>
                <a:spcPct val="100000"/>
              </a:lnSpc>
              <a:spcAft>
                <a:spcPts val="0"/>
              </a:spcAft>
              <a:buClrTx/>
              <a:buFontTx/>
              <a:buNone/>
              <a:tabLst/>
              <a:defRPr/>
            </a:pPr>
            <a:endParaRPr lang="en-US" sz="1100" b="1" i="0" u="none" strike="noStrike" kern="0" cap="none" spc="0" normalizeH="0" baseline="0" noProof="0" dirty="0">
              <a:ln>
                <a:noFill/>
              </a:ln>
              <a:solidFill>
                <a:srgbClr val="000000"/>
              </a:solidFill>
              <a:effectLst/>
              <a:uLnTx/>
              <a:uFillTx/>
              <a:latin typeface="+mj-lt"/>
              <a:ea typeface="Calibri Light"/>
              <a:cs typeface="Calibri Light"/>
            </a:endParaRPr>
          </a:p>
        </p:txBody>
      </p:sp>
      <p:sp>
        <p:nvSpPr>
          <p:cNvPr id="35" name="Rectangle 34">
            <a:extLst>
              <a:ext uri="{FF2B5EF4-FFF2-40B4-BE49-F238E27FC236}">
                <a16:creationId xmlns:a16="http://schemas.microsoft.com/office/drawing/2014/main" id="{870B9742-1264-8E0C-AC61-F61DEE55C119}"/>
              </a:ext>
            </a:extLst>
          </p:cNvPr>
          <p:cNvSpPr/>
          <p:nvPr/>
        </p:nvSpPr>
        <p:spPr>
          <a:xfrm>
            <a:off x="9213068" y="1587989"/>
            <a:ext cx="2447473" cy="1184940"/>
          </a:xfrm>
          <a:prstGeom prst="rect">
            <a:avLst/>
          </a:prstGeom>
        </p:spPr>
        <p:txBody>
          <a:bodyPr wrap="square" lIns="91440" tIns="45720" rIns="0" bIns="45720" anchor="ctr">
            <a:spAutoFit/>
          </a:bodyPr>
          <a:lstStyle/>
          <a:p>
            <a:pPr marL="9525" lvl="1">
              <a:spcBef>
                <a:spcPts val="600"/>
              </a:spcBef>
              <a:defRPr/>
            </a:pPr>
            <a:r>
              <a:rPr lang="en-US" sz="1100" b="1" kern="0" dirty="0">
                <a:latin typeface="+mj-lt"/>
                <a:ea typeface="Calibri Light"/>
                <a:cs typeface="Calibri Light"/>
              </a:rPr>
              <a:t>The European Hydrogen Economy: Taking Stock and Looking ahead</a:t>
            </a:r>
            <a:endParaRPr lang="en-US" sz="1100" dirty="0">
              <a:latin typeface="+mj-lt"/>
              <a:ea typeface="Calibri" panose="020F0502020204030204"/>
              <a:cs typeface="Calibri" panose="020F0502020204030204"/>
            </a:endParaRPr>
          </a:p>
          <a:p>
            <a:pPr marL="9525" lvl="1">
              <a:spcBef>
                <a:spcPts val="600"/>
              </a:spcBef>
              <a:defRPr/>
            </a:pPr>
            <a:r>
              <a:rPr lang="en-US" sz="1100" kern="0" dirty="0">
                <a:latin typeface="Calibri Light"/>
                <a:ea typeface="Calibri Light"/>
                <a:cs typeface="Calibri Light"/>
              </a:rPr>
              <a:t>The </a:t>
            </a:r>
            <a:r>
              <a:rPr lang="en-US" sz="1100" dirty="0">
                <a:latin typeface="+mj-lt"/>
              </a:rPr>
              <a:t>EU and other nations aim for significant hydrogen targets by 2030: 10 MtH2 renewable hydrogen and 40 GW </a:t>
            </a:r>
            <a:r>
              <a:rPr lang="en-US" sz="1100" dirty="0" err="1">
                <a:latin typeface="+mj-lt"/>
              </a:rPr>
              <a:t>electrolyzer</a:t>
            </a:r>
            <a:r>
              <a:rPr lang="en-US" sz="1100" dirty="0">
                <a:latin typeface="+mj-lt"/>
              </a:rPr>
              <a:t> capacity.</a:t>
            </a:r>
            <a:endParaRPr lang="en-US" sz="1100" dirty="0">
              <a:latin typeface="+mj-lt"/>
              <a:ea typeface="Calibri Light" panose="020F0302020204030204"/>
              <a:cs typeface="Calibri Light" panose="020F0302020204030204"/>
            </a:endParaRPr>
          </a:p>
        </p:txBody>
      </p:sp>
      <p:sp>
        <p:nvSpPr>
          <p:cNvPr id="36" name="Rectangle 35">
            <a:extLst>
              <a:ext uri="{FF2B5EF4-FFF2-40B4-BE49-F238E27FC236}">
                <a16:creationId xmlns:a16="http://schemas.microsoft.com/office/drawing/2014/main" id="{2AEAE7F2-F948-21D6-9D3D-C56F8FC41A14}"/>
              </a:ext>
            </a:extLst>
          </p:cNvPr>
          <p:cNvSpPr/>
          <p:nvPr/>
        </p:nvSpPr>
        <p:spPr>
          <a:xfrm>
            <a:off x="9251249" y="2926952"/>
            <a:ext cx="2563343" cy="1354217"/>
          </a:xfrm>
          <a:prstGeom prst="rect">
            <a:avLst/>
          </a:prstGeom>
        </p:spPr>
        <p:txBody>
          <a:bodyPr wrap="square" lIns="91440" tIns="45720" rIns="0" bIns="45720" anchor="t">
            <a:spAutoFit/>
          </a:bodyPr>
          <a:lstStyle/>
          <a:p>
            <a:pPr>
              <a:defRPr/>
            </a:pPr>
            <a:r>
              <a:rPr lang="en-US" sz="1100" b="1" kern="0" dirty="0">
                <a:solidFill>
                  <a:srgbClr val="000000"/>
                </a:solidFill>
                <a:latin typeface="+mj-lt"/>
              </a:rPr>
              <a:t>Electric power supply chains</a:t>
            </a:r>
            <a:r>
              <a:rPr kumimoji="0" lang="en-US" sz="1100" b="1" i="0" u="none" strike="noStrike" kern="0" cap="none" spc="0" normalizeH="0" baseline="0" noProof="0" dirty="0">
                <a:ln>
                  <a:noFill/>
                </a:ln>
                <a:solidFill>
                  <a:srgbClr val="000000"/>
                </a:solidFill>
                <a:effectLst/>
                <a:uLnTx/>
                <a:uFillTx/>
                <a:latin typeface="+mj-lt"/>
                <a:ea typeface="+mn-ea"/>
                <a:cs typeface="+mn-cs"/>
              </a:rPr>
              <a:t>: </a:t>
            </a:r>
            <a:r>
              <a:rPr lang="en-US" sz="1100" b="1" kern="0" dirty="0">
                <a:solidFill>
                  <a:srgbClr val="000000"/>
                </a:solidFill>
                <a:latin typeface="+mj-lt"/>
              </a:rPr>
              <a:t>Achieving security, sustainability, and resilience </a:t>
            </a:r>
            <a:endParaRPr lang="en-US" sz="1100" dirty="0">
              <a:solidFill>
                <a:srgbClr val="000000"/>
              </a:solidFill>
              <a:latin typeface="+mj-lt"/>
              <a:ea typeface="Calibri" panose="020F0502020204030204"/>
              <a:cs typeface="Calibri" panose="020F0502020204030204"/>
            </a:endParaRPr>
          </a:p>
          <a:p>
            <a:pPr marL="8890">
              <a:spcBef>
                <a:spcPts val="600"/>
              </a:spcBef>
              <a:defRPr/>
            </a:pPr>
            <a:r>
              <a:rPr lang="en-US" sz="1100" dirty="0">
                <a:latin typeface="+mj-lt"/>
              </a:rPr>
              <a:t>In the past two years, supply chain disruptions impacted industries, including electric power. The sector faced challenges even before pandemic and geopolitical disruptions.</a:t>
            </a:r>
            <a:endParaRPr lang="en-US" dirty="0">
              <a:latin typeface="Calibri" panose="020F0502020204030204"/>
              <a:ea typeface="Calibri" panose="020F0502020204030204"/>
              <a:cs typeface="Calibri" panose="020F0502020204030204"/>
            </a:endParaRPr>
          </a:p>
        </p:txBody>
      </p:sp>
      <p:cxnSp>
        <p:nvCxnSpPr>
          <p:cNvPr id="37" name="Straight Connector 36">
            <a:extLst>
              <a:ext uri="{FF2B5EF4-FFF2-40B4-BE49-F238E27FC236}">
                <a16:creationId xmlns:a16="http://schemas.microsoft.com/office/drawing/2014/main" id="{0D104FA9-5DA1-BA61-E0D1-052620D1CBFB}"/>
              </a:ext>
            </a:extLst>
          </p:cNvPr>
          <p:cNvCxnSpPr/>
          <p:nvPr/>
        </p:nvCxnSpPr>
        <p:spPr>
          <a:xfrm>
            <a:off x="1627705" y="2942207"/>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CB6289E-2989-2EAD-3D12-199F6018D101}"/>
              </a:ext>
            </a:extLst>
          </p:cNvPr>
          <p:cNvCxnSpPr/>
          <p:nvPr/>
        </p:nvCxnSpPr>
        <p:spPr>
          <a:xfrm>
            <a:off x="1627705" y="4532016"/>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486CB3A-B1DB-90AA-0DAC-FC1DDBD4C6A9}"/>
              </a:ext>
            </a:extLst>
          </p:cNvPr>
          <p:cNvCxnSpPr/>
          <p:nvPr/>
        </p:nvCxnSpPr>
        <p:spPr>
          <a:xfrm>
            <a:off x="5389214" y="2942207"/>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0BF5E4A-93A6-C338-04D9-FA87AC213762}"/>
              </a:ext>
            </a:extLst>
          </p:cNvPr>
          <p:cNvCxnSpPr/>
          <p:nvPr/>
        </p:nvCxnSpPr>
        <p:spPr>
          <a:xfrm>
            <a:off x="5389214" y="4532016"/>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6AA55B3-7FD5-A947-0200-5E8C0A8E2E1F}"/>
              </a:ext>
            </a:extLst>
          </p:cNvPr>
          <p:cNvCxnSpPr/>
          <p:nvPr/>
        </p:nvCxnSpPr>
        <p:spPr>
          <a:xfrm>
            <a:off x="9254633" y="2942207"/>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E0ED0F3B-7D33-C816-F00F-1BBDC9EF00DF}"/>
              </a:ext>
            </a:extLst>
          </p:cNvPr>
          <p:cNvCxnSpPr/>
          <p:nvPr/>
        </p:nvCxnSpPr>
        <p:spPr>
          <a:xfrm>
            <a:off x="9254633" y="4532016"/>
            <a:ext cx="243441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pic>
        <p:nvPicPr>
          <p:cNvPr id="43" name="Picture 6" descr="A picture containing text&#10;&#10;Description automatically generated">
            <a:extLst>
              <a:ext uri="{FF2B5EF4-FFF2-40B4-BE49-F238E27FC236}">
                <a16:creationId xmlns:a16="http://schemas.microsoft.com/office/drawing/2014/main" id="{D820E537-560B-3BA0-EDA2-F7EECBBC06B6}"/>
              </a:ext>
            </a:extLst>
          </p:cNvPr>
          <p:cNvPicPr>
            <a:picLocks noChangeAspect="1"/>
          </p:cNvPicPr>
          <p:nvPr/>
        </p:nvPicPr>
        <p:blipFill>
          <a:blip r:embed="rId5"/>
          <a:stretch>
            <a:fillRect/>
          </a:stretch>
        </p:blipFill>
        <p:spPr>
          <a:xfrm>
            <a:off x="438150" y="1434909"/>
            <a:ext cx="1100137" cy="1502568"/>
          </a:xfrm>
          <a:prstGeom prst="rect">
            <a:avLst/>
          </a:prstGeom>
          <a:ln>
            <a:solidFill>
              <a:schemeClr val="bg1"/>
            </a:solidFill>
          </a:ln>
          <a:effectLst/>
        </p:spPr>
      </p:pic>
      <p:pic>
        <p:nvPicPr>
          <p:cNvPr id="44" name="Picture 7" descr="A picture containing text, green&#10;&#10;Description automatically generated">
            <a:extLst>
              <a:ext uri="{FF2B5EF4-FFF2-40B4-BE49-F238E27FC236}">
                <a16:creationId xmlns:a16="http://schemas.microsoft.com/office/drawing/2014/main" id="{249100FE-638F-534A-8B73-B610F3DCE730}"/>
              </a:ext>
            </a:extLst>
          </p:cNvPr>
          <p:cNvPicPr>
            <a:picLocks noChangeAspect="1"/>
          </p:cNvPicPr>
          <p:nvPr/>
        </p:nvPicPr>
        <p:blipFill>
          <a:blip r:embed="rId6"/>
          <a:stretch>
            <a:fillRect/>
          </a:stretch>
        </p:blipFill>
        <p:spPr>
          <a:xfrm>
            <a:off x="4207669" y="1482534"/>
            <a:ext cx="1062037" cy="1407318"/>
          </a:xfrm>
          <a:prstGeom prst="rect">
            <a:avLst/>
          </a:prstGeom>
          <a:effectLst>
            <a:outerShdw blurRad="50800" dist="38100" dir="2700000" algn="tl" rotWithShape="0">
              <a:prstClr val="black">
                <a:alpha val="40000"/>
              </a:prstClr>
            </a:outerShdw>
          </a:effectLst>
        </p:spPr>
      </p:pic>
      <p:pic>
        <p:nvPicPr>
          <p:cNvPr id="45" name="Picture 8">
            <a:extLst>
              <a:ext uri="{FF2B5EF4-FFF2-40B4-BE49-F238E27FC236}">
                <a16:creationId xmlns:a16="http://schemas.microsoft.com/office/drawing/2014/main" id="{22E9B30C-A7ED-8564-D8AE-2A547DDB3303}"/>
              </a:ext>
            </a:extLst>
          </p:cNvPr>
          <p:cNvPicPr>
            <a:picLocks noChangeAspect="1"/>
          </p:cNvPicPr>
          <p:nvPr/>
        </p:nvPicPr>
        <p:blipFill>
          <a:blip r:embed="rId7"/>
          <a:stretch>
            <a:fillRect/>
          </a:stretch>
        </p:blipFill>
        <p:spPr>
          <a:xfrm>
            <a:off x="8003381" y="1399189"/>
            <a:ext cx="1054893" cy="1419224"/>
          </a:xfrm>
          <a:prstGeom prst="rect">
            <a:avLst/>
          </a:prstGeom>
          <a:effectLst>
            <a:outerShdw blurRad="50800" dist="38100" dir="2700000" algn="tl" rotWithShape="0">
              <a:prstClr val="black">
                <a:alpha val="40000"/>
              </a:prstClr>
            </a:outerShdw>
          </a:effectLst>
        </p:spPr>
      </p:pic>
      <p:pic>
        <p:nvPicPr>
          <p:cNvPr id="46" name="Picture 9" descr="A picture containing bubble, green, close&#10;&#10;Description automatically generated">
            <a:extLst>
              <a:ext uri="{FF2B5EF4-FFF2-40B4-BE49-F238E27FC236}">
                <a16:creationId xmlns:a16="http://schemas.microsoft.com/office/drawing/2014/main" id="{AE1E103C-1C3D-5946-77BA-4472C53E52E0}"/>
              </a:ext>
            </a:extLst>
          </p:cNvPr>
          <p:cNvPicPr>
            <a:picLocks noChangeAspect="1"/>
          </p:cNvPicPr>
          <p:nvPr/>
        </p:nvPicPr>
        <p:blipFill>
          <a:blip r:embed="rId8"/>
          <a:stretch>
            <a:fillRect/>
          </a:stretch>
        </p:blipFill>
        <p:spPr>
          <a:xfrm>
            <a:off x="442912" y="3018440"/>
            <a:ext cx="1078706" cy="1419224"/>
          </a:xfrm>
          <a:prstGeom prst="rect">
            <a:avLst/>
          </a:prstGeom>
          <a:ln>
            <a:solidFill>
              <a:schemeClr val="bg1"/>
            </a:solidFill>
          </a:ln>
          <a:effectLst/>
        </p:spPr>
      </p:pic>
      <p:pic>
        <p:nvPicPr>
          <p:cNvPr id="47" name="Picture 10" descr="A picture containing bubble, green&#10;&#10;Description automatically generated">
            <a:extLst>
              <a:ext uri="{FF2B5EF4-FFF2-40B4-BE49-F238E27FC236}">
                <a16:creationId xmlns:a16="http://schemas.microsoft.com/office/drawing/2014/main" id="{361A4101-578A-E0AD-9679-B4F9910903CF}"/>
              </a:ext>
            </a:extLst>
          </p:cNvPr>
          <p:cNvPicPr>
            <a:picLocks noChangeAspect="1"/>
          </p:cNvPicPr>
          <p:nvPr/>
        </p:nvPicPr>
        <p:blipFill>
          <a:blip r:embed="rId9"/>
          <a:stretch>
            <a:fillRect/>
          </a:stretch>
        </p:blipFill>
        <p:spPr>
          <a:xfrm>
            <a:off x="4212431" y="3042252"/>
            <a:ext cx="1076325" cy="1395413"/>
          </a:xfrm>
          <a:prstGeom prst="rect">
            <a:avLst/>
          </a:prstGeom>
          <a:effectLst>
            <a:outerShdw blurRad="50800" dist="38100" dir="2700000" algn="tl" rotWithShape="0">
              <a:prstClr val="black">
                <a:alpha val="40000"/>
              </a:prstClr>
            </a:outerShdw>
          </a:effectLst>
        </p:spPr>
      </p:pic>
      <p:pic>
        <p:nvPicPr>
          <p:cNvPr id="48" name="Picture 11" descr="A picture containing text, green, clock&#10;&#10;Description automatically generated">
            <a:extLst>
              <a:ext uri="{FF2B5EF4-FFF2-40B4-BE49-F238E27FC236}">
                <a16:creationId xmlns:a16="http://schemas.microsoft.com/office/drawing/2014/main" id="{3E70FD85-2962-A6C0-0218-D212BAFC4D1B}"/>
              </a:ext>
            </a:extLst>
          </p:cNvPr>
          <p:cNvPicPr>
            <a:picLocks noChangeAspect="1"/>
          </p:cNvPicPr>
          <p:nvPr/>
        </p:nvPicPr>
        <p:blipFill>
          <a:blip r:embed="rId10"/>
          <a:stretch>
            <a:fillRect/>
          </a:stretch>
        </p:blipFill>
        <p:spPr>
          <a:xfrm>
            <a:off x="8001000" y="3066065"/>
            <a:ext cx="1083468" cy="1407318"/>
          </a:xfrm>
          <a:prstGeom prst="rect">
            <a:avLst/>
          </a:prstGeom>
          <a:effectLst>
            <a:outerShdw blurRad="50800" dist="38100" dir="2700000" algn="tl" rotWithShape="0">
              <a:prstClr val="black">
                <a:alpha val="40000"/>
              </a:prstClr>
            </a:outerShdw>
          </a:effectLst>
        </p:spPr>
      </p:pic>
      <p:pic>
        <p:nvPicPr>
          <p:cNvPr id="49" name="Picture 12" descr="Graphical user interface, application, website&#10;&#10;Description automatically generated">
            <a:extLst>
              <a:ext uri="{FF2B5EF4-FFF2-40B4-BE49-F238E27FC236}">
                <a16:creationId xmlns:a16="http://schemas.microsoft.com/office/drawing/2014/main" id="{B77B96FF-8F16-83BC-5A9D-240EDFBF7C42}"/>
              </a:ext>
            </a:extLst>
          </p:cNvPr>
          <p:cNvPicPr>
            <a:picLocks noChangeAspect="1"/>
          </p:cNvPicPr>
          <p:nvPr/>
        </p:nvPicPr>
        <p:blipFill>
          <a:blip r:embed="rId11"/>
          <a:stretch>
            <a:fillRect/>
          </a:stretch>
        </p:blipFill>
        <p:spPr>
          <a:xfrm>
            <a:off x="452437" y="4649596"/>
            <a:ext cx="1095374" cy="1407318"/>
          </a:xfrm>
          <a:prstGeom prst="rect">
            <a:avLst/>
          </a:prstGeom>
          <a:ln>
            <a:solidFill>
              <a:schemeClr val="bg1"/>
            </a:solidFill>
          </a:ln>
          <a:effectLst/>
        </p:spPr>
      </p:pic>
      <p:pic>
        <p:nvPicPr>
          <p:cNvPr id="50" name="Picture 13">
            <a:extLst>
              <a:ext uri="{FF2B5EF4-FFF2-40B4-BE49-F238E27FC236}">
                <a16:creationId xmlns:a16="http://schemas.microsoft.com/office/drawing/2014/main" id="{EC7A990A-3FD0-846B-CA83-8430E0AAEE7D}"/>
              </a:ext>
            </a:extLst>
          </p:cNvPr>
          <p:cNvPicPr>
            <a:picLocks noChangeAspect="1"/>
          </p:cNvPicPr>
          <p:nvPr/>
        </p:nvPicPr>
        <p:blipFill>
          <a:blip r:embed="rId12"/>
          <a:stretch>
            <a:fillRect/>
          </a:stretch>
        </p:blipFill>
        <p:spPr>
          <a:xfrm>
            <a:off x="4207669" y="4709127"/>
            <a:ext cx="1073944" cy="1288257"/>
          </a:xfrm>
          <a:prstGeom prst="rect">
            <a:avLst/>
          </a:prstGeom>
          <a:effectLst>
            <a:outerShdw blurRad="50800" dist="38100" dir="2700000" algn="tl" rotWithShape="0">
              <a:prstClr val="black">
                <a:alpha val="40000"/>
              </a:prstClr>
            </a:outerShdw>
          </a:effectLst>
        </p:spPr>
      </p:pic>
      <p:sp>
        <p:nvSpPr>
          <p:cNvPr id="51" name="TextBox 50">
            <a:extLst>
              <a:ext uri="{FF2B5EF4-FFF2-40B4-BE49-F238E27FC236}">
                <a16:creationId xmlns:a16="http://schemas.microsoft.com/office/drawing/2014/main" id="{F9C4BCEA-791C-2C08-E063-732942D5A879}"/>
              </a:ext>
            </a:extLst>
          </p:cNvPr>
          <p:cNvSpPr txBox="1"/>
          <p:nvPr/>
        </p:nvSpPr>
        <p:spPr>
          <a:xfrm>
            <a:off x="1550797" y="3089406"/>
            <a:ext cx="2600848" cy="101566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9525" lvl="1">
              <a:spcBef>
                <a:spcPts val="600"/>
              </a:spcBef>
              <a:defRPr/>
            </a:pPr>
            <a:r>
              <a:rPr lang="en-US" sz="1100" b="1" kern="0" dirty="0">
                <a:latin typeface="+mj-lt"/>
                <a:ea typeface="Calibri Light"/>
                <a:cs typeface="Calibri Light"/>
              </a:rPr>
              <a:t>2023 Renewable Energy Industry Outlook</a:t>
            </a:r>
          </a:p>
          <a:p>
            <a:pPr marL="9525" lvl="1">
              <a:spcBef>
                <a:spcPts val="600"/>
              </a:spcBef>
              <a:defRPr/>
            </a:pPr>
            <a:r>
              <a:rPr lang="en-US" sz="1100" kern="0" dirty="0">
                <a:latin typeface="Calibri Light"/>
                <a:ea typeface="Calibri Light"/>
                <a:cs typeface="Calibri Light"/>
              </a:rPr>
              <a:t>The</a:t>
            </a:r>
            <a:r>
              <a:rPr lang="en-US" sz="1100" dirty="0">
                <a:latin typeface="+mj-lt"/>
              </a:rPr>
              <a:t> coming year brings growth opportunities for renewable energy, supported by climate-focused policies, but challenges remain.</a:t>
            </a:r>
            <a:endParaRPr lang="en-US" sz="1100" dirty="0">
              <a:latin typeface="+mj-lt"/>
              <a:ea typeface="Calibri Light"/>
              <a:cs typeface="Calibri Light"/>
            </a:endParaRPr>
          </a:p>
        </p:txBody>
      </p:sp>
      <p:sp>
        <p:nvSpPr>
          <p:cNvPr id="4" name="Rectangle 24">
            <a:extLst>
              <a:ext uri="{FF2B5EF4-FFF2-40B4-BE49-F238E27FC236}">
                <a16:creationId xmlns:a16="http://schemas.microsoft.com/office/drawing/2014/main" id="{3C84EB6A-9CE0-B040-8E18-B06C0F446695}"/>
              </a:ext>
            </a:extLst>
          </p:cNvPr>
          <p:cNvSpPr/>
          <p:nvPr/>
        </p:nvSpPr>
        <p:spPr bwMode="gray">
          <a:xfrm>
            <a:off x="1590664" y="-2509"/>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Eminence &amp; Thought Leadership</a:t>
            </a:r>
          </a:p>
        </p:txBody>
      </p:sp>
      <p:sp>
        <p:nvSpPr>
          <p:cNvPr id="6" name="Freeform 15">
            <a:extLst>
              <a:ext uri="{FF2B5EF4-FFF2-40B4-BE49-F238E27FC236}">
                <a16:creationId xmlns:a16="http://schemas.microsoft.com/office/drawing/2014/main" id="{F53EE3C3-A3B8-158C-9D05-D0BAB0C45A1E}"/>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7" name="Freeform 16">
            <a:extLst>
              <a:ext uri="{FF2B5EF4-FFF2-40B4-BE49-F238E27FC236}">
                <a16:creationId xmlns:a16="http://schemas.microsoft.com/office/drawing/2014/main" id="{8A4FD7D0-77CD-1509-1D9B-AA48183EEFE1}"/>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8" name="Freeform 6">
            <a:extLst>
              <a:ext uri="{FF2B5EF4-FFF2-40B4-BE49-F238E27FC236}">
                <a16:creationId xmlns:a16="http://schemas.microsoft.com/office/drawing/2014/main" id="{9081240B-737C-DEC2-D322-251E2A2858D6}"/>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9" name="Freeform 6">
            <a:extLst>
              <a:ext uri="{FF2B5EF4-FFF2-40B4-BE49-F238E27FC236}">
                <a16:creationId xmlns:a16="http://schemas.microsoft.com/office/drawing/2014/main" id="{C086C9BB-6612-67B5-3A37-B23374B3AFB1}"/>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0" name="Freeform 15">
            <a:extLst>
              <a:ext uri="{FF2B5EF4-FFF2-40B4-BE49-F238E27FC236}">
                <a16:creationId xmlns:a16="http://schemas.microsoft.com/office/drawing/2014/main" id="{5B053871-58E3-7657-8388-80A152EAA370}"/>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1" name="Freeform 16">
            <a:extLst>
              <a:ext uri="{FF2B5EF4-FFF2-40B4-BE49-F238E27FC236}">
                <a16:creationId xmlns:a16="http://schemas.microsoft.com/office/drawing/2014/main" id="{B6A87A0A-076E-DC9F-6165-0FB5BE488347}"/>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2" name="Freeform 6">
            <a:extLst>
              <a:ext uri="{FF2B5EF4-FFF2-40B4-BE49-F238E27FC236}">
                <a16:creationId xmlns:a16="http://schemas.microsoft.com/office/drawing/2014/main" id="{B4F293C2-146E-07AE-1DDD-3BB0E487A5DC}"/>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3" name="Freeform 6">
            <a:extLst>
              <a:ext uri="{FF2B5EF4-FFF2-40B4-BE49-F238E27FC236}">
                <a16:creationId xmlns:a16="http://schemas.microsoft.com/office/drawing/2014/main" id="{A79F29E6-2CAB-50CE-2BFD-F812776C5B4B}"/>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759965188"/>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Key Credentials</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3" y="3429000"/>
            <a:ext cx="7106888" cy="1015663"/>
          </a:xfrm>
          <a:prstGeom prst="rect">
            <a:avLst/>
          </a:prstGeom>
          <a:noFill/>
        </p:spPr>
        <p:txBody>
          <a:bodyPr wrap="square">
            <a:spAutoFit/>
          </a:bodyPr>
          <a:lstStyle/>
          <a:p>
            <a:r>
              <a:rPr lang="en-US" sz="2000" dirty="0">
                <a:solidFill>
                  <a:schemeClr val="bg1"/>
                </a:solidFill>
              </a:rPr>
              <a:t>Deloitte has successfully assisted clients across various regions, including the African Corridor and other regions, collaborating with renowned organizations such as USAID, IFC, and ADB</a:t>
            </a:r>
          </a:p>
        </p:txBody>
      </p:sp>
    </p:spTree>
    <p:extLst>
      <p:ext uri="{BB962C8B-B14F-4D97-AF65-F5344CB8AC3E}">
        <p14:creationId xmlns:p14="http://schemas.microsoft.com/office/powerpoint/2010/main" val="2985274779"/>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5" name="Object 9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en-US" sz="2400"/>
              <a:t>Reforms, Restructuring and Private Sector Participation (1/2)</a:t>
            </a:r>
            <a:endParaRPr lang="en-IN" sz="2400"/>
          </a:p>
        </p:txBody>
      </p:sp>
      <p:sp>
        <p:nvSpPr>
          <p:cNvPr id="3" name="Text Placeholder 2"/>
          <p:cNvSpPr>
            <a:spLocks noGrp="1"/>
          </p:cNvSpPr>
          <p:nvPr>
            <p:ph type="body" sz="quarter" idx="13"/>
          </p:nvPr>
        </p:nvSpPr>
        <p:spPr>
          <a:xfrm>
            <a:off x="469900" y="736688"/>
            <a:ext cx="11252200" cy="757255"/>
          </a:xfrm>
        </p:spPr>
        <p:txBody>
          <a:bodyPr/>
          <a:lstStyle/>
          <a:p>
            <a:r>
              <a:rPr lang="en-IN" sz="1800"/>
              <a:t>Our Service Offerings and Credentials – Market &amp; Regulatory Reforms </a:t>
            </a:r>
          </a:p>
        </p:txBody>
      </p:sp>
      <p:sp>
        <p:nvSpPr>
          <p:cNvPr id="167" name="TextBox 166">
            <a:extLst>
              <a:ext uri="{FF2B5EF4-FFF2-40B4-BE49-F238E27FC236}">
                <a16:creationId xmlns:a16="http://schemas.microsoft.com/office/drawing/2014/main" id="{B360354C-A4BD-4000-81BD-BB358C2101BB}"/>
              </a:ext>
            </a:extLst>
          </p:cNvPr>
          <p:cNvSpPr txBox="1"/>
          <p:nvPr/>
        </p:nvSpPr>
        <p:spPr>
          <a:xfrm>
            <a:off x="469900" y="1132039"/>
            <a:ext cx="5026417" cy="331765"/>
          </a:xfrm>
          <a:prstGeom prst="rect">
            <a:avLst/>
          </a:prstGeom>
          <a:solidFill>
            <a:srgbClr val="004F59"/>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Market and Regulatory Reforms</a:t>
            </a:r>
            <a:endParaRPr kumimoji="0" lang="en-IN" sz="1200" b="1" i="0" u="none" strike="noStrike" kern="1200" cap="none" spc="0" normalizeH="0" baseline="0" noProof="0" err="1">
              <a:ln>
                <a:noFill/>
              </a:ln>
              <a:solidFill>
                <a:prstClr val="white"/>
              </a:solidFill>
              <a:effectLst/>
              <a:uLnTx/>
              <a:uFillTx/>
              <a:latin typeface="Calibri"/>
              <a:ea typeface="+mn-ea"/>
              <a:cs typeface="+mn-cs"/>
            </a:endParaRPr>
          </a:p>
        </p:txBody>
      </p:sp>
      <p:sp>
        <p:nvSpPr>
          <p:cNvPr id="168" name="Rectangle 167">
            <a:extLst>
              <a:ext uri="{FF2B5EF4-FFF2-40B4-BE49-F238E27FC236}">
                <a16:creationId xmlns:a16="http://schemas.microsoft.com/office/drawing/2014/main" id="{F76D50C8-DBF4-4133-B778-F09206BE8D6B}"/>
              </a:ext>
            </a:extLst>
          </p:cNvPr>
          <p:cNvSpPr/>
          <p:nvPr/>
        </p:nvSpPr>
        <p:spPr bwMode="gray">
          <a:xfrm>
            <a:off x="1456537" y="1618631"/>
            <a:ext cx="3041116" cy="140617"/>
          </a:xfrm>
          <a:prstGeom prst="rect">
            <a:avLst/>
          </a:prstGeom>
          <a:no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1" u="none" strike="noStrike" kern="1200" cap="none" spc="0" normalizeH="0" baseline="0" noProof="0">
                <a:ln>
                  <a:noFill/>
                </a:ln>
                <a:solidFill>
                  <a:srgbClr val="53565A"/>
                </a:solidFill>
                <a:effectLst/>
                <a:uLnTx/>
                <a:uFillTx/>
                <a:latin typeface="Calibri"/>
                <a:ea typeface="+mn-ea"/>
                <a:cs typeface="+mn-cs"/>
              </a:rPr>
              <a:t>Evolving Role of Market Players &amp; Market Reforms</a:t>
            </a:r>
          </a:p>
        </p:txBody>
      </p:sp>
      <p:sp>
        <p:nvSpPr>
          <p:cNvPr id="169" name="Rectangle 168">
            <a:extLst>
              <a:ext uri="{FF2B5EF4-FFF2-40B4-BE49-F238E27FC236}">
                <a16:creationId xmlns:a16="http://schemas.microsoft.com/office/drawing/2014/main" id="{8E7C7C07-B729-4946-8306-D987DE26A3A6}"/>
              </a:ext>
            </a:extLst>
          </p:cNvPr>
          <p:cNvSpPr/>
          <p:nvPr/>
        </p:nvSpPr>
        <p:spPr bwMode="gray">
          <a:xfrm>
            <a:off x="368800" y="2230562"/>
            <a:ext cx="502160" cy="146469"/>
          </a:xfrm>
          <a:prstGeom prst="rect">
            <a:avLst/>
          </a:prstGeom>
          <a:no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prstClr val="black"/>
                </a:solidFill>
                <a:effectLst/>
                <a:uLnTx/>
                <a:uFillTx/>
                <a:latin typeface="Calibri"/>
                <a:ea typeface="+mn-ea"/>
                <a:cs typeface="+mn-cs"/>
              </a:rPr>
              <a:t>Now</a:t>
            </a:r>
          </a:p>
        </p:txBody>
      </p:sp>
      <p:sp>
        <p:nvSpPr>
          <p:cNvPr id="170" name="Rectangle 169">
            <a:extLst>
              <a:ext uri="{FF2B5EF4-FFF2-40B4-BE49-F238E27FC236}">
                <a16:creationId xmlns:a16="http://schemas.microsoft.com/office/drawing/2014/main" id="{1942AA7C-4959-4D9E-925C-FF342CB31181}"/>
              </a:ext>
            </a:extLst>
          </p:cNvPr>
          <p:cNvSpPr/>
          <p:nvPr/>
        </p:nvSpPr>
        <p:spPr bwMode="gray">
          <a:xfrm>
            <a:off x="368800" y="2728670"/>
            <a:ext cx="502160" cy="146469"/>
          </a:xfrm>
          <a:prstGeom prst="rect">
            <a:avLst/>
          </a:prstGeom>
          <a:no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1200" cap="none" spc="0" normalizeH="0" baseline="0" noProof="0">
                <a:ln>
                  <a:noFill/>
                </a:ln>
                <a:solidFill>
                  <a:prstClr val="black"/>
                </a:solidFill>
                <a:effectLst/>
                <a:uLnTx/>
                <a:uFillTx/>
                <a:latin typeface="Calibri"/>
                <a:ea typeface="+mn-ea"/>
                <a:cs typeface="+mn-cs"/>
              </a:rPr>
              <a:t>Future</a:t>
            </a:r>
          </a:p>
        </p:txBody>
      </p:sp>
      <p:sp>
        <p:nvSpPr>
          <p:cNvPr id="171" name="Rectangle 170">
            <a:extLst>
              <a:ext uri="{FF2B5EF4-FFF2-40B4-BE49-F238E27FC236}">
                <a16:creationId xmlns:a16="http://schemas.microsoft.com/office/drawing/2014/main" id="{788E61D2-5311-46D4-BC0E-30DBE2004E54}"/>
              </a:ext>
            </a:extLst>
          </p:cNvPr>
          <p:cNvSpPr/>
          <p:nvPr/>
        </p:nvSpPr>
        <p:spPr bwMode="gray">
          <a:xfrm>
            <a:off x="1871557" y="1927950"/>
            <a:ext cx="694803" cy="140616"/>
          </a:xfrm>
          <a:prstGeom prst="rect">
            <a:avLst/>
          </a:prstGeom>
          <a:noFill/>
          <a:ln w="19050" algn="ctr">
            <a:noFill/>
            <a:miter lim="800000"/>
            <a:headEnd/>
            <a:tailEnd/>
          </a:ln>
        </p:spPr>
        <p:txBody>
          <a:bodyPr wrap="square" lIns="0" tIns="0" rIns="0" bIns="0" rtlCol="0" anchor="ctr">
            <a:sp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prstClr val="black"/>
                </a:solidFill>
                <a:effectLst/>
                <a:uLnTx/>
                <a:uFillTx/>
                <a:latin typeface="Calibri"/>
                <a:ea typeface="+mn-ea"/>
                <a:cs typeface="+mn-cs"/>
              </a:rPr>
              <a:t>Transmission</a:t>
            </a:r>
          </a:p>
        </p:txBody>
      </p:sp>
      <p:sp>
        <p:nvSpPr>
          <p:cNvPr id="172" name="Rectangle 171">
            <a:extLst>
              <a:ext uri="{FF2B5EF4-FFF2-40B4-BE49-F238E27FC236}">
                <a16:creationId xmlns:a16="http://schemas.microsoft.com/office/drawing/2014/main" id="{AF79043C-4B90-41A6-95BE-2373A400094D}"/>
              </a:ext>
            </a:extLst>
          </p:cNvPr>
          <p:cNvSpPr/>
          <p:nvPr/>
        </p:nvSpPr>
        <p:spPr bwMode="gray">
          <a:xfrm>
            <a:off x="2862149" y="1922063"/>
            <a:ext cx="631638" cy="140616"/>
          </a:xfrm>
          <a:prstGeom prst="rect">
            <a:avLst/>
          </a:prstGeom>
          <a:noFill/>
          <a:ln w="19050" algn="ctr">
            <a:noFill/>
            <a:miter lim="800000"/>
            <a:headEnd/>
            <a:tailEnd/>
          </a:ln>
        </p:spPr>
        <p:txBody>
          <a:bodyPr wrap="square" lIns="0" tIns="0" rIns="0" bIns="0" rtlCol="0" anchor="ctr">
            <a:sp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prstClr val="black"/>
                </a:solidFill>
                <a:effectLst/>
                <a:uLnTx/>
                <a:uFillTx/>
                <a:latin typeface="Calibri"/>
                <a:ea typeface="+mn-ea"/>
                <a:cs typeface="+mn-cs"/>
              </a:rPr>
              <a:t>Distribution</a:t>
            </a:r>
          </a:p>
        </p:txBody>
      </p:sp>
      <p:sp>
        <p:nvSpPr>
          <p:cNvPr id="173" name="Rectangle 172">
            <a:extLst>
              <a:ext uri="{FF2B5EF4-FFF2-40B4-BE49-F238E27FC236}">
                <a16:creationId xmlns:a16="http://schemas.microsoft.com/office/drawing/2014/main" id="{AADE066E-EC94-4998-AD57-BBC4BCDF08BE}"/>
              </a:ext>
            </a:extLst>
          </p:cNvPr>
          <p:cNvSpPr/>
          <p:nvPr/>
        </p:nvSpPr>
        <p:spPr bwMode="gray">
          <a:xfrm>
            <a:off x="923342" y="2662980"/>
            <a:ext cx="773465" cy="482237"/>
          </a:xfrm>
          <a:prstGeom prst="rect">
            <a:avLst/>
          </a:prstGeom>
          <a:solidFill>
            <a:srgbClr val="43B02A"/>
          </a:solidFill>
          <a:ln w="19050" algn="ctr">
            <a:noFill/>
            <a:miter lim="800000"/>
            <a:headEnd/>
            <a:tailEnd/>
          </a:ln>
        </p:spPr>
        <p:txBody>
          <a:bodyPr wrap="square" lIns="88900" tIns="88900" rIns="8890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Renewable</a:t>
            </a:r>
          </a:p>
        </p:txBody>
      </p:sp>
      <p:sp>
        <p:nvSpPr>
          <p:cNvPr id="174" name="Rectangle 173">
            <a:extLst>
              <a:ext uri="{FF2B5EF4-FFF2-40B4-BE49-F238E27FC236}">
                <a16:creationId xmlns:a16="http://schemas.microsoft.com/office/drawing/2014/main" id="{F9382F78-7DD3-4670-99C5-3854A213727D}"/>
              </a:ext>
            </a:extLst>
          </p:cNvPr>
          <p:cNvSpPr/>
          <p:nvPr/>
        </p:nvSpPr>
        <p:spPr bwMode="gray">
          <a:xfrm>
            <a:off x="923342" y="2093397"/>
            <a:ext cx="773465" cy="482237"/>
          </a:xfrm>
          <a:prstGeom prst="rect">
            <a:avLst/>
          </a:prstGeom>
          <a:solidFill>
            <a:schemeClr val="accent6"/>
          </a:solidFill>
          <a:ln w="19050" algn="ctr">
            <a:noFill/>
            <a:miter lim="800000"/>
            <a:headEnd/>
            <a:tailEnd/>
          </a:ln>
        </p:spPr>
        <p:txBody>
          <a:bodyPr wrap="square" lIns="88900" tIns="88900" rIns="8890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 typeface="Wingdings 2" pitchFamily="18" charset="2"/>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Fossil</a:t>
            </a:r>
          </a:p>
        </p:txBody>
      </p:sp>
      <p:sp>
        <p:nvSpPr>
          <p:cNvPr id="175" name="Freeform 88">
            <a:extLst>
              <a:ext uri="{FF2B5EF4-FFF2-40B4-BE49-F238E27FC236}">
                <a16:creationId xmlns:a16="http://schemas.microsoft.com/office/drawing/2014/main" id="{62162D9E-E49D-4F77-88ED-EDF19BC552C3}"/>
              </a:ext>
            </a:extLst>
          </p:cNvPr>
          <p:cNvSpPr>
            <a:spLocks noEditPoints="1"/>
          </p:cNvSpPr>
          <p:nvPr/>
        </p:nvSpPr>
        <p:spPr bwMode="auto">
          <a:xfrm>
            <a:off x="1220032" y="2140188"/>
            <a:ext cx="205246" cy="262122"/>
          </a:xfrm>
          <a:custGeom>
            <a:avLst/>
            <a:gdLst>
              <a:gd name="T0" fmla="*/ 214 w 251"/>
              <a:gd name="T1" fmla="*/ 117 h 320"/>
              <a:gd name="T2" fmla="*/ 203 w 251"/>
              <a:gd name="T3" fmla="*/ 117 h 320"/>
              <a:gd name="T4" fmla="*/ 192 w 251"/>
              <a:gd name="T5" fmla="*/ 106 h 320"/>
              <a:gd name="T6" fmla="*/ 203 w 251"/>
              <a:gd name="T7" fmla="*/ 96 h 320"/>
              <a:gd name="T8" fmla="*/ 214 w 251"/>
              <a:gd name="T9" fmla="*/ 96 h 320"/>
              <a:gd name="T10" fmla="*/ 230 w 251"/>
              <a:gd name="T11" fmla="*/ 80 h 320"/>
              <a:gd name="T12" fmla="*/ 214 w 251"/>
              <a:gd name="T13" fmla="*/ 64 h 320"/>
              <a:gd name="T14" fmla="*/ 203 w 251"/>
              <a:gd name="T15" fmla="*/ 53 h 320"/>
              <a:gd name="T16" fmla="*/ 171 w 251"/>
              <a:gd name="T17" fmla="*/ 21 h 320"/>
              <a:gd name="T18" fmla="*/ 140 w 251"/>
              <a:gd name="T19" fmla="*/ 47 h 320"/>
              <a:gd name="T20" fmla="*/ 134 w 251"/>
              <a:gd name="T21" fmla="*/ 54 h 320"/>
              <a:gd name="T22" fmla="*/ 125 w 251"/>
              <a:gd name="T23" fmla="*/ 54 h 320"/>
              <a:gd name="T24" fmla="*/ 96 w 251"/>
              <a:gd name="T25" fmla="*/ 74 h 320"/>
              <a:gd name="T26" fmla="*/ 86 w 251"/>
              <a:gd name="T27" fmla="*/ 85 h 320"/>
              <a:gd name="T28" fmla="*/ 75 w 251"/>
              <a:gd name="T29" fmla="*/ 74 h 320"/>
              <a:gd name="T30" fmla="*/ 122 w 251"/>
              <a:gd name="T31" fmla="*/ 32 h 320"/>
              <a:gd name="T32" fmla="*/ 171 w 251"/>
              <a:gd name="T33" fmla="*/ 0 h 320"/>
              <a:gd name="T34" fmla="*/ 224 w 251"/>
              <a:gd name="T35" fmla="*/ 44 h 320"/>
              <a:gd name="T36" fmla="*/ 251 w 251"/>
              <a:gd name="T37" fmla="*/ 80 h 320"/>
              <a:gd name="T38" fmla="*/ 214 w 251"/>
              <a:gd name="T39" fmla="*/ 117 h 320"/>
              <a:gd name="T40" fmla="*/ 192 w 251"/>
              <a:gd name="T41" fmla="*/ 316 h 320"/>
              <a:gd name="T42" fmla="*/ 194 w 251"/>
              <a:gd name="T43" fmla="*/ 307 h 320"/>
              <a:gd name="T44" fmla="*/ 171 w 251"/>
              <a:gd name="T45" fmla="*/ 191 h 320"/>
              <a:gd name="T46" fmla="*/ 171 w 251"/>
              <a:gd name="T47" fmla="*/ 128 h 320"/>
              <a:gd name="T48" fmla="*/ 164 w 251"/>
              <a:gd name="T49" fmla="*/ 118 h 320"/>
              <a:gd name="T50" fmla="*/ 96 w 251"/>
              <a:gd name="T51" fmla="*/ 106 h 320"/>
              <a:gd name="T52" fmla="*/ 29 w 251"/>
              <a:gd name="T53" fmla="*/ 118 h 320"/>
              <a:gd name="T54" fmla="*/ 22 w 251"/>
              <a:gd name="T55" fmla="*/ 128 h 320"/>
              <a:gd name="T56" fmla="*/ 22 w 251"/>
              <a:gd name="T57" fmla="*/ 191 h 320"/>
              <a:gd name="T58" fmla="*/ 1 w 251"/>
              <a:gd name="T59" fmla="*/ 307 h 320"/>
              <a:gd name="T60" fmla="*/ 3 w 251"/>
              <a:gd name="T61" fmla="*/ 316 h 320"/>
              <a:gd name="T62" fmla="*/ 11 w 251"/>
              <a:gd name="T63" fmla="*/ 320 h 320"/>
              <a:gd name="T64" fmla="*/ 183 w 251"/>
              <a:gd name="T65" fmla="*/ 320 h 320"/>
              <a:gd name="T66" fmla="*/ 192 w 251"/>
              <a:gd name="T67" fmla="*/ 316 h 320"/>
              <a:gd name="T68" fmla="*/ 43 w 251"/>
              <a:gd name="T69" fmla="*/ 194 h 320"/>
              <a:gd name="T70" fmla="*/ 43 w 251"/>
              <a:gd name="T71" fmla="*/ 192 h 320"/>
              <a:gd name="T72" fmla="*/ 43 w 251"/>
              <a:gd name="T73" fmla="*/ 136 h 320"/>
              <a:gd name="T74" fmla="*/ 96 w 251"/>
              <a:gd name="T75" fmla="*/ 128 h 320"/>
              <a:gd name="T76" fmla="*/ 150 w 251"/>
              <a:gd name="T77" fmla="*/ 136 h 320"/>
              <a:gd name="T78" fmla="*/ 150 w 251"/>
              <a:gd name="T79" fmla="*/ 192 h 320"/>
              <a:gd name="T80" fmla="*/ 150 w 251"/>
              <a:gd name="T81" fmla="*/ 194 h 320"/>
              <a:gd name="T82" fmla="*/ 170 w 251"/>
              <a:gd name="T83" fmla="*/ 298 h 320"/>
              <a:gd name="T84" fmla="*/ 24 w 251"/>
              <a:gd name="T85" fmla="*/ 298 h 320"/>
              <a:gd name="T86" fmla="*/ 43 w 251"/>
              <a:gd name="T87" fmla="*/ 19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 h="320">
                <a:moveTo>
                  <a:pt x="214" y="117"/>
                </a:moveTo>
                <a:cubicBezTo>
                  <a:pt x="203" y="117"/>
                  <a:pt x="203" y="117"/>
                  <a:pt x="203" y="117"/>
                </a:cubicBezTo>
                <a:cubicBezTo>
                  <a:pt x="197" y="117"/>
                  <a:pt x="192" y="112"/>
                  <a:pt x="192" y="106"/>
                </a:cubicBezTo>
                <a:cubicBezTo>
                  <a:pt x="192" y="100"/>
                  <a:pt x="197" y="96"/>
                  <a:pt x="203" y="96"/>
                </a:cubicBezTo>
                <a:cubicBezTo>
                  <a:pt x="214" y="96"/>
                  <a:pt x="214" y="96"/>
                  <a:pt x="214" y="96"/>
                </a:cubicBezTo>
                <a:cubicBezTo>
                  <a:pt x="222" y="96"/>
                  <a:pt x="230" y="88"/>
                  <a:pt x="230" y="80"/>
                </a:cubicBezTo>
                <a:cubicBezTo>
                  <a:pt x="230" y="71"/>
                  <a:pt x="222" y="64"/>
                  <a:pt x="214" y="64"/>
                </a:cubicBezTo>
                <a:cubicBezTo>
                  <a:pt x="208" y="64"/>
                  <a:pt x="203" y="59"/>
                  <a:pt x="203" y="53"/>
                </a:cubicBezTo>
                <a:cubicBezTo>
                  <a:pt x="203" y="35"/>
                  <a:pt x="189" y="21"/>
                  <a:pt x="171" y="21"/>
                </a:cubicBezTo>
                <a:cubicBezTo>
                  <a:pt x="156" y="21"/>
                  <a:pt x="143" y="32"/>
                  <a:pt x="140" y="47"/>
                </a:cubicBezTo>
                <a:cubicBezTo>
                  <a:pt x="139" y="50"/>
                  <a:pt x="137" y="52"/>
                  <a:pt x="134" y="54"/>
                </a:cubicBezTo>
                <a:cubicBezTo>
                  <a:pt x="132" y="55"/>
                  <a:pt x="128" y="56"/>
                  <a:pt x="125" y="54"/>
                </a:cubicBezTo>
                <a:cubicBezTo>
                  <a:pt x="111" y="49"/>
                  <a:pt x="96" y="60"/>
                  <a:pt x="96" y="74"/>
                </a:cubicBezTo>
                <a:cubicBezTo>
                  <a:pt x="96" y="80"/>
                  <a:pt x="92" y="85"/>
                  <a:pt x="86" y="85"/>
                </a:cubicBezTo>
                <a:cubicBezTo>
                  <a:pt x="80" y="85"/>
                  <a:pt x="75" y="80"/>
                  <a:pt x="75" y="74"/>
                </a:cubicBezTo>
                <a:cubicBezTo>
                  <a:pt x="75" y="49"/>
                  <a:pt x="97" y="29"/>
                  <a:pt x="122" y="32"/>
                </a:cubicBezTo>
                <a:cubicBezTo>
                  <a:pt x="130" y="13"/>
                  <a:pt x="149" y="0"/>
                  <a:pt x="171" y="0"/>
                </a:cubicBezTo>
                <a:cubicBezTo>
                  <a:pt x="197" y="0"/>
                  <a:pt x="219" y="19"/>
                  <a:pt x="224" y="44"/>
                </a:cubicBezTo>
                <a:cubicBezTo>
                  <a:pt x="239" y="48"/>
                  <a:pt x="251" y="62"/>
                  <a:pt x="251" y="80"/>
                </a:cubicBezTo>
                <a:cubicBezTo>
                  <a:pt x="251" y="100"/>
                  <a:pt x="234" y="117"/>
                  <a:pt x="214" y="117"/>
                </a:cubicBezTo>
                <a:close/>
                <a:moveTo>
                  <a:pt x="192" y="316"/>
                </a:moveTo>
                <a:cubicBezTo>
                  <a:pt x="194" y="313"/>
                  <a:pt x="195" y="310"/>
                  <a:pt x="194" y="307"/>
                </a:cubicBezTo>
                <a:cubicBezTo>
                  <a:pt x="171" y="191"/>
                  <a:pt x="171" y="191"/>
                  <a:pt x="171" y="191"/>
                </a:cubicBezTo>
                <a:cubicBezTo>
                  <a:pt x="171" y="128"/>
                  <a:pt x="171" y="128"/>
                  <a:pt x="171" y="128"/>
                </a:cubicBezTo>
                <a:cubicBezTo>
                  <a:pt x="171" y="123"/>
                  <a:pt x="168" y="119"/>
                  <a:pt x="164" y="118"/>
                </a:cubicBezTo>
                <a:cubicBezTo>
                  <a:pt x="162" y="117"/>
                  <a:pt x="129" y="106"/>
                  <a:pt x="96" y="106"/>
                </a:cubicBezTo>
                <a:cubicBezTo>
                  <a:pt x="63" y="106"/>
                  <a:pt x="30" y="117"/>
                  <a:pt x="29" y="118"/>
                </a:cubicBezTo>
                <a:cubicBezTo>
                  <a:pt x="25" y="119"/>
                  <a:pt x="22" y="123"/>
                  <a:pt x="22" y="128"/>
                </a:cubicBezTo>
                <a:cubicBezTo>
                  <a:pt x="22" y="191"/>
                  <a:pt x="22" y="191"/>
                  <a:pt x="22" y="191"/>
                </a:cubicBezTo>
                <a:cubicBezTo>
                  <a:pt x="1" y="307"/>
                  <a:pt x="1" y="307"/>
                  <a:pt x="1" y="307"/>
                </a:cubicBezTo>
                <a:cubicBezTo>
                  <a:pt x="0" y="310"/>
                  <a:pt x="1" y="313"/>
                  <a:pt x="3" y="316"/>
                </a:cubicBezTo>
                <a:cubicBezTo>
                  <a:pt x="5" y="318"/>
                  <a:pt x="8" y="320"/>
                  <a:pt x="11" y="320"/>
                </a:cubicBezTo>
                <a:cubicBezTo>
                  <a:pt x="183" y="320"/>
                  <a:pt x="183" y="320"/>
                  <a:pt x="183" y="320"/>
                </a:cubicBezTo>
                <a:cubicBezTo>
                  <a:pt x="187" y="320"/>
                  <a:pt x="190" y="318"/>
                  <a:pt x="192" y="316"/>
                </a:cubicBezTo>
                <a:close/>
                <a:moveTo>
                  <a:pt x="43" y="194"/>
                </a:moveTo>
                <a:cubicBezTo>
                  <a:pt x="43" y="193"/>
                  <a:pt x="43" y="192"/>
                  <a:pt x="43" y="192"/>
                </a:cubicBezTo>
                <a:cubicBezTo>
                  <a:pt x="43" y="136"/>
                  <a:pt x="43" y="136"/>
                  <a:pt x="43" y="136"/>
                </a:cubicBezTo>
                <a:cubicBezTo>
                  <a:pt x="54" y="133"/>
                  <a:pt x="75" y="128"/>
                  <a:pt x="96" y="128"/>
                </a:cubicBezTo>
                <a:cubicBezTo>
                  <a:pt x="117" y="128"/>
                  <a:pt x="139" y="133"/>
                  <a:pt x="150" y="136"/>
                </a:cubicBezTo>
                <a:cubicBezTo>
                  <a:pt x="150" y="192"/>
                  <a:pt x="150" y="192"/>
                  <a:pt x="150" y="192"/>
                </a:cubicBezTo>
                <a:cubicBezTo>
                  <a:pt x="150" y="192"/>
                  <a:pt x="150" y="193"/>
                  <a:pt x="150" y="194"/>
                </a:cubicBezTo>
                <a:cubicBezTo>
                  <a:pt x="170" y="298"/>
                  <a:pt x="170" y="298"/>
                  <a:pt x="170" y="298"/>
                </a:cubicBezTo>
                <a:cubicBezTo>
                  <a:pt x="24" y="298"/>
                  <a:pt x="24" y="298"/>
                  <a:pt x="24" y="298"/>
                </a:cubicBezTo>
                <a:lnTo>
                  <a:pt x="43" y="194"/>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176" name="Rectangle 175">
            <a:extLst>
              <a:ext uri="{FF2B5EF4-FFF2-40B4-BE49-F238E27FC236}">
                <a16:creationId xmlns:a16="http://schemas.microsoft.com/office/drawing/2014/main" id="{5072C5B0-06CE-4BA6-8649-7786738A7FBE}"/>
              </a:ext>
            </a:extLst>
          </p:cNvPr>
          <p:cNvSpPr/>
          <p:nvPr/>
        </p:nvSpPr>
        <p:spPr bwMode="gray">
          <a:xfrm>
            <a:off x="1022965" y="1927919"/>
            <a:ext cx="574217" cy="140616"/>
          </a:xfrm>
          <a:prstGeom prst="rect">
            <a:avLst/>
          </a:prstGeom>
          <a:noFill/>
          <a:ln w="19050" algn="ctr">
            <a:noFill/>
            <a:miter lim="800000"/>
            <a:headEnd/>
            <a:tailEnd/>
          </a:ln>
        </p:spPr>
        <p:txBody>
          <a:bodyPr wrap="square" lIns="0" tIns="0" rIns="0" bIns="0" rtlCol="0" anchor="ctr">
            <a:sp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prstClr val="black"/>
                </a:solidFill>
                <a:effectLst/>
                <a:uLnTx/>
                <a:uFillTx/>
                <a:latin typeface="Calibri"/>
                <a:ea typeface="+mn-ea"/>
                <a:cs typeface="+mn-cs"/>
              </a:rPr>
              <a:t>Generation</a:t>
            </a:r>
          </a:p>
        </p:txBody>
      </p:sp>
      <p:sp>
        <p:nvSpPr>
          <p:cNvPr id="177" name="Rectangle 176">
            <a:extLst>
              <a:ext uri="{FF2B5EF4-FFF2-40B4-BE49-F238E27FC236}">
                <a16:creationId xmlns:a16="http://schemas.microsoft.com/office/drawing/2014/main" id="{EA893D0F-46D2-4437-B4BC-0E37947A54FE}"/>
              </a:ext>
            </a:extLst>
          </p:cNvPr>
          <p:cNvSpPr/>
          <p:nvPr/>
        </p:nvSpPr>
        <p:spPr bwMode="gray">
          <a:xfrm>
            <a:off x="1855577" y="2096514"/>
            <a:ext cx="773465" cy="482237"/>
          </a:xfrm>
          <a:prstGeom prst="rect">
            <a:avLst/>
          </a:prstGeom>
          <a:solidFill>
            <a:schemeClr val="accent6"/>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Base-load</a:t>
            </a:r>
          </a:p>
        </p:txBody>
      </p:sp>
      <p:grpSp>
        <p:nvGrpSpPr>
          <p:cNvPr id="178" name="Group 177">
            <a:extLst>
              <a:ext uri="{FF2B5EF4-FFF2-40B4-BE49-F238E27FC236}">
                <a16:creationId xmlns:a16="http://schemas.microsoft.com/office/drawing/2014/main" id="{6C59E5F7-41C6-4858-9618-0C2144450DD4}"/>
              </a:ext>
            </a:extLst>
          </p:cNvPr>
          <p:cNvGrpSpPr/>
          <p:nvPr/>
        </p:nvGrpSpPr>
        <p:grpSpPr>
          <a:xfrm>
            <a:off x="2069522" y="2141442"/>
            <a:ext cx="352451" cy="264339"/>
            <a:chOff x="2974262" y="4155935"/>
            <a:chExt cx="682569" cy="450340"/>
          </a:xfrm>
          <a:solidFill>
            <a:schemeClr val="bg1"/>
          </a:solidFill>
        </p:grpSpPr>
        <p:sp>
          <p:nvSpPr>
            <p:cNvPr id="179" name="Freeform 185">
              <a:extLst>
                <a:ext uri="{FF2B5EF4-FFF2-40B4-BE49-F238E27FC236}">
                  <a16:creationId xmlns:a16="http://schemas.microsoft.com/office/drawing/2014/main" id="{72BA9770-E32D-44EE-B531-A9690A1CF348}"/>
                </a:ext>
              </a:extLst>
            </p:cNvPr>
            <p:cNvSpPr>
              <a:spLocks noEditPoints="1"/>
            </p:cNvSpPr>
            <p:nvPr/>
          </p:nvSpPr>
          <p:spPr bwMode="auto">
            <a:xfrm>
              <a:off x="2974262" y="4284605"/>
              <a:ext cx="273608" cy="321670"/>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grpFill/>
            <a:ln>
              <a:noFill/>
            </a:ln>
          </p:spPr>
          <p:txBody>
            <a:bodyPr vert="horz" wrap="square" lIns="91439" tIns="45720" rIns="91439" bIns="45720" numCol="1" anchor="t" anchorCtr="0" compatLnSpc="1">
              <a:prstTxWarp prst="textNoShape">
                <a:avLst/>
              </a:prstTxWarp>
            </a:bodyPr>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sp>
          <p:nvSpPr>
            <p:cNvPr id="180" name="Freeform 185">
              <a:extLst>
                <a:ext uri="{FF2B5EF4-FFF2-40B4-BE49-F238E27FC236}">
                  <a16:creationId xmlns:a16="http://schemas.microsoft.com/office/drawing/2014/main" id="{384F0436-66FE-4047-BFC2-C13D23E2DA69}"/>
                </a:ext>
              </a:extLst>
            </p:cNvPr>
            <p:cNvSpPr>
              <a:spLocks noEditPoints="1"/>
            </p:cNvSpPr>
            <p:nvPr/>
          </p:nvSpPr>
          <p:spPr bwMode="auto">
            <a:xfrm>
              <a:off x="3273780" y="4155935"/>
              <a:ext cx="383051" cy="450337"/>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grpFill/>
            <a:ln>
              <a:noFill/>
            </a:ln>
          </p:spPr>
          <p:txBody>
            <a:bodyPr vert="horz" wrap="square" lIns="91439" tIns="45720" rIns="91439" bIns="45720" numCol="1" anchor="t" anchorCtr="0" compatLnSpc="1">
              <a:prstTxWarp prst="textNoShape">
                <a:avLst/>
              </a:prstTxWarp>
            </a:bodyPr>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grpSp>
      <p:grpSp>
        <p:nvGrpSpPr>
          <p:cNvPr id="181" name="Group 180">
            <a:extLst>
              <a:ext uri="{FF2B5EF4-FFF2-40B4-BE49-F238E27FC236}">
                <a16:creationId xmlns:a16="http://schemas.microsoft.com/office/drawing/2014/main" id="{520D9E1A-F4D7-43AF-9D0F-4339F67DDA7D}"/>
              </a:ext>
            </a:extLst>
          </p:cNvPr>
          <p:cNvGrpSpPr>
            <a:grpSpLocks noChangeAspect="1"/>
          </p:cNvGrpSpPr>
          <p:nvPr/>
        </p:nvGrpSpPr>
        <p:grpSpPr>
          <a:xfrm>
            <a:off x="1384170" y="2686677"/>
            <a:ext cx="244944" cy="264337"/>
            <a:chOff x="2131557" y="3941199"/>
            <a:chExt cx="443385" cy="485133"/>
          </a:xfrm>
          <a:solidFill>
            <a:schemeClr val="bg1"/>
          </a:solidFill>
        </p:grpSpPr>
        <p:sp>
          <p:nvSpPr>
            <p:cNvPr id="182" name="object 134">
              <a:extLst>
                <a:ext uri="{FF2B5EF4-FFF2-40B4-BE49-F238E27FC236}">
                  <a16:creationId xmlns:a16="http://schemas.microsoft.com/office/drawing/2014/main" id="{5148A602-F205-4A81-9A98-DD0D8B0AF67D}"/>
                </a:ext>
              </a:extLst>
            </p:cNvPr>
            <p:cNvSpPr/>
            <p:nvPr/>
          </p:nvSpPr>
          <p:spPr>
            <a:xfrm>
              <a:off x="2131557" y="4119709"/>
              <a:ext cx="443385" cy="238748"/>
            </a:xfrm>
            <a:custGeom>
              <a:avLst/>
              <a:gdLst/>
              <a:ahLst/>
              <a:cxnLst/>
              <a:rect l="l" t="t" r="r" b="b"/>
              <a:pathLst>
                <a:path w="181610" h="97789">
                  <a:moveTo>
                    <a:pt x="28333" y="0"/>
                  </a:moveTo>
                  <a:lnTo>
                    <a:pt x="24333" y="139"/>
                  </a:lnTo>
                  <a:lnTo>
                    <a:pt x="22009" y="1955"/>
                  </a:lnTo>
                  <a:lnTo>
                    <a:pt x="3352" y="70332"/>
                  </a:lnTo>
                  <a:lnTo>
                    <a:pt x="1592" y="76504"/>
                  </a:lnTo>
                  <a:lnTo>
                    <a:pt x="0" y="82194"/>
                  </a:lnTo>
                  <a:lnTo>
                    <a:pt x="0" y="92100"/>
                  </a:lnTo>
                  <a:lnTo>
                    <a:pt x="444" y="92887"/>
                  </a:lnTo>
                  <a:lnTo>
                    <a:pt x="1879" y="95846"/>
                  </a:lnTo>
                  <a:lnTo>
                    <a:pt x="3860" y="97282"/>
                  </a:lnTo>
                  <a:lnTo>
                    <a:pt x="172681" y="97434"/>
                  </a:lnTo>
                  <a:lnTo>
                    <a:pt x="176809" y="97751"/>
                  </a:lnTo>
                  <a:lnTo>
                    <a:pt x="179781" y="96266"/>
                  </a:lnTo>
                  <a:lnTo>
                    <a:pt x="181051" y="92100"/>
                  </a:lnTo>
                  <a:lnTo>
                    <a:pt x="181051" y="81483"/>
                  </a:lnTo>
                  <a:lnTo>
                    <a:pt x="180784" y="80860"/>
                  </a:lnTo>
                  <a:lnTo>
                    <a:pt x="180428" y="80251"/>
                  </a:lnTo>
                  <a:lnTo>
                    <a:pt x="179401" y="76504"/>
                  </a:lnTo>
                  <a:lnTo>
                    <a:pt x="16116" y="76504"/>
                  </a:lnTo>
                  <a:lnTo>
                    <a:pt x="16649" y="74485"/>
                  </a:lnTo>
                  <a:lnTo>
                    <a:pt x="32994" y="14325"/>
                  </a:lnTo>
                  <a:lnTo>
                    <a:pt x="33604" y="13855"/>
                  </a:lnTo>
                  <a:lnTo>
                    <a:pt x="162300" y="13855"/>
                  </a:lnTo>
                  <a:lnTo>
                    <a:pt x="159423" y="3289"/>
                  </a:lnTo>
                  <a:lnTo>
                    <a:pt x="158064" y="1231"/>
                  </a:lnTo>
                  <a:lnTo>
                    <a:pt x="154139" y="50"/>
                  </a:lnTo>
                  <a:lnTo>
                    <a:pt x="28333" y="0"/>
                  </a:lnTo>
                  <a:close/>
                </a:path>
                <a:path w="181610" h="97789">
                  <a:moveTo>
                    <a:pt x="162300" y="13855"/>
                  </a:moveTo>
                  <a:lnTo>
                    <a:pt x="33604" y="13855"/>
                  </a:lnTo>
                  <a:lnTo>
                    <a:pt x="147434" y="13868"/>
                  </a:lnTo>
                  <a:lnTo>
                    <a:pt x="148031" y="14224"/>
                  </a:lnTo>
                  <a:lnTo>
                    <a:pt x="151084" y="25523"/>
                  </a:lnTo>
                  <a:lnTo>
                    <a:pt x="164617" y="75145"/>
                  </a:lnTo>
                  <a:lnTo>
                    <a:pt x="164719" y="75768"/>
                  </a:lnTo>
                  <a:lnTo>
                    <a:pt x="164896" y="76504"/>
                  </a:lnTo>
                  <a:lnTo>
                    <a:pt x="179401" y="76504"/>
                  </a:lnTo>
                  <a:lnTo>
                    <a:pt x="173588" y="55303"/>
                  </a:lnTo>
                  <a:lnTo>
                    <a:pt x="162300" y="13855"/>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83" name="object 135">
              <a:extLst>
                <a:ext uri="{FF2B5EF4-FFF2-40B4-BE49-F238E27FC236}">
                  <a16:creationId xmlns:a16="http://schemas.microsoft.com/office/drawing/2014/main" id="{C25E6340-3D5A-4894-A05D-D6C2A8BBD2CE}"/>
                </a:ext>
              </a:extLst>
            </p:cNvPr>
            <p:cNvSpPr/>
            <p:nvPr/>
          </p:nvSpPr>
          <p:spPr>
            <a:xfrm>
              <a:off x="2267529" y="4375172"/>
              <a:ext cx="170533" cy="51160"/>
            </a:xfrm>
            <a:custGeom>
              <a:avLst/>
              <a:gdLst/>
              <a:ahLst/>
              <a:cxnLst/>
              <a:rect l="l" t="t" r="r" b="b"/>
              <a:pathLst>
                <a:path w="69850" h="20954">
                  <a:moveTo>
                    <a:pt x="10312" y="6794"/>
                  </a:moveTo>
                  <a:lnTo>
                    <a:pt x="2882" y="7086"/>
                  </a:lnTo>
                  <a:lnTo>
                    <a:pt x="558" y="9131"/>
                  </a:lnTo>
                  <a:lnTo>
                    <a:pt x="0" y="14935"/>
                  </a:lnTo>
                  <a:lnTo>
                    <a:pt x="190" y="17830"/>
                  </a:lnTo>
                  <a:lnTo>
                    <a:pt x="177" y="20700"/>
                  </a:lnTo>
                  <a:lnTo>
                    <a:pt x="69494" y="20700"/>
                  </a:lnTo>
                  <a:lnTo>
                    <a:pt x="69570" y="9512"/>
                  </a:lnTo>
                  <a:lnTo>
                    <a:pt x="66878" y="6857"/>
                  </a:lnTo>
                  <a:lnTo>
                    <a:pt x="49151" y="6845"/>
                  </a:lnTo>
                  <a:lnTo>
                    <a:pt x="20472" y="6845"/>
                  </a:lnTo>
                  <a:lnTo>
                    <a:pt x="10312" y="6794"/>
                  </a:lnTo>
                  <a:close/>
                </a:path>
                <a:path w="69850" h="20954">
                  <a:moveTo>
                    <a:pt x="48717" y="0"/>
                  </a:moveTo>
                  <a:lnTo>
                    <a:pt x="20942" y="0"/>
                  </a:lnTo>
                  <a:lnTo>
                    <a:pt x="20853" y="3428"/>
                  </a:lnTo>
                  <a:lnTo>
                    <a:pt x="21069" y="6527"/>
                  </a:lnTo>
                  <a:lnTo>
                    <a:pt x="20472" y="6845"/>
                  </a:lnTo>
                  <a:lnTo>
                    <a:pt x="49151" y="6845"/>
                  </a:lnTo>
                  <a:lnTo>
                    <a:pt x="48590" y="6527"/>
                  </a:lnTo>
                  <a:lnTo>
                    <a:pt x="48816" y="3428"/>
                  </a:lnTo>
                  <a:lnTo>
                    <a:pt x="48717"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84" name="object 136">
              <a:extLst>
                <a:ext uri="{FF2B5EF4-FFF2-40B4-BE49-F238E27FC236}">
                  <a16:creationId xmlns:a16="http://schemas.microsoft.com/office/drawing/2014/main" id="{467F8A62-88A0-4950-B8CD-F5B4DDF71C0F}"/>
                </a:ext>
              </a:extLst>
            </p:cNvPr>
            <p:cNvSpPr>
              <a:spLocks noChangeAspect="1"/>
            </p:cNvSpPr>
            <p:nvPr/>
          </p:nvSpPr>
          <p:spPr>
            <a:xfrm>
              <a:off x="2213785" y="3941199"/>
              <a:ext cx="277114" cy="166272"/>
            </a:xfrm>
            <a:custGeom>
              <a:avLst/>
              <a:gdLst/>
              <a:ahLst/>
              <a:cxnLst/>
              <a:rect l="l" t="t" r="r" b="b"/>
              <a:pathLst>
                <a:path w="82550" h="49529">
                  <a:moveTo>
                    <a:pt x="67477" y="20414"/>
                  </a:moveTo>
                  <a:lnTo>
                    <a:pt x="43105" y="20414"/>
                  </a:lnTo>
                  <a:lnTo>
                    <a:pt x="55363" y="25656"/>
                  </a:lnTo>
                  <a:lnTo>
                    <a:pt x="61798" y="35798"/>
                  </a:lnTo>
                  <a:lnTo>
                    <a:pt x="61417" y="48386"/>
                  </a:lnTo>
                  <a:lnTo>
                    <a:pt x="65379" y="48640"/>
                  </a:lnTo>
                  <a:lnTo>
                    <a:pt x="69265" y="49060"/>
                  </a:lnTo>
                  <a:lnTo>
                    <a:pt x="72948" y="45821"/>
                  </a:lnTo>
                  <a:lnTo>
                    <a:pt x="73545" y="45618"/>
                  </a:lnTo>
                  <a:lnTo>
                    <a:pt x="82550" y="41541"/>
                  </a:lnTo>
                  <a:lnTo>
                    <a:pt x="81876" y="41274"/>
                  </a:lnTo>
                  <a:lnTo>
                    <a:pt x="81330" y="41084"/>
                  </a:lnTo>
                  <a:lnTo>
                    <a:pt x="77330" y="39281"/>
                  </a:lnTo>
                  <a:lnTo>
                    <a:pt x="73787" y="37845"/>
                  </a:lnTo>
                  <a:lnTo>
                    <a:pt x="67106" y="34289"/>
                  </a:lnTo>
                  <a:lnTo>
                    <a:pt x="65138" y="31508"/>
                  </a:lnTo>
                  <a:lnTo>
                    <a:pt x="66433" y="24637"/>
                  </a:lnTo>
                  <a:lnTo>
                    <a:pt x="67081" y="21767"/>
                  </a:lnTo>
                  <a:lnTo>
                    <a:pt x="67477" y="20414"/>
                  </a:lnTo>
                  <a:close/>
                </a:path>
                <a:path w="82550" h="49529">
                  <a:moveTo>
                    <a:pt x="11760" y="12191"/>
                  </a:moveTo>
                  <a:lnTo>
                    <a:pt x="12357" y="13563"/>
                  </a:lnTo>
                  <a:lnTo>
                    <a:pt x="14439" y="18999"/>
                  </a:lnTo>
                  <a:lnTo>
                    <a:pt x="16535" y="23812"/>
                  </a:lnTo>
                  <a:lnTo>
                    <a:pt x="17030" y="31191"/>
                  </a:lnTo>
                  <a:lnTo>
                    <a:pt x="16408" y="32880"/>
                  </a:lnTo>
                  <a:lnTo>
                    <a:pt x="12890" y="35255"/>
                  </a:lnTo>
                  <a:lnTo>
                    <a:pt x="11112" y="36537"/>
                  </a:lnTo>
                  <a:lnTo>
                    <a:pt x="6197" y="38950"/>
                  </a:lnTo>
                  <a:lnTo>
                    <a:pt x="3073" y="40157"/>
                  </a:lnTo>
                  <a:lnTo>
                    <a:pt x="0" y="41478"/>
                  </a:lnTo>
                  <a:lnTo>
                    <a:pt x="241" y="41770"/>
                  </a:lnTo>
                  <a:lnTo>
                    <a:pt x="13741" y="48183"/>
                  </a:lnTo>
                  <a:lnTo>
                    <a:pt x="14401" y="48475"/>
                  </a:lnTo>
                  <a:lnTo>
                    <a:pt x="18808" y="48488"/>
                  </a:lnTo>
                  <a:lnTo>
                    <a:pt x="22279" y="31940"/>
                  </a:lnTo>
                  <a:lnTo>
                    <a:pt x="31873" y="22276"/>
                  </a:lnTo>
                  <a:lnTo>
                    <a:pt x="43105" y="20414"/>
                  </a:lnTo>
                  <a:lnTo>
                    <a:pt x="67477" y="20414"/>
                  </a:lnTo>
                  <a:lnTo>
                    <a:pt x="68134" y="18173"/>
                  </a:lnTo>
                  <a:lnTo>
                    <a:pt x="54102" y="18173"/>
                  </a:lnTo>
                  <a:lnTo>
                    <a:pt x="51274" y="17513"/>
                  </a:lnTo>
                  <a:lnTo>
                    <a:pt x="30365" y="17513"/>
                  </a:lnTo>
                  <a:lnTo>
                    <a:pt x="22860" y="16776"/>
                  </a:lnTo>
                  <a:lnTo>
                    <a:pt x="17929" y="14592"/>
                  </a:lnTo>
                  <a:lnTo>
                    <a:pt x="13322" y="12776"/>
                  </a:lnTo>
                  <a:lnTo>
                    <a:pt x="11760" y="12191"/>
                  </a:lnTo>
                  <a:close/>
                </a:path>
                <a:path w="82550" h="49529">
                  <a:moveTo>
                    <a:pt x="70472" y="12204"/>
                  </a:moveTo>
                  <a:lnTo>
                    <a:pt x="69456" y="12687"/>
                  </a:lnTo>
                  <a:lnTo>
                    <a:pt x="65087" y="14325"/>
                  </a:lnTo>
                  <a:lnTo>
                    <a:pt x="61175" y="15963"/>
                  </a:lnTo>
                  <a:lnTo>
                    <a:pt x="54102" y="18173"/>
                  </a:lnTo>
                  <a:lnTo>
                    <a:pt x="68134" y="18173"/>
                  </a:lnTo>
                  <a:lnTo>
                    <a:pt x="68554" y="16738"/>
                  </a:lnTo>
                  <a:lnTo>
                    <a:pt x="69550" y="14592"/>
                  </a:lnTo>
                  <a:lnTo>
                    <a:pt x="70472" y="12204"/>
                  </a:lnTo>
                  <a:close/>
                </a:path>
                <a:path w="82550" h="49529">
                  <a:moveTo>
                    <a:pt x="41173" y="0"/>
                  </a:moveTo>
                  <a:lnTo>
                    <a:pt x="40843" y="800"/>
                  </a:lnTo>
                  <a:lnTo>
                    <a:pt x="40652" y="1320"/>
                  </a:lnTo>
                  <a:lnTo>
                    <a:pt x="38481" y="6438"/>
                  </a:lnTo>
                  <a:lnTo>
                    <a:pt x="36753" y="11150"/>
                  </a:lnTo>
                  <a:lnTo>
                    <a:pt x="32092" y="16840"/>
                  </a:lnTo>
                  <a:lnTo>
                    <a:pt x="30365" y="17513"/>
                  </a:lnTo>
                  <a:lnTo>
                    <a:pt x="51274" y="17513"/>
                  </a:lnTo>
                  <a:lnTo>
                    <a:pt x="45948" y="9143"/>
                  </a:lnTo>
                  <a:lnTo>
                    <a:pt x="43205" y="4381"/>
                  </a:lnTo>
                  <a:lnTo>
                    <a:pt x="42303" y="2298"/>
                  </a:lnTo>
                  <a:lnTo>
                    <a:pt x="41173"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85" name="object 137">
              <a:extLst>
                <a:ext uri="{FF2B5EF4-FFF2-40B4-BE49-F238E27FC236}">
                  <a16:creationId xmlns:a16="http://schemas.microsoft.com/office/drawing/2014/main" id="{1EB06FC7-130E-4FC9-AD00-749AE3A142E8}"/>
                </a:ext>
              </a:extLst>
            </p:cNvPr>
            <p:cNvSpPr/>
            <p:nvPr/>
          </p:nvSpPr>
          <p:spPr>
            <a:xfrm>
              <a:off x="2316342" y="4238622"/>
              <a:ext cx="72864" cy="51160"/>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86" name="object 138">
              <a:extLst>
                <a:ext uri="{FF2B5EF4-FFF2-40B4-BE49-F238E27FC236}">
                  <a16:creationId xmlns:a16="http://schemas.microsoft.com/office/drawing/2014/main" id="{989D1BAF-038C-4EC6-9AA0-526BA0AAB9EC}"/>
                </a:ext>
              </a:extLst>
            </p:cNvPr>
            <p:cNvSpPr/>
            <p:nvPr/>
          </p:nvSpPr>
          <p:spPr>
            <a:xfrm>
              <a:off x="2324469" y="4141457"/>
              <a:ext cx="173475" cy="149799"/>
            </a:xfrm>
            <a:custGeom>
              <a:avLst/>
              <a:gdLst/>
              <a:ahLst/>
              <a:cxnLst/>
              <a:rect l="l" t="t" r="r" b="b"/>
              <a:pathLst>
                <a:path w="32385" h="21589">
                  <a:moveTo>
                    <a:pt x="26568" y="0"/>
                  </a:moveTo>
                  <a:lnTo>
                    <a:pt x="0" y="152"/>
                  </a:lnTo>
                  <a:lnTo>
                    <a:pt x="215" y="2743"/>
                  </a:lnTo>
                  <a:lnTo>
                    <a:pt x="876" y="8178"/>
                  </a:lnTo>
                  <a:lnTo>
                    <a:pt x="1625" y="13601"/>
                  </a:lnTo>
                  <a:lnTo>
                    <a:pt x="2374" y="20510"/>
                  </a:lnTo>
                  <a:lnTo>
                    <a:pt x="2857" y="21005"/>
                  </a:lnTo>
                  <a:lnTo>
                    <a:pt x="32003" y="20853"/>
                  </a:lnTo>
                  <a:lnTo>
                    <a:pt x="31749" y="19202"/>
                  </a:lnTo>
                  <a:lnTo>
                    <a:pt x="30276" y="13322"/>
                  </a:lnTo>
                  <a:lnTo>
                    <a:pt x="28752" y="7467"/>
                  </a:lnTo>
                  <a:lnTo>
                    <a:pt x="27050" y="355"/>
                  </a:lnTo>
                  <a:lnTo>
                    <a:pt x="26568"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87" name="object 139">
              <a:extLst>
                <a:ext uri="{FF2B5EF4-FFF2-40B4-BE49-F238E27FC236}">
                  <a16:creationId xmlns:a16="http://schemas.microsoft.com/office/drawing/2014/main" id="{47F7A85C-9B04-408F-A709-1E159753D6CF}"/>
                </a:ext>
              </a:extLst>
            </p:cNvPr>
            <p:cNvSpPr/>
            <p:nvPr/>
          </p:nvSpPr>
          <p:spPr>
            <a:xfrm>
              <a:off x="2207888" y="4238569"/>
              <a:ext cx="79063" cy="51160"/>
            </a:xfrm>
            <a:custGeom>
              <a:avLst/>
              <a:gdLst/>
              <a:ahLst/>
              <a:cxnLst/>
              <a:rect l="l" t="t" r="r" b="b"/>
              <a:pathLst>
                <a:path w="32385" h="20954">
                  <a:moveTo>
                    <a:pt x="5143" y="0"/>
                  </a:moveTo>
                  <a:lnTo>
                    <a:pt x="5041" y="673"/>
                  </a:lnTo>
                  <a:lnTo>
                    <a:pt x="1295" y="15430"/>
                  </a:lnTo>
                  <a:lnTo>
                    <a:pt x="0" y="20701"/>
                  </a:lnTo>
                  <a:lnTo>
                    <a:pt x="29552" y="20701"/>
                  </a:lnTo>
                  <a:lnTo>
                    <a:pt x="32130" y="368"/>
                  </a:lnTo>
                  <a:lnTo>
                    <a:pt x="31762" y="139"/>
                  </a:lnTo>
                  <a:lnTo>
                    <a:pt x="5143"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88" name="object 140">
              <a:extLst>
                <a:ext uri="{FF2B5EF4-FFF2-40B4-BE49-F238E27FC236}">
                  <a16:creationId xmlns:a16="http://schemas.microsoft.com/office/drawing/2014/main" id="{EA2E7E57-0C2B-4E01-B4E0-11E2A5989B6E}"/>
                </a:ext>
              </a:extLst>
            </p:cNvPr>
            <p:cNvSpPr/>
            <p:nvPr/>
          </p:nvSpPr>
          <p:spPr>
            <a:xfrm>
              <a:off x="2410200" y="4170953"/>
              <a:ext cx="68213" cy="41858"/>
            </a:xfrm>
            <a:custGeom>
              <a:avLst/>
              <a:gdLst/>
              <a:ahLst/>
              <a:cxnLst/>
              <a:rect l="l" t="t" r="r" b="b"/>
              <a:pathLst>
                <a:path w="27939" h="17145">
                  <a:moveTo>
                    <a:pt x="23139" y="0"/>
                  </a:moveTo>
                  <a:lnTo>
                    <a:pt x="1079" y="50"/>
                  </a:lnTo>
                  <a:lnTo>
                    <a:pt x="0" y="177"/>
                  </a:lnTo>
                  <a:lnTo>
                    <a:pt x="2095" y="16891"/>
                  </a:lnTo>
                  <a:lnTo>
                    <a:pt x="27762" y="16891"/>
                  </a:lnTo>
                  <a:lnTo>
                    <a:pt x="26441" y="11582"/>
                  </a:lnTo>
                  <a:lnTo>
                    <a:pt x="25133" y="6527"/>
                  </a:lnTo>
                  <a:lnTo>
                    <a:pt x="23672" y="254"/>
                  </a:lnTo>
                  <a:lnTo>
                    <a:pt x="23139"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89" name="object 142">
              <a:extLst>
                <a:ext uri="{FF2B5EF4-FFF2-40B4-BE49-F238E27FC236}">
                  <a16:creationId xmlns:a16="http://schemas.microsoft.com/office/drawing/2014/main" id="{79987B8B-E923-4BB6-905E-58C295C117FB}"/>
                </a:ext>
              </a:extLst>
            </p:cNvPr>
            <p:cNvSpPr/>
            <p:nvPr/>
          </p:nvSpPr>
          <p:spPr>
            <a:xfrm>
              <a:off x="2227668" y="4170929"/>
              <a:ext cx="68213" cy="41858"/>
            </a:xfrm>
            <a:custGeom>
              <a:avLst/>
              <a:gdLst/>
              <a:ahLst/>
              <a:cxnLst/>
              <a:rect l="l" t="t" r="r" b="b"/>
              <a:pathLst>
                <a:path w="27939" h="17145">
                  <a:moveTo>
                    <a:pt x="4584" y="0"/>
                  </a:moveTo>
                  <a:lnTo>
                    <a:pt x="3911" y="736"/>
                  </a:lnTo>
                  <a:lnTo>
                    <a:pt x="2514" y="6019"/>
                  </a:lnTo>
                  <a:lnTo>
                    <a:pt x="165" y="15620"/>
                  </a:lnTo>
                  <a:lnTo>
                    <a:pt x="0" y="16878"/>
                  </a:lnTo>
                  <a:lnTo>
                    <a:pt x="25412" y="16878"/>
                  </a:lnTo>
                  <a:lnTo>
                    <a:pt x="26428" y="9347"/>
                  </a:lnTo>
                  <a:lnTo>
                    <a:pt x="26949" y="4787"/>
                  </a:lnTo>
                  <a:lnTo>
                    <a:pt x="27508" y="279"/>
                  </a:lnTo>
                  <a:lnTo>
                    <a:pt x="27190" y="88"/>
                  </a:lnTo>
                  <a:lnTo>
                    <a:pt x="4584"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190" name="object 137">
              <a:extLst>
                <a:ext uri="{FF2B5EF4-FFF2-40B4-BE49-F238E27FC236}">
                  <a16:creationId xmlns:a16="http://schemas.microsoft.com/office/drawing/2014/main" id="{0CADD5F2-8E78-4E70-8DB5-FEC9E816AD1C}"/>
                </a:ext>
              </a:extLst>
            </p:cNvPr>
            <p:cNvSpPr/>
            <p:nvPr/>
          </p:nvSpPr>
          <p:spPr>
            <a:xfrm>
              <a:off x="2316339" y="4169018"/>
              <a:ext cx="72864" cy="42863"/>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grpSp>
      <p:sp>
        <p:nvSpPr>
          <p:cNvPr id="191" name="Rectangle 190">
            <a:extLst>
              <a:ext uri="{FF2B5EF4-FFF2-40B4-BE49-F238E27FC236}">
                <a16:creationId xmlns:a16="http://schemas.microsoft.com/office/drawing/2014/main" id="{4D20E189-69A5-47CA-ACAE-3E5DB3D5D192}"/>
              </a:ext>
            </a:extLst>
          </p:cNvPr>
          <p:cNvSpPr/>
          <p:nvPr/>
        </p:nvSpPr>
        <p:spPr bwMode="gray">
          <a:xfrm>
            <a:off x="2787812" y="2096514"/>
            <a:ext cx="773465" cy="482237"/>
          </a:xfrm>
          <a:prstGeom prst="rect">
            <a:avLst/>
          </a:prstGeom>
          <a:solidFill>
            <a:schemeClr val="accent6"/>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One-Way</a:t>
            </a:r>
          </a:p>
        </p:txBody>
      </p:sp>
      <p:grpSp>
        <p:nvGrpSpPr>
          <p:cNvPr id="192" name="Group 191">
            <a:extLst>
              <a:ext uri="{FF2B5EF4-FFF2-40B4-BE49-F238E27FC236}">
                <a16:creationId xmlns:a16="http://schemas.microsoft.com/office/drawing/2014/main" id="{24AAF354-6BF7-482A-A3C3-98D1B5CDFEA0}"/>
              </a:ext>
            </a:extLst>
          </p:cNvPr>
          <p:cNvGrpSpPr/>
          <p:nvPr/>
        </p:nvGrpSpPr>
        <p:grpSpPr>
          <a:xfrm>
            <a:off x="3049723" y="2153968"/>
            <a:ext cx="326658" cy="229833"/>
            <a:chOff x="2587935" y="1943318"/>
            <a:chExt cx="285667" cy="200992"/>
          </a:xfrm>
        </p:grpSpPr>
        <p:sp>
          <p:nvSpPr>
            <p:cNvPr id="193" name="Arrow: Right 192">
              <a:extLst>
                <a:ext uri="{FF2B5EF4-FFF2-40B4-BE49-F238E27FC236}">
                  <a16:creationId xmlns:a16="http://schemas.microsoft.com/office/drawing/2014/main" id="{17FA6DD6-8884-4470-BA09-7627BCA9B78B}"/>
                </a:ext>
              </a:extLst>
            </p:cNvPr>
            <p:cNvSpPr/>
            <p:nvPr/>
          </p:nvSpPr>
          <p:spPr bwMode="gray">
            <a:xfrm>
              <a:off x="2587935" y="1943318"/>
              <a:ext cx="285667" cy="200992"/>
            </a:xfrm>
            <a:prstGeom prst="rightArrow">
              <a:avLst/>
            </a:prstGeom>
            <a:solidFill>
              <a:schemeClr val="bg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194" name="Lightning Bolt 193">
              <a:extLst>
                <a:ext uri="{FF2B5EF4-FFF2-40B4-BE49-F238E27FC236}">
                  <a16:creationId xmlns:a16="http://schemas.microsoft.com/office/drawing/2014/main" id="{ACFAA4E4-880D-4268-A071-7DB34CCCD8FE}"/>
                </a:ext>
              </a:extLst>
            </p:cNvPr>
            <p:cNvSpPr/>
            <p:nvPr/>
          </p:nvSpPr>
          <p:spPr bwMode="gray">
            <a:xfrm rot="1751820">
              <a:off x="2674974" y="1996214"/>
              <a:ext cx="66029" cy="90571"/>
            </a:xfrm>
            <a:prstGeom prst="lightningBolt">
              <a:avLst/>
            </a:prstGeom>
            <a:solidFill>
              <a:schemeClr val="tx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grpSp>
      <p:sp>
        <p:nvSpPr>
          <p:cNvPr id="195" name="Rectangle 194">
            <a:extLst>
              <a:ext uri="{FF2B5EF4-FFF2-40B4-BE49-F238E27FC236}">
                <a16:creationId xmlns:a16="http://schemas.microsoft.com/office/drawing/2014/main" id="{01BBF723-E4E3-4A31-A90A-8751E2C9B792}"/>
              </a:ext>
            </a:extLst>
          </p:cNvPr>
          <p:cNvSpPr/>
          <p:nvPr/>
        </p:nvSpPr>
        <p:spPr bwMode="gray">
          <a:xfrm>
            <a:off x="3720047" y="2093397"/>
            <a:ext cx="773465" cy="482237"/>
          </a:xfrm>
          <a:prstGeom prst="rect">
            <a:avLst/>
          </a:prstGeom>
          <a:solidFill>
            <a:schemeClr val="accent6"/>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Provider</a:t>
            </a:r>
          </a:p>
        </p:txBody>
      </p:sp>
      <p:sp>
        <p:nvSpPr>
          <p:cNvPr id="196" name="Rectangle 195">
            <a:extLst>
              <a:ext uri="{FF2B5EF4-FFF2-40B4-BE49-F238E27FC236}">
                <a16:creationId xmlns:a16="http://schemas.microsoft.com/office/drawing/2014/main" id="{8F1625C1-ABF2-40A5-81F7-2B5DE6C3B25D}"/>
              </a:ext>
            </a:extLst>
          </p:cNvPr>
          <p:cNvSpPr/>
          <p:nvPr/>
        </p:nvSpPr>
        <p:spPr bwMode="gray">
          <a:xfrm>
            <a:off x="3790960" y="1929542"/>
            <a:ext cx="631638" cy="140616"/>
          </a:xfrm>
          <a:prstGeom prst="rect">
            <a:avLst/>
          </a:prstGeom>
          <a:noFill/>
          <a:ln w="19050" algn="ctr">
            <a:noFill/>
            <a:miter lim="800000"/>
            <a:headEnd/>
            <a:tailEnd/>
          </a:ln>
        </p:spPr>
        <p:txBody>
          <a:bodyPr wrap="square" lIns="0" tIns="0" rIns="0" bIns="0" rtlCol="0" anchor="ctr">
            <a:sp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prstClr val="black"/>
                </a:solidFill>
                <a:effectLst/>
                <a:uLnTx/>
                <a:uFillTx/>
                <a:latin typeface="Calibri"/>
                <a:ea typeface="+mn-ea"/>
                <a:cs typeface="+mn-cs"/>
              </a:rPr>
              <a:t>Retail</a:t>
            </a:r>
          </a:p>
        </p:txBody>
      </p:sp>
      <p:grpSp>
        <p:nvGrpSpPr>
          <p:cNvPr id="197" name="Group 844">
            <a:extLst>
              <a:ext uri="{FF2B5EF4-FFF2-40B4-BE49-F238E27FC236}">
                <a16:creationId xmlns:a16="http://schemas.microsoft.com/office/drawing/2014/main" id="{2E0D6F77-D938-41F2-B935-D4CD46254C74}"/>
              </a:ext>
            </a:extLst>
          </p:cNvPr>
          <p:cNvGrpSpPr>
            <a:grpSpLocks noChangeAspect="1"/>
          </p:cNvGrpSpPr>
          <p:nvPr/>
        </p:nvGrpSpPr>
        <p:grpSpPr bwMode="auto">
          <a:xfrm>
            <a:off x="4267618" y="2169380"/>
            <a:ext cx="167851" cy="167007"/>
            <a:chOff x="4371" y="3110"/>
            <a:chExt cx="199" cy="198"/>
          </a:xfrm>
          <a:solidFill>
            <a:schemeClr val="bg1"/>
          </a:solidFill>
        </p:grpSpPr>
        <p:sp>
          <p:nvSpPr>
            <p:cNvPr id="198" name="Freeform 845">
              <a:extLst>
                <a:ext uri="{FF2B5EF4-FFF2-40B4-BE49-F238E27FC236}">
                  <a16:creationId xmlns:a16="http://schemas.microsoft.com/office/drawing/2014/main" id="{C6B04866-748C-4E04-AE7A-18423A874357}"/>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199" name="Freeform 846">
              <a:extLst>
                <a:ext uri="{FF2B5EF4-FFF2-40B4-BE49-F238E27FC236}">
                  <a16:creationId xmlns:a16="http://schemas.microsoft.com/office/drawing/2014/main" id="{9D3633EA-D3E8-41AC-825F-7A27E97E6637}"/>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00" name="Freeform 847">
              <a:extLst>
                <a:ext uri="{FF2B5EF4-FFF2-40B4-BE49-F238E27FC236}">
                  <a16:creationId xmlns:a16="http://schemas.microsoft.com/office/drawing/2014/main" id="{0294C1FF-82AC-452E-9C84-3F2156774BAA}"/>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01" name="Freeform 848">
              <a:extLst>
                <a:ext uri="{FF2B5EF4-FFF2-40B4-BE49-F238E27FC236}">
                  <a16:creationId xmlns:a16="http://schemas.microsoft.com/office/drawing/2014/main" id="{C7227BD8-8404-48BD-96F3-BC134BBB1EA3}"/>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02" name="Freeform 849">
              <a:extLst>
                <a:ext uri="{FF2B5EF4-FFF2-40B4-BE49-F238E27FC236}">
                  <a16:creationId xmlns:a16="http://schemas.microsoft.com/office/drawing/2014/main" id="{C50CBED8-6F53-4346-8550-CAF2F0548646}"/>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03" name="Freeform 850">
              <a:extLst>
                <a:ext uri="{FF2B5EF4-FFF2-40B4-BE49-F238E27FC236}">
                  <a16:creationId xmlns:a16="http://schemas.microsoft.com/office/drawing/2014/main" id="{1343BC3B-FE07-4975-8E88-441FDFAFC342}"/>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04" name="Freeform 146">
            <a:extLst>
              <a:ext uri="{FF2B5EF4-FFF2-40B4-BE49-F238E27FC236}">
                <a16:creationId xmlns:a16="http://schemas.microsoft.com/office/drawing/2014/main" id="{DB14043D-E5CE-4997-9C63-90F23075170D}"/>
              </a:ext>
            </a:extLst>
          </p:cNvPr>
          <p:cNvSpPr>
            <a:spLocks noEditPoints="1"/>
          </p:cNvSpPr>
          <p:nvPr/>
        </p:nvSpPr>
        <p:spPr bwMode="auto">
          <a:xfrm>
            <a:off x="4030972" y="2274788"/>
            <a:ext cx="145976" cy="97827"/>
          </a:xfrm>
          <a:custGeom>
            <a:avLst/>
            <a:gdLst>
              <a:gd name="T0" fmla="*/ 53 w 288"/>
              <a:gd name="T1" fmla="*/ 0 h 192"/>
              <a:gd name="T2" fmla="*/ 43 w 288"/>
              <a:gd name="T3" fmla="*/ 42 h 192"/>
              <a:gd name="T4" fmla="*/ 0 w 288"/>
              <a:gd name="T5" fmla="*/ 53 h 192"/>
              <a:gd name="T6" fmla="*/ 11 w 288"/>
              <a:gd name="T7" fmla="*/ 192 h 192"/>
              <a:gd name="T8" fmla="*/ 245 w 288"/>
              <a:gd name="T9" fmla="*/ 181 h 192"/>
              <a:gd name="T10" fmla="*/ 277 w 288"/>
              <a:gd name="T11" fmla="*/ 149 h 192"/>
              <a:gd name="T12" fmla="*/ 288 w 288"/>
              <a:gd name="T13" fmla="*/ 10 h 192"/>
              <a:gd name="T14" fmla="*/ 224 w 288"/>
              <a:gd name="T15" fmla="*/ 170 h 192"/>
              <a:gd name="T16" fmla="*/ 21 w 288"/>
              <a:gd name="T17" fmla="*/ 64 h 192"/>
              <a:gd name="T18" fmla="*/ 224 w 288"/>
              <a:gd name="T19" fmla="*/ 170 h 192"/>
              <a:gd name="T20" fmla="*/ 245 w 288"/>
              <a:gd name="T21" fmla="*/ 128 h 192"/>
              <a:gd name="T22" fmla="*/ 235 w 288"/>
              <a:gd name="T23" fmla="*/ 42 h 192"/>
              <a:gd name="T24" fmla="*/ 64 w 288"/>
              <a:gd name="T25" fmla="*/ 21 h 192"/>
              <a:gd name="T26" fmla="*/ 267 w 288"/>
              <a:gd name="T27" fmla="*/ 128 h 192"/>
              <a:gd name="T28" fmla="*/ 101 w 288"/>
              <a:gd name="T29" fmla="*/ 100 h 192"/>
              <a:gd name="T30" fmla="*/ 123 w 288"/>
              <a:gd name="T31" fmla="*/ 82 h 192"/>
              <a:gd name="T32" fmla="*/ 130 w 288"/>
              <a:gd name="T33" fmla="*/ 74 h 192"/>
              <a:gd name="T34" fmla="*/ 151 w 288"/>
              <a:gd name="T35" fmla="*/ 87 h 192"/>
              <a:gd name="T36" fmla="*/ 130 w 288"/>
              <a:gd name="T37" fmla="*/ 95 h 192"/>
              <a:gd name="T38" fmla="*/ 123 w 288"/>
              <a:gd name="T39" fmla="*/ 95 h 192"/>
              <a:gd name="T40" fmla="*/ 118 w 288"/>
              <a:gd name="T41" fmla="*/ 104 h 192"/>
              <a:gd name="T42" fmla="*/ 130 w 288"/>
              <a:gd name="T43" fmla="*/ 110 h 192"/>
              <a:gd name="T44" fmla="*/ 151 w 288"/>
              <a:gd name="T45" fmla="*/ 122 h 192"/>
              <a:gd name="T46" fmla="*/ 147 w 288"/>
              <a:gd name="T47" fmla="*/ 143 h 192"/>
              <a:gd name="T48" fmla="*/ 130 w 288"/>
              <a:gd name="T49" fmla="*/ 160 h 192"/>
              <a:gd name="T50" fmla="*/ 123 w 288"/>
              <a:gd name="T51" fmla="*/ 149 h 192"/>
              <a:gd name="T52" fmla="*/ 101 w 288"/>
              <a:gd name="T53" fmla="*/ 132 h 192"/>
              <a:gd name="T54" fmla="*/ 123 w 288"/>
              <a:gd name="T55" fmla="*/ 137 h 192"/>
              <a:gd name="T56" fmla="*/ 130 w 288"/>
              <a:gd name="T57" fmla="*/ 137 h 192"/>
              <a:gd name="T58" fmla="*/ 135 w 288"/>
              <a:gd name="T59" fmla="*/ 127 h 192"/>
              <a:gd name="T60" fmla="*/ 123 w 288"/>
              <a:gd name="T61" fmla="*/ 122 h 192"/>
              <a:gd name="T62" fmla="*/ 105 w 288"/>
              <a:gd name="T63" fmla="*/ 1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192">
                <a:moveTo>
                  <a:pt x="277" y="0"/>
                </a:moveTo>
                <a:cubicBezTo>
                  <a:pt x="53" y="0"/>
                  <a:pt x="53" y="0"/>
                  <a:pt x="53" y="0"/>
                </a:cubicBezTo>
                <a:cubicBezTo>
                  <a:pt x="47" y="0"/>
                  <a:pt x="43" y="4"/>
                  <a:pt x="43" y="10"/>
                </a:cubicBezTo>
                <a:cubicBezTo>
                  <a:pt x="43" y="42"/>
                  <a:pt x="43" y="42"/>
                  <a:pt x="43" y="42"/>
                </a:cubicBezTo>
                <a:cubicBezTo>
                  <a:pt x="11" y="42"/>
                  <a:pt x="11" y="42"/>
                  <a:pt x="11" y="42"/>
                </a:cubicBezTo>
                <a:cubicBezTo>
                  <a:pt x="5" y="42"/>
                  <a:pt x="0" y="47"/>
                  <a:pt x="0" y="53"/>
                </a:cubicBezTo>
                <a:cubicBezTo>
                  <a:pt x="0" y="181"/>
                  <a:pt x="0" y="181"/>
                  <a:pt x="0" y="181"/>
                </a:cubicBezTo>
                <a:cubicBezTo>
                  <a:pt x="0" y="187"/>
                  <a:pt x="5" y="192"/>
                  <a:pt x="11" y="192"/>
                </a:cubicBezTo>
                <a:cubicBezTo>
                  <a:pt x="235" y="192"/>
                  <a:pt x="235" y="192"/>
                  <a:pt x="235" y="192"/>
                </a:cubicBezTo>
                <a:cubicBezTo>
                  <a:pt x="241" y="192"/>
                  <a:pt x="245" y="187"/>
                  <a:pt x="245" y="181"/>
                </a:cubicBezTo>
                <a:cubicBezTo>
                  <a:pt x="245" y="149"/>
                  <a:pt x="245" y="149"/>
                  <a:pt x="245" y="149"/>
                </a:cubicBezTo>
                <a:cubicBezTo>
                  <a:pt x="277" y="149"/>
                  <a:pt x="277" y="149"/>
                  <a:pt x="277" y="149"/>
                </a:cubicBezTo>
                <a:cubicBezTo>
                  <a:pt x="283" y="149"/>
                  <a:pt x="288" y="144"/>
                  <a:pt x="288" y="138"/>
                </a:cubicBezTo>
                <a:cubicBezTo>
                  <a:pt x="288" y="10"/>
                  <a:pt x="288" y="10"/>
                  <a:pt x="288" y="10"/>
                </a:cubicBezTo>
                <a:cubicBezTo>
                  <a:pt x="288" y="4"/>
                  <a:pt x="283" y="0"/>
                  <a:pt x="277" y="0"/>
                </a:cubicBezTo>
                <a:close/>
                <a:moveTo>
                  <a:pt x="224" y="170"/>
                </a:moveTo>
                <a:cubicBezTo>
                  <a:pt x="21" y="170"/>
                  <a:pt x="21" y="170"/>
                  <a:pt x="21" y="170"/>
                </a:cubicBezTo>
                <a:cubicBezTo>
                  <a:pt x="21" y="64"/>
                  <a:pt x="21" y="64"/>
                  <a:pt x="21" y="64"/>
                </a:cubicBezTo>
                <a:cubicBezTo>
                  <a:pt x="224" y="64"/>
                  <a:pt x="224" y="64"/>
                  <a:pt x="224" y="64"/>
                </a:cubicBezTo>
                <a:lnTo>
                  <a:pt x="224" y="170"/>
                </a:lnTo>
                <a:close/>
                <a:moveTo>
                  <a:pt x="267" y="128"/>
                </a:moveTo>
                <a:cubicBezTo>
                  <a:pt x="245" y="128"/>
                  <a:pt x="245" y="128"/>
                  <a:pt x="245" y="128"/>
                </a:cubicBezTo>
                <a:cubicBezTo>
                  <a:pt x="245" y="53"/>
                  <a:pt x="245" y="53"/>
                  <a:pt x="245" y="53"/>
                </a:cubicBezTo>
                <a:cubicBezTo>
                  <a:pt x="245" y="47"/>
                  <a:pt x="241" y="42"/>
                  <a:pt x="235" y="42"/>
                </a:cubicBezTo>
                <a:cubicBezTo>
                  <a:pt x="64" y="42"/>
                  <a:pt x="64" y="42"/>
                  <a:pt x="64" y="42"/>
                </a:cubicBezTo>
                <a:cubicBezTo>
                  <a:pt x="64" y="21"/>
                  <a:pt x="64" y="21"/>
                  <a:pt x="64" y="21"/>
                </a:cubicBezTo>
                <a:cubicBezTo>
                  <a:pt x="267" y="21"/>
                  <a:pt x="267" y="21"/>
                  <a:pt x="267" y="21"/>
                </a:cubicBezTo>
                <a:lnTo>
                  <a:pt x="267" y="128"/>
                </a:lnTo>
                <a:close/>
                <a:moveTo>
                  <a:pt x="105" y="112"/>
                </a:moveTo>
                <a:cubicBezTo>
                  <a:pt x="103" y="109"/>
                  <a:pt x="101" y="105"/>
                  <a:pt x="101" y="100"/>
                </a:cubicBezTo>
                <a:cubicBezTo>
                  <a:pt x="101" y="95"/>
                  <a:pt x="103" y="91"/>
                  <a:pt x="107" y="88"/>
                </a:cubicBezTo>
                <a:cubicBezTo>
                  <a:pt x="111" y="85"/>
                  <a:pt x="116" y="83"/>
                  <a:pt x="123" y="82"/>
                </a:cubicBezTo>
                <a:cubicBezTo>
                  <a:pt x="123" y="74"/>
                  <a:pt x="123" y="74"/>
                  <a:pt x="123" y="74"/>
                </a:cubicBezTo>
                <a:cubicBezTo>
                  <a:pt x="130" y="74"/>
                  <a:pt x="130" y="74"/>
                  <a:pt x="130" y="74"/>
                </a:cubicBezTo>
                <a:cubicBezTo>
                  <a:pt x="130" y="82"/>
                  <a:pt x="130" y="82"/>
                  <a:pt x="130" y="82"/>
                </a:cubicBezTo>
                <a:cubicBezTo>
                  <a:pt x="138" y="82"/>
                  <a:pt x="145" y="84"/>
                  <a:pt x="151" y="87"/>
                </a:cubicBezTo>
                <a:cubicBezTo>
                  <a:pt x="147" y="99"/>
                  <a:pt x="147" y="99"/>
                  <a:pt x="147" y="99"/>
                </a:cubicBezTo>
                <a:cubicBezTo>
                  <a:pt x="141" y="96"/>
                  <a:pt x="136" y="95"/>
                  <a:pt x="130" y="95"/>
                </a:cubicBezTo>
                <a:cubicBezTo>
                  <a:pt x="130" y="95"/>
                  <a:pt x="129" y="94"/>
                  <a:pt x="127" y="94"/>
                </a:cubicBezTo>
                <a:cubicBezTo>
                  <a:pt x="125" y="94"/>
                  <a:pt x="123" y="95"/>
                  <a:pt x="123" y="95"/>
                </a:cubicBezTo>
                <a:cubicBezTo>
                  <a:pt x="119" y="95"/>
                  <a:pt x="117" y="97"/>
                  <a:pt x="117" y="100"/>
                </a:cubicBezTo>
                <a:cubicBezTo>
                  <a:pt x="117" y="102"/>
                  <a:pt x="117" y="103"/>
                  <a:pt x="118" y="104"/>
                </a:cubicBezTo>
                <a:cubicBezTo>
                  <a:pt x="119" y="105"/>
                  <a:pt x="121" y="106"/>
                  <a:pt x="123" y="107"/>
                </a:cubicBezTo>
                <a:cubicBezTo>
                  <a:pt x="130" y="110"/>
                  <a:pt x="130" y="110"/>
                  <a:pt x="130" y="110"/>
                </a:cubicBezTo>
                <a:cubicBezTo>
                  <a:pt x="137" y="112"/>
                  <a:pt x="142" y="114"/>
                  <a:pt x="144" y="116"/>
                </a:cubicBezTo>
                <a:cubicBezTo>
                  <a:pt x="147" y="118"/>
                  <a:pt x="149" y="120"/>
                  <a:pt x="151" y="122"/>
                </a:cubicBezTo>
                <a:cubicBezTo>
                  <a:pt x="152" y="125"/>
                  <a:pt x="152" y="127"/>
                  <a:pt x="152" y="130"/>
                </a:cubicBezTo>
                <a:cubicBezTo>
                  <a:pt x="152" y="136"/>
                  <a:pt x="151" y="140"/>
                  <a:pt x="147" y="143"/>
                </a:cubicBezTo>
                <a:cubicBezTo>
                  <a:pt x="143" y="147"/>
                  <a:pt x="137" y="149"/>
                  <a:pt x="130" y="149"/>
                </a:cubicBezTo>
                <a:cubicBezTo>
                  <a:pt x="130" y="160"/>
                  <a:pt x="130" y="160"/>
                  <a:pt x="130" y="160"/>
                </a:cubicBezTo>
                <a:cubicBezTo>
                  <a:pt x="123" y="160"/>
                  <a:pt x="123" y="160"/>
                  <a:pt x="123" y="160"/>
                </a:cubicBezTo>
                <a:cubicBezTo>
                  <a:pt x="123" y="149"/>
                  <a:pt x="123" y="149"/>
                  <a:pt x="123" y="149"/>
                </a:cubicBezTo>
                <a:cubicBezTo>
                  <a:pt x="115" y="149"/>
                  <a:pt x="108" y="148"/>
                  <a:pt x="101" y="145"/>
                </a:cubicBezTo>
                <a:cubicBezTo>
                  <a:pt x="101" y="132"/>
                  <a:pt x="101" y="132"/>
                  <a:pt x="101" y="132"/>
                </a:cubicBezTo>
                <a:cubicBezTo>
                  <a:pt x="104" y="133"/>
                  <a:pt x="108" y="134"/>
                  <a:pt x="112" y="135"/>
                </a:cubicBezTo>
                <a:cubicBezTo>
                  <a:pt x="116" y="137"/>
                  <a:pt x="120" y="137"/>
                  <a:pt x="123" y="137"/>
                </a:cubicBezTo>
                <a:cubicBezTo>
                  <a:pt x="123" y="137"/>
                  <a:pt x="125" y="137"/>
                  <a:pt x="127" y="137"/>
                </a:cubicBezTo>
                <a:cubicBezTo>
                  <a:pt x="129" y="137"/>
                  <a:pt x="130" y="137"/>
                  <a:pt x="130" y="137"/>
                </a:cubicBezTo>
                <a:cubicBezTo>
                  <a:pt x="135" y="136"/>
                  <a:pt x="137" y="134"/>
                  <a:pt x="137" y="131"/>
                </a:cubicBezTo>
                <a:cubicBezTo>
                  <a:pt x="137" y="130"/>
                  <a:pt x="137" y="128"/>
                  <a:pt x="135" y="127"/>
                </a:cubicBezTo>
                <a:cubicBezTo>
                  <a:pt x="134" y="126"/>
                  <a:pt x="133" y="125"/>
                  <a:pt x="130" y="124"/>
                </a:cubicBezTo>
                <a:cubicBezTo>
                  <a:pt x="123" y="122"/>
                  <a:pt x="123" y="122"/>
                  <a:pt x="123" y="122"/>
                </a:cubicBezTo>
                <a:cubicBezTo>
                  <a:pt x="120" y="120"/>
                  <a:pt x="120" y="120"/>
                  <a:pt x="120" y="120"/>
                </a:cubicBezTo>
                <a:cubicBezTo>
                  <a:pt x="113" y="118"/>
                  <a:pt x="108" y="115"/>
                  <a:pt x="105" y="112"/>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05" name="Freeform 324">
            <a:extLst>
              <a:ext uri="{FF2B5EF4-FFF2-40B4-BE49-F238E27FC236}">
                <a16:creationId xmlns:a16="http://schemas.microsoft.com/office/drawing/2014/main" id="{734C4B53-A5EF-4B1F-A5F6-25CDF546E981}"/>
              </a:ext>
            </a:extLst>
          </p:cNvPr>
          <p:cNvSpPr>
            <a:spLocks noEditPoints="1"/>
          </p:cNvSpPr>
          <p:nvPr/>
        </p:nvSpPr>
        <p:spPr bwMode="auto">
          <a:xfrm>
            <a:off x="3776680" y="2153968"/>
            <a:ext cx="161706" cy="219753"/>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06" name="Arrow: Curved Down 205">
            <a:extLst>
              <a:ext uri="{FF2B5EF4-FFF2-40B4-BE49-F238E27FC236}">
                <a16:creationId xmlns:a16="http://schemas.microsoft.com/office/drawing/2014/main" id="{F89385F3-A525-47F2-ADD8-CB814C3EAF9A}"/>
              </a:ext>
            </a:extLst>
          </p:cNvPr>
          <p:cNvSpPr/>
          <p:nvPr/>
        </p:nvSpPr>
        <p:spPr bwMode="gray">
          <a:xfrm flipH="1">
            <a:off x="3945046" y="2117103"/>
            <a:ext cx="294956" cy="131817"/>
          </a:xfrm>
          <a:prstGeom prst="curvedDownArrow">
            <a:avLst/>
          </a:prstGeom>
          <a:solidFill>
            <a:schemeClr val="bg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grpSp>
        <p:nvGrpSpPr>
          <p:cNvPr id="207" name="Group 638">
            <a:extLst>
              <a:ext uri="{FF2B5EF4-FFF2-40B4-BE49-F238E27FC236}">
                <a16:creationId xmlns:a16="http://schemas.microsoft.com/office/drawing/2014/main" id="{DF9234E0-0F37-4CEF-A2C0-98C318D8925F}"/>
              </a:ext>
            </a:extLst>
          </p:cNvPr>
          <p:cNvGrpSpPr>
            <a:grpSpLocks noChangeAspect="1"/>
          </p:cNvGrpSpPr>
          <p:nvPr/>
        </p:nvGrpSpPr>
        <p:grpSpPr bwMode="auto">
          <a:xfrm>
            <a:off x="4920410" y="2151909"/>
            <a:ext cx="164114" cy="256120"/>
            <a:chOff x="4405" y="2330"/>
            <a:chExt cx="132" cy="206"/>
          </a:xfrm>
          <a:solidFill>
            <a:schemeClr val="accent1"/>
          </a:solidFill>
        </p:grpSpPr>
        <p:sp>
          <p:nvSpPr>
            <p:cNvPr id="208" name="Freeform 639">
              <a:extLst>
                <a:ext uri="{FF2B5EF4-FFF2-40B4-BE49-F238E27FC236}">
                  <a16:creationId xmlns:a16="http://schemas.microsoft.com/office/drawing/2014/main" id="{8409DC1B-23A3-4172-B0CB-B88168837AA8}"/>
                </a:ext>
              </a:extLst>
            </p:cNvPr>
            <p:cNvSpPr>
              <a:spLocks/>
            </p:cNvSpPr>
            <p:nvPr/>
          </p:nvSpPr>
          <p:spPr bwMode="auto">
            <a:xfrm>
              <a:off x="4463" y="2437"/>
              <a:ext cx="14" cy="99"/>
            </a:xfrm>
            <a:custGeom>
              <a:avLst/>
              <a:gdLst>
                <a:gd name="T0" fmla="*/ 11 w 21"/>
                <a:gd name="T1" fmla="*/ 0 h 150"/>
                <a:gd name="T2" fmla="*/ 0 w 21"/>
                <a:gd name="T3" fmla="*/ 11 h 150"/>
                <a:gd name="T4" fmla="*/ 0 w 21"/>
                <a:gd name="T5" fmla="*/ 139 h 150"/>
                <a:gd name="T6" fmla="*/ 11 w 21"/>
                <a:gd name="T7" fmla="*/ 150 h 150"/>
                <a:gd name="T8" fmla="*/ 21 w 21"/>
                <a:gd name="T9" fmla="*/ 139 h 150"/>
                <a:gd name="T10" fmla="*/ 21 w 21"/>
                <a:gd name="T11" fmla="*/ 11 h 150"/>
                <a:gd name="T12" fmla="*/ 11 w 21"/>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21" h="150">
                  <a:moveTo>
                    <a:pt x="11" y="0"/>
                  </a:moveTo>
                  <a:cubicBezTo>
                    <a:pt x="5" y="0"/>
                    <a:pt x="0" y="5"/>
                    <a:pt x="0" y="11"/>
                  </a:cubicBezTo>
                  <a:cubicBezTo>
                    <a:pt x="0" y="139"/>
                    <a:pt x="0" y="139"/>
                    <a:pt x="0" y="139"/>
                  </a:cubicBezTo>
                  <a:cubicBezTo>
                    <a:pt x="0" y="145"/>
                    <a:pt x="5" y="150"/>
                    <a:pt x="11" y="150"/>
                  </a:cubicBezTo>
                  <a:cubicBezTo>
                    <a:pt x="17" y="150"/>
                    <a:pt x="21" y="145"/>
                    <a:pt x="21" y="139"/>
                  </a:cubicBezTo>
                  <a:cubicBezTo>
                    <a:pt x="21" y="11"/>
                    <a:pt x="21" y="11"/>
                    <a:pt x="21" y="11"/>
                  </a:cubicBezTo>
                  <a:cubicBezTo>
                    <a:pt x="21" y="5"/>
                    <a:pt x="17" y="0"/>
                    <a:pt x="1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09" name="Freeform 640">
              <a:extLst>
                <a:ext uri="{FF2B5EF4-FFF2-40B4-BE49-F238E27FC236}">
                  <a16:creationId xmlns:a16="http://schemas.microsoft.com/office/drawing/2014/main" id="{1443D1A8-3331-4A9E-9BA8-169D0D3133DA}"/>
                </a:ext>
              </a:extLst>
            </p:cNvPr>
            <p:cNvSpPr>
              <a:spLocks noEditPoints="1"/>
            </p:cNvSpPr>
            <p:nvPr/>
          </p:nvSpPr>
          <p:spPr bwMode="auto">
            <a:xfrm>
              <a:off x="4405" y="2330"/>
              <a:ext cx="132" cy="107"/>
            </a:xfrm>
            <a:custGeom>
              <a:avLst/>
              <a:gdLst>
                <a:gd name="T0" fmla="*/ 192 w 199"/>
                <a:gd name="T1" fmla="*/ 140 h 160"/>
                <a:gd name="T2" fmla="*/ 129 w 199"/>
                <a:gd name="T3" fmla="*/ 105 h 160"/>
                <a:gd name="T4" fmla="*/ 108 w 199"/>
                <a:gd name="T5" fmla="*/ 77 h 160"/>
                <a:gd name="T6" fmla="*/ 108 w 199"/>
                <a:gd name="T7" fmla="*/ 11 h 160"/>
                <a:gd name="T8" fmla="*/ 98 w 199"/>
                <a:gd name="T9" fmla="*/ 0 h 160"/>
                <a:gd name="T10" fmla="*/ 87 w 199"/>
                <a:gd name="T11" fmla="*/ 11 h 160"/>
                <a:gd name="T12" fmla="*/ 87 w 199"/>
                <a:gd name="T13" fmla="*/ 77 h 160"/>
                <a:gd name="T14" fmla="*/ 66 w 199"/>
                <a:gd name="T15" fmla="*/ 107 h 160"/>
                <a:gd name="T16" fmla="*/ 7 w 199"/>
                <a:gd name="T17" fmla="*/ 140 h 160"/>
                <a:gd name="T18" fmla="*/ 3 w 199"/>
                <a:gd name="T19" fmla="*/ 155 h 160"/>
                <a:gd name="T20" fmla="*/ 12 w 199"/>
                <a:gd name="T21" fmla="*/ 160 h 160"/>
                <a:gd name="T22" fmla="*/ 18 w 199"/>
                <a:gd name="T23" fmla="*/ 159 h 160"/>
                <a:gd name="T24" fmla="*/ 73 w 199"/>
                <a:gd name="T25" fmla="*/ 127 h 160"/>
                <a:gd name="T26" fmla="*/ 98 w 199"/>
                <a:gd name="T27" fmla="*/ 139 h 160"/>
                <a:gd name="T28" fmla="*/ 123 w 199"/>
                <a:gd name="T29" fmla="*/ 126 h 160"/>
                <a:gd name="T30" fmla="*/ 181 w 199"/>
                <a:gd name="T31" fmla="*/ 159 h 160"/>
                <a:gd name="T32" fmla="*/ 187 w 199"/>
                <a:gd name="T33" fmla="*/ 160 h 160"/>
                <a:gd name="T34" fmla="*/ 196 w 199"/>
                <a:gd name="T35" fmla="*/ 155 h 160"/>
                <a:gd name="T36" fmla="*/ 192 w 199"/>
                <a:gd name="T37" fmla="*/ 140 h 160"/>
                <a:gd name="T38" fmla="*/ 98 w 199"/>
                <a:gd name="T39" fmla="*/ 118 h 160"/>
                <a:gd name="T40" fmla="*/ 87 w 199"/>
                <a:gd name="T41" fmla="*/ 107 h 160"/>
                <a:gd name="T42" fmla="*/ 98 w 199"/>
                <a:gd name="T43" fmla="*/ 96 h 160"/>
                <a:gd name="T44" fmla="*/ 108 w 199"/>
                <a:gd name="T45" fmla="*/ 107 h 160"/>
                <a:gd name="T46" fmla="*/ 98 w 199"/>
                <a:gd name="T47" fmla="*/ 118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9" h="160">
                  <a:moveTo>
                    <a:pt x="192" y="140"/>
                  </a:moveTo>
                  <a:cubicBezTo>
                    <a:pt x="129" y="105"/>
                    <a:pt x="129" y="105"/>
                    <a:pt x="129" y="105"/>
                  </a:cubicBezTo>
                  <a:cubicBezTo>
                    <a:pt x="129" y="92"/>
                    <a:pt x="120" y="81"/>
                    <a:pt x="108" y="77"/>
                  </a:cubicBezTo>
                  <a:cubicBezTo>
                    <a:pt x="108" y="11"/>
                    <a:pt x="108" y="11"/>
                    <a:pt x="108" y="11"/>
                  </a:cubicBezTo>
                  <a:cubicBezTo>
                    <a:pt x="108" y="5"/>
                    <a:pt x="104" y="0"/>
                    <a:pt x="98" y="0"/>
                  </a:cubicBezTo>
                  <a:cubicBezTo>
                    <a:pt x="92" y="0"/>
                    <a:pt x="87" y="5"/>
                    <a:pt x="87" y="11"/>
                  </a:cubicBezTo>
                  <a:cubicBezTo>
                    <a:pt x="87" y="77"/>
                    <a:pt x="87" y="77"/>
                    <a:pt x="87" y="77"/>
                  </a:cubicBezTo>
                  <a:cubicBezTo>
                    <a:pt x="75" y="81"/>
                    <a:pt x="66" y="93"/>
                    <a:pt x="66" y="107"/>
                  </a:cubicBezTo>
                  <a:cubicBezTo>
                    <a:pt x="7" y="140"/>
                    <a:pt x="7" y="140"/>
                    <a:pt x="7" y="140"/>
                  </a:cubicBezTo>
                  <a:cubicBezTo>
                    <a:pt x="2" y="143"/>
                    <a:pt x="0" y="150"/>
                    <a:pt x="3" y="155"/>
                  </a:cubicBezTo>
                  <a:cubicBezTo>
                    <a:pt x="5" y="158"/>
                    <a:pt x="9" y="160"/>
                    <a:pt x="12" y="160"/>
                  </a:cubicBezTo>
                  <a:cubicBezTo>
                    <a:pt x="14" y="160"/>
                    <a:pt x="16" y="160"/>
                    <a:pt x="18" y="159"/>
                  </a:cubicBezTo>
                  <a:cubicBezTo>
                    <a:pt x="73" y="127"/>
                    <a:pt x="73" y="127"/>
                    <a:pt x="73" y="127"/>
                  </a:cubicBezTo>
                  <a:cubicBezTo>
                    <a:pt x="79" y="134"/>
                    <a:pt x="88" y="139"/>
                    <a:pt x="98" y="139"/>
                  </a:cubicBezTo>
                  <a:cubicBezTo>
                    <a:pt x="108" y="139"/>
                    <a:pt x="117" y="134"/>
                    <a:pt x="123" y="126"/>
                  </a:cubicBezTo>
                  <a:cubicBezTo>
                    <a:pt x="181" y="159"/>
                    <a:pt x="181" y="159"/>
                    <a:pt x="181" y="159"/>
                  </a:cubicBezTo>
                  <a:cubicBezTo>
                    <a:pt x="183" y="160"/>
                    <a:pt x="185" y="160"/>
                    <a:pt x="187" y="160"/>
                  </a:cubicBezTo>
                  <a:cubicBezTo>
                    <a:pt x="190" y="160"/>
                    <a:pt x="194" y="158"/>
                    <a:pt x="196" y="155"/>
                  </a:cubicBezTo>
                  <a:cubicBezTo>
                    <a:pt x="199" y="150"/>
                    <a:pt x="197" y="143"/>
                    <a:pt x="192" y="140"/>
                  </a:cubicBezTo>
                  <a:close/>
                  <a:moveTo>
                    <a:pt x="98" y="118"/>
                  </a:moveTo>
                  <a:cubicBezTo>
                    <a:pt x="92" y="118"/>
                    <a:pt x="87" y="113"/>
                    <a:pt x="87" y="107"/>
                  </a:cubicBezTo>
                  <a:cubicBezTo>
                    <a:pt x="87" y="101"/>
                    <a:pt x="92" y="96"/>
                    <a:pt x="98" y="96"/>
                  </a:cubicBezTo>
                  <a:cubicBezTo>
                    <a:pt x="104" y="96"/>
                    <a:pt x="108" y="101"/>
                    <a:pt x="108" y="107"/>
                  </a:cubicBezTo>
                  <a:cubicBezTo>
                    <a:pt x="108" y="113"/>
                    <a:pt x="104" y="118"/>
                    <a:pt x="98" y="11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10" name="Rectangle 209">
            <a:extLst>
              <a:ext uri="{FF2B5EF4-FFF2-40B4-BE49-F238E27FC236}">
                <a16:creationId xmlns:a16="http://schemas.microsoft.com/office/drawing/2014/main" id="{D7C141B2-8E04-4746-9482-72357AAD8C50}"/>
              </a:ext>
            </a:extLst>
          </p:cNvPr>
          <p:cNvSpPr/>
          <p:nvPr/>
        </p:nvSpPr>
        <p:spPr bwMode="gray">
          <a:xfrm>
            <a:off x="4652281" y="2092217"/>
            <a:ext cx="773465" cy="482237"/>
          </a:xfrm>
          <a:prstGeom prst="rect">
            <a:avLst/>
          </a:prstGeom>
          <a:solidFill>
            <a:schemeClr val="accent6"/>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Consumers</a:t>
            </a:r>
          </a:p>
        </p:txBody>
      </p:sp>
      <p:sp>
        <p:nvSpPr>
          <p:cNvPr id="211" name="Rectangle 210">
            <a:extLst>
              <a:ext uri="{FF2B5EF4-FFF2-40B4-BE49-F238E27FC236}">
                <a16:creationId xmlns:a16="http://schemas.microsoft.com/office/drawing/2014/main" id="{0D34E82A-F6B3-41E6-99EE-AAF0B62B22E1}"/>
              </a:ext>
            </a:extLst>
          </p:cNvPr>
          <p:cNvSpPr/>
          <p:nvPr/>
        </p:nvSpPr>
        <p:spPr bwMode="gray">
          <a:xfrm>
            <a:off x="4716858" y="1924566"/>
            <a:ext cx="631638" cy="140616"/>
          </a:xfrm>
          <a:prstGeom prst="rect">
            <a:avLst/>
          </a:prstGeom>
          <a:noFill/>
          <a:ln w="19050" algn="ctr">
            <a:noFill/>
            <a:miter lim="800000"/>
            <a:headEnd/>
            <a:tailEnd/>
          </a:ln>
        </p:spPr>
        <p:txBody>
          <a:bodyPr wrap="square" lIns="0" tIns="0" rIns="0" bIns="0" rtlCol="0" anchor="ctr">
            <a:sp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prstClr val="black"/>
                </a:solidFill>
                <a:effectLst/>
                <a:uLnTx/>
                <a:uFillTx/>
                <a:latin typeface="Calibri"/>
                <a:ea typeface="+mn-ea"/>
                <a:cs typeface="+mn-cs"/>
              </a:rPr>
              <a:t>Consumers</a:t>
            </a:r>
          </a:p>
        </p:txBody>
      </p:sp>
      <p:grpSp>
        <p:nvGrpSpPr>
          <p:cNvPr id="212" name="Group 828">
            <a:extLst>
              <a:ext uri="{FF2B5EF4-FFF2-40B4-BE49-F238E27FC236}">
                <a16:creationId xmlns:a16="http://schemas.microsoft.com/office/drawing/2014/main" id="{E24AFDFE-6E07-42E6-9D08-AADA89DABC82}"/>
              </a:ext>
            </a:extLst>
          </p:cNvPr>
          <p:cNvGrpSpPr>
            <a:grpSpLocks noChangeAspect="1"/>
          </p:cNvGrpSpPr>
          <p:nvPr/>
        </p:nvGrpSpPr>
        <p:grpSpPr bwMode="auto">
          <a:xfrm>
            <a:off x="4967099" y="2172489"/>
            <a:ext cx="164115" cy="203464"/>
            <a:chOff x="5127" y="3083"/>
            <a:chExt cx="171" cy="212"/>
          </a:xfrm>
          <a:solidFill>
            <a:schemeClr val="bg1"/>
          </a:solidFill>
        </p:grpSpPr>
        <p:sp>
          <p:nvSpPr>
            <p:cNvPr id="213" name="Freeform 829">
              <a:extLst>
                <a:ext uri="{FF2B5EF4-FFF2-40B4-BE49-F238E27FC236}">
                  <a16:creationId xmlns:a16="http://schemas.microsoft.com/office/drawing/2014/main" id="{C82E6E4B-16E7-4D7F-A324-14D473FDE178}"/>
                </a:ext>
              </a:extLst>
            </p:cNvPr>
            <p:cNvSpPr>
              <a:spLocks noEditPoints="1"/>
            </p:cNvSpPr>
            <p:nvPr/>
          </p:nvSpPr>
          <p:spPr bwMode="auto">
            <a:xfrm>
              <a:off x="5226" y="3139"/>
              <a:ext cx="72" cy="156"/>
            </a:xfrm>
            <a:custGeom>
              <a:avLst/>
              <a:gdLst>
                <a:gd name="T0" fmla="*/ 74 w 107"/>
                <a:gd name="T1" fmla="*/ 8 h 235"/>
                <a:gd name="T2" fmla="*/ 64 w 107"/>
                <a:gd name="T3" fmla="*/ 0 h 235"/>
                <a:gd name="T4" fmla="*/ 43 w 107"/>
                <a:gd name="T5" fmla="*/ 0 h 235"/>
                <a:gd name="T6" fmla="*/ 32 w 107"/>
                <a:gd name="T7" fmla="*/ 8 h 235"/>
                <a:gd name="T8" fmla="*/ 0 w 107"/>
                <a:gd name="T9" fmla="*/ 136 h 235"/>
                <a:gd name="T10" fmla="*/ 2 w 107"/>
                <a:gd name="T11" fmla="*/ 145 h 235"/>
                <a:gd name="T12" fmla="*/ 11 w 107"/>
                <a:gd name="T13" fmla="*/ 149 h 235"/>
                <a:gd name="T14" fmla="*/ 21 w 107"/>
                <a:gd name="T15" fmla="*/ 149 h 235"/>
                <a:gd name="T16" fmla="*/ 21 w 107"/>
                <a:gd name="T17" fmla="*/ 224 h 235"/>
                <a:gd name="T18" fmla="*/ 32 w 107"/>
                <a:gd name="T19" fmla="*/ 235 h 235"/>
                <a:gd name="T20" fmla="*/ 43 w 107"/>
                <a:gd name="T21" fmla="*/ 224 h 235"/>
                <a:gd name="T22" fmla="*/ 43 w 107"/>
                <a:gd name="T23" fmla="*/ 149 h 235"/>
                <a:gd name="T24" fmla="*/ 64 w 107"/>
                <a:gd name="T25" fmla="*/ 149 h 235"/>
                <a:gd name="T26" fmla="*/ 64 w 107"/>
                <a:gd name="T27" fmla="*/ 224 h 235"/>
                <a:gd name="T28" fmla="*/ 75 w 107"/>
                <a:gd name="T29" fmla="*/ 235 h 235"/>
                <a:gd name="T30" fmla="*/ 85 w 107"/>
                <a:gd name="T31" fmla="*/ 224 h 235"/>
                <a:gd name="T32" fmla="*/ 85 w 107"/>
                <a:gd name="T33" fmla="*/ 149 h 235"/>
                <a:gd name="T34" fmla="*/ 96 w 107"/>
                <a:gd name="T35" fmla="*/ 149 h 235"/>
                <a:gd name="T36" fmla="*/ 104 w 107"/>
                <a:gd name="T37" fmla="*/ 145 h 235"/>
                <a:gd name="T38" fmla="*/ 106 w 107"/>
                <a:gd name="T39" fmla="*/ 136 h 235"/>
                <a:gd name="T40" fmla="*/ 74 w 107"/>
                <a:gd name="T41" fmla="*/ 8 h 235"/>
                <a:gd name="T42" fmla="*/ 51 w 107"/>
                <a:gd name="T43" fmla="*/ 21 h 235"/>
                <a:gd name="T44" fmla="*/ 56 w 107"/>
                <a:gd name="T45" fmla="*/ 21 h 235"/>
                <a:gd name="T46" fmla="*/ 82 w 107"/>
                <a:gd name="T47" fmla="*/ 128 h 235"/>
                <a:gd name="T48" fmla="*/ 24 w 107"/>
                <a:gd name="T49" fmla="*/ 128 h 235"/>
                <a:gd name="T50" fmla="*/ 51 w 107"/>
                <a:gd name="T51" fmla="*/ 2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235">
                  <a:moveTo>
                    <a:pt x="74" y="8"/>
                  </a:moveTo>
                  <a:cubicBezTo>
                    <a:pt x="73" y="3"/>
                    <a:pt x="69" y="0"/>
                    <a:pt x="64" y="0"/>
                  </a:cubicBezTo>
                  <a:cubicBezTo>
                    <a:pt x="43" y="0"/>
                    <a:pt x="43" y="0"/>
                    <a:pt x="43" y="0"/>
                  </a:cubicBezTo>
                  <a:cubicBezTo>
                    <a:pt x="38" y="0"/>
                    <a:pt x="34" y="3"/>
                    <a:pt x="32" y="8"/>
                  </a:cubicBezTo>
                  <a:cubicBezTo>
                    <a:pt x="0" y="136"/>
                    <a:pt x="0" y="136"/>
                    <a:pt x="0" y="136"/>
                  </a:cubicBezTo>
                  <a:cubicBezTo>
                    <a:pt x="0" y="139"/>
                    <a:pt x="0" y="143"/>
                    <a:pt x="2" y="145"/>
                  </a:cubicBezTo>
                  <a:cubicBezTo>
                    <a:pt x="4" y="148"/>
                    <a:pt x="7" y="149"/>
                    <a:pt x="11" y="149"/>
                  </a:cubicBezTo>
                  <a:cubicBezTo>
                    <a:pt x="21" y="149"/>
                    <a:pt x="21" y="149"/>
                    <a:pt x="21" y="149"/>
                  </a:cubicBezTo>
                  <a:cubicBezTo>
                    <a:pt x="21" y="224"/>
                    <a:pt x="21" y="224"/>
                    <a:pt x="21" y="224"/>
                  </a:cubicBezTo>
                  <a:cubicBezTo>
                    <a:pt x="21" y="230"/>
                    <a:pt x="26" y="235"/>
                    <a:pt x="32" y="235"/>
                  </a:cubicBezTo>
                  <a:cubicBezTo>
                    <a:pt x="38" y="235"/>
                    <a:pt x="43" y="230"/>
                    <a:pt x="43" y="224"/>
                  </a:cubicBezTo>
                  <a:cubicBezTo>
                    <a:pt x="43" y="149"/>
                    <a:pt x="43" y="149"/>
                    <a:pt x="43" y="149"/>
                  </a:cubicBezTo>
                  <a:cubicBezTo>
                    <a:pt x="64" y="149"/>
                    <a:pt x="64" y="149"/>
                    <a:pt x="64" y="149"/>
                  </a:cubicBezTo>
                  <a:cubicBezTo>
                    <a:pt x="64" y="224"/>
                    <a:pt x="64" y="224"/>
                    <a:pt x="64" y="224"/>
                  </a:cubicBezTo>
                  <a:cubicBezTo>
                    <a:pt x="64" y="230"/>
                    <a:pt x="69" y="235"/>
                    <a:pt x="75" y="235"/>
                  </a:cubicBezTo>
                  <a:cubicBezTo>
                    <a:pt x="81" y="235"/>
                    <a:pt x="85" y="230"/>
                    <a:pt x="85" y="224"/>
                  </a:cubicBezTo>
                  <a:cubicBezTo>
                    <a:pt x="85" y="149"/>
                    <a:pt x="85" y="149"/>
                    <a:pt x="85" y="149"/>
                  </a:cubicBezTo>
                  <a:cubicBezTo>
                    <a:pt x="96" y="149"/>
                    <a:pt x="96" y="149"/>
                    <a:pt x="96" y="149"/>
                  </a:cubicBezTo>
                  <a:cubicBezTo>
                    <a:pt x="99" y="149"/>
                    <a:pt x="102" y="148"/>
                    <a:pt x="104" y="145"/>
                  </a:cubicBezTo>
                  <a:cubicBezTo>
                    <a:pt x="106" y="143"/>
                    <a:pt x="107" y="139"/>
                    <a:pt x="106" y="136"/>
                  </a:cubicBezTo>
                  <a:lnTo>
                    <a:pt x="74" y="8"/>
                  </a:lnTo>
                  <a:close/>
                  <a:moveTo>
                    <a:pt x="51" y="21"/>
                  </a:moveTo>
                  <a:cubicBezTo>
                    <a:pt x="56" y="21"/>
                    <a:pt x="56" y="21"/>
                    <a:pt x="56" y="21"/>
                  </a:cubicBezTo>
                  <a:cubicBezTo>
                    <a:pt x="82" y="128"/>
                    <a:pt x="82" y="128"/>
                    <a:pt x="82" y="128"/>
                  </a:cubicBezTo>
                  <a:cubicBezTo>
                    <a:pt x="24" y="128"/>
                    <a:pt x="24" y="128"/>
                    <a:pt x="24" y="128"/>
                  </a:cubicBezTo>
                  <a:lnTo>
                    <a:pt x="5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14" name="Freeform 830">
              <a:extLst>
                <a:ext uri="{FF2B5EF4-FFF2-40B4-BE49-F238E27FC236}">
                  <a16:creationId xmlns:a16="http://schemas.microsoft.com/office/drawing/2014/main" id="{9EAC5797-E66C-4C58-B65E-2F4A27BEBD0A}"/>
                </a:ext>
              </a:extLst>
            </p:cNvPr>
            <p:cNvSpPr>
              <a:spLocks noEditPoints="1"/>
            </p:cNvSpPr>
            <p:nvPr/>
          </p:nvSpPr>
          <p:spPr bwMode="auto">
            <a:xfrm>
              <a:off x="5240" y="308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15" name="Freeform 831">
              <a:extLst>
                <a:ext uri="{FF2B5EF4-FFF2-40B4-BE49-F238E27FC236}">
                  <a16:creationId xmlns:a16="http://schemas.microsoft.com/office/drawing/2014/main" id="{413D15B1-9C51-41FA-A0EE-C1890FF93084}"/>
                </a:ext>
              </a:extLst>
            </p:cNvPr>
            <p:cNvSpPr>
              <a:spLocks noEditPoints="1"/>
            </p:cNvSpPr>
            <p:nvPr/>
          </p:nvSpPr>
          <p:spPr bwMode="auto">
            <a:xfrm>
              <a:off x="5127" y="3139"/>
              <a:ext cx="71" cy="156"/>
            </a:xfrm>
            <a:custGeom>
              <a:avLst/>
              <a:gdLst>
                <a:gd name="T0" fmla="*/ 96 w 106"/>
                <a:gd name="T1" fmla="*/ 0 h 235"/>
                <a:gd name="T2" fmla="*/ 10 w 106"/>
                <a:gd name="T3" fmla="*/ 0 h 235"/>
                <a:gd name="T4" fmla="*/ 0 w 106"/>
                <a:gd name="T5" fmla="*/ 11 h 235"/>
                <a:gd name="T6" fmla="*/ 0 w 106"/>
                <a:gd name="T7" fmla="*/ 117 h 235"/>
                <a:gd name="T8" fmla="*/ 10 w 106"/>
                <a:gd name="T9" fmla="*/ 128 h 235"/>
                <a:gd name="T10" fmla="*/ 21 w 106"/>
                <a:gd name="T11" fmla="*/ 128 h 235"/>
                <a:gd name="T12" fmla="*/ 21 w 106"/>
                <a:gd name="T13" fmla="*/ 224 h 235"/>
                <a:gd name="T14" fmla="*/ 32 w 106"/>
                <a:gd name="T15" fmla="*/ 235 h 235"/>
                <a:gd name="T16" fmla="*/ 42 w 106"/>
                <a:gd name="T17" fmla="*/ 224 h 235"/>
                <a:gd name="T18" fmla="*/ 42 w 106"/>
                <a:gd name="T19" fmla="*/ 128 h 235"/>
                <a:gd name="T20" fmla="*/ 64 w 106"/>
                <a:gd name="T21" fmla="*/ 128 h 235"/>
                <a:gd name="T22" fmla="*/ 64 w 106"/>
                <a:gd name="T23" fmla="*/ 224 h 235"/>
                <a:gd name="T24" fmla="*/ 74 w 106"/>
                <a:gd name="T25" fmla="*/ 235 h 235"/>
                <a:gd name="T26" fmla="*/ 85 w 106"/>
                <a:gd name="T27" fmla="*/ 224 h 235"/>
                <a:gd name="T28" fmla="*/ 85 w 106"/>
                <a:gd name="T29" fmla="*/ 128 h 235"/>
                <a:gd name="T30" fmla="*/ 96 w 106"/>
                <a:gd name="T31" fmla="*/ 128 h 235"/>
                <a:gd name="T32" fmla="*/ 106 w 106"/>
                <a:gd name="T33" fmla="*/ 117 h 235"/>
                <a:gd name="T34" fmla="*/ 106 w 106"/>
                <a:gd name="T35" fmla="*/ 11 h 235"/>
                <a:gd name="T36" fmla="*/ 96 w 106"/>
                <a:gd name="T37" fmla="*/ 0 h 235"/>
                <a:gd name="T38" fmla="*/ 85 w 106"/>
                <a:gd name="T39" fmla="*/ 107 h 235"/>
                <a:gd name="T40" fmla="*/ 21 w 106"/>
                <a:gd name="T41" fmla="*/ 107 h 235"/>
                <a:gd name="T42" fmla="*/ 21 w 106"/>
                <a:gd name="T43" fmla="*/ 21 h 235"/>
                <a:gd name="T44" fmla="*/ 85 w 106"/>
                <a:gd name="T45" fmla="*/ 21 h 235"/>
                <a:gd name="T46" fmla="*/ 85 w 106"/>
                <a:gd name="T47"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235">
                  <a:moveTo>
                    <a:pt x="96" y="0"/>
                  </a:moveTo>
                  <a:cubicBezTo>
                    <a:pt x="10" y="0"/>
                    <a:pt x="10" y="0"/>
                    <a:pt x="10" y="0"/>
                  </a:cubicBezTo>
                  <a:cubicBezTo>
                    <a:pt x="4" y="0"/>
                    <a:pt x="0" y="5"/>
                    <a:pt x="0" y="11"/>
                  </a:cubicBezTo>
                  <a:cubicBezTo>
                    <a:pt x="0" y="117"/>
                    <a:pt x="0" y="117"/>
                    <a:pt x="0" y="117"/>
                  </a:cubicBezTo>
                  <a:cubicBezTo>
                    <a:pt x="0" y="123"/>
                    <a:pt x="4" y="128"/>
                    <a:pt x="10" y="128"/>
                  </a:cubicBezTo>
                  <a:cubicBezTo>
                    <a:pt x="21" y="128"/>
                    <a:pt x="21" y="128"/>
                    <a:pt x="21" y="128"/>
                  </a:cubicBezTo>
                  <a:cubicBezTo>
                    <a:pt x="21" y="224"/>
                    <a:pt x="21" y="224"/>
                    <a:pt x="21" y="224"/>
                  </a:cubicBezTo>
                  <a:cubicBezTo>
                    <a:pt x="21" y="230"/>
                    <a:pt x="26" y="235"/>
                    <a:pt x="32" y="235"/>
                  </a:cubicBezTo>
                  <a:cubicBezTo>
                    <a:pt x="38" y="235"/>
                    <a:pt x="42" y="230"/>
                    <a:pt x="42" y="224"/>
                  </a:cubicBezTo>
                  <a:cubicBezTo>
                    <a:pt x="42" y="128"/>
                    <a:pt x="42" y="128"/>
                    <a:pt x="42" y="128"/>
                  </a:cubicBezTo>
                  <a:cubicBezTo>
                    <a:pt x="64" y="128"/>
                    <a:pt x="64" y="128"/>
                    <a:pt x="64" y="128"/>
                  </a:cubicBezTo>
                  <a:cubicBezTo>
                    <a:pt x="64" y="224"/>
                    <a:pt x="64" y="224"/>
                    <a:pt x="64" y="224"/>
                  </a:cubicBezTo>
                  <a:cubicBezTo>
                    <a:pt x="64" y="230"/>
                    <a:pt x="68" y="235"/>
                    <a:pt x="74" y="235"/>
                  </a:cubicBezTo>
                  <a:cubicBezTo>
                    <a:pt x="80" y="235"/>
                    <a:pt x="85" y="230"/>
                    <a:pt x="85" y="224"/>
                  </a:cubicBezTo>
                  <a:cubicBezTo>
                    <a:pt x="85" y="128"/>
                    <a:pt x="85" y="128"/>
                    <a:pt x="85" y="128"/>
                  </a:cubicBezTo>
                  <a:cubicBezTo>
                    <a:pt x="96" y="128"/>
                    <a:pt x="96" y="128"/>
                    <a:pt x="96" y="128"/>
                  </a:cubicBezTo>
                  <a:cubicBezTo>
                    <a:pt x="102" y="128"/>
                    <a:pt x="106" y="123"/>
                    <a:pt x="106" y="117"/>
                  </a:cubicBezTo>
                  <a:cubicBezTo>
                    <a:pt x="106" y="11"/>
                    <a:pt x="106" y="11"/>
                    <a:pt x="106" y="11"/>
                  </a:cubicBezTo>
                  <a:cubicBezTo>
                    <a:pt x="106" y="5"/>
                    <a:pt x="102" y="0"/>
                    <a:pt x="96" y="0"/>
                  </a:cubicBezTo>
                  <a:close/>
                  <a:moveTo>
                    <a:pt x="85" y="107"/>
                  </a:moveTo>
                  <a:cubicBezTo>
                    <a:pt x="21" y="107"/>
                    <a:pt x="21" y="107"/>
                    <a:pt x="21" y="107"/>
                  </a:cubicBezTo>
                  <a:cubicBezTo>
                    <a:pt x="21" y="21"/>
                    <a:pt x="21" y="21"/>
                    <a:pt x="21" y="21"/>
                  </a:cubicBezTo>
                  <a:cubicBezTo>
                    <a:pt x="85" y="21"/>
                    <a:pt x="85" y="21"/>
                    <a:pt x="85" y="21"/>
                  </a:cubicBezTo>
                  <a:lnTo>
                    <a:pt x="85" y="10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16" name="Freeform 832">
              <a:extLst>
                <a:ext uri="{FF2B5EF4-FFF2-40B4-BE49-F238E27FC236}">
                  <a16:creationId xmlns:a16="http://schemas.microsoft.com/office/drawing/2014/main" id="{9D833645-634A-4E1C-A9B2-F505CB2B23D6}"/>
                </a:ext>
              </a:extLst>
            </p:cNvPr>
            <p:cNvSpPr>
              <a:spLocks noEditPoints="1"/>
            </p:cNvSpPr>
            <p:nvPr/>
          </p:nvSpPr>
          <p:spPr bwMode="auto">
            <a:xfrm>
              <a:off x="5141" y="308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17" name="Rectangle 216">
            <a:extLst>
              <a:ext uri="{FF2B5EF4-FFF2-40B4-BE49-F238E27FC236}">
                <a16:creationId xmlns:a16="http://schemas.microsoft.com/office/drawing/2014/main" id="{E69BBA0C-D0EA-402F-943F-4B4E2ED3DC4C}"/>
              </a:ext>
            </a:extLst>
          </p:cNvPr>
          <p:cNvSpPr/>
          <p:nvPr/>
        </p:nvSpPr>
        <p:spPr bwMode="gray">
          <a:xfrm>
            <a:off x="1855577" y="2666098"/>
            <a:ext cx="773465" cy="482237"/>
          </a:xfrm>
          <a:prstGeom prst="rect">
            <a:avLst/>
          </a:prstGeom>
          <a:solidFill>
            <a:srgbClr val="43B02A"/>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Balancing</a:t>
            </a:r>
          </a:p>
        </p:txBody>
      </p:sp>
      <p:grpSp>
        <p:nvGrpSpPr>
          <p:cNvPr id="218" name="Group 217">
            <a:extLst>
              <a:ext uri="{FF2B5EF4-FFF2-40B4-BE49-F238E27FC236}">
                <a16:creationId xmlns:a16="http://schemas.microsoft.com/office/drawing/2014/main" id="{6250091E-B14D-4A20-81D3-60CC923F1A1D}"/>
              </a:ext>
            </a:extLst>
          </p:cNvPr>
          <p:cNvGrpSpPr/>
          <p:nvPr/>
        </p:nvGrpSpPr>
        <p:grpSpPr>
          <a:xfrm>
            <a:off x="1903130" y="2697996"/>
            <a:ext cx="352451" cy="264339"/>
            <a:chOff x="2974262" y="4155935"/>
            <a:chExt cx="682569" cy="450340"/>
          </a:xfrm>
          <a:solidFill>
            <a:schemeClr val="bg1"/>
          </a:solidFill>
        </p:grpSpPr>
        <p:sp>
          <p:nvSpPr>
            <p:cNvPr id="219" name="Freeform 185">
              <a:extLst>
                <a:ext uri="{FF2B5EF4-FFF2-40B4-BE49-F238E27FC236}">
                  <a16:creationId xmlns:a16="http://schemas.microsoft.com/office/drawing/2014/main" id="{80A50A1D-22A1-44D5-8330-20BFD35F20A8}"/>
                </a:ext>
              </a:extLst>
            </p:cNvPr>
            <p:cNvSpPr>
              <a:spLocks noEditPoints="1"/>
            </p:cNvSpPr>
            <p:nvPr/>
          </p:nvSpPr>
          <p:spPr bwMode="auto">
            <a:xfrm>
              <a:off x="2974262" y="4284605"/>
              <a:ext cx="273608" cy="321670"/>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grpFill/>
            <a:ln>
              <a:noFill/>
            </a:ln>
          </p:spPr>
          <p:txBody>
            <a:bodyPr vert="horz" wrap="square" lIns="91439" tIns="45720" rIns="91439" bIns="45720" numCol="1" anchor="t" anchorCtr="0" compatLnSpc="1">
              <a:prstTxWarp prst="textNoShape">
                <a:avLst/>
              </a:prstTxWarp>
            </a:bodyPr>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sp>
          <p:nvSpPr>
            <p:cNvPr id="220" name="Freeform 185">
              <a:extLst>
                <a:ext uri="{FF2B5EF4-FFF2-40B4-BE49-F238E27FC236}">
                  <a16:creationId xmlns:a16="http://schemas.microsoft.com/office/drawing/2014/main" id="{4A4145C1-98BF-4951-B673-F599F388C37D}"/>
                </a:ext>
              </a:extLst>
            </p:cNvPr>
            <p:cNvSpPr>
              <a:spLocks noEditPoints="1"/>
            </p:cNvSpPr>
            <p:nvPr/>
          </p:nvSpPr>
          <p:spPr bwMode="auto">
            <a:xfrm>
              <a:off x="3273780" y="4155935"/>
              <a:ext cx="383051" cy="450337"/>
            </a:xfrm>
            <a:custGeom>
              <a:avLst/>
              <a:gdLst>
                <a:gd name="T0" fmla="*/ 184 w 240"/>
                <a:gd name="T1" fmla="*/ 8 h 225"/>
                <a:gd name="T2" fmla="*/ 173 w 240"/>
                <a:gd name="T3" fmla="*/ 3 h 225"/>
                <a:gd name="T4" fmla="*/ 68 w 240"/>
                <a:gd name="T5" fmla="*/ 3 h 225"/>
                <a:gd name="T6" fmla="*/ 57 w 240"/>
                <a:gd name="T7" fmla="*/ 8 h 225"/>
                <a:gd name="T8" fmla="*/ 0 w 240"/>
                <a:gd name="T9" fmla="*/ 40 h 225"/>
                <a:gd name="T10" fmla="*/ 73 w 240"/>
                <a:gd name="T11" fmla="*/ 220 h 225"/>
                <a:gd name="T12" fmla="*/ 85 w 240"/>
                <a:gd name="T13" fmla="*/ 224 h 225"/>
                <a:gd name="T14" fmla="*/ 157 w 240"/>
                <a:gd name="T15" fmla="*/ 225 h 225"/>
                <a:gd name="T16" fmla="*/ 143 w 240"/>
                <a:gd name="T17" fmla="*/ 142 h 225"/>
                <a:gd name="T18" fmla="*/ 240 w 240"/>
                <a:gd name="T19" fmla="*/ 40 h 225"/>
                <a:gd name="T20" fmla="*/ 97 w 240"/>
                <a:gd name="T21" fmla="*/ 183 h 225"/>
                <a:gd name="T22" fmla="*/ 102 w 240"/>
                <a:gd name="T23" fmla="*/ 162 h 225"/>
                <a:gd name="T24" fmla="*/ 98 w 240"/>
                <a:gd name="T25" fmla="*/ 156 h 225"/>
                <a:gd name="T26" fmla="*/ 120 w 240"/>
                <a:gd name="T27" fmla="*/ 155 h 225"/>
                <a:gd name="T28" fmla="*/ 96 w 240"/>
                <a:gd name="T29" fmla="*/ 164 h 225"/>
                <a:gd name="T30" fmla="*/ 90 w 240"/>
                <a:gd name="T31" fmla="*/ 184 h 225"/>
                <a:gd name="T32" fmla="*/ 129 w 240"/>
                <a:gd name="T33" fmla="*/ 199 h 225"/>
                <a:gd name="T34" fmla="*/ 149 w 240"/>
                <a:gd name="T35" fmla="*/ 178 h 225"/>
                <a:gd name="T36" fmla="*/ 142 w 240"/>
                <a:gd name="T37" fmla="*/ 156 h 225"/>
                <a:gd name="T38" fmla="*/ 129 w 240"/>
                <a:gd name="T39" fmla="*/ 122 h 225"/>
                <a:gd name="T40" fmla="*/ 117 w 240"/>
                <a:gd name="T41" fmla="*/ 104 h 225"/>
                <a:gd name="T42" fmla="*/ 124 w 240"/>
                <a:gd name="T43" fmla="*/ 99 h 225"/>
                <a:gd name="T44" fmla="*/ 96 w 240"/>
                <a:gd name="T45" fmla="*/ 40 h 225"/>
                <a:gd name="T46" fmla="*/ 124 w 240"/>
                <a:gd name="T47" fmla="*/ 98 h 225"/>
                <a:gd name="T48" fmla="*/ 92 w 240"/>
                <a:gd name="T49" fmla="*/ 35 h 225"/>
                <a:gd name="T50" fmla="*/ 142 w 240"/>
                <a:gd name="T51" fmla="*/ 35 h 225"/>
                <a:gd name="T52" fmla="*/ 98 w 240"/>
                <a:gd name="T53" fmla="*/ 35 h 225"/>
                <a:gd name="T54" fmla="*/ 168 w 240"/>
                <a:gd name="T55" fmla="*/ 21 h 225"/>
                <a:gd name="T56" fmla="*/ 148 w 240"/>
                <a:gd name="T57" fmla="*/ 35 h 225"/>
                <a:gd name="T58" fmla="*/ 168 w 240"/>
                <a:gd name="T59" fmla="*/ 15 h 225"/>
                <a:gd name="T60" fmla="*/ 176 w 240"/>
                <a:gd name="T61" fmla="*/ 15 h 225"/>
                <a:gd name="T62" fmla="*/ 155 w 240"/>
                <a:gd name="T63" fmla="*/ 21 h 225"/>
                <a:gd name="T64" fmla="*/ 114 w 240"/>
                <a:gd name="T65" fmla="*/ 21 h 225"/>
                <a:gd name="T66" fmla="*/ 65 w 240"/>
                <a:gd name="T67" fmla="*/ 15 h 225"/>
                <a:gd name="T68" fmla="*/ 16 w 240"/>
                <a:gd name="T69" fmla="*/ 33 h 225"/>
                <a:gd name="T70" fmla="*/ 55 w 240"/>
                <a:gd name="T71" fmla="*/ 35 h 225"/>
                <a:gd name="T72" fmla="*/ 55 w 240"/>
                <a:gd name="T73" fmla="*/ 35 h 225"/>
                <a:gd name="T74" fmla="*/ 80 w 240"/>
                <a:gd name="T75" fmla="*/ 66 h 225"/>
                <a:gd name="T76" fmla="*/ 83 w 240"/>
                <a:gd name="T77" fmla="*/ 72 h 225"/>
                <a:gd name="T78" fmla="*/ 82 w 240"/>
                <a:gd name="T79" fmla="*/ 72 h 225"/>
                <a:gd name="T80" fmla="*/ 102 w 240"/>
                <a:gd name="T81" fmla="*/ 135 h 225"/>
                <a:gd name="T82" fmla="*/ 82 w 240"/>
                <a:gd name="T83" fmla="*/ 220 h 225"/>
                <a:gd name="T84" fmla="*/ 82 w 240"/>
                <a:gd name="T85" fmla="*/ 220 h 225"/>
                <a:gd name="T86" fmla="*/ 161 w 240"/>
                <a:gd name="T87" fmla="*/ 220 h 225"/>
                <a:gd name="T88" fmla="*/ 138 w 240"/>
                <a:gd name="T89" fmla="*/ 135 h 225"/>
                <a:gd name="T90" fmla="*/ 140 w 240"/>
                <a:gd name="T91" fmla="*/ 135 h 225"/>
                <a:gd name="T92" fmla="*/ 158 w 240"/>
                <a:gd name="T93" fmla="*/ 72 h 225"/>
                <a:gd name="T94" fmla="*/ 159 w 240"/>
                <a:gd name="T95" fmla="*/ 65 h 225"/>
                <a:gd name="T96" fmla="*/ 168 w 240"/>
                <a:gd name="T97" fmla="*/ 40 h 225"/>
                <a:gd name="T98" fmla="*/ 186 w 240"/>
                <a:gd name="T99" fmla="*/ 35 h 225"/>
                <a:gd name="T100" fmla="*/ 198 w 240"/>
                <a:gd name="T10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225">
                  <a:moveTo>
                    <a:pt x="240" y="29"/>
                  </a:moveTo>
                  <a:cubicBezTo>
                    <a:pt x="230" y="29"/>
                    <a:pt x="230" y="29"/>
                    <a:pt x="230" y="29"/>
                  </a:cubicBezTo>
                  <a:cubicBezTo>
                    <a:pt x="181" y="17"/>
                    <a:pt x="181" y="17"/>
                    <a:pt x="181" y="17"/>
                  </a:cubicBezTo>
                  <a:cubicBezTo>
                    <a:pt x="184" y="8"/>
                    <a:pt x="184" y="8"/>
                    <a:pt x="184" y="8"/>
                  </a:cubicBezTo>
                  <a:cubicBezTo>
                    <a:pt x="186" y="8"/>
                    <a:pt x="186" y="8"/>
                    <a:pt x="186" y="8"/>
                  </a:cubicBezTo>
                  <a:cubicBezTo>
                    <a:pt x="186" y="0"/>
                    <a:pt x="186" y="0"/>
                    <a:pt x="186" y="0"/>
                  </a:cubicBezTo>
                  <a:cubicBezTo>
                    <a:pt x="173" y="0"/>
                    <a:pt x="173" y="0"/>
                    <a:pt x="173" y="0"/>
                  </a:cubicBezTo>
                  <a:cubicBezTo>
                    <a:pt x="173" y="3"/>
                    <a:pt x="173" y="3"/>
                    <a:pt x="173" y="3"/>
                  </a:cubicBezTo>
                  <a:cubicBezTo>
                    <a:pt x="160" y="15"/>
                    <a:pt x="160" y="15"/>
                    <a:pt x="160" y="15"/>
                  </a:cubicBezTo>
                  <a:cubicBezTo>
                    <a:pt x="120" y="15"/>
                    <a:pt x="120" y="15"/>
                    <a:pt x="120" y="15"/>
                  </a:cubicBezTo>
                  <a:cubicBezTo>
                    <a:pt x="80" y="15"/>
                    <a:pt x="80" y="15"/>
                    <a:pt x="80" y="15"/>
                  </a:cubicBezTo>
                  <a:cubicBezTo>
                    <a:pt x="68" y="3"/>
                    <a:pt x="68" y="3"/>
                    <a:pt x="68" y="3"/>
                  </a:cubicBezTo>
                  <a:cubicBezTo>
                    <a:pt x="68" y="0"/>
                    <a:pt x="68" y="0"/>
                    <a:pt x="68" y="0"/>
                  </a:cubicBezTo>
                  <a:cubicBezTo>
                    <a:pt x="54" y="0"/>
                    <a:pt x="54" y="0"/>
                    <a:pt x="54" y="0"/>
                  </a:cubicBezTo>
                  <a:cubicBezTo>
                    <a:pt x="54" y="8"/>
                    <a:pt x="54" y="8"/>
                    <a:pt x="54" y="8"/>
                  </a:cubicBezTo>
                  <a:cubicBezTo>
                    <a:pt x="57" y="8"/>
                    <a:pt x="57" y="8"/>
                    <a:pt x="57" y="8"/>
                  </a:cubicBezTo>
                  <a:cubicBezTo>
                    <a:pt x="59" y="17"/>
                    <a:pt x="59" y="17"/>
                    <a:pt x="59" y="17"/>
                  </a:cubicBezTo>
                  <a:cubicBezTo>
                    <a:pt x="10" y="29"/>
                    <a:pt x="10" y="29"/>
                    <a:pt x="10" y="29"/>
                  </a:cubicBezTo>
                  <a:cubicBezTo>
                    <a:pt x="0" y="29"/>
                    <a:pt x="0" y="29"/>
                    <a:pt x="0" y="29"/>
                  </a:cubicBezTo>
                  <a:cubicBezTo>
                    <a:pt x="0" y="40"/>
                    <a:pt x="0" y="40"/>
                    <a:pt x="0" y="40"/>
                  </a:cubicBezTo>
                  <a:cubicBezTo>
                    <a:pt x="66" y="40"/>
                    <a:pt x="66" y="40"/>
                    <a:pt x="66" y="40"/>
                  </a:cubicBezTo>
                  <a:cubicBezTo>
                    <a:pt x="66" y="40"/>
                    <a:pt x="66" y="40"/>
                    <a:pt x="66" y="40"/>
                  </a:cubicBezTo>
                  <a:cubicBezTo>
                    <a:pt x="66" y="40"/>
                    <a:pt x="97" y="141"/>
                    <a:pt x="97" y="142"/>
                  </a:cubicBezTo>
                  <a:cubicBezTo>
                    <a:pt x="73" y="220"/>
                    <a:pt x="73" y="220"/>
                    <a:pt x="73" y="220"/>
                  </a:cubicBezTo>
                  <a:cubicBezTo>
                    <a:pt x="67" y="220"/>
                    <a:pt x="67" y="220"/>
                    <a:pt x="67" y="220"/>
                  </a:cubicBezTo>
                  <a:cubicBezTo>
                    <a:pt x="67" y="225"/>
                    <a:pt x="67" y="225"/>
                    <a:pt x="67" y="225"/>
                  </a:cubicBezTo>
                  <a:cubicBezTo>
                    <a:pt x="83" y="225"/>
                    <a:pt x="83" y="225"/>
                    <a:pt x="83" y="225"/>
                  </a:cubicBezTo>
                  <a:cubicBezTo>
                    <a:pt x="85" y="224"/>
                    <a:pt x="85" y="224"/>
                    <a:pt x="85" y="224"/>
                  </a:cubicBezTo>
                  <a:cubicBezTo>
                    <a:pt x="102" y="204"/>
                    <a:pt x="102" y="204"/>
                    <a:pt x="102" y="204"/>
                  </a:cubicBezTo>
                  <a:cubicBezTo>
                    <a:pt x="138" y="204"/>
                    <a:pt x="138" y="204"/>
                    <a:pt x="138" y="204"/>
                  </a:cubicBezTo>
                  <a:cubicBezTo>
                    <a:pt x="155" y="224"/>
                    <a:pt x="155" y="224"/>
                    <a:pt x="155" y="224"/>
                  </a:cubicBezTo>
                  <a:cubicBezTo>
                    <a:pt x="157" y="225"/>
                    <a:pt x="157" y="225"/>
                    <a:pt x="157" y="225"/>
                  </a:cubicBezTo>
                  <a:cubicBezTo>
                    <a:pt x="173" y="225"/>
                    <a:pt x="173" y="225"/>
                    <a:pt x="173" y="225"/>
                  </a:cubicBezTo>
                  <a:cubicBezTo>
                    <a:pt x="173" y="220"/>
                    <a:pt x="173" y="220"/>
                    <a:pt x="173" y="220"/>
                  </a:cubicBezTo>
                  <a:cubicBezTo>
                    <a:pt x="167" y="220"/>
                    <a:pt x="167" y="220"/>
                    <a:pt x="167" y="220"/>
                  </a:cubicBezTo>
                  <a:cubicBezTo>
                    <a:pt x="143" y="142"/>
                    <a:pt x="143" y="142"/>
                    <a:pt x="143" y="142"/>
                  </a:cubicBezTo>
                  <a:cubicBezTo>
                    <a:pt x="144" y="141"/>
                    <a:pt x="174" y="40"/>
                    <a:pt x="174" y="40"/>
                  </a:cubicBezTo>
                  <a:cubicBezTo>
                    <a:pt x="175" y="40"/>
                    <a:pt x="175" y="40"/>
                    <a:pt x="175" y="40"/>
                  </a:cubicBezTo>
                  <a:cubicBezTo>
                    <a:pt x="229" y="40"/>
                    <a:pt x="229" y="40"/>
                    <a:pt x="229" y="40"/>
                  </a:cubicBezTo>
                  <a:cubicBezTo>
                    <a:pt x="240" y="40"/>
                    <a:pt x="240" y="40"/>
                    <a:pt x="240" y="40"/>
                  </a:cubicBezTo>
                  <a:lnTo>
                    <a:pt x="240" y="29"/>
                  </a:lnTo>
                  <a:close/>
                  <a:moveTo>
                    <a:pt x="143" y="183"/>
                  </a:moveTo>
                  <a:cubicBezTo>
                    <a:pt x="120" y="198"/>
                    <a:pt x="120" y="198"/>
                    <a:pt x="120" y="198"/>
                  </a:cubicBezTo>
                  <a:cubicBezTo>
                    <a:pt x="97" y="183"/>
                    <a:pt x="97" y="183"/>
                    <a:pt x="97" y="183"/>
                  </a:cubicBezTo>
                  <a:lnTo>
                    <a:pt x="143" y="183"/>
                  </a:lnTo>
                  <a:close/>
                  <a:moveTo>
                    <a:pt x="138" y="162"/>
                  </a:moveTo>
                  <a:cubicBezTo>
                    <a:pt x="120" y="177"/>
                    <a:pt x="120" y="177"/>
                    <a:pt x="120" y="177"/>
                  </a:cubicBezTo>
                  <a:cubicBezTo>
                    <a:pt x="102" y="162"/>
                    <a:pt x="102" y="162"/>
                    <a:pt x="102" y="162"/>
                  </a:cubicBezTo>
                  <a:lnTo>
                    <a:pt x="138" y="162"/>
                  </a:lnTo>
                  <a:close/>
                  <a:moveTo>
                    <a:pt x="102" y="143"/>
                  </a:moveTo>
                  <a:cubicBezTo>
                    <a:pt x="114" y="156"/>
                    <a:pt x="114" y="156"/>
                    <a:pt x="114" y="156"/>
                  </a:cubicBezTo>
                  <a:cubicBezTo>
                    <a:pt x="98" y="156"/>
                    <a:pt x="98" y="156"/>
                    <a:pt x="98" y="156"/>
                  </a:cubicBezTo>
                  <a:lnTo>
                    <a:pt x="102" y="143"/>
                  </a:lnTo>
                  <a:close/>
                  <a:moveTo>
                    <a:pt x="107" y="141"/>
                  </a:moveTo>
                  <a:cubicBezTo>
                    <a:pt x="133" y="141"/>
                    <a:pt x="133" y="141"/>
                    <a:pt x="133" y="141"/>
                  </a:cubicBezTo>
                  <a:cubicBezTo>
                    <a:pt x="120" y="155"/>
                    <a:pt x="120" y="155"/>
                    <a:pt x="120" y="155"/>
                  </a:cubicBezTo>
                  <a:lnTo>
                    <a:pt x="107" y="141"/>
                  </a:lnTo>
                  <a:close/>
                  <a:moveTo>
                    <a:pt x="113" y="178"/>
                  </a:moveTo>
                  <a:cubicBezTo>
                    <a:pt x="92" y="178"/>
                    <a:pt x="92" y="178"/>
                    <a:pt x="92" y="178"/>
                  </a:cubicBezTo>
                  <a:cubicBezTo>
                    <a:pt x="96" y="164"/>
                    <a:pt x="96" y="164"/>
                    <a:pt x="96" y="164"/>
                  </a:cubicBezTo>
                  <a:lnTo>
                    <a:pt x="113" y="178"/>
                  </a:lnTo>
                  <a:close/>
                  <a:moveTo>
                    <a:pt x="111" y="199"/>
                  </a:moveTo>
                  <a:cubicBezTo>
                    <a:pt x="85" y="199"/>
                    <a:pt x="85" y="199"/>
                    <a:pt x="85" y="199"/>
                  </a:cubicBezTo>
                  <a:cubicBezTo>
                    <a:pt x="90" y="184"/>
                    <a:pt x="90" y="184"/>
                    <a:pt x="90" y="184"/>
                  </a:cubicBezTo>
                  <a:lnTo>
                    <a:pt x="111" y="199"/>
                  </a:lnTo>
                  <a:close/>
                  <a:moveTo>
                    <a:pt x="151" y="184"/>
                  </a:moveTo>
                  <a:cubicBezTo>
                    <a:pt x="155" y="199"/>
                    <a:pt x="155" y="199"/>
                    <a:pt x="155" y="199"/>
                  </a:cubicBezTo>
                  <a:cubicBezTo>
                    <a:pt x="129" y="199"/>
                    <a:pt x="129" y="199"/>
                    <a:pt x="129" y="199"/>
                  </a:cubicBezTo>
                  <a:lnTo>
                    <a:pt x="151" y="184"/>
                  </a:lnTo>
                  <a:close/>
                  <a:moveTo>
                    <a:pt x="128" y="178"/>
                  </a:moveTo>
                  <a:cubicBezTo>
                    <a:pt x="144" y="164"/>
                    <a:pt x="144" y="164"/>
                    <a:pt x="144" y="164"/>
                  </a:cubicBezTo>
                  <a:cubicBezTo>
                    <a:pt x="149" y="178"/>
                    <a:pt x="149" y="178"/>
                    <a:pt x="149" y="178"/>
                  </a:cubicBezTo>
                  <a:lnTo>
                    <a:pt x="128" y="178"/>
                  </a:lnTo>
                  <a:close/>
                  <a:moveTo>
                    <a:pt x="126" y="156"/>
                  </a:moveTo>
                  <a:cubicBezTo>
                    <a:pt x="138" y="143"/>
                    <a:pt x="138" y="143"/>
                    <a:pt x="138" y="143"/>
                  </a:cubicBezTo>
                  <a:cubicBezTo>
                    <a:pt x="142" y="156"/>
                    <a:pt x="142" y="156"/>
                    <a:pt x="142" y="156"/>
                  </a:cubicBezTo>
                  <a:lnTo>
                    <a:pt x="126" y="156"/>
                  </a:lnTo>
                  <a:close/>
                  <a:moveTo>
                    <a:pt x="107" y="135"/>
                  </a:moveTo>
                  <a:cubicBezTo>
                    <a:pt x="111" y="122"/>
                    <a:pt x="111" y="122"/>
                    <a:pt x="111" y="122"/>
                  </a:cubicBezTo>
                  <a:cubicBezTo>
                    <a:pt x="129" y="122"/>
                    <a:pt x="129" y="122"/>
                    <a:pt x="129" y="122"/>
                  </a:cubicBezTo>
                  <a:cubicBezTo>
                    <a:pt x="133" y="135"/>
                    <a:pt x="133" y="135"/>
                    <a:pt x="133" y="135"/>
                  </a:cubicBezTo>
                  <a:lnTo>
                    <a:pt x="107" y="135"/>
                  </a:lnTo>
                  <a:close/>
                  <a:moveTo>
                    <a:pt x="113" y="117"/>
                  </a:moveTo>
                  <a:cubicBezTo>
                    <a:pt x="117" y="104"/>
                    <a:pt x="117" y="104"/>
                    <a:pt x="117" y="104"/>
                  </a:cubicBezTo>
                  <a:cubicBezTo>
                    <a:pt x="123" y="104"/>
                    <a:pt x="123" y="104"/>
                    <a:pt x="123" y="104"/>
                  </a:cubicBezTo>
                  <a:cubicBezTo>
                    <a:pt x="127" y="117"/>
                    <a:pt x="127" y="117"/>
                    <a:pt x="127" y="117"/>
                  </a:cubicBezTo>
                  <a:lnTo>
                    <a:pt x="113" y="117"/>
                  </a:lnTo>
                  <a:close/>
                  <a:moveTo>
                    <a:pt x="124" y="99"/>
                  </a:moveTo>
                  <a:cubicBezTo>
                    <a:pt x="117" y="99"/>
                    <a:pt x="117" y="99"/>
                    <a:pt x="117" y="99"/>
                  </a:cubicBezTo>
                  <a:cubicBezTo>
                    <a:pt x="117" y="99"/>
                    <a:pt x="116" y="98"/>
                    <a:pt x="116" y="98"/>
                  </a:cubicBezTo>
                  <a:cubicBezTo>
                    <a:pt x="87" y="69"/>
                    <a:pt x="87" y="69"/>
                    <a:pt x="87" y="69"/>
                  </a:cubicBezTo>
                  <a:cubicBezTo>
                    <a:pt x="96" y="40"/>
                    <a:pt x="96" y="40"/>
                    <a:pt x="96" y="40"/>
                  </a:cubicBezTo>
                  <a:cubicBezTo>
                    <a:pt x="120" y="40"/>
                    <a:pt x="120" y="40"/>
                    <a:pt x="120" y="40"/>
                  </a:cubicBezTo>
                  <a:cubicBezTo>
                    <a:pt x="144" y="40"/>
                    <a:pt x="144" y="40"/>
                    <a:pt x="144" y="40"/>
                  </a:cubicBezTo>
                  <a:cubicBezTo>
                    <a:pt x="153" y="69"/>
                    <a:pt x="153" y="69"/>
                    <a:pt x="153" y="69"/>
                  </a:cubicBezTo>
                  <a:cubicBezTo>
                    <a:pt x="124" y="98"/>
                    <a:pt x="124" y="98"/>
                    <a:pt x="124" y="98"/>
                  </a:cubicBezTo>
                  <a:cubicBezTo>
                    <a:pt x="124" y="98"/>
                    <a:pt x="124" y="99"/>
                    <a:pt x="124" y="99"/>
                  </a:cubicBezTo>
                  <a:close/>
                  <a:moveTo>
                    <a:pt x="66" y="21"/>
                  </a:moveTo>
                  <a:cubicBezTo>
                    <a:pt x="78" y="21"/>
                    <a:pt x="78" y="21"/>
                    <a:pt x="78" y="21"/>
                  </a:cubicBezTo>
                  <a:cubicBezTo>
                    <a:pt x="92" y="35"/>
                    <a:pt x="92" y="35"/>
                    <a:pt x="92" y="35"/>
                  </a:cubicBezTo>
                  <a:cubicBezTo>
                    <a:pt x="70" y="35"/>
                    <a:pt x="70" y="35"/>
                    <a:pt x="70" y="35"/>
                  </a:cubicBezTo>
                  <a:lnTo>
                    <a:pt x="66" y="21"/>
                  </a:lnTo>
                  <a:close/>
                  <a:moveTo>
                    <a:pt x="125" y="26"/>
                  </a:moveTo>
                  <a:cubicBezTo>
                    <a:pt x="142" y="35"/>
                    <a:pt x="142" y="35"/>
                    <a:pt x="142" y="35"/>
                  </a:cubicBezTo>
                  <a:cubicBezTo>
                    <a:pt x="125" y="35"/>
                    <a:pt x="125" y="35"/>
                    <a:pt x="125" y="35"/>
                  </a:cubicBezTo>
                  <a:lnTo>
                    <a:pt x="125" y="26"/>
                  </a:lnTo>
                  <a:close/>
                  <a:moveTo>
                    <a:pt x="115" y="35"/>
                  </a:moveTo>
                  <a:cubicBezTo>
                    <a:pt x="98" y="35"/>
                    <a:pt x="98" y="35"/>
                    <a:pt x="98" y="35"/>
                  </a:cubicBezTo>
                  <a:cubicBezTo>
                    <a:pt x="115" y="26"/>
                    <a:pt x="115" y="26"/>
                    <a:pt x="115" y="26"/>
                  </a:cubicBezTo>
                  <a:lnTo>
                    <a:pt x="115" y="35"/>
                  </a:lnTo>
                  <a:close/>
                  <a:moveTo>
                    <a:pt x="162" y="21"/>
                  </a:moveTo>
                  <a:cubicBezTo>
                    <a:pt x="168" y="21"/>
                    <a:pt x="168" y="21"/>
                    <a:pt x="168" y="21"/>
                  </a:cubicBezTo>
                  <a:cubicBezTo>
                    <a:pt x="174" y="21"/>
                    <a:pt x="174" y="21"/>
                    <a:pt x="174" y="21"/>
                  </a:cubicBezTo>
                  <a:cubicBezTo>
                    <a:pt x="170" y="35"/>
                    <a:pt x="170" y="35"/>
                    <a:pt x="170" y="35"/>
                  </a:cubicBezTo>
                  <a:cubicBezTo>
                    <a:pt x="161" y="35"/>
                    <a:pt x="161" y="35"/>
                    <a:pt x="161" y="35"/>
                  </a:cubicBezTo>
                  <a:cubicBezTo>
                    <a:pt x="148" y="35"/>
                    <a:pt x="148" y="35"/>
                    <a:pt x="148" y="35"/>
                  </a:cubicBezTo>
                  <a:lnTo>
                    <a:pt x="162" y="21"/>
                  </a:lnTo>
                  <a:close/>
                  <a:moveTo>
                    <a:pt x="176" y="15"/>
                  </a:moveTo>
                  <a:cubicBezTo>
                    <a:pt x="175" y="15"/>
                    <a:pt x="175" y="15"/>
                    <a:pt x="175" y="15"/>
                  </a:cubicBezTo>
                  <a:cubicBezTo>
                    <a:pt x="168" y="15"/>
                    <a:pt x="168" y="15"/>
                    <a:pt x="168" y="15"/>
                  </a:cubicBezTo>
                  <a:cubicBezTo>
                    <a:pt x="168" y="15"/>
                    <a:pt x="168" y="15"/>
                    <a:pt x="168" y="15"/>
                  </a:cubicBezTo>
                  <a:cubicBezTo>
                    <a:pt x="175" y="8"/>
                    <a:pt x="175" y="8"/>
                    <a:pt x="175" y="8"/>
                  </a:cubicBezTo>
                  <a:cubicBezTo>
                    <a:pt x="178" y="8"/>
                    <a:pt x="178" y="8"/>
                    <a:pt x="178" y="8"/>
                  </a:cubicBezTo>
                  <a:lnTo>
                    <a:pt x="176" y="15"/>
                  </a:lnTo>
                  <a:close/>
                  <a:moveTo>
                    <a:pt x="155" y="21"/>
                  </a:moveTo>
                  <a:cubicBezTo>
                    <a:pt x="145" y="30"/>
                    <a:pt x="145" y="30"/>
                    <a:pt x="145" y="30"/>
                  </a:cubicBezTo>
                  <a:cubicBezTo>
                    <a:pt x="126" y="21"/>
                    <a:pt x="126" y="21"/>
                    <a:pt x="126" y="21"/>
                  </a:cubicBezTo>
                  <a:lnTo>
                    <a:pt x="155" y="21"/>
                  </a:lnTo>
                  <a:close/>
                  <a:moveTo>
                    <a:pt x="114" y="21"/>
                  </a:moveTo>
                  <a:cubicBezTo>
                    <a:pt x="95" y="30"/>
                    <a:pt x="95" y="30"/>
                    <a:pt x="95" y="30"/>
                  </a:cubicBezTo>
                  <a:cubicBezTo>
                    <a:pt x="86" y="21"/>
                    <a:pt x="86" y="21"/>
                    <a:pt x="86" y="21"/>
                  </a:cubicBezTo>
                  <a:lnTo>
                    <a:pt x="114" y="21"/>
                  </a:lnTo>
                  <a:close/>
                  <a:moveTo>
                    <a:pt x="65" y="8"/>
                  </a:moveTo>
                  <a:cubicBezTo>
                    <a:pt x="73" y="15"/>
                    <a:pt x="73" y="15"/>
                    <a:pt x="73" y="15"/>
                  </a:cubicBezTo>
                  <a:cubicBezTo>
                    <a:pt x="72" y="15"/>
                    <a:pt x="72" y="15"/>
                    <a:pt x="72" y="15"/>
                  </a:cubicBezTo>
                  <a:cubicBezTo>
                    <a:pt x="65" y="15"/>
                    <a:pt x="65" y="15"/>
                    <a:pt x="65" y="15"/>
                  </a:cubicBezTo>
                  <a:cubicBezTo>
                    <a:pt x="62" y="8"/>
                    <a:pt x="62" y="8"/>
                    <a:pt x="62" y="8"/>
                  </a:cubicBezTo>
                  <a:lnTo>
                    <a:pt x="65" y="8"/>
                  </a:lnTo>
                  <a:close/>
                  <a:moveTo>
                    <a:pt x="16" y="35"/>
                  </a:moveTo>
                  <a:cubicBezTo>
                    <a:pt x="16" y="33"/>
                    <a:pt x="16" y="33"/>
                    <a:pt x="16" y="33"/>
                  </a:cubicBezTo>
                  <a:cubicBezTo>
                    <a:pt x="42" y="27"/>
                    <a:pt x="42" y="27"/>
                    <a:pt x="42" y="27"/>
                  </a:cubicBezTo>
                  <a:cubicBezTo>
                    <a:pt x="43" y="27"/>
                    <a:pt x="48" y="35"/>
                    <a:pt x="48" y="35"/>
                  </a:cubicBezTo>
                  <a:lnTo>
                    <a:pt x="16" y="35"/>
                  </a:lnTo>
                  <a:close/>
                  <a:moveTo>
                    <a:pt x="55" y="35"/>
                  </a:moveTo>
                  <a:cubicBezTo>
                    <a:pt x="55" y="34"/>
                    <a:pt x="48" y="25"/>
                    <a:pt x="48" y="25"/>
                  </a:cubicBezTo>
                  <a:cubicBezTo>
                    <a:pt x="61" y="22"/>
                    <a:pt x="61" y="22"/>
                    <a:pt x="61" y="22"/>
                  </a:cubicBezTo>
                  <a:cubicBezTo>
                    <a:pt x="65" y="35"/>
                    <a:pt x="65" y="35"/>
                    <a:pt x="65" y="35"/>
                  </a:cubicBezTo>
                  <a:lnTo>
                    <a:pt x="55" y="35"/>
                  </a:lnTo>
                  <a:close/>
                  <a:moveTo>
                    <a:pt x="90" y="40"/>
                  </a:moveTo>
                  <a:cubicBezTo>
                    <a:pt x="83" y="66"/>
                    <a:pt x="83" y="66"/>
                    <a:pt x="83" y="66"/>
                  </a:cubicBezTo>
                  <a:cubicBezTo>
                    <a:pt x="82" y="65"/>
                    <a:pt x="82" y="65"/>
                    <a:pt x="81" y="65"/>
                  </a:cubicBezTo>
                  <a:cubicBezTo>
                    <a:pt x="81" y="65"/>
                    <a:pt x="80" y="65"/>
                    <a:pt x="80" y="66"/>
                  </a:cubicBezTo>
                  <a:cubicBezTo>
                    <a:pt x="72" y="40"/>
                    <a:pt x="72" y="40"/>
                    <a:pt x="72" y="40"/>
                  </a:cubicBezTo>
                  <a:lnTo>
                    <a:pt x="90" y="40"/>
                  </a:lnTo>
                  <a:close/>
                  <a:moveTo>
                    <a:pt x="82" y="72"/>
                  </a:moveTo>
                  <a:cubicBezTo>
                    <a:pt x="83" y="72"/>
                    <a:pt x="83" y="72"/>
                    <a:pt x="83" y="72"/>
                  </a:cubicBezTo>
                  <a:cubicBezTo>
                    <a:pt x="109" y="99"/>
                    <a:pt x="109" y="99"/>
                    <a:pt x="109" y="99"/>
                  </a:cubicBezTo>
                  <a:cubicBezTo>
                    <a:pt x="91" y="99"/>
                    <a:pt x="91" y="99"/>
                    <a:pt x="91" y="99"/>
                  </a:cubicBezTo>
                  <a:cubicBezTo>
                    <a:pt x="91" y="99"/>
                    <a:pt x="90" y="99"/>
                    <a:pt x="90" y="100"/>
                  </a:cubicBezTo>
                  <a:lnTo>
                    <a:pt x="82" y="72"/>
                  </a:lnTo>
                  <a:close/>
                  <a:moveTo>
                    <a:pt x="91" y="104"/>
                  </a:moveTo>
                  <a:cubicBezTo>
                    <a:pt x="111" y="104"/>
                    <a:pt x="111" y="104"/>
                    <a:pt x="111" y="104"/>
                  </a:cubicBezTo>
                  <a:cubicBezTo>
                    <a:pt x="107" y="120"/>
                    <a:pt x="107" y="120"/>
                    <a:pt x="107" y="120"/>
                  </a:cubicBezTo>
                  <a:cubicBezTo>
                    <a:pt x="102" y="135"/>
                    <a:pt x="102" y="135"/>
                    <a:pt x="102" y="135"/>
                  </a:cubicBezTo>
                  <a:cubicBezTo>
                    <a:pt x="101" y="135"/>
                    <a:pt x="101" y="135"/>
                    <a:pt x="101" y="135"/>
                  </a:cubicBezTo>
                  <a:cubicBezTo>
                    <a:pt x="101" y="135"/>
                    <a:pt x="101" y="135"/>
                    <a:pt x="100" y="135"/>
                  </a:cubicBezTo>
                  <a:lnTo>
                    <a:pt x="91" y="104"/>
                  </a:lnTo>
                  <a:close/>
                  <a:moveTo>
                    <a:pt x="82" y="220"/>
                  </a:moveTo>
                  <a:cubicBezTo>
                    <a:pt x="79" y="220"/>
                    <a:pt x="79" y="220"/>
                    <a:pt x="79" y="220"/>
                  </a:cubicBezTo>
                  <a:cubicBezTo>
                    <a:pt x="84" y="204"/>
                    <a:pt x="84" y="204"/>
                    <a:pt x="84" y="204"/>
                  </a:cubicBezTo>
                  <a:cubicBezTo>
                    <a:pt x="95" y="204"/>
                    <a:pt x="95" y="204"/>
                    <a:pt x="95" y="204"/>
                  </a:cubicBezTo>
                  <a:lnTo>
                    <a:pt x="82" y="220"/>
                  </a:lnTo>
                  <a:close/>
                  <a:moveTo>
                    <a:pt x="158" y="220"/>
                  </a:moveTo>
                  <a:cubicBezTo>
                    <a:pt x="145" y="204"/>
                    <a:pt x="145" y="204"/>
                    <a:pt x="145" y="204"/>
                  </a:cubicBezTo>
                  <a:cubicBezTo>
                    <a:pt x="157" y="204"/>
                    <a:pt x="157" y="204"/>
                    <a:pt x="157" y="204"/>
                  </a:cubicBezTo>
                  <a:cubicBezTo>
                    <a:pt x="161" y="220"/>
                    <a:pt x="161" y="220"/>
                    <a:pt x="161" y="220"/>
                  </a:cubicBezTo>
                  <a:lnTo>
                    <a:pt x="158" y="220"/>
                  </a:lnTo>
                  <a:close/>
                  <a:moveTo>
                    <a:pt x="140" y="135"/>
                  </a:moveTo>
                  <a:cubicBezTo>
                    <a:pt x="140" y="135"/>
                    <a:pt x="139" y="135"/>
                    <a:pt x="139" y="135"/>
                  </a:cubicBezTo>
                  <a:cubicBezTo>
                    <a:pt x="138" y="135"/>
                    <a:pt x="138" y="135"/>
                    <a:pt x="138" y="135"/>
                  </a:cubicBezTo>
                  <a:cubicBezTo>
                    <a:pt x="134" y="120"/>
                    <a:pt x="134" y="120"/>
                    <a:pt x="134" y="120"/>
                  </a:cubicBezTo>
                  <a:cubicBezTo>
                    <a:pt x="129" y="104"/>
                    <a:pt x="129" y="104"/>
                    <a:pt x="129" y="104"/>
                  </a:cubicBezTo>
                  <a:cubicBezTo>
                    <a:pt x="149" y="104"/>
                    <a:pt x="149" y="104"/>
                    <a:pt x="149" y="104"/>
                  </a:cubicBezTo>
                  <a:lnTo>
                    <a:pt x="140" y="135"/>
                  </a:lnTo>
                  <a:close/>
                  <a:moveTo>
                    <a:pt x="151" y="100"/>
                  </a:moveTo>
                  <a:cubicBezTo>
                    <a:pt x="150" y="99"/>
                    <a:pt x="150" y="99"/>
                    <a:pt x="149" y="99"/>
                  </a:cubicBezTo>
                  <a:cubicBezTo>
                    <a:pt x="131" y="99"/>
                    <a:pt x="131" y="99"/>
                    <a:pt x="131" y="99"/>
                  </a:cubicBezTo>
                  <a:cubicBezTo>
                    <a:pt x="158" y="72"/>
                    <a:pt x="158" y="72"/>
                    <a:pt x="158" y="72"/>
                  </a:cubicBezTo>
                  <a:cubicBezTo>
                    <a:pt x="159" y="72"/>
                    <a:pt x="159" y="72"/>
                    <a:pt x="159" y="72"/>
                  </a:cubicBezTo>
                  <a:lnTo>
                    <a:pt x="151" y="100"/>
                  </a:lnTo>
                  <a:close/>
                  <a:moveTo>
                    <a:pt x="161" y="66"/>
                  </a:moveTo>
                  <a:cubicBezTo>
                    <a:pt x="160" y="65"/>
                    <a:pt x="160" y="65"/>
                    <a:pt x="159" y="65"/>
                  </a:cubicBezTo>
                  <a:cubicBezTo>
                    <a:pt x="159" y="65"/>
                    <a:pt x="158" y="65"/>
                    <a:pt x="158" y="66"/>
                  </a:cubicBezTo>
                  <a:cubicBezTo>
                    <a:pt x="150" y="40"/>
                    <a:pt x="150" y="40"/>
                    <a:pt x="150" y="40"/>
                  </a:cubicBezTo>
                  <a:cubicBezTo>
                    <a:pt x="161" y="40"/>
                    <a:pt x="161" y="40"/>
                    <a:pt x="161" y="40"/>
                  </a:cubicBezTo>
                  <a:cubicBezTo>
                    <a:pt x="168" y="40"/>
                    <a:pt x="168" y="40"/>
                    <a:pt x="168" y="40"/>
                  </a:cubicBezTo>
                  <a:lnTo>
                    <a:pt x="161" y="66"/>
                  </a:lnTo>
                  <a:close/>
                  <a:moveTo>
                    <a:pt x="179" y="22"/>
                  </a:moveTo>
                  <a:cubicBezTo>
                    <a:pt x="192" y="25"/>
                    <a:pt x="192" y="25"/>
                    <a:pt x="192" y="25"/>
                  </a:cubicBezTo>
                  <a:cubicBezTo>
                    <a:pt x="192" y="25"/>
                    <a:pt x="186" y="34"/>
                    <a:pt x="186" y="35"/>
                  </a:cubicBezTo>
                  <a:cubicBezTo>
                    <a:pt x="176" y="35"/>
                    <a:pt x="176" y="35"/>
                    <a:pt x="176" y="35"/>
                  </a:cubicBezTo>
                  <a:lnTo>
                    <a:pt x="179" y="22"/>
                  </a:lnTo>
                  <a:close/>
                  <a:moveTo>
                    <a:pt x="192" y="35"/>
                  </a:moveTo>
                  <a:cubicBezTo>
                    <a:pt x="192" y="35"/>
                    <a:pt x="198" y="27"/>
                    <a:pt x="198" y="27"/>
                  </a:cubicBezTo>
                  <a:cubicBezTo>
                    <a:pt x="224" y="33"/>
                    <a:pt x="224" y="33"/>
                    <a:pt x="224" y="33"/>
                  </a:cubicBezTo>
                  <a:cubicBezTo>
                    <a:pt x="224" y="35"/>
                    <a:pt x="224" y="35"/>
                    <a:pt x="224" y="35"/>
                  </a:cubicBezTo>
                  <a:lnTo>
                    <a:pt x="192" y="35"/>
                  </a:lnTo>
                  <a:close/>
                </a:path>
              </a:pathLst>
            </a:custGeom>
            <a:grpFill/>
            <a:ln>
              <a:noFill/>
            </a:ln>
          </p:spPr>
          <p:txBody>
            <a:bodyPr vert="horz" wrap="square" lIns="91439" tIns="45720" rIns="91439" bIns="45720" numCol="1" anchor="t" anchorCtr="0" compatLnSpc="1">
              <a:prstTxWarp prst="textNoShape">
                <a:avLst/>
              </a:prstTxWarp>
            </a:bodyPr>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lang="en-US" sz="1799" b="0" i="0" u="none" strike="noStrike" kern="0" cap="none" spc="0" normalizeH="0" baseline="0" noProof="0">
                <a:ln>
                  <a:noFill/>
                </a:ln>
                <a:solidFill>
                  <a:srgbClr val="5C5C5C"/>
                </a:solidFill>
                <a:effectLst/>
                <a:uLnTx/>
                <a:uFillTx/>
                <a:latin typeface="Calibri"/>
                <a:ea typeface="+mn-ea"/>
                <a:cs typeface="+mn-cs"/>
              </a:endParaRPr>
            </a:p>
          </p:txBody>
        </p:sp>
      </p:grpSp>
      <p:sp>
        <p:nvSpPr>
          <p:cNvPr id="221" name="Rectangle 220">
            <a:extLst>
              <a:ext uri="{FF2B5EF4-FFF2-40B4-BE49-F238E27FC236}">
                <a16:creationId xmlns:a16="http://schemas.microsoft.com/office/drawing/2014/main" id="{CCDDD889-C0A2-48C4-97EE-FC60B0076FA7}"/>
              </a:ext>
            </a:extLst>
          </p:cNvPr>
          <p:cNvSpPr/>
          <p:nvPr/>
        </p:nvSpPr>
        <p:spPr bwMode="gray">
          <a:xfrm>
            <a:off x="2787812" y="2666098"/>
            <a:ext cx="773465" cy="482237"/>
          </a:xfrm>
          <a:prstGeom prst="rect">
            <a:avLst/>
          </a:prstGeom>
          <a:solidFill>
            <a:srgbClr val="43B02A"/>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Two-Way</a:t>
            </a:r>
          </a:p>
        </p:txBody>
      </p:sp>
      <p:sp>
        <p:nvSpPr>
          <p:cNvPr id="222" name="Arrow: Right 176">
            <a:extLst>
              <a:ext uri="{FF2B5EF4-FFF2-40B4-BE49-F238E27FC236}">
                <a16:creationId xmlns:a16="http://schemas.microsoft.com/office/drawing/2014/main" id="{FD1001EB-AADA-44EE-94B1-80CCD00C3493}"/>
              </a:ext>
            </a:extLst>
          </p:cNvPr>
          <p:cNvSpPr/>
          <p:nvPr/>
        </p:nvSpPr>
        <p:spPr bwMode="gray">
          <a:xfrm>
            <a:off x="2890649" y="2723551"/>
            <a:ext cx="485733" cy="229833"/>
          </a:xfrm>
          <a:prstGeom prst="leftRightArrow">
            <a:avLst/>
          </a:prstGeom>
          <a:solidFill>
            <a:schemeClr val="bg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223" name="Rectangle 222">
            <a:extLst>
              <a:ext uri="{FF2B5EF4-FFF2-40B4-BE49-F238E27FC236}">
                <a16:creationId xmlns:a16="http://schemas.microsoft.com/office/drawing/2014/main" id="{10AAF90C-2DF6-4DC7-A866-7A7883677D86}"/>
              </a:ext>
            </a:extLst>
          </p:cNvPr>
          <p:cNvSpPr/>
          <p:nvPr/>
        </p:nvSpPr>
        <p:spPr bwMode="gray">
          <a:xfrm>
            <a:off x="3720047" y="2662980"/>
            <a:ext cx="773465" cy="482237"/>
          </a:xfrm>
          <a:prstGeom prst="rect">
            <a:avLst/>
          </a:prstGeom>
          <a:solidFill>
            <a:srgbClr val="43B02A"/>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Facilitator</a:t>
            </a:r>
          </a:p>
        </p:txBody>
      </p:sp>
      <p:grpSp>
        <p:nvGrpSpPr>
          <p:cNvPr id="224" name="Group 844">
            <a:extLst>
              <a:ext uri="{FF2B5EF4-FFF2-40B4-BE49-F238E27FC236}">
                <a16:creationId xmlns:a16="http://schemas.microsoft.com/office/drawing/2014/main" id="{BFFF6B42-2059-4134-BC1B-FCE7610F1D28}"/>
              </a:ext>
            </a:extLst>
          </p:cNvPr>
          <p:cNvGrpSpPr>
            <a:grpSpLocks noChangeAspect="1"/>
          </p:cNvGrpSpPr>
          <p:nvPr/>
        </p:nvGrpSpPr>
        <p:grpSpPr bwMode="auto">
          <a:xfrm>
            <a:off x="4267618" y="2738963"/>
            <a:ext cx="167851" cy="167007"/>
            <a:chOff x="4371" y="3110"/>
            <a:chExt cx="199" cy="198"/>
          </a:xfrm>
          <a:solidFill>
            <a:schemeClr val="bg1"/>
          </a:solidFill>
        </p:grpSpPr>
        <p:sp>
          <p:nvSpPr>
            <p:cNvPr id="225" name="Freeform 845">
              <a:extLst>
                <a:ext uri="{FF2B5EF4-FFF2-40B4-BE49-F238E27FC236}">
                  <a16:creationId xmlns:a16="http://schemas.microsoft.com/office/drawing/2014/main" id="{2EB03D5C-65F3-429A-AFC4-98A2865576F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26" name="Freeform 846">
              <a:extLst>
                <a:ext uri="{FF2B5EF4-FFF2-40B4-BE49-F238E27FC236}">
                  <a16:creationId xmlns:a16="http://schemas.microsoft.com/office/drawing/2014/main" id="{F3BA99C2-5E23-4D95-BCEA-6C6EA74828BC}"/>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27" name="Freeform 847">
              <a:extLst>
                <a:ext uri="{FF2B5EF4-FFF2-40B4-BE49-F238E27FC236}">
                  <a16:creationId xmlns:a16="http://schemas.microsoft.com/office/drawing/2014/main" id="{AFBE1D5F-2408-455A-9E80-8C4C23142FD3}"/>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28" name="Freeform 848">
              <a:extLst>
                <a:ext uri="{FF2B5EF4-FFF2-40B4-BE49-F238E27FC236}">
                  <a16:creationId xmlns:a16="http://schemas.microsoft.com/office/drawing/2014/main" id="{AFEADF16-5373-4474-B3DC-3E54DF45C440}"/>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29" name="Freeform 849">
              <a:extLst>
                <a:ext uri="{FF2B5EF4-FFF2-40B4-BE49-F238E27FC236}">
                  <a16:creationId xmlns:a16="http://schemas.microsoft.com/office/drawing/2014/main" id="{A11F72F8-EE0D-4BBF-B6FD-7C3A2A24A278}"/>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30" name="Freeform 850">
              <a:extLst>
                <a:ext uri="{FF2B5EF4-FFF2-40B4-BE49-F238E27FC236}">
                  <a16:creationId xmlns:a16="http://schemas.microsoft.com/office/drawing/2014/main" id="{6BC8C1DA-A40B-4620-BB5E-350D150EF3B6}"/>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31" name="Freeform 146">
            <a:extLst>
              <a:ext uri="{FF2B5EF4-FFF2-40B4-BE49-F238E27FC236}">
                <a16:creationId xmlns:a16="http://schemas.microsoft.com/office/drawing/2014/main" id="{90204C9D-FF46-4A41-9428-1AB7E20DF4B9}"/>
              </a:ext>
            </a:extLst>
          </p:cNvPr>
          <p:cNvSpPr>
            <a:spLocks noEditPoints="1"/>
          </p:cNvSpPr>
          <p:nvPr/>
        </p:nvSpPr>
        <p:spPr bwMode="auto">
          <a:xfrm>
            <a:off x="4029813" y="2782115"/>
            <a:ext cx="145976" cy="97827"/>
          </a:xfrm>
          <a:custGeom>
            <a:avLst/>
            <a:gdLst>
              <a:gd name="T0" fmla="*/ 53 w 288"/>
              <a:gd name="T1" fmla="*/ 0 h 192"/>
              <a:gd name="T2" fmla="*/ 43 w 288"/>
              <a:gd name="T3" fmla="*/ 42 h 192"/>
              <a:gd name="T4" fmla="*/ 0 w 288"/>
              <a:gd name="T5" fmla="*/ 53 h 192"/>
              <a:gd name="T6" fmla="*/ 11 w 288"/>
              <a:gd name="T7" fmla="*/ 192 h 192"/>
              <a:gd name="T8" fmla="*/ 245 w 288"/>
              <a:gd name="T9" fmla="*/ 181 h 192"/>
              <a:gd name="T10" fmla="*/ 277 w 288"/>
              <a:gd name="T11" fmla="*/ 149 h 192"/>
              <a:gd name="T12" fmla="*/ 288 w 288"/>
              <a:gd name="T13" fmla="*/ 10 h 192"/>
              <a:gd name="T14" fmla="*/ 224 w 288"/>
              <a:gd name="T15" fmla="*/ 170 h 192"/>
              <a:gd name="T16" fmla="*/ 21 w 288"/>
              <a:gd name="T17" fmla="*/ 64 h 192"/>
              <a:gd name="T18" fmla="*/ 224 w 288"/>
              <a:gd name="T19" fmla="*/ 170 h 192"/>
              <a:gd name="T20" fmla="*/ 245 w 288"/>
              <a:gd name="T21" fmla="*/ 128 h 192"/>
              <a:gd name="T22" fmla="*/ 235 w 288"/>
              <a:gd name="T23" fmla="*/ 42 h 192"/>
              <a:gd name="T24" fmla="*/ 64 w 288"/>
              <a:gd name="T25" fmla="*/ 21 h 192"/>
              <a:gd name="T26" fmla="*/ 267 w 288"/>
              <a:gd name="T27" fmla="*/ 128 h 192"/>
              <a:gd name="T28" fmla="*/ 101 w 288"/>
              <a:gd name="T29" fmla="*/ 100 h 192"/>
              <a:gd name="T30" fmla="*/ 123 w 288"/>
              <a:gd name="T31" fmla="*/ 82 h 192"/>
              <a:gd name="T32" fmla="*/ 130 w 288"/>
              <a:gd name="T33" fmla="*/ 74 h 192"/>
              <a:gd name="T34" fmla="*/ 151 w 288"/>
              <a:gd name="T35" fmla="*/ 87 h 192"/>
              <a:gd name="T36" fmla="*/ 130 w 288"/>
              <a:gd name="T37" fmla="*/ 95 h 192"/>
              <a:gd name="T38" fmla="*/ 123 w 288"/>
              <a:gd name="T39" fmla="*/ 95 h 192"/>
              <a:gd name="T40" fmla="*/ 118 w 288"/>
              <a:gd name="T41" fmla="*/ 104 h 192"/>
              <a:gd name="T42" fmla="*/ 130 w 288"/>
              <a:gd name="T43" fmla="*/ 110 h 192"/>
              <a:gd name="T44" fmla="*/ 151 w 288"/>
              <a:gd name="T45" fmla="*/ 122 h 192"/>
              <a:gd name="T46" fmla="*/ 147 w 288"/>
              <a:gd name="T47" fmla="*/ 143 h 192"/>
              <a:gd name="T48" fmla="*/ 130 w 288"/>
              <a:gd name="T49" fmla="*/ 160 h 192"/>
              <a:gd name="T50" fmla="*/ 123 w 288"/>
              <a:gd name="T51" fmla="*/ 149 h 192"/>
              <a:gd name="T52" fmla="*/ 101 w 288"/>
              <a:gd name="T53" fmla="*/ 132 h 192"/>
              <a:gd name="T54" fmla="*/ 123 w 288"/>
              <a:gd name="T55" fmla="*/ 137 h 192"/>
              <a:gd name="T56" fmla="*/ 130 w 288"/>
              <a:gd name="T57" fmla="*/ 137 h 192"/>
              <a:gd name="T58" fmla="*/ 135 w 288"/>
              <a:gd name="T59" fmla="*/ 127 h 192"/>
              <a:gd name="T60" fmla="*/ 123 w 288"/>
              <a:gd name="T61" fmla="*/ 122 h 192"/>
              <a:gd name="T62" fmla="*/ 105 w 288"/>
              <a:gd name="T63" fmla="*/ 1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192">
                <a:moveTo>
                  <a:pt x="277" y="0"/>
                </a:moveTo>
                <a:cubicBezTo>
                  <a:pt x="53" y="0"/>
                  <a:pt x="53" y="0"/>
                  <a:pt x="53" y="0"/>
                </a:cubicBezTo>
                <a:cubicBezTo>
                  <a:pt x="47" y="0"/>
                  <a:pt x="43" y="4"/>
                  <a:pt x="43" y="10"/>
                </a:cubicBezTo>
                <a:cubicBezTo>
                  <a:pt x="43" y="42"/>
                  <a:pt x="43" y="42"/>
                  <a:pt x="43" y="42"/>
                </a:cubicBezTo>
                <a:cubicBezTo>
                  <a:pt x="11" y="42"/>
                  <a:pt x="11" y="42"/>
                  <a:pt x="11" y="42"/>
                </a:cubicBezTo>
                <a:cubicBezTo>
                  <a:pt x="5" y="42"/>
                  <a:pt x="0" y="47"/>
                  <a:pt x="0" y="53"/>
                </a:cubicBezTo>
                <a:cubicBezTo>
                  <a:pt x="0" y="181"/>
                  <a:pt x="0" y="181"/>
                  <a:pt x="0" y="181"/>
                </a:cubicBezTo>
                <a:cubicBezTo>
                  <a:pt x="0" y="187"/>
                  <a:pt x="5" y="192"/>
                  <a:pt x="11" y="192"/>
                </a:cubicBezTo>
                <a:cubicBezTo>
                  <a:pt x="235" y="192"/>
                  <a:pt x="235" y="192"/>
                  <a:pt x="235" y="192"/>
                </a:cubicBezTo>
                <a:cubicBezTo>
                  <a:pt x="241" y="192"/>
                  <a:pt x="245" y="187"/>
                  <a:pt x="245" y="181"/>
                </a:cubicBezTo>
                <a:cubicBezTo>
                  <a:pt x="245" y="149"/>
                  <a:pt x="245" y="149"/>
                  <a:pt x="245" y="149"/>
                </a:cubicBezTo>
                <a:cubicBezTo>
                  <a:pt x="277" y="149"/>
                  <a:pt x="277" y="149"/>
                  <a:pt x="277" y="149"/>
                </a:cubicBezTo>
                <a:cubicBezTo>
                  <a:pt x="283" y="149"/>
                  <a:pt x="288" y="144"/>
                  <a:pt x="288" y="138"/>
                </a:cubicBezTo>
                <a:cubicBezTo>
                  <a:pt x="288" y="10"/>
                  <a:pt x="288" y="10"/>
                  <a:pt x="288" y="10"/>
                </a:cubicBezTo>
                <a:cubicBezTo>
                  <a:pt x="288" y="4"/>
                  <a:pt x="283" y="0"/>
                  <a:pt x="277" y="0"/>
                </a:cubicBezTo>
                <a:close/>
                <a:moveTo>
                  <a:pt x="224" y="170"/>
                </a:moveTo>
                <a:cubicBezTo>
                  <a:pt x="21" y="170"/>
                  <a:pt x="21" y="170"/>
                  <a:pt x="21" y="170"/>
                </a:cubicBezTo>
                <a:cubicBezTo>
                  <a:pt x="21" y="64"/>
                  <a:pt x="21" y="64"/>
                  <a:pt x="21" y="64"/>
                </a:cubicBezTo>
                <a:cubicBezTo>
                  <a:pt x="224" y="64"/>
                  <a:pt x="224" y="64"/>
                  <a:pt x="224" y="64"/>
                </a:cubicBezTo>
                <a:lnTo>
                  <a:pt x="224" y="170"/>
                </a:lnTo>
                <a:close/>
                <a:moveTo>
                  <a:pt x="267" y="128"/>
                </a:moveTo>
                <a:cubicBezTo>
                  <a:pt x="245" y="128"/>
                  <a:pt x="245" y="128"/>
                  <a:pt x="245" y="128"/>
                </a:cubicBezTo>
                <a:cubicBezTo>
                  <a:pt x="245" y="53"/>
                  <a:pt x="245" y="53"/>
                  <a:pt x="245" y="53"/>
                </a:cubicBezTo>
                <a:cubicBezTo>
                  <a:pt x="245" y="47"/>
                  <a:pt x="241" y="42"/>
                  <a:pt x="235" y="42"/>
                </a:cubicBezTo>
                <a:cubicBezTo>
                  <a:pt x="64" y="42"/>
                  <a:pt x="64" y="42"/>
                  <a:pt x="64" y="42"/>
                </a:cubicBezTo>
                <a:cubicBezTo>
                  <a:pt x="64" y="21"/>
                  <a:pt x="64" y="21"/>
                  <a:pt x="64" y="21"/>
                </a:cubicBezTo>
                <a:cubicBezTo>
                  <a:pt x="267" y="21"/>
                  <a:pt x="267" y="21"/>
                  <a:pt x="267" y="21"/>
                </a:cubicBezTo>
                <a:lnTo>
                  <a:pt x="267" y="128"/>
                </a:lnTo>
                <a:close/>
                <a:moveTo>
                  <a:pt x="105" y="112"/>
                </a:moveTo>
                <a:cubicBezTo>
                  <a:pt x="103" y="109"/>
                  <a:pt x="101" y="105"/>
                  <a:pt x="101" y="100"/>
                </a:cubicBezTo>
                <a:cubicBezTo>
                  <a:pt x="101" y="95"/>
                  <a:pt x="103" y="91"/>
                  <a:pt x="107" y="88"/>
                </a:cubicBezTo>
                <a:cubicBezTo>
                  <a:pt x="111" y="85"/>
                  <a:pt x="116" y="83"/>
                  <a:pt x="123" y="82"/>
                </a:cubicBezTo>
                <a:cubicBezTo>
                  <a:pt x="123" y="74"/>
                  <a:pt x="123" y="74"/>
                  <a:pt x="123" y="74"/>
                </a:cubicBezTo>
                <a:cubicBezTo>
                  <a:pt x="130" y="74"/>
                  <a:pt x="130" y="74"/>
                  <a:pt x="130" y="74"/>
                </a:cubicBezTo>
                <a:cubicBezTo>
                  <a:pt x="130" y="82"/>
                  <a:pt x="130" y="82"/>
                  <a:pt x="130" y="82"/>
                </a:cubicBezTo>
                <a:cubicBezTo>
                  <a:pt x="138" y="82"/>
                  <a:pt x="145" y="84"/>
                  <a:pt x="151" y="87"/>
                </a:cubicBezTo>
                <a:cubicBezTo>
                  <a:pt x="147" y="99"/>
                  <a:pt x="147" y="99"/>
                  <a:pt x="147" y="99"/>
                </a:cubicBezTo>
                <a:cubicBezTo>
                  <a:pt x="141" y="96"/>
                  <a:pt x="136" y="95"/>
                  <a:pt x="130" y="95"/>
                </a:cubicBezTo>
                <a:cubicBezTo>
                  <a:pt x="130" y="95"/>
                  <a:pt x="129" y="94"/>
                  <a:pt x="127" y="94"/>
                </a:cubicBezTo>
                <a:cubicBezTo>
                  <a:pt x="125" y="94"/>
                  <a:pt x="123" y="95"/>
                  <a:pt x="123" y="95"/>
                </a:cubicBezTo>
                <a:cubicBezTo>
                  <a:pt x="119" y="95"/>
                  <a:pt x="117" y="97"/>
                  <a:pt x="117" y="100"/>
                </a:cubicBezTo>
                <a:cubicBezTo>
                  <a:pt x="117" y="102"/>
                  <a:pt x="117" y="103"/>
                  <a:pt x="118" y="104"/>
                </a:cubicBezTo>
                <a:cubicBezTo>
                  <a:pt x="119" y="105"/>
                  <a:pt x="121" y="106"/>
                  <a:pt x="123" y="107"/>
                </a:cubicBezTo>
                <a:cubicBezTo>
                  <a:pt x="130" y="110"/>
                  <a:pt x="130" y="110"/>
                  <a:pt x="130" y="110"/>
                </a:cubicBezTo>
                <a:cubicBezTo>
                  <a:pt x="137" y="112"/>
                  <a:pt x="142" y="114"/>
                  <a:pt x="144" y="116"/>
                </a:cubicBezTo>
                <a:cubicBezTo>
                  <a:pt x="147" y="118"/>
                  <a:pt x="149" y="120"/>
                  <a:pt x="151" y="122"/>
                </a:cubicBezTo>
                <a:cubicBezTo>
                  <a:pt x="152" y="125"/>
                  <a:pt x="152" y="127"/>
                  <a:pt x="152" y="130"/>
                </a:cubicBezTo>
                <a:cubicBezTo>
                  <a:pt x="152" y="136"/>
                  <a:pt x="151" y="140"/>
                  <a:pt x="147" y="143"/>
                </a:cubicBezTo>
                <a:cubicBezTo>
                  <a:pt x="143" y="147"/>
                  <a:pt x="137" y="149"/>
                  <a:pt x="130" y="149"/>
                </a:cubicBezTo>
                <a:cubicBezTo>
                  <a:pt x="130" y="160"/>
                  <a:pt x="130" y="160"/>
                  <a:pt x="130" y="160"/>
                </a:cubicBezTo>
                <a:cubicBezTo>
                  <a:pt x="123" y="160"/>
                  <a:pt x="123" y="160"/>
                  <a:pt x="123" y="160"/>
                </a:cubicBezTo>
                <a:cubicBezTo>
                  <a:pt x="123" y="149"/>
                  <a:pt x="123" y="149"/>
                  <a:pt x="123" y="149"/>
                </a:cubicBezTo>
                <a:cubicBezTo>
                  <a:pt x="115" y="149"/>
                  <a:pt x="108" y="148"/>
                  <a:pt x="101" y="145"/>
                </a:cubicBezTo>
                <a:cubicBezTo>
                  <a:pt x="101" y="132"/>
                  <a:pt x="101" y="132"/>
                  <a:pt x="101" y="132"/>
                </a:cubicBezTo>
                <a:cubicBezTo>
                  <a:pt x="104" y="133"/>
                  <a:pt x="108" y="134"/>
                  <a:pt x="112" y="135"/>
                </a:cubicBezTo>
                <a:cubicBezTo>
                  <a:pt x="116" y="137"/>
                  <a:pt x="120" y="137"/>
                  <a:pt x="123" y="137"/>
                </a:cubicBezTo>
                <a:cubicBezTo>
                  <a:pt x="123" y="137"/>
                  <a:pt x="125" y="137"/>
                  <a:pt x="127" y="137"/>
                </a:cubicBezTo>
                <a:cubicBezTo>
                  <a:pt x="129" y="137"/>
                  <a:pt x="130" y="137"/>
                  <a:pt x="130" y="137"/>
                </a:cubicBezTo>
                <a:cubicBezTo>
                  <a:pt x="135" y="136"/>
                  <a:pt x="137" y="134"/>
                  <a:pt x="137" y="131"/>
                </a:cubicBezTo>
                <a:cubicBezTo>
                  <a:pt x="137" y="130"/>
                  <a:pt x="137" y="128"/>
                  <a:pt x="135" y="127"/>
                </a:cubicBezTo>
                <a:cubicBezTo>
                  <a:pt x="134" y="126"/>
                  <a:pt x="133" y="125"/>
                  <a:pt x="130" y="124"/>
                </a:cubicBezTo>
                <a:cubicBezTo>
                  <a:pt x="123" y="122"/>
                  <a:pt x="123" y="122"/>
                  <a:pt x="123" y="122"/>
                </a:cubicBezTo>
                <a:cubicBezTo>
                  <a:pt x="120" y="120"/>
                  <a:pt x="120" y="120"/>
                  <a:pt x="120" y="120"/>
                </a:cubicBezTo>
                <a:cubicBezTo>
                  <a:pt x="113" y="118"/>
                  <a:pt x="108" y="115"/>
                  <a:pt x="105" y="112"/>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32" name="Freeform 324">
            <a:extLst>
              <a:ext uri="{FF2B5EF4-FFF2-40B4-BE49-F238E27FC236}">
                <a16:creationId xmlns:a16="http://schemas.microsoft.com/office/drawing/2014/main" id="{9D9A2028-BEA8-4B15-B58A-7FBAC04CB9D8}"/>
              </a:ext>
            </a:extLst>
          </p:cNvPr>
          <p:cNvSpPr>
            <a:spLocks noEditPoints="1"/>
          </p:cNvSpPr>
          <p:nvPr/>
        </p:nvSpPr>
        <p:spPr bwMode="auto">
          <a:xfrm>
            <a:off x="3776680" y="2723551"/>
            <a:ext cx="161706" cy="219753"/>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33" name="Arrow: Curved Down 232">
            <a:extLst>
              <a:ext uri="{FF2B5EF4-FFF2-40B4-BE49-F238E27FC236}">
                <a16:creationId xmlns:a16="http://schemas.microsoft.com/office/drawing/2014/main" id="{9AE67BB6-413F-4D07-BBD9-BD052166881F}"/>
              </a:ext>
            </a:extLst>
          </p:cNvPr>
          <p:cNvSpPr/>
          <p:nvPr/>
        </p:nvSpPr>
        <p:spPr bwMode="gray">
          <a:xfrm flipH="1">
            <a:off x="3945046" y="2686686"/>
            <a:ext cx="294956" cy="131817"/>
          </a:xfrm>
          <a:prstGeom prst="curvedDownArrow">
            <a:avLst/>
          </a:prstGeom>
          <a:solidFill>
            <a:schemeClr val="bg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grpSp>
        <p:nvGrpSpPr>
          <p:cNvPr id="234" name="Group 638">
            <a:extLst>
              <a:ext uri="{FF2B5EF4-FFF2-40B4-BE49-F238E27FC236}">
                <a16:creationId xmlns:a16="http://schemas.microsoft.com/office/drawing/2014/main" id="{70C7AC4B-6EA9-4F52-9DE2-183A63FBE6E6}"/>
              </a:ext>
            </a:extLst>
          </p:cNvPr>
          <p:cNvGrpSpPr>
            <a:grpSpLocks noChangeAspect="1"/>
          </p:cNvGrpSpPr>
          <p:nvPr/>
        </p:nvGrpSpPr>
        <p:grpSpPr bwMode="auto">
          <a:xfrm>
            <a:off x="1070752" y="2713062"/>
            <a:ext cx="164114" cy="256120"/>
            <a:chOff x="4405" y="2330"/>
            <a:chExt cx="132" cy="206"/>
          </a:xfrm>
          <a:solidFill>
            <a:schemeClr val="bg1"/>
          </a:solidFill>
        </p:grpSpPr>
        <p:sp>
          <p:nvSpPr>
            <p:cNvPr id="235" name="Freeform 639">
              <a:extLst>
                <a:ext uri="{FF2B5EF4-FFF2-40B4-BE49-F238E27FC236}">
                  <a16:creationId xmlns:a16="http://schemas.microsoft.com/office/drawing/2014/main" id="{771AE9D1-E44A-4E09-BA96-EAE793782085}"/>
                </a:ext>
              </a:extLst>
            </p:cNvPr>
            <p:cNvSpPr>
              <a:spLocks/>
            </p:cNvSpPr>
            <p:nvPr/>
          </p:nvSpPr>
          <p:spPr bwMode="auto">
            <a:xfrm>
              <a:off x="4463" y="2437"/>
              <a:ext cx="14" cy="99"/>
            </a:xfrm>
            <a:custGeom>
              <a:avLst/>
              <a:gdLst>
                <a:gd name="T0" fmla="*/ 11 w 21"/>
                <a:gd name="T1" fmla="*/ 0 h 150"/>
                <a:gd name="T2" fmla="*/ 0 w 21"/>
                <a:gd name="T3" fmla="*/ 11 h 150"/>
                <a:gd name="T4" fmla="*/ 0 w 21"/>
                <a:gd name="T5" fmla="*/ 139 h 150"/>
                <a:gd name="T6" fmla="*/ 11 w 21"/>
                <a:gd name="T7" fmla="*/ 150 h 150"/>
                <a:gd name="T8" fmla="*/ 21 w 21"/>
                <a:gd name="T9" fmla="*/ 139 h 150"/>
                <a:gd name="T10" fmla="*/ 21 w 21"/>
                <a:gd name="T11" fmla="*/ 11 h 150"/>
                <a:gd name="T12" fmla="*/ 11 w 21"/>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21" h="150">
                  <a:moveTo>
                    <a:pt x="11" y="0"/>
                  </a:moveTo>
                  <a:cubicBezTo>
                    <a:pt x="5" y="0"/>
                    <a:pt x="0" y="5"/>
                    <a:pt x="0" y="11"/>
                  </a:cubicBezTo>
                  <a:cubicBezTo>
                    <a:pt x="0" y="139"/>
                    <a:pt x="0" y="139"/>
                    <a:pt x="0" y="139"/>
                  </a:cubicBezTo>
                  <a:cubicBezTo>
                    <a:pt x="0" y="145"/>
                    <a:pt x="5" y="150"/>
                    <a:pt x="11" y="150"/>
                  </a:cubicBezTo>
                  <a:cubicBezTo>
                    <a:pt x="17" y="150"/>
                    <a:pt x="21" y="145"/>
                    <a:pt x="21" y="139"/>
                  </a:cubicBezTo>
                  <a:cubicBezTo>
                    <a:pt x="21" y="11"/>
                    <a:pt x="21" y="11"/>
                    <a:pt x="21" y="11"/>
                  </a:cubicBezTo>
                  <a:cubicBezTo>
                    <a:pt x="21" y="5"/>
                    <a:pt x="17" y="0"/>
                    <a:pt x="1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36" name="Freeform 640">
              <a:extLst>
                <a:ext uri="{FF2B5EF4-FFF2-40B4-BE49-F238E27FC236}">
                  <a16:creationId xmlns:a16="http://schemas.microsoft.com/office/drawing/2014/main" id="{BB40999A-E14B-40B4-8AB7-D112048D654F}"/>
                </a:ext>
              </a:extLst>
            </p:cNvPr>
            <p:cNvSpPr>
              <a:spLocks noEditPoints="1"/>
            </p:cNvSpPr>
            <p:nvPr/>
          </p:nvSpPr>
          <p:spPr bwMode="auto">
            <a:xfrm>
              <a:off x="4405" y="2330"/>
              <a:ext cx="132" cy="107"/>
            </a:xfrm>
            <a:custGeom>
              <a:avLst/>
              <a:gdLst>
                <a:gd name="T0" fmla="*/ 192 w 199"/>
                <a:gd name="T1" fmla="*/ 140 h 160"/>
                <a:gd name="T2" fmla="*/ 129 w 199"/>
                <a:gd name="T3" fmla="*/ 105 h 160"/>
                <a:gd name="T4" fmla="*/ 108 w 199"/>
                <a:gd name="T5" fmla="*/ 77 h 160"/>
                <a:gd name="T6" fmla="*/ 108 w 199"/>
                <a:gd name="T7" fmla="*/ 11 h 160"/>
                <a:gd name="T8" fmla="*/ 98 w 199"/>
                <a:gd name="T9" fmla="*/ 0 h 160"/>
                <a:gd name="T10" fmla="*/ 87 w 199"/>
                <a:gd name="T11" fmla="*/ 11 h 160"/>
                <a:gd name="T12" fmla="*/ 87 w 199"/>
                <a:gd name="T13" fmla="*/ 77 h 160"/>
                <a:gd name="T14" fmla="*/ 66 w 199"/>
                <a:gd name="T15" fmla="*/ 107 h 160"/>
                <a:gd name="T16" fmla="*/ 7 w 199"/>
                <a:gd name="T17" fmla="*/ 140 h 160"/>
                <a:gd name="T18" fmla="*/ 3 w 199"/>
                <a:gd name="T19" fmla="*/ 155 h 160"/>
                <a:gd name="T20" fmla="*/ 12 w 199"/>
                <a:gd name="T21" fmla="*/ 160 h 160"/>
                <a:gd name="T22" fmla="*/ 18 w 199"/>
                <a:gd name="T23" fmla="*/ 159 h 160"/>
                <a:gd name="T24" fmla="*/ 73 w 199"/>
                <a:gd name="T25" fmla="*/ 127 h 160"/>
                <a:gd name="T26" fmla="*/ 98 w 199"/>
                <a:gd name="T27" fmla="*/ 139 h 160"/>
                <a:gd name="T28" fmla="*/ 123 w 199"/>
                <a:gd name="T29" fmla="*/ 126 h 160"/>
                <a:gd name="T30" fmla="*/ 181 w 199"/>
                <a:gd name="T31" fmla="*/ 159 h 160"/>
                <a:gd name="T32" fmla="*/ 187 w 199"/>
                <a:gd name="T33" fmla="*/ 160 h 160"/>
                <a:gd name="T34" fmla="*/ 196 w 199"/>
                <a:gd name="T35" fmla="*/ 155 h 160"/>
                <a:gd name="T36" fmla="*/ 192 w 199"/>
                <a:gd name="T37" fmla="*/ 140 h 160"/>
                <a:gd name="T38" fmla="*/ 98 w 199"/>
                <a:gd name="T39" fmla="*/ 118 h 160"/>
                <a:gd name="T40" fmla="*/ 87 w 199"/>
                <a:gd name="T41" fmla="*/ 107 h 160"/>
                <a:gd name="T42" fmla="*/ 98 w 199"/>
                <a:gd name="T43" fmla="*/ 96 h 160"/>
                <a:gd name="T44" fmla="*/ 108 w 199"/>
                <a:gd name="T45" fmla="*/ 107 h 160"/>
                <a:gd name="T46" fmla="*/ 98 w 199"/>
                <a:gd name="T47" fmla="*/ 118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9" h="160">
                  <a:moveTo>
                    <a:pt x="192" y="140"/>
                  </a:moveTo>
                  <a:cubicBezTo>
                    <a:pt x="129" y="105"/>
                    <a:pt x="129" y="105"/>
                    <a:pt x="129" y="105"/>
                  </a:cubicBezTo>
                  <a:cubicBezTo>
                    <a:pt x="129" y="92"/>
                    <a:pt x="120" y="81"/>
                    <a:pt x="108" y="77"/>
                  </a:cubicBezTo>
                  <a:cubicBezTo>
                    <a:pt x="108" y="11"/>
                    <a:pt x="108" y="11"/>
                    <a:pt x="108" y="11"/>
                  </a:cubicBezTo>
                  <a:cubicBezTo>
                    <a:pt x="108" y="5"/>
                    <a:pt x="104" y="0"/>
                    <a:pt x="98" y="0"/>
                  </a:cubicBezTo>
                  <a:cubicBezTo>
                    <a:pt x="92" y="0"/>
                    <a:pt x="87" y="5"/>
                    <a:pt x="87" y="11"/>
                  </a:cubicBezTo>
                  <a:cubicBezTo>
                    <a:pt x="87" y="77"/>
                    <a:pt x="87" y="77"/>
                    <a:pt x="87" y="77"/>
                  </a:cubicBezTo>
                  <a:cubicBezTo>
                    <a:pt x="75" y="81"/>
                    <a:pt x="66" y="93"/>
                    <a:pt x="66" y="107"/>
                  </a:cubicBezTo>
                  <a:cubicBezTo>
                    <a:pt x="7" y="140"/>
                    <a:pt x="7" y="140"/>
                    <a:pt x="7" y="140"/>
                  </a:cubicBezTo>
                  <a:cubicBezTo>
                    <a:pt x="2" y="143"/>
                    <a:pt x="0" y="150"/>
                    <a:pt x="3" y="155"/>
                  </a:cubicBezTo>
                  <a:cubicBezTo>
                    <a:pt x="5" y="158"/>
                    <a:pt x="9" y="160"/>
                    <a:pt x="12" y="160"/>
                  </a:cubicBezTo>
                  <a:cubicBezTo>
                    <a:pt x="14" y="160"/>
                    <a:pt x="16" y="160"/>
                    <a:pt x="18" y="159"/>
                  </a:cubicBezTo>
                  <a:cubicBezTo>
                    <a:pt x="73" y="127"/>
                    <a:pt x="73" y="127"/>
                    <a:pt x="73" y="127"/>
                  </a:cubicBezTo>
                  <a:cubicBezTo>
                    <a:pt x="79" y="134"/>
                    <a:pt x="88" y="139"/>
                    <a:pt x="98" y="139"/>
                  </a:cubicBezTo>
                  <a:cubicBezTo>
                    <a:pt x="108" y="139"/>
                    <a:pt x="117" y="134"/>
                    <a:pt x="123" y="126"/>
                  </a:cubicBezTo>
                  <a:cubicBezTo>
                    <a:pt x="181" y="159"/>
                    <a:pt x="181" y="159"/>
                    <a:pt x="181" y="159"/>
                  </a:cubicBezTo>
                  <a:cubicBezTo>
                    <a:pt x="183" y="160"/>
                    <a:pt x="185" y="160"/>
                    <a:pt x="187" y="160"/>
                  </a:cubicBezTo>
                  <a:cubicBezTo>
                    <a:pt x="190" y="160"/>
                    <a:pt x="194" y="158"/>
                    <a:pt x="196" y="155"/>
                  </a:cubicBezTo>
                  <a:cubicBezTo>
                    <a:pt x="199" y="150"/>
                    <a:pt x="197" y="143"/>
                    <a:pt x="192" y="140"/>
                  </a:cubicBezTo>
                  <a:close/>
                  <a:moveTo>
                    <a:pt x="98" y="118"/>
                  </a:moveTo>
                  <a:cubicBezTo>
                    <a:pt x="92" y="118"/>
                    <a:pt x="87" y="113"/>
                    <a:pt x="87" y="107"/>
                  </a:cubicBezTo>
                  <a:cubicBezTo>
                    <a:pt x="87" y="101"/>
                    <a:pt x="92" y="96"/>
                    <a:pt x="98" y="96"/>
                  </a:cubicBezTo>
                  <a:cubicBezTo>
                    <a:pt x="104" y="96"/>
                    <a:pt x="108" y="101"/>
                    <a:pt x="108" y="107"/>
                  </a:cubicBezTo>
                  <a:cubicBezTo>
                    <a:pt x="108" y="113"/>
                    <a:pt x="104" y="118"/>
                    <a:pt x="98" y="11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37" name="Rectangle 236">
            <a:extLst>
              <a:ext uri="{FF2B5EF4-FFF2-40B4-BE49-F238E27FC236}">
                <a16:creationId xmlns:a16="http://schemas.microsoft.com/office/drawing/2014/main" id="{76A65517-4BCA-4928-8FE4-544C82A237F8}"/>
              </a:ext>
            </a:extLst>
          </p:cNvPr>
          <p:cNvSpPr/>
          <p:nvPr/>
        </p:nvSpPr>
        <p:spPr bwMode="gray">
          <a:xfrm>
            <a:off x="4646654" y="2658323"/>
            <a:ext cx="773465" cy="482237"/>
          </a:xfrm>
          <a:prstGeom prst="rect">
            <a:avLst/>
          </a:prstGeom>
          <a:solidFill>
            <a:srgbClr val="43B02A"/>
          </a:solidFill>
          <a:ln w="19050" algn="ctr">
            <a:noFill/>
            <a:miter lim="800000"/>
            <a:headEnd/>
            <a:tailEnd/>
          </a:ln>
        </p:spPr>
        <p:txBody>
          <a:bodyPr wrap="square" lIns="0" tIns="88900" rIns="0" bIns="88900" rtlCol="0" anchor="t"/>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800" b="1" i="0" u="none" strike="noStrike" kern="1200" cap="none" spc="0" normalizeH="0" baseline="0" noProof="0">
              <a:ln>
                <a:noFill/>
              </a:ln>
              <a:solidFill>
                <a:prstClr val="white"/>
              </a:solidFill>
              <a:effectLst/>
              <a:uLnTx/>
              <a:uFillTx/>
              <a:latin typeface="Calibri"/>
              <a:ea typeface="+mn-ea"/>
              <a:cs typeface="+mn-cs"/>
            </a:endParaRPr>
          </a:p>
          <a:p>
            <a:pPr marL="0" marR="0" lvl="0" indent="0" algn="ctr" defTabSz="914400" rtl="0" eaLnBrk="1" fontAlgn="auto" latinLnBrk="0" hangingPunct="1">
              <a:lnSpc>
                <a:spcPct val="106000"/>
              </a:lnSpc>
              <a:spcBef>
                <a:spcPts val="700"/>
              </a:spcBef>
              <a:spcAft>
                <a:spcPts val="0"/>
              </a:spcAft>
              <a:buClrTx/>
              <a:buSzTx/>
              <a:buFontTx/>
              <a:buNone/>
              <a:tabLst/>
              <a:defRPr/>
            </a:pPr>
            <a:r>
              <a:rPr kumimoji="0" lang="en-US" sz="900" b="1" i="0" u="none" strike="noStrike" kern="1200" cap="none" spc="0" normalizeH="0" baseline="0" noProof="0">
                <a:ln>
                  <a:noFill/>
                </a:ln>
                <a:solidFill>
                  <a:prstClr val="white"/>
                </a:solidFill>
                <a:effectLst/>
                <a:uLnTx/>
                <a:uFillTx/>
                <a:latin typeface="Calibri"/>
                <a:ea typeface="+mn-ea"/>
                <a:cs typeface="+mn-cs"/>
              </a:rPr>
              <a:t>Prosumers</a:t>
            </a:r>
          </a:p>
        </p:txBody>
      </p:sp>
      <p:grpSp>
        <p:nvGrpSpPr>
          <p:cNvPr id="238" name="Group 828">
            <a:extLst>
              <a:ext uri="{FF2B5EF4-FFF2-40B4-BE49-F238E27FC236}">
                <a16:creationId xmlns:a16="http://schemas.microsoft.com/office/drawing/2014/main" id="{2D191F4A-6137-422E-B6A1-E6E2AABF7308}"/>
              </a:ext>
            </a:extLst>
          </p:cNvPr>
          <p:cNvGrpSpPr>
            <a:grpSpLocks noChangeAspect="1"/>
          </p:cNvGrpSpPr>
          <p:nvPr/>
        </p:nvGrpSpPr>
        <p:grpSpPr bwMode="auto">
          <a:xfrm>
            <a:off x="5205429" y="2718628"/>
            <a:ext cx="164115" cy="203464"/>
            <a:chOff x="5127" y="3083"/>
            <a:chExt cx="171" cy="212"/>
          </a:xfrm>
          <a:solidFill>
            <a:schemeClr val="bg1"/>
          </a:solidFill>
        </p:grpSpPr>
        <p:sp>
          <p:nvSpPr>
            <p:cNvPr id="239" name="Freeform 829">
              <a:extLst>
                <a:ext uri="{FF2B5EF4-FFF2-40B4-BE49-F238E27FC236}">
                  <a16:creationId xmlns:a16="http://schemas.microsoft.com/office/drawing/2014/main" id="{90A5A31C-97F2-4B30-AA29-E8C21D620A36}"/>
                </a:ext>
              </a:extLst>
            </p:cNvPr>
            <p:cNvSpPr>
              <a:spLocks noEditPoints="1"/>
            </p:cNvSpPr>
            <p:nvPr/>
          </p:nvSpPr>
          <p:spPr bwMode="auto">
            <a:xfrm>
              <a:off x="5226" y="3139"/>
              <a:ext cx="72" cy="156"/>
            </a:xfrm>
            <a:custGeom>
              <a:avLst/>
              <a:gdLst>
                <a:gd name="T0" fmla="*/ 74 w 107"/>
                <a:gd name="T1" fmla="*/ 8 h 235"/>
                <a:gd name="T2" fmla="*/ 64 w 107"/>
                <a:gd name="T3" fmla="*/ 0 h 235"/>
                <a:gd name="T4" fmla="*/ 43 w 107"/>
                <a:gd name="T5" fmla="*/ 0 h 235"/>
                <a:gd name="T6" fmla="*/ 32 w 107"/>
                <a:gd name="T7" fmla="*/ 8 h 235"/>
                <a:gd name="T8" fmla="*/ 0 w 107"/>
                <a:gd name="T9" fmla="*/ 136 h 235"/>
                <a:gd name="T10" fmla="*/ 2 w 107"/>
                <a:gd name="T11" fmla="*/ 145 h 235"/>
                <a:gd name="T12" fmla="*/ 11 w 107"/>
                <a:gd name="T13" fmla="*/ 149 h 235"/>
                <a:gd name="T14" fmla="*/ 21 w 107"/>
                <a:gd name="T15" fmla="*/ 149 h 235"/>
                <a:gd name="T16" fmla="*/ 21 w 107"/>
                <a:gd name="T17" fmla="*/ 224 h 235"/>
                <a:gd name="T18" fmla="*/ 32 w 107"/>
                <a:gd name="T19" fmla="*/ 235 h 235"/>
                <a:gd name="T20" fmla="*/ 43 w 107"/>
                <a:gd name="T21" fmla="*/ 224 h 235"/>
                <a:gd name="T22" fmla="*/ 43 w 107"/>
                <a:gd name="T23" fmla="*/ 149 h 235"/>
                <a:gd name="T24" fmla="*/ 64 w 107"/>
                <a:gd name="T25" fmla="*/ 149 h 235"/>
                <a:gd name="T26" fmla="*/ 64 w 107"/>
                <a:gd name="T27" fmla="*/ 224 h 235"/>
                <a:gd name="T28" fmla="*/ 75 w 107"/>
                <a:gd name="T29" fmla="*/ 235 h 235"/>
                <a:gd name="T30" fmla="*/ 85 w 107"/>
                <a:gd name="T31" fmla="*/ 224 h 235"/>
                <a:gd name="T32" fmla="*/ 85 w 107"/>
                <a:gd name="T33" fmla="*/ 149 h 235"/>
                <a:gd name="T34" fmla="*/ 96 w 107"/>
                <a:gd name="T35" fmla="*/ 149 h 235"/>
                <a:gd name="T36" fmla="*/ 104 w 107"/>
                <a:gd name="T37" fmla="*/ 145 h 235"/>
                <a:gd name="T38" fmla="*/ 106 w 107"/>
                <a:gd name="T39" fmla="*/ 136 h 235"/>
                <a:gd name="T40" fmla="*/ 74 w 107"/>
                <a:gd name="T41" fmla="*/ 8 h 235"/>
                <a:gd name="T42" fmla="*/ 51 w 107"/>
                <a:gd name="T43" fmla="*/ 21 h 235"/>
                <a:gd name="T44" fmla="*/ 56 w 107"/>
                <a:gd name="T45" fmla="*/ 21 h 235"/>
                <a:gd name="T46" fmla="*/ 82 w 107"/>
                <a:gd name="T47" fmla="*/ 128 h 235"/>
                <a:gd name="T48" fmla="*/ 24 w 107"/>
                <a:gd name="T49" fmla="*/ 128 h 235"/>
                <a:gd name="T50" fmla="*/ 51 w 107"/>
                <a:gd name="T51" fmla="*/ 2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235">
                  <a:moveTo>
                    <a:pt x="74" y="8"/>
                  </a:moveTo>
                  <a:cubicBezTo>
                    <a:pt x="73" y="3"/>
                    <a:pt x="69" y="0"/>
                    <a:pt x="64" y="0"/>
                  </a:cubicBezTo>
                  <a:cubicBezTo>
                    <a:pt x="43" y="0"/>
                    <a:pt x="43" y="0"/>
                    <a:pt x="43" y="0"/>
                  </a:cubicBezTo>
                  <a:cubicBezTo>
                    <a:pt x="38" y="0"/>
                    <a:pt x="34" y="3"/>
                    <a:pt x="32" y="8"/>
                  </a:cubicBezTo>
                  <a:cubicBezTo>
                    <a:pt x="0" y="136"/>
                    <a:pt x="0" y="136"/>
                    <a:pt x="0" y="136"/>
                  </a:cubicBezTo>
                  <a:cubicBezTo>
                    <a:pt x="0" y="139"/>
                    <a:pt x="0" y="143"/>
                    <a:pt x="2" y="145"/>
                  </a:cubicBezTo>
                  <a:cubicBezTo>
                    <a:pt x="4" y="148"/>
                    <a:pt x="7" y="149"/>
                    <a:pt x="11" y="149"/>
                  </a:cubicBezTo>
                  <a:cubicBezTo>
                    <a:pt x="21" y="149"/>
                    <a:pt x="21" y="149"/>
                    <a:pt x="21" y="149"/>
                  </a:cubicBezTo>
                  <a:cubicBezTo>
                    <a:pt x="21" y="224"/>
                    <a:pt x="21" y="224"/>
                    <a:pt x="21" y="224"/>
                  </a:cubicBezTo>
                  <a:cubicBezTo>
                    <a:pt x="21" y="230"/>
                    <a:pt x="26" y="235"/>
                    <a:pt x="32" y="235"/>
                  </a:cubicBezTo>
                  <a:cubicBezTo>
                    <a:pt x="38" y="235"/>
                    <a:pt x="43" y="230"/>
                    <a:pt x="43" y="224"/>
                  </a:cubicBezTo>
                  <a:cubicBezTo>
                    <a:pt x="43" y="149"/>
                    <a:pt x="43" y="149"/>
                    <a:pt x="43" y="149"/>
                  </a:cubicBezTo>
                  <a:cubicBezTo>
                    <a:pt x="64" y="149"/>
                    <a:pt x="64" y="149"/>
                    <a:pt x="64" y="149"/>
                  </a:cubicBezTo>
                  <a:cubicBezTo>
                    <a:pt x="64" y="224"/>
                    <a:pt x="64" y="224"/>
                    <a:pt x="64" y="224"/>
                  </a:cubicBezTo>
                  <a:cubicBezTo>
                    <a:pt x="64" y="230"/>
                    <a:pt x="69" y="235"/>
                    <a:pt x="75" y="235"/>
                  </a:cubicBezTo>
                  <a:cubicBezTo>
                    <a:pt x="81" y="235"/>
                    <a:pt x="85" y="230"/>
                    <a:pt x="85" y="224"/>
                  </a:cubicBezTo>
                  <a:cubicBezTo>
                    <a:pt x="85" y="149"/>
                    <a:pt x="85" y="149"/>
                    <a:pt x="85" y="149"/>
                  </a:cubicBezTo>
                  <a:cubicBezTo>
                    <a:pt x="96" y="149"/>
                    <a:pt x="96" y="149"/>
                    <a:pt x="96" y="149"/>
                  </a:cubicBezTo>
                  <a:cubicBezTo>
                    <a:pt x="99" y="149"/>
                    <a:pt x="102" y="148"/>
                    <a:pt x="104" y="145"/>
                  </a:cubicBezTo>
                  <a:cubicBezTo>
                    <a:pt x="106" y="143"/>
                    <a:pt x="107" y="139"/>
                    <a:pt x="106" y="136"/>
                  </a:cubicBezTo>
                  <a:lnTo>
                    <a:pt x="74" y="8"/>
                  </a:lnTo>
                  <a:close/>
                  <a:moveTo>
                    <a:pt x="51" y="21"/>
                  </a:moveTo>
                  <a:cubicBezTo>
                    <a:pt x="56" y="21"/>
                    <a:pt x="56" y="21"/>
                    <a:pt x="56" y="21"/>
                  </a:cubicBezTo>
                  <a:cubicBezTo>
                    <a:pt x="82" y="128"/>
                    <a:pt x="82" y="128"/>
                    <a:pt x="82" y="128"/>
                  </a:cubicBezTo>
                  <a:cubicBezTo>
                    <a:pt x="24" y="128"/>
                    <a:pt x="24" y="128"/>
                    <a:pt x="24" y="128"/>
                  </a:cubicBezTo>
                  <a:lnTo>
                    <a:pt x="5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40" name="Freeform 830">
              <a:extLst>
                <a:ext uri="{FF2B5EF4-FFF2-40B4-BE49-F238E27FC236}">
                  <a16:creationId xmlns:a16="http://schemas.microsoft.com/office/drawing/2014/main" id="{0140580F-38BA-4EFF-AA72-691487758CCF}"/>
                </a:ext>
              </a:extLst>
            </p:cNvPr>
            <p:cNvSpPr>
              <a:spLocks noEditPoints="1"/>
            </p:cNvSpPr>
            <p:nvPr/>
          </p:nvSpPr>
          <p:spPr bwMode="auto">
            <a:xfrm>
              <a:off x="5240" y="308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41" name="Freeform 831">
              <a:extLst>
                <a:ext uri="{FF2B5EF4-FFF2-40B4-BE49-F238E27FC236}">
                  <a16:creationId xmlns:a16="http://schemas.microsoft.com/office/drawing/2014/main" id="{A10CF936-115C-4229-9BB6-AA0AEEC96402}"/>
                </a:ext>
              </a:extLst>
            </p:cNvPr>
            <p:cNvSpPr>
              <a:spLocks noEditPoints="1"/>
            </p:cNvSpPr>
            <p:nvPr/>
          </p:nvSpPr>
          <p:spPr bwMode="auto">
            <a:xfrm>
              <a:off x="5127" y="3139"/>
              <a:ext cx="71" cy="156"/>
            </a:xfrm>
            <a:custGeom>
              <a:avLst/>
              <a:gdLst>
                <a:gd name="T0" fmla="*/ 96 w 106"/>
                <a:gd name="T1" fmla="*/ 0 h 235"/>
                <a:gd name="T2" fmla="*/ 10 w 106"/>
                <a:gd name="T3" fmla="*/ 0 h 235"/>
                <a:gd name="T4" fmla="*/ 0 w 106"/>
                <a:gd name="T5" fmla="*/ 11 h 235"/>
                <a:gd name="T6" fmla="*/ 0 w 106"/>
                <a:gd name="T7" fmla="*/ 117 h 235"/>
                <a:gd name="T8" fmla="*/ 10 w 106"/>
                <a:gd name="T9" fmla="*/ 128 h 235"/>
                <a:gd name="T10" fmla="*/ 21 w 106"/>
                <a:gd name="T11" fmla="*/ 128 h 235"/>
                <a:gd name="T12" fmla="*/ 21 w 106"/>
                <a:gd name="T13" fmla="*/ 224 h 235"/>
                <a:gd name="T14" fmla="*/ 32 w 106"/>
                <a:gd name="T15" fmla="*/ 235 h 235"/>
                <a:gd name="T16" fmla="*/ 42 w 106"/>
                <a:gd name="T17" fmla="*/ 224 h 235"/>
                <a:gd name="T18" fmla="*/ 42 w 106"/>
                <a:gd name="T19" fmla="*/ 128 h 235"/>
                <a:gd name="T20" fmla="*/ 64 w 106"/>
                <a:gd name="T21" fmla="*/ 128 h 235"/>
                <a:gd name="T22" fmla="*/ 64 w 106"/>
                <a:gd name="T23" fmla="*/ 224 h 235"/>
                <a:gd name="T24" fmla="*/ 74 w 106"/>
                <a:gd name="T25" fmla="*/ 235 h 235"/>
                <a:gd name="T26" fmla="*/ 85 w 106"/>
                <a:gd name="T27" fmla="*/ 224 h 235"/>
                <a:gd name="T28" fmla="*/ 85 w 106"/>
                <a:gd name="T29" fmla="*/ 128 h 235"/>
                <a:gd name="T30" fmla="*/ 96 w 106"/>
                <a:gd name="T31" fmla="*/ 128 h 235"/>
                <a:gd name="T32" fmla="*/ 106 w 106"/>
                <a:gd name="T33" fmla="*/ 117 h 235"/>
                <a:gd name="T34" fmla="*/ 106 w 106"/>
                <a:gd name="T35" fmla="*/ 11 h 235"/>
                <a:gd name="T36" fmla="*/ 96 w 106"/>
                <a:gd name="T37" fmla="*/ 0 h 235"/>
                <a:gd name="T38" fmla="*/ 85 w 106"/>
                <a:gd name="T39" fmla="*/ 107 h 235"/>
                <a:gd name="T40" fmla="*/ 21 w 106"/>
                <a:gd name="T41" fmla="*/ 107 h 235"/>
                <a:gd name="T42" fmla="*/ 21 w 106"/>
                <a:gd name="T43" fmla="*/ 21 h 235"/>
                <a:gd name="T44" fmla="*/ 85 w 106"/>
                <a:gd name="T45" fmla="*/ 21 h 235"/>
                <a:gd name="T46" fmla="*/ 85 w 106"/>
                <a:gd name="T47"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235">
                  <a:moveTo>
                    <a:pt x="96" y="0"/>
                  </a:moveTo>
                  <a:cubicBezTo>
                    <a:pt x="10" y="0"/>
                    <a:pt x="10" y="0"/>
                    <a:pt x="10" y="0"/>
                  </a:cubicBezTo>
                  <a:cubicBezTo>
                    <a:pt x="4" y="0"/>
                    <a:pt x="0" y="5"/>
                    <a:pt x="0" y="11"/>
                  </a:cubicBezTo>
                  <a:cubicBezTo>
                    <a:pt x="0" y="117"/>
                    <a:pt x="0" y="117"/>
                    <a:pt x="0" y="117"/>
                  </a:cubicBezTo>
                  <a:cubicBezTo>
                    <a:pt x="0" y="123"/>
                    <a:pt x="4" y="128"/>
                    <a:pt x="10" y="128"/>
                  </a:cubicBezTo>
                  <a:cubicBezTo>
                    <a:pt x="21" y="128"/>
                    <a:pt x="21" y="128"/>
                    <a:pt x="21" y="128"/>
                  </a:cubicBezTo>
                  <a:cubicBezTo>
                    <a:pt x="21" y="224"/>
                    <a:pt x="21" y="224"/>
                    <a:pt x="21" y="224"/>
                  </a:cubicBezTo>
                  <a:cubicBezTo>
                    <a:pt x="21" y="230"/>
                    <a:pt x="26" y="235"/>
                    <a:pt x="32" y="235"/>
                  </a:cubicBezTo>
                  <a:cubicBezTo>
                    <a:pt x="38" y="235"/>
                    <a:pt x="42" y="230"/>
                    <a:pt x="42" y="224"/>
                  </a:cubicBezTo>
                  <a:cubicBezTo>
                    <a:pt x="42" y="128"/>
                    <a:pt x="42" y="128"/>
                    <a:pt x="42" y="128"/>
                  </a:cubicBezTo>
                  <a:cubicBezTo>
                    <a:pt x="64" y="128"/>
                    <a:pt x="64" y="128"/>
                    <a:pt x="64" y="128"/>
                  </a:cubicBezTo>
                  <a:cubicBezTo>
                    <a:pt x="64" y="224"/>
                    <a:pt x="64" y="224"/>
                    <a:pt x="64" y="224"/>
                  </a:cubicBezTo>
                  <a:cubicBezTo>
                    <a:pt x="64" y="230"/>
                    <a:pt x="68" y="235"/>
                    <a:pt x="74" y="235"/>
                  </a:cubicBezTo>
                  <a:cubicBezTo>
                    <a:pt x="80" y="235"/>
                    <a:pt x="85" y="230"/>
                    <a:pt x="85" y="224"/>
                  </a:cubicBezTo>
                  <a:cubicBezTo>
                    <a:pt x="85" y="128"/>
                    <a:pt x="85" y="128"/>
                    <a:pt x="85" y="128"/>
                  </a:cubicBezTo>
                  <a:cubicBezTo>
                    <a:pt x="96" y="128"/>
                    <a:pt x="96" y="128"/>
                    <a:pt x="96" y="128"/>
                  </a:cubicBezTo>
                  <a:cubicBezTo>
                    <a:pt x="102" y="128"/>
                    <a:pt x="106" y="123"/>
                    <a:pt x="106" y="117"/>
                  </a:cubicBezTo>
                  <a:cubicBezTo>
                    <a:pt x="106" y="11"/>
                    <a:pt x="106" y="11"/>
                    <a:pt x="106" y="11"/>
                  </a:cubicBezTo>
                  <a:cubicBezTo>
                    <a:pt x="106" y="5"/>
                    <a:pt x="102" y="0"/>
                    <a:pt x="96" y="0"/>
                  </a:cubicBezTo>
                  <a:close/>
                  <a:moveTo>
                    <a:pt x="85" y="107"/>
                  </a:moveTo>
                  <a:cubicBezTo>
                    <a:pt x="21" y="107"/>
                    <a:pt x="21" y="107"/>
                    <a:pt x="21" y="107"/>
                  </a:cubicBezTo>
                  <a:cubicBezTo>
                    <a:pt x="21" y="21"/>
                    <a:pt x="21" y="21"/>
                    <a:pt x="21" y="21"/>
                  </a:cubicBezTo>
                  <a:cubicBezTo>
                    <a:pt x="85" y="21"/>
                    <a:pt x="85" y="21"/>
                    <a:pt x="85" y="21"/>
                  </a:cubicBezTo>
                  <a:lnTo>
                    <a:pt x="85" y="10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42" name="Freeform 832">
              <a:extLst>
                <a:ext uri="{FF2B5EF4-FFF2-40B4-BE49-F238E27FC236}">
                  <a16:creationId xmlns:a16="http://schemas.microsoft.com/office/drawing/2014/main" id="{725B6C79-A931-4D63-9F40-AE2BAA825C69}"/>
                </a:ext>
              </a:extLst>
            </p:cNvPr>
            <p:cNvSpPr>
              <a:spLocks noEditPoints="1"/>
            </p:cNvSpPr>
            <p:nvPr/>
          </p:nvSpPr>
          <p:spPr bwMode="auto">
            <a:xfrm>
              <a:off x="5141" y="308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43" name="Freeform 439">
            <a:extLst>
              <a:ext uri="{FF2B5EF4-FFF2-40B4-BE49-F238E27FC236}">
                <a16:creationId xmlns:a16="http://schemas.microsoft.com/office/drawing/2014/main" id="{98D565A1-9E6E-45F1-BFA2-533D39CD2574}"/>
              </a:ext>
            </a:extLst>
          </p:cNvPr>
          <p:cNvSpPr>
            <a:spLocks noEditPoints="1"/>
          </p:cNvSpPr>
          <p:nvPr/>
        </p:nvSpPr>
        <p:spPr bwMode="auto">
          <a:xfrm rot="16200000">
            <a:off x="2313571" y="2760240"/>
            <a:ext cx="262372" cy="139849"/>
          </a:xfrm>
          <a:custGeom>
            <a:avLst/>
            <a:gdLst>
              <a:gd name="T0" fmla="*/ 309 w 320"/>
              <a:gd name="T1" fmla="*/ 43 h 171"/>
              <a:gd name="T2" fmla="*/ 277 w 320"/>
              <a:gd name="T3" fmla="*/ 43 h 171"/>
              <a:gd name="T4" fmla="*/ 277 w 320"/>
              <a:gd name="T5" fmla="*/ 11 h 171"/>
              <a:gd name="T6" fmla="*/ 266 w 320"/>
              <a:gd name="T7" fmla="*/ 0 h 171"/>
              <a:gd name="T8" fmla="*/ 10 w 320"/>
              <a:gd name="T9" fmla="*/ 0 h 171"/>
              <a:gd name="T10" fmla="*/ 0 w 320"/>
              <a:gd name="T11" fmla="*/ 11 h 171"/>
              <a:gd name="T12" fmla="*/ 0 w 320"/>
              <a:gd name="T13" fmla="*/ 160 h 171"/>
              <a:gd name="T14" fmla="*/ 10 w 320"/>
              <a:gd name="T15" fmla="*/ 171 h 171"/>
              <a:gd name="T16" fmla="*/ 266 w 320"/>
              <a:gd name="T17" fmla="*/ 171 h 171"/>
              <a:gd name="T18" fmla="*/ 277 w 320"/>
              <a:gd name="T19" fmla="*/ 160 h 171"/>
              <a:gd name="T20" fmla="*/ 277 w 320"/>
              <a:gd name="T21" fmla="*/ 128 h 171"/>
              <a:gd name="T22" fmla="*/ 309 w 320"/>
              <a:gd name="T23" fmla="*/ 128 h 171"/>
              <a:gd name="T24" fmla="*/ 320 w 320"/>
              <a:gd name="T25" fmla="*/ 118 h 171"/>
              <a:gd name="T26" fmla="*/ 320 w 320"/>
              <a:gd name="T27" fmla="*/ 54 h 171"/>
              <a:gd name="T28" fmla="*/ 309 w 320"/>
              <a:gd name="T29" fmla="*/ 43 h 171"/>
              <a:gd name="T30" fmla="*/ 256 w 320"/>
              <a:gd name="T31" fmla="*/ 150 h 171"/>
              <a:gd name="T32" fmla="*/ 21 w 320"/>
              <a:gd name="T33" fmla="*/ 150 h 171"/>
              <a:gd name="T34" fmla="*/ 21 w 320"/>
              <a:gd name="T35" fmla="*/ 22 h 171"/>
              <a:gd name="T36" fmla="*/ 256 w 320"/>
              <a:gd name="T37" fmla="*/ 22 h 171"/>
              <a:gd name="T38" fmla="*/ 256 w 320"/>
              <a:gd name="T39" fmla="*/ 150 h 171"/>
              <a:gd name="T40" fmla="*/ 298 w 320"/>
              <a:gd name="T41" fmla="*/ 107 h 171"/>
              <a:gd name="T42" fmla="*/ 277 w 320"/>
              <a:gd name="T43" fmla="*/ 107 h 171"/>
              <a:gd name="T44" fmla="*/ 277 w 320"/>
              <a:gd name="T45" fmla="*/ 64 h 171"/>
              <a:gd name="T46" fmla="*/ 298 w 320"/>
              <a:gd name="T47" fmla="*/ 64 h 171"/>
              <a:gd name="T48" fmla="*/ 298 w 320"/>
              <a:gd name="T49" fmla="*/ 107 h 171"/>
              <a:gd name="T50" fmla="*/ 42 w 320"/>
              <a:gd name="T51" fmla="*/ 118 h 171"/>
              <a:gd name="T52" fmla="*/ 42 w 320"/>
              <a:gd name="T53" fmla="*/ 54 h 171"/>
              <a:gd name="T54" fmla="*/ 53 w 320"/>
              <a:gd name="T55" fmla="*/ 43 h 171"/>
              <a:gd name="T56" fmla="*/ 64 w 320"/>
              <a:gd name="T57" fmla="*/ 54 h 171"/>
              <a:gd name="T58" fmla="*/ 64 w 320"/>
              <a:gd name="T59" fmla="*/ 118 h 171"/>
              <a:gd name="T60" fmla="*/ 53 w 320"/>
              <a:gd name="T61" fmla="*/ 128 h 171"/>
              <a:gd name="T62" fmla="*/ 42 w 320"/>
              <a:gd name="T63" fmla="*/ 118 h 171"/>
              <a:gd name="T64" fmla="*/ 85 w 320"/>
              <a:gd name="T65" fmla="*/ 118 h 171"/>
              <a:gd name="T66" fmla="*/ 85 w 320"/>
              <a:gd name="T67" fmla="*/ 54 h 171"/>
              <a:gd name="T68" fmla="*/ 96 w 320"/>
              <a:gd name="T69" fmla="*/ 43 h 171"/>
              <a:gd name="T70" fmla="*/ 106 w 320"/>
              <a:gd name="T71" fmla="*/ 54 h 171"/>
              <a:gd name="T72" fmla="*/ 106 w 320"/>
              <a:gd name="T73" fmla="*/ 118 h 171"/>
              <a:gd name="T74" fmla="*/ 96 w 320"/>
              <a:gd name="T75" fmla="*/ 128 h 171"/>
              <a:gd name="T76" fmla="*/ 85 w 320"/>
              <a:gd name="T77" fmla="*/ 118 h 171"/>
              <a:gd name="T78" fmla="*/ 128 w 320"/>
              <a:gd name="T79" fmla="*/ 118 h 171"/>
              <a:gd name="T80" fmla="*/ 128 w 320"/>
              <a:gd name="T81" fmla="*/ 54 h 171"/>
              <a:gd name="T82" fmla="*/ 138 w 320"/>
              <a:gd name="T83" fmla="*/ 43 h 171"/>
              <a:gd name="T84" fmla="*/ 149 w 320"/>
              <a:gd name="T85" fmla="*/ 54 h 171"/>
              <a:gd name="T86" fmla="*/ 149 w 320"/>
              <a:gd name="T87" fmla="*/ 118 h 171"/>
              <a:gd name="T88" fmla="*/ 138 w 320"/>
              <a:gd name="T89" fmla="*/ 128 h 171"/>
              <a:gd name="T90" fmla="*/ 128 w 320"/>
              <a:gd name="T91" fmla="*/ 118 h 171"/>
              <a:gd name="T92" fmla="*/ 170 w 320"/>
              <a:gd name="T93" fmla="*/ 118 h 171"/>
              <a:gd name="T94" fmla="*/ 170 w 320"/>
              <a:gd name="T95" fmla="*/ 54 h 171"/>
              <a:gd name="T96" fmla="*/ 181 w 320"/>
              <a:gd name="T97" fmla="*/ 43 h 171"/>
              <a:gd name="T98" fmla="*/ 192 w 320"/>
              <a:gd name="T99" fmla="*/ 54 h 171"/>
              <a:gd name="T100" fmla="*/ 192 w 320"/>
              <a:gd name="T101" fmla="*/ 118 h 171"/>
              <a:gd name="T102" fmla="*/ 181 w 320"/>
              <a:gd name="T103" fmla="*/ 128 h 171"/>
              <a:gd name="T104" fmla="*/ 170 w 320"/>
              <a:gd name="T105" fmla="*/ 118 h 171"/>
              <a:gd name="T106" fmla="*/ 213 w 320"/>
              <a:gd name="T107" fmla="*/ 118 h 171"/>
              <a:gd name="T108" fmla="*/ 213 w 320"/>
              <a:gd name="T109" fmla="*/ 54 h 171"/>
              <a:gd name="T110" fmla="*/ 224 w 320"/>
              <a:gd name="T111" fmla="*/ 43 h 171"/>
              <a:gd name="T112" fmla="*/ 234 w 320"/>
              <a:gd name="T113" fmla="*/ 54 h 171"/>
              <a:gd name="T114" fmla="*/ 234 w 320"/>
              <a:gd name="T115" fmla="*/ 118 h 171"/>
              <a:gd name="T116" fmla="*/ 224 w 320"/>
              <a:gd name="T117" fmla="*/ 128 h 171"/>
              <a:gd name="T118" fmla="*/ 213 w 320"/>
              <a:gd name="T119" fmla="*/ 11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171">
                <a:moveTo>
                  <a:pt x="309" y="43"/>
                </a:moveTo>
                <a:cubicBezTo>
                  <a:pt x="277" y="43"/>
                  <a:pt x="277" y="43"/>
                  <a:pt x="277" y="43"/>
                </a:cubicBezTo>
                <a:cubicBezTo>
                  <a:pt x="277" y="11"/>
                  <a:pt x="277" y="11"/>
                  <a:pt x="277" y="11"/>
                </a:cubicBezTo>
                <a:cubicBezTo>
                  <a:pt x="277" y="5"/>
                  <a:pt x="272" y="0"/>
                  <a:pt x="266" y="0"/>
                </a:cubicBezTo>
                <a:cubicBezTo>
                  <a:pt x="10" y="0"/>
                  <a:pt x="10" y="0"/>
                  <a:pt x="10" y="0"/>
                </a:cubicBezTo>
                <a:cubicBezTo>
                  <a:pt x="4" y="0"/>
                  <a:pt x="0" y="5"/>
                  <a:pt x="0" y="11"/>
                </a:cubicBezTo>
                <a:cubicBezTo>
                  <a:pt x="0" y="160"/>
                  <a:pt x="0" y="160"/>
                  <a:pt x="0" y="160"/>
                </a:cubicBezTo>
                <a:cubicBezTo>
                  <a:pt x="0" y="166"/>
                  <a:pt x="4" y="171"/>
                  <a:pt x="10" y="171"/>
                </a:cubicBezTo>
                <a:cubicBezTo>
                  <a:pt x="266" y="171"/>
                  <a:pt x="266" y="171"/>
                  <a:pt x="266" y="171"/>
                </a:cubicBezTo>
                <a:cubicBezTo>
                  <a:pt x="272" y="171"/>
                  <a:pt x="277" y="166"/>
                  <a:pt x="277" y="160"/>
                </a:cubicBezTo>
                <a:cubicBezTo>
                  <a:pt x="277" y="128"/>
                  <a:pt x="277" y="128"/>
                  <a:pt x="277" y="128"/>
                </a:cubicBezTo>
                <a:cubicBezTo>
                  <a:pt x="309" y="128"/>
                  <a:pt x="309" y="128"/>
                  <a:pt x="309" y="128"/>
                </a:cubicBezTo>
                <a:cubicBezTo>
                  <a:pt x="315" y="128"/>
                  <a:pt x="320" y="124"/>
                  <a:pt x="320" y="118"/>
                </a:cubicBezTo>
                <a:cubicBezTo>
                  <a:pt x="320" y="54"/>
                  <a:pt x="320" y="54"/>
                  <a:pt x="320" y="54"/>
                </a:cubicBezTo>
                <a:cubicBezTo>
                  <a:pt x="320" y="48"/>
                  <a:pt x="315" y="43"/>
                  <a:pt x="309" y="43"/>
                </a:cubicBezTo>
                <a:close/>
                <a:moveTo>
                  <a:pt x="256" y="150"/>
                </a:moveTo>
                <a:cubicBezTo>
                  <a:pt x="21" y="150"/>
                  <a:pt x="21" y="150"/>
                  <a:pt x="21" y="150"/>
                </a:cubicBezTo>
                <a:cubicBezTo>
                  <a:pt x="21" y="22"/>
                  <a:pt x="21" y="22"/>
                  <a:pt x="21" y="22"/>
                </a:cubicBezTo>
                <a:cubicBezTo>
                  <a:pt x="256" y="22"/>
                  <a:pt x="256" y="22"/>
                  <a:pt x="256" y="22"/>
                </a:cubicBezTo>
                <a:lnTo>
                  <a:pt x="256" y="150"/>
                </a:lnTo>
                <a:close/>
                <a:moveTo>
                  <a:pt x="298" y="107"/>
                </a:moveTo>
                <a:cubicBezTo>
                  <a:pt x="277" y="107"/>
                  <a:pt x="277" y="107"/>
                  <a:pt x="277" y="107"/>
                </a:cubicBezTo>
                <a:cubicBezTo>
                  <a:pt x="277" y="64"/>
                  <a:pt x="277" y="64"/>
                  <a:pt x="277" y="64"/>
                </a:cubicBezTo>
                <a:cubicBezTo>
                  <a:pt x="298" y="64"/>
                  <a:pt x="298" y="64"/>
                  <a:pt x="298" y="64"/>
                </a:cubicBezTo>
                <a:lnTo>
                  <a:pt x="298" y="107"/>
                </a:lnTo>
                <a:close/>
                <a:moveTo>
                  <a:pt x="42" y="118"/>
                </a:moveTo>
                <a:cubicBezTo>
                  <a:pt x="42" y="54"/>
                  <a:pt x="42" y="54"/>
                  <a:pt x="42" y="54"/>
                </a:cubicBezTo>
                <a:cubicBezTo>
                  <a:pt x="42" y="48"/>
                  <a:pt x="47" y="43"/>
                  <a:pt x="53" y="43"/>
                </a:cubicBezTo>
                <a:cubicBezTo>
                  <a:pt x="59" y="43"/>
                  <a:pt x="64" y="48"/>
                  <a:pt x="64" y="54"/>
                </a:cubicBezTo>
                <a:cubicBezTo>
                  <a:pt x="64" y="118"/>
                  <a:pt x="64" y="118"/>
                  <a:pt x="64" y="118"/>
                </a:cubicBezTo>
                <a:cubicBezTo>
                  <a:pt x="64" y="124"/>
                  <a:pt x="59" y="128"/>
                  <a:pt x="53" y="128"/>
                </a:cubicBezTo>
                <a:cubicBezTo>
                  <a:pt x="47" y="128"/>
                  <a:pt x="42" y="124"/>
                  <a:pt x="42" y="118"/>
                </a:cubicBezTo>
                <a:close/>
                <a:moveTo>
                  <a:pt x="85" y="118"/>
                </a:moveTo>
                <a:cubicBezTo>
                  <a:pt x="85" y="54"/>
                  <a:pt x="85" y="54"/>
                  <a:pt x="85" y="54"/>
                </a:cubicBezTo>
                <a:cubicBezTo>
                  <a:pt x="85" y="48"/>
                  <a:pt x="90" y="43"/>
                  <a:pt x="96" y="43"/>
                </a:cubicBezTo>
                <a:cubicBezTo>
                  <a:pt x="102" y="43"/>
                  <a:pt x="106" y="48"/>
                  <a:pt x="106" y="54"/>
                </a:cubicBezTo>
                <a:cubicBezTo>
                  <a:pt x="106" y="118"/>
                  <a:pt x="106" y="118"/>
                  <a:pt x="106" y="118"/>
                </a:cubicBezTo>
                <a:cubicBezTo>
                  <a:pt x="106" y="124"/>
                  <a:pt x="102" y="128"/>
                  <a:pt x="96" y="128"/>
                </a:cubicBezTo>
                <a:cubicBezTo>
                  <a:pt x="90" y="128"/>
                  <a:pt x="85" y="124"/>
                  <a:pt x="85" y="118"/>
                </a:cubicBezTo>
                <a:close/>
                <a:moveTo>
                  <a:pt x="128" y="118"/>
                </a:moveTo>
                <a:cubicBezTo>
                  <a:pt x="128" y="54"/>
                  <a:pt x="128" y="54"/>
                  <a:pt x="128" y="54"/>
                </a:cubicBezTo>
                <a:cubicBezTo>
                  <a:pt x="128" y="48"/>
                  <a:pt x="132" y="43"/>
                  <a:pt x="138" y="43"/>
                </a:cubicBezTo>
                <a:cubicBezTo>
                  <a:pt x="144" y="43"/>
                  <a:pt x="149" y="48"/>
                  <a:pt x="149" y="54"/>
                </a:cubicBezTo>
                <a:cubicBezTo>
                  <a:pt x="149" y="118"/>
                  <a:pt x="149" y="118"/>
                  <a:pt x="149" y="118"/>
                </a:cubicBezTo>
                <a:cubicBezTo>
                  <a:pt x="149" y="124"/>
                  <a:pt x="144" y="128"/>
                  <a:pt x="138" y="128"/>
                </a:cubicBezTo>
                <a:cubicBezTo>
                  <a:pt x="132" y="128"/>
                  <a:pt x="128" y="124"/>
                  <a:pt x="128" y="118"/>
                </a:cubicBezTo>
                <a:close/>
                <a:moveTo>
                  <a:pt x="170" y="118"/>
                </a:moveTo>
                <a:cubicBezTo>
                  <a:pt x="170" y="54"/>
                  <a:pt x="170" y="54"/>
                  <a:pt x="170" y="54"/>
                </a:cubicBezTo>
                <a:cubicBezTo>
                  <a:pt x="170" y="48"/>
                  <a:pt x="175" y="43"/>
                  <a:pt x="181" y="43"/>
                </a:cubicBezTo>
                <a:cubicBezTo>
                  <a:pt x="187" y="43"/>
                  <a:pt x="192" y="48"/>
                  <a:pt x="192" y="54"/>
                </a:cubicBezTo>
                <a:cubicBezTo>
                  <a:pt x="192" y="118"/>
                  <a:pt x="192" y="118"/>
                  <a:pt x="192" y="118"/>
                </a:cubicBezTo>
                <a:cubicBezTo>
                  <a:pt x="192" y="124"/>
                  <a:pt x="187" y="128"/>
                  <a:pt x="181" y="128"/>
                </a:cubicBezTo>
                <a:cubicBezTo>
                  <a:pt x="175" y="128"/>
                  <a:pt x="170" y="124"/>
                  <a:pt x="170" y="118"/>
                </a:cubicBezTo>
                <a:close/>
                <a:moveTo>
                  <a:pt x="213" y="118"/>
                </a:moveTo>
                <a:cubicBezTo>
                  <a:pt x="213" y="54"/>
                  <a:pt x="213" y="54"/>
                  <a:pt x="213" y="54"/>
                </a:cubicBezTo>
                <a:cubicBezTo>
                  <a:pt x="213" y="48"/>
                  <a:pt x="218" y="43"/>
                  <a:pt x="224" y="43"/>
                </a:cubicBezTo>
                <a:cubicBezTo>
                  <a:pt x="230" y="43"/>
                  <a:pt x="234" y="48"/>
                  <a:pt x="234" y="54"/>
                </a:cubicBezTo>
                <a:cubicBezTo>
                  <a:pt x="234" y="118"/>
                  <a:pt x="234" y="118"/>
                  <a:pt x="234" y="118"/>
                </a:cubicBezTo>
                <a:cubicBezTo>
                  <a:pt x="234" y="124"/>
                  <a:pt x="230" y="128"/>
                  <a:pt x="224" y="128"/>
                </a:cubicBezTo>
                <a:cubicBezTo>
                  <a:pt x="218" y="128"/>
                  <a:pt x="213" y="124"/>
                  <a:pt x="213" y="118"/>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44" name="Lightning Bolt 243">
            <a:extLst>
              <a:ext uri="{FF2B5EF4-FFF2-40B4-BE49-F238E27FC236}">
                <a16:creationId xmlns:a16="http://schemas.microsoft.com/office/drawing/2014/main" id="{F04A0C77-CA4D-4603-9B92-A5C543647018}"/>
              </a:ext>
            </a:extLst>
          </p:cNvPr>
          <p:cNvSpPr/>
          <p:nvPr/>
        </p:nvSpPr>
        <p:spPr bwMode="gray">
          <a:xfrm rot="1751820">
            <a:off x="3117083" y="2786788"/>
            <a:ext cx="75504" cy="103567"/>
          </a:xfrm>
          <a:prstGeom prst="lightningBolt">
            <a:avLst/>
          </a:prstGeom>
          <a:solidFill>
            <a:schemeClr val="tx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245" name="Arrow: Curved Down 244">
            <a:extLst>
              <a:ext uri="{FF2B5EF4-FFF2-40B4-BE49-F238E27FC236}">
                <a16:creationId xmlns:a16="http://schemas.microsoft.com/office/drawing/2014/main" id="{27A6D244-A1E2-4CD0-8AF8-75AA4F1FACC1}"/>
              </a:ext>
            </a:extLst>
          </p:cNvPr>
          <p:cNvSpPr/>
          <p:nvPr/>
        </p:nvSpPr>
        <p:spPr bwMode="gray">
          <a:xfrm flipV="1">
            <a:off x="3958216" y="2829534"/>
            <a:ext cx="294956" cy="131817"/>
          </a:xfrm>
          <a:prstGeom prst="curvedDownArrow">
            <a:avLst/>
          </a:prstGeom>
          <a:solidFill>
            <a:schemeClr val="bg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grpSp>
        <p:nvGrpSpPr>
          <p:cNvPr id="246" name="Group 317">
            <a:extLst>
              <a:ext uri="{FF2B5EF4-FFF2-40B4-BE49-F238E27FC236}">
                <a16:creationId xmlns:a16="http://schemas.microsoft.com/office/drawing/2014/main" id="{3365BAF6-803C-45AD-9913-A956CBD9FDF7}"/>
              </a:ext>
            </a:extLst>
          </p:cNvPr>
          <p:cNvGrpSpPr>
            <a:grpSpLocks noChangeAspect="1"/>
          </p:cNvGrpSpPr>
          <p:nvPr/>
        </p:nvGrpSpPr>
        <p:grpSpPr bwMode="auto">
          <a:xfrm>
            <a:off x="4893971" y="2708010"/>
            <a:ext cx="258949" cy="240799"/>
            <a:chOff x="3102" y="1404"/>
            <a:chExt cx="214" cy="199"/>
          </a:xfrm>
          <a:solidFill>
            <a:schemeClr val="bg1"/>
          </a:solidFill>
        </p:grpSpPr>
        <p:sp>
          <p:nvSpPr>
            <p:cNvPr id="247" name="Freeform 318">
              <a:extLst>
                <a:ext uri="{FF2B5EF4-FFF2-40B4-BE49-F238E27FC236}">
                  <a16:creationId xmlns:a16="http://schemas.microsoft.com/office/drawing/2014/main" id="{C17866F4-FDAE-4E50-9380-978AD9CA97C6}"/>
                </a:ext>
              </a:extLst>
            </p:cNvPr>
            <p:cNvSpPr>
              <a:spLocks noEditPoints="1"/>
            </p:cNvSpPr>
            <p:nvPr/>
          </p:nvSpPr>
          <p:spPr bwMode="auto">
            <a:xfrm>
              <a:off x="3152" y="1490"/>
              <a:ext cx="42" cy="42"/>
            </a:xfrm>
            <a:custGeom>
              <a:avLst/>
              <a:gdLst>
                <a:gd name="T0" fmla="*/ 54 w 64"/>
                <a:gd name="T1" fmla="*/ 0 h 64"/>
                <a:gd name="T2" fmla="*/ 11 w 64"/>
                <a:gd name="T3" fmla="*/ 0 h 64"/>
                <a:gd name="T4" fmla="*/ 0 w 64"/>
                <a:gd name="T5" fmla="*/ 10 h 64"/>
                <a:gd name="T6" fmla="*/ 0 w 64"/>
                <a:gd name="T7" fmla="*/ 53 h 64"/>
                <a:gd name="T8" fmla="*/ 11 w 64"/>
                <a:gd name="T9" fmla="*/ 64 h 64"/>
                <a:gd name="T10" fmla="*/ 54 w 64"/>
                <a:gd name="T11" fmla="*/ 64 h 64"/>
                <a:gd name="T12" fmla="*/ 64 w 64"/>
                <a:gd name="T13" fmla="*/ 53 h 64"/>
                <a:gd name="T14" fmla="*/ 64 w 64"/>
                <a:gd name="T15" fmla="*/ 10 h 64"/>
                <a:gd name="T16" fmla="*/ 54 w 64"/>
                <a:gd name="T17" fmla="*/ 0 h 64"/>
                <a:gd name="T18" fmla="*/ 43 w 64"/>
                <a:gd name="T19" fmla="*/ 42 h 64"/>
                <a:gd name="T20" fmla="*/ 22 w 64"/>
                <a:gd name="T21" fmla="*/ 42 h 64"/>
                <a:gd name="T22" fmla="*/ 22 w 64"/>
                <a:gd name="T23" fmla="*/ 21 h 64"/>
                <a:gd name="T24" fmla="*/ 43 w 64"/>
                <a:gd name="T25" fmla="*/ 21 h 64"/>
                <a:gd name="T26" fmla="*/ 43 w 64"/>
                <a:gd name="T2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54" y="0"/>
                  </a:moveTo>
                  <a:cubicBezTo>
                    <a:pt x="11" y="0"/>
                    <a:pt x="11" y="0"/>
                    <a:pt x="11" y="0"/>
                  </a:cubicBezTo>
                  <a:cubicBezTo>
                    <a:pt x="5" y="0"/>
                    <a:pt x="0" y="4"/>
                    <a:pt x="0" y="10"/>
                  </a:cubicBezTo>
                  <a:cubicBezTo>
                    <a:pt x="0" y="53"/>
                    <a:pt x="0" y="53"/>
                    <a:pt x="0" y="53"/>
                  </a:cubicBezTo>
                  <a:cubicBezTo>
                    <a:pt x="0" y="59"/>
                    <a:pt x="5" y="64"/>
                    <a:pt x="11" y="64"/>
                  </a:cubicBezTo>
                  <a:cubicBezTo>
                    <a:pt x="54" y="64"/>
                    <a:pt x="54" y="64"/>
                    <a:pt x="54" y="64"/>
                  </a:cubicBezTo>
                  <a:cubicBezTo>
                    <a:pt x="60" y="64"/>
                    <a:pt x="64" y="59"/>
                    <a:pt x="64" y="53"/>
                  </a:cubicBezTo>
                  <a:cubicBezTo>
                    <a:pt x="64" y="10"/>
                    <a:pt x="64" y="10"/>
                    <a:pt x="64" y="10"/>
                  </a:cubicBezTo>
                  <a:cubicBezTo>
                    <a:pt x="64" y="4"/>
                    <a:pt x="60" y="0"/>
                    <a:pt x="54" y="0"/>
                  </a:cubicBezTo>
                  <a:close/>
                  <a:moveTo>
                    <a:pt x="43" y="42"/>
                  </a:moveTo>
                  <a:cubicBezTo>
                    <a:pt x="22" y="42"/>
                    <a:pt x="22" y="42"/>
                    <a:pt x="22" y="42"/>
                  </a:cubicBezTo>
                  <a:cubicBezTo>
                    <a:pt x="22" y="21"/>
                    <a:pt x="22" y="21"/>
                    <a:pt x="22" y="21"/>
                  </a:cubicBezTo>
                  <a:cubicBezTo>
                    <a:pt x="43" y="21"/>
                    <a:pt x="43" y="21"/>
                    <a:pt x="43" y="21"/>
                  </a:cubicBezTo>
                  <a:lnTo>
                    <a:pt x="43" y="4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48" name="Freeform 319">
              <a:extLst>
                <a:ext uri="{FF2B5EF4-FFF2-40B4-BE49-F238E27FC236}">
                  <a16:creationId xmlns:a16="http://schemas.microsoft.com/office/drawing/2014/main" id="{AED6CD4E-2EBC-4EA0-A4B8-C60794ECD8E4}"/>
                </a:ext>
              </a:extLst>
            </p:cNvPr>
            <p:cNvSpPr>
              <a:spLocks noEditPoints="1"/>
            </p:cNvSpPr>
            <p:nvPr/>
          </p:nvSpPr>
          <p:spPr bwMode="auto">
            <a:xfrm>
              <a:off x="3223" y="1490"/>
              <a:ext cx="42" cy="42"/>
            </a:xfrm>
            <a:custGeom>
              <a:avLst/>
              <a:gdLst>
                <a:gd name="T0" fmla="*/ 11 w 64"/>
                <a:gd name="T1" fmla="*/ 64 h 64"/>
                <a:gd name="T2" fmla="*/ 53 w 64"/>
                <a:gd name="T3" fmla="*/ 64 h 64"/>
                <a:gd name="T4" fmla="*/ 64 w 64"/>
                <a:gd name="T5" fmla="*/ 53 h 64"/>
                <a:gd name="T6" fmla="*/ 64 w 64"/>
                <a:gd name="T7" fmla="*/ 10 h 64"/>
                <a:gd name="T8" fmla="*/ 53 w 64"/>
                <a:gd name="T9" fmla="*/ 0 h 64"/>
                <a:gd name="T10" fmla="*/ 11 w 64"/>
                <a:gd name="T11" fmla="*/ 0 h 64"/>
                <a:gd name="T12" fmla="*/ 0 w 64"/>
                <a:gd name="T13" fmla="*/ 10 h 64"/>
                <a:gd name="T14" fmla="*/ 0 w 64"/>
                <a:gd name="T15" fmla="*/ 53 h 64"/>
                <a:gd name="T16" fmla="*/ 11 w 64"/>
                <a:gd name="T17" fmla="*/ 64 h 64"/>
                <a:gd name="T18" fmla="*/ 21 w 64"/>
                <a:gd name="T19" fmla="*/ 21 h 64"/>
                <a:gd name="T20" fmla="*/ 43 w 64"/>
                <a:gd name="T21" fmla="*/ 21 h 64"/>
                <a:gd name="T22" fmla="*/ 43 w 64"/>
                <a:gd name="T23" fmla="*/ 42 h 64"/>
                <a:gd name="T24" fmla="*/ 21 w 64"/>
                <a:gd name="T25" fmla="*/ 42 h 64"/>
                <a:gd name="T26" fmla="*/ 21 w 64"/>
                <a:gd name="T27"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11" y="64"/>
                  </a:moveTo>
                  <a:cubicBezTo>
                    <a:pt x="53" y="64"/>
                    <a:pt x="53" y="64"/>
                    <a:pt x="53" y="64"/>
                  </a:cubicBezTo>
                  <a:cubicBezTo>
                    <a:pt x="59" y="64"/>
                    <a:pt x="64" y="59"/>
                    <a:pt x="64" y="53"/>
                  </a:cubicBezTo>
                  <a:cubicBezTo>
                    <a:pt x="64" y="10"/>
                    <a:pt x="64" y="10"/>
                    <a:pt x="64" y="10"/>
                  </a:cubicBezTo>
                  <a:cubicBezTo>
                    <a:pt x="64" y="4"/>
                    <a:pt x="59" y="0"/>
                    <a:pt x="53" y="0"/>
                  </a:cubicBezTo>
                  <a:cubicBezTo>
                    <a:pt x="11" y="0"/>
                    <a:pt x="11" y="0"/>
                    <a:pt x="11" y="0"/>
                  </a:cubicBezTo>
                  <a:cubicBezTo>
                    <a:pt x="5" y="0"/>
                    <a:pt x="0" y="4"/>
                    <a:pt x="0" y="10"/>
                  </a:cubicBezTo>
                  <a:cubicBezTo>
                    <a:pt x="0" y="53"/>
                    <a:pt x="0" y="53"/>
                    <a:pt x="0" y="53"/>
                  </a:cubicBezTo>
                  <a:cubicBezTo>
                    <a:pt x="0" y="59"/>
                    <a:pt x="5" y="64"/>
                    <a:pt x="11" y="64"/>
                  </a:cubicBezTo>
                  <a:close/>
                  <a:moveTo>
                    <a:pt x="21" y="21"/>
                  </a:moveTo>
                  <a:cubicBezTo>
                    <a:pt x="43" y="21"/>
                    <a:pt x="43" y="21"/>
                    <a:pt x="43" y="21"/>
                  </a:cubicBezTo>
                  <a:cubicBezTo>
                    <a:pt x="43" y="42"/>
                    <a:pt x="43" y="42"/>
                    <a:pt x="43" y="42"/>
                  </a:cubicBezTo>
                  <a:cubicBezTo>
                    <a:pt x="21" y="42"/>
                    <a:pt x="21" y="42"/>
                    <a:pt x="21" y="42"/>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49" name="Freeform 320">
              <a:extLst>
                <a:ext uri="{FF2B5EF4-FFF2-40B4-BE49-F238E27FC236}">
                  <a16:creationId xmlns:a16="http://schemas.microsoft.com/office/drawing/2014/main" id="{BE51DFDE-33AA-497D-AB6C-1E259287A16B}"/>
                </a:ext>
              </a:extLst>
            </p:cNvPr>
            <p:cNvSpPr>
              <a:spLocks noEditPoints="1"/>
            </p:cNvSpPr>
            <p:nvPr/>
          </p:nvSpPr>
          <p:spPr bwMode="auto">
            <a:xfrm>
              <a:off x="3102" y="1404"/>
              <a:ext cx="214" cy="199"/>
            </a:xfrm>
            <a:custGeom>
              <a:avLst/>
              <a:gdLst>
                <a:gd name="T0" fmla="*/ 317 w 322"/>
                <a:gd name="T1" fmla="*/ 131 h 299"/>
                <a:gd name="T2" fmla="*/ 168 w 322"/>
                <a:gd name="T3" fmla="*/ 3 h 299"/>
                <a:gd name="T4" fmla="*/ 154 w 322"/>
                <a:gd name="T5" fmla="*/ 3 h 299"/>
                <a:gd name="T6" fmla="*/ 4 w 322"/>
                <a:gd name="T7" fmla="*/ 131 h 299"/>
                <a:gd name="T8" fmla="*/ 1 w 322"/>
                <a:gd name="T9" fmla="*/ 143 h 299"/>
                <a:gd name="T10" fmla="*/ 11 w 322"/>
                <a:gd name="T11" fmla="*/ 150 h 299"/>
                <a:gd name="T12" fmla="*/ 33 w 322"/>
                <a:gd name="T13" fmla="*/ 150 h 299"/>
                <a:gd name="T14" fmla="*/ 33 w 322"/>
                <a:gd name="T15" fmla="*/ 289 h 299"/>
                <a:gd name="T16" fmla="*/ 43 w 322"/>
                <a:gd name="T17" fmla="*/ 299 h 299"/>
                <a:gd name="T18" fmla="*/ 139 w 322"/>
                <a:gd name="T19" fmla="*/ 299 h 299"/>
                <a:gd name="T20" fmla="*/ 150 w 322"/>
                <a:gd name="T21" fmla="*/ 289 h 299"/>
                <a:gd name="T22" fmla="*/ 150 w 322"/>
                <a:gd name="T23" fmla="*/ 235 h 299"/>
                <a:gd name="T24" fmla="*/ 171 w 322"/>
                <a:gd name="T25" fmla="*/ 235 h 299"/>
                <a:gd name="T26" fmla="*/ 171 w 322"/>
                <a:gd name="T27" fmla="*/ 289 h 299"/>
                <a:gd name="T28" fmla="*/ 182 w 322"/>
                <a:gd name="T29" fmla="*/ 299 h 299"/>
                <a:gd name="T30" fmla="*/ 278 w 322"/>
                <a:gd name="T31" fmla="*/ 299 h 299"/>
                <a:gd name="T32" fmla="*/ 289 w 322"/>
                <a:gd name="T33" fmla="*/ 289 h 299"/>
                <a:gd name="T34" fmla="*/ 289 w 322"/>
                <a:gd name="T35" fmla="*/ 150 h 299"/>
                <a:gd name="T36" fmla="*/ 310 w 322"/>
                <a:gd name="T37" fmla="*/ 150 h 299"/>
                <a:gd name="T38" fmla="*/ 320 w 322"/>
                <a:gd name="T39" fmla="*/ 143 h 299"/>
                <a:gd name="T40" fmla="*/ 317 w 322"/>
                <a:gd name="T41" fmla="*/ 131 h 299"/>
                <a:gd name="T42" fmla="*/ 278 w 322"/>
                <a:gd name="T43" fmla="*/ 129 h 299"/>
                <a:gd name="T44" fmla="*/ 267 w 322"/>
                <a:gd name="T45" fmla="*/ 139 h 299"/>
                <a:gd name="T46" fmla="*/ 267 w 322"/>
                <a:gd name="T47" fmla="*/ 278 h 299"/>
                <a:gd name="T48" fmla="*/ 193 w 322"/>
                <a:gd name="T49" fmla="*/ 278 h 299"/>
                <a:gd name="T50" fmla="*/ 193 w 322"/>
                <a:gd name="T51" fmla="*/ 225 h 299"/>
                <a:gd name="T52" fmla="*/ 182 w 322"/>
                <a:gd name="T53" fmla="*/ 214 h 299"/>
                <a:gd name="T54" fmla="*/ 139 w 322"/>
                <a:gd name="T55" fmla="*/ 214 h 299"/>
                <a:gd name="T56" fmla="*/ 129 w 322"/>
                <a:gd name="T57" fmla="*/ 225 h 299"/>
                <a:gd name="T58" fmla="*/ 129 w 322"/>
                <a:gd name="T59" fmla="*/ 278 h 299"/>
                <a:gd name="T60" fmla="*/ 54 w 322"/>
                <a:gd name="T61" fmla="*/ 278 h 299"/>
                <a:gd name="T62" fmla="*/ 54 w 322"/>
                <a:gd name="T63" fmla="*/ 139 h 299"/>
                <a:gd name="T64" fmla="*/ 43 w 322"/>
                <a:gd name="T65" fmla="*/ 129 h 299"/>
                <a:gd name="T66" fmla="*/ 40 w 322"/>
                <a:gd name="T67" fmla="*/ 129 h 299"/>
                <a:gd name="T68" fmla="*/ 161 w 322"/>
                <a:gd name="T69" fmla="*/ 25 h 299"/>
                <a:gd name="T70" fmla="*/ 281 w 322"/>
                <a:gd name="T71" fmla="*/ 129 h 299"/>
                <a:gd name="T72" fmla="*/ 278 w 322"/>
                <a:gd name="T7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2" h="299">
                  <a:moveTo>
                    <a:pt x="317" y="131"/>
                  </a:moveTo>
                  <a:cubicBezTo>
                    <a:pt x="168" y="3"/>
                    <a:pt x="168" y="3"/>
                    <a:pt x="168" y="3"/>
                  </a:cubicBezTo>
                  <a:cubicBezTo>
                    <a:pt x="164" y="0"/>
                    <a:pt x="158" y="0"/>
                    <a:pt x="154" y="3"/>
                  </a:cubicBezTo>
                  <a:cubicBezTo>
                    <a:pt x="4" y="131"/>
                    <a:pt x="4" y="131"/>
                    <a:pt x="4" y="131"/>
                  </a:cubicBezTo>
                  <a:cubicBezTo>
                    <a:pt x="1" y="134"/>
                    <a:pt x="0" y="139"/>
                    <a:pt x="1" y="143"/>
                  </a:cubicBezTo>
                  <a:cubicBezTo>
                    <a:pt x="3" y="147"/>
                    <a:pt x="7" y="150"/>
                    <a:pt x="11" y="150"/>
                  </a:cubicBezTo>
                  <a:cubicBezTo>
                    <a:pt x="33" y="150"/>
                    <a:pt x="33" y="150"/>
                    <a:pt x="33" y="150"/>
                  </a:cubicBezTo>
                  <a:cubicBezTo>
                    <a:pt x="33" y="289"/>
                    <a:pt x="33" y="289"/>
                    <a:pt x="33" y="289"/>
                  </a:cubicBezTo>
                  <a:cubicBezTo>
                    <a:pt x="33" y="295"/>
                    <a:pt x="37" y="299"/>
                    <a:pt x="43" y="299"/>
                  </a:cubicBezTo>
                  <a:cubicBezTo>
                    <a:pt x="139" y="299"/>
                    <a:pt x="139" y="299"/>
                    <a:pt x="139" y="299"/>
                  </a:cubicBezTo>
                  <a:cubicBezTo>
                    <a:pt x="145" y="299"/>
                    <a:pt x="150" y="295"/>
                    <a:pt x="150" y="289"/>
                  </a:cubicBezTo>
                  <a:cubicBezTo>
                    <a:pt x="150" y="235"/>
                    <a:pt x="150" y="235"/>
                    <a:pt x="150" y="235"/>
                  </a:cubicBezTo>
                  <a:cubicBezTo>
                    <a:pt x="171" y="235"/>
                    <a:pt x="171" y="235"/>
                    <a:pt x="171" y="235"/>
                  </a:cubicBezTo>
                  <a:cubicBezTo>
                    <a:pt x="171" y="289"/>
                    <a:pt x="171" y="289"/>
                    <a:pt x="171" y="289"/>
                  </a:cubicBezTo>
                  <a:cubicBezTo>
                    <a:pt x="171" y="295"/>
                    <a:pt x="176" y="299"/>
                    <a:pt x="182" y="299"/>
                  </a:cubicBezTo>
                  <a:cubicBezTo>
                    <a:pt x="278" y="299"/>
                    <a:pt x="278" y="299"/>
                    <a:pt x="278" y="299"/>
                  </a:cubicBezTo>
                  <a:cubicBezTo>
                    <a:pt x="284" y="299"/>
                    <a:pt x="289" y="295"/>
                    <a:pt x="289" y="289"/>
                  </a:cubicBezTo>
                  <a:cubicBezTo>
                    <a:pt x="289" y="150"/>
                    <a:pt x="289" y="150"/>
                    <a:pt x="289" y="150"/>
                  </a:cubicBezTo>
                  <a:cubicBezTo>
                    <a:pt x="310" y="150"/>
                    <a:pt x="310" y="150"/>
                    <a:pt x="310" y="150"/>
                  </a:cubicBezTo>
                  <a:cubicBezTo>
                    <a:pt x="314" y="150"/>
                    <a:pt x="318" y="147"/>
                    <a:pt x="320" y="143"/>
                  </a:cubicBezTo>
                  <a:cubicBezTo>
                    <a:pt x="322" y="139"/>
                    <a:pt x="320" y="134"/>
                    <a:pt x="317" y="131"/>
                  </a:cubicBezTo>
                  <a:close/>
                  <a:moveTo>
                    <a:pt x="278" y="129"/>
                  </a:moveTo>
                  <a:cubicBezTo>
                    <a:pt x="272" y="129"/>
                    <a:pt x="267" y="133"/>
                    <a:pt x="267" y="139"/>
                  </a:cubicBezTo>
                  <a:cubicBezTo>
                    <a:pt x="267" y="278"/>
                    <a:pt x="267" y="278"/>
                    <a:pt x="267" y="278"/>
                  </a:cubicBezTo>
                  <a:cubicBezTo>
                    <a:pt x="193" y="278"/>
                    <a:pt x="193" y="278"/>
                    <a:pt x="193" y="278"/>
                  </a:cubicBezTo>
                  <a:cubicBezTo>
                    <a:pt x="193" y="225"/>
                    <a:pt x="193" y="225"/>
                    <a:pt x="193" y="225"/>
                  </a:cubicBezTo>
                  <a:cubicBezTo>
                    <a:pt x="193" y="219"/>
                    <a:pt x="188" y="214"/>
                    <a:pt x="182" y="214"/>
                  </a:cubicBezTo>
                  <a:cubicBezTo>
                    <a:pt x="139" y="214"/>
                    <a:pt x="139" y="214"/>
                    <a:pt x="139" y="214"/>
                  </a:cubicBezTo>
                  <a:cubicBezTo>
                    <a:pt x="133" y="214"/>
                    <a:pt x="129" y="219"/>
                    <a:pt x="129" y="225"/>
                  </a:cubicBezTo>
                  <a:cubicBezTo>
                    <a:pt x="129" y="278"/>
                    <a:pt x="129" y="278"/>
                    <a:pt x="129" y="278"/>
                  </a:cubicBezTo>
                  <a:cubicBezTo>
                    <a:pt x="54" y="278"/>
                    <a:pt x="54" y="278"/>
                    <a:pt x="54" y="278"/>
                  </a:cubicBezTo>
                  <a:cubicBezTo>
                    <a:pt x="54" y="139"/>
                    <a:pt x="54" y="139"/>
                    <a:pt x="54" y="139"/>
                  </a:cubicBezTo>
                  <a:cubicBezTo>
                    <a:pt x="54" y="133"/>
                    <a:pt x="49" y="129"/>
                    <a:pt x="43" y="129"/>
                  </a:cubicBezTo>
                  <a:cubicBezTo>
                    <a:pt x="40" y="129"/>
                    <a:pt x="40" y="129"/>
                    <a:pt x="40" y="129"/>
                  </a:cubicBezTo>
                  <a:cubicBezTo>
                    <a:pt x="161" y="25"/>
                    <a:pt x="161" y="25"/>
                    <a:pt x="161" y="25"/>
                  </a:cubicBezTo>
                  <a:cubicBezTo>
                    <a:pt x="281" y="129"/>
                    <a:pt x="281" y="129"/>
                    <a:pt x="281" y="129"/>
                  </a:cubicBezTo>
                  <a:lnTo>
                    <a:pt x="278" y="12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50" name="Group 249">
            <a:extLst>
              <a:ext uri="{FF2B5EF4-FFF2-40B4-BE49-F238E27FC236}">
                <a16:creationId xmlns:a16="http://schemas.microsoft.com/office/drawing/2014/main" id="{BDCBB8B1-E7F0-49C3-979E-7F698E52F980}"/>
              </a:ext>
            </a:extLst>
          </p:cNvPr>
          <p:cNvGrpSpPr>
            <a:grpSpLocks noChangeAspect="1"/>
          </p:cNvGrpSpPr>
          <p:nvPr/>
        </p:nvGrpSpPr>
        <p:grpSpPr>
          <a:xfrm rot="19286769">
            <a:off x="4872250" y="2670691"/>
            <a:ext cx="110149" cy="118871"/>
            <a:chOff x="2131557" y="3941199"/>
            <a:chExt cx="443385" cy="485133"/>
          </a:xfrm>
          <a:solidFill>
            <a:schemeClr val="bg1"/>
          </a:solidFill>
        </p:grpSpPr>
        <p:sp>
          <p:nvSpPr>
            <p:cNvPr id="251" name="object 134">
              <a:extLst>
                <a:ext uri="{FF2B5EF4-FFF2-40B4-BE49-F238E27FC236}">
                  <a16:creationId xmlns:a16="http://schemas.microsoft.com/office/drawing/2014/main" id="{BF560A18-2E30-47CE-A8D0-5BAF127DB68B}"/>
                </a:ext>
              </a:extLst>
            </p:cNvPr>
            <p:cNvSpPr/>
            <p:nvPr/>
          </p:nvSpPr>
          <p:spPr>
            <a:xfrm>
              <a:off x="2131557" y="4119709"/>
              <a:ext cx="443385" cy="238748"/>
            </a:xfrm>
            <a:custGeom>
              <a:avLst/>
              <a:gdLst/>
              <a:ahLst/>
              <a:cxnLst/>
              <a:rect l="l" t="t" r="r" b="b"/>
              <a:pathLst>
                <a:path w="181610" h="97789">
                  <a:moveTo>
                    <a:pt x="28333" y="0"/>
                  </a:moveTo>
                  <a:lnTo>
                    <a:pt x="24333" y="139"/>
                  </a:lnTo>
                  <a:lnTo>
                    <a:pt x="22009" y="1955"/>
                  </a:lnTo>
                  <a:lnTo>
                    <a:pt x="3352" y="70332"/>
                  </a:lnTo>
                  <a:lnTo>
                    <a:pt x="1592" y="76504"/>
                  </a:lnTo>
                  <a:lnTo>
                    <a:pt x="0" y="82194"/>
                  </a:lnTo>
                  <a:lnTo>
                    <a:pt x="0" y="92100"/>
                  </a:lnTo>
                  <a:lnTo>
                    <a:pt x="444" y="92887"/>
                  </a:lnTo>
                  <a:lnTo>
                    <a:pt x="1879" y="95846"/>
                  </a:lnTo>
                  <a:lnTo>
                    <a:pt x="3860" y="97282"/>
                  </a:lnTo>
                  <a:lnTo>
                    <a:pt x="172681" y="97434"/>
                  </a:lnTo>
                  <a:lnTo>
                    <a:pt x="176809" y="97751"/>
                  </a:lnTo>
                  <a:lnTo>
                    <a:pt x="179781" y="96266"/>
                  </a:lnTo>
                  <a:lnTo>
                    <a:pt x="181051" y="92100"/>
                  </a:lnTo>
                  <a:lnTo>
                    <a:pt x="181051" y="81483"/>
                  </a:lnTo>
                  <a:lnTo>
                    <a:pt x="180784" y="80860"/>
                  </a:lnTo>
                  <a:lnTo>
                    <a:pt x="180428" y="80251"/>
                  </a:lnTo>
                  <a:lnTo>
                    <a:pt x="179401" y="76504"/>
                  </a:lnTo>
                  <a:lnTo>
                    <a:pt x="16116" y="76504"/>
                  </a:lnTo>
                  <a:lnTo>
                    <a:pt x="16649" y="74485"/>
                  </a:lnTo>
                  <a:lnTo>
                    <a:pt x="32994" y="14325"/>
                  </a:lnTo>
                  <a:lnTo>
                    <a:pt x="33604" y="13855"/>
                  </a:lnTo>
                  <a:lnTo>
                    <a:pt x="162300" y="13855"/>
                  </a:lnTo>
                  <a:lnTo>
                    <a:pt x="159423" y="3289"/>
                  </a:lnTo>
                  <a:lnTo>
                    <a:pt x="158064" y="1231"/>
                  </a:lnTo>
                  <a:lnTo>
                    <a:pt x="154139" y="50"/>
                  </a:lnTo>
                  <a:lnTo>
                    <a:pt x="28333" y="0"/>
                  </a:lnTo>
                  <a:close/>
                </a:path>
                <a:path w="181610" h="97789">
                  <a:moveTo>
                    <a:pt x="162300" y="13855"/>
                  </a:moveTo>
                  <a:lnTo>
                    <a:pt x="33604" y="13855"/>
                  </a:lnTo>
                  <a:lnTo>
                    <a:pt x="147434" y="13868"/>
                  </a:lnTo>
                  <a:lnTo>
                    <a:pt x="148031" y="14224"/>
                  </a:lnTo>
                  <a:lnTo>
                    <a:pt x="151084" y="25523"/>
                  </a:lnTo>
                  <a:lnTo>
                    <a:pt x="164617" y="75145"/>
                  </a:lnTo>
                  <a:lnTo>
                    <a:pt x="164719" y="75768"/>
                  </a:lnTo>
                  <a:lnTo>
                    <a:pt x="164896" y="76504"/>
                  </a:lnTo>
                  <a:lnTo>
                    <a:pt x="179401" y="76504"/>
                  </a:lnTo>
                  <a:lnTo>
                    <a:pt x="173588" y="55303"/>
                  </a:lnTo>
                  <a:lnTo>
                    <a:pt x="162300" y="13855"/>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2" name="object 135">
              <a:extLst>
                <a:ext uri="{FF2B5EF4-FFF2-40B4-BE49-F238E27FC236}">
                  <a16:creationId xmlns:a16="http://schemas.microsoft.com/office/drawing/2014/main" id="{22C01284-15E9-4984-8EE3-0995E0148DA1}"/>
                </a:ext>
              </a:extLst>
            </p:cNvPr>
            <p:cNvSpPr/>
            <p:nvPr/>
          </p:nvSpPr>
          <p:spPr>
            <a:xfrm>
              <a:off x="2267529" y="4375172"/>
              <a:ext cx="170533" cy="51160"/>
            </a:xfrm>
            <a:custGeom>
              <a:avLst/>
              <a:gdLst/>
              <a:ahLst/>
              <a:cxnLst/>
              <a:rect l="l" t="t" r="r" b="b"/>
              <a:pathLst>
                <a:path w="69850" h="20954">
                  <a:moveTo>
                    <a:pt x="10312" y="6794"/>
                  </a:moveTo>
                  <a:lnTo>
                    <a:pt x="2882" y="7086"/>
                  </a:lnTo>
                  <a:lnTo>
                    <a:pt x="558" y="9131"/>
                  </a:lnTo>
                  <a:lnTo>
                    <a:pt x="0" y="14935"/>
                  </a:lnTo>
                  <a:lnTo>
                    <a:pt x="190" y="17830"/>
                  </a:lnTo>
                  <a:lnTo>
                    <a:pt x="177" y="20700"/>
                  </a:lnTo>
                  <a:lnTo>
                    <a:pt x="69494" y="20700"/>
                  </a:lnTo>
                  <a:lnTo>
                    <a:pt x="69570" y="9512"/>
                  </a:lnTo>
                  <a:lnTo>
                    <a:pt x="66878" y="6857"/>
                  </a:lnTo>
                  <a:lnTo>
                    <a:pt x="49151" y="6845"/>
                  </a:lnTo>
                  <a:lnTo>
                    <a:pt x="20472" y="6845"/>
                  </a:lnTo>
                  <a:lnTo>
                    <a:pt x="10312" y="6794"/>
                  </a:lnTo>
                  <a:close/>
                </a:path>
                <a:path w="69850" h="20954">
                  <a:moveTo>
                    <a:pt x="48717" y="0"/>
                  </a:moveTo>
                  <a:lnTo>
                    <a:pt x="20942" y="0"/>
                  </a:lnTo>
                  <a:lnTo>
                    <a:pt x="20853" y="3428"/>
                  </a:lnTo>
                  <a:lnTo>
                    <a:pt x="21069" y="6527"/>
                  </a:lnTo>
                  <a:lnTo>
                    <a:pt x="20472" y="6845"/>
                  </a:lnTo>
                  <a:lnTo>
                    <a:pt x="49151" y="6845"/>
                  </a:lnTo>
                  <a:lnTo>
                    <a:pt x="48590" y="6527"/>
                  </a:lnTo>
                  <a:lnTo>
                    <a:pt x="48816" y="3428"/>
                  </a:lnTo>
                  <a:lnTo>
                    <a:pt x="48717"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3" name="object 136">
              <a:extLst>
                <a:ext uri="{FF2B5EF4-FFF2-40B4-BE49-F238E27FC236}">
                  <a16:creationId xmlns:a16="http://schemas.microsoft.com/office/drawing/2014/main" id="{C6128485-417A-4404-823A-D7E1149AF1A5}"/>
                </a:ext>
              </a:extLst>
            </p:cNvPr>
            <p:cNvSpPr>
              <a:spLocks noChangeAspect="1"/>
            </p:cNvSpPr>
            <p:nvPr/>
          </p:nvSpPr>
          <p:spPr>
            <a:xfrm>
              <a:off x="2213785" y="3941199"/>
              <a:ext cx="277114" cy="166272"/>
            </a:xfrm>
            <a:custGeom>
              <a:avLst/>
              <a:gdLst/>
              <a:ahLst/>
              <a:cxnLst/>
              <a:rect l="l" t="t" r="r" b="b"/>
              <a:pathLst>
                <a:path w="82550" h="49529">
                  <a:moveTo>
                    <a:pt x="67477" y="20414"/>
                  </a:moveTo>
                  <a:lnTo>
                    <a:pt x="43105" y="20414"/>
                  </a:lnTo>
                  <a:lnTo>
                    <a:pt x="55363" y="25656"/>
                  </a:lnTo>
                  <a:lnTo>
                    <a:pt x="61798" y="35798"/>
                  </a:lnTo>
                  <a:lnTo>
                    <a:pt x="61417" y="48386"/>
                  </a:lnTo>
                  <a:lnTo>
                    <a:pt x="65379" y="48640"/>
                  </a:lnTo>
                  <a:lnTo>
                    <a:pt x="69265" y="49060"/>
                  </a:lnTo>
                  <a:lnTo>
                    <a:pt x="72948" y="45821"/>
                  </a:lnTo>
                  <a:lnTo>
                    <a:pt x="73545" y="45618"/>
                  </a:lnTo>
                  <a:lnTo>
                    <a:pt x="82550" y="41541"/>
                  </a:lnTo>
                  <a:lnTo>
                    <a:pt x="81876" y="41274"/>
                  </a:lnTo>
                  <a:lnTo>
                    <a:pt x="81330" y="41084"/>
                  </a:lnTo>
                  <a:lnTo>
                    <a:pt x="77330" y="39281"/>
                  </a:lnTo>
                  <a:lnTo>
                    <a:pt x="73787" y="37845"/>
                  </a:lnTo>
                  <a:lnTo>
                    <a:pt x="67106" y="34289"/>
                  </a:lnTo>
                  <a:lnTo>
                    <a:pt x="65138" y="31508"/>
                  </a:lnTo>
                  <a:lnTo>
                    <a:pt x="66433" y="24637"/>
                  </a:lnTo>
                  <a:lnTo>
                    <a:pt x="67081" y="21767"/>
                  </a:lnTo>
                  <a:lnTo>
                    <a:pt x="67477" y="20414"/>
                  </a:lnTo>
                  <a:close/>
                </a:path>
                <a:path w="82550" h="49529">
                  <a:moveTo>
                    <a:pt x="11760" y="12191"/>
                  </a:moveTo>
                  <a:lnTo>
                    <a:pt x="12357" y="13563"/>
                  </a:lnTo>
                  <a:lnTo>
                    <a:pt x="14439" y="18999"/>
                  </a:lnTo>
                  <a:lnTo>
                    <a:pt x="16535" y="23812"/>
                  </a:lnTo>
                  <a:lnTo>
                    <a:pt x="17030" y="31191"/>
                  </a:lnTo>
                  <a:lnTo>
                    <a:pt x="16408" y="32880"/>
                  </a:lnTo>
                  <a:lnTo>
                    <a:pt x="12890" y="35255"/>
                  </a:lnTo>
                  <a:lnTo>
                    <a:pt x="11112" y="36537"/>
                  </a:lnTo>
                  <a:lnTo>
                    <a:pt x="6197" y="38950"/>
                  </a:lnTo>
                  <a:lnTo>
                    <a:pt x="3073" y="40157"/>
                  </a:lnTo>
                  <a:lnTo>
                    <a:pt x="0" y="41478"/>
                  </a:lnTo>
                  <a:lnTo>
                    <a:pt x="241" y="41770"/>
                  </a:lnTo>
                  <a:lnTo>
                    <a:pt x="13741" y="48183"/>
                  </a:lnTo>
                  <a:lnTo>
                    <a:pt x="14401" y="48475"/>
                  </a:lnTo>
                  <a:lnTo>
                    <a:pt x="18808" y="48488"/>
                  </a:lnTo>
                  <a:lnTo>
                    <a:pt x="22279" y="31940"/>
                  </a:lnTo>
                  <a:lnTo>
                    <a:pt x="31873" y="22276"/>
                  </a:lnTo>
                  <a:lnTo>
                    <a:pt x="43105" y="20414"/>
                  </a:lnTo>
                  <a:lnTo>
                    <a:pt x="67477" y="20414"/>
                  </a:lnTo>
                  <a:lnTo>
                    <a:pt x="68134" y="18173"/>
                  </a:lnTo>
                  <a:lnTo>
                    <a:pt x="54102" y="18173"/>
                  </a:lnTo>
                  <a:lnTo>
                    <a:pt x="51274" y="17513"/>
                  </a:lnTo>
                  <a:lnTo>
                    <a:pt x="30365" y="17513"/>
                  </a:lnTo>
                  <a:lnTo>
                    <a:pt x="22860" y="16776"/>
                  </a:lnTo>
                  <a:lnTo>
                    <a:pt x="17929" y="14592"/>
                  </a:lnTo>
                  <a:lnTo>
                    <a:pt x="13322" y="12776"/>
                  </a:lnTo>
                  <a:lnTo>
                    <a:pt x="11760" y="12191"/>
                  </a:lnTo>
                  <a:close/>
                </a:path>
                <a:path w="82550" h="49529">
                  <a:moveTo>
                    <a:pt x="70472" y="12204"/>
                  </a:moveTo>
                  <a:lnTo>
                    <a:pt x="69456" y="12687"/>
                  </a:lnTo>
                  <a:lnTo>
                    <a:pt x="65087" y="14325"/>
                  </a:lnTo>
                  <a:lnTo>
                    <a:pt x="61175" y="15963"/>
                  </a:lnTo>
                  <a:lnTo>
                    <a:pt x="54102" y="18173"/>
                  </a:lnTo>
                  <a:lnTo>
                    <a:pt x="68134" y="18173"/>
                  </a:lnTo>
                  <a:lnTo>
                    <a:pt x="68554" y="16738"/>
                  </a:lnTo>
                  <a:lnTo>
                    <a:pt x="69550" y="14592"/>
                  </a:lnTo>
                  <a:lnTo>
                    <a:pt x="70472" y="12204"/>
                  </a:lnTo>
                  <a:close/>
                </a:path>
                <a:path w="82550" h="49529">
                  <a:moveTo>
                    <a:pt x="41173" y="0"/>
                  </a:moveTo>
                  <a:lnTo>
                    <a:pt x="40843" y="800"/>
                  </a:lnTo>
                  <a:lnTo>
                    <a:pt x="40652" y="1320"/>
                  </a:lnTo>
                  <a:lnTo>
                    <a:pt x="38481" y="6438"/>
                  </a:lnTo>
                  <a:lnTo>
                    <a:pt x="36753" y="11150"/>
                  </a:lnTo>
                  <a:lnTo>
                    <a:pt x="32092" y="16840"/>
                  </a:lnTo>
                  <a:lnTo>
                    <a:pt x="30365" y="17513"/>
                  </a:lnTo>
                  <a:lnTo>
                    <a:pt x="51274" y="17513"/>
                  </a:lnTo>
                  <a:lnTo>
                    <a:pt x="45948" y="9143"/>
                  </a:lnTo>
                  <a:lnTo>
                    <a:pt x="43205" y="4381"/>
                  </a:lnTo>
                  <a:lnTo>
                    <a:pt x="42303" y="2298"/>
                  </a:lnTo>
                  <a:lnTo>
                    <a:pt x="41173"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4" name="object 137">
              <a:extLst>
                <a:ext uri="{FF2B5EF4-FFF2-40B4-BE49-F238E27FC236}">
                  <a16:creationId xmlns:a16="http://schemas.microsoft.com/office/drawing/2014/main" id="{85CAD62E-EBFE-42BE-B56F-8B6D6F717903}"/>
                </a:ext>
              </a:extLst>
            </p:cNvPr>
            <p:cNvSpPr/>
            <p:nvPr/>
          </p:nvSpPr>
          <p:spPr>
            <a:xfrm>
              <a:off x="2316342" y="4238622"/>
              <a:ext cx="72864" cy="51160"/>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5" name="object 138">
              <a:extLst>
                <a:ext uri="{FF2B5EF4-FFF2-40B4-BE49-F238E27FC236}">
                  <a16:creationId xmlns:a16="http://schemas.microsoft.com/office/drawing/2014/main" id="{811A8B1A-1834-4420-BBCC-0308395CC635}"/>
                </a:ext>
              </a:extLst>
            </p:cNvPr>
            <p:cNvSpPr/>
            <p:nvPr/>
          </p:nvSpPr>
          <p:spPr>
            <a:xfrm>
              <a:off x="2324469" y="4141457"/>
              <a:ext cx="173475" cy="149799"/>
            </a:xfrm>
            <a:custGeom>
              <a:avLst/>
              <a:gdLst/>
              <a:ahLst/>
              <a:cxnLst/>
              <a:rect l="l" t="t" r="r" b="b"/>
              <a:pathLst>
                <a:path w="32385" h="21589">
                  <a:moveTo>
                    <a:pt x="26568" y="0"/>
                  </a:moveTo>
                  <a:lnTo>
                    <a:pt x="0" y="152"/>
                  </a:lnTo>
                  <a:lnTo>
                    <a:pt x="215" y="2743"/>
                  </a:lnTo>
                  <a:lnTo>
                    <a:pt x="876" y="8178"/>
                  </a:lnTo>
                  <a:lnTo>
                    <a:pt x="1625" y="13601"/>
                  </a:lnTo>
                  <a:lnTo>
                    <a:pt x="2374" y="20510"/>
                  </a:lnTo>
                  <a:lnTo>
                    <a:pt x="2857" y="21005"/>
                  </a:lnTo>
                  <a:lnTo>
                    <a:pt x="32003" y="20853"/>
                  </a:lnTo>
                  <a:lnTo>
                    <a:pt x="31749" y="19202"/>
                  </a:lnTo>
                  <a:lnTo>
                    <a:pt x="30276" y="13322"/>
                  </a:lnTo>
                  <a:lnTo>
                    <a:pt x="28752" y="7467"/>
                  </a:lnTo>
                  <a:lnTo>
                    <a:pt x="27050" y="355"/>
                  </a:lnTo>
                  <a:lnTo>
                    <a:pt x="26568"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6" name="object 139">
              <a:extLst>
                <a:ext uri="{FF2B5EF4-FFF2-40B4-BE49-F238E27FC236}">
                  <a16:creationId xmlns:a16="http://schemas.microsoft.com/office/drawing/2014/main" id="{7F2A08FD-4CAA-4E94-8127-F8DE9C105135}"/>
                </a:ext>
              </a:extLst>
            </p:cNvPr>
            <p:cNvSpPr/>
            <p:nvPr/>
          </p:nvSpPr>
          <p:spPr>
            <a:xfrm>
              <a:off x="2207888" y="4238569"/>
              <a:ext cx="79063" cy="51160"/>
            </a:xfrm>
            <a:custGeom>
              <a:avLst/>
              <a:gdLst/>
              <a:ahLst/>
              <a:cxnLst/>
              <a:rect l="l" t="t" r="r" b="b"/>
              <a:pathLst>
                <a:path w="32385" h="20954">
                  <a:moveTo>
                    <a:pt x="5143" y="0"/>
                  </a:moveTo>
                  <a:lnTo>
                    <a:pt x="5041" y="673"/>
                  </a:lnTo>
                  <a:lnTo>
                    <a:pt x="1295" y="15430"/>
                  </a:lnTo>
                  <a:lnTo>
                    <a:pt x="0" y="20701"/>
                  </a:lnTo>
                  <a:lnTo>
                    <a:pt x="29552" y="20701"/>
                  </a:lnTo>
                  <a:lnTo>
                    <a:pt x="32130" y="368"/>
                  </a:lnTo>
                  <a:lnTo>
                    <a:pt x="31762" y="139"/>
                  </a:lnTo>
                  <a:lnTo>
                    <a:pt x="5143"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7" name="object 140">
              <a:extLst>
                <a:ext uri="{FF2B5EF4-FFF2-40B4-BE49-F238E27FC236}">
                  <a16:creationId xmlns:a16="http://schemas.microsoft.com/office/drawing/2014/main" id="{2F4AE38D-1E28-4F92-8624-4C4D34E0E71D}"/>
                </a:ext>
              </a:extLst>
            </p:cNvPr>
            <p:cNvSpPr/>
            <p:nvPr/>
          </p:nvSpPr>
          <p:spPr>
            <a:xfrm>
              <a:off x="2410200" y="4170953"/>
              <a:ext cx="68213" cy="41858"/>
            </a:xfrm>
            <a:custGeom>
              <a:avLst/>
              <a:gdLst/>
              <a:ahLst/>
              <a:cxnLst/>
              <a:rect l="l" t="t" r="r" b="b"/>
              <a:pathLst>
                <a:path w="27939" h="17145">
                  <a:moveTo>
                    <a:pt x="23139" y="0"/>
                  </a:moveTo>
                  <a:lnTo>
                    <a:pt x="1079" y="50"/>
                  </a:lnTo>
                  <a:lnTo>
                    <a:pt x="0" y="177"/>
                  </a:lnTo>
                  <a:lnTo>
                    <a:pt x="2095" y="16891"/>
                  </a:lnTo>
                  <a:lnTo>
                    <a:pt x="27762" y="16891"/>
                  </a:lnTo>
                  <a:lnTo>
                    <a:pt x="26441" y="11582"/>
                  </a:lnTo>
                  <a:lnTo>
                    <a:pt x="25133" y="6527"/>
                  </a:lnTo>
                  <a:lnTo>
                    <a:pt x="23672" y="254"/>
                  </a:lnTo>
                  <a:lnTo>
                    <a:pt x="23139"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8" name="object 142">
              <a:extLst>
                <a:ext uri="{FF2B5EF4-FFF2-40B4-BE49-F238E27FC236}">
                  <a16:creationId xmlns:a16="http://schemas.microsoft.com/office/drawing/2014/main" id="{078BD281-70B3-40EE-A006-010B9A2A00C6}"/>
                </a:ext>
              </a:extLst>
            </p:cNvPr>
            <p:cNvSpPr/>
            <p:nvPr/>
          </p:nvSpPr>
          <p:spPr>
            <a:xfrm>
              <a:off x="2227668" y="4170929"/>
              <a:ext cx="68213" cy="41858"/>
            </a:xfrm>
            <a:custGeom>
              <a:avLst/>
              <a:gdLst/>
              <a:ahLst/>
              <a:cxnLst/>
              <a:rect l="l" t="t" r="r" b="b"/>
              <a:pathLst>
                <a:path w="27939" h="17145">
                  <a:moveTo>
                    <a:pt x="4584" y="0"/>
                  </a:moveTo>
                  <a:lnTo>
                    <a:pt x="3911" y="736"/>
                  </a:lnTo>
                  <a:lnTo>
                    <a:pt x="2514" y="6019"/>
                  </a:lnTo>
                  <a:lnTo>
                    <a:pt x="165" y="15620"/>
                  </a:lnTo>
                  <a:lnTo>
                    <a:pt x="0" y="16878"/>
                  </a:lnTo>
                  <a:lnTo>
                    <a:pt x="25412" y="16878"/>
                  </a:lnTo>
                  <a:lnTo>
                    <a:pt x="26428" y="9347"/>
                  </a:lnTo>
                  <a:lnTo>
                    <a:pt x="26949" y="4787"/>
                  </a:lnTo>
                  <a:lnTo>
                    <a:pt x="27508" y="279"/>
                  </a:lnTo>
                  <a:lnTo>
                    <a:pt x="27190" y="88"/>
                  </a:lnTo>
                  <a:lnTo>
                    <a:pt x="4584"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sp>
          <p:nvSpPr>
            <p:cNvPr id="259" name="object 137">
              <a:extLst>
                <a:ext uri="{FF2B5EF4-FFF2-40B4-BE49-F238E27FC236}">
                  <a16:creationId xmlns:a16="http://schemas.microsoft.com/office/drawing/2014/main" id="{2B47CFA9-9483-4F60-9702-F7AE06700D36}"/>
                </a:ext>
              </a:extLst>
            </p:cNvPr>
            <p:cNvSpPr/>
            <p:nvPr/>
          </p:nvSpPr>
          <p:spPr>
            <a:xfrm>
              <a:off x="2316339" y="4169018"/>
              <a:ext cx="72864" cy="42863"/>
            </a:xfrm>
            <a:custGeom>
              <a:avLst/>
              <a:gdLst/>
              <a:ahLst/>
              <a:cxnLst/>
              <a:rect l="l" t="t" r="r" b="b"/>
              <a:pathLst>
                <a:path w="29845" h="20954">
                  <a:moveTo>
                    <a:pt x="1371" y="0"/>
                  </a:moveTo>
                  <a:lnTo>
                    <a:pt x="0" y="20764"/>
                  </a:lnTo>
                  <a:lnTo>
                    <a:pt x="29578" y="20764"/>
                  </a:lnTo>
                  <a:lnTo>
                    <a:pt x="29629" y="19824"/>
                  </a:lnTo>
                  <a:lnTo>
                    <a:pt x="29260" y="13665"/>
                  </a:lnTo>
                  <a:lnTo>
                    <a:pt x="28854" y="7493"/>
                  </a:lnTo>
                  <a:lnTo>
                    <a:pt x="28473" y="38"/>
                  </a:lnTo>
                  <a:lnTo>
                    <a:pt x="1371" y="0"/>
                  </a:lnTo>
                  <a:close/>
                </a:path>
              </a:pathLst>
            </a:custGeom>
            <a:grpFill/>
          </p:spPr>
          <p:txBody>
            <a:bodyPr wrap="square" lIns="0" tIns="0" rIns="0" bIns="0" rtlCol="0"/>
            <a:lstStyle/>
            <a:p>
              <a:pPr marL="0" marR="0" lvl="0" indent="0" algn="l" defTabSz="914403" rtl="0" eaLnBrk="1" fontAlgn="auto" latinLnBrk="0" hangingPunct="1">
                <a:lnSpc>
                  <a:spcPct val="100000"/>
                </a:lnSpc>
                <a:spcBef>
                  <a:spcPts val="0"/>
                </a:spcBef>
                <a:spcAft>
                  <a:spcPts val="0"/>
                </a:spcAft>
                <a:buClrTx/>
                <a:buSzTx/>
                <a:buFontTx/>
                <a:buNone/>
                <a:tabLst/>
                <a:defRPr/>
              </a:pPr>
              <a:endParaRPr kumimoji="0" sz="1799" b="0" i="0" u="none" strike="noStrike" kern="0" cap="none" spc="0" normalizeH="0" baseline="0" noProof="0">
                <a:ln>
                  <a:noFill/>
                </a:ln>
                <a:solidFill>
                  <a:prstClr val="white"/>
                </a:solidFill>
                <a:effectLst/>
                <a:uLnTx/>
                <a:uFillTx/>
                <a:latin typeface="Calibri"/>
                <a:ea typeface="+mn-ea"/>
                <a:cs typeface="+mn-cs"/>
              </a:endParaRPr>
            </a:p>
          </p:txBody>
        </p:sp>
      </p:grpSp>
      <p:sp>
        <p:nvSpPr>
          <p:cNvPr id="260" name="Freeform 846">
            <a:extLst>
              <a:ext uri="{FF2B5EF4-FFF2-40B4-BE49-F238E27FC236}">
                <a16:creationId xmlns:a16="http://schemas.microsoft.com/office/drawing/2014/main" id="{8A0F46D4-6FD9-4E97-BB67-65D53CDE5DF7}"/>
              </a:ext>
            </a:extLst>
          </p:cNvPr>
          <p:cNvSpPr>
            <a:spLocks noEditPoints="1"/>
          </p:cNvSpPr>
          <p:nvPr/>
        </p:nvSpPr>
        <p:spPr bwMode="auto">
          <a:xfrm>
            <a:off x="4664005" y="2802054"/>
            <a:ext cx="183013" cy="146755"/>
          </a:xfrm>
          <a:custGeom>
            <a:avLst/>
            <a:gdLst>
              <a:gd name="T0" fmla="*/ 64 w 320"/>
              <a:gd name="T1" fmla="*/ 171 h 256"/>
              <a:gd name="T2" fmla="*/ 64 w 320"/>
              <a:gd name="T3" fmla="*/ 128 h 256"/>
              <a:gd name="T4" fmla="*/ 256 w 320"/>
              <a:gd name="T5" fmla="*/ 128 h 256"/>
              <a:gd name="T6" fmla="*/ 256 w 320"/>
              <a:gd name="T7" fmla="*/ 171 h 256"/>
              <a:gd name="T8" fmla="*/ 256 w 320"/>
              <a:gd name="T9" fmla="*/ 128 h 256"/>
              <a:gd name="T10" fmla="*/ 309 w 320"/>
              <a:gd name="T11" fmla="*/ 202 h 256"/>
              <a:gd name="T12" fmla="*/ 298 w 320"/>
              <a:gd name="T13" fmla="*/ 256 h 256"/>
              <a:gd name="T14" fmla="*/ 234 w 320"/>
              <a:gd name="T15" fmla="*/ 245 h 256"/>
              <a:gd name="T16" fmla="*/ 165 w 320"/>
              <a:gd name="T17" fmla="*/ 224 h 256"/>
              <a:gd name="T18" fmla="*/ 85 w 320"/>
              <a:gd name="T19" fmla="*/ 245 h 256"/>
              <a:gd name="T20" fmla="*/ 21 w 320"/>
              <a:gd name="T21" fmla="*/ 256 h 256"/>
              <a:gd name="T22" fmla="*/ 10 w 320"/>
              <a:gd name="T23" fmla="*/ 203 h 256"/>
              <a:gd name="T24" fmla="*/ 10 w 320"/>
              <a:gd name="T25" fmla="*/ 203 h 256"/>
              <a:gd name="T26" fmla="*/ 10 w 320"/>
              <a:gd name="T27" fmla="*/ 203 h 256"/>
              <a:gd name="T28" fmla="*/ 10 w 320"/>
              <a:gd name="T29" fmla="*/ 199 h 256"/>
              <a:gd name="T30" fmla="*/ 0 w 320"/>
              <a:gd name="T31" fmla="*/ 181 h 256"/>
              <a:gd name="T32" fmla="*/ 44 w 320"/>
              <a:gd name="T33" fmla="*/ 88 h 256"/>
              <a:gd name="T34" fmla="*/ 32 w 320"/>
              <a:gd name="T35" fmla="*/ 85 h 256"/>
              <a:gd name="T36" fmla="*/ 32 w 320"/>
              <a:gd name="T37" fmla="*/ 64 h 256"/>
              <a:gd name="T38" fmla="*/ 64 w 320"/>
              <a:gd name="T39" fmla="*/ 29 h 256"/>
              <a:gd name="T40" fmla="*/ 106 w 320"/>
              <a:gd name="T41" fmla="*/ 0 h 256"/>
              <a:gd name="T42" fmla="*/ 254 w 320"/>
              <a:gd name="T43" fmla="*/ 27 h 256"/>
              <a:gd name="T44" fmla="*/ 267 w 320"/>
              <a:gd name="T45" fmla="*/ 64 h 256"/>
              <a:gd name="T46" fmla="*/ 298 w 320"/>
              <a:gd name="T47" fmla="*/ 75 h 256"/>
              <a:gd name="T48" fmla="*/ 274 w 320"/>
              <a:gd name="T49" fmla="*/ 85 h 256"/>
              <a:gd name="T50" fmla="*/ 320 w 320"/>
              <a:gd name="T51" fmla="*/ 149 h 256"/>
              <a:gd name="T52" fmla="*/ 316 w 320"/>
              <a:gd name="T53" fmla="*/ 194 h 256"/>
              <a:gd name="T54" fmla="*/ 252 w 320"/>
              <a:gd name="T55" fmla="*/ 85 h 256"/>
              <a:gd name="T56" fmla="*/ 213 w 320"/>
              <a:gd name="T57" fmla="*/ 21 h 256"/>
              <a:gd name="T58" fmla="*/ 84 w 320"/>
              <a:gd name="T59" fmla="*/ 36 h 256"/>
              <a:gd name="T60" fmla="*/ 64 w 320"/>
              <a:gd name="T61" fmla="*/ 217 h 256"/>
              <a:gd name="T62" fmla="*/ 32 w 320"/>
              <a:gd name="T63" fmla="*/ 235 h 256"/>
              <a:gd name="T64" fmla="*/ 64 w 320"/>
              <a:gd name="T65" fmla="*/ 217 h 256"/>
              <a:gd name="T66" fmla="*/ 298 w 320"/>
              <a:gd name="T67" fmla="*/ 183 h 256"/>
              <a:gd name="T68" fmla="*/ 298 w 320"/>
              <a:gd name="T69" fmla="*/ 149 h 256"/>
              <a:gd name="T70" fmla="*/ 62 w 320"/>
              <a:gd name="T71" fmla="*/ 107 h 256"/>
              <a:gd name="T72" fmla="*/ 21 w 320"/>
              <a:gd name="T73" fmla="*/ 180 h 256"/>
              <a:gd name="T74" fmla="*/ 288 w 320"/>
              <a:gd name="T75" fmla="*/ 212 h 256"/>
              <a:gd name="T76" fmla="*/ 256 w 320"/>
              <a:gd name="T77" fmla="*/ 235 h 256"/>
              <a:gd name="T78" fmla="*/ 288 w 320"/>
              <a:gd name="T79" fmla="*/ 212 h 256"/>
              <a:gd name="T80" fmla="*/ 128 w 320"/>
              <a:gd name="T81" fmla="*/ 139 h 256"/>
              <a:gd name="T82" fmla="*/ 128 w 320"/>
              <a:gd name="T83" fmla="*/ 160 h 256"/>
              <a:gd name="T84" fmla="*/ 202 w 320"/>
              <a:gd name="T85" fmla="*/ 149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256">
                <a:moveTo>
                  <a:pt x="85" y="149"/>
                </a:moveTo>
                <a:cubicBezTo>
                  <a:pt x="85" y="161"/>
                  <a:pt x="75" y="171"/>
                  <a:pt x="64" y="171"/>
                </a:cubicBezTo>
                <a:cubicBezTo>
                  <a:pt x="52" y="171"/>
                  <a:pt x="42" y="161"/>
                  <a:pt x="42" y="149"/>
                </a:cubicBezTo>
                <a:cubicBezTo>
                  <a:pt x="42" y="138"/>
                  <a:pt x="52" y="128"/>
                  <a:pt x="64" y="128"/>
                </a:cubicBezTo>
                <a:cubicBezTo>
                  <a:pt x="75" y="128"/>
                  <a:pt x="85" y="138"/>
                  <a:pt x="85" y="149"/>
                </a:cubicBezTo>
                <a:close/>
                <a:moveTo>
                  <a:pt x="256" y="128"/>
                </a:moveTo>
                <a:cubicBezTo>
                  <a:pt x="244" y="128"/>
                  <a:pt x="234" y="138"/>
                  <a:pt x="234" y="149"/>
                </a:cubicBezTo>
                <a:cubicBezTo>
                  <a:pt x="234" y="161"/>
                  <a:pt x="244" y="171"/>
                  <a:pt x="256" y="171"/>
                </a:cubicBezTo>
                <a:cubicBezTo>
                  <a:pt x="267" y="171"/>
                  <a:pt x="277" y="161"/>
                  <a:pt x="277" y="149"/>
                </a:cubicBezTo>
                <a:cubicBezTo>
                  <a:pt x="277" y="138"/>
                  <a:pt x="267" y="128"/>
                  <a:pt x="256" y="128"/>
                </a:cubicBezTo>
                <a:close/>
                <a:moveTo>
                  <a:pt x="316" y="194"/>
                </a:moveTo>
                <a:cubicBezTo>
                  <a:pt x="314" y="197"/>
                  <a:pt x="312" y="199"/>
                  <a:pt x="309" y="202"/>
                </a:cubicBezTo>
                <a:cubicBezTo>
                  <a:pt x="309" y="202"/>
                  <a:pt x="309" y="245"/>
                  <a:pt x="309" y="245"/>
                </a:cubicBezTo>
                <a:cubicBezTo>
                  <a:pt x="309" y="251"/>
                  <a:pt x="304" y="256"/>
                  <a:pt x="298" y="256"/>
                </a:cubicBezTo>
                <a:cubicBezTo>
                  <a:pt x="245" y="256"/>
                  <a:pt x="245" y="256"/>
                  <a:pt x="245" y="256"/>
                </a:cubicBezTo>
                <a:cubicBezTo>
                  <a:pt x="239" y="256"/>
                  <a:pt x="234" y="251"/>
                  <a:pt x="234" y="245"/>
                </a:cubicBezTo>
                <a:cubicBezTo>
                  <a:pt x="234" y="221"/>
                  <a:pt x="234" y="221"/>
                  <a:pt x="234" y="221"/>
                </a:cubicBezTo>
                <a:cubicBezTo>
                  <a:pt x="215" y="223"/>
                  <a:pt x="192" y="224"/>
                  <a:pt x="165" y="224"/>
                </a:cubicBezTo>
                <a:cubicBezTo>
                  <a:pt x="134" y="224"/>
                  <a:pt x="107" y="223"/>
                  <a:pt x="85" y="220"/>
                </a:cubicBezTo>
                <a:cubicBezTo>
                  <a:pt x="85" y="245"/>
                  <a:pt x="85" y="245"/>
                  <a:pt x="85" y="245"/>
                </a:cubicBezTo>
                <a:cubicBezTo>
                  <a:pt x="85" y="251"/>
                  <a:pt x="80" y="256"/>
                  <a:pt x="74" y="256"/>
                </a:cubicBezTo>
                <a:cubicBezTo>
                  <a:pt x="21" y="256"/>
                  <a:pt x="21" y="256"/>
                  <a:pt x="21" y="256"/>
                </a:cubicBezTo>
                <a:cubicBezTo>
                  <a:pt x="15" y="256"/>
                  <a:pt x="10" y="251"/>
                  <a:pt x="10" y="245"/>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203"/>
                  <a:pt x="10" y="203"/>
                  <a:pt x="10" y="203"/>
                </a:cubicBezTo>
                <a:cubicBezTo>
                  <a:pt x="10" y="199"/>
                  <a:pt x="10" y="199"/>
                  <a:pt x="10" y="199"/>
                </a:cubicBezTo>
                <a:cubicBezTo>
                  <a:pt x="10" y="199"/>
                  <a:pt x="7" y="197"/>
                  <a:pt x="6" y="195"/>
                </a:cubicBezTo>
                <a:cubicBezTo>
                  <a:pt x="0" y="189"/>
                  <a:pt x="0" y="183"/>
                  <a:pt x="0" y="181"/>
                </a:cubicBezTo>
                <a:cubicBezTo>
                  <a:pt x="0" y="149"/>
                  <a:pt x="0" y="149"/>
                  <a:pt x="0" y="149"/>
                </a:cubicBezTo>
                <a:cubicBezTo>
                  <a:pt x="0" y="120"/>
                  <a:pt x="19" y="96"/>
                  <a:pt x="44" y="88"/>
                </a:cubicBezTo>
                <a:cubicBezTo>
                  <a:pt x="45" y="85"/>
                  <a:pt x="45" y="85"/>
                  <a:pt x="45" y="85"/>
                </a:cubicBezTo>
                <a:cubicBezTo>
                  <a:pt x="32" y="85"/>
                  <a:pt x="32" y="85"/>
                  <a:pt x="32" y="85"/>
                </a:cubicBezTo>
                <a:cubicBezTo>
                  <a:pt x="26" y="85"/>
                  <a:pt x="21" y="81"/>
                  <a:pt x="21" y="75"/>
                </a:cubicBezTo>
                <a:cubicBezTo>
                  <a:pt x="21" y="69"/>
                  <a:pt x="26" y="64"/>
                  <a:pt x="32" y="64"/>
                </a:cubicBezTo>
                <a:cubicBezTo>
                  <a:pt x="52" y="64"/>
                  <a:pt x="52" y="64"/>
                  <a:pt x="52" y="64"/>
                </a:cubicBezTo>
                <a:cubicBezTo>
                  <a:pt x="64" y="29"/>
                  <a:pt x="64" y="29"/>
                  <a:pt x="64" y="29"/>
                </a:cubicBezTo>
                <a:cubicBezTo>
                  <a:pt x="64" y="28"/>
                  <a:pt x="65" y="28"/>
                  <a:pt x="65" y="27"/>
                </a:cubicBezTo>
                <a:cubicBezTo>
                  <a:pt x="65" y="26"/>
                  <a:pt x="80" y="0"/>
                  <a:pt x="106" y="0"/>
                </a:cubicBezTo>
                <a:cubicBezTo>
                  <a:pt x="213" y="0"/>
                  <a:pt x="213" y="0"/>
                  <a:pt x="213" y="0"/>
                </a:cubicBezTo>
                <a:cubicBezTo>
                  <a:pt x="240" y="0"/>
                  <a:pt x="254" y="26"/>
                  <a:pt x="254" y="27"/>
                </a:cubicBezTo>
                <a:cubicBezTo>
                  <a:pt x="255" y="28"/>
                  <a:pt x="255" y="28"/>
                  <a:pt x="255" y="29"/>
                </a:cubicBezTo>
                <a:cubicBezTo>
                  <a:pt x="267" y="64"/>
                  <a:pt x="267" y="64"/>
                  <a:pt x="267" y="64"/>
                </a:cubicBezTo>
                <a:cubicBezTo>
                  <a:pt x="288" y="64"/>
                  <a:pt x="288" y="64"/>
                  <a:pt x="288" y="64"/>
                </a:cubicBezTo>
                <a:cubicBezTo>
                  <a:pt x="294" y="64"/>
                  <a:pt x="298" y="69"/>
                  <a:pt x="298" y="75"/>
                </a:cubicBezTo>
                <a:cubicBezTo>
                  <a:pt x="298" y="81"/>
                  <a:pt x="294" y="85"/>
                  <a:pt x="288" y="85"/>
                </a:cubicBezTo>
                <a:cubicBezTo>
                  <a:pt x="274" y="85"/>
                  <a:pt x="274" y="85"/>
                  <a:pt x="274" y="85"/>
                </a:cubicBezTo>
                <a:cubicBezTo>
                  <a:pt x="275" y="88"/>
                  <a:pt x="275" y="88"/>
                  <a:pt x="275" y="88"/>
                </a:cubicBezTo>
                <a:cubicBezTo>
                  <a:pt x="301" y="96"/>
                  <a:pt x="320" y="120"/>
                  <a:pt x="320" y="149"/>
                </a:cubicBezTo>
                <a:cubicBezTo>
                  <a:pt x="320" y="180"/>
                  <a:pt x="320" y="180"/>
                  <a:pt x="320" y="180"/>
                </a:cubicBezTo>
                <a:cubicBezTo>
                  <a:pt x="320" y="184"/>
                  <a:pt x="320" y="189"/>
                  <a:pt x="316" y="194"/>
                </a:cubicBezTo>
                <a:close/>
                <a:moveTo>
                  <a:pt x="68" y="85"/>
                </a:moveTo>
                <a:cubicBezTo>
                  <a:pt x="252" y="85"/>
                  <a:pt x="252" y="85"/>
                  <a:pt x="252" y="85"/>
                </a:cubicBezTo>
                <a:cubicBezTo>
                  <a:pt x="235" y="36"/>
                  <a:pt x="235" y="36"/>
                  <a:pt x="235" y="36"/>
                </a:cubicBezTo>
                <a:cubicBezTo>
                  <a:pt x="233" y="34"/>
                  <a:pt x="225" y="21"/>
                  <a:pt x="213" y="21"/>
                </a:cubicBezTo>
                <a:cubicBezTo>
                  <a:pt x="106" y="21"/>
                  <a:pt x="106" y="21"/>
                  <a:pt x="106" y="21"/>
                </a:cubicBezTo>
                <a:cubicBezTo>
                  <a:pt x="94" y="21"/>
                  <a:pt x="86" y="33"/>
                  <a:pt x="84" y="36"/>
                </a:cubicBezTo>
                <a:lnTo>
                  <a:pt x="68" y="85"/>
                </a:lnTo>
                <a:close/>
                <a:moveTo>
                  <a:pt x="64" y="217"/>
                </a:moveTo>
                <a:cubicBezTo>
                  <a:pt x="51" y="215"/>
                  <a:pt x="41" y="213"/>
                  <a:pt x="32" y="210"/>
                </a:cubicBezTo>
                <a:cubicBezTo>
                  <a:pt x="32" y="235"/>
                  <a:pt x="32" y="235"/>
                  <a:pt x="32" y="235"/>
                </a:cubicBezTo>
                <a:cubicBezTo>
                  <a:pt x="64" y="235"/>
                  <a:pt x="64" y="235"/>
                  <a:pt x="64" y="235"/>
                </a:cubicBezTo>
                <a:lnTo>
                  <a:pt x="64" y="217"/>
                </a:lnTo>
                <a:close/>
                <a:moveTo>
                  <a:pt x="165" y="203"/>
                </a:moveTo>
                <a:cubicBezTo>
                  <a:pt x="278" y="203"/>
                  <a:pt x="296" y="185"/>
                  <a:pt x="298" y="183"/>
                </a:cubicBezTo>
                <a:cubicBezTo>
                  <a:pt x="298" y="182"/>
                  <a:pt x="298" y="182"/>
                  <a:pt x="298" y="181"/>
                </a:cubicBezTo>
                <a:cubicBezTo>
                  <a:pt x="298" y="149"/>
                  <a:pt x="298" y="149"/>
                  <a:pt x="298" y="149"/>
                </a:cubicBezTo>
                <a:cubicBezTo>
                  <a:pt x="298" y="126"/>
                  <a:pt x="280" y="107"/>
                  <a:pt x="258" y="107"/>
                </a:cubicBezTo>
                <a:cubicBezTo>
                  <a:pt x="62" y="107"/>
                  <a:pt x="62" y="107"/>
                  <a:pt x="62" y="107"/>
                </a:cubicBezTo>
                <a:cubicBezTo>
                  <a:pt x="39" y="107"/>
                  <a:pt x="21" y="126"/>
                  <a:pt x="21" y="149"/>
                </a:cubicBezTo>
                <a:cubicBezTo>
                  <a:pt x="21" y="180"/>
                  <a:pt x="21" y="180"/>
                  <a:pt x="21" y="180"/>
                </a:cubicBezTo>
                <a:cubicBezTo>
                  <a:pt x="23" y="183"/>
                  <a:pt x="43" y="203"/>
                  <a:pt x="165" y="203"/>
                </a:cubicBezTo>
                <a:close/>
                <a:moveTo>
                  <a:pt x="288" y="212"/>
                </a:moveTo>
                <a:cubicBezTo>
                  <a:pt x="279" y="215"/>
                  <a:pt x="268" y="217"/>
                  <a:pt x="256" y="219"/>
                </a:cubicBezTo>
                <a:cubicBezTo>
                  <a:pt x="256" y="235"/>
                  <a:pt x="256" y="235"/>
                  <a:pt x="256" y="235"/>
                </a:cubicBezTo>
                <a:cubicBezTo>
                  <a:pt x="288" y="235"/>
                  <a:pt x="288" y="235"/>
                  <a:pt x="288" y="235"/>
                </a:cubicBezTo>
                <a:lnTo>
                  <a:pt x="288" y="212"/>
                </a:lnTo>
                <a:close/>
                <a:moveTo>
                  <a:pt x="192" y="139"/>
                </a:moveTo>
                <a:cubicBezTo>
                  <a:pt x="128" y="139"/>
                  <a:pt x="128" y="139"/>
                  <a:pt x="128" y="139"/>
                </a:cubicBezTo>
                <a:cubicBezTo>
                  <a:pt x="122" y="139"/>
                  <a:pt x="117" y="143"/>
                  <a:pt x="117" y="149"/>
                </a:cubicBezTo>
                <a:cubicBezTo>
                  <a:pt x="117" y="155"/>
                  <a:pt x="122" y="160"/>
                  <a:pt x="128" y="160"/>
                </a:cubicBezTo>
                <a:cubicBezTo>
                  <a:pt x="192" y="160"/>
                  <a:pt x="192" y="160"/>
                  <a:pt x="192" y="160"/>
                </a:cubicBezTo>
                <a:cubicBezTo>
                  <a:pt x="198" y="160"/>
                  <a:pt x="202" y="155"/>
                  <a:pt x="202" y="149"/>
                </a:cubicBezTo>
                <a:cubicBezTo>
                  <a:pt x="202" y="143"/>
                  <a:pt x="198" y="139"/>
                  <a:pt x="192" y="139"/>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61" name="Arc 260">
            <a:extLst>
              <a:ext uri="{FF2B5EF4-FFF2-40B4-BE49-F238E27FC236}">
                <a16:creationId xmlns:a16="http://schemas.microsoft.com/office/drawing/2014/main" id="{A8385E0D-ED9D-4DD6-B130-F76E2FF495C9}"/>
              </a:ext>
            </a:extLst>
          </p:cNvPr>
          <p:cNvSpPr/>
          <p:nvPr/>
        </p:nvSpPr>
        <p:spPr>
          <a:xfrm rot="16200000">
            <a:off x="4800147" y="2666776"/>
            <a:ext cx="166156" cy="253475"/>
          </a:xfrm>
          <a:prstGeom prst="arc">
            <a:avLst/>
          </a:prstGeom>
          <a:ln w="127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62" name="Freeform: Shape 261">
            <a:extLst>
              <a:ext uri="{FF2B5EF4-FFF2-40B4-BE49-F238E27FC236}">
                <a16:creationId xmlns:a16="http://schemas.microsoft.com/office/drawing/2014/main" id="{428EE08C-890B-4B6D-8C96-839E15EBBD33}"/>
              </a:ext>
            </a:extLst>
          </p:cNvPr>
          <p:cNvSpPr/>
          <p:nvPr/>
        </p:nvSpPr>
        <p:spPr>
          <a:xfrm>
            <a:off x="479870" y="3683885"/>
            <a:ext cx="1573970" cy="498099"/>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Sectoral Reforms</a:t>
            </a:r>
          </a:p>
        </p:txBody>
      </p:sp>
      <p:sp>
        <p:nvSpPr>
          <p:cNvPr id="263" name="Freeform: Shape 262">
            <a:extLst>
              <a:ext uri="{FF2B5EF4-FFF2-40B4-BE49-F238E27FC236}">
                <a16:creationId xmlns:a16="http://schemas.microsoft.com/office/drawing/2014/main" id="{F7C0B26C-BFA9-45C0-A09D-60E9FC89A904}"/>
              </a:ext>
            </a:extLst>
          </p:cNvPr>
          <p:cNvSpPr/>
          <p:nvPr/>
        </p:nvSpPr>
        <p:spPr>
          <a:xfrm>
            <a:off x="479870" y="4181984"/>
            <a:ext cx="1573970" cy="1490433"/>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Setting up of new entities</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Restructuring of existing utilities</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Financial Viability Plan &amp; Financing Facility Development</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Integrated Planning</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Transaction and PPP</a:t>
            </a:r>
          </a:p>
        </p:txBody>
      </p:sp>
      <p:sp>
        <p:nvSpPr>
          <p:cNvPr id="264" name="Freeform: Shape 263">
            <a:extLst>
              <a:ext uri="{FF2B5EF4-FFF2-40B4-BE49-F238E27FC236}">
                <a16:creationId xmlns:a16="http://schemas.microsoft.com/office/drawing/2014/main" id="{A0958BB0-247A-45A1-B54C-0264BF35BDA3}"/>
              </a:ext>
            </a:extLst>
          </p:cNvPr>
          <p:cNvSpPr/>
          <p:nvPr/>
        </p:nvSpPr>
        <p:spPr>
          <a:xfrm>
            <a:off x="2201108" y="3683885"/>
            <a:ext cx="1573970" cy="498099"/>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Policy Review and Development</a:t>
            </a:r>
          </a:p>
        </p:txBody>
      </p:sp>
      <p:sp>
        <p:nvSpPr>
          <p:cNvPr id="265" name="Freeform: Shape 264">
            <a:extLst>
              <a:ext uri="{FF2B5EF4-FFF2-40B4-BE49-F238E27FC236}">
                <a16:creationId xmlns:a16="http://schemas.microsoft.com/office/drawing/2014/main" id="{4AF6DC82-E2DE-42C5-AEDE-195448E8CA1C}"/>
              </a:ext>
            </a:extLst>
          </p:cNvPr>
          <p:cNvSpPr/>
          <p:nvPr/>
        </p:nvSpPr>
        <p:spPr>
          <a:xfrm>
            <a:off x="2201108" y="4181984"/>
            <a:ext cx="1573970" cy="1490433"/>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Renewable Energy Policy</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PPP Policy</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IPP Policy</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Energy Security Policy</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ICT Policy</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Restructuring Policy</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Cross Border Power Trade</a:t>
            </a:r>
            <a:endParaRPr kumimoji="0" lang="en-US" sz="9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endParaRPr>
          </a:p>
        </p:txBody>
      </p:sp>
      <p:sp>
        <p:nvSpPr>
          <p:cNvPr id="266" name="Freeform: Shape 265">
            <a:extLst>
              <a:ext uri="{FF2B5EF4-FFF2-40B4-BE49-F238E27FC236}">
                <a16:creationId xmlns:a16="http://schemas.microsoft.com/office/drawing/2014/main" id="{D47E0AD8-8C17-4FA9-969B-EF72283302B5}"/>
              </a:ext>
            </a:extLst>
          </p:cNvPr>
          <p:cNvSpPr/>
          <p:nvPr/>
        </p:nvSpPr>
        <p:spPr>
          <a:xfrm>
            <a:off x="3922347" y="3683885"/>
            <a:ext cx="1573970" cy="498099"/>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Increasing Role of Regulator</a:t>
            </a:r>
          </a:p>
        </p:txBody>
      </p:sp>
      <p:sp>
        <p:nvSpPr>
          <p:cNvPr id="267" name="Freeform: Shape 266">
            <a:extLst>
              <a:ext uri="{FF2B5EF4-FFF2-40B4-BE49-F238E27FC236}">
                <a16:creationId xmlns:a16="http://schemas.microsoft.com/office/drawing/2014/main" id="{3BCE86DD-E2F3-48C4-9D65-7FF702CC7F95}"/>
              </a:ext>
            </a:extLst>
          </p:cNvPr>
          <p:cNvSpPr/>
          <p:nvPr/>
        </p:nvSpPr>
        <p:spPr>
          <a:xfrm>
            <a:off x="3922347" y="4181984"/>
            <a:ext cx="1573970" cy="1490433"/>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53340" tIns="53340" rIns="71120" bIns="80010"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Pct val="100000"/>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Cost Reflective Tariff</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Performance-based regulation</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Licensing &amp; Market regulation</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err="1">
                <a:ln>
                  <a:noFill/>
                </a:ln>
                <a:solidFill>
                  <a:prstClr val="black">
                    <a:hueOff val="0"/>
                    <a:satOff val="0"/>
                    <a:lumOff val="0"/>
                    <a:alphaOff val="0"/>
                  </a:prstClr>
                </a:solidFill>
                <a:effectLst/>
                <a:uLnTx/>
                <a:uFillTx/>
                <a:latin typeface="Calibri"/>
                <a:ea typeface="+mn-ea"/>
                <a:cs typeface="+mn-cs"/>
              </a:rPr>
              <a:t>FiT</a:t>
            </a: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 Renewable purchase regulation</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Open Access, Balancing and settlement</a:t>
            </a:r>
            <a:endParaRPr kumimoji="0" lang="en-IN" sz="1000" b="0" i="0" u="none" strike="noStrike" kern="1200" cap="none" spc="0" normalizeH="0" baseline="0" noProof="0" err="1">
              <a:ln>
                <a:noFill/>
              </a:ln>
              <a:solidFill>
                <a:prstClr val="black">
                  <a:hueOff val="0"/>
                  <a:satOff val="0"/>
                  <a:lumOff val="0"/>
                  <a:alphaOff val="0"/>
                </a:prstClr>
              </a:solidFill>
              <a:effectLst/>
              <a:uLnTx/>
              <a:uFillTx/>
              <a:latin typeface="Calibri"/>
              <a:ea typeface="+mn-ea"/>
              <a:cs typeface="+mn-cs"/>
            </a:endParaRPr>
          </a:p>
        </p:txBody>
      </p:sp>
      <p:sp>
        <p:nvSpPr>
          <p:cNvPr id="268" name="Rectangle 267">
            <a:extLst>
              <a:ext uri="{FF2B5EF4-FFF2-40B4-BE49-F238E27FC236}">
                <a16:creationId xmlns:a16="http://schemas.microsoft.com/office/drawing/2014/main" id="{2B385143-9A8B-443E-84CB-D334E877FD55}"/>
              </a:ext>
            </a:extLst>
          </p:cNvPr>
          <p:cNvSpPr/>
          <p:nvPr/>
        </p:nvSpPr>
        <p:spPr bwMode="gray">
          <a:xfrm>
            <a:off x="1875723" y="3406384"/>
            <a:ext cx="2284835" cy="140617"/>
          </a:xfrm>
          <a:prstGeom prst="rect">
            <a:avLst/>
          </a:prstGeom>
          <a:no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1" u="none" strike="noStrike" kern="1200" cap="none" spc="0" normalizeH="0" baseline="0" noProof="0">
                <a:ln>
                  <a:noFill/>
                </a:ln>
                <a:solidFill>
                  <a:srgbClr val="53565A"/>
                </a:solidFill>
                <a:effectLst/>
                <a:uLnTx/>
                <a:uFillTx/>
                <a:latin typeface="Calibri"/>
                <a:ea typeface="+mn-ea"/>
                <a:cs typeface="+mn-cs"/>
              </a:rPr>
              <a:t>Policy &amp; Regulatory Reforms</a:t>
            </a:r>
          </a:p>
        </p:txBody>
      </p:sp>
      <p:sp>
        <p:nvSpPr>
          <p:cNvPr id="269" name="Rounded Rectangle 46">
            <a:extLst>
              <a:ext uri="{FF2B5EF4-FFF2-40B4-BE49-F238E27FC236}">
                <a16:creationId xmlns:a16="http://schemas.microsoft.com/office/drawing/2014/main" id="{D76DB53B-756C-427E-A31F-D9E14A05373A}"/>
              </a:ext>
            </a:extLst>
          </p:cNvPr>
          <p:cNvSpPr/>
          <p:nvPr/>
        </p:nvSpPr>
        <p:spPr bwMode="gray">
          <a:xfrm>
            <a:off x="3517333" y="5779490"/>
            <a:ext cx="1597437" cy="243426"/>
          </a:xfrm>
          <a:prstGeom prst="roundRect">
            <a:avLst>
              <a:gd name="adj" fmla="val 50000"/>
            </a:avLst>
          </a:prstGeom>
          <a:solidFill>
            <a:schemeClr val="bg2"/>
          </a:solidFill>
          <a:ln w="3175">
            <a:noFill/>
            <a:prstDash val="dash"/>
            <a:headEnd/>
            <a:tailEnd/>
          </a:ln>
        </p:spPr>
        <p:style>
          <a:lnRef idx="2">
            <a:schemeClr val="accent1"/>
          </a:lnRef>
          <a:fillRef idx="1">
            <a:schemeClr val="lt1"/>
          </a:fillRef>
          <a:effectRef idx="0">
            <a:schemeClr val="accent1"/>
          </a:effectRef>
          <a:fontRef idx="minor">
            <a:schemeClr val="dk1"/>
          </a:fontRef>
        </p:style>
        <p:txBody>
          <a:bodyPr wrap="square" lIns="0" tIns="88900" rIns="18288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0" i="0" u="none" strike="noStrike" kern="1200" cap="none" spc="0" normalizeH="0" baseline="0" noProof="0">
                <a:ln>
                  <a:noFill/>
                </a:ln>
                <a:solidFill>
                  <a:prstClr val="black"/>
                </a:solidFill>
                <a:effectLst/>
                <a:uLnTx/>
                <a:uFillTx/>
                <a:latin typeface="Calibri"/>
                <a:ea typeface="+mn-ea"/>
                <a:cs typeface="+mn-cs"/>
              </a:rPr>
              <a:t>Stakeholder Consultation</a:t>
            </a:r>
            <a:endParaRPr kumimoji="0" lang="en-IN" sz="1000" b="0" i="0" u="none" strike="noStrike" kern="1200" cap="none" spc="0" normalizeH="0" baseline="0" noProof="0" err="1">
              <a:ln>
                <a:noFill/>
              </a:ln>
              <a:solidFill>
                <a:prstClr val="black"/>
              </a:solidFill>
              <a:effectLst/>
              <a:uLnTx/>
              <a:uFillTx/>
              <a:latin typeface="Calibri"/>
              <a:ea typeface="+mn-ea"/>
              <a:cs typeface="+mn-cs"/>
            </a:endParaRPr>
          </a:p>
        </p:txBody>
      </p:sp>
      <p:sp>
        <p:nvSpPr>
          <p:cNvPr id="270" name="Rounded Rectangle 139">
            <a:extLst>
              <a:ext uri="{FF2B5EF4-FFF2-40B4-BE49-F238E27FC236}">
                <a16:creationId xmlns:a16="http://schemas.microsoft.com/office/drawing/2014/main" id="{BC754F3D-A842-4A0B-8F02-6C782FA2E4FD}"/>
              </a:ext>
            </a:extLst>
          </p:cNvPr>
          <p:cNvSpPr/>
          <p:nvPr/>
        </p:nvSpPr>
        <p:spPr bwMode="gray">
          <a:xfrm>
            <a:off x="445581" y="6160296"/>
            <a:ext cx="2406577" cy="243426"/>
          </a:xfrm>
          <a:prstGeom prst="roundRect">
            <a:avLst>
              <a:gd name="adj" fmla="val 50000"/>
            </a:avLst>
          </a:prstGeom>
          <a:solidFill>
            <a:schemeClr val="bg1">
              <a:lumMod val="95000"/>
            </a:schemeClr>
          </a:solidFill>
          <a:ln w="3175">
            <a:noFill/>
            <a:prstDash val="dash"/>
            <a:headEnd/>
            <a:tailEnd/>
          </a:ln>
        </p:spPr>
        <p:style>
          <a:lnRef idx="2">
            <a:schemeClr val="accent1"/>
          </a:lnRef>
          <a:fillRef idx="1">
            <a:schemeClr val="lt1"/>
          </a:fillRef>
          <a:effectRef idx="0">
            <a:schemeClr val="accent1"/>
          </a:effectRef>
          <a:fontRef idx="minor">
            <a:schemeClr val="dk1"/>
          </a:fontRef>
        </p:style>
        <p:txBody>
          <a:bodyPr wrap="square" lIns="18288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0" i="0" u="none" strike="noStrike" kern="1200" cap="none" spc="0" normalizeH="0" baseline="0" noProof="0">
                <a:ln>
                  <a:noFill/>
                </a:ln>
                <a:solidFill>
                  <a:prstClr val="black"/>
                </a:solidFill>
                <a:effectLst/>
                <a:uLnTx/>
                <a:uFillTx/>
                <a:latin typeface="Calibri"/>
                <a:ea typeface="+mn-ea"/>
                <a:cs typeface="+mn-cs"/>
              </a:rPr>
              <a:t>National Policy &amp; Vision Development</a:t>
            </a:r>
            <a:endParaRPr kumimoji="0" lang="en-IN" sz="1000" b="0" i="0" u="none" strike="noStrike" kern="1200" cap="none" spc="0" normalizeH="0" baseline="0" noProof="0" err="1">
              <a:ln>
                <a:noFill/>
              </a:ln>
              <a:solidFill>
                <a:prstClr val="black"/>
              </a:solidFill>
              <a:effectLst/>
              <a:uLnTx/>
              <a:uFillTx/>
              <a:latin typeface="Calibri"/>
              <a:ea typeface="+mn-ea"/>
              <a:cs typeface="+mn-cs"/>
            </a:endParaRPr>
          </a:p>
        </p:txBody>
      </p:sp>
      <p:sp>
        <p:nvSpPr>
          <p:cNvPr id="271" name="Rounded Rectangle 141">
            <a:extLst>
              <a:ext uri="{FF2B5EF4-FFF2-40B4-BE49-F238E27FC236}">
                <a16:creationId xmlns:a16="http://schemas.microsoft.com/office/drawing/2014/main" id="{85B64FD8-222A-4718-A935-219BB6E2CAF4}"/>
              </a:ext>
            </a:extLst>
          </p:cNvPr>
          <p:cNvSpPr/>
          <p:nvPr/>
        </p:nvSpPr>
        <p:spPr bwMode="gray">
          <a:xfrm>
            <a:off x="566967" y="5773271"/>
            <a:ext cx="2811002" cy="246537"/>
          </a:xfrm>
          <a:prstGeom prst="roundRect">
            <a:avLst>
              <a:gd name="adj" fmla="val 50000"/>
            </a:avLst>
          </a:prstGeom>
          <a:solidFill>
            <a:schemeClr val="bg1">
              <a:lumMod val="95000"/>
            </a:schemeClr>
          </a:solidFill>
          <a:ln w="3175">
            <a:noFill/>
            <a:prstDash val="dash"/>
            <a:headEnd/>
            <a:tailEnd/>
          </a:ln>
        </p:spPr>
        <p:style>
          <a:lnRef idx="2">
            <a:schemeClr val="accent1"/>
          </a:lnRef>
          <a:fillRef idx="1">
            <a:schemeClr val="lt1"/>
          </a:fillRef>
          <a:effectRef idx="0">
            <a:schemeClr val="accent1"/>
          </a:effectRef>
          <a:fontRef idx="minor">
            <a:schemeClr val="dk1"/>
          </a:fontRef>
        </p:style>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0" i="0" u="none" strike="noStrike" kern="1200" cap="none" spc="0" normalizeH="0" baseline="0" noProof="0">
                <a:ln>
                  <a:noFill/>
                </a:ln>
                <a:solidFill>
                  <a:prstClr val="black"/>
                </a:solidFill>
                <a:effectLst/>
                <a:uLnTx/>
                <a:uFillTx/>
                <a:latin typeface="Calibri"/>
                <a:ea typeface="+mn-ea"/>
                <a:cs typeface="+mn-cs"/>
              </a:rPr>
              <a:t>Institutional, Financial and Regulatory Analysis</a:t>
            </a:r>
            <a:endParaRPr kumimoji="0" lang="en-IN" sz="1000" b="0" i="0" u="none" strike="noStrike" kern="1200" cap="none" spc="0" normalizeH="0" baseline="0" noProof="0" err="1">
              <a:ln>
                <a:noFill/>
              </a:ln>
              <a:solidFill>
                <a:prstClr val="black"/>
              </a:solidFill>
              <a:effectLst/>
              <a:uLnTx/>
              <a:uFillTx/>
              <a:latin typeface="Calibri"/>
              <a:ea typeface="+mn-ea"/>
              <a:cs typeface="+mn-cs"/>
            </a:endParaRPr>
          </a:p>
        </p:txBody>
      </p:sp>
      <p:sp>
        <p:nvSpPr>
          <p:cNvPr id="272" name="Flowchart: Delay 271">
            <a:extLst>
              <a:ext uri="{FF2B5EF4-FFF2-40B4-BE49-F238E27FC236}">
                <a16:creationId xmlns:a16="http://schemas.microsoft.com/office/drawing/2014/main" id="{5DCD4589-12F7-4EED-9AA9-0E8BB9084ADD}"/>
              </a:ext>
            </a:extLst>
          </p:cNvPr>
          <p:cNvSpPr/>
          <p:nvPr/>
        </p:nvSpPr>
        <p:spPr bwMode="gray">
          <a:xfrm>
            <a:off x="4939726" y="5780010"/>
            <a:ext cx="248443" cy="243426"/>
          </a:xfrm>
          <a:prstGeom prst="flowChartDelay">
            <a:avLst/>
          </a:prstGeom>
          <a:solidFill>
            <a:schemeClr val="bg2">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err="1">
              <a:ln>
                <a:noFill/>
              </a:ln>
              <a:solidFill>
                <a:prstClr val="white"/>
              </a:solidFill>
              <a:effectLst/>
              <a:uLnTx/>
              <a:uFillTx/>
              <a:latin typeface="Calibri"/>
              <a:ea typeface="+mn-ea"/>
              <a:cs typeface="+mn-cs"/>
            </a:endParaRPr>
          </a:p>
        </p:txBody>
      </p:sp>
      <p:sp>
        <p:nvSpPr>
          <p:cNvPr id="273" name="Flowchart: Delay 272">
            <a:extLst>
              <a:ext uri="{FF2B5EF4-FFF2-40B4-BE49-F238E27FC236}">
                <a16:creationId xmlns:a16="http://schemas.microsoft.com/office/drawing/2014/main" id="{D6524174-137D-4782-8DBE-89C7244FD028}"/>
              </a:ext>
            </a:extLst>
          </p:cNvPr>
          <p:cNvSpPr/>
          <p:nvPr/>
        </p:nvSpPr>
        <p:spPr bwMode="gray">
          <a:xfrm flipH="1">
            <a:off x="469837" y="5773272"/>
            <a:ext cx="248443" cy="246536"/>
          </a:xfrm>
          <a:prstGeom prst="flowChartDelay">
            <a:avLst/>
          </a:prstGeom>
          <a:solidFill>
            <a:schemeClr val="bg2">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err="1">
              <a:ln>
                <a:noFill/>
              </a:ln>
              <a:solidFill>
                <a:prstClr val="white"/>
              </a:solidFill>
              <a:effectLst/>
              <a:uLnTx/>
              <a:uFillTx/>
              <a:latin typeface="Calibri"/>
              <a:ea typeface="+mn-ea"/>
              <a:cs typeface="+mn-cs"/>
            </a:endParaRPr>
          </a:p>
        </p:txBody>
      </p:sp>
      <p:sp>
        <p:nvSpPr>
          <p:cNvPr id="274" name="Flowchart: Delay 273">
            <a:extLst>
              <a:ext uri="{FF2B5EF4-FFF2-40B4-BE49-F238E27FC236}">
                <a16:creationId xmlns:a16="http://schemas.microsoft.com/office/drawing/2014/main" id="{C7F68399-D7D2-4E20-AF31-92652DE2D0D3}"/>
              </a:ext>
            </a:extLst>
          </p:cNvPr>
          <p:cNvSpPr/>
          <p:nvPr/>
        </p:nvSpPr>
        <p:spPr bwMode="gray">
          <a:xfrm flipH="1">
            <a:off x="472549" y="6143452"/>
            <a:ext cx="248443" cy="243426"/>
          </a:xfrm>
          <a:prstGeom prst="flowChartDelay">
            <a:avLst/>
          </a:prstGeom>
          <a:solidFill>
            <a:schemeClr val="bg2">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err="1">
              <a:ln>
                <a:noFill/>
              </a:ln>
              <a:solidFill>
                <a:prstClr val="white"/>
              </a:solidFill>
              <a:effectLst/>
              <a:uLnTx/>
              <a:uFillTx/>
              <a:latin typeface="Calibri"/>
              <a:ea typeface="+mn-ea"/>
              <a:cs typeface="+mn-cs"/>
            </a:endParaRPr>
          </a:p>
        </p:txBody>
      </p:sp>
      <p:sp>
        <p:nvSpPr>
          <p:cNvPr id="275" name="Rounded Rectangle 46">
            <a:extLst>
              <a:ext uri="{FF2B5EF4-FFF2-40B4-BE49-F238E27FC236}">
                <a16:creationId xmlns:a16="http://schemas.microsoft.com/office/drawing/2014/main" id="{D5EC3FF6-CA41-499D-AD39-CDA810BC456C}"/>
              </a:ext>
            </a:extLst>
          </p:cNvPr>
          <p:cNvSpPr/>
          <p:nvPr/>
        </p:nvSpPr>
        <p:spPr bwMode="gray">
          <a:xfrm>
            <a:off x="2906035" y="6140262"/>
            <a:ext cx="2590281" cy="243426"/>
          </a:xfrm>
          <a:prstGeom prst="roundRect">
            <a:avLst>
              <a:gd name="adj" fmla="val 50000"/>
            </a:avLst>
          </a:prstGeom>
          <a:solidFill>
            <a:schemeClr val="bg2"/>
          </a:solidFill>
          <a:ln w="3175">
            <a:noFill/>
            <a:prstDash val="dash"/>
            <a:headEnd/>
            <a:tailEnd/>
          </a:ln>
        </p:spPr>
        <p:style>
          <a:lnRef idx="2">
            <a:schemeClr val="accent1"/>
          </a:lnRef>
          <a:fillRef idx="1">
            <a:schemeClr val="lt1"/>
          </a:fillRef>
          <a:effectRef idx="0">
            <a:schemeClr val="accent1"/>
          </a:effectRef>
          <a:fontRef idx="minor">
            <a:schemeClr val="dk1"/>
          </a:fontRef>
        </p:style>
        <p:txBody>
          <a:bodyPr wrap="square" lIns="0" tIns="88900" rIns="18288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0" i="0" u="none" strike="noStrike" kern="1200" cap="none" spc="0" normalizeH="0" baseline="0" noProof="0">
                <a:ln>
                  <a:noFill/>
                </a:ln>
                <a:solidFill>
                  <a:prstClr val="black"/>
                </a:solidFill>
                <a:effectLst/>
                <a:uLnTx/>
                <a:uFillTx/>
                <a:latin typeface="Calibri"/>
                <a:ea typeface="+mn-ea"/>
                <a:cs typeface="+mn-cs"/>
              </a:rPr>
              <a:t>International Benchmark and Peer Reviews</a:t>
            </a:r>
            <a:endParaRPr kumimoji="0" lang="en-IN" sz="1000" b="0" i="0" u="none" strike="noStrike" kern="1200" cap="none" spc="0" normalizeH="0" baseline="0" noProof="0" err="1">
              <a:ln>
                <a:noFill/>
              </a:ln>
              <a:solidFill>
                <a:prstClr val="black"/>
              </a:solidFill>
              <a:effectLst/>
              <a:uLnTx/>
              <a:uFillTx/>
              <a:latin typeface="Calibri"/>
              <a:ea typeface="+mn-ea"/>
              <a:cs typeface="+mn-cs"/>
            </a:endParaRPr>
          </a:p>
        </p:txBody>
      </p:sp>
      <p:sp>
        <p:nvSpPr>
          <p:cNvPr id="276" name="Flowchart: Delay 275">
            <a:extLst>
              <a:ext uri="{FF2B5EF4-FFF2-40B4-BE49-F238E27FC236}">
                <a16:creationId xmlns:a16="http://schemas.microsoft.com/office/drawing/2014/main" id="{84FC27D7-A386-45FF-AF79-1900B6B79037}"/>
              </a:ext>
            </a:extLst>
          </p:cNvPr>
          <p:cNvSpPr/>
          <p:nvPr/>
        </p:nvSpPr>
        <p:spPr bwMode="gray">
          <a:xfrm>
            <a:off x="5228034" y="6140262"/>
            <a:ext cx="248443" cy="243426"/>
          </a:xfrm>
          <a:prstGeom prst="flowChartDelay">
            <a:avLst/>
          </a:prstGeom>
          <a:solidFill>
            <a:schemeClr val="bg2">
              <a:lumMod val="5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00" b="1" i="0" u="none" strike="noStrike" kern="1200" cap="none" spc="0" normalizeH="0" baseline="0" noProof="0" err="1">
              <a:ln>
                <a:noFill/>
              </a:ln>
              <a:solidFill>
                <a:prstClr val="white"/>
              </a:solidFill>
              <a:effectLst/>
              <a:uLnTx/>
              <a:uFillTx/>
              <a:latin typeface="Calibri"/>
              <a:ea typeface="+mn-ea"/>
              <a:cs typeface="+mn-cs"/>
            </a:endParaRPr>
          </a:p>
        </p:txBody>
      </p:sp>
      <p:grpSp>
        <p:nvGrpSpPr>
          <p:cNvPr id="277" name="Group 39">
            <a:extLst>
              <a:ext uri="{FF2B5EF4-FFF2-40B4-BE49-F238E27FC236}">
                <a16:creationId xmlns:a16="http://schemas.microsoft.com/office/drawing/2014/main" id="{C4BF8009-D635-4853-8C12-C7193F1134CB}"/>
              </a:ext>
            </a:extLst>
          </p:cNvPr>
          <p:cNvGrpSpPr>
            <a:grpSpLocks noChangeAspect="1"/>
          </p:cNvGrpSpPr>
          <p:nvPr/>
        </p:nvGrpSpPr>
        <p:grpSpPr bwMode="auto">
          <a:xfrm>
            <a:off x="526875" y="3744109"/>
            <a:ext cx="367631" cy="367631"/>
            <a:chOff x="3987" y="1509"/>
            <a:chExt cx="340" cy="340"/>
          </a:xfrm>
          <a:solidFill>
            <a:schemeClr val="bg1"/>
          </a:solidFill>
        </p:grpSpPr>
        <p:sp>
          <p:nvSpPr>
            <p:cNvPr id="278" name="Freeform 40">
              <a:extLst>
                <a:ext uri="{FF2B5EF4-FFF2-40B4-BE49-F238E27FC236}">
                  <a16:creationId xmlns:a16="http://schemas.microsoft.com/office/drawing/2014/main" id="{72D99E67-0C57-43B3-A316-EAD846DADB1C}"/>
                </a:ext>
              </a:extLst>
            </p:cNvPr>
            <p:cNvSpPr>
              <a:spLocks noEditPoints="1"/>
            </p:cNvSpPr>
            <p:nvPr/>
          </p:nvSpPr>
          <p:spPr bwMode="auto">
            <a:xfrm>
              <a:off x="3987" y="150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79" name="Freeform 41">
              <a:extLst>
                <a:ext uri="{FF2B5EF4-FFF2-40B4-BE49-F238E27FC236}">
                  <a16:creationId xmlns:a16="http://schemas.microsoft.com/office/drawing/2014/main" id="{B3C4F028-8B66-4205-BFF4-456A86B7B044}"/>
                </a:ext>
              </a:extLst>
            </p:cNvPr>
            <p:cNvSpPr>
              <a:spLocks noEditPoints="1"/>
            </p:cNvSpPr>
            <p:nvPr/>
          </p:nvSpPr>
          <p:spPr bwMode="auto">
            <a:xfrm>
              <a:off x="4053" y="1568"/>
              <a:ext cx="215" cy="214"/>
            </a:xfrm>
            <a:custGeom>
              <a:avLst/>
              <a:gdLst>
                <a:gd name="T0" fmla="*/ 168 w 324"/>
                <a:gd name="T1" fmla="*/ 177 h 322"/>
                <a:gd name="T2" fmla="*/ 123 w 324"/>
                <a:gd name="T3" fmla="*/ 143 h 322"/>
                <a:gd name="T4" fmla="*/ 65 w 324"/>
                <a:gd name="T5" fmla="*/ 142 h 322"/>
                <a:gd name="T6" fmla="*/ 18 w 324"/>
                <a:gd name="T7" fmla="*/ 175 h 322"/>
                <a:gd name="T8" fmla="*/ 0 w 324"/>
                <a:gd name="T9" fmla="*/ 229 h 322"/>
                <a:gd name="T10" fmla="*/ 17 w 324"/>
                <a:gd name="T11" fmla="*/ 284 h 322"/>
                <a:gd name="T12" fmla="*/ 63 w 324"/>
                <a:gd name="T13" fmla="*/ 319 h 322"/>
                <a:gd name="T14" fmla="*/ 115 w 324"/>
                <a:gd name="T15" fmla="*/ 320 h 322"/>
                <a:gd name="T16" fmla="*/ 145 w 324"/>
                <a:gd name="T17" fmla="*/ 294 h 322"/>
                <a:gd name="T18" fmla="*/ 172 w 324"/>
                <a:gd name="T19" fmla="*/ 252 h 322"/>
                <a:gd name="T20" fmla="*/ 146 w 324"/>
                <a:gd name="T21" fmla="*/ 249 h 322"/>
                <a:gd name="T22" fmla="*/ 125 w 324"/>
                <a:gd name="T23" fmla="*/ 277 h 322"/>
                <a:gd name="T24" fmla="*/ 92 w 324"/>
                <a:gd name="T25" fmla="*/ 284 h 322"/>
                <a:gd name="T26" fmla="*/ 69 w 324"/>
                <a:gd name="T27" fmla="*/ 293 h 322"/>
                <a:gd name="T28" fmla="*/ 37 w 324"/>
                <a:gd name="T29" fmla="*/ 267 h 322"/>
                <a:gd name="T30" fmla="*/ 26 w 324"/>
                <a:gd name="T31" fmla="*/ 227 h 322"/>
                <a:gd name="T32" fmla="*/ 41 w 324"/>
                <a:gd name="T33" fmla="*/ 189 h 322"/>
                <a:gd name="T34" fmla="*/ 76 w 324"/>
                <a:gd name="T35" fmla="*/ 168 h 322"/>
                <a:gd name="T36" fmla="*/ 115 w 324"/>
                <a:gd name="T37" fmla="*/ 164 h 322"/>
                <a:gd name="T38" fmla="*/ 150 w 324"/>
                <a:gd name="T39" fmla="*/ 190 h 322"/>
                <a:gd name="T40" fmla="*/ 163 w 324"/>
                <a:gd name="T41" fmla="*/ 232 h 322"/>
                <a:gd name="T42" fmla="*/ 61 w 324"/>
                <a:gd name="T43" fmla="*/ 214 h 322"/>
                <a:gd name="T44" fmla="*/ 103 w 324"/>
                <a:gd name="T45" fmla="*/ 265 h 322"/>
                <a:gd name="T46" fmla="*/ 105 w 324"/>
                <a:gd name="T47" fmla="*/ 237 h 322"/>
                <a:gd name="T48" fmla="*/ 80 w 324"/>
                <a:gd name="T49" fmla="*/ 224 h 322"/>
                <a:gd name="T50" fmla="*/ 106 w 324"/>
                <a:gd name="T51" fmla="*/ 226 h 322"/>
                <a:gd name="T52" fmla="*/ 308 w 324"/>
                <a:gd name="T53" fmla="*/ 62 h 322"/>
                <a:gd name="T54" fmla="*/ 276 w 324"/>
                <a:gd name="T55" fmla="*/ 23 h 322"/>
                <a:gd name="T56" fmla="*/ 227 w 324"/>
                <a:gd name="T57" fmla="*/ 10 h 322"/>
                <a:gd name="T58" fmla="*/ 180 w 324"/>
                <a:gd name="T59" fmla="*/ 29 h 322"/>
                <a:gd name="T60" fmla="*/ 152 w 324"/>
                <a:gd name="T61" fmla="*/ 71 h 322"/>
                <a:gd name="T62" fmla="*/ 155 w 324"/>
                <a:gd name="T63" fmla="*/ 122 h 322"/>
                <a:gd name="T64" fmla="*/ 187 w 324"/>
                <a:gd name="T65" fmla="*/ 161 h 322"/>
                <a:gd name="T66" fmla="*/ 236 w 324"/>
                <a:gd name="T67" fmla="*/ 174 h 322"/>
                <a:gd name="T68" fmla="*/ 276 w 324"/>
                <a:gd name="T69" fmla="*/ 156 h 322"/>
                <a:gd name="T70" fmla="*/ 305 w 324"/>
                <a:gd name="T71" fmla="*/ 117 h 322"/>
                <a:gd name="T72" fmla="*/ 298 w 324"/>
                <a:gd name="T73" fmla="*/ 96 h 322"/>
                <a:gd name="T74" fmla="*/ 283 w 324"/>
                <a:gd name="T75" fmla="*/ 134 h 322"/>
                <a:gd name="T76" fmla="*/ 248 w 324"/>
                <a:gd name="T77" fmla="*/ 155 h 322"/>
                <a:gd name="T78" fmla="*/ 209 w 324"/>
                <a:gd name="T79" fmla="*/ 158 h 322"/>
                <a:gd name="T80" fmla="*/ 174 w 324"/>
                <a:gd name="T81" fmla="*/ 132 h 322"/>
                <a:gd name="T82" fmla="*/ 161 w 324"/>
                <a:gd name="T83" fmla="*/ 91 h 322"/>
                <a:gd name="T84" fmla="*/ 175 w 324"/>
                <a:gd name="T85" fmla="*/ 50 h 322"/>
                <a:gd name="T86" fmla="*/ 211 w 324"/>
                <a:gd name="T87" fmla="*/ 26 h 322"/>
                <a:gd name="T88" fmla="*/ 250 w 324"/>
                <a:gd name="T89" fmla="*/ 30 h 322"/>
                <a:gd name="T90" fmla="*/ 284 w 324"/>
                <a:gd name="T91" fmla="*/ 51 h 322"/>
                <a:gd name="T92" fmla="*/ 298 w 324"/>
                <a:gd name="T93" fmla="*/ 90 h 322"/>
                <a:gd name="T94" fmla="*/ 221 w 324"/>
                <a:gd name="T95" fmla="*/ 58 h 322"/>
                <a:gd name="T96" fmla="*/ 231 w 324"/>
                <a:gd name="T97" fmla="*/ 128 h 322"/>
                <a:gd name="T98" fmla="*/ 248 w 324"/>
                <a:gd name="T99" fmla="*/ 61 h 322"/>
                <a:gd name="T100" fmla="*/ 218 w 324"/>
                <a:gd name="T101" fmla="*/ 96 h 322"/>
                <a:gd name="T102" fmla="*/ 238 w 324"/>
                <a:gd name="T103" fmla="*/ 79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4" h="322">
                  <a:moveTo>
                    <a:pt x="172" y="212"/>
                  </a:moveTo>
                  <a:cubicBezTo>
                    <a:pt x="171" y="211"/>
                    <a:pt x="168" y="209"/>
                    <a:pt x="167" y="208"/>
                  </a:cubicBezTo>
                  <a:cubicBezTo>
                    <a:pt x="167" y="206"/>
                    <a:pt x="168" y="203"/>
                    <a:pt x="169" y="201"/>
                  </a:cubicBezTo>
                  <a:cubicBezTo>
                    <a:pt x="171" y="194"/>
                    <a:pt x="174" y="185"/>
                    <a:pt x="168" y="177"/>
                  </a:cubicBezTo>
                  <a:cubicBezTo>
                    <a:pt x="163" y="169"/>
                    <a:pt x="153" y="169"/>
                    <a:pt x="146" y="169"/>
                  </a:cubicBezTo>
                  <a:cubicBezTo>
                    <a:pt x="144" y="169"/>
                    <a:pt x="141" y="168"/>
                    <a:pt x="139" y="168"/>
                  </a:cubicBezTo>
                  <a:cubicBezTo>
                    <a:pt x="139" y="167"/>
                    <a:pt x="138" y="164"/>
                    <a:pt x="137" y="162"/>
                  </a:cubicBezTo>
                  <a:cubicBezTo>
                    <a:pt x="135" y="155"/>
                    <a:pt x="132" y="146"/>
                    <a:pt x="123" y="143"/>
                  </a:cubicBezTo>
                  <a:cubicBezTo>
                    <a:pt x="114" y="140"/>
                    <a:pt x="105" y="145"/>
                    <a:pt x="100" y="149"/>
                  </a:cubicBezTo>
                  <a:cubicBezTo>
                    <a:pt x="98" y="150"/>
                    <a:pt x="95" y="152"/>
                    <a:pt x="94" y="153"/>
                  </a:cubicBezTo>
                  <a:cubicBezTo>
                    <a:pt x="92" y="152"/>
                    <a:pt x="90" y="150"/>
                    <a:pt x="88" y="149"/>
                  </a:cubicBezTo>
                  <a:cubicBezTo>
                    <a:pt x="83" y="145"/>
                    <a:pt x="74" y="139"/>
                    <a:pt x="65" y="142"/>
                  </a:cubicBezTo>
                  <a:cubicBezTo>
                    <a:pt x="56" y="145"/>
                    <a:pt x="53" y="154"/>
                    <a:pt x="50" y="161"/>
                  </a:cubicBezTo>
                  <a:cubicBezTo>
                    <a:pt x="49" y="163"/>
                    <a:pt x="48" y="166"/>
                    <a:pt x="48" y="167"/>
                  </a:cubicBezTo>
                  <a:cubicBezTo>
                    <a:pt x="46" y="167"/>
                    <a:pt x="43" y="167"/>
                    <a:pt x="41" y="167"/>
                  </a:cubicBezTo>
                  <a:cubicBezTo>
                    <a:pt x="34" y="167"/>
                    <a:pt x="24" y="168"/>
                    <a:pt x="18" y="175"/>
                  </a:cubicBezTo>
                  <a:cubicBezTo>
                    <a:pt x="13" y="183"/>
                    <a:pt x="15" y="192"/>
                    <a:pt x="17" y="199"/>
                  </a:cubicBezTo>
                  <a:cubicBezTo>
                    <a:pt x="18" y="201"/>
                    <a:pt x="19" y="204"/>
                    <a:pt x="19" y="206"/>
                  </a:cubicBezTo>
                  <a:cubicBezTo>
                    <a:pt x="18" y="207"/>
                    <a:pt x="15" y="209"/>
                    <a:pt x="14" y="210"/>
                  </a:cubicBezTo>
                  <a:cubicBezTo>
                    <a:pt x="8" y="214"/>
                    <a:pt x="0" y="220"/>
                    <a:pt x="0" y="229"/>
                  </a:cubicBezTo>
                  <a:cubicBezTo>
                    <a:pt x="0" y="239"/>
                    <a:pt x="7" y="245"/>
                    <a:pt x="13" y="249"/>
                  </a:cubicBezTo>
                  <a:cubicBezTo>
                    <a:pt x="15" y="251"/>
                    <a:pt x="18" y="253"/>
                    <a:pt x="18" y="253"/>
                  </a:cubicBezTo>
                  <a:cubicBezTo>
                    <a:pt x="18" y="255"/>
                    <a:pt x="17" y="258"/>
                    <a:pt x="16" y="261"/>
                  </a:cubicBezTo>
                  <a:cubicBezTo>
                    <a:pt x="14" y="268"/>
                    <a:pt x="11" y="277"/>
                    <a:pt x="17" y="284"/>
                  </a:cubicBezTo>
                  <a:cubicBezTo>
                    <a:pt x="22" y="292"/>
                    <a:pt x="32" y="292"/>
                    <a:pt x="39" y="293"/>
                  </a:cubicBezTo>
                  <a:cubicBezTo>
                    <a:pt x="41" y="293"/>
                    <a:pt x="44" y="293"/>
                    <a:pt x="46" y="293"/>
                  </a:cubicBezTo>
                  <a:cubicBezTo>
                    <a:pt x="47" y="295"/>
                    <a:pt x="48" y="298"/>
                    <a:pt x="48" y="299"/>
                  </a:cubicBezTo>
                  <a:cubicBezTo>
                    <a:pt x="51" y="306"/>
                    <a:pt x="54" y="315"/>
                    <a:pt x="63" y="319"/>
                  </a:cubicBezTo>
                  <a:cubicBezTo>
                    <a:pt x="72" y="322"/>
                    <a:pt x="80" y="316"/>
                    <a:pt x="86" y="312"/>
                  </a:cubicBezTo>
                  <a:cubicBezTo>
                    <a:pt x="87" y="311"/>
                    <a:pt x="90" y="309"/>
                    <a:pt x="92" y="309"/>
                  </a:cubicBezTo>
                  <a:cubicBezTo>
                    <a:pt x="93" y="309"/>
                    <a:pt x="95" y="311"/>
                    <a:pt x="97" y="312"/>
                  </a:cubicBezTo>
                  <a:cubicBezTo>
                    <a:pt x="102" y="316"/>
                    <a:pt x="108" y="320"/>
                    <a:pt x="115" y="320"/>
                  </a:cubicBezTo>
                  <a:cubicBezTo>
                    <a:pt x="117" y="320"/>
                    <a:pt x="118" y="320"/>
                    <a:pt x="120" y="319"/>
                  </a:cubicBezTo>
                  <a:cubicBezTo>
                    <a:pt x="129" y="316"/>
                    <a:pt x="133" y="307"/>
                    <a:pt x="135" y="300"/>
                  </a:cubicBezTo>
                  <a:cubicBezTo>
                    <a:pt x="136" y="298"/>
                    <a:pt x="137" y="296"/>
                    <a:pt x="138" y="294"/>
                  </a:cubicBezTo>
                  <a:cubicBezTo>
                    <a:pt x="139" y="294"/>
                    <a:pt x="142" y="294"/>
                    <a:pt x="145" y="294"/>
                  </a:cubicBezTo>
                  <a:cubicBezTo>
                    <a:pt x="152" y="294"/>
                    <a:pt x="161" y="294"/>
                    <a:pt x="167" y="286"/>
                  </a:cubicBezTo>
                  <a:cubicBezTo>
                    <a:pt x="173" y="279"/>
                    <a:pt x="170" y="269"/>
                    <a:pt x="168" y="262"/>
                  </a:cubicBezTo>
                  <a:cubicBezTo>
                    <a:pt x="168" y="260"/>
                    <a:pt x="167" y="257"/>
                    <a:pt x="167" y="256"/>
                  </a:cubicBezTo>
                  <a:cubicBezTo>
                    <a:pt x="168" y="255"/>
                    <a:pt x="170" y="253"/>
                    <a:pt x="172" y="252"/>
                  </a:cubicBezTo>
                  <a:cubicBezTo>
                    <a:pt x="177" y="247"/>
                    <a:pt x="185" y="242"/>
                    <a:pt x="185" y="232"/>
                  </a:cubicBezTo>
                  <a:cubicBezTo>
                    <a:pt x="186" y="223"/>
                    <a:pt x="178" y="217"/>
                    <a:pt x="172" y="212"/>
                  </a:cubicBezTo>
                  <a:close/>
                  <a:moveTo>
                    <a:pt x="159" y="235"/>
                  </a:moveTo>
                  <a:cubicBezTo>
                    <a:pt x="154" y="238"/>
                    <a:pt x="148" y="242"/>
                    <a:pt x="146" y="249"/>
                  </a:cubicBezTo>
                  <a:cubicBezTo>
                    <a:pt x="144" y="255"/>
                    <a:pt x="146" y="262"/>
                    <a:pt x="148" y="268"/>
                  </a:cubicBezTo>
                  <a:cubicBezTo>
                    <a:pt x="148" y="269"/>
                    <a:pt x="148" y="271"/>
                    <a:pt x="149" y="272"/>
                  </a:cubicBezTo>
                  <a:cubicBezTo>
                    <a:pt x="147" y="273"/>
                    <a:pt x="145" y="273"/>
                    <a:pt x="144" y="273"/>
                  </a:cubicBezTo>
                  <a:cubicBezTo>
                    <a:pt x="138" y="273"/>
                    <a:pt x="131" y="273"/>
                    <a:pt x="125" y="277"/>
                  </a:cubicBezTo>
                  <a:cubicBezTo>
                    <a:pt x="120" y="281"/>
                    <a:pt x="117" y="287"/>
                    <a:pt x="115" y="293"/>
                  </a:cubicBezTo>
                  <a:cubicBezTo>
                    <a:pt x="115" y="294"/>
                    <a:pt x="114" y="295"/>
                    <a:pt x="113" y="297"/>
                  </a:cubicBezTo>
                  <a:cubicBezTo>
                    <a:pt x="112" y="296"/>
                    <a:pt x="110" y="294"/>
                    <a:pt x="109" y="293"/>
                  </a:cubicBezTo>
                  <a:cubicBezTo>
                    <a:pt x="104" y="290"/>
                    <a:pt x="99" y="284"/>
                    <a:pt x="92" y="284"/>
                  </a:cubicBezTo>
                  <a:cubicBezTo>
                    <a:pt x="92" y="284"/>
                    <a:pt x="92" y="284"/>
                    <a:pt x="92" y="284"/>
                  </a:cubicBezTo>
                  <a:cubicBezTo>
                    <a:pt x="85" y="284"/>
                    <a:pt x="79" y="289"/>
                    <a:pt x="74" y="293"/>
                  </a:cubicBezTo>
                  <a:cubicBezTo>
                    <a:pt x="73" y="294"/>
                    <a:pt x="71" y="296"/>
                    <a:pt x="70" y="297"/>
                  </a:cubicBezTo>
                  <a:cubicBezTo>
                    <a:pt x="70" y="296"/>
                    <a:pt x="69" y="294"/>
                    <a:pt x="69" y="293"/>
                  </a:cubicBezTo>
                  <a:cubicBezTo>
                    <a:pt x="67" y="287"/>
                    <a:pt x="64" y="280"/>
                    <a:pt x="59" y="276"/>
                  </a:cubicBezTo>
                  <a:cubicBezTo>
                    <a:pt x="53" y="272"/>
                    <a:pt x="46" y="272"/>
                    <a:pt x="40" y="271"/>
                  </a:cubicBezTo>
                  <a:cubicBezTo>
                    <a:pt x="39" y="271"/>
                    <a:pt x="37" y="271"/>
                    <a:pt x="36" y="271"/>
                  </a:cubicBezTo>
                  <a:cubicBezTo>
                    <a:pt x="36" y="270"/>
                    <a:pt x="36" y="268"/>
                    <a:pt x="37" y="267"/>
                  </a:cubicBezTo>
                  <a:cubicBezTo>
                    <a:pt x="39" y="261"/>
                    <a:pt x="41" y="254"/>
                    <a:pt x="39" y="247"/>
                  </a:cubicBezTo>
                  <a:cubicBezTo>
                    <a:pt x="37" y="241"/>
                    <a:pt x="31" y="236"/>
                    <a:pt x="26" y="232"/>
                  </a:cubicBezTo>
                  <a:cubicBezTo>
                    <a:pt x="25" y="232"/>
                    <a:pt x="24" y="231"/>
                    <a:pt x="23" y="230"/>
                  </a:cubicBezTo>
                  <a:cubicBezTo>
                    <a:pt x="24" y="229"/>
                    <a:pt x="25" y="228"/>
                    <a:pt x="26" y="227"/>
                  </a:cubicBezTo>
                  <a:cubicBezTo>
                    <a:pt x="31" y="223"/>
                    <a:pt x="37" y="219"/>
                    <a:pt x="39" y="213"/>
                  </a:cubicBezTo>
                  <a:cubicBezTo>
                    <a:pt x="41" y="206"/>
                    <a:pt x="39" y="199"/>
                    <a:pt x="38" y="193"/>
                  </a:cubicBezTo>
                  <a:cubicBezTo>
                    <a:pt x="37" y="192"/>
                    <a:pt x="37" y="190"/>
                    <a:pt x="37" y="189"/>
                  </a:cubicBezTo>
                  <a:cubicBezTo>
                    <a:pt x="38" y="189"/>
                    <a:pt x="40" y="189"/>
                    <a:pt x="41" y="189"/>
                  </a:cubicBezTo>
                  <a:cubicBezTo>
                    <a:pt x="47" y="189"/>
                    <a:pt x="54" y="189"/>
                    <a:pt x="60" y="185"/>
                  </a:cubicBezTo>
                  <a:cubicBezTo>
                    <a:pt x="66" y="181"/>
                    <a:pt x="68" y="174"/>
                    <a:pt x="70" y="169"/>
                  </a:cubicBezTo>
                  <a:cubicBezTo>
                    <a:pt x="71" y="167"/>
                    <a:pt x="71" y="166"/>
                    <a:pt x="72" y="164"/>
                  </a:cubicBezTo>
                  <a:cubicBezTo>
                    <a:pt x="73" y="165"/>
                    <a:pt x="75" y="167"/>
                    <a:pt x="76" y="168"/>
                  </a:cubicBezTo>
                  <a:cubicBezTo>
                    <a:pt x="81" y="172"/>
                    <a:pt x="87" y="177"/>
                    <a:pt x="93" y="177"/>
                  </a:cubicBezTo>
                  <a:cubicBezTo>
                    <a:pt x="94" y="177"/>
                    <a:pt x="94" y="177"/>
                    <a:pt x="94" y="177"/>
                  </a:cubicBezTo>
                  <a:cubicBezTo>
                    <a:pt x="101" y="177"/>
                    <a:pt x="106" y="172"/>
                    <a:pt x="111" y="168"/>
                  </a:cubicBezTo>
                  <a:cubicBezTo>
                    <a:pt x="112" y="168"/>
                    <a:pt x="114" y="165"/>
                    <a:pt x="115" y="164"/>
                  </a:cubicBezTo>
                  <a:cubicBezTo>
                    <a:pt x="116" y="166"/>
                    <a:pt x="116" y="168"/>
                    <a:pt x="117" y="169"/>
                  </a:cubicBezTo>
                  <a:cubicBezTo>
                    <a:pt x="119" y="175"/>
                    <a:pt x="121" y="181"/>
                    <a:pt x="127" y="185"/>
                  </a:cubicBezTo>
                  <a:cubicBezTo>
                    <a:pt x="132" y="189"/>
                    <a:pt x="139" y="190"/>
                    <a:pt x="145" y="190"/>
                  </a:cubicBezTo>
                  <a:cubicBezTo>
                    <a:pt x="146" y="190"/>
                    <a:pt x="148" y="190"/>
                    <a:pt x="150" y="190"/>
                  </a:cubicBezTo>
                  <a:cubicBezTo>
                    <a:pt x="149" y="192"/>
                    <a:pt x="149" y="193"/>
                    <a:pt x="149" y="194"/>
                  </a:cubicBezTo>
                  <a:cubicBezTo>
                    <a:pt x="147" y="200"/>
                    <a:pt x="145" y="207"/>
                    <a:pt x="147" y="214"/>
                  </a:cubicBezTo>
                  <a:cubicBezTo>
                    <a:pt x="149" y="221"/>
                    <a:pt x="154" y="225"/>
                    <a:pt x="159" y="229"/>
                  </a:cubicBezTo>
                  <a:cubicBezTo>
                    <a:pt x="160" y="230"/>
                    <a:pt x="162" y="231"/>
                    <a:pt x="163" y="232"/>
                  </a:cubicBezTo>
                  <a:cubicBezTo>
                    <a:pt x="161" y="233"/>
                    <a:pt x="160" y="234"/>
                    <a:pt x="159" y="235"/>
                  </a:cubicBezTo>
                  <a:close/>
                  <a:moveTo>
                    <a:pt x="109" y="199"/>
                  </a:moveTo>
                  <a:cubicBezTo>
                    <a:pt x="101" y="195"/>
                    <a:pt x="91" y="194"/>
                    <a:pt x="82" y="197"/>
                  </a:cubicBezTo>
                  <a:cubicBezTo>
                    <a:pt x="73" y="200"/>
                    <a:pt x="66" y="206"/>
                    <a:pt x="61" y="214"/>
                  </a:cubicBezTo>
                  <a:cubicBezTo>
                    <a:pt x="57" y="223"/>
                    <a:pt x="56" y="232"/>
                    <a:pt x="59" y="241"/>
                  </a:cubicBezTo>
                  <a:cubicBezTo>
                    <a:pt x="62" y="250"/>
                    <a:pt x="68" y="258"/>
                    <a:pt x="76" y="262"/>
                  </a:cubicBezTo>
                  <a:cubicBezTo>
                    <a:pt x="81" y="265"/>
                    <a:pt x="87" y="266"/>
                    <a:pt x="93" y="266"/>
                  </a:cubicBezTo>
                  <a:cubicBezTo>
                    <a:pt x="96" y="266"/>
                    <a:pt x="100" y="266"/>
                    <a:pt x="103" y="265"/>
                  </a:cubicBezTo>
                  <a:cubicBezTo>
                    <a:pt x="112" y="262"/>
                    <a:pt x="120" y="256"/>
                    <a:pt x="124" y="247"/>
                  </a:cubicBezTo>
                  <a:cubicBezTo>
                    <a:pt x="129" y="239"/>
                    <a:pt x="129" y="229"/>
                    <a:pt x="127" y="220"/>
                  </a:cubicBezTo>
                  <a:cubicBezTo>
                    <a:pt x="124" y="211"/>
                    <a:pt x="118" y="204"/>
                    <a:pt x="109" y="199"/>
                  </a:cubicBezTo>
                  <a:close/>
                  <a:moveTo>
                    <a:pt x="105" y="237"/>
                  </a:moveTo>
                  <a:cubicBezTo>
                    <a:pt x="103" y="241"/>
                    <a:pt x="101" y="243"/>
                    <a:pt x="97" y="244"/>
                  </a:cubicBezTo>
                  <a:cubicBezTo>
                    <a:pt x="93" y="245"/>
                    <a:pt x="89" y="245"/>
                    <a:pt x="86" y="243"/>
                  </a:cubicBezTo>
                  <a:cubicBezTo>
                    <a:pt x="83" y="241"/>
                    <a:pt x="80" y="239"/>
                    <a:pt x="79" y="235"/>
                  </a:cubicBezTo>
                  <a:cubicBezTo>
                    <a:pt x="78" y="231"/>
                    <a:pt x="78" y="227"/>
                    <a:pt x="80" y="224"/>
                  </a:cubicBezTo>
                  <a:cubicBezTo>
                    <a:pt x="82" y="221"/>
                    <a:pt x="85" y="218"/>
                    <a:pt x="88" y="217"/>
                  </a:cubicBezTo>
                  <a:cubicBezTo>
                    <a:pt x="90" y="217"/>
                    <a:pt x="91" y="216"/>
                    <a:pt x="93" y="216"/>
                  </a:cubicBezTo>
                  <a:cubicBezTo>
                    <a:pt x="95" y="216"/>
                    <a:pt x="97" y="217"/>
                    <a:pt x="99" y="218"/>
                  </a:cubicBezTo>
                  <a:cubicBezTo>
                    <a:pt x="103" y="220"/>
                    <a:pt x="105" y="223"/>
                    <a:pt x="106" y="226"/>
                  </a:cubicBezTo>
                  <a:cubicBezTo>
                    <a:pt x="107" y="230"/>
                    <a:pt x="107" y="234"/>
                    <a:pt x="105" y="237"/>
                  </a:cubicBezTo>
                  <a:close/>
                  <a:moveTo>
                    <a:pt x="311" y="74"/>
                  </a:moveTo>
                  <a:cubicBezTo>
                    <a:pt x="309" y="72"/>
                    <a:pt x="307" y="70"/>
                    <a:pt x="306" y="69"/>
                  </a:cubicBezTo>
                  <a:cubicBezTo>
                    <a:pt x="306" y="67"/>
                    <a:pt x="307" y="64"/>
                    <a:pt x="308" y="62"/>
                  </a:cubicBezTo>
                  <a:cubicBezTo>
                    <a:pt x="310" y="55"/>
                    <a:pt x="313" y="46"/>
                    <a:pt x="307" y="38"/>
                  </a:cubicBezTo>
                  <a:cubicBezTo>
                    <a:pt x="302" y="31"/>
                    <a:pt x="292" y="30"/>
                    <a:pt x="285" y="30"/>
                  </a:cubicBezTo>
                  <a:cubicBezTo>
                    <a:pt x="283" y="30"/>
                    <a:pt x="280" y="30"/>
                    <a:pt x="278" y="29"/>
                  </a:cubicBezTo>
                  <a:cubicBezTo>
                    <a:pt x="277" y="28"/>
                    <a:pt x="276" y="25"/>
                    <a:pt x="276" y="23"/>
                  </a:cubicBezTo>
                  <a:cubicBezTo>
                    <a:pt x="273" y="16"/>
                    <a:pt x="270" y="7"/>
                    <a:pt x="261" y="4"/>
                  </a:cubicBezTo>
                  <a:cubicBezTo>
                    <a:pt x="252" y="1"/>
                    <a:pt x="244" y="6"/>
                    <a:pt x="238" y="10"/>
                  </a:cubicBezTo>
                  <a:cubicBezTo>
                    <a:pt x="237" y="12"/>
                    <a:pt x="234" y="13"/>
                    <a:pt x="232" y="14"/>
                  </a:cubicBezTo>
                  <a:cubicBezTo>
                    <a:pt x="231" y="13"/>
                    <a:pt x="229" y="12"/>
                    <a:pt x="227" y="10"/>
                  </a:cubicBezTo>
                  <a:cubicBezTo>
                    <a:pt x="221" y="6"/>
                    <a:pt x="213" y="0"/>
                    <a:pt x="204" y="3"/>
                  </a:cubicBezTo>
                  <a:cubicBezTo>
                    <a:pt x="195" y="6"/>
                    <a:pt x="191" y="16"/>
                    <a:pt x="189" y="22"/>
                  </a:cubicBezTo>
                  <a:cubicBezTo>
                    <a:pt x="188" y="24"/>
                    <a:pt x="187" y="27"/>
                    <a:pt x="186" y="28"/>
                  </a:cubicBezTo>
                  <a:cubicBezTo>
                    <a:pt x="185" y="29"/>
                    <a:pt x="182" y="29"/>
                    <a:pt x="180" y="29"/>
                  </a:cubicBezTo>
                  <a:cubicBezTo>
                    <a:pt x="172" y="29"/>
                    <a:pt x="163" y="29"/>
                    <a:pt x="157" y="36"/>
                  </a:cubicBezTo>
                  <a:cubicBezTo>
                    <a:pt x="151" y="44"/>
                    <a:pt x="154" y="53"/>
                    <a:pt x="156" y="60"/>
                  </a:cubicBezTo>
                  <a:cubicBezTo>
                    <a:pt x="156" y="62"/>
                    <a:pt x="157" y="65"/>
                    <a:pt x="157" y="67"/>
                  </a:cubicBezTo>
                  <a:cubicBezTo>
                    <a:pt x="156" y="68"/>
                    <a:pt x="154" y="70"/>
                    <a:pt x="152" y="71"/>
                  </a:cubicBezTo>
                  <a:cubicBezTo>
                    <a:pt x="147" y="75"/>
                    <a:pt x="139" y="81"/>
                    <a:pt x="139" y="91"/>
                  </a:cubicBezTo>
                  <a:cubicBezTo>
                    <a:pt x="138" y="100"/>
                    <a:pt x="146" y="106"/>
                    <a:pt x="152" y="110"/>
                  </a:cubicBezTo>
                  <a:cubicBezTo>
                    <a:pt x="153" y="112"/>
                    <a:pt x="156" y="114"/>
                    <a:pt x="157" y="115"/>
                  </a:cubicBezTo>
                  <a:cubicBezTo>
                    <a:pt x="157" y="116"/>
                    <a:pt x="156" y="120"/>
                    <a:pt x="155" y="122"/>
                  </a:cubicBezTo>
                  <a:cubicBezTo>
                    <a:pt x="153" y="129"/>
                    <a:pt x="150" y="138"/>
                    <a:pt x="156" y="146"/>
                  </a:cubicBezTo>
                  <a:cubicBezTo>
                    <a:pt x="161" y="153"/>
                    <a:pt x="171" y="154"/>
                    <a:pt x="178" y="154"/>
                  </a:cubicBezTo>
                  <a:cubicBezTo>
                    <a:pt x="180" y="154"/>
                    <a:pt x="183" y="154"/>
                    <a:pt x="185" y="155"/>
                  </a:cubicBezTo>
                  <a:cubicBezTo>
                    <a:pt x="185" y="156"/>
                    <a:pt x="186" y="159"/>
                    <a:pt x="187" y="161"/>
                  </a:cubicBezTo>
                  <a:cubicBezTo>
                    <a:pt x="189" y="168"/>
                    <a:pt x="192" y="177"/>
                    <a:pt x="201" y="180"/>
                  </a:cubicBezTo>
                  <a:cubicBezTo>
                    <a:pt x="210" y="183"/>
                    <a:pt x="218" y="178"/>
                    <a:pt x="224" y="174"/>
                  </a:cubicBezTo>
                  <a:cubicBezTo>
                    <a:pt x="226" y="172"/>
                    <a:pt x="229" y="171"/>
                    <a:pt x="230" y="170"/>
                  </a:cubicBezTo>
                  <a:cubicBezTo>
                    <a:pt x="232" y="171"/>
                    <a:pt x="234" y="172"/>
                    <a:pt x="236" y="174"/>
                  </a:cubicBezTo>
                  <a:cubicBezTo>
                    <a:pt x="240" y="177"/>
                    <a:pt x="247" y="181"/>
                    <a:pt x="254" y="181"/>
                  </a:cubicBezTo>
                  <a:cubicBezTo>
                    <a:pt x="255" y="181"/>
                    <a:pt x="257" y="181"/>
                    <a:pt x="259" y="181"/>
                  </a:cubicBezTo>
                  <a:cubicBezTo>
                    <a:pt x="268" y="178"/>
                    <a:pt x="271" y="168"/>
                    <a:pt x="274" y="162"/>
                  </a:cubicBezTo>
                  <a:cubicBezTo>
                    <a:pt x="275" y="160"/>
                    <a:pt x="276" y="157"/>
                    <a:pt x="276" y="156"/>
                  </a:cubicBezTo>
                  <a:cubicBezTo>
                    <a:pt x="278" y="155"/>
                    <a:pt x="281" y="155"/>
                    <a:pt x="283" y="155"/>
                  </a:cubicBezTo>
                  <a:cubicBezTo>
                    <a:pt x="290" y="155"/>
                    <a:pt x="300" y="155"/>
                    <a:pt x="306" y="148"/>
                  </a:cubicBezTo>
                  <a:cubicBezTo>
                    <a:pt x="311" y="140"/>
                    <a:pt x="309" y="131"/>
                    <a:pt x="307" y="124"/>
                  </a:cubicBezTo>
                  <a:cubicBezTo>
                    <a:pt x="306" y="122"/>
                    <a:pt x="305" y="119"/>
                    <a:pt x="305" y="117"/>
                  </a:cubicBezTo>
                  <a:cubicBezTo>
                    <a:pt x="306" y="116"/>
                    <a:pt x="309" y="114"/>
                    <a:pt x="310" y="113"/>
                  </a:cubicBezTo>
                  <a:cubicBezTo>
                    <a:pt x="316" y="109"/>
                    <a:pt x="324" y="103"/>
                    <a:pt x="324" y="93"/>
                  </a:cubicBezTo>
                  <a:cubicBezTo>
                    <a:pt x="324" y="84"/>
                    <a:pt x="317" y="78"/>
                    <a:pt x="311" y="74"/>
                  </a:cubicBezTo>
                  <a:close/>
                  <a:moveTo>
                    <a:pt x="298" y="96"/>
                  </a:moveTo>
                  <a:cubicBezTo>
                    <a:pt x="293" y="100"/>
                    <a:pt x="287" y="104"/>
                    <a:pt x="285" y="110"/>
                  </a:cubicBezTo>
                  <a:cubicBezTo>
                    <a:pt x="283" y="117"/>
                    <a:pt x="285" y="123"/>
                    <a:pt x="286" y="129"/>
                  </a:cubicBezTo>
                  <a:cubicBezTo>
                    <a:pt x="287" y="131"/>
                    <a:pt x="287" y="132"/>
                    <a:pt x="287" y="134"/>
                  </a:cubicBezTo>
                  <a:cubicBezTo>
                    <a:pt x="286" y="134"/>
                    <a:pt x="284" y="134"/>
                    <a:pt x="283" y="134"/>
                  </a:cubicBezTo>
                  <a:cubicBezTo>
                    <a:pt x="277" y="134"/>
                    <a:pt x="270" y="134"/>
                    <a:pt x="264" y="138"/>
                  </a:cubicBezTo>
                  <a:cubicBezTo>
                    <a:pt x="258" y="142"/>
                    <a:pt x="256" y="148"/>
                    <a:pt x="254" y="154"/>
                  </a:cubicBezTo>
                  <a:cubicBezTo>
                    <a:pt x="253" y="155"/>
                    <a:pt x="253" y="157"/>
                    <a:pt x="252" y="158"/>
                  </a:cubicBezTo>
                  <a:cubicBezTo>
                    <a:pt x="251" y="157"/>
                    <a:pt x="249" y="155"/>
                    <a:pt x="248" y="155"/>
                  </a:cubicBezTo>
                  <a:cubicBezTo>
                    <a:pt x="243" y="151"/>
                    <a:pt x="237" y="145"/>
                    <a:pt x="231" y="145"/>
                  </a:cubicBezTo>
                  <a:cubicBezTo>
                    <a:pt x="230" y="145"/>
                    <a:pt x="230" y="145"/>
                    <a:pt x="230" y="145"/>
                  </a:cubicBezTo>
                  <a:cubicBezTo>
                    <a:pt x="223" y="145"/>
                    <a:pt x="218" y="151"/>
                    <a:pt x="213" y="154"/>
                  </a:cubicBezTo>
                  <a:cubicBezTo>
                    <a:pt x="212" y="155"/>
                    <a:pt x="210" y="157"/>
                    <a:pt x="209" y="158"/>
                  </a:cubicBezTo>
                  <a:cubicBezTo>
                    <a:pt x="208" y="157"/>
                    <a:pt x="208" y="155"/>
                    <a:pt x="207" y="154"/>
                  </a:cubicBezTo>
                  <a:cubicBezTo>
                    <a:pt x="205" y="148"/>
                    <a:pt x="203" y="141"/>
                    <a:pt x="197" y="137"/>
                  </a:cubicBezTo>
                  <a:cubicBezTo>
                    <a:pt x="192" y="133"/>
                    <a:pt x="185" y="133"/>
                    <a:pt x="179" y="133"/>
                  </a:cubicBezTo>
                  <a:cubicBezTo>
                    <a:pt x="178" y="133"/>
                    <a:pt x="176" y="133"/>
                    <a:pt x="174" y="132"/>
                  </a:cubicBezTo>
                  <a:cubicBezTo>
                    <a:pt x="175" y="131"/>
                    <a:pt x="175" y="129"/>
                    <a:pt x="175" y="128"/>
                  </a:cubicBezTo>
                  <a:cubicBezTo>
                    <a:pt x="177" y="122"/>
                    <a:pt x="179" y="115"/>
                    <a:pt x="177" y="109"/>
                  </a:cubicBezTo>
                  <a:cubicBezTo>
                    <a:pt x="175" y="102"/>
                    <a:pt x="170" y="98"/>
                    <a:pt x="165" y="94"/>
                  </a:cubicBezTo>
                  <a:cubicBezTo>
                    <a:pt x="164" y="93"/>
                    <a:pt x="162" y="92"/>
                    <a:pt x="161" y="91"/>
                  </a:cubicBezTo>
                  <a:cubicBezTo>
                    <a:pt x="163" y="90"/>
                    <a:pt x="164" y="89"/>
                    <a:pt x="165" y="88"/>
                  </a:cubicBezTo>
                  <a:cubicBezTo>
                    <a:pt x="170" y="84"/>
                    <a:pt x="176" y="80"/>
                    <a:pt x="178" y="74"/>
                  </a:cubicBezTo>
                  <a:cubicBezTo>
                    <a:pt x="180" y="67"/>
                    <a:pt x="178" y="61"/>
                    <a:pt x="176" y="55"/>
                  </a:cubicBezTo>
                  <a:cubicBezTo>
                    <a:pt x="176" y="53"/>
                    <a:pt x="176" y="52"/>
                    <a:pt x="175" y="50"/>
                  </a:cubicBezTo>
                  <a:cubicBezTo>
                    <a:pt x="177" y="50"/>
                    <a:pt x="179" y="50"/>
                    <a:pt x="180" y="50"/>
                  </a:cubicBezTo>
                  <a:cubicBezTo>
                    <a:pt x="186" y="50"/>
                    <a:pt x="193" y="50"/>
                    <a:pt x="199" y="46"/>
                  </a:cubicBezTo>
                  <a:cubicBezTo>
                    <a:pt x="204" y="42"/>
                    <a:pt x="207" y="36"/>
                    <a:pt x="209" y="30"/>
                  </a:cubicBezTo>
                  <a:cubicBezTo>
                    <a:pt x="209" y="29"/>
                    <a:pt x="210" y="27"/>
                    <a:pt x="211" y="26"/>
                  </a:cubicBezTo>
                  <a:cubicBezTo>
                    <a:pt x="212" y="27"/>
                    <a:pt x="214" y="29"/>
                    <a:pt x="215" y="29"/>
                  </a:cubicBezTo>
                  <a:cubicBezTo>
                    <a:pt x="220" y="33"/>
                    <a:pt x="225" y="39"/>
                    <a:pt x="232" y="39"/>
                  </a:cubicBezTo>
                  <a:cubicBezTo>
                    <a:pt x="232" y="39"/>
                    <a:pt x="232" y="39"/>
                    <a:pt x="232" y="39"/>
                  </a:cubicBezTo>
                  <a:cubicBezTo>
                    <a:pt x="239" y="39"/>
                    <a:pt x="245" y="33"/>
                    <a:pt x="250" y="30"/>
                  </a:cubicBezTo>
                  <a:cubicBezTo>
                    <a:pt x="251" y="29"/>
                    <a:pt x="253" y="27"/>
                    <a:pt x="254" y="26"/>
                  </a:cubicBezTo>
                  <a:cubicBezTo>
                    <a:pt x="254" y="27"/>
                    <a:pt x="255" y="29"/>
                    <a:pt x="255" y="30"/>
                  </a:cubicBezTo>
                  <a:cubicBezTo>
                    <a:pt x="257" y="36"/>
                    <a:pt x="260" y="43"/>
                    <a:pt x="265" y="47"/>
                  </a:cubicBezTo>
                  <a:cubicBezTo>
                    <a:pt x="271" y="51"/>
                    <a:pt x="278" y="51"/>
                    <a:pt x="284" y="51"/>
                  </a:cubicBezTo>
                  <a:cubicBezTo>
                    <a:pt x="285" y="51"/>
                    <a:pt x="287" y="51"/>
                    <a:pt x="288" y="52"/>
                  </a:cubicBezTo>
                  <a:cubicBezTo>
                    <a:pt x="288" y="53"/>
                    <a:pt x="288" y="55"/>
                    <a:pt x="287" y="56"/>
                  </a:cubicBezTo>
                  <a:cubicBezTo>
                    <a:pt x="285" y="62"/>
                    <a:pt x="283" y="69"/>
                    <a:pt x="285" y="75"/>
                  </a:cubicBezTo>
                  <a:cubicBezTo>
                    <a:pt x="287" y="82"/>
                    <a:pt x="293" y="86"/>
                    <a:pt x="298" y="90"/>
                  </a:cubicBezTo>
                  <a:cubicBezTo>
                    <a:pt x="299" y="91"/>
                    <a:pt x="300" y="92"/>
                    <a:pt x="301" y="93"/>
                  </a:cubicBezTo>
                  <a:cubicBezTo>
                    <a:pt x="300" y="94"/>
                    <a:pt x="299" y="95"/>
                    <a:pt x="298" y="96"/>
                  </a:cubicBezTo>
                  <a:close/>
                  <a:moveTo>
                    <a:pt x="248" y="61"/>
                  </a:moveTo>
                  <a:cubicBezTo>
                    <a:pt x="239" y="56"/>
                    <a:pt x="230" y="55"/>
                    <a:pt x="221" y="58"/>
                  </a:cubicBezTo>
                  <a:cubicBezTo>
                    <a:pt x="212" y="61"/>
                    <a:pt x="204" y="67"/>
                    <a:pt x="200" y="75"/>
                  </a:cubicBezTo>
                  <a:cubicBezTo>
                    <a:pt x="195" y="84"/>
                    <a:pt x="195" y="93"/>
                    <a:pt x="197" y="103"/>
                  </a:cubicBezTo>
                  <a:cubicBezTo>
                    <a:pt x="200" y="112"/>
                    <a:pt x="206" y="119"/>
                    <a:pt x="215" y="123"/>
                  </a:cubicBezTo>
                  <a:cubicBezTo>
                    <a:pt x="220" y="126"/>
                    <a:pt x="226" y="128"/>
                    <a:pt x="231" y="128"/>
                  </a:cubicBezTo>
                  <a:cubicBezTo>
                    <a:pt x="235" y="128"/>
                    <a:pt x="238" y="127"/>
                    <a:pt x="242" y="126"/>
                  </a:cubicBezTo>
                  <a:cubicBezTo>
                    <a:pt x="251" y="123"/>
                    <a:pt x="258" y="117"/>
                    <a:pt x="263" y="109"/>
                  </a:cubicBezTo>
                  <a:cubicBezTo>
                    <a:pt x="267" y="100"/>
                    <a:pt x="268" y="91"/>
                    <a:pt x="265" y="81"/>
                  </a:cubicBezTo>
                  <a:cubicBezTo>
                    <a:pt x="262" y="72"/>
                    <a:pt x="256" y="65"/>
                    <a:pt x="248" y="61"/>
                  </a:cubicBezTo>
                  <a:close/>
                  <a:moveTo>
                    <a:pt x="244" y="99"/>
                  </a:moveTo>
                  <a:cubicBezTo>
                    <a:pt x="242" y="102"/>
                    <a:pt x="239" y="104"/>
                    <a:pt x="236" y="106"/>
                  </a:cubicBezTo>
                  <a:cubicBezTo>
                    <a:pt x="232" y="107"/>
                    <a:pt x="228" y="106"/>
                    <a:pt x="225" y="105"/>
                  </a:cubicBezTo>
                  <a:cubicBezTo>
                    <a:pt x="221" y="103"/>
                    <a:pt x="219" y="100"/>
                    <a:pt x="218" y="96"/>
                  </a:cubicBezTo>
                  <a:cubicBezTo>
                    <a:pt x="217" y="93"/>
                    <a:pt x="217" y="89"/>
                    <a:pt x="219" y="85"/>
                  </a:cubicBezTo>
                  <a:cubicBezTo>
                    <a:pt x="221" y="82"/>
                    <a:pt x="223" y="80"/>
                    <a:pt x="227" y="78"/>
                  </a:cubicBezTo>
                  <a:cubicBezTo>
                    <a:pt x="229" y="78"/>
                    <a:pt x="230" y="78"/>
                    <a:pt x="231" y="78"/>
                  </a:cubicBezTo>
                  <a:cubicBezTo>
                    <a:pt x="234" y="78"/>
                    <a:pt x="236" y="78"/>
                    <a:pt x="238" y="79"/>
                  </a:cubicBezTo>
                  <a:cubicBezTo>
                    <a:pt x="241" y="81"/>
                    <a:pt x="244" y="84"/>
                    <a:pt x="245" y="88"/>
                  </a:cubicBezTo>
                  <a:cubicBezTo>
                    <a:pt x="246" y="91"/>
                    <a:pt x="246" y="95"/>
                    <a:pt x="244" y="9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80" name="Group 965">
            <a:extLst>
              <a:ext uri="{FF2B5EF4-FFF2-40B4-BE49-F238E27FC236}">
                <a16:creationId xmlns:a16="http://schemas.microsoft.com/office/drawing/2014/main" id="{48C74893-EC01-46FB-A1DD-660B69ABEC67}"/>
              </a:ext>
            </a:extLst>
          </p:cNvPr>
          <p:cNvGrpSpPr>
            <a:grpSpLocks noChangeAspect="1"/>
          </p:cNvGrpSpPr>
          <p:nvPr/>
        </p:nvGrpSpPr>
        <p:grpSpPr bwMode="auto">
          <a:xfrm>
            <a:off x="2283132" y="3748415"/>
            <a:ext cx="367983" cy="369065"/>
            <a:chOff x="3319" y="4077"/>
            <a:chExt cx="340" cy="341"/>
          </a:xfrm>
          <a:solidFill>
            <a:schemeClr val="bg1"/>
          </a:solidFill>
        </p:grpSpPr>
        <p:sp>
          <p:nvSpPr>
            <p:cNvPr id="281" name="Freeform 966">
              <a:extLst>
                <a:ext uri="{FF2B5EF4-FFF2-40B4-BE49-F238E27FC236}">
                  <a16:creationId xmlns:a16="http://schemas.microsoft.com/office/drawing/2014/main" id="{FD70B91B-14AE-40B8-8BC4-0B17A4C3AC75}"/>
                </a:ext>
              </a:extLst>
            </p:cNvPr>
            <p:cNvSpPr>
              <a:spLocks noEditPoints="1"/>
            </p:cNvSpPr>
            <p:nvPr/>
          </p:nvSpPr>
          <p:spPr bwMode="auto">
            <a:xfrm>
              <a:off x="3439" y="4141"/>
              <a:ext cx="99" cy="206"/>
            </a:xfrm>
            <a:custGeom>
              <a:avLst/>
              <a:gdLst>
                <a:gd name="T0" fmla="*/ 139 w 149"/>
                <a:gd name="T1" fmla="*/ 245 h 309"/>
                <a:gd name="T2" fmla="*/ 125 w 149"/>
                <a:gd name="T3" fmla="*/ 245 h 309"/>
                <a:gd name="T4" fmla="*/ 113 w 149"/>
                <a:gd name="T5" fmla="*/ 117 h 309"/>
                <a:gd name="T6" fmla="*/ 128 w 149"/>
                <a:gd name="T7" fmla="*/ 117 h 309"/>
                <a:gd name="T8" fmla="*/ 139 w 149"/>
                <a:gd name="T9" fmla="*/ 106 h 309"/>
                <a:gd name="T10" fmla="*/ 128 w 149"/>
                <a:gd name="T11" fmla="*/ 96 h 309"/>
                <a:gd name="T12" fmla="*/ 118 w 149"/>
                <a:gd name="T13" fmla="*/ 96 h 309"/>
                <a:gd name="T14" fmla="*/ 127 w 149"/>
                <a:gd name="T15" fmla="*/ 68 h 309"/>
                <a:gd name="T16" fmla="*/ 126 w 149"/>
                <a:gd name="T17" fmla="*/ 58 h 309"/>
                <a:gd name="T18" fmla="*/ 117 w 149"/>
                <a:gd name="T19" fmla="*/ 53 h 309"/>
                <a:gd name="T20" fmla="*/ 98 w 149"/>
                <a:gd name="T21" fmla="*/ 53 h 309"/>
                <a:gd name="T22" fmla="*/ 107 w 149"/>
                <a:gd name="T23" fmla="*/ 32 h 309"/>
                <a:gd name="T24" fmla="*/ 75 w 149"/>
                <a:gd name="T25" fmla="*/ 0 h 309"/>
                <a:gd name="T26" fmla="*/ 43 w 149"/>
                <a:gd name="T27" fmla="*/ 32 h 309"/>
                <a:gd name="T28" fmla="*/ 51 w 149"/>
                <a:gd name="T29" fmla="*/ 53 h 309"/>
                <a:gd name="T30" fmla="*/ 32 w 149"/>
                <a:gd name="T31" fmla="*/ 53 h 309"/>
                <a:gd name="T32" fmla="*/ 23 w 149"/>
                <a:gd name="T33" fmla="*/ 58 h 309"/>
                <a:gd name="T34" fmla="*/ 22 w 149"/>
                <a:gd name="T35" fmla="*/ 68 h 309"/>
                <a:gd name="T36" fmla="*/ 31 w 149"/>
                <a:gd name="T37" fmla="*/ 96 h 309"/>
                <a:gd name="T38" fmla="*/ 21 w 149"/>
                <a:gd name="T39" fmla="*/ 96 h 309"/>
                <a:gd name="T40" fmla="*/ 11 w 149"/>
                <a:gd name="T41" fmla="*/ 106 h 309"/>
                <a:gd name="T42" fmla="*/ 21 w 149"/>
                <a:gd name="T43" fmla="*/ 117 h 309"/>
                <a:gd name="T44" fmla="*/ 36 w 149"/>
                <a:gd name="T45" fmla="*/ 117 h 309"/>
                <a:gd name="T46" fmla="*/ 25 w 149"/>
                <a:gd name="T47" fmla="*/ 245 h 309"/>
                <a:gd name="T48" fmla="*/ 11 w 149"/>
                <a:gd name="T49" fmla="*/ 245 h 309"/>
                <a:gd name="T50" fmla="*/ 0 w 149"/>
                <a:gd name="T51" fmla="*/ 256 h 309"/>
                <a:gd name="T52" fmla="*/ 0 w 149"/>
                <a:gd name="T53" fmla="*/ 298 h 309"/>
                <a:gd name="T54" fmla="*/ 11 w 149"/>
                <a:gd name="T55" fmla="*/ 309 h 309"/>
                <a:gd name="T56" fmla="*/ 139 w 149"/>
                <a:gd name="T57" fmla="*/ 309 h 309"/>
                <a:gd name="T58" fmla="*/ 149 w 149"/>
                <a:gd name="T59" fmla="*/ 298 h 309"/>
                <a:gd name="T60" fmla="*/ 149 w 149"/>
                <a:gd name="T61" fmla="*/ 256 h 309"/>
                <a:gd name="T62" fmla="*/ 139 w 149"/>
                <a:gd name="T63" fmla="*/ 245 h 309"/>
                <a:gd name="T64" fmla="*/ 75 w 149"/>
                <a:gd name="T65" fmla="*/ 21 h 309"/>
                <a:gd name="T66" fmla="*/ 85 w 149"/>
                <a:gd name="T67" fmla="*/ 32 h 309"/>
                <a:gd name="T68" fmla="*/ 75 w 149"/>
                <a:gd name="T69" fmla="*/ 42 h 309"/>
                <a:gd name="T70" fmla="*/ 64 w 149"/>
                <a:gd name="T71" fmla="*/ 32 h 309"/>
                <a:gd name="T72" fmla="*/ 75 w 149"/>
                <a:gd name="T73" fmla="*/ 21 h 309"/>
                <a:gd name="T74" fmla="*/ 47 w 149"/>
                <a:gd name="T75" fmla="*/ 74 h 309"/>
                <a:gd name="T76" fmla="*/ 102 w 149"/>
                <a:gd name="T77" fmla="*/ 74 h 309"/>
                <a:gd name="T78" fmla="*/ 95 w 149"/>
                <a:gd name="T79" fmla="*/ 96 h 309"/>
                <a:gd name="T80" fmla="*/ 53 w 149"/>
                <a:gd name="T81" fmla="*/ 96 h 309"/>
                <a:gd name="T82" fmla="*/ 47 w 149"/>
                <a:gd name="T83" fmla="*/ 74 h 309"/>
                <a:gd name="T84" fmla="*/ 57 w 149"/>
                <a:gd name="T85" fmla="*/ 117 h 309"/>
                <a:gd name="T86" fmla="*/ 91 w 149"/>
                <a:gd name="T87" fmla="*/ 117 h 309"/>
                <a:gd name="T88" fmla="*/ 102 w 149"/>
                <a:gd name="T89" fmla="*/ 245 h 309"/>
                <a:gd name="T90" fmla="*/ 48 w 149"/>
                <a:gd name="T91" fmla="*/ 245 h 309"/>
                <a:gd name="T92" fmla="*/ 57 w 149"/>
                <a:gd name="T93" fmla="*/ 117 h 309"/>
                <a:gd name="T94" fmla="*/ 128 w 149"/>
                <a:gd name="T95" fmla="*/ 288 h 309"/>
                <a:gd name="T96" fmla="*/ 21 w 149"/>
                <a:gd name="T97" fmla="*/ 288 h 309"/>
                <a:gd name="T98" fmla="*/ 21 w 149"/>
                <a:gd name="T99" fmla="*/ 266 h 309"/>
                <a:gd name="T100" fmla="*/ 128 w 149"/>
                <a:gd name="T101" fmla="*/ 266 h 309"/>
                <a:gd name="T102" fmla="*/ 128 w 149"/>
                <a:gd name="T103" fmla="*/ 28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9" h="309">
                  <a:moveTo>
                    <a:pt x="139" y="245"/>
                  </a:moveTo>
                  <a:cubicBezTo>
                    <a:pt x="125" y="245"/>
                    <a:pt x="125" y="245"/>
                    <a:pt x="125" y="245"/>
                  </a:cubicBezTo>
                  <a:cubicBezTo>
                    <a:pt x="106" y="195"/>
                    <a:pt x="107" y="149"/>
                    <a:pt x="113" y="117"/>
                  </a:cubicBezTo>
                  <a:cubicBezTo>
                    <a:pt x="128" y="117"/>
                    <a:pt x="128" y="117"/>
                    <a:pt x="128" y="117"/>
                  </a:cubicBezTo>
                  <a:cubicBezTo>
                    <a:pt x="134" y="117"/>
                    <a:pt x="139" y="112"/>
                    <a:pt x="139" y="106"/>
                  </a:cubicBezTo>
                  <a:cubicBezTo>
                    <a:pt x="139" y="100"/>
                    <a:pt x="134" y="96"/>
                    <a:pt x="128" y="96"/>
                  </a:cubicBezTo>
                  <a:cubicBezTo>
                    <a:pt x="118" y="96"/>
                    <a:pt x="118" y="96"/>
                    <a:pt x="118" y="96"/>
                  </a:cubicBezTo>
                  <a:cubicBezTo>
                    <a:pt x="122" y="79"/>
                    <a:pt x="127" y="69"/>
                    <a:pt x="127" y="68"/>
                  </a:cubicBezTo>
                  <a:cubicBezTo>
                    <a:pt x="129" y="65"/>
                    <a:pt x="128" y="61"/>
                    <a:pt x="126" y="58"/>
                  </a:cubicBezTo>
                  <a:cubicBezTo>
                    <a:pt x="124" y="55"/>
                    <a:pt x="121" y="53"/>
                    <a:pt x="117" y="53"/>
                  </a:cubicBezTo>
                  <a:cubicBezTo>
                    <a:pt x="98" y="53"/>
                    <a:pt x="98" y="53"/>
                    <a:pt x="98" y="53"/>
                  </a:cubicBezTo>
                  <a:cubicBezTo>
                    <a:pt x="103" y="47"/>
                    <a:pt x="107" y="40"/>
                    <a:pt x="107" y="32"/>
                  </a:cubicBezTo>
                  <a:cubicBezTo>
                    <a:pt x="107" y="14"/>
                    <a:pt x="92" y="0"/>
                    <a:pt x="75" y="0"/>
                  </a:cubicBezTo>
                  <a:cubicBezTo>
                    <a:pt x="57" y="0"/>
                    <a:pt x="43" y="14"/>
                    <a:pt x="43" y="32"/>
                  </a:cubicBezTo>
                  <a:cubicBezTo>
                    <a:pt x="43" y="40"/>
                    <a:pt x="46" y="47"/>
                    <a:pt x="51" y="53"/>
                  </a:cubicBezTo>
                  <a:cubicBezTo>
                    <a:pt x="32" y="53"/>
                    <a:pt x="32" y="53"/>
                    <a:pt x="32" y="53"/>
                  </a:cubicBezTo>
                  <a:cubicBezTo>
                    <a:pt x="28" y="53"/>
                    <a:pt x="25" y="55"/>
                    <a:pt x="23" y="58"/>
                  </a:cubicBezTo>
                  <a:cubicBezTo>
                    <a:pt x="21" y="61"/>
                    <a:pt x="21" y="64"/>
                    <a:pt x="22" y="68"/>
                  </a:cubicBezTo>
                  <a:cubicBezTo>
                    <a:pt x="22" y="68"/>
                    <a:pt x="26" y="79"/>
                    <a:pt x="31" y="96"/>
                  </a:cubicBezTo>
                  <a:cubicBezTo>
                    <a:pt x="21" y="96"/>
                    <a:pt x="21" y="96"/>
                    <a:pt x="21" y="96"/>
                  </a:cubicBezTo>
                  <a:cubicBezTo>
                    <a:pt x="15" y="96"/>
                    <a:pt x="11" y="100"/>
                    <a:pt x="11" y="106"/>
                  </a:cubicBezTo>
                  <a:cubicBezTo>
                    <a:pt x="11" y="112"/>
                    <a:pt x="15" y="117"/>
                    <a:pt x="21" y="117"/>
                  </a:cubicBezTo>
                  <a:cubicBezTo>
                    <a:pt x="36" y="117"/>
                    <a:pt x="36" y="117"/>
                    <a:pt x="36" y="117"/>
                  </a:cubicBezTo>
                  <a:cubicBezTo>
                    <a:pt x="42" y="153"/>
                    <a:pt x="45" y="202"/>
                    <a:pt x="25" y="245"/>
                  </a:cubicBezTo>
                  <a:cubicBezTo>
                    <a:pt x="11" y="245"/>
                    <a:pt x="11" y="245"/>
                    <a:pt x="11" y="245"/>
                  </a:cubicBezTo>
                  <a:cubicBezTo>
                    <a:pt x="5" y="245"/>
                    <a:pt x="0" y="250"/>
                    <a:pt x="0" y="256"/>
                  </a:cubicBezTo>
                  <a:cubicBezTo>
                    <a:pt x="0" y="298"/>
                    <a:pt x="0" y="298"/>
                    <a:pt x="0" y="298"/>
                  </a:cubicBezTo>
                  <a:cubicBezTo>
                    <a:pt x="0" y="304"/>
                    <a:pt x="5" y="309"/>
                    <a:pt x="11" y="309"/>
                  </a:cubicBezTo>
                  <a:cubicBezTo>
                    <a:pt x="139" y="309"/>
                    <a:pt x="139" y="309"/>
                    <a:pt x="139" y="309"/>
                  </a:cubicBezTo>
                  <a:cubicBezTo>
                    <a:pt x="145" y="309"/>
                    <a:pt x="149" y="304"/>
                    <a:pt x="149" y="298"/>
                  </a:cubicBezTo>
                  <a:cubicBezTo>
                    <a:pt x="149" y="256"/>
                    <a:pt x="149" y="256"/>
                    <a:pt x="149" y="256"/>
                  </a:cubicBezTo>
                  <a:cubicBezTo>
                    <a:pt x="149" y="250"/>
                    <a:pt x="145" y="245"/>
                    <a:pt x="139" y="245"/>
                  </a:cubicBezTo>
                  <a:close/>
                  <a:moveTo>
                    <a:pt x="75" y="21"/>
                  </a:moveTo>
                  <a:cubicBezTo>
                    <a:pt x="81" y="21"/>
                    <a:pt x="85" y="26"/>
                    <a:pt x="85" y="32"/>
                  </a:cubicBezTo>
                  <a:cubicBezTo>
                    <a:pt x="85" y="38"/>
                    <a:pt x="81" y="42"/>
                    <a:pt x="75" y="42"/>
                  </a:cubicBezTo>
                  <a:cubicBezTo>
                    <a:pt x="69" y="42"/>
                    <a:pt x="64" y="38"/>
                    <a:pt x="64" y="32"/>
                  </a:cubicBezTo>
                  <a:cubicBezTo>
                    <a:pt x="64" y="26"/>
                    <a:pt x="69" y="21"/>
                    <a:pt x="75" y="21"/>
                  </a:cubicBezTo>
                  <a:close/>
                  <a:moveTo>
                    <a:pt x="47" y="74"/>
                  </a:moveTo>
                  <a:cubicBezTo>
                    <a:pt x="102" y="74"/>
                    <a:pt x="102" y="74"/>
                    <a:pt x="102" y="74"/>
                  </a:cubicBezTo>
                  <a:cubicBezTo>
                    <a:pt x="100" y="80"/>
                    <a:pt x="97" y="87"/>
                    <a:pt x="95" y="96"/>
                  </a:cubicBezTo>
                  <a:cubicBezTo>
                    <a:pt x="53" y="96"/>
                    <a:pt x="53" y="96"/>
                    <a:pt x="53" y="96"/>
                  </a:cubicBezTo>
                  <a:cubicBezTo>
                    <a:pt x="51" y="87"/>
                    <a:pt x="49" y="80"/>
                    <a:pt x="47" y="74"/>
                  </a:cubicBezTo>
                  <a:close/>
                  <a:moveTo>
                    <a:pt x="57" y="117"/>
                  </a:moveTo>
                  <a:cubicBezTo>
                    <a:pt x="91" y="117"/>
                    <a:pt x="91" y="117"/>
                    <a:pt x="91" y="117"/>
                  </a:cubicBezTo>
                  <a:cubicBezTo>
                    <a:pt x="86" y="150"/>
                    <a:pt x="85" y="195"/>
                    <a:pt x="102" y="245"/>
                  </a:cubicBezTo>
                  <a:cubicBezTo>
                    <a:pt x="48" y="245"/>
                    <a:pt x="48" y="245"/>
                    <a:pt x="48" y="245"/>
                  </a:cubicBezTo>
                  <a:cubicBezTo>
                    <a:pt x="66" y="201"/>
                    <a:pt x="64" y="153"/>
                    <a:pt x="57" y="117"/>
                  </a:cubicBezTo>
                  <a:close/>
                  <a:moveTo>
                    <a:pt x="128" y="288"/>
                  </a:moveTo>
                  <a:cubicBezTo>
                    <a:pt x="21" y="288"/>
                    <a:pt x="21" y="288"/>
                    <a:pt x="21" y="288"/>
                  </a:cubicBezTo>
                  <a:cubicBezTo>
                    <a:pt x="21" y="266"/>
                    <a:pt x="21" y="266"/>
                    <a:pt x="21" y="266"/>
                  </a:cubicBezTo>
                  <a:cubicBezTo>
                    <a:pt x="128" y="266"/>
                    <a:pt x="128" y="266"/>
                    <a:pt x="128" y="266"/>
                  </a:cubicBezTo>
                  <a:lnTo>
                    <a:pt x="128" y="28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82" name="Freeform 967">
              <a:extLst>
                <a:ext uri="{FF2B5EF4-FFF2-40B4-BE49-F238E27FC236}">
                  <a16:creationId xmlns:a16="http://schemas.microsoft.com/office/drawing/2014/main" id="{4B5DB7BB-1603-4788-962D-42666EE29F13}"/>
                </a:ext>
              </a:extLst>
            </p:cNvPr>
            <p:cNvSpPr>
              <a:spLocks noEditPoints="1"/>
            </p:cNvSpPr>
            <p:nvPr/>
          </p:nvSpPr>
          <p:spPr bwMode="auto">
            <a:xfrm>
              <a:off x="3319" y="4077"/>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83" name="Group 526">
            <a:extLst>
              <a:ext uri="{FF2B5EF4-FFF2-40B4-BE49-F238E27FC236}">
                <a16:creationId xmlns:a16="http://schemas.microsoft.com/office/drawing/2014/main" id="{04933FE7-64A4-4DDE-81C8-952D7FD7027B}"/>
              </a:ext>
            </a:extLst>
          </p:cNvPr>
          <p:cNvGrpSpPr>
            <a:grpSpLocks noChangeAspect="1"/>
          </p:cNvGrpSpPr>
          <p:nvPr/>
        </p:nvGrpSpPr>
        <p:grpSpPr bwMode="gray">
          <a:xfrm>
            <a:off x="4006069" y="3726432"/>
            <a:ext cx="369021" cy="369021"/>
            <a:chOff x="3464" y="1974"/>
            <a:chExt cx="340" cy="340"/>
          </a:xfrm>
          <a:solidFill>
            <a:schemeClr val="bg1"/>
          </a:solidFill>
        </p:grpSpPr>
        <p:sp>
          <p:nvSpPr>
            <p:cNvPr id="284" name="Freeform 527">
              <a:extLst>
                <a:ext uri="{FF2B5EF4-FFF2-40B4-BE49-F238E27FC236}">
                  <a16:creationId xmlns:a16="http://schemas.microsoft.com/office/drawing/2014/main" id="{FBD6B46F-D877-4124-BE08-7F03F6E25DF9}"/>
                </a:ext>
              </a:extLst>
            </p:cNvPr>
            <p:cNvSpPr>
              <a:spLocks noEditPoints="1"/>
            </p:cNvSpPr>
            <p:nvPr/>
          </p:nvSpPr>
          <p:spPr bwMode="gray">
            <a:xfrm>
              <a:off x="3464" y="197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285" name="Freeform 528">
              <a:extLst>
                <a:ext uri="{FF2B5EF4-FFF2-40B4-BE49-F238E27FC236}">
                  <a16:creationId xmlns:a16="http://schemas.microsoft.com/office/drawing/2014/main" id="{65132328-ED34-4EB5-932F-C5B18B9516EF}"/>
                </a:ext>
              </a:extLst>
            </p:cNvPr>
            <p:cNvSpPr>
              <a:spLocks noEditPoints="1"/>
            </p:cNvSpPr>
            <p:nvPr/>
          </p:nvSpPr>
          <p:spPr bwMode="gray">
            <a:xfrm>
              <a:off x="3541" y="2037"/>
              <a:ext cx="185" cy="199"/>
            </a:xfrm>
            <a:custGeom>
              <a:avLst/>
              <a:gdLst>
                <a:gd name="T0" fmla="*/ 268 w 279"/>
                <a:gd name="T1" fmla="*/ 299 h 299"/>
                <a:gd name="T2" fmla="*/ 12 w 279"/>
                <a:gd name="T3" fmla="*/ 299 h 299"/>
                <a:gd name="T4" fmla="*/ 3 w 279"/>
                <a:gd name="T5" fmla="*/ 294 h 299"/>
                <a:gd name="T6" fmla="*/ 2 w 279"/>
                <a:gd name="T7" fmla="*/ 284 h 299"/>
                <a:gd name="T8" fmla="*/ 23 w 279"/>
                <a:gd name="T9" fmla="*/ 241 h 299"/>
                <a:gd name="T10" fmla="*/ 33 w 279"/>
                <a:gd name="T11" fmla="*/ 235 h 299"/>
                <a:gd name="T12" fmla="*/ 246 w 279"/>
                <a:gd name="T13" fmla="*/ 235 h 299"/>
                <a:gd name="T14" fmla="*/ 256 w 279"/>
                <a:gd name="T15" fmla="*/ 241 h 299"/>
                <a:gd name="T16" fmla="*/ 277 w 279"/>
                <a:gd name="T17" fmla="*/ 284 h 299"/>
                <a:gd name="T18" fmla="*/ 277 w 279"/>
                <a:gd name="T19" fmla="*/ 294 h 299"/>
                <a:gd name="T20" fmla="*/ 268 w 279"/>
                <a:gd name="T21" fmla="*/ 299 h 299"/>
                <a:gd name="T22" fmla="*/ 29 w 279"/>
                <a:gd name="T23" fmla="*/ 278 h 299"/>
                <a:gd name="T24" fmla="*/ 250 w 279"/>
                <a:gd name="T25" fmla="*/ 278 h 299"/>
                <a:gd name="T26" fmla="*/ 240 w 279"/>
                <a:gd name="T27" fmla="*/ 257 h 299"/>
                <a:gd name="T28" fmla="*/ 40 w 279"/>
                <a:gd name="T29" fmla="*/ 257 h 299"/>
                <a:gd name="T30" fmla="*/ 29 w 279"/>
                <a:gd name="T31" fmla="*/ 278 h 299"/>
                <a:gd name="T32" fmla="*/ 257 w 279"/>
                <a:gd name="T33" fmla="*/ 86 h 299"/>
                <a:gd name="T34" fmla="*/ 22 w 279"/>
                <a:gd name="T35" fmla="*/ 86 h 299"/>
                <a:gd name="T36" fmla="*/ 12 w 279"/>
                <a:gd name="T37" fmla="*/ 78 h 299"/>
                <a:gd name="T38" fmla="*/ 17 w 279"/>
                <a:gd name="T39" fmla="*/ 66 h 299"/>
                <a:gd name="T40" fmla="*/ 135 w 279"/>
                <a:gd name="T41" fmla="*/ 2 h 299"/>
                <a:gd name="T42" fmla="*/ 145 w 279"/>
                <a:gd name="T43" fmla="*/ 2 h 299"/>
                <a:gd name="T44" fmla="*/ 262 w 279"/>
                <a:gd name="T45" fmla="*/ 66 h 299"/>
                <a:gd name="T46" fmla="*/ 267 w 279"/>
                <a:gd name="T47" fmla="*/ 78 h 299"/>
                <a:gd name="T48" fmla="*/ 257 w 279"/>
                <a:gd name="T49" fmla="*/ 86 h 299"/>
                <a:gd name="T50" fmla="*/ 64 w 279"/>
                <a:gd name="T51" fmla="*/ 65 h 299"/>
                <a:gd name="T52" fmla="*/ 215 w 279"/>
                <a:gd name="T53" fmla="*/ 65 h 299"/>
                <a:gd name="T54" fmla="*/ 140 w 279"/>
                <a:gd name="T55" fmla="*/ 23 h 299"/>
                <a:gd name="T56" fmla="*/ 64 w 279"/>
                <a:gd name="T57" fmla="*/ 65 h 299"/>
                <a:gd name="T58" fmla="*/ 54 w 279"/>
                <a:gd name="T59" fmla="*/ 203 h 299"/>
                <a:gd name="T60" fmla="*/ 54 w 279"/>
                <a:gd name="T61" fmla="*/ 118 h 299"/>
                <a:gd name="T62" fmla="*/ 44 w 279"/>
                <a:gd name="T63" fmla="*/ 107 h 299"/>
                <a:gd name="T64" fmla="*/ 33 w 279"/>
                <a:gd name="T65" fmla="*/ 118 h 299"/>
                <a:gd name="T66" fmla="*/ 33 w 279"/>
                <a:gd name="T67" fmla="*/ 203 h 299"/>
                <a:gd name="T68" fmla="*/ 44 w 279"/>
                <a:gd name="T69" fmla="*/ 214 h 299"/>
                <a:gd name="T70" fmla="*/ 54 w 279"/>
                <a:gd name="T71" fmla="*/ 203 h 299"/>
                <a:gd name="T72" fmla="*/ 118 w 279"/>
                <a:gd name="T73" fmla="*/ 203 h 299"/>
                <a:gd name="T74" fmla="*/ 118 w 279"/>
                <a:gd name="T75" fmla="*/ 118 h 299"/>
                <a:gd name="T76" fmla="*/ 108 w 279"/>
                <a:gd name="T77" fmla="*/ 107 h 299"/>
                <a:gd name="T78" fmla="*/ 97 w 279"/>
                <a:gd name="T79" fmla="*/ 118 h 299"/>
                <a:gd name="T80" fmla="*/ 97 w 279"/>
                <a:gd name="T81" fmla="*/ 203 h 299"/>
                <a:gd name="T82" fmla="*/ 108 w 279"/>
                <a:gd name="T83" fmla="*/ 214 h 299"/>
                <a:gd name="T84" fmla="*/ 118 w 279"/>
                <a:gd name="T85" fmla="*/ 203 h 299"/>
                <a:gd name="T86" fmla="*/ 182 w 279"/>
                <a:gd name="T87" fmla="*/ 203 h 299"/>
                <a:gd name="T88" fmla="*/ 182 w 279"/>
                <a:gd name="T89" fmla="*/ 118 h 299"/>
                <a:gd name="T90" fmla="*/ 172 w 279"/>
                <a:gd name="T91" fmla="*/ 107 h 299"/>
                <a:gd name="T92" fmla="*/ 161 w 279"/>
                <a:gd name="T93" fmla="*/ 118 h 299"/>
                <a:gd name="T94" fmla="*/ 161 w 279"/>
                <a:gd name="T95" fmla="*/ 203 h 299"/>
                <a:gd name="T96" fmla="*/ 172 w 279"/>
                <a:gd name="T97" fmla="*/ 214 h 299"/>
                <a:gd name="T98" fmla="*/ 182 w 279"/>
                <a:gd name="T99" fmla="*/ 203 h 299"/>
                <a:gd name="T100" fmla="*/ 246 w 279"/>
                <a:gd name="T101" fmla="*/ 203 h 299"/>
                <a:gd name="T102" fmla="*/ 246 w 279"/>
                <a:gd name="T103" fmla="*/ 118 h 299"/>
                <a:gd name="T104" fmla="*/ 236 w 279"/>
                <a:gd name="T105" fmla="*/ 107 h 299"/>
                <a:gd name="T106" fmla="*/ 225 w 279"/>
                <a:gd name="T107" fmla="*/ 118 h 299"/>
                <a:gd name="T108" fmla="*/ 225 w 279"/>
                <a:gd name="T109" fmla="*/ 203 h 299"/>
                <a:gd name="T110" fmla="*/ 236 w 279"/>
                <a:gd name="T111" fmla="*/ 214 h 299"/>
                <a:gd name="T112" fmla="*/ 246 w 279"/>
                <a:gd name="T113" fmla="*/ 20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 h="299">
                  <a:moveTo>
                    <a:pt x="268" y="299"/>
                  </a:moveTo>
                  <a:cubicBezTo>
                    <a:pt x="12" y="299"/>
                    <a:pt x="12" y="299"/>
                    <a:pt x="12" y="299"/>
                  </a:cubicBezTo>
                  <a:cubicBezTo>
                    <a:pt x="8" y="299"/>
                    <a:pt x="5" y="297"/>
                    <a:pt x="3" y="294"/>
                  </a:cubicBezTo>
                  <a:cubicBezTo>
                    <a:pt x="1" y="291"/>
                    <a:pt x="0" y="287"/>
                    <a:pt x="2" y="284"/>
                  </a:cubicBezTo>
                  <a:cubicBezTo>
                    <a:pt x="23" y="241"/>
                    <a:pt x="23" y="241"/>
                    <a:pt x="23" y="241"/>
                  </a:cubicBezTo>
                  <a:cubicBezTo>
                    <a:pt x="25" y="238"/>
                    <a:pt x="29" y="235"/>
                    <a:pt x="33" y="235"/>
                  </a:cubicBezTo>
                  <a:cubicBezTo>
                    <a:pt x="246" y="235"/>
                    <a:pt x="246" y="235"/>
                    <a:pt x="246" y="235"/>
                  </a:cubicBezTo>
                  <a:cubicBezTo>
                    <a:pt x="250" y="235"/>
                    <a:pt x="254" y="238"/>
                    <a:pt x="256" y="241"/>
                  </a:cubicBezTo>
                  <a:cubicBezTo>
                    <a:pt x="277" y="284"/>
                    <a:pt x="277" y="284"/>
                    <a:pt x="277" y="284"/>
                  </a:cubicBezTo>
                  <a:cubicBezTo>
                    <a:pt x="279" y="287"/>
                    <a:pt x="279" y="291"/>
                    <a:pt x="277" y="294"/>
                  </a:cubicBezTo>
                  <a:cubicBezTo>
                    <a:pt x="275" y="297"/>
                    <a:pt x="271" y="299"/>
                    <a:pt x="268" y="299"/>
                  </a:cubicBezTo>
                  <a:close/>
                  <a:moveTo>
                    <a:pt x="29" y="278"/>
                  </a:moveTo>
                  <a:cubicBezTo>
                    <a:pt x="250" y="278"/>
                    <a:pt x="250" y="278"/>
                    <a:pt x="250" y="278"/>
                  </a:cubicBezTo>
                  <a:cubicBezTo>
                    <a:pt x="240" y="257"/>
                    <a:pt x="240" y="257"/>
                    <a:pt x="240" y="257"/>
                  </a:cubicBezTo>
                  <a:cubicBezTo>
                    <a:pt x="40" y="257"/>
                    <a:pt x="40" y="257"/>
                    <a:pt x="40" y="257"/>
                  </a:cubicBezTo>
                  <a:lnTo>
                    <a:pt x="29" y="278"/>
                  </a:lnTo>
                  <a:close/>
                  <a:moveTo>
                    <a:pt x="257" y="86"/>
                  </a:moveTo>
                  <a:cubicBezTo>
                    <a:pt x="22" y="86"/>
                    <a:pt x="22" y="86"/>
                    <a:pt x="22" y="86"/>
                  </a:cubicBezTo>
                  <a:cubicBezTo>
                    <a:pt x="17" y="86"/>
                    <a:pt x="13" y="83"/>
                    <a:pt x="12" y="78"/>
                  </a:cubicBezTo>
                  <a:cubicBezTo>
                    <a:pt x="11" y="73"/>
                    <a:pt x="13" y="68"/>
                    <a:pt x="17" y="66"/>
                  </a:cubicBezTo>
                  <a:cubicBezTo>
                    <a:pt x="135" y="2"/>
                    <a:pt x="135" y="2"/>
                    <a:pt x="135" y="2"/>
                  </a:cubicBezTo>
                  <a:cubicBezTo>
                    <a:pt x="138" y="0"/>
                    <a:pt x="142" y="0"/>
                    <a:pt x="145" y="2"/>
                  </a:cubicBezTo>
                  <a:cubicBezTo>
                    <a:pt x="262" y="66"/>
                    <a:pt x="262" y="66"/>
                    <a:pt x="262" y="66"/>
                  </a:cubicBezTo>
                  <a:cubicBezTo>
                    <a:pt x="266" y="68"/>
                    <a:pt x="269" y="73"/>
                    <a:pt x="267" y="78"/>
                  </a:cubicBezTo>
                  <a:cubicBezTo>
                    <a:pt x="266" y="83"/>
                    <a:pt x="262" y="86"/>
                    <a:pt x="257" y="86"/>
                  </a:cubicBezTo>
                  <a:close/>
                  <a:moveTo>
                    <a:pt x="64" y="65"/>
                  </a:moveTo>
                  <a:cubicBezTo>
                    <a:pt x="215" y="65"/>
                    <a:pt x="215" y="65"/>
                    <a:pt x="215" y="65"/>
                  </a:cubicBezTo>
                  <a:cubicBezTo>
                    <a:pt x="140" y="23"/>
                    <a:pt x="140" y="23"/>
                    <a:pt x="140" y="23"/>
                  </a:cubicBezTo>
                  <a:lnTo>
                    <a:pt x="64" y="65"/>
                  </a:lnTo>
                  <a:close/>
                  <a:moveTo>
                    <a:pt x="54" y="203"/>
                  </a:moveTo>
                  <a:cubicBezTo>
                    <a:pt x="54" y="118"/>
                    <a:pt x="54" y="118"/>
                    <a:pt x="54" y="118"/>
                  </a:cubicBezTo>
                  <a:cubicBezTo>
                    <a:pt x="54" y="112"/>
                    <a:pt x="50" y="107"/>
                    <a:pt x="44" y="107"/>
                  </a:cubicBezTo>
                  <a:cubicBezTo>
                    <a:pt x="38" y="107"/>
                    <a:pt x="33" y="112"/>
                    <a:pt x="33" y="118"/>
                  </a:cubicBezTo>
                  <a:cubicBezTo>
                    <a:pt x="33" y="203"/>
                    <a:pt x="33" y="203"/>
                    <a:pt x="33" y="203"/>
                  </a:cubicBezTo>
                  <a:cubicBezTo>
                    <a:pt x="33" y="209"/>
                    <a:pt x="38" y="214"/>
                    <a:pt x="44" y="214"/>
                  </a:cubicBezTo>
                  <a:cubicBezTo>
                    <a:pt x="50" y="214"/>
                    <a:pt x="54" y="209"/>
                    <a:pt x="54" y="203"/>
                  </a:cubicBezTo>
                  <a:close/>
                  <a:moveTo>
                    <a:pt x="118" y="203"/>
                  </a:moveTo>
                  <a:cubicBezTo>
                    <a:pt x="118" y="118"/>
                    <a:pt x="118" y="118"/>
                    <a:pt x="118" y="118"/>
                  </a:cubicBezTo>
                  <a:cubicBezTo>
                    <a:pt x="118" y="112"/>
                    <a:pt x="114" y="107"/>
                    <a:pt x="108" y="107"/>
                  </a:cubicBezTo>
                  <a:cubicBezTo>
                    <a:pt x="102" y="107"/>
                    <a:pt x="97" y="112"/>
                    <a:pt x="97" y="118"/>
                  </a:cubicBezTo>
                  <a:cubicBezTo>
                    <a:pt x="97" y="203"/>
                    <a:pt x="97" y="203"/>
                    <a:pt x="97" y="203"/>
                  </a:cubicBezTo>
                  <a:cubicBezTo>
                    <a:pt x="97" y="209"/>
                    <a:pt x="102" y="214"/>
                    <a:pt x="108" y="214"/>
                  </a:cubicBezTo>
                  <a:cubicBezTo>
                    <a:pt x="114" y="214"/>
                    <a:pt x="118" y="209"/>
                    <a:pt x="118" y="203"/>
                  </a:cubicBezTo>
                  <a:close/>
                  <a:moveTo>
                    <a:pt x="182" y="203"/>
                  </a:moveTo>
                  <a:cubicBezTo>
                    <a:pt x="182" y="118"/>
                    <a:pt x="182" y="118"/>
                    <a:pt x="182" y="118"/>
                  </a:cubicBezTo>
                  <a:cubicBezTo>
                    <a:pt x="182" y="112"/>
                    <a:pt x="178" y="107"/>
                    <a:pt x="172" y="107"/>
                  </a:cubicBezTo>
                  <a:cubicBezTo>
                    <a:pt x="166" y="107"/>
                    <a:pt x="161" y="112"/>
                    <a:pt x="161" y="118"/>
                  </a:cubicBezTo>
                  <a:cubicBezTo>
                    <a:pt x="161" y="203"/>
                    <a:pt x="161" y="203"/>
                    <a:pt x="161" y="203"/>
                  </a:cubicBezTo>
                  <a:cubicBezTo>
                    <a:pt x="161" y="209"/>
                    <a:pt x="166" y="214"/>
                    <a:pt x="172" y="214"/>
                  </a:cubicBezTo>
                  <a:cubicBezTo>
                    <a:pt x="178" y="214"/>
                    <a:pt x="182" y="209"/>
                    <a:pt x="182" y="203"/>
                  </a:cubicBezTo>
                  <a:close/>
                  <a:moveTo>
                    <a:pt x="246" y="203"/>
                  </a:moveTo>
                  <a:cubicBezTo>
                    <a:pt x="246" y="118"/>
                    <a:pt x="246" y="118"/>
                    <a:pt x="246" y="118"/>
                  </a:cubicBezTo>
                  <a:cubicBezTo>
                    <a:pt x="246" y="112"/>
                    <a:pt x="242" y="107"/>
                    <a:pt x="236" y="107"/>
                  </a:cubicBezTo>
                  <a:cubicBezTo>
                    <a:pt x="230" y="107"/>
                    <a:pt x="225" y="112"/>
                    <a:pt x="225" y="118"/>
                  </a:cubicBezTo>
                  <a:cubicBezTo>
                    <a:pt x="225" y="203"/>
                    <a:pt x="225" y="203"/>
                    <a:pt x="225" y="203"/>
                  </a:cubicBezTo>
                  <a:cubicBezTo>
                    <a:pt x="225" y="209"/>
                    <a:pt x="230" y="214"/>
                    <a:pt x="236" y="214"/>
                  </a:cubicBezTo>
                  <a:cubicBezTo>
                    <a:pt x="242" y="214"/>
                    <a:pt x="246" y="209"/>
                    <a:pt x="246" y="2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86" name="Rectangle 285">
            <a:extLst>
              <a:ext uri="{FF2B5EF4-FFF2-40B4-BE49-F238E27FC236}">
                <a16:creationId xmlns:a16="http://schemas.microsoft.com/office/drawing/2014/main" id="{F4BAADA5-81E3-4908-BEEB-05AA500EA2F5}"/>
              </a:ext>
            </a:extLst>
          </p:cNvPr>
          <p:cNvSpPr/>
          <p:nvPr/>
        </p:nvSpPr>
        <p:spPr bwMode="gray">
          <a:xfrm>
            <a:off x="5953511" y="2191025"/>
            <a:ext cx="2492653" cy="403218"/>
          </a:xfrm>
          <a:prstGeom prst="rect">
            <a:avLst/>
          </a:prstGeom>
          <a:solidFill>
            <a:srgbClr val="009A4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err="1">
                <a:ln>
                  <a:noFill/>
                </a:ln>
                <a:solidFill>
                  <a:prstClr val="white"/>
                </a:solidFill>
                <a:effectLst/>
                <a:uLnTx/>
                <a:uFillTx/>
                <a:latin typeface="Calibri"/>
                <a:ea typeface="+mn-ea"/>
                <a:cs typeface="+mn-cs"/>
              </a:rPr>
              <a:t>Amperion</a:t>
            </a:r>
            <a:r>
              <a:rPr kumimoji="0" lang="en-US" sz="1050" b="1" i="0" u="none" strike="noStrike" kern="1200" cap="none" spc="0" normalizeH="0" baseline="0" noProof="0">
                <a:ln>
                  <a:noFill/>
                </a:ln>
                <a:solidFill>
                  <a:prstClr val="white"/>
                </a:solidFill>
                <a:effectLst/>
                <a:uLnTx/>
                <a:uFillTx/>
                <a:latin typeface="Calibri"/>
                <a:ea typeface="+mn-ea"/>
                <a:cs typeface="+mn-cs"/>
              </a:rPr>
              <a:t> Power Distribution</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Company Limited</a:t>
            </a:r>
          </a:p>
        </p:txBody>
      </p:sp>
      <p:sp>
        <p:nvSpPr>
          <p:cNvPr id="287" name="Rectangle 286">
            <a:extLst>
              <a:ext uri="{FF2B5EF4-FFF2-40B4-BE49-F238E27FC236}">
                <a16:creationId xmlns:a16="http://schemas.microsoft.com/office/drawing/2014/main" id="{71949C5F-8528-4E4C-902A-7AEF3CC4D5D5}"/>
              </a:ext>
            </a:extLst>
          </p:cNvPr>
          <p:cNvSpPr/>
          <p:nvPr/>
        </p:nvSpPr>
        <p:spPr bwMode="gray">
          <a:xfrm>
            <a:off x="5953510" y="2616694"/>
            <a:ext cx="2492653" cy="482237"/>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Transaction advisory support for Nigeria Power sector privatization</a:t>
            </a:r>
          </a:p>
        </p:txBody>
      </p:sp>
      <p:sp>
        <p:nvSpPr>
          <p:cNvPr id="288" name="Half Frame 287">
            <a:extLst>
              <a:ext uri="{FF2B5EF4-FFF2-40B4-BE49-F238E27FC236}">
                <a16:creationId xmlns:a16="http://schemas.microsoft.com/office/drawing/2014/main" id="{58741C7B-B4F1-4560-833B-E2A668AF5EF8}"/>
              </a:ext>
            </a:extLst>
          </p:cNvPr>
          <p:cNvSpPr/>
          <p:nvPr/>
        </p:nvSpPr>
        <p:spPr bwMode="gray">
          <a:xfrm rot="10800000">
            <a:off x="8176782" y="2896548"/>
            <a:ext cx="269381" cy="233749"/>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89" name="Half Frame 288">
            <a:extLst>
              <a:ext uri="{FF2B5EF4-FFF2-40B4-BE49-F238E27FC236}">
                <a16:creationId xmlns:a16="http://schemas.microsoft.com/office/drawing/2014/main" id="{41F77D12-258A-4F17-9FE9-95BF57D3D724}"/>
              </a:ext>
            </a:extLst>
          </p:cNvPr>
          <p:cNvSpPr/>
          <p:nvPr/>
        </p:nvSpPr>
        <p:spPr bwMode="gray">
          <a:xfrm rot="16200000">
            <a:off x="5933900" y="2876065"/>
            <a:ext cx="216274"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90" name="Rectangle 289">
            <a:extLst>
              <a:ext uri="{FF2B5EF4-FFF2-40B4-BE49-F238E27FC236}">
                <a16:creationId xmlns:a16="http://schemas.microsoft.com/office/drawing/2014/main" id="{7D8D12EB-2F7C-4A12-9DA4-E762DC0AFD98}"/>
              </a:ext>
            </a:extLst>
          </p:cNvPr>
          <p:cNvSpPr/>
          <p:nvPr/>
        </p:nvSpPr>
        <p:spPr bwMode="gray">
          <a:xfrm>
            <a:off x="5909826" y="3231644"/>
            <a:ext cx="2492653" cy="485753"/>
          </a:xfrm>
          <a:prstGeom prst="rect">
            <a:avLst/>
          </a:prstGeom>
          <a:solidFill>
            <a:srgbClr val="046A38"/>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Zimbabwe Electricity Transmission Distribution Company Limited </a:t>
            </a:r>
          </a:p>
        </p:txBody>
      </p:sp>
      <p:sp>
        <p:nvSpPr>
          <p:cNvPr id="291" name="Rectangle 290">
            <a:extLst>
              <a:ext uri="{FF2B5EF4-FFF2-40B4-BE49-F238E27FC236}">
                <a16:creationId xmlns:a16="http://schemas.microsoft.com/office/drawing/2014/main" id="{C6708409-5237-44B1-8272-7734D08F12C0}"/>
              </a:ext>
            </a:extLst>
          </p:cNvPr>
          <p:cNvSpPr/>
          <p:nvPr/>
        </p:nvSpPr>
        <p:spPr bwMode="gray">
          <a:xfrm>
            <a:off x="5962007" y="3723779"/>
            <a:ext cx="2492653" cy="552256"/>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Statutory, Regulatory &amp; Commercial (PPA&amp;TSA) assistance to ZETDC, Zimbabwe</a:t>
            </a:r>
          </a:p>
        </p:txBody>
      </p:sp>
      <p:sp>
        <p:nvSpPr>
          <p:cNvPr id="292" name="Half Frame 291">
            <a:extLst>
              <a:ext uri="{FF2B5EF4-FFF2-40B4-BE49-F238E27FC236}">
                <a16:creationId xmlns:a16="http://schemas.microsoft.com/office/drawing/2014/main" id="{570ABFF2-94F4-4AB8-B7AE-CA3A1D28F189}"/>
              </a:ext>
            </a:extLst>
          </p:cNvPr>
          <p:cNvSpPr/>
          <p:nvPr/>
        </p:nvSpPr>
        <p:spPr bwMode="gray">
          <a:xfrm rot="10800000">
            <a:off x="8133098" y="4014285"/>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93" name="Half Frame 292">
            <a:extLst>
              <a:ext uri="{FF2B5EF4-FFF2-40B4-BE49-F238E27FC236}">
                <a16:creationId xmlns:a16="http://schemas.microsoft.com/office/drawing/2014/main" id="{23AE614F-A29E-45A3-9B24-23D00A30A832}"/>
              </a:ext>
            </a:extLst>
          </p:cNvPr>
          <p:cNvSpPr/>
          <p:nvPr/>
        </p:nvSpPr>
        <p:spPr bwMode="gray">
          <a:xfrm rot="16200000">
            <a:off x="5867476" y="4016540"/>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95" name="Rectangle 294">
            <a:extLst>
              <a:ext uri="{FF2B5EF4-FFF2-40B4-BE49-F238E27FC236}">
                <a16:creationId xmlns:a16="http://schemas.microsoft.com/office/drawing/2014/main" id="{B95CCE9D-E84C-4DAB-AEEC-F0D67FB7C697}"/>
              </a:ext>
            </a:extLst>
          </p:cNvPr>
          <p:cNvSpPr/>
          <p:nvPr/>
        </p:nvSpPr>
        <p:spPr bwMode="gray">
          <a:xfrm>
            <a:off x="9111084" y="3249123"/>
            <a:ext cx="2492653" cy="403218"/>
          </a:xfrm>
          <a:prstGeom prst="rect">
            <a:avLst/>
          </a:prstGeom>
          <a:solidFill>
            <a:srgbClr val="046A38"/>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Ministry of Power, </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Government of India</a:t>
            </a:r>
          </a:p>
        </p:txBody>
      </p:sp>
      <p:sp>
        <p:nvSpPr>
          <p:cNvPr id="296" name="Rectangle 295">
            <a:extLst>
              <a:ext uri="{FF2B5EF4-FFF2-40B4-BE49-F238E27FC236}">
                <a16:creationId xmlns:a16="http://schemas.microsoft.com/office/drawing/2014/main" id="{7C59D485-2BD8-40E5-996F-E67EB260BFBA}"/>
              </a:ext>
            </a:extLst>
          </p:cNvPr>
          <p:cNvSpPr/>
          <p:nvPr/>
        </p:nvSpPr>
        <p:spPr bwMode="gray">
          <a:xfrm>
            <a:off x="9111083" y="3674792"/>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Privatization of power distribution function of electricity department of Union Territories in India</a:t>
            </a:r>
          </a:p>
        </p:txBody>
      </p:sp>
      <p:sp>
        <p:nvSpPr>
          <p:cNvPr id="297" name="Half Frame 296">
            <a:extLst>
              <a:ext uri="{FF2B5EF4-FFF2-40B4-BE49-F238E27FC236}">
                <a16:creationId xmlns:a16="http://schemas.microsoft.com/office/drawing/2014/main" id="{FA9ABC76-7DEE-408F-9505-0A6A5F1A4D2B}"/>
              </a:ext>
            </a:extLst>
          </p:cNvPr>
          <p:cNvSpPr/>
          <p:nvPr/>
        </p:nvSpPr>
        <p:spPr bwMode="gray">
          <a:xfrm rot="10800000">
            <a:off x="11334356" y="3965663"/>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98" name="Half Frame 297">
            <a:extLst>
              <a:ext uri="{FF2B5EF4-FFF2-40B4-BE49-F238E27FC236}">
                <a16:creationId xmlns:a16="http://schemas.microsoft.com/office/drawing/2014/main" id="{E2C04A18-3FF9-4E18-8627-D0F522D26592}"/>
              </a:ext>
            </a:extLst>
          </p:cNvPr>
          <p:cNvSpPr/>
          <p:nvPr/>
        </p:nvSpPr>
        <p:spPr bwMode="gray">
          <a:xfrm rot="16200000">
            <a:off x="9068735" y="3967918"/>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301" name="Picture 71" descr="ZETDC | ContactCenterWorld.com">
            <a:extLst>
              <a:ext uri="{FF2B5EF4-FFF2-40B4-BE49-F238E27FC236}">
                <a16:creationId xmlns:a16="http://schemas.microsoft.com/office/drawing/2014/main" id="{E17EA32F-C567-4D1F-8ADC-C16D725AE14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97525" y="3297872"/>
            <a:ext cx="371402" cy="363222"/>
          </a:xfrm>
          <a:prstGeom prst="rect">
            <a:avLst/>
          </a:prstGeom>
          <a:noFill/>
          <a:extLst>
            <a:ext uri="{909E8E84-426E-40DD-AFC4-6F175D3DCCD1}">
              <a14:hiddenFill xmlns:a14="http://schemas.microsoft.com/office/drawing/2010/main">
                <a:solidFill>
                  <a:srgbClr val="FFFFFF"/>
                </a:solidFill>
              </a14:hiddenFill>
            </a:ext>
          </a:extLst>
        </p:spPr>
      </p:pic>
      <p:sp>
        <p:nvSpPr>
          <p:cNvPr id="303" name="Rectangle 302">
            <a:extLst>
              <a:ext uri="{FF2B5EF4-FFF2-40B4-BE49-F238E27FC236}">
                <a16:creationId xmlns:a16="http://schemas.microsoft.com/office/drawing/2014/main" id="{575ACA4B-AA5E-44D0-8445-5ED35C79A109}"/>
              </a:ext>
            </a:extLst>
          </p:cNvPr>
          <p:cNvSpPr/>
          <p:nvPr/>
        </p:nvSpPr>
        <p:spPr bwMode="gray">
          <a:xfrm>
            <a:off x="9140022" y="2235093"/>
            <a:ext cx="2492653" cy="403218"/>
          </a:xfrm>
          <a:prstGeom prst="rect">
            <a:avLst/>
          </a:prstGeom>
          <a:solidFill>
            <a:srgbClr val="009A4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Public Utilities </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Commission, Sri Lanka</a:t>
            </a:r>
          </a:p>
        </p:txBody>
      </p:sp>
      <p:sp>
        <p:nvSpPr>
          <p:cNvPr id="304" name="Rectangle 303">
            <a:extLst>
              <a:ext uri="{FF2B5EF4-FFF2-40B4-BE49-F238E27FC236}">
                <a16:creationId xmlns:a16="http://schemas.microsoft.com/office/drawing/2014/main" id="{61C60E48-3B98-4444-A37A-C6821E953810}"/>
              </a:ext>
            </a:extLst>
          </p:cNvPr>
          <p:cNvSpPr/>
          <p:nvPr/>
        </p:nvSpPr>
        <p:spPr bwMode="gray">
          <a:xfrm>
            <a:off x="9187693" y="2660762"/>
            <a:ext cx="2492653" cy="482237"/>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Review and Re-design of Tariff Methodologies and Merit Dispatch Procedures</a:t>
            </a:r>
          </a:p>
        </p:txBody>
      </p:sp>
      <p:sp>
        <p:nvSpPr>
          <p:cNvPr id="305" name="Half Frame 304">
            <a:extLst>
              <a:ext uri="{FF2B5EF4-FFF2-40B4-BE49-F238E27FC236}">
                <a16:creationId xmlns:a16="http://schemas.microsoft.com/office/drawing/2014/main" id="{02691663-09A0-454A-B3FA-DDFA2C869887}"/>
              </a:ext>
            </a:extLst>
          </p:cNvPr>
          <p:cNvSpPr/>
          <p:nvPr/>
        </p:nvSpPr>
        <p:spPr bwMode="gray">
          <a:xfrm rot="10800000">
            <a:off x="11363293" y="2940616"/>
            <a:ext cx="269381" cy="233749"/>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06" name="Half Frame 305">
            <a:extLst>
              <a:ext uri="{FF2B5EF4-FFF2-40B4-BE49-F238E27FC236}">
                <a16:creationId xmlns:a16="http://schemas.microsoft.com/office/drawing/2014/main" id="{7A8A945F-5527-4529-8E34-969016F701D5}"/>
              </a:ext>
            </a:extLst>
          </p:cNvPr>
          <p:cNvSpPr/>
          <p:nvPr/>
        </p:nvSpPr>
        <p:spPr bwMode="gray">
          <a:xfrm rot="16200000">
            <a:off x="9120410" y="2920133"/>
            <a:ext cx="216274"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07" name="Rectangle 306">
            <a:extLst>
              <a:ext uri="{FF2B5EF4-FFF2-40B4-BE49-F238E27FC236}">
                <a16:creationId xmlns:a16="http://schemas.microsoft.com/office/drawing/2014/main" id="{EF3409BB-EA9C-4C33-AA94-05050186002A}"/>
              </a:ext>
            </a:extLst>
          </p:cNvPr>
          <p:cNvSpPr/>
          <p:nvPr/>
        </p:nvSpPr>
        <p:spPr bwMode="gray">
          <a:xfrm>
            <a:off x="9093818" y="4395318"/>
            <a:ext cx="2492653" cy="403218"/>
          </a:xfrm>
          <a:prstGeom prst="rect">
            <a:avLst/>
          </a:prstGeom>
          <a:solidFill>
            <a:srgbClr val="0097A9"/>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International Finance </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Corporation</a:t>
            </a:r>
          </a:p>
        </p:txBody>
      </p:sp>
      <p:sp>
        <p:nvSpPr>
          <p:cNvPr id="308" name="Rectangle 307">
            <a:extLst>
              <a:ext uri="{FF2B5EF4-FFF2-40B4-BE49-F238E27FC236}">
                <a16:creationId xmlns:a16="http://schemas.microsoft.com/office/drawing/2014/main" id="{EAA76036-548F-4DEB-B7BB-DD2E0ADD1FE5}"/>
              </a:ext>
            </a:extLst>
          </p:cNvPr>
          <p:cNvSpPr/>
          <p:nvPr/>
        </p:nvSpPr>
        <p:spPr bwMode="gray">
          <a:xfrm>
            <a:off x="9093817" y="4820987"/>
            <a:ext cx="2492653" cy="434422"/>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Corporatization of Yangon City Electricity Supply Board</a:t>
            </a:r>
          </a:p>
        </p:txBody>
      </p:sp>
      <p:sp>
        <p:nvSpPr>
          <p:cNvPr id="309" name="Half Frame 308">
            <a:extLst>
              <a:ext uri="{FF2B5EF4-FFF2-40B4-BE49-F238E27FC236}">
                <a16:creationId xmlns:a16="http://schemas.microsoft.com/office/drawing/2014/main" id="{7BCA644F-0AC6-49FB-BA6A-670382EC904D}"/>
              </a:ext>
            </a:extLst>
          </p:cNvPr>
          <p:cNvSpPr/>
          <p:nvPr/>
        </p:nvSpPr>
        <p:spPr bwMode="gray">
          <a:xfrm rot="10800000">
            <a:off x="11317089" y="5144909"/>
            <a:ext cx="269381" cy="210572"/>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10" name="Half Frame 309">
            <a:extLst>
              <a:ext uri="{FF2B5EF4-FFF2-40B4-BE49-F238E27FC236}">
                <a16:creationId xmlns:a16="http://schemas.microsoft.com/office/drawing/2014/main" id="{B8858889-CB60-4102-9078-8CC2FD9B1E66}"/>
              </a:ext>
            </a:extLst>
          </p:cNvPr>
          <p:cNvSpPr/>
          <p:nvPr/>
        </p:nvSpPr>
        <p:spPr bwMode="gray">
          <a:xfrm rot="16200000">
            <a:off x="9084929" y="5113704"/>
            <a:ext cx="19483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311" name="Picture 84" descr="IFC - International Finance Corporation">
            <a:extLst>
              <a:ext uri="{FF2B5EF4-FFF2-40B4-BE49-F238E27FC236}">
                <a16:creationId xmlns:a16="http://schemas.microsoft.com/office/drawing/2014/main" id="{C9BB4BB7-61A6-4143-86D1-21AC639EF54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263628" y="4463078"/>
            <a:ext cx="901617" cy="227926"/>
          </a:xfrm>
          <a:prstGeom prst="rect">
            <a:avLst/>
          </a:prstGeom>
          <a:noFill/>
          <a:extLst>
            <a:ext uri="{909E8E84-426E-40DD-AFC4-6F175D3DCCD1}">
              <a14:hiddenFill xmlns:a14="http://schemas.microsoft.com/office/drawing/2010/main">
                <a:solidFill>
                  <a:srgbClr val="FFFFFF"/>
                </a:solidFill>
              </a14:hiddenFill>
            </a:ext>
          </a:extLst>
        </p:spPr>
      </p:pic>
      <p:sp>
        <p:nvSpPr>
          <p:cNvPr id="312" name="Rectangle 311">
            <a:extLst>
              <a:ext uri="{FF2B5EF4-FFF2-40B4-BE49-F238E27FC236}">
                <a16:creationId xmlns:a16="http://schemas.microsoft.com/office/drawing/2014/main" id="{B8CBF9C6-298A-4251-A266-F04CEE26F15F}"/>
              </a:ext>
            </a:extLst>
          </p:cNvPr>
          <p:cNvSpPr/>
          <p:nvPr/>
        </p:nvSpPr>
        <p:spPr bwMode="gray">
          <a:xfrm>
            <a:off x="5886097" y="4328825"/>
            <a:ext cx="2492653" cy="403218"/>
          </a:xfrm>
          <a:prstGeom prst="rect">
            <a:avLst/>
          </a:prstGeom>
          <a:solidFill>
            <a:srgbClr val="0097A9"/>
          </a:solidFill>
          <a:ln w="19050" algn="ctr">
            <a:solidFill>
              <a:schemeClr val="accent4"/>
            </a:solidFill>
            <a:miter lim="800000"/>
            <a:headEnd/>
            <a:tailEnd/>
          </a:ln>
        </p:spPr>
        <p:txBody>
          <a:bodyPr wrap="square" lIns="88900" tIns="88900" rIns="88900" bIns="88900" rtlCol="0" anchor="ctr"/>
          <a:lstStyle/>
          <a:p>
            <a:pPr marL="0" marR="0" lvl="0" indent="0" algn="r" defTabSz="914400" eaLnBrk="1" fontAlgn="auto" latinLnBrk="0" hangingPunct="1">
              <a:lnSpc>
                <a:spcPct val="106000"/>
              </a:lnSpc>
              <a:spcBef>
                <a:spcPts val="0"/>
              </a:spcBef>
              <a:spcAft>
                <a:spcPts val="0"/>
              </a:spcAft>
              <a:buClrTx/>
              <a:buSzTx/>
              <a:buFont typeface="Wingdings 2" pitchFamily="18" charset="2"/>
              <a:buNone/>
              <a:tabLst/>
              <a:defRPr/>
            </a:pPr>
            <a:r>
              <a:rPr lang="en-US" sz="1050" b="1" kern="0">
                <a:solidFill>
                  <a:prstClr val="white"/>
                </a:solidFill>
              </a:rPr>
              <a:t>Department of Power, Govt. of West Bengal</a:t>
            </a:r>
          </a:p>
        </p:txBody>
      </p:sp>
      <p:sp>
        <p:nvSpPr>
          <p:cNvPr id="313" name="Rectangle 312">
            <a:extLst>
              <a:ext uri="{FF2B5EF4-FFF2-40B4-BE49-F238E27FC236}">
                <a16:creationId xmlns:a16="http://schemas.microsoft.com/office/drawing/2014/main" id="{F4D39EF1-01F9-4137-9D84-81D972F41B19}"/>
              </a:ext>
            </a:extLst>
          </p:cNvPr>
          <p:cNvSpPr/>
          <p:nvPr/>
        </p:nvSpPr>
        <p:spPr bwMode="gray">
          <a:xfrm>
            <a:off x="5886096" y="4754494"/>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algn="ctr">
              <a:lnSpc>
                <a:spcPct val="106000"/>
              </a:lnSpc>
              <a:defRPr/>
            </a:pPr>
            <a:r>
              <a:rPr lang="en-US" sz="1050" b="1" i="1" kern="0">
                <a:solidFill>
                  <a:prstClr val="black"/>
                </a:solidFill>
              </a:rPr>
              <a:t>Strategic planning and transformation of the West Bengal power sector</a:t>
            </a:r>
          </a:p>
        </p:txBody>
      </p:sp>
      <p:sp>
        <p:nvSpPr>
          <p:cNvPr id="315" name="Half Frame 314">
            <a:extLst>
              <a:ext uri="{FF2B5EF4-FFF2-40B4-BE49-F238E27FC236}">
                <a16:creationId xmlns:a16="http://schemas.microsoft.com/office/drawing/2014/main" id="{604B8877-FC90-4B0B-A4D4-D53705128022}"/>
              </a:ext>
            </a:extLst>
          </p:cNvPr>
          <p:cNvSpPr/>
          <p:nvPr/>
        </p:nvSpPr>
        <p:spPr bwMode="gray">
          <a:xfrm rot="16200000">
            <a:off x="5843748" y="5113722"/>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20" name="Rectangle 319">
            <a:extLst>
              <a:ext uri="{FF2B5EF4-FFF2-40B4-BE49-F238E27FC236}">
                <a16:creationId xmlns:a16="http://schemas.microsoft.com/office/drawing/2014/main" id="{FBA7FE38-18F6-4ED1-9A79-5A884F58DCE8}"/>
              </a:ext>
            </a:extLst>
          </p:cNvPr>
          <p:cNvSpPr/>
          <p:nvPr/>
        </p:nvSpPr>
        <p:spPr bwMode="gray">
          <a:xfrm>
            <a:off x="5953512" y="1127939"/>
            <a:ext cx="2492653" cy="403218"/>
          </a:xfrm>
          <a:prstGeom prst="rect">
            <a:avLst/>
          </a:prstGeom>
          <a:solidFill>
            <a:srgbClr val="43B02A"/>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Tata Power and CDC</a:t>
            </a:r>
          </a:p>
        </p:txBody>
      </p:sp>
      <p:sp>
        <p:nvSpPr>
          <p:cNvPr id="321" name="Rectangle 320">
            <a:extLst>
              <a:ext uri="{FF2B5EF4-FFF2-40B4-BE49-F238E27FC236}">
                <a16:creationId xmlns:a16="http://schemas.microsoft.com/office/drawing/2014/main" id="{B4AD46A0-DF78-4E22-BDDE-80226F19CC3C}"/>
              </a:ext>
            </a:extLst>
          </p:cNvPr>
          <p:cNvSpPr/>
          <p:nvPr/>
        </p:nvSpPr>
        <p:spPr bwMode="gray">
          <a:xfrm>
            <a:off x="5961090" y="1553608"/>
            <a:ext cx="2492653" cy="434422"/>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Transaction advisory support for bidding for Distribution asset of EGC Ghana</a:t>
            </a:r>
          </a:p>
        </p:txBody>
      </p:sp>
      <p:sp>
        <p:nvSpPr>
          <p:cNvPr id="322" name="Half Frame 321">
            <a:extLst>
              <a:ext uri="{FF2B5EF4-FFF2-40B4-BE49-F238E27FC236}">
                <a16:creationId xmlns:a16="http://schemas.microsoft.com/office/drawing/2014/main" id="{32624B79-6E15-4E82-B342-F80F32E7D69D}"/>
              </a:ext>
            </a:extLst>
          </p:cNvPr>
          <p:cNvSpPr/>
          <p:nvPr/>
        </p:nvSpPr>
        <p:spPr bwMode="gray">
          <a:xfrm rot="10800000">
            <a:off x="8176783" y="1943632"/>
            <a:ext cx="269381" cy="210572"/>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23" name="Half Frame 322">
            <a:extLst>
              <a:ext uri="{FF2B5EF4-FFF2-40B4-BE49-F238E27FC236}">
                <a16:creationId xmlns:a16="http://schemas.microsoft.com/office/drawing/2014/main" id="{5E3F9E8E-9281-490D-B7E5-93B2DD1B6579}"/>
              </a:ext>
            </a:extLst>
          </p:cNvPr>
          <p:cNvSpPr/>
          <p:nvPr/>
        </p:nvSpPr>
        <p:spPr bwMode="gray">
          <a:xfrm rot="16200000">
            <a:off x="5944622" y="1912427"/>
            <a:ext cx="19483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26" name="Half Frame 325">
            <a:extLst>
              <a:ext uri="{FF2B5EF4-FFF2-40B4-BE49-F238E27FC236}">
                <a16:creationId xmlns:a16="http://schemas.microsoft.com/office/drawing/2014/main" id="{F8C42CF6-53C5-40A7-BD4C-23A893F2D52C}"/>
              </a:ext>
            </a:extLst>
          </p:cNvPr>
          <p:cNvSpPr/>
          <p:nvPr/>
        </p:nvSpPr>
        <p:spPr bwMode="gray">
          <a:xfrm rot="10800000">
            <a:off x="8107803" y="5090316"/>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327" name="Picture 107">
            <a:extLst>
              <a:ext uri="{FF2B5EF4-FFF2-40B4-BE49-F238E27FC236}">
                <a16:creationId xmlns:a16="http://schemas.microsoft.com/office/drawing/2014/main" id="{13196BC3-ADF9-43DA-BBC1-34BF2216886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09275" y="2288691"/>
            <a:ext cx="1091213" cy="277824"/>
          </a:xfrm>
          <a:prstGeom prst="rect">
            <a:avLst/>
          </a:prstGeom>
          <a:noFill/>
          <a:extLst>
            <a:ext uri="{909E8E84-426E-40DD-AFC4-6F175D3DCCD1}">
              <a14:hiddenFill xmlns:a14="http://schemas.microsoft.com/office/drawing/2010/main">
                <a:solidFill>
                  <a:srgbClr val="FFFFFF"/>
                </a:solidFill>
              </a14:hiddenFill>
            </a:ext>
          </a:extLst>
        </p:spPr>
      </p:pic>
      <p:pic>
        <p:nvPicPr>
          <p:cNvPr id="9229" name="Picture 13" descr="Ministry of Power (@MinOfPower) | Twitter">
            <a:extLst>
              <a:ext uri="{FF2B5EF4-FFF2-40B4-BE49-F238E27FC236}">
                <a16:creationId xmlns:a16="http://schemas.microsoft.com/office/drawing/2014/main" id="{5D24F26C-72F7-48B0-B65E-59F4B2F32AD1}"/>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16899" t="13852" r="17583" b="12819"/>
          <a:stretch/>
        </p:blipFill>
        <p:spPr bwMode="auto">
          <a:xfrm>
            <a:off x="9214940" y="3254491"/>
            <a:ext cx="337325" cy="377529"/>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00C63CDB-3DC2-46CF-8D0E-6FC3864F6274}"/>
              </a:ext>
            </a:extLst>
          </p:cNvPr>
          <p:cNvPicPr>
            <a:picLocks noChangeAspect="1"/>
          </p:cNvPicPr>
          <p:nvPr/>
        </p:nvPicPr>
        <p:blipFill>
          <a:blip r:embed="rId10"/>
          <a:stretch>
            <a:fillRect/>
          </a:stretch>
        </p:blipFill>
        <p:spPr>
          <a:xfrm>
            <a:off x="6034417" y="2289048"/>
            <a:ext cx="569474" cy="195455"/>
          </a:xfrm>
          <a:prstGeom prst="rect">
            <a:avLst/>
          </a:prstGeom>
        </p:spPr>
      </p:pic>
      <p:pic>
        <p:nvPicPr>
          <p:cNvPr id="9233" name="Picture 17" descr="Tata Power secures ₹1,730-cr NTPC contract">
            <a:extLst>
              <a:ext uri="{FF2B5EF4-FFF2-40B4-BE49-F238E27FC236}">
                <a16:creationId xmlns:a16="http://schemas.microsoft.com/office/drawing/2014/main" id="{BD23EC75-E45A-4E6C-AFEB-0B313AAB57D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041211" y="1159367"/>
            <a:ext cx="436690" cy="327518"/>
          </a:xfrm>
          <a:prstGeom prst="rect">
            <a:avLst/>
          </a:prstGeom>
          <a:noFill/>
          <a:extLst>
            <a:ext uri="{909E8E84-426E-40DD-AFC4-6F175D3DCCD1}">
              <a14:hiddenFill xmlns:a14="http://schemas.microsoft.com/office/drawing/2010/main">
                <a:solidFill>
                  <a:srgbClr val="FFFFFF"/>
                </a:solidFill>
              </a14:hiddenFill>
            </a:ext>
          </a:extLst>
        </p:spPr>
      </p:pic>
      <p:sp>
        <p:nvSpPr>
          <p:cNvPr id="334" name="Half Frame 333">
            <a:extLst>
              <a:ext uri="{FF2B5EF4-FFF2-40B4-BE49-F238E27FC236}">
                <a16:creationId xmlns:a16="http://schemas.microsoft.com/office/drawing/2014/main" id="{92077316-B656-4B82-955B-6529316702D8}"/>
              </a:ext>
            </a:extLst>
          </p:cNvPr>
          <p:cNvSpPr/>
          <p:nvPr/>
        </p:nvSpPr>
        <p:spPr bwMode="gray">
          <a:xfrm rot="10800000">
            <a:off x="11170801" y="1750360"/>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35" name="Rectangle 334">
            <a:extLst>
              <a:ext uri="{FF2B5EF4-FFF2-40B4-BE49-F238E27FC236}">
                <a16:creationId xmlns:a16="http://schemas.microsoft.com/office/drawing/2014/main" id="{64823EA2-0BB6-4009-BC61-5B473597BE80}"/>
              </a:ext>
            </a:extLst>
          </p:cNvPr>
          <p:cNvSpPr/>
          <p:nvPr/>
        </p:nvSpPr>
        <p:spPr bwMode="gray">
          <a:xfrm>
            <a:off x="9152111" y="1120118"/>
            <a:ext cx="2492653" cy="403218"/>
          </a:xfrm>
          <a:prstGeom prst="rect">
            <a:avLst/>
          </a:prstGeom>
          <a:solidFill>
            <a:srgbClr val="43B02A"/>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USAID, Nepal</a:t>
            </a:r>
          </a:p>
        </p:txBody>
      </p:sp>
      <p:sp>
        <p:nvSpPr>
          <p:cNvPr id="336" name="Rectangle 335">
            <a:extLst>
              <a:ext uri="{FF2B5EF4-FFF2-40B4-BE49-F238E27FC236}">
                <a16:creationId xmlns:a16="http://schemas.microsoft.com/office/drawing/2014/main" id="{AA9CFE1B-DB85-4A3E-BD0B-495E765A747C}"/>
              </a:ext>
            </a:extLst>
          </p:cNvPr>
          <p:cNvSpPr/>
          <p:nvPr/>
        </p:nvSpPr>
        <p:spPr bwMode="gray">
          <a:xfrm>
            <a:off x="9099928" y="1545787"/>
            <a:ext cx="2492653" cy="583638"/>
          </a:xfrm>
          <a:prstGeom prst="rect">
            <a:avLst/>
          </a:prstGeom>
          <a:pattFill prst="pct10">
            <a:fgClr>
              <a:srgbClr val="E3E48D"/>
            </a:fgClr>
            <a:bgClr>
              <a:schemeClr val="bg1"/>
            </a:bgClr>
          </a:patt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Nepal Hydropower Development Project – Assistance in establishing the electricity sector regulator in Nepal</a:t>
            </a:r>
          </a:p>
        </p:txBody>
      </p:sp>
      <p:sp>
        <p:nvSpPr>
          <p:cNvPr id="337" name="Half Frame 336">
            <a:extLst>
              <a:ext uri="{FF2B5EF4-FFF2-40B4-BE49-F238E27FC236}">
                <a16:creationId xmlns:a16="http://schemas.microsoft.com/office/drawing/2014/main" id="{1464C234-999F-400D-AF18-77128785240E}"/>
              </a:ext>
            </a:extLst>
          </p:cNvPr>
          <p:cNvSpPr/>
          <p:nvPr/>
        </p:nvSpPr>
        <p:spPr bwMode="gray">
          <a:xfrm rot="10800000">
            <a:off x="11375383" y="1902760"/>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38" name="Half Frame 337">
            <a:extLst>
              <a:ext uri="{FF2B5EF4-FFF2-40B4-BE49-F238E27FC236}">
                <a16:creationId xmlns:a16="http://schemas.microsoft.com/office/drawing/2014/main" id="{A91CC61C-0D32-4B99-B91A-272C13DB7141}"/>
              </a:ext>
            </a:extLst>
          </p:cNvPr>
          <p:cNvSpPr/>
          <p:nvPr/>
        </p:nvSpPr>
        <p:spPr bwMode="gray">
          <a:xfrm rot="16200000">
            <a:off x="9109761" y="1905015"/>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339" name="Picture 338">
            <a:extLst>
              <a:ext uri="{FF2B5EF4-FFF2-40B4-BE49-F238E27FC236}">
                <a16:creationId xmlns:a16="http://schemas.microsoft.com/office/drawing/2014/main" id="{16BB2132-6581-445F-B9A4-23F0ED79AEF9}"/>
              </a:ext>
            </a:extLst>
          </p:cNvPr>
          <p:cNvPicPr>
            <a:picLocks noChangeAspect="1"/>
          </p:cNvPicPr>
          <p:nvPr/>
        </p:nvPicPr>
        <p:blipFill>
          <a:blip r:embed="rId12"/>
          <a:stretch>
            <a:fillRect/>
          </a:stretch>
        </p:blipFill>
        <p:spPr>
          <a:xfrm>
            <a:off x="9199782" y="1166558"/>
            <a:ext cx="758359" cy="295772"/>
          </a:xfrm>
          <a:prstGeom prst="rect">
            <a:avLst/>
          </a:prstGeom>
        </p:spPr>
      </p:pic>
      <p:pic>
        <p:nvPicPr>
          <p:cNvPr id="4" name="Picture 10" descr="Ministry of Power (West Bengal) - Wikipedia">
            <a:extLst>
              <a:ext uri="{FF2B5EF4-FFF2-40B4-BE49-F238E27FC236}">
                <a16:creationId xmlns:a16="http://schemas.microsoft.com/office/drawing/2014/main" id="{24F360D5-776E-E9C3-19BB-5FDDB5E6C637}"/>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974623" y="4395047"/>
            <a:ext cx="207224" cy="270773"/>
          </a:xfrm>
          <a:prstGeom prst="rect">
            <a:avLst/>
          </a:prstGeom>
          <a:solidFill>
            <a:schemeClr val="bg1"/>
          </a:solidFill>
        </p:spPr>
      </p:pic>
      <p:sp>
        <p:nvSpPr>
          <p:cNvPr id="5" name="Rectangle 4">
            <a:extLst>
              <a:ext uri="{FF2B5EF4-FFF2-40B4-BE49-F238E27FC236}">
                <a16:creationId xmlns:a16="http://schemas.microsoft.com/office/drawing/2014/main" id="{42E7FE3D-5A66-9AA5-0E2A-25C4832108C0}"/>
              </a:ext>
            </a:extLst>
          </p:cNvPr>
          <p:cNvSpPr/>
          <p:nvPr/>
        </p:nvSpPr>
        <p:spPr bwMode="gray">
          <a:xfrm>
            <a:off x="9080199" y="5416094"/>
            <a:ext cx="2492653" cy="485753"/>
          </a:xfrm>
          <a:prstGeom prst="rect">
            <a:avLst/>
          </a:prstGeom>
          <a:solidFill>
            <a:srgbClr val="007680"/>
          </a:solidFill>
          <a:ln w="19050" algn="ctr">
            <a:solidFill>
              <a:schemeClr val="accent4"/>
            </a:solidFill>
            <a:miter lim="800000"/>
            <a:headEnd/>
            <a:tailEnd/>
          </a:ln>
        </p:spPr>
        <p:txBody>
          <a:bodyPr wrap="square" lIns="88900" tIns="88900" rIns="88900" bIns="88900" rtlCol="0" anchor="ctr"/>
          <a:lstStyle/>
          <a:p>
            <a:pPr marL="0" marR="0" lvl="0" indent="0" algn="ctr"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0" cap="none" spc="0" normalizeH="0" baseline="0" noProof="0">
                <a:ln>
                  <a:noFill/>
                </a:ln>
                <a:solidFill>
                  <a:prstClr val="white"/>
                </a:solidFill>
                <a:effectLst/>
                <a:uLnTx/>
                <a:uFillTx/>
              </a:rPr>
              <a:t>USAID</a:t>
            </a:r>
          </a:p>
        </p:txBody>
      </p:sp>
      <p:sp>
        <p:nvSpPr>
          <p:cNvPr id="7" name="Rectangle 6">
            <a:extLst>
              <a:ext uri="{FF2B5EF4-FFF2-40B4-BE49-F238E27FC236}">
                <a16:creationId xmlns:a16="http://schemas.microsoft.com/office/drawing/2014/main" id="{0FBD78A0-E030-746A-A0A8-7DA04562BCBE}"/>
              </a:ext>
            </a:extLst>
          </p:cNvPr>
          <p:cNvSpPr/>
          <p:nvPr/>
        </p:nvSpPr>
        <p:spPr bwMode="gray">
          <a:xfrm>
            <a:off x="9132380" y="5908229"/>
            <a:ext cx="2492653" cy="552256"/>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algn="ctr">
              <a:lnSpc>
                <a:spcPct val="106000"/>
              </a:lnSpc>
              <a:defRPr/>
            </a:pPr>
            <a:r>
              <a:rPr lang="en-US" sz="1050" b="1" i="1" kern="0">
                <a:solidFill>
                  <a:prstClr val="black"/>
                </a:solidFill>
              </a:rPr>
              <a:t>Program management support for Implementation of National Open Access Registry  under RISE initiative</a:t>
            </a:r>
          </a:p>
        </p:txBody>
      </p:sp>
      <p:sp>
        <p:nvSpPr>
          <p:cNvPr id="8" name="Half Frame 7">
            <a:extLst>
              <a:ext uri="{FF2B5EF4-FFF2-40B4-BE49-F238E27FC236}">
                <a16:creationId xmlns:a16="http://schemas.microsoft.com/office/drawing/2014/main" id="{8BB18BDC-7720-A4CF-5A35-789EC24CD1A2}"/>
              </a:ext>
            </a:extLst>
          </p:cNvPr>
          <p:cNvSpPr/>
          <p:nvPr/>
        </p:nvSpPr>
        <p:spPr bwMode="gray">
          <a:xfrm rot="10800000">
            <a:off x="11303471" y="6198735"/>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9" name="Half Frame 8">
            <a:extLst>
              <a:ext uri="{FF2B5EF4-FFF2-40B4-BE49-F238E27FC236}">
                <a16:creationId xmlns:a16="http://schemas.microsoft.com/office/drawing/2014/main" id="{E5CDC379-B52B-6F67-2E35-2A3737B30BDE}"/>
              </a:ext>
            </a:extLst>
          </p:cNvPr>
          <p:cNvSpPr/>
          <p:nvPr/>
        </p:nvSpPr>
        <p:spPr bwMode="gray">
          <a:xfrm rot="16200000">
            <a:off x="9037849" y="6200990"/>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7578EDBC-D9ED-151A-DF66-D1CD09CB4F16}"/>
              </a:ext>
            </a:extLst>
          </p:cNvPr>
          <p:cNvSpPr/>
          <p:nvPr/>
        </p:nvSpPr>
        <p:spPr bwMode="gray">
          <a:xfrm>
            <a:off x="5866368" y="5415042"/>
            <a:ext cx="2492653" cy="403218"/>
          </a:xfrm>
          <a:prstGeom prst="rect">
            <a:avLst/>
          </a:prstGeom>
          <a:solidFill>
            <a:srgbClr val="007680"/>
          </a:solidFill>
          <a:ln w="19050" algn="ctr">
            <a:solidFill>
              <a:schemeClr val="accent4"/>
            </a:solidFill>
            <a:miter lim="800000"/>
            <a:headEnd/>
            <a:tailEnd/>
          </a:ln>
        </p:spPr>
        <p:txBody>
          <a:bodyPr wrap="square" lIns="88900" tIns="88900" rIns="88900" bIns="88900" rtlCol="0" anchor="ctr"/>
          <a:lstStyle/>
          <a:p>
            <a:pPr marL="0" marR="0" lvl="0" indent="0" algn="r" defTabSz="914400" eaLnBrk="1" fontAlgn="auto" latinLnBrk="0" hangingPunct="1">
              <a:lnSpc>
                <a:spcPct val="106000"/>
              </a:lnSpc>
              <a:spcBef>
                <a:spcPts val="0"/>
              </a:spcBef>
              <a:spcAft>
                <a:spcPts val="0"/>
              </a:spcAft>
              <a:buClrTx/>
              <a:buSzTx/>
              <a:buFont typeface="Wingdings 2" pitchFamily="18" charset="2"/>
              <a:buNone/>
              <a:tabLst/>
              <a:defRPr/>
            </a:pPr>
            <a:r>
              <a:rPr lang="en-US" sz="1050" b="1" kern="0">
                <a:solidFill>
                  <a:prstClr val="white"/>
                </a:solidFill>
              </a:rPr>
              <a:t>NTPC Education &amp; Research Society / Ministry of Power</a:t>
            </a:r>
          </a:p>
        </p:txBody>
      </p:sp>
      <p:sp>
        <p:nvSpPr>
          <p:cNvPr id="12" name="Rectangle 11">
            <a:extLst>
              <a:ext uri="{FF2B5EF4-FFF2-40B4-BE49-F238E27FC236}">
                <a16:creationId xmlns:a16="http://schemas.microsoft.com/office/drawing/2014/main" id="{46B91D7B-C6FE-A2D8-5227-03FA72908D96}"/>
              </a:ext>
            </a:extLst>
          </p:cNvPr>
          <p:cNvSpPr/>
          <p:nvPr/>
        </p:nvSpPr>
        <p:spPr bwMode="gray">
          <a:xfrm>
            <a:off x="5866367" y="5840711"/>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algn="ctr">
              <a:lnSpc>
                <a:spcPct val="106000"/>
              </a:lnSpc>
              <a:defRPr/>
            </a:pPr>
            <a:r>
              <a:rPr lang="en-US" sz="1050" b="1" i="1" kern="0">
                <a:solidFill>
                  <a:prstClr val="black"/>
                </a:solidFill>
              </a:rPr>
              <a:t>Preparing roadmap for development of Power Market in India and assistance in implementation of the envisaged interventions</a:t>
            </a:r>
          </a:p>
        </p:txBody>
      </p:sp>
      <p:sp>
        <p:nvSpPr>
          <p:cNvPr id="13" name="Half Frame 12">
            <a:extLst>
              <a:ext uri="{FF2B5EF4-FFF2-40B4-BE49-F238E27FC236}">
                <a16:creationId xmlns:a16="http://schemas.microsoft.com/office/drawing/2014/main" id="{C03600CC-223D-AEC8-618C-6B65CFE77039}"/>
              </a:ext>
            </a:extLst>
          </p:cNvPr>
          <p:cNvSpPr/>
          <p:nvPr/>
        </p:nvSpPr>
        <p:spPr bwMode="gray">
          <a:xfrm rot="16200000">
            <a:off x="5824019" y="6199939"/>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4" name="Half Frame 13">
            <a:extLst>
              <a:ext uri="{FF2B5EF4-FFF2-40B4-BE49-F238E27FC236}">
                <a16:creationId xmlns:a16="http://schemas.microsoft.com/office/drawing/2014/main" id="{6DDF2FB4-3BAD-8B59-18F8-1CF2F2A09D13}"/>
              </a:ext>
            </a:extLst>
          </p:cNvPr>
          <p:cNvSpPr/>
          <p:nvPr/>
        </p:nvSpPr>
        <p:spPr bwMode="gray">
          <a:xfrm rot="10800000">
            <a:off x="8088074" y="6176533"/>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16" name="Picture 2" descr="NTPC Limited - First Convocation of NTPC School of... | Facebook">
            <a:extLst>
              <a:ext uri="{FF2B5EF4-FFF2-40B4-BE49-F238E27FC236}">
                <a16:creationId xmlns:a16="http://schemas.microsoft.com/office/drawing/2014/main" id="{B4950258-1546-F1D4-DB99-11B761573D2A}"/>
              </a:ext>
            </a:extLst>
          </p:cNvPr>
          <p:cNvPicPr>
            <a:picLocks noChangeAspect="1" noChangeArrowheads="1"/>
          </p:cNvPicPr>
          <p:nvPr/>
        </p:nvPicPr>
        <p:blipFill rotWithShape="1">
          <a:blip r:embed="rId14">
            <a:extLst>
              <a:ext uri="{28A0092B-C50C-407E-A947-70E740481C1C}">
                <a14:useLocalDpi xmlns:a14="http://schemas.microsoft.com/office/drawing/2010/main" val="0"/>
              </a:ext>
            </a:extLst>
          </a:blip>
          <a:srcRect l="12202" t="41668" r="12509" b="14365"/>
          <a:stretch/>
        </p:blipFill>
        <p:spPr bwMode="auto">
          <a:xfrm>
            <a:off x="5877380" y="5616651"/>
            <a:ext cx="451723" cy="171164"/>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a:extLst>
              <a:ext uri="{FF2B5EF4-FFF2-40B4-BE49-F238E27FC236}">
                <a16:creationId xmlns:a16="http://schemas.microsoft.com/office/drawing/2014/main" id="{E4877ACD-FF45-EAD2-82AD-E6B88D1B8B3E}"/>
              </a:ext>
            </a:extLst>
          </p:cNvPr>
          <p:cNvPicPr>
            <a:picLocks noChangeAspect="1"/>
          </p:cNvPicPr>
          <p:nvPr/>
        </p:nvPicPr>
        <p:blipFill>
          <a:blip r:embed="rId12"/>
          <a:stretch>
            <a:fillRect/>
          </a:stretch>
        </p:blipFill>
        <p:spPr>
          <a:xfrm>
            <a:off x="9179849" y="5419552"/>
            <a:ext cx="758359" cy="295772"/>
          </a:xfrm>
          <a:prstGeom prst="rect">
            <a:avLst/>
          </a:prstGeom>
        </p:spPr>
      </p:pic>
      <p:sp>
        <p:nvSpPr>
          <p:cNvPr id="10" name="Rectangle 24">
            <a:extLst>
              <a:ext uri="{FF2B5EF4-FFF2-40B4-BE49-F238E27FC236}">
                <a16:creationId xmlns:a16="http://schemas.microsoft.com/office/drawing/2014/main" id="{7F0874FC-25C1-B546-B48B-629B8C268853}"/>
              </a:ext>
            </a:extLst>
          </p:cNvPr>
          <p:cNvSpPr/>
          <p:nvPr/>
        </p:nvSpPr>
        <p:spPr bwMode="gray">
          <a:xfrm>
            <a:off x="1828103" y="-1090"/>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Eminence &amp; Thought Leadership</a:t>
            </a:r>
          </a:p>
        </p:txBody>
      </p:sp>
      <p:sp>
        <p:nvSpPr>
          <p:cNvPr id="15" name="Freeform 15">
            <a:extLst>
              <a:ext uri="{FF2B5EF4-FFF2-40B4-BE49-F238E27FC236}">
                <a16:creationId xmlns:a16="http://schemas.microsoft.com/office/drawing/2014/main" id="{9B5B8C43-9CD1-6645-35D2-02E3CC265048}"/>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8" name="Freeform 16">
            <a:extLst>
              <a:ext uri="{FF2B5EF4-FFF2-40B4-BE49-F238E27FC236}">
                <a16:creationId xmlns:a16="http://schemas.microsoft.com/office/drawing/2014/main" id="{B939D90F-B573-B925-5378-2E706C729282}"/>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9" name="Freeform 6">
            <a:extLst>
              <a:ext uri="{FF2B5EF4-FFF2-40B4-BE49-F238E27FC236}">
                <a16:creationId xmlns:a16="http://schemas.microsoft.com/office/drawing/2014/main" id="{4755BFF9-3DA7-27BE-FE78-F10DDEB407F3}"/>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20" name="Freeform 6">
            <a:extLst>
              <a:ext uri="{FF2B5EF4-FFF2-40B4-BE49-F238E27FC236}">
                <a16:creationId xmlns:a16="http://schemas.microsoft.com/office/drawing/2014/main" id="{CECCB558-0306-0AA1-F15F-8963BABFC0CE}"/>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21" name="Freeform 15">
            <a:extLst>
              <a:ext uri="{FF2B5EF4-FFF2-40B4-BE49-F238E27FC236}">
                <a16:creationId xmlns:a16="http://schemas.microsoft.com/office/drawing/2014/main" id="{E64B5EED-1600-9FFE-8988-B3B6DF00F3D1}"/>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22" name="Freeform 16">
            <a:extLst>
              <a:ext uri="{FF2B5EF4-FFF2-40B4-BE49-F238E27FC236}">
                <a16:creationId xmlns:a16="http://schemas.microsoft.com/office/drawing/2014/main" id="{87D1D14E-8E26-157E-37F4-FD8AC114C798}"/>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23" name="Freeform 6">
            <a:extLst>
              <a:ext uri="{FF2B5EF4-FFF2-40B4-BE49-F238E27FC236}">
                <a16:creationId xmlns:a16="http://schemas.microsoft.com/office/drawing/2014/main" id="{B64D7A3B-DCB9-C9D2-EACC-18CB76340626}"/>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24" name="Freeform 6">
            <a:extLst>
              <a:ext uri="{FF2B5EF4-FFF2-40B4-BE49-F238E27FC236}">
                <a16:creationId xmlns:a16="http://schemas.microsoft.com/office/drawing/2014/main" id="{2FE01ECB-BA61-958A-66DD-78F1858496AD}"/>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3457723934"/>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5" name="Object 9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en-US" sz="2400"/>
              <a:t>Reforms, Restructuring and Private Sector Participation (2/2)</a:t>
            </a:r>
            <a:endParaRPr lang="en-IN" sz="2400"/>
          </a:p>
        </p:txBody>
      </p:sp>
      <p:sp>
        <p:nvSpPr>
          <p:cNvPr id="3" name="Text Placeholder 2"/>
          <p:cNvSpPr>
            <a:spLocks noGrp="1"/>
          </p:cNvSpPr>
          <p:nvPr>
            <p:ph type="body" sz="quarter" idx="13"/>
          </p:nvPr>
        </p:nvSpPr>
        <p:spPr>
          <a:xfrm>
            <a:off x="469900" y="736688"/>
            <a:ext cx="11252200" cy="757255"/>
          </a:xfrm>
        </p:spPr>
        <p:txBody>
          <a:bodyPr/>
          <a:lstStyle/>
          <a:p>
            <a:r>
              <a:rPr lang="en-IN" sz="1800"/>
              <a:t>Our Service Offerings and Credentials – Utility Restructuring</a:t>
            </a:r>
          </a:p>
        </p:txBody>
      </p:sp>
      <p:sp>
        <p:nvSpPr>
          <p:cNvPr id="7" name="Rectangle 6">
            <a:extLst>
              <a:ext uri="{FF2B5EF4-FFF2-40B4-BE49-F238E27FC236}">
                <a16:creationId xmlns:a16="http://schemas.microsoft.com/office/drawing/2014/main" id="{A5B402DE-89EB-48DF-90A5-8E6517B90D09}"/>
              </a:ext>
            </a:extLst>
          </p:cNvPr>
          <p:cNvSpPr/>
          <p:nvPr/>
        </p:nvSpPr>
        <p:spPr bwMode="gray">
          <a:xfrm>
            <a:off x="5955765" y="2512372"/>
            <a:ext cx="2492653" cy="403218"/>
          </a:xfrm>
          <a:prstGeom prst="rect">
            <a:avLst/>
          </a:prstGeom>
          <a:solidFill>
            <a:srgbClr val="009A44"/>
          </a:solidFill>
          <a:ln w="19050" algn="ctr">
            <a:solidFill>
              <a:schemeClr val="accent6"/>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ESKOM, South Africa</a:t>
            </a:r>
          </a:p>
        </p:txBody>
      </p:sp>
      <p:sp>
        <p:nvSpPr>
          <p:cNvPr id="8" name="Rectangle 7">
            <a:extLst>
              <a:ext uri="{FF2B5EF4-FFF2-40B4-BE49-F238E27FC236}">
                <a16:creationId xmlns:a16="http://schemas.microsoft.com/office/drawing/2014/main" id="{4304589C-754C-4D46-8C93-208A28C4D0EE}"/>
              </a:ext>
            </a:extLst>
          </p:cNvPr>
          <p:cNvSpPr/>
          <p:nvPr/>
        </p:nvSpPr>
        <p:spPr bwMode="gray">
          <a:xfrm>
            <a:off x="6023178" y="2938041"/>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Advisory Support for the Operating Model Review</a:t>
            </a:r>
          </a:p>
        </p:txBody>
      </p:sp>
      <p:sp>
        <p:nvSpPr>
          <p:cNvPr id="9" name="Half Frame 8">
            <a:extLst>
              <a:ext uri="{FF2B5EF4-FFF2-40B4-BE49-F238E27FC236}">
                <a16:creationId xmlns:a16="http://schemas.microsoft.com/office/drawing/2014/main" id="{83ECEAC7-E122-4418-BD48-4E63D8CFC6DA}"/>
              </a:ext>
            </a:extLst>
          </p:cNvPr>
          <p:cNvSpPr/>
          <p:nvPr/>
        </p:nvSpPr>
        <p:spPr bwMode="gray">
          <a:xfrm rot="10800000">
            <a:off x="8233983" y="3295014"/>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0" name="Half Frame 9">
            <a:extLst>
              <a:ext uri="{FF2B5EF4-FFF2-40B4-BE49-F238E27FC236}">
                <a16:creationId xmlns:a16="http://schemas.microsoft.com/office/drawing/2014/main" id="{39C2D23D-7AE3-40DF-9BEC-79A55201CA47}"/>
              </a:ext>
            </a:extLst>
          </p:cNvPr>
          <p:cNvSpPr/>
          <p:nvPr/>
        </p:nvSpPr>
        <p:spPr bwMode="gray">
          <a:xfrm rot="16200000">
            <a:off x="5953509" y="3297269"/>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282629BF-3AE9-4E15-89A8-ED32D5AF53EA}"/>
              </a:ext>
            </a:extLst>
          </p:cNvPr>
          <p:cNvSpPr/>
          <p:nvPr/>
        </p:nvSpPr>
        <p:spPr bwMode="gray">
          <a:xfrm>
            <a:off x="9132859" y="1132039"/>
            <a:ext cx="2492653" cy="485753"/>
          </a:xfrm>
          <a:prstGeom prst="rect">
            <a:avLst/>
          </a:prstGeom>
          <a:solidFill>
            <a:srgbClr val="43B02A"/>
          </a:solidFill>
          <a:ln w="19050" algn="ctr">
            <a:solidFill>
              <a:schemeClr val="accent6"/>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Zimbabwe Energy </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Regulatory Authority</a:t>
            </a:r>
          </a:p>
        </p:txBody>
      </p:sp>
      <p:sp>
        <p:nvSpPr>
          <p:cNvPr id="12" name="Rectangle 11">
            <a:extLst>
              <a:ext uri="{FF2B5EF4-FFF2-40B4-BE49-F238E27FC236}">
                <a16:creationId xmlns:a16="http://schemas.microsoft.com/office/drawing/2014/main" id="{C919BB00-59FE-47FD-B2C4-9FD00C89869D}"/>
              </a:ext>
            </a:extLst>
          </p:cNvPr>
          <p:cNvSpPr/>
          <p:nvPr/>
        </p:nvSpPr>
        <p:spPr bwMode="gray">
          <a:xfrm>
            <a:off x="9237222" y="1624174"/>
            <a:ext cx="2492653" cy="552256"/>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Review of the operations and cost structure of ZESA Holdings</a:t>
            </a:r>
          </a:p>
        </p:txBody>
      </p:sp>
      <p:sp>
        <p:nvSpPr>
          <p:cNvPr id="13" name="Half Frame 12">
            <a:extLst>
              <a:ext uri="{FF2B5EF4-FFF2-40B4-BE49-F238E27FC236}">
                <a16:creationId xmlns:a16="http://schemas.microsoft.com/office/drawing/2014/main" id="{F9005766-053C-46D5-B38F-0DA750EE80FA}"/>
              </a:ext>
            </a:extLst>
          </p:cNvPr>
          <p:cNvSpPr/>
          <p:nvPr/>
        </p:nvSpPr>
        <p:spPr bwMode="gray">
          <a:xfrm rot="10800000">
            <a:off x="11408313" y="1914680"/>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4" name="Half Frame 13">
            <a:extLst>
              <a:ext uri="{FF2B5EF4-FFF2-40B4-BE49-F238E27FC236}">
                <a16:creationId xmlns:a16="http://schemas.microsoft.com/office/drawing/2014/main" id="{DDA46CC6-3065-4399-8002-FE2A03D3F3FC}"/>
              </a:ext>
            </a:extLst>
          </p:cNvPr>
          <p:cNvSpPr/>
          <p:nvPr/>
        </p:nvSpPr>
        <p:spPr bwMode="gray">
          <a:xfrm rot="16200000">
            <a:off x="9142691" y="1916935"/>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660EEBB7-CCBA-4D80-A26F-36442B541630}"/>
              </a:ext>
            </a:extLst>
          </p:cNvPr>
          <p:cNvSpPr/>
          <p:nvPr/>
        </p:nvSpPr>
        <p:spPr bwMode="gray">
          <a:xfrm>
            <a:off x="5955765" y="1157431"/>
            <a:ext cx="2492653" cy="403218"/>
          </a:xfrm>
          <a:prstGeom prst="rect">
            <a:avLst/>
          </a:prstGeom>
          <a:solidFill>
            <a:srgbClr val="43B02A"/>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              ZESCO, Zambia</a:t>
            </a:r>
          </a:p>
        </p:txBody>
      </p:sp>
      <p:sp>
        <p:nvSpPr>
          <p:cNvPr id="16" name="Rectangle 15">
            <a:extLst>
              <a:ext uri="{FF2B5EF4-FFF2-40B4-BE49-F238E27FC236}">
                <a16:creationId xmlns:a16="http://schemas.microsoft.com/office/drawing/2014/main" id="{0FC7B9FF-1E2E-4A21-ACCA-BE27988AE69F}"/>
              </a:ext>
            </a:extLst>
          </p:cNvPr>
          <p:cNvSpPr/>
          <p:nvPr/>
        </p:nvSpPr>
        <p:spPr bwMode="gray">
          <a:xfrm>
            <a:off x="6035950" y="1583100"/>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Developing Business Plan for ZESCO and preparing their financial sustainability plan</a:t>
            </a:r>
          </a:p>
        </p:txBody>
      </p:sp>
      <p:sp>
        <p:nvSpPr>
          <p:cNvPr id="17" name="Half Frame 16">
            <a:extLst>
              <a:ext uri="{FF2B5EF4-FFF2-40B4-BE49-F238E27FC236}">
                <a16:creationId xmlns:a16="http://schemas.microsoft.com/office/drawing/2014/main" id="{B51B306E-67E7-4D45-B14E-4EC14A827A33}"/>
              </a:ext>
            </a:extLst>
          </p:cNvPr>
          <p:cNvSpPr/>
          <p:nvPr/>
        </p:nvSpPr>
        <p:spPr bwMode="gray">
          <a:xfrm rot="10800000">
            <a:off x="8233983" y="1940073"/>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8" name="Half Frame 17">
            <a:extLst>
              <a:ext uri="{FF2B5EF4-FFF2-40B4-BE49-F238E27FC236}">
                <a16:creationId xmlns:a16="http://schemas.microsoft.com/office/drawing/2014/main" id="{108FF83C-509E-4AE1-9A8E-7143E5707CED}"/>
              </a:ext>
            </a:extLst>
          </p:cNvPr>
          <p:cNvSpPr/>
          <p:nvPr/>
        </p:nvSpPr>
        <p:spPr bwMode="gray">
          <a:xfrm rot="16200000">
            <a:off x="5953509" y="1942328"/>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E1E2F47A-BF17-4978-BCCD-CA01E521CA42}"/>
              </a:ext>
            </a:extLst>
          </p:cNvPr>
          <p:cNvSpPr/>
          <p:nvPr/>
        </p:nvSpPr>
        <p:spPr bwMode="gray">
          <a:xfrm>
            <a:off x="9132859" y="2486980"/>
            <a:ext cx="2492653" cy="403218"/>
          </a:xfrm>
          <a:prstGeom prst="rect">
            <a:avLst/>
          </a:prstGeom>
          <a:solidFill>
            <a:srgbClr val="009A44"/>
          </a:solidFill>
          <a:ln w="19050" algn="ctr">
            <a:solidFill>
              <a:schemeClr val="accent6"/>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	Nigeria Electricity</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Regulatory Commission</a:t>
            </a:r>
          </a:p>
        </p:txBody>
      </p:sp>
      <p:sp>
        <p:nvSpPr>
          <p:cNvPr id="20" name="Rectangle 19">
            <a:extLst>
              <a:ext uri="{FF2B5EF4-FFF2-40B4-BE49-F238E27FC236}">
                <a16:creationId xmlns:a16="http://schemas.microsoft.com/office/drawing/2014/main" id="{8BD175E3-70CE-4483-B51B-0D2C4B9BC89D}"/>
              </a:ext>
            </a:extLst>
          </p:cNvPr>
          <p:cNvSpPr/>
          <p:nvPr/>
        </p:nvSpPr>
        <p:spPr bwMode="gray">
          <a:xfrm>
            <a:off x="9232712" y="2912649"/>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Strategy formulation &amp; Business plan development for NERC</a:t>
            </a:r>
          </a:p>
        </p:txBody>
      </p:sp>
      <p:sp>
        <p:nvSpPr>
          <p:cNvPr id="21" name="Half Frame 20">
            <a:extLst>
              <a:ext uri="{FF2B5EF4-FFF2-40B4-BE49-F238E27FC236}">
                <a16:creationId xmlns:a16="http://schemas.microsoft.com/office/drawing/2014/main" id="{070E0DF9-CD03-4678-AC77-A8636D23A59E}"/>
              </a:ext>
            </a:extLst>
          </p:cNvPr>
          <p:cNvSpPr/>
          <p:nvPr/>
        </p:nvSpPr>
        <p:spPr bwMode="gray">
          <a:xfrm rot="10800000">
            <a:off x="11408313" y="3269622"/>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2" name="Half Frame 21">
            <a:extLst>
              <a:ext uri="{FF2B5EF4-FFF2-40B4-BE49-F238E27FC236}">
                <a16:creationId xmlns:a16="http://schemas.microsoft.com/office/drawing/2014/main" id="{BB601FA3-1FF5-46D2-93A1-8C28411F66EB}"/>
              </a:ext>
            </a:extLst>
          </p:cNvPr>
          <p:cNvSpPr/>
          <p:nvPr/>
        </p:nvSpPr>
        <p:spPr bwMode="gray">
          <a:xfrm rot="16200000">
            <a:off x="9142691" y="3271877"/>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3" name="Rectangle 22">
            <a:extLst>
              <a:ext uri="{FF2B5EF4-FFF2-40B4-BE49-F238E27FC236}">
                <a16:creationId xmlns:a16="http://schemas.microsoft.com/office/drawing/2014/main" id="{0E6293E5-7D0F-4CE9-8EFC-4A26E580C6FA}"/>
              </a:ext>
            </a:extLst>
          </p:cNvPr>
          <p:cNvSpPr/>
          <p:nvPr/>
        </p:nvSpPr>
        <p:spPr bwMode="gray">
          <a:xfrm>
            <a:off x="5955765" y="3827057"/>
            <a:ext cx="2492653" cy="403218"/>
          </a:xfrm>
          <a:prstGeom prst="rect">
            <a:avLst/>
          </a:prstGeom>
          <a:solidFill>
            <a:srgbClr val="046A38"/>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                 World Bank</a:t>
            </a:r>
          </a:p>
        </p:txBody>
      </p:sp>
      <p:sp>
        <p:nvSpPr>
          <p:cNvPr id="24" name="Rectangle 23">
            <a:extLst>
              <a:ext uri="{FF2B5EF4-FFF2-40B4-BE49-F238E27FC236}">
                <a16:creationId xmlns:a16="http://schemas.microsoft.com/office/drawing/2014/main" id="{1EE2868F-17B9-42C5-B190-61FFBBE61253}"/>
              </a:ext>
            </a:extLst>
          </p:cNvPr>
          <p:cNvSpPr/>
          <p:nvPr/>
        </p:nvSpPr>
        <p:spPr bwMode="gray">
          <a:xfrm>
            <a:off x="5995857" y="425272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Advanced Metering Infrastructure and Analytics Guidance Study for South Asian Power Distribution Utilities</a:t>
            </a:r>
          </a:p>
        </p:txBody>
      </p:sp>
      <p:sp>
        <p:nvSpPr>
          <p:cNvPr id="25" name="Half Frame 24">
            <a:extLst>
              <a:ext uri="{FF2B5EF4-FFF2-40B4-BE49-F238E27FC236}">
                <a16:creationId xmlns:a16="http://schemas.microsoft.com/office/drawing/2014/main" id="{F6C6EAEF-1BD1-447E-8329-1076C41BDA29}"/>
              </a:ext>
            </a:extLst>
          </p:cNvPr>
          <p:cNvSpPr/>
          <p:nvPr/>
        </p:nvSpPr>
        <p:spPr bwMode="gray">
          <a:xfrm rot="10800000">
            <a:off x="8200276" y="4609699"/>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6" name="Half Frame 25">
            <a:extLst>
              <a:ext uri="{FF2B5EF4-FFF2-40B4-BE49-F238E27FC236}">
                <a16:creationId xmlns:a16="http://schemas.microsoft.com/office/drawing/2014/main" id="{00BA8060-40F4-4C5F-AF73-6B9B1F2AC3E4}"/>
              </a:ext>
            </a:extLst>
          </p:cNvPr>
          <p:cNvSpPr/>
          <p:nvPr/>
        </p:nvSpPr>
        <p:spPr bwMode="gray">
          <a:xfrm rot="16200000">
            <a:off x="5953509" y="4611954"/>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7" name="Rectangle 26">
            <a:extLst>
              <a:ext uri="{FF2B5EF4-FFF2-40B4-BE49-F238E27FC236}">
                <a16:creationId xmlns:a16="http://schemas.microsoft.com/office/drawing/2014/main" id="{9A22DF13-4C13-458D-97A6-912306435A06}"/>
              </a:ext>
            </a:extLst>
          </p:cNvPr>
          <p:cNvSpPr/>
          <p:nvPr/>
        </p:nvSpPr>
        <p:spPr bwMode="gray">
          <a:xfrm>
            <a:off x="5955765" y="5138352"/>
            <a:ext cx="2492653" cy="403218"/>
          </a:xfrm>
          <a:prstGeom prst="rect">
            <a:avLst/>
          </a:prstGeom>
          <a:solidFill>
            <a:schemeClr val="accent5">
              <a:lumMod val="75000"/>
            </a:schemeClr>
          </a:solidFill>
          <a:ln w="19050" algn="ctr">
            <a:solidFill>
              <a:schemeClr val="accent6"/>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USAID, Nepal</a:t>
            </a:r>
          </a:p>
        </p:txBody>
      </p:sp>
      <p:sp>
        <p:nvSpPr>
          <p:cNvPr id="28" name="Rectangle 27">
            <a:extLst>
              <a:ext uri="{FF2B5EF4-FFF2-40B4-BE49-F238E27FC236}">
                <a16:creationId xmlns:a16="http://schemas.microsoft.com/office/drawing/2014/main" id="{0CC74119-FB50-4187-B673-C8726F8F50A0}"/>
              </a:ext>
            </a:extLst>
          </p:cNvPr>
          <p:cNvSpPr/>
          <p:nvPr/>
        </p:nvSpPr>
        <p:spPr bwMode="gray">
          <a:xfrm>
            <a:off x="5955764" y="5564021"/>
            <a:ext cx="2492653" cy="583638"/>
          </a:xfrm>
          <a:prstGeom prst="rect">
            <a:avLst/>
          </a:prstGeom>
          <a:pattFill prst="pct10">
            <a:fgClr>
              <a:srgbClr val="E3E48D"/>
            </a:fgClr>
            <a:bgClr>
              <a:schemeClr val="bg1"/>
            </a:bgClr>
          </a:patt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URJA Nepal – Utility performance &amp; Policies improvement, Advanced energy systems deployment</a:t>
            </a:r>
          </a:p>
        </p:txBody>
      </p:sp>
      <p:sp>
        <p:nvSpPr>
          <p:cNvPr id="29" name="Half Frame 28">
            <a:extLst>
              <a:ext uri="{FF2B5EF4-FFF2-40B4-BE49-F238E27FC236}">
                <a16:creationId xmlns:a16="http://schemas.microsoft.com/office/drawing/2014/main" id="{284B8005-637F-4A83-BDCC-0FF46792F8A8}"/>
              </a:ext>
            </a:extLst>
          </p:cNvPr>
          <p:cNvSpPr/>
          <p:nvPr/>
        </p:nvSpPr>
        <p:spPr bwMode="gray">
          <a:xfrm rot="10800000">
            <a:off x="11203731" y="5743202"/>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0" name="Half Frame 29">
            <a:extLst>
              <a:ext uri="{FF2B5EF4-FFF2-40B4-BE49-F238E27FC236}">
                <a16:creationId xmlns:a16="http://schemas.microsoft.com/office/drawing/2014/main" id="{A1910A83-08B4-4B33-8E70-2117FFD1638D}"/>
              </a:ext>
            </a:extLst>
          </p:cNvPr>
          <p:cNvSpPr/>
          <p:nvPr/>
        </p:nvSpPr>
        <p:spPr bwMode="gray">
          <a:xfrm rot="16200000">
            <a:off x="5953509" y="5923249"/>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85EECD8E-965A-4458-9EE3-1F3F00530E2C}"/>
              </a:ext>
            </a:extLst>
          </p:cNvPr>
          <p:cNvSpPr/>
          <p:nvPr/>
        </p:nvSpPr>
        <p:spPr bwMode="gray">
          <a:xfrm>
            <a:off x="9132859" y="5112960"/>
            <a:ext cx="2492653" cy="403218"/>
          </a:xfrm>
          <a:prstGeom prst="rect">
            <a:avLst/>
          </a:prstGeom>
          <a:solidFill>
            <a:schemeClr val="accent5">
              <a:lumMod val="75000"/>
            </a:schemeClr>
          </a:solidFill>
          <a:ln w="19050" algn="ctr">
            <a:solidFill>
              <a:schemeClr val="accent6"/>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Market Reforms Unit, India</a:t>
            </a:r>
          </a:p>
        </p:txBody>
      </p:sp>
      <p:sp>
        <p:nvSpPr>
          <p:cNvPr id="32" name="Rectangle 31">
            <a:extLst>
              <a:ext uri="{FF2B5EF4-FFF2-40B4-BE49-F238E27FC236}">
                <a16:creationId xmlns:a16="http://schemas.microsoft.com/office/drawing/2014/main" id="{55307F79-A2C9-4A11-BC07-842AB6BA89C6}"/>
              </a:ext>
            </a:extLst>
          </p:cNvPr>
          <p:cNvSpPr/>
          <p:nvPr/>
        </p:nvSpPr>
        <p:spPr bwMode="gray">
          <a:xfrm>
            <a:off x="9132858" y="5538629"/>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Institutional Strengthening &amp; Capacity Building of Successor Entities of Jharkhand State Electricity Board, India</a:t>
            </a:r>
          </a:p>
        </p:txBody>
      </p:sp>
      <p:sp>
        <p:nvSpPr>
          <p:cNvPr id="33" name="Half Frame 32">
            <a:extLst>
              <a:ext uri="{FF2B5EF4-FFF2-40B4-BE49-F238E27FC236}">
                <a16:creationId xmlns:a16="http://schemas.microsoft.com/office/drawing/2014/main" id="{5E1D8457-7B87-4A11-8845-ED0E6E9E9DF0}"/>
              </a:ext>
            </a:extLst>
          </p:cNvPr>
          <p:cNvSpPr/>
          <p:nvPr/>
        </p:nvSpPr>
        <p:spPr bwMode="gray">
          <a:xfrm rot="10800000">
            <a:off x="11408313" y="5895602"/>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4" name="Half Frame 33">
            <a:extLst>
              <a:ext uri="{FF2B5EF4-FFF2-40B4-BE49-F238E27FC236}">
                <a16:creationId xmlns:a16="http://schemas.microsoft.com/office/drawing/2014/main" id="{3F4F56E5-23B0-42BE-823F-F124905F382C}"/>
              </a:ext>
            </a:extLst>
          </p:cNvPr>
          <p:cNvSpPr/>
          <p:nvPr/>
        </p:nvSpPr>
        <p:spPr bwMode="gray">
          <a:xfrm rot="16200000">
            <a:off x="9142691" y="5897857"/>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5" name="Rectangle 34">
            <a:extLst>
              <a:ext uri="{FF2B5EF4-FFF2-40B4-BE49-F238E27FC236}">
                <a16:creationId xmlns:a16="http://schemas.microsoft.com/office/drawing/2014/main" id="{5DD07BDC-5FC5-460A-8A48-7050FF516AFB}"/>
              </a:ext>
            </a:extLst>
          </p:cNvPr>
          <p:cNvSpPr/>
          <p:nvPr/>
        </p:nvSpPr>
        <p:spPr bwMode="gray">
          <a:xfrm>
            <a:off x="9132859" y="3796825"/>
            <a:ext cx="2492653" cy="403218"/>
          </a:xfrm>
          <a:prstGeom prst="rect">
            <a:avLst/>
          </a:prstGeom>
          <a:solidFill>
            <a:srgbClr val="046A38"/>
          </a:solidFill>
          <a:ln w="19050" algn="ctr">
            <a:solidFill>
              <a:schemeClr val="accent6"/>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Power Cell, Bangladesh</a:t>
            </a:r>
          </a:p>
        </p:txBody>
      </p:sp>
      <p:sp>
        <p:nvSpPr>
          <p:cNvPr id="36" name="Rectangle 35">
            <a:extLst>
              <a:ext uri="{FF2B5EF4-FFF2-40B4-BE49-F238E27FC236}">
                <a16:creationId xmlns:a16="http://schemas.microsoft.com/office/drawing/2014/main" id="{A961786E-9900-4E58-B2D9-74542F05744A}"/>
              </a:ext>
            </a:extLst>
          </p:cNvPr>
          <p:cNvSpPr/>
          <p:nvPr/>
        </p:nvSpPr>
        <p:spPr bwMode="gray">
          <a:xfrm>
            <a:off x="9192619" y="4222494"/>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ICT Roadmap for Bangladesh Power Sector (All Public Utilities)</a:t>
            </a:r>
          </a:p>
        </p:txBody>
      </p:sp>
      <p:sp>
        <p:nvSpPr>
          <p:cNvPr id="37" name="Half Frame 36">
            <a:extLst>
              <a:ext uri="{FF2B5EF4-FFF2-40B4-BE49-F238E27FC236}">
                <a16:creationId xmlns:a16="http://schemas.microsoft.com/office/drawing/2014/main" id="{F5296A00-1140-4550-88F4-F80D18D636AB}"/>
              </a:ext>
            </a:extLst>
          </p:cNvPr>
          <p:cNvSpPr/>
          <p:nvPr/>
        </p:nvSpPr>
        <p:spPr bwMode="gray">
          <a:xfrm rot="10800000">
            <a:off x="11408313" y="4579467"/>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8" name="Half Frame 37">
            <a:extLst>
              <a:ext uri="{FF2B5EF4-FFF2-40B4-BE49-F238E27FC236}">
                <a16:creationId xmlns:a16="http://schemas.microsoft.com/office/drawing/2014/main" id="{B2D54014-E37B-4DC6-9408-8C9CBE21783F}"/>
              </a:ext>
            </a:extLst>
          </p:cNvPr>
          <p:cNvSpPr/>
          <p:nvPr/>
        </p:nvSpPr>
        <p:spPr bwMode="gray">
          <a:xfrm rot="16200000">
            <a:off x="9142691" y="4581722"/>
            <a:ext cx="261750" cy="257238"/>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grpSp>
        <p:nvGrpSpPr>
          <p:cNvPr id="39" name="Group 38">
            <a:extLst>
              <a:ext uri="{FF2B5EF4-FFF2-40B4-BE49-F238E27FC236}">
                <a16:creationId xmlns:a16="http://schemas.microsoft.com/office/drawing/2014/main" id="{FDEC4DFD-96AC-4DB1-AEAE-08887735967C}"/>
              </a:ext>
            </a:extLst>
          </p:cNvPr>
          <p:cNvGrpSpPr/>
          <p:nvPr/>
        </p:nvGrpSpPr>
        <p:grpSpPr>
          <a:xfrm>
            <a:off x="2039977" y="2757892"/>
            <a:ext cx="1894720" cy="1853809"/>
            <a:chOff x="2085975" y="1047750"/>
            <a:chExt cx="5321300" cy="5299075"/>
          </a:xfrm>
        </p:grpSpPr>
        <p:sp>
          <p:nvSpPr>
            <p:cNvPr id="40" name="Freeform 74">
              <a:extLst>
                <a:ext uri="{FF2B5EF4-FFF2-40B4-BE49-F238E27FC236}">
                  <a16:creationId xmlns:a16="http://schemas.microsoft.com/office/drawing/2014/main" id="{C94E82A1-5047-4B21-8C2F-80CCCC78734F}"/>
                </a:ext>
              </a:extLst>
            </p:cNvPr>
            <p:cNvSpPr/>
            <p:nvPr/>
          </p:nvSpPr>
          <p:spPr>
            <a:xfrm>
              <a:off x="4879975" y="1047750"/>
              <a:ext cx="1673225" cy="1412875"/>
            </a:xfrm>
            <a:custGeom>
              <a:avLst/>
              <a:gdLst>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225" h="1412875">
                  <a:moveTo>
                    <a:pt x="0" y="0"/>
                  </a:moveTo>
                  <a:cubicBezTo>
                    <a:pt x="541867" y="21167"/>
                    <a:pt x="1185333" y="232833"/>
                    <a:pt x="1673225" y="701675"/>
                  </a:cubicBezTo>
                  <a:lnTo>
                    <a:pt x="958850" y="1412875"/>
                  </a:lnTo>
                  <a:cubicBezTo>
                    <a:pt x="701675" y="1212320"/>
                    <a:pt x="539750" y="1074473"/>
                    <a:pt x="6350" y="1016000"/>
                  </a:cubicBezTo>
                  <a:cubicBezTo>
                    <a:pt x="5292" y="677333"/>
                    <a:pt x="4233" y="338667"/>
                    <a:pt x="0" y="0"/>
                  </a:cubicBezTo>
                  <a:close/>
                </a:path>
              </a:pathLst>
            </a:cu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1" name="Freeform 75">
              <a:extLst>
                <a:ext uri="{FF2B5EF4-FFF2-40B4-BE49-F238E27FC236}">
                  <a16:creationId xmlns:a16="http://schemas.microsoft.com/office/drawing/2014/main" id="{FC1E8774-60CD-425B-B80E-A4E4746C638F}"/>
                </a:ext>
              </a:extLst>
            </p:cNvPr>
            <p:cNvSpPr/>
            <p:nvPr/>
          </p:nvSpPr>
          <p:spPr>
            <a:xfrm>
              <a:off x="6016558" y="1930400"/>
              <a:ext cx="1387544" cy="1638301"/>
            </a:xfrm>
            <a:custGeom>
              <a:avLst/>
              <a:gdLst>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541"/>
                <a:gd name="connsiteY0" fmla="*/ 0 h 1638300"/>
                <a:gd name="connsiteX1" fmla="*/ 0 w 1387541"/>
                <a:gd name="connsiteY1" fmla="*/ 711200 h 1638300"/>
                <a:gd name="connsiteX2" fmla="*/ 374650 w 1387541"/>
                <a:gd name="connsiteY2" fmla="*/ 1638300 h 1638300"/>
                <a:gd name="connsiteX3" fmla="*/ 1387475 w 1387541"/>
                <a:gd name="connsiteY3" fmla="*/ 1635125 h 1638300"/>
                <a:gd name="connsiteX4" fmla="*/ 720725 w 1387541"/>
                <a:gd name="connsiteY4" fmla="*/ 0 h 1638300"/>
                <a:gd name="connsiteX0" fmla="*/ 720725 w 1387573"/>
                <a:gd name="connsiteY0" fmla="*/ 0 h 1638300"/>
                <a:gd name="connsiteX1" fmla="*/ 0 w 1387573"/>
                <a:gd name="connsiteY1" fmla="*/ 711200 h 1638300"/>
                <a:gd name="connsiteX2" fmla="*/ 374650 w 1387573"/>
                <a:gd name="connsiteY2" fmla="*/ 1638300 h 1638300"/>
                <a:gd name="connsiteX3" fmla="*/ 1387475 w 1387573"/>
                <a:gd name="connsiteY3" fmla="*/ 1635125 h 1638300"/>
                <a:gd name="connsiteX4" fmla="*/ 720725 w 1387573"/>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57397 w 1424147"/>
                <a:gd name="connsiteY0" fmla="*/ 0 h 1638300"/>
                <a:gd name="connsiteX1" fmla="*/ 36672 w 1424147"/>
                <a:gd name="connsiteY1" fmla="*/ 711200 h 1638300"/>
                <a:gd name="connsiteX2" fmla="*/ 411322 w 1424147"/>
                <a:gd name="connsiteY2" fmla="*/ 1638300 h 1638300"/>
                <a:gd name="connsiteX3" fmla="*/ 1424147 w 1424147"/>
                <a:gd name="connsiteY3" fmla="*/ 1635125 h 1638300"/>
                <a:gd name="connsiteX4" fmla="*/ 757397 w 1424147"/>
                <a:gd name="connsiteY4" fmla="*/ 0 h 1638300"/>
                <a:gd name="connsiteX0" fmla="*/ 720813 w 1387563"/>
                <a:gd name="connsiteY0" fmla="*/ 0 h 1638300"/>
                <a:gd name="connsiteX1" fmla="*/ 88 w 1387563"/>
                <a:gd name="connsiteY1" fmla="*/ 711200 h 1638300"/>
                <a:gd name="connsiteX2" fmla="*/ 374738 w 1387563"/>
                <a:gd name="connsiteY2" fmla="*/ 1638300 h 1638300"/>
                <a:gd name="connsiteX3" fmla="*/ 1387563 w 1387563"/>
                <a:gd name="connsiteY3" fmla="*/ 1635125 h 1638300"/>
                <a:gd name="connsiteX4" fmla="*/ 720813 w 138756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7543" h="1638300">
                  <a:moveTo>
                    <a:pt x="720793" y="0"/>
                  </a:moveTo>
                  <a:cubicBezTo>
                    <a:pt x="480551" y="237067"/>
                    <a:pt x="-6563" y="702913"/>
                    <a:pt x="68" y="711200"/>
                  </a:cubicBezTo>
                  <a:cubicBezTo>
                    <a:pt x="241983" y="1013529"/>
                    <a:pt x="345085" y="1300692"/>
                    <a:pt x="374718" y="1638300"/>
                  </a:cubicBezTo>
                  <a:lnTo>
                    <a:pt x="1387543" y="1635125"/>
                  </a:lnTo>
                  <a:cubicBezTo>
                    <a:pt x="1374843" y="1039283"/>
                    <a:pt x="1092268" y="418042"/>
                    <a:pt x="720793" y="0"/>
                  </a:cubicBezTo>
                  <a:close/>
                </a:path>
              </a:pathLst>
            </a:custGeom>
            <a:solidFill>
              <a:schemeClr val="accent3"/>
            </a:solidFill>
            <a:ln>
              <a:noFill/>
            </a:ln>
          </p:spPr>
          <p:style>
            <a:lnRef idx="0">
              <a:scrgbClr r="0" g="0" b="0"/>
            </a:lnRef>
            <a:fillRef idx="0">
              <a:scrgbClr r="0" g="0" b="0"/>
            </a:fillRef>
            <a:effectRef idx="0">
              <a:scrgbClr r="0" g="0" b="0"/>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2" name="Freeform 76">
              <a:extLst>
                <a:ext uri="{FF2B5EF4-FFF2-40B4-BE49-F238E27FC236}">
                  <a16:creationId xmlns:a16="http://schemas.microsoft.com/office/drawing/2014/main" id="{3C35A368-C4DB-49BA-B79B-A944FF51FDAB}"/>
                </a:ext>
              </a:extLst>
            </p:cNvPr>
            <p:cNvSpPr/>
            <p:nvPr/>
          </p:nvSpPr>
          <p:spPr>
            <a:xfrm>
              <a:off x="6010275" y="3822700"/>
              <a:ext cx="1397000" cy="1647825"/>
            </a:xfrm>
            <a:custGeom>
              <a:avLst/>
              <a:gdLst>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00" h="1647825">
                  <a:moveTo>
                    <a:pt x="384175" y="0"/>
                  </a:moveTo>
                  <a:lnTo>
                    <a:pt x="1397000" y="3175"/>
                  </a:lnTo>
                  <a:cubicBezTo>
                    <a:pt x="1361017" y="748242"/>
                    <a:pt x="1074208" y="1223433"/>
                    <a:pt x="717550" y="1647825"/>
                  </a:cubicBezTo>
                  <a:lnTo>
                    <a:pt x="0" y="933450"/>
                  </a:lnTo>
                  <a:cubicBezTo>
                    <a:pt x="178858" y="688975"/>
                    <a:pt x="345017" y="434975"/>
                    <a:pt x="384175" y="0"/>
                  </a:cubicBez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3" name="Freeform 77">
              <a:extLst>
                <a:ext uri="{FF2B5EF4-FFF2-40B4-BE49-F238E27FC236}">
                  <a16:creationId xmlns:a16="http://schemas.microsoft.com/office/drawing/2014/main" id="{32C53777-51D0-4569-BA23-53124DD37091}"/>
                </a:ext>
              </a:extLst>
            </p:cNvPr>
            <p:cNvSpPr/>
            <p:nvPr/>
          </p:nvSpPr>
          <p:spPr>
            <a:xfrm>
              <a:off x="4886324" y="4937125"/>
              <a:ext cx="1657389" cy="1409700"/>
            </a:xfrm>
            <a:custGeom>
              <a:avLst/>
              <a:gdLst>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704869"/>
                <a:gd name="connsiteY0" fmla="*/ 0 h 1409700"/>
                <a:gd name="connsiteX1" fmla="*/ 1657350 w 1704869"/>
                <a:gd name="connsiteY1" fmla="*/ 720725 h 1409700"/>
                <a:gd name="connsiteX2" fmla="*/ 0 w 1704869"/>
                <a:gd name="connsiteY2" fmla="*/ 1409700 h 1409700"/>
                <a:gd name="connsiteX3" fmla="*/ 0 w 1704869"/>
                <a:gd name="connsiteY3" fmla="*/ 400050 h 1409700"/>
                <a:gd name="connsiteX4" fmla="*/ 939800 w 1704869"/>
                <a:gd name="connsiteY4" fmla="*/ 0 h 1409700"/>
                <a:gd name="connsiteX0" fmla="*/ 939800 w 1657394"/>
                <a:gd name="connsiteY0" fmla="*/ 0 h 1409700"/>
                <a:gd name="connsiteX1" fmla="*/ 1657350 w 1657394"/>
                <a:gd name="connsiteY1" fmla="*/ 720725 h 1409700"/>
                <a:gd name="connsiteX2" fmla="*/ 0 w 1657394"/>
                <a:gd name="connsiteY2" fmla="*/ 1409700 h 1409700"/>
                <a:gd name="connsiteX3" fmla="*/ 0 w 1657394"/>
                <a:gd name="connsiteY3" fmla="*/ 400050 h 1409700"/>
                <a:gd name="connsiteX4" fmla="*/ 939800 w 1657394"/>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89" h="1409700">
                  <a:moveTo>
                    <a:pt x="939800" y="0"/>
                  </a:moveTo>
                  <a:cubicBezTo>
                    <a:pt x="1178983" y="240242"/>
                    <a:pt x="1662405" y="716205"/>
                    <a:pt x="1657350" y="720725"/>
                  </a:cubicBezTo>
                  <a:cubicBezTo>
                    <a:pt x="1073406" y="1242818"/>
                    <a:pt x="555625" y="1361017"/>
                    <a:pt x="0" y="1409700"/>
                  </a:cubicBezTo>
                  <a:lnTo>
                    <a:pt x="0" y="400050"/>
                  </a:lnTo>
                  <a:cubicBezTo>
                    <a:pt x="332317" y="342900"/>
                    <a:pt x="626533" y="279400"/>
                    <a:pt x="939800" y="0"/>
                  </a:cubicBezTo>
                  <a:close/>
                </a:path>
              </a:pathLst>
            </a:custGeom>
            <a:solidFill>
              <a:schemeClr val="accent5"/>
            </a:solidFill>
            <a:ln>
              <a:noFill/>
            </a:ln>
          </p:spPr>
          <p:style>
            <a:lnRef idx="0">
              <a:scrgbClr r="0" g="0" b="0"/>
            </a:lnRef>
            <a:fillRef idx="0">
              <a:scrgbClr r="0" g="0" b="0"/>
            </a:fillRef>
            <a:effectRef idx="0">
              <a:scrgbClr r="0" g="0" b="0"/>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4" name="Freeform 78">
              <a:extLst>
                <a:ext uri="{FF2B5EF4-FFF2-40B4-BE49-F238E27FC236}">
                  <a16:creationId xmlns:a16="http://schemas.microsoft.com/office/drawing/2014/main" id="{791CEB9D-65A5-4B54-B15E-059BE4FDA88F}"/>
                </a:ext>
              </a:extLst>
            </p:cNvPr>
            <p:cNvSpPr/>
            <p:nvPr/>
          </p:nvSpPr>
          <p:spPr>
            <a:xfrm flipH="1">
              <a:off x="2940051" y="1047753"/>
              <a:ext cx="1673224" cy="1412876"/>
            </a:xfrm>
            <a:custGeom>
              <a:avLst/>
              <a:gdLst>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 name="connsiteX0" fmla="*/ 0 w 1673225"/>
                <a:gd name="connsiteY0" fmla="*/ 0 h 1412875"/>
                <a:gd name="connsiteX1" fmla="*/ 1673225 w 1673225"/>
                <a:gd name="connsiteY1" fmla="*/ 701675 h 1412875"/>
                <a:gd name="connsiteX2" fmla="*/ 958850 w 1673225"/>
                <a:gd name="connsiteY2" fmla="*/ 1412875 h 1412875"/>
                <a:gd name="connsiteX3" fmla="*/ 6350 w 1673225"/>
                <a:gd name="connsiteY3" fmla="*/ 1016000 h 1412875"/>
                <a:gd name="connsiteX4" fmla="*/ 0 w 1673225"/>
                <a:gd name="connsiteY4" fmla="*/ 0 h 141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225" h="1412875">
                  <a:moveTo>
                    <a:pt x="0" y="0"/>
                  </a:moveTo>
                  <a:cubicBezTo>
                    <a:pt x="541867" y="21167"/>
                    <a:pt x="1185333" y="232833"/>
                    <a:pt x="1673225" y="701675"/>
                  </a:cubicBezTo>
                  <a:lnTo>
                    <a:pt x="958850" y="1412875"/>
                  </a:lnTo>
                  <a:cubicBezTo>
                    <a:pt x="701675" y="1212320"/>
                    <a:pt x="539750" y="1074473"/>
                    <a:pt x="6350" y="1016000"/>
                  </a:cubicBezTo>
                  <a:cubicBezTo>
                    <a:pt x="5292" y="677333"/>
                    <a:pt x="4233" y="338667"/>
                    <a:pt x="0" y="0"/>
                  </a:cubicBez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5" name="Freeform 79">
              <a:extLst>
                <a:ext uri="{FF2B5EF4-FFF2-40B4-BE49-F238E27FC236}">
                  <a16:creationId xmlns:a16="http://schemas.microsoft.com/office/drawing/2014/main" id="{6E481AF7-4A64-47A5-AC1A-03A0EB6E7633}"/>
                </a:ext>
              </a:extLst>
            </p:cNvPr>
            <p:cNvSpPr/>
            <p:nvPr/>
          </p:nvSpPr>
          <p:spPr>
            <a:xfrm flipH="1">
              <a:off x="2089149" y="1930400"/>
              <a:ext cx="1387544" cy="1638301"/>
            </a:xfrm>
            <a:custGeom>
              <a:avLst/>
              <a:gdLst>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541"/>
                <a:gd name="connsiteY0" fmla="*/ 0 h 1638300"/>
                <a:gd name="connsiteX1" fmla="*/ 0 w 1387541"/>
                <a:gd name="connsiteY1" fmla="*/ 711200 h 1638300"/>
                <a:gd name="connsiteX2" fmla="*/ 374650 w 1387541"/>
                <a:gd name="connsiteY2" fmla="*/ 1638300 h 1638300"/>
                <a:gd name="connsiteX3" fmla="*/ 1387475 w 1387541"/>
                <a:gd name="connsiteY3" fmla="*/ 1635125 h 1638300"/>
                <a:gd name="connsiteX4" fmla="*/ 720725 w 1387541"/>
                <a:gd name="connsiteY4" fmla="*/ 0 h 1638300"/>
                <a:gd name="connsiteX0" fmla="*/ 720725 w 1387573"/>
                <a:gd name="connsiteY0" fmla="*/ 0 h 1638300"/>
                <a:gd name="connsiteX1" fmla="*/ 0 w 1387573"/>
                <a:gd name="connsiteY1" fmla="*/ 711200 h 1638300"/>
                <a:gd name="connsiteX2" fmla="*/ 374650 w 1387573"/>
                <a:gd name="connsiteY2" fmla="*/ 1638300 h 1638300"/>
                <a:gd name="connsiteX3" fmla="*/ 1387475 w 1387573"/>
                <a:gd name="connsiteY3" fmla="*/ 1635125 h 1638300"/>
                <a:gd name="connsiteX4" fmla="*/ 720725 w 1387573"/>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20725 w 1387475"/>
                <a:gd name="connsiteY0" fmla="*/ 0 h 1638300"/>
                <a:gd name="connsiteX1" fmla="*/ 0 w 1387475"/>
                <a:gd name="connsiteY1" fmla="*/ 711200 h 1638300"/>
                <a:gd name="connsiteX2" fmla="*/ 374650 w 1387475"/>
                <a:gd name="connsiteY2" fmla="*/ 1638300 h 1638300"/>
                <a:gd name="connsiteX3" fmla="*/ 1387475 w 1387475"/>
                <a:gd name="connsiteY3" fmla="*/ 1635125 h 1638300"/>
                <a:gd name="connsiteX4" fmla="*/ 720725 w 1387475"/>
                <a:gd name="connsiteY4" fmla="*/ 0 h 1638300"/>
                <a:gd name="connsiteX0" fmla="*/ 757397 w 1424147"/>
                <a:gd name="connsiteY0" fmla="*/ 0 h 1638300"/>
                <a:gd name="connsiteX1" fmla="*/ 36672 w 1424147"/>
                <a:gd name="connsiteY1" fmla="*/ 711200 h 1638300"/>
                <a:gd name="connsiteX2" fmla="*/ 411322 w 1424147"/>
                <a:gd name="connsiteY2" fmla="*/ 1638300 h 1638300"/>
                <a:gd name="connsiteX3" fmla="*/ 1424147 w 1424147"/>
                <a:gd name="connsiteY3" fmla="*/ 1635125 h 1638300"/>
                <a:gd name="connsiteX4" fmla="*/ 757397 w 1424147"/>
                <a:gd name="connsiteY4" fmla="*/ 0 h 1638300"/>
                <a:gd name="connsiteX0" fmla="*/ 720813 w 1387563"/>
                <a:gd name="connsiteY0" fmla="*/ 0 h 1638300"/>
                <a:gd name="connsiteX1" fmla="*/ 88 w 1387563"/>
                <a:gd name="connsiteY1" fmla="*/ 711200 h 1638300"/>
                <a:gd name="connsiteX2" fmla="*/ 374738 w 1387563"/>
                <a:gd name="connsiteY2" fmla="*/ 1638300 h 1638300"/>
                <a:gd name="connsiteX3" fmla="*/ 1387563 w 1387563"/>
                <a:gd name="connsiteY3" fmla="*/ 1635125 h 1638300"/>
                <a:gd name="connsiteX4" fmla="*/ 720813 w 138756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 name="connsiteX0" fmla="*/ 720793 w 1387543"/>
                <a:gd name="connsiteY0" fmla="*/ 0 h 1638300"/>
                <a:gd name="connsiteX1" fmla="*/ 68 w 1387543"/>
                <a:gd name="connsiteY1" fmla="*/ 711200 h 1638300"/>
                <a:gd name="connsiteX2" fmla="*/ 374718 w 1387543"/>
                <a:gd name="connsiteY2" fmla="*/ 1638300 h 1638300"/>
                <a:gd name="connsiteX3" fmla="*/ 1387543 w 1387543"/>
                <a:gd name="connsiteY3" fmla="*/ 1635125 h 1638300"/>
                <a:gd name="connsiteX4" fmla="*/ 720793 w 1387543"/>
                <a:gd name="connsiteY4" fmla="*/ 0 h 1638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7543" h="1638300">
                  <a:moveTo>
                    <a:pt x="720793" y="0"/>
                  </a:moveTo>
                  <a:cubicBezTo>
                    <a:pt x="480551" y="237067"/>
                    <a:pt x="-6563" y="702913"/>
                    <a:pt x="68" y="711200"/>
                  </a:cubicBezTo>
                  <a:cubicBezTo>
                    <a:pt x="241983" y="1013529"/>
                    <a:pt x="345085" y="1300692"/>
                    <a:pt x="374718" y="1638300"/>
                  </a:cubicBezTo>
                  <a:lnTo>
                    <a:pt x="1387543" y="1635125"/>
                  </a:lnTo>
                  <a:cubicBezTo>
                    <a:pt x="1374843" y="1039283"/>
                    <a:pt x="1092268" y="418042"/>
                    <a:pt x="720793" y="0"/>
                  </a:cubicBez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6" name="Freeform 80">
              <a:extLst>
                <a:ext uri="{FF2B5EF4-FFF2-40B4-BE49-F238E27FC236}">
                  <a16:creationId xmlns:a16="http://schemas.microsoft.com/office/drawing/2014/main" id="{74032410-78F2-45B4-B8D0-6E2C2666DE5C}"/>
                </a:ext>
              </a:extLst>
            </p:cNvPr>
            <p:cNvSpPr/>
            <p:nvPr/>
          </p:nvSpPr>
          <p:spPr>
            <a:xfrm flipH="1">
              <a:off x="2085975" y="3822700"/>
              <a:ext cx="1397000" cy="1647825"/>
            </a:xfrm>
            <a:custGeom>
              <a:avLst/>
              <a:gdLst>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 name="connsiteX0" fmla="*/ 384175 w 1397000"/>
                <a:gd name="connsiteY0" fmla="*/ 0 h 1647825"/>
                <a:gd name="connsiteX1" fmla="*/ 1397000 w 1397000"/>
                <a:gd name="connsiteY1" fmla="*/ 3175 h 1647825"/>
                <a:gd name="connsiteX2" fmla="*/ 717550 w 1397000"/>
                <a:gd name="connsiteY2" fmla="*/ 1647825 h 1647825"/>
                <a:gd name="connsiteX3" fmla="*/ 0 w 1397000"/>
                <a:gd name="connsiteY3" fmla="*/ 933450 h 1647825"/>
                <a:gd name="connsiteX4" fmla="*/ 384175 w 1397000"/>
                <a:gd name="connsiteY4" fmla="*/ 0 h 164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00" h="1647825">
                  <a:moveTo>
                    <a:pt x="384175" y="0"/>
                  </a:moveTo>
                  <a:lnTo>
                    <a:pt x="1397000" y="3175"/>
                  </a:lnTo>
                  <a:cubicBezTo>
                    <a:pt x="1361017" y="748242"/>
                    <a:pt x="1074208" y="1223433"/>
                    <a:pt x="717550" y="1647825"/>
                  </a:cubicBezTo>
                  <a:lnTo>
                    <a:pt x="0" y="933450"/>
                  </a:lnTo>
                  <a:cubicBezTo>
                    <a:pt x="178858" y="688975"/>
                    <a:pt x="345017" y="434975"/>
                    <a:pt x="384175" y="0"/>
                  </a:cubicBezTo>
                  <a:close/>
                </a:path>
              </a:pathLst>
            </a:cu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7" name="Freeform 81">
              <a:extLst>
                <a:ext uri="{FF2B5EF4-FFF2-40B4-BE49-F238E27FC236}">
                  <a16:creationId xmlns:a16="http://schemas.microsoft.com/office/drawing/2014/main" id="{6A020703-72B2-492D-B358-BAD080AEFB21}"/>
                </a:ext>
              </a:extLst>
            </p:cNvPr>
            <p:cNvSpPr/>
            <p:nvPr/>
          </p:nvSpPr>
          <p:spPr>
            <a:xfrm flipH="1">
              <a:off x="2949537" y="4937125"/>
              <a:ext cx="1657389" cy="1409700"/>
            </a:xfrm>
            <a:custGeom>
              <a:avLst/>
              <a:gdLst>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657350"/>
                <a:gd name="connsiteY0" fmla="*/ 0 h 1409700"/>
                <a:gd name="connsiteX1" fmla="*/ 1657350 w 1657350"/>
                <a:gd name="connsiteY1" fmla="*/ 720725 h 1409700"/>
                <a:gd name="connsiteX2" fmla="*/ 0 w 1657350"/>
                <a:gd name="connsiteY2" fmla="*/ 1409700 h 1409700"/>
                <a:gd name="connsiteX3" fmla="*/ 0 w 1657350"/>
                <a:gd name="connsiteY3" fmla="*/ 400050 h 1409700"/>
                <a:gd name="connsiteX4" fmla="*/ 939800 w 1657350"/>
                <a:gd name="connsiteY4" fmla="*/ 0 h 1409700"/>
                <a:gd name="connsiteX0" fmla="*/ 939800 w 1704869"/>
                <a:gd name="connsiteY0" fmla="*/ 0 h 1409700"/>
                <a:gd name="connsiteX1" fmla="*/ 1657350 w 1704869"/>
                <a:gd name="connsiteY1" fmla="*/ 720725 h 1409700"/>
                <a:gd name="connsiteX2" fmla="*/ 0 w 1704869"/>
                <a:gd name="connsiteY2" fmla="*/ 1409700 h 1409700"/>
                <a:gd name="connsiteX3" fmla="*/ 0 w 1704869"/>
                <a:gd name="connsiteY3" fmla="*/ 400050 h 1409700"/>
                <a:gd name="connsiteX4" fmla="*/ 939800 w 1704869"/>
                <a:gd name="connsiteY4" fmla="*/ 0 h 1409700"/>
                <a:gd name="connsiteX0" fmla="*/ 939800 w 1657394"/>
                <a:gd name="connsiteY0" fmla="*/ 0 h 1409700"/>
                <a:gd name="connsiteX1" fmla="*/ 1657350 w 1657394"/>
                <a:gd name="connsiteY1" fmla="*/ 720725 h 1409700"/>
                <a:gd name="connsiteX2" fmla="*/ 0 w 1657394"/>
                <a:gd name="connsiteY2" fmla="*/ 1409700 h 1409700"/>
                <a:gd name="connsiteX3" fmla="*/ 0 w 1657394"/>
                <a:gd name="connsiteY3" fmla="*/ 400050 h 1409700"/>
                <a:gd name="connsiteX4" fmla="*/ 939800 w 1657394"/>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 name="connsiteX0" fmla="*/ 939800 w 1657389"/>
                <a:gd name="connsiteY0" fmla="*/ 0 h 1409700"/>
                <a:gd name="connsiteX1" fmla="*/ 1657350 w 1657389"/>
                <a:gd name="connsiteY1" fmla="*/ 720725 h 1409700"/>
                <a:gd name="connsiteX2" fmla="*/ 0 w 1657389"/>
                <a:gd name="connsiteY2" fmla="*/ 1409700 h 1409700"/>
                <a:gd name="connsiteX3" fmla="*/ 0 w 1657389"/>
                <a:gd name="connsiteY3" fmla="*/ 400050 h 1409700"/>
                <a:gd name="connsiteX4" fmla="*/ 939800 w 1657389"/>
                <a:gd name="connsiteY4" fmla="*/ 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89" h="1409700">
                  <a:moveTo>
                    <a:pt x="939800" y="0"/>
                  </a:moveTo>
                  <a:cubicBezTo>
                    <a:pt x="1178983" y="240242"/>
                    <a:pt x="1662405" y="716205"/>
                    <a:pt x="1657350" y="720725"/>
                  </a:cubicBezTo>
                  <a:cubicBezTo>
                    <a:pt x="1073406" y="1242818"/>
                    <a:pt x="555625" y="1361017"/>
                    <a:pt x="0" y="1409700"/>
                  </a:cubicBezTo>
                  <a:lnTo>
                    <a:pt x="0" y="400050"/>
                  </a:lnTo>
                  <a:cubicBezTo>
                    <a:pt x="332317" y="342900"/>
                    <a:pt x="626533" y="279400"/>
                    <a:pt x="939800" y="0"/>
                  </a:cubicBez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8" name="Isosceles Triangle 47">
              <a:extLst>
                <a:ext uri="{FF2B5EF4-FFF2-40B4-BE49-F238E27FC236}">
                  <a16:creationId xmlns:a16="http://schemas.microsoft.com/office/drawing/2014/main" id="{56A3CCF3-F032-4B73-9CD9-7C5810B0792A}"/>
                </a:ext>
              </a:extLst>
            </p:cNvPr>
            <p:cNvSpPr/>
            <p:nvPr/>
          </p:nvSpPr>
          <p:spPr>
            <a:xfrm rot="12077977">
              <a:off x="5178424" y="2165350"/>
              <a:ext cx="333748" cy="287714"/>
            </a:xfrm>
            <a:prstGeom prst="triangl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49" name="Isosceles Triangle 48">
              <a:extLst>
                <a:ext uri="{FF2B5EF4-FFF2-40B4-BE49-F238E27FC236}">
                  <a16:creationId xmlns:a16="http://schemas.microsoft.com/office/drawing/2014/main" id="{D9073C20-CDB1-402A-84EE-6AFD5CE625BE}"/>
                </a:ext>
              </a:extLst>
            </p:cNvPr>
            <p:cNvSpPr/>
            <p:nvPr/>
          </p:nvSpPr>
          <p:spPr>
            <a:xfrm rot="14801312">
              <a:off x="5978524" y="2965449"/>
              <a:ext cx="333748" cy="287714"/>
            </a:xfrm>
            <a:prstGeom prst="triangle">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50" name="Isosceles Triangle 49">
              <a:extLst>
                <a:ext uri="{FF2B5EF4-FFF2-40B4-BE49-F238E27FC236}">
                  <a16:creationId xmlns:a16="http://schemas.microsoft.com/office/drawing/2014/main" id="{279F5F98-5CB8-4475-B857-3324FC2A4700}"/>
                </a:ext>
              </a:extLst>
            </p:cNvPr>
            <p:cNvSpPr/>
            <p:nvPr/>
          </p:nvSpPr>
          <p:spPr>
            <a:xfrm rot="17659912">
              <a:off x="5988656" y="4114800"/>
              <a:ext cx="333748" cy="287714"/>
            </a:xfrm>
            <a:prstGeom prst="triangle">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51" name="Isosceles Triangle 50">
              <a:extLst>
                <a:ext uri="{FF2B5EF4-FFF2-40B4-BE49-F238E27FC236}">
                  <a16:creationId xmlns:a16="http://schemas.microsoft.com/office/drawing/2014/main" id="{6A6034CD-14B6-4550-8C06-4E04C484C8E2}"/>
                </a:ext>
              </a:extLst>
            </p:cNvPr>
            <p:cNvSpPr/>
            <p:nvPr/>
          </p:nvSpPr>
          <p:spPr>
            <a:xfrm rot="20258485">
              <a:off x="5158052" y="4947440"/>
              <a:ext cx="333748" cy="287714"/>
            </a:xfrm>
            <a:prstGeom prst="triangle">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52" name="Isosceles Triangle 51">
              <a:extLst>
                <a:ext uri="{FF2B5EF4-FFF2-40B4-BE49-F238E27FC236}">
                  <a16:creationId xmlns:a16="http://schemas.microsoft.com/office/drawing/2014/main" id="{62461935-FC50-4864-805A-58B9CF4872F2}"/>
                </a:ext>
              </a:extLst>
            </p:cNvPr>
            <p:cNvSpPr/>
            <p:nvPr/>
          </p:nvSpPr>
          <p:spPr>
            <a:xfrm rot="1358864">
              <a:off x="3989350" y="4946940"/>
              <a:ext cx="333748" cy="287714"/>
            </a:xfrm>
            <a:prstGeom prst="triangle">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53" name="Isosceles Triangle 52">
              <a:extLst>
                <a:ext uri="{FF2B5EF4-FFF2-40B4-BE49-F238E27FC236}">
                  <a16:creationId xmlns:a16="http://schemas.microsoft.com/office/drawing/2014/main" id="{D6CDBA72-2A66-448F-8BFE-BE53721261AD}"/>
                </a:ext>
              </a:extLst>
            </p:cNvPr>
            <p:cNvSpPr/>
            <p:nvPr/>
          </p:nvSpPr>
          <p:spPr>
            <a:xfrm rot="3981004">
              <a:off x="3176619" y="4113199"/>
              <a:ext cx="333748" cy="287714"/>
            </a:xfrm>
            <a:prstGeom prst="triangle">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54" name="Isosceles Triangle 53">
              <a:extLst>
                <a:ext uri="{FF2B5EF4-FFF2-40B4-BE49-F238E27FC236}">
                  <a16:creationId xmlns:a16="http://schemas.microsoft.com/office/drawing/2014/main" id="{DFA83205-6850-4662-BEDC-FBB58D35D97C}"/>
                </a:ext>
              </a:extLst>
            </p:cNvPr>
            <p:cNvSpPr/>
            <p:nvPr/>
          </p:nvSpPr>
          <p:spPr>
            <a:xfrm rot="6619441">
              <a:off x="3179368" y="2984112"/>
              <a:ext cx="333748" cy="287714"/>
            </a:xfrm>
            <a:prstGeom prst="triangle">
              <a:avLst/>
            </a:pr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sp>
          <p:nvSpPr>
            <p:cNvPr id="55" name="Isosceles Triangle 54">
              <a:extLst>
                <a:ext uri="{FF2B5EF4-FFF2-40B4-BE49-F238E27FC236}">
                  <a16:creationId xmlns:a16="http://schemas.microsoft.com/office/drawing/2014/main" id="{B83281AD-963E-4A49-BBEC-69D50B50504B}"/>
                </a:ext>
              </a:extLst>
            </p:cNvPr>
            <p:cNvSpPr/>
            <p:nvPr/>
          </p:nvSpPr>
          <p:spPr>
            <a:xfrm rot="9321448">
              <a:off x="3981330" y="2163160"/>
              <a:ext cx="333748" cy="287715"/>
            </a:xfrm>
            <a:prstGeom prst="triangl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53565A"/>
                </a:solidFill>
                <a:effectLst/>
                <a:uLnTx/>
                <a:uFillTx/>
                <a:latin typeface="Calibri"/>
                <a:ea typeface="+mn-ea"/>
                <a:cs typeface="+mn-cs"/>
              </a:endParaRPr>
            </a:p>
          </p:txBody>
        </p:sp>
      </p:grpSp>
      <p:sp>
        <p:nvSpPr>
          <p:cNvPr id="56" name="TextBox 55">
            <a:extLst>
              <a:ext uri="{FF2B5EF4-FFF2-40B4-BE49-F238E27FC236}">
                <a16:creationId xmlns:a16="http://schemas.microsoft.com/office/drawing/2014/main" id="{5B55EEA2-45C9-4DCF-B528-A8F591E90CDB}"/>
              </a:ext>
            </a:extLst>
          </p:cNvPr>
          <p:cNvSpPr txBox="1"/>
          <p:nvPr/>
        </p:nvSpPr>
        <p:spPr>
          <a:xfrm>
            <a:off x="448337" y="1567869"/>
            <a:ext cx="2039981" cy="102335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dirty="0">
                <a:ln>
                  <a:noFill/>
                </a:ln>
                <a:solidFill>
                  <a:schemeClr val="accent2"/>
                </a:solidFill>
                <a:effectLst/>
                <a:uLnTx/>
                <a:uFillTx/>
                <a:latin typeface="Calibri"/>
                <a:ea typeface="+mn-ea"/>
                <a:cs typeface="+mn-cs"/>
              </a:rPr>
              <a:t>Utility Reforms &amp; Strategy Development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Utility Unbundling &amp; Formation of New Utilities</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Business Planning &amp; Process Re-engineering</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Market Assessment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Operating Model Development</a:t>
            </a:r>
          </a:p>
        </p:txBody>
      </p:sp>
      <p:cxnSp>
        <p:nvCxnSpPr>
          <p:cNvPr id="57" name="Elbow Connector 65">
            <a:extLst>
              <a:ext uri="{FF2B5EF4-FFF2-40B4-BE49-F238E27FC236}">
                <a16:creationId xmlns:a16="http://schemas.microsoft.com/office/drawing/2014/main" id="{C86C6987-C1CC-4314-BE87-2402A1CE071D}"/>
              </a:ext>
            </a:extLst>
          </p:cNvPr>
          <p:cNvCxnSpPr>
            <a:cxnSpLocks/>
            <a:stCxn id="56" idx="3"/>
          </p:cNvCxnSpPr>
          <p:nvPr/>
        </p:nvCxnSpPr>
        <p:spPr>
          <a:xfrm>
            <a:off x="2488318" y="2079548"/>
            <a:ext cx="273066" cy="704845"/>
          </a:xfrm>
          <a:prstGeom prst="bentConnector2">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6E6AC47B-D511-4E48-8614-268C6B0CEC75}"/>
              </a:ext>
            </a:extLst>
          </p:cNvPr>
          <p:cNvGrpSpPr>
            <a:grpSpLocks noChangeAspect="1"/>
          </p:cNvGrpSpPr>
          <p:nvPr/>
        </p:nvGrpSpPr>
        <p:grpSpPr bwMode="auto">
          <a:xfrm>
            <a:off x="2527943" y="2833643"/>
            <a:ext cx="320040" cy="320040"/>
            <a:chOff x="4629" y="1679"/>
            <a:chExt cx="340" cy="340"/>
          </a:xfrm>
          <a:solidFill>
            <a:schemeClr val="bg1"/>
          </a:solidFill>
        </p:grpSpPr>
        <p:sp>
          <p:nvSpPr>
            <p:cNvPr id="59" name="Freeform 181">
              <a:extLst>
                <a:ext uri="{FF2B5EF4-FFF2-40B4-BE49-F238E27FC236}">
                  <a16:creationId xmlns:a16="http://schemas.microsoft.com/office/drawing/2014/main" id="{7B6E72A8-AEBE-468C-96BF-F3A814160BEF}"/>
                </a:ext>
              </a:extLst>
            </p:cNvPr>
            <p:cNvSpPr>
              <a:spLocks noEditPoints="1"/>
            </p:cNvSpPr>
            <p:nvPr/>
          </p:nvSpPr>
          <p:spPr bwMode="auto">
            <a:xfrm>
              <a:off x="4629" y="1679"/>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60" name="Freeform 182">
              <a:extLst>
                <a:ext uri="{FF2B5EF4-FFF2-40B4-BE49-F238E27FC236}">
                  <a16:creationId xmlns:a16="http://schemas.microsoft.com/office/drawing/2014/main" id="{0B7CE202-C065-4374-B406-2F83A0540C20}"/>
                </a:ext>
              </a:extLst>
            </p:cNvPr>
            <p:cNvSpPr>
              <a:spLocks/>
            </p:cNvSpPr>
            <p:nvPr/>
          </p:nvSpPr>
          <p:spPr bwMode="auto">
            <a:xfrm>
              <a:off x="4813" y="1863"/>
              <a:ext cx="64" cy="64"/>
            </a:xfrm>
            <a:custGeom>
              <a:avLst/>
              <a:gdLst>
                <a:gd name="T0" fmla="*/ 93 w 97"/>
                <a:gd name="T1" fmla="*/ 78 h 96"/>
                <a:gd name="T2" fmla="*/ 36 w 97"/>
                <a:gd name="T3" fmla="*/ 21 h 96"/>
                <a:gd name="T4" fmla="*/ 75 w 97"/>
                <a:gd name="T5" fmla="*/ 21 h 96"/>
                <a:gd name="T6" fmla="*/ 85 w 97"/>
                <a:gd name="T7" fmla="*/ 11 h 96"/>
                <a:gd name="T8" fmla="*/ 75 w 97"/>
                <a:gd name="T9" fmla="*/ 0 h 96"/>
                <a:gd name="T10" fmla="*/ 11 w 97"/>
                <a:gd name="T11" fmla="*/ 0 h 96"/>
                <a:gd name="T12" fmla="*/ 0 w 97"/>
                <a:gd name="T13" fmla="*/ 11 h 96"/>
                <a:gd name="T14" fmla="*/ 0 w 97"/>
                <a:gd name="T15" fmla="*/ 75 h 96"/>
                <a:gd name="T16" fmla="*/ 11 w 97"/>
                <a:gd name="T17" fmla="*/ 85 h 96"/>
                <a:gd name="T18" fmla="*/ 21 w 97"/>
                <a:gd name="T19" fmla="*/ 75 h 96"/>
                <a:gd name="T20" fmla="*/ 21 w 97"/>
                <a:gd name="T21" fmla="*/ 36 h 96"/>
                <a:gd name="T22" fmla="*/ 78 w 97"/>
                <a:gd name="T23" fmla="*/ 93 h 96"/>
                <a:gd name="T24" fmla="*/ 85 w 97"/>
                <a:gd name="T25" fmla="*/ 96 h 96"/>
                <a:gd name="T26" fmla="*/ 93 w 97"/>
                <a:gd name="T27" fmla="*/ 93 h 96"/>
                <a:gd name="T28" fmla="*/ 93 w 97"/>
                <a:gd name="T29" fmla="*/ 7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96">
                  <a:moveTo>
                    <a:pt x="93" y="78"/>
                  </a:moveTo>
                  <a:cubicBezTo>
                    <a:pt x="36" y="21"/>
                    <a:pt x="36" y="21"/>
                    <a:pt x="36" y="21"/>
                  </a:cubicBezTo>
                  <a:cubicBezTo>
                    <a:pt x="75" y="21"/>
                    <a:pt x="75" y="21"/>
                    <a:pt x="75" y="21"/>
                  </a:cubicBezTo>
                  <a:cubicBezTo>
                    <a:pt x="81" y="21"/>
                    <a:pt x="85" y="17"/>
                    <a:pt x="85" y="11"/>
                  </a:cubicBezTo>
                  <a:cubicBezTo>
                    <a:pt x="85" y="5"/>
                    <a:pt x="81" y="0"/>
                    <a:pt x="75" y="0"/>
                  </a:cubicBezTo>
                  <a:cubicBezTo>
                    <a:pt x="11" y="0"/>
                    <a:pt x="11" y="0"/>
                    <a:pt x="11" y="0"/>
                  </a:cubicBezTo>
                  <a:cubicBezTo>
                    <a:pt x="5" y="0"/>
                    <a:pt x="0" y="5"/>
                    <a:pt x="0" y="11"/>
                  </a:cubicBezTo>
                  <a:cubicBezTo>
                    <a:pt x="0" y="75"/>
                    <a:pt x="0" y="75"/>
                    <a:pt x="0" y="75"/>
                  </a:cubicBezTo>
                  <a:cubicBezTo>
                    <a:pt x="0" y="81"/>
                    <a:pt x="5" y="85"/>
                    <a:pt x="11" y="85"/>
                  </a:cubicBezTo>
                  <a:cubicBezTo>
                    <a:pt x="17" y="85"/>
                    <a:pt x="21" y="81"/>
                    <a:pt x="21" y="75"/>
                  </a:cubicBezTo>
                  <a:cubicBezTo>
                    <a:pt x="21" y="36"/>
                    <a:pt x="21" y="36"/>
                    <a:pt x="21" y="36"/>
                  </a:cubicBezTo>
                  <a:cubicBezTo>
                    <a:pt x="78" y="93"/>
                    <a:pt x="78" y="93"/>
                    <a:pt x="78" y="93"/>
                  </a:cubicBezTo>
                  <a:cubicBezTo>
                    <a:pt x="80" y="95"/>
                    <a:pt x="83" y="96"/>
                    <a:pt x="85" y="96"/>
                  </a:cubicBezTo>
                  <a:cubicBezTo>
                    <a:pt x="88" y="96"/>
                    <a:pt x="91" y="95"/>
                    <a:pt x="93" y="93"/>
                  </a:cubicBezTo>
                  <a:cubicBezTo>
                    <a:pt x="97" y="89"/>
                    <a:pt x="97" y="82"/>
                    <a:pt x="93" y="7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61" name="Freeform 183">
              <a:extLst>
                <a:ext uri="{FF2B5EF4-FFF2-40B4-BE49-F238E27FC236}">
                  <a16:creationId xmlns:a16="http://schemas.microsoft.com/office/drawing/2014/main" id="{7AAE0E76-1089-4E02-B506-49491CB901F0}"/>
                </a:ext>
              </a:extLst>
            </p:cNvPr>
            <p:cNvSpPr>
              <a:spLocks/>
            </p:cNvSpPr>
            <p:nvPr/>
          </p:nvSpPr>
          <p:spPr bwMode="auto">
            <a:xfrm>
              <a:off x="4720" y="1770"/>
              <a:ext cx="64" cy="64"/>
            </a:xfrm>
            <a:custGeom>
              <a:avLst/>
              <a:gdLst>
                <a:gd name="T0" fmla="*/ 87 w 97"/>
                <a:gd name="T1" fmla="*/ 12 h 97"/>
                <a:gd name="T2" fmla="*/ 76 w 97"/>
                <a:gd name="T3" fmla="*/ 23 h 97"/>
                <a:gd name="T4" fmla="*/ 76 w 97"/>
                <a:gd name="T5" fmla="*/ 61 h 97"/>
                <a:gd name="T6" fmla="*/ 20 w 97"/>
                <a:gd name="T7" fmla="*/ 4 h 97"/>
                <a:gd name="T8" fmla="*/ 4 w 97"/>
                <a:gd name="T9" fmla="*/ 4 h 97"/>
                <a:gd name="T10" fmla="*/ 4 w 97"/>
                <a:gd name="T11" fmla="*/ 20 h 97"/>
                <a:gd name="T12" fmla="*/ 61 w 97"/>
                <a:gd name="T13" fmla="*/ 76 h 97"/>
                <a:gd name="T14" fmla="*/ 23 w 97"/>
                <a:gd name="T15" fmla="*/ 76 h 97"/>
                <a:gd name="T16" fmla="*/ 12 w 97"/>
                <a:gd name="T17" fmla="*/ 87 h 97"/>
                <a:gd name="T18" fmla="*/ 23 w 97"/>
                <a:gd name="T19" fmla="*/ 97 h 97"/>
                <a:gd name="T20" fmla="*/ 87 w 97"/>
                <a:gd name="T21" fmla="*/ 97 h 97"/>
                <a:gd name="T22" fmla="*/ 97 w 97"/>
                <a:gd name="T23" fmla="*/ 87 h 97"/>
                <a:gd name="T24" fmla="*/ 97 w 97"/>
                <a:gd name="T25" fmla="*/ 23 h 97"/>
                <a:gd name="T26" fmla="*/ 87 w 97"/>
                <a:gd name="T2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 h="97">
                  <a:moveTo>
                    <a:pt x="87" y="12"/>
                  </a:moveTo>
                  <a:cubicBezTo>
                    <a:pt x="81" y="12"/>
                    <a:pt x="76" y="17"/>
                    <a:pt x="76" y="23"/>
                  </a:cubicBezTo>
                  <a:cubicBezTo>
                    <a:pt x="76" y="61"/>
                    <a:pt x="76" y="61"/>
                    <a:pt x="76" y="61"/>
                  </a:cubicBezTo>
                  <a:cubicBezTo>
                    <a:pt x="20" y="4"/>
                    <a:pt x="20" y="4"/>
                    <a:pt x="20" y="4"/>
                  </a:cubicBezTo>
                  <a:cubicBezTo>
                    <a:pt x="15" y="0"/>
                    <a:pt x="9" y="0"/>
                    <a:pt x="4" y="4"/>
                  </a:cubicBezTo>
                  <a:cubicBezTo>
                    <a:pt x="0" y="9"/>
                    <a:pt x="0" y="15"/>
                    <a:pt x="4" y="20"/>
                  </a:cubicBezTo>
                  <a:cubicBezTo>
                    <a:pt x="61" y="76"/>
                    <a:pt x="61" y="76"/>
                    <a:pt x="61" y="76"/>
                  </a:cubicBezTo>
                  <a:cubicBezTo>
                    <a:pt x="23" y="76"/>
                    <a:pt x="23" y="76"/>
                    <a:pt x="23" y="76"/>
                  </a:cubicBezTo>
                  <a:cubicBezTo>
                    <a:pt x="17" y="76"/>
                    <a:pt x="12" y="81"/>
                    <a:pt x="12" y="87"/>
                  </a:cubicBezTo>
                  <a:cubicBezTo>
                    <a:pt x="12" y="93"/>
                    <a:pt x="17" y="97"/>
                    <a:pt x="23" y="97"/>
                  </a:cubicBezTo>
                  <a:cubicBezTo>
                    <a:pt x="87" y="97"/>
                    <a:pt x="87" y="97"/>
                    <a:pt x="87" y="97"/>
                  </a:cubicBezTo>
                  <a:cubicBezTo>
                    <a:pt x="93" y="97"/>
                    <a:pt x="97" y="93"/>
                    <a:pt x="97" y="87"/>
                  </a:cubicBezTo>
                  <a:cubicBezTo>
                    <a:pt x="97" y="23"/>
                    <a:pt x="97" y="23"/>
                    <a:pt x="97" y="23"/>
                  </a:cubicBezTo>
                  <a:cubicBezTo>
                    <a:pt x="97" y="17"/>
                    <a:pt x="93" y="12"/>
                    <a:pt x="87" y="1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62" name="TextBox 61">
            <a:extLst>
              <a:ext uri="{FF2B5EF4-FFF2-40B4-BE49-F238E27FC236}">
                <a16:creationId xmlns:a16="http://schemas.microsoft.com/office/drawing/2014/main" id="{839E4D39-827A-40E4-AD5F-E666D1A7C3FB}"/>
              </a:ext>
            </a:extLst>
          </p:cNvPr>
          <p:cNvSpPr txBox="1"/>
          <p:nvPr/>
        </p:nvSpPr>
        <p:spPr>
          <a:xfrm>
            <a:off x="326299" y="2728856"/>
            <a:ext cx="1770900" cy="58477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dirty="0">
                <a:ln>
                  <a:noFill/>
                </a:ln>
                <a:solidFill>
                  <a:srgbClr val="009A44"/>
                </a:solidFill>
                <a:effectLst/>
                <a:uLnTx/>
                <a:uFillTx/>
                <a:latin typeface="Calibri"/>
                <a:ea typeface="+mn-ea"/>
                <a:cs typeface="+mn-cs"/>
              </a:rPr>
              <a:t>Financial Plan</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Financial Viability Planning</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Financial Restructuring</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Forecasting Model Development</a:t>
            </a:r>
          </a:p>
        </p:txBody>
      </p:sp>
      <p:cxnSp>
        <p:nvCxnSpPr>
          <p:cNvPr id="63" name="Elbow Connector 65">
            <a:extLst>
              <a:ext uri="{FF2B5EF4-FFF2-40B4-BE49-F238E27FC236}">
                <a16:creationId xmlns:a16="http://schemas.microsoft.com/office/drawing/2014/main" id="{3C9C0321-DFAD-4290-A5A6-70C43EA79AB3}"/>
              </a:ext>
            </a:extLst>
          </p:cNvPr>
          <p:cNvCxnSpPr>
            <a:cxnSpLocks/>
            <a:stCxn id="62" idx="2"/>
          </p:cNvCxnSpPr>
          <p:nvPr/>
        </p:nvCxnSpPr>
        <p:spPr>
          <a:xfrm rot="16200000" flipH="1">
            <a:off x="1641980" y="2883399"/>
            <a:ext cx="83569" cy="944031"/>
          </a:xfrm>
          <a:prstGeom prst="bentConnector2">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89E56F6C-E09E-45AE-A2FE-FACBF9EA9840}"/>
              </a:ext>
            </a:extLst>
          </p:cNvPr>
          <p:cNvSpPr txBox="1"/>
          <p:nvPr/>
        </p:nvSpPr>
        <p:spPr>
          <a:xfrm>
            <a:off x="291386" y="3558035"/>
            <a:ext cx="1678039" cy="116955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dirty="0">
                <a:ln>
                  <a:noFill/>
                </a:ln>
                <a:solidFill>
                  <a:srgbClr val="046A38"/>
                </a:solidFill>
                <a:effectLst/>
                <a:uLnTx/>
                <a:uFillTx/>
                <a:latin typeface="Calibri"/>
                <a:ea typeface="+mn-ea"/>
                <a:cs typeface="+mn-cs"/>
              </a:rPr>
              <a:t>Technical Performance Improvement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dirty="0">
                <a:ln>
                  <a:noFill/>
                </a:ln>
                <a:solidFill>
                  <a:srgbClr val="000000"/>
                </a:solidFill>
                <a:effectLst/>
                <a:uLnTx/>
                <a:uFillTx/>
                <a:latin typeface="Calibri"/>
                <a:ea typeface="+mn-ea"/>
                <a:cs typeface="Calibri"/>
              </a:rPr>
              <a:t>Demand-supply gap mgmt.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dirty="0">
                <a:ln>
                  <a:noFill/>
                </a:ln>
                <a:solidFill>
                  <a:srgbClr val="000000"/>
                </a:solidFill>
                <a:effectLst/>
                <a:uLnTx/>
                <a:uFillTx/>
                <a:latin typeface="Calibri"/>
                <a:ea typeface="+mn-ea"/>
                <a:cs typeface="Calibri"/>
              </a:rPr>
              <a:t>Reduction of technical losses</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dirty="0">
                <a:ln>
                  <a:noFill/>
                </a:ln>
                <a:solidFill>
                  <a:srgbClr val="000000"/>
                </a:solidFill>
                <a:effectLst/>
                <a:uLnTx/>
                <a:uFillTx/>
                <a:latin typeface="Calibri"/>
                <a:ea typeface="+mn-ea"/>
                <a:cs typeface="Calibri"/>
              </a:rPr>
              <a:t>Growth of supply capacity</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dirty="0">
                <a:ln>
                  <a:noFill/>
                </a:ln>
                <a:solidFill>
                  <a:srgbClr val="000000"/>
                </a:solidFill>
                <a:effectLst/>
                <a:uLnTx/>
                <a:uFillTx/>
                <a:latin typeface="Calibri"/>
                <a:ea typeface="+mn-ea"/>
                <a:cs typeface="Calibri"/>
              </a:rPr>
              <a:t>Generation Mix Diversification</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dirty="0">
                <a:ln>
                  <a:noFill/>
                </a:ln>
                <a:solidFill>
                  <a:srgbClr val="000000"/>
                </a:solidFill>
                <a:effectLst/>
                <a:uLnTx/>
                <a:uFillTx/>
                <a:latin typeface="Calibri"/>
                <a:ea typeface="+mn-ea"/>
                <a:cs typeface="Calibri"/>
              </a:rPr>
              <a:t>Reliability and quality of electricity supply</a:t>
            </a:r>
          </a:p>
        </p:txBody>
      </p:sp>
      <p:cxnSp>
        <p:nvCxnSpPr>
          <p:cNvPr id="65" name="Elbow Connector 65">
            <a:extLst>
              <a:ext uri="{FF2B5EF4-FFF2-40B4-BE49-F238E27FC236}">
                <a16:creationId xmlns:a16="http://schemas.microsoft.com/office/drawing/2014/main" id="{74E79391-9A65-4B51-AA2E-5D76D793BFB9}"/>
              </a:ext>
            </a:extLst>
          </p:cNvPr>
          <p:cNvCxnSpPr>
            <a:cxnSpLocks/>
          </p:cNvCxnSpPr>
          <p:nvPr/>
        </p:nvCxnSpPr>
        <p:spPr>
          <a:xfrm>
            <a:off x="1867124" y="3991997"/>
            <a:ext cx="384767" cy="174192"/>
          </a:xfrm>
          <a:prstGeom prst="bentConnector3">
            <a:avLst>
              <a:gd name="adj1" fmla="val 50000"/>
            </a:avLst>
          </a:prstGeom>
          <a:ln>
            <a:solidFill>
              <a:srgbClr val="D0D0CE"/>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19EE0AE6-F1D8-4674-AEB1-1BE0BC9D74B6}"/>
              </a:ext>
            </a:extLst>
          </p:cNvPr>
          <p:cNvSpPr txBox="1"/>
          <p:nvPr/>
        </p:nvSpPr>
        <p:spPr>
          <a:xfrm>
            <a:off x="1134936" y="4938406"/>
            <a:ext cx="1678039" cy="102335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a:ln>
                  <a:noFill/>
                </a:ln>
                <a:solidFill>
                  <a:srgbClr val="007CB0"/>
                </a:solidFill>
                <a:effectLst/>
                <a:uLnTx/>
                <a:uFillTx/>
                <a:latin typeface="Calibri"/>
                <a:ea typeface="+mn-ea"/>
                <a:cs typeface="+mn-cs"/>
              </a:rPr>
              <a:t>Commercial Performance Improvement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Rationalization of tariff </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Cost Reflective Tarif</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Fuel Management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Cost Optimization Strategy</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Bid Advisory</a:t>
            </a:r>
          </a:p>
        </p:txBody>
      </p:sp>
      <p:cxnSp>
        <p:nvCxnSpPr>
          <p:cNvPr id="67" name="Elbow Connector 65">
            <a:extLst>
              <a:ext uri="{FF2B5EF4-FFF2-40B4-BE49-F238E27FC236}">
                <a16:creationId xmlns:a16="http://schemas.microsoft.com/office/drawing/2014/main" id="{3E5B4859-6B06-4484-9A9D-8E2021F61C5D}"/>
              </a:ext>
            </a:extLst>
          </p:cNvPr>
          <p:cNvCxnSpPr>
            <a:cxnSpLocks/>
          </p:cNvCxnSpPr>
          <p:nvPr/>
        </p:nvCxnSpPr>
        <p:spPr>
          <a:xfrm rot="5400000" flipH="1" flipV="1">
            <a:off x="2096290" y="4499536"/>
            <a:ext cx="449006" cy="428734"/>
          </a:xfrm>
          <a:prstGeom prst="bentConnector3">
            <a:avLst>
              <a:gd name="adj1" fmla="val 50000"/>
            </a:avLst>
          </a:prstGeom>
          <a:ln>
            <a:solidFill>
              <a:srgbClr val="007CB0"/>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AE6015FE-1257-490B-98C3-AD6B96268303}"/>
              </a:ext>
            </a:extLst>
          </p:cNvPr>
          <p:cNvSpPr txBox="1"/>
          <p:nvPr/>
        </p:nvSpPr>
        <p:spPr>
          <a:xfrm>
            <a:off x="3267343" y="4937748"/>
            <a:ext cx="1678039" cy="87716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a:ln>
                  <a:noFill/>
                </a:ln>
                <a:solidFill>
                  <a:srgbClr val="0D8390"/>
                </a:solidFill>
                <a:effectLst/>
                <a:uLnTx/>
                <a:uFillTx/>
                <a:latin typeface="Calibri"/>
                <a:ea typeface="+mn-ea"/>
                <a:cs typeface="+mn-cs"/>
              </a:rPr>
              <a:t>Institutional Strengthening</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Skill Gap Assessment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Training Plan in line with sectoral evolution &amp; market requirement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Change Management</a:t>
            </a:r>
          </a:p>
        </p:txBody>
      </p:sp>
      <p:grpSp>
        <p:nvGrpSpPr>
          <p:cNvPr id="69" name="Group 48">
            <a:extLst>
              <a:ext uri="{FF2B5EF4-FFF2-40B4-BE49-F238E27FC236}">
                <a16:creationId xmlns:a16="http://schemas.microsoft.com/office/drawing/2014/main" id="{ABFD8AD6-9AF3-496D-A543-585D92F64990}"/>
              </a:ext>
            </a:extLst>
          </p:cNvPr>
          <p:cNvGrpSpPr>
            <a:grpSpLocks noChangeAspect="1"/>
          </p:cNvGrpSpPr>
          <p:nvPr/>
        </p:nvGrpSpPr>
        <p:grpSpPr bwMode="auto">
          <a:xfrm>
            <a:off x="2117755" y="3233400"/>
            <a:ext cx="320040" cy="320040"/>
            <a:chOff x="4277" y="1990"/>
            <a:chExt cx="340" cy="340"/>
          </a:xfrm>
          <a:solidFill>
            <a:schemeClr val="bg1"/>
          </a:solidFill>
        </p:grpSpPr>
        <p:sp>
          <p:nvSpPr>
            <p:cNvPr id="70" name="Freeform 49">
              <a:extLst>
                <a:ext uri="{FF2B5EF4-FFF2-40B4-BE49-F238E27FC236}">
                  <a16:creationId xmlns:a16="http://schemas.microsoft.com/office/drawing/2014/main" id="{ED36042E-16CD-4639-8A85-128CF74DFBEE}"/>
                </a:ext>
              </a:extLst>
            </p:cNvPr>
            <p:cNvSpPr>
              <a:spLocks noEditPoints="1"/>
            </p:cNvSpPr>
            <p:nvPr/>
          </p:nvSpPr>
          <p:spPr bwMode="auto">
            <a:xfrm>
              <a:off x="4277" y="1990"/>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71" name="Freeform 50">
              <a:extLst>
                <a:ext uri="{FF2B5EF4-FFF2-40B4-BE49-F238E27FC236}">
                  <a16:creationId xmlns:a16="http://schemas.microsoft.com/office/drawing/2014/main" id="{74BB200C-CD91-455B-A967-F5D1D26117CE}"/>
                </a:ext>
              </a:extLst>
            </p:cNvPr>
            <p:cNvSpPr>
              <a:spLocks noEditPoints="1"/>
            </p:cNvSpPr>
            <p:nvPr/>
          </p:nvSpPr>
          <p:spPr bwMode="auto">
            <a:xfrm>
              <a:off x="4355" y="2054"/>
              <a:ext cx="170" cy="212"/>
            </a:xfrm>
            <a:custGeom>
              <a:avLst/>
              <a:gdLst>
                <a:gd name="T0" fmla="*/ 235 w 256"/>
                <a:gd name="T1" fmla="*/ 256 h 320"/>
                <a:gd name="T2" fmla="*/ 224 w 256"/>
                <a:gd name="T3" fmla="*/ 213 h 320"/>
                <a:gd name="T4" fmla="*/ 245 w 256"/>
                <a:gd name="T5" fmla="*/ 117 h 320"/>
                <a:gd name="T6" fmla="*/ 11 w 256"/>
                <a:gd name="T7" fmla="*/ 117 h 320"/>
                <a:gd name="T8" fmla="*/ 11 w 256"/>
                <a:gd name="T9" fmla="*/ 213 h 320"/>
                <a:gd name="T10" fmla="*/ 0 w 256"/>
                <a:gd name="T11" fmla="*/ 266 h 320"/>
                <a:gd name="T12" fmla="*/ 21 w 256"/>
                <a:gd name="T13" fmla="*/ 277 h 320"/>
                <a:gd name="T14" fmla="*/ 32 w 256"/>
                <a:gd name="T15" fmla="*/ 320 h 320"/>
                <a:gd name="T16" fmla="*/ 256 w 256"/>
                <a:gd name="T17" fmla="*/ 309 h 320"/>
                <a:gd name="T18" fmla="*/ 245 w 256"/>
                <a:gd name="T19" fmla="*/ 256 h 320"/>
                <a:gd name="T20" fmla="*/ 192 w 256"/>
                <a:gd name="T21" fmla="*/ 256 h 320"/>
                <a:gd name="T22" fmla="*/ 213 w 256"/>
                <a:gd name="T23" fmla="*/ 234 h 320"/>
                <a:gd name="T24" fmla="*/ 64 w 256"/>
                <a:gd name="T25" fmla="*/ 256 h 320"/>
                <a:gd name="T26" fmla="*/ 85 w 256"/>
                <a:gd name="T27" fmla="*/ 234 h 320"/>
                <a:gd name="T28" fmla="*/ 64 w 256"/>
                <a:gd name="T29" fmla="*/ 256 h 320"/>
                <a:gd name="T30" fmla="*/ 107 w 256"/>
                <a:gd name="T31" fmla="*/ 234 h 320"/>
                <a:gd name="T32" fmla="*/ 128 w 256"/>
                <a:gd name="T33" fmla="*/ 256 h 320"/>
                <a:gd name="T34" fmla="*/ 149 w 256"/>
                <a:gd name="T35" fmla="*/ 234 h 320"/>
                <a:gd name="T36" fmla="*/ 171 w 256"/>
                <a:gd name="T37" fmla="*/ 256 h 320"/>
                <a:gd name="T38" fmla="*/ 149 w 256"/>
                <a:gd name="T39" fmla="*/ 234 h 320"/>
                <a:gd name="T40" fmla="*/ 192 w 256"/>
                <a:gd name="T41" fmla="*/ 298 h 320"/>
                <a:gd name="T42" fmla="*/ 171 w 256"/>
                <a:gd name="T43" fmla="*/ 277 h 320"/>
                <a:gd name="T44" fmla="*/ 32 w 256"/>
                <a:gd name="T45" fmla="*/ 117 h 320"/>
                <a:gd name="T46" fmla="*/ 224 w 256"/>
                <a:gd name="T47" fmla="*/ 117 h 320"/>
                <a:gd name="T48" fmla="*/ 32 w 256"/>
                <a:gd name="T49" fmla="*/ 117 h 320"/>
                <a:gd name="T50" fmla="*/ 43 w 256"/>
                <a:gd name="T51" fmla="*/ 234 h 320"/>
                <a:gd name="T52" fmla="*/ 32 w 256"/>
                <a:gd name="T53" fmla="*/ 256 h 320"/>
                <a:gd name="T54" fmla="*/ 21 w 256"/>
                <a:gd name="T55" fmla="*/ 234 h 320"/>
                <a:gd name="T56" fmla="*/ 64 w 256"/>
                <a:gd name="T57" fmla="*/ 277 h 320"/>
                <a:gd name="T58" fmla="*/ 43 w 256"/>
                <a:gd name="T59" fmla="*/ 298 h 320"/>
                <a:gd name="T60" fmla="*/ 85 w 256"/>
                <a:gd name="T61" fmla="*/ 298 h 320"/>
                <a:gd name="T62" fmla="*/ 107 w 256"/>
                <a:gd name="T63" fmla="*/ 277 h 320"/>
                <a:gd name="T64" fmla="*/ 85 w 256"/>
                <a:gd name="T65" fmla="*/ 298 h 320"/>
                <a:gd name="T66" fmla="*/ 149 w 256"/>
                <a:gd name="T67" fmla="*/ 277 h 320"/>
                <a:gd name="T68" fmla="*/ 128 w 256"/>
                <a:gd name="T69" fmla="*/ 298 h 320"/>
                <a:gd name="T70" fmla="*/ 235 w 256"/>
                <a:gd name="T71" fmla="*/ 298 h 320"/>
                <a:gd name="T72" fmla="*/ 213 w 256"/>
                <a:gd name="T73" fmla="*/ 277 h 320"/>
                <a:gd name="T74" fmla="*/ 235 w 256"/>
                <a:gd name="T75" fmla="*/ 277 h 320"/>
                <a:gd name="T76" fmla="*/ 128 w 256"/>
                <a:gd name="T77" fmla="*/ 168 h 320"/>
                <a:gd name="T78" fmla="*/ 96 w 256"/>
                <a:gd name="T79" fmla="*/ 162 h 320"/>
                <a:gd name="T80" fmla="*/ 113 w 256"/>
                <a:gd name="T81" fmla="*/ 149 h 320"/>
                <a:gd name="T82" fmla="*/ 136 w 256"/>
                <a:gd name="T83" fmla="*/ 148 h 320"/>
                <a:gd name="T84" fmla="*/ 138 w 256"/>
                <a:gd name="T85" fmla="*/ 135 h 320"/>
                <a:gd name="T86" fmla="*/ 121 w 256"/>
                <a:gd name="T87" fmla="*/ 124 h 320"/>
                <a:gd name="T88" fmla="*/ 100 w 256"/>
                <a:gd name="T89" fmla="*/ 107 h 320"/>
                <a:gd name="T90" fmla="*/ 108 w 256"/>
                <a:gd name="T91" fmla="*/ 75 h 320"/>
                <a:gd name="T92" fmla="*/ 128 w 256"/>
                <a:gd name="T93" fmla="*/ 53 h 320"/>
                <a:gd name="T94" fmla="*/ 139 w 256"/>
                <a:gd name="T95" fmla="*/ 67 h 320"/>
                <a:gd name="T96" fmla="*/ 160 w 256"/>
                <a:gd name="T97" fmla="*/ 74 h 320"/>
                <a:gd name="T98" fmla="*/ 140 w 256"/>
                <a:gd name="T99" fmla="*/ 86 h 320"/>
                <a:gd name="T100" fmla="*/ 121 w 256"/>
                <a:gd name="T101" fmla="*/ 87 h 320"/>
                <a:gd name="T102" fmla="*/ 119 w 256"/>
                <a:gd name="T103" fmla="*/ 99 h 320"/>
                <a:gd name="T104" fmla="*/ 136 w 256"/>
                <a:gd name="T105" fmla="*/ 110 h 320"/>
                <a:gd name="T106" fmla="*/ 161 w 256"/>
                <a:gd name="T107" fmla="*/ 140 h 320"/>
                <a:gd name="T108" fmla="*/ 139 w 256"/>
                <a:gd name="T109" fmla="*/ 167 h 320"/>
                <a:gd name="T110" fmla="*/ 128 w 256"/>
                <a:gd name="T111" fmla="*/ 18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 h="320">
                  <a:moveTo>
                    <a:pt x="245" y="256"/>
                  </a:moveTo>
                  <a:cubicBezTo>
                    <a:pt x="235" y="256"/>
                    <a:pt x="235" y="256"/>
                    <a:pt x="235" y="256"/>
                  </a:cubicBezTo>
                  <a:cubicBezTo>
                    <a:pt x="235" y="224"/>
                    <a:pt x="235" y="224"/>
                    <a:pt x="235" y="224"/>
                  </a:cubicBezTo>
                  <a:cubicBezTo>
                    <a:pt x="235" y="218"/>
                    <a:pt x="230" y="213"/>
                    <a:pt x="224" y="213"/>
                  </a:cubicBezTo>
                  <a:cubicBezTo>
                    <a:pt x="195" y="213"/>
                    <a:pt x="195" y="213"/>
                    <a:pt x="195" y="213"/>
                  </a:cubicBezTo>
                  <a:cubicBezTo>
                    <a:pt x="225" y="192"/>
                    <a:pt x="245" y="157"/>
                    <a:pt x="245" y="117"/>
                  </a:cubicBezTo>
                  <a:cubicBezTo>
                    <a:pt x="245" y="52"/>
                    <a:pt x="193" y="0"/>
                    <a:pt x="128" y="0"/>
                  </a:cubicBezTo>
                  <a:cubicBezTo>
                    <a:pt x="63" y="0"/>
                    <a:pt x="11" y="52"/>
                    <a:pt x="11" y="117"/>
                  </a:cubicBezTo>
                  <a:cubicBezTo>
                    <a:pt x="11" y="157"/>
                    <a:pt x="31" y="192"/>
                    <a:pt x="61" y="213"/>
                  </a:cubicBezTo>
                  <a:cubicBezTo>
                    <a:pt x="11" y="213"/>
                    <a:pt x="11" y="213"/>
                    <a:pt x="11" y="213"/>
                  </a:cubicBezTo>
                  <a:cubicBezTo>
                    <a:pt x="5" y="213"/>
                    <a:pt x="0" y="218"/>
                    <a:pt x="0" y="224"/>
                  </a:cubicBezTo>
                  <a:cubicBezTo>
                    <a:pt x="0" y="266"/>
                    <a:pt x="0" y="266"/>
                    <a:pt x="0" y="266"/>
                  </a:cubicBezTo>
                  <a:cubicBezTo>
                    <a:pt x="0" y="272"/>
                    <a:pt x="5" y="277"/>
                    <a:pt x="11" y="277"/>
                  </a:cubicBezTo>
                  <a:cubicBezTo>
                    <a:pt x="21" y="277"/>
                    <a:pt x="21" y="277"/>
                    <a:pt x="21" y="277"/>
                  </a:cubicBezTo>
                  <a:cubicBezTo>
                    <a:pt x="21" y="309"/>
                    <a:pt x="21" y="309"/>
                    <a:pt x="21" y="309"/>
                  </a:cubicBezTo>
                  <a:cubicBezTo>
                    <a:pt x="21" y="315"/>
                    <a:pt x="26" y="320"/>
                    <a:pt x="32" y="320"/>
                  </a:cubicBezTo>
                  <a:cubicBezTo>
                    <a:pt x="245" y="320"/>
                    <a:pt x="245" y="320"/>
                    <a:pt x="245" y="320"/>
                  </a:cubicBezTo>
                  <a:cubicBezTo>
                    <a:pt x="251" y="320"/>
                    <a:pt x="256" y="315"/>
                    <a:pt x="256" y="309"/>
                  </a:cubicBezTo>
                  <a:cubicBezTo>
                    <a:pt x="256" y="266"/>
                    <a:pt x="256" y="266"/>
                    <a:pt x="256" y="266"/>
                  </a:cubicBezTo>
                  <a:cubicBezTo>
                    <a:pt x="256" y="260"/>
                    <a:pt x="251" y="256"/>
                    <a:pt x="245" y="256"/>
                  </a:cubicBezTo>
                  <a:close/>
                  <a:moveTo>
                    <a:pt x="213" y="256"/>
                  </a:moveTo>
                  <a:cubicBezTo>
                    <a:pt x="192" y="256"/>
                    <a:pt x="192" y="256"/>
                    <a:pt x="192" y="256"/>
                  </a:cubicBezTo>
                  <a:cubicBezTo>
                    <a:pt x="192" y="234"/>
                    <a:pt x="192" y="234"/>
                    <a:pt x="192" y="234"/>
                  </a:cubicBezTo>
                  <a:cubicBezTo>
                    <a:pt x="213" y="234"/>
                    <a:pt x="213" y="234"/>
                    <a:pt x="213" y="234"/>
                  </a:cubicBezTo>
                  <a:lnTo>
                    <a:pt x="213" y="256"/>
                  </a:lnTo>
                  <a:close/>
                  <a:moveTo>
                    <a:pt x="64" y="256"/>
                  </a:moveTo>
                  <a:cubicBezTo>
                    <a:pt x="64" y="234"/>
                    <a:pt x="64" y="234"/>
                    <a:pt x="64" y="234"/>
                  </a:cubicBezTo>
                  <a:cubicBezTo>
                    <a:pt x="85" y="234"/>
                    <a:pt x="85" y="234"/>
                    <a:pt x="85" y="234"/>
                  </a:cubicBezTo>
                  <a:cubicBezTo>
                    <a:pt x="85" y="256"/>
                    <a:pt x="85" y="256"/>
                    <a:pt x="85" y="256"/>
                  </a:cubicBezTo>
                  <a:lnTo>
                    <a:pt x="64" y="256"/>
                  </a:lnTo>
                  <a:close/>
                  <a:moveTo>
                    <a:pt x="107" y="256"/>
                  </a:moveTo>
                  <a:cubicBezTo>
                    <a:pt x="107" y="234"/>
                    <a:pt x="107" y="234"/>
                    <a:pt x="107" y="234"/>
                  </a:cubicBezTo>
                  <a:cubicBezTo>
                    <a:pt x="128" y="234"/>
                    <a:pt x="128" y="234"/>
                    <a:pt x="128" y="234"/>
                  </a:cubicBezTo>
                  <a:cubicBezTo>
                    <a:pt x="128" y="256"/>
                    <a:pt x="128" y="256"/>
                    <a:pt x="128" y="256"/>
                  </a:cubicBezTo>
                  <a:lnTo>
                    <a:pt x="107" y="256"/>
                  </a:lnTo>
                  <a:close/>
                  <a:moveTo>
                    <a:pt x="149" y="234"/>
                  </a:moveTo>
                  <a:cubicBezTo>
                    <a:pt x="171" y="234"/>
                    <a:pt x="171" y="234"/>
                    <a:pt x="171" y="234"/>
                  </a:cubicBezTo>
                  <a:cubicBezTo>
                    <a:pt x="171" y="256"/>
                    <a:pt x="171" y="256"/>
                    <a:pt x="171" y="256"/>
                  </a:cubicBezTo>
                  <a:cubicBezTo>
                    <a:pt x="149" y="256"/>
                    <a:pt x="149" y="256"/>
                    <a:pt x="149" y="256"/>
                  </a:cubicBezTo>
                  <a:lnTo>
                    <a:pt x="149" y="234"/>
                  </a:lnTo>
                  <a:close/>
                  <a:moveTo>
                    <a:pt x="192" y="277"/>
                  </a:moveTo>
                  <a:cubicBezTo>
                    <a:pt x="192" y="298"/>
                    <a:pt x="192" y="298"/>
                    <a:pt x="192" y="298"/>
                  </a:cubicBezTo>
                  <a:cubicBezTo>
                    <a:pt x="171" y="298"/>
                    <a:pt x="171" y="298"/>
                    <a:pt x="171" y="298"/>
                  </a:cubicBezTo>
                  <a:cubicBezTo>
                    <a:pt x="171" y="277"/>
                    <a:pt x="171" y="277"/>
                    <a:pt x="171" y="277"/>
                  </a:cubicBezTo>
                  <a:lnTo>
                    <a:pt x="192" y="277"/>
                  </a:lnTo>
                  <a:close/>
                  <a:moveTo>
                    <a:pt x="32" y="117"/>
                  </a:moveTo>
                  <a:cubicBezTo>
                    <a:pt x="32" y="64"/>
                    <a:pt x="75" y="21"/>
                    <a:pt x="128" y="21"/>
                  </a:cubicBezTo>
                  <a:cubicBezTo>
                    <a:pt x="181" y="21"/>
                    <a:pt x="224" y="64"/>
                    <a:pt x="224" y="117"/>
                  </a:cubicBezTo>
                  <a:cubicBezTo>
                    <a:pt x="224" y="170"/>
                    <a:pt x="181" y="213"/>
                    <a:pt x="128" y="213"/>
                  </a:cubicBezTo>
                  <a:cubicBezTo>
                    <a:pt x="75" y="213"/>
                    <a:pt x="32" y="170"/>
                    <a:pt x="32" y="117"/>
                  </a:cubicBezTo>
                  <a:close/>
                  <a:moveTo>
                    <a:pt x="21" y="234"/>
                  </a:moveTo>
                  <a:cubicBezTo>
                    <a:pt x="43" y="234"/>
                    <a:pt x="43" y="234"/>
                    <a:pt x="43" y="234"/>
                  </a:cubicBezTo>
                  <a:cubicBezTo>
                    <a:pt x="43" y="256"/>
                    <a:pt x="43" y="256"/>
                    <a:pt x="43" y="256"/>
                  </a:cubicBezTo>
                  <a:cubicBezTo>
                    <a:pt x="32" y="256"/>
                    <a:pt x="32" y="256"/>
                    <a:pt x="32" y="256"/>
                  </a:cubicBezTo>
                  <a:cubicBezTo>
                    <a:pt x="21" y="256"/>
                    <a:pt x="21" y="256"/>
                    <a:pt x="21" y="256"/>
                  </a:cubicBezTo>
                  <a:lnTo>
                    <a:pt x="21" y="234"/>
                  </a:lnTo>
                  <a:close/>
                  <a:moveTo>
                    <a:pt x="43" y="277"/>
                  </a:moveTo>
                  <a:cubicBezTo>
                    <a:pt x="64" y="277"/>
                    <a:pt x="64" y="277"/>
                    <a:pt x="64" y="277"/>
                  </a:cubicBezTo>
                  <a:cubicBezTo>
                    <a:pt x="64" y="298"/>
                    <a:pt x="64" y="298"/>
                    <a:pt x="64" y="298"/>
                  </a:cubicBezTo>
                  <a:cubicBezTo>
                    <a:pt x="43" y="298"/>
                    <a:pt x="43" y="298"/>
                    <a:pt x="43" y="298"/>
                  </a:cubicBezTo>
                  <a:lnTo>
                    <a:pt x="43" y="277"/>
                  </a:lnTo>
                  <a:close/>
                  <a:moveTo>
                    <a:pt x="85" y="298"/>
                  </a:moveTo>
                  <a:cubicBezTo>
                    <a:pt x="85" y="277"/>
                    <a:pt x="85" y="277"/>
                    <a:pt x="85" y="277"/>
                  </a:cubicBezTo>
                  <a:cubicBezTo>
                    <a:pt x="107" y="277"/>
                    <a:pt x="107" y="277"/>
                    <a:pt x="107" y="277"/>
                  </a:cubicBezTo>
                  <a:cubicBezTo>
                    <a:pt x="107" y="298"/>
                    <a:pt x="107" y="298"/>
                    <a:pt x="107" y="298"/>
                  </a:cubicBezTo>
                  <a:lnTo>
                    <a:pt x="85" y="298"/>
                  </a:lnTo>
                  <a:close/>
                  <a:moveTo>
                    <a:pt x="128" y="277"/>
                  </a:moveTo>
                  <a:cubicBezTo>
                    <a:pt x="149" y="277"/>
                    <a:pt x="149" y="277"/>
                    <a:pt x="149" y="277"/>
                  </a:cubicBezTo>
                  <a:cubicBezTo>
                    <a:pt x="149" y="298"/>
                    <a:pt x="149" y="298"/>
                    <a:pt x="149" y="298"/>
                  </a:cubicBezTo>
                  <a:cubicBezTo>
                    <a:pt x="128" y="298"/>
                    <a:pt x="128" y="298"/>
                    <a:pt x="128" y="298"/>
                  </a:cubicBezTo>
                  <a:lnTo>
                    <a:pt x="128" y="277"/>
                  </a:lnTo>
                  <a:close/>
                  <a:moveTo>
                    <a:pt x="235" y="298"/>
                  </a:moveTo>
                  <a:cubicBezTo>
                    <a:pt x="213" y="298"/>
                    <a:pt x="213" y="298"/>
                    <a:pt x="213" y="298"/>
                  </a:cubicBezTo>
                  <a:cubicBezTo>
                    <a:pt x="213" y="277"/>
                    <a:pt x="213" y="277"/>
                    <a:pt x="213" y="277"/>
                  </a:cubicBezTo>
                  <a:cubicBezTo>
                    <a:pt x="224" y="277"/>
                    <a:pt x="224" y="277"/>
                    <a:pt x="224" y="277"/>
                  </a:cubicBezTo>
                  <a:cubicBezTo>
                    <a:pt x="235" y="277"/>
                    <a:pt x="235" y="277"/>
                    <a:pt x="235" y="277"/>
                  </a:cubicBezTo>
                  <a:lnTo>
                    <a:pt x="235" y="298"/>
                  </a:lnTo>
                  <a:close/>
                  <a:moveTo>
                    <a:pt x="128" y="168"/>
                  </a:moveTo>
                  <a:cubicBezTo>
                    <a:pt x="128" y="168"/>
                    <a:pt x="126" y="168"/>
                    <a:pt x="126" y="168"/>
                  </a:cubicBezTo>
                  <a:cubicBezTo>
                    <a:pt x="115" y="168"/>
                    <a:pt x="107" y="166"/>
                    <a:pt x="96" y="162"/>
                  </a:cubicBezTo>
                  <a:cubicBezTo>
                    <a:pt x="96" y="143"/>
                    <a:pt x="96" y="143"/>
                    <a:pt x="96" y="143"/>
                  </a:cubicBezTo>
                  <a:cubicBezTo>
                    <a:pt x="107" y="146"/>
                    <a:pt x="108" y="148"/>
                    <a:pt x="113" y="149"/>
                  </a:cubicBezTo>
                  <a:cubicBezTo>
                    <a:pt x="117" y="150"/>
                    <a:pt x="122" y="151"/>
                    <a:pt x="125" y="151"/>
                  </a:cubicBezTo>
                  <a:cubicBezTo>
                    <a:pt x="130" y="151"/>
                    <a:pt x="133" y="150"/>
                    <a:pt x="136" y="148"/>
                  </a:cubicBezTo>
                  <a:cubicBezTo>
                    <a:pt x="138" y="147"/>
                    <a:pt x="140" y="144"/>
                    <a:pt x="140" y="141"/>
                  </a:cubicBezTo>
                  <a:cubicBezTo>
                    <a:pt x="140" y="139"/>
                    <a:pt x="139" y="137"/>
                    <a:pt x="138" y="135"/>
                  </a:cubicBezTo>
                  <a:cubicBezTo>
                    <a:pt x="137" y="134"/>
                    <a:pt x="135" y="132"/>
                    <a:pt x="133" y="131"/>
                  </a:cubicBezTo>
                  <a:cubicBezTo>
                    <a:pt x="131" y="130"/>
                    <a:pt x="127" y="127"/>
                    <a:pt x="121" y="124"/>
                  </a:cubicBezTo>
                  <a:cubicBezTo>
                    <a:pt x="115" y="122"/>
                    <a:pt x="110" y="119"/>
                    <a:pt x="107" y="116"/>
                  </a:cubicBezTo>
                  <a:cubicBezTo>
                    <a:pt x="104" y="114"/>
                    <a:pt x="102" y="111"/>
                    <a:pt x="100" y="107"/>
                  </a:cubicBezTo>
                  <a:cubicBezTo>
                    <a:pt x="98" y="104"/>
                    <a:pt x="98" y="100"/>
                    <a:pt x="98" y="95"/>
                  </a:cubicBezTo>
                  <a:cubicBezTo>
                    <a:pt x="98" y="86"/>
                    <a:pt x="102" y="80"/>
                    <a:pt x="108" y="75"/>
                  </a:cubicBezTo>
                  <a:cubicBezTo>
                    <a:pt x="112" y="71"/>
                    <a:pt x="117" y="68"/>
                    <a:pt x="128" y="68"/>
                  </a:cubicBezTo>
                  <a:cubicBezTo>
                    <a:pt x="128" y="53"/>
                    <a:pt x="128" y="53"/>
                    <a:pt x="128" y="53"/>
                  </a:cubicBezTo>
                  <a:cubicBezTo>
                    <a:pt x="139" y="53"/>
                    <a:pt x="139" y="53"/>
                    <a:pt x="139" y="53"/>
                  </a:cubicBezTo>
                  <a:cubicBezTo>
                    <a:pt x="139" y="67"/>
                    <a:pt x="139" y="67"/>
                    <a:pt x="139" y="67"/>
                  </a:cubicBezTo>
                  <a:cubicBezTo>
                    <a:pt x="139" y="68"/>
                    <a:pt x="144" y="68"/>
                    <a:pt x="147" y="69"/>
                  </a:cubicBezTo>
                  <a:cubicBezTo>
                    <a:pt x="152" y="70"/>
                    <a:pt x="154" y="72"/>
                    <a:pt x="160" y="74"/>
                  </a:cubicBezTo>
                  <a:cubicBezTo>
                    <a:pt x="153" y="90"/>
                    <a:pt x="153" y="90"/>
                    <a:pt x="153" y="90"/>
                  </a:cubicBezTo>
                  <a:cubicBezTo>
                    <a:pt x="148" y="88"/>
                    <a:pt x="143" y="87"/>
                    <a:pt x="140" y="86"/>
                  </a:cubicBezTo>
                  <a:cubicBezTo>
                    <a:pt x="136" y="85"/>
                    <a:pt x="133" y="85"/>
                    <a:pt x="130" y="85"/>
                  </a:cubicBezTo>
                  <a:cubicBezTo>
                    <a:pt x="126" y="85"/>
                    <a:pt x="123" y="85"/>
                    <a:pt x="121" y="87"/>
                  </a:cubicBezTo>
                  <a:cubicBezTo>
                    <a:pt x="119" y="89"/>
                    <a:pt x="117" y="91"/>
                    <a:pt x="117" y="94"/>
                  </a:cubicBezTo>
                  <a:cubicBezTo>
                    <a:pt x="117" y="96"/>
                    <a:pt x="118" y="98"/>
                    <a:pt x="119" y="99"/>
                  </a:cubicBezTo>
                  <a:cubicBezTo>
                    <a:pt x="120" y="101"/>
                    <a:pt x="121" y="102"/>
                    <a:pt x="123" y="103"/>
                  </a:cubicBezTo>
                  <a:cubicBezTo>
                    <a:pt x="125" y="104"/>
                    <a:pt x="129" y="107"/>
                    <a:pt x="136" y="110"/>
                  </a:cubicBezTo>
                  <a:cubicBezTo>
                    <a:pt x="145" y="114"/>
                    <a:pt x="151" y="119"/>
                    <a:pt x="155" y="123"/>
                  </a:cubicBezTo>
                  <a:cubicBezTo>
                    <a:pt x="158" y="128"/>
                    <a:pt x="161" y="133"/>
                    <a:pt x="161" y="140"/>
                  </a:cubicBezTo>
                  <a:cubicBezTo>
                    <a:pt x="161" y="148"/>
                    <a:pt x="159" y="155"/>
                    <a:pt x="153" y="160"/>
                  </a:cubicBezTo>
                  <a:cubicBezTo>
                    <a:pt x="148" y="164"/>
                    <a:pt x="139" y="166"/>
                    <a:pt x="139" y="167"/>
                  </a:cubicBezTo>
                  <a:cubicBezTo>
                    <a:pt x="139" y="181"/>
                    <a:pt x="139" y="181"/>
                    <a:pt x="139" y="181"/>
                  </a:cubicBezTo>
                  <a:cubicBezTo>
                    <a:pt x="128" y="181"/>
                    <a:pt x="128" y="181"/>
                    <a:pt x="128" y="181"/>
                  </a:cubicBezTo>
                  <a:lnTo>
                    <a:pt x="128" y="16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72" name="Group 285">
            <a:extLst>
              <a:ext uri="{FF2B5EF4-FFF2-40B4-BE49-F238E27FC236}">
                <a16:creationId xmlns:a16="http://schemas.microsoft.com/office/drawing/2014/main" id="{993891B7-988A-46F6-A64D-3EDC54FD457D}"/>
              </a:ext>
            </a:extLst>
          </p:cNvPr>
          <p:cNvGrpSpPr>
            <a:grpSpLocks noChangeAspect="1"/>
          </p:cNvGrpSpPr>
          <p:nvPr/>
        </p:nvGrpSpPr>
        <p:grpSpPr bwMode="auto">
          <a:xfrm>
            <a:off x="2136462" y="3808605"/>
            <a:ext cx="320980" cy="320039"/>
            <a:chOff x="388" y="758"/>
            <a:chExt cx="341" cy="340"/>
          </a:xfrm>
          <a:solidFill>
            <a:schemeClr val="bg1"/>
          </a:solidFill>
        </p:grpSpPr>
        <p:sp>
          <p:nvSpPr>
            <p:cNvPr id="73" name="Freeform 286">
              <a:extLst>
                <a:ext uri="{FF2B5EF4-FFF2-40B4-BE49-F238E27FC236}">
                  <a16:creationId xmlns:a16="http://schemas.microsoft.com/office/drawing/2014/main" id="{CC7AB446-2077-42C6-96A8-19261FF57D78}"/>
                </a:ext>
              </a:extLst>
            </p:cNvPr>
            <p:cNvSpPr>
              <a:spLocks noEditPoints="1"/>
            </p:cNvSpPr>
            <p:nvPr/>
          </p:nvSpPr>
          <p:spPr bwMode="auto">
            <a:xfrm>
              <a:off x="462" y="834"/>
              <a:ext cx="192" cy="192"/>
            </a:xfrm>
            <a:custGeom>
              <a:avLst/>
              <a:gdLst>
                <a:gd name="T0" fmla="*/ 43 w 289"/>
                <a:gd name="T1" fmla="*/ 289 h 289"/>
                <a:gd name="T2" fmla="*/ 13 w 289"/>
                <a:gd name="T3" fmla="*/ 276 h 289"/>
                <a:gd name="T4" fmla="*/ 0 w 289"/>
                <a:gd name="T5" fmla="*/ 246 h 289"/>
                <a:gd name="T6" fmla="*/ 13 w 289"/>
                <a:gd name="T7" fmla="*/ 216 h 289"/>
                <a:gd name="T8" fmla="*/ 118 w 289"/>
                <a:gd name="T9" fmla="*/ 111 h 289"/>
                <a:gd name="T10" fmla="*/ 140 w 289"/>
                <a:gd name="T11" fmla="*/ 29 h 289"/>
                <a:gd name="T12" fmla="*/ 156 w 289"/>
                <a:gd name="T13" fmla="*/ 16 h 289"/>
                <a:gd name="T14" fmla="*/ 229 w 289"/>
                <a:gd name="T15" fmla="*/ 9 h 289"/>
                <a:gd name="T16" fmla="*/ 235 w 289"/>
                <a:gd name="T17" fmla="*/ 16 h 289"/>
                <a:gd name="T18" fmla="*/ 233 w 289"/>
                <a:gd name="T19" fmla="*/ 26 h 289"/>
                <a:gd name="T20" fmla="*/ 194 w 289"/>
                <a:gd name="T21" fmla="*/ 65 h 289"/>
                <a:gd name="T22" fmla="*/ 208 w 289"/>
                <a:gd name="T23" fmla="*/ 81 h 289"/>
                <a:gd name="T24" fmla="*/ 224 w 289"/>
                <a:gd name="T25" fmla="*/ 95 h 289"/>
                <a:gd name="T26" fmla="*/ 263 w 289"/>
                <a:gd name="T27" fmla="*/ 56 h 289"/>
                <a:gd name="T28" fmla="*/ 273 w 289"/>
                <a:gd name="T29" fmla="*/ 54 h 289"/>
                <a:gd name="T30" fmla="*/ 280 w 289"/>
                <a:gd name="T31" fmla="*/ 60 h 289"/>
                <a:gd name="T32" fmla="*/ 273 w 289"/>
                <a:gd name="T33" fmla="*/ 133 h 289"/>
                <a:gd name="T34" fmla="*/ 273 w 289"/>
                <a:gd name="T35" fmla="*/ 133 h 289"/>
                <a:gd name="T36" fmla="*/ 260 w 289"/>
                <a:gd name="T37" fmla="*/ 149 h 289"/>
                <a:gd name="T38" fmla="*/ 178 w 289"/>
                <a:gd name="T39" fmla="*/ 171 h 289"/>
                <a:gd name="T40" fmla="*/ 73 w 289"/>
                <a:gd name="T41" fmla="*/ 276 h 289"/>
                <a:gd name="T42" fmla="*/ 43 w 289"/>
                <a:gd name="T43" fmla="*/ 289 h 289"/>
                <a:gd name="T44" fmla="*/ 200 w 289"/>
                <a:gd name="T45" fmla="*/ 25 h 289"/>
                <a:gd name="T46" fmla="*/ 167 w 289"/>
                <a:gd name="T47" fmla="*/ 34 h 289"/>
                <a:gd name="T48" fmla="*/ 155 w 289"/>
                <a:gd name="T49" fmla="*/ 44 h 289"/>
                <a:gd name="T50" fmla="*/ 140 w 289"/>
                <a:gd name="T51" fmla="*/ 110 h 289"/>
                <a:gd name="T52" fmla="*/ 137 w 289"/>
                <a:gd name="T53" fmla="*/ 122 h 289"/>
                <a:gd name="T54" fmla="*/ 28 w 289"/>
                <a:gd name="T55" fmla="*/ 231 h 289"/>
                <a:gd name="T56" fmla="*/ 22 w 289"/>
                <a:gd name="T57" fmla="*/ 246 h 289"/>
                <a:gd name="T58" fmla="*/ 28 w 289"/>
                <a:gd name="T59" fmla="*/ 261 h 289"/>
                <a:gd name="T60" fmla="*/ 58 w 289"/>
                <a:gd name="T61" fmla="*/ 261 h 289"/>
                <a:gd name="T62" fmla="*/ 167 w 289"/>
                <a:gd name="T63" fmla="*/ 152 h 289"/>
                <a:gd name="T64" fmla="*/ 179 w 289"/>
                <a:gd name="T65" fmla="*/ 149 h 289"/>
                <a:gd name="T66" fmla="*/ 245 w 289"/>
                <a:gd name="T67" fmla="*/ 134 h 289"/>
                <a:gd name="T68" fmla="*/ 255 w 289"/>
                <a:gd name="T69" fmla="*/ 122 h 289"/>
                <a:gd name="T70" fmla="*/ 255 w 289"/>
                <a:gd name="T71" fmla="*/ 122 h 289"/>
                <a:gd name="T72" fmla="*/ 264 w 289"/>
                <a:gd name="T73" fmla="*/ 85 h 289"/>
                <a:gd name="T74" fmla="*/ 232 w 289"/>
                <a:gd name="T75" fmla="*/ 117 h 289"/>
                <a:gd name="T76" fmla="*/ 219 w 289"/>
                <a:gd name="T77" fmla="*/ 118 h 289"/>
                <a:gd name="T78" fmla="*/ 192 w 289"/>
                <a:gd name="T79" fmla="*/ 96 h 289"/>
                <a:gd name="T80" fmla="*/ 171 w 289"/>
                <a:gd name="T81" fmla="*/ 70 h 289"/>
                <a:gd name="T82" fmla="*/ 172 w 289"/>
                <a:gd name="T83" fmla="*/ 56 h 289"/>
                <a:gd name="T84" fmla="*/ 204 w 289"/>
                <a:gd name="T85" fmla="*/ 25 h 289"/>
                <a:gd name="T86" fmla="*/ 200 w 289"/>
                <a:gd name="T87" fmla="*/ 2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9" h="289">
                  <a:moveTo>
                    <a:pt x="43" y="289"/>
                  </a:moveTo>
                  <a:cubicBezTo>
                    <a:pt x="32" y="289"/>
                    <a:pt x="21" y="284"/>
                    <a:pt x="13" y="276"/>
                  </a:cubicBezTo>
                  <a:cubicBezTo>
                    <a:pt x="5" y="268"/>
                    <a:pt x="0" y="257"/>
                    <a:pt x="0" y="246"/>
                  </a:cubicBezTo>
                  <a:cubicBezTo>
                    <a:pt x="0" y="235"/>
                    <a:pt x="5" y="224"/>
                    <a:pt x="13" y="216"/>
                  </a:cubicBezTo>
                  <a:cubicBezTo>
                    <a:pt x="118" y="111"/>
                    <a:pt x="118" y="111"/>
                    <a:pt x="118" y="111"/>
                  </a:cubicBezTo>
                  <a:cubicBezTo>
                    <a:pt x="110" y="82"/>
                    <a:pt x="118" y="50"/>
                    <a:pt x="140" y="29"/>
                  </a:cubicBezTo>
                  <a:cubicBezTo>
                    <a:pt x="144" y="24"/>
                    <a:pt x="150" y="20"/>
                    <a:pt x="156" y="16"/>
                  </a:cubicBezTo>
                  <a:cubicBezTo>
                    <a:pt x="178" y="3"/>
                    <a:pt x="204" y="0"/>
                    <a:pt x="229" y="9"/>
                  </a:cubicBezTo>
                  <a:cubicBezTo>
                    <a:pt x="232" y="10"/>
                    <a:pt x="235" y="13"/>
                    <a:pt x="235" y="16"/>
                  </a:cubicBezTo>
                  <a:cubicBezTo>
                    <a:pt x="236" y="20"/>
                    <a:pt x="235" y="24"/>
                    <a:pt x="233" y="26"/>
                  </a:cubicBezTo>
                  <a:cubicBezTo>
                    <a:pt x="194" y="65"/>
                    <a:pt x="194" y="65"/>
                    <a:pt x="194" y="65"/>
                  </a:cubicBezTo>
                  <a:cubicBezTo>
                    <a:pt x="198" y="71"/>
                    <a:pt x="203" y="76"/>
                    <a:pt x="208" y="81"/>
                  </a:cubicBezTo>
                  <a:cubicBezTo>
                    <a:pt x="213" y="86"/>
                    <a:pt x="218" y="91"/>
                    <a:pt x="224" y="95"/>
                  </a:cubicBezTo>
                  <a:cubicBezTo>
                    <a:pt x="263" y="56"/>
                    <a:pt x="263" y="56"/>
                    <a:pt x="263" y="56"/>
                  </a:cubicBezTo>
                  <a:cubicBezTo>
                    <a:pt x="265" y="54"/>
                    <a:pt x="269" y="53"/>
                    <a:pt x="273" y="54"/>
                  </a:cubicBezTo>
                  <a:cubicBezTo>
                    <a:pt x="276" y="54"/>
                    <a:pt x="279" y="57"/>
                    <a:pt x="280" y="60"/>
                  </a:cubicBezTo>
                  <a:cubicBezTo>
                    <a:pt x="289" y="85"/>
                    <a:pt x="286" y="111"/>
                    <a:pt x="273" y="133"/>
                  </a:cubicBezTo>
                  <a:cubicBezTo>
                    <a:pt x="273" y="133"/>
                    <a:pt x="273" y="133"/>
                    <a:pt x="273" y="133"/>
                  </a:cubicBezTo>
                  <a:cubicBezTo>
                    <a:pt x="269" y="139"/>
                    <a:pt x="265" y="145"/>
                    <a:pt x="260" y="149"/>
                  </a:cubicBezTo>
                  <a:cubicBezTo>
                    <a:pt x="239" y="171"/>
                    <a:pt x="207" y="179"/>
                    <a:pt x="178" y="171"/>
                  </a:cubicBezTo>
                  <a:cubicBezTo>
                    <a:pt x="73" y="276"/>
                    <a:pt x="73" y="276"/>
                    <a:pt x="73" y="276"/>
                  </a:cubicBezTo>
                  <a:cubicBezTo>
                    <a:pt x="65" y="284"/>
                    <a:pt x="54" y="289"/>
                    <a:pt x="43" y="289"/>
                  </a:cubicBezTo>
                  <a:close/>
                  <a:moveTo>
                    <a:pt x="200" y="25"/>
                  </a:moveTo>
                  <a:cubicBezTo>
                    <a:pt x="188" y="25"/>
                    <a:pt x="177" y="28"/>
                    <a:pt x="167" y="34"/>
                  </a:cubicBezTo>
                  <a:cubicBezTo>
                    <a:pt x="162" y="37"/>
                    <a:pt x="158" y="40"/>
                    <a:pt x="155" y="44"/>
                  </a:cubicBezTo>
                  <a:cubicBezTo>
                    <a:pt x="137" y="61"/>
                    <a:pt x="132" y="87"/>
                    <a:pt x="140" y="110"/>
                  </a:cubicBezTo>
                  <a:cubicBezTo>
                    <a:pt x="141" y="114"/>
                    <a:pt x="140" y="119"/>
                    <a:pt x="137" y="122"/>
                  </a:cubicBezTo>
                  <a:cubicBezTo>
                    <a:pt x="28" y="231"/>
                    <a:pt x="28" y="231"/>
                    <a:pt x="28" y="231"/>
                  </a:cubicBezTo>
                  <a:cubicBezTo>
                    <a:pt x="24" y="235"/>
                    <a:pt x="22" y="240"/>
                    <a:pt x="22" y="246"/>
                  </a:cubicBezTo>
                  <a:cubicBezTo>
                    <a:pt x="22" y="252"/>
                    <a:pt x="24" y="257"/>
                    <a:pt x="28" y="261"/>
                  </a:cubicBezTo>
                  <a:cubicBezTo>
                    <a:pt x="36" y="269"/>
                    <a:pt x="50" y="269"/>
                    <a:pt x="58" y="261"/>
                  </a:cubicBezTo>
                  <a:cubicBezTo>
                    <a:pt x="167" y="152"/>
                    <a:pt x="167" y="152"/>
                    <a:pt x="167" y="152"/>
                  </a:cubicBezTo>
                  <a:cubicBezTo>
                    <a:pt x="170" y="149"/>
                    <a:pt x="175" y="148"/>
                    <a:pt x="179" y="149"/>
                  </a:cubicBezTo>
                  <a:cubicBezTo>
                    <a:pt x="202" y="157"/>
                    <a:pt x="228" y="152"/>
                    <a:pt x="245" y="134"/>
                  </a:cubicBezTo>
                  <a:cubicBezTo>
                    <a:pt x="249" y="131"/>
                    <a:pt x="252" y="127"/>
                    <a:pt x="255" y="122"/>
                  </a:cubicBezTo>
                  <a:cubicBezTo>
                    <a:pt x="255" y="122"/>
                    <a:pt x="255" y="122"/>
                    <a:pt x="255" y="122"/>
                  </a:cubicBezTo>
                  <a:cubicBezTo>
                    <a:pt x="261" y="111"/>
                    <a:pt x="265" y="98"/>
                    <a:pt x="264" y="85"/>
                  </a:cubicBezTo>
                  <a:cubicBezTo>
                    <a:pt x="232" y="117"/>
                    <a:pt x="232" y="117"/>
                    <a:pt x="232" y="117"/>
                  </a:cubicBezTo>
                  <a:cubicBezTo>
                    <a:pt x="229" y="120"/>
                    <a:pt x="223" y="121"/>
                    <a:pt x="219" y="118"/>
                  </a:cubicBezTo>
                  <a:cubicBezTo>
                    <a:pt x="210" y="112"/>
                    <a:pt x="201" y="105"/>
                    <a:pt x="192" y="96"/>
                  </a:cubicBezTo>
                  <a:cubicBezTo>
                    <a:pt x="184" y="88"/>
                    <a:pt x="177" y="79"/>
                    <a:pt x="171" y="70"/>
                  </a:cubicBezTo>
                  <a:cubicBezTo>
                    <a:pt x="168" y="66"/>
                    <a:pt x="169" y="60"/>
                    <a:pt x="172" y="56"/>
                  </a:cubicBezTo>
                  <a:cubicBezTo>
                    <a:pt x="204" y="25"/>
                    <a:pt x="204" y="25"/>
                    <a:pt x="204" y="25"/>
                  </a:cubicBezTo>
                  <a:cubicBezTo>
                    <a:pt x="202" y="25"/>
                    <a:pt x="201" y="25"/>
                    <a:pt x="200" y="2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74" name="Freeform 287">
              <a:extLst>
                <a:ext uri="{FF2B5EF4-FFF2-40B4-BE49-F238E27FC236}">
                  <a16:creationId xmlns:a16="http://schemas.microsoft.com/office/drawing/2014/main" id="{2CC8ADB4-488E-4880-B189-DF81DF1FBE99}"/>
                </a:ext>
              </a:extLst>
            </p:cNvPr>
            <p:cNvSpPr>
              <a:spLocks noEditPoints="1"/>
            </p:cNvSpPr>
            <p:nvPr/>
          </p:nvSpPr>
          <p:spPr bwMode="auto">
            <a:xfrm>
              <a:off x="388" y="758"/>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75" name="Group 463">
            <a:extLst>
              <a:ext uri="{FF2B5EF4-FFF2-40B4-BE49-F238E27FC236}">
                <a16:creationId xmlns:a16="http://schemas.microsoft.com/office/drawing/2014/main" id="{C4BF3347-C2DF-4604-B608-45CA9FFD72EE}"/>
              </a:ext>
            </a:extLst>
          </p:cNvPr>
          <p:cNvGrpSpPr>
            <a:grpSpLocks noChangeAspect="1"/>
          </p:cNvGrpSpPr>
          <p:nvPr/>
        </p:nvGrpSpPr>
        <p:grpSpPr bwMode="auto">
          <a:xfrm>
            <a:off x="2526676" y="4208701"/>
            <a:ext cx="322575" cy="322575"/>
            <a:chOff x="1110" y="1564"/>
            <a:chExt cx="340" cy="340"/>
          </a:xfrm>
          <a:solidFill>
            <a:schemeClr val="bg1"/>
          </a:solidFill>
        </p:grpSpPr>
        <p:sp>
          <p:nvSpPr>
            <p:cNvPr id="76" name="Freeform 464">
              <a:extLst>
                <a:ext uri="{FF2B5EF4-FFF2-40B4-BE49-F238E27FC236}">
                  <a16:creationId xmlns:a16="http://schemas.microsoft.com/office/drawing/2014/main" id="{51922E32-48F4-4845-8583-875E8B0F5618}"/>
                </a:ext>
              </a:extLst>
            </p:cNvPr>
            <p:cNvSpPr>
              <a:spLocks noEditPoints="1"/>
            </p:cNvSpPr>
            <p:nvPr/>
          </p:nvSpPr>
          <p:spPr bwMode="auto">
            <a:xfrm>
              <a:off x="1174" y="1656"/>
              <a:ext cx="212" cy="148"/>
            </a:xfrm>
            <a:custGeom>
              <a:avLst/>
              <a:gdLst>
                <a:gd name="T0" fmla="*/ 277 w 320"/>
                <a:gd name="T1" fmla="*/ 0 h 224"/>
                <a:gd name="T2" fmla="*/ 234 w 320"/>
                <a:gd name="T3" fmla="*/ 43 h 224"/>
                <a:gd name="T4" fmla="*/ 246 w 320"/>
                <a:gd name="T5" fmla="*/ 73 h 224"/>
                <a:gd name="T6" fmla="*/ 204 w 320"/>
                <a:gd name="T7" fmla="*/ 141 h 224"/>
                <a:gd name="T8" fmla="*/ 192 w 320"/>
                <a:gd name="T9" fmla="*/ 139 h 224"/>
                <a:gd name="T10" fmla="*/ 182 w 320"/>
                <a:gd name="T11" fmla="*/ 140 h 224"/>
                <a:gd name="T12" fmla="*/ 146 w 320"/>
                <a:gd name="T13" fmla="*/ 74 h 224"/>
                <a:gd name="T14" fmla="*/ 160 w 320"/>
                <a:gd name="T15" fmla="*/ 43 h 224"/>
                <a:gd name="T16" fmla="*/ 117 w 320"/>
                <a:gd name="T17" fmla="*/ 0 h 224"/>
                <a:gd name="T18" fmla="*/ 74 w 320"/>
                <a:gd name="T19" fmla="*/ 43 h 224"/>
                <a:gd name="T20" fmla="*/ 88 w 320"/>
                <a:gd name="T21" fmla="*/ 74 h 224"/>
                <a:gd name="T22" fmla="*/ 52 w 320"/>
                <a:gd name="T23" fmla="*/ 140 h 224"/>
                <a:gd name="T24" fmla="*/ 42 w 320"/>
                <a:gd name="T25" fmla="*/ 139 h 224"/>
                <a:gd name="T26" fmla="*/ 0 w 320"/>
                <a:gd name="T27" fmla="*/ 182 h 224"/>
                <a:gd name="T28" fmla="*/ 42 w 320"/>
                <a:gd name="T29" fmla="*/ 224 h 224"/>
                <a:gd name="T30" fmla="*/ 85 w 320"/>
                <a:gd name="T31" fmla="*/ 182 h 224"/>
                <a:gd name="T32" fmla="*/ 71 w 320"/>
                <a:gd name="T33" fmla="*/ 150 h 224"/>
                <a:gd name="T34" fmla="*/ 107 w 320"/>
                <a:gd name="T35" fmla="*/ 84 h 224"/>
                <a:gd name="T36" fmla="*/ 117 w 320"/>
                <a:gd name="T37" fmla="*/ 86 h 224"/>
                <a:gd name="T38" fmla="*/ 127 w 320"/>
                <a:gd name="T39" fmla="*/ 84 h 224"/>
                <a:gd name="T40" fmla="*/ 163 w 320"/>
                <a:gd name="T41" fmla="*/ 150 h 224"/>
                <a:gd name="T42" fmla="*/ 149 w 320"/>
                <a:gd name="T43" fmla="*/ 182 h 224"/>
                <a:gd name="T44" fmla="*/ 192 w 320"/>
                <a:gd name="T45" fmla="*/ 224 h 224"/>
                <a:gd name="T46" fmla="*/ 234 w 320"/>
                <a:gd name="T47" fmla="*/ 182 h 224"/>
                <a:gd name="T48" fmla="*/ 222 w 320"/>
                <a:gd name="T49" fmla="*/ 152 h 224"/>
                <a:gd name="T50" fmla="*/ 265 w 320"/>
                <a:gd name="T51" fmla="*/ 84 h 224"/>
                <a:gd name="T52" fmla="*/ 277 w 320"/>
                <a:gd name="T53" fmla="*/ 86 h 224"/>
                <a:gd name="T54" fmla="*/ 320 w 320"/>
                <a:gd name="T55" fmla="*/ 43 h 224"/>
                <a:gd name="T56" fmla="*/ 277 w 320"/>
                <a:gd name="T57" fmla="*/ 0 h 224"/>
                <a:gd name="T58" fmla="*/ 42 w 320"/>
                <a:gd name="T59" fmla="*/ 203 h 224"/>
                <a:gd name="T60" fmla="*/ 21 w 320"/>
                <a:gd name="T61" fmla="*/ 182 h 224"/>
                <a:gd name="T62" fmla="*/ 42 w 320"/>
                <a:gd name="T63" fmla="*/ 160 h 224"/>
                <a:gd name="T64" fmla="*/ 64 w 320"/>
                <a:gd name="T65" fmla="*/ 182 h 224"/>
                <a:gd name="T66" fmla="*/ 42 w 320"/>
                <a:gd name="T67" fmla="*/ 203 h 224"/>
                <a:gd name="T68" fmla="*/ 96 w 320"/>
                <a:gd name="T69" fmla="*/ 43 h 224"/>
                <a:gd name="T70" fmla="*/ 117 w 320"/>
                <a:gd name="T71" fmla="*/ 22 h 224"/>
                <a:gd name="T72" fmla="*/ 138 w 320"/>
                <a:gd name="T73" fmla="*/ 43 h 224"/>
                <a:gd name="T74" fmla="*/ 117 w 320"/>
                <a:gd name="T75" fmla="*/ 64 h 224"/>
                <a:gd name="T76" fmla="*/ 96 w 320"/>
                <a:gd name="T77" fmla="*/ 43 h 224"/>
                <a:gd name="T78" fmla="*/ 192 w 320"/>
                <a:gd name="T79" fmla="*/ 203 h 224"/>
                <a:gd name="T80" fmla="*/ 170 w 320"/>
                <a:gd name="T81" fmla="*/ 182 h 224"/>
                <a:gd name="T82" fmla="*/ 192 w 320"/>
                <a:gd name="T83" fmla="*/ 160 h 224"/>
                <a:gd name="T84" fmla="*/ 213 w 320"/>
                <a:gd name="T85" fmla="*/ 182 h 224"/>
                <a:gd name="T86" fmla="*/ 192 w 320"/>
                <a:gd name="T87" fmla="*/ 203 h 224"/>
                <a:gd name="T88" fmla="*/ 277 w 320"/>
                <a:gd name="T89" fmla="*/ 64 h 224"/>
                <a:gd name="T90" fmla="*/ 256 w 320"/>
                <a:gd name="T91" fmla="*/ 43 h 224"/>
                <a:gd name="T92" fmla="*/ 277 w 320"/>
                <a:gd name="T93" fmla="*/ 22 h 224"/>
                <a:gd name="T94" fmla="*/ 298 w 320"/>
                <a:gd name="T95" fmla="*/ 43 h 224"/>
                <a:gd name="T96" fmla="*/ 277 w 320"/>
                <a:gd name="T97" fmla="*/ 6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 h="224">
                  <a:moveTo>
                    <a:pt x="277" y="0"/>
                  </a:moveTo>
                  <a:cubicBezTo>
                    <a:pt x="253" y="0"/>
                    <a:pt x="234" y="19"/>
                    <a:pt x="234" y="43"/>
                  </a:cubicBezTo>
                  <a:cubicBezTo>
                    <a:pt x="234" y="54"/>
                    <a:pt x="239" y="65"/>
                    <a:pt x="246" y="73"/>
                  </a:cubicBezTo>
                  <a:cubicBezTo>
                    <a:pt x="204" y="141"/>
                    <a:pt x="204" y="141"/>
                    <a:pt x="204" y="141"/>
                  </a:cubicBezTo>
                  <a:cubicBezTo>
                    <a:pt x="200" y="140"/>
                    <a:pt x="196" y="139"/>
                    <a:pt x="192" y="139"/>
                  </a:cubicBezTo>
                  <a:cubicBezTo>
                    <a:pt x="188" y="139"/>
                    <a:pt x="185" y="140"/>
                    <a:pt x="182" y="140"/>
                  </a:cubicBezTo>
                  <a:cubicBezTo>
                    <a:pt x="146" y="74"/>
                    <a:pt x="146" y="74"/>
                    <a:pt x="146" y="74"/>
                  </a:cubicBezTo>
                  <a:cubicBezTo>
                    <a:pt x="154" y="66"/>
                    <a:pt x="160" y="55"/>
                    <a:pt x="160" y="43"/>
                  </a:cubicBezTo>
                  <a:cubicBezTo>
                    <a:pt x="160" y="19"/>
                    <a:pt x="141" y="0"/>
                    <a:pt x="117" y="0"/>
                  </a:cubicBezTo>
                  <a:cubicBezTo>
                    <a:pt x="93" y="0"/>
                    <a:pt x="74" y="19"/>
                    <a:pt x="74" y="43"/>
                  </a:cubicBezTo>
                  <a:cubicBezTo>
                    <a:pt x="74" y="55"/>
                    <a:pt x="80" y="66"/>
                    <a:pt x="88" y="74"/>
                  </a:cubicBezTo>
                  <a:cubicBezTo>
                    <a:pt x="52" y="140"/>
                    <a:pt x="52" y="140"/>
                    <a:pt x="52" y="140"/>
                  </a:cubicBezTo>
                  <a:cubicBezTo>
                    <a:pt x="49" y="140"/>
                    <a:pt x="46" y="139"/>
                    <a:pt x="42" y="139"/>
                  </a:cubicBezTo>
                  <a:cubicBezTo>
                    <a:pt x="19" y="139"/>
                    <a:pt x="0" y="158"/>
                    <a:pt x="0" y="182"/>
                  </a:cubicBezTo>
                  <a:cubicBezTo>
                    <a:pt x="0" y="205"/>
                    <a:pt x="19" y="224"/>
                    <a:pt x="42" y="224"/>
                  </a:cubicBezTo>
                  <a:cubicBezTo>
                    <a:pt x="66" y="224"/>
                    <a:pt x="85" y="205"/>
                    <a:pt x="85" y="182"/>
                  </a:cubicBezTo>
                  <a:cubicBezTo>
                    <a:pt x="85" y="169"/>
                    <a:pt x="80" y="158"/>
                    <a:pt x="71" y="150"/>
                  </a:cubicBezTo>
                  <a:cubicBezTo>
                    <a:pt x="107" y="84"/>
                    <a:pt x="107" y="84"/>
                    <a:pt x="107" y="84"/>
                  </a:cubicBezTo>
                  <a:cubicBezTo>
                    <a:pt x="110" y="85"/>
                    <a:pt x="113" y="86"/>
                    <a:pt x="117" y="86"/>
                  </a:cubicBezTo>
                  <a:cubicBezTo>
                    <a:pt x="121" y="86"/>
                    <a:pt x="124" y="85"/>
                    <a:pt x="127" y="84"/>
                  </a:cubicBezTo>
                  <a:cubicBezTo>
                    <a:pt x="163" y="150"/>
                    <a:pt x="163" y="150"/>
                    <a:pt x="163" y="150"/>
                  </a:cubicBezTo>
                  <a:cubicBezTo>
                    <a:pt x="154" y="158"/>
                    <a:pt x="149" y="169"/>
                    <a:pt x="149" y="182"/>
                  </a:cubicBezTo>
                  <a:cubicBezTo>
                    <a:pt x="149" y="205"/>
                    <a:pt x="168" y="224"/>
                    <a:pt x="192" y="224"/>
                  </a:cubicBezTo>
                  <a:cubicBezTo>
                    <a:pt x="215" y="224"/>
                    <a:pt x="234" y="205"/>
                    <a:pt x="234" y="182"/>
                  </a:cubicBezTo>
                  <a:cubicBezTo>
                    <a:pt x="234" y="170"/>
                    <a:pt x="230" y="160"/>
                    <a:pt x="222" y="152"/>
                  </a:cubicBezTo>
                  <a:cubicBezTo>
                    <a:pt x="265" y="84"/>
                    <a:pt x="265" y="84"/>
                    <a:pt x="265" y="84"/>
                  </a:cubicBezTo>
                  <a:cubicBezTo>
                    <a:pt x="269" y="85"/>
                    <a:pt x="273" y="86"/>
                    <a:pt x="277" y="86"/>
                  </a:cubicBezTo>
                  <a:cubicBezTo>
                    <a:pt x="301" y="86"/>
                    <a:pt x="320" y="67"/>
                    <a:pt x="320" y="43"/>
                  </a:cubicBezTo>
                  <a:cubicBezTo>
                    <a:pt x="320" y="19"/>
                    <a:pt x="301" y="0"/>
                    <a:pt x="277" y="0"/>
                  </a:cubicBezTo>
                  <a:close/>
                  <a:moveTo>
                    <a:pt x="42" y="203"/>
                  </a:moveTo>
                  <a:cubicBezTo>
                    <a:pt x="31" y="203"/>
                    <a:pt x="21" y="193"/>
                    <a:pt x="21" y="182"/>
                  </a:cubicBezTo>
                  <a:cubicBezTo>
                    <a:pt x="21" y="170"/>
                    <a:pt x="31" y="160"/>
                    <a:pt x="42" y="160"/>
                  </a:cubicBezTo>
                  <a:cubicBezTo>
                    <a:pt x="54" y="160"/>
                    <a:pt x="64" y="170"/>
                    <a:pt x="64" y="182"/>
                  </a:cubicBezTo>
                  <a:cubicBezTo>
                    <a:pt x="64" y="193"/>
                    <a:pt x="54" y="203"/>
                    <a:pt x="42" y="203"/>
                  </a:cubicBezTo>
                  <a:close/>
                  <a:moveTo>
                    <a:pt x="96" y="43"/>
                  </a:moveTo>
                  <a:cubicBezTo>
                    <a:pt x="96" y="31"/>
                    <a:pt x="105" y="22"/>
                    <a:pt x="117" y="22"/>
                  </a:cubicBezTo>
                  <a:cubicBezTo>
                    <a:pt x="129" y="22"/>
                    <a:pt x="138" y="31"/>
                    <a:pt x="138" y="43"/>
                  </a:cubicBezTo>
                  <a:cubicBezTo>
                    <a:pt x="138" y="55"/>
                    <a:pt x="129" y="64"/>
                    <a:pt x="117" y="64"/>
                  </a:cubicBezTo>
                  <a:cubicBezTo>
                    <a:pt x="105" y="64"/>
                    <a:pt x="96" y="55"/>
                    <a:pt x="96" y="43"/>
                  </a:cubicBezTo>
                  <a:close/>
                  <a:moveTo>
                    <a:pt x="192" y="203"/>
                  </a:moveTo>
                  <a:cubicBezTo>
                    <a:pt x="180" y="203"/>
                    <a:pt x="170" y="193"/>
                    <a:pt x="170" y="182"/>
                  </a:cubicBezTo>
                  <a:cubicBezTo>
                    <a:pt x="170" y="170"/>
                    <a:pt x="180" y="160"/>
                    <a:pt x="192" y="160"/>
                  </a:cubicBezTo>
                  <a:cubicBezTo>
                    <a:pt x="203" y="160"/>
                    <a:pt x="213" y="170"/>
                    <a:pt x="213" y="182"/>
                  </a:cubicBezTo>
                  <a:cubicBezTo>
                    <a:pt x="213" y="193"/>
                    <a:pt x="203" y="203"/>
                    <a:pt x="192" y="203"/>
                  </a:cubicBezTo>
                  <a:close/>
                  <a:moveTo>
                    <a:pt x="277" y="64"/>
                  </a:moveTo>
                  <a:cubicBezTo>
                    <a:pt x="265" y="64"/>
                    <a:pt x="256" y="55"/>
                    <a:pt x="256" y="43"/>
                  </a:cubicBezTo>
                  <a:cubicBezTo>
                    <a:pt x="256" y="31"/>
                    <a:pt x="265" y="22"/>
                    <a:pt x="277" y="22"/>
                  </a:cubicBezTo>
                  <a:cubicBezTo>
                    <a:pt x="289" y="22"/>
                    <a:pt x="298" y="31"/>
                    <a:pt x="298" y="43"/>
                  </a:cubicBezTo>
                  <a:cubicBezTo>
                    <a:pt x="298" y="55"/>
                    <a:pt x="289" y="64"/>
                    <a:pt x="277" y="6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77" name="Freeform 465">
              <a:extLst>
                <a:ext uri="{FF2B5EF4-FFF2-40B4-BE49-F238E27FC236}">
                  <a16:creationId xmlns:a16="http://schemas.microsoft.com/office/drawing/2014/main" id="{33FCBEB4-A864-46BB-9906-125454FC9DB8}"/>
                </a:ext>
              </a:extLst>
            </p:cNvPr>
            <p:cNvSpPr>
              <a:spLocks noEditPoints="1"/>
            </p:cNvSpPr>
            <p:nvPr/>
          </p:nvSpPr>
          <p:spPr bwMode="auto">
            <a:xfrm>
              <a:off x="1110" y="15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78" name="Group 545">
            <a:extLst>
              <a:ext uri="{FF2B5EF4-FFF2-40B4-BE49-F238E27FC236}">
                <a16:creationId xmlns:a16="http://schemas.microsoft.com/office/drawing/2014/main" id="{1F0960CE-71D2-4B87-AF17-72FC128E86BA}"/>
              </a:ext>
            </a:extLst>
          </p:cNvPr>
          <p:cNvGrpSpPr>
            <a:grpSpLocks noChangeAspect="1"/>
          </p:cNvGrpSpPr>
          <p:nvPr/>
        </p:nvGrpSpPr>
        <p:grpSpPr bwMode="auto">
          <a:xfrm>
            <a:off x="3106759" y="4228619"/>
            <a:ext cx="320040" cy="320040"/>
            <a:chOff x="1885" y="1944"/>
            <a:chExt cx="340" cy="340"/>
          </a:xfrm>
          <a:solidFill>
            <a:schemeClr val="bg1"/>
          </a:solidFill>
        </p:grpSpPr>
        <p:sp>
          <p:nvSpPr>
            <p:cNvPr id="79" name="Freeform 546">
              <a:extLst>
                <a:ext uri="{FF2B5EF4-FFF2-40B4-BE49-F238E27FC236}">
                  <a16:creationId xmlns:a16="http://schemas.microsoft.com/office/drawing/2014/main" id="{5F45A4A0-1F57-423A-92A8-172436E4C7C5}"/>
                </a:ext>
              </a:extLst>
            </p:cNvPr>
            <p:cNvSpPr>
              <a:spLocks noEditPoints="1"/>
            </p:cNvSpPr>
            <p:nvPr/>
          </p:nvSpPr>
          <p:spPr bwMode="auto">
            <a:xfrm>
              <a:off x="1885" y="194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80" name="Freeform 547">
              <a:extLst>
                <a:ext uri="{FF2B5EF4-FFF2-40B4-BE49-F238E27FC236}">
                  <a16:creationId xmlns:a16="http://schemas.microsoft.com/office/drawing/2014/main" id="{088078D2-B49C-437A-B824-EC111E070520}"/>
                </a:ext>
              </a:extLst>
            </p:cNvPr>
            <p:cNvSpPr>
              <a:spLocks/>
            </p:cNvSpPr>
            <p:nvPr/>
          </p:nvSpPr>
          <p:spPr bwMode="auto">
            <a:xfrm>
              <a:off x="1947" y="2007"/>
              <a:ext cx="215" cy="185"/>
            </a:xfrm>
            <a:custGeom>
              <a:avLst/>
              <a:gdLst>
                <a:gd name="T0" fmla="*/ 318 w 323"/>
                <a:gd name="T1" fmla="*/ 259 h 278"/>
                <a:gd name="T2" fmla="*/ 257 w 323"/>
                <a:gd name="T3" fmla="*/ 241 h 278"/>
                <a:gd name="T4" fmla="*/ 229 w 323"/>
                <a:gd name="T5" fmla="*/ 236 h 278"/>
                <a:gd name="T6" fmla="*/ 212 w 323"/>
                <a:gd name="T7" fmla="*/ 223 h 278"/>
                <a:gd name="T8" fmla="*/ 213 w 323"/>
                <a:gd name="T9" fmla="*/ 220 h 278"/>
                <a:gd name="T10" fmla="*/ 246 w 323"/>
                <a:gd name="T11" fmla="*/ 142 h 278"/>
                <a:gd name="T12" fmla="*/ 233 w 323"/>
                <a:gd name="T13" fmla="*/ 33 h 278"/>
                <a:gd name="T14" fmla="*/ 161 w 323"/>
                <a:gd name="T15" fmla="*/ 1 h 278"/>
                <a:gd name="T16" fmla="*/ 161 w 323"/>
                <a:gd name="T17" fmla="*/ 1 h 278"/>
                <a:gd name="T18" fmla="*/ 90 w 323"/>
                <a:gd name="T19" fmla="*/ 33 h 278"/>
                <a:gd name="T20" fmla="*/ 77 w 323"/>
                <a:gd name="T21" fmla="*/ 142 h 278"/>
                <a:gd name="T22" fmla="*/ 110 w 323"/>
                <a:gd name="T23" fmla="*/ 220 h 278"/>
                <a:gd name="T24" fmla="*/ 111 w 323"/>
                <a:gd name="T25" fmla="*/ 223 h 278"/>
                <a:gd name="T26" fmla="*/ 94 w 323"/>
                <a:gd name="T27" fmla="*/ 236 h 278"/>
                <a:gd name="T28" fmla="*/ 66 w 323"/>
                <a:gd name="T29" fmla="*/ 241 h 278"/>
                <a:gd name="T30" fmla="*/ 5 w 323"/>
                <a:gd name="T31" fmla="*/ 259 h 278"/>
                <a:gd name="T32" fmla="*/ 4 w 323"/>
                <a:gd name="T33" fmla="*/ 274 h 278"/>
                <a:gd name="T34" fmla="*/ 12 w 323"/>
                <a:gd name="T35" fmla="*/ 278 h 278"/>
                <a:gd name="T36" fmla="*/ 19 w 323"/>
                <a:gd name="T37" fmla="*/ 275 h 278"/>
                <a:gd name="T38" fmla="*/ 69 w 323"/>
                <a:gd name="T39" fmla="*/ 263 h 278"/>
                <a:gd name="T40" fmla="*/ 101 w 323"/>
                <a:gd name="T41" fmla="*/ 256 h 278"/>
                <a:gd name="T42" fmla="*/ 131 w 323"/>
                <a:gd name="T43" fmla="*/ 229 h 278"/>
                <a:gd name="T44" fmla="*/ 128 w 323"/>
                <a:gd name="T45" fmla="*/ 208 h 278"/>
                <a:gd name="T46" fmla="*/ 97 w 323"/>
                <a:gd name="T47" fmla="*/ 137 h 278"/>
                <a:gd name="T48" fmla="*/ 106 w 323"/>
                <a:gd name="T49" fmla="*/ 46 h 278"/>
                <a:gd name="T50" fmla="*/ 161 w 323"/>
                <a:gd name="T51" fmla="*/ 22 h 278"/>
                <a:gd name="T52" fmla="*/ 162 w 323"/>
                <a:gd name="T53" fmla="*/ 22 h 278"/>
                <a:gd name="T54" fmla="*/ 162 w 323"/>
                <a:gd name="T55" fmla="*/ 22 h 278"/>
                <a:gd name="T56" fmla="*/ 162 w 323"/>
                <a:gd name="T57" fmla="*/ 22 h 278"/>
                <a:gd name="T58" fmla="*/ 217 w 323"/>
                <a:gd name="T59" fmla="*/ 46 h 278"/>
                <a:gd name="T60" fmla="*/ 226 w 323"/>
                <a:gd name="T61" fmla="*/ 137 h 278"/>
                <a:gd name="T62" fmla="*/ 195 w 323"/>
                <a:gd name="T63" fmla="*/ 208 h 278"/>
                <a:gd name="T64" fmla="*/ 192 w 323"/>
                <a:gd name="T65" fmla="*/ 229 h 278"/>
                <a:gd name="T66" fmla="*/ 222 w 323"/>
                <a:gd name="T67" fmla="*/ 256 h 278"/>
                <a:gd name="T68" fmla="*/ 254 w 323"/>
                <a:gd name="T69" fmla="*/ 263 h 278"/>
                <a:gd name="T70" fmla="*/ 304 w 323"/>
                <a:gd name="T71" fmla="*/ 275 h 278"/>
                <a:gd name="T72" fmla="*/ 311 w 323"/>
                <a:gd name="T73" fmla="*/ 278 h 278"/>
                <a:gd name="T74" fmla="*/ 319 w 323"/>
                <a:gd name="T75" fmla="*/ 274 h 278"/>
                <a:gd name="T76" fmla="*/ 318 w 323"/>
                <a:gd name="T7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3" h="278">
                  <a:moveTo>
                    <a:pt x="318" y="259"/>
                  </a:moveTo>
                  <a:cubicBezTo>
                    <a:pt x="306" y="249"/>
                    <a:pt x="281" y="245"/>
                    <a:pt x="257" y="241"/>
                  </a:cubicBezTo>
                  <a:cubicBezTo>
                    <a:pt x="246" y="240"/>
                    <a:pt x="235" y="238"/>
                    <a:pt x="229" y="236"/>
                  </a:cubicBezTo>
                  <a:cubicBezTo>
                    <a:pt x="220" y="232"/>
                    <a:pt x="214" y="226"/>
                    <a:pt x="212" y="223"/>
                  </a:cubicBezTo>
                  <a:cubicBezTo>
                    <a:pt x="212" y="221"/>
                    <a:pt x="212" y="221"/>
                    <a:pt x="213" y="220"/>
                  </a:cubicBezTo>
                  <a:cubicBezTo>
                    <a:pt x="226" y="202"/>
                    <a:pt x="240" y="170"/>
                    <a:pt x="246" y="142"/>
                  </a:cubicBezTo>
                  <a:cubicBezTo>
                    <a:pt x="258" y="95"/>
                    <a:pt x="253" y="58"/>
                    <a:pt x="233" y="33"/>
                  </a:cubicBezTo>
                  <a:cubicBezTo>
                    <a:pt x="207" y="0"/>
                    <a:pt x="163" y="1"/>
                    <a:pt x="161" y="1"/>
                  </a:cubicBezTo>
                  <a:cubicBezTo>
                    <a:pt x="161" y="1"/>
                    <a:pt x="161" y="1"/>
                    <a:pt x="161" y="1"/>
                  </a:cubicBezTo>
                  <a:cubicBezTo>
                    <a:pt x="158" y="1"/>
                    <a:pt x="116" y="1"/>
                    <a:pt x="90" y="33"/>
                  </a:cubicBezTo>
                  <a:cubicBezTo>
                    <a:pt x="70" y="58"/>
                    <a:pt x="65" y="95"/>
                    <a:pt x="77" y="142"/>
                  </a:cubicBezTo>
                  <a:cubicBezTo>
                    <a:pt x="83" y="170"/>
                    <a:pt x="97" y="202"/>
                    <a:pt x="110" y="220"/>
                  </a:cubicBezTo>
                  <a:cubicBezTo>
                    <a:pt x="111" y="221"/>
                    <a:pt x="111" y="221"/>
                    <a:pt x="111" y="223"/>
                  </a:cubicBezTo>
                  <a:cubicBezTo>
                    <a:pt x="110" y="226"/>
                    <a:pt x="103" y="232"/>
                    <a:pt x="94" y="236"/>
                  </a:cubicBezTo>
                  <a:cubicBezTo>
                    <a:pt x="88" y="238"/>
                    <a:pt x="77" y="240"/>
                    <a:pt x="66" y="241"/>
                  </a:cubicBezTo>
                  <a:cubicBezTo>
                    <a:pt x="42" y="245"/>
                    <a:pt x="17" y="249"/>
                    <a:pt x="5" y="259"/>
                  </a:cubicBezTo>
                  <a:cubicBezTo>
                    <a:pt x="1" y="263"/>
                    <a:pt x="0" y="270"/>
                    <a:pt x="4" y="274"/>
                  </a:cubicBezTo>
                  <a:cubicBezTo>
                    <a:pt x="6" y="277"/>
                    <a:pt x="9" y="278"/>
                    <a:pt x="12" y="278"/>
                  </a:cubicBezTo>
                  <a:cubicBezTo>
                    <a:pt x="15" y="278"/>
                    <a:pt x="17" y="277"/>
                    <a:pt x="19" y="275"/>
                  </a:cubicBezTo>
                  <a:cubicBezTo>
                    <a:pt x="27" y="269"/>
                    <a:pt x="51" y="265"/>
                    <a:pt x="69" y="263"/>
                  </a:cubicBezTo>
                  <a:cubicBezTo>
                    <a:pt x="82" y="261"/>
                    <a:pt x="94" y="259"/>
                    <a:pt x="101" y="256"/>
                  </a:cubicBezTo>
                  <a:cubicBezTo>
                    <a:pt x="117" y="250"/>
                    <a:pt x="128" y="240"/>
                    <a:pt x="131" y="229"/>
                  </a:cubicBezTo>
                  <a:cubicBezTo>
                    <a:pt x="133" y="221"/>
                    <a:pt x="132" y="214"/>
                    <a:pt x="128" y="208"/>
                  </a:cubicBezTo>
                  <a:cubicBezTo>
                    <a:pt x="116" y="192"/>
                    <a:pt x="103" y="162"/>
                    <a:pt x="97" y="137"/>
                  </a:cubicBezTo>
                  <a:cubicBezTo>
                    <a:pt x="88" y="96"/>
                    <a:pt x="91" y="66"/>
                    <a:pt x="106" y="46"/>
                  </a:cubicBezTo>
                  <a:cubicBezTo>
                    <a:pt x="126" y="22"/>
                    <a:pt x="160" y="22"/>
                    <a:pt x="161" y="22"/>
                  </a:cubicBezTo>
                  <a:cubicBezTo>
                    <a:pt x="161" y="22"/>
                    <a:pt x="161" y="22"/>
                    <a:pt x="162" y="22"/>
                  </a:cubicBezTo>
                  <a:cubicBezTo>
                    <a:pt x="162" y="22"/>
                    <a:pt x="162" y="22"/>
                    <a:pt x="162" y="22"/>
                  </a:cubicBezTo>
                  <a:cubicBezTo>
                    <a:pt x="162" y="22"/>
                    <a:pt x="162" y="22"/>
                    <a:pt x="162" y="22"/>
                  </a:cubicBezTo>
                  <a:cubicBezTo>
                    <a:pt x="162" y="22"/>
                    <a:pt x="197" y="22"/>
                    <a:pt x="217" y="46"/>
                  </a:cubicBezTo>
                  <a:cubicBezTo>
                    <a:pt x="232" y="66"/>
                    <a:pt x="235" y="96"/>
                    <a:pt x="226" y="137"/>
                  </a:cubicBezTo>
                  <a:cubicBezTo>
                    <a:pt x="220" y="162"/>
                    <a:pt x="207" y="192"/>
                    <a:pt x="195" y="208"/>
                  </a:cubicBezTo>
                  <a:cubicBezTo>
                    <a:pt x="191" y="214"/>
                    <a:pt x="190" y="221"/>
                    <a:pt x="192" y="229"/>
                  </a:cubicBezTo>
                  <a:cubicBezTo>
                    <a:pt x="195" y="240"/>
                    <a:pt x="206" y="250"/>
                    <a:pt x="222" y="256"/>
                  </a:cubicBezTo>
                  <a:cubicBezTo>
                    <a:pt x="229" y="259"/>
                    <a:pt x="241" y="261"/>
                    <a:pt x="254" y="263"/>
                  </a:cubicBezTo>
                  <a:cubicBezTo>
                    <a:pt x="272" y="265"/>
                    <a:pt x="296" y="269"/>
                    <a:pt x="304" y="275"/>
                  </a:cubicBezTo>
                  <a:cubicBezTo>
                    <a:pt x="306" y="277"/>
                    <a:pt x="308" y="278"/>
                    <a:pt x="311" y="278"/>
                  </a:cubicBezTo>
                  <a:cubicBezTo>
                    <a:pt x="314" y="278"/>
                    <a:pt x="317" y="277"/>
                    <a:pt x="319" y="274"/>
                  </a:cubicBezTo>
                  <a:cubicBezTo>
                    <a:pt x="323" y="270"/>
                    <a:pt x="322" y="263"/>
                    <a:pt x="318" y="25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81" name="TextBox 80">
            <a:extLst>
              <a:ext uri="{FF2B5EF4-FFF2-40B4-BE49-F238E27FC236}">
                <a16:creationId xmlns:a16="http://schemas.microsoft.com/office/drawing/2014/main" id="{91C05518-D40D-4840-822B-3B8B9DAC8657}"/>
              </a:ext>
            </a:extLst>
          </p:cNvPr>
          <p:cNvSpPr txBox="1"/>
          <p:nvPr/>
        </p:nvSpPr>
        <p:spPr>
          <a:xfrm>
            <a:off x="4121457" y="3757858"/>
            <a:ext cx="1678039" cy="87716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a:ln>
                  <a:noFill/>
                </a:ln>
                <a:solidFill>
                  <a:srgbClr val="046A38"/>
                </a:solidFill>
                <a:effectLst/>
                <a:uLnTx/>
                <a:uFillTx/>
                <a:latin typeface="Calibri"/>
                <a:ea typeface="+mn-ea"/>
                <a:cs typeface="+mn-cs"/>
              </a:rPr>
              <a:t>Digitization</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Smart Grid &amp; Network Management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Utility of Tomorrow Strategy</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MIS Strengthening &amp; Business Intelligence </a:t>
            </a:r>
          </a:p>
        </p:txBody>
      </p:sp>
      <p:grpSp>
        <p:nvGrpSpPr>
          <p:cNvPr id="82" name="Group 834">
            <a:extLst>
              <a:ext uri="{FF2B5EF4-FFF2-40B4-BE49-F238E27FC236}">
                <a16:creationId xmlns:a16="http://schemas.microsoft.com/office/drawing/2014/main" id="{D3A55286-D909-441B-BD5F-32762455D5B8}"/>
              </a:ext>
            </a:extLst>
          </p:cNvPr>
          <p:cNvGrpSpPr>
            <a:grpSpLocks noChangeAspect="1"/>
          </p:cNvGrpSpPr>
          <p:nvPr/>
        </p:nvGrpSpPr>
        <p:grpSpPr bwMode="auto">
          <a:xfrm>
            <a:off x="3525948" y="3819910"/>
            <a:ext cx="320039" cy="320039"/>
            <a:chOff x="5977" y="3324"/>
            <a:chExt cx="340" cy="340"/>
          </a:xfrm>
          <a:solidFill>
            <a:schemeClr val="bg1"/>
          </a:solidFill>
        </p:grpSpPr>
        <p:sp>
          <p:nvSpPr>
            <p:cNvPr id="83" name="Freeform 835">
              <a:extLst>
                <a:ext uri="{FF2B5EF4-FFF2-40B4-BE49-F238E27FC236}">
                  <a16:creationId xmlns:a16="http://schemas.microsoft.com/office/drawing/2014/main" id="{21C6A8E2-8C06-4A23-B807-1B764D3834CE}"/>
                </a:ext>
              </a:extLst>
            </p:cNvPr>
            <p:cNvSpPr>
              <a:spLocks noEditPoints="1"/>
            </p:cNvSpPr>
            <p:nvPr/>
          </p:nvSpPr>
          <p:spPr bwMode="auto">
            <a:xfrm>
              <a:off x="6041" y="3388"/>
              <a:ext cx="212" cy="212"/>
            </a:xfrm>
            <a:custGeom>
              <a:avLst/>
              <a:gdLst>
                <a:gd name="T0" fmla="*/ 320 w 320"/>
                <a:gd name="T1" fmla="*/ 160 h 320"/>
                <a:gd name="T2" fmla="*/ 277 w 320"/>
                <a:gd name="T3" fmla="*/ 149 h 320"/>
                <a:gd name="T4" fmla="*/ 309 w 320"/>
                <a:gd name="T5" fmla="*/ 128 h 320"/>
                <a:gd name="T6" fmla="*/ 309 w 320"/>
                <a:gd name="T7" fmla="*/ 106 h 320"/>
                <a:gd name="T8" fmla="*/ 277 w 320"/>
                <a:gd name="T9" fmla="*/ 53 h 320"/>
                <a:gd name="T10" fmla="*/ 213 w 320"/>
                <a:gd name="T11" fmla="*/ 42 h 320"/>
                <a:gd name="T12" fmla="*/ 202 w 320"/>
                <a:gd name="T13" fmla="*/ 0 h 320"/>
                <a:gd name="T14" fmla="*/ 192 w 320"/>
                <a:gd name="T15" fmla="*/ 42 h 320"/>
                <a:gd name="T16" fmla="*/ 170 w 320"/>
                <a:gd name="T17" fmla="*/ 10 h 320"/>
                <a:gd name="T18" fmla="*/ 149 w 320"/>
                <a:gd name="T19" fmla="*/ 10 h 320"/>
                <a:gd name="T20" fmla="*/ 128 w 320"/>
                <a:gd name="T21" fmla="*/ 42 h 320"/>
                <a:gd name="T22" fmla="*/ 117 w 320"/>
                <a:gd name="T23" fmla="*/ 0 h 320"/>
                <a:gd name="T24" fmla="*/ 106 w 320"/>
                <a:gd name="T25" fmla="*/ 42 h 320"/>
                <a:gd name="T26" fmla="*/ 42 w 320"/>
                <a:gd name="T27" fmla="*/ 53 h 320"/>
                <a:gd name="T28" fmla="*/ 10 w 320"/>
                <a:gd name="T29" fmla="*/ 106 h 320"/>
                <a:gd name="T30" fmla="*/ 10 w 320"/>
                <a:gd name="T31" fmla="*/ 128 h 320"/>
                <a:gd name="T32" fmla="*/ 42 w 320"/>
                <a:gd name="T33" fmla="*/ 149 h 320"/>
                <a:gd name="T34" fmla="*/ 0 w 320"/>
                <a:gd name="T35" fmla="*/ 160 h 320"/>
                <a:gd name="T36" fmla="*/ 42 w 320"/>
                <a:gd name="T37" fmla="*/ 170 h 320"/>
                <a:gd name="T38" fmla="*/ 10 w 320"/>
                <a:gd name="T39" fmla="*/ 192 h 320"/>
                <a:gd name="T40" fmla="*/ 10 w 320"/>
                <a:gd name="T41" fmla="*/ 213 h 320"/>
                <a:gd name="T42" fmla="*/ 42 w 320"/>
                <a:gd name="T43" fmla="*/ 266 h 320"/>
                <a:gd name="T44" fmla="*/ 106 w 320"/>
                <a:gd name="T45" fmla="*/ 277 h 320"/>
                <a:gd name="T46" fmla="*/ 117 w 320"/>
                <a:gd name="T47" fmla="*/ 320 h 320"/>
                <a:gd name="T48" fmla="*/ 128 w 320"/>
                <a:gd name="T49" fmla="*/ 277 h 320"/>
                <a:gd name="T50" fmla="*/ 149 w 320"/>
                <a:gd name="T51" fmla="*/ 309 h 320"/>
                <a:gd name="T52" fmla="*/ 170 w 320"/>
                <a:gd name="T53" fmla="*/ 309 h 320"/>
                <a:gd name="T54" fmla="*/ 192 w 320"/>
                <a:gd name="T55" fmla="*/ 277 h 320"/>
                <a:gd name="T56" fmla="*/ 202 w 320"/>
                <a:gd name="T57" fmla="*/ 320 h 320"/>
                <a:gd name="T58" fmla="*/ 213 w 320"/>
                <a:gd name="T59" fmla="*/ 277 h 320"/>
                <a:gd name="T60" fmla="*/ 277 w 320"/>
                <a:gd name="T61" fmla="*/ 266 h 320"/>
                <a:gd name="T62" fmla="*/ 309 w 320"/>
                <a:gd name="T63" fmla="*/ 213 h 320"/>
                <a:gd name="T64" fmla="*/ 309 w 320"/>
                <a:gd name="T65" fmla="*/ 192 h 320"/>
                <a:gd name="T66" fmla="*/ 277 w 320"/>
                <a:gd name="T67" fmla="*/ 170 h 320"/>
                <a:gd name="T68" fmla="*/ 256 w 320"/>
                <a:gd name="T69" fmla="*/ 256 h 320"/>
                <a:gd name="T70" fmla="*/ 64 w 320"/>
                <a:gd name="T71" fmla="*/ 64 h 320"/>
                <a:gd name="T72" fmla="*/ 256 w 320"/>
                <a:gd name="T73" fmla="*/ 25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0" h="320">
                  <a:moveTo>
                    <a:pt x="309" y="170"/>
                  </a:moveTo>
                  <a:cubicBezTo>
                    <a:pt x="315" y="170"/>
                    <a:pt x="320" y="166"/>
                    <a:pt x="320" y="160"/>
                  </a:cubicBezTo>
                  <a:cubicBezTo>
                    <a:pt x="320" y="154"/>
                    <a:pt x="315" y="149"/>
                    <a:pt x="309" y="149"/>
                  </a:cubicBezTo>
                  <a:cubicBezTo>
                    <a:pt x="277" y="149"/>
                    <a:pt x="277" y="149"/>
                    <a:pt x="277" y="149"/>
                  </a:cubicBezTo>
                  <a:cubicBezTo>
                    <a:pt x="277" y="128"/>
                    <a:pt x="277" y="128"/>
                    <a:pt x="277" y="128"/>
                  </a:cubicBezTo>
                  <a:cubicBezTo>
                    <a:pt x="309" y="128"/>
                    <a:pt x="309" y="128"/>
                    <a:pt x="309" y="128"/>
                  </a:cubicBezTo>
                  <a:cubicBezTo>
                    <a:pt x="315" y="128"/>
                    <a:pt x="320" y="123"/>
                    <a:pt x="320" y="117"/>
                  </a:cubicBezTo>
                  <a:cubicBezTo>
                    <a:pt x="320" y="111"/>
                    <a:pt x="315" y="106"/>
                    <a:pt x="309" y="106"/>
                  </a:cubicBezTo>
                  <a:cubicBezTo>
                    <a:pt x="277" y="106"/>
                    <a:pt x="277" y="106"/>
                    <a:pt x="277" y="106"/>
                  </a:cubicBezTo>
                  <a:cubicBezTo>
                    <a:pt x="277" y="53"/>
                    <a:pt x="277" y="53"/>
                    <a:pt x="277" y="53"/>
                  </a:cubicBezTo>
                  <a:cubicBezTo>
                    <a:pt x="277" y="47"/>
                    <a:pt x="272" y="42"/>
                    <a:pt x="266" y="42"/>
                  </a:cubicBezTo>
                  <a:cubicBezTo>
                    <a:pt x="213" y="42"/>
                    <a:pt x="213" y="42"/>
                    <a:pt x="213" y="42"/>
                  </a:cubicBezTo>
                  <a:cubicBezTo>
                    <a:pt x="213" y="10"/>
                    <a:pt x="213" y="10"/>
                    <a:pt x="213" y="10"/>
                  </a:cubicBezTo>
                  <a:cubicBezTo>
                    <a:pt x="213" y="4"/>
                    <a:pt x="208" y="0"/>
                    <a:pt x="202" y="0"/>
                  </a:cubicBezTo>
                  <a:cubicBezTo>
                    <a:pt x="196" y="0"/>
                    <a:pt x="192" y="4"/>
                    <a:pt x="192" y="10"/>
                  </a:cubicBezTo>
                  <a:cubicBezTo>
                    <a:pt x="192" y="42"/>
                    <a:pt x="192" y="42"/>
                    <a:pt x="192" y="42"/>
                  </a:cubicBezTo>
                  <a:cubicBezTo>
                    <a:pt x="170" y="42"/>
                    <a:pt x="170" y="42"/>
                    <a:pt x="170" y="42"/>
                  </a:cubicBezTo>
                  <a:cubicBezTo>
                    <a:pt x="170" y="10"/>
                    <a:pt x="170" y="10"/>
                    <a:pt x="170" y="10"/>
                  </a:cubicBezTo>
                  <a:cubicBezTo>
                    <a:pt x="170" y="4"/>
                    <a:pt x="166" y="0"/>
                    <a:pt x="160" y="0"/>
                  </a:cubicBezTo>
                  <a:cubicBezTo>
                    <a:pt x="154" y="0"/>
                    <a:pt x="149" y="4"/>
                    <a:pt x="149" y="10"/>
                  </a:cubicBezTo>
                  <a:cubicBezTo>
                    <a:pt x="149" y="42"/>
                    <a:pt x="149" y="42"/>
                    <a:pt x="149" y="42"/>
                  </a:cubicBezTo>
                  <a:cubicBezTo>
                    <a:pt x="128" y="42"/>
                    <a:pt x="128" y="42"/>
                    <a:pt x="128" y="42"/>
                  </a:cubicBezTo>
                  <a:cubicBezTo>
                    <a:pt x="128" y="10"/>
                    <a:pt x="128" y="10"/>
                    <a:pt x="128" y="10"/>
                  </a:cubicBezTo>
                  <a:cubicBezTo>
                    <a:pt x="128" y="4"/>
                    <a:pt x="123" y="0"/>
                    <a:pt x="117" y="0"/>
                  </a:cubicBezTo>
                  <a:cubicBezTo>
                    <a:pt x="111" y="0"/>
                    <a:pt x="106" y="4"/>
                    <a:pt x="106" y="10"/>
                  </a:cubicBezTo>
                  <a:cubicBezTo>
                    <a:pt x="106" y="42"/>
                    <a:pt x="106" y="42"/>
                    <a:pt x="106" y="42"/>
                  </a:cubicBezTo>
                  <a:cubicBezTo>
                    <a:pt x="53" y="42"/>
                    <a:pt x="53" y="42"/>
                    <a:pt x="53" y="42"/>
                  </a:cubicBezTo>
                  <a:cubicBezTo>
                    <a:pt x="47" y="42"/>
                    <a:pt x="42" y="47"/>
                    <a:pt x="42" y="53"/>
                  </a:cubicBezTo>
                  <a:cubicBezTo>
                    <a:pt x="42" y="106"/>
                    <a:pt x="42" y="106"/>
                    <a:pt x="42" y="106"/>
                  </a:cubicBezTo>
                  <a:cubicBezTo>
                    <a:pt x="10" y="106"/>
                    <a:pt x="10" y="106"/>
                    <a:pt x="10" y="106"/>
                  </a:cubicBezTo>
                  <a:cubicBezTo>
                    <a:pt x="4" y="106"/>
                    <a:pt x="0" y="111"/>
                    <a:pt x="0" y="117"/>
                  </a:cubicBezTo>
                  <a:cubicBezTo>
                    <a:pt x="0" y="123"/>
                    <a:pt x="4" y="128"/>
                    <a:pt x="10" y="128"/>
                  </a:cubicBezTo>
                  <a:cubicBezTo>
                    <a:pt x="42" y="128"/>
                    <a:pt x="42" y="128"/>
                    <a:pt x="42" y="128"/>
                  </a:cubicBezTo>
                  <a:cubicBezTo>
                    <a:pt x="42" y="149"/>
                    <a:pt x="42" y="149"/>
                    <a:pt x="42" y="149"/>
                  </a:cubicBezTo>
                  <a:cubicBezTo>
                    <a:pt x="10" y="149"/>
                    <a:pt x="10" y="149"/>
                    <a:pt x="10" y="149"/>
                  </a:cubicBezTo>
                  <a:cubicBezTo>
                    <a:pt x="4" y="149"/>
                    <a:pt x="0" y="154"/>
                    <a:pt x="0" y="160"/>
                  </a:cubicBezTo>
                  <a:cubicBezTo>
                    <a:pt x="0" y="166"/>
                    <a:pt x="4" y="170"/>
                    <a:pt x="10" y="170"/>
                  </a:cubicBezTo>
                  <a:cubicBezTo>
                    <a:pt x="42" y="170"/>
                    <a:pt x="42" y="170"/>
                    <a:pt x="42" y="170"/>
                  </a:cubicBezTo>
                  <a:cubicBezTo>
                    <a:pt x="42" y="192"/>
                    <a:pt x="42" y="192"/>
                    <a:pt x="42" y="192"/>
                  </a:cubicBezTo>
                  <a:cubicBezTo>
                    <a:pt x="10" y="192"/>
                    <a:pt x="10" y="192"/>
                    <a:pt x="10" y="192"/>
                  </a:cubicBezTo>
                  <a:cubicBezTo>
                    <a:pt x="4" y="192"/>
                    <a:pt x="0" y="196"/>
                    <a:pt x="0" y="202"/>
                  </a:cubicBezTo>
                  <a:cubicBezTo>
                    <a:pt x="0" y="208"/>
                    <a:pt x="4" y="213"/>
                    <a:pt x="10" y="213"/>
                  </a:cubicBezTo>
                  <a:cubicBezTo>
                    <a:pt x="42" y="213"/>
                    <a:pt x="42" y="213"/>
                    <a:pt x="42" y="213"/>
                  </a:cubicBezTo>
                  <a:cubicBezTo>
                    <a:pt x="42" y="266"/>
                    <a:pt x="42" y="266"/>
                    <a:pt x="42" y="266"/>
                  </a:cubicBezTo>
                  <a:cubicBezTo>
                    <a:pt x="42" y="272"/>
                    <a:pt x="47" y="277"/>
                    <a:pt x="53" y="277"/>
                  </a:cubicBezTo>
                  <a:cubicBezTo>
                    <a:pt x="106" y="277"/>
                    <a:pt x="106" y="277"/>
                    <a:pt x="106" y="277"/>
                  </a:cubicBezTo>
                  <a:cubicBezTo>
                    <a:pt x="106" y="309"/>
                    <a:pt x="106" y="309"/>
                    <a:pt x="106" y="309"/>
                  </a:cubicBezTo>
                  <a:cubicBezTo>
                    <a:pt x="106" y="315"/>
                    <a:pt x="111" y="320"/>
                    <a:pt x="117" y="320"/>
                  </a:cubicBezTo>
                  <a:cubicBezTo>
                    <a:pt x="123" y="320"/>
                    <a:pt x="128" y="315"/>
                    <a:pt x="128" y="309"/>
                  </a:cubicBezTo>
                  <a:cubicBezTo>
                    <a:pt x="128" y="277"/>
                    <a:pt x="128" y="277"/>
                    <a:pt x="128" y="277"/>
                  </a:cubicBezTo>
                  <a:cubicBezTo>
                    <a:pt x="149" y="277"/>
                    <a:pt x="149" y="277"/>
                    <a:pt x="149" y="277"/>
                  </a:cubicBezTo>
                  <a:cubicBezTo>
                    <a:pt x="149" y="309"/>
                    <a:pt x="149" y="309"/>
                    <a:pt x="149" y="309"/>
                  </a:cubicBezTo>
                  <a:cubicBezTo>
                    <a:pt x="149" y="315"/>
                    <a:pt x="154" y="320"/>
                    <a:pt x="160" y="320"/>
                  </a:cubicBezTo>
                  <a:cubicBezTo>
                    <a:pt x="166" y="320"/>
                    <a:pt x="170" y="315"/>
                    <a:pt x="170" y="309"/>
                  </a:cubicBezTo>
                  <a:cubicBezTo>
                    <a:pt x="170" y="277"/>
                    <a:pt x="170" y="277"/>
                    <a:pt x="170" y="277"/>
                  </a:cubicBezTo>
                  <a:cubicBezTo>
                    <a:pt x="192" y="277"/>
                    <a:pt x="192" y="277"/>
                    <a:pt x="192" y="277"/>
                  </a:cubicBezTo>
                  <a:cubicBezTo>
                    <a:pt x="192" y="309"/>
                    <a:pt x="192" y="309"/>
                    <a:pt x="192" y="309"/>
                  </a:cubicBezTo>
                  <a:cubicBezTo>
                    <a:pt x="192" y="315"/>
                    <a:pt x="196" y="320"/>
                    <a:pt x="202" y="320"/>
                  </a:cubicBezTo>
                  <a:cubicBezTo>
                    <a:pt x="208" y="320"/>
                    <a:pt x="213" y="315"/>
                    <a:pt x="213" y="309"/>
                  </a:cubicBezTo>
                  <a:cubicBezTo>
                    <a:pt x="213" y="277"/>
                    <a:pt x="213" y="277"/>
                    <a:pt x="213" y="277"/>
                  </a:cubicBezTo>
                  <a:cubicBezTo>
                    <a:pt x="266" y="277"/>
                    <a:pt x="266" y="277"/>
                    <a:pt x="266" y="277"/>
                  </a:cubicBezTo>
                  <a:cubicBezTo>
                    <a:pt x="272" y="277"/>
                    <a:pt x="277" y="272"/>
                    <a:pt x="277" y="266"/>
                  </a:cubicBezTo>
                  <a:cubicBezTo>
                    <a:pt x="277" y="213"/>
                    <a:pt x="277" y="213"/>
                    <a:pt x="277" y="213"/>
                  </a:cubicBezTo>
                  <a:cubicBezTo>
                    <a:pt x="309" y="213"/>
                    <a:pt x="309" y="213"/>
                    <a:pt x="309" y="213"/>
                  </a:cubicBezTo>
                  <a:cubicBezTo>
                    <a:pt x="315" y="213"/>
                    <a:pt x="320" y="208"/>
                    <a:pt x="320" y="202"/>
                  </a:cubicBezTo>
                  <a:cubicBezTo>
                    <a:pt x="320" y="196"/>
                    <a:pt x="315" y="192"/>
                    <a:pt x="309" y="192"/>
                  </a:cubicBezTo>
                  <a:cubicBezTo>
                    <a:pt x="277" y="192"/>
                    <a:pt x="277" y="192"/>
                    <a:pt x="277" y="192"/>
                  </a:cubicBezTo>
                  <a:cubicBezTo>
                    <a:pt x="277" y="170"/>
                    <a:pt x="277" y="170"/>
                    <a:pt x="277" y="170"/>
                  </a:cubicBezTo>
                  <a:lnTo>
                    <a:pt x="309" y="170"/>
                  </a:lnTo>
                  <a:close/>
                  <a:moveTo>
                    <a:pt x="256" y="256"/>
                  </a:moveTo>
                  <a:cubicBezTo>
                    <a:pt x="64" y="256"/>
                    <a:pt x="64" y="256"/>
                    <a:pt x="64" y="256"/>
                  </a:cubicBezTo>
                  <a:cubicBezTo>
                    <a:pt x="64" y="64"/>
                    <a:pt x="64" y="64"/>
                    <a:pt x="64" y="64"/>
                  </a:cubicBezTo>
                  <a:cubicBezTo>
                    <a:pt x="256" y="64"/>
                    <a:pt x="256" y="64"/>
                    <a:pt x="256" y="64"/>
                  </a:cubicBezTo>
                  <a:lnTo>
                    <a:pt x="256" y="25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84" name="Freeform 836">
              <a:extLst>
                <a:ext uri="{FF2B5EF4-FFF2-40B4-BE49-F238E27FC236}">
                  <a16:creationId xmlns:a16="http://schemas.microsoft.com/office/drawing/2014/main" id="{8AAA706C-6FA6-4475-9AE3-E166701DE79B}"/>
                </a:ext>
              </a:extLst>
            </p:cNvPr>
            <p:cNvSpPr>
              <a:spLocks noEditPoints="1"/>
            </p:cNvSpPr>
            <p:nvPr/>
          </p:nvSpPr>
          <p:spPr bwMode="auto">
            <a:xfrm>
              <a:off x="6104" y="3451"/>
              <a:ext cx="85" cy="85"/>
            </a:xfrm>
            <a:custGeom>
              <a:avLst/>
              <a:gdLst>
                <a:gd name="T0" fmla="*/ 117 w 128"/>
                <a:gd name="T1" fmla="*/ 0 h 128"/>
                <a:gd name="T2" fmla="*/ 10 w 128"/>
                <a:gd name="T3" fmla="*/ 0 h 128"/>
                <a:gd name="T4" fmla="*/ 0 w 128"/>
                <a:gd name="T5" fmla="*/ 10 h 128"/>
                <a:gd name="T6" fmla="*/ 0 w 128"/>
                <a:gd name="T7" fmla="*/ 117 h 128"/>
                <a:gd name="T8" fmla="*/ 10 w 128"/>
                <a:gd name="T9" fmla="*/ 128 h 128"/>
                <a:gd name="T10" fmla="*/ 117 w 128"/>
                <a:gd name="T11" fmla="*/ 128 h 128"/>
                <a:gd name="T12" fmla="*/ 128 w 128"/>
                <a:gd name="T13" fmla="*/ 117 h 128"/>
                <a:gd name="T14" fmla="*/ 128 w 128"/>
                <a:gd name="T15" fmla="*/ 10 h 128"/>
                <a:gd name="T16" fmla="*/ 117 w 128"/>
                <a:gd name="T17" fmla="*/ 0 h 128"/>
                <a:gd name="T18" fmla="*/ 106 w 128"/>
                <a:gd name="T19" fmla="*/ 106 h 128"/>
                <a:gd name="T20" fmla="*/ 21 w 128"/>
                <a:gd name="T21" fmla="*/ 106 h 128"/>
                <a:gd name="T22" fmla="*/ 21 w 128"/>
                <a:gd name="T23" fmla="*/ 21 h 128"/>
                <a:gd name="T24" fmla="*/ 106 w 128"/>
                <a:gd name="T25" fmla="*/ 21 h 128"/>
                <a:gd name="T26" fmla="*/ 106 w 128"/>
                <a:gd name="T2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128">
                  <a:moveTo>
                    <a:pt x="117" y="0"/>
                  </a:moveTo>
                  <a:cubicBezTo>
                    <a:pt x="10" y="0"/>
                    <a:pt x="10" y="0"/>
                    <a:pt x="10" y="0"/>
                  </a:cubicBezTo>
                  <a:cubicBezTo>
                    <a:pt x="4" y="0"/>
                    <a:pt x="0" y="4"/>
                    <a:pt x="0" y="10"/>
                  </a:cubicBezTo>
                  <a:cubicBezTo>
                    <a:pt x="0" y="117"/>
                    <a:pt x="0" y="117"/>
                    <a:pt x="0" y="117"/>
                  </a:cubicBezTo>
                  <a:cubicBezTo>
                    <a:pt x="0" y="123"/>
                    <a:pt x="4" y="128"/>
                    <a:pt x="10" y="128"/>
                  </a:cubicBezTo>
                  <a:cubicBezTo>
                    <a:pt x="117" y="128"/>
                    <a:pt x="117" y="128"/>
                    <a:pt x="117" y="128"/>
                  </a:cubicBezTo>
                  <a:cubicBezTo>
                    <a:pt x="123" y="128"/>
                    <a:pt x="128" y="123"/>
                    <a:pt x="128" y="117"/>
                  </a:cubicBezTo>
                  <a:cubicBezTo>
                    <a:pt x="128" y="10"/>
                    <a:pt x="128" y="10"/>
                    <a:pt x="128" y="10"/>
                  </a:cubicBezTo>
                  <a:cubicBezTo>
                    <a:pt x="128" y="4"/>
                    <a:pt x="123" y="0"/>
                    <a:pt x="117" y="0"/>
                  </a:cubicBezTo>
                  <a:close/>
                  <a:moveTo>
                    <a:pt x="106" y="106"/>
                  </a:moveTo>
                  <a:cubicBezTo>
                    <a:pt x="21" y="106"/>
                    <a:pt x="21" y="106"/>
                    <a:pt x="21" y="106"/>
                  </a:cubicBezTo>
                  <a:cubicBezTo>
                    <a:pt x="21" y="21"/>
                    <a:pt x="21" y="21"/>
                    <a:pt x="21" y="21"/>
                  </a:cubicBezTo>
                  <a:cubicBezTo>
                    <a:pt x="106" y="21"/>
                    <a:pt x="106" y="21"/>
                    <a:pt x="106" y="21"/>
                  </a:cubicBezTo>
                  <a:lnTo>
                    <a:pt x="106" y="10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85" name="Freeform 837">
              <a:extLst>
                <a:ext uri="{FF2B5EF4-FFF2-40B4-BE49-F238E27FC236}">
                  <a16:creationId xmlns:a16="http://schemas.microsoft.com/office/drawing/2014/main" id="{D645E257-3537-4599-8D89-D7C38B84E4FA}"/>
                </a:ext>
              </a:extLst>
            </p:cNvPr>
            <p:cNvSpPr>
              <a:spLocks noEditPoints="1"/>
            </p:cNvSpPr>
            <p:nvPr/>
          </p:nvSpPr>
          <p:spPr bwMode="auto">
            <a:xfrm>
              <a:off x="5977" y="332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86" name="TextBox 85">
            <a:extLst>
              <a:ext uri="{FF2B5EF4-FFF2-40B4-BE49-F238E27FC236}">
                <a16:creationId xmlns:a16="http://schemas.microsoft.com/office/drawing/2014/main" id="{2C1404E8-30DF-489A-8083-67A8075D5608}"/>
              </a:ext>
            </a:extLst>
          </p:cNvPr>
          <p:cNvSpPr txBox="1"/>
          <p:nvPr/>
        </p:nvSpPr>
        <p:spPr>
          <a:xfrm>
            <a:off x="4060989" y="2616034"/>
            <a:ext cx="1678039" cy="87716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dirty="0">
                <a:ln>
                  <a:noFill/>
                </a:ln>
                <a:solidFill>
                  <a:srgbClr val="009A44"/>
                </a:solidFill>
                <a:effectLst/>
                <a:uLnTx/>
                <a:uFillTx/>
                <a:latin typeface="Calibri"/>
                <a:ea typeface="+mn-ea"/>
                <a:cs typeface="+mn-cs"/>
              </a:rPr>
              <a:t>Customer Satisfaction</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Improve Consumer focus </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Increase service quality &amp; feedback management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Customer Outreach Management</a:t>
            </a:r>
          </a:p>
        </p:txBody>
      </p:sp>
      <p:cxnSp>
        <p:nvCxnSpPr>
          <p:cNvPr id="87" name="Elbow Connector 65">
            <a:extLst>
              <a:ext uri="{FF2B5EF4-FFF2-40B4-BE49-F238E27FC236}">
                <a16:creationId xmlns:a16="http://schemas.microsoft.com/office/drawing/2014/main" id="{B7B186A3-E93E-46EE-BCFF-123639161502}"/>
              </a:ext>
            </a:extLst>
          </p:cNvPr>
          <p:cNvCxnSpPr>
            <a:cxnSpLocks/>
          </p:cNvCxnSpPr>
          <p:nvPr/>
        </p:nvCxnSpPr>
        <p:spPr>
          <a:xfrm rot="16200000" flipV="1">
            <a:off x="3439432" y="4457985"/>
            <a:ext cx="509598" cy="417688"/>
          </a:xfrm>
          <a:prstGeom prst="bentConnector3">
            <a:avLst>
              <a:gd name="adj1" fmla="val 50000"/>
            </a:avLst>
          </a:prstGeom>
          <a:ln>
            <a:solidFill>
              <a:srgbClr val="0D8390"/>
            </a:solidFill>
          </a:ln>
        </p:spPr>
        <p:style>
          <a:lnRef idx="1">
            <a:schemeClr val="accent1"/>
          </a:lnRef>
          <a:fillRef idx="0">
            <a:schemeClr val="accent1"/>
          </a:fillRef>
          <a:effectRef idx="0">
            <a:schemeClr val="accent1"/>
          </a:effectRef>
          <a:fontRef idx="minor">
            <a:schemeClr val="tx1"/>
          </a:fontRef>
        </p:style>
      </p:cxnSp>
      <p:cxnSp>
        <p:nvCxnSpPr>
          <p:cNvPr id="88" name="Elbow Connector 65">
            <a:extLst>
              <a:ext uri="{FF2B5EF4-FFF2-40B4-BE49-F238E27FC236}">
                <a16:creationId xmlns:a16="http://schemas.microsoft.com/office/drawing/2014/main" id="{6B953184-7667-428C-8379-20C42B9440F8}"/>
              </a:ext>
            </a:extLst>
          </p:cNvPr>
          <p:cNvCxnSpPr>
            <a:cxnSpLocks/>
            <a:stCxn id="81" idx="1"/>
          </p:cNvCxnSpPr>
          <p:nvPr/>
        </p:nvCxnSpPr>
        <p:spPr>
          <a:xfrm rot="10800000">
            <a:off x="3901983" y="3806638"/>
            <a:ext cx="219474" cy="389802"/>
          </a:xfrm>
          <a:prstGeom prst="bentConnector2">
            <a:avLst/>
          </a:prstGeom>
          <a:ln>
            <a:solidFill>
              <a:srgbClr val="046A38"/>
            </a:solidFill>
          </a:ln>
        </p:spPr>
        <p:style>
          <a:lnRef idx="1">
            <a:schemeClr val="accent1"/>
          </a:lnRef>
          <a:fillRef idx="0">
            <a:schemeClr val="accent1"/>
          </a:fillRef>
          <a:effectRef idx="0">
            <a:schemeClr val="accent1"/>
          </a:effectRef>
          <a:fontRef idx="minor">
            <a:schemeClr val="tx1"/>
          </a:fontRef>
        </p:style>
      </p:cxnSp>
      <p:cxnSp>
        <p:nvCxnSpPr>
          <p:cNvPr id="89" name="Elbow Connector 65">
            <a:extLst>
              <a:ext uri="{FF2B5EF4-FFF2-40B4-BE49-F238E27FC236}">
                <a16:creationId xmlns:a16="http://schemas.microsoft.com/office/drawing/2014/main" id="{0A69F5B9-B9F8-4B9C-B42D-9F407BD2B366}"/>
              </a:ext>
            </a:extLst>
          </p:cNvPr>
          <p:cNvCxnSpPr>
            <a:cxnSpLocks/>
            <a:stCxn id="86" idx="1"/>
          </p:cNvCxnSpPr>
          <p:nvPr/>
        </p:nvCxnSpPr>
        <p:spPr>
          <a:xfrm rot="10800000" flipV="1">
            <a:off x="3701555" y="3054616"/>
            <a:ext cx="359435" cy="234802"/>
          </a:xfrm>
          <a:prstGeom prst="bentConnector3">
            <a:avLst>
              <a:gd name="adj1" fmla="val 50000"/>
            </a:avLst>
          </a:prstGeom>
          <a:ln>
            <a:solidFill>
              <a:srgbClr val="26890D"/>
            </a:solidFill>
          </a:ln>
        </p:spPr>
        <p:style>
          <a:lnRef idx="1">
            <a:schemeClr val="accent1"/>
          </a:lnRef>
          <a:fillRef idx="0">
            <a:schemeClr val="accent1"/>
          </a:fillRef>
          <a:effectRef idx="0">
            <a:schemeClr val="accent1"/>
          </a:effectRef>
          <a:fontRef idx="minor">
            <a:schemeClr val="tx1"/>
          </a:fontRef>
        </p:style>
      </p:cxnSp>
      <p:grpSp>
        <p:nvGrpSpPr>
          <p:cNvPr id="90" name="Group 795">
            <a:extLst>
              <a:ext uri="{FF2B5EF4-FFF2-40B4-BE49-F238E27FC236}">
                <a16:creationId xmlns:a16="http://schemas.microsoft.com/office/drawing/2014/main" id="{3239BEE3-8DCD-46E4-B2E3-5CE884651F67}"/>
              </a:ext>
            </a:extLst>
          </p:cNvPr>
          <p:cNvGrpSpPr>
            <a:grpSpLocks noChangeAspect="1"/>
          </p:cNvGrpSpPr>
          <p:nvPr/>
        </p:nvGrpSpPr>
        <p:grpSpPr bwMode="auto">
          <a:xfrm>
            <a:off x="3546565" y="3271480"/>
            <a:ext cx="320041" cy="320041"/>
            <a:chOff x="7361" y="3009"/>
            <a:chExt cx="340" cy="340"/>
          </a:xfrm>
          <a:solidFill>
            <a:schemeClr val="bg1"/>
          </a:solidFill>
        </p:grpSpPr>
        <p:sp>
          <p:nvSpPr>
            <p:cNvPr id="91" name="Freeform 796">
              <a:extLst>
                <a:ext uri="{FF2B5EF4-FFF2-40B4-BE49-F238E27FC236}">
                  <a16:creationId xmlns:a16="http://schemas.microsoft.com/office/drawing/2014/main" id="{44C38A94-41EE-45B9-AD3E-BD67EC45DCEC}"/>
                </a:ext>
              </a:extLst>
            </p:cNvPr>
            <p:cNvSpPr>
              <a:spLocks noEditPoints="1"/>
            </p:cNvSpPr>
            <p:nvPr/>
          </p:nvSpPr>
          <p:spPr bwMode="auto">
            <a:xfrm>
              <a:off x="7431" y="3129"/>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92" name="Freeform 797">
              <a:extLst>
                <a:ext uri="{FF2B5EF4-FFF2-40B4-BE49-F238E27FC236}">
                  <a16:creationId xmlns:a16="http://schemas.microsoft.com/office/drawing/2014/main" id="{70DCE1A4-9FBA-4360-B26C-1CF2384DC9BA}"/>
                </a:ext>
              </a:extLst>
            </p:cNvPr>
            <p:cNvSpPr>
              <a:spLocks noEditPoints="1"/>
            </p:cNvSpPr>
            <p:nvPr/>
          </p:nvSpPr>
          <p:spPr bwMode="auto">
            <a:xfrm>
              <a:off x="7439"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93" name="Freeform 798">
              <a:extLst>
                <a:ext uri="{FF2B5EF4-FFF2-40B4-BE49-F238E27FC236}">
                  <a16:creationId xmlns:a16="http://schemas.microsoft.com/office/drawing/2014/main" id="{7639D0ED-9495-4988-955C-1592CA777770}"/>
                </a:ext>
              </a:extLst>
            </p:cNvPr>
            <p:cNvSpPr>
              <a:spLocks noEditPoints="1"/>
            </p:cNvSpPr>
            <p:nvPr/>
          </p:nvSpPr>
          <p:spPr bwMode="auto">
            <a:xfrm>
              <a:off x="7502" y="3129"/>
              <a:ext cx="58" cy="142"/>
            </a:xfrm>
            <a:custGeom>
              <a:avLst/>
              <a:gdLst>
                <a:gd name="T0" fmla="*/ 53 w 86"/>
                <a:gd name="T1" fmla="*/ 0 h 213"/>
                <a:gd name="T2" fmla="*/ 32 w 86"/>
                <a:gd name="T3" fmla="*/ 0 h 213"/>
                <a:gd name="T4" fmla="*/ 22 w 86"/>
                <a:gd name="T5" fmla="*/ 9 h 213"/>
                <a:gd name="T6" fmla="*/ 0 w 86"/>
                <a:gd name="T7" fmla="*/ 115 h 213"/>
                <a:gd name="T8" fmla="*/ 2 w 86"/>
                <a:gd name="T9" fmla="*/ 124 h 213"/>
                <a:gd name="T10" fmla="*/ 11 w 86"/>
                <a:gd name="T11" fmla="*/ 128 h 213"/>
                <a:gd name="T12" fmla="*/ 11 w 86"/>
                <a:gd name="T13" fmla="*/ 203 h 213"/>
                <a:gd name="T14" fmla="*/ 21 w 86"/>
                <a:gd name="T15" fmla="*/ 213 h 213"/>
                <a:gd name="T16" fmla="*/ 32 w 86"/>
                <a:gd name="T17" fmla="*/ 203 h 213"/>
                <a:gd name="T18" fmla="*/ 32 w 86"/>
                <a:gd name="T19" fmla="*/ 128 h 213"/>
                <a:gd name="T20" fmla="*/ 53 w 86"/>
                <a:gd name="T21" fmla="*/ 128 h 213"/>
                <a:gd name="T22" fmla="*/ 53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3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3" y="0"/>
                  </a:moveTo>
                  <a:cubicBezTo>
                    <a:pt x="32" y="0"/>
                    <a:pt x="32" y="0"/>
                    <a:pt x="32" y="0"/>
                  </a:cubicBezTo>
                  <a:cubicBezTo>
                    <a:pt x="27" y="0"/>
                    <a:pt x="23" y="4"/>
                    <a:pt x="22" y="9"/>
                  </a:cubicBezTo>
                  <a:cubicBezTo>
                    <a:pt x="0" y="115"/>
                    <a:pt x="0" y="115"/>
                    <a:pt x="0" y="115"/>
                  </a:cubicBezTo>
                  <a:cubicBezTo>
                    <a:pt x="0" y="118"/>
                    <a:pt x="0" y="122"/>
                    <a:pt x="2" y="124"/>
                  </a:cubicBezTo>
                  <a:cubicBezTo>
                    <a:pt x="4" y="127"/>
                    <a:pt x="7" y="128"/>
                    <a:pt x="11" y="128"/>
                  </a:cubicBezTo>
                  <a:cubicBezTo>
                    <a:pt x="11" y="203"/>
                    <a:pt x="11" y="203"/>
                    <a:pt x="11" y="203"/>
                  </a:cubicBezTo>
                  <a:cubicBezTo>
                    <a:pt x="11" y="209"/>
                    <a:pt x="15" y="213"/>
                    <a:pt x="21" y="213"/>
                  </a:cubicBezTo>
                  <a:cubicBezTo>
                    <a:pt x="27" y="213"/>
                    <a:pt x="32" y="209"/>
                    <a:pt x="32" y="203"/>
                  </a:cubicBezTo>
                  <a:cubicBezTo>
                    <a:pt x="32" y="128"/>
                    <a:pt x="32" y="128"/>
                    <a:pt x="32" y="128"/>
                  </a:cubicBezTo>
                  <a:cubicBezTo>
                    <a:pt x="53" y="128"/>
                    <a:pt x="53" y="128"/>
                    <a:pt x="53" y="128"/>
                  </a:cubicBezTo>
                  <a:cubicBezTo>
                    <a:pt x="53" y="203"/>
                    <a:pt x="53" y="203"/>
                    <a:pt x="53" y="203"/>
                  </a:cubicBezTo>
                  <a:cubicBezTo>
                    <a:pt x="53"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8" y="0"/>
                    <a:pt x="53"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94" name="Freeform 799">
              <a:extLst>
                <a:ext uri="{FF2B5EF4-FFF2-40B4-BE49-F238E27FC236}">
                  <a16:creationId xmlns:a16="http://schemas.microsoft.com/office/drawing/2014/main" id="{0F193AD0-A56B-49FD-B4B1-EDD143DE1277}"/>
                </a:ext>
              </a:extLst>
            </p:cNvPr>
            <p:cNvSpPr>
              <a:spLocks noEditPoints="1"/>
            </p:cNvSpPr>
            <p:nvPr/>
          </p:nvSpPr>
          <p:spPr bwMode="auto">
            <a:xfrm>
              <a:off x="7510" y="3073"/>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97" name="Freeform 800">
              <a:extLst>
                <a:ext uri="{FF2B5EF4-FFF2-40B4-BE49-F238E27FC236}">
                  <a16:creationId xmlns:a16="http://schemas.microsoft.com/office/drawing/2014/main" id="{E07955CB-7341-4A36-8B4A-5E9A4738DDDA}"/>
                </a:ext>
              </a:extLst>
            </p:cNvPr>
            <p:cNvSpPr>
              <a:spLocks noEditPoints="1"/>
            </p:cNvSpPr>
            <p:nvPr/>
          </p:nvSpPr>
          <p:spPr bwMode="auto">
            <a:xfrm>
              <a:off x="7573" y="3129"/>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98" name="Freeform 801">
              <a:extLst>
                <a:ext uri="{FF2B5EF4-FFF2-40B4-BE49-F238E27FC236}">
                  <a16:creationId xmlns:a16="http://schemas.microsoft.com/office/drawing/2014/main" id="{9D420927-C6C5-4C9A-8BA5-3D280F418054}"/>
                </a:ext>
              </a:extLst>
            </p:cNvPr>
            <p:cNvSpPr>
              <a:spLocks noEditPoints="1"/>
            </p:cNvSpPr>
            <p:nvPr/>
          </p:nvSpPr>
          <p:spPr bwMode="auto">
            <a:xfrm>
              <a:off x="7580" y="3073"/>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99" name="Freeform 802">
              <a:extLst>
                <a:ext uri="{FF2B5EF4-FFF2-40B4-BE49-F238E27FC236}">
                  <a16:creationId xmlns:a16="http://schemas.microsoft.com/office/drawing/2014/main" id="{011C9987-70A8-4044-8982-DF728FF8C4F7}"/>
                </a:ext>
              </a:extLst>
            </p:cNvPr>
            <p:cNvSpPr>
              <a:spLocks noEditPoints="1"/>
            </p:cNvSpPr>
            <p:nvPr/>
          </p:nvSpPr>
          <p:spPr bwMode="auto">
            <a:xfrm>
              <a:off x="7361" y="300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90 h 512"/>
                <a:gd name="T12" fmla="*/ 21 w 512"/>
                <a:gd name="T13" fmla="*/ 256 h 512"/>
                <a:gd name="T14" fmla="*/ 256 w 512"/>
                <a:gd name="T15" fmla="*/ 21 h 512"/>
                <a:gd name="T16" fmla="*/ 490 w 512"/>
                <a:gd name="T17" fmla="*/ 256 h 512"/>
                <a:gd name="T18" fmla="*/ 256 w 512"/>
                <a:gd name="T19" fmla="*/ 49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490"/>
                  </a:moveTo>
                  <a:cubicBezTo>
                    <a:pt x="126" y="490"/>
                    <a:pt x="21" y="385"/>
                    <a:pt x="21" y="256"/>
                  </a:cubicBezTo>
                  <a:cubicBezTo>
                    <a:pt x="21" y="126"/>
                    <a:pt x="126" y="21"/>
                    <a:pt x="256" y="21"/>
                  </a:cubicBezTo>
                  <a:cubicBezTo>
                    <a:pt x="385" y="21"/>
                    <a:pt x="490" y="126"/>
                    <a:pt x="490" y="256"/>
                  </a:cubicBezTo>
                  <a:cubicBezTo>
                    <a:pt x="490" y="385"/>
                    <a:pt x="385" y="490"/>
                    <a:pt x="256" y="49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00" name="TextBox 99">
            <a:extLst>
              <a:ext uri="{FF2B5EF4-FFF2-40B4-BE49-F238E27FC236}">
                <a16:creationId xmlns:a16="http://schemas.microsoft.com/office/drawing/2014/main" id="{FCA7185F-2950-42B0-A40A-40205C6C1270}"/>
              </a:ext>
            </a:extLst>
          </p:cNvPr>
          <p:cNvSpPr txBox="1"/>
          <p:nvPr/>
        </p:nvSpPr>
        <p:spPr>
          <a:xfrm>
            <a:off x="3239545" y="1733194"/>
            <a:ext cx="1890694" cy="87716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Pct val="100000"/>
              <a:buFontTx/>
              <a:buNone/>
              <a:tabLst/>
              <a:defRPr/>
            </a:pPr>
            <a:r>
              <a:rPr kumimoji="0" lang="en-US" sz="950" b="1" i="0" u="none" strike="noStrike" kern="1200" cap="none" spc="0" normalizeH="0" baseline="0" noProof="0">
                <a:ln>
                  <a:noFill/>
                </a:ln>
                <a:solidFill>
                  <a:srgbClr val="43B02A"/>
                </a:solidFill>
                <a:effectLst/>
                <a:uLnTx/>
                <a:uFillTx/>
                <a:latin typeface="Calibri"/>
                <a:ea typeface="+mn-ea"/>
                <a:cs typeface="+mn-cs"/>
              </a:rPr>
              <a:t>Social Objective Management</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Growth of electricity access</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Affordability of electricity tariff</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en-US" sz="950" b="0" i="0" u="none" strike="noStrike" kern="1200" cap="none" spc="0" normalizeH="0" baseline="0" noProof="0">
                <a:ln>
                  <a:noFill/>
                </a:ln>
                <a:solidFill>
                  <a:srgbClr val="000000"/>
                </a:solidFill>
                <a:effectLst/>
                <a:uLnTx/>
                <a:uFillTx/>
                <a:latin typeface="Calibri"/>
                <a:ea typeface="+mn-ea"/>
                <a:cs typeface="Calibri"/>
              </a:rPr>
              <a:t>Increase in per capita electricity consumption</a:t>
            </a:r>
          </a:p>
          <a:p>
            <a:pPr marL="171450" marR="0" lvl="0" indent="-171450" algn="just"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endParaRPr kumimoji="0" lang="en-US" sz="950" b="0" i="0" u="none" strike="noStrike" kern="1200" cap="none" spc="0" normalizeH="0" baseline="0" noProof="0">
              <a:ln>
                <a:noFill/>
              </a:ln>
              <a:solidFill>
                <a:srgbClr val="000000"/>
              </a:solidFill>
              <a:effectLst/>
              <a:uLnTx/>
              <a:uFillTx/>
              <a:latin typeface="Calibri"/>
              <a:ea typeface="+mn-ea"/>
              <a:cs typeface="Calibri"/>
            </a:endParaRPr>
          </a:p>
        </p:txBody>
      </p:sp>
      <p:cxnSp>
        <p:nvCxnSpPr>
          <p:cNvPr id="101" name="Elbow Connector 65">
            <a:extLst>
              <a:ext uri="{FF2B5EF4-FFF2-40B4-BE49-F238E27FC236}">
                <a16:creationId xmlns:a16="http://schemas.microsoft.com/office/drawing/2014/main" id="{385478E8-4F1D-450E-B311-EF097935B6DF}"/>
              </a:ext>
            </a:extLst>
          </p:cNvPr>
          <p:cNvCxnSpPr>
            <a:cxnSpLocks/>
            <a:stCxn id="100" idx="1"/>
          </p:cNvCxnSpPr>
          <p:nvPr/>
        </p:nvCxnSpPr>
        <p:spPr>
          <a:xfrm rot="10800000" flipV="1">
            <a:off x="3137863" y="2171776"/>
            <a:ext cx="101682" cy="684568"/>
          </a:xfrm>
          <a:prstGeom prst="bentConnector2">
            <a:avLst/>
          </a:prstGeom>
          <a:ln>
            <a:solidFill>
              <a:srgbClr val="43B02A"/>
            </a:solidFill>
          </a:ln>
        </p:spPr>
        <p:style>
          <a:lnRef idx="1">
            <a:schemeClr val="accent1"/>
          </a:lnRef>
          <a:fillRef idx="0">
            <a:schemeClr val="accent1"/>
          </a:fillRef>
          <a:effectRef idx="0">
            <a:schemeClr val="accent1"/>
          </a:effectRef>
          <a:fontRef idx="minor">
            <a:schemeClr val="tx1"/>
          </a:fontRef>
        </p:style>
      </p:cxnSp>
      <p:grpSp>
        <p:nvGrpSpPr>
          <p:cNvPr id="102" name="Group 398">
            <a:extLst>
              <a:ext uri="{FF2B5EF4-FFF2-40B4-BE49-F238E27FC236}">
                <a16:creationId xmlns:a16="http://schemas.microsoft.com/office/drawing/2014/main" id="{4D07D95B-B3BB-4906-A194-688C0CEE6F05}"/>
              </a:ext>
            </a:extLst>
          </p:cNvPr>
          <p:cNvGrpSpPr>
            <a:grpSpLocks noChangeAspect="1"/>
          </p:cNvGrpSpPr>
          <p:nvPr/>
        </p:nvGrpSpPr>
        <p:grpSpPr bwMode="auto">
          <a:xfrm>
            <a:off x="3134636" y="2818679"/>
            <a:ext cx="320040" cy="320040"/>
            <a:chOff x="1172" y="1575"/>
            <a:chExt cx="340" cy="340"/>
          </a:xfrm>
          <a:solidFill>
            <a:schemeClr val="bg1"/>
          </a:solidFill>
        </p:grpSpPr>
        <p:sp>
          <p:nvSpPr>
            <p:cNvPr id="103" name="Freeform 399">
              <a:extLst>
                <a:ext uri="{FF2B5EF4-FFF2-40B4-BE49-F238E27FC236}">
                  <a16:creationId xmlns:a16="http://schemas.microsoft.com/office/drawing/2014/main" id="{08EAE884-C75E-4265-99AD-2EF201877591}"/>
                </a:ext>
              </a:extLst>
            </p:cNvPr>
            <p:cNvSpPr>
              <a:spLocks noEditPoints="1"/>
            </p:cNvSpPr>
            <p:nvPr/>
          </p:nvSpPr>
          <p:spPr bwMode="auto">
            <a:xfrm>
              <a:off x="1172" y="1575"/>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sp>
          <p:nvSpPr>
            <p:cNvPr id="104" name="Freeform 400">
              <a:extLst>
                <a:ext uri="{FF2B5EF4-FFF2-40B4-BE49-F238E27FC236}">
                  <a16:creationId xmlns:a16="http://schemas.microsoft.com/office/drawing/2014/main" id="{8E43C995-DC97-406C-BE6C-540974707184}"/>
                </a:ext>
              </a:extLst>
            </p:cNvPr>
            <p:cNvSpPr>
              <a:spLocks noEditPoints="1"/>
            </p:cNvSpPr>
            <p:nvPr/>
          </p:nvSpPr>
          <p:spPr bwMode="auto">
            <a:xfrm>
              <a:off x="1250" y="1653"/>
              <a:ext cx="184" cy="184"/>
            </a:xfrm>
            <a:custGeom>
              <a:avLst/>
              <a:gdLst>
                <a:gd name="T0" fmla="*/ 22 w 277"/>
                <a:gd name="T1" fmla="*/ 53 h 277"/>
                <a:gd name="T2" fmla="*/ 64 w 277"/>
                <a:gd name="T3" fmla="*/ 9 h 277"/>
                <a:gd name="T4" fmla="*/ 0 w 277"/>
                <a:gd name="T5" fmla="*/ 64 h 277"/>
                <a:gd name="T6" fmla="*/ 11 w 277"/>
                <a:gd name="T7" fmla="*/ 117 h 277"/>
                <a:gd name="T8" fmla="*/ 64 w 277"/>
                <a:gd name="T9" fmla="*/ 107 h 277"/>
                <a:gd name="T10" fmla="*/ 53 w 277"/>
                <a:gd name="T11" fmla="*/ 53 h 277"/>
                <a:gd name="T12" fmla="*/ 21 w 277"/>
                <a:gd name="T13" fmla="*/ 96 h 277"/>
                <a:gd name="T14" fmla="*/ 43 w 277"/>
                <a:gd name="T15" fmla="*/ 75 h 277"/>
                <a:gd name="T16" fmla="*/ 149 w 277"/>
                <a:gd name="T17" fmla="*/ 107 h 277"/>
                <a:gd name="T18" fmla="*/ 139 w 277"/>
                <a:gd name="T19" fmla="*/ 53 h 277"/>
                <a:gd name="T20" fmla="*/ 140 w 277"/>
                <a:gd name="T21" fmla="*/ 21 h 277"/>
                <a:gd name="T22" fmla="*/ 137 w 277"/>
                <a:gd name="T23" fmla="*/ 0 h 277"/>
                <a:gd name="T24" fmla="*/ 85 w 277"/>
                <a:gd name="T25" fmla="*/ 107 h 277"/>
                <a:gd name="T26" fmla="*/ 139 w 277"/>
                <a:gd name="T27" fmla="*/ 117 h 277"/>
                <a:gd name="T28" fmla="*/ 128 w 277"/>
                <a:gd name="T29" fmla="*/ 96 h 277"/>
                <a:gd name="T30" fmla="*/ 107 w 277"/>
                <a:gd name="T31" fmla="*/ 75 h 277"/>
                <a:gd name="T32" fmla="*/ 128 w 277"/>
                <a:gd name="T33" fmla="*/ 96 h 277"/>
                <a:gd name="T34" fmla="*/ 224 w 277"/>
                <a:gd name="T35" fmla="*/ 160 h 277"/>
                <a:gd name="T36" fmla="*/ 213 w 277"/>
                <a:gd name="T37" fmla="*/ 213 h 277"/>
                <a:gd name="T38" fmla="*/ 255 w 277"/>
                <a:gd name="T39" fmla="*/ 224 h 277"/>
                <a:gd name="T40" fmla="*/ 213 w 277"/>
                <a:gd name="T41" fmla="*/ 268 h 277"/>
                <a:gd name="T42" fmla="*/ 225 w 277"/>
                <a:gd name="T43" fmla="*/ 277 h 277"/>
                <a:gd name="T44" fmla="*/ 277 w 277"/>
                <a:gd name="T45" fmla="*/ 171 h 277"/>
                <a:gd name="T46" fmla="*/ 235 w 277"/>
                <a:gd name="T47" fmla="*/ 181 h 277"/>
                <a:gd name="T48" fmla="*/ 256 w 277"/>
                <a:gd name="T49" fmla="*/ 203 h 277"/>
                <a:gd name="T50" fmla="*/ 235 w 277"/>
                <a:gd name="T51" fmla="*/ 181 h 277"/>
                <a:gd name="T52" fmla="*/ 139 w 277"/>
                <a:gd name="T53" fmla="*/ 160 h 277"/>
                <a:gd name="T54" fmla="*/ 128 w 277"/>
                <a:gd name="T55" fmla="*/ 213 h 277"/>
                <a:gd name="T56" fmla="*/ 170 w 277"/>
                <a:gd name="T57" fmla="*/ 224 h 277"/>
                <a:gd name="T58" fmla="*/ 128 w 277"/>
                <a:gd name="T59" fmla="*/ 268 h 277"/>
                <a:gd name="T60" fmla="*/ 140 w 277"/>
                <a:gd name="T61" fmla="*/ 277 h 277"/>
                <a:gd name="T62" fmla="*/ 192 w 277"/>
                <a:gd name="T63" fmla="*/ 171 h 277"/>
                <a:gd name="T64" fmla="*/ 149 w 277"/>
                <a:gd name="T65" fmla="*/ 181 h 277"/>
                <a:gd name="T66" fmla="*/ 171 w 277"/>
                <a:gd name="T67" fmla="*/ 203 h 277"/>
                <a:gd name="T68" fmla="*/ 149 w 277"/>
                <a:gd name="T69" fmla="*/ 18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277">
                  <a:moveTo>
                    <a:pt x="53" y="53"/>
                  </a:moveTo>
                  <a:cubicBezTo>
                    <a:pt x="22" y="53"/>
                    <a:pt x="22" y="53"/>
                    <a:pt x="22" y="53"/>
                  </a:cubicBezTo>
                  <a:cubicBezTo>
                    <a:pt x="27" y="26"/>
                    <a:pt x="51" y="22"/>
                    <a:pt x="55" y="21"/>
                  </a:cubicBezTo>
                  <a:cubicBezTo>
                    <a:pt x="60" y="21"/>
                    <a:pt x="65" y="15"/>
                    <a:pt x="64" y="9"/>
                  </a:cubicBezTo>
                  <a:cubicBezTo>
                    <a:pt x="63" y="4"/>
                    <a:pt x="58" y="0"/>
                    <a:pt x="52" y="0"/>
                  </a:cubicBezTo>
                  <a:cubicBezTo>
                    <a:pt x="34" y="2"/>
                    <a:pt x="0" y="18"/>
                    <a:pt x="0" y="64"/>
                  </a:cubicBezTo>
                  <a:cubicBezTo>
                    <a:pt x="0" y="107"/>
                    <a:pt x="0" y="107"/>
                    <a:pt x="0" y="107"/>
                  </a:cubicBezTo>
                  <a:cubicBezTo>
                    <a:pt x="0" y="113"/>
                    <a:pt x="5" y="117"/>
                    <a:pt x="11" y="117"/>
                  </a:cubicBezTo>
                  <a:cubicBezTo>
                    <a:pt x="53" y="117"/>
                    <a:pt x="53" y="117"/>
                    <a:pt x="53" y="117"/>
                  </a:cubicBezTo>
                  <a:cubicBezTo>
                    <a:pt x="59" y="117"/>
                    <a:pt x="64" y="113"/>
                    <a:pt x="64" y="107"/>
                  </a:cubicBezTo>
                  <a:cubicBezTo>
                    <a:pt x="64" y="64"/>
                    <a:pt x="64" y="64"/>
                    <a:pt x="64" y="64"/>
                  </a:cubicBezTo>
                  <a:cubicBezTo>
                    <a:pt x="64" y="58"/>
                    <a:pt x="59" y="53"/>
                    <a:pt x="53" y="53"/>
                  </a:cubicBezTo>
                  <a:close/>
                  <a:moveTo>
                    <a:pt x="43" y="96"/>
                  </a:moveTo>
                  <a:cubicBezTo>
                    <a:pt x="21" y="96"/>
                    <a:pt x="21" y="96"/>
                    <a:pt x="21" y="96"/>
                  </a:cubicBezTo>
                  <a:cubicBezTo>
                    <a:pt x="21" y="75"/>
                    <a:pt x="21" y="75"/>
                    <a:pt x="21" y="75"/>
                  </a:cubicBezTo>
                  <a:cubicBezTo>
                    <a:pt x="43" y="75"/>
                    <a:pt x="43" y="75"/>
                    <a:pt x="43" y="75"/>
                  </a:cubicBezTo>
                  <a:lnTo>
                    <a:pt x="43" y="96"/>
                  </a:lnTo>
                  <a:close/>
                  <a:moveTo>
                    <a:pt x="149" y="107"/>
                  </a:moveTo>
                  <a:cubicBezTo>
                    <a:pt x="149" y="64"/>
                    <a:pt x="149" y="64"/>
                    <a:pt x="149" y="64"/>
                  </a:cubicBezTo>
                  <a:cubicBezTo>
                    <a:pt x="149" y="58"/>
                    <a:pt x="145" y="53"/>
                    <a:pt x="139" y="53"/>
                  </a:cubicBezTo>
                  <a:cubicBezTo>
                    <a:pt x="108" y="53"/>
                    <a:pt x="108" y="53"/>
                    <a:pt x="108" y="53"/>
                  </a:cubicBezTo>
                  <a:cubicBezTo>
                    <a:pt x="113" y="26"/>
                    <a:pt x="137" y="22"/>
                    <a:pt x="140" y="21"/>
                  </a:cubicBezTo>
                  <a:cubicBezTo>
                    <a:pt x="146" y="21"/>
                    <a:pt x="150" y="15"/>
                    <a:pt x="149" y="9"/>
                  </a:cubicBezTo>
                  <a:cubicBezTo>
                    <a:pt x="149" y="4"/>
                    <a:pt x="143" y="0"/>
                    <a:pt x="137" y="0"/>
                  </a:cubicBezTo>
                  <a:cubicBezTo>
                    <a:pt x="119" y="2"/>
                    <a:pt x="85" y="18"/>
                    <a:pt x="85" y="64"/>
                  </a:cubicBezTo>
                  <a:cubicBezTo>
                    <a:pt x="85" y="107"/>
                    <a:pt x="85" y="107"/>
                    <a:pt x="85" y="107"/>
                  </a:cubicBezTo>
                  <a:cubicBezTo>
                    <a:pt x="85" y="113"/>
                    <a:pt x="90" y="117"/>
                    <a:pt x="96" y="117"/>
                  </a:cubicBezTo>
                  <a:cubicBezTo>
                    <a:pt x="139" y="117"/>
                    <a:pt x="139" y="117"/>
                    <a:pt x="139" y="117"/>
                  </a:cubicBezTo>
                  <a:cubicBezTo>
                    <a:pt x="145" y="117"/>
                    <a:pt x="149" y="113"/>
                    <a:pt x="149" y="107"/>
                  </a:cubicBezTo>
                  <a:close/>
                  <a:moveTo>
                    <a:pt x="128" y="96"/>
                  </a:moveTo>
                  <a:cubicBezTo>
                    <a:pt x="107" y="96"/>
                    <a:pt x="107" y="96"/>
                    <a:pt x="107" y="96"/>
                  </a:cubicBezTo>
                  <a:cubicBezTo>
                    <a:pt x="107" y="75"/>
                    <a:pt x="107" y="75"/>
                    <a:pt x="107" y="75"/>
                  </a:cubicBezTo>
                  <a:cubicBezTo>
                    <a:pt x="128" y="75"/>
                    <a:pt x="128" y="75"/>
                    <a:pt x="128" y="75"/>
                  </a:cubicBezTo>
                  <a:lnTo>
                    <a:pt x="128" y="96"/>
                  </a:lnTo>
                  <a:close/>
                  <a:moveTo>
                    <a:pt x="267" y="160"/>
                  </a:moveTo>
                  <a:cubicBezTo>
                    <a:pt x="224" y="160"/>
                    <a:pt x="224" y="160"/>
                    <a:pt x="224" y="160"/>
                  </a:cubicBezTo>
                  <a:cubicBezTo>
                    <a:pt x="218" y="160"/>
                    <a:pt x="213" y="165"/>
                    <a:pt x="213" y="171"/>
                  </a:cubicBezTo>
                  <a:cubicBezTo>
                    <a:pt x="213" y="213"/>
                    <a:pt x="213" y="213"/>
                    <a:pt x="213" y="213"/>
                  </a:cubicBezTo>
                  <a:cubicBezTo>
                    <a:pt x="213" y="219"/>
                    <a:pt x="218" y="224"/>
                    <a:pt x="224" y="224"/>
                  </a:cubicBezTo>
                  <a:cubicBezTo>
                    <a:pt x="255" y="224"/>
                    <a:pt x="255" y="224"/>
                    <a:pt x="255" y="224"/>
                  </a:cubicBezTo>
                  <a:cubicBezTo>
                    <a:pt x="250" y="252"/>
                    <a:pt x="226" y="256"/>
                    <a:pt x="223" y="256"/>
                  </a:cubicBezTo>
                  <a:cubicBezTo>
                    <a:pt x="217" y="257"/>
                    <a:pt x="213" y="262"/>
                    <a:pt x="213" y="268"/>
                  </a:cubicBezTo>
                  <a:cubicBezTo>
                    <a:pt x="214" y="273"/>
                    <a:pt x="219" y="277"/>
                    <a:pt x="224" y="277"/>
                  </a:cubicBezTo>
                  <a:cubicBezTo>
                    <a:pt x="224" y="277"/>
                    <a:pt x="225" y="277"/>
                    <a:pt x="225" y="277"/>
                  </a:cubicBezTo>
                  <a:cubicBezTo>
                    <a:pt x="243" y="275"/>
                    <a:pt x="277" y="259"/>
                    <a:pt x="277" y="213"/>
                  </a:cubicBezTo>
                  <a:cubicBezTo>
                    <a:pt x="277" y="171"/>
                    <a:pt x="277" y="171"/>
                    <a:pt x="277" y="171"/>
                  </a:cubicBezTo>
                  <a:cubicBezTo>
                    <a:pt x="277" y="165"/>
                    <a:pt x="273" y="160"/>
                    <a:pt x="267" y="160"/>
                  </a:cubicBezTo>
                  <a:close/>
                  <a:moveTo>
                    <a:pt x="235" y="181"/>
                  </a:moveTo>
                  <a:cubicBezTo>
                    <a:pt x="256" y="181"/>
                    <a:pt x="256" y="181"/>
                    <a:pt x="256" y="181"/>
                  </a:cubicBezTo>
                  <a:cubicBezTo>
                    <a:pt x="256" y="203"/>
                    <a:pt x="256" y="203"/>
                    <a:pt x="256" y="203"/>
                  </a:cubicBezTo>
                  <a:cubicBezTo>
                    <a:pt x="235" y="203"/>
                    <a:pt x="235" y="203"/>
                    <a:pt x="235" y="203"/>
                  </a:cubicBezTo>
                  <a:lnTo>
                    <a:pt x="235" y="181"/>
                  </a:lnTo>
                  <a:close/>
                  <a:moveTo>
                    <a:pt x="181" y="160"/>
                  </a:moveTo>
                  <a:cubicBezTo>
                    <a:pt x="139" y="160"/>
                    <a:pt x="139" y="160"/>
                    <a:pt x="139" y="160"/>
                  </a:cubicBezTo>
                  <a:cubicBezTo>
                    <a:pt x="133" y="160"/>
                    <a:pt x="128" y="165"/>
                    <a:pt x="128" y="171"/>
                  </a:cubicBezTo>
                  <a:cubicBezTo>
                    <a:pt x="128" y="213"/>
                    <a:pt x="128" y="213"/>
                    <a:pt x="128" y="213"/>
                  </a:cubicBezTo>
                  <a:cubicBezTo>
                    <a:pt x="128" y="219"/>
                    <a:pt x="133" y="224"/>
                    <a:pt x="139" y="224"/>
                  </a:cubicBezTo>
                  <a:cubicBezTo>
                    <a:pt x="170" y="224"/>
                    <a:pt x="170" y="224"/>
                    <a:pt x="170" y="224"/>
                  </a:cubicBezTo>
                  <a:cubicBezTo>
                    <a:pt x="165" y="252"/>
                    <a:pt x="141" y="256"/>
                    <a:pt x="137" y="256"/>
                  </a:cubicBezTo>
                  <a:cubicBezTo>
                    <a:pt x="132" y="257"/>
                    <a:pt x="127" y="262"/>
                    <a:pt x="128" y="268"/>
                  </a:cubicBezTo>
                  <a:cubicBezTo>
                    <a:pt x="129" y="273"/>
                    <a:pt x="133" y="277"/>
                    <a:pt x="139" y="277"/>
                  </a:cubicBezTo>
                  <a:cubicBezTo>
                    <a:pt x="139" y="277"/>
                    <a:pt x="139" y="277"/>
                    <a:pt x="140" y="277"/>
                  </a:cubicBezTo>
                  <a:cubicBezTo>
                    <a:pt x="158" y="275"/>
                    <a:pt x="192" y="259"/>
                    <a:pt x="192" y="213"/>
                  </a:cubicBezTo>
                  <a:cubicBezTo>
                    <a:pt x="192" y="171"/>
                    <a:pt x="192" y="171"/>
                    <a:pt x="192" y="171"/>
                  </a:cubicBezTo>
                  <a:cubicBezTo>
                    <a:pt x="192" y="165"/>
                    <a:pt x="187" y="160"/>
                    <a:pt x="181" y="160"/>
                  </a:cubicBezTo>
                  <a:close/>
                  <a:moveTo>
                    <a:pt x="149" y="181"/>
                  </a:moveTo>
                  <a:cubicBezTo>
                    <a:pt x="171" y="181"/>
                    <a:pt x="171" y="181"/>
                    <a:pt x="171" y="181"/>
                  </a:cubicBezTo>
                  <a:cubicBezTo>
                    <a:pt x="171" y="203"/>
                    <a:pt x="171" y="203"/>
                    <a:pt x="171" y="203"/>
                  </a:cubicBezTo>
                  <a:cubicBezTo>
                    <a:pt x="149" y="203"/>
                    <a:pt x="149" y="203"/>
                    <a:pt x="149" y="203"/>
                  </a:cubicBezTo>
                  <a:lnTo>
                    <a:pt x="149" y="18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5" name="Group 104">
            <a:extLst>
              <a:ext uri="{FF2B5EF4-FFF2-40B4-BE49-F238E27FC236}">
                <a16:creationId xmlns:a16="http://schemas.microsoft.com/office/drawing/2014/main" id="{B934EE66-5942-4870-8A01-2A6D78209A19}"/>
              </a:ext>
            </a:extLst>
          </p:cNvPr>
          <p:cNvGrpSpPr/>
          <p:nvPr/>
        </p:nvGrpSpPr>
        <p:grpSpPr>
          <a:xfrm>
            <a:off x="2473458" y="3211432"/>
            <a:ext cx="1016627" cy="965484"/>
            <a:chOff x="2093296" y="2973983"/>
            <a:chExt cx="2152706" cy="2123789"/>
          </a:xfrm>
        </p:grpSpPr>
        <p:sp>
          <p:nvSpPr>
            <p:cNvPr id="106" name="Freeform 57">
              <a:extLst>
                <a:ext uri="{FF2B5EF4-FFF2-40B4-BE49-F238E27FC236}">
                  <a16:creationId xmlns:a16="http://schemas.microsoft.com/office/drawing/2014/main" id="{9F85ADF2-AD5B-4FE6-9286-B948C94117AF}"/>
                </a:ext>
              </a:extLst>
            </p:cNvPr>
            <p:cNvSpPr>
              <a:spLocks noChangeAspect="1" noEditPoints="1"/>
            </p:cNvSpPr>
            <p:nvPr/>
          </p:nvSpPr>
          <p:spPr bwMode="auto">
            <a:xfrm>
              <a:off x="2878942" y="3738066"/>
              <a:ext cx="571189" cy="571061"/>
            </a:xfrm>
            <a:custGeom>
              <a:avLst/>
              <a:gdLst>
                <a:gd name="T0" fmla="*/ 211 w 233"/>
                <a:gd name="T1" fmla="*/ 87 h 267"/>
                <a:gd name="T2" fmla="*/ 183 w 233"/>
                <a:gd name="T3" fmla="*/ 128 h 267"/>
                <a:gd name="T4" fmla="*/ 124 w 233"/>
                <a:gd name="T5" fmla="*/ 7 h 267"/>
                <a:gd name="T6" fmla="*/ 3 w 233"/>
                <a:gd name="T7" fmla="*/ 71 h 267"/>
                <a:gd name="T8" fmla="*/ 14 w 233"/>
                <a:gd name="T9" fmla="*/ 156 h 267"/>
                <a:gd name="T10" fmla="*/ 152 w 233"/>
                <a:gd name="T11" fmla="*/ 210 h 267"/>
                <a:gd name="T12" fmla="*/ 184 w 233"/>
                <a:gd name="T13" fmla="*/ 131 h 267"/>
                <a:gd name="T14" fmla="*/ 148 w 233"/>
                <a:gd name="T15" fmla="*/ 70 h 267"/>
                <a:gd name="T16" fmla="*/ 15 w 233"/>
                <a:gd name="T17" fmla="*/ 116 h 267"/>
                <a:gd name="T18" fmla="*/ 14 w 233"/>
                <a:gd name="T19" fmla="*/ 110 h 267"/>
                <a:gd name="T20" fmla="*/ 15 w 233"/>
                <a:gd name="T21" fmla="*/ 104 h 267"/>
                <a:gd name="T22" fmla="*/ 31 w 233"/>
                <a:gd name="T23" fmla="*/ 105 h 267"/>
                <a:gd name="T24" fmla="*/ 24 w 233"/>
                <a:gd name="T25" fmla="*/ 105 h 267"/>
                <a:gd name="T26" fmla="*/ 32 w 233"/>
                <a:gd name="T27" fmla="*/ 107 h 267"/>
                <a:gd name="T28" fmla="*/ 74 w 233"/>
                <a:gd name="T29" fmla="*/ 146 h 267"/>
                <a:gd name="T30" fmla="*/ 76 w 233"/>
                <a:gd name="T31" fmla="*/ 167 h 267"/>
                <a:gd name="T32" fmla="*/ 132 w 233"/>
                <a:gd name="T33" fmla="*/ 221 h 267"/>
                <a:gd name="T34" fmla="*/ 131 w 233"/>
                <a:gd name="T35" fmla="*/ 223 h 267"/>
                <a:gd name="T36" fmla="*/ 134 w 233"/>
                <a:gd name="T37" fmla="*/ 210 h 267"/>
                <a:gd name="T38" fmla="*/ 142 w 233"/>
                <a:gd name="T39" fmla="*/ 229 h 267"/>
                <a:gd name="T40" fmla="*/ 144 w 233"/>
                <a:gd name="T41" fmla="*/ 220 h 267"/>
                <a:gd name="T42" fmla="*/ 151 w 233"/>
                <a:gd name="T43" fmla="*/ 223 h 267"/>
                <a:gd name="T44" fmla="*/ 144 w 233"/>
                <a:gd name="T45" fmla="*/ 193 h 267"/>
                <a:gd name="T46" fmla="*/ 128 w 233"/>
                <a:gd name="T47" fmla="*/ 216 h 267"/>
                <a:gd name="T48" fmla="*/ 109 w 233"/>
                <a:gd name="T49" fmla="*/ 176 h 267"/>
                <a:gd name="T50" fmla="*/ 88 w 233"/>
                <a:gd name="T51" fmla="*/ 156 h 267"/>
                <a:gd name="T52" fmla="*/ 163 w 233"/>
                <a:gd name="T53" fmla="*/ 116 h 267"/>
                <a:gd name="T54" fmla="*/ 215 w 233"/>
                <a:gd name="T55" fmla="*/ 100 h 267"/>
                <a:gd name="T56" fmla="*/ 221 w 233"/>
                <a:gd name="T57" fmla="*/ 109 h 267"/>
                <a:gd name="T58" fmla="*/ 218 w 233"/>
                <a:gd name="T59" fmla="*/ 90 h 267"/>
                <a:gd name="T60" fmla="*/ 228 w 233"/>
                <a:gd name="T61" fmla="*/ 102 h 267"/>
                <a:gd name="T62" fmla="*/ 229 w 233"/>
                <a:gd name="T63" fmla="*/ 100 h 267"/>
                <a:gd name="T64" fmla="*/ 221 w 233"/>
                <a:gd name="T65" fmla="*/ 89 h 267"/>
                <a:gd name="T66" fmla="*/ 209 w 233"/>
                <a:gd name="T67" fmla="*/ 92 h 267"/>
                <a:gd name="T68" fmla="*/ 208 w 233"/>
                <a:gd name="T69" fmla="*/ 102 h 267"/>
                <a:gd name="T70" fmla="*/ 100 w 233"/>
                <a:gd name="T71" fmla="*/ 130 h 267"/>
                <a:gd name="T72" fmla="*/ 111 w 233"/>
                <a:gd name="T73" fmla="*/ 133 h 267"/>
                <a:gd name="T74" fmla="*/ 101 w 233"/>
                <a:gd name="T75" fmla="*/ 130 h 267"/>
                <a:gd name="T76" fmla="*/ 103 w 233"/>
                <a:gd name="T77" fmla="*/ 123 h 267"/>
                <a:gd name="T78" fmla="*/ 105 w 233"/>
                <a:gd name="T79" fmla="*/ 132 h 267"/>
                <a:gd name="T80" fmla="*/ 105 w 233"/>
                <a:gd name="T81" fmla="*/ 132 h 267"/>
                <a:gd name="T82" fmla="*/ 108 w 233"/>
                <a:gd name="T83" fmla="*/ 122 h 267"/>
                <a:gd name="T84" fmla="*/ 109 w 233"/>
                <a:gd name="T85" fmla="*/ 131 h 267"/>
                <a:gd name="T86" fmla="*/ 110 w 233"/>
                <a:gd name="T87" fmla="*/ 122 h 267"/>
                <a:gd name="T88" fmla="*/ 114 w 233"/>
                <a:gd name="T89" fmla="*/ 124 h 267"/>
                <a:gd name="T90" fmla="*/ 117 w 233"/>
                <a:gd name="T91" fmla="*/ 124 h 267"/>
                <a:gd name="T92" fmla="*/ 119 w 233"/>
                <a:gd name="T93" fmla="*/ 124 h 267"/>
                <a:gd name="T94" fmla="*/ 117 w 233"/>
                <a:gd name="T95" fmla="*/ 124 h 267"/>
                <a:gd name="T96" fmla="*/ 119 w 233"/>
                <a:gd name="T97" fmla="*/ 121 h 267"/>
                <a:gd name="T98" fmla="*/ 122 w 233"/>
                <a:gd name="T99" fmla="*/ 131 h 267"/>
                <a:gd name="T100" fmla="*/ 122 w 233"/>
                <a:gd name="T101" fmla="*/ 122 h 267"/>
                <a:gd name="T102" fmla="*/ 119 w 233"/>
                <a:gd name="T103" fmla="*/ 123 h 267"/>
                <a:gd name="T104" fmla="*/ 114 w 233"/>
                <a:gd name="T105" fmla="*/ 141 h 267"/>
                <a:gd name="T106" fmla="*/ 117 w 233"/>
                <a:gd name="T107" fmla="*/ 140 h 267"/>
                <a:gd name="T108" fmla="*/ 113 w 233"/>
                <a:gd name="T109" fmla="*/ 131 h 267"/>
                <a:gd name="T110" fmla="*/ 123 w 233"/>
                <a:gd name="T111" fmla="*/ 126 h 267"/>
                <a:gd name="T112" fmla="*/ 127 w 233"/>
                <a:gd name="T113" fmla="*/ 122 h 267"/>
                <a:gd name="T114" fmla="*/ 127 w 233"/>
                <a:gd name="T115" fmla="*/ 122 h 267"/>
                <a:gd name="T116" fmla="*/ 120 w 233"/>
                <a:gd name="T117" fmla="*/ 123 h 267"/>
                <a:gd name="T118" fmla="*/ 117 w 233"/>
                <a:gd name="T119" fmla="*/ 112 h 267"/>
                <a:gd name="T120" fmla="*/ 105 w 233"/>
                <a:gd name="T121" fmla="*/ 121 h 267"/>
                <a:gd name="T122" fmla="*/ 114 w 233"/>
                <a:gd name="T123" fmla="*/ 11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3" h="267">
                  <a:moveTo>
                    <a:pt x="207" y="90"/>
                  </a:moveTo>
                  <a:cubicBezTo>
                    <a:pt x="207" y="90"/>
                    <a:pt x="207" y="90"/>
                    <a:pt x="207" y="90"/>
                  </a:cubicBezTo>
                  <a:cubicBezTo>
                    <a:pt x="207" y="90"/>
                    <a:pt x="207" y="90"/>
                    <a:pt x="207" y="90"/>
                  </a:cubicBezTo>
                  <a:close/>
                  <a:moveTo>
                    <a:pt x="230" y="107"/>
                  </a:moveTo>
                  <a:cubicBezTo>
                    <a:pt x="233" y="101"/>
                    <a:pt x="233" y="95"/>
                    <a:pt x="230" y="89"/>
                  </a:cubicBezTo>
                  <a:cubicBezTo>
                    <a:pt x="228" y="88"/>
                    <a:pt x="226" y="86"/>
                    <a:pt x="224" y="86"/>
                  </a:cubicBezTo>
                  <a:cubicBezTo>
                    <a:pt x="225" y="84"/>
                    <a:pt x="226" y="81"/>
                    <a:pt x="226" y="79"/>
                  </a:cubicBezTo>
                  <a:cubicBezTo>
                    <a:pt x="228" y="71"/>
                    <a:pt x="226" y="58"/>
                    <a:pt x="217" y="54"/>
                  </a:cubicBezTo>
                  <a:cubicBezTo>
                    <a:pt x="218" y="56"/>
                    <a:pt x="218" y="58"/>
                    <a:pt x="216" y="57"/>
                  </a:cubicBezTo>
                  <a:cubicBezTo>
                    <a:pt x="223" y="60"/>
                    <a:pt x="225" y="69"/>
                    <a:pt x="225" y="75"/>
                  </a:cubicBezTo>
                  <a:cubicBezTo>
                    <a:pt x="225" y="78"/>
                    <a:pt x="224" y="82"/>
                    <a:pt x="223" y="85"/>
                  </a:cubicBezTo>
                  <a:cubicBezTo>
                    <a:pt x="219" y="84"/>
                    <a:pt x="215" y="84"/>
                    <a:pt x="212" y="86"/>
                  </a:cubicBezTo>
                  <a:cubicBezTo>
                    <a:pt x="211" y="86"/>
                    <a:pt x="211" y="86"/>
                    <a:pt x="211" y="87"/>
                  </a:cubicBezTo>
                  <a:cubicBezTo>
                    <a:pt x="210" y="87"/>
                    <a:pt x="208" y="89"/>
                    <a:pt x="207" y="90"/>
                  </a:cubicBezTo>
                  <a:cubicBezTo>
                    <a:pt x="207" y="90"/>
                    <a:pt x="208" y="90"/>
                    <a:pt x="208" y="90"/>
                  </a:cubicBezTo>
                  <a:cubicBezTo>
                    <a:pt x="207" y="91"/>
                    <a:pt x="207" y="91"/>
                    <a:pt x="208" y="91"/>
                  </a:cubicBezTo>
                  <a:cubicBezTo>
                    <a:pt x="208" y="91"/>
                    <a:pt x="209" y="91"/>
                    <a:pt x="209" y="92"/>
                  </a:cubicBezTo>
                  <a:cubicBezTo>
                    <a:pt x="209" y="92"/>
                    <a:pt x="209" y="92"/>
                    <a:pt x="209" y="92"/>
                  </a:cubicBezTo>
                  <a:cubicBezTo>
                    <a:pt x="209" y="91"/>
                    <a:pt x="208" y="91"/>
                    <a:pt x="208" y="91"/>
                  </a:cubicBezTo>
                  <a:cubicBezTo>
                    <a:pt x="208" y="91"/>
                    <a:pt x="207" y="91"/>
                    <a:pt x="207" y="92"/>
                  </a:cubicBezTo>
                  <a:cubicBezTo>
                    <a:pt x="207" y="92"/>
                    <a:pt x="207" y="91"/>
                    <a:pt x="207" y="91"/>
                  </a:cubicBezTo>
                  <a:cubicBezTo>
                    <a:pt x="204" y="95"/>
                    <a:pt x="204" y="100"/>
                    <a:pt x="207" y="104"/>
                  </a:cubicBezTo>
                  <a:cubicBezTo>
                    <a:pt x="206" y="105"/>
                    <a:pt x="207" y="105"/>
                    <a:pt x="207" y="106"/>
                  </a:cubicBezTo>
                  <a:cubicBezTo>
                    <a:pt x="208" y="106"/>
                    <a:pt x="208" y="107"/>
                    <a:pt x="209" y="107"/>
                  </a:cubicBezTo>
                  <a:cubicBezTo>
                    <a:pt x="203" y="113"/>
                    <a:pt x="197" y="118"/>
                    <a:pt x="190" y="123"/>
                  </a:cubicBezTo>
                  <a:cubicBezTo>
                    <a:pt x="188" y="124"/>
                    <a:pt x="186" y="126"/>
                    <a:pt x="183" y="128"/>
                  </a:cubicBezTo>
                  <a:cubicBezTo>
                    <a:pt x="173" y="120"/>
                    <a:pt x="162" y="112"/>
                    <a:pt x="152" y="106"/>
                  </a:cubicBezTo>
                  <a:cubicBezTo>
                    <a:pt x="151" y="101"/>
                    <a:pt x="151" y="97"/>
                    <a:pt x="151" y="92"/>
                  </a:cubicBezTo>
                  <a:cubicBezTo>
                    <a:pt x="151" y="85"/>
                    <a:pt x="151" y="77"/>
                    <a:pt x="150" y="69"/>
                  </a:cubicBezTo>
                  <a:cubicBezTo>
                    <a:pt x="155" y="67"/>
                    <a:pt x="160" y="65"/>
                    <a:pt x="165" y="63"/>
                  </a:cubicBezTo>
                  <a:cubicBezTo>
                    <a:pt x="180" y="58"/>
                    <a:pt x="199" y="52"/>
                    <a:pt x="216" y="57"/>
                  </a:cubicBezTo>
                  <a:cubicBezTo>
                    <a:pt x="215" y="57"/>
                    <a:pt x="216" y="54"/>
                    <a:pt x="217" y="54"/>
                  </a:cubicBezTo>
                  <a:cubicBezTo>
                    <a:pt x="201" y="50"/>
                    <a:pt x="184" y="54"/>
                    <a:pt x="169" y="60"/>
                  </a:cubicBezTo>
                  <a:cubicBezTo>
                    <a:pt x="163" y="62"/>
                    <a:pt x="156" y="64"/>
                    <a:pt x="150" y="67"/>
                  </a:cubicBezTo>
                  <a:cubicBezTo>
                    <a:pt x="149" y="54"/>
                    <a:pt x="148" y="41"/>
                    <a:pt x="143" y="29"/>
                  </a:cubicBezTo>
                  <a:cubicBezTo>
                    <a:pt x="140" y="20"/>
                    <a:pt x="134" y="12"/>
                    <a:pt x="126" y="6"/>
                  </a:cubicBezTo>
                  <a:cubicBezTo>
                    <a:pt x="121" y="2"/>
                    <a:pt x="110" y="0"/>
                    <a:pt x="104" y="4"/>
                  </a:cubicBezTo>
                  <a:cubicBezTo>
                    <a:pt x="105" y="4"/>
                    <a:pt x="106" y="5"/>
                    <a:pt x="105" y="6"/>
                  </a:cubicBezTo>
                  <a:cubicBezTo>
                    <a:pt x="110" y="2"/>
                    <a:pt x="118" y="5"/>
                    <a:pt x="124" y="7"/>
                  </a:cubicBezTo>
                  <a:cubicBezTo>
                    <a:pt x="131" y="11"/>
                    <a:pt x="135" y="19"/>
                    <a:pt x="138" y="24"/>
                  </a:cubicBezTo>
                  <a:cubicBezTo>
                    <a:pt x="145" y="37"/>
                    <a:pt x="146" y="51"/>
                    <a:pt x="147" y="66"/>
                  </a:cubicBezTo>
                  <a:cubicBezTo>
                    <a:pt x="147" y="66"/>
                    <a:pt x="147" y="67"/>
                    <a:pt x="148" y="68"/>
                  </a:cubicBezTo>
                  <a:cubicBezTo>
                    <a:pt x="136" y="73"/>
                    <a:pt x="126" y="78"/>
                    <a:pt x="115" y="84"/>
                  </a:cubicBezTo>
                  <a:cubicBezTo>
                    <a:pt x="106" y="78"/>
                    <a:pt x="97" y="73"/>
                    <a:pt x="87" y="69"/>
                  </a:cubicBezTo>
                  <a:cubicBezTo>
                    <a:pt x="85" y="68"/>
                    <a:pt x="83" y="67"/>
                    <a:pt x="81" y="66"/>
                  </a:cubicBezTo>
                  <a:cubicBezTo>
                    <a:pt x="83" y="56"/>
                    <a:pt x="85" y="46"/>
                    <a:pt x="88" y="35"/>
                  </a:cubicBezTo>
                  <a:cubicBezTo>
                    <a:pt x="91" y="25"/>
                    <a:pt x="96" y="13"/>
                    <a:pt x="105" y="6"/>
                  </a:cubicBezTo>
                  <a:cubicBezTo>
                    <a:pt x="104" y="7"/>
                    <a:pt x="102" y="5"/>
                    <a:pt x="104" y="4"/>
                  </a:cubicBezTo>
                  <a:cubicBezTo>
                    <a:pt x="91" y="14"/>
                    <a:pt x="87" y="31"/>
                    <a:pt x="82" y="45"/>
                  </a:cubicBezTo>
                  <a:cubicBezTo>
                    <a:pt x="81" y="52"/>
                    <a:pt x="80" y="58"/>
                    <a:pt x="79" y="65"/>
                  </a:cubicBezTo>
                  <a:cubicBezTo>
                    <a:pt x="67" y="59"/>
                    <a:pt x="55" y="54"/>
                    <a:pt x="41" y="53"/>
                  </a:cubicBezTo>
                  <a:cubicBezTo>
                    <a:pt x="28" y="52"/>
                    <a:pt x="6" y="55"/>
                    <a:pt x="3" y="71"/>
                  </a:cubicBezTo>
                  <a:cubicBezTo>
                    <a:pt x="0" y="83"/>
                    <a:pt x="6" y="93"/>
                    <a:pt x="14" y="102"/>
                  </a:cubicBezTo>
                  <a:cubicBezTo>
                    <a:pt x="14" y="102"/>
                    <a:pt x="14" y="102"/>
                    <a:pt x="13" y="102"/>
                  </a:cubicBezTo>
                  <a:cubicBezTo>
                    <a:pt x="14" y="102"/>
                    <a:pt x="14" y="102"/>
                    <a:pt x="14" y="102"/>
                  </a:cubicBezTo>
                  <a:cubicBezTo>
                    <a:pt x="14" y="103"/>
                    <a:pt x="14" y="103"/>
                    <a:pt x="14" y="103"/>
                  </a:cubicBezTo>
                  <a:cubicBezTo>
                    <a:pt x="14" y="103"/>
                    <a:pt x="14" y="103"/>
                    <a:pt x="14" y="103"/>
                  </a:cubicBezTo>
                  <a:cubicBezTo>
                    <a:pt x="14" y="103"/>
                    <a:pt x="13" y="103"/>
                    <a:pt x="13" y="104"/>
                  </a:cubicBezTo>
                  <a:cubicBezTo>
                    <a:pt x="13" y="103"/>
                    <a:pt x="13" y="103"/>
                    <a:pt x="13" y="103"/>
                  </a:cubicBezTo>
                  <a:cubicBezTo>
                    <a:pt x="11" y="107"/>
                    <a:pt x="11" y="113"/>
                    <a:pt x="13" y="117"/>
                  </a:cubicBezTo>
                  <a:cubicBezTo>
                    <a:pt x="13" y="117"/>
                    <a:pt x="13" y="118"/>
                    <a:pt x="14" y="118"/>
                  </a:cubicBezTo>
                  <a:cubicBezTo>
                    <a:pt x="14" y="119"/>
                    <a:pt x="15" y="120"/>
                    <a:pt x="16" y="120"/>
                  </a:cubicBezTo>
                  <a:cubicBezTo>
                    <a:pt x="21" y="126"/>
                    <a:pt x="30" y="124"/>
                    <a:pt x="35" y="120"/>
                  </a:cubicBezTo>
                  <a:cubicBezTo>
                    <a:pt x="39" y="123"/>
                    <a:pt x="42" y="125"/>
                    <a:pt x="46" y="128"/>
                  </a:cubicBezTo>
                  <a:cubicBezTo>
                    <a:pt x="34" y="136"/>
                    <a:pt x="22" y="144"/>
                    <a:pt x="14" y="156"/>
                  </a:cubicBezTo>
                  <a:cubicBezTo>
                    <a:pt x="7" y="167"/>
                    <a:pt x="0" y="184"/>
                    <a:pt x="9" y="196"/>
                  </a:cubicBezTo>
                  <a:cubicBezTo>
                    <a:pt x="18" y="210"/>
                    <a:pt x="39" y="205"/>
                    <a:pt x="51" y="201"/>
                  </a:cubicBezTo>
                  <a:cubicBezTo>
                    <a:pt x="60" y="198"/>
                    <a:pt x="68" y="195"/>
                    <a:pt x="75" y="192"/>
                  </a:cubicBezTo>
                  <a:cubicBezTo>
                    <a:pt x="76" y="203"/>
                    <a:pt x="77" y="216"/>
                    <a:pt x="81" y="227"/>
                  </a:cubicBezTo>
                  <a:cubicBezTo>
                    <a:pt x="87" y="240"/>
                    <a:pt x="100" y="260"/>
                    <a:pt x="118" y="256"/>
                  </a:cubicBezTo>
                  <a:cubicBezTo>
                    <a:pt x="128" y="252"/>
                    <a:pt x="135" y="241"/>
                    <a:pt x="138" y="233"/>
                  </a:cubicBezTo>
                  <a:cubicBezTo>
                    <a:pt x="139" y="233"/>
                    <a:pt x="139" y="232"/>
                    <a:pt x="139" y="232"/>
                  </a:cubicBezTo>
                  <a:cubicBezTo>
                    <a:pt x="143" y="232"/>
                    <a:pt x="148" y="230"/>
                    <a:pt x="151" y="227"/>
                  </a:cubicBezTo>
                  <a:cubicBezTo>
                    <a:pt x="151" y="227"/>
                    <a:pt x="151" y="226"/>
                    <a:pt x="151" y="226"/>
                  </a:cubicBezTo>
                  <a:cubicBezTo>
                    <a:pt x="152" y="226"/>
                    <a:pt x="152" y="226"/>
                    <a:pt x="152" y="226"/>
                  </a:cubicBezTo>
                  <a:cubicBezTo>
                    <a:pt x="152" y="225"/>
                    <a:pt x="153" y="224"/>
                    <a:pt x="153" y="224"/>
                  </a:cubicBezTo>
                  <a:cubicBezTo>
                    <a:pt x="153" y="223"/>
                    <a:pt x="154" y="223"/>
                    <a:pt x="154" y="222"/>
                  </a:cubicBezTo>
                  <a:cubicBezTo>
                    <a:pt x="155" y="218"/>
                    <a:pt x="154" y="213"/>
                    <a:pt x="152" y="210"/>
                  </a:cubicBezTo>
                  <a:cubicBezTo>
                    <a:pt x="150" y="208"/>
                    <a:pt x="147" y="206"/>
                    <a:pt x="144" y="206"/>
                  </a:cubicBezTo>
                  <a:cubicBezTo>
                    <a:pt x="145" y="200"/>
                    <a:pt x="146" y="195"/>
                    <a:pt x="147" y="190"/>
                  </a:cubicBezTo>
                  <a:cubicBezTo>
                    <a:pt x="160" y="197"/>
                    <a:pt x="174" y="203"/>
                    <a:pt x="189" y="204"/>
                  </a:cubicBezTo>
                  <a:cubicBezTo>
                    <a:pt x="198" y="206"/>
                    <a:pt x="209" y="206"/>
                    <a:pt x="217" y="201"/>
                  </a:cubicBezTo>
                  <a:cubicBezTo>
                    <a:pt x="224" y="198"/>
                    <a:pt x="229" y="190"/>
                    <a:pt x="229" y="183"/>
                  </a:cubicBezTo>
                  <a:cubicBezTo>
                    <a:pt x="229" y="183"/>
                    <a:pt x="229" y="183"/>
                    <a:pt x="229" y="183"/>
                  </a:cubicBezTo>
                  <a:cubicBezTo>
                    <a:pt x="229" y="184"/>
                    <a:pt x="227" y="184"/>
                    <a:pt x="227" y="183"/>
                  </a:cubicBezTo>
                  <a:cubicBezTo>
                    <a:pt x="227" y="190"/>
                    <a:pt x="220" y="197"/>
                    <a:pt x="215" y="199"/>
                  </a:cubicBezTo>
                  <a:cubicBezTo>
                    <a:pt x="208" y="203"/>
                    <a:pt x="198" y="203"/>
                    <a:pt x="190" y="202"/>
                  </a:cubicBezTo>
                  <a:cubicBezTo>
                    <a:pt x="175" y="201"/>
                    <a:pt x="160" y="194"/>
                    <a:pt x="147" y="187"/>
                  </a:cubicBezTo>
                  <a:cubicBezTo>
                    <a:pt x="149" y="176"/>
                    <a:pt x="150" y="164"/>
                    <a:pt x="151" y="152"/>
                  </a:cubicBezTo>
                  <a:cubicBezTo>
                    <a:pt x="152" y="152"/>
                    <a:pt x="152" y="152"/>
                    <a:pt x="152" y="152"/>
                  </a:cubicBezTo>
                  <a:cubicBezTo>
                    <a:pt x="163" y="144"/>
                    <a:pt x="174" y="138"/>
                    <a:pt x="184" y="131"/>
                  </a:cubicBezTo>
                  <a:cubicBezTo>
                    <a:pt x="195" y="139"/>
                    <a:pt x="205" y="148"/>
                    <a:pt x="214" y="158"/>
                  </a:cubicBezTo>
                  <a:cubicBezTo>
                    <a:pt x="219" y="165"/>
                    <a:pt x="225" y="174"/>
                    <a:pt x="227" y="183"/>
                  </a:cubicBezTo>
                  <a:cubicBezTo>
                    <a:pt x="227" y="181"/>
                    <a:pt x="229" y="181"/>
                    <a:pt x="229" y="183"/>
                  </a:cubicBezTo>
                  <a:cubicBezTo>
                    <a:pt x="229" y="182"/>
                    <a:pt x="229" y="182"/>
                    <a:pt x="229" y="182"/>
                  </a:cubicBezTo>
                  <a:cubicBezTo>
                    <a:pt x="226" y="166"/>
                    <a:pt x="213" y="153"/>
                    <a:pt x="201" y="143"/>
                  </a:cubicBezTo>
                  <a:cubicBezTo>
                    <a:pt x="196" y="138"/>
                    <a:pt x="191" y="134"/>
                    <a:pt x="186" y="129"/>
                  </a:cubicBezTo>
                  <a:cubicBezTo>
                    <a:pt x="195" y="123"/>
                    <a:pt x="203" y="117"/>
                    <a:pt x="211" y="109"/>
                  </a:cubicBezTo>
                  <a:cubicBezTo>
                    <a:pt x="216" y="113"/>
                    <a:pt x="226" y="111"/>
                    <a:pt x="230" y="107"/>
                  </a:cubicBezTo>
                  <a:close/>
                  <a:moveTo>
                    <a:pt x="148" y="70"/>
                  </a:moveTo>
                  <a:cubicBezTo>
                    <a:pt x="148" y="81"/>
                    <a:pt x="149" y="93"/>
                    <a:pt x="149" y="104"/>
                  </a:cubicBezTo>
                  <a:cubicBezTo>
                    <a:pt x="148" y="104"/>
                    <a:pt x="147" y="103"/>
                    <a:pt x="146" y="102"/>
                  </a:cubicBezTo>
                  <a:cubicBezTo>
                    <a:pt x="137" y="96"/>
                    <a:pt x="127" y="90"/>
                    <a:pt x="117" y="85"/>
                  </a:cubicBezTo>
                  <a:cubicBezTo>
                    <a:pt x="127" y="79"/>
                    <a:pt x="137" y="75"/>
                    <a:pt x="148" y="70"/>
                  </a:cubicBezTo>
                  <a:close/>
                  <a:moveTo>
                    <a:pt x="81" y="68"/>
                  </a:moveTo>
                  <a:cubicBezTo>
                    <a:pt x="88" y="71"/>
                    <a:pt x="96" y="76"/>
                    <a:pt x="103" y="80"/>
                  </a:cubicBezTo>
                  <a:cubicBezTo>
                    <a:pt x="106" y="82"/>
                    <a:pt x="109" y="83"/>
                    <a:pt x="113" y="85"/>
                  </a:cubicBezTo>
                  <a:cubicBezTo>
                    <a:pt x="111" y="86"/>
                    <a:pt x="109" y="87"/>
                    <a:pt x="107" y="88"/>
                  </a:cubicBezTo>
                  <a:cubicBezTo>
                    <a:pt x="97" y="94"/>
                    <a:pt x="86" y="100"/>
                    <a:pt x="76" y="107"/>
                  </a:cubicBezTo>
                  <a:cubicBezTo>
                    <a:pt x="77" y="104"/>
                    <a:pt x="77" y="102"/>
                    <a:pt x="77" y="99"/>
                  </a:cubicBezTo>
                  <a:cubicBezTo>
                    <a:pt x="78" y="89"/>
                    <a:pt x="79" y="78"/>
                    <a:pt x="81" y="68"/>
                  </a:cubicBezTo>
                  <a:close/>
                  <a:moveTo>
                    <a:pt x="14" y="111"/>
                  </a:moveTo>
                  <a:cubicBezTo>
                    <a:pt x="14" y="111"/>
                    <a:pt x="14" y="111"/>
                    <a:pt x="14" y="111"/>
                  </a:cubicBezTo>
                  <a:cubicBezTo>
                    <a:pt x="14" y="111"/>
                    <a:pt x="14" y="111"/>
                    <a:pt x="14" y="111"/>
                  </a:cubicBezTo>
                  <a:cubicBezTo>
                    <a:pt x="14" y="111"/>
                    <a:pt x="14" y="112"/>
                    <a:pt x="15" y="112"/>
                  </a:cubicBezTo>
                  <a:cubicBezTo>
                    <a:pt x="14" y="112"/>
                    <a:pt x="14" y="112"/>
                    <a:pt x="14" y="111"/>
                  </a:cubicBezTo>
                  <a:close/>
                  <a:moveTo>
                    <a:pt x="15" y="116"/>
                  </a:moveTo>
                  <a:cubicBezTo>
                    <a:pt x="15" y="115"/>
                    <a:pt x="15" y="115"/>
                    <a:pt x="15" y="114"/>
                  </a:cubicBezTo>
                  <a:cubicBezTo>
                    <a:pt x="16" y="115"/>
                    <a:pt x="17" y="115"/>
                    <a:pt x="18" y="116"/>
                  </a:cubicBezTo>
                  <a:cubicBezTo>
                    <a:pt x="17" y="116"/>
                    <a:pt x="16" y="116"/>
                    <a:pt x="15" y="116"/>
                  </a:cubicBezTo>
                  <a:close/>
                  <a:moveTo>
                    <a:pt x="17" y="118"/>
                  </a:moveTo>
                  <a:cubicBezTo>
                    <a:pt x="17" y="118"/>
                    <a:pt x="17" y="118"/>
                    <a:pt x="17" y="118"/>
                  </a:cubicBezTo>
                  <a:cubicBezTo>
                    <a:pt x="18" y="118"/>
                    <a:pt x="18" y="119"/>
                    <a:pt x="19" y="120"/>
                  </a:cubicBezTo>
                  <a:cubicBezTo>
                    <a:pt x="18" y="119"/>
                    <a:pt x="17" y="119"/>
                    <a:pt x="17" y="118"/>
                  </a:cubicBezTo>
                  <a:close/>
                  <a:moveTo>
                    <a:pt x="25" y="121"/>
                  </a:moveTo>
                  <a:cubicBezTo>
                    <a:pt x="23" y="118"/>
                    <a:pt x="21" y="115"/>
                    <a:pt x="18" y="113"/>
                  </a:cubicBezTo>
                  <a:cubicBezTo>
                    <a:pt x="22" y="115"/>
                    <a:pt x="25" y="117"/>
                    <a:pt x="26" y="121"/>
                  </a:cubicBezTo>
                  <a:cubicBezTo>
                    <a:pt x="25" y="121"/>
                    <a:pt x="25" y="121"/>
                    <a:pt x="25" y="121"/>
                  </a:cubicBezTo>
                  <a:close/>
                  <a:moveTo>
                    <a:pt x="28" y="121"/>
                  </a:moveTo>
                  <a:cubicBezTo>
                    <a:pt x="27" y="114"/>
                    <a:pt x="20" y="112"/>
                    <a:pt x="14" y="110"/>
                  </a:cubicBezTo>
                  <a:cubicBezTo>
                    <a:pt x="20" y="110"/>
                    <a:pt x="26" y="115"/>
                    <a:pt x="29" y="121"/>
                  </a:cubicBezTo>
                  <a:cubicBezTo>
                    <a:pt x="28" y="121"/>
                    <a:pt x="28" y="121"/>
                    <a:pt x="28" y="121"/>
                  </a:cubicBezTo>
                  <a:close/>
                  <a:moveTo>
                    <a:pt x="31" y="120"/>
                  </a:moveTo>
                  <a:cubicBezTo>
                    <a:pt x="31" y="120"/>
                    <a:pt x="31" y="120"/>
                    <a:pt x="31" y="119"/>
                  </a:cubicBezTo>
                  <a:cubicBezTo>
                    <a:pt x="30" y="116"/>
                    <a:pt x="28" y="114"/>
                    <a:pt x="24" y="112"/>
                  </a:cubicBezTo>
                  <a:cubicBezTo>
                    <a:pt x="21" y="109"/>
                    <a:pt x="19" y="106"/>
                    <a:pt x="14" y="107"/>
                  </a:cubicBezTo>
                  <a:cubicBezTo>
                    <a:pt x="14" y="107"/>
                    <a:pt x="15" y="106"/>
                    <a:pt x="15" y="106"/>
                  </a:cubicBezTo>
                  <a:cubicBezTo>
                    <a:pt x="18" y="107"/>
                    <a:pt x="20" y="108"/>
                    <a:pt x="23" y="110"/>
                  </a:cubicBezTo>
                  <a:cubicBezTo>
                    <a:pt x="26" y="114"/>
                    <a:pt x="30" y="115"/>
                    <a:pt x="32" y="118"/>
                  </a:cubicBezTo>
                  <a:cubicBezTo>
                    <a:pt x="32" y="119"/>
                    <a:pt x="32" y="119"/>
                    <a:pt x="32" y="119"/>
                  </a:cubicBezTo>
                  <a:cubicBezTo>
                    <a:pt x="32" y="120"/>
                    <a:pt x="31" y="120"/>
                    <a:pt x="31" y="120"/>
                  </a:cubicBezTo>
                  <a:close/>
                  <a:moveTo>
                    <a:pt x="15" y="104"/>
                  </a:moveTo>
                  <a:cubicBezTo>
                    <a:pt x="15" y="104"/>
                    <a:pt x="15" y="104"/>
                    <a:pt x="15" y="104"/>
                  </a:cubicBezTo>
                  <a:cubicBezTo>
                    <a:pt x="15" y="104"/>
                    <a:pt x="15" y="104"/>
                    <a:pt x="15" y="104"/>
                  </a:cubicBezTo>
                  <a:cubicBezTo>
                    <a:pt x="15" y="104"/>
                    <a:pt x="15" y="104"/>
                    <a:pt x="15" y="104"/>
                  </a:cubicBezTo>
                  <a:cubicBezTo>
                    <a:pt x="15" y="104"/>
                    <a:pt x="15" y="104"/>
                    <a:pt x="15" y="104"/>
                  </a:cubicBezTo>
                  <a:close/>
                  <a:moveTo>
                    <a:pt x="15" y="104"/>
                  </a:moveTo>
                  <a:cubicBezTo>
                    <a:pt x="15" y="104"/>
                    <a:pt x="15" y="104"/>
                    <a:pt x="15" y="104"/>
                  </a:cubicBezTo>
                  <a:cubicBezTo>
                    <a:pt x="16" y="104"/>
                    <a:pt x="17" y="104"/>
                    <a:pt x="17" y="104"/>
                  </a:cubicBezTo>
                  <a:cubicBezTo>
                    <a:pt x="17" y="104"/>
                    <a:pt x="17" y="104"/>
                    <a:pt x="17" y="105"/>
                  </a:cubicBezTo>
                  <a:cubicBezTo>
                    <a:pt x="17" y="104"/>
                    <a:pt x="16" y="104"/>
                    <a:pt x="15" y="104"/>
                  </a:cubicBezTo>
                  <a:close/>
                  <a:moveTo>
                    <a:pt x="25" y="100"/>
                  </a:moveTo>
                  <a:cubicBezTo>
                    <a:pt x="29" y="103"/>
                    <a:pt x="32" y="105"/>
                    <a:pt x="36" y="107"/>
                  </a:cubicBezTo>
                  <a:cubicBezTo>
                    <a:pt x="36" y="107"/>
                    <a:pt x="36" y="107"/>
                    <a:pt x="36" y="107"/>
                  </a:cubicBezTo>
                  <a:cubicBezTo>
                    <a:pt x="36" y="108"/>
                    <a:pt x="36" y="108"/>
                    <a:pt x="36" y="108"/>
                  </a:cubicBezTo>
                  <a:cubicBezTo>
                    <a:pt x="35" y="107"/>
                    <a:pt x="33" y="106"/>
                    <a:pt x="31" y="105"/>
                  </a:cubicBezTo>
                  <a:cubicBezTo>
                    <a:pt x="28" y="103"/>
                    <a:pt x="25" y="101"/>
                    <a:pt x="23" y="99"/>
                  </a:cubicBezTo>
                  <a:cubicBezTo>
                    <a:pt x="23" y="99"/>
                    <a:pt x="24" y="99"/>
                    <a:pt x="25" y="99"/>
                  </a:cubicBezTo>
                  <a:cubicBezTo>
                    <a:pt x="25" y="99"/>
                    <a:pt x="25" y="100"/>
                    <a:pt x="25" y="100"/>
                  </a:cubicBezTo>
                  <a:close/>
                  <a:moveTo>
                    <a:pt x="28" y="99"/>
                  </a:moveTo>
                  <a:cubicBezTo>
                    <a:pt x="30" y="100"/>
                    <a:pt x="32" y="101"/>
                    <a:pt x="33" y="103"/>
                  </a:cubicBezTo>
                  <a:cubicBezTo>
                    <a:pt x="31" y="102"/>
                    <a:pt x="30" y="101"/>
                    <a:pt x="28" y="99"/>
                  </a:cubicBezTo>
                  <a:close/>
                  <a:moveTo>
                    <a:pt x="26" y="103"/>
                  </a:moveTo>
                  <a:cubicBezTo>
                    <a:pt x="25" y="103"/>
                    <a:pt x="25" y="103"/>
                    <a:pt x="24" y="102"/>
                  </a:cubicBezTo>
                  <a:cubicBezTo>
                    <a:pt x="23" y="102"/>
                    <a:pt x="21" y="101"/>
                    <a:pt x="20" y="100"/>
                  </a:cubicBezTo>
                  <a:cubicBezTo>
                    <a:pt x="20" y="100"/>
                    <a:pt x="20" y="100"/>
                    <a:pt x="20" y="100"/>
                  </a:cubicBezTo>
                  <a:cubicBezTo>
                    <a:pt x="20" y="100"/>
                    <a:pt x="20" y="100"/>
                    <a:pt x="20" y="100"/>
                  </a:cubicBezTo>
                  <a:cubicBezTo>
                    <a:pt x="22" y="101"/>
                    <a:pt x="24" y="102"/>
                    <a:pt x="26" y="103"/>
                  </a:cubicBezTo>
                  <a:close/>
                  <a:moveTo>
                    <a:pt x="24" y="105"/>
                  </a:moveTo>
                  <a:cubicBezTo>
                    <a:pt x="22" y="104"/>
                    <a:pt x="20" y="103"/>
                    <a:pt x="18" y="102"/>
                  </a:cubicBezTo>
                  <a:cubicBezTo>
                    <a:pt x="18" y="102"/>
                    <a:pt x="18" y="102"/>
                    <a:pt x="17" y="102"/>
                  </a:cubicBezTo>
                  <a:cubicBezTo>
                    <a:pt x="18" y="101"/>
                    <a:pt x="18" y="101"/>
                    <a:pt x="18" y="101"/>
                  </a:cubicBezTo>
                  <a:cubicBezTo>
                    <a:pt x="20" y="102"/>
                    <a:pt x="22" y="104"/>
                    <a:pt x="24" y="105"/>
                  </a:cubicBezTo>
                  <a:close/>
                  <a:moveTo>
                    <a:pt x="35" y="116"/>
                  </a:moveTo>
                  <a:cubicBezTo>
                    <a:pt x="33" y="112"/>
                    <a:pt x="29" y="109"/>
                    <a:pt x="25" y="106"/>
                  </a:cubicBezTo>
                  <a:cubicBezTo>
                    <a:pt x="29" y="108"/>
                    <a:pt x="32" y="111"/>
                    <a:pt x="36" y="115"/>
                  </a:cubicBezTo>
                  <a:cubicBezTo>
                    <a:pt x="35" y="115"/>
                    <a:pt x="35" y="115"/>
                    <a:pt x="35" y="116"/>
                  </a:cubicBezTo>
                  <a:close/>
                  <a:moveTo>
                    <a:pt x="32" y="107"/>
                  </a:moveTo>
                  <a:cubicBezTo>
                    <a:pt x="33" y="108"/>
                    <a:pt x="35" y="109"/>
                    <a:pt x="36" y="110"/>
                  </a:cubicBezTo>
                  <a:cubicBezTo>
                    <a:pt x="36" y="111"/>
                    <a:pt x="36" y="111"/>
                    <a:pt x="37" y="111"/>
                  </a:cubicBezTo>
                  <a:cubicBezTo>
                    <a:pt x="37" y="111"/>
                    <a:pt x="36" y="112"/>
                    <a:pt x="36" y="113"/>
                  </a:cubicBezTo>
                  <a:cubicBezTo>
                    <a:pt x="35" y="111"/>
                    <a:pt x="34" y="109"/>
                    <a:pt x="32" y="107"/>
                  </a:cubicBezTo>
                  <a:close/>
                  <a:moveTo>
                    <a:pt x="29" y="203"/>
                  </a:moveTo>
                  <a:cubicBezTo>
                    <a:pt x="20" y="203"/>
                    <a:pt x="11" y="200"/>
                    <a:pt x="8" y="190"/>
                  </a:cubicBezTo>
                  <a:cubicBezTo>
                    <a:pt x="5" y="182"/>
                    <a:pt x="8" y="173"/>
                    <a:pt x="11" y="166"/>
                  </a:cubicBezTo>
                  <a:cubicBezTo>
                    <a:pt x="19" y="151"/>
                    <a:pt x="32" y="141"/>
                    <a:pt x="46" y="131"/>
                  </a:cubicBezTo>
                  <a:cubicBezTo>
                    <a:pt x="46" y="130"/>
                    <a:pt x="47" y="130"/>
                    <a:pt x="47" y="129"/>
                  </a:cubicBezTo>
                  <a:cubicBezTo>
                    <a:pt x="56" y="136"/>
                    <a:pt x="65" y="142"/>
                    <a:pt x="74" y="149"/>
                  </a:cubicBezTo>
                  <a:cubicBezTo>
                    <a:pt x="74" y="158"/>
                    <a:pt x="74" y="168"/>
                    <a:pt x="74" y="177"/>
                  </a:cubicBezTo>
                  <a:cubicBezTo>
                    <a:pt x="75" y="182"/>
                    <a:pt x="75" y="186"/>
                    <a:pt x="75" y="190"/>
                  </a:cubicBezTo>
                  <a:cubicBezTo>
                    <a:pt x="61" y="197"/>
                    <a:pt x="45" y="203"/>
                    <a:pt x="29" y="203"/>
                  </a:cubicBezTo>
                  <a:close/>
                  <a:moveTo>
                    <a:pt x="49" y="128"/>
                  </a:moveTo>
                  <a:cubicBezTo>
                    <a:pt x="58" y="122"/>
                    <a:pt x="66" y="116"/>
                    <a:pt x="74" y="110"/>
                  </a:cubicBezTo>
                  <a:cubicBezTo>
                    <a:pt x="74" y="110"/>
                    <a:pt x="74" y="110"/>
                    <a:pt x="74" y="110"/>
                  </a:cubicBezTo>
                  <a:cubicBezTo>
                    <a:pt x="74" y="122"/>
                    <a:pt x="74" y="134"/>
                    <a:pt x="74" y="146"/>
                  </a:cubicBezTo>
                  <a:cubicBezTo>
                    <a:pt x="65" y="140"/>
                    <a:pt x="57" y="134"/>
                    <a:pt x="49" y="128"/>
                  </a:cubicBezTo>
                  <a:close/>
                  <a:moveTo>
                    <a:pt x="75" y="108"/>
                  </a:moveTo>
                  <a:cubicBezTo>
                    <a:pt x="66" y="113"/>
                    <a:pt x="58" y="119"/>
                    <a:pt x="50" y="125"/>
                  </a:cubicBezTo>
                  <a:cubicBezTo>
                    <a:pt x="49" y="125"/>
                    <a:pt x="49" y="126"/>
                    <a:pt x="48" y="127"/>
                  </a:cubicBezTo>
                  <a:cubicBezTo>
                    <a:pt x="44" y="124"/>
                    <a:pt x="40" y="121"/>
                    <a:pt x="37" y="118"/>
                  </a:cubicBezTo>
                  <a:cubicBezTo>
                    <a:pt x="39" y="113"/>
                    <a:pt x="40" y="106"/>
                    <a:pt x="36" y="101"/>
                  </a:cubicBezTo>
                  <a:cubicBezTo>
                    <a:pt x="31" y="96"/>
                    <a:pt x="22" y="95"/>
                    <a:pt x="16" y="100"/>
                  </a:cubicBezTo>
                  <a:cubicBezTo>
                    <a:pt x="8" y="91"/>
                    <a:pt x="3" y="82"/>
                    <a:pt x="5" y="71"/>
                  </a:cubicBezTo>
                  <a:cubicBezTo>
                    <a:pt x="7" y="62"/>
                    <a:pt x="16" y="59"/>
                    <a:pt x="24" y="56"/>
                  </a:cubicBezTo>
                  <a:cubicBezTo>
                    <a:pt x="34" y="54"/>
                    <a:pt x="44" y="55"/>
                    <a:pt x="54" y="58"/>
                  </a:cubicBezTo>
                  <a:cubicBezTo>
                    <a:pt x="63" y="60"/>
                    <a:pt x="71" y="63"/>
                    <a:pt x="79" y="67"/>
                  </a:cubicBezTo>
                  <a:cubicBezTo>
                    <a:pt x="77" y="80"/>
                    <a:pt x="75" y="94"/>
                    <a:pt x="75" y="108"/>
                  </a:cubicBezTo>
                  <a:close/>
                  <a:moveTo>
                    <a:pt x="76" y="167"/>
                  </a:moveTo>
                  <a:cubicBezTo>
                    <a:pt x="76" y="162"/>
                    <a:pt x="76" y="156"/>
                    <a:pt x="76" y="150"/>
                  </a:cubicBezTo>
                  <a:cubicBezTo>
                    <a:pt x="76" y="151"/>
                    <a:pt x="77" y="151"/>
                    <a:pt x="78" y="152"/>
                  </a:cubicBezTo>
                  <a:cubicBezTo>
                    <a:pt x="85" y="156"/>
                    <a:pt x="91" y="161"/>
                    <a:pt x="99" y="165"/>
                  </a:cubicBezTo>
                  <a:cubicBezTo>
                    <a:pt x="104" y="168"/>
                    <a:pt x="108" y="170"/>
                    <a:pt x="113" y="172"/>
                  </a:cubicBezTo>
                  <a:cubicBezTo>
                    <a:pt x="103" y="177"/>
                    <a:pt x="93" y="182"/>
                    <a:pt x="83" y="186"/>
                  </a:cubicBezTo>
                  <a:cubicBezTo>
                    <a:pt x="81" y="187"/>
                    <a:pt x="79" y="188"/>
                    <a:pt x="77" y="189"/>
                  </a:cubicBezTo>
                  <a:cubicBezTo>
                    <a:pt x="76" y="182"/>
                    <a:pt x="76" y="174"/>
                    <a:pt x="76" y="167"/>
                  </a:cubicBezTo>
                  <a:close/>
                  <a:moveTo>
                    <a:pt x="137" y="229"/>
                  </a:moveTo>
                  <a:cubicBezTo>
                    <a:pt x="137" y="227"/>
                    <a:pt x="136" y="226"/>
                    <a:pt x="135" y="225"/>
                  </a:cubicBezTo>
                  <a:cubicBezTo>
                    <a:pt x="136" y="226"/>
                    <a:pt x="137" y="227"/>
                    <a:pt x="137" y="227"/>
                  </a:cubicBezTo>
                  <a:cubicBezTo>
                    <a:pt x="137" y="228"/>
                    <a:pt x="137" y="228"/>
                    <a:pt x="137" y="229"/>
                  </a:cubicBezTo>
                  <a:close/>
                  <a:moveTo>
                    <a:pt x="138" y="226"/>
                  </a:moveTo>
                  <a:cubicBezTo>
                    <a:pt x="136" y="224"/>
                    <a:pt x="134" y="222"/>
                    <a:pt x="132" y="221"/>
                  </a:cubicBezTo>
                  <a:cubicBezTo>
                    <a:pt x="134" y="222"/>
                    <a:pt x="136" y="223"/>
                    <a:pt x="138" y="224"/>
                  </a:cubicBezTo>
                  <a:cubicBezTo>
                    <a:pt x="138" y="225"/>
                    <a:pt x="138" y="225"/>
                    <a:pt x="138" y="226"/>
                  </a:cubicBezTo>
                  <a:close/>
                  <a:moveTo>
                    <a:pt x="131" y="220"/>
                  </a:moveTo>
                  <a:cubicBezTo>
                    <a:pt x="131" y="220"/>
                    <a:pt x="130" y="220"/>
                    <a:pt x="130" y="220"/>
                  </a:cubicBezTo>
                  <a:cubicBezTo>
                    <a:pt x="130" y="220"/>
                    <a:pt x="130" y="220"/>
                    <a:pt x="130" y="220"/>
                  </a:cubicBezTo>
                  <a:cubicBezTo>
                    <a:pt x="130" y="220"/>
                    <a:pt x="130" y="220"/>
                    <a:pt x="130" y="220"/>
                  </a:cubicBezTo>
                  <a:cubicBezTo>
                    <a:pt x="130" y="220"/>
                    <a:pt x="131" y="220"/>
                    <a:pt x="131" y="220"/>
                  </a:cubicBezTo>
                  <a:close/>
                  <a:moveTo>
                    <a:pt x="130" y="215"/>
                  </a:moveTo>
                  <a:cubicBezTo>
                    <a:pt x="130" y="215"/>
                    <a:pt x="130" y="215"/>
                    <a:pt x="130" y="214"/>
                  </a:cubicBezTo>
                  <a:cubicBezTo>
                    <a:pt x="133" y="215"/>
                    <a:pt x="135" y="216"/>
                    <a:pt x="137" y="217"/>
                  </a:cubicBezTo>
                  <a:cubicBezTo>
                    <a:pt x="135" y="216"/>
                    <a:pt x="132" y="215"/>
                    <a:pt x="130" y="215"/>
                  </a:cubicBezTo>
                  <a:close/>
                  <a:moveTo>
                    <a:pt x="132" y="223"/>
                  </a:moveTo>
                  <a:cubicBezTo>
                    <a:pt x="132" y="223"/>
                    <a:pt x="131" y="223"/>
                    <a:pt x="131" y="223"/>
                  </a:cubicBezTo>
                  <a:cubicBezTo>
                    <a:pt x="131" y="223"/>
                    <a:pt x="130" y="224"/>
                    <a:pt x="130" y="224"/>
                  </a:cubicBezTo>
                  <a:cubicBezTo>
                    <a:pt x="130" y="223"/>
                    <a:pt x="130" y="223"/>
                    <a:pt x="130" y="223"/>
                  </a:cubicBezTo>
                  <a:cubicBezTo>
                    <a:pt x="131" y="223"/>
                    <a:pt x="131" y="223"/>
                    <a:pt x="132" y="223"/>
                  </a:cubicBezTo>
                  <a:close/>
                  <a:moveTo>
                    <a:pt x="134" y="228"/>
                  </a:moveTo>
                  <a:cubicBezTo>
                    <a:pt x="133" y="228"/>
                    <a:pt x="133" y="227"/>
                    <a:pt x="132" y="227"/>
                  </a:cubicBezTo>
                  <a:cubicBezTo>
                    <a:pt x="132" y="226"/>
                    <a:pt x="132" y="226"/>
                    <a:pt x="131" y="226"/>
                  </a:cubicBezTo>
                  <a:cubicBezTo>
                    <a:pt x="133" y="226"/>
                    <a:pt x="133" y="227"/>
                    <a:pt x="134" y="228"/>
                  </a:cubicBezTo>
                  <a:close/>
                  <a:moveTo>
                    <a:pt x="139" y="222"/>
                  </a:moveTo>
                  <a:cubicBezTo>
                    <a:pt x="137" y="221"/>
                    <a:pt x="134" y="219"/>
                    <a:pt x="132" y="218"/>
                  </a:cubicBezTo>
                  <a:cubicBezTo>
                    <a:pt x="134" y="219"/>
                    <a:pt x="137" y="220"/>
                    <a:pt x="139" y="222"/>
                  </a:cubicBezTo>
                  <a:cubicBezTo>
                    <a:pt x="139" y="222"/>
                    <a:pt x="139" y="222"/>
                    <a:pt x="139" y="222"/>
                  </a:cubicBezTo>
                  <a:close/>
                  <a:moveTo>
                    <a:pt x="133" y="210"/>
                  </a:moveTo>
                  <a:cubicBezTo>
                    <a:pt x="133" y="210"/>
                    <a:pt x="134" y="210"/>
                    <a:pt x="134" y="210"/>
                  </a:cubicBezTo>
                  <a:cubicBezTo>
                    <a:pt x="136" y="211"/>
                    <a:pt x="138" y="212"/>
                    <a:pt x="139" y="213"/>
                  </a:cubicBezTo>
                  <a:cubicBezTo>
                    <a:pt x="137" y="212"/>
                    <a:pt x="135" y="211"/>
                    <a:pt x="133" y="210"/>
                  </a:cubicBezTo>
                  <a:close/>
                  <a:moveTo>
                    <a:pt x="141" y="209"/>
                  </a:moveTo>
                  <a:cubicBezTo>
                    <a:pt x="141" y="209"/>
                    <a:pt x="141" y="209"/>
                    <a:pt x="141" y="209"/>
                  </a:cubicBezTo>
                  <a:cubicBezTo>
                    <a:pt x="141" y="209"/>
                    <a:pt x="141" y="209"/>
                    <a:pt x="141" y="209"/>
                  </a:cubicBezTo>
                  <a:cubicBezTo>
                    <a:pt x="141" y="209"/>
                    <a:pt x="140" y="208"/>
                    <a:pt x="139" y="208"/>
                  </a:cubicBezTo>
                  <a:cubicBezTo>
                    <a:pt x="140" y="208"/>
                    <a:pt x="140" y="208"/>
                    <a:pt x="141" y="208"/>
                  </a:cubicBezTo>
                  <a:cubicBezTo>
                    <a:pt x="141" y="208"/>
                    <a:pt x="141" y="209"/>
                    <a:pt x="141" y="209"/>
                  </a:cubicBezTo>
                  <a:close/>
                  <a:moveTo>
                    <a:pt x="141" y="229"/>
                  </a:moveTo>
                  <a:cubicBezTo>
                    <a:pt x="141" y="229"/>
                    <a:pt x="141" y="229"/>
                    <a:pt x="141" y="229"/>
                  </a:cubicBezTo>
                  <a:cubicBezTo>
                    <a:pt x="141" y="229"/>
                    <a:pt x="140" y="228"/>
                    <a:pt x="140" y="228"/>
                  </a:cubicBezTo>
                  <a:cubicBezTo>
                    <a:pt x="140" y="227"/>
                    <a:pt x="140" y="227"/>
                    <a:pt x="140" y="226"/>
                  </a:cubicBezTo>
                  <a:cubicBezTo>
                    <a:pt x="141" y="227"/>
                    <a:pt x="141" y="228"/>
                    <a:pt x="142" y="229"/>
                  </a:cubicBezTo>
                  <a:cubicBezTo>
                    <a:pt x="142" y="229"/>
                    <a:pt x="141" y="229"/>
                    <a:pt x="141" y="229"/>
                  </a:cubicBezTo>
                  <a:close/>
                  <a:moveTo>
                    <a:pt x="141" y="223"/>
                  </a:moveTo>
                  <a:cubicBezTo>
                    <a:pt x="141" y="223"/>
                    <a:pt x="141" y="223"/>
                    <a:pt x="141" y="223"/>
                  </a:cubicBezTo>
                  <a:cubicBezTo>
                    <a:pt x="141" y="224"/>
                    <a:pt x="142" y="224"/>
                    <a:pt x="142" y="225"/>
                  </a:cubicBezTo>
                  <a:cubicBezTo>
                    <a:pt x="142" y="224"/>
                    <a:pt x="141" y="224"/>
                    <a:pt x="141" y="223"/>
                  </a:cubicBezTo>
                  <a:close/>
                  <a:moveTo>
                    <a:pt x="146" y="228"/>
                  </a:moveTo>
                  <a:cubicBezTo>
                    <a:pt x="146" y="228"/>
                    <a:pt x="146" y="228"/>
                    <a:pt x="146" y="228"/>
                  </a:cubicBezTo>
                  <a:cubicBezTo>
                    <a:pt x="145" y="225"/>
                    <a:pt x="144" y="223"/>
                    <a:pt x="141" y="221"/>
                  </a:cubicBezTo>
                  <a:cubicBezTo>
                    <a:pt x="141" y="221"/>
                    <a:pt x="141" y="221"/>
                    <a:pt x="141" y="221"/>
                  </a:cubicBezTo>
                  <a:cubicBezTo>
                    <a:pt x="144" y="222"/>
                    <a:pt x="146" y="224"/>
                    <a:pt x="148" y="227"/>
                  </a:cubicBezTo>
                  <a:cubicBezTo>
                    <a:pt x="148" y="227"/>
                    <a:pt x="148" y="227"/>
                    <a:pt x="148" y="227"/>
                  </a:cubicBezTo>
                  <a:cubicBezTo>
                    <a:pt x="147" y="227"/>
                    <a:pt x="147" y="228"/>
                    <a:pt x="146" y="228"/>
                  </a:cubicBezTo>
                  <a:close/>
                  <a:moveTo>
                    <a:pt x="144" y="220"/>
                  </a:moveTo>
                  <a:cubicBezTo>
                    <a:pt x="143" y="220"/>
                    <a:pt x="143" y="219"/>
                    <a:pt x="142" y="219"/>
                  </a:cubicBezTo>
                  <a:cubicBezTo>
                    <a:pt x="142" y="219"/>
                    <a:pt x="142" y="219"/>
                    <a:pt x="142" y="218"/>
                  </a:cubicBezTo>
                  <a:cubicBezTo>
                    <a:pt x="142" y="218"/>
                    <a:pt x="142" y="218"/>
                    <a:pt x="142" y="218"/>
                  </a:cubicBezTo>
                  <a:cubicBezTo>
                    <a:pt x="143" y="219"/>
                    <a:pt x="143" y="219"/>
                    <a:pt x="144" y="220"/>
                  </a:cubicBezTo>
                  <a:close/>
                  <a:moveTo>
                    <a:pt x="143" y="212"/>
                  </a:moveTo>
                  <a:cubicBezTo>
                    <a:pt x="143" y="212"/>
                    <a:pt x="143" y="212"/>
                    <a:pt x="143" y="212"/>
                  </a:cubicBezTo>
                  <a:cubicBezTo>
                    <a:pt x="143" y="213"/>
                    <a:pt x="143" y="213"/>
                    <a:pt x="144" y="213"/>
                  </a:cubicBezTo>
                  <a:cubicBezTo>
                    <a:pt x="143" y="213"/>
                    <a:pt x="143" y="213"/>
                    <a:pt x="143" y="212"/>
                  </a:cubicBezTo>
                  <a:close/>
                  <a:moveTo>
                    <a:pt x="151" y="223"/>
                  </a:moveTo>
                  <a:cubicBezTo>
                    <a:pt x="149" y="221"/>
                    <a:pt x="147" y="219"/>
                    <a:pt x="145" y="217"/>
                  </a:cubicBezTo>
                  <a:cubicBezTo>
                    <a:pt x="147" y="219"/>
                    <a:pt x="150" y="220"/>
                    <a:pt x="151" y="222"/>
                  </a:cubicBezTo>
                  <a:cubicBezTo>
                    <a:pt x="151" y="223"/>
                    <a:pt x="151" y="223"/>
                    <a:pt x="151" y="223"/>
                  </a:cubicBezTo>
                  <a:cubicBezTo>
                    <a:pt x="151" y="223"/>
                    <a:pt x="151" y="223"/>
                    <a:pt x="151" y="223"/>
                  </a:cubicBezTo>
                  <a:close/>
                  <a:moveTo>
                    <a:pt x="151" y="219"/>
                  </a:moveTo>
                  <a:cubicBezTo>
                    <a:pt x="151" y="219"/>
                    <a:pt x="152" y="219"/>
                    <a:pt x="152" y="219"/>
                  </a:cubicBezTo>
                  <a:cubicBezTo>
                    <a:pt x="152" y="220"/>
                    <a:pt x="152" y="220"/>
                    <a:pt x="152" y="220"/>
                  </a:cubicBezTo>
                  <a:cubicBezTo>
                    <a:pt x="150" y="218"/>
                    <a:pt x="148" y="216"/>
                    <a:pt x="145" y="214"/>
                  </a:cubicBezTo>
                  <a:cubicBezTo>
                    <a:pt x="145" y="214"/>
                    <a:pt x="145" y="214"/>
                    <a:pt x="144" y="214"/>
                  </a:cubicBezTo>
                  <a:cubicBezTo>
                    <a:pt x="145" y="214"/>
                    <a:pt x="145" y="214"/>
                    <a:pt x="145" y="214"/>
                  </a:cubicBezTo>
                  <a:cubicBezTo>
                    <a:pt x="148" y="215"/>
                    <a:pt x="150" y="217"/>
                    <a:pt x="151" y="219"/>
                  </a:cubicBezTo>
                  <a:close/>
                  <a:moveTo>
                    <a:pt x="150" y="215"/>
                  </a:moveTo>
                  <a:cubicBezTo>
                    <a:pt x="149" y="214"/>
                    <a:pt x="148" y="213"/>
                    <a:pt x="147" y="212"/>
                  </a:cubicBezTo>
                  <a:cubicBezTo>
                    <a:pt x="145" y="212"/>
                    <a:pt x="144" y="211"/>
                    <a:pt x="143" y="210"/>
                  </a:cubicBezTo>
                  <a:cubicBezTo>
                    <a:pt x="143" y="210"/>
                    <a:pt x="143" y="210"/>
                    <a:pt x="143" y="210"/>
                  </a:cubicBezTo>
                  <a:cubicBezTo>
                    <a:pt x="146" y="211"/>
                    <a:pt x="148" y="213"/>
                    <a:pt x="150" y="215"/>
                  </a:cubicBezTo>
                  <a:close/>
                  <a:moveTo>
                    <a:pt x="144" y="193"/>
                  </a:moveTo>
                  <a:cubicBezTo>
                    <a:pt x="143" y="197"/>
                    <a:pt x="143" y="201"/>
                    <a:pt x="142" y="206"/>
                  </a:cubicBezTo>
                  <a:cubicBezTo>
                    <a:pt x="139" y="205"/>
                    <a:pt x="137" y="206"/>
                    <a:pt x="135" y="207"/>
                  </a:cubicBezTo>
                  <a:cubicBezTo>
                    <a:pt x="134" y="207"/>
                    <a:pt x="132" y="208"/>
                    <a:pt x="133" y="208"/>
                  </a:cubicBezTo>
                  <a:cubicBezTo>
                    <a:pt x="132" y="209"/>
                    <a:pt x="132" y="209"/>
                    <a:pt x="131" y="210"/>
                  </a:cubicBezTo>
                  <a:cubicBezTo>
                    <a:pt x="130" y="210"/>
                    <a:pt x="130" y="211"/>
                    <a:pt x="130" y="211"/>
                  </a:cubicBezTo>
                  <a:cubicBezTo>
                    <a:pt x="130" y="211"/>
                    <a:pt x="130" y="211"/>
                    <a:pt x="130" y="211"/>
                  </a:cubicBezTo>
                  <a:cubicBezTo>
                    <a:pt x="130" y="211"/>
                    <a:pt x="130" y="211"/>
                    <a:pt x="130" y="211"/>
                  </a:cubicBezTo>
                  <a:cubicBezTo>
                    <a:pt x="130" y="211"/>
                    <a:pt x="130" y="212"/>
                    <a:pt x="130" y="212"/>
                  </a:cubicBezTo>
                  <a:cubicBezTo>
                    <a:pt x="130" y="212"/>
                    <a:pt x="130" y="212"/>
                    <a:pt x="130" y="212"/>
                  </a:cubicBezTo>
                  <a:cubicBezTo>
                    <a:pt x="130" y="212"/>
                    <a:pt x="130" y="212"/>
                    <a:pt x="130" y="212"/>
                  </a:cubicBezTo>
                  <a:cubicBezTo>
                    <a:pt x="130" y="212"/>
                    <a:pt x="130" y="212"/>
                    <a:pt x="130" y="212"/>
                  </a:cubicBezTo>
                  <a:cubicBezTo>
                    <a:pt x="129" y="212"/>
                    <a:pt x="129" y="212"/>
                    <a:pt x="129" y="213"/>
                  </a:cubicBezTo>
                  <a:cubicBezTo>
                    <a:pt x="129" y="214"/>
                    <a:pt x="129" y="215"/>
                    <a:pt x="128" y="216"/>
                  </a:cubicBezTo>
                  <a:cubicBezTo>
                    <a:pt x="128" y="216"/>
                    <a:pt x="128" y="216"/>
                    <a:pt x="128" y="216"/>
                  </a:cubicBezTo>
                  <a:cubicBezTo>
                    <a:pt x="127" y="216"/>
                    <a:pt x="127" y="218"/>
                    <a:pt x="128" y="218"/>
                  </a:cubicBezTo>
                  <a:cubicBezTo>
                    <a:pt x="128" y="218"/>
                    <a:pt x="128" y="218"/>
                    <a:pt x="128" y="218"/>
                  </a:cubicBezTo>
                  <a:cubicBezTo>
                    <a:pt x="128" y="219"/>
                    <a:pt x="128" y="220"/>
                    <a:pt x="128" y="221"/>
                  </a:cubicBezTo>
                  <a:cubicBezTo>
                    <a:pt x="128" y="221"/>
                    <a:pt x="128" y="222"/>
                    <a:pt x="128" y="222"/>
                  </a:cubicBezTo>
                  <a:cubicBezTo>
                    <a:pt x="129" y="223"/>
                    <a:pt x="129" y="224"/>
                    <a:pt x="129" y="225"/>
                  </a:cubicBezTo>
                  <a:cubicBezTo>
                    <a:pt x="129" y="225"/>
                    <a:pt x="129" y="226"/>
                    <a:pt x="130" y="226"/>
                  </a:cubicBezTo>
                  <a:cubicBezTo>
                    <a:pt x="131" y="227"/>
                    <a:pt x="131" y="228"/>
                    <a:pt x="132" y="229"/>
                  </a:cubicBezTo>
                  <a:cubicBezTo>
                    <a:pt x="133" y="230"/>
                    <a:pt x="135" y="231"/>
                    <a:pt x="136" y="232"/>
                  </a:cubicBezTo>
                  <a:cubicBezTo>
                    <a:pt x="134" y="238"/>
                    <a:pt x="130" y="244"/>
                    <a:pt x="125" y="249"/>
                  </a:cubicBezTo>
                  <a:cubicBezTo>
                    <a:pt x="106" y="267"/>
                    <a:pt x="86" y="235"/>
                    <a:pt x="81" y="219"/>
                  </a:cubicBezTo>
                  <a:cubicBezTo>
                    <a:pt x="79" y="210"/>
                    <a:pt x="78" y="201"/>
                    <a:pt x="77" y="191"/>
                  </a:cubicBezTo>
                  <a:cubicBezTo>
                    <a:pt x="88" y="186"/>
                    <a:pt x="98" y="181"/>
                    <a:pt x="109" y="176"/>
                  </a:cubicBezTo>
                  <a:cubicBezTo>
                    <a:pt x="111" y="175"/>
                    <a:pt x="113" y="174"/>
                    <a:pt x="115" y="173"/>
                  </a:cubicBezTo>
                  <a:cubicBezTo>
                    <a:pt x="119" y="176"/>
                    <a:pt x="124" y="178"/>
                    <a:pt x="128" y="180"/>
                  </a:cubicBezTo>
                  <a:cubicBezTo>
                    <a:pt x="134" y="183"/>
                    <a:pt x="139" y="186"/>
                    <a:pt x="145" y="189"/>
                  </a:cubicBezTo>
                  <a:cubicBezTo>
                    <a:pt x="144" y="190"/>
                    <a:pt x="144" y="192"/>
                    <a:pt x="144" y="193"/>
                  </a:cubicBezTo>
                  <a:close/>
                  <a:moveTo>
                    <a:pt x="145" y="186"/>
                  </a:moveTo>
                  <a:cubicBezTo>
                    <a:pt x="136" y="182"/>
                    <a:pt x="127" y="177"/>
                    <a:pt x="118" y="172"/>
                  </a:cubicBezTo>
                  <a:cubicBezTo>
                    <a:pt x="129" y="167"/>
                    <a:pt x="139" y="161"/>
                    <a:pt x="149" y="154"/>
                  </a:cubicBezTo>
                  <a:cubicBezTo>
                    <a:pt x="148" y="165"/>
                    <a:pt x="147" y="176"/>
                    <a:pt x="145" y="186"/>
                  </a:cubicBezTo>
                  <a:close/>
                  <a:moveTo>
                    <a:pt x="149" y="151"/>
                  </a:moveTo>
                  <a:cubicBezTo>
                    <a:pt x="145" y="154"/>
                    <a:pt x="141" y="157"/>
                    <a:pt x="137" y="160"/>
                  </a:cubicBezTo>
                  <a:cubicBezTo>
                    <a:pt x="130" y="164"/>
                    <a:pt x="123" y="167"/>
                    <a:pt x="115" y="171"/>
                  </a:cubicBezTo>
                  <a:cubicBezTo>
                    <a:pt x="112" y="169"/>
                    <a:pt x="108" y="168"/>
                    <a:pt x="105" y="166"/>
                  </a:cubicBezTo>
                  <a:cubicBezTo>
                    <a:pt x="98" y="163"/>
                    <a:pt x="94" y="160"/>
                    <a:pt x="88" y="156"/>
                  </a:cubicBezTo>
                  <a:cubicBezTo>
                    <a:pt x="84" y="153"/>
                    <a:pt x="80" y="150"/>
                    <a:pt x="76" y="147"/>
                  </a:cubicBezTo>
                  <a:cubicBezTo>
                    <a:pt x="76" y="135"/>
                    <a:pt x="76" y="122"/>
                    <a:pt x="76" y="109"/>
                  </a:cubicBezTo>
                  <a:cubicBezTo>
                    <a:pt x="89" y="101"/>
                    <a:pt x="102" y="93"/>
                    <a:pt x="115" y="86"/>
                  </a:cubicBezTo>
                  <a:cubicBezTo>
                    <a:pt x="127" y="92"/>
                    <a:pt x="138" y="99"/>
                    <a:pt x="150" y="107"/>
                  </a:cubicBezTo>
                  <a:cubicBezTo>
                    <a:pt x="150" y="107"/>
                    <a:pt x="150" y="108"/>
                    <a:pt x="150" y="108"/>
                  </a:cubicBezTo>
                  <a:cubicBezTo>
                    <a:pt x="150" y="116"/>
                    <a:pt x="151" y="124"/>
                    <a:pt x="151" y="132"/>
                  </a:cubicBezTo>
                  <a:cubicBezTo>
                    <a:pt x="150" y="138"/>
                    <a:pt x="150" y="144"/>
                    <a:pt x="149" y="151"/>
                  </a:cubicBezTo>
                  <a:close/>
                  <a:moveTo>
                    <a:pt x="158" y="145"/>
                  </a:moveTo>
                  <a:cubicBezTo>
                    <a:pt x="156" y="146"/>
                    <a:pt x="154" y="148"/>
                    <a:pt x="152" y="149"/>
                  </a:cubicBezTo>
                  <a:cubicBezTo>
                    <a:pt x="152" y="149"/>
                    <a:pt x="152" y="149"/>
                    <a:pt x="152" y="148"/>
                  </a:cubicBezTo>
                  <a:cubicBezTo>
                    <a:pt x="152" y="141"/>
                    <a:pt x="153" y="133"/>
                    <a:pt x="153" y="125"/>
                  </a:cubicBezTo>
                  <a:cubicBezTo>
                    <a:pt x="153" y="119"/>
                    <a:pt x="152" y="114"/>
                    <a:pt x="152" y="108"/>
                  </a:cubicBezTo>
                  <a:cubicBezTo>
                    <a:pt x="156" y="111"/>
                    <a:pt x="159" y="113"/>
                    <a:pt x="163" y="116"/>
                  </a:cubicBezTo>
                  <a:cubicBezTo>
                    <a:pt x="170" y="120"/>
                    <a:pt x="176" y="124"/>
                    <a:pt x="182" y="129"/>
                  </a:cubicBezTo>
                  <a:cubicBezTo>
                    <a:pt x="174" y="134"/>
                    <a:pt x="166" y="139"/>
                    <a:pt x="158" y="145"/>
                  </a:cubicBezTo>
                  <a:close/>
                  <a:moveTo>
                    <a:pt x="215" y="109"/>
                  </a:moveTo>
                  <a:cubicBezTo>
                    <a:pt x="215" y="108"/>
                    <a:pt x="215" y="108"/>
                    <a:pt x="215" y="108"/>
                  </a:cubicBezTo>
                  <a:cubicBezTo>
                    <a:pt x="214" y="107"/>
                    <a:pt x="214" y="107"/>
                    <a:pt x="213" y="106"/>
                  </a:cubicBezTo>
                  <a:cubicBezTo>
                    <a:pt x="213" y="106"/>
                    <a:pt x="213" y="106"/>
                    <a:pt x="214" y="105"/>
                  </a:cubicBezTo>
                  <a:cubicBezTo>
                    <a:pt x="215" y="106"/>
                    <a:pt x="216" y="108"/>
                    <a:pt x="217" y="109"/>
                  </a:cubicBezTo>
                  <a:cubicBezTo>
                    <a:pt x="216" y="109"/>
                    <a:pt x="216" y="109"/>
                    <a:pt x="215" y="109"/>
                  </a:cubicBezTo>
                  <a:close/>
                  <a:moveTo>
                    <a:pt x="215" y="104"/>
                  </a:moveTo>
                  <a:cubicBezTo>
                    <a:pt x="215" y="103"/>
                    <a:pt x="215" y="103"/>
                    <a:pt x="215" y="103"/>
                  </a:cubicBezTo>
                  <a:cubicBezTo>
                    <a:pt x="217" y="104"/>
                    <a:pt x="218" y="106"/>
                    <a:pt x="219" y="108"/>
                  </a:cubicBezTo>
                  <a:cubicBezTo>
                    <a:pt x="218" y="106"/>
                    <a:pt x="216" y="105"/>
                    <a:pt x="215" y="104"/>
                  </a:cubicBezTo>
                  <a:close/>
                  <a:moveTo>
                    <a:pt x="215" y="100"/>
                  </a:moveTo>
                  <a:cubicBezTo>
                    <a:pt x="212" y="99"/>
                    <a:pt x="210" y="98"/>
                    <a:pt x="208" y="97"/>
                  </a:cubicBezTo>
                  <a:cubicBezTo>
                    <a:pt x="210" y="97"/>
                    <a:pt x="213" y="98"/>
                    <a:pt x="215" y="99"/>
                  </a:cubicBezTo>
                  <a:cubicBezTo>
                    <a:pt x="215" y="100"/>
                    <a:pt x="215" y="100"/>
                    <a:pt x="215" y="100"/>
                  </a:cubicBezTo>
                  <a:close/>
                  <a:moveTo>
                    <a:pt x="219" y="109"/>
                  </a:moveTo>
                  <a:cubicBezTo>
                    <a:pt x="219" y="109"/>
                    <a:pt x="219" y="109"/>
                    <a:pt x="219" y="109"/>
                  </a:cubicBezTo>
                  <a:cubicBezTo>
                    <a:pt x="219" y="109"/>
                    <a:pt x="219" y="109"/>
                    <a:pt x="219" y="109"/>
                  </a:cubicBezTo>
                  <a:cubicBezTo>
                    <a:pt x="219" y="109"/>
                    <a:pt x="219" y="109"/>
                    <a:pt x="219" y="109"/>
                  </a:cubicBezTo>
                  <a:close/>
                  <a:moveTo>
                    <a:pt x="221" y="109"/>
                  </a:moveTo>
                  <a:cubicBezTo>
                    <a:pt x="221" y="105"/>
                    <a:pt x="219" y="103"/>
                    <a:pt x="216" y="101"/>
                  </a:cubicBezTo>
                  <a:cubicBezTo>
                    <a:pt x="217" y="101"/>
                    <a:pt x="217" y="101"/>
                    <a:pt x="217" y="100"/>
                  </a:cubicBezTo>
                  <a:cubicBezTo>
                    <a:pt x="220" y="103"/>
                    <a:pt x="222" y="105"/>
                    <a:pt x="223" y="108"/>
                  </a:cubicBezTo>
                  <a:cubicBezTo>
                    <a:pt x="223" y="108"/>
                    <a:pt x="223" y="108"/>
                    <a:pt x="223" y="108"/>
                  </a:cubicBezTo>
                  <a:cubicBezTo>
                    <a:pt x="222" y="108"/>
                    <a:pt x="222" y="109"/>
                    <a:pt x="221" y="109"/>
                  </a:cubicBezTo>
                  <a:close/>
                  <a:moveTo>
                    <a:pt x="213" y="93"/>
                  </a:moveTo>
                  <a:cubicBezTo>
                    <a:pt x="214" y="94"/>
                    <a:pt x="216" y="95"/>
                    <a:pt x="217" y="96"/>
                  </a:cubicBezTo>
                  <a:cubicBezTo>
                    <a:pt x="217" y="96"/>
                    <a:pt x="217" y="96"/>
                    <a:pt x="217" y="96"/>
                  </a:cubicBezTo>
                  <a:cubicBezTo>
                    <a:pt x="216" y="95"/>
                    <a:pt x="214" y="94"/>
                    <a:pt x="213" y="93"/>
                  </a:cubicBezTo>
                  <a:close/>
                  <a:moveTo>
                    <a:pt x="225" y="107"/>
                  </a:moveTo>
                  <a:cubicBezTo>
                    <a:pt x="225" y="107"/>
                    <a:pt x="225" y="107"/>
                    <a:pt x="225" y="107"/>
                  </a:cubicBezTo>
                  <a:cubicBezTo>
                    <a:pt x="223" y="104"/>
                    <a:pt x="221" y="102"/>
                    <a:pt x="218" y="100"/>
                  </a:cubicBezTo>
                  <a:cubicBezTo>
                    <a:pt x="218" y="99"/>
                    <a:pt x="218" y="99"/>
                    <a:pt x="218" y="99"/>
                  </a:cubicBezTo>
                  <a:cubicBezTo>
                    <a:pt x="220" y="101"/>
                    <a:pt x="224" y="103"/>
                    <a:pt x="225" y="106"/>
                  </a:cubicBezTo>
                  <a:cubicBezTo>
                    <a:pt x="225" y="106"/>
                    <a:pt x="226" y="107"/>
                    <a:pt x="226" y="106"/>
                  </a:cubicBezTo>
                  <a:cubicBezTo>
                    <a:pt x="226" y="107"/>
                    <a:pt x="225" y="107"/>
                    <a:pt x="225" y="107"/>
                  </a:cubicBezTo>
                  <a:close/>
                  <a:moveTo>
                    <a:pt x="220" y="91"/>
                  </a:moveTo>
                  <a:cubicBezTo>
                    <a:pt x="219" y="91"/>
                    <a:pt x="219" y="91"/>
                    <a:pt x="218" y="90"/>
                  </a:cubicBezTo>
                  <a:cubicBezTo>
                    <a:pt x="219" y="91"/>
                    <a:pt x="220" y="91"/>
                    <a:pt x="220" y="91"/>
                  </a:cubicBezTo>
                  <a:cubicBezTo>
                    <a:pt x="220" y="91"/>
                    <a:pt x="220" y="91"/>
                    <a:pt x="220" y="91"/>
                  </a:cubicBezTo>
                  <a:close/>
                  <a:moveTo>
                    <a:pt x="223" y="101"/>
                  </a:moveTo>
                  <a:cubicBezTo>
                    <a:pt x="222" y="100"/>
                    <a:pt x="221" y="99"/>
                    <a:pt x="219" y="98"/>
                  </a:cubicBezTo>
                  <a:cubicBezTo>
                    <a:pt x="219" y="98"/>
                    <a:pt x="219" y="98"/>
                    <a:pt x="219" y="98"/>
                  </a:cubicBezTo>
                  <a:cubicBezTo>
                    <a:pt x="219" y="97"/>
                    <a:pt x="219" y="97"/>
                    <a:pt x="219" y="97"/>
                  </a:cubicBezTo>
                  <a:cubicBezTo>
                    <a:pt x="221" y="98"/>
                    <a:pt x="222" y="99"/>
                    <a:pt x="223" y="101"/>
                  </a:cubicBezTo>
                  <a:close/>
                  <a:moveTo>
                    <a:pt x="228" y="106"/>
                  </a:moveTo>
                  <a:cubicBezTo>
                    <a:pt x="228" y="105"/>
                    <a:pt x="228" y="105"/>
                    <a:pt x="227" y="105"/>
                  </a:cubicBezTo>
                  <a:cubicBezTo>
                    <a:pt x="228" y="105"/>
                    <a:pt x="228" y="105"/>
                    <a:pt x="228" y="105"/>
                  </a:cubicBezTo>
                  <a:cubicBezTo>
                    <a:pt x="228" y="105"/>
                    <a:pt x="228" y="105"/>
                    <a:pt x="228" y="106"/>
                  </a:cubicBezTo>
                  <a:close/>
                  <a:moveTo>
                    <a:pt x="229" y="103"/>
                  </a:moveTo>
                  <a:cubicBezTo>
                    <a:pt x="228" y="103"/>
                    <a:pt x="228" y="103"/>
                    <a:pt x="228" y="102"/>
                  </a:cubicBezTo>
                  <a:cubicBezTo>
                    <a:pt x="228" y="102"/>
                    <a:pt x="229" y="103"/>
                    <a:pt x="229" y="103"/>
                  </a:cubicBezTo>
                  <a:cubicBezTo>
                    <a:pt x="229" y="103"/>
                    <a:pt x="229" y="103"/>
                    <a:pt x="229" y="103"/>
                  </a:cubicBezTo>
                  <a:close/>
                  <a:moveTo>
                    <a:pt x="230" y="95"/>
                  </a:moveTo>
                  <a:cubicBezTo>
                    <a:pt x="230" y="95"/>
                    <a:pt x="230" y="96"/>
                    <a:pt x="230" y="96"/>
                  </a:cubicBezTo>
                  <a:cubicBezTo>
                    <a:pt x="229" y="96"/>
                    <a:pt x="229" y="95"/>
                    <a:pt x="229" y="95"/>
                  </a:cubicBezTo>
                  <a:cubicBezTo>
                    <a:pt x="229" y="95"/>
                    <a:pt x="229" y="95"/>
                    <a:pt x="230" y="95"/>
                  </a:cubicBezTo>
                  <a:close/>
                  <a:moveTo>
                    <a:pt x="224" y="88"/>
                  </a:moveTo>
                  <a:cubicBezTo>
                    <a:pt x="225" y="89"/>
                    <a:pt x="226" y="90"/>
                    <a:pt x="228" y="91"/>
                  </a:cubicBezTo>
                  <a:cubicBezTo>
                    <a:pt x="226" y="90"/>
                    <a:pt x="225" y="89"/>
                    <a:pt x="223" y="88"/>
                  </a:cubicBezTo>
                  <a:cubicBezTo>
                    <a:pt x="223" y="88"/>
                    <a:pt x="223" y="88"/>
                    <a:pt x="224" y="88"/>
                  </a:cubicBezTo>
                  <a:close/>
                  <a:moveTo>
                    <a:pt x="228" y="98"/>
                  </a:moveTo>
                  <a:cubicBezTo>
                    <a:pt x="228" y="98"/>
                    <a:pt x="229" y="98"/>
                    <a:pt x="230" y="98"/>
                  </a:cubicBezTo>
                  <a:cubicBezTo>
                    <a:pt x="230" y="99"/>
                    <a:pt x="230" y="99"/>
                    <a:pt x="229" y="100"/>
                  </a:cubicBezTo>
                  <a:cubicBezTo>
                    <a:pt x="228" y="98"/>
                    <a:pt x="226" y="96"/>
                    <a:pt x="223" y="94"/>
                  </a:cubicBezTo>
                  <a:cubicBezTo>
                    <a:pt x="225" y="95"/>
                    <a:pt x="227" y="96"/>
                    <a:pt x="228" y="98"/>
                  </a:cubicBezTo>
                  <a:close/>
                  <a:moveTo>
                    <a:pt x="227" y="101"/>
                  </a:moveTo>
                  <a:cubicBezTo>
                    <a:pt x="225" y="99"/>
                    <a:pt x="223" y="97"/>
                    <a:pt x="220" y="95"/>
                  </a:cubicBezTo>
                  <a:cubicBezTo>
                    <a:pt x="220" y="95"/>
                    <a:pt x="220" y="95"/>
                    <a:pt x="220" y="95"/>
                  </a:cubicBezTo>
                  <a:cubicBezTo>
                    <a:pt x="223" y="96"/>
                    <a:pt x="226" y="98"/>
                    <a:pt x="227" y="101"/>
                  </a:cubicBezTo>
                  <a:close/>
                  <a:moveTo>
                    <a:pt x="222" y="87"/>
                  </a:moveTo>
                  <a:cubicBezTo>
                    <a:pt x="222" y="87"/>
                    <a:pt x="222" y="87"/>
                    <a:pt x="222" y="87"/>
                  </a:cubicBezTo>
                  <a:cubicBezTo>
                    <a:pt x="222" y="87"/>
                    <a:pt x="222" y="87"/>
                    <a:pt x="222" y="87"/>
                  </a:cubicBezTo>
                  <a:cubicBezTo>
                    <a:pt x="222" y="87"/>
                    <a:pt x="222" y="87"/>
                    <a:pt x="222" y="87"/>
                  </a:cubicBezTo>
                  <a:close/>
                  <a:moveTo>
                    <a:pt x="218" y="87"/>
                  </a:moveTo>
                  <a:cubicBezTo>
                    <a:pt x="218" y="87"/>
                    <a:pt x="219" y="88"/>
                    <a:pt x="219" y="88"/>
                  </a:cubicBezTo>
                  <a:cubicBezTo>
                    <a:pt x="220" y="88"/>
                    <a:pt x="220" y="89"/>
                    <a:pt x="221" y="89"/>
                  </a:cubicBezTo>
                  <a:cubicBezTo>
                    <a:pt x="221" y="89"/>
                    <a:pt x="221" y="89"/>
                    <a:pt x="221" y="90"/>
                  </a:cubicBezTo>
                  <a:cubicBezTo>
                    <a:pt x="220" y="89"/>
                    <a:pt x="218" y="88"/>
                    <a:pt x="217" y="87"/>
                  </a:cubicBezTo>
                  <a:cubicBezTo>
                    <a:pt x="217" y="87"/>
                    <a:pt x="218" y="87"/>
                    <a:pt x="218" y="87"/>
                  </a:cubicBezTo>
                  <a:close/>
                  <a:moveTo>
                    <a:pt x="218" y="90"/>
                  </a:moveTo>
                  <a:cubicBezTo>
                    <a:pt x="216" y="89"/>
                    <a:pt x="215" y="89"/>
                    <a:pt x="214" y="88"/>
                  </a:cubicBezTo>
                  <a:cubicBezTo>
                    <a:pt x="215" y="88"/>
                    <a:pt x="217" y="89"/>
                    <a:pt x="218" y="90"/>
                  </a:cubicBezTo>
                  <a:close/>
                  <a:moveTo>
                    <a:pt x="212" y="89"/>
                  </a:moveTo>
                  <a:cubicBezTo>
                    <a:pt x="214" y="90"/>
                    <a:pt x="216" y="91"/>
                    <a:pt x="217" y="93"/>
                  </a:cubicBezTo>
                  <a:cubicBezTo>
                    <a:pt x="215" y="91"/>
                    <a:pt x="213" y="90"/>
                    <a:pt x="211" y="90"/>
                  </a:cubicBezTo>
                  <a:cubicBezTo>
                    <a:pt x="211" y="89"/>
                    <a:pt x="212" y="89"/>
                    <a:pt x="212" y="89"/>
                  </a:cubicBezTo>
                  <a:close/>
                  <a:moveTo>
                    <a:pt x="209" y="92"/>
                  </a:moveTo>
                  <a:cubicBezTo>
                    <a:pt x="209" y="92"/>
                    <a:pt x="210" y="92"/>
                    <a:pt x="210" y="92"/>
                  </a:cubicBezTo>
                  <a:cubicBezTo>
                    <a:pt x="210" y="92"/>
                    <a:pt x="209" y="92"/>
                    <a:pt x="209" y="92"/>
                  </a:cubicBezTo>
                  <a:close/>
                  <a:moveTo>
                    <a:pt x="208" y="94"/>
                  </a:moveTo>
                  <a:cubicBezTo>
                    <a:pt x="208" y="94"/>
                    <a:pt x="208" y="94"/>
                    <a:pt x="208" y="94"/>
                  </a:cubicBezTo>
                  <a:cubicBezTo>
                    <a:pt x="211" y="95"/>
                    <a:pt x="213" y="96"/>
                    <a:pt x="216" y="98"/>
                  </a:cubicBezTo>
                  <a:cubicBezTo>
                    <a:pt x="216" y="98"/>
                    <a:pt x="216" y="98"/>
                    <a:pt x="216" y="98"/>
                  </a:cubicBezTo>
                  <a:cubicBezTo>
                    <a:pt x="213" y="96"/>
                    <a:pt x="211" y="94"/>
                    <a:pt x="207" y="95"/>
                  </a:cubicBezTo>
                  <a:cubicBezTo>
                    <a:pt x="208" y="94"/>
                    <a:pt x="208" y="94"/>
                    <a:pt x="208" y="94"/>
                  </a:cubicBezTo>
                  <a:close/>
                  <a:moveTo>
                    <a:pt x="207" y="99"/>
                  </a:moveTo>
                  <a:cubicBezTo>
                    <a:pt x="207" y="99"/>
                    <a:pt x="207" y="99"/>
                    <a:pt x="207" y="98"/>
                  </a:cubicBezTo>
                  <a:cubicBezTo>
                    <a:pt x="209" y="99"/>
                    <a:pt x="212" y="100"/>
                    <a:pt x="214" y="101"/>
                  </a:cubicBezTo>
                  <a:cubicBezTo>
                    <a:pt x="213" y="102"/>
                    <a:pt x="213" y="102"/>
                    <a:pt x="213" y="102"/>
                  </a:cubicBezTo>
                  <a:cubicBezTo>
                    <a:pt x="211" y="101"/>
                    <a:pt x="209" y="100"/>
                    <a:pt x="207" y="99"/>
                  </a:cubicBezTo>
                  <a:close/>
                  <a:moveTo>
                    <a:pt x="209" y="103"/>
                  </a:moveTo>
                  <a:cubicBezTo>
                    <a:pt x="208" y="103"/>
                    <a:pt x="208" y="102"/>
                    <a:pt x="208" y="102"/>
                  </a:cubicBezTo>
                  <a:cubicBezTo>
                    <a:pt x="209" y="102"/>
                    <a:pt x="210" y="103"/>
                    <a:pt x="212" y="104"/>
                  </a:cubicBezTo>
                  <a:cubicBezTo>
                    <a:pt x="212" y="104"/>
                    <a:pt x="212" y="104"/>
                    <a:pt x="212" y="104"/>
                  </a:cubicBezTo>
                  <a:cubicBezTo>
                    <a:pt x="211" y="103"/>
                    <a:pt x="210" y="103"/>
                    <a:pt x="209" y="103"/>
                  </a:cubicBezTo>
                  <a:close/>
                  <a:moveTo>
                    <a:pt x="115" y="111"/>
                  </a:moveTo>
                  <a:cubicBezTo>
                    <a:pt x="115" y="111"/>
                    <a:pt x="115" y="111"/>
                    <a:pt x="114" y="111"/>
                  </a:cubicBezTo>
                  <a:cubicBezTo>
                    <a:pt x="105" y="111"/>
                    <a:pt x="98" y="117"/>
                    <a:pt x="98" y="127"/>
                  </a:cubicBezTo>
                  <a:cubicBezTo>
                    <a:pt x="98" y="132"/>
                    <a:pt x="99" y="136"/>
                    <a:pt x="102" y="140"/>
                  </a:cubicBezTo>
                  <a:cubicBezTo>
                    <a:pt x="105" y="142"/>
                    <a:pt x="109" y="144"/>
                    <a:pt x="115" y="144"/>
                  </a:cubicBezTo>
                  <a:cubicBezTo>
                    <a:pt x="124" y="144"/>
                    <a:pt x="132" y="136"/>
                    <a:pt x="132" y="127"/>
                  </a:cubicBezTo>
                  <a:cubicBezTo>
                    <a:pt x="131" y="116"/>
                    <a:pt x="125" y="111"/>
                    <a:pt x="115" y="111"/>
                  </a:cubicBezTo>
                  <a:close/>
                  <a:moveTo>
                    <a:pt x="115" y="143"/>
                  </a:moveTo>
                  <a:cubicBezTo>
                    <a:pt x="111" y="143"/>
                    <a:pt x="106" y="141"/>
                    <a:pt x="104" y="139"/>
                  </a:cubicBezTo>
                  <a:cubicBezTo>
                    <a:pt x="101" y="136"/>
                    <a:pt x="100" y="133"/>
                    <a:pt x="100" y="130"/>
                  </a:cubicBezTo>
                  <a:cubicBezTo>
                    <a:pt x="100" y="130"/>
                    <a:pt x="100" y="130"/>
                    <a:pt x="100" y="130"/>
                  </a:cubicBezTo>
                  <a:cubicBezTo>
                    <a:pt x="100" y="130"/>
                    <a:pt x="100" y="130"/>
                    <a:pt x="101" y="131"/>
                  </a:cubicBezTo>
                  <a:cubicBezTo>
                    <a:pt x="101" y="131"/>
                    <a:pt x="101" y="131"/>
                    <a:pt x="101" y="131"/>
                  </a:cubicBezTo>
                  <a:cubicBezTo>
                    <a:pt x="101" y="131"/>
                    <a:pt x="101" y="131"/>
                    <a:pt x="101" y="131"/>
                  </a:cubicBezTo>
                  <a:cubicBezTo>
                    <a:pt x="101" y="131"/>
                    <a:pt x="101" y="131"/>
                    <a:pt x="102" y="132"/>
                  </a:cubicBezTo>
                  <a:cubicBezTo>
                    <a:pt x="104" y="134"/>
                    <a:pt x="107" y="134"/>
                    <a:pt x="110" y="132"/>
                  </a:cubicBezTo>
                  <a:cubicBezTo>
                    <a:pt x="110" y="132"/>
                    <a:pt x="110" y="132"/>
                    <a:pt x="110" y="133"/>
                  </a:cubicBezTo>
                  <a:cubicBezTo>
                    <a:pt x="110" y="132"/>
                    <a:pt x="110" y="132"/>
                    <a:pt x="110" y="132"/>
                  </a:cubicBezTo>
                  <a:cubicBezTo>
                    <a:pt x="110" y="132"/>
                    <a:pt x="110" y="132"/>
                    <a:pt x="110" y="132"/>
                  </a:cubicBezTo>
                  <a:cubicBezTo>
                    <a:pt x="110" y="132"/>
                    <a:pt x="110" y="131"/>
                    <a:pt x="110" y="131"/>
                  </a:cubicBezTo>
                  <a:cubicBezTo>
                    <a:pt x="110" y="131"/>
                    <a:pt x="111" y="131"/>
                    <a:pt x="111" y="131"/>
                  </a:cubicBezTo>
                  <a:cubicBezTo>
                    <a:pt x="110" y="131"/>
                    <a:pt x="110" y="131"/>
                    <a:pt x="110" y="132"/>
                  </a:cubicBezTo>
                  <a:cubicBezTo>
                    <a:pt x="110" y="132"/>
                    <a:pt x="111" y="132"/>
                    <a:pt x="111" y="133"/>
                  </a:cubicBezTo>
                  <a:cubicBezTo>
                    <a:pt x="111" y="133"/>
                    <a:pt x="111" y="132"/>
                    <a:pt x="111" y="132"/>
                  </a:cubicBezTo>
                  <a:cubicBezTo>
                    <a:pt x="111" y="133"/>
                    <a:pt x="110" y="134"/>
                    <a:pt x="110" y="135"/>
                  </a:cubicBezTo>
                  <a:cubicBezTo>
                    <a:pt x="110" y="134"/>
                    <a:pt x="110" y="133"/>
                    <a:pt x="111" y="133"/>
                  </a:cubicBezTo>
                  <a:cubicBezTo>
                    <a:pt x="110" y="133"/>
                    <a:pt x="110" y="133"/>
                    <a:pt x="110" y="133"/>
                  </a:cubicBezTo>
                  <a:cubicBezTo>
                    <a:pt x="107" y="135"/>
                    <a:pt x="109" y="138"/>
                    <a:pt x="111" y="141"/>
                  </a:cubicBezTo>
                  <a:cubicBezTo>
                    <a:pt x="113" y="143"/>
                    <a:pt x="117" y="142"/>
                    <a:pt x="120" y="140"/>
                  </a:cubicBezTo>
                  <a:cubicBezTo>
                    <a:pt x="122" y="137"/>
                    <a:pt x="122" y="134"/>
                    <a:pt x="120" y="132"/>
                  </a:cubicBezTo>
                  <a:cubicBezTo>
                    <a:pt x="121" y="133"/>
                    <a:pt x="122" y="134"/>
                    <a:pt x="123" y="134"/>
                  </a:cubicBezTo>
                  <a:cubicBezTo>
                    <a:pt x="123" y="134"/>
                    <a:pt x="123" y="134"/>
                    <a:pt x="124" y="134"/>
                  </a:cubicBezTo>
                  <a:cubicBezTo>
                    <a:pt x="126" y="134"/>
                    <a:pt x="128" y="133"/>
                    <a:pt x="129" y="132"/>
                  </a:cubicBezTo>
                  <a:cubicBezTo>
                    <a:pt x="129" y="132"/>
                    <a:pt x="129" y="131"/>
                    <a:pt x="129" y="131"/>
                  </a:cubicBezTo>
                  <a:cubicBezTo>
                    <a:pt x="127" y="137"/>
                    <a:pt x="122" y="142"/>
                    <a:pt x="115" y="143"/>
                  </a:cubicBezTo>
                  <a:close/>
                  <a:moveTo>
                    <a:pt x="101" y="130"/>
                  </a:moveTo>
                  <a:cubicBezTo>
                    <a:pt x="101" y="130"/>
                    <a:pt x="101" y="130"/>
                    <a:pt x="101" y="130"/>
                  </a:cubicBezTo>
                  <a:cubicBezTo>
                    <a:pt x="101" y="130"/>
                    <a:pt x="101" y="130"/>
                    <a:pt x="101" y="130"/>
                  </a:cubicBezTo>
                  <a:close/>
                  <a:moveTo>
                    <a:pt x="101" y="124"/>
                  </a:moveTo>
                  <a:cubicBezTo>
                    <a:pt x="101" y="124"/>
                    <a:pt x="101" y="124"/>
                    <a:pt x="101" y="124"/>
                  </a:cubicBezTo>
                  <a:cubicBezTo>
                    <a:pt x="101" y="124"/>
                    <a:pt x="101" y="124"/>
                    <a:pt x="101" y="124"/>
                  </a:cubicBezTo>
                  <a:cubicBezTo>
                    <a:pt x="101" y="124"/>
                    <a:pt x="101" y="124"/>
                    <a:pt x="101" y="124"/>
                  </a:cubicBezTo>
                  <a:close/>
                  <a:moveTo>
                    <a:pt x="102" y="131"/>
                  </a:moveTo>
                  <a:cubicBezTo>
                    <a:pt x="102" y="131"/>
                    <a:pt x="102" y="131"/>
                    <a:pt x="102" y="131"/>
                  </a:cubicBezTo>
                  <a:cubicBezTo>
                    <a:pt x="102" y="131"/>
                    <a:pt x="102" y="131"/>
                    <a:pt x="102" y="131"/>
                  </a:cubicBezTo>
                  <a:cubicBezTo>
                    <a:pt x="102" y="131"/>
                    <a:pt x="102" y="131"/>
                    <a:pt x="102" y="131"/>
                  </a:cubicBezTo>
                  <a:close/>
                  <a:moveTo>
                    <a:pt x="103" y="122"/>
                  </a:moveTo>
                  <a:cubicBezTo>
                    <a:pt x="103" y="122"/>
                    <a:pt x="103" y="122"/>
                    <a:pt x="103" y="122"/>
                  </a:cubicBezTo>
                  <a:cubicBezTo>
                    <a:pt x="103" y="123"/>
                    <a:pt x="103" y="123"/>
                    <a:pt x="103" y="123"/>
                  </a:cubicBezTo>
                  <a:cubicBezTo>
                    <a:pt x="103" y="131"/>
                    <a:pt x="103" y="131"/>
                    <a:pt x="103" y="131"/>
                  </a:cubicBezTo>
                  <a:cubicBezTo>
                    <a:pt x="103" y="131"/>
                    <a:pt x="103" y="131"/>
                    <a:pt x="103" y="131"/>
                  </a:cubicBezTo>
                  <a:cubicBezTo>
                    <a:pt x="103" y="132"/>
                    <a:pt x="103" y="132"/>
                    <a:pt x="103" y="132"/>
                  </a:cubicBezTo>
                  <a:cubicBezTo>
                    <a:pt x="103" y="132"/>
                    <a:pt x="103" y="131"/>
                    <a:pt x="103" y="131"/>
                  </a:cubicBezTo>
                  <a:cubicBezTo>
                    <a:pt x="103" y="131"/>
                    <a:pt x="103" y="131"/>
                    <a:pt x="103" y="131"/>
                  </a:cubicBezTo>
                  <a:cubicBezTo>
                    <a:pt x="102" y="128"/>
                    <a:pt x="103" y="125"/>
                    <a:pt x="103" y="123"/>
                  </a:cubicBezTo>
                  <a:cubicBezTo>
                    <a:pt x="103" y="122"/>
                    <a:pt x="103" y="122"/>
                    <a:pt x="103" y="122"/>
                  </a:cubicBezTo>
                  <a:close/>
                  <a:moveTo>
                    <a:pt x="105" y="122"/>
                  </a:moveTo>
                  <a:cubicBezTo>
                    <a:pt x="105" y="122"/>
                    <a:pt x="105" y="122"/>
                    <a:pt x="105" y="122"/>
                  </a:cubicBezTo>
                  <a:cubicBezTo>
                    <a:pt x="105" y="122"/>
                    <a:pt x="105" y="122"/>
                    <a:pt x="105" y="122"/>
                  </a:cubicBezTo>
                  <a:cubicBezTo>
                    <a:pt x="105" y="122"/>
                    <a:pt x="105" y="122"/>
                    <a:pt x="105" y="122"/>
                  </a:cubicBezTo>
                  <a:cubicBezTo>
                    <a:pt x="105" y="126"/>
                    <a:pt x="105" y="126"/>
                    <a:pt x="105" y="126"/>
                  </a:cubicBezTo>
                  <a:cubicBezTo>
                    <a:pt x="105" y="128"/>
                    <a:pt x="104" y="130"/>
                    <a:pt x="105" y="132"/>
                  </a:cubicBezTo>
                  <a:cubicBezTo>
                    <a:pt x="105" y="132"/>
                    <a:pt x="104" y="132"/>
                    <a:pt x="104" y="132"/>
                  </a:cubicBezTo>
                  <a:cubicBezTo>
                    <a:pt x="104" y="132"/>
                    <a:pt x="104" y="132"/>
                    <a:pt x="104" y="131"/>
                  </a:cubicBezTo>
                  <a:cubicBezTo>
                    <a:pt x="103" y="128"/>
                    <a:pt x="104" y="125"/>
                    <a:pt x="104" y="122"/>
                  </a:cubicBezTo>
                  <a:cubicBezTo>
                    <a:pt x="104" y="122"/>
                    <a:pt x="104" y="122"/>
                    <a:pt x="104" y="122"/>
                  </a:cubicBezTo>
                  <a:cubicBezTo>
                    <a:pt x="104" y="131"/>
                    <a:pt x="104" y="131"/>
                    <a:pt x="104" y="131"/>
                  </a:cubicBezTo>
                  <a:cubicBezTo>
                    <a:pt x="104" y="131"/>
                    <a:pt x="104" y="131"/>
                    <a:pt x="104" y="131"/>
                  </a:cubicBezTo>
                  <a:cubicBezTo>
                    <a:pt x="104" y="128"/>
                    <a:pt x="105" y="125"/>
                    <a:pt x="105" y="122"/>
                  </a:cubicBezTo>
                  <a:close/>
                  <a:moveTo>
                    <a:pt x="106" y="122"/>
                  </a:moveTo>
                  <a:cubicBezTo>
                    <a:pt x="106" y="122"/>
                    <a:pt x="106" y="122"/>
                    <a:pt x="106" y="122"/>
                  </a:cubicBezTo>
                  <a:cubicBezTo>
                    <a:pt x="106" y="122"/>
                    <a:pt x="106" y="122"/>
                    <a:pt x="106" y="122"/>
                  </a:cubicBezTo>
                  <a:cubicBezTo>
                    <a:pt x="106" y="122"/>
                    <a:pt x="106" y="122"/>
                    <a:pt x="106" y="122"/>
                  </a:cubicBezTo>
                  <a:cubicBezTo>
                    <a:pt x="106" y="125"/>
                    <a:pt x="106" y="128"/>
                    <a:pt x="105" y="132"/>
                  </a:cubicBezTo>
                  <a:cubicBezTo>
                    <a:pt x="105" y="132"/>
                    <a:pt x="105" y="132"/>
                    <a:pt x="105" y="132"/>
                  </a:cubicBezTo>
                  <a:cubicBezTo>
                    <a:pt x="105" y="130"/>
                    <a:pt x="105" y="129"/>
                    <a:pt x="106" y="127"/>
                  </a:cubicBezTo>
                  <a:cubicBezTo>
                    <a:pt x="106" y="126"/>
                    <a:pt x="105" y="124"/>
                    <a:pt x="106" y="122"/>
                  </a:cubicBezTo>
                  <a:close/>
                  <a:moveTo>
                    <a:pt x="107" y="132"/>
                  </a:moveTo>
                  <a:cubicBezTo>
                    <a:pt x="107" y="131"/>
                    <a:pt x="107" y="131"/>
                    <a:pt x="107" y="131"/>
                  </a:cubicBezTo>
                  <a:cubicBezTo>
                    <a:pt x="107" y="132"/>
                    <a:pt x="107" y="132"/>
                    <a:pt x="108" y="132"/>
                  </a:cubicBezTo>
                  <a:cubicBezTo>
                    <a:pt x="107" y="132"/>
                    <a:pt x="107" y="132"/>
                    <a:pt x="107" y="132"/>
                  </a:cubicBezTo>
                  <a:close/>
                  <a:moveTo>
                    <a:pt x="109" y="131"/>
                  </a:moveTo>
                  <a:cubicBezTo>
                    <a:pt x="109" y="131"/>
                    <a:pt x="108" y="132"/>
                    <a:pt x="108" y="132"/>
                  </a:cubicBezTo>
                  <a:cubicBezTo>
                    <a:pt x="108" y="132"/>
                    <a:pt x="108" y="132"/>
                    <a:pt x="108" y="131"/>
                  </a:cubicBezTo>
                  <a:cubicBezTo>
                    <a:pt x="108" y="131"/>
                    <a:pt x="108" y="131"/>
                    <a:pt x="108" y="131"/>
                  </a:cubicBezTo>
                  <a:cubicBezTo>
                    <a:pt x="108" y="131"/>
                    <a:pt x="109" y="131"/>
                    <a:pt x="109" y="131"/>
                  </a:cubicBezTo>
                  <a:close/>
                  <a:moveTo>
                    <a:pt x="108" y="123"/>
                  </a:moveTo>
                  <a:cubicBezTo>
                    <a:pt x="108" y="122"/>
                    <a:pt x="108" y="122"/>
                    <a:pt x="108" y="122"/>
                  </a:cubicBezTo>
                  <a:cubicBezTo>
                    <a:pt x="108" y="122"/>
                    <a:pt x="108" y="122"/>
                    <a:pt x="108" y="122"/>
                  </a:cubicBezTo>
                  <a:cubicBezTo>
                    <a:pt x="108" y="122"/>
                    <a:pt x="108" y="122"/>
                    <a:pt x="108" y="123"/>
                  </a:cubicBezTo>
                  <a:close/>
                  <a:moveTo>
                    <a:pt x="109" y="123"/>
                  </a:moveTo>
                  <a:cubicBezTo>
                    <a:pt x="109" y="123"/>
                    <a:pt x="110" y="123"/>
                    <a:pt x="110" y="123"/>
                  </a:cubicBezTo>
                  <a:cubicBezTo>
                    <a:pt x="109" y="123"/>
                    <a:pt x="109" y="123"/>
                    <a:pt x="109" y="124"/>
                  </a:cubicBezTo>
                  <a:cubicBezTo>
                    <a:pt x="109" y="123"/>
                    <a:pt x="109" y="123"/>
                    <a:pt x="109" y="123"/>
                  </a:cubicBezTo>
                  <a:cubicBezTo>
                    <a:pt x="109" y="123"/>
                    <a:pt x="109" y="123"/>
                    <a:pt x="109" y="123"/>
                  </a:cubicBezTo>
                  <a:close/>
                  <a:moveTo>
                    <a:pt x="109" y="131"/>
                  </a:moveTo>
                  <a:cubicBezTo>
                    <a:pt x="109" y="131"/>
                    <a:pt x="109" y="131"/>
                    <a:pt x="109" y="131"/>
                  </a:cubicBezTo>
                  <a:cubicBezTo>
                    <a:pt x="110" y="131"/>
                    <a:pt x="110" y="131"/>
                    <a:pt x="110" y="131"/>
                  </a:cubicBezTo>
                  <a:cubicBezTo>
                    <a:pt x="110" y="131"/>
                    <a:pt x="110" y="131"/>
                    <a:pt x="110" y="131"/>
                  </a:cubicBezTo>
                  <a:cubicBezTo>
                    <a:pt x="110" y="131"/>
                    <a:pt x="109" y="131"/>
                    <a:pt x="109" y="131"/>
                  </a:cubicBezTo>
                  <a:cubicBezTo>
                    <a:pt x="109" y="131"/>
                    <a:pt x="109" y="131"/>
                    <a:pt x="109" y="131"/>
                  </a:cubicBezTo>
                  <a:close/>
                  <a:moveTo>
                    <a:pt x="111" y="137"/>
                  </a:moveTo>
                  <a:cubicBezTo>
                    <a:pt x="111" y="132"/>
                    <a:pt x="111" y="132"/>
                    <a:pt x="111" y="132"/>
                  </a:cubicBezTo>
                  <a:cubicBezTo>
                    <a:pt x="111" y="132"/>
                    <a:pt x="111" y="132"/>
                    <a:pt x="111" y="132"/>
                  </a:cubicBezTo>
                  <a:cubicBezTo>
                    <a:pt x="111" y="134"/>
                    <a:pt x="111" y="135"/>
                    <a:pt x="111" y="137"/>
                  </a:cubicBezTo>
                  <a:close/>
                  <a:moveTo>
                    <a:pt x="111" y="131"/>
                  </a:moveTo>
                  <a:cubicBezTo>
                    <a:pt x="111" y="131"/>
                    <a:pt x="111" y="131"/>
                    <a:pt x="111" y="131"/>
                  </a:cubicBezTo>
                  <a:cubicBezTo>
                    <a:pt x="111" y="131"/>
                    <a:pt x="111" y="131"/>
                    <a:pt x="111" y="131"/>
                  </a:cubicBezTo>
                  <a:close/>
                  <a:moveTo>
                    <a:pt x="110" y="130"/>
                  </a:moveTo>
                  <a:cubicBezTo>
                    <a:pt x="110" y="124"/>
                    <a:pt x="110" y="124"/>
                    <a:pt x="110" y="124"/>
                  </a:cubicBezTo>
                  <a:cubicBezTo>
                    <a:pt x="110" y="124"/>
                    <a:pt x="110" y="123"/>
                    <a:pt x="110" y="123"/>
                  </a:cubicBezTo>
                  <a:cubicBezTo>
                    <a:pt x="110" y="124"/>
                    <a:pt x="111" y="124"/>
                    <a:pt x="111" y="124"/>
                  </a:cubicBezTo>
                  <a:cubicBezTo>
                    <a:pt x="112" y="126"/>
                    <a:pt x="111" y="128"/>
                    <a:pt x="110" y="130"/>
                  </a:cubicBezTo>
                  <a:close/>
                  <a:moveTo>
                    <a:pt x="110" y="122"/>
                  </a:moveTo>
                  <a:cubicBezTo>
                    <a:pt x="110" y="122"/>
                    <a:pt x="110" y="121"/>
                    <a:pt x="110" y="121"/>
                  </a:cubicBezTo>
                  <a:cubicBezTo>
                    <a:pt x="110" y="121"/>
                    <a:pt x="110" y="121"/>
                    <a:pt x="110" y="120"/>
                  </a:cubicBezTo>
                  <a:cubicBezTo>
                    <a:pt x="110" y="117"/>
                    <a:pt x="110" y="117"/>
                    <a:pt x="110" y="117"/>
                  </a:cubicBezTo>
                  <a:cubicBezTo>
                    <a:pt x="111" y="116"/>
                    <a:pt x="111" y="116"/>
                    <a:pt x="111" y="116"/>
                  </a:cubicBezTo>
                  <a:cubicBezTo>
                    <a:pt x="111" y="118"/>
                    <a:pt x="111" y="120"/>
                    <a:pt x="110" y="122"/>
                  </a:cubicBezTo>
                  <a:close/>
                  <a:moveTo>
                    <a:pt x="110" y="139"/>
                  </a:moveTo>
                  <a:cubicBezTo>
                    <a:pt x="110" y="139"/>
                    <a:pt x="110" y="139"/>
                    <a:pt x="110" y="139"/>
                  </a:cubicBezTo>
                  <a:cubicBezTo>
                    <a:pt x="110" y="139"/>
                    <a:pt x="110" y="139"/>
                    <a:pt x="110" y="139"/>
                  </a:cubicBezTo>
                  <a:cubicBezTo>
                    <a:pt x="110" y="139"/>
                    <a:pt x="110" y="139"/>
                    <a:pt x="110" y="139"/>
                  </a:cubicBezTo>
                  <a:close/>
                  <a:moveTo>
                    <a:pt x="114" y="124"/>
                  </a:moveTo>
                  <a:cubicBezTo>
                    <a:pt x="114" y="124"/>
                    <a:pt x="114" y="124"/>
                    <a:pt x="114" y="124"/>
                  </a:cubicBezTo>
                  <a:cubicBezTo>
                    <a:pt x="114" y="124"/>
                    <a:pt x="114" y="124"/>
                    <a:pt x="114" y="124"/>
                  </a:cubicBezTo>
                  <a:cubicBezTo>
                    <a:pt x="114" y="124"/>
                    <a:pt x="114" y="124"/>
                    <a:pt x="114" y="124"/>
                  </a:cubicBezTo>
                  <a:close/>
                  <a:moveTo>
                    <a:pt x="114" y="118"/>
                  </a:moveTo>
                  <a:cubicBezTo>
                    <a:pt x="114" y="114"/>
                    <a:pt x="114" y="114"/>
                    <a:pt x="114" y="114"/>
                  </a:cubicBezTo>
                  <a:cubicBezTo>
                    <a:pt x="114" y="113"/>
                    <a:pt x="115" y="113"/>
                    <a:pt x="115" y="113"/>
                  </a:cubicBezTo>
                  <a:cubicBezTo>
                    <a:pt x="114" y="115"/>
                    <a:pt x="114" y="116"/>
                    <a:pt x="114" y="118"/>
                  </a:cubicBezTo>
                  <a:close/>
                  <a:moveTo>
                    <a:pt x="113" y="124"/>
                  </a:moveTo>
                  <a:cubicBezTo>
                    <a:pt x="113" y="124"/>
                    <a:pt x="113" y="124"/>
                    <a:pt x="113" y="124"/>
                  </a:cubicBezTo>
                  <a:cubicBezTo>
                    <a:pt x="113" y="124"/>
                    <a:pt x="113" y="124"/>
                    <a:pt x="113" y="124"/>
                  </a:cubicBezTo>
                  <a:cubicBezTo>
                    <a:pt x="113" y="124"/>
                    <a:pt x="113" y="124"/>
                    <a:pt x="113" y="124"/>
                  </a:cubicBezTo>
                  <a:cubicBezTo>
                    <a:pt x="113" y="114"/>
                    <a:pt x="113" y="114"/>
                    <a:pt x="113" y="114"/>
                  </a:cubicBezTo>
                  <a:cubicBezTo>
                    <a:pt x="113" y="114"/>
                    <a:pt x="114" y="114"/>
                    <a:pt x="114" y="114"/>
                  </a:cubicBezTo>
                  <a:cubicBezTo>
                    <a:pt x="114" y="118"/>
                    <a:pt x="113" y="121"/>
                    <a:pt x="113" y="124"/>
                  </a:cubicBezTo>
                  <a:close/>
                  <a:moveTo>
                    <a:pt x="117" y="124"/>
                  </a:moveTo>
                  <a:cubicBezTo>
                    <a:pt x="117" y="125"/>
                    <a:pt x="117" y="125"/>
                    <a:pt x="117" y="124"/>
                  </a:cubicBezTo>
                  <a:cubicBezTo>
                    <a:pt x="118" y="124"/>
                    <a:pt x="118" y="124"/>
                    <a:pt x="118" y="124"/>
                  </a:cubicBezTo>
                  <a:cubicBezTo>
                    <a:pt x="118" y="124"/>
                    <a:pt x="118" y="124"/>
                    <a:pt x="118" y="124"/>
                  </a:cubicBezTo>
                  <a:cubicBezTo>
                    <a:pt x="118" y="124"/>
                    <a:pt x="118" y="124"/>
                    <a:pt x="118" y="124"/>
                  </a:cubicBezTo>
                  <a:cubicBezTo>
                    <a:pt x="119" y="124"/>
                    <a:pt x="119" y="124"/>
                    <a:pt x="119" y="123"/>
                  </a:cubicBezTo>
                  <a:cubicBezTo>
                    <a:pt x="119" y="124"/>
                    <a:pt x="119" y="124"/>
                    <a:pt x="119" y="124"/>
                  </a:cubicBezTo>
                  <a:cubicBezTo>
                    <a:pt x="119" y="124"/>
                    <a:pt x="119" y="124"/>
                    <a:pt x="119" y="124"/>
                  </a:cubicBezTo>
                  <a:cubicBezTo>
                    <a:pt x="119" y="124"/>
                    <a:pt x="119" y="124"/>
                    <a:pt x="119" y="124"/>
                  </a:cubicBezTo>
                  <a:cubicBezTo>
                    <a:pt x="119" y="124"/>
                    <a:pt x="119" y="124"/>
                    <a:pt x="119" y="124"/>
                  </a:cubicBezTo>
                  <a:cubicBezTo>
                    <a:pt x="119" y="124"/>
                    <a:pt x="119" y="124"/>
                    <a:pt x="119" y="124"/>
                  </a:cubicBezTo>
                  <a:cubicBezTo>
                    <a:pt x="119" y="124"/>
                    <a:pt x="119" y="124"/>
                    <a:pt x="119" y="124"/>
                  </a:cubicBezTo>
                  <a:cubicBezTo>
                    <a:pt x="119" y="124"/>
                    <a:pt x="119" y="124"/>
                    <a:pt x="119" y="124"/>
                  </a:cubicBezTo>
                  <a:cubicBezTo>
                    <a:pt x="119" y="124"/>
                    <a:pt x="119" y="124"/>
                    <a:pt x="119" y="124"/>
                  </a:cubicBezTo>
                  <a:cubicBezTo>
                    <a:pt x="119" y="124"/>
                    <a:pt x="119" y="124"/>
                    <a:pt x="119" y="124"/>
                  </a:cubicBezTo>
                  <a:cubicBezTo>
                    <a:pt x="118" y="124"/>
                    <a:pt x="118" y="124"/>
                    <a:pt x="118" y="124"/>
                  </a:cubicBezTo>
                  <a:cubicBezTo>
                    <a:pt x="118" y="124"/>
                    <a:pt x="118" y="124"/>
                    <a:pt x="118" y="124"/>
                  </a:cubicBezTo>
                  <a:cubicBezTo>
                    <a:pt x="118" y="126"/>
                    <a:pt x="118" y="128"/>
                    <a:pt x="118" y="130"/>
                  </a:cubicBezTo>
                  <a:cubicBezTo>
                    <a:pt x="116" y="129"/>
                    <a:pt x="114" y="128"/>
                    <a:pt x="112" y="130"/>
                  </a:cubicBezTo>
                  <a:cubicBezTo>
                    <a:pt x="113" y="129"/>
                    <a:pt x="113" y="126"/>
                    <a:pt x="112" y="124"/>
                  </a:cubicBezTo>
                  <a:cubicBezTo>
                    <a:pt x="113" y="125"/>
                    <a:pt x="115" y="125"/>
                    <a:pt x="117" y="124"/>
                  </a:cubicBezTo>
                  <a:close/>
                  <a:moveTo>
                    <a:pt x="115" y="124"/>
                  </a:moveTo>
                  <a:cubicBezTo>
                    <a:pt x="115" y="124"/>
                    <a:pt x="115" y="124"/>
                    <a:pt x="115" y="124"/>
                  </a:cubicBezTo>
                  <a:cubicBezTo>
                    <a:pt x="115" y="124"/>
                    <a:pt x="115" y="124"/>
                    <a:pt x="115" y="124"/>
                  </a:cubicBezTo>
                  <a:cubicBezTo>
                    <a:pt x="115" y="124"/>
                    <a:pt x="115" y="124"/>
                    <a:pt x="115" y="124"/>
                  </a:cubicBezTo>
                  <a:close/>
                  <a:moveTo>
                    <a:pt x="116" y="124"/>
                  </a:moveTo>
                  <a:cubicBezTo>
                    <a:pt x="116" y="124"/>
                    <a:pt x="117" y="124"/>
                    <a:pt x="117" y="124"/>
                  </a:cubicBezTo>
                  <a:cubicBezTo>
                    <a:pt x="117" y="124"/>
                    <a:pt x="117" y="124"/>
                    <a:pt x="117" y="124"/>
                  </a:cubicBezTo>
                  <a:cubicBezTo>
                    <a:pt x="117" y="124"/>
                    <a:pt x="116" y="124"/>
                    <a:pt x="116" y="124"/>
                  </a:cubicBezTo>
                  <a:close/>
                  <a:moveTo>
                    <a:pt x="117" y="124"/>
                  </a:moveTo>
                  <a:cubicBezTo>
                    <a:pt x="117" y="124"/>
                    <a:pt x="117" y="124"/>
                    <a:pt x="117" y="124"/>
                  </a:cubicBezTo>
                  <a:cubicBezTo>
                    <a:pt x="117" y="124"/>
                    <a:pt x="117" y="124"/>
                    <a:pt x="117" y="124"/>
                  </a:cubicBezTo>
                  <a:cubicBezTo>
                    <a:pt x="117" y="124"/>
                    <a:pt x="117" y="124"/>
                    <a:pt x="117" y="124"/>
                  </a:cubicBezTo>
                  <a:close/>
                  <a:moveTo>
                    <a:pt x="118" y="123"/>
                  </a:moveTo>
                  <a:cubicBezTo>
                    <a:pt x="118" y="123"/>
                    <a:pt x="118" y="123"/>
                    <a:pt x="118" y="123"/>
                  </a:cubicBezTo>
                  <a:cubicBezTo>
                    <a:pt x="118" y="123"/>
                    <a:pt x="118" y="123"/>
                    <a:pt x="119" y="123"/>
                  </a:cubicBezTo>
                  <a:cubicBezTo>
                    <a:pt x="118" y="123"/>
                    <a:pt x="118" y="123"/>
                    <a:pt x="118" y="123"/>
                  </a:cubicBezTo>
                  <a:close/>
                  <a:moveTo>
                    <a:pt x="120" y="122"/>
                  </a:moveTo>
                  <a:cubicBezTo>
                    <a:pt x="120" y="122"/>
                    <a:pt x="120" y="122"/>
                    <a:pt x="120" y="123"/>
                  </a:cubicBezTo>
                  <a:cubicBezTo>
                    <a:pt x="119" y="123"/>
                    <a:pt x="119" y="123"/>
                    <a:pt x="119" y="123"/>
                  </a:cubicBezTo>
                  <a:cubicBezTo>
                    <a:pt x="119" y="121"/>
                    <a:pt x="119" y="121"/>
                    <a:pt x="119" y="121"/>
                  </a:cubicBezTo>
                  <a:cubicBezTo>
                    <a:pt x="119" y="122"/>
                    <a:pt x="120" y="122"/>
                    <a:pt x="120" y="122"/>
                  </a:cubicBezTo>
                  <a:close/>
                  <a:moveTo>
                    <a:pt x="119" y="116"/>
                  </a:moveTo>
                  <a:cubicBezTo>
                    <a:pt x="120" y="116"/>
                    <a:pt x="120" y="116"/>
                    <a:pt x="120" y="116"/>
                  </a:cubicBezTo>
                  <a:cubicBezTo>
                    <a:pt x="120" y="117"/>
                    <a:pt x="121" y="119"/>
                    <a:pt x="120" y="120"/>
                  </a:cubicBezTo>
                  <a:cubicBezTo>
                    <a:pt x="120" y="119"/>
                    <a:pt x="120" y="117"/>
                    <a:pt x="119" y="116"/>
                  </a:cubicBezTo>
                  <a:close/>
                  <a:moveTo>
                    <a:pt x="120" y="123"/>
                  </a:moveTo>
                  <a:cubicBezTo>
                    <a:pt x="120" y="123"/>
                    <a:pt x="120" y="123"/>
                    <a:pt x="121" y="123"/>
                  </a:cubicBezTo>
                  <a:cubicBezTo>
                    <a:pt x="121" y="125"/>
                    <a:pt x="120" y="128"/>
                    <a:pt x="119" y="131"/>
                  </a:cubicBezTo>
                  <a:cubicBezTo>
                    <a:pt x="119" y="131"/>
                    <a:pt x="119" y="130"/>
                    <a:pt x="119" y="130"/>
                  </a:cubicBezTo>
                  <a:cubicBezTo>
                    <a:pt x="119" y="130"/>
                    <a:pt x="119" y="130"/>
                    <a:pt x="119" y="130"/>
                  </a:cubicBezTo>
                  <a:cubicBezTo>
                    <a:pt x="119" y="126"/>
                    <a:pt x="119" y="126"/>
                    <a:pt x="119" y="126"/>
                  </a:cubicBezTo>
                  <a:cubicBezTo>
                    <a:pt x="120" y="125"/>
                    <a:pt x="120" y="124"/>
                    <a:pt x="120" y="123"/>
                  </a:cubicBezTo>
                  <a:close/>
                  <a:moveTo>
                    <a:pt x="122" y="131"/>
                  </a:moveTo>
                  <a:cubicBezTo>
                    <a:pt x="122" y="122"/>
                    <a:pt x="122" y="122"/>
                    <a:pt x="122" y="122"/>
                  </a:cubicBezTo>
                  <a:cubicBezTo>
                    <a:pt x="122" y="122"/>
                    <a:pt x="122" y="122"/>
                    <a:pt x="123" y="122"/>
                  </a:cubicBezTo>
                  <a:cubicBezTo>
                    <a:pt x="123" y="125"/>
                    <a:pt x="122" y="128"/>
                    <a:pt x="122" y="133"/>
                  </a:cubicBezTo>
                  <a:cubicBezTo>
                    <a:pt x="123" y="133"/>
                    <a:pt x="123" y="133"/>
                    <a:pt x="123" y="133"/>
                  </a:cubicBezTo>
                  <a:cubicBezTo>
                    <a:pt x="123" y="133"/>
                    <a:pt x="123" y="133"/>
                    <a:pt x="123" y="133"/>
                  </a:cubicBezTo>
                  <a:cubicBezTo>
                    <a:pt x="122" y="133"/>
                    <a:pt x="121" y="132"/>
                    <a:pt x="120" y="132"/>
                  </a:cubicBezTo>
                  <a:cubicBezTo>
                    <a:pt x="120" y="132"/>
                    <a:pt x="120" y="132"/>
                    <a:pt x="120" y="132"/>
                  </a:cubicBezTo>
                  <a:cubicBezTo>
                    <a:pt x="120" y="132"/>
                    <a:pt x="120" y="132"/>
                    <a:pt x="120" y="132"/>
                  </a:cubicBezTo>
                  <a:cubicBezTo>
                    <a:pt x="121" y="133"/>
                    <a:pt x="122" y="133"/>
                    <a:pt x="122" y="131"/>
                  </a:cubicBezTo>
                  <a:close/>
                  <a:moveTo>
                    <a:pt x="122" y="122"/>
                  </a:moveTo>
                  <a:cubicBezTo>
                    <a:pt x="122" y="122"/>
                    <a:pt x="122" y="122"/>
                    <a:pt x="122" y="122"/>
                  </a:cubicBezTo>
                  <a:cubicBezTo>
                    <a:pt x="122" y="122"/>
                    <a:pt x="122" y="122"/>
                    <a:pt x="122" y="122"/>
                  </a:cubicBezTo>
                  <a:cubicBezTo>
                    <a:pt x="122" y="122"/>
                    <a:pt x="122" y="122"/>
                    <a:pt x="122" y="122"/>
                  </a:cubicBezTo>
                  <a:close/>
                  <a:moveTo>
                    <a:pt x="119" y="138"/>
                  </a:moveTo>
                  <a:cubicBezTo>
                    <a:pt x="119" y="133"/>
                    <a:pt x="119" y="133"/>
                    <a:pt x="119" y="133"/>
                  </a:cubicBezTo>
                  <a:cubicBezTo>
                    <a:pt x="119" y="132"/>
                    <a:pt x="119" y="132"/>
                    <a:pt x="119" y="132"/>
                  </a:cubicBezTo>
                  <a:cubicBezTo>
                    <a:pt x="119" y="132"/>
                    <a:pt x="119" y="132"/>
                    <a:pt x="120" y="133"/>
                  </a:cubicBezTo>
                  <a:cubicBezTo>
                    <a:pt x="121" y="135"/>
                    <a:pt x="121" y="137"/>
                    <a:pt x="118" y="140"/>
                  </a:cubicBezTo>
                  <a:cubicBezTo>
                    <a:pt x="118" y="140"/>
                    <a:pt x="118" y="140"/>
                    <a:pt x="118" y="140"/>
                  </a:cubicBezTo>
                  <a:cubicBezTo>
                    <a:pt x="118" y="140"/>
                    <a:pt x="118" y="140"/>
                    <a:pt x="118" y="140"/>
                  </a:cubicBezTo>
                  <a:cubicBezTo>
                    <a:pt x="118" y="133"/>
                    <a:pt x="118" y="133"/>
                    <a:pt x="118" y="133"/>
                  </a:cubicBezTo>
                  <a:cubicBezTo>
                    <a:pt x="118" y="131"/>
                    <a:pt x="118" y="131"/>
                    <a:pt x="118" y="131"/>
                  </a:cubicBezTo>
                  <a:cubicBezTo>
                    <a:pt x="119" y="131"/>
                    <a:pt x="119" y="132"/>
                    <a:pt x="119" y="132"/>
                  </a:cubicBezTo>
                  <a:cubicBezTo>
                    <a:pt x="119" y="132"/>
                    <a:pt x="118" y="132"/>
                    <a:pt x="118" y="133"/>
                  </a:cubicBezTo>
                  <a:cubicBezTo>
                    <a:pt x="118" y="135"/>
                    <a:pt x="119" y="136"/>
                    <a:pt x="119" y="138"/>
                  </a:cubicBezTo>
                  <a:close/>
                  <a:moveTo>
                    <a:pt x="119" y="123"/>
                  </a:moveTo>
                  <a:cubicBezTo>
                    <a:pt x="119" y="123"/>
                    <a:pt x="119" y="123"/>
                    <a:pt x="119" y="123"/>
                  </a:cubicBezTo>
                  <a:cubicBezTo>
                    <a:pt x="119" y="123"/>
                    <a:pt x="119" y="123"/>
                    <a:pt x="119" y="123"/>
                  </a:cubicBezTo>
                  <a:close/>
                  <a:moveTo>
                    <a:pt x="114" y="131"/>
                  </a:moveTo>
                  <a:cubicBezTo>
                    <a:pt x="114" y="130"/>
                    <a:pt x="114" y="130"/>
                    <a:pt x="114" y="130"/>
                  </a:cubicBezTo>
                  <a:cubicBezTo>
                    <a:pt x="114" y="130"/>
                    <a:pt x="115" y="130"/>
                    <a:pt x="116" y="130"/>
                  </a:cubicBezTo>
                  <a:cubicBezTo>
                    <a:pt x="115" y="130"/>
                    <a:pt x="115" y="130"/>
                    <a:pt x="115" y="131"/>
                  </a:cubicBezTo>
                  <a:cubicBezTo>
                    <a:pt x="115" y="130"/>
                    <a:pt x="114" y="130"/>
                    <a:pt x="114" y="131"/>
                  </a:cubicBezTo>
                  <a:close/>
                  <a:moveTo>
                    <a:pt x="115" y="136"/>
                  </a:moveTo>
                  <a:cubicBezTo>
                    <a:pt x="115" y="141"/>
                    <a:pt x="115" y="141"/>
                    <a:pt x="115" y="141"/>
                  </a:cubicBezTo>
                  <a:cubicBezTo>
                    <a:pt x="115" y="141"/>
                    <a:pt x="115" y="141"/>
                    <a:pt x="115" y="141"/>
                  </a:cubicBezTo>
                  <a:cubicBezTo>
                    <a:pt x="114" y="139"/>
                    <a:pt x="115" y="138"/>
                    <a:pt x="115" y="136"/>
                  </a:cubicBezTo>
                  <a:close/>
                  <a:moveTo>
                    <a:pt x="114" y="141"/>
                  </a:moveTo>
                  <a:cubicBezTo>
                    <a:pt x="114" y="141"/>
                    <a:pt x="114" y="141"/>
                    <a:pt x="114" y="141"/>
                  </a:cubicBezTo>
                  <a:cubicBezTo>
                    <a:pt x="114" y="141"/>
                    <a:pt x="114" y="141"/>
                    <a:pt x="114" y="141"/>
                  </a:cubicBezTo>
                  <a:cubicBezTo>
                    <a:pt x="114" y="141"/>
                    <a:pt x="114" y="141"/>
                    <a:pt x="114" y="141"/>
                  </a:cubicBezTo>
                  <a:close/>
                  <a:moveTo>
                    <a:pt x="117" y="131"/>
                  </a:moveTo>
                  <a:cubicBezTo>
                    <a:pt x="117" y="130"/>
                    <a:pt x="116" y="130"/>
                    <a:pt x="116" y="130"/>
                  </a:cubicBezTo>
                  <a:cubicBezTo>
                    <a:pt x="116" y="130"/>
                    <a:pt x="116" y="130"/>
                    <a:pt x="117" y="130"/>
                  </a:cubicBezTo>
                  <a:cubicBezTo>
                    <a:pt x="117" y="130"/>
                    <a:pt x="117" y="130"/>
                    <a:pt x="117" y="131"/>
                  </a:cubicBezTo>
                  <a:cubicBezTo>
                    <a:pt x="117" y="141"/>
                    <a:pt x="117" y="141"/>
                    <a:pt x="117" y="141"/>
                  </a:cubicBezTo>
                  <a:cubicBezTo>
                    <a:pt x="117" y="137"/>
                    <a:pt x="117" y="134"/>
                    <a:pt x="117" y="131"/>
                  </a:cubicBezTo>
                  <a:cubicBezTo>
                    <a:pt x="117" y="131"/>
                    <a:pt x="117" y="131"/>
                    <a:pt x="117" y="130"/>
                  </a:cubicBezTo>
                  <a:cubicBezTo>
                    <a:pt x="118" y="131"/>
                    <a:pt x="118" y="131"/>
                    <a:pt x="118" y="131"/>
                  </a:cubicBezTo>
                  <a:cubicBezTo>
                    <a:pt x="117" y="131"/>
                    <a:pt x="117" y="131"/>
                    <a:pt x="117" y="131"/>
                  </a:cubicBezTo>
                  <a:cubicBezTo>
                    <a:pt x="117" y="131"/>
                    <a:pt x="117" y="131"/>
                    <a:pt x="117" y="131"/>
                  </a:cubicBezTo>
                  <a:cubicBezTo>
                    <a:pt x="117" y="140"/>
                    <a:pt x="117" y="140"/>
                    <a:pt x="117" y="140"/>
                  </a:cubicBezTo>
                  <a:cubicBezTo>
                    <a:pt x="117" y="140"/>
                    <a:pt x="118" y="140"/>
                    <a:pt x="118" y="140"/>
                  </a:cubicBezTo>
                  <a:cubicBezTo>
                    <a:pt x="117" y="141"/>
                    <a:pt x="116" y="141"/>
                    <a:pt x="115" y="141"/>
                  </a:cubicBezTo>
                  <a:cubicBezTo>
                    <a:pt x="116" y="137"/>
                    <a:pt x="117" y="134"/>
                    <a:pt x="117" y="131"/>
                  </a:cubicBezTo>
                  <a:close/>
                  <a:moveTo>
                    <a:pt x="113" y="141"/>
                  </a:moveTo>
                  <a:cubicBezTo>
                    <a:pt x="113" y="141"/>
                    <a:pt x="113" y="141"/>
                    <a:pt x="113" y="141"/>
                  </a:cubicBezTo>
                  <a:cubicBezTo>
                    <a:pt x="113" y="141"/>
                    <a:pt x="113" y="141"/>
                    <a:pt x="113" y="141"/>
                  </a:cubicBezTo>
                  <a:cubicBezTo>
                    <a:pt x="113" y="141"/>
                    <a:pt x="113" y="141"/>
                    <a:pt x="113" y="141"/>
                  </a:cubicBezTo>
                  <a:cubicBezTo>
                    <a:pt x="113" y="141"/>
                    <a:pt x="113" y="141"/>
                    <a:pt x="113" y="141"/>
                  </a:cubicBezTo>
                  <a:close/>
                  <a:moveTo>
                    <a:pt x="113" y="131"/>
                  </a:moveTo>
                  <a:cubicBezTo>
                    <a:pt x="113" y="131"/>
                    <a:pt x="113" y="131"/>
                    <a:pt x="113" y="131"/>
                  </a:cubicBezTo>
                  <a:cubicBezTo>
                    <a:pt x="113" y="131"/>
                    <a:pt x="113" y="131"/>
                    <a:pt x="113" y="131"/>
                  </a:cubicBezTo>
                  <a:cubicBezTo>
                    <a:pt x="113" y="131"/>
                    <a:pt x="113" y="130"/>
                    <a:pt x="113" y="130"/>
                  </a:cubicBezTo>
                  <a:cubicBezTo>
                    <a:pt x="113" y="130"/>
                    <a:pt x="113" y="131"/>
                    <a:pt x="113" y="131"/>
                  </a:cubicBezTo>
                  <a:close/>
                  <a:moveTo>
                    <a:pt x="112" y="141"/>
                  </a:moveTo>
                  <a:cubicBezTo>
                    <a:pt x="112" y="141"/>
                    <a:pt x="112" y="140"/>
                    <a:pt x="112" y="140"/>
                  </a:cubicBezTo>
                  <a:cubicBezTo>
                    <a:pt x="112" y="140"/>
                    <a:pt x="112" y="140"/>
                    <a:pt x="112" y="140"/>
                  </a:cubicBezTo>
                  <a:cubicBezTo>
                    <a:pt x="112" y="141"/>
                    <a:pt x="112" y="141"/>
                    <a:pt x="112" y="141"/>
                  </a:cubicBezTo>
                  <a:cubicBezTo>
                    <a:pt x="112" y="141"/>
                    <a:pt x="112" y="141"/>
                    <a:pt x="112" y="141"/>
                  </a:cubicBezTo>
                  <a:close/>
                  <a:moveTo>
                    <a:pt x="112" y="124"/>
                  </a:moveTo>
                  <a:cubicBezTo>
                    <a:pt x="112" y="123"/>
                    <a:pt x="112" y="123"/>
                    <a:pt x="112" y="123"/>
                  </a:cubicBezTo>
                  <a:cubicBezTo>
                    <a:pt x="112" y="123"/>
                    <a:pt x="112" y="123"/>
                    <a:pt x="112" y="123"/>
                  </a:cubicBezTo>
                  <a:cubicBezTo>
                    <a:pt x="112" y="119"/>
                    <a:pt x="113" y="117"/>
                    <a:pt x="113" y="114"/>
                  </a:cubicBezTo>
                  <a:cubicBezTo>
                    <a:pt x="113" y="114"/>
                    <a:pt x="113" y="114"/>
                    <a:pt x="113" y="114"/>
                  </a:cubicBezTo>
                  <a:cubicBezTo>
                    <a:pt x="113" y="117"/>
                    <a:pt x="112" y="120"/>
                    <a:pt x="112" y="124"/>
                  </a:cubicBezTo>
                  <a:close/>
                  <a:moveTo>
                    <a:pt x="124" y="122"/>
                  </a:moveTo>
                  <a:cubicBezTo>
                    <a:pt x="123" y="123"/>
                    <a:pt x="123" y="125"/>
                    <a:pt x="123" y="126"/>
                  </a:cubicBezTo>
                  <a:cubicBezTo>
                    <a:pt x="123" y="122"/>
                    <a:pt x="123" y="122"/>
                    <a:pt x="123" y="122"/>
                  </a:cubicBezTo>
                  <a:cubicBezTo>
                    <a:pt x="123" y="122"/>
                    <a:pt x="124" y="122"/>
                    <a:pt x="124" y="122"/>
                  </a:cubicBezTo>
                  <a:close/>
                  <a:moveTo>
                    <a:pt x="125" y="133"/>
                  </a:moveTo>
                  <a:cubicBezTo>
                    <a:pt x="125" y="133"/>
                    <a:pt x="124" y="133"/>
                    <a:pt x="124" y="133"/>
                  </a:cubicBezTo>
                  <a:cubicBezTo>
                    <a:pt x="124" y="133"/>
                    <a:pt x="124" y="133"/>
                    <a:pt x="124" y="133"/>
                  </a:cubicBezTo>
                  <a:lnTo>
                    <a:pt x="125" y="133"/>
                  </a:lnTo>
                  <a:close/>
                  <a:moveTo>
                    <a:pt x="127" y="132"/>
                  </a:moveTo>
                  <a:cubicBezTo>
                    <a:pt x="127" y="132"/>
                    <a:pt x="127" y="132"/>
                    <a:pt x="127" y="132"/>
                  </a:cubicBezTo>
                  <a:cubicBezTo>
                    <a:pt x="127" y="131"/>
                    <a:pt x="127" y="131"/>
                    <a:pt x="127" y="131"/>
                  </a:cubicBezTo>
                  <a:cubicBezTo>
                    <a:pt x="127" y="132"/>
                    <a:pt x="127" y="132"/>
                    <a:pt x="127" y="132"/>
                  </a:cubicBezTo>
                  <a:close/>
                  <a:moveTo>
                    <a:pt x="127" y="123"/>
                  </a:moveTo>
                  <a:cubicBezTo>
                    <a:pt x="127" y="122"/>
                    <a:pt x="127" y="122"/>
                    <a:pt x="127" y="122"/>
                  </a:cubicBezTo>
                  <a:cubicBezTo>
                    <a:pt x="127" y="122"/>
                    <a:pt x="127" y="122"/>
                    <a:pt x="127" y="122"/>
                  </a:cubicBezTo>
                  <a:cubicBezTo>
                    <a:pt x="127" y="123"/>
                    <a:pt x="127" y="123"/>
                    <a:pt x="127" y="123"/>
                  </a:cubicBezTo>
                  <a:close/>
                  <a:moveTo>
                    <a:pt x="129" y="131"/>
                  </a:moveTo>
                  <a:cubicBezTo>
                    <a:pt x="129" y="131"/>
                    <a:pt x="129" y="131"/>
                    <a:pt x="129" y="131"/>
                  </a:cubicBezTo>
                  <a:cubicBezTo>
                    <a:pt x="129" y="131"/>
                    <a:pt x="129" y="131"/>
                    <a:pt x="129" y="131"/>
                  </a:cubicBezTo>
                  <a:cubicBezTo>
                    <a:pt x="129" y="131"/>
                    <a:pt x="129" y="131"/>
                    <a:pt x="129" y="131"/>
                  </a:cubicBezTo>
                  <a:close/>
                  <a:moveTo>
                    <a:pt x="129" y="129"/>
                  </a:moveTo>
                  <a:cubicBezTo>
                    <a:pt x="129" y="128"/>
                    <a:pt x="129" y="126"/>
                    <a:pt x="129" y="125"/>
                  </a:cubicBezTo>
                  <a:cubicBezTo>
                    <a:pt x="129" y="125"/>
                    <a:pt x="129" y="125"/>
                    <a:pt x="129" y="125"/>
                  </a:cubicBezTo>
                  <a:cubicBezTo>
                    <a:pt x="129" y="126"/>
                    <a:pt x="130" y="128"/>
                    <a:pt x="129" y="129"/>
                  </a:cubicBezTo>
                  <a:close/>
                  <a:moveTo>
                    <a:pt x="129" y="123"/>
                  </a:moveTo>
                  <a:cubicBezTo>
                    <a:pt x="129" y="123"/>
                    <a:pt x="129" y="123"/>
                    <a:pt x="129" y="123"/>
                  </a:cubicBezTo>
                  <a:cubicBezTo>
                    <a:pt x="129" y="122"/>
                    <a:pt x="128" y="122"/>
                    <a:pt x="128" y="122"/>
                  </a:cubicBezTo>
                  <a:cubicBezTo>
                    <a:pt x="128" y="122"/>
                    <a:pt x="128" y="122"/>
                    <a:pt x="127" y="122"/>
                  </a:cubicBezTo>
                  <a:cubicBezTo>
                    <a:pt x="127" y="122"/>
                    <a:pt x="127" y="122"/>
                    <a:pt x="127" y="122"/>
                  </a:cubicBezTo>
                  <a:cubicBezTo>
                    <a:pt x="127" y="122"/>
                    <a:pt x="127" y="122"/>
                    <a:pt x="127" y="122"/>
                  </a:cubicBezTo>
                  <a:cubicBezTo>
                    <a:pt x="127" y="122"/>
                    <a:pt x="127" y="122"/>
                    <a:pt x="127" y="122"/>
                  </a:cubicBezTo>
                  <a:cubicBezTo>
                    <a:pt x="125" y="122"/>
                    <a:pt x="125" y="122"/>
                    <a:pt x="125" y="122"/>
                  </a:cubicBezTo>
                  <a:cubicBezTo>
                    <a:pt x="124" y="121"/>
                    <a:pt x="124" y="121"/>
                    <a:pt x="123" y="122"/>
                  </a:cubicBezTo>
                  <a:cubicBezTo>
                    <a:pt x="123" y="122"/>
                    <a:pt x="123" y="122"/>
                    <a:pt x="123" y="122"/>
                  </a:cubicBezTo>
                  <a:cubicBezTo>
                    <a:pt x="123" y="122"/>
                    <a:pt x="123" y="122"/>
                    <a:pt x="123" y="122"/>
                  </a:cubicBezTo>
                  <a:cubicBezTo>
                    <a:pt x="122" y="122"/>
                    <a:pt x="122" y="122"/>
                    <a:pt x="122" y="122"/>
                  </a:cubicBezTo>
                  <a:cubicBezTo>
                    <a:pt x="122" y="122"/>
                    <a:pt x="122" y="122"/>
                    <a:pt x="122" y="122"/>
                  </a:cubicBezTo>
                  <a:cubicBezTo>
                    <a:pt x="122" y="122"/>
                    <a:pt x="122" y="122"/>
                    <a:pt x="122" y="122"/>
                  </a:cubicBezTo>
                  <a:cubicBezTo>
                    <a:pt x="122" y="122"/>
                    <a:pt x="122" y="122"/>
                    <a:pt x="122" y="122"/>
                  </a:cubicBezTo>
                  <a:cubicBezTo>
                    <a:pt x="121" y="122"/>
                    <a:pt x="121" y="122"/>
                    <a:pt x="121" y="122"/>
                  </a:cubicBezTo>
                  <a:cubicBezTo>
                    <a:pt x="121" y="122"/>
                    <a:pt x="120" y="123"/>
                    <a:pt x="120" y="123"/>
                  </a:cubicBezTo>
                  <a:cubicBezTo>
                    <a:pt x="120" y="123"/>
                    <a:pt x="120" y="123"/>
                    <a:pt x="120" y="123"/>
                  </a:cubicBezTo>
                  <a:cubicBezTo>
                    <a:pt x="120" y="123"/>
                    <a:pt x="120" y="123"/>
                    <a:pt x="120" y="123"/>
                  </a:cubicBezTo>
                  <a:cubicBezTo>
                    <a:pt x="120" y="122"/>
                    <a:pt x="120" y="122"/>
                    <a:pt x="120" y="122"/>
                  </a:cubicBezTo>
                  <a:cubicBezTo>
                    <a:pt x="120" y="122"/>
                    <a:pt x="120" y="122"/>
                    <a:pt x="120" y="121"/>
                  </a:cubicBezTo>
                  <a:cubicBezTo>
                    <a:pt x="120" y="121"/>
                    <a:pt x="120" y="121"/>
                    <a:pt x="120" y="121"/>
                  </a:cubicBezTo>
                  <a:cubicBezTo>
                    <a:pt x="122" y="119"/>
                    <a:pt x="122" y="117"/>
                    <a:pt x="121" y="115"/>
                  </a:cubicBezTo>
                  <a:cubicBezTo>
                    <a:pt x="120" y="114"/>
                    <a:pt x="120" y="114"/>
                    <a:pt x="119" y="114"/>
                  </a:cubicBezTo>
                  <a:cubicBezTo>
                    <a:pt x="119" y="113"/>
                    <a:pt x="119" y="113"/>
                    <a:pt x="119" y="113"/>
                  </a:cubicBezTo>
                  <a:cubicBezTo>
                    <a:pt x="119" y="113"/>
                    <a:pt x="119" y="113"/>
                    <a:pt x="119" y="113"/>
                  </a:cubicBezTo>
                  <a:cubicBezTo>
                    <a:pt x="119" y="113"/>
                    <a:pt x="118" y="113"/>
                    <a:pt x="118" y="113"/>
                  </a:cubicBezTo>
                  <a:cubicBezTo>
                    <a:pt x="118" y="113"/>
                    <a:pt x="118" y="113"/>
                    <a:pt x="118" y="113"/>
                  </a:cubicBezTo>
                  <a:cubicBezTo>
                    <a:pt x="118" y="113"/>
                    <a:pt x="118" y="113"/>
                    <a:pt x="117" y="113"/>
                  </a:cubicBezTo>
                  <a:cubicBezTo>
                    <a:pt x="117" y="112"/>
                    <a:pt x="117" y="112"/>
                    <a:pt x="117" y="112"/>
                  </a:cubicBezTo>
                  <a:cubicBezTo>
                    <a:pt x="117" y="112"/>
                    <a:pt x="117" y="112"/>
                    <a:pt x="117" y="112"/>
                  </a:cubicBezTo>
                  <a:cubicBezTo>
                    <a:pt x="117" y="112"/>
                    <a:pt x="117" y="112"/>
                    <a:pt x="117" y="112"/>
                  </a:cubicBezTo>
                  <a:cubicBezTo>
                    <a:pt x="114" y="112"/>
                    <a:pt x="112" y="113"/>
                    <a:pt x="109" y="115"/>
                  </a:cubicBezTo>
                  <a:cubicBezTo>
                    <a:pt x="109" y="115"/>
                    <a:pt x="110" y="115"/>
                    <a:pt x="110" y="115"/>
                  </a:cubicBezTo>
                  <a:cubicBezTo>
                    <a:pt x="110" y="116"/>
                    <a:pt x="110" y="116"/>
                    <a:pt x="110" y="116"/>
                  </a:cubicBezTo>
                  <a:cubicBezTo>
                    <a:pt x="110" y="116"/>
                    <a:pt x="110" y="116"/>
                    <a:pt x="110" y="116"/>
                  </a:cubicBezTo>
                  <a:cubicBezTo>
                    <a:pt x="110" y="115"/>
                    <a:pt x="110" y="115"/>
                    <a:pt x="110" y="115"/>
                  </a:cubicBezTo>
                  <a:cubicBezTo>
                    <a:pt x="110" y="115"/>
                    <a:pt x="109" y="115"/>
                    <a:pt x="109" y="115"/>
                  </a:cubicBezTo>
                  <a:cubicBezTo>
                    <a:pt x="109" y="117"/>
                    <a:pt x="108" y="120"/>
                    <a:pt x="109" y="122"/>
                  </a:cubicBezTo>
                  <a:cubicBezTo>
                    <a:pt x="109" y="121"/>
                    <a:pt x="108" y="121"/>
                    <a:pt x="107" y="121"/>
                  </a:cubicBezTo>
                  <a:cubicBezTo>
                    <a:pt x="107" y="121"/>
                    <a:pt x="107" y="121"/>
                    <a:pt x="107" y="121"/>
                  </a:cubicBezTo>
                  <a:cubicBezTo>
                    <a:pt x="106" y="121"/>
                    <a:pt x="106" y="121"/>
                    <a:pt x="106" y="121"/>
                  </a:cubicBezTo>
                  <a:cubicBezTo>
                    <a:pt x="106" y="121"/>
                    <a:pt x="105" y="121"/>
                    <a:pt x="105" y="121"/>
                  </a:cubicBezTo>
                  <a:cubicBezTo>
                    <a:pt x="105" y="121"/>
                    <a:pt x="105" y="121"/>
                    <a:pt x="105" y="121"/>
                  </a:cubicBezTo>
                  <a:cubicBezTo>
                    <a:pt x="105" y="121"/>
                    <a:pt x="104" y="121"/>
                    <a:pt x="104" y="121"/>
                  </a:cubicBezTo>
                  <a:cubicBezTo>
                    <a:pt x="104" y="121"/>
                    <a:pt x="104" y="121"/>
                    <a:pt x="104" y="122"/>
                  </a:cubicBezTo>
                  <a:cubicBezTo>
                    <a:pt x="103" y="122"/>
                    <a:pt x="103" y="122"/>
                    <a:pt x="103" y="122"/>
                  </a:cubicBezTo>
                  <a:cubicBezTo>
                    <a:pt x="103" y="122"/>
                    <a:pt x="103" y="122"/>
                    <a:pt x="103" y="122"/>
                  </a:cubicBezTo>
                  <a:cubicBezTo>
                    <a:pt x="103" y="122"/>
                    <a:pt x="103" y="122"/>
                    <a:pt x="103" y="122"/>
                  </a:cubicBezTo>
                  <a:cubicBezTo>
                    <a:pt x="102" y="122"/>
                    <a:pt x="102" y="122"/>
                    <a:pt x="102" y="123"/>
                  </a:cubicBezTo>
                  <a:cubicBezTo>
                    <a:pt x="102" y="123"/>
                    <a:pt x="102" y="123"/>
                    <a:pt x="102" y="123"/>
                  </a:cubicBezTo>
                  <a:cubicBezTo>
                    <a:pt x="102" y="122"/>
                    <a:pt x="101" y="122"/>
                    <a:pt x="101" y="123"/>
                  </a:cubicBezTo>
                  <a:cubicBezTo>
                    <a:pt x="101" y="124"/>
                    <a:pt x="101" y="124"/>
                    <a:pt x="101" y="124"/>
                  </a:cubicBezTo>
                  <a:cubicBezTo>
                    <a:pt x="101" y="124"/>
                    <a:pt x="101" y="124"/>
                    <a:pt x="101" y="124"/>
                  </a:cubicBezTo>
                  <a:cubicBezTo>
                    <a:pt x="100" y="124"/>
                    <a:pt x="100" y="124"/>
                    <a:pt x="100" y="124"/>
                  </a:cubicBezTo>
                  <a:cubicBezTo>
                    <a:pt x="102" y="117"/>
                    <a:pt x="107" y="112"/>
                    <a:pt x="114" y="112"/>
                  </a:cubicBezTo>
                  <a:cubicBezTo>
                    <a:pt x="115" y="112"/>
                    <a:pt x="115" y="112"/>
                    <a:pt x="115" y="112"/>
                  </a:cubicBezTo>
                  <a:cubicBezTo>
                    <a:pt x="126" y="113"/>
                    <a:pt x="129" y="118"/>
                    <a:pt x="129" y="124"/>
                  </a:cubicBezTo>
                  <a:cubicBezTo>
                    <a:pt x="129" y="123"/>
                    <a:pt x="129" y="123"/>
                    <a:pt x="129" y="123"/>
                  </a:cubicBezTo>
                  <a:close/>
                </a:path>
              </a:pathLst>
            </a:custGeom>
            <a:solidFill>
              <a:schemeClr val="bg1"/>
            </a:solidFill>
            <a:ln w="12700">
              <a:solidFill>
                <a:schemeClr val="accent2"/>
              </a:solidFill>
            </a:ln>
          </p:spPr>
          <p:txBody>
            <a:bodyPr vert="horz" wrap="square" lIns="80666" tIns="40333" rIns="80666" bIns="40333"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47" b="1" i="0" u="none" strike="noStrike" kern="1200" cap="none" spc="0" normalizeH="0" baseline="0" noProof="0">
                <a:ln>
                  <a:noFill/>
                </a:ln>
                <a:solidFill>
                  <a:prstClr val="black"/>
                </a:solidFill>
                <a:effectLst/>
                <a:uLnTx/>
                <a:uFillTx/>
                <a:latin typeface="Calibri"/>
                <a:ea typeface="+mn-ea"/>
                <a:cs typeface="+mn-cs"/>
              </a:endParaRPr>
            </a:p>
          </p:txBody>
        </p:sp>
        <p:sp>
          <p:nvSpPr>
            <p:cNvPr id="107" name="Circular Arrow 73">
              <a:extLst>
                <a:ext uri="{FF2B5EF4-FFF2-40B4-BE49-F238E27FC236}">
                  <a16:creationId xmlns:a16="http://schemas.microsoft.com/office/drawing/2014/main" id="{E7038015-7244-44E0-9563-45651FEC0338}"/>
                </a:ext>
              </a:extLst>
            </p:cNvPr>
            <p:cNvSpPr/>
            <p:nvPr/>
          </p:nvSpPr>
          <p:spPr bwMode="gray">
            <a:xfrm rot="16200000">
              <a:off x="2107754" y="2959525"/>
              <a:ext cx="2123789" cy="2152706"/>
            </a:xfrm>
            <a:prstGeom prst="circularArrow">
              <a:avLst>
                <a:gd name="adj1" fmla="val 7611"/>
                <a:gd name="adj2" fmla="val 767239"/>
                <a:gd name="adj3" fmla="val 20435164"/>
                <a:gd name="adj4" fmla="val 207545"/>
                <a:gd name="adj5" fmla="val 10351"/>
              </a:avLst>
            </a:prstGeom>
            <a:solidFill>
              <a:schemeClr val="bg1">
                <a:lumMod val="8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GB" sz="1600" b="1" i="0" u="none" strike="noStrike" kern="1200" cap="none" spc="0" normalizeH="0" baseline="0" noProof="0">
                <a:ln>
                  <a:noFill/>
                </a:ln>
                <a:solidFill>
                  <a:prstClr val="white"/>
                </a:solidFill>
                <a:effectLst/>
                <a:uLnTx/>
                <a:uFillTx/>
                <a:latin typeface="Calibri"/>
                <a:ea typeface="+mn-ea"/>
                <a:cs typeface="+mn-cs"/>
              </a:endParaRPr>
            </a:p>
          </p:txBody>
        </p:sp>
      </p:grpSp>
      <p:pic>
        <p:nvPicPr>
          <p:cNvPr id="108" name="Picture 22" descr="https://news360.info/news360/wp-content/uploads/2017/06/Nigerian-Electricity-Regulatory-Commission-NERC-Logo.png">
            <a:extLst>
              <a:ext uri="{FF2B5EF4-FFF2-40B4-BE49-F238E27FC236}">
                <a16:creationId xmlns:a16="http://schemas.microsoft.com/office/drawing/2014/main" id="{E91A0EED-F2B8-4C5D-87E6-A14ADB2532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93788" y="2523546"/>
            <a:ext cx="315203" cy="315203"/>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49" descr="Zesco Limited | LinkedIn">
            <a:extLst>
              <a:ext uri="{FF2B5EF4-FFF2-40B4-BE49-F238E27FC236}">
                <a16:creationId xmlns:a16="http://schemas.microsoft.com/office/drawing/2014/main" id="{3BFAEFEA-D5E9-4457-B699-531BD77D84D8}"/>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9331" t="23819" r="9766" b="20761"/>
          <a:stretch/>
        </p:blipFill>
        <p:spPr bwMode="auto">
          <a:xfrm>
            <a:off x="6550162" y="1197328"/>
            <a:ext cx="421410" cy="288666"/>
          </a:xfrm>
          <a:prstGeom prst="rect">
            <a:avLst/>
          </a:prstGeom>
          <a:noFill/>
          <a:extLst>
            <a:ext uri="{909E8E84-426E-40DD-AFC4-6F175D3DCCD1}">
              <a14:hiddenFill xmlns:a14="http://schemas.microsoft.com/office/drawing/2010/main">
                <a:solidFill>
                  <a:srgbClr val="FFFFFF"/>
                </a:solidFill>
              </a14:hiddenFill>
            </a:ext>
          </a:extLst>
        </p:spPr>
      </p:pic>
      <p:pic>
        <p:nvPicPr>
          <p:cNvPr id="110" name="Picture 52" descr="Zimbabwe Energy Regulatory Authority (ZERA) | LinkedIn">
            <a:extLst>
              <a:ext uri="{FF2B5EF4-FFF2-40B4-BE49-F238E27FC236}">
                <a16:creationId xmlns:a16="http://schemas.microsoft.com/office/drawing/2014/main" id="{35ECEE5C-3EF5-48B8-BF26-9A3C0E49CDD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804003" y="1168469"/>
            <a:ext cx="393156" cy="393156"/>
          </a:xfrm>
          <a:prstGeom prst="rect">
            <a:avLst/>
          </a:prstGeom>
          <a:noFill/>
          <a:extLst>
            <a:ext uri="{909E8E84-426E-40DD-AFC4-6F175D3DCCD1}">
              <a14:hiddenFill xmlns:a14="http://schemas.microsoft.com/office/drawing/2010/main">
                <a:solidFill>
                  <a:srgbClr val="FFFFFF"/>
                </a:solidFill>
              </a14:hiddenFill>
            </a:ext>
          </a:extLst>
        </p:spPr>
      </p:pic>
      <p:pic>
        <p:nvPicPr>
          <p:cNvPr id="111" name="Picture 55" descr="Eskom - Top 500">
            <a:extLst>
              <a:ext uri="{FF2B5EF4-FFF2-40B4-BE49-F238E27FC236}">
                <a16:creationId xmlns:a16="http://schemas.microsoft.com/office/drawing/2014/main" id="{2789BD02-E989-4CFB-956B-7861CCA898B8}"/>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t="29113" r="1750" b="33143"/>
          <a:stretch/>
        </p:blipFill>
        <p:spPr bwMode="auto">
          <a:xfrm>
            <a:off x="6214454" y="2574697"/>
            <a:ext cx="956251" cy="275163"/>
          </a:xfrm>
          <a:prstGeom prst="rect">
            <a:avLst/>
          </a:prstGeom>
          <a:noFill/>
          <a:extLst>
            <a:ext uri="{909E8E84-426E-40DD-AFC4-6F175D3DCCD1}">
              <a14:hiddenFill xmlns:a14="http://schemas.microsoft.com/office/drawing/2010/main">
                <a:solidFill>
                  <a:srgbClr val="FFFFFF"/>
                </a:solidFill>
              </a14:hiddenFill>
            </a:ext>
          </a:extLst>
        </p:spPr>
      </p:pic>
      <p:pic>
        <p:nvPicPr>
          <p:cNvPr id="112" name="Picture 60" descr="The World Bank - G20 Insights">
            <a:extLst>
              <a:ext uri="{FF2B5EF4-FFF2-40B4-BE49-F238E27FC236}">
                <a16:creationId xmlns:a16="http://schemas.microsoft.com/office/drawing/2014/main" id="{04970CB7-313C-44D4-9995-27F126EB0B4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381156" y="3857492"/>
            <a:ext cx="622846" cy="348794"/>
          </a:xfrm>
          <a:prstGeom prst="rect">
            <a:avLst/>
          </a:prstGeom>
          <a:noFill/>
          <a:extLst>
            <a:ext uri="{909E8E84-426E-40DD-AFC4-6F175D3DCCD1}">
              <a14:hiddenFill xmlns:a14="http://schemas.microsoft.com/office/drawing/2010/main">
                <a:solidFill>
                  <a:srgbClr val="FFFFFF"/>
                </a:solidFill>
              </a14:hiddenFill>
            </a:ext>
          </a:extLst>
        </p:spPr>
      </p:pic>
      <p:pic>
        <p:nvPicPr>
          <p:cNvPr id="113" name="Picture 62" descr="Power Cell - About | Facebook">
            <a:extLst>
              <a:ext uri="{FF2B5EF4-FFF2-40B4-BE49-F238E27FC236}">
                <a16:creationId xmlns:a16="http://schemas.microsoft.com/office/drawing/2014/main" id="{8F245201-EEEE-47AF-B83B-8D7F89A75F8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904301" y="3843070"/>
            <a:ext cx="324340" cy="324340"/>
          </a:xfrm>
          <a:prstGeom prst="rect">
            <a:avLst/>
          </a:prstGeom>
          <a:noFill/>
          <a:extLst>
            <a:ext uri="{909E8E84-426E-40DD-AFC4-6F175D3DCCD1}">
              <a14:hiddenFill xmlns:a14="http://schemas.microsoft.com/office/drawing/2010/main">
                <a:solidFill>
                  <a:srgbClr val="FFFFFF"/>
                </a:solidFill>
              </a14:hiddenFill>
            </a:ext>
          </a:extLst>
        </p:spPr>
      </p:pic>
      <p:pic>
        <p:nvPicPr>
          <p:cNvPr id="114" name="Picture 67" descr="Jharkhand State Electricity Board.">
            <a:extLst>
              <a:ext uri="{FF2B5EF4-FFF2-40B4-BE49-F238E27FC236}">
                <a16:creationId xmlns:a16="http://schemas.microsoft.com/office/drawing/2014/main" id="{1077566C-B4A7-4B2B-97C3-9BD0B3F92D26}"/>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46766" y="5135950"/>
            <a:ext cx="357237" cy="357237"/>
          </a:xfrm>
          <a:prstGeom prst="rect">
            <a:avLst/>
          </a:prstGeom>
          <a:noFill/>
          <a:extLst>
            <a:ext uri="{909E8E84-426E-40DD-AFC4-6F175D3DCCD1}">
              <a14:hiddenFill xmlns:a14="http://schemas.microsoft.com/office/drawing/2010/main">
                <a:solidFill>
                  <a:srgbClr val="FFFFFF"/>
                </a:solidFill>
              </a14:hiddenFill>
            </a:ext>
          </a:extLst>
        </p:spPr>
      </p:pic>
      <p:sp>
        <p:nvSpPr>
          <p:cNvPr id="115" name="Half Frame 114">
            <a:extLst>
              <a:ext uri="{FF2B5EF4-FFF2-40B4-BE49-F238E27FC236}">
                <a16:creationId xmlns:a16="http://schemas.microsoft.com/office/drawing/2014/main" id="{30DECED6-9589-43F9-9216-D4C7D0717201}"/>
              </a:ext>
            </a:extLst>
          </p:cNvPr>
          <p:cNvSpPr/>
          <p:nvPr/>
        </p:nvSpPr>
        <p:spPr bwMode="gray">
          <a:xfrm rot="10800000">
            <a:off x="8167289" y="5899843"/>
            <a:ext cx="269381" cy="282900"/>
          </a:xfrm>
          <a:prstGeom prst="halfFrame">
            <a:avLst>
              <a:gd name="adj1" fmla="val 7553"/>
              <a:gd name="adj2" fmla="val 8442"/>
            </a:avLst>
          </a:prstGeom>
          <a:solidFill>
            <a:schemeClr val="accent6"/>
          </a:solidFill>
          <a:ln w="19050" algn="ctr">
            <a:solidFill>
              <a:schemeClr val="accent6"/>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116" name="Picture 115">
            <a:extLst>
              <a:ext uri="{FF2B5EF4-FFF2-40B4-BE49-F238E27FC236}">
                <a16:creationId xmlns:a16="http://schemas.microsoft.com/office/drawing/2014/main" id="{86D8B162-DF5C-4131-A74D-D3FD12721451}"/>
              </a:ext>
            </a:extLst>
          </p:cNvPr>
          <p:cNvPicPr>
            <a:picLocks noChangeAspect="1"/>
          </p:cNvPicPr>
          <p:nvPr/>
        </p:nvPicPr>
        <p:blipFill>
          <a:blip r:embed="rId13"/>
          <a:stretch>
            <a:fillRect/>
          </a:stretch>
        </p:blipFill>
        <p:spPr>
          <a:xfrm>
            <a:off x="6111705" y="5193335"/>
            <a:ext cx="758359" cy="295772"/>
          </a:xfrm>
          <a:prstGeom prst="rect">
            <a:avLst/>
          </a:prstGeom>
        </p:spPr>
      </p:pic>
      <p:sp>
        <p:nvSpPr>
          <p:cNvPr id="118" name="TextBox 117">
            <a:extLst>
              <a:ext uri="{FF2B5EF4-FFF2-40B4-BE49-F238E27FC236}">
                <a16:creationId xmlns:a16="http://schemas.microsoft.com/office/drawing/2014/main" id="{2CA65E96-4952-07EA-87C3-BB26BA946B38}"/>
              </a:ext>
            </a:extLst>
          </p:cNvPr>
          <p:cNvSpPr txBox="1"/>
          <p:nvPr/>
        </p:nvSpPr>
        <p:spPr>
          <a:xfrm>
            <a:off x="469900" y="1132039"/>
            <a:ext cx="5026417" cy="331765"/>
          </a:xfrm>
          <a:prstGeom prst="rect">
            <a:avLst/>
          </a:prstGeom>
          <a:solidFill>
            <a:srgbClr val="43B02A"/>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kumimoji="0" lang="en-US" sz="1200" b="1" i="0" u="none" strike="noStrike" kern="1200" cap="none" spc="0" normalizeH="0" baseline="0" noProof="0" dirty="0">
                <a:ln>
                  <a:noFill/>
                </a:ln>
                <a:solidFill>
                  <a:prstClr val="white"/>
                </a:solidFill>
                <a:effectLst/>
                <a:uLnTx/>
                <a:uFillTx/>
                <a:latin typeface="Calibri"/>
                <a:ea typeface="+mn-ea"/>
                <a:cs typeface="+mn-cs"/>
              </a:rPr>
              <a:t>Utility Restructuring</a:t>
            </a:r>
          </a:p>
        </p:txBody>
      </p:sp>
      <p:sp>
        <p:nvSpPr>
          <p:cNvPr id="119" name="Rectangle 24">
            <a:extLst>
              <a:ext uri="{FF2B5EF4-FFF2-40B4-BE49-F238E27FC236}">
                <a16:creationId xmlns:a16="http://schemas.microsoft.com/office/drawing/2014/main" id="{AEE1F1CE-64EB-C4AE-A280-74B6BD80205F}"/>
              </a:ext>
            </a:extLst>
          </p:cNvPr>
          <p:cNvSpPr/>
          <p:nvPr/>
        </p:nvSpPr>
        <p:spPr bwMode="gray">
          <a:xfrm>
            <a:off x="1828103" y="-1090"/>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Eminence &amp; Thought Leadership</a:t>
            </a:r>
          </a:p>
        </p:txBody>
      </p:sp>
      <p:sp>
        <p:nvSpPr>
          <p:cNvPr id="120" name="Freeform 15">
            <a:extLst>
              <a:ext uri="{FF2B5EF4-FFF2-40B4-BE49-F238E27FC236}">
                <a16:creationId xmlns:a16="http://schemas.microsoft.com/office/drawing/2014/main" id="{F57B8A50-6616-D48F-E595-6B3444BE3439}"/>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21" name="Freeform 16">
            <a:extLst>
              <a:ext uri="{FF2B5EF4-FFF2-40B4-BE49-F238E27FC236}">
                <a16:creationId xmlns:a16="http://schemas.microsoft.com/office/drawing/2014/main" id="{3FE2D732-97A7-44C5-5B64-90D3A8BF0C30}"/>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22" name="Freeform 6">
            <a:extLst>
              <a:ext uri="{FF2B5EF4-FFF2-40B4-BE49-F238E27FC236}">
                <a16:creationId xmlns:a16="http://schemas.microsoft.com/office/drawing/2014/main" id="{94F14E41-5DAF-8926-6D67-B16DB284A132}"/>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23" name="Freeform 6">
            <a:extLst>
              <a:ext uri="{FF2B5EF4-FFF2-40B4-BE49-F238E27FC236}">
                <a16:creationId xmlns:a16="http://schemas.microsoft.com/office/drawing/2014/main" id="{7D7E04BB-9DFE-F693-0FBC-871E11488DA4}"/>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24" name="Freeform 15">
            <a:extLst>
              <a:ext uri="{FF2B5EF4-FFF2-40B4-BE49-F238E27FC236}">
                <a16:creationId xmlns:a16="http://schemas.microsoft.com/office/drawing/2014/main" id="{8100AF74-787B-1898-468C-ED89EFB610F4}"/>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25" name="Freeform 16">
            <a:extLst>
              <a:ext uri="{FF2B5EF4-FFF2-40B4-BE49-F238E27FC236}">
                <a16:creationId xmlns:a16="http://schemas.microsoft.com/office/drawing/2014/main" id="{7E5C3D11-E3BE-6A98-B727-6AE0AD9F41EC}"/>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26" name="Freeform 6">
            <a:extLst>
              <a:ext uri="{FF2B5EF4-FFF2-40B4-BE49-F238E27FC236}">
                <a16:creationId xmlns:a16="http://schemas.microsoft.com/office/drawing/2014/main" id="{414FFD43-E26E-1E41-640E-4A361B5102BC}"/>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27" name="Freeform 6">
            <a:extLst>
              <a:ext uri="{FF2B5EF4-FFF2-40B4-BE49-F238E27FC236}">
                <a16:creationId xmlns:a16="http://schemas.microsoft.com/office/drawing/2014/main" id="{0CD46969-71C4-0B1D-FEED-3DD295C4CE8A}"/>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2235759689"/>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5" name="Object 9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en-US" sz="2400"/>
              <a:t>Renewable Energy and Decarbonization Initiatives (1/2)</a:t>
            </a:r>
            <a:endParaRPr lang="en-IN" sz="2400"/>
          </a:p>
        </p:txBody>
      </p:sp>
      <p:sp>
        <p:nvSpPr>
          <p:cNvPr id="3" name="Text Placeholder 2"/>
          <p:cNvSpPr>
            <a:spLocks noGrp="1"/>
          </p:cNvSpPr>
          <p:nvPr>
            <p:ph type="body" sz="quarter" idx="13"/>
          </p:nvPr>
        </p:nvSpPr>
        <p:spPr>
          <a:xfrm>
            <a:off x="469900" y="736688"/>
            <a:ext cx="11252200" cy="757255"/>
          </a:xfrm>
        </p:spPr>
        <p:txBody>
          <a:bodyPr/>
          <a:lstStyle/>
          <a:p>
            <a:r>
              <a:rPr lang="en-IN" sz="1800"/>
              <a:t>Our Service Offerings and Credentials – Renewable Energy</a:t>
            </a:r>
          </a:p>
        </p:txBody>
      </p:sp>
      <p:sp>
        <p:nvSpPr>
          <p:cNvPr id="6" name="Rectangle 5">
            <a:extLst>
              <a:ext uri="{FF2B5EF4-FFF2-40B4-BE49-F238E27FC236}">
                <a16:creationId xmlns:a16="http://schemas.microsoft.com/office/drawing/2014/main" id="{E24CE593-7B04-47C8-B958-39334B982D3E}"/>
              </a:ext>
            </a:extLst>
          </p:cNvPr>
          <p:cNvSpPr/>
          <p:nvPr/>
        </p:nvSpPr>
        <p:spPr bwMode="gray">
          <a:xfrm>
            <a:off x="479870" y="1601781"/>
            <a:ext cx="4985555" cy="1909532"/>
          </a:xfrm>
          <a:prstGeom prst="rect">
            <a:avLst/>
          </a:prstGeom>
          <a:solidFill>
            <a:schemeClr val="bg1">
              <a:lumMod val="9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a:ln>
                <a:noFill/>
              </a:ln>
              <a:solidFill>
                <a:prstClr val="white"/>
              </a:solidFill>
              <a:effectLst/>
              <a:uLnTx/>
              <a:uFillTx/>
              <a:latin typeface="Calibri"/>
              <a:ea typeface="+mn-ea"/>
              <a:cs typeface="+mn-cs"/>
            </a:endParaRPr>
          </a:p>
        </p:txBody>
      </p:sp>
      <p:sp>
        <p:nvSpPr>
          <p:cNvPr id="8" name="Rectangle 7">
            <a:extLst>
              <a:ext uri="{FF2B5EF4-FFF2-40B4-BE49-F238E27FC236}">
                <a16:creationId xmlns:a16="http://schemas.microsoft.com/office/drawing/2014/main" id="{86910B11-A32F-4D0B-9066-6EBD3AF4A957}"/>
              </a:ext>
            </a:extLst>
          </p:cNvPr>
          <p:cNvSpPr/>
          <p:nvPr/>
        </p:nvSpPr>
        <p:spPr bwMode="gray">
          <a:xfrm>
            <a:off x="351931" y="1631234"/>
            <a:ext cx="1803776" cy="187487"/>
          </a:xfrm>
          <a:prstGeom prst="rect">
            <a:avLst/>
          </a:prstGeom>
          <a:noFill/>
          <a:ln w="19050" algn="ctr">
            <a:noFill/>
            <a:miter lim="800000"/>
            <a:headEnd/>
            <a:tailEnd/>
          </a:ln>
        </p:spPr>
        <p:txBody>
          <a:bodyPr wrap="square" lIns="0" tIns="0" rIns="0" bIns="0" rtlCol="0" anchor="ctr">
            <a:sp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black"/>
                </a:solidFill>
                <a:effectLst/>
                <a:uLnTx/>
                <a:uFillTx/>
                <a:latin typeface="Calibri"/>
                <a:ea typeface="+mn-ea"/>
                <a:cs typeface="+mn-cs"/>
              </a:rPr>
              <a:t>Policy &amp; Regulatory</a:t>
            </a:r>
          </a:p>
        </p:txBody>
      </p:sp>
      <p:pic>
        <p:nvPicPr>
          <p:cNvPr id="9" name="Picture 2" descr="C:\Users\jsauvageau\Desktop\5.png">
            <a:extLst>
              <a:ext uri="{FF2B5EF4-FFF2-40B4-BE49-F238E27FC236}">
                <a16:creationId xmlns:a16="http://schemas.microsoft.com/office/drawing/2014/main" id="{06E43944-852C-4ED3-BD88-65C30F89544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40492" y="1867791"/>
            <a:ext cx="426655" cy="48223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C56FF355-73A4-48E1-87C7-1E61927DC935}"/>
              </a:ext>
            </a:extLst>
          </p:cNvPr>
          <p:cNvSpPr/>
          <p:nvPr/>
        </p:nvSpPr>
        <p:spPr bwMode="gray">
          <a:xfrm>
            <a:off x="2347217" y="1631234"/>
            <a:ext cx="1662444" cy="187487"/>
          </a:xfrm>
          <a:prstGeom prst="rect">
            <a:avLst/>
          </a:prstGeom>
          <a:noFill/>
          <a:ln w="19050" algn="ctr">
            <a:noFill/>
            <a:miter lim="800000"/>
            <a:headEnd/>
            <a:tailEnd/>
          </a:ln>
        </p:spPr>
        <p:txBody>
          <a:bodyPr wrap="square" lIns="0" tIns="0" rIns="0" bIns="0" rtlCol="0" anchor="ctr">
            <a:spAutoFit/>
          </a:bodyP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black"/>
                </a:solidFill>
                <a:effectLst/>
                <a:uLnTx/>
                <a:uFillTx/>
                <a:latin typeface="Calibri"/>
                <a:ea typeface="+mn-ea"/>
                <a:cs typeface="+mn-cs"/>
              </a:rPr>
              <a:t>Market Assessment</a:t>
            </a:r>
          </a:p>
        </p:txBody>
      </p:sp>
      <p:pic>
        <p:nvPicPr>
          <p:cNvPr id="11" name="Picture 10" descr="C:\Users\jsauvageau\Desktop\1.png">
            <a:extLst>
              <a:ext uri="{FF2B5EF4-FFF2-40B4-BE49-F238E27FC236}">
                <a16:creationId xmlns:a16="http://schemas.microsoft.com/office/drawing/2014/main" id="{01061328-C9FA-4675-B231-5420B7C4F3AF}"/>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42275" y="1867791"/>
            <a:ext cx="347222" cy="482237"/>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F3408C07-DA6C-4D5D-BF13-7AC675875184}"/>
              </a:ext>
            </a:extLst>
          </p:cNvPr>
          <p:cNvSpPr txBox="1"/>
          <p:nvPr/>
        </p:nvSpPr>
        <p:spPr>
          <a:xfrm>
            <a:off x="4201172" y="1584394"/>
            <a:ext cx="1228718" cy="281167"/>
          </a:xfrm>
          <a:prstGeom prst="rect">
            <a:avLst/>
          </a:prstGeom>
          <a:noFill/>
        </p:spPr>
        <p:txBody>
          <a:bodyPr wrap="square" rtlCol="0">
            <a:spAutoFit/>
          </a:bodyPr>
          <a:lstStyle/>
          <a:p>
            <a:pPr marL="0" marR="0" lvl="0" indent="0" algn="ctr" defTabSz="801654" rtl="0" eaLnBrk="1" fontAlgn="auto" latinLnBrk="0" hangingPunct="1">
              <a:lnSpc>
                <a:spcPct val="100000"/>
              </a:lnSpc>
              <a:spcBef>
                <a:spcPts val="0"/>
              </a:spcBef>
              <a:spcAft>
                <a:spcPts val="0"/>
              </a:spcAft>
              <a:buClrTx/>
              <a:buSzPct val="65000"/>
              <a:buFontTx/>
              <a:buNone/>
              <a:tabLst/>
              <a:defRPr/>
            </a:pPr>
            <a:r>
              <a:rPr kumimoji="0" lang="en-US" sz="1200" b="1" i="0" u="none" strike="noStrike" kern="1200" cap="none" spc="0" normalizeH="0" baseline="0" noProof="0">
                <a:ln>
                  <a:noFill/>
                </a:ln>
                <a:solidFill>
                  <a:prstClr val="black"/>
                </a:solidFill>
                <a:effectLst/>
                <a:uLnTx/>
                <a:uFillTx/>
                <a:latin typeface="Calibri"/>
                <a:ea typeface="Verdana" panose="020B0604030504040204" pitchFamily="34" charset="0"/>
                <a:cs typeface="Verdana" panose="020B0604030504040204" pitchFamily="34" charset="0"/>
              </a:rPr>
              <a:t>Due diligence</a:t>
            </a:r>
          </a:p>
        </p:txBody>
      </p:sp>
      <p:pic>
        <p:nvPicPr>
          <p:cNvPr id="13" name="Picture 5" descr="\\Cagmasrv1\sso$\Gestion_Deloitte\Global_Brand\- Templates\Icons\Iconography Deloitte\Icon_Magnifying_glass_Green.png">
            <a:extLst>
              <a:ext uri="{FF2B5EF4-FFF2-40B4-BE49-F238E27FC236}">
                <a16:creationId xmlns:a16="http://schemas.microsoft.com/office/drawing/2014/main" id="{79F458F0-2E8E-45CB-BBBF-6EBA67B7C975}"/>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564626" y="1865395"/>
            <a:ext cx="501810" cy="487028"/>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1ED9118E-2C92-47B2-B9D6-227AA833AB72}"/>
              </a:ext>
            </a:extLst>
          </p:cNvPr>
          <p:cNvSpPr txBox="1"/>
          <p:nvPr/>
        </p:nvSpPr>
        <p:spPr>
          <a:xfrm>
            <a:off x="576113" y="2494807"/>
            <a:ext cx="1391563" cy="281167"/>
          </a:xfrm>
          <a:prstGeom prst="rect">
            <a:avLst/>
          </a:prstGeom>
          <a:noFill/>
        </p:spPr>
        <p:txBody>
          <a:bodyPr wrap="square" rtlCol="0">
            <a:spAutoFit/>
          </a:bodyPr>
          <a:lstStyle/>
          <a:p>
            <a:pPr marL="0" marR="0" lvl="0" indent="0" algn="ctr" defTabSz="801654" rtl="0" eaLnBrk="1" fontAlgn="auto" latinLnBrk="0" hangingPunct="1">
              <a:lnSpc>
                <a:spcPct val="100000"/>
              </a:lnSpc>
              <a:spcBef>
                <a:spcPts val="0"/>
              </a:spcBef>
              <a:spcAft>
                <a:spcPts val="0"/>
              </a:spcAft>
              <a:buClrTx/>
              <a:buSzPct val="65000"/>
              <a:buFontTx/>
              <a:buNone/>
              <a:tabLst/>
              <a:defRPr/>
            </a:pPr>
            <a:r>
              <a:rPr kumimoji="0" lang="en-US" sz="1200" b="1" i="0" u="none" strike="noStrike" kern="1200" cap="none" spc="0" normalizeH="0" baseline="0" noProof="0">
                <a:ln>
                  <a:noFill/>
                </a:ln>
                <a:solidFill>
                  <a:prstClr val="black"/>
                </a:solidFill>
                <a:effectLst/>
                <a:uLnTx/>
                <a:uFillTx/>
                <a:latin typeface="Calibri"/>
                <a:ea typeface="+mn-ea"/>
                <a:cs typeface="+mn-cs"/>
              </a:rPr>
              <a:t>Bid strategy</a:t>
            </a:r>
          </a:p>
        </p:txBody>
      </p:sp>
      <p:pic>
        <p:nvPicPr>
          <p:cNvPr id="15" name="Picture 7" descr="C:\Users\jsauvageau\Desktop\1.png">
            <a:extLst>
              <a:ext uri="{FF2B5EF4-FFF2-40B4-BE49-F238E27FC236}">
                <a16:creationId xmlns:a16="http://schemas.microsoft.com/office/drawing/2014/main" id="{3E12E9DD-B457-45F9-B411-41C0F286CDA7}"/>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49973" y="2935952"/>
            <a:ext cx="500072" cy="449065"/>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EC6589B4-AE1F-4C90-BD1E-7E510BAEB1DC}"/>
              </a:ext>
            </a:extLst>
          </p:cNvPr>
          <p:cNvSpPr txBox="1"/>
          <p:nvPr/>
        </p:nvSpPr>
        <p:spPr>
          <a:xfrm>
            <a:off x="1622810" y="2404558"/>
            <a:ext cx="2859119" cy="461665"/>
          </a:xfrm>
          <a:prstGeom prst="rect">
            <a:avLst/>
          </a:prstGeom>
          <a:noFill/>
        </p:spPr>
        <p:txBody>
          <a:bodyPr wrap="square" rtlCol="0">
            <a:spAutoFit/>
          </a:bodyPr>
          <a:lstStyle/>
          <a:p>
            <a:pPr marL="0" marR="0" lvl="0" indent="0" algn="ctr" defTabSz="801654" rtl="0" eaLnBrk="1" fontAlgn="auto" latinLnBrk="0" hangingPunct="1">
              <a:lnSpc>
                <a:spcPct val="100000"/>
              </a:lnSpc>
              <a:spcBef>
                <a:spcPts val="0"/>
              </a:spcBef>
              <a:spcAft>
                <a:spcPts val="0"/>
              </a:spcAft>
              <a:buClrTx/>
              <a:buSzPct val="65000"/>
              <a:buFontTx/>
              <a:buNone/>
              <a:tabLst/>
              <a:defRPr/>
            </a:pPr>
            <a:r>
              <a:rPr kumimoji="0" lang="en-US" sz="1200" b="1" i="0" u="none" strike="noStrike" kern="1200" cap="none" spc="0" normalizeH="0" baseline="0" noProof="0">
                <a:ln>
                  <a:noFill/>
                </a:ln>
                <a:solidFill>
                  <a:prstClr val="black"/>
                </a:solidFill>
                <a:effectLst/>
                <a:uLnTx/>
                <a:uFillTx/>
                <a:latin typeface="Calibri"/>
                <a:ea typeface="Verdana" panose="020B0604030504040204" pitchFamily="34" charset="0"/>
                <a:cs typeface="Verdana" panose="020B0604030504040204" pitchFamily="34" charset="0"/>
              </a:rPr>
              <a:t>RE procurement for </a:t>
            </a:r>
          </a:p>
          <a:p>
            <a:pPr marL="0" marR="0" lvl="0" indent="0" algn="ctr" defTabSz="801654" rtl="0" eaLnBrk="1" fontAlgn="auto" latinLnBrk="0" hangingPunct="1">
              <a:lnSpc>
                <a:spcPct val="100000"/>
              </a:lnSpc>
              <a:spcBef>
                <a:spcPts val="0"/>
              </a:spcBef>
              <a:spcAft>
                <a:spcPts val="0"/>
              </a:spcAft>
              <a:buClrTx/>
              <a:buSzPct val="65000"/>
              <a:buFontTx/>
              <a:buNone/>
              <a:tabLst/>
              <a:defRPr/>
            </a:pPr>
            <a:r>
              <a:rPr kumimoji="0" lang="en-US" sz="1200" b="1" i="0" u="none" strike="noStrike" kern="1200" cap="none" spc="0" normalizeH="0" baseline="0" noProof="0">
                <a:ln>
                  <a:noFill/>
                </a:ln>
                <a:solidFill>
                  <a:prstClr val="black"/>
                </a:solidFill>
                <a:effectLst/>
                <a:uLnTx/>
                <a:uFillTx/>
                <a:latin typeface="Calibri"/>
                <a:ea typeface="Verdana" panose="020B0604030504040204" pitchFamily="34" charset="0"/>
                <a:cs typeface="Verdana" panose="020B0604030504040204" pitchFamily="34" charset="0"/>
              </a:rPr>
              <a:t>C&amp;I consumers</a:t>
            </a:r>
          </a:p>
        </p:txBody>
      </p:sp>
      <p:pic>
        <p:nvPicPr>
          <p:cNvPr id="17" name="Picture 2" descr="C:\Users\jsauvageau\Desktop\4.png">
            <a:extLst>
              <a:ext uri="{FF2B5EF4-FFF2-40B4-BE49-F238E27FC236}">
                <a16:creationId xmlns:a16="http://schemas.microsoft.com/office/drawing/2014/main" id="{A3380002-8C70-41B4-8097-7ACEE93B1BE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15717" y="2915698"/>
            <a:ext cx="504758" cy="46931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FEE8E8EF-3B03-4FD9-B532-3B02912EEEF6}"/>
              </a:ext>
            </a:extLst>
          </p:cNvPr>
          <p:cNvSpPr txBox="1"/>
          <p:nvPr/>
        </p:nvSpPr>
        <p:spPr>
          <a:xfrm>
            <a:off x="4137063" y="2404558"/>
            <a:ext cx="1412051" cy="461665"/>
          </a:xfrm>
          <a:prstGeom prst="rect">
            <a:avLst/>
          </a:prstGeom>
          <a:noFill/>
        </p:spPr>
        <p:txBody>
          <a:bodyPr wrap="square" rtlCol="0">
            <a:spAutoFit/>
          </a:bodyPr>
          <a:lstStyle/>
          <a:p>
            <a:pPr marL="0" marR="0" lvl="0" indent="0" algn="ctr" defTabSz="801654" rtl="0" eaLnBrk="1" fontAlgn="auto" latinLnBrk="0" hangingPunct="1">
              <a:lnSpc>
                <a:spcPct val="100000"/>
              </a:lnSpc>
              <a:spcBef>
                <a:spcPts val="0"/>
              </a:spcBef>
              <a:spcAft>
                <a:spcPts val="0"/>
              </a:spcAft>
              <a:buClrTx/>
              <a:buSzPct val="65000"/>
              <a:buFontTx/>
              <a:buNone/>
              <a:tabLst/>
              <a:defRPr/>
            </a:pPr>
            <a:r>
              <a:rPr kumimoji="0" lang="en-US" sz="1200" b="1" i="0" u="none" strike="noStrike" kern="1200" cap="none" spc="0" normalizeH="0" baseline="0" noProof="0">
                <a:ln>
                  <a:noFill/>
                </a:ln>
                <a:solidFill>
                  <a:prstClr val="black"/>
                </a:solidFill>
                <a:effectLst/>
                <a:uLnTx/>
                <a:uFillTx/>
                <a:latin typeface="Calibri"/>
                <a:ea typeface="Verdana" panose="020B0604030504040204" pitchFamily="34" charset="0"/>
                <a:cs typeface="Verdana" panose="020B0604030504040204" pitchFamily="34" charset="0"/>
              </a:rPr>
              <a:t>Strategy &amp; </a:t>
            </a:r>
          </a:p>
          <a:p>
            <a:pPr marL="0" marR="0" lvl="0" indent="0" algn="ctr" defTabSz="801654" rtl="0" eaLnBrk="1" fontAlgn="auto" latinLnBrk="0" hangingPunct="1">
              <a:lnSpc>
                <a:spcPct val="100000"/>
              </a:lnSpc>
              <a:spcBef>
                <a:spcPts val="0"/>
              </a:spcBef>
              <a:spcAft>
                <a:spcPts val="0"/>
              </a:spcAft>
              <a:buClrTx/>
              <a:buSzPct val="65000"/>
              <a:buFontTx/>
              <a:buNone/>
              <a:tabLst/>
              <a:defRPr/>
            </a:pPr>
            <a:r>
              <a:rPr kumimoji="0" lang="en-US" sz="1200" b="1" i="0" u="none" strike="noStrike" kern="1200" cap="none" spc="0" normalizeH="0" baseline="0" noProof="0">
                <a:ln>
                  <a:noFill/>
                </a:ln>
                <a:solidFill>
                  <a:prstClr val="black"/>
                </a:solidFill>
                <a:effectLst/>
                <a:uLnTx/>
                <a:uFillTx/>
                <a:latin typeface="Calibri"/>
                <a:ea typeface="Verdana" panose="020B0604030504040204" pitchFamily="34" charset="0"/>
                <a:cs typeface="Verdana" panose="020B0604030504040204" pitchFamily="34" charset="0"/>
              </a:rPr>
              <a:t>business plan</a:t>
            </a:r>
          </a:p>
        </p:txBody>
      </p:sp>
      <p:pic>
        <p:nvPicPr>
          <p:cNvPr id="19" name="Picture 7" descr="\\Cagmasrv1\sso$\Gestion_Deloitte\Global_Brand\- Templates\Icons\Iconography Deloitte\Icon_Cog_Blue.png">
            <a:extLst>
              <a:ext uri="{FF2B5EF4-FFF2-40B4-BE49-F238E27FC236}">
                <a16:creationId xmlns:a16="http://schemas.microsoft.com/office/drawing/2014/main" id="{4338D466-4321-4ABE-9C8A-D08862EFF019}"/>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586147" y="2895127"/>
            <a:ext cx="513881" cy="489890"/>
          </a:xfrm>
          <a:prstGeom prst="rect">
            <a:avLst/>
          </a:prstGeom>
          <a:noFill/>
          <a:extLst>
            <a:ext uri="{909E8E84-426E-40DD-AFC4-6F175D3DCCD1}">
              <a14:hiddenFill xmlns:a14="http://schemas.microsoft.com/office/drawing/2010/main">
                <a:solidFill>
                  <a:srgbClr val="FFFFFF"/>
                </a:solidFill>
              </a14:hiddenFill>
            </a:ext>
          </a:extLst>
        </p:spPr>
      </p:pic>
      <p:sp>
        <p:nvSpPr>
          <p:cNvPr id="20" name="Freeform: Shape 19">
            <a:extLst>
              <a:ext uri="{FF2B5EF4-FFF2-40B4-BE49-F238E27FC236}">
                <a16:creationId xmlns:a16="http://schemas.microsoft.com/office/drawing/2014/main" id="{1C940759-C87F-4DE2-8C68-916B19918697}"/>
              </a:ext>
            </a:extLst>
          </p:cNvPr>
          <p:cNvSpPr/>
          <p:nvPr/>
        </p:nvSpPr>
        <p:spPr>
          <a:xfrm>
            <a:off x="3035301" y="3680209"/>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Market Assessment and Due Diligence</a:t>
            </a:r>
          </a:p>
        </p:txBody>
      </p:sp>
      <p:sp>
        <p:nvSpPr>
          <p:cNvPr id="21" name="Freeform: Shape 20">
            <a:extLst>
              <a:ext uri="{FF2B5EF4-FFF2-40B4-BE49-F238E27FC236}">
                <a16:creationId xmlns:a16="http://schemas.microsoft.com/office/drawing/2014/main" id="{C78E82EC-55C7-4C78-A229-05EB74179FC8}"/>
              </a:ext>
            </a:extLst>
          </p:cNvPr>
          <p:cNvSpPr/>
          <p:nvPr/>
        </p:nvSpPr>
        <p:spPr>
          <a:xfrm>
            <a:off x="3035301" y="4094275"/>
            <a:ext cx="2447952" cy="880354"/>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Technical, commercial &amp; financial due diligence</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Market and Policy Assessment </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Carrying out business plan review and validation</a:t>
            </a:r>
          </a:p>
        </p:txBody>
      </p:sp>
      <p:sp>
        <p:nvSpPr>
          <p:cNvPr id="22" name="Freeform: Shape 21">
            <a:extLst>
              <a:ext uri="{FF2B5EF4-FFF2-40B4-BE49-F238E27FC236}">
                <a16:creationId xmlns:a16="http://schemas.microsoft.com/office/drawing/2014/main" id="{06124E5A-46F4-4186-9367-7B114807B012}"/>
              </a:ext>
            </a:extLst>
          </p:cNvPr>
          <p:cNvSpPr/>
          <p:nvPr/>
        </p:nvSpPr>
        <p:spPr>
          <a:xfrm>
            <a:off x="487967" y="3694777"/>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046A38"/>
          </a:solidFill>
          <a:ln>
            <a:solidFill>
              <a:srgbClr val="046A38"/>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Policy and Regulatory</a:t>
            </a:r>
          </a:p>
        </p:txBody>
      </p:sp>
      <p:sp>
        <p:nvSpPr>
          <p:cNvPr id="23" name="Freeform: Shape 22">
            <a:extLst>
              <a:ext uri="{FF2B5EF4-FFF2-40B4-BE49-F238E27FC236}">
                <a16:creationId xmlns:a16="http://schemas.microsoft.com/office/drawing/2014/main" id="{05363FCC-B602-4F6A-9F84-A48E6AB126D6}"/>
              </a:ext>
            </a:extLst>
          </p:cNvPr>
          <p:cNvSpPr/>
          <p:nvPr/>
        </p:nvSpPr>
        <p:spPr>
          <a:xfrm>
            <a:off x="487967" y="4108843"/>
            <a:ext cx="2447952" cy="880354"/>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Tariff and RE policy Design; </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Petition Filing support; </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REC process; </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RPO Strategy</a:t>
            </a:r>
          </a:p>
        </p:txBody>
      </p:sp>
      <p:sp>
        <p:nvSpPr>
          <p:cNvPr id="24" name="Freeform: Shape 23">
            <a:extLst>
              <a:ext uri="{FF2B5EF4-FFF2-40B4-BE49-F238E27FC236}">
                <a16:creationId xmlns:a16="http://schemas.microsoft.com/office/drawing/2014/main" id="{D098CCCA-4AC2-4223-B8A9-3FF34EB79663}"/>
              </a:ext>
            </a:extLst>
          </p:cNvPr>
          <p:cNvSpPr/>
          <p:nvPr/>
        </p:nvSpPr>
        <p:spPr>
          <a:xfrm>
            <a:off x="3034997" y="5055184"/>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007680"/>
          </a:solidFill>
          <a:ln>
            <a:solidFill>
              <a:srgbClr val="007680"/>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Strategy and Business Plan</a:t>
            </a:r>
          </a:p>
        </p:txBody>
      </p:sp>
      <p:sp>
        <p:nvSpPr>
          <p:cNvPr id="25" name="Freeform: Shape 24">
            <a:extLst>
              <a:ext uri="{FF2B5EF4-FFF2-40B4-BE49-F238E27FC236}">
                <a16:creationId xmlns:a16="http://schemas.microsoft.com/office/drawing/2014/main" id="{FEDBAF74-51DB-4E27-A00A-6D32965ABD7C}"/>
              </a:ext>
            </a:extLst>
          </p:cNvPr>
          <p:cNvSpPr/>
          <p:nvPr/>
        </p:nvSpPr>
        <p:spPr>
          <a:xfrm>
            <a:off x="3034997" y="5488104"/>
            <a:ext cx="2447952" cy="904658"/>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Project Feasibility Assessment</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Financing Solution</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Preparing an implementation roadmap </a:t>
            </a:r>
          </a:p>
        </p:txBody>
      </p:sp>
      <p:sp>
        <p:nvSpPr>
          <p:cNvPr id="26" name="Freeform: Shape 25">
            <a:extLst>
              <a:ext uri="{FF2B5EF4-FFF2-40B4-BE49-F238E27FC236}">
                <a16:creationId xmlns:a16="http://schemas.microsoft.com/office/drawing/2014/main" id="{4B3E60A4-C96D-415E-B2B6-963933E183AA}"/>
              </a:ext>
            </a:extLst>
          </p:cNvPr>
          <p:cNvSpPr/>
          <p:nvPr/>
        </p:nvSpPr>
        <p:spPr>
          <a:xfrm>
            <a:off x="487663" y="5069752"/>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43B02A"/>
          </a:solidFill>
          <a:ln>
            <a:solidFill>
              <a:srgbClr val="43B02A"/>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Bid and Procurement Strategy</a:t>
            </a:r>
          </a:p>
        </p:txBody>
      </p:sp>
      <p:sp>
        <p:nvSpPr>
          <p:cNvPr id="27" name="Freeform: Shape 26">
            <a:extLst>
              <a:ext uri="{FF2B5EF4-FFF2-40B4-BE49-F238E27FC236}">
                <a16:creationId xmlns:a16="http://schemas.microsoft.com/office/drawing/2014/main" id="{B58BD86F-D3E4-43A2-9372-E1B0DCE9C6BF}"/>
              </a:ext>
            </a:extLst>
          </p:cNvPr>
          <p:cNvSpPr/>
          <p:nvPr/>
        </p:nvSpPr>
        <p:spPr>
          <a:xfrm>
            <a:off x="487663" y="5502672"/>
            <a:ext cx="2447952" cy="904658"/>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Providing bid advisory services  </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PPP structuring</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Financing Strategy</a:t>
            </a:r>
          </a:p>
        </p:txBody>
      </p:sp>
      <p:grpSp>
        <p:nvGrpSpPr>
          <p:cNvPr id="28" name="Group 27">
            <a:extLst>
              <a:ext uri="{FF2B5EF4-FFF2-40B4-BE49-F238E27FC236}">
                <a16:creationId xmlns:a16="http://schemas.microsoft.com/office/drawing/2014/main" id="{2D1C64CE-E5C2-405D-A604-6B0924265C6B}"/>
              </a:ext>
            </a:extLst>
          </p:cNvPr>
          <p:cNvGrpSpPr/>
          <p:nvPr/>
        </p:nvGrpSpPr>
        <p:grpSpPr>
          <a:xfrm>
            <a:off x="538005" y="3713674"/>
            <a:ext cx="315108" cy="315109"/>
            <a:chOff x="5336244" y="2532032"/>
            <a:chExt cx="582898" cy="582898"/>
          </a:xfrm>
        </p:grpSpPr>
        <p:sp>
          <p:nvSpPr>
            <p:cNvPr id="29" name="Freeform 880">
              <a:extLst>
                <a:ext uri="{FF2B5EF4-FFF2-40B4-BE49-F238E27FC236}">
                  <a16:creationId xmlns:a16="http://schemas.microsoft.com/office/drawing/2014/main" id="{E5717887-F71B-4F3D-AC8E-2D5BE3EEBD1D}"/>
                </a:ext>
              </a:extLst>
            </p:cNvPr>
            <p:cNvSpPr>
              <a:spLocks noEditPoints="1"/>
            </p:cNvSpPr>
            <p:nvPr/>
          </p:nvSpPr>
          <p:spPr bwMode="auto">
            <a:xfrm>
              <a:off x="5505970" y="2641754"/>
              <a:ext cx="241731" cy="363454"/>
            </a:xfrm>
            <a:custGeom>
              <a:avLst/>
              <a:gdLst>
                <a:gd name="T0" fmla="*/ 124 w 213"/>
                <a:gd name="T1" fmla="*/ 238 h 320"/>
                <a:gd name="T2" fmla="*/ 117 w 213"/>
                <a:gd name="T3" fmla="*/ 178 h 320"/>
                <a:gd name="T4" fmla="*/ 169 w 213"/>
                <a:gd name="T5" fmla="*/ 191 h 320"/>
                <a:gd name="T6" fmla="*/ 159 w 213"/>
                <a:gd name="T7" fmla="*/ 122 h 320"/>
                <a:gd name="T8" fmla="*/ 201 w 213"/>
                <a:gd name="T9" fmla="*/ 101 h 320"/>
                <a:gd name="T10" fmla="*/ 185 w 213"/>
                <a:gd name="T11" fmla="*/ 53 h 320"/>
                <a:gd name="T12" fmla="*/ 140 w 213"/>
                <a:gd name="T13" fmla="*/ 60 h 320"/>
                <a:gd name="T14" fmla="*/ 107 w 213"/>
                <a:gd name="T15" fmla="*/ 0 h 320"/>
                <a:gd name="T16" fmla="*/ 74 w 213"/>
                <a:gd name="T17" fmla="*/ 60 h 320"/>
                <a:gd name="T18" fmla="*/ 28 w 213"/>
                <a:gd name="T19" fmla="*/ 53 h 320"/>
                <a:gd name="T20" fmla="*/ 13 w 213"/>
                <a:gd name="T21" fmla="*/ 102 h 320"/>
                <a:gd name="T22" fmla="*/ 54 w 213"/>
                <a:gd name="T23" fmla="*/ 123 h 320"/>
                <a:gd name="T24" fmla="*/ 33 w 213"/>
                <a:gd name="T25" fmla="*/ 164 h 320"/>
                <a:gd name="T26" fmla="*/ 61 w 213"/>
                <a:gd name="T27" fmla="*/ 196 h 320"/>
                <a:gd name="T28" fmla="*/ 96 w 213"/>
                <a:gd name="T29" fmla="*/ 178 h 320"/>
                <a:gd name="T30" fmla="*/ 89 w 213"/>
                <a:gd name="T31" fmla="*/ 237 h 320"/>
                <a:gd name="T32" fmla="*/ 0 w 213"/>
                <a:gd name="T33" fmla="*/ 224 h 320"/>
                <a:gd name="T34" fmla="*/ 101 w 213"/>
                <a:gd name="T35" fmla="*/ 320 h 320"/>
                <a:gd name="T36" fmla="*/ 185 w 213"/>
                <a:gd name="T37" fmla="*/ 296 h 320"/>
                <a:gd name="T38" fmla="*/ 204 w 213"/>
                <a:gd name="T39" fmla="*/ 213 h 320"/>
                <a:gd name="T40" fmla="*/ 102 w 213"/>
                <a:gd name="T41" fmla="*/ 78 h 320"/>
                <a:gd name="T42" fmla="*/ 123 w 213"/>
                <a:gd name="T43" fmla="*/ 83 h 320"/>
                <a:gd name="T44" fmla="*/ 111 w 213"/>
                <a:gd name="T45" fmla="*/ 132 h 320"/>
                <a:gd name="T46" fmla="*/ 80 w 213"/>
                <a:gd name="T47" fmla="*/ 110 h 320"/>
                <a:gd name="T48" fmla="*/ 157 w 213"/>
                <a:gd name="T49" fmla="*/ 174 h 320"/>
                <a:gd name="T50" fmla="*/ 126 w 213"/>
                <a:gd name="T51" fmla="*/ 150 h 320"/>
                <a:gd name="T52" fmla="*/ 152 w 213"/>
                <a:gd name="T53" fmla="*/ 146 h 320"/>
                <a:gd name="T54" fmla="*/ 159 w 213"/>
                <a:gd name="T55" fmla="*/ 74 h 320"/>
                <a:gd name="T56" fmla="*/ 187 w 213"/>
                <a:gd name="T57" fmla="*/ 79 h 320"/>
                <a:gd name="T58" fmla="*/ 167 w 213"/>
                <a:gd name="T59" fmla="*/ 99 h 320"/>
                <a:gd name="T60" fmla="*/ 148 w 213"/>
                <a:gd name="T61" fmla="*/ 80 h 320"/>
                <a:gd name="T62" fmla="*/ 107 w 213"/>
                <a:gd name="T63" fmla="*/ 21 h 320"/>
                <a:gd name="T64" fmla="*/ 118 w 213"/>
                <a:gd name="T65" fmla="*/ 58 h 320"/>
                <a:gd name="T66" fmla="*/ 96 w 213"/>
                <a:gd name="T67" fmla="*/ 58 h 320"/>
                <a:gd name="T68" fmla="*/ 107 w 213"/>
                <a:gd name="T69" fmla="*/ 21 h 320"/>
                <a:gd name="T70" fmla="*/ 26 w 213"/>
                <a:gd name="T71" fmla="*/ 79 h 320"/>
                <a:gd name="T72" fmla="*/ 54 w 213"/>
                <a:gd name="T73" fmla="*/ 75 h 320"/>
                <a:gd name="T74" fmla="*/ 58 w 213"/>
                <a:gd name="T75" fmla="*/ 101 h 320"/>
                <a:gd name="T76" fmla="*/ 29 w 213"/>
                <a:gd name="T77" fmla="*/ 89 h 320"/>
                <a:gd name="T78" fmla="*/ 57 w 213"/>
                <a:gd name="T79" fmla="*/ 174 h 320"/>
                <a:gd name="T80" fmla="*/ 61 w 213"/>
                <a:gd name="T81" fmla="*/ 146 h 320"/>
                <a:gd name="T82" fmla="*/ 78 w 213"/>
                <a:gd name="T83" fmla="*/ 145 h 320"/>
                <a:gd name="T84" fmla="*/ 82 w 213"/>
                <a:gd name="T85" fmla="*/ 161 h 320"/>
                <a:gd name="T86" fmla="*/ 42 w 213"/>
                <a:gd name="T87" fmla="*/ 279 h 320"/>
                <a:gd name="T88" fmla="*/ 75 w 213"/>
                <a:gd name="T89" fmla="*/ 253 h 320"/>
                <a:gd name="T90" fmla="*/ 42 w 213"/>
                <a:gd name="T91" fmla="*/ 279 h 320"/>
                <a:gd name="T92" fmla="*/ 118 w 213"/>
                <a:gd name="T93" fmla="*/ 298 h 320"/>
                <a:gd name="T94" fmla="*/ 192 w 213"/>
                <a:gd name="T95" fmla="*/ 2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3" h="320">
                  <a:moveTo>
                    <a:pt x="204" y="213"/>
                  </a:moveTo>
                  <a:cubicBezTo>
                    <a:pt x="202" y="213"/>
                    <a:pt x="155" y="209"/>
                    <a:pt x="124" y="238"/>
                  </a:cubicBezTo>
                  <a:cubicBezTo>
                    <a:pt x="121" y="240"/>
                    <a:pt x="119" y="242"/>
                    <a:pt x="117" y="244"/>
                  </a:cubicBezTo>
                  <a:cubicBezTo>
                    <a:pt x="117" y="178"/>
                    <a:pt x="117" y="178"/>
                    <a:pt x="117" y="178"/>
                  </a:cubicBezTo>
                  <a:cubicBezTo>
                    <a:pt x="127" y="190"/>
                    <a:pt x="140" y="196"/>
                    <a:pt x="152" y="196"/>
                  </a:cubicBezTo>
                  <a:cubicBezTo>
                    <a:pt x="158" y="196"/>
                    <a:pt x="164" y="194"/>
                    <a:pt x="169" y="191"/>
                  </a:cubicBezTo>
                  <a:cubicBezTo>
                    <a:pt x="185" y="179"/>
                    <a:pt x="185" y="154"/>
                    <a:pt x="170" y="133"/>
                  </a:cubicBezTo>
                  <a:cubicBezTo>
                    <a:pt x="167" y="129"/>
                    <a:pt x="163" y="125"/>
                    <a:pt x="159" y="122"/>
                  </a:cubicBezTo>
                  <a:cubicBezTo>
                    <a:pt x="164" y="122"/>
                    <a:pt x="169" y="121"/>
                    <a:pt x="174" y="119"/>
                  </a:cubicBezTo>
                  <a:cubicBezTo>
                    <a:pt x="185" y="116"/>
                    <a:pt x="194" y="109"/>
                    <a:pt x="201" y="101"/>
                  </a:cubicBezTo>
                  <a:cubicBezTo>
                    <a:pt x="208" y="92"/>
                    <a:pt x="210" y="82"/>
                    <a:pt x="207" y="72"/>
                  </a:cubicBezTo>
                  <a:cubicBezTo>
                    <a:pt x="204" y="63"/>
                    <a:pt x="196" y="56"/>
                    <a:pt x="185" y="53"/>
                  </a:cubicBezTo>
                  <a:cubicBezTo>
                    <a:pt x="175" y="50"/>
                    <a:pt x="163" y="50"/>
                    <a:pt x="152" y="54"/>
                  </a:cubicBezTo>
                  <a:cubicBezTo>
                    <a:pt x="148" y="56"/>
                    <a:pt x="143" y="58"/>
                    <a:pt x="140" y="60"/>
                  </a:cubicBezTo>
                  <a:cubicBezTo>
                    <a:pt x="141" y="55"/>
                    <a:pt x="141" y="51"/>
                    <a:pt x="141" y="46"/>
                  </a:cubicBezTo>
                  <a:cubicBezTo>
                    <a:pt x="141" y="20"/>
                    <a:pt x="126" y="0"/>
                    <a:pt x="107" y="0"/>
                  </a:cubicBezTo>
                  <a:cubicBezTo>
                    <a:pt x="87" y="0"/>
                    <a:pt x="72" y="20"/>
                    <a:pt x="72" y="46"/>
                  </a:cubicBezTo>
                  <a:cubicBezTo>
                    <a:pt x="72" y="51"/>
                    <a:pt x="73" y="56"/>
                    <a:pt x="74" y="60"/>
                  </a:cubicBezTo>
                  <a:cubicBezTo>
                    <a:pt x="70" y="58"/>
                    <a:pt x="65" y="56"/>
                    <a:pt x="61" y="54"/>
                  </a:cubicBezTo>
                  <a:cubicBezTo>
                    <a:pt x="50" y="51"/>
                    <a:pt x="38" y="50"/>
                    <a:pt x="28" y="53"/>
                  </a:cubicBezTo>
                  <a:cubicBezTo>
                    <a:pt x="17" y="56"/>
                    <a:pt x="9" y="63"/>
                    <a:pt x="6" y="73"/>
                  </a:cubicBezTo>
                  <a:cubicBezTo>
                    <a:pt x="3" y="82"/>
                    <a:pt x="5" y="93"/>
                    <a:pt x="13" y="102"/>
                  </a:cubicBezTo>
                  <a:cubicBezTo>
                    <a:pt x="19" y="110"/>
                    <a:pt x="28" y="116"/>
                    <a:pt x="40" y="120"/>
                  </a:cubicBezTo>
                  <a:cubicBezTo>
                    <a:pt x="44" y="121"/>
                    <a:pt x="49" y="122"/>
                    <a:pt x="54" y="123"/>
                  </a:cubicBezTo>
                  <a:cubicBezTo>
                    <a:pt x="50" y="126"/>
                    <a:pt x="47" y="129"/>
                    <a:pt x="44" y="133"/>
                  </a:cubicBezTo>
                  <a:cubicBezTo>
                    <a:pt x="37" y="143"/>
                    <a:pt x="33" y="154"/>
                    <a:pt x="33" y="164"/>
                  </a:cubicBezTo>
                  <a:cubicBezTo>
                    <a:pt x="32" y="175"/>
                    <a:pt x="37" y="185"/>
                    <a:pt x="45" y="191"/>
                  </a:cubicBezTo>
                  <a:cubicBezTo>
                    <a:pt x="49" y="195"/>
                    <a:pt x="55" y="196"/>
                    <a:pt x="61" y="196"/>
                  </a:cubicBezTo>
                  <a:cubicBezTo>
                    <a:pt x="66" y="196"/>
                    <a:pt x="70" y="196"/>
                    <a:pt x="74" y="194"/>
                  </a:cubicBezTo>
                  <a:cubicBezTo>
                    <a:pt x="82" y="191"/>
                    <a:pt x="90" y="185"/>
                    <a:pt x="96" y="178"/>
                  </a:cubicBezTo>
                  <a:cubicBezTo>
                    <a:pt x="96" y="244"/>
                    <a:pt x="96" y="244"/>
                    <a:pt x="96" y="244"/>
                  </a:cubicBezTo>
                  <a:cubicBezTo>
                    <a:pt x="94" y="241"/>
                    <a:pt x="92" y="239"/>
                    <a:pt x="89" y="237"/>
                  </a:cubicBezTo>
                  <a:cubicBezTo>
                    <a:pt x="58" y="208"/>
                    <a:pt x="11" y="213"/>
                    <a:pt x="10" y="213"/>
                  </a:cubicBezTo>
                  <a:cubicBezTo>
                    <a:pt x="4" y="214"/>
                    <a:pt x="0" y="218"/>
                    <a:pt x="0" y="224"/>
                  </a:cubicBezTo>
                  <a:cubicBezTo>
                    <a:pt x="0" y="254"/>
                    <a:pt x="9" y="278"/>
                    <a:pt x="28" y="294"/>
                  </a:cubicBezTo>
                  <a:cubicBezTo>
                    <a:pt x="52" y="317"/>
                    <a:pt x="86" y="320"/>
                    <a:pt x="101" y="320"/>
                  </a:cubicBezTo>
                  <a:cubicBezTo>
                    <a:pt x="104" y="320"/>
                    <a:pt x="111" y="320"/>
                    <a:pt x="114" y="320"/>
                  </a:cubicBezTo>
                  <a:cubicBezTo>
                    <a:pt x="130" y="320"/>
                    <a:pt x="162" y="317"/>
                    <a:pt x="185" y="296"/>
                  </a:cubicBezTo>
                  <a:cubicBezTo>
                    <a:pt x="204" y="279"/>
                    <a:pt x="213" y="255"/>
                    <a:pt x="213" y="224"/>
                  </a:cubicBezTo>
                  <a:cubicBezTo>
                    <a:pt x="213" y="218"/>
                    <a:pt x="209" y="213"/>
                    <a:pt x="204" y="213"/>
                  </a:cubicBezTo>
                  <a:close/>
                  <a:moveTo>
                    <a:pt x="84" y="89"/>
                  </a:moveTo>
                  <a:cubicBezTo>
                    <a:pt x="89" y="83"/>
                    <a:pt x="95" y="80"/>
                    <a:pt x="102" y="78"/>
                  </a:cubicBezTo>
                  <a:cubicBezTo>
                    <a:pt x="104" y="78"/>
                    <a:pt x="105" y="78"/>
                    <a:pt x="107" y="78"/>
                  </a:cubicBezTo>
                  <a:cubicBezTo>
                    <a:pt x="112" y="78"/>
                    <a:pt x="118" y="80"/>
                    <a:pt x="123" y="83"/>
                  </a:cubicBezTo>
                  <a:cubicBezTo>
                    <a:pt x="135" y="92"/>
                    <a:pt x="138" y="109"/>
                    <a:pt x="129" y="121"/>
                  </a:cubicBezTo>
                  <a:cubicBezTo>
                    <a:pt x="125" y="127"/>
                    <a:pt x="118" y="131"/>
                    <a:pt x="111" y="132"/>
                  </a:cubicBezTo>
                  <a:cubicBezTo>
                    <a:pt x="104" y="134"/>
                    <a:pt x="97" y="132"/>
                    <a:pt x="91" y="128"/>
                  </a:cubicBezTo>
                  <a:cubicBezTo>
                    <a:pt x="85" y="123"/>
                    <a:pt x="81" y="117"/>
                    <a:pt x="80" y="110"/>
                  </a:cubicBezTo>
                  <a:cubicBezTo>
                    <a:pt x="78" y="103"/>
                    <a:pt x="80" y="95"/>
                    <a:pt x="84" y="89"/>
                  </a:cubicBezTo>
                  <a:close/>
                  <a:moveTo>
                    <a:pt x="157" y="174"/>
                  </a:moveTo>
                  <a:cubicBezTo>
                    <a:pt x="152" y="177"/>
                    <a:pt x="140" y="172"/>
                    <a:pt x="131" y="161"/>
                  </a:cubicBezTo>
                  <a:cubicBezTo>
                    <a:pt x="129" y="158"/>
                    <a:pt x="127" y="154"/>
                    <a:pt x="126" y="150"/>
                  </a:cubicBezTo>
                  <a:cubicBezTo>
                    <a:pt x="133" y="147"/>
                    <a:pt x="139" y="143"/>
                    <a:pt x="143" y="137"/>
                  </a:cubicBezTo>
                  <a:cubicBezTo>
                    <a:pt x="147" y="139"/>
                    <a:pt x="150" y="142"/>
                    <a:pt x="152" y="146"/>
                  </a:cubicBezTo>
                  <a:cubicBezTo>
                    <a:pt x="161" y="157"/>
                    <a:pt x="161" y="170"/>
                    <a:pt x="157" y="174"/>
                  </a:cubicBezTo>
                  <a:close/>
                  <a:moveTo>
                    <a:pt x="159" y="74"/>
                  </a:moveTo>
                  <a:cubicBezTo>
                    <a:pt x="166" y="72"/>
                    <a:pt x="173" y="72"/>
                    <a:pt x="179" y="73"/>
                  </a:cubicBezTo>
                  <a:cubicBezTo>
                    <a:pt x="181" y="74"/>
                    <a:pt x="186" y="75"/>
                    <a:pt x="187" y="79"/>
                  </a:cubicBezTo>
                  <a:cubicBezTo>
                    <a:pt x="188" y="82"/>
                    <a:pt x="185" y="87"/>
                    <a:pt x="184" y="88"/>
                  </a:cubicBezTo>
                  <a:cubicBezTo>
                    <a:pt x="180" y="93"/>
                    <a:pt x="174" y="97"/>
                    <a:pt x="167" y="99"/>
                  </a:cubicBezTo>
                  <a:cubicBezTo>
                    <a:pt x="163" y="101"/>
                    <a:pt x="159" y="101"/>
                    <a:pt x="155" y="101"/>
                  </a:cubicBezTo>
                  <a:cubicBezTo>
                    <a:pt x="154" y="94"/>
                    <a:pt x="152" y="86"/>
                    <a:pt x="148" y="80"/>
                  </a:cubicBezTo>
                  <a:cubicBezTo>
                    <a:pt x="151" y="78"/>
                    <a:pt x="155" y="76"/>
                    <a:pt x="159" y="74"/>
                  </a:cubicBezTo>
                  <a:close/>
                  <a:moveTo>
                    <a:pt x="107" y="21"/>
                  </a:moveTo>
                  <a:cubicBezTo>
                    <a:pt x="113" y="21"/>
                    <a:pt x="120" y="32"/>
                    <a:pt x="120" y="46"/>
                  </a:cubicBezTo>
                  <a:cubicBezTo>
                    <a:pt x="120" y="50"/>
                    <a:pt x="119" y="54"/>
                    <a:pt x="118" y="58"/>
                  </a:cubicBezTo>
                  <a:cubicBezTo>
                    <a:pt x="112" y="57"/>
                    <a:pt x="105" y="56"/>
                    <a:pt x="99" y="57"/>
                  </a:cubicBezTo>
                  <a:cubicBezTo>
                    <a:pt x="98" y="58"/>
                    <a:pt x="97" y="58"/>
                    <a:pt x="96" y="58"/>
                  </a:cubicBezTo>
                  <a:cubicBezTo>
                    <a:pt x="94" y="54"/>
                    <a:pt x="94" y="50"/>
                    <a:pt x="94" y="46"/>
                  </a:cubicBezTo>
                  <a:cubicBezTo>
                    <a:pt x="94" y="32"/>
                    <a:pt x="101" y="21"/>
                    <a:pt x="107" y="21"/>
                  </a:cubicBezTo>
                  <a:close/>
                  <a:moveTo>
                    <a:pt x="29" y="89"/>
                  </a:moveTo>
                  <a:cubicBezTo>
                    <a:pt x="28" y="87"/>
                    <a:pt x="25" y="83"/>
                    <a:pt x="26" y="79"/>
                  </a:cubicBezTo>
                  <a:cubicBezTo>
                    <a:pt x="27" y="76"/>
                    <a:pt x="32" y="74"/>
                    <a:pt x="34" y="74"/>
                  </a:cubicBezTo>
                  <a:cubicBezTo>
                    <a:pt x="40" y="72"/>
                    <a:pt x="47" y="72"/>
                    <a:pt x="54" y="75"/>
                  </a:cubicBezTo>
                  <a:cubicBezTo>
                    <a:pt x="58" y="76"/>
                    <a:pt x="62" y="78"/>
                    <a:pt x="65" y="80"/>
                  </a:cubicBezTo>
                  <a:cubicBezTo>
                    <a:pt x="61" y="87"/>
                    <a:pt x="59" y="94"/>
                    <a:pt x="58" y="101"/>
                  </a:cubicBezTo>
                  <a:cubicBezTo>
                    <a:pt x="54" y="101"/>
                    <a:pt x="50" y="101"/>
                    <a:pt x="46" y="100"/>
                  </a:cubicBezTo>
                  <a:cubicBezTo>
                    <a:pt x="39" y="97"/>
                    <a:pt x="33" y="93"/>
                    <a:pt x="29" y="89"/>
                  </a:cubicBezTo>
                  <a:close/>
                  <a:moveTo>
                    <a:pt x="67" y="174"/>
                  </a:moveTo>
                  <a:cubicBezTo>
                    <a:pt x="65" y="175"/>
                    <a:pt x="60" y="176"/>
                    <a:pt x="57" y="174"/>
                  </a:cubicBezTo>
                  <a:cubicBezTo>
                    <a:pt x="54" y="172"/>
                    <a:pt x="54" y="167"/>
                    <a:pt x="54" y="165"/>
                  </a:cubicBezTo>
                  <a:cubicBezTo>
                    <a:pt x="54" y="159"/>
                    <a:pt x="57" y="152"/>
                    <a:pt x="61" y="146"/>
                  </a:cubicBezTo>
                  <a:cubicBezTo>
                    <a:pt x="64" y="142"/>
                    <a:pt x="67" y="140"/>
                    <a:pt x="70" y="137"/>
                  </a:cubicBezTo>
                  <a:cubicBezTo>
                    <a:pt x="72" y="140"/>
                    <a:pt x="75" y="143"/>
                    <a:pt x="78" y="145"/>
                  </a:cubicBezTo>
                  <a:cubicBezTo>
                    <a:pt x="81" y="147"/>
                    <a:pt x="84" y="149"/>
                    <a:pt x="88" y="150"/>
                  </a:cubicBezTo>
                  <a:cubicBezTo>
                    <a:pt x="87" y="154"/>
                    <a:pt x="85" y="158"/>
                    <a:pt x="82" y="161"/>
                  </a:cubicBezTo>
                  <a:cubicBezTo>
                    <a:pt x="78" y="167"/>
                    <a:pt x="73" y="172"/>
                    <a:pt x="67" y="174"/>
                  </a:cubicBezTo>
                  <a:close/>
                  <a:moveTo>
                    <a:pt x="42" y="279"/>
                  </a:moveTo>
                  <a:cubicBezTo>
                    <a:pt x="30" y="268"/>
                    <a:pt x="24" y="253"/>
                    <a:pt x="22" y="234"/>
                  </a:cubicBezTo>
                  <a:cubicBezTo>
                    <a:pt x="35" y="234"/>
                    <a:pt x="58" y="238"/>
                    <a:pt x="75" y="253"/>
                  </a:cubicBezTo>
                  <a:cubicBezTo>
                    <a:pt x="87" y="263"/>
                    <a:pt x="94" y="279"/>
                    <a:pt x="96" y="298"/>
                  </a:cubicBezTo>
                  <a:cubicBezTo>
                    <a:pt x="82" y="298"/>
                    <a:pt x="59" y="294"/>
                    <a:pt x="42" y="279"/>
                  </a:cubicBezTo>
                  <a:close/>
                  <a:moveTo>
                    <a:pt x="171" y="280"/>
                  </a:moveTo>
                  <a:cubicBezTo>
                    <a:pt x="154" y="295"/>
                    <a:pt x="131" y="298"/>
                    <a:pt x="118" y="298"/>
                  </a:cubicBezTo>
                  <a:cubicBezTo>
                    <a:pt x="120" y="279"/>
                    <a:pt x="126" y="264"/>
                    <a:pt x="138" y="254"/>
                  </a:cubicBezTo>
                  <a:cubicBezTo>
                    <a:pt x="155" y="238"/>
                    <a:pt x="178" y="235"/>
                    <a:pt x="192" y="234"/>
                  </a:cubicBezTo>
                  <a:cubicBezTo>
                    <a:pt x="190" y="254"/>
                    <a:pt x="183" y="269"/>
                    <a:pt x="171" y="28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881">
              <a:extLst>
                <a:ext uri="{FF2B5EF4-FFF2-40B4-BE49-F238E27FC236}">
                  <a16:creationId xmlns:a16="http://schemas.microsoft.com/office/drawing/2014/main" id="{7160A2D2-9346-4F49-84CA-1E99217D88D6}"/>
                </a:ext>
              </a:extLst>
            </p:cNvPr>
            <p:cNvSpPr>
              <a:spLocks noEditPoints="1"/>
            </p:cNvSpPr>
            <p:nvPr/>
          </p:nvSpPr>
          <p:spPr bwMode="auto">
            <a:xfrm>
              <a:off x="5336244" y="2532032"/>
              <a:ext cx="582898" cy="582898"/>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grpSp>
        <p:nvGrpSpPr>
          <p:cNvPr id="31" name="Group 30">
            <a:extLst>
              <a:ext uri="{FF2B5EF4-FFF2-40B4-BE49-F238E27FC236}">
                <a16:creationId xmlns:a16="http://schemas.microsoft.com/office/drawing/2014/main" id="{9575857B-DEBF-42FD-B6FB-4D184748DC39}"/>
              </a:ext>
            </a:extLst>
          </p:cNvPr>
          <p:cNvGrpSpPr/>
          <p:nvPr/>
        </p:nvGrpSpPr>
        <p:grpSpPr>
          <a:xfrm>
            <a:off x="3069285" y="3707253"/>
            <a:ext cx="321511" cy="321512"/>
            <a:chOff x="6234720" y="2038996"/>
            <a:chExt cx="559967" cy="559967"/>
          </a:xfrm>
        </p:grpSpPr>
        <p:sp>
          <p:nvSpPr>
            <p:cNvPr id="32" name="Freeform 318">
              <a:extLst>
                <a:ext uri="{FF2B5EF4-FFF2-40B4-BE49-F238E27FC236}">
                  <a16:creationId xmlns:a16="http://schemas.microsoft.com/office/drawing/2014/main" id="{CAA77E86-7BDA-4F57-A834-4A1B084F1D71}"/>
                </a:ext>
              </a:extLst>
            </p:cNvPr>
            <p:cNvSpPr>
              <a:spLocks noEditPoints="1"/>
            </p:cNvSpPr>
            <p:nvPr/>
          </p:nvSpPr>
          <p:spPr bwMode="auto">
            <a:xfrm>
              <a:off x="6420827" y="2284393"/>
              <a:ext cx="69172" cy="69172"/>
            </a:xfrm>
            <a:custGeom>
              <a:avLst/>
              <a:gdLst>
                <a:gd name="T0" fmla="*/ 54 w 64"/>
                <a:gd name="T1" fmla="*/ 0 h 64"/>
                <a:gd name="T2" fmla="*/ 11 w 64"/>
                <a:gd name="T3" fmla="*/ 0 h 64"/>
                <a:gd name="T4" fmla="*/ 0 w 64"/>
                <a:gd name="T5" fmla="*/ 10 h 64"/>
                <a:gd name="T6" fmla="*/ 0 w 64"/>
                <a:gd name="T7" fmla="*/ 53 h 64"/>
                <a:gd name="T8" fmla="*/ 11 w 64"/>
                <a:gd name="T9" fmla="*/ 64 h 64"/>
                <a:gd name="T10" fmla="*/ 54 w 64"/>
                <a:gd name="T11" fmla="*/ 64 h 64"/>
                <a:gd name="T12" fmla="*/ 64 w 64"/>
                <a:gd name="T13" fmla="*/ 53 h 64"/>
                <a:gd name="T14" fmla="*/ 64 w 64"/>
                <a:gd name="T15" fmla="*/ 10 h 64"/>
                <a:gd name="T16" fmla="*/ 54 w 64"/>
                <a:gd name="T17" fmla="*/ 0 h 64"/>
                <a:gd name="T18" fmla="*/ 43 w 64"/>
                <a:gd name="T19" fmla="*/ 42 h 64"/>
                <a:gd name="T20" fmla="*/ 22 w 64"/>
                <a:gd name="T21" fmla="*/ 42 h 64"/>
                <a:gd name="T22" fmla="*/ 22 w 64"/>
                <a:gd name="T23" fmla="*/ 21 h 64"/>
                <a:gd name="T24" fmla="*/ 43 w 64"/>
                <a:gd name="T25" fmla="*/ 21 h 64"/>
                <a:gd name="T26" fmla="*/ 43 w 64"/>
                <a:gd name="T2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54" y="0"/>
                  </a:moveTo>
                  <a:cubicBezTo>
                    <a:pt x="11" y="0"/>
                    <a:pt x="11" y="0"/>
                    <a:pt x="11" y="0"/>
                  </a:cubicBezTo>
                  <a:cubicBezTo>
                    <a:pt x="5" y="0"/>
                    <a:pt x="0" y="4"/>
                    <a:pt x="0" y="10"/>
                  </a:cubicBezTo>
                  <a:cubicBezTo>
                    <a:pt x="0" y="53"/>
                    <a:pt x="0" y="53"/>
                    <a:pt x="0" y="53"/>
                  </a:cubicBezTo>
                  <a:cubicBezTo>
                    <a:pt x="0" y="59"/>
                    <a:pt x="5" y="64"/>
                    <a:pt x="11" y="64"/>
                  </a:cubicBezTo>
                  <a:cubicBezTo>
                    <a:pt x="54" y="64"/>
                    <a:pt x="54" y="64"/>
                    <a:pt x="54" y="64"/>
                  </a:cubicBezTo>
                  <a:cubicBezTo>
                    <a:pt x="60" y="64"/>
                    <a:pt x="64" y="59"/>
                    <a:pt x="64" y="53"/>
                  </a:cubicBezTo>
                  <a:cubicBezTo>
                    <a:pt x="64" y="10"/>
                    <a:pt x="64" y="10"/>
                    <a:pt x="64" y="10"/>
                  </a:cubicBezTo>
                  <a:cubicBezTo>
                    <a:pt x="64" y="4"/>
                    <a:pt x="60" y="0"/>
                    <a:pt x="54" y="0"/>
                  </a:cubicBezTo>
                  <a:close/>
                  <a:moveTo>
                    <a:pt x="43" y="42"/>
                  </a:moveTo>
                  <a:cubicBezTo>
                    <a:pt x="22" y="42"/>
                    <a:pt x="22" y="42"/>
                    <a:pt x="22" y="42"/>
                  </a:cubicBezTo>
                  <a:cubicBezTo>
                    <a:pt x="22" y="21"/>
                    <a:pt x="22" y="21"/>
                    <a:pt x="22" y="21"/>
                  </a:cubicBezTo>
                  <a:cubicBezTo>
                    <a:pt x="43" y="21"/>
                    <a:pt x="43" y="21"/>
                    <a:pt x="43" y="21"/>
                  </a:cubicBezTo>
                  <a:lnTo>
                    <a:pt x="43" y="42"/>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19">
              <a:extLst>
                <a:ext uri="{FF2B5EF4-FFF2-40B4-BE49-F238E27FC236}">
                  <a16:creationId xmlns:a16="http://schemas.microsoft.com/office/drawing/2014/main" id="{3DF159C3-51A2-4196-8595-E39A3BF0B555}"/>
                </a:ext>
              </a:extLst>
            </p:cNvPr>
            <p:cNvSpPr>
              <a:spLocks noEditPoints="1"/>
            </p:cNvSpPr>
            <p:nvPr/>
          </p:nvSpPr>
          <p:spPr bwMode="auto">
            <a:xfrm>
              <a:off x="6537761" y="2284393"/>
              <a:ext cx="69172" cy="69172"/>
            </a:xfrm>
            <a:custGeom>
              <a:avLst/>
              <a:gdLst>
                <a:gd name="T0" fmla="*/ 11 w 64"/>
                <a:gd name="T1" fmla="*/ 64 h 64"/>
                <a:gd name="T2" fmla="*/ 53 w 64"/>
                <a:gd name="T3" fmla="*/ 64 h 64"/>
                <a:gd name="T4" fmla="*/ 64 w 64"/>
                <a:gd name="T5" fmla="*/ 53 h 64"/>
                <a:gd name="T6" fmla="*/ 64 w 64"/>
                <a:gd name="T7" fmla="*/ 10 h 64"/>
                <a:gd name="T8" fmla="*/ 53 w 64"/>
                <a:gd name="T9" fmla="*/ 0 h 64"/>
                <a:gd name="T10" fmla="*/ 11 w 64"/>
                <a:gd name="T11" fmla="*/ 0 h 64"/>
                <a:gd name="T12" fmla="*/ 0 w 64"/>
                <a:gd name="T13" fmla="*/ 10 h 64"/>
                <a:gd name="T14" fmla="*/ 0 w 64"/>
                <a:gd name="T15" fmla="*/ 53 h 64"/>
                <a:gd name="T16" fmla="*/ 11 w 64"/>
                <a:gd name="T17" fmla="*/ 64 h 64"/>
                <a:gd name="T18" fmla="*/ 21 w 64"/>
                <a:gd name="T19" fmla="*/ 21 h 64"/>
                <a:gd name="T20" fmla="*/ 43 w 64"/>
                <a:gd name="T21" fmla="*/ 21 h 64"/>
                <a:gd name="T22" fmla="*/ 43 w 64"/>
                <a:gd name="T23" fmla="*/ 42 h 64"/>
                <a:gd name="T24" fmla="*/ 21 w 64"/>
                <a:gd name="T25" fmla="*/ 42 h 64"/>
                <a:gd name="T26" fmla="*/ 21 w 64"/>
                <a:gd name="T27"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11" y="64"/>
                  </a:moveTo>
                  <a:cubicBezTo>
                    <a:pt x="53" y="64"/>
                    <a:pt x="53" y="64"/>
                    <a:pt x="53" y="64"/>
                  </a:cubicBezTo>
                  <a:cubicBezTo>
                    <a:pt x="59" y="64"/>
                    <a:pt x="64" y="59"/>
                    <a:pt x="64" y="53"/>
                  </a:cubicBezTo>
                  <a:cubicBezTo>
                    <a:pt x="64" y="10"/>
                    <a:pt x="64" y="10"/>
                    <a:pt x="64" y="10"/>
                  </a:cubicBezTo>
                  <a:cubicBezTo>
                    <a:pt x="64" y="4"/>
                    <a:pt x="59" y="0"/>
                    <a:pt x="53" y="0"/>
                  </a:cubicBezTo>
                  <a:cubicBezTo>
                    <a:pt x="11" y="0"/>
                    <a:pt x="11" y="0"/>
                    <a:pt x="11" y="0"/>
                  </a:cubicBezTo>
                  <a:cubicBezTo>
                    <a:pt x="5" y="0"/>
                    <a:pt x="0" y="4"/>
                    <a:pt x="0" y="10"/>
                  </a:cubicBezTo>
                  <a:cubicBezTo>
                    <a:pt x="0" y="53"/>
                    <a:pt x="0" y="53"/>
                    <a:pt x="0" y="53"/>
                  </a:cubicBezTo>
                  <a:cubicBezTo>
                    <a:pt x="0" y="59"/>
                    <a:pt x="5" y="64"/>
                    <a:pt x="11" y="64"/>
                  </a:cubicBezTo>
                  <a:close/>
                  <a:moveTo>
                    <a:pt x="21" y="21"/>
                  </a:moveTo>
                  <a:cubicBezTo>
                    <a:pt x="43" y="21"/>
                    <a:pt x="43" y="21"/>
                    <a:pt x="43" y="21"/>
                  </a:cubicBezTo>
                  <a:cubicBezTo>
                    <a:pt x="43" y="42"/>
                    <a:pt x="43" y="42"/>
                    <a:pt x="43" y="42"/>
                  </a:cubicBezTo>
                  <a:cubicBezTo>
                    <a:pt x="21" y="42"/>
                    <a:pt x="21" y="42"/>
                    <a:pt x="21" y="42"/>
                  </a:cubicBezTo>
                  <a:lnTo>
                    <a:pt x="21" y="21"/>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20">
              <a:extLst>
                <a:ext uri="{FF2B5EF4-FFF2-40B4-BE49-F238E27FC236}">
                  <a16:creationId xmlns:a16="http://schemas.microsoft.com/office/drawing/2014/main" id="{F7CEDAE2-AC7B-42F5-BA04-8BC2F1B415F5}"/>
                </a:ext>
              </a:extLst>
            </p:cNvPr>
            <p:cNvSpPr>
              <a:spLocks noEditPoints="1"/>
            </p:cNvSpPr>
            <p:nvPr/>
          </p:nvSpPr>
          <p:spPr bwMode="auto">
            <a:xfrm>
              <a:off x="6338479" y="2142755"/>
              <a:ext cx="352450" cy="327745"/>
            </a:xfrm>
            <a:custGeom>
              <a:avLst/>
              <a:gdLst>
                <a:gd name="T0" fmla="*/ 317 w 322"/>
                <a:gd name="T1" fmla="*/ 131 h 299"/>
                <a:gd name="T2" fmla="*/ 168 w 322"/>
                <a:gd name="T3" fmla="*/ 3 h 299"/>
                <a:gd name="T4" fmla="*/ 154 w 322"/>
                <a:gd name="T5" fmla="*/ 3 h 299"/>
                <a:gd name="T6" fmla="*/ 4 w 322"/>
                <a:gd name="T7" fmla="*/ 131 h 299"/>
                <a:gd name="T8" fmla="*/ 1 w 322"/>
                <a:gd name="T9" fmla="*/ 143 h 299"/>
                <a:gd name="T10" fmla="*/ 11 w 322"/>
                <a:gd name="T11" fmla="*/ 150 h 299"/>
                <a:gd name="T12" fmla="*/ 33 w 322"/>
                <a:gd name="T13" fmla="*/ 150 h 299"/>
                <a:gd name="T14" fmla="*/ 33 w 322"/>
                <a:gd name="T15" fmla="*/ 289 h 299"/>
                <a:gd name="T16" fmla="*/ 43 w 322"/>
                <a:gd name="T17" fmla="*/ 299 h 299"/>
                <a:gd name="T18" fmla="*/ 139 w 322"/>
                <a:gd name="T19" fmla="*/ 299 h 299"/>
                <a:gd name="T20" fmla="*/ 150 w 322"/>
                <a:gd name="T21" fmla="*/ 289 h 299"/>
                <a:gd name="T22" fmla="*/ 150 w 322"/>
                <a:gd name="T23" fmla="*/ 235 h 299"/>
                <a:gd name="T24" fmla="*/ 171 w 322"/>
                <a:gd name="T25" fmla="*/ 235 h 299"/>
                <a:gd name="T26" fmla="*/ 171 w 322"/>
                <a:gd name="T27" fmla="*/ 289 h 299"/>
                <a:gd name="T28" fmla="*/ 182 w 322"/>
                <a:gd name="T29" fmla="*/ 299 h 299"/>
                <a:gd name="T30" fmla="*/ 278 w 322"/>
                <a:gd name="T31" fmla="*/ 299 h 299"/>
                <a:gd name="T32" fmla="*/ 289 w 322"/>
                <a:gd name="T33" fmla="*/ 289 h 299"/>
                <a:gd name="T34" fmla="*/ 289 w 322"/>
                <a:gd name="T35" fmla="*/ 150 h 299"/>
                <a:gd name="T36" fmla="*/ 310 w 322"/>
                <a:gd name="T37" fmla="*/ 150 h 299"/>
                <a:gd name="T38" fmla="*/ 320 w 322"/>
                <a:gd name="T39" fmla="*/ 143 h 299"/>
                <a:gd name="T40" fmla="*/ 317 w 322"/>
                <a:gd name="T41" fmla="*/ 131 h 299"/>
                <a:gd name="T42" fmla="*/ 278 w 322"/>
                <a:gd name="T43" fmla="*/ 129 h 299"/>
                <a:gd name="T44" fmla="*/ 267 w 322"/>
                <a:gd name="T45" fmla="*/ 139 h 299"/>
                <a:gd name="T46" fmla="*/ 267 w 322"/>
                <a:gd name="T47" fmla="*/ 278 h 299"/>
                <a:gd name="T48" fmla="*/ 193 w 322"/>
                <a:gd name="T49" fmla="*/ 278 h 299"/>
                <a:gd name="T50" fmla="*/ 193 w 322"/>
                <a:gd name="T51" fmla="*/ 225 h 299"/>
                <a:gd name="T52" fmla="*/ 182 w 322"/>
                <a:gd name="T53" fmla="*/ 214 h 299"/>
                <a:gd name="T54" fmla="*/ 139 w 322"/>
                <a:gd name="T55" fmla="*/ 214 h 299"/>
                <a:gd name="T56" fmla="*/ 129 w 322"/>
                <a:gd name="T57" fmla="*/ 225 h 299"/>
                <a:gd name="T58" fmla="*/ 129 w 322"/>
                <a:gd name="T59" fmla="*/ 278 h 299"/>
                <a:gd name="T60" fmla="*/ 54 w 322"/>
                <a:gd name="T61" fmla="*/ 278 h 299"/>
                <a:gd name="T62" fmla="*/ 54 w 322"/>
                <a:gd name="T63" fmla="*/ 139 h 299"/>
                <a:gd name="T64" fmla="*/ 43 w 322"/>
                <a:gd name="T65" fmla="*/ 129 h 299"/>
                <a:gd name="T66" fmla="*/ 40 w 322"/>
                <a:gd name="T67" fmla="*/ 129 h 299"/>
                <a:gd name="T68" fmla="*/ 161 w 322"/>
                <a:gd name="T69" fmla="*/ 25 h 299"/>
                <a:gd name="T70" fmla="*/ 281 w 322"/>
                <a:gd name="T71" fmla="*/ 129 h 299"/>
                <a:gd name="T72" fmla="*/ 278 w 322"/>
                <a:gd name="T7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2" h="299">
                  <a:moveTo>
                    <a:pt x="317" y="131"/>
                  </a:moveTo>
                  <a:cubicBezTo>
                    <a:pt x="168" y="3"/>
                    <a:pt x="168" y="3"/>
                    <a:pt x="168" y="3"/>
                  </a:cubicBezTo>
                  <a:cubicBezTo>
                    <a:pt x="164" y="0"/>
                    <a:pt x="158" y="0"/>
                    <a:pt x="154" y="3"/>
                  </a:cubicBezTo>
                  <a:cubicBezTo>
                    <a:pt x="4" y="131"/>
                    <a:pt x="4" y="131"/>
                    <a:pt x="4" y="131"/>
                  </a:cubicBezTo>
                  <a:cubicBezTo>
                    <a:pt x="1" y="134"/>
                    <a:pt x="0" y="139"/>
                    <a:pt x="1" y="143"/>
                  </a:cubicBezTo>
                  <a:cubicBezTo>
                    <a:pt x="3" y="147"/>
                    <a:pt x="7" y="150"/>
                    <a:pt x="11" y="150"/>
                  </a:cubicBezTo>
                  <a:cubicBezTo>
                    <a:pt x="33" y="150"/>
                    <a:pt x="33" y="150"/>
                    <a:pt x="33" y="150"/>
                  </a:cubicBezTo>
                  <a:cubicBezTo>
                    <a:pt x="33" y="289"/>
                    <a:pt x="33" y="289"/>
                    <a:pt x="33" y="289"/>
                  </a:cubicBezTo>
                  <a:cubicBezTo>
                    <a:pt x="33" y="295"/>
                    <a:pt x="37" y="299"/>
                    <a:pt x="43" y="299"/>
                  </a:cubicBezTo>
                  <a:cubicBezTo>
                    <a:pt x="139" y="299"/>
                    <a:pt x="139" y="299"/>
                    <a:pt x="139" y="299"/>
                  </a:cubicBezTo>
                  <a:cubicBezTo>
                    <a:pt x="145" y="299"/>
                    <a:pt x="150" y="295"/>
                    <a:pt x="150" y="289"/>
                  </a:cubicBezTo>
                  <a:cubicBezTo>
                    <a:pt x="150" y="235"/>
                    <a:pt x="150" y="235"/>
                    <a:pt x="150" y="235"/>
                  </a:cubicBezTo>
                  <a:cubicBezTo>
                    <a:pt x="171" y="235"/>
                    <a:pt x="171" y="235"/>
                    <a:pt x="171" y="235"/>
                  </a:cubicBezTo>
                  <a:cubicBezTo>
                    <a:pt x="171" y="289"/>
                    <a:pt x="171" y="289"/>
                    <a:pt x="171" y="289"/>
                  </a:cubicBezTo>
                  <a:cubicBezTo>
                    <a:pt x="171" y="295"/>
                    <a:pt x="176" y="299"/>
                    <a:pt x="182" y="299"/>
                  </a:cubicBezTo>
                  <a:cubicBezTo>
                    <a:pt x="278" y="299"/>
                    <a:pt x="278" y="299"/>
                    <a:pt x="278" y="299"/>
                  </a:cubicBezTo>
                  <a:cubicBezTo>
                    <a:pt x="284" y="299"/>
                    <a:pt x="289" y="295"/>
                    <a:pt x="289" y="289"/>
                  </a:cubicBezTo>
                  <a:cubicBezTo>
                    <a:pt x="289" y="150"/>
                    <a:pt x="289" y="150"/>
                    <a:pt x="289" y="150"/>
                  </a:cubicBezTo>
                  <a:cubicBezTo>
                    <a:pt x="310" y="150"/>
                    <a:pt x="310" y="150"/>
                    <a:pt x="310" y="150"/>
                  </a:cubicBezTo>
                  <a:cubicBezTo>
                    <a:pt x="314" y="150"/>
                    <a:pt x="318" y="147"/>
                    <a:pt x="320" y="143"/>
                  </a:cubicBezTo>
                  <a:cubicBezTo>
                    <a:pt x="322" y="139"/>
                    <a:pt x="320" y="134"/>
                    <a:pt x="317" y="131"/>
                  </a:cubicBezTo>
                  <a:close/>
                  <a:moveTo>
                    <a:pt x="278" y="129"/>
                  </a:moveTo>
                  <a:cubicBezTo>
                    <a:pt x="272" y="129"/>
                    <a:pt x="267" y="133"/>
                    <a:pt x="267" y="139"/>
                  </a:cubicBezTo>
                  <a:cubicBezTo>
                    <a:pt x="267" y="278"/>
                    <a:pt x="267" y="278"/>
                    <a:pt x="267" y="278"/>
                  </a:cubicBezTo>
                  <a:cubicBezTo>
                    <a:pt x="193" y="278"/>
                    <a:pt x="193" y="278"/>
                    <a:pt x="193" y="278"/>
                  </a:cubicBezTo>
                  <a:cubicBezTo>
                    <a:pt x="193" y="225"/>
                    <a:pt x="193" y="225"/>
                    <a:pt x="193" y="225"/>
                  </a:cubicBezTo>
                  <a:cubicBezTo>
                    <a:pt x="193" y="219"/>
                    <a:pt x="188" y="214"/>
                    <a:pt x="182" y="214"/>
                  </a:cubicBezTo>
                  <a:cubicBezTo>
                    <a:pt x="139" y="214"/>
                    <a:pt x="139" y="214"/>
                    <a:pt x="139" y="214"/>
                  </a:cubicBezTo>
                  <a:cubicBezTo>
                    <a:pt x="133" y="214"/>
                    <a:pt x="129" y="219"/>
                    <a:pt x="129" y="225"/>
                  </a:cubicBezTo>
                  <a:cubicBezTo>
                    <a:pt x="129" y="278"/>
                    <a:pt x="129" y="278"/>
                    <a:pt x="129" y="278"/>
                  </a:cubicBezTo>
                  <a:cubicBezTo>
                    <a:pt x="54" y="278"/>
                    <a:pt x="54" y="278"/>
                    <a:pt x="54" y="278"/>
                  </a:cubicBezTo>
                  <a:cubicBezTo>
                    <a:pt x="54" y="139"/>
                    <a:pt x="54" y="139"/>
                    <a:pt x="54" y="139"/>
                  </a:cubicBezTo>
                  <a:cubicBezTo>
                    <a:pt x="54" y="133"/>
                    <a:pt x="49" y="129"/>
                    <a:pt x="43" y="129"/>
                  </a:cubicBezTo>
                  <a:cubicBezTo>
                    <a:pt x="40" y="129"/>
                    <a:pt x="40" y="129"/>
                    <a:pt x="40" y="129"/>
                  </a:cubicBezTo>
                  <a:cubicBezTo>
                    <a:pt x="161" y="25"/>
                    <a:pt x="161" y="25"/>
                    <a:pt x="161" y="25"/>
                  </a:cubicBezTo>
                  <a:cubicBezTo>
                    <a:pt x="281" y="129"/>
                    <a:pt x="281" y="129"/>
                    <a:pt x="281" y="129"/>
                  </a:cubicBezTo>
                  <a:lnTo>
                    <a:pt x="278" y="129"/>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21">
              <a:extLst>
                <a:ext uri="{FF2B5EF4-FFF2-40B4-BE49-F238E27FC236}">
                  <a16:creationId xmlns:a16="http://schemas.microsoft.com/office/drawing/2014/main" id="{2A08B406-C1A5-4552-8F3B-7CA9BB486AD7}"/>
                </a:ext>
              </a:extLst>
            </p:cNvPr>
            <p:cNvSpPr>
              <a:spLocks noEditPoints="1"/>
            </p:cNvSpPr>
            <p:nvPr/>
          </p:nvSpPr>
          <p:spPr bwMode="auto">
            <a:xfrm>
              <a:off x="6234720" y="2038996"/>
              <a:ext cx="559967" cy="559967"/>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grpSp>
        <p:nvGrpSpPr>
          <p:cNvPr id="36" name="Group 35">
            <a:extLst>
              <a:ext uri="{FF2B5EF4-FFF2-40B4-BE49-F238E27FC236}">
                <a16:creationId xmlns:a16="http://schemas.microsoft.com/office/drawing/2014/main" id="{6F27BE36-29BF-4DCF-99F6-68178CA14700}"/>
              </a:ext>
            </a:extLst>
          </p:cNvPr>
          <p:cNvGrpSpPr/>
          <p:nvPr/>
        </p:nvGrpSpPr>
        <p:grpSpPr>
          <a:xfrm>
            <a:off x="585210" y="5097517"/>
            <a:ext cx="306241" cy="306241"/>
            <a:chOff x="8221059" y="2537711"/>
            <a:chExt cx="529476" cy="529476"/>
          </a:xfrm>
        </p:grpSpPr>
        <p:sp>
          <p:nvSpPr>
            <p:cNvPr id="37" name="Freeform 537">
              <a:extLst>
                <a:ext uri="{FF2B5EF4-FFF2-40B4-BE49-F238E27FC236}">
                  <a16:creationId xmlns:a16="http://schemas.microsoft.com/office/drawing/2014/main" id="{AC0C6753-F479-4BC6-A8E6-F8EB1A952EE9}"/>
                </a:ext>
              </a:extLst>
            </p:cNvPr>
            <p:cNvSpPr>
              <a:spLocks noEditPoints="1"/>
            </p:cNvSpPr>
            <p:nvPr/>
          </p:nvSpPr>
          <p:spPr bwMode="auto">
            <a:xfrm>
              <a:off x="8221059" y="2537711"/>
              <a:ext cx="529476" cy="52947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538">
              <a:extLst>
                <a:ext uri="{FF2B5EF4-FFF2-40B4-BE49-F238E27FC236}">
                  <a16:creationId xmlns:a16="http://schemas.microsoft.com/office/drawing/2014/main" id="{2C69D48B-FA52-468B-BF17-8A446B77CCBD}"/>
                </a:ext>
              </a:extLst>
            </p:cNvPr>
            <p:cNvSpPr>
              <a:spLocks noEditPoints="1"/>
            </p:cNvSpPr>
            <p:nvPr/>
          </p:nvSpPr>
          <p:spPr bwMode="auto">
            <a:xfrm>
              <a:off x="8342527" y="2637377"/>
              <a:ext cx="298998" cy="330144"/>
            </a:xfrm>
            <a:custGeom>
              <a:avLst/>
              <a:gdLst>
                <a:gd name="T0" fmla="*/ 211 w 289"/>
                <a:gd name="T1" fmla="*/ 132 h 319"/>
                <a:gd name="T2" fmla="*/ 257 w 289"/>
                <a:gd name="T3" fmla="*/ 153 h 319"/>
                <a:gd name="T4" fmla="*/ 286 w 289"/>
                <a:gd name="T5" fmla="*/ 107 h 319"/>
                <a:gd name="T6" fmla="*/ 267 w 289"/>
                <a:gd name="T7" fmla="*/ 97 h 319"/>
                <a:gd name="T8" fmla="*/ 149 w 289"/>
                <a:gd name="T9" fmla="*/ 32 h 319"/>
                <a:gd name="T10" fmla="*/ 139 w 289"/>
                <a:gd name="T11" fmla="*/ 0 h 319"/>
                <a:gd name="T12" fmla="*/ 128 w 289"/>
                <a:gd name="T13" fmla="*/ 128 h 319"/>
                <a:gd name="T14" fmla="*/ 107 w 289"/>
                <a:gd name="T15" fmla="*/ 160 h 319"/>
                <a:gd name="T16" fmla="*/ 43 w 289"/>
                <a:gd name="T17" fmla="*/ 206 h 319"/>
                <a:gd name="T18" fmla="*/ 56 w 289"/>
                <a:gd name="T19" fmla="*/ 93 h 319"/>
                <a:gd name="T20" fmla="*/ 68 w 289"/>
                <a:gd name="T21" fmla="*/ 122 h 319"/>
                <a:gd name="T22" fmla="*/ 78 w 289"/>
                <a:gd name="T23" fmla="*/ 111 h 319"/>
                <a:gd name="T24" fmla="*/ 64 w 289"/>
                <a:gd name="T25" fmla="*/ 55 h 319"/>
                <a:gd name="T26" fmla="*/ 9 w 289"/>
                <a:gd name="T27" fmla="*/ 70 h 319"/>
                <a:gd name="T28" fmla="*/ 20 w 289"/>
                <a:gd name="T29" fmla="*/ 80 h 319"/>
                <a:gd name="T30" fmla="*/ 11 w 289"/>
                <a:gd name="T31" fmla="*/ 160 h 319"/>
                <a:gd name="T32" fmla="*/ 7 w 289"/>
                <a:gd name="T33" fmla="*/ 227 h 319"/>
                <a:gd name="T34" fmla="*/ 12 w 289"/>
                <a:gd name="T35" fmla="*/ 247 h 319"/>
                <a:gd name="T36" fmla="*/ 119 w 289"/>
                <a:gd name="T37" fmla="*/ 185 h 319"/>
                <a:gd name="T38" fmla="*/ 159 w 289"/>
                <a:gd name="T39" fmla="*/ 184 h 319"/>
                <a:gd name="T40" fmla="*/ 139 w 289"/>
                <a:gd name="T41" fmla="*/ 266 h 319"/>
                <a:gd name="T42" fmla="*/ 138 w 289"/>
                <a:gd name="T43" fmla="*/ 254 h 319"/>
                <a:gd name="T44" fmla="*/ 126 w 289"/>
                <a:gd name="T45" fmla="*/ 237 h 319"/>
                <a:gd name="T46" fmla="*/ 89 w 289"/>
                <a:gd name="T47" fmla="*/ 262 h 319"/>
                <a:gd name="T48" fmla="*/ 111 w 289"/>
                <a:gd name="T49" fmla="*/ 314 h 319"/>
                <a:gd name="T50" fmla="*/ 125 w 289"/>
                <a:gd name="T51" fmla="*/ 317 h 319"/>
                <a:gd name="T52" fmla="*/ 118 w 289"/>
                <a:gd name="T53" fmla="*/ 286 h 319"/>
                <a:gd name="T54" fmla="*/ 243 w 289"/>
                <a:gd name="T55" fmla="*/ 234 h 319"/>
                <a:gd name="T56" fmla="*/ 267 w 289"/>
                <a:gd name="T57" fmla="*/ 247 h 319"/>
                <a:gd name="T58" fmla="*/ 272 w 289"/>
                <a:gd name="T59" fmla="*/ 227 h 319"/>
                <a:gd name="T60" fmla="*/ 171 w 289"/>
                <a:gd name="T61" fmla="*/ 160 h 319"/>
                <a:gd name="T62" fmla="*/ 149 w 289"/>
                <a:gd name="T63" fmla="*/ 128 h 319"/>
                <a:gd name="T64" fmla="*/ 238 w 289"/>
                <a:gd name="T65" fmla="*/ 121 h 319"/>
                <a:gd name="T66" fmla="*/ 207 w 289"/>
                <a:gd name="T67" fmla="*/ 118 h 319"/>
                <a:gd name="T68" fmla="*/ 139 w 289"/>
                <a:gd name="T69" fmla="*/ 170 h 319"/>
                <a:gd name="T70" fmla="*/ 139 w 289"/>
                <a:gd name="T71" fmla="*/ 149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9" h="319">
                  <a:moveTo>
                    <a:pt x="207" y="118"/>
                  </a:moveTo>
                  <a:cubicBezTo>
                    <a:pt x="204" y="123"/>
                    <a:pt x="206" y="129"/>
                    <a:pt x="211" y="132"/>
                  </a:cubicBezTo>
                  <a:cubicBezTo>
                    <a:pt x="252" y="152"/>
                    <a:pt x="252" y="152"/>
                    <a:pt x="252" y="152"/>
                  </a:cubicBezTo>
                  <a:cubicBezTo>
                    <a:pt x="253" y="153"/>
                    <a:pt x="255" y="153"/>
                    <a:pt x="257" y="153"/>
                  </a:cubicBezTo>
                  <a:cubicBezTo>
                    <a:pt x="261" y="153"/>
                    <a:pt x="264" y="151"/>
                    <a:pt x="266" y="147"/>
                  </a:cubicBezTo>
                  <a:cubicBezTo>
                    <a:pt x="286" y="107"/>
                    <a:pt x="286" y="107"/>
                    <a:pt x="286" y="107"/>
                  </a:cubicBezTo>
                  <a:cubicBezTo>
                    <a:pt x="289" y="101"/>
                    <a:pt x="287" y="95"/>
                    <a:pt x="282" y="92"/>
                  </a:cubicBezTo>
                  <a:cubicBezTo>
                    <a:pt x="276" y="90"/>
                    <a:pt x="270" y="92"/>
                    <a:pt x="267" y="97"/>
                  </a:cubicBezTo>
                  <a:cubicBezTo>
                    <a:pt x="259" y="115"/>
                    <a:pt x="259" y="115"/>
                    <a:pt x="259" y="115"/>
                  </a:cubicBezTo>
                  <a:cubicBezTo>
                    <a:pt x="241" y="69"/>
                    <a:pt x="199" y="36"/>
                    <a:pt x="149" y="32"/>
                  </a:cubicBezTo>
                  <a:cubicBezTo>
                    <a:pt x="149" y="10"/>
                    <a:pt x="149" y="10"/>
                    <a:pt x="149" y="10"/>
                  </a:cubicBezTo>
                  <a:cubicBezTo>
                    <a:pt x="149" y="4"/>
                    <a:pt x="145" y="0"/>
                    <a:pt x="139" y="0"/>
                  </a:cubicBezTo>
                  <a:cubicBezTo>
                    <a:pt x="133" y="0"/>
                    <a:pt x="128" y="4"/>
                    <a:pt x="128" y="10"/>
                  </a:cubicBezTo>
                  <a:cubicBezTo>
                    <a:pt x="128" y="128"/>
                    <a:pt x="128" y="128"/>
                    <a:pt x="128" y="128"/>
                  </a:cubicBezTo>
                  <a:cubicBezTo>
                    <a:pt x="128" y="128"/>
                    <a:pt x="128" y="129"/>
                    <a:pt x="128" y="130"/>
                  </a:cubicBezTo>
                  <a:cubicBezTo>
                    <a:pt x="116" y="134"/>
                    <a:pt x="107" y="146"/>
                    <a:pt x="107" y="160"/>
                  </a:cubicBezTo>
                  <a:cubicBezTo>
                    <a:pt x="107" y="162"/>
                    <a:pt x="107" y="165"/>
                    <a:pt x="108" y="167"/>
                  </a:cubicBezTo>
                  <a:cubicBezTo>
                    <a:pt x="43" y="206"/>
                    <a:pt x="43" y="206"/>
                    <a:pt x="43" y="206"/>
                  </a:cubicBezTo>
                  <a:cubicBezTo>
                    <a:pt x="36" y="191"/>
                    <a:pt x="32" y="176"/>
                    <a:pt x="32" y="160"/>
                  </a:cubicBezTo>
                  <a:cubicBezTo>
                    <a:pt x="32" y="135"/>
                    <a:pt x="41" y="111"/>
                    <a:pt x="56" y="93"/>
                  </a:cubicBezTo>
                  <a:cubicBezTo>
                    <a:pt x="57" y="112"/>
                    <a:pt x="57" y="112"/>
                    <a:pt x="57" y="112"/>
                  </a:cubicBezTo>
                  <a:cubicBezTo>
                    <a:pt x="57" y="118"/>
                    <a:pt x="62" y="122"/>
                    <a:pt x="68" y="122"/>
                  </a:cubicBezTo>
                  <a:cubicBezTo>
                    <a:pt x="68" y="122"/>
                    <a:pt x="68" y="122"/>
                    <a:pt x="68" y="122"/>
                  </a:cubicBezTo>
                  <a:cubicBezTo>
                    <a:pt x="74" y="121"/>
                    <a:pt x="79" y="116"/>
                    <a:pt x="78" y="111"/>
                  </a:cubicBezTo>
                  <a:cubicBezTo>
                    <a:pt x="75" y="65"/>
                    <a:pt x="75" y="65"/>
                    <a:pt x="75" y="65"/>
                  </a:cubicBezTo>
                  <a:cubicBezTo>
                    <a:pt x="75" y="59"/>
                    <a:pt x="70" y="55"/>
                    <a:pt x="64" y="55"/>
                  </a:cubicBezTo>
                  <a:cubicBezTo>
                    <a:pt x="19" y="58"/>
                    <a:pt x="19" y="58"/>
                    <a:pt x="19" y="58"/>
                  </a:cubicBezTo>
                  <a:cubicBezTo>
                    <a:pt x="13" y="59"/>
                    <a:pt x="9" y="64"/>
                    <a:pt x="9" y="70"/>
                  </a:cubicBezTo>
                  <a:cubicBezTo>
                    <a:pt x="9" y="75"/>
                    <a:pt x="14" y="80"/>
                    <a:pt x="20" y="80"/>
                  </a:cubicBezTo>
                  <a:cubicBezTo>
                    <a:pt x="20" y="80"/>
                    <a:pt x="20" y="80"/>
                    <a:pt x="20" y="80"/>
                  </a:cubicBezTo>
                  <a:cubicBezTo>
                    <a:pt x="40" y="78"/>
                    <a:pt x="40" y="78"/>
                    <a:pt x="40" y="78"/>
                  </a:cubicBezTo>
                  <a:cubicBezTo>
                    <a:pt x="21" y="101"/>
                    <a:pt x="11" y="130"/>
                    <a:pt x="11" y="160"/>
                  </a:cubicBezTo>
                  <a:cubicBezTo>
                    <a:pt x="11" y="180"/>
                    <a:pt x="16" y="199"/>
                    <a:pt x="24" y="217"/>
                  </a:cubicBezTo>
                  <a:cubicBezTo>
                    <a:pt x="7" y="227"/>
                    <a:pt x="7" y="227"/>
                    <a:pt x="7" y="227"/>
                  </a:cubicBezTo>
                  <a:cubicBezTo>
                    <a:pt x="2" y="230"/>
                    <a:pt x="0" y="237"/>
                    <a:pt x="3" y="242"/>
                  </a:cubicBezTo>
                  <a:cubicBezTo>
                    <a:pt x="5" y="245"/>
                    <a:pt x="9" y="247"/>
                    <a:pt x="12" y="247"/>
                  </a:cubicBezTo>
                  <a:cubicBezTo>
                    <a:pt x="14" y="247"/>
                    <a:pt x="16" y="246"/>
                    <a:pt x="18" y="245"/>
                  </a:cubicBezTo>
                  <a:cubicBezTo>
                    <a:pt x="119" y="185"/>
                    <a:pt x="119" y="185"/>
                    <a:pt x="119" y="185"/>
                  </a:cubicBezTo>
                  <a:cubicBezTo>
                    <a:pt x="125" y="189"/>
                    <a:pt x="131" y="192"/>
                    <a:pt x="139" y="192"/>
                  </a:cubicBezTo>
                  <a:cubicBezTo>
                    <a:pt x="146" y="192"/>
                    <a:pt x="153" y="189"/>
                    <a:pt x="159" y="184"/>
                  </a:cubicBezTo>
                  <a:cubicBezTo>
                    <a:pt x="224" y="223"/>
                    <a:pt x="224" y="223"/>
                    <a:pt x="224" y="223"/>
                  </a:cubicBezTo>
                  <a:cubicBezTo>
                    <a:pt x="204" y="250"/>
                    <a:pt x="173" y="266"/>
                    <a:pt x="139" y="266"/>
                  </a:cubicBezTo>
                  <a:cubicBezTo>
                    <a:pt x="133" y="266"/>
                    <a:pt x="128" y="266"/>
                    <a:pt x="122" y="265"/>
                  </a:cubicBezTo>
                  <a:cubicBezTo>
                    <a:pt x="138" y="254"/>
                    <a:pt x="138" y="254"/>
                    <a:pt x="138" y="254"/>
                  </a:cubicBezTo>
                  <a:cubicBezTo>
                    <a:pt x="143" y="251"/>
                    <a:pt x="144" y="244"/>
                    <a:pt x="141" y="240"/>
                  </a:cubicBezTo>
                  <a:cubicBezTo>
                    <a:pt x="138" y="235"/>
                    <a:pt x="131" y="233"/>
                    <a:pt x="126" y="237"/>
                  </a:cubicBezTo>
                  <a:cubicBezTo>
                    <a:pt x="89" y="262"/>
                    <a:pt x="89" y="262"/>
                    <a:pt x="89" y="262"/>
                  </a:cubicBezTo>
                  <a:cubicBezTo>
                    <a:pt x="89" y="262"/>
                    <a:pt x="89" y="262"/>
                    <a:pt x="89" y="262"/>
                  </a:cubicBezTo>
                  <a:cubicBezTo>
                    <a:pt x="84" y="265"/>
                    <a:pt x="82" y="271"/>
                    <a:pt x="86" y="276"/>
                  </a:cubicBezTo>
                  <a:cubicBezTo>
                    <a:pt x="111" y="314"/>
                    <a:pt x="111" y="314"/>
                    <a:pt x="111" y="314"/>
                  </a:cubicBezTo>
                  <a:cubicBezTo>
                    <a:pt x="113" y="317"/>
                    <a:pt x="116" y="319"/>
                    <a:pt x="120" y="319"/>
                  </a:cubicBezTo>
                  <a:cubicBezTo>
                    <a:pt x="122" y="319"/>
                    <a:pt x="124" y="318"/>
                    <a:pt x="125" y="317"/>
                  </a:cubicBezTo>
                  <a:cubicBezTo>
                    <a:pt x="130" y="314"/>
                    <a:pt x="132" y="307"/>
                    <a:pt x="128" y="302"/>
                  </a:cubicBezTo>
                  <a:cubicBezTo>
                    <a:pt x="118" y="286"/>
                    <a:pt x="118" y="286"/>
                    <a:pt x="118" y="286"/>
                  </a:cubicBezTo>
                  <a:cubicBezTo>
                    <a:pt x="125" y="287"/>
                    <a:pt x="132" y="288"/>
                    <a:pt x="139" y="288"/>
                  </a:cubicBezTo>
                  <a:cubicBezTo>
                    <a:pt x="180" y="288"/>
                    <a:pt x="219" y="267"/>
                    <a:pt x="243" y="234"/>
                  </a:cubicBezTo>
                  <a:cubicBezTo>
                    <a:pt x="261" y="245"/>
                    <a:pt x="261" y="245"/>
                    <a:pt x="261" y="245"/>
                  </a:cubicBezTo>
                  <a:cubicBezTo>
                    <a:pt x="263" y="246"/>
                    <a:pt x="265" y="247"/>
                    <a:pt x="267" y="247"/>
                  </a:cubicBezTo>
                  <a:cubicBezTo>
                    <a:pt x="271" y="247"/>
                    <a:pt x="274" y="245"/>
                    <a:pt x="276" y="242"/>
                  </a:cubicBezTo>
                  <a:cubicBezTo>
                    <a:pt x="279" y="237"/>
                    <a:pt x="277" y="230"/>
                    <a:pt x="272" y="227"/>
                  </a:cubicBezTo>
                  <a:cubicBezTo>
                    <a:pt x="170" y="166"/>
                    <a:pt x="170" y="166"/>
                    <a:pt x="170" y="166"/>
                  </a:cubicBezTo>
                  <a:cubicBezTo>
                    <a:pt x="170" y="164"/>
                    <a:pt x="171" y="162"/>
                    <a:pt x="171" y="160"/>
                  </a:cubicBezTo>
                  <a:cubicBezTo>
                    <a:pt x="171" y="146"/>
                    <a:pt x="162" y="134"/>
                    <a:pt x="149" y="130"/>
                  </a:cubicBezTo>
                  <a:cubicBezTo>
                    <a:pt x="149" y="129"/>
                    <a:pt x="149" y="128"/>
                    <a:pt x="149" y="128"/>
                  </a:cubicBezTo>
                  <a:cubicBezTo>
                    <a:pt x="149" y="54"/>
                    <a:pt x="149" y="54"/>
                    <a:pt x="149" y="54"/>
                  </a:cubicBezTo>
                  <a:cubicBezTo>
                    <a:pt x="190" y="58"/>
                    <a:pt x="224" y="84"/>
                    <a:pt x="238" y="121"/>
                  </a:cubicBezTo>
                  <a:cubicBezTo>
                    <a:pt x="221" y="113"/>
                    <a:pt x="221" y="113"/>
                    <a:pt x="221" y="113"/>
                  </a:cubicBezTo>
                  <a:cubicBezTo>
                    <a:pt x="216" y="110"/>
                    <a:pt x="209" y="112"/>
                    <a:pt x="207" y="118"/>
                  </a:cubicBezTo>
                  <a:close/>
                  <a:moveTo>
                    <a:pt x="149" y="160"/>
                  </a:moveTo>
                  <a:cubicBezTo>
                    <a:pt x="149" y="166"/>
                    <a:pt x="145" y="170"/>
                    <a:pt x="139" y="170"/>
                  </a:cubicBezTo>
                  <a:cubicBezTo>
                    <a:pt x="133" y="170"/>
                    <a:pt x="128" y="166"/>
                    <a:pt x="128" y="160"/>
                  </a:cubicBezTo>
                  <a:cubicBezTo>
                    <a:pt x="128" y="154"/>
                    <a:pt x="133" y="149"/>
                    <a:pt x="139" y="149"/>
                  </a:cubicBezTo>
                  <a:cubicBezTo>
                    <a:pt x="145" y="149"/>
                    <a:pt x="149" y="154"/>
                    <a:pt x="149" y="16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grpSp>
        <p:nvGrpSpPr>
          <p:cNvPr id="39" name="Group 38">
            <a:extLst>
              <a:ext uri="{FF2B5EF4-FFF2-40B4-BE49-F238E27FC236}">
                <a16:creationId xmlns:a16="http://schemas.microsoft.com/office/drawing/2014/main" id="{C113C11B-43E2-4B4C-855F-B0E482DD1723}"/>
              </a:ext>
            </a:extLst>
          </p:cNvPr>
          <p:cNvGrpSpPr/>
          <p:nvPr/>
        </p:nvGrpSpPr>
        <p:grpSpPr>
          <a:xfrm>
            <a:off x="3095597" y="5075952"/>
            <a:ext cx="335195" cy="336183"/>
            <a:chOff x="7326576" y="2050670"/>
            <a:chExt cx="522233" cy="523770"/>
          </a:xfrm>
        </p:grpSpPr>
        <p:sp>
          <p:nvSpPr>
            <p:cNvPr id="40" name="Freeform 579">
              <a:extLst>
                <a:ext uri="{FF2B5EF4-FFF2-40B4-BE49-F238E27FC236}">
                  <a16:creationId xmlns:a16="http://schemas.microsoft.com/office/drawing/2014/main" id="{6E3B4B88-4E51-4F7C-ACF9-25C00C32D9F8}"/>
                </a:ext>
              </a:extLst>
            </p:cNvPr>
            <p:cNvSpPr>
              <a:spLocks noEditPoints="1"/>
            </p:cNvSpPr>
            <p:nvPr/>
          </p:nvSpPr>
          <p:spPr bwMode="auto">
            <a:xfrm>
              <a:off x="7424879" y="2236524"/>
              <a:ext cx="325628" cy="195070"/>
            </a:xfrm>
            <a:custGeom>
              <a:avLst/>
              <a:gdLst>
                <a:gd name="T0" fmla="*/ 287 w 320"/>
                <a:gd name="T1" fmla="*/ 9 h 192"/>
                <a:gd name="T2" fmla="*/ 277 w 320"/>
                <a:gd name="T3" fmla="*/ 0 h 192"/>
                <a:gd name="T4" fmla="*/ 213 w 320"/>
                <a:gd name="T5" fmla="*/ 0 h 192"/>
                <a:gd name="T6" fmla="*/ 202 w 320"/>
                <a:gd name="T7" fmla="*/ 9 h 192"/>
                <a:gd name="T8" fmla="*/ 190 w 320"/>
                <a:gd name="T9" fmla="*/ 107 h 192"/>
                <a:gd name="T10" fmla="*/ 112 w 320"/>
                <a:gd name="T11" fmla="*/ 55 h 192"/>
                <a:gd name="T12" fmla="*/ 101 w 320"/>
                <a:gd name="T13" fmla="*/ 55 h 192"/>
                <a:gd name="T14" fmla="*/ 96 w 320"/>
                <a:gd name="T15" fmla="*/ 64 h 192"/>
                <a:gd name="T16" fmla="*/ 96 w 320"/>
                <a:gd name="T17" fmla="*/ 108 h 192"/>
                <a:gd name="T18" fmla="*/ 16 w 320"/>
                <a:gd name="T19" fmla="*/ 55 h 192"/>
                <a:gd name="T20" fmla="*/ 5 w 320"/>
                <a:gd name="T21" fmla="*/ 55 h 192"/>
                <a:gd name="T22" fmla="*/ 0 w 320"/>
                <a:gd name="T23" fmla="*/ 64 h 192"/>
                <a:gd name="T24" fmla="*/ 0 w 320"/>
                <a:gd name="T25" fmla="*/ 181 h 192"/>
                <a:gd name="T26" fmla="*/ 10 w 320"/>
                <a:gd name="T27" fmla="*/ 192 h 192"/>
                <a:gd name="T28" fmla="*/ 309 w 320"/>
                <a:gd name="T29" fmla="*/ 192 h 192"/>
                <a:gd name="T30" fmla="*/ 317 w 320"/>
                <a:gd name="T31" fmla="*/ 188 h 192"/>
                <a:gd name="T32" fmla="*/ 319 w 320"/>
                <a:gd name="T33" fmla="*/ 179 h 192"/>
                <a:gd name="T34" fmla="*/ 287 w 320"/>
                <a:gd name="T35" fmla="*/ 9 h 192"/>
                <a:gd name="T36" fmla="*/ 187 w 320"/>
                <a:gd name="T37" fmla="*/ 131 h 192"/>
                <a:gd name="T38" fmla="*/ 182 w 320"/>
                <a:gd name="T39" fmla="*/ 171 h 192"/>
                <a:gd name="T40" fmla="*/ 117 w 320"/>
                <a:gd name="T41" fmla="*/ 171 h 192"/>
                <a:gd name="T42" fmla="*/ 117 w 320"/>
                <a:gd name="T43" fmla="*/ 84 h 192"/>
                <a:gd name="T44" fmla="*/ 187 w 320"/>
                <a:gd name="T45" fmla="*/ 131 h 192"/>
                <a:gd name="T46" fmla="*/ 96 w 320"/>
                <a:gd name="T47" fmla="*/ 134 h 192"/>
                <a:gd name="T48" fmla="*/ 96 w 320"/>
                <a:gd name="T49" fmla="*/ 171 h 192"/>
                <a:gd name="T50" fmla="*/ 21 w 320"/>
                <a:gd name="T51" fmla="*/ 171 h 192"/>
                <a:gd name="T52" fmla="*/ 21 w 320"/>
                <a:gd name="T53" fmla="*/ 84 h 192"/>
                <a:gd name="T54" fmla="*/ 96 w 320"/>
                <a:gd name="T55" fmla="*/ 134 h 192"/>
                <a:gd name="T56" fmla="*/ 204 w 320"/>
                <a:gd name="T57" fmla="*/ 171 h 192"/>
                <a:gd name="T58" fmla="*/ 222 w 320"/>
                <a:gd name="T59" fmla="*/ 21 h 192"/>
                <a:gd name="T60" fmla="*/ 268 w 320"/>
                <a:gd name="T61" fmla="*/ 21 h 192"/>
                <a:gd name="T62" fmla="*/ 296 w 320"/>
                <a:gd name="T63" fmla="*/ 171 h 192"/>
                <a:gd name="T64" fmla="*/ 204 w 320"/>
                <a:gd name="T65" fmla="*/ 1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192">
                  <a:moveTo>
                    <a:pt x="287" y="9"/>
                  </a:moveTo>
                  <a:cubicBezTo>
                    <a:pt x="287" y="4"/>
                    <a:pt x="282" y="0"/>
                    <a:pt x="277" y="0"/>
                  </a:cubicBezTo>
                  <a:cubicBezTo>
                    <a:pt x="213" y="0"/>
                    <a:pt x="213" y="0"/>
                    <a:pt x="213" y="0"/>
                  </a:cubicBezTo>
                  <a:cubicBezTo>
                    <a:pt x="208" y="0"/>
                    <a:pt x="203" y="4"/>
                    <a:pt x="202" y="9"/>
                  </a:cubicBezTo>
                  <a:cubicBezTo>
                    <a:pt x="190" y="107"/>
                    <a:pt x="190" y="107"/>
                    <a:pt x="190" y="107"/>
                  </a:cubicBezTo>
                  <a:cubicBezTo>
                    <a:pt x="112" y="55"/>
                    <a:pt x="112" y="55"/>
                    <a:pt x="112" y="55"/>
                  </a:cubicBezTo>
                  <a:cubicBezTo>
                    <a:pt x="109" y="53"/>
                    <a:pt x="105" y="53"/>
                    <a:pt x="101" y="55"/>
                  </a:cubicBezTo>
                  <a:cubicBezTo>
                    <a:pt x="98" y="56"/>
                    <a:pt x="96" y="60"/>
                    <a:pt x="96" y="64"/>
                  </a:cubicBezTo>
                  <a:cubicBezTo>
                    <a:pt x="96" y="108"/>
                    <a:pt x="96" y="108"/>
                    <a:pt x="96" y="108"/>
                  </a:cubicBezTo>
                  <a:cubicBezTo>
                    <a:pt x="16" y="55"/>
                    <a:pt x="16" y="55"/>
                    <a:pt x="16" y="55"/>
                  </a:cubicBezTo>
                  <a:cubicBezTo>
                    <a:pt x="13" y="53"/>
                    <a:pt x="9" y="53"/>
                    <a:pt x="5" y="55"/>
                  </a:cubicBezTo>
                  <a:cubicBezTo>
                    <a:pt x="2" y="56"/>
                    <a:pt x="0" y="60"/>
                    <a:pt x="0" y="64"/>
                  </a:cubicBezTo>
                  <a:cubicBezTo>
                    <a:pt x="0" y="181"/>
                    <a:pt x="0" y="181"/>
                    <a:pt x="0" y="181"/>
                  </a:cubicBezTo>
                  <a:cubicBezTo>
                    <a:pt x="0" y="187"/>
                    <a:pt x="4" y="192"/>
                    <a:pt x="10" y="192"/>
                  </a:cubicBezTo>
                  <a:cubicBezTo>
                    <a:pt x="309" y="192"/>
                    <a:pt x="309" y="192"/>
                    <a:pt x="309" y="192"/>
                  </a:cubicBezTo>
                  <a:cubicBezTo>
                    <a:pt x="312" y="192"/>
                    <a:pt x="315" y="191"/>
                    <a:pt x="317" y="188"/>
                  </a:cubicBezTo>
                  <a:cubicBezTo>
                    <a:pt x="319" y="186"/>
                    <a:pt x="320" y="182"/>
                    <a:pt x="319" y="179"/>
                  </a:cubicBezTo>
                  <a:lnTo>
                    <a:pt x="287" y="9"/>
                  </a:lnTo>
                  <a:close/>
                  <a:moveTo>
                    <a:pt x="187" y="131"/>
                  </a:moveTo>
                  <a:cubicBezTo>
                    <a:pt x="182" y="171"/>
                    <a:pt x="182" y="171"/>
                    <a:pt x="182" y="171"/>
                  </a:cubicBezTo>
                  <a:cubicBezTo>
                    <a:pt x="117" y="171"/>
                    <a:pt x="117" y="171"/>
                    <a:pt x="117" y="171"/>
                  </a:cubicBezTo>
                  <a:cubicBezTo>
                    <a:pt x="117" y="84"/>
                    <a:pt x="117" y="84"/>
                    <a:pt x="117" y="84"/>
                  </a:cubicBezTo>
                  <a:lnTo>
                    <a:pt x="187" y="131"/>
                  </a:lnTo>
                  <a:close/>
                  <a:moveTo>
                    <a:pt x="96" y="134"/>
                  </a:moveTo>
                  <a:cubicBezTo>
                    <a:pt x="96" y="171"/>
                    <a:pt x="96" y="171"/>
                    <a:pt x="96" y="171"/>
                  </a:cubicBezTo>
                  <a:cubicBezTo>
                    <a:pt x="21" y="171"/>
                    <a:pt x="21" y="171"/>
                    <a:pt x="21" y="171"/>
                  </a:cubicBezTo>
                  <a:cubicBezTo>
                    <a:pt x="21" y="84"/>
                    <a:pt x="21" y="84"/>
                    <a:pt x="21" y="84"/>
                  </a:cubicBezTo>
                  <a:lnTo>
                    <a:pt x="96" y="134"/>
                  </a:lnTo>
                  <a:close/>
                  <a:moveTo>
                    <a:pt x="204" y="171"/>
                  </a:moveTo>
                  <a:cubicBezTo>
                    <a:pt x="222" y="21"/>
                    <a:pt x="222" y="21"/>
                    <a:pt x="222" y="21"/>
                  </a:cubicBezTo>
                  <a:cubicBezTo>
                    <a:pt x="268" y="21"/>
                    <a:pt x="268" y="21"/>
                    <a:pt x="268" y="21"/>
                  </a:cubicBezTo>
                  <a:cubicBezTo>
                    <a:pt x="296" y="171"/>
                    <a:pt x="296" y="171"/>
                    <a:pt x="296" y="171"/>
                  </a:cubicBezTo>
                  <a:lnTo>
                    <a:pt x="204" y="171"/>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580">
              <a:extLst>
                <a:ext uri="{FF2B5EF4-FFF2-40B4-BE49-F238E27FC236}">
                  <a16:creationId xmlns:a16="http://schemas.microsoft.com/office/drawing/2014/main" id="{6A53281A-4A91-4758-9613-4392B7833385}"/>
                </a:ext>
              </a:extLst>
            </p:cNvPr>
            <p:cNvSpPr>
              <a:spLocks/>
            </p:cNvSpPr>
            <p:nvPr/>
          </p:nvSpPr>
          <p:spPr bwMode="auto">
            <a:xfrm>
              <a:off x="7636844" y="2147437"/>
              <a:ext cx="30720" cy="67583"/>
            </a:xfrm>
            <a:custGeom>
              <a:avLst/>
              <a:gdLst>
                <a:gd name="T0" fmla="*/ 8 w 31"/>
                <a:gd name="T1" fmla="*/ 46 h 65"/>
                <a:gd name="T2" fmla="*/ 8 w 31"/>
                <a:gd name="T3" fmla="*/ 61 h 65"/>
                <a:gd name="T4" fmla="*/ 16 w 31"/>
                <a:gd name="T5" fmla="*/ 65 h 65"/>
                <a:gd name="T6" fmla="*/ 23 w 31"/>
                <a:gd name="T7" fmla="*/ 62 h 65"/>
                <a:gd name="T8" fmla="*/ 31 w 31"/>
                <a:gd name="T9" fmla="*/ 43 h 65"/>
                <a:gd name="T10" fmla="*/ 23 w 31"/>
                <a:gd name="T11" fmla="*/ 25 h 65"/>
                <a:gd name="T12" fmla="*/ 23 w 31"/>
                <a:gd name="T13" fmla="*/ 19 h 65"/>
                <a:gd name="T14" fmla="*/ 23 w 31"/>
                <a:gd name="T15" fmla="*/ 4 h 65"/>
                <a:gd name="T16" fmla="*/ 8 w 31"/>
                <a:gd name="T17" fmla="*/ 4 h 65"/>
                <a:gd name="T18" fmla="*/ 0 w 31"/>
                <a:gd name="T19" fmla="*/ 22 h 65"/>
                <a:gd name="T20" fmla="*/ 8 w 31"/>
                <a:gd name="T21" fmla="*/ 40 h 65"/>
                <a:gd name="T22" fmla="*/ 8 w 31"/>
                <a:gd name="T23" fmla="*/ 4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65">
                  <a:moveTo>
                    <a:pt x="8" y="46"/>
                  </a:moveTo>
                  <a:cubicBezTo>
                    <a:pt x="4" y="50"/>
                    <a:pt x="4" y="57"/>
                    <a:pt x="8" y="61"/>
                  </a:cubicBezTo>
                  <a:cubicBezTo>
                    <a:pt x="10" y="64"/>
                    <a:pt x="13" y="65"/>
                    <a:pt x="16" y="65"/>
                  </a:cubicBezTo>
                  <a:cubicBezTo>
                    <a:pt x="18" y="65"/>
                    <a:pt x="21" y="64"/>
                    <a:pt x="23" y="62"/>
                  </a:cubicBezTo>
                  <a:cubicBezTo>
                    <a:pt x="24" y="60"/>
                    <a:pt x="31" y="53"/>
                    <a:pt x="31" y="43"/>
                  </a:cubicBezTo>
                  <a:cubicBezTo>
                    <a:pt x="31" y="39"/>
                    <a:pt x="30" y="32"/>
                    <a:pt x="23" y="25"/>
                  </a:cubicBezTo>
                  <a:cubicBezTo>
                    <a:pt x="22" y="24"/>
                    <a:pt x="20" y="22"/>
                    <a:pt x="23" y="19"/>
                  </a:cubicBezTo>
                  <a:cubicBezTo>
                    <a:pt x="27" y="15"/>
                    <a:pt x="27" y="8"/>
                    <a:pt x="23" y="4"/>
                  </a:cubicBezTo>
                  <a:cubicBezTo>
                    <a:pt x="19" y="0"/>
                    <a:pt x="12" y="0"/>
                    <a:pt x="8" y="4"/>
                  </a:cubicBezTo>
                  <a:cubicBezTo>
                    <a:pt x="7" y="5"/>
                    <a:pt x="0" y="12"/>
                    <a:pt x="0" y="22"/>
                  </a:cubicBezTo>
                  <a:cubicBezTo>
                    <a:pt x="0" y="27"/>
                    <a:pt x="2" y="34"/>
                    <a:pt x="8" y="40"/>
                  </a:cubicBezTo>
                  <a:cubicBezTo>
                    <a:pt x="9" y="41"/>
                    <a:pt x="11" y="43"/>
                    <a:pt x="8" y="46"/>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581">
              <a:extLst>
                <a:ext uri="{FF2B5EF4-FFF2-40B4-BE49-F238E27FC236}">
                  <a16:creationId xmlns:a16="http://schemas.microsoft.com/office/drawing/2014/main" id="{08F93B53-EEB1-4BFD-966E-77EA786B7081}"/>
                </a:ext>
              </a:extLst>
            </p:cNvPr>
            <p:cNvSpPr>
              <a:spLocks/>
            </p:cNvSpPr>
            <p:nvPr/>
          </p:nvSpPr>
          <p:spPr bwMode="auto">
            <a:xfrm>
              <a:off x="7679851" y="2147437"/>
              <a:ext cx="32256" cy="67583"/>
            </a:xfrm>
            <a:custGeom>
              <a:avLst/>
              <a:gdLst>
                <a:gd name="T0" fmla="*/ 8 w 31"/>
                <a:gd name="T1" fmla="*/ 46 h 65"/>
                <a:gd name="T2" fmla="*/ 8 w 31"/>
                <a:gd name="T3" fmla="*/ 61 h 65"/>
                <a:gd name="T4" fmla="*/ 15 w 31"/>
                <a:gd name="T5" fmla="*/ 65 h 65"/>
                <a:gd name="T6" fmla="*/ 23 w 31"/>
                <a:gd name="T7" fmla="*/ 62 h 65"/>
                <a:gd name="T8" fmla="*/ 31 w 31"/>
                <a:gd name="T9" fmla="*/ 43 h 65"/>
                <a:gd name="T10" fmla="*/ 23 w 31"/>
                <a:gd name="T11" fmla="*/ 25 h 65"/>
                <a:gd name="T12" fmla="*/ 23 w 31"/>
                <a:gd name="T13" fmla="*/ 19 h 65"/>
                <a:gd name="T14" fmla="*/ 23 w 31"/>
                <a:gd name="T15" fmla="*/ 4 h 65"/>
                <a:gd name="T16" fmla="*/ 8 w 31"/>
                <a:gd name="T17" fmla="*/ 4 h 65"/>
                <a:gd name="T18" fmla="*/ 0 w 31"/>
                <a:gd name="T19" fmla="*/ 22 h 65"/>
                <a:gd name="T20" fmla="*/ 8 w 31"/>
                <a:gd name="T21" fmla="*/ 40 h 65"/>
                <a:gd name="T22" fmla="*/ 8 w 31"/>
                <a:gd name="T23" fmla="*/ 4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65">
                  <a:moveTo>
                    <a:pt x="8" y="46"/>
                  </a:moveTo>
                  <a:cubicBezTo>
                    <a:pt x="4" y="50"/>
                    <a:pt x="4" y="57"/>
                    <a:pt x="8" y="61"/>
                  </a:cubicBezTo>
                  <a:cubicBezTo>
                    <a:pt x="10" y="64"/>
                    <a:pt x="13" y="65"/>
                    <a:pt x="15" y="65"/>
                  </a:cubicBezTo>
                  <a:cubicBezTo>
                    <a:pt x="18" y="65"/>
                    <a:pt x="21" y="64"/>
                    <a:pt x="23" y="62"/>
                  </a:cubicBezTo>
                  <a:cubicBezTo>
                    <a:pt x="24" y="60"/>
                    <a:pt x="31" y="53"/>
                    <a:pt x="31" y="43"/>
                  </a:cubicBezTo>
                  <a:cubicBezTo>
                    <a:pt x="31" y="39"/>
                    <a:pt x="30" y="32"/>
                    <a:pt x="23" y="25"/>
                  </a:cubicBezTo>
                  <a:cubicBezTo>
                    <a:pt x="22" y="24"/>
                    <a:pt x="20" y="22"/>
                    <a:pt x="23" y="19"/>
                  </a:cubicBezTo>
                  <a:cubicBezTo>
                    <a:pt x="27" y="15"/>
                    <a:pt x="27" y="8"/>
                    <a:pt x="23" y="4"/>
                  </a:cubicBezTo>
                  <a:cubicBezTo>
                    <a:pt x="19" y="0"/>
                    <a:pt x="12" y="0"/>
                    <a:pt x="8" y="4"/>
                  </a:cubicBezTo>
                  <a:cubicBezTo>
                    <a:pt x="7" y="5"/>
                    <a:pt x="0" y="12"/>
                    <a:pt x="0" y="22"/>
                  </a:cubicBezTo>
                  <a:cubicBezTo>
                    <a:pt x="0" y="27"/>
                    <a:pt x="1" y="34"/>
                    <a:pt x="8" y="40"/>
                  </a:cubicBezTo>
                  <a:cubicBezTo>
                    <a:pt x="9" y="41"/>
                    <a:pt x="11" y="43"/>
                    <a:pt x="8" y="46"/>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582">
              <a:extLst>
                <a:ext uri="{FF2B5EF4-FFF2-40B4-BE49-F238E27FC236}">
                  <a16:creationId xmlns:a16="http://schemas.microsoft.com/office/drawing/2014/main" id="{A86CCBC5-E38C-4F32-A5B6-8C012094A31E}"/>
                </a:ext>
              </a:extLst>
            </p:cNvPr>
            <p:cNvSpPr>
              <a:spLocks noEditPoints="1"/>
            </p:cNvSpPr>
            <p:nvPr/>
          </p:nvSpPr>
          <p:spPr bwMode="auto">
            <a:xfrm>
              <a:off x="7326576" y="2050670"/>
              <a:ext cx="522233" cy="52377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sp>
        <p:nvSpPr>
          <p:cNvPr id="44" name="Rectangle 43">
            <a:extLst>
              <a:ext uri="{FF2B5EF4-FFF2-40B4-BE49-F238E27FC236}">
                <a16:creationId xmlns:a16="http://schemas.microsoft.com/office/drawing/2014/main" id="{BA1BA15E-1F0D-42F8-A40F-EB7653AFF595}"/>
              </a:ext>
            </a:extLst>
          </p:cNvPr>
          <p:cNvSpPr/>
          <p:nvPr/>
        </p:nvSpPr>
        <p:spPr bwMode="gray">
          <a:xfrm>
            <a:off x="5921596" y="3424857"/>
            <a:ext cx="2492653" cy="403218"/>
          </a:xfrm>
          <a:prstGeom prst="rect">
            <a:avLst/>
          </a:prstGeom>
          <a:solidFill>
            <a:srgbClr val="046A38"/>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Tx/>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International Finance Corporation</a:t>
            </a:r>
          </a:p>
        </p:txBody>
      </p:sp>
      <p:sp>
        <p:nvSpPr>
          <p:cNvPr id="45" name="Rectangle 44">
            <a:extLst>
              <a:ext uri="{FF2B5EF4-FFF2-40B4-BE49-F238E27FC236}">
                <a16:creationId xmlns:a16="http://schemas.microsoft.com/office/drawing/2014/main" id="{E559CE83-73F9-4966-808A-E67709F127D6}"/>
              </a:ext>
            </a:extLst>
          </p:cNvPr>
          <p:cNvSpPr/>
          <p:nvPr/>
        </p:nvSpPr>
        <p:spPr bwMode="gray">
          <a:xfrm>
            <a:off x="5921595" y="385052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Feasibility studies and business model design for C&amp;I consumers in textile cluster in Bangladesh</a:t>
            </a:r>
          </a:p>
        </p:txBody>
      </p:sp>
      <p:sp>
        <p:nvSpPr>
          <p:cNvPr id="46" name="Half Frame 45">
            <a:extLst>
              <a:ext uri="{FF2B5EF4-FFF2-40B4-BE49-F238E27FC236}">
                <a16:creationId xmlns:a16="http://schemas.microsoft.com/office/drawing/2014/main" id="{23EB8CEE-526A-4C3F-82B7-5F853E1713D0}"/>
              </a:ext>
            </a:extLst>
          </p:cNvPr>
          <p:cNvSpPr/>
          <p:nvPr/>
        </p:nvSpPr>
        <p:spPr bwMode="gray">
          <a:xfrm rot="10800000">
            <a:off x="8144868" y="420749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47" name="Half Frame 46">
            <a:extLst>
              <a:ext uri="{FF2B5EF4-FFF2-40B4-BE49-F238E27FC236}">
                <a16:creationId xmlns:a16="http://schemas.microsoft.com/office/drawing/2014/main" id="{4C75B472-5497-4A75-871E-1644CA0ACFE7}"/>
              </a:ext>
            </a:extLst>
          </p:cNvPr>
          <p:cNvSpPr/>
          <p:nvPr/>
        </p:nvSpPr>
        <p:spPr bwMode="gray">
          <a:xfrm rot="16200000">
            <a:off x="5879247" y="420975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DEBA6704-4B60-4BE1-8AD3-D7E3E9828FEE}"/>
              </a:ext>
            </a:extLst>
          </p:cNvPr>
          <p:cNvSpPr/>
          <p:nvPr/>
        </p:nvSpPr>
        <p:spPr bwMode="gray">
          <a:xfrm>
            <a:off x="9090330" y="1131846"/>
            <a:ext cx="2492653" cy="485753"/>
          </a:xfrm>
          <a:prstGeom prst="rect">
            <a:avLst/>
          </a:prstGeom>
          <a:solidFill>
            <a:srgbClr val="43B02A"/>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Rural Energy Agency</a:t>
            </a:r>
          </a:p>
        </p:txBody>
      </p:sp>
      <p:sp>
        <p:nvSpPr>
          <p:cNvPr id="49" name="Rectangle 48">
            <a:extLst>
              <a:ext uri="{FF2B5EF4-FFF2-40B4-BE49-F238E27FC236}">
                <a16:creationId xmlns:a16="http://schemas.microsoft.com/office/drawing/2014/main" id="{CA9AFDFE-FEEE-478B-A08F-16A52F20CBC7}"/>
              </a:ext>
            </a:extLst>
          </p:cNvPr>
          <p:cNvSpPr/>
          <p:nvPr/>
        </p:nvSpPr>
        <p:spPr bwMode="gray">
          <a:xfrm>
            <a:off x="9142511" y="1623981"/>
            <a:ext cx="2492653" cy="552256"/>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Development of Renewable Energy Financing Facility in Tanzania</a:t>
            </a:r>
          </a:p>
        </p:txBody>
      </p:sp>
      <p:sp>
        <p:nvSpPr>
          <p:cNvPr id="50" name="Half Frame 49">
            <a:extLst>
              <a:ext uri="{FF2B5EF4-FFF2-40B4-BE49-F238E27FC236}">
                <a16:creationId xmlns:a16="http://schemas.microsoft.com/office/drawing/2014/main" id="{4BDB9529-FD53-4ADA-AD50-A33AEEA052DB}"/>
              </a:ext>
            </a:extLst>
          </p:cNvPr>
          <p:cNvSpPr/>
          <p:nvPr/>
        </p:nvSpPr>
        <p:spPr bwMode="gray">
          <a:xfrm rot="10800000">
            <a:off x="11313602" y="1837368"/>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1" name="Half Frame 50">
            <a:extLst>
              <a:ext uri="{FF2B5EF4-FFF2-40B4-BE49-F238E27FC236}">
                <a16:creationId xmlns:a16="http://schemas.microsoft.com/office/drawing/2014/main" id="{A2525A57-3A2B-4634-B3FF-CC3E41CF896C}"/>
              </a:ext>
            </a:extLst>
          </p:cNvPr>
          <p:cNvSpPr/>
          <p:nvPr/>
        </p:nvSpPr>
        <p:spPr bwMode="gray">
          <a:xfrm rot="16200000">
            <a:off x="9076261" y="1839623"/>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9091100F-B9D9-4611-B33D-28B6F30562D2}"/>
              </a:ext>
            </a:extLst>
          </p:cNvPr>
          <p:cNvSpPr/>
          <p:nvPr/>
        </p:nvSpPr>
        <p:spPr bwMode="gray">
          <a:xfrm>
            <a:off x="5944249" y="1131846"/>
            <a:ext cx="2492653" cy="403218"/>
          </a:xfrm>
          <a:prstGeom prst="rect">
            <a:avLst/>
          </a:prstGeom>
          <a:solidFill>
            <a:srgbClr val="43B02A"/>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Ministry of Energy and Power Development, Zimbabwe</a:t>
            </a:r>
          </a:p>
        </p:txBody>
      </p:sp>
      <p:sp>
        <p:nvSpPr>
          <p:cNvPr id="54" name="Rectangle 53">
            <a:extLst>
              <a:ext uri="{FF2B5EF4-FFF2-40B4-BE49-F238E27FC236}">
                <a16:creationId xmlns:a16="http://schemas.microsoft.com/office/drawing/2014/main" id="{2158416E-79C5-4449-BA33-5BE2DB68C515}"/>
              </a:ext>
            </a:extLst>
          </p:cNvPr>
          <p:cNvSpPr/>
          <p:nvPr/>
        </p:nvSpPr>
        <p:spPr bwMode="gray">
          <a:xfrm>
            <a:off x="5944248" y="1557515"/>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Development of a Renewable Energy Policy for Zimbabwe</a:t>
            </a:r>
          </a:p>
        </p:txBody>
      </p:sp>
      <p:sp>
        <p:nvSpPr>
          <p:cNvPr id="55" name="Half Frame 54">
            <a:extLst>
              <a:ext uri="{FF2B5EF4-FFF2-40B4-BE49-F238E27FC236}">
                <a16:creationId xmlns:a16="http://schemas.microsoft.com/office/drawing/2014/main" id="{952DED1D-EBD3-4069-964A-040F0F29D488}"/>
              </a:ext>
            </a:extLst>
          </p:cNvPr>
          <p:cNvSpPr/>
          <p:nvPr/>
        </p:nvSpPr>
        <p:spPr bwMode="gray">
          <a:xfrm rot="10800000">
            <a:off x="8167521" y="183736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6" name="Half Frame 55">
            <a:extLst>
              <a:ext uri="{FF2B5EF4-FFF2-40B4-BE49-F238E27FC236}">
                <a16:creationId xmlns:a16="http://schemas.microsoft.com/office/drawing/2014/main" id="{430E0FF1-8CE4-4F04-B6EA-1FC75D106F6B}"/>
              </a:ext>
            </a:extLst>
          </p:cNvPr>
          <p:cNvSpPr/>
          <p:nvPr/>
        </p:nvSpPr>
        <p:spPr bwMode="gray">
          <a:xfrm rot="16200000">
            <a:off x="5901900" y="183962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8F1FC054-8A50-4B6A-9FB9-1F4E44686EF8}"/>
              </a:ext>
            </a:extLst>
          </p:cNvPr>
          <p:cNvSpPr/>
          <p:nvPr/>
        </p:nvSpPr>
        <p:spPr bwMode="gray">
          <a:xfrm>
            <a:off x="9080449" y="3424857"/>
            <a:ext cx="2492653" cy="403218"/>
          </a:xfrm>
          <a:prstGeom prst="rect">
            <a:avLst/>
          </a:prstGeom>
          <a:solidFill>
            <a:srgbClr val="046A38"/>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The World Bank</a:t>
            </a:r>
          </a:p>
        </p:txBody>
      </p:sp>
      <p:sp>
        <p:nvSpPr>
          <p:cNvPr id="58" name="Rectangle 57">
            <a:extLst>
              <a:ext uri="{FF2B5EF4-FFF2-40B4-BE49-F238E27FC236}">
                <a16:creationId xmlns:a16="http://schemas.microsoft.com/office/drawing/2014/main" id="{E7AB896F-F61D-41C4-A806-F09BB4F3B7EE}"/>
              </a:ext>
            </a:extLst>
          </p:cNvPr>
          <p:cNvSpPr/>
          <p:nvPr/>
        </p:nvSpPr>
        <p:spPr bwMode="gray">
          <a:xfrm>
            <a:off x="9128120" y="385052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Develop &amp; demonstrate private sector led replicable business models for off-grid/ mini-grid electrification in Bihar, India</a:t>
            </a:r>
          </a:p>
        </p:txBody>
      </p:sp>
      <p:sp>
        <p:nvSpPr>
          <p:cNvPr id="59" name="Half Frame 58">
            <a:extLst>
              <a:ext uri="{FF2B5EF4-FFF2-40B4-BE49-F238E27FC236}">
                <a16:creationId xmlns:a16="http://schemas.microsoft.com/office/drawing/2014/main" id="{06DF1079-8906-49B0-B175-561C05614D8C}"/>
              </a:ext>
            </a:extLst>
          </p:cNvPr>
          <p:cNvSpPr/>
          <p:nvPr/>
        </p:nvSpPr>
        <p:spPr bwMode="gray">
          <a:xfrm rot="10800000">
            <a:off x="11303721" y="420749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0" name="Half Frame 59">
            <a:extLst>
              <a:ext uri="{FF2B5EF4-FFF2-40B4-BE49-F238E27FC236}">
                <a16:creationId xmlns:a16="http://schemas.microsoft.com/office/drawing/2014/main" id="{4E8E1EB8-D95A-4C22-A097-6E730501B6B3}"/>
              </a:ext>
            </a:extLst>
          </p:cNvPr>
          <p:cNvSpPr/>
          <p:nvPr/>
        </p:nvSpPr>
        <p:spPr bwMode="gray">
          <a:xfrm rot="16200000">
            <a:off x="9066380" y="420975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A2011E1C-A725-4744-81B0-C08120818FD8}"/>
              </a:ext>
            </a:extLst>
          </p:cNvPr>
          <p:cNvSpPr/>
          <p:nvPr/>
        </p:nvSpPr>
        <p:spPr bwMode="gray">
          <a:xfrm>
            <a:off x="5897150" y="2259727"/>
            <a:ext cx="2492653" cy="403218"/>
          </a:xfrm>
          <a:prstGeom prst="rect">
            <a:avLst/>
          </a:prstGeom>
          <a:solidFill>
            <a:srgbClr val="009A4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Government of Armenia</a:t>
            </a:r>
          </a:p>
        </p:txBody>
      </p:sp>
      <p:sp>
        <p:nvSpPr>
          <p:cNvPr id="62" name="Rectangle 61">
            <a:extLst>
              <a:ext uri="{FF2B5EF4-FFF2-40B4-BE49-F238E27FC236}">
                <a16:creationId xmlns:a16="http://schemas.microsoft.com/office/drawing/2014/main" id="{31D20C3D-B8C4-4D9C-9F2D-F0A0067A34A5}"/>
              </a:ext>
            </a:extLst>
          </p:cNvPr>
          <p:cNvSpPr/>
          <p:nvPr/>
        </p:nvSpPr>
        <p:spPr bwMode="gray">
          <a:xfrm>
            <a:off x="5897149" y="268539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Utility Scale Solar Power Project - Transaction Advisory Services in Armenia</a:t>
            </a:r>
          </a:p>
        </p:txBody>
      </p:sp>
      <p:sp>
        <p:nvSpPr>
          <p:cNvPr id="63" name="Half Frame 62">
            <a:extLst>
              <a:ext uri="{FF2B5EF4-FFF2-40B4-BE49-F238E27FC236}">
                <a16:creationId xmlns:a16="http://schemas.microsoft.com/office/drawing/2014/main" id="{C5926F86-D9BD-47CF-BE4C-C6FF0F0FACD7}"/>
              </a:ext>
            </a:extLst>
          </p:cNvPr>
          <p:cNvSpPr/>
          <p:nvPr/>
        </p:nvSpPr>
        <p:spPr bwMode="gray">
          <a:xfrm rot="10800000">
            <a:off x="8120422" y="304236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4" name="Half Frame 63">
            <a:extLst>
              <a:ext uri="{FF2B5EF4-FFF2-40B4-BE49-F238E27FC236}">
                <a16:creationId xmlns:a16="http://schemas.microsoft.com/office/drawing/2014/main" id="{1CEC709E-1A2F-493D-8A25-2695E66A5AFD}"/>
              </a:ext>
            </a:extLst>
          </p:cNvPr>
          <p:cNvSpPr/>
          <p:nvPr/>
        </p:nvSpPr>
        <p:spPr bwMode="gray">
          <a:xfrm rot="16200000">
            <a:off x="5854801" y="304462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28B41654-167B-4573-96EE-F6A74D423987}"/>
              </a:ext>
            </a:extLst>
          </p:cNvPr>
          <p:cNvSpPr/>
          <p:nvPr/>
        </p:nvSpPr>
        <p:spPr bwMode="gray">
          <a:xfrm>
            <a:off x="5864063" y="4583951"/>
            <a:ext cx="2492653" cy="403218"/>
          </a:xfrm>
          <a:prstGeom prst="rect">
            <a:avLst/>
          </a:prstGeom>
          <a:solidFill>
            <a:srgbClr val="0097A9"/>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The World Bank</a:t>
            </a:r>
          </a:p>
        </p:txBody>
      </p:sp>
      <p:sp>
        <p:nvSpPr>
          <p:cNvPr id="66" name="Rectangle 65">
            <a:extLst>
              <a:ext uri="{FF2B5EF4-FFF2-40B4-BE49-F238E27FC236}">
                <a16:creationId xmlns:a16="http://schemas.microsoft.com/office/drawing/2014/main" id="{A5BF5C64-8EC1-4FAF-8791-544CCBD45CE6}"/>
              </a:ext>
            </a:extLst>
          </p:cNvPr>
          <p:cNvSpPr/>
          <p:nvPr/>
        </p:nvSpPr>
        <p:spPr bwMode="gray">
          <a:xfrm>
            <a:off x="5864062" y="5009620"/>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Review of National Solar Mission Phase 1 &amp; 2 Setting up National Solar Energy  Technology Centre</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1" i="1" u="none" strike="noStrike" kern="1200" cap="none" spc="0" normalizeH="0" baseline="0" noProof="0">
              <a:ln>
                <a:noFill/>
              </a:ln>
              <a:solidFill>
                <a:prstClr val="black"/>
              </a:solidFill>
              <a:effectLst/>
              <a:uLnTx/>
              <a:uFillTx/>
              <a:latin typeface="Calibri"/>
              <a:ea typeface="+mn-ea"/>
              <a:cs typeface="+mn-cs"/>
            </a:endParaRPr>
          </a:p>
        </p:txBody>
      </p:sp>
      <p:sp>
        <p:nvSpPr>
          <p:cNvPr id="67" name="Half Frame 66">
            <a:extLst>
              <a:ext uri="{FF2B5EF4-FFF2-40B4-BE49-F238E27FC236}">
                <a16:creationId xmlns:a16="http://schemas.microsoft.com/office/drawing/2014/main" id="{4EB13876-93EF-4651-97F3-4289765AA4B7}"/>
              </a:ext>
            </a:extLst>
          </p:cNvPr>
          <p:cNvSpPr/>
          <p:nvPr/>
        </p:nvSpPr>
        <p:spPr bwMode="gray">
          <a:xfrm rot="10800000">
            <a:off x="11109020" y="5148091"/>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8" name="Half Frame 67">
            <a:extLst>
              <a:ext uri="{FF2B5EF4-FFF2-40B4-BE49-F238E27FC236}">
                <a16:creationId xmlns:a16="http://schemas.microsoft.com/office/drawing/2014/main" id="{09C4D2E1-1E40-463F-BADE-6CA7374609EF}"/>
              </a:ext>
            </a:extLst>
          </p:cNvPr>
          <p:cNvSpPr/>
          <p:nvPr/>
        </p:nvSpPr>
        <p:spPr bwMode="gray">
          <a:xfrm rot="16200000">
            <a:off x="5821714" y="5302746"/>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56663BED-F6B2-492B-ABA2-348553854891}"/>
              </a:ext>
            </a:extLst>
          </p:cNvPr>
          <p:cNvSpPr/>
          <p:nvPr/>
        </p:nvSpPr>
        <p:spPr bwMode="gray">
          <a:xfrm>
            <a:off x="9090330" y="4583951"/>
            <a:ext cx="2492653" cy="403218"/>
          </a:xfrm>
          <a:prstGeom prst="rect">
            <a:avLst/>
          </a:prstGeom>
          <a:solidFill>
            <a:srgbClr val="0097A9"/>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International Finance Corporation</a:t>
            </a:r>
          </a:p>
        </p:txBody>
      </p:sp>
      <p:sp>
        <p:nvSpPr>
          <p:cNvPr id="70" name="Rectangle 69">
            <a:extLst>
              <a:ext uri="{FF2B5EF4-FFF2-40B4-BE49-F238E27FC236}">
                <a16:creationId xmlns:a16="http://schemas.microsoft.com/office/drawing/2014/main" id="{15877F57-C737-4140-9CD6-5A5DBDDB69CB}"/>
              </a:ext>
            </a:extLst>
          </p:cNvPr>
          <p:cNvSpPr/>
          <p:nvPr/>
        </p:nvSpPr>
        <p:spPr bwMode="gray">
          <a:xfrm>
            <a:off x="9038147" y="5009620"/>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Distributed Solar PPP Project (Gujarat and Odisha), Power Policy and Capacity Building Initiatives</a:t>
            </a:r>
          </a:p>
        </p:txBody>
      </p:sp>
      <p:sp>
        <p:nvSpPr>
          <p:cNvPr id="71" name="Half Frame 70">
            <a:extLst>
              <a:ext uri="{FF2B5EF4-FFF2-40B4-BE49-F238E27FC236}">
                <a16:creationId xmlns:a16="http://schemas.microsoft.com/office/drawing/2014/main" id="{521FA074-DBFB-4ABE-AF81-6985CF7C138D}"/>
              </a:ext>
            </a:extLst>
          </p:cNvPr>
          <p:cNvSpPr/>
          <p:nvPr/>
        </p:nvSpPr>
        <p:spPr bwMode="gray">
          <a:xfrm rot="10800000">
            <a:off x="11313602" y="5300491"/>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72" name="Half Frame 71">
            <a:extLst>
              <a:ext uri="{FF2B5EF4-FFF2-40B4-BE49-F238E27FC236}">
                <a16:creationId xmlns:a16="http://schemas.microsoft.com/office/drawing/2014/main" id="{361CF97A-DB68-48B8-B9FA-E4F79845F3D2}"/>
              </a:ext>
            </a:extLst>
          </p:cNvPr>
          <p:cNvSpPr/>
          <p:nvPr/>
        </p:nvSpPr>
        <p:spPr bwMode="gray">
          <a:xfrm rot="16200000">
            <a:off x="9076261" y="5302746"/>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73" name="Rectangle 72">
            <a:extLst>
              <a:ext uri="{FF2B5EF4-FFF2-40B4-BE49-F238E27FC236}">
                <a16:creationId xmlns:a16="http://schemas.microsoft.com/office/drawing/2014/main" id="{E2D87B72-B480-4891-91BD-A5C8AE4B15AB}"/>
              </a:ext>
            </a:extLst>
          </p:cNvPr>
          <p:cNvSpPr/>
          <p:nvPr/>
        </p:nvSpPr>
        <p:spPr bwMode="gray">
          <a:xfrm>
            <a:off x="9083324" y="2254887"/>
            <a:ext cx="2492653" cy="403218"/>
          </a:xfrm>
          <a:prstGeom prst="rect">
            <a:avLst/>
          </a:prstGeom>
          <a:solidFill>
            <a:srgbClr val="009A4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Tx/>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United Nations </a:t>
            </a:r>
          </a:p>
          <a:p>
            <a:pPr marL="0" marR="0" lvl="0" indent="0" algn="r" defTabSz="914400" rtl="0" eaLnBrk="1" fontAlgn="auto" latinLnBrk="0" hangingPunct="1">
              <a:lnSpc>
                <a:spcPct val="106000"/>
              </a:lnSpc>
              <a:spcBef>
                <a:spcPts val="0"/>
              </a:spcBef>
              <a:spcAft>
                <a:spcPts val="0"/>
              </a:spcAft>
              <a:buClrTx/>
              <a:buSzTx/>
              <a:buFontTx/>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Development </a:t>
            </a:r>
            <a:r>
              <a:rPr kumimoji="0" lang="en-US" sz="1050" b="1" i="0" u="none" strike="noStrike" kern="1200" cap="none" spc="0" normalizeH="0" baseline="0" noProof="0" err="1">
                <a:ln>
                  <a:noFill/>
                </a:ln>
                <a:solidFill>
                  <a:prstClr val="white"/>
                </a:solidFill>
                <a:effectLst/>
                <a:uLnTx/>
                <a:uFillTx/>
                <a:latin typeface="Calibri"/>
                <a:ea typeface="+mn-ea"/>
                <a:cs typeface="+mn-cs"/>
              </a:rPr>
              <a:t>Programme</a:t>
            </a:r>
            <a:endParaRPr kumimoji="0" lang="en-US" sz="1050" b="1" i="0" u="none" strike="noStrike" kern="1200" cap="none" spc="0" normalizeH="0" baseline="0" noProof="0">
              <a:ln>
                <a:noFill/>
              </a:ln>
              <a:solidFill>
                <a:prstClr val="white"/>
              </a:solidFill>
              <a:effectLst/>
              <a:uLnTx/>
              <a:uFillTx/>
              <a:latin typeface="Calibri"/>
              <a:ea typeface="+mn-ea"/>
              <a:cs typeface="+mn-cs"/>
            </a:endParaRPr>
          </a:p>
        </p:txBody>
      </p:sp>
      <p:sp>
        <p:nvSpPr>
          <p:cNvPr id="74" name="Rectangle 73">
            <a:extLst>
              <a:ext uri="{FF2B5EF4-FFF2-40B4-BE49-F238E27FC236}">
                <a16:creationId xmlns:a16="http://schemas.microsoft.com/office/drawing/2014/main" id="{A731EE7C-5CF8-4243-A2F6-5E5841DB0517}"/>
              </a:ext>
            </a:extLst>
          </p:cNvPr>
          <p:cNvSpPr/>
          <p:nvPr/>
        </p:nvSpPr>
        <p:spPr bwMode="gray">
          <a:xfrm>
            <a:off x="9090902" y="268055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Review of Small-Scale Distributed Generation Scheme and Assessing the Solar Photo-voltaic Market Status (Mauritius)</a:t>
            </a:r>
          </a:p>
        </p:txBody>
      </p:sp>
      <p:sp>
        <p:nvSpPr>
          <p:cNvPr id="75" name="Half Frame 74">
            <a:extLst>
              <a:ext uri="{FF2B5EF4-FFF2-40B4-BE49-F238E27FC236}">
                <a16:creationId xmlns:a16="http://schemas.microsoft.com/office/drawing/2014/main" id="{471074E9-645F-440C-872A-73CD1BCDCB55}"/>
              </a:ext>
            </a:extLst>
          </p:cNvPr>
          <p:cNvSpPr/>
          <p:nvPr/>
        </p:nvSpPr>
        <p:spPr bwMode="gray">
          <a:xfrm rot="10800000">
            <a:off x="11306596" y="303752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76" name="Half Frame 75">
            <a:extLst>
              <a:ext uri="{FF2B5EF4-FFF2-40B4-BE49-F238E27FC236}">
                <a16:creationId xmlns:a16="http://schemas.microsoft.com/office/drawing/2014/main" id="{5727BCA5-5FC8-4738-ABAC-5471F45DDDFF}"/>
              </a:ext>
            </a:extLst>
          </p:cNvPr>
          <p:cNvSpPr/>
          <p:nvPr/>
        </p:nvSpPr>
        <p:spPr bwMode="gray">
          <a:xfrm rot="16200000">
            <a:off x="9069255" y="303978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77" name="Picture 14" descr="https://encrypted-tbn0.gstatic.com/images?q=tbn:ANd9GcTPgoAZD2LlNolCzwXLg9pLCUK8PO-Wwa0uGXzngVwyAhQ3t3SB">
            <a:extLst>
              <a:ext uri="{FF2B5EF4-FFF2-40B4-BE49-F238E27FC236}">
                <a16:creationId xmlns:a16="http://schemas.microsoft.com/office/drawing/2014/main" id="{F54B07D0-F4BC-4210-8346-2ABC366F01F5}"/>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29063" y="1156834"/>
            <a:ext cx="343710" cy="351451"/>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 descr="Rural Energy Agency (REA)">
            <a:extLst>
              <a:ext uri="{FF2B5EF4-FFF2-40B4-BE49-F238E27FC236}">
                <a16:creationId xmlns:a16="http://schemas.microsoft.com/office/drawing/2014/main" id="{D539E510-5D3F-42B7-B5A5-C4C458F22EDF}"/>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187795" y="1166609"/>
            <a:ext cx="432000" cy="416385"/>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80">
            <a:extLst>
              <a:ext uri="{FF2B5EF4-FFF2-40B4-BE49-F238E27FC236}">
                <a16:creationId xmlns:a16="http://schemas.microsoft.com/office/drawing/2014/main" id="{C63790E8-C1CA-46E4-A079-8AA8C8AC35DF}"/>
              </a:ext>
            </a:extLst>
          </p:cNvPr>
          <p:cNvPicPr>
            <a:picLocks noChangeAspect="1"/>
          </p:cNvPicPr>
          <p:nvPr/>
        </p:nvPicPr>
        <p:blipFill rotWithShape="1">
          <a:blip r:embed="rId14"/>
          <a:srcRect l="15608" r="5555"/>
          <a:stretch/>
        </p:blipFill>
        <p:spPr>
          <a:xfrm>
            <a:off x="5936156" y="2272781"/>
            <a:ext cx="311937" cy="348574"/>
          </a:xfrm>
          <a:prstGeom prst="rect">
            <a:avLst/>
          </a:prstGeom>
        </p:spPr>
      </p:pic>
      <p:pic>
        <p:nvPicPr>
          <p:cNvPr id="83" name="Picture 2" descr="http://newswirelawandevents.com/wp-content/uploads/2017/12/World-Bank-Logo-e1512416907359.jpg">
            <a:extLst>
              <a:ext uri="{FF2B5EF4-FFF2-40B4-BE49-F238E27FC236}">
                <a16:creationId xmlns:a16="http://schemas.microsoft.com/office/drawing/2014/main" id="{D7E9DE9D-B7B9-43DB-B649-5B3C4E971254}"/>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904155" y="4663395"/>
            <a:ext cx="477497" cy="244330"/>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10" descr="Image result for ifc logo">
            <a:extLst>
              <a:ext uri="{FF2B5EF4-FFF2-40B4-BE49-F238E27FC236}">
                <a16:creationId xmlns:a16="http://schemas.microsoft.com/office/drawing/2014/main" id="{78B22A08-C36C-44F3-A67F-DB8F7168B777}"/>
              </a:ext>
            </a:extLst>
          </p:cNvPr>
          <p:cNvPicPr>
            <a:picLocks noChangeAspect="1" noChangeArrowheads="1"/>
          </p:cNvPicPr>
          <p:nvPr/>
        </p:nvPicPr>
        <p:blipFill rotWithShape="1">
          <a:blip r:embed="rId16">
            <a:extLst>
              <a:ext uri="{28A0092B-C50C-407E-A947-70E740481C1C}">
                <a14:useLocalDpi xmlns:a14="http://schemas.microsoft.com/office/drawing/2010/main" val="0"/>
              </a:ext>
            </a:extLst>
          </a:blip>
          <a:srcRect l="22156" r="21112"/>
          <a:stretch/>
        </p:blipFill>
        <p:spPr bwMode="auto">
          <a:xfrm>
            <a:off x="9126674" y="4596081"/>
            <a:ext cx="238479" cy="336290"/>
          </a:xfrm>
          <a:prstGeom prst="rect">
            <a:avLst/>
          </a:prstGeom>
          <a:noFill/>
          <a:extLst>
            <a:ext uri="{909E8E84-426E-40DD-AFC4-6F175D3DCCD1}">
              <a14:hiddenFill xmlns:a14="http://schemas.microsoft.com/office/drawing/2010/main">
                <a:solidFill>
                  <a:srgbClr val="FFFFFF"/>
                </a:solidFill>
              </a14:hiddenFill>
            </a:ext>
          </a:extLst>
        </p:spPr>
      </p:pic>
      <p:sp>
        <p:nvSpPr>
          <p:cNvPr id="85" name="Half Frame 84">
            <a:extLst>
              <a:ext uri="{FF2B5EF4-FFF2-40B4-BE49-F238E27FC236}">
                <a16:creationId xmlns:a16="http://schemas.microsoft.com/office/drawing/2014/main" id="{CBF0926B-AC3C-4D7E-94A7-3AB31DDD979C}"/>
              </a:ext>
            </a:extLst>
          </p:cNvPr>
          <p:cNvSpPr/>
          <p:nvPr/>
        </p:nvSpPr>
        <p:spPr bwMode="gray">
          <a:xfrm rot="10800000">
            <a:off x="8085769" y="5279340"/>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86" name="Picture 10" descr="Image result for ifc logo">
            <a:extLst>
              <a:ext uri="{FF2B5EF4-FFF2-40B4-BE49-F238E27FC236}">
                <a16:creationId xmlns:a16="http://schemas.microsoft.com/office/drawing/2014/main" id="{9D75D912-EBB7-42F3-B8B8-17083ACC003F}"/>
              </a:ext>
            </a:extLst>
          </p:cNvPr>
          <p:cNvPicPr>
            <a:picLocks noChangeAspect="1" noChangeArrowheads="1"/>
          </p:cNvPicPr>
          <p:nvPr/>
        </p:nvPicPr>
        <p:blipFill rotWithShape="1">
          <a:blip r:embed="rId16">
            <a:extLst>
              <a:ext uri="{28A0092B-C50C-407E-A947-70E740481C1C}">
                <a14:useLocalDpi xmlns:a14="http://schemas.microsoft.com/office/drawing/2010/main" val="0"/>
              </a:ext>
            </a:extLst>
          </a:blip>
          <a:srcRect l="22156" r="21112"/>
          <a:stretch/>
        </p:blipFill>
        <p:spPr bwMode="auto">
          <a:xfrm>
            <a:off x="6019182" y="3443427"/>
            <a:ext cx="238479" cy="336290"/>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 descr="http://newswirelawandevents.com/wp-content/uploads/2017/12/World-Bank-Logo-e1512416907359.jpg">
            <a:extLst>
              <a:ext uri="{FF2B5EF4-FFF2-40B4-BE49-F238E27FC236}">
                <a16:creationId xmlns:a16="http://schemas.microsoft.com/office/drawing/2014/main" id="{CE011625-EB81-4A50-9CA2-FDB678646F40}"/>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155165" y="3488979"/>
            <a:ext cx="477497" cy="244330"/>
          </a:xfrm>
          <a:prstGeom prst="rect">
            <a:avLst/>
          </a:prstGeom>
          <a:noFill/>
          <a:extLst>
            <a:ext uri="{909E8E84-426E-40DD-AFC4-6F175D3DCCD1}">
              <a14:hiddenFill xmlns:a14="http://schemas.microsoft.com/office/drawing/2010/main">
                <a:solidFill>
                  <a:srgbClr val="FFFFFF"/>
                </a:solidFill>
              </a14:hiddenFill>
            </a:ext>
          </a:extLst>
        </p:spPr>
      </p:pic>
      <p:pic>
        <p:nvPicPr>
          <p:cNvPr id="11273" name="Picture 9" descr="Jobs | UNDP">
            <a:extLst>
              <a:ext uri="{FF2B5EF4-FFF2-40B4-BE49-F238E27FC236}">
                <a16:creationId xmlns:a16="http://schemas.microsoft.com/office/drawing/2014/main" id="{65A0A7E2-E092-4C3D-B351-0A9210FA065C}"/>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160851" y="2246328"/>
            <a:ext cx="204652" cy="40930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D92641BC-61C6-3E5E-1C77-ADB1A7631850}"/>
              </a:ext>
            </a:extLst>
          </p:cNvPr>
          <p:cNvSpPr/>
          <p:nvPr/>
        </p:nvSpPr>
        <p:spPr bwMode="gray">
          <a:xfrm>
            <a:off x="5823971" y="5675274"/>
            <a:ext cx="2492653" cy="403218"/>
          </a:xfrm>
          <a:prstGeom prst="rect">
            <a:avLst/>
          </a:prstGeom>
          <a:solidFill>
            <a:srgbClr val="007680"/>
          </a:solidFill>
          <a:ln w="19050" algn="ctr">
            <a:solidFill>
              <a:schemeClr val="accent4"/>
            </a:solidFill>
            <a:miter lim="800000"/>
            <a:headEnd/>
            <a:tailEnd/>
          </a:ln>
        </p:spPr>
        <p:txBody>
          <a:bodyPr wrap="square" lIns="88900" tIns="88900" rIns="88900" bIns="88900" rtlCol="0" anchor="ctr"/>
          <a:lstStyle/>
          <a:p>
            <a:pPr marL="0" marR="0" lvl="0" indent="0" algn="r"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0" cap="none" spc="0" normalizeH="0" baseline="0" noProof="0">
                <a:ln>
                  <a:noFill/>
                </a:ln>
                <a:solidFill>
                  <a:prstClr val="white"/>
                </a:solidFill>
                <a:effectLst/>
                <a:uLnTx/>
                <a:uFillTx/>
              </a:rPr>
              <a:t>ABB India Limited </a:t>
            </a:r>
          </a:p>
        </p:txBody>
      </p:sp>
      <p:sp>
        <p:nvSpPr>
          <p:cNvPr id="5" name="Rectangle 4">
            <a:extLst>
              <a:ext uri="{FF2B5EF4-FFF2-40B4-BE49-F238E27FC236}">
                <a16:creationId xmlns:a16="http://schemas.microsoft.com/office/drawing/2014/main" id="{8E7F4A71-7FD4-A1FB-FB56-612598F73082}"/>
              </a:ext>
            </a:extLst>
          </p:cNvPr>
          <p:cNvSpPr/>
          <p:nvPr/>
        </p:nvSpPr>
        <p:spPr bwMode="gray">
          <a:xfrm>
            <a:off x="5823970" y="6100943"/>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1" i="1" u="none" strike="noStrike" kern="0" cap="none" spc="0" normalizeH="0" baseline="0" noProof="0">
                <a:ln>
                  <a:noFill/>
                </a:ln>
                <a:solidFill>
                  <a:prstClr val="black"/>
                </a:solidFill>
                <a:effectLst/>
                <a:uLnTx/>
                <a:uFillTx/>
              </a:rPr>
              <a:t>RE Procurement Strategy to achieve RE100 status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1" i="1" u="none" strike="noStrike" kern="1200" cap="none" spc="0" normalizeH="0" baseline="0" noProof="0">
              <a:ln>
                <a:noFill/>
              </a:ln>
              <a:solidFill>
                <a:prstClr val="black"/>
              </a:solidFill>
              <a:effectLst/>
              <a:uLnTx/>
              <a:uFillTx/>
              <a:latin typeface="Calibri"/>
              <a:ea typeface="+mn-ea"/>
              <a:cs typeface="+mn-cs"/>
            </a:endParaRPr>
          </a:p>
        </p:txBody>
      </p:sp>
      <p:sp>
        <p:nvSpPr>
          <p:cNvPr id="79" name="Half Frame 78">
            <a:extLst>
              <a:ext uri="{FF2B5EF4-FFF2-40B4-BE49-F238E27FC236}">
                <a16:creationId xmlns:a16="http://schemas.microsoft.com/office/drawing/2014/main" id="{BFEB0C77-5D14-137D-A4F5-0732DCD4722D}"/>
              </a:ext>
            </a:extLst>
          </p:cNvPr>
          <p:cNvSpPr/>
          <p:nvPr/>
        </p:nvSpPr>
        <p:spPr bwMode="gray">
          <a:xfrm rot="10800000">
            <a:off x="11068928" y="6129244"/>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80" name="Half Frame 79">
            <a:extLst>
              <a:ext uri="{FF2B5EF4-FFF2-40B4-BE49-F238E27FC236}">
                <a16:creationId xmlns:a16="http://schemas.microsoft.com/office/drawing/2014/main" id="{033A18F1-BD1D-1510-6B16-0164A623293B}"/>
              </a:ext>
            </a:extLst>
          </p:cNvPr>
          <p:cNvSpPr/>
          <p:nvPr/>
        </p:nvSpPr>
        <p:spPr bwMode="gray">
          <a:xfrm rot="16200000">
            <a:off x="5781622" y="6283899"/>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82" name="Rectangle 81">
            <a:extLst>
              <a:ext uri="{FF2B5EF4-FFF2-40B4-BE49-F238E27FC236}">
                <a16:creationId xmlns:a16="http://schemas.microsoft.com/office/drawing/2014/main" id="{98774A1D-AE77-2185-1476-7A9CDB8AFE26}"/>
              </a:ext>
            </a:extLst>
          </p:cNvPr>
          <p:cNvSpPr/>
          <p:nvPr/>
        </p:nvSpPr>
        <p:spPr bwMode="gray">
          <a:xfrm>
            <a:off x="9050238" y="5675274"/>
            <a:ext cx="2492653" cy="403218"/>
          </a:xfrm>
          <a:prstGeom prst="rect">
            <a:avLst/>
          </a:prstGeom>
          <a:solidFill>
            <a:srgbClr val="007680"/>
          </a:solidFill>
          <a:ln w="19050" algn="ctr">
            <a:solidFill>
              <a:schemeClr val="accent4"/>
            </a:solidFill>
            <a:miter lim="800000"/>
            <a:headEnd/>
            <a:tailEnd/>
          </a:ln>
        </p:spPr>
        <p:txBody>
          <a:bodyPr wrap="square" lIns="88900" tIns="88900" rIns="88900" bIns="88900" rtlCol="0" anchor="ctr"/>
          <a:lstStyle/>
          <a:p>
            <a:pPr marL="0" marR="0" lvl="0" indent="0" algn="r"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0" cap="none" spc="0" normalizeH="0" baseline="0" noProof="0">
                <a:ln>
                  <a:noFill/>
                </a:ln>
                <a:solidFill>
                  <a:prstClr val="white"/>
                </a:solidFill>
                <a:effectLst/>
                <a:uLnTx/>
                <a:uFillTx/>
              </a:rPr>
              <a:t>HCL Technologies Ltd </a:t>
            </a:r>
          </a:p>
        </p:txBody>
      </p:sp>
      <p:sp>
        <p:nvSpPr>
          <p:cNvPr id="88" name="Rectangle 87">
            <a:extLst>
              <a:ext uri="{FF2B5EF4-FFF2-40B4-BE49-F238E27FC236}">
                <a16:creationId xmlns:a16="http://schemas.microsoft.com/office/drawing/2014/main" id="{D35DF72B-7846-2FFF-A0D4-757E2873634F}"/>
              </a:ext>
            </a:extLst>
          </p:cNvPr>
          <p:cNvSpPr/>
          <p:nvPr/>
        </p:nvSpPr>
        <p:spPr bwMode="gray">
          <a:xfrm>
            <a:off x="8998055" y="6100943"/>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1" i="1" u="none" strike="noStrike" kern="0" cap="none" spc="0" normalizeH="0" baseline="0" noProof="0">
                <a:ln>
                  <a:noFill/>
                </a:ln>
                <a:solidFill>
                  <a:prstClr val="black"/>
                </a:solidFill>
                <a:effectLst/>
                <a:uLnTx/>
                <a:uFillTx/>
              </a:rPr>
              <a:t>RE100 Procurement Advisory </a:t>
            </a:r>
          </a:p>
        </p:txBody>
      </p:sp>
      <p:sp>
        <p:nvSpPr>
          <p:cNvPr id="89" name="Half Frame 88">
            <a:extLst>
              <a:ext uri="{FF2B5EF4-FFF2-40B4-BE49-F238E27FC236}">
                <a16:creationId xmlns:a16="http://schemas.microsoft.com/office/drawing/2014/main" id="{D3D4DEBB-7A43-B3F9-7350-34C64F45CA57}"/>
              </a:ext>
            </a:extLst>
          </p:cNvPr>
          <p:cNvSpPr/>
          <p:nvPr/>
        </p:nvSpPr>
        <p:spPr bwMode="gray">
          <a:xfrm rot="10800000">
            <a:off x="11273510" y="6281644"/>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90" name="Half Frame 89">
            <a:extLst>
              <a:ext uri="{FF2B5EF4-FFF2-40B4-BE49-F238E27FC236}">
                <a16:creationId xmlns:a16="http://schemas.microsoft.com/office/drawing/2014/main" id="{A6E95ACF-F3F5-65DE-955A-DA4C9E271855}"/>
              </a:ext>
            </a:extLst>
          </p:cNvPr>
          <p:cNvSpPr/>
          <p:nvPr/>
        </p:nvSpPr>
        <p:spPr bwMode="gray">
          <a:xfrm rot="16200000">
            <a:off x="9036169" y="6283899"/>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93" name="Half Frame 92">
            <a:extLst>
              <a:ext uri="{FF2B5EF4-FFF2-40B4-BE49-F238E27FC236}">
                <a16:creationId xmlns:a16="http://schemas.microsoft.com/office/drawing/2014/main" id="{19EF675F-9D09-90D2-027D-34B6924C43CB}"/>
              </a:ext>
            </a:extLst>
          </p:cNvPr>
          <p:cNvSpPr/>
          <p:nvPr/>
        </p:nvSpPr>
        <p:spPr bwMode="gray">
          <a:xfrm rot="10800000">
            <a:off x="8045677" y="6260493"/>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94" name="Picture 2">
            <a:extLst>
              <a:ext uri="{FF2B5EF4-FFF2-40B4-BE49-F238E27FC236}">
                <a16:creationId xmlns:a16="http://schemas.microsoft.com/office/drawing/2014/main" id="{421DC097-D60D-4D58-37EE-42C95880707A}"/>
              </a:ext>
            </a:extLst>
          </p:cNvPr>
          <p:cNvPicPr>
            <a:picLocks noChangeAspect="1" noChangeArrowheads="1"/>
          </p:cNvPicPr>
          <p:nvPr/>
        </p:nvPicPr>
        <p:blipFill rotWithShape="1">
          <a:blip r:embed="rId18">
            <a:extLst>
              <a:ext uri="{28A0092B-C50C-407E-A947-70E740481C1C}">
                <a14:useLocalDpi xmlns:a14="http://schemas.microsoft.com/office/drawing/2010/main" val="0"/>
              </a:ext>
            </a:extLst>
          </a:blip>
          <a:srcRect l="15601" r="15152"/>
          <a:stretch/>
        </p:blipFill>
        <p:spPr bwMode="auto">
          <a:xfrm>
            <a:off x="5934063" y="5717121"/>
            <a:ext cx="302718" cy="290977"/>
          </a:xfrm>
          <a:prstGeom prst="rect">
            <a:avLst/>
          </a:prstGeom>
          <a:noFill/>
          <a:extLst>
            <a:ext uri="{909E8E84-426E-40DD-AFC4-6F175D3DCCD1}">
              <a14:hiddenFill xmlns:a14="http://schemas.microsoft.com/office/drawing/2010/main">
                <a:solidFill>
                  <a:srgbClr val="FFFFFF"/>
                </a:solidFill>
              </a14:hiddenFill>
            </a:ext>
          </a:extLst>
        </p:spPr>
      </p:pic>
      <p:pic>
        <p:nvPicPr>
          <p:cNvPr id="97" name="Picture 2" descr="HCL Technologies | CyberArk">
            <a:extLst>
              <a:ext uri="{FF2B5EF4-FFF2-40B4-BE49-F238E27FC236}">
                <a16:creationId xmlns:a16="http://schemas.microsoft.com/office/drawing/2014/main" id="{0AC3FB86-50F2-50DA-26D7-091A6C19CDEF}"/>
              </a:ext>
            </a:extLst>
          </p:cNvPr>
          <p:cNvPicPr>
            <a:picLocks noChangeAspect="1" noChangeArrowheads="1"/>
          </p:cNvPicPr>
          <p:nvPr/>
        </p:nvPicPr>
        <p:blipFill rotWithShape="1">
          <a:blip r:embed="rId19">
            <a:extLst>
              <a:ext uri="{28A0092B-C50C-407E-A947-70E740481C1C}">
                <a14:useLocalDpi xmlns:a14="http://schemas.microsoft.com/office/drawing/2010/main" val="0"/>
              </a:ext>
            </a:extLst>
          </a:blip>
          <a:srcRect l="25873" t="42592" r="26527" b="43100"/>
          <a:stretch/>
        </p:blipFill>
        <p:spPr bwMode="auto">
          <a:xfrm>
            <a:off x="9138001" y="5837575"/>
            <a:ext cx="424586" cy="170523"/>
          </a:xfrm>
          <a:prstGeom prst="rect">
            <a:avLst/>
          </a:prstGeom>
          <a:noFill/>
          <a:extLst>
            <a:ext uri="{909E8E84-426E-40DD-AFC4-6F175D3DCCD1}">
              <a14:hiddenFill xmlns:a14="http://schemas.microsoft.com/office/drawing/2010/main">
                <a:solidFill>
                  <a:srgbClr val="FFFFFF"/>
                </a:solidFill>
              </a14:hiddenFill>
            </a:ext>
          </a:extLst>
        </p:spPr>
      </p:pic>
      <p:sp>
        <p:nvSpPr>
          <p:cNvPr id="92" name="TextBox 91">
            <a:extLst>
              <a:ext uri="{FF2B5EF4-FFF2-40B4-BE49-F238E27FC236}">
                <a16:creationId xmlns:a16="http://schemas.microsoft.com/office/drawing/2014/main" id="{16FAB6E7-2A5F-96A7-05BA-3BB0078A5B58}"/>
              </a:ext>
            </a:extLst>
          </p:cNvPr>
          <p:cNvSpPr txBox="1"/>
          <p:nvPr/>
        </p:nvSpPr>
        <p:spPr>
          <a:xfrm>
            <a:off x="459438" y="1125593"/>
            <a:ext cx="5026417" cy="331765"/>
          </a:xfrm>
          <a:prstGeom prst="rect">
            <a:avLst/>
          </a:prstGeom>
          <a:solidFill>
            <a:srgbClr val="43B02A"/>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lang="en-US" sz="1200" b="1" dirty="0">
                <a:solidFill>
                  <a:prstClr val="white"/>
                </a:solidFill>
                <a:latin typeface="Calibri"/>
              </a:rPr>
              <a:t>Service Offerings</a:t>
            </a:r>
            <a:endParaRPr kumimoji="0" lang="en-US" sz="1200" b="1" i="0" u="none" strike="noStrike" kern="1200" cap="none" spc="0" normalizeH="0" baseline="0" noProof="0" dirty="0">
              <a:ln>
                <a:noFill/>
              </a:ln>
              <a:solidFill>
                <a:prstClr val="white"/>
              </a:solidFill>
              <a:effectLst/>
              <a:uLnTx/>
              <a:uFillTx/>
              <a:latin typeface="Calibri"/>
              <a:ea typeface="+mn-ea"/>
              <a:cs typeface="+mn-cs"/>
            </a:endParaRPr>
          </a:p>
        </p:txBody>
      </p:sp>
      <p:sp>
        <p:nvSpPr>
          <p:cNvPr id="98" name="Rectangle 24">
            <a:extLst>
              <a:ext uri="{FF2B5EF4-FFF2-40B4-BE49-F238E27FC236}">
                <a16:creationId xmlns:a16="http://schemas.microsoft.com/office/drawing/2014/main" id="{1A52D4E3-1C30-CD44-E370-2F6CBE58DF7F}"/>
              </a:ext>
            </a:extLst>
          </p:cNvPr>
          <p:cNvSpPr/>
          <p:nvPr/>
        </p:nvSpPr>
        <p:spPr bwMode="gray">
          <a:xfrm>
            <a:off x="1828103" y="-1090"/>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Eminence &amp; Thought Leadership</a:t>
            </a:r>
          </a:p>
        </p:txBody>
      </p:sp>
      <p:sp>
        <p:nvSpPr>
          <p:cNvPr id="99" name="Freeform 15">
            <a:extLst>
              <a:ext uri="{FF2B5EF4-FFF2-40B4-BE49-F238E27FC236}">
                <a16:creationId xmlns:a16="http://schemas.microsoft.com/office/drawing/2014/main" id="{6F84B400-C611-0E94-4322-F6F40C7234D4}"/>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00" name="Freeform 16">
            <a:extLst>
              <a:ext uri="{FF2B5EF4-FFF2-40B4-BE49-F238E27FC236}">
                <a16:creationId xmlns:a16="http://schemas.microsoft.com/office/drawing/2014/main" id="{F79DC63B-F0CE-3972-D901-A5DF06B3F710}"/>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01" name="Freeform 6">
            <a:extLst>
              <a:ext uri="{FF2B5EF4-FFF2-40B4-BE49-F238E27FC236}">
                <a16:creationId xmlns:a16="http://schemas.microsoft.com/office/drawing/2014/main" id="{79E950F0-1A75-2D93-9831-B0846DF1AEC0}"/>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02" name="Freeform 6">
            <a:extLst>
              <a:ext uri="{FF2B5EF4-FFF2-40B4-BE49-F238E27FC236}">
                <a16:creationId xmlns:a16="http://schemas.microsoft.com/office/drawing/2014/main" id="{322DABB8-8602-01A1-79B8-491690C47142}"/>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03" name="Freeform 15">
            <a:extLst>
              <a:ext uri="{FF2B5EF4-FFF2-40B4-BE49-F238E27FC236}">
                <a16:creationId xmlns:a16="http://schemas.microsoft.com/office/drawing/2014/main" id="{C2B3BE3F-A4B6-E857-6E9E-841F3F483599}"/>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04" name="Freeform 16">
            <a:extLst>
              <a:ext uri="{FF2B5EF4-FFF2-40B4-BE49-F238E27FC236}">
                <a16:creationId xmlns:a16="http://schemas.microsoft.com/office/drawing/2014/main" id="{AB479F48-7DD6-9657-DA85-B08864ABDCCC}"/>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05" name="Freeform 6">
            <a:extLst>
              <a:ext uri="{FF2B5EF4-FFF2-40B4-BE49-F238E27FC236}">
                <a16:creationId xmlns:a16="http://schemas.microsoft.com/office/drawing/2014/main" id="{F961F877-F383-16AC-064F-332F08CAF0C7}"/>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06" name="Freeform 6">
            <a:extLst>
              <a:ext uri="{FF2B5EF4-FFF2-40B4-BE49-F238E27FC236}">
                <a16:creationId xmlns:a16="http://schemas.microsoft.com/office/drawing/2014/main" id="{1E99BBD4-CDC4-5F09-525B-E61263481F8B}"/>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281414497"/>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5" name="Object 9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en-US" sz="2400"/>
              <a:t>Renewable Energy and Decarbonization Initiatives (2/2)</a:t>
            </a:r>
            <a:endParaRPr lang="en-IN" sz="2400"/>
          </a:p>
        </p:txBody>
      </p:sp>
      <p:sp>
        <p:nvSpPr>
          <p:cNvPr id="3" name="Text Placeholder 2"/>
          <p:cNvSpPr>
            <a:spLocks noGrp="1"/>
          </p:cNvSpPr>
          <p:nvPr>
            <p:ph type="body" sz="quarter" idx="13"/>
          </p:nvPr>
        </p:nvSpPr>
        <p:spPr>
          <a:xfrm>
            <a:off x="469900" y="736688"/>
            <a:ext cx="11252200" cy="757255"/>
          </a:xfrm>
        </p:spPr>
        <p:txBody>
          <a:bodyPr/>
          <a:lstStyle/>
          <a:p>
            <a:r>
              <a:rPr lang="en-IN" sz="1800"/>
              <a:t>Our Service Offerings and Credentials – Energy Efficiency</a:t>
            </a:r>
          </a:p>
        </p:txBody>
      </p:sp>
      <p:sp>
        <p:nvSpPr>
          <p:cNvPr id="6" name="Rectangle 5">
            <a:extLst>
              <a:ext uri="{FF2B5EF4-FFF2-40B4-BE49-F238E27FC236}">
                <a16:creationId xmlns:a16="http://schemas.microsoft.com/office/drawing/2014/main" id="{5C1E60AB-DCF8-4A5C-BBD2-84DBF8561890}"/>
              </a:ext>
            </a:extLst>
          </p:cNvPr>
          <p:cNvSpPr/>
          <p:nvPr/>
        </p:nvSpPr>
        <p:spPr bwMode="gray">
          <a:xfrm>
            <a:off x="5923611" y="2167487"/>
            <a:ext cx="2519975" cy="403218"/>
          </a:xfrm>
          <a:prstGeom prst="rect">
            <a:avLst/>
          </a:prstGeom>
          <a:solidFill>
            <a:srgbClr val="009A44"/>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Maldives Energy Authority</a:t>
            </a:r>
          </a:p>
        </p:txBody>
      </p:sp>
      <p:sp>
        <p:nvSpPr>
          <p:cNvPr id="7" name="Rectangle 6">
            <a:extLst>
              <a:ext uri="{FF2B5EF4-FFF2-40B4-BE49-F238E27FC236}">
                <a16:creationId xmlns:a16="http://schemas.microsoft.com/office/drawing/2014/main" id="{5B69629B-5A06-4B95-9208-55467CDD1D85}"/>
              </a:ext>
            </a:extLst>
          </p:cNvPr>
          <p:cNvSpPr/>
          <p:nvPr/>
        </p:nvSpPr>
        <p:spPr bwMode="gray">
          <a:xfrm>
            <a:off x="5937272" y="259315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Preparing Outer Islands for Sustainable Energy Development Project</a:t>
            </a:r>
          </a:p>
        </p:txBody>
      </p:sp>
      <p:sp>
        <p:nvSpPr>
          <p:cNvPr id="8" name="Half Frame 7">
            <a:extLst>
              <a:ext uri="{FF2B5EF4-FFF2-40B4-BE49-F238E27FC236}">
                <a16:creationId xmlns:a16="http://schemas.microsoft.com/office/drawing/2014/main" id="{C31B514A-5370-4FB6-B5F9-DEF97FEF597D}"/>
              </a:ext>
            </a:extLst>
          </p:cNvPr>
          <p:cNvSpPr/>
          <p:nvPr/>
        </p:nvSpPr>
        <p:spPr bwMode="gray">
          <a:xfrm rot="10800000">
            <a:off x="8140663" y="2850976"/>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9" name="Half Frame 8">
            <a:extLst>
              <a:ext uri="{FF2B5EF4-FFF2-40B4-BE49-F238E27FC236}">
                <a16:creationId xmlns:a16="http://schemas.microsoft.com/office/drawing/2014/main" id="{9E78E986-AD67-4534-92B6-4907576E1672}"/>
              </a:ext>
            </a:extLst>
          </p:cNvPr>
          <p:cNvSpPr/>
          <p:nvPr/>
        </p:nvSpPr>
        <p:spPr bwMode="gray">
          <a:xfrm rot="16200000">
            <a:off x="5919957" y="2853231"/>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34741C0D-2786-405C-879A-90D36286A416}"/>
              </a:ext>
            </a:extLst>
          </p:cNvPr>
          <p:cNvSpPr/>
          <p:nvPr/>
        </p:nvSpPr>
        <p:spPr bwMode="gray">
          <a:xfrm>
            <a:off x="9056267" y="1132039"/>
            <a:ext cx="2492653" cy="402953"/>
          </a:xfrm>
          <a:prstGeom prst="rect">
            <a:avLst/>
          </a:prstGeom>
          <a:solidFill>
            <a:srgbClr val="43B02A"/>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Asian Development Bank</a:t>
            </a:r>
          </a:p>
        </p:txBody>
      </p:sp>
      <p:sp>
        <p:nvSpPr>
          <p:cNvPr id="11" name="Rectangle 10">
            <a:extLst>
              <a:ext uri="{FF2B5EF4-FFF2-40B4-BE49-F238E27FC236}">
                <a16:creationId xmlns:a16="http://schemas.microsoft.com/office/drawing/2014/main" id="{E3702432-499C-46A0-B4D6-649CB6971BCC}"/>
              </a:ext>
            </a:extLst>
          </p:cNvPr>
          <p:cNvSpPr/>
          <p:nvPr/>
        </p:nvSpPr>
        <p:spPr bwMode="gray">
          <a:xfrm>
            <a:off x="9108448" y="1624174"/>
            <a:ext cx="2492653" cy="552256"/>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Clean Energy and Network Efficiency Project, Sri Lanka</a:t>
            </a:r>
          </a:p>
        </p:txBody>
      </p:sp>
      <p:sp>
        <p:nvSpPr>
          <p:cNvPr id="12" name="Half Frame 11">
            <a:extLst>
              <a:ext uri="{FF2B5EF4-FFF2-40B4-BE49-F238E27FC236}">
                <a16:creationId xmlns:a16="http://schemas.microsoft.com/office/drawing/2014/main" id="{CAE04416-C20A-4C2F-98B7-EF4E77D01D00}"/>
              </a:ext>
            </a:extLst>
          </p:cNvPr>
          <p:cNvSpPr/>
          <p:nvPr/>
        </p:nvSpPr>
        <p:spPr bwMode="gray">
          <a:xfrm rot="10800000">
            <a:off x="11309419" y="1826544"/>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3" name="Half Frame 12">
            <a:extLst>
              <a:ext uri="{FF2B5EF4-FFF2-40B4-BE49-F238E27FC236}">
                <a16:creationId xmlns:a16="http://schemas.microsoft.com/office/drawing/2014/main" id="{E3B8D53C-037B-4221-9785-CB45F7DCB21C}"/>
              </a:ext>
            </a:extLst>
          </p:cNvPr>
          <p:cNvSpPr/>
          <p:nvPr/>
        </p:nvSpPr>
        <p:spPr bwMode="gray">
          <a:xfrm rot="16200000">
            <a:off x="9040043" y="1828799"/>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F9D96D35-0316-4DDF-931D-CBD5B24905EE}"/>
              </a:ext>
            </a:extLst>
          </p:cNvPr>
          <p:cNvSpPr/>
          <p:nvPr/>
        </p:nvSpPr>
        <p:spPr bwMode="gray">
          <a:xfrm>
            <a:off x="5917225" y="1132039"/>
            <a:ext cx="2532747" cy="403218"/>
          </a:xfrm>
          <a:prstGeom prst="rect">
            <a:avLst/>
          </a:prstGeom>
          <a:solidFill>
            <a:srgbClr val="43B02A"/>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Federal Electricity and Water </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Authority</a:t>
            </a:r>
          </a:p>
        </p:txBody>
      </p:sp>
      <p:sp>
        <p:nvSpPr>
          <p:cNvPr id="16" name="Rectangle 15">
            <a:extLst>
              <a:ext uri="{FF2B5EF4-FFF2-40B4-BE49-F238E27FC236}">
                <a16:creationId xmlns:a16="http://schemas.microsoft.com/office/drawing/2014/main" id="{6FD378E1-3AD1-4DE9-B30D-AB801C6DB487}"/>
              </a:ext>
            </a:extLst>
          </p:cNvPr>
          <p:cNvSpPr/>
          <p:nvPr/>
        </p:nvSpPr>
        <p:spPr bwMode="gray">
          <a:xfrm>
            <a:off x="5937272" y="1557708"/>
            <a:ext cx="2512700"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Clean Coal IPP Advisory Services </a:t>
            </a:r>
          </a:p>
        </p:txBody>
      </p:sp>
      <p:sp>
        <p:nvSpPr>
          <p:cNvPr id="17" name="Half Frame 16">
            <a:extLst>
              <a:ext uri="{FF2B5EF4-FFF2-40B4-BE49-F238E27FC236}">
                <a16:creationId xmlns:a16="http://schemas.microsoft.com/office/drawing/2014/main" id="{7CD06234-AEEE-4B10-ACDF-86D76B0CFBBD}"/>
              </a:ext>
            </a:extLst>
          </p:cNvPr>
          <p:cNvSpPr/>
          <p:nvPr/>
        </p:nvSpPr>
        <p:spPr bwMode="gray">
          <a:xfrm rot="10800000">
            <a:off x="8140663" y="1826545"/>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8" name="Half Frame 17">
            <a:extLst>
              <a:ext uri="{FF2B5EF4-FFF2-40B4-BE49-F238E27FC236}">
                <a16:creationId xmlns:a16="http://schemas.microsoft.com/office/drawing/2014/main" id="{F4FA395D-70C5-45CC-A606-3DA88AF16036}"/>
              </a:ext>
            </a:extLst>
          </p:cNvPr>
          <p:cNvSpPr/>
          <p:nvPr/>
        </p:nvSpPr>
        <p:spPr bwMode="gray">
          <a:xfrm rot="16200000">
            <a:off x="5919957" y="1828800"/>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FAAE2F52-2DAC-46F8-A79A-95292DD0B63E}"/>
              </a:ext>
            </a:extLst>
          </p:cNvPr>
          <p:cNvSpPr/>
          <p:nvPr/>
        </p:nvSpPr>
        <p:spPr bwMode="gray">
          <a:xfrm>
            <a:off x="9056267" y="2167487"/>
            <a:ext cx="2492653" cy="403218"/>
          </a:xfrm>
          <a:prstGeom prst="rect">
            <a:avLst/>
          </a:prstGeom>
          <a:solidFill>
            <a:srgbClr val="009A44"/>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World Bank</a:t>
            </a:r>
          </a:p>
        </p:txBody>
      </p:sp>
      <p:sp>
        <p:nvSpPr>
          <p:cNvPr id="20" name="Rectangle 19">
            <a:extLst>
              <a:ext uri="{FF2B5EF4-FFF2-40B4-BE49-F238E27FC236}">
                <a16:creationId xmlns:a16="http://schemas.microsoft.com/office/drawing/2014/main" id="{9D90CF31-CFC6-4A88-BEE3-1369E3B7A802}"/>
              </a:ext>
            </a:extLst>
          </p:cNvPr>
          <p:cNvSpPr/>
          <p:nvPr/>
        </p:nvSpPr>
        <p:spPr bwMode="gray">
          <a:xfrm>
            <a:off x="9103938" y="259315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Greater Male’ Region Renewable Energy Integration Plan</a:t>
            </a:r>
          </a:p>
        </p:txBody>
      </p:sp>
      <p:sp>
        <p:nvSpPr>
          <p:cNvPr id="21" name="Half Frame 20">
            <a:extLst>
              <a:ext uri="{FF2B5EF4-FFF2-40B4-BE49-F238E27FC236}">
                <a16:creationId xmlns:a16="http://schemas.microsoft.com/office/drawing/2014/main" id="{F80BF4A2-5278-4AFD-8A05-8EA5FEA51C4A}"/>
              </a:ext>
            </a:extLst>
          </p:cNvPr>
          <p:cNvSpPr/>
          <p:nvPr/>
        </p:nvSpPr>
        <p:spPr bwMode="gray">
          <a:xfrm rot="10800000">
            <a:off x="11309419" y="2850976"/>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2" name="Half Frame 21">
            <a:extLst>
              <a:ext uri="{FF2B5EF4-FFF2-40B4-BE49-F238E27FC236}">
                <a16:creationId xmlns:a16="http://schemas.microsoft.com/office/drawing/2014/main" id="{99DF843E-9739-4BF1-BD96-C0DEE0006DB0}"/>
              </a:ext>
            </a:extLst>
          </p:cNvPr>
          <p:cNvSpPr/>
          <p:nvPr/>
        </p:nvSpPr>
        <p:spPr bwMode="gray">
          <a:xfrm rot="16200000">
            <a:off x="9040043" y="2853231"/>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3" name="Rectangle 22">
            <a:extLst>
              <a:ext uri="{FF2B5EF4-FFF2-40B4-BE49-F238E27FC236}">
                <a16:creationId xmlns:a16="http://schemas.microsoft.com/office/drawing/2014/main" id="{FBDC2141-3E59-4B41-BC2C-F7C15FE6753E}"/>
              </a:ext>
            </a:extLst>
          </p:cNvPr>
          <p:cNvSpPr/>
          <p:nvPr/>
        </p:nvSpPr>
        <p:spPr bwMode="gray">
          <a:xfrm>
            <a:off x="5937271" y="3206747"/>
            <a:ext cx="2492654" cy="403218"/>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Asian Development Bank</a:t>
            </a:r>
          </a:p>
        </p:txBody>
      </p:sp>
      <p:sp>
        <p:nvSpPr>
          <p:cNvPr id="24" name="Rectangle 23">
            <a:extLst>
              <a:ext uri="{FF2B5EF4-FFF2-40B4-BE49-F238E27FC236}">
                <a16:creationId xmlns:a16="http://schemas.microsoft.com/office/drawing/2014/main" id="{617A2445-EBB6-414F-A678-B1F3979FB7C9}"/>
              </a:ext>
            </a:extLst>
          </p:cNvPr>
          <p:cNvSpPr/>
          <p:nvPr/>
        </p:nvSpPr>
        <p:spPr bwMode="gray">
          <a:xfrm>
            <a:off x="5937272" y="363241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Promoting Clean Energy Development in Bhutan – F001 Hydropower Pre-Feasibility Study</a:t>
            </a:r>
          </a:p>
        </p:txBody>
      </p:sp>
      <p:sp>
        <p:nvSpPr>
          <p:cNvPr id="25" name="Half Frame 24">
            <a:extLst>
              <a:ext uri="{FF2B5EF4-FFF2-40B4-BE49-F238E27FC236}">
                <a16:creationId xmlns:a16="http://schemas.microsoft.com/office/drawing/2014/main" id="{9904A34A-F4BF-4196-B716-6CD0C1E42439}"/>
              </a:ext>
            </a:extLst>
          </p:cNvPr>
          <p:cNvSpPr/>
          <p:nvPr/>
        </p:nvSpPr>
        <p:spPr bwMode="gray">
          <a:xfrm rot="10800000">
            <a:off x="8140663" y="3912270"/>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6" name="Half Frame 25">
            <a:extLst>
              <a:ext uri="{FF2B5EF4-FFF2-40B4-BE49-F238E27FC236}">
                <a16:creationId xmlns:a16="http://schemas.microsoft.com/office/drawing/2014/main" id="{8F8EBC91-40C9-4668-9D78-1FF4BE9BDD4C}"/>
              </a:ext>
            </a:extLst>
          </p:cNvPr>
          <p:cNvSpPr/>
          <p:nvPr/>
        </p:nvSpPr>
        <p:spPr bwMode="gray">
          <a:xfrm rot="16200000">
            <a:off x="5919957" y="3914525"/>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27" name="Rectangle 26">
            <a:extLst>
              <a:ext uri="{FF2B5EF4-FFF2-40B4-BE49-F238E27FC236}">
                <a16:creationId xmlns:a16="http://schemas.microsoft.com/office/drawing/2014/main" id="{7E5BA754-7EE9-4569-8588-74DB8C6C24CC}"/>
              </a:ext>
            </a:extLst>
          </p:cNvPr>
          <p:cNvSpPr/>
          <p:nvPr/>
        </p:nvSpPr>
        <p:spPr bwMode="gray">
          <a:xfrm>
            <a:off x="5957318" y="4286685"/>
            <a:ext cx="2452561" cy="403218"/>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MEDA Maha </a:t>
            </a:r>
            <a:r>
              <a:rPr kumimoji="0" lang="en-US" sz="1050" b="1" i="0" u="none" strike="noStrike" kern="1200" cap="none" spc="0" normalizeH="0" baseline="0" noProof="0" err="1">
                <a:ln>
                  <a:noFill/>
                </a:ln>
                <a:solidFill>
                  <a:prstClr val="white"/>
                </a:solidFill>
                <a:effectLst/>
                <a:uLnTx/>
                <a:uFillTx/>
                <a:latin typeface="Calibri"/>
                <a:ea typeface="+mn-ea"/>
                <a:cs typeface="+mn-cs"/>
              </a:rPr>
              <a:t>Urja</a:t>
            </a:r>
            <a:endParaRPr kumimoji="0" lang="en-US" sz="1050" b="1" i="0" u="none" strike="noStrike" kern="1200" cap="none" spc="0" normalizeH="0" baseline="0" noProof="0">
              <a:ln>
                <a:noFill/>
              </a:ln>
              <a:solidFill>
                <a:prstClr val="white"/>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0F9A4071-1D3C-403B-B300-39F1BBD1F36A}"/>
              </a:ext>
            </a:extLst>
          </p:cNvPr>
          <p:cNvSpPr/>
          <p:nvPr/>
        </p:nvSpPr>
        <p:spPr bwMode="gray">
          <a:xfrm>
            <a:off x="5970979" y="4712354"/>
            <a:ext cx="2425239"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Consultancy support to MEDA in Green Power Development Fund Structuring</a:t>
            </a:r>
          </a:p>
        </p:txBody>
      </p:sp>
      <p:sp>
        <p:nvSpPr>
          <p:cNvPr id="29" name="Half Frame 28">
            <a:extLst>
              <a:ext uri="{FF2B5EF4-FFF2-40B4-BE49-F238E27FC236}">
                <a16:creationId xmlns:a16="http://schemas.microsoft.com/office/drawing/2014/main" id="{D1D60B2C-D533-4BFD-B104-70469C9D22C9}"/>
              </a:ext>
            </a:extLst>
          </p:cNvPr>
          <p:cNvSpPr/>
          <p:nvPr/>
        </p:nvSpPr>
        <p:spPr bwMode="gray">
          <a:xfrm rot="10800000">
            <a:off x="11074957" y="487285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A76922BC-B2DD-495B-92CB-D02BA5B0E084}"/>
              </a:ext>
            </a:extLst>
          </p:cNvPr>
          <p:cNvSpPr/>
          <p:nvPr/>
        </p:nvSpPr>
        <p:spPr bwMode="gray">
          <a:xfrm>
            <a:off x="9056267" y="4286685"/>
            <a:ext cx="2492653" cy="403218"/>
          </a:xfrm>
          <a:prstGeom prst="rect">
            <a:avLst/>
          </a:prstGeom>
          <a:solidFill>
            <a:srgbClr val="0097A9"/>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GTZ</a:t>
            </a:r>
          </a:p>
        </p:txBody>
      </p:sp>
      <p:sp>
        <p:nvSpPr>
          <p:cNvPr id="32" name="Rectangle 31">
            <a:extLst>
              <a:ext uri="{FF2B5EF4-FFF2-40B4-BE49-F238E27FC236}">
                <a16:creationId xmlns:a16="http://schemas.microsoft.com/office/drawing/2014/main" id="{3A0A853F-9AFD-4B8A-9077-A27F926DC7C4}"/>
              </a:ext>
            </a:extLst>
          </p:cNvPr>
          <p:cNvSpPr/>
          <p:nvPr/>
        </p:nvSpPr>
        <p:spPr bwMode="gray">
          <a:xfrm>
            <a:off x="9004084" y="4712354"/>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Technology upgradation and Energy Efficiency Improvement project in steel Forging SME cluster in India</a:t>
            </a:r>
          </a:p>
        </p:txBody>
      </p:sp>
      <p:sp>
        <p:nvSpPr>
          <p:cNvPr id="35" name="Rectangle 34">
            <a:extLst>
              <a:ext uri="{FF2B5EF4-FFF2-40B4-BE49-F238E27FC236}">
                <a16:creationId xmlns:a16="http://schemas.microsoft.com/office/drawing/2014/main" id="{46AF07B8-C4B3-46E9-A3F7-C5AA6CF85072}"/>
              </a:ext>
            </a:extLst>
          </p:cNvPr>
          <p:cNvSpPr/>
          <p:nvPr/>
        </p:nvSpPr>
        <p:spPr bwMode="gray">
          <a:xfrm>
            <a:off x="9056267" y="3201907"/>
            <a:ext cx="2492653" cy="403218"/>
          </a:xfrm>
          <a:prstGeom prst="rect">
            <a:avLst/>
          </a:prstGeom>
          <a:solidFill>
            <a:srgbClr val="046A38"/>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ONGC</a:t>
            </a:r>
          </a:p>
        </p:txBody>
      </p:sp>
      <p:sp>
        <p:nvSpPr>
          <p:cNvPr id="36" name="Rectangle 35">
            <a:extLst>
              <a:ext uri="{FF2B5EF4-FFF2-40B4-BE49-F238E27FC236}">
                <a16:creationId xmlns:a16="http://schemas.microsoft.com/office/drawing/2014/main" id="{D86812A3-A6CA-429B-B302-1C4046A14CEA}"/>
              </a:ext>
            </a:extLst>
          </p:cNvPr>
          <p:cNvSpPr/>
          <p:nvPr/>
        </p:nvSpPr>
        <p:spPr bwMode="gray">
          <a:xfrm>
            <a:off x="9063845" y="362757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Advisory Services for Energy Efficiency Improvement</a:t>
            </a:r>
          </a:p>
        </p:txBody>
      </p:sp>
      <p:sp>
        <p:nvSpPr>
          <p:cNvPr id="37" name="Half Frame 36">
            <a:extLst>
              <a:ext uri="{FF2B5EF4-FFF2-40B4-BE49-F238E27FC236}">
                <a16:creationId xmlns:a16="http://schemas.microsoft.com/office/drawing/2014/main" id="{2C3E6DDC-246C-4C72-84A8-CADA5B5D12D1}"/>
              </a:ext>
            </a:extLst>
          </p:cNvPr>
          <p:cNvSpPr/>
          <p:nvPr/>
        </p:nvSpPr>
        <p:spPr bwMode="gray">
          <a:xfrm rot="10800000">
            <a:off x="11309419" y="3907430"/>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8" name="Half Frame 37">
            <a:extLst>
              <a:ext uri="{FF2B5EF4-FFF2-40B4-BE49-F238E27FC236}">
                <a16:creationId xmlns:a16="http://schemas.microsoft.com/office/drawing/2014/main" id="{9BDF2898-A4BE-49BF-AD8F-1916F72E1FE2}"/>
              </a:ext>
            </a:extLst>
          </p:cNvPr>
          <p:cNvSpPr/>
          <p:nvPr/>
        </p:nvSpPr>
        <p:spPr bwMode="gray">
          <a:xfrm rot="16200000">
            <a:off x="9040043" y="3909685"/>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40" name="Freeform: Shape 39">
            <a:extLst>
              <a:ext uri="{FF2B5EF4-FFF2-40B4-BE49-F238E27FC236}">
                <a16:creationId xmlns:a16="http://schemas.microsoft.com/office/drawing/2014/main" id="{1068AB6B-30CD-4378-997A-E4E931CBE22C}"/>
              </a:ext>
            </a:extLst>
          </p:cNvPr>
          <p:cNvSpPr/>
          <p:nvPr/>
        </p:nvSpPr>
        <p:spPr>
          <a:xfrm>
            <a:off x="3018240" y="3433261"/>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Building energy efficiency</a:t>
            </a:r>
          </a:p>
        </p:txBody>
      </p:sp>
      <p:sp>
        <p:nvSpPr>
          <p:cNvPr id="41" name="Freeform: Shape 40">
            <a:extLst>
              <a:ext uri="{FF2B5EF4-FFF2-40B4-BE49-F238E27FC236}">
                <a16:creationId xmlns:a16="http://schemas.microsoft.com/office/drawing/2014/main" id="{49B2CC1B-54BC-43E7-9627-F13C5730DDF1}"/>
              </a:ext>
            </a:extLst>
          </p:cNvPr>
          <p:cNvSpPr/>
          <p:nvPr/>
        </p:nvSpPr>
        <p:spPr>
          <a:xfrm>
            <a:off x="3018240" y="3847327"/>
            <a:ext cx="2447952" cy="880354"/>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Energy cost optimization and project implementation</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Renewable options</a:t>
            </a:r>
          </a:p>
        </p:txBody>
      </p:sp>
      <p:sp>
        <p:nvSpPr>
          <p:cNvPr id="42" name="Rectangle 41">
            <a:extLst>
              <a:ext uri="{FF2B5EF4-FFF2-40B4-BE49-F238E27FC236}">
                <a16:creationId xmlns:a16="http://schemas.microsoft.com/office/drawing/2014/main" id="{73E864A2-540B-4D63-8A32-FC9208F7530B}"/>
              </a:ext>
            </a:extLst>
          </p:cNvPr>
          <p:cNvSpPr/>
          <p:nvPr/>
        </p:nvSpPr>
        <p:spPr bwMode="gray">
          <a:xfrm>
            <a:off x="470602" y="1614499"/>
            <a:ext cx="4985555" cy="1597857"/>
          </a:xfrm>
          <a:prstGeom prst="rect">
            <a:avLst/>
          </a:prstGeom>
          <a:solidFill>
            <a:schemeClr val="bg1">
              <a:lumMod val="9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a:ln>
                <a:noFill/>
              </a:ln>
              <a:solidFill>
                <a:prstClr val="white"/>
              </a:solidFill>
              <a:effectLst/>
              <a:uLnTx/>
              <a:uFillTx/>
              <a:latin typeface="Calibri"/>
              <a:ea typeface="+mn-ea"/>
              <a:cs typeface="+mn-cs"/>
            </a:endParaRPr>
          </a:p>
        </p:txBody>
      </p:sp>
      <p:sp>
        <p:nvSpPr>
          <p:cNvPr id="43" name="TextBox 42">
            <a:extLst>
              <a:ext uri="{FF2B5EF4-FFF2-40B4-BE49-F238E27FC236}">
                <a16:creationId xmlns:a16="http://schemas.microsoft.com/office/drawing/2014/main" id="{70BF6A21-0BD3-45C0-97CE-2205D7CD24AC}"/>
              </a:ext>
            </a:extLst>
          </p:cNvPr>
          <p:cNvSpPr txBox="1"/>
          <p:nvPr/>
        </p:nvSpPr>
        <p:spPr>
          <a:xfrm>
            <a:off x="436127" y="2789963"/>
            <a:ext cx="1742071" cy="288147"/>
          </a:xfrm>
          <a:prstGeom prst="rect">
            <a:avLst/>
          </a:prstGeom>
          <a:noFill/>
        </p:spPr>
        <p:txBody>
          <a:bodyPr wrap="square" lIns="36000" tIns="36000" rIns="36000" b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46A38"/>
                </a:solidFill>
                <a:effectLst/>
                <a:uLnTx/>
                <a:uFillTx/>
                <a:latin typeface="Calibri"/>
                <a:ea typeface="+mn-ea"/>
                <a:cs typeface="+mn-cs"/>
              </a:rPr>
              <a:t>Policy development</a:t>
            </a:r>
          </a:p>
        </p:txBody>
      </p:sp>
      <p:sp>
        <p:nvSpPr>
          <p:cNvPr id="44" name="TextBox 43">
            <a:extLst>
              <a:ext uri="{FF2B5EF4-FFF2-40B4-BE49-F238E27FC236}">
                <a16:creationId xmlns:a16="http://schemas.microsoft.com/office/drawing/2014/main" id="{8E4BF183-9F3F-4840-A281-5661BBD7E00E}"/>
              </a:ext>
            </a:extLst>
          </p:cNvPr>
          <p:cNvSpPr txBox="1"/>
          <p:nvPr/>
        </p:nvSpPr>
        <p:spPr>
          <a:xfrm>
            <a:off x="3558564" y="2754108"/>
            <a:ext cx="1978922" cy="288147"/>
          </a:xfrm>
          <a:prstGeom prst="rect">
            <a:avLst/>
          </a:prstGeom>
          <a:noFill/>
        </p:spPr>
        <p:txBody>
          <a:bodyPr wrap="square" lIns="36000" tIns="36000" rIns="36000" b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43B02A"/>
                </a:solidFill>
                <a:effectLst/>
                <a:uLnTx/>
                <a:uFillTx/>
                <a:latin typeface="Calibri"/>
                <a:ea typeface="+mn-ea"/>
                <a:cs typeface="+mn-cs"/>
              </a:rPr>
              <a:t>Project management</a:t>
            </a:r>
          </a:p>
        </p:txBody>
      </p:sp>
      <p:grpSp>
        <p:nvGrpSpPr>
          <p:cNvPr id="45" name="Group 44">
            <a:extLst>
              <a:ext uri="{FF2B5EF4-FFF2-40B4-BE49-F238E27FC236}">
                <a16:creationId xmlns:a16="http://schemas.microsoft.com/office/drawing/2014/main" id="{B7F08FB1-ACE5-47F8-8AEA-0D5C0762E961}"/>
              </a:ext>
            </a:extLst>
          </p:cNvPr>
          <p:cNvGrpSpPr/>
          <p:nvPr/>
        </p:nvGrpSpPr>
        <p:grpSpPr>
          <a:xfrm>
            <a:off x="3999714" y="1637218"/>
            <a:ext cx="1062680" cy="1129185"/>
            <a:chOff x="2044809" y="1677488"/>
            <a:chExt cx="1270489" cy="1350000"/>
          </a:xfrm>
        </p:grpSpPr>
        <p:grpSp>
          <p:nvGrpSpPr>
            <p:cNvPr id="46" name="Group 45">
              <a:extLst>
                <a:ext uri="{FF2B5EF4-FFF2-40B4-BE49-F238E27FC236}">
                  <a16:creationId xmlns:a16="http://schemas.microsoft.com/office/drawing/2014/main" id="{C29DF7D5-E9C2-4FBF-9D86-EE4862F0046B}"/>
                </a:ext>
              </a:extLst>
            </p:cNvPr>
            <p:cNvGrpSpPr/>
            <p:nvPr/>
          </p:nvGrpSpPr>
          <p:grpSpPr>
            <a:xfrm>
              <a:off x="2530498" y="1677488"/>
              <a:ext cx="784800" cy="1350000"/>
              <a:chOff x="4671392" y="663576"/>
              <a:chExt cx="1191799" cy="1931759"/>
            </a:xfrm>
          </p:grpSpPr>
          <p:sp>
            <p:nvSpPr>
              <p:cNvPr id="48" name="Diagonal Stripe 47">
                <a:extLst>
                  <a:ext uri="{FF2B5EF4-FFF2-40B4-BE49-F238E27FC236}">
                    <a16:creationId xmlns:a16="http://schemas.microsoft.com/office/drawing/2014/main" id="{E569E422-1CA8-4FAD-9D26-4F63BCAFEFE0}"/>
                  </a:ext>
                </a:extLst>
              </p:cNvPr>
              <p:cNvSpPr/>
              <p:nvPr/>
            </p:nvSpPr>
            <p:spPr>
              <a:xfrm>
                <a:off x="4671392" y="1650596"/>
                <a:ext cx="1191799" cy="944739"/>
              </a:xfrm>
              <a:prstGeom prst="diagStripe">
                <a:avLst/>
              </a:prstGeom>
              <a:solidFill>
                <a:srgbClr val="86BC25"/>
              </a:solidFill>
              <a:ln w="12700" cap="flat" cmpd="sng" algn="ctr">
                <a:noFill/>
                <a:prstDash val="solid"/>
              </a:ln>
              <a:effectLst/>
            </p:spPr>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err="1">
                  <a:ln>
                    <a:noFill/>
                  </a:ln>
                  <a:solidFill>
                    <a:srgbClr val="53565A"/>
                  </a:solidFill>
                  <a:effectLst/>
                  <a:uLnTx/>
                  <a:uFillTx/>
                  <a:latin typeface="Calibri"/>
                  <a:ea typeface="+mn-ea"/>
                  <a:cs typeface="+mn-cs"/>
                </a:endParaRPr>
              </a:p>
            </p:txBody>
          </p:sp>
          <p:sp>
            <p:nvSpPr>
              <p:cNvPr id="49" name="Diagonal Stripe 48">
                <a:extLst>
                  <a:ext uri="{FF2B5EF4-FFF2-40B4-BE49-F238E27FC236}">
                    <a16:creationId xmlns:a16="http://schemas.microsoft.com/office/drawing/2014/main" id="{7D901C60-828F-41EB-88AB-C4F202D1AC08}"/>
                  </a:ext>
                </a:extLst>
              </p:cNvPr>
              <p:cNvSpPr/>
              <p:nvPr/>
            </p:nvSpPr>
            <p:spPr>
              <a:xfrm flipV="1">
                <a:off x="4671392" y="663576"/>
                <a:ext cx="1191799" cy="944739"/>
              </a:xfrm>
              <a:prstGeom prst="diagStripe">
                <a:avLst/>
              </a:prstGeom>
              <a:solidFill>
                <a:srgbClr val="43B02A"/>
              </a:solidFill>
              <a:ln w="12700" cap="flat" cmpd="sng" algn="ctr">
                <a:noFill/>
                <a:prstDash val="solid"/>
              </a:ln>
              <a:effectLst/>
            </p:spPr>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err="1">
                  <a:ln>
                    <a:noFill/>
                  </a:ln>
                  <a:solidFill>
                    <a:srgbClr val="53565A"/>
                  </a:solidFill>
                  <a:effectLst/>
                  <a:uLnTx/>
                  <a:uFillTx/>
                  <a:latin typeface="Calibri"/>
                  <a:ea typeface="+mn-ea"/>
                  <a:cs typeface="+mn-cs"/>
                </a:endParaRPr>
              </a:p>
            </p:txBody>
          </p:sp>
        </p:grpSp>
        <p:sp>
          <p:nvSpPr>
            <p:cNvPr id="47" name="Freeform 5">
              <a:extLst>
                <a:ext uri="{FF2B5EF4-FFF2-40B4-BE49-F238E27FC236}">
                  <a16:creationId xmlns:a16="http://schemas.microsoft.com/office/drawing/2014/main" id="{B07C131C-503E-4541-8E13-2DC19DC79122}"/>
                </a:ext>
              </a:extLst>
            </p:cNvPr>
            <p:cNvSpPr>
              <a:spLocks noChangeAspect="1" noEditPoints="1"/>
            </p:cNvSpPr>
            <p:nvPr/>
          </p:nvSpPr>
          <p:spPr bwMode="auto">
            <a:xfrm>
              <a:off x="2044809" y="2036539"/>
              <a:ext cx="617289" cy="617290"/>
            </a:xfrm>
            <a:custGeom>
              <a:avLst/>
              <a:gdLst>
                <a:gd name="T0" fmla="*/ 341 w 512"/>
                <a:gd name="T1" fmla="*/ 232 h 512"/>
                <a:gd name="T2" fmla="*/ 373 w 512"/>
                <a:gd name="T3" fmla="*/ 200 h 512"/>
                <a:gd name="T4" fmla="*/ 364 w 512"/>
                <a:gd name="T5" fmla="*/ 237 h 512"/>
                <a:gd name="T6" fmla="*/ 364 w 512"/>
                <a:gd name="T7" fmla="*/ 237 h 512"/>
                <a:gd name="T8" fmla="*/ 354 w 512"/>
                <a:gd name="T9" fmla="*/ 249 h 512"/>
                <a:gd name="T10" fmla="*/ 288 w 512"/>
                <a:gd name="T11" fmla="*/ 264 h 512"/>
                <a:gd name="T12" fmla="*/ 276 w 512"/>
                <a:gd name="T13" fmla="*/ 267 h 512"/>
                <a:gd name="T14" fmla="*/ 167 w 512"/>
                <a:gd name="T15" fmla="*/ 376 h 512"/>
                <a:gd name="T16" fmla="*/ 137 w 512"/>
                <a:gd name="T17" fmla="*/ 376 h 512"/>
                <a:gd name="T18" fmla="*/ 131 w 512"/>
                <a:gd name="T19" fmla="*/ 361 h 512"/>
                <a:gd name="T20" fmla="*/ 137 w 512"/>
                <a:gd name="T21" fmla="*/ 346 h 512"/>
                <a:gd name="T22" fmla="*/ 246 w 512"/>
                <a:gd name="T23" fmla="*/ 237 h 512"/>
                <a:gd name="T24" fmla="*/ 249 w 512"/>
                <a:gd name="T25" fmla="*/ 225 h 512"/>
                <a:gd name="T26" fmla="*/ 264 w 512"/>
                <a:gd name="T27" fmla="*/ 159 h 512"/>
                <a:gd name="T28" fmla="*/ 276 w 512"/>
                <a:gd name="T29" fmla="*/ 149 h 512"/>
                <a:gd name="T30" fmla="*/ 309 w 512"/>
                <a:gd name="T31" fmla="*/ 140 h 512"/>
                <a:gd name="T32" fmla="*/ 312 w 512"/>
                <a:gd name="T33" fmla="*/ 140 h 512"/>
                <a:gd name="T34" fmla="*/ 281 w 512"/>
                <a:gd name="T35" fmla="*/ 171 h 512"/>
                <a:gd name="T36" fmla="*/ 280 w 512"/>
                <a:gd name="T37" fmla="*/ 185 h 512"/>
                <a:gd name="T38" fmla="*/ 301 w 512"/>
                <a:gd name="T39" fmla="*/ 211 h 512"/>
                <a:gd name="T40" fmla="*/ 328 w 512"/>
                <a:gd name="T41" fmla="*/ 233 h 512"/>
                <a:gd name="T42" fmla="*/ 341 w 512"/>
                <a:gd name="T43" fmla="*/ 232 h 512"/>
                <a:gd name="T44" fmla="*/ 512 w 512"/>
                <a:gd name="T45" fmla="*/ 256 h 512"/>
                <a:gd name="T46" fmla="*/ 256 w 512"/>
                <a:gd name="T47" fmla="*/ 512 h 512"/>
                <a:gd name="T48" fmla="*/ 0 w 512"/>
                <a:gd name="T49" fmla="*/ 256 h 512"/>
                <a:gd name="T50" fmla="*/ 256 w 512"/>
                <a:gd name="T51" fmla="*/ 0 h 512"/>
                <a:gd name="T52" fmla="*/ 512 w 512"/>
                <a:gd name="T53" fmla="*/ 256 h 512"/>
                <a:gd name="T54" fmla="*/ 389 w 512"/>
                <a:gd name="T55" fmla="*/ 175 h 512"/>
                <a:gd name="T56" fmla="*/ 382 w 512"/>
                <a:gd name="T57" fmla="*/ 169 h 512"/>
                <a:gd name="T58" fmla="*/ 372 w 512"/>
                <a:gd name="T59" fmla="*/ 171 h 512"/>
                <a:gd name="T60" fmla="*/ 333 w 512"/>
                <a:gd name="T61" fmla="*/ 210 h 512"/>
                <a:gd name="T62" fmla="*/ 317 w 512"/>
                <a:gd name="T63" fmla="*/ 196 h 512"/>
                <a:gd name="T64" fmla="*/ 303 w 512"/>
                <a:gd name="T65" fmla="*/ 180 h 512"/>
                <a:gd name="T66" fmla="*/ 342 w 512"/>
                <a:gd name="T67" fmla="*/ 141 h 512"/>
                <a:gd name="T68" fmla="*/ 344 w 512"/>
                <a:gd name="T69" fmla="*/ 131 h 512"/>
                <a:gd name="T70" fmla="*/ 338 w 512"/>
                <a:gd name="T71" fmla="*/ 124 h 512"/>
                <a:gd name="T72" fmla="*/ 265 w 512"/>
                <a:gd name="T73" fmla="*/ 131 h 512"/>
                <a:gd name="T74" fmla="*/ 249 w 512"/>
                <a:gd name="T75" fmla="*/ 144 h 512"/>
                <a:gd name="T76" fmla="*/ 227 w 512"/>
                <a:gd name="T77" fmla="*/ 226 h 512"/>
                <a:gd name="T78" fmla="*/ 122 w 512"/>
                <a:gd name="T79" fmla="*/ 331 h 512"/>
                <a:gd name="T80" fmla="*/ 109 w 512"/>
                <a:gd name="T81" fmla="*/ 361 h 512"/>
                <a:gd name="T82" fmla="*/ 122 w 512"/>
                <a:gd name="T83" fmla="*/ 391 h 512"/>
                <a:gd name="T84" fmla="*/ 152 w 512"/>
                <a:gd name="T85" fmla="*/ 404 h 512"/>
                <a:gd name="T86" fmla="*/ 182 w 512"/>
                <a:gd name="T87" fmla="*/ 391 h 512"/>
                <a:gd name="T88" fmla="*/ 287 w 512"/>
                <a:gd name="T89" fmla="*/ 286 h 512"/>
                <a:gd name="T90" fmla="*/ 369 w 512"/>
                <a:gd name="T91" fmla="*/ 264 h 512"/>
                <a:gd name="T92" fmla="*/ 382 w 512"/>
                <a:gd name="T93" fmla="*/ 248 h 512"/>
                <a:gd name="T94" fmla="*/ 389 w 512"/>
                <a:gd name="T95" fmla="*/ 17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341" y="232"/>
                  </a:moveTo>
                  <a:cubicBezTo>
                    <a:pt x="373" y="200"/>
                    <a:pt x="373" y="200"/>
                    <a:pt x="373" y="200"/>
                  </a:cubicBezTo>
                  <a:cubicBezTo>
                    <a:pt x="374" y="213"/>
                    <a:pt x="370" y="226"/>
                    <a:pt x="364" y="237"/>
                  </a:cubicBezTo>
                  <a:cubicBezTo>
                    <a:pt x="364" y="237"/>
                    <a:pt x="364" y="237"/>
                    <a:pt x="364" y="237"/>
                  </a:cubicBezTo>
                  <a:cubicBezTo>
                    <a:pt x="361" y="242"/>
                    <a:pt x="358" y="246"/>
                    <a:pt x="354" y="249"/>
                  </a:cubicBezTo>
                  <a:cubicBezTo>
                    <a:pt x="337" y="267"/>
                    <a:pt x="311" y="272"/>
                    <a:pt x="288" y="264"/>
                  </a:cubicBezTo>
                  <a:cubicBezTo>
                    <a:pt x="284" y="263"/>
                    <a:pt x="279" y="264"/>
                    <a:pt x="276" y="267"/>
                  </a:cubicBezTo>
                  <a:cubicBezTo>
                    <a:pt x="167" y="376"/>
                    <a:pt x="167" y="376"/>
                    <a:pt x="167" y="376"/>
                  </a:cubicBezTo>
                  <a:cubicBezTo>
                    <a:pt x="159" y="384"/>
                    <a:pt x="145" y="384"/>
                    <a:pt x="137" y="376"/>
                  </a:cubicBezTo>
                  <a:cubicBezTo>
                    <a:pt x="133" y="372"/>
                    <a:pt x="131" y="367"/>
                    <a:pt x="131" y="361"/>
                  </a:cubicBezTo>
                  <a:cubicBezTo>
                    <a:pt x="131" y="355"/>
                    <a:pt x="133" y="350"/>
                    <a:pt x="137" y="346"/>
                  </a:cubicBezTo>
                  <a:cubicBezTo>
                    <a:pt x="246" y="237"/>
                    <a:pt x="246" y="237"/>
                    <a:pt x="246" y="237"/>
                  </a:cubicBezTo>
                  <a:cubicBezTo>
                    <a:pt x="249" y="234"/>
                    <a:pt x="250" y="229"/>
                    <a:pt x="249" y="225"/>
                  </a:cubicBezTo>
                  <a:cubicBezTo>
                    <a:pt x="241" y="202"/>
                    <a:pt x="246" y="176"/>
                    <a:pt x="264" y="159"/>
                  </a:cubicBezTo>
                  <a:cubicBezTo>
                    <a:pt x="267" y="155"/>
                    <a:pt x="271" y="152"/>
                    <a:pt x="276" y="149"/>
                  </a:cubicBezTo>
                  <a:cubicBezTo>
                    <a:pt x="286" y="143"/>
                    <a:pt x="297" y="140"/>
                    <a:pt x="309" y="140"/>
                  </a:cubicBezTo>
                  <a:cubicBezTo>
                    <a:pt x="310" y="140"/>
                    <a:pt x="311" y="140"/>
                    <a:pt x="312" y="140"/>
                  </a:cubicBezTo>
                  <a:cubicBezTo>
                    <a:pt x="281" y="171"/>
                    <a:pt x="281" y="171"/>
                    <a:pt x="281" y="171"/>
                  </a:cubicBezTo>
                  <a:cubicBezTo>
                    <a:pt x="277" y="175"/>
                    <a:pt x="277" y="181"/>
                    <a:pt x="280" y="185"/>
                  </a:cubicBezTo>
                  <a:cubicBezTo>
                    <a:pt x="286" y="194"/>
                    <a:pt x="293" y="203"/>
                    <a:pt x="301" y="211"/>
                  </a:cubicBezTo>
                  <a:cubicBezTo>
                    <a:pt x="310" y="220"/>
                    <a:pt x="318" y="227"/>
                    <a:pt x="328" y="233"/>
                  </a:cubicBezTo>
                  <a:cubicBezTo>
                    <a:pt x="332" y="236"/>
                    <a:pt x="338" y="235"/>
                    <a:pt x="341" y="232"/>
                  </a:cubicBezTo>
                  <a:close/>
                  <a:moveTo>
                    <a:pt x="512" y="256"/>
                  </a:moveTo>
                  <a:cubicBezTo>
                    <a:pt x="512" y="397"/>
                    <a:pt x="397" y="512"/>
                    <a:pt x="256" y="512"/>
                  </a:cubicBezTo>
                  <a:cubicBezTo>
                    <a:pt x="115" y="512"/>
                    <a:pt x="0" y="397"/>
                    <a:pt x="0" y="256"/>
                  </a:cubicBezTo>
                  <a:cubicBezTo>
                    <a:pt x="0" y="114"/>
                    <a:pt x="115" y="0"/>
                    <a:pt x="256" y="0"/>
                  </a:cubicBezTo>
                  <a:cubicBezTo>
                    <a:pt x="397" y="0"/>
                    <a:pt x="512" y="114"/>
                    <a:pt x="512" y="256"/>
                  </a:cubicBezTo>
                  <a:close/>
                  <a:moveTo>
                    <a:pt x="389" y="175"/>
                  </a:moveTo>
                  <a:cubicBezTo>
                    <a:pt x="388" y="172"/>
                    <a:pt x="385" y="169"/>
                    <a:pt x="382" y="169"/>
                  </a:cubicBezTo>
                  <a:cubicBezTo>
                    <a:pt x="378" y="168"/>
                    <a:pt x="374" y="169"/>
                    <a:pt x="372" y="171"/>
                  </a:cubicBezTo>
                  <a:cubicBezTo>
                    <a:pt x="333" y="210"/>
                    <a:pt x="333" y="210"/>
                    <a:pt x="333" y="210"/>
                  </a:cubicBezTo>
                  <a:cubicBezTo>
                    <a:pt x="327" y="206"/>
                    <a:pt x="322" y="201"/>
                    <a:pt x="317" y="196"/>
                  </a:cubicBezTo>
                  <a:cubicBezTo>
                    <a:pt x="311" y="191"/>
                    <a:pt x="307" y="186"/>
                    <a:pt x="303" y="180"/>
                  </a:cubicBezTo>
                  <a:cubicBezTo>
                    <a:pt x="342" y="141"/>
                    <a:pt x="342" y="141"/>
                    <a:pt x="342" y="141"/>
                  </a:cubicBezTo>
                  <a:cubicBezTo>
                    <a:pt x="344" y="139"/>
                    <a:pt x="345" y="135"/>
                    <a:pt x="344" y="131"/>
                  </a:cubicBezTo>
                  <a:cubicBezTo>
                    <a:pt x="344" y="128"/>
                    <a:pt x="341" y="125"/>
                    <a:pt x="338" y="124"/>
                  </a:cubicBezTo>
                  <a:cubicBezTo>
                    <a:pt x="313" y="115"/>
                    <a:pt x="287" y="118"/>
                    <a:pt x="265" y="131"/>
                  </a:cubicBezTo>
                  <a:cubicBezTo>
                    <a:pt x="259" y="135"/>
                    <a:pt x="253" y="139"/>
                    <a:pt x="249" y="144"/>
                  </a:cubicBezTo>
                  <a:cubicBezTo>
                    <a:pt x="227" y="165"/>
                    <a:pt x="219" y="197"/>
                    <a:pt x="227" y="226"/>
                  </a:cubicBezTo>
                  <a:cubicBezTo>
                    <a:pt x="122" y="331"/>
                    <a:pt x="122" y="331"/>
                    <a:pt x="122" y="331"/>
                  </a:cubicBezTo>
                  <a:cubicBezTo>
                    <a:pt x="114" y="339"/>
                    <a:pt x="109" y="350"/>
                    <a:pt x="109" y="361"/>
                  </a:cubicBezTo>
                  <a:cubicBezTo>
                    <a:pt x="109" y="372"/>
                    <a:pt x="114" y="383"/>
                    <a:pt x="122" y="391"/>
                  </a:cubicBezTo>
                  <a:cubicBezTo>
                    <a:pt x="130" y="399"/>
                    <a:pt x="140" y="404"/>
                    <a:pt x="152" y="404"/>
                  </a:cubicBezTo>
                  <a:cubicBezTo>
                    <a:pt x="163" y="404"/>
                    <a:pt x="174" y="399"/>
                    <a:pt x="182" y="391"/>
                  </a:cubicBezTo>
                  <a:cubicBezTo>
                    <a:pt x="287" y="286"/>
                    <a:pt x="287" y="286"/>
                    <a:pt x="287" y="286"/>
                  </a:cubicBezTo>
                  <a:cubicBezTo>
                    <a:pt x="316" y="294"/>
                    <a:pt x="348" y="286"/>
                    <a:pt x="369" y="264"/>
                  </a:cubicBezTo>
                  <a:cubicBezTo>
                    <a:pt x="374" y="260"/>
                    <a:pt x="378" y="254"/>
                    <a:pt x="382" y="248"/>
                  </a:cubicBezTo>
                  <a:cubicBezTo>
                    <a:pt x="395" y="226"/>
                    <a:pt x="398" y="200"/>
                    <a:pt x="389" y="175"/>
                  </a:cubicBezTo>
                  <a:close/>
                </a:path>
              </a:pathLst>
            </a:custGeom>
            <a:solidFill>
              <a:srgbClr val="26890D"/>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grpSp>
      <p:grpSp>
        <p:nvGrpSpPr>
          <p:cNvPr id="56" name="Group 55">
            <a:extLst>
              <a:ext uri="{FF2B5EF4-FFF2-40B4-BE49-F238E27FC236}">
                <a16:creationId xmlns:a16="http://schemas.microsoft.com/office/drawing/2014/main" id="{0240D8B7-ABF1-49D5-9795-3F7268D6E983}"/>
              </a:ext>
            </a:extLst>
          </p:cNvPr>
          <p:cNvGrpSpPr/>
          <p:nvPr/>
        </p:nvGrpSpPr>
        <p:grpSpPr>
          <a:xfrm>
            <a:off x="676573" y="1699847"/>
            <a:ext cx="1047460" cy="1129846"/>
            <a:chOff x="692491" y="1745045"/>
            <a:chExt cx="1252288" cy="1350783"/>
          </a:xfrm>
        </p:grpSpPr>
        <p:grpSp>
          <p:nvGrpSpPr>
            <p:cNvPr id="57" name="Group 56">
              <a:extLst>
                <a:ext uri="{FF2B5EF4-FFF2-40B4-BE49-F238E27FC236}">
                  <a16:creationId xmlns:a16="http://schemas.microsoft.com/office/drawing/2014/main" id="{554B2BF4-CE8A-4789-B08A-6CFD7657C8EF}"/>
                </a:ext>
              </a:extLst>
            </p:cNvPr>
            <p:cNvGrpSpPr/>
            <p:nvPr/>
          </p:nvGrpSpPr>
          <p:grpSpPr>
            <a:xfrm>
              <a:off x="1160281" y="1745045"/>
              <a:ext cx="784498" cy="1350783"/>
              <a:chOff x="478165" y="663576"/>
              <a:chExt cx="1191799" cy="1931759"/>
            </a:xfrm>
          </p:grpSpPr>
          <p:sp>
            <p:nvSpPr>
              <p:cNvPr id="66" name="Diagonal Stripe 65">
                <a:extLst>
                  <a:ext uri="{FF2B5EF4-FFF2-40B4-BE49-F238E27FC236}">
                    <a16:creationId xmlns:a16="http://schemas.microsoft.com/office/drawing/2014/main" id="{C3C5A6B8-D88D-4D51-91DB-6FFAE8E96CAF}"/>
                  </a:ext>
                </a:extLst>
              </p:cNvPr>
              <p:cNvSpPr/>
              <p:nvPr/>
            </p:nvSpPr>
            <p:spPr>
              <a:xfrm>
                <a:off x="478165" y="1650596"/>
                <a:ext cx="1191799" cy="944739"/>
              </a:xfrm>
              <a:prstGeom prst="diagStripe">
                <a:avLst/>
              </a:prstGeom>
              <a:solidFill>
                <a:srgbClr val="26890D"/>
              </a:solidFill>
              <a:ln w="12700" cap="flat" cmpd="sng" algn="ctr">
                <a:noFill/>
                <a:prstDash val="solid"/>
              </a:ln>
              <a:effectLst/>
            </p:spPr>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err="1">
                  <a:ln>
                    <a:noFill/>
                  </a:ln>
                  <a:solidFill>
                    <a:srgbClr val="53565A"/>
                  </a:solidFill>
                  <a:effectLst/>
                  <a:uLnTx/>
                  <a:uFillTx/>
                  <a:latin typeface="Calibri"/>
                  <a:ea typeface="+mn-ea"/>
                  <a:cs typeface="+mn-cs"/>
                </a:endParaRPr>
              </a:p>
            </p:txBody>
          </p:sp>
          <p:sp>
            <p:nvSpPr>
              <p:cNvPr id="67" name="Diagonal Stripe 66">
                <a:extLst>
                  <a:ext uri="{FF2B5EF4-FFF2-40B4-BE49-F238E27FC236}">
                    <a16:creationId xmlns:a16="http://schemas.microsoft.com/office/drawing/2014/main" id="{B0932EAB-5117-4D8F-911B-03C666A2E20E}"/>
                  </a:ext>
                </a:extLst>
              </p:cNvPr>
              <p:cNvSpPr/>
              <p:nvPr/>
            </p:nvSpPr>
            <p:spPr>
              <a:xfrm flipV="1">
                <a:off x="478165" y="663576"/>
                <a:ext cx="1191799" cy="944739"/>
              </a:xfrm>
              <a:prstGeom prst="diagStripe">
                <a:avLst/>
              </a:prstGeom>
              <a:solidFill>
                <a:srgbClr val="046A38"/>
              </a:solidFill>
              <a:ln w="12700" cap="flat" cmpd="sng" algn="ctr">
                <a:noFill/>
                <a:prstDash val="solid"/>
              </a:ln>
              <a:effectLst/>
            </p:spPr>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err="1">
                  <a:ln>
                    <a:noFill/>
                  </a:ln>
                  <a:solidFill>
                    <a:srgbClr val="53565A"/>
                  </a:solidFill>
                  <a:effectLst/>
                  <a:uLnTx/>
                  <a:uFillTx/>
                  <a:latin typeface="Calibri"/>
                  <a:ea typeface="+mn-ea"/>
                  <a:cs typeface="+mn-cs"/>
                </a:endParaRPr>
              </a:p>
            </p:txBody>
          </p:sp>
        </p:grpSp>
        <p:grpSp>
          <p:nvGrpSpPr>
            <p:cNvPr id="58" name="Group 854">
              <a:extLst>
                <a:ext uri="{FF2B5EF4-FFF2-40B4-BE49-F238E27FC236}">
                  <a16:creationId xmlns:a16="http://schemas.microsoft.com/office/drawing/2014/main" id="{E75E932D-30EA-4747-9E2A-8A989EFACB0E}"/>
                </a:ext>
              </a:extLst>
            </p:cNvPr>
            <p:cNvGrpSpPr>
              <a:grpSpLocks noChangeAspect="1"/>
            </p:cNvGrpSpPr>
            <p:nvPr/>
          </p:nvGrpSpPr>
          <p:grpSpPr bwMode="auto">
            <a:xfrm>
              <a:off x="692491" y="2139172"/>
              <a:ext cx="579992" cy="579992"/>
              <a:chOff x="3903" y="3039"/>
              <a:chExt cx="340" cy="340"/>
            </a:xfrm>
            <a:solidFill>
              <a:srgbClr val="26890D"/>
            </a:solidFill>
          </p:grpSpPr>
          <p:sp>
            <p:nvSpPr>
              <p:cNvPr id="59" name="Oval 855">
                <a:extLst>
                  <a:ext uri="{FF2B5EF4-FFF2-40B4-BE49-F238E27FC236}">
                    <a16:creationId xmlns:a16="http://schemas.microsoft.com/office/drawing/2014/main" id="{EB7551CE-9A46-4986-8E85-691E17F35198}"/>
                  </a:ext>
                </a:extLst>
              </p:cNvPr>
              <p:cNvSpPr>
                <a:spLocks noChangeArrowheads="1"/>
              </p:cNvSpPr>
              <p:nvPr/>
            </p:nvSpPr>
            <p:spPr bwMode="auto">
              <a:xfrm>
                <a:off x="3995"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sp>
            <p:nvSpPr>
              <p:cNvPr id="60" name="Rectangle 856">
                <a:extLst>
                  <a:ext uri="{FF2B5EF4-FFF2-40B4-BE49-F238E27FC236}">
                    <a16:creationId xmlns:a16="http://schemas.microsoft.com/office/drawing/2014/main" id="{D57B4ECB-FFC2-4537-B341-103D32BA1129}"/>
                  </a:ext>
                </a:extLst>
              </p:cNvPr>
              <p:cNvSpPr>
                <a:spLocks noChangeArrowheads="1"/>
              </p:cNvSpPr>
              <p:nvPr/>
            </p:nvSpPr>
            <p:spPr bwMode="auto">
              <a:xfrm>
                <a:off x="4058" y="3173"/>
                <a:ext cx="29" cy="4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sp>
            <p:nvSpPr>
              <p:cNvPr id="61" name="Freeform 857">
                <a:extLst>
                  <a:ext uri="{FF2B5EF4-FFF2-40B4-BE49-F238E27FC236}">
                    <a16:creationId xmlns:a16="http://schemas.microsoft.com/office/drawing/2014/main" id="{E3C91FE8-E0A3-4A0E-B385-A958EDED0353}"/>
                  </a:ext>
                </a:extLst>
              </p:cNvPr>
              <p:cNvSpPr>
                <a:spLocks/>
              </p:cNvSpPr>
              <p:nvPr/>
            </p:nvSpPr>
            <p:spPr bwMode="auto">
              <a:xfrm>
                <a:off x="3989" y="3173"/>
                <a:ext cx="26" cy="57"/>
              </a:xfrm>
              <a:custGeom>
                <a:avLst/>
                <a:gdLst>
                  <a:gd name="T0" fmla="*/ 12 w 26"/>
                  <a:gd name="T1" fmla="*/ 0 h 57"/>
                  <a:gd name="T2" fmla="*/ 0 w 26"/>
                  <a:gd name="T3" fmla="*/ 57 h 57"/>
                  <a:gd name="T4" fmla="*/ 26 w 26"/>
                  <a:gd name="T5" fmla="*/ 57 h 57"/>
                  <a:gd name="T6" fmla="*/ 14 w 26"/>
                  <a:gd name="T7" fmla="*/ 0 h 57"/>
                  <a:gd name="T8" fmla="*/ 12 w 26"/>
                  <a:gd name="T9" fmla="*/ 0 h 57"/>
                </a:gdLst>
                <a:ahLst/>
                <a:cxnLst>
                  <a:cxn ang="0">
                    <a:pos x="T0" y="T1"/>
                  </a:cxn>
                  <a:cxn ang="0">
                    <a:pos x="T2" y="T3"/>
                  </a:cxn>
                  <a:cxn ang="0">
                    <a:pos x="T4" y="T5"/>
                  </a:cxn>
                  <a:cxn ang="0">
                    <a:pos x="T6" y="T7"/>
                  </a:cxn>
                  <a:cxn ang="0">
                    <a:pos x="T8" y="T9"/>
                  </a:cxn>
                </a:cxnLst>
                <a:rect l="0" t="0" r="r" b="b"/>
                <a:pathLst>
                  <a:path w="26" h="57">
                    <a:moveTo>
                      <a:pt x="12" y="0"/>
                    </a:moveTo>
                    <a:lnTo>
                      <a:pt x="0" y="57"/>
                    </a:lnTo>
                    <a:lnTo>
                      <a:pt x="26" y="57"/>
                    </a:lnTo>
                    <a:lnTo>
                      <a:pt x="14" y="0"/>
                    </a:lnTo>
                    <a:lnTo>
                      <a:pt x="1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sp>
            <p:nvSpPr>
              <p:cNvPr id="62" name="Oval 858">
                <a:extLst>
                  <a:ext uri="{FF2B5EF4-FFF2-40B4-BE49-F238E27FC236}">
                    <a16:creationId xmlns:a16="http://schemas.microsoft.com/office/drawing/2014/main" id="{0C08B466-4240-4119-8AF1-83C98116649A}"/>
                  </a:ext>
                </a:extLst>
              </p:cNvPr>
              <p:cNvSpPr>
                <a:spLocks noChangeArrowheads="1"/>
              </p:cNvSpPr>
              <p:nvPr/>
            </p:nvSpPr>
            <p:spPr bwMode="auto">
              <a:xfrm>
                <a:off x="4066"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sp>
            <p:nvSpPr>
              <p:cNvPr id="63" name="Oval 859">
                <a:extLst>
                  <a:ext uri="{FF2B5EF4-FFF2-40B4-BE49-F238E27FC236}">
                    <a16:creationId xmlns:a16="http://schemas.microsoft.com/office/drawing/2014/main" id="{5FA05626-052B-4C06-8619-95C2DFE07EAC}"/>
                  </a:ext>
                </a:extLst>
              </p:cNvPr>
              <p:cNvSpPr>
                <a:spLocks noChangeArrowheads="1"/>
              </p:cNvSpPr>
              <p:nvPr/>
            </p:nvSpPr>
            <p:spPr bwMode="auto">
              <a:xfrm>
                <a:off x="4137"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sp>
            <p:nvSpPr>
              <p:cNvPr id="64" name="Rectangle 860">
                <a:extLst>
                  <a:ext uri="{FF2B5EF4-FFF2-40B4-BE49-F238E27FC236}">
                    <a16:creationId xmlns:a16="http://schemas.microsoft.com/office/drawing/2014/main" id="{F4A5591F-6DF4-4EC1-8795-646707DD7F9A}"/>
                  </a:ext>
                </a:extLst>
              </p:cNvPr>
              <p:cNvSpPr>
                <a:spLocks noChangeArrowheads="1"/>
              </p:cNvSpPr>
              <p:nvPr/>
            </p:nvSpPr>
            <p:spPr bwMode="auto">
              <a:xfrm>
                <a:off x="4129" y="3173"/>
                <a:ext cx="29" cy="4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sp>
            <p:nvSpPr>
              <p:cNvPr id="65" name="Freeform 861">
                <a:extLst>
                  <a:ext uri="{FF2B5EF4-FFF2-40B4-BE49-F238E27FC236}">
                    <a16:creationId xmlns:a16="http://schemas.microsoft.com/office/drawing/2014/main" id="{3BE6D18D-A194-4649-8573-173A31080AC0}"/>
                  </a:ext>
                </a:extLst>
              </p:cNvPr>
              <p:cNvSpPr>
                <a:spLocks noEditPoints="1"/>
              </p:cNvSpPr>
              <p:nvPr/>
            </p:nvSpPr>
            <p:spPr bwMode="auto">
              <a:xfrm>
                <a:off x="3903" y="3039"/>
                <a:ext cx="340" cy="340"/>
              </a:xfrm>
              <a:custGeom>
                <a:avLst/>
                <a:gdLst>
                  <a:gd name="T0" fmla="*/ 0 w 512"/>
                  <a:gd name="T1" fmla="*/ 256 h 512"/>
                  <a:gd name="T2" fmla="*/ 512 w 512"/>
                  <a:gd name="T3" fmla="*/ 256 h 512"/>
                  <a:gd name="T4" fmla="*/ 362 w 512"/>
                  <a:gd name="T5" fmla="*/ 96 h 512"/>
                  <a:gd name="T6" fmla="*/ 362 w 512"/>
                  <a:gd name="T7" fmla="*/ 160 h 512"/>
                  <a:gd name="T8" fmla="*/ 362 w 512"/>
                  <a:gd name="T9" fmla="*/ 96 h 512"/>
                  <a:gd name="T10" fmla="*/ 288 w 512"/>
                  <a:gd name="T11" fmla="*/ 128 h 512"/>
                  <a:gd name="T12" fmla="*/ 224 w 512"/>
                  <a:gd name="T13" fmla="*/ 128 h 512"/>
                  <a:gd name="T14" fmla="*/ 149 w 512"/>
                  <a:gd name="T15" fmla="*/ 96 h 512"/>
                  <a:gd name="T16" fmla="*/ 149 w 512"/>
                  <a:gd name="T17" fmla="*/ 160 h 512"/>
                  <a:gd name="T18" fmla="*/ 149 w 512"/>
                  <a:gd name="T19" fmla="*/ 96 h 512"/>
                  <a:gd name="T20" fmla="*/ 181 w 512"/>
                  <a:gd name="T21" fmla="*/ 309 h 512"/>
                  <a:gd name="T22" fmla="*/ 170 w 512"/>
                  <a:gd name="T23" fmla="*/ 394 h 512"/>
                  <a:gd name="T24" fmla="*/ 160 w 512"/>
                  <a:gd name="T25" fmla="*/ 309 h 512"/>
                  <a:gd name="T26" fmla="*/ 138 w 512"/>
                  <a:gd name="T27" fmla="*/ 384 h 512"/>
                  <a:gd name="T28" fmla="*/ 117 w 512"/>
                  <a:gd name="T29" fmla="*/ 384 h 512"/>
                  <a:gd name="T30" fmla="*/ 109 w 512"/>
                  <a:gd name="T31" fmla="*/ 305 h 512"/>
                  <a:gd name="T32" fmla="*/ 128 w 512"/>
                  <a:gd name="T33" fmla="*/ 190 h 512"/>
                  <a:gd name="T34" fmla="*/ 160 w 512"/>
                  <a:gd name="T35" fmla="*/ 181 h 512"/>
                  <a:gd name="T36" fmla="*/ 191 w 512"/>
                  <a:gd name="T37" fmla="*/ 296 h 512"/>
                  <a:gd name="T38" fmla="*/ 298 w 512"/>
                  <a:gd name="T39" fmla="*/ 277 h 512"/>
                  <a:gd name="T40" fmla="*/ 288 w 512"/>
                  <a:gd name="T41" fmla="*/ 384 h 512"/>
                  <a:gd name="T42" fmla="*/ 266 w 512"/>
                  <a:gd name="T43" fmla="*/ 384 h 512"/>
                  <a:gd name="T44" fmla="*/ 245 w 512"/>
                  <a:gd name="T45" fmla="*/ 288 h 512"/>
                  <a:gd name="T46" fmla="*/ 234 w 512"/>
                  <a:gd name="T47" fmla="*/ 394 h 512"/>
                  <a:gd name="T48" fmla="*/ 224 w 512"/>
                  <a:gd name="T49" fmla="*/ 288 h 512"/>
                  <a:gd name="T50" fmla="*/ 213 w 512"/>
                  <a:gd name="T51" fmla="*/ 192 h 512"/>
                  <a:gd name="T52" fmla="*/ 288 w 512"/>
                  <a:gd name="T53" fmla="*/ 181 h 512"/>
                  <a:gd name="T54" fmla="*/ 298 w 512"/>
                  <a:gd name="T55" fmla="*/ 277 h 512"/>
                  <a:gd name="T56" fmla="*/ 394 w 512"/>
                  <a:gd name="T57" fmla="*/ 288 h 512"/>
                  <a:gd name="T58" fmla="*/ 384 w 512"/>
                  <a:gd name="T59" fmla="*/ 394 h 512"/>
                  <a:gd name="T60" fmla="*/ 373 w 512"/>
                  <a:gd name="T61" fmla="*/ 288 h 512"/>
                  <a:gd name="T62" fmla="*/ 352 w 512"/>
                  <a:gd name="T63" fmla="*/ 384 h 512"/>
                  <a:gd name="T64" fmla="*/ 330 w 512"/>
                  <a:gd name="T65" fmla="*/ 384 h 512"/>
                  <a:gd name="T66" fmla="*/ 320 w 512"/>
                  <a:gd name="T67" fmla="*/ 277 h 512"/>
                  <a:gd name="T68" fmla="*/ 330 w 512"/>
                  <a:gd name="T69" fmla="*/ 181 h 512"/>
                  <a:gd name="T70" fmla="*/ 405 w 512"/>
                  <a:gd name="T71"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2" y="96"/>
                    </a:moveTo>
                    <a:cubicBezTo>
                      <a:pt x="380" y="96"/>
                      <a:pt x="394" y="110"/>
                      <a:pt x="394" y="128"/>
                    </a:cubicBezTo>
                    <a:cubicBezTo>
                      <a:pt x="394" y="145"/>
                      <a:pt x="380" y="160"/>
                      <a:pt x="362" y="160"/>
                    </a:cubicBezTo>
                    <a:cubicBezTo>
                      <a:pt x="345" y="160"/>
                      <a:pt x="330" y="145"/>
                      <a:pt x="330" y="128"/>
                    </a:cubicBezTo>
                    <a:cubicBezTo>
                      <a:pt x="330" y="110"/>
                      <a:pt x="345" y="96"/>
                      <a:pt x="362" y="96"/>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149" y="96"/>
                    </a:moveTo>
                    <a:cubicBezTo>
                      <a:pt x="167" y="96"/>
                      <a:pt x="181" y="110"/>
                      <a:pt x="181" y="128"/>
                    </a:cubicBezTo>
                    <a:cubicBezTo>
                      <a:pt x="181" y="145"/>
                      <a:pt x="167" y="160"/>
                      <a:pt x="149" y="160"/>
                    </a:cubicBezTo>
                    <a:cubicBezTo>
                      <a:pt x="131" y="160"/>
                      <a:pt x="117" y="145"/>
                      <a:pt x="117" y="128"/>
                    </a:cubicBezTo>
                    <a:cubicBezTo>
                      <a:pt x="117" y="110"/>
                      <a:pt x="131" y="96"/>
                      <a:pt x="149" y="96"/>
                    </a:cubicBezTo>
                    <a:close/>
                    <a:moveTo>
                      <a:pt x="189" y="305"/>
                    </a:moveTo>
                    <a:cubicBezTo>
                      <a:pt x="187" y="308"/>
                      <a:pt x="184" y="309"/>
                      <a:pt x="181" y="309"/>
                    </a:cubicBezTo>
                    <a:cubicBezTo>
                      <a:pt x="181" y="384"/>
                      <a:pt x="181" y="384"/>
                      <a:pt x="181" y="384"/>
                    </a:cubicBezTo>
                    <a:cubicBezTo>
                      <a:pt x="181" y="390"/>
                      <a:pt x="176" y="394"/>
                      <a:pt x="170" y="394"/>
                    </a:cubicBezTo>
                    <a:cubicBezTo>
                      <a:pt x="164" y="394"/>
                      <a:pt x="160" y="390"/>
                      <a:pt x="160" y="384"/>
                    </a:cubicBezTo>
                    <a:cubicBezTo>
                      <a:pt x="160" y="309"/>
                      <a:pt x="160" y="309"/>
                      <a:pt x="160" y="309"/>
                    </a:cubicBezTo>
                    <a:cubicBezTo>
                      <a:pt x="138" y="309"/>
                      <a:pt x="138" y="309"/>
                      <a:pt x="138" y="309"/>
                    </a:cubicBezTo>
                    <a:cubicBezTo>
                      <a:pt x="138" y="384"/>
                      <a:pt x="138" y="384"/>
                      <a:pt x="138" y="384"/>
                    </a:cubicBezTo>
                    <a:cubicBezTo>
                      <a:pt x="138" y="390"/>
                      <a:pt x="134" y="394"/>
                      <a:pt x="128" y="394"/>
                    </a:cubicBezTo>
                    <a:cubicBezTo>
                      <a:pt x="122" y="394"/>
                      <a:pt x="117" y="390"/>
                      <a:pt x="117" y="384"/>
                    </a:cubicBezTo>
                    <a:cubicBezTo>
                      <a:pt x="117" y="309"/>
                      <a:pt x="117" y="309"/>
                      <a:pt x="117" y="309"/>
                    </a:cubicBezTo>
                    <a:cubicBezTo>
                      <a:pt x="114" y="309"/>
                      <a:pt x="111" y="308"/>
                      <a:pt x="109" y="305"/>
                    </a:cubicBezTo>
                    <a:cubicBezTo>
                      <a:pt x="107" y="303"/>
                      <a:pt x="106" y="299"/>
                      <a:pt x="107" y="296"/>
                    </a:cubicBezTo>
                    <a:cubicBezTo>
                      <a:pt x="128" y="190"/>
                      <a:pt x="128" y="190"/>
                      <a:pt x="128" y="190"/>
                    </a:cubicBezTo>
                    <a:cubicBezTo>
                      <a:pt x="129" y="185"/>
                      <a:pt x="133" y="181"/>
                      <a:pt x="138" y="181"/>
                    </a:cubicBezTo>
                    <a:cubicBezTo>
                      <a:pt x="160" y="181"/>
                      <a:pt x="160" y="181"/>
                      <a:pt x="160" y="181"/>
                    </a:cubicBezTo>
                    <a:cubicBezTo>
                      <a:pt x="165" y="181"/>
                      <a:pt x="169" y="185"/>
                      <a:pt x="170" y="190"/>
                    </a:cubicBezTo>
                    <a:cubicBezTo>
                      <a:pt x="191" y="296"/>
                      <a:pt x="191" y="296"/>
                      <a:pt x="191" y="296"/>
                    </a:cubicBezTo>
                    <a:cubicBezTo>
                      <a:pt x="192" y="299"/>
                      <a:pt x="191" y="303"/>
                      <a:pt x="189" y="305"/>
                    </a:cubicBezTo>
                    <a:close/>
                    <a:moveTo>
                      <a:pt x="298" y="277"/>
                    </a:moveTo>
                    <a:cubicBezTo>
                      <a:pt x="298" y="283"/>
                      <a:pt x="294" y="288"/>
                      <a:pt x="288" y="288"/>
                    </a:cubicBezTo>
                    <a:cubicBezTo>
                      <a:pt x="288" y="384"/>
                      <a:pt x="288" y="384"/>
                      <a:pt x="288" y="384"/>
                    </a:cubicBezTo>
                    <a:cubicBezTo>
                      <a:pt x="288" y="390"/>
                      <a:pt x="283" y="394"/>
                      <a:pt x="277" y="394"/>
                    </a:cubicBezTo>
                    <a:cubicBezTo>
                      <a:pt x="271" y="394"/>
                      <a:pt x="266" y="390"/>
                      <a:pt x="266" y="384"/>
                    </a:cubicBezTo>
                    <a:cubicBezTo>
                      <a:pt x="266" y="288"/>
                      <a:pt x="266" y="288"/>
                      <a:pt x="266" y="288"/>
                    </a:cubicBezTo>
                    <a:cubicBezTo>
                      <a:pt x="245" y="288"/>
                      <a:pt x="245" y="288"/>
                      <a:pt x="245" y="288"/>
                    </a:cubicBezTo>
                    <a:cubicBezTo>
                      <a:pt x="245" y="384"/>
                      <a:pt x="245" y="384"/>
                      <a:pt x="245" y="384"/>
                    </a:cubicBezTo>
                    <a:cubicBezTo>
                      <a:pt x="245" y="390"/>
                      <a:pt x="240" y="394"/>
                      <a:pt x="234" y="394"/>
                    </a:cubicBezTo>
                    <a:cubicBezTo>
                      <a:pt x="228" y="394"/>
                      <a:pt x="224" y="390"/>
                      <a:pt x="224" y="384"/>
                    </a:cubicBezTo>
                    <a:cubicBezTo>
                      <a:pt x="224" y="288"/>
                      <a:pt x="224" y="288"/>
                      <a:pt x="224" y="288"/>
                    </a:cubicBezTo>
                    <a:cubicBezTo>
                      <a:pt x="218" y="288"/>
                      <a:pt x="213" y="283"/>
                      <a:pt x="213" y="277"/>
                    </a:cubicBezTo>
                    <a:cubicBezTo>
                      <a:pt x="213" y="192"/>
                      <a:pt x="213" y="192"/>
                      <a:pt x="213" y="192"/>
                    </a:cubicBezTo>
                    <a:cubicBezTo>
                      <a:pt x="213" y="186"/>
                      <a:pt x="218" y="181"/>
                      <a:pt x="224" y="181"/>
                    </a:cubicBezTo>
                    <a:cubicBezTo>
                      <a:pt x="288" y="181"/>
                      <a:pt x="288" y="181"/>
                      <a:pt x="288" y="181"/>
                    </a:cubicBezTo>
                    <a:cubicBezTo>
                      <a:pt x="294" y="181"/>
                      <a:pt x="298" y="186"/>
                      <a:pt x="298" y="192"/>
                    </a:cubicBezTo>
                    <a:lnTo>
                      <a:pt x="298" y="277"/>
                    </a:lnTo>
                    <a:close/>
                    <a:moveTo>
                      <a:pt x="405" y="277"/>
                    </a:moveTo>
                    <a:cubicBezTo>
                      <a:pt x="405" y="283"/>
                      <a:pt x="400" y="288"/>
                      <a:pt x="394" y="288"/>
                    </a:cubicBezTo>
                    <a:cubicBezTo>
                      <a:pt x="394" y="384"/>
                      <a:pt x="394" y="384"/>
                      <a:pt x="394" y="384"/>
                    </a:cubicBezTo>
                    <a:cubicBezTo>
                      <a:pt x="394" y="390"/>
                      <a:pt x="390" y="394"/>
                      <a:pt x="384" y="394"/>
                    </a:cubicBezTo>
                    <a:cubicBezTo>
                      <a:pt x="378" y="394"/>
                      <a:pt x="373" y="390"/>
                      <a:pt x="373" y="384"/>
                    </a:cubicBezTo>
                    <a:cubicBezTo>
                      <a:pt x="373" y="288"/>
                      <a:pt x="373" y="288"/>
                      <a:pt x="373" y="288"/>
                    </a:cubicBezTo>
                    <a:cubicBezTo>
                      <a:pt x="352" y="288"/>
                      <a:pt x="352" y="288"/>
                      <a:pt x="352" y="288"/>
                    </a:cubicBezTo>
                    <a:cubicBezTo>
                      <a:pt x="352" y="384"/>
                      <a:pt x="352" y="384"/>
                      <a:pt x="352" y="384"/>
                    </a:cubicBezTo>
                    <a:cubicBezTo>
                      <a:pt x="352" y="390"/>
                      <a:pt x="347" y="394"/>
                      <a:pt x="341" y="394"/>
                    </a:cubicBezTo>
                    <a:cubicBezTo>
                      <a:pt x="335" y="394"/>
                      <a:pt x="330" y="390"/>
                      <a:pt x="330" y="384"/>
                    </a:cubicBezTo>
                    <a:cubicBezTo>
                      <a:pt x="330" y="288"/>
                      <a:pt x="330" y="288"/>
                      <a:pt x="330" y="288"/>
                    </a:cubicBezTo>
                    <a:cubicBezTo>
                      <a:pt x="324" y="288"/>
                      <a:pt x="320" y="283"/>
                      <a:pt x="320" y="277"/>
                    </a:cubicBezTo>
                    <a:cubicBezTo>
                      <a:pt x="320" y="192"/>
                      <a:pt x="320" y="192"/>
                      <a:pt x="320" y="192"/>
                    </a:cubicBezTo>
                    <a:cubicBezTo>
                      <a:pt x="320" y="186"/>
                      <a:pt x="324" y="181"/>
                      <a:pt x="330" y="181"/>
                    </a:cubicBezTo>
                    <a:cubicBezTo>
                      <a:pt x="394" y="181"/>
                      <a:pt x="394" y="181"/>
                      <a:pt x="394" y="181"/>
                    </a:cubicBezTo>
                    <a:cubicBezTo>
                      <a:pt x="400" y="181"/>
                      <a:pt x="405" y="186"/>
                      <a:pt x="405" y="192"/>
                    </a:cubicBezTo>
                    <a:lnTo>
                      <a:pt x="405" y="27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a:ea typeface="+mn-ea"/>
                  <a:cs typeface="+mn-cs"/>
                </a:endParaRPr>
              </a:p>
            </p:txBody>
          </p:sp>
        </p:grpSp>
      </p:grpSp>
      <p:sp>
        <p:nvSpPr>
          <p:cNvPr id="68" name="Freeform: Shape 67">
            <a:extLst>
              <a:ext uri="{FF2B5EF4-FFF2-40B4-BE49-F238E27FC236}">
                <a16:creationId xmlns:a16="http://schemas.microsoft.com/office/drawing/2014/main" id="{37B1391D-A44C-4DA1-B7E2-73C1E4110429}"/>
              </a:ext>
            </a:extLst>
          </p:cNvPr>
          <p:cNvSpPr/>
          <p:nvPr/>
        </p:nvSpPr>
        <p:spPr>
          <a:xfrm>
            <a:off x="470906" y="3447829"/>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046A38"/>
          </a:solidFill>
          <a:ln>
            <a:solidFill>
              <a:srgbClr val="046A38"/>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Climate change mitigation </a:t>
            </a:r>
          </a:p>
        </p:txBody>
      </p:sp>
      <p:sp>
        <p:nvSpPr>
          <p:cNvPr id="69" name="Freeform: Shape 68">
            <a:extLst>
              <a:ext uri="{FF2B5EF4-FFF2-40B4-BE49-F238E27FC236}">
                <a16:creationId xmlns:a16="http://schemas.microsoft.com/office/drawing/2014/main" id="{BCEE0E65-6FA6-49B8-A96F-347966820AAA}"/>
              </a:ext>
            </a:extLst>
          </p:cNvPr>
          <p:cNvSpPr/>
          <p:nvPr/>
        </p:nvSpPr>
        <p:spPr>
          <a:xfrm>
            <a:off x="470906" y="3861895"/>
            <a:ext cx="2447952" cy="880354"/>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Project management support for implementing state action plan on climate change</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Development of market-based mechanisms for states</a:t>
            </a:r>
          </a:p>
        </p:txBody>
      </p:sp>
      <p:sp>
        <p:nvSpPr>
          <p:cNvPr id="70" name="Freeform: Shape 69">
            <a:extLst>
              <a:ext uri="{FF2B5EF4-FFF2-40B4-BE49-F238E27FC236}">
                <a16:creationId xmlns:a16="http://schemas.microsoft.com/office/drawing/2014/main" id="{A2345035-CEF0-4BC5-88FA-1D5466BE65E4}"/>
              </a:ext>
            </a:extLst>
          </p:cNvPr>
          <p:cNvSpPr/>
          <p:nvPr/>
        </p:nvSpPr>
        <p:spPr>
          <a:xfrm>
            <a:off x="3017936" y="4864798"/>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007680"/>
          </a:solidFill>
          <a:ln>
            <a:no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dirty="0">
                <a:ln>
                  <a:noFill/>
                </a:ln>
                <a:solidFill>
                  <a:prstClr val="white"/>
                </a:solidFill>
                <a:effectLst/>
                <a:uLnTx/>
                <a:uFillTx/>
                <a:latin typeface="Calibri"/>
                <a:ea typeface="+mn-ea"/>
                <a:cs typeface="+mn-cs"/>
              </a:rPr>
              <a:t>Utility demand side management</a:t>
            </a:r>
          </a:p>
        </p:txBody>
      </p:sp>
      <p:sp>
        <p:nvSpPr>
          <p:cNvPr id="71" name="Freeform: Shape 70">
            <a:extLst>
              <a:ext uri="{FF2B5EF4-FFF2-40B4-BE49-F238E27FC236}">
                <a16:creationId xmlns:a16="http://schemas.microsoft.com/office/drawing/2014/main" id="{EAE4E148-7596-44F3-A61F-595D96C3974B}"/>
              </a:ext>
            </a:extLst>
          </p:cNvPr>
          <p:cNvSpPr/>
          <p:nvPr/>
        </p:nvSpPr>
        <p:spPr>
          <a:xfrm>
            <a:off x="3017936" y="5297718"/>
            <a:ext cx="2447952" cy="904658"/>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Market assessment</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Impact assessment and scoping</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DSM design and support</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Capacity building programme</a:t>
            </a:r>
          </a:p>
        </p:txBody>
      </p:sp>
      <p:sp>
        <p:nvSpPr>
          <p:cNvPr id="72" name="Freeform: Shape 71">
            <a:extLst>
              <a:ext uri="{FF2B5EF4-FFF2-40B4-BE49-F238E27FC236}">
                <a16:creationId xmlns:a16="http://schemas.microsoft.com/office/drawing/2014/main" id="{BAB87246-85AB-48BD-A8D0-A6CCF09C6A73}"/>
              </a:ext>
            </a:extLst>
          </p:cNvPr>
          <p:cNvSpPr/>
          <p:nvPr/>
        </p:nvSpPr>
        <p:spPr>
          <a:xfrm>
            <a:off x="470602" y="4879366"/>
            <a:ext cx="2447952" cy="348574"/>
          </a:xfrm>
          <a:custGeom>
            <a:avLst/>
            <a:gdLst>
              <a:gd name="connsiteX0" fmla="*/ 0 w 1509858"/>
              <a:gd name="connsiteY0" fmla="*/ 0 h 172800"/>
              <a:gd name="connsiteX1" fmla="*/ 1509858 w 1509858"/>
              <a:gd name="connsiteY1" fmla="*/ 0 h 172800"/>
              <a:gd name="connsiteX2" fmla="*/ 1509858 w 1509858"/>
              <a:gd name="connsiteY2" fmla="*/ 172800 h 172800"/>
              <a:gd name="connsiteX3" fmla="*/ 0 w 1509858"/>
              <a:gd name="connsiteY3" fmla="*/ 172800 h 172800"/>
              <a:gd name="connsiteX4" fmla="*/ 0 w 1509858"/>
              <a:gd name="connsiteY4" fmla="*/ 0 h 172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2800">
                <a:moveTo>
                  <a:pt x="0" y="0"/>
                </a:moveTo>
                <a:lnTo>
                  <a:pt x="1509858" y="0"/>
                </a:lnTo>
                <a:lnTo>
                  <a:pt x="1509858" y="172800"/>
                </a:lnTo>
                <a:lnTo>
                  <a:pt x="0" y="172800"/>
                </a:lnTo>
                <a:lnTo>
                  <a:pt x="0" y="0"/>
                </a:lnTo>
                <a:close/>
              </a:path>
            </a:pathLst>
          </a:custGeom>
          <a:solidFill>
            <a:srgbClr val="43B02A"/>
          </a:solidFill>
          <a:ln>
            <a:solidFill>
              <a:srgbClr val="43B02A"/>
            </a:solidFill>
          </a:ln>
        </p:spPr>
        <p:style>
          <a:lnRef idx="2">
            <a:schemeClr val="accent3">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2672" tIns="24384" rIns="42672" bIns="24384" numCol="1" spcCol="1270" anchor="ctr" anchorCtr="0">
            <a:noAutofit/>
          </a:bodyPr>
          <a:lstStyle/>
          <a:p>
            <a:pPr marL="457200" marR="0" lvl="0" indent="0" algn="ctr" defTabSz="266700" rtl="0" eaLnBrk="1" fontAlgn="auto" latinLnBrk="0" hangingPunct="1">
              <a:lnSpc>
                <a:spcPct val="90000"/>
              </a:lnSpc>
              <a:spcBef>
                <a:spcPct val="0"/>
              </a:spcBef>
              <a:spcAft>
                <a:spcPct val="35000"/>
              </a:spcAft>
              <a:buClrTx/>
              <a:buSzTx/>
              <a:buFontTx/>
              <a:buNone/>
              <a:tabLst/>
              <a:defRPr/>
            </a:pPr>
            <a:r>
              <a:rPr kumimoji="0" lang="en-US" sz="1100" b="1" i="0" u="none" strike="noStrike" kern="1200" cap="none" spc="0" normalizeH="0" baseline="0" noProof="0">
                <a:ln>
                  <a:noFill/>
                </a:ln>
                <a:solidFill>
                  <a:prstClr val="white"/>
                </a:solidFill>
                <a:effectLst/>
                <a:uLnTx/>
                <a:uFillTx/>
                <a:latin typeface="Calibri"/>
                <a:ea typeface="+mn-ea"/>
                <a:cs typeface="+mn-cs"/>
              </a:rPr>
              <a:t>Industrial energy efficiency</a:t>
            </a:r>
          </a:p>
        </p:txBody>
      </p:sp>
      <p:sp>
        <p:nvSpPr>
          <p:cNvPr id="73" name="Freeform: Shape 72">
            <a:extLst>
              <a:ext uri="{FF2B5EF4-FFF2-40B4-BE49-F238E27FC236}">
                <a16:creationId xmlns:a16="http://schemas.microsoft.com/office/drawing/2014/main" id="{1655ED9E-8B0E-4D57-9147-C946246C5DB2}"/>
              </a:ext>
            </a:extLst>
          </p:cNvPr>
          <p:cNvSpPr/>
          <p:nvPr/>
        </p:nvSpPr>
        <p:spPr>
          <a:xfrm>
            <a:off x="470602" y="5312286"/>
            <a:ext cx="2447952" cy="904658"/>
          </a:xfrm>
          <a:custGeom>
            <a:avLst/>
            <a:gdLst>
              <a:gd name="connsiteX0" fmla="*/ 0 w 1509858"/>
              <a:gd name="connsiteY0" fmla="*/ 0 h 1799347"/>
              <a:gd name="connsiteX1" fmla="*/ 1509858 w 1509858"/>
              <a:gd name="connsiteY1" fmla="*/ 0 h 1799347"/>
              <a:gd name="connsiteX2" fmla="*/ 1509858 w 1509858"/>
              <a:gd name="connsiteY2" fmla="*/ 1799347 h 1799347"/>
              <a:gd name="connsiteX3" fmla="*/ 0 w 1509858"/>
              <a:gd name="connsiteY3" fmla="*/ 1799347 h 1799347"/>
              <a:gd name="connsiteX4" fmla="*/ 0 w 1509858"/>
              <a:gd name="connsiteY4" fmla="*/ 0 h 1799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858" h="1799347">
                <a:moveTo>
                  <a:pt x="0" y="0"/>
                </a:moveTo>
                <a:lnTo>
                  <a:pt x="1509858" y="0"/>
                </a:lnTo>
                <a:lnTo>
                  <a:pt x="1509858" y="1799347"/>
                </a:lnTo>
                <a:lnTo>
                  <a:pt x="0" y="1799347"/>
                </a:lnTo>
                <a:lnTo>
                  <a:pt x="0" y="0"/>
                </a:ln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32004" tIns="32004" rIns="42672" bIns="48006" numCol="1" spcCol="1270" anchor="t" anchorCtr="0">
            <a:noAutofit/>
          </a:bodyPr>
          <a:lstStyle/>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Energy cost optimization and project implementation</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PAT facilitation and support</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Energy Efficiency benchmarking</a:t>
            </a:r>
          </a:p>
          <a:p>
            <a:pPr marL="169863" marR="0" lvl="1" indent="-169863" algn="l" defTabSz="266700" rtl="0" eaLnBrk="1" fontAlgn="auto" latinLnBrk="0" hangingPunct="1">
              <a:lnSpc>
                <a:spcPct val="90000"/>
              </a:lnSpc>
              <a:spcBef>
                <a:spcPct val="0"/>
              </a:spcBef>
              <a:spcAft>
                <a:spcPts val="300"/>
              </a:spcAft>
              <a:buClrTx/>
              <a:buSzTx/>
              <a:buFontTx/>
              <a:buChar char="•"/>
              <a:tabLst/>
              <a:defRPr/>
            </a:pPr>
            <a:r>
              <a:rPr kumimoji="0" lang="en-US" sz="1000" b="0" i="0" u="none" strike="noStrike" kern="1200" cap="none" spc="0" normalizeH="0" baseline="0" noProof="0">
                <a:ln>
                  <a:noFill/>
                </a:ln>
                <a:solidFill>
                  <a:prstClr val="black">
                    <a:hueOff val="0"/>
                    <a:satOff val="0"/>
                    <a:lumOff val="0"/>
                    <a:alphaOff val="0"/>
                  </a:prstClr>
                </a:solidFill>
                <a:effectLst/>
                <a:uLnTx/>
                <a:uFillTx/>
                <a:latin typeface="Calibri"/>
                <a:ea typeface="+mn-ea"/>
                <a:cs typeface="+mn-cs"/>
              </a:rPr>
              <a:t>Renewable options </a:t>
            </a:r>
          </a:p>
        </p:txBody>
      </p:sp>
      <p:grpSp>
        <p:nvGrpSpPr>
          <p:cNvPr id="74" name="Group 73">
            <a:extLst>
              <a:ext uri="{FF2B5EF4-FFF2-40B4-BE49-F238E27FC236}">
                <a16:creationId xmlns:a16="http://schemas.microsoft.com/office/drawing/2014/main" id="{84146181-3469-43DA-8D87-5A73A8710D11}"/>
              </a:ext>
            </a:extLst>
          </p:cNvPr>
          <p:cNvGrpSpPr/>
          <p:nvPr/>
        </p:nvGrpSpPr>
        <p:grpSpPr>
          <a:xfrm>
            <a:off x="520944" y="3466726"/>
            <a:ext cx="315108" cy="315109"/>
            <a:chOff x="5336244" y="2532032"/>
            <a:chExt cx="582898" cy="582898"/>
          </a:xfrm>
        </p:grpSpPr>
        <p:sp>
          <p:nvSpPr>
            <p:cNvPr id="75" name="Freeform 880">
              <a:extLst>
                <a:ext uri="{FF2B5EF4-FFF2-40B4-BE49-F238E27FC236}">
                  <a16:creationId xmlns:a16="http://schemas.microsoft.com/office/drawing/2014/main" id="{62F8A769-0A3D-48A8-A808-493DF72F4CA6}"/>
                </a:ext>
              </a:extLst>
            </p:cNvPr>
            <p:cNvSpPr>
              <a:spLocks noEditPoints="1"/>
            </p:cNvSpPr>
            <p:nvPr/>
          </p:nvSpPr>
          <p:spPr bwMode="auto">
            <a:xfrm>
              <a:off x="5505970" y="2641754"/>
              <a:ext cx="241731" cy="363454"/>
            </a:xfrm>
            <a:custGeom>
              <a:avLst/>
              <a:gdLst>
                <a:gd name="T0" fmla="*/ 124 w 213"/>
                <a:gd name="T1" fmla="*/ 238 h 320"/>
                <a:gd name="T2" fmla="*/ 117 w 213"/>
                <a:gd name="T3" fmla="*/ 178 h 320"/>
                <a:gd name="T4" fmla="*/ 169 w 213"/>
                <a:gd name="T5" fmla="*/ 191 h 320"/>
                <a:gd name="T6" fmla="*/ 159 w 213"/>
                <a:gd name="T7" fmla="*/ 122 h 320"/>
                <a:gd name="T8" fmla="*/ 201 w 213"/>
                <a:gd name="T9" fmla="*/ 101 h 320"/>
                <a:gd name="T10" fmla="*/ 185 w 213"/>
                <a:gd name="T11" fmla="*/ 53 h 320"/>
                <a:gd name="T12" fmla="*/ 140 w 213"/>
                <a:gd name="T13" fmla="*/ 60 h 320"/>
                <a:gd name="T14" fmla="*/ 107 w 213"/>
                <a:gd name="T15" fmla="*/ 0 h 320"/>
                <a:gd name="T16" fmla="*/ 74 w 213"/>
                <a:gd name="T17" fmla="*/ 60 h 320"/>
                <a:gd name="T18" fmla="*/ 28 w 213"/>
                <a:gd name="T19" fmla="*/ 53 h 320"/>
                <a:gd name="T20" fmla="*/ 13 w 213"/>
                <a:gd name="T21" fmla="*/ 102 h 320"/>
                <a:gd name="T22" fmla="*/ 54 w 213"/>
                <a:gd name="T23" fmla="*/ 123 h 320"/>
                <a:gd name="T24" fmla="*/ 33 w 213"/>
                <a:gd name="T25" fmla="*/ 164 h 320"/>
                <a:gd name="T26" fmla="*/ 61 w 213"/>
                <a:gd name="T27" fmla="*/ 196 h 320"/>
                <a:gd name="T28" fmla="*/ 96 w 213"/>
                <a:gd name="T29" fmla="*/ 178 h 320"/>
                <a:gd name="T30" fmla="*/ 89 w 213"/>
                <a:gd name="T31" fmla="*/ 237 h 320"/>
                <a:gd name="T32" fmla="*/ 0 w 213"/>
                <a:gd name="T33" fmla="*/ 224 h 320"/>
                <a:gd name="T34" fmla="*/ 101 w 213"/>
                <a:gd name="T35" fmla="*/ 320 h 320"/>
                <a:gd name="T36" fmla="*/ 185 w 213"/>
                <a:gd name="T37" fmla="*/ 296 h 320"/>
                <a:gd name="T38" fmla="*/ 204 w 213"/>
                <a:gd name="T39" fmla="*/ 213 h 320"/>
                <a:gd name="T40" fmla="*/ 102 w 213"/>
                <a:gd name="T41" fmla="*/ 78 h 320"/>
                <a:gd name="T42" fmla="*/ 123 w 213"/>
                <a:gd name="T43" fmla="*/ 83 h 320"/>
                <a:gd name="T44" fmla="*/ 111 w 213"/>
                <a:gd name="T45" fmla="*/ 132 h 320"/>
                <a:gd name="T46" fmla="*/ 80 w 213"/>
                <a:gd name="T47" fmla="*/ 110 h 320"/>
                <a:gd name="T48" fmla="*/ 157 w 213"/>
                <a:gd name="T49" fmla="*/ 174 h 320"/>
                <a:gd name="T50" fmla="*/ 126 w 213"/>
                <a:gd name="T51" fmla="*/ 150 h 320"/>
                <a:gd name="T52" fmla="*/ 152 w 213"/>
                <a:gd name="T53" fmla="*/ 146 h 320"/>
                <a:gd name="T54" fmla="*/ 159 w 213"/>
                <a:gd name="T55" fmla="*/ 74 h 320"/>
                <a:gd name="T56" fmla="*/ 187 w 213"/>
                <a:gd name="T57" fmla="*/ 79 h 320"/>
                <a:gd name="T58" fmla="*/ 167 w 213"/>
                <a:gd name="T59" fmla="*/ 99 h 320"/>
                <a:gd name="T60" fmla="*/ 148 w 213"/>
                <a:gd name="T61" fmla="*/ 80 h 320"/>
                <a:gd name="T62" fmla="*/ 107 w 213"/>
                <a:gd name="T63" fmla="*/ 21 h 320"/>
                <a:gd name="T64" fmla="*/ 118 w 213"/>
                <a:gd name="T65" fmla="*/ 58 h 320"/>
                <a:gd name="T66" fmla="*/ 96 w 213"/>
                <a:gd name="T67" fmla="*/ 58 h 320"/>
                <a:gd name="T68" fmla="*/ 107 w 213"/>
                <a:gd name="T69" fmla="*/ 21 h 320"/>
                <a:gd name="T70" fmla="*/ 26 w 213"/>
                <a:gd name="T71" fmla="*/ 79 h 320"/>
                <a:gd name="T72" fmla="*/ 54 w 213"/>
                <a:gd name="T73" fmla="*/ 75 h 320"/>
                <a:gd name="T74" fmla="*/ 58 w 213"/>
                <a:gd name="T75" fmla="*/ 101 h 320"/>
                <a:gd name="T76" fmla="*/ 29 w 213"/>
                <a:gd name="T77" fmla="*/ 89 h 320"/>
                <a:gd name="T78" fmla="*/ 57 w 213"/>
                <a:gd name="T79" fmla="*/ 174 h 320"/>
                <a:gd name="T80" fmla="*/ 61 w 213"/>
                <a:gd name="T81" fmla="*/ 146 h 320"/>
                <a:gd name="T82" fmla="*/ 78 w 213"/>
                <a:gd name="T83" fmla="*/ 145 h 320"/>
                <a:gd name="T84" fmla="*/ 82 w 213"/>
                <a:gd name="T85" fmla="*/ 161 h 320"/>
                <a:gd name="T86" fmla="*/ 42 w 213"/>
                <a:gd name="T87" fmla="*/ 279 h 320"/>
                <a:gd name="T88" fmla="*/ 75 w 213"/>
                <a:gd name="T89" fmla="*/ 253 h 320"/>
                <a:gd name="T90" fmla="*/ 42 w 213"/>
                <a:gd name="T91" fmla="*/ 279 h 320"/>
                <a:gd name="T92" fmla="*/ 118 w 213"/>
                <a:gd name="T93" fmla="*/ 298 h 320"/>
                <a:gd name="T94" fmla="*/ 192 w 213"/>
                <a:gd name="T95" fmla="*/ 2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3" h="320">
                  <a:moveTo>
                    <a:pt x="204" y="213"/>
                  </a:moveTo>
                  <a:cubicBezTo>
                    <a:pt x="202" y="213"/>
                    <a:pt x="155" y="209"/>
                    <a:pt x="124" y="238"/>
                  </a:cubicBezTo>
                  <a:cubicBezTo>
                    <a:pt x="121" y="240"/>
                    <a:pt x="119" y="242"/>
                    <a:pt x="117" y="244"/>
                  </a:cubicBezTo>
                  <a:cubicBezTo>
                    <a:pt x="117" y="178"/>
                    <a:pt x="117" y="178"/>
                    <a:pt x="117" y="178"/>
                  </a:cubicBezTo>
                  <a:cubicBezTo>
                    <a:pt x="127" y="190"/>
                    <a:pt x="140" y="196"/>
                    <a:pt x="152" y="196"/>
                  </a:cubicBezTo>
                  <a:cubicBezTo>
                    <a:pt x="158" y="196"/>
                    <a:pt x="164" y="194"/>
                    <a:pt x="169" y="191"/>
                  </a:cubicBezTo>
                  <a:cubicBezTo>
                    <a:pt x="185" y="179"/>
                    <a:pt x="185" y="154"/>
                    <a:pt x="170" y="133"/>
                  </a:cubicBezTo>
                  <a:cubicBezTo>
                    <a:pt x="167" y="129"/>
                    <a:pt x="163" y="125"/>
                    <a:pt x="159" y="122"/>
                  </a:cubicBezTo>
                  <a:cubicBezTo>
                    <a:pt x="164" y="122"/>
                    <a:pt x="169" y="121"/>
                    <a:pt x="174" y="119"/>
                  </a:cubicBezTo>
                  <a:cubicBezTo>
                    <a:pt x="185" y="116"/>
                    <a:pt x="194" y="109"/>
                    <a:pt x="201" y="101"/>
                  </a:cubicBezTo>
                  <a:cubicBezTo>
                    <a:pt x="208" y="92"/>
                    <a:pt x="210" y="82"/>
                    <a:pt x="207" y="72"/>
                  </a:cubicBezTo>
                  <a:cubicBezTo>
                    <a:pt x="204" y="63"/>
                    <a:pt x="196" y="56"/>
                    <a:pt x="185" y="53"/>
                  </a:cubicBezTo>
                  <a:cubicBezTo>
                    <a:pt x="175" y="50"/>
                    <a:pt x="163" y="50"/>
                    <a:pt x="152" y="54"/>
                  </a:cubicBezTo>
                  <a:cubicBezTo>
                    <a:pt x="148" y="56"/>
                    <a:pt x="143" y="58"/>
                    <a:pt x="140" y="60"/>
                  </a:cubicBezTo>
                  <a:cubicBezTo>
                    <a:pt x="141" y="55"/>
                    <a:pt x="141" y="51"/>
                    <a:pt x="141" y="46"/>
                  </a:cubicBezTo>
                  <a:cubicBezTo>
                    <a:pt x="141" y="20"/>
                    <a:pt x="126" y="0"/>
                    <a:pt x="107" y="0"/>
                  </a:cubicBezTo>
                  <a:cubicBezTo>
                    <a:pt x="87" y="0"/>
                    <a:pt x="72" y="20"/>
                    <a:pt x="72" y="46"/>
                  </a:cubicBezTo>
                  <a:cubicBezTo>
                    <a:pt x="72" y="51"/>
                    <a:pt x="73" y="56"/>
                    <a:pt x="74" y="60"/>
                  </a:cubicBezTo>
                  <a:cubicBezTo>
                    <a:pt x="70" y="58"/>
                    <a:pt x="65" y="56"/>
                    <a:pt x="61" y="54"/>
                  </a:cubicBezTo>
                  <a:cubicBezTo>
                    <a:pt x="50" y="51"/>
                    <a:pt x="38" y="50"/>
                    <a:pt x="28" y="53"/>
                  </a:cubicBezTo>
                  <a:cubicBezTo>
                    <a:pt x="17" y="56"/>
                    <a:pt x="9" y="63"/>
                    <a:pt x="6" y="73"/>
                  </a:cubicBezTo>
                  <a:cubicBezTo>
                    <a:pt x="3" y="82"/>
                    <a:pt x="5" y="93"/>
                    <a:pt x="13" y="102"/>
                  </a:cubicBezTo>
                  <a:cubicBezTo>
                    <a:pt x="19" y="110"/>
                    <a:pt x="28" y="116"/>
                    <a:pt x="40" y="120"/>
                  </a:cubicBezTo>
                  <a:cubicBezTo>
                    <a:pt x="44" y="121"/>
                    <a:pt x="49" y="122"/>
                    <a:pt x="54" y="123"/>
                  </a:cubicBezTo>
                  <a:cubicBezTo>
                    <a:pt x="50" y="126"/>
                    <a:pt x="47" y="129"/>
                    <a:pt x="44" y="133"/>
                  </a:cubicBezTo>
                  <a:cubicBezTo>
                    <a:pt x="37" y="143"/>
                    <a:pt x="33" y="154"/>
                    <a:pt x="33" y="164"/>
                  </a:cubicBezTo>
                  <a:cubicBezTo>
                    <a:pt x="32" y="175"/>
                    <a:pt x="37" y="185"/>
                    <a:pt x="45" y="191"/>
                  </a:cubicBezTo>
                  <a:cubicBezTo>
                    <a:pt x="49" y="195"/>
                    <a:pt x="55" y="196"/>
                    <a:pt x="61" y="196"/>
                  </a:cubicBezTo>
                  <a:cubicBezTo>
                    <a:pt x="66" y="196"/>
                    <a:pt x="70" y="196"/>
                    <a:pt x="74" y="194"/>
                  </a:cubicBezTo>
                  <a:cubicBezTo>
                    <a:pt x="82" y="191"/>
                    <a:pt x="90" y="185"/>
                    <a:pt x="96" y="178"/>
                  </a:cubicBezTo>
                  <a:cubicBezTo>
                    <a:pt x="96" y="244"/>
                    <a:pt x="96" y="244"/>
                    <a:pt x="96" y="244"/>
                  </a:cubicBezTo>
                  <a:cubicBezTo>
                    <a:pt x="94" y="241"/>
                    <a:pt x="92" y="239"/>
                    <a:pt x="89" y="237"/>
                  </a:cubicBezTo>
                  <a:cubicBezTo>
                    <a:pt x="58" y="208"/>
                    <a:pt x="11" y="213"/>
                    <a:pt x="10" y="213"/>
                  </a:cubicBezTo>
                  <a:cubicBezTo>
                    <a:pt x="4" y="214"/>
                    <a:pt x="0" y="218"/>
                    <a:pt x="0" y="224"/>
                  </a:cubicBezTo>
                  <a:cubicBezTo>
                    <a:pt x="0" y="254"/>
                    <a:pt x="9" y="278"/>
                    <a:pt x="28" y="294"/>
                  </a:cubicBezTo>
                  <a:cubicBezTo>
                    <a:pt x="52" y="317"/>
                    <a:pt x="86" y="320"/>
                    <a:pt x="101" y="320"/>
                  </a:cubicBezTo>
                  <a:cubicBezTo>
                    <a:pt x="104" y="320"/>
                    <a:pt x="111" y="320"/>
                    <a:pt x="114" y="320"/>
                  </a:cubicBezTo>
                  <a:cubicBezTo>
                    <a:pt x="130" y="320"/>
                    <a:pt x="162" y="317"/>
                    <a:pt x="185" y="296"/>
                  </a:cubicBezTo>
                  <a:cubicBezTo>
                    <a:pt x="204" y="279"/>
                    <a:pt x="213" y="255"/>
                    <a:pt x="213" y="224"/>
                  </a:cubicBezTo>
                  <a:cubicBezTo>
                    <a:pt x="213" y="218"/>
                    <a:pt x="209" y="213"/>
                    <a:pt x="204" y="213"/>
                  </a:cubicBezTo>
                  <a:close/>
                  <a:moveTo>
                    <a:pt x="84" y="89"/>
                  </a:moveTo>
                  <a:cubicBezTo>
                    <a:pt x="89" y="83"/>
                    <a:pt x="95" y="80"/>
                    <a:pt x="102" y="78"/>
                  </a:cubicBezTo>
                  <a:cubicBezTo>
                    <a:pt x="104" y="78"/>
                    <a:pt x="105" y="78"/>
                    <a:pt x="107" y="78"/>
                  </a:cubicBezTo>
                  <a:cubicBezTo>
                    <a:pt x="112" y="78"/>
                    <a:pt x="118" y="80"/>
                    <a:pt x="123" y="83"/>
                  </a:cubicBezTo>
                  <a:cubicBezTo>
                    <a:pt x="135" y="92"/>
                    <a:pt x="138" y="109"/>
                    <a:pt x="129" y="121"/>
                  </a:cubicBezTo>
                  <a:cubicBezTo>
                    <a:pt x="125" y="127"/>
                    <a:pt x="118" y="131"/>
                    <a:pt x="111" y="132"/>
                  </a:cubicBezTo>
                  <a:cubicBezTo>
                    <a:pt x="104" y="134"/>
                    <a:pt x="97" y="132"/>
                    <a:pt x="91" y="128"/>
                  </a:cubicBezTo>
                  <a:cubicBezTo>
                    <a:pt x="85" y="123"/>
                    <a:pt x="81" y="117"/>
                    <a:pt x="80" y="110"/>
                  </a:cubicBezTo>
                  <a:cubicBezTo>
                    <a:pt x="78" y="103"/>
                    <a:pt x="80" y="95"/>
                    <a:pt x="84" y="89"/>
                  </a:cubicBezTo>
                  <a:close/>
                  <a:moveTo>
                    <a:pt x="157" y="174"/>
                  </a:moveTo>
                  <a:cubicBezTo>
                    <a:pt x="152" y="177"/>
                    <a:pt x="140" y="172"/>
                    <a:pt x="131" y="161"/>
                  </a:cubicBezTo>
                  <a:cubicBezTo>
                    <a:pt x="129" y="158"/>
                    <a:pt x="127" y="154"/>
                    <a:pt x="126" y="150"/>
                  </a:cubicBezTo>
                  <a:cubicBezTo>
                    <a:pt x="133" y="147"/>
                    <a:pt x="139" y="143"/>
                    <a:pt x="143" y="137"/>
                  </a:cubicBezTo>
                  <a:cubicBezTo>
                    <a:pt x="147" y="139"/>
                    <a:pt x="150" y="142"/>
                    <a:pt x="152" y="146"/>
                  </a:cubicBezTo>
                  <a:cubicBezTo>
                    <a:pt x="161" y="157"/>
                    <a:pt x="161" y="170"/>
                    <a:pt x="157" y="174"/>
                  </a:cubicBezTo>
                  <a:close/>
                  <a:moveTo>
                    <a:pt x="159" y="74"/>
                  </a:moveTo>
                  <a:cubicBezTo>
                    <a:pt x="166" y="72"/>
                    <a:pt x="173" y="72"/>
                    <a:pt x="179" y="73"/>
                  </a:cubicBezTo>
                  <a:cubicBezTo>
                    <a:pt x="181" y="74"/>
                    <a:pt x="186" y="75"/>
                    <a:pt x="187" y="79"/>
                  </a:cubicBezTo>
                  <a:cubicBezTo>
                    <a:pt x="188" y="82"/>
                    <a:pt x="185" y="87"/>
                    <a:pt x="184" y="88"/>
                  </a:cubicBezTo>
                  <a:cubicBezTo>
                    <a:pt x="180" y="93"/>
                    <a:pt x="174" y="97"/>
                    <a:pt x="167" y="99"/>
                  </a:cubicBezTo>
                  <a:cubicBezTo>
                    <a:pt x="163" y="101"/>
                    <a:pt x="159" y="101"/>
                    <a:pt x="155" y="101"/>
                  </a:cubicBezTo>
                  <a:cubicBezTo>
                    <a:pt x="154" y="94"/>
                    <a:pt x="152" y="86"/>
                    <a:pt x="148" y="80"/>
                  </a:cubicBezTo>
                  <a:cubicBezTo>
                    <a:pt x="151" y="78"/>
                    <a:pt x="155" y="76"/>
                    <a:pt x="159" y="74"/>
                  </a:cubicBezTo>
                  <a:close/>
                  <a:moveTo>
                    <a:pt x="107" y="21"/>
                  </a:moveTo>
                  <a:cubicBezTo>
                    <a:pt x="113" y="21"/>
                    <a:pt x="120" y="32"/>
                    <a:pt x="120" y="46"/>
                  </a:cubicBezTo>
                  <a:cubicBezTo>
                    <a:pt x="120" y="50"/>
                    <a:pt x="119" y="54"/>
                    <a:pt x="118" y="58"/>
                  </a:cubicBezTo>
                  <a:cubicBezTo>
                    <a:pt x="112" y="57"/>
                    <a:pt x="105" y="56"/>
                    <a:pt x="99" y="57"/>
                  </a:cubicBezTo>
                  <a:cubicBezTo>
                    <a:pt x="98" y="58"/>
                    <a:pt x="97" y="58"/>
                    <a:pt x="96" y="58"/>
                  </a:cubicBezTo>
                  <a:cubicBezTo>
                    <a:pt x="94" y="54"/>
                    <a:pt x="94" y="50"/>
                    <a:pt x="94" y="46"/>
                  </a:cubicBezTo>
                  <a:cubicBezTo>
                    <a:pt x="94" y="32"/>
                    <a:pt x="101" y="21"/>
                    <a:pt x="107" y="21"/>
                  </a:cubicBezTo>
                  <a:close/>
                  <a:moveTo>
                    <a:pt x="29" y="89"/>
                  </a:moveTo>
                  <a:cubicBezTo>
                    <a:pt x="28" y="87"/>
                    <a:pt x="25" y="83"/>
                    <a:pt x="26" y="79"/>
                  </a:cubicBezTo>
                  <a:cubicBezTo>
                    <a:pt x="27" y="76"/>
                    <a:pt x="32" y="74"/>
                    <a:pt x="34" y="74"/>
                  </a:cubicBezTo>
                  <a:cubicBezTo>
                    <a:pt x="40" y="72"/>
                    <a:pt x="47" y="72"/>
                    <a:pt x="54" y="75"/>
                  </a:cubicBezTo>
                  <a:cubicBezTo>
                    <a:pt x="58" y="76"/>
                    <a:pt x="62" y="78"/>
                    <a:pt x="65" y="80"/>
                  </a:cubicBezTo>
                  <a:cubicBezTo>
                    <a:pt x="61" y="87"/>
                    <a:pt x="59" y="94"/>
                    <a:pt x="58" y="101"/>
                  </a:cubicBezTo>
                  <a:cubicBezTo>
                    <a:pt x="54" y="101"/>
                    <a:pt x="50" y="101"/>
                    <a:pt x="46" y="100"/>
                  </a:cubicBezTo>
                  <a:cubicBezTo>
                    <a:pt x="39" y="97"/>
                    <a:pt x="33" y="93"/>
                    <a:pt x="29" y="89"/>
                  </a:cubicBezTo>
                  <a:close/>
                  <a:moveTo>
                    <a:pt x="67" y="174"/>
                  </a:moveTo>
                  <a:cubicBezTo>
                    <a:pt x="65" y="175"/>
                    <a:pt x="60" y="176"/>
                    <a:pt x="57" y="174"/>
                  </a:cubicBezTo>
                  <a:cubicBezTo>
                    <a:pt x="54" y="172"/>
                    <a:pt x="54" y="167"/>
                    <a:pt x="54" y="165"/>
                  </a:cubicBezTo>
                  <a:cubicBezTo>
                    <a:pt x="54" y="159"/>
                    <a:pt x="57" y="152"/>
                    <a:pt x="61" y="146"/>
                  </a:cubicBezTo>
                  <a:cubicBezTo>
                    <a:pt x="64" y="142"/>
                    <a:pt x="67" y="140"/>
                    <a:pt x="70" y="137"/>
                  </a:cubicBezTo>
                  <a:cubicBezTo>
                    <a:pt x="72" y="140"/>
                    <a:pt x="75" y="143"/>
                    <a:pt x="78" y="145"/>
                  </a:cubicBezTo>
                  <a:cubicBezTo>
                    <a:pt x="81" y="147"/>
                    <a:pt x="84" y="149"/>
                    <a:pt x="88" y="150"/>
                  </a:cubicBezTo>
                  <a:cubicBezTo>
                    <a:pt x="87" y="154"/>
                    <a:pt x="85" y="158"/>
                    <a:pt x="82" y="161"/>
                  </a:cubicBezTo>
                  <a:cubicBezTo>
                    <a:pt x="78" y="167"/>
                    <a:pt x="73" y="172"/>
                    <a:pt x="67" y="174"/>
                  </a:cubicBezTo>
                  <a:close/>
                  <a:moveTo>
                    <a:pt x="42" y="279"/>
                  </a:moveTo>
                  <a:cubicBezTo>
                    <a:pt x="30" y="268"/>
                    <a:pt x="24" y="253"/>
                    <a:pt x="22" y="234"/>
                  </a:cubicBezTo>
                  <a:cubicBezTo>
                    <a:pt x="35" y="234"/>
                    <a:pt x="58" y="238"/>
                    <a:pt x="75" y="253"/>
                  </a:cubicBezTo>
                  <a:cubicBezTo>
                    <a:pt x="87" y="263"/>
                    <a:pt x="94" y="279"/>
                    <a:pt x="96" y="298"/>
                  </a:cubicBezTo>
                  <a:cubicBezTo>
                    <a:pt x="82" y="298"/>
                    <a:pt x="59" y="294"/>
                    <a:pt x="42" y="279"/>
                  </a:cubicBezTo>
                  <a:close/>
                  <a:moveTo>
                    <a:pt x="171" y="280"/>
                  </a:moveTo>
                  <a:cubicBezTo>
                    <a:pt x="154" y="295"/>
                    <a:pt x="131" y="298"/>
                    <a:pt x="118" y="298"/>
                  </a:cubicBezTo>
                  <a:cubicBezTo>
                    <a:pt x="120" y="279"/>
                    <a:pt x="126" y="264"/>
                    <a:pt x="138" y="254"/>
                  </a:cubicBezTo>
                  <a:cubicBezTo>
                    <a:pt x="155" y="238"/>
                    <a:pt x="178" y="235"/>
                    <a:pt x="192" y="234"/>
                  </a:cubicBezTo>
                  <a:cubicBezTo>
                    <a:pt x="190" y="254"/>
                    <a:pt x="183" y="269"/>
                    <a:pt x="171" y="28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76" name="Freeform 881">
              <a:extLst>
                <a:ext uri="{FF2B5EF4-FFF2-40B4-BE49-F238E27FC236}">
                  <a16:creationId xmlns:a16="http://schemas.microsoft.com/office/drawing/2014/main" id="{42F4384F-1B0A-47CF-B3DF-8D43EE6826AF}"/>
                </a:ext>
              </a:extLst>
            </p:cNvPr>
            <p:cNvSpPr>
              <a:spLocks noEditPoints="1"/>
            </p:cNvSpPr>
            <p:nvPr/>
          </p:nvSpPr>
          <p:spPr bwMode="auto">
            <a:xfrm>
              <a:off x="5336244" y="2532032"/>
              <a:ext cx="582898" cy="582898"/>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grpSp>
        <p:nvGrpSpPr>
          <p:cNvPr id="77" name="Group 76">
            <a:extLst>
              <a:ext uri="{FF2B5EF4-FFF2-40B4-BE49-F238E27FC236}">
                <a16:creationId xmlns:a16="http://schemas.microsoft.com/office/drawing/2014/main" id="{FADC9C7E-6DA0-4C61-BD90-4A0A0442BC97}"/>
              </a:ext>
            </a:extLst>
          </p:cNvPr>
          <p:cNvGrpSpPr/>
          <p:nvPr/>
        </p:nvGrpSpPr>
        <p:grpSpPr>
          <a:xfrm>
            <a:off x="3052224" y="3460305"/>
            <a:ext cx="321511" cy="321512"/>
            <a:chOff x="6234720" y="2038996"/>
            <a:chExt cx="559967" cy="559967"/>
          </a:xfrm>
        </p:grpSpPr>
        <p:sp>
          <p:nvSpPr>
            <p:cNvPr id="78" name="Freeform 318">
              <a:extLst>
                <a:ext uri="{FF2B5EF4-FFF2-40B4-BE49-F238E27FC236}">
                  <a16:creationId xmlns:a16="http://schemas.microsoft.com/office/drawing/2014/main" id="{0C30D0E5-3924-41BE-9B45-C2111AA60239}"/>
                </a:ext>
              </a:extLst>
            </p:cNvPr>
            <p:cNvSpPr>
              <a:spLocks noEditPoints="1"/>
            </p:cNvSpPr>
            <p:nvPr/>
          </p:nvSpPr>
          <p:spPr bwMode="auto">
            <a:xfrm>
              <a:off x="6420827" y="2284393"/>
              <a:ext cx="69172" cy="69172"/>
            </a:xfrm>
            <a:custGeom>
              <a:avLst/>
              <a:gdLst>
                <a:gd name="T0" fmla="*/ 54 w 64"/>
                <a:gd name="T1" fmla="*/ 0 h 64"/>
                <a:gd name="T2" fmla="*/ 11 w 64"/>
                <a:gd name="T3" fmla="*/ 0 h 64"/>
                <a:gd name="T4" fmla="*/ 0 w 64"/>
                <a:gd name="T5" fmla="*/ 10 h 64"/>
                <a:gd name="T6" fmla="*/ 0 w 64"/>
                <a:gd name="T7" fmla="*/ 53 h 64"/>
                <a:gd name="T8" fmla="*/ 11 w 64"/>
                <a:gd name="T9" fmla="*/ 64 h 64"/>
                <a:gd name="T10" fmla="*/ 54 w 64"/>
                <a:gd name="T11" fmla="*/ 64 h 64"/>
                <a:gd name="T12" fmla="*/ 64 w 64"/>
                <a:gd name="T13" fmla="*/ 53 h 64"/>
                <a:gd name="T14" fmla="*/ 64 w 64"/>
                <a:gd name="T15" fmla="*/ 10 h 64"/>
                <a:gd name="T16" fmla="*/ 54 w 64"/>
                <a:gd name="T17" fmla="*/ 0 h 64"/>
                <a:gd name="T18" fmla="*/ 43 w 64"/>
                <a:gd name="T19" fmla="*/ 42 h 64"/>
                <a:gd name="T20" fmla="*/ 22 w 64"/>
                <a:gd name="T21" fmla="*/ 42 h 64"/>
                <a:gd name="T22" fmla="*/ 22 w 64"/>
                <a:gd name="T23" fmla="*/ 21 h 64"/>
                <a:gd name="T24" fmla="*/ 43 w 64"/>
                <a:gd name="T25" fmla="*/ 21 h 64"/>
                <a:gd name="T26" fmla="*/ 43 w 64"/>
                <a:gd name="T2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54" y="0"/>
                  </a:moveTo>
                  <a:cubicBezTo>
                    <a:pt x="11" y="0"/>
                    <a:pt x="11" y="0"/>
                    <a:pt x="11" y="0"/>
                  </a:cubicBezTo>
                  <a:cubicBezTo>
                    <a:pt x="5" y="0"/>
                    <a:pt x="0" y="4"/>
                    <a:pt x="0" y="10"/>
                  </a:cubicBezTo>
                  <a:cubicBezTo>
                    <a:pt x="0" y="53"/>
                    <a:pt x="0" y="53"/>
                    <a:pt x="0" y="53"/>
                  </a:cubicBezTo>
                  <a:cubicBezTo>
                    <a:pt x="0" y="59"/>
                    <a:pt x="5" y="64"/>
                    <a:pt x="11" y="64"/>
                  </a:cubicBezTo>
                  <a:cubicBezTo>
                    <a:pt x="54" y="64"/>
                    <a:pt x="54" y="64"/>
                    <a:pt x="54" y="64"/>
                  </a:cubicBezTo>
                  <a:cubicBezTo>
                    <a:pt x="60" y="64"/>
                    <a:pt x="64" y="59"/>
                    <a:pt x="64" y="53"/>
                  </a:cubicBezTo>
                  <a:cubicBezTo>
                    <a:pt x="64" y="10"/>
                    <a:pt x="64" y="10"/>
                    <a:pt x="64" y="10"/>
                  </a:cubicBezTo>
                  <a:cubicBezTo>
                    <a:pt x="64" y="4"/>
                    <a:pt x="60" y="0"/>
                    <a:pt x="54" y="0"/>
                  </a:cubicBezTo>
                  <a:close/>
                  <a:moveTo>
                    <a:pt x="43" y="42"/>
                  </a:moveTo>
                  <a:cubicBezTo>
                    <a:pt x="22" y="42"/>
                    <a:pt x="22" y="42"/>
                    <a:pt x="22" y="42"/>
                  </a:cubicBezTo>
                  <a:cubicBezTo>
                    <a:pt x="22" y="21"/>
                    <a:pt x="22" y="21"/>
                    <a:pt x="22" y="21"/>
                  </a:cubicBezTo>
                  <a:cubicBezTo>
                    <a:pt x="43" y="21"/>
                    <a:pt x="43" y="21"/>
                    <a:pt x="43" y="21"/>
                  </a:cubicBezTo>
                  <a:lnTo>
                    <a:pt x="43" y="42"/>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79" name="Freeform 319">
              <a:extLst>
                <a:ext uri="{FF2B5EF4-FFF2-40B4-BE49-F238E27FC236}">
                  <a16:creationId xmlns:a16="http://schemas.microsoft.com/office/drawing/2014/main" id="{8A64CCCE-CF3D-49EE-B885-F9F565F1A2FD}"/>
                </a:ext>
              </a:extLst>
            </p:cNvPr>
            <p:cNvSpPr>
              <a:spLocks noEditPoints="1"/>
            </p:cNvSpPr>
            <p:nvPr/>
          </p:nvSpPr>
          <p:spPr bwMode="auto">
            <a:xfrm>
              <a:off x="6537761" y="2284393"/>
              <a:ext cx="69172" cy="69172"/>
            </a:xfrm>
            <a:custGeom>
              <a:avLst/>
              <a:gdLst>
                <a:gd name="T0" fmla="*/ 11 w 64"/>
                <a:gd name="T1" fmla="*/ 64 h 64"/>
                <a:gd name="T2" fmla="*/ 53 w 64"/>
                <a:gd name="T3" fmla="*/ 64 h 64"/>
                <a:gd name="T4" fmla="*/ 64 w 64"/>
                <a:gd name="T5" fmla="*/ 53 h 64"/>
                <a:gd name="T6" fmla="*/ 64 w 64"/>
                <a:gd name="T7" fmla="*/ 10 h 64"/>
                <a:gd name="T8" fmla="*/ 53 w 64"/>
                <a:gd name="T9" fmla="*/ 0 h 64"/>
                <a:gd name="T10" fmla="*/ 11 w 64"/>
                <a:gd name="T11" fmla="*/ 0 h 64"/>
                <a:gd name="T12" fmla="*/ 0 w 64"/>
                <a:gd name="T13" fmla="*/ 10 h 64"/>
                <a:gd name="T14" fmla="*/ 0 w 64"/>
                <a:gd name="T15" fmla="*/ 53 h 64"/>
                <a:gd name="T16" fmla="*/ 11 w 64"/>
                <a:gd name="T17" fmla="*/ 64 h 64"/>
                <a:gd name="T18" fmla="*/ 21 w 64"/>
                <a:gd name="T19" fmla="*/ 21 h 64"/>
                <a:gd name="T20" fmla="*/ 43 w 64"/>
                <a:gd name="T21" fmla="*/ 21 h 64"/>
                <a:gd name="T22" fmla="*/ 43 w 64"/>
                <a:gd name="T23" fmla="*/ 42 h 64"/>
                <a:gd name="T24" fmla="*/ 21 w 64"/>
                <a:gd name="T25" fmla="*/ 42 h 64"/>
                <a:gd name="T26" fmla="*/ 21 w 64"/>
                <a:gd name="T27"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4">
                  <a:moveTo>
                    <a:pt x="11" y="64"/>
                  </a:moveTo>
                  <a:cubicBezTo>
                    <a:pt x="53" y="64"/>
                    <a:pt x="53" y="64"/>
                    <a:pt x="53" y="64"/>
                  </a:cubicBezTo>
                  <a:cubicBezTo>
                    <a:pt x="59" y="64"/>
                    <a:pt x="64" y="59"/>
                    <a:pt x="64" y="53"/>
                  </a:cubicBezTo>
                  <a:cubicBezTo>
                    <a:pt x="64" y="10"/>
                    <a:pt x="64" y="10"/>
                    <a:pt x="64" y="10"/>
                  </a:cubicBezTo>
                  <a:cubicBezTo>
                    <a:pt x="64" y="4"/>
                    <a:pt x="59" y="0"/>
                    <a:pt x="53" y="0"/>
                  </a:cubicBezTo>
                  <a:cubicBezTo>
                    <a:pt x="11" y="0"/>
                    <a:pt x="11" y="0"/>
                    <a:pt x="11" y="0"/>
                  </a:cubicBezTo>
                  <a:cubicBezTo>
                    <a:pt x="5" y="0"/>
                    <a:pt x="0" y="4"/>
                    <a:pt x="0" y="10"/>
                  </a:cubicBezTo>
                  <a:cubicBezTo>
                    <a:pt x="0" y="53"/>
                    <a:pt x="0" y="53"/>
                    <a:pt x="0" y="53"/>
                  </a:cubicBezTo>
                  <a:cubicBezTo>
                    <a:pt x="0" y="59"/>
                    <a:pt x="5" y="64"/>
                    <a:pt x="11" y="64"/>
                  </a:cubicBezTo>
                  <a:close/>
                  <a:moveTo>
                    <a:pt x="21" y="21"/>
                  </a:moveTo>
                  <a:cubicBezTo>
                    <a:pt x="43" y="21"/>
                    <a:pt x="43" y="21"/>
                    <a:pt x="43" y="21"/>
                  </a:cubicBezTo>
                  <a:cubicBezTo>
                    <a:pt x="43" y="42"/>
                    <a:pt x="43" y="42"/>
                    <a:pt x="43" y="42"/>
                  </a:cubicBezTo>
                  <a:cubicBezTo>
                    <a:pt x="21" y="42"/>
                    <a:pt x="21" y="42"/>
                    <a:pt x="21" y="42"/>
                  </a:cubicBezTo>
                  <a:lnTo>
                    <a:pt x="21" y="21"/>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80" name="Freeform 320">
              <a:extLst>
                <a:ext uri="{FF2B5EF4-FFF2-40B4-BE49-F238E27FC236}">
                  <a16:creationId xmlns:a16="http://schemas.microsoft.com/office/drawing/2014/main" id="{F9918CD1-27E4-439F-94F9-5DB0967F7CDB}"/>
                </a:ext>
              </a:extLst>
            </p:cNvPr>
            <p:cNvSpPr>
              <a:spLocks noEditPoints="1"/>
            </p:cNvSpPr>
            <p:nvPr/>
          </p:nvSpPr>
          <p:spPr bwMode="auto">
            <a:xfrm>
              <a:off x="6338479" y="2142755"/>
              <a:ext cx="352450" cy="327745"/>
            </a:xfrm>
            <a:custGeom>
              <a:avLst/>
              <a:gdLst>
                <a:gd name="T0" fmla="*/ 317 w 322"/>
                <a:gd name="T1" fmla="*/ 131 h 299"/>
                <a:gd name="T2" fmla="*/ 168 w 322"/>
                <a:gd name="T3" fmla="*/ 3 h 299"/>
                <a:gd name="T4" fmla="*/ 154 w 322"/>
                <a:gd name="T5" fmla="*/ 3 h 299"/>
                <a:gd name="T6" fmla="*/ 4 w 322"/>
                <a:gd name="T7" fmla="*/ 131 h 299"/>
                <a:gd name="T8" fmla="*/ 1 w 322"/>
                <a:gd name="T9" fmla="*/ 143 h 299"/>
                <a:gd name="T10" fmla="*/ 11 w 322"/>
                <a:gd name="T11" fmla="*/ 150 h 299"/>
                <a:gd name="T12" fmla="*/ 33 w 322"/>
                <a:gd name="T13" fmla="*/ 150 h 299"/>
                <a:gd name="T14" fmla="*/ 33 w 322"/>
                <a:gd name="T15" fmla="*/ 289 h 299"/>
                <a:gd name="T16" fmla="*/ 43 w 322"/>
                <a:gd name="T17" fmla="*/ 299 h 299"/>
                <a:gd name="T18" fmla="*/ 139 w 322"/>
                <a:gd name="T19" fmla="*/ 299 h 299"/>
                <a:gd name="T20" fmla="*/ 150 w 322"/>
                <a:gd name="T21" fmla="*/ 289 h 299"/>
                <a:gd name="T22" fmla="*/ 150 w 322"/>
                <a:gd name="T23" fmla="*/ 235 h 299"/>
                <a:gd name="T24" fmla="*/ 171 w 322"/>
                <a:gd name="T25" fmla="*/ 235 h 299"/>
                <a:gd name="T26" fmla="*/ 171 w 322"/>
                <a:gd name="T27" fmla="*/ 289 h 299"/>
                <a:gd name="T28" fmla="*/ 182 w 322"/>
                <a:gd name="T29" fmla="*/ 299 h 299"/>
                <a:gd name="T30" fmla="*/ 278 w 322"/>
                <a:gd name="T31" fmla="*/ 299 h 299"/>
                <a:gd name="T32" fmla="*/ 289 w 322"/>
                <a:gd name="T33" fmla="*/ 289 h 299"/>
                <a:gd name="T34" fmla="*/ 289 w 322"/>
                <a:gd name="T35" fmla="*/ 150 h 299"/>
                <a:gd name="T36" fmla="*/ 310 w 322"/>
                <a:gd name="T37" fmla="*/ 150 h 299"/>
                <a:gd name="T38" fmla="*/ 320 w 322"/>
                <a:gd name="T39" fmla="*/ 143 h 299"/>
                <a:gd name="T40" fmla="*/ 317 w 322"/>
                <a:gd name="T41" fmla="*/ 131 h 299"/>
                <a:gd name="T42" fmla="*/ 278 w 322"/>
                <a:gd name="T43" fmla="*/ 129 h 299"/>
                <a:gd name="T44" fmla="*/ 267 w 322"/>
                <a:gd name="T45" fmla="*/ 139 h 299"/>
                <a:gd name="T46" fmla="*/ 267 w 322"/>
                <a:gd name="T47" fmla="*/ 278 h 299"/>
                <a:gd name="T48" fmla="*/ 193 w 322"/>
                <a:gd name="T49" fmla="*/ 278 h 299"/>
                <a:gd name="T50" fmla="*/ 193 w 322"/>
                <a:gd name="T51" fmla="*/ 225 h 299"/>
                <a:gd name="T52" fmla="*/ 182 w 322"/>
                <a:gd name="T53" fmla="*/ 214 h 299"/>
                <a:gd name="T54" fmla="*/ 139 w 322"/>
                <a:gd name="T55" fmla="*/ 214 h 299"/>
                <a:gd name="T56" fmla="*/ 129 w 322"/>
                <a:gd name="T57" fmla="*/ 225 h 299"/>
                <a:gd name="T58" fmla="*/ 129 w 322"/>
                <a:gd name="T59" fmla="*/ 278 h 299"/>
                <a:gd name="T60" fmla="*/ 54 w 322"/>
                <a:gd name="T61" fmla="*/ 278 h 299"/>
                <a:gd name="T62" fmla="*/ 54 w 322"/>
                <a:gd name="T63" fmla="*/ 139 h 299"/>
                <a:gd name="T64" fmla="*/ 43 w 322"/>
                <a:gd name="T65" fmla="*/ 129 h 299"/>
                <a:gd name="T66" fmla="*/ 40 w 322"/>
                <a:gd name="T67" fmla="*/ 129 h 299"/>
                <a:gd name="T68" fmla="*/ 161 w 322"/>
                <a:gd name="T69" fmla="*/ 25 h 299"/>
                <a:gd name="T70" fmla="*/ 281 w 322"/>
                <a:gd name="T71" fmla="*/ 129 h 299"/>
                <a:gd name="T72" fmla="*/ 278 w 322"/>
                <a:gd name="T7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2" h="299">
                  <a:moveTo>
                    <a:pt x="317" y="131"/>
                  </a:moveTo>
                  <a:cubicBezTo>
                    <a:pt x="168" y="3"/>
                    <a:pt x="168" y="3"/>
                    <a:pt x="168" y="3"/>
                  </a:cubicBezTo>
                  <a:cubicBezTo>
                    <a:pt x="164" y="0"/>
                    <a:pt x="158" y="0"/>
                    <a:pt x="154" y="3"/>
                  </a:cubicBezTo>
                  <a:cubicBezTo>
                    <a:pt x="4" y="131"/>
                    <a:pt x="4" y="131"/>
                    <a:pt x="4" y="131"/>
                  </a:cubicBezTo>
                  <a:cubicBezTo>
                    <a:pt x="1" y="134"/>
                    <a:pt x="0" y="139"/>
                    <a:pt x="1" y="143"/>
                  </a:cubicBezTo>
                  <a:cubicBezTo>
                    <a:pt x="3" y="147"/>
                    <a:pt x="7" y="150"/>
                    <a:pt x="11" y="150"/>
                  </a:cubicBezTo>
                  <a:cubicBezTo>
                    <a:pt x="33" y="150"/>
                    <a:pt x="33" y="150"/>
                    <a:pt x="33" y="150"/>
                  </a:cubicBezTo>
                  <a:cubicBezTo>
                    <a:pt x="33" y="289"/>
                    <a:pt x="33" y="289"/>
                    <a:pt x="33" y="289"/>
                  </a:cubicBezTo>
                  <a:cubicBezTo>
                    <a:pt x="33" y="295"/>
                    <a:pt x="37" y="299"/>
                    <a:pt x="43" y="299"/>
                  </a:cubicBezTo>
                  <a:cubicBezTo>
                    <a:pt x="139" y="299"/>
                    <a:pt x="139" y="299"/>
                    <a:pt x="139" y="299"/>
                  </a:cubicBezTo>
                  <a:cubicBezTo>
                    <a:pt x="145" y="299"/>
                    <a:pt x="150" y="295"/>
                    <a:pt x="150" y="289"/>
                  </a:cubicBezTo>
                  <a:cubicBezTo>
                    <a:pt x="150" y="235"/>
                    <a:pt x="150" y="235"/>
                    <a:pt x="150" y="235"/>
                  </a:cubicBezTo>
                  <a:cubicBezTo>
                    <a:pt x="171" y="235"/>
                    <a:pt x="171" y="235"/>
                    <a:pt x="171" y="235"/>
                  </a:cubicBezTo>
                  <a:cubicBezTo>
                    <a:pt x="171" y="289"/>
                    <a:pt x="171" y="289"/>
                    <a:pt x="171" y="289"/>
                  </a:cubicBezTo>
                  <a:cubicBezTo>
                    <a:pt x="171" y="295"/>
                    <a:pt x="176" y="299"/>
                    <a:pt x="182" y="299"/>
                  </a:cubicBezTo>
                  <a:cubicBezTo>
                    <a:pt x="278" y="299"/>
                    <a:pt x="278" y="299"/>
                    <a:pt x="278" y="299"/>
                  </a:cubicBezTo>
                  <a:cubicBezTo>
                    <a:pt x="284" y="299"/>
                    <a:pt x="289" y="295"/>
                    <a:pt x="289" y="289"/>
                  </a:cubicBezTo>
                  <a:cubicBezTo>
                    <a:pt x="289" y="150"/>
                    <a:pt x="289" y="150"/>
                    <a:pt x="289" y="150"/>
                  </a:cubicBezTo>
                  <a:cubicBezTo>
                    <a:pt x="310" y="150"/>
                    <a:pt x="310" y="150"/>
                    <a:pt x="310" y="150"/>
                  </a:cubicBezTo>
                  <a:cubicBezTo>
                    <a:pt x="314" y="150"/>
                    <a:pt x="318" y="147"/>
                    <a:pt x="320" y="143"/>
                  </a:cubicBezTo>
                  <a:cubicBezTo>
                    <a:pt x="322" y="139"/>
                    <a:pt x="320" y="134"/>
                    <a:pt x="317" y="131"/>
                  </a:cubicBezTo>
                  <a:close/>
                  <a:moveTo>
                    <a:pt x="278" y="129"/>
                  </a:moveTo>
                  <a:cubicBezTo>
                    <a:pt x="272" y="129"/>
                    <a:pt x="267" y="133"/>
                    <a:pt x="267" y="139"/>
                  </a:cubicBezTo>
                  <a:cubicBezTo>
                    <a:pt x="267" y="278"/>
                    <a:pt x="267" y="278"/>
                    <a:pt x="267" y="278"/>
                  </a:cubicBezTo>
                  <a:cubicBezTo>
                    <a:pt x="193" y="278"/>
                    <a:pt x="193" y="278"/>
                    <a:pt x="193" y="278"/>
                  </a:cubicBezTo>
                  <a:cubicBezTo>
                    <a:pt x="193" y="225"/>
                    <a:pt x="193" y="225"/>
                    <a:pt x="193" y="225"/>
                  </a:cubicBezTo>
                  <a:cubicBezTo>
                    <a:pt x="193" y="219"/>
                    <a:pt x="188" y="214"/>
                    <a:pt x="182" y="214"/>
                  </a:cubicBezTo>
                  <a:cubicBezTo>
                    <a:pt x="139" y="214"/>
                    <a:pt x="139" y="214"/>
                    <a:pt x="139" y="214"/>
                  </a:cubicBezTo>
                  <a:cubicBezTo>
                    <a:pt x="133" y="214"/>
                    <a:pt x="129" y="219"/>
                    <a:pt x="129" y="225"/>
                  </a:cubicBezTo>
                  <a:cubicBezTo>
                    <a:pt x="129" y="278"/>
                    <a:pt x="129" y="278"/>
                    <a:pt x="129" y="278"/>
                  </a:cubicBezTo>
                  <a:cubicBezTo>
                    <a:pt x="54" y="278"/>
                    <a:pt x="54" y="278"/>
                    <a:pt x="54" y="278"/>
                  </a:cubicBezTo>
                  <a:cubicBezTo>
                    <a:pt x="54" y="139"/>
                    <a:pt x="54" y="139"/>
                    <a:pt x="54" y="139"/>
                  </a:cubicBezTo>
                  <a:cubicBezTo>
                    <a:pt x="54" y="133"/>
                    <a:pt x="49" y="129"/>
                    <a:pt x="43" y="129"/>
                  </a:cubicBezTo>
                  <a:cubicBezTo>
                    <a:pt x="40" y="129"/>
                    <a:pt x="40" y="129"/>
                    <a:pt x="40" y="129"/>
                  </a:cubicBezTo>
                  <a:cubicBezTo>
                    <a:pt x="161" y="25"/>
                    <a:pt x="161" y="25"/>
                    <a:pt x="161" y="25"/>
                  </a:cubicBezTo>
                  <a:cubicBezTo>
                    <a:pt x="281" y="129"/>
                    <a:pt x="281" y="129"/>
                    <a:pt x="281" y="129"/>
                  </a:cubicBezTo>
                  <a:lnTo>
                    <a:pt x="278" y="129"/>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81" name="Freeform 321">
              <a:extLst>
                <a:ext uri="{FF2B5EF4-FFF2-40B4-BE49-F238E27FC236}">
                  <a16:creationId xmlns:a16="http://schemas.microsoft.com/office/drawing/2014/main" id="{255FB2BC-0EDD-4E2C-A067-291D993E282F}"/>
                </a:ext>
              </a:extLst>
            </p:cNvPr>
            <p:cNvSpPr>
              <a:spLocks noEditPoints="1"/>
            </p:cNvSpPr>
            <p:nvPr/>
          </p:nvSpPr>
          <p:spPr bwMode="auto">
            <a:xfrm>
              <a:off x="6234720" y="2038996"/>
              <a:ext cx="559967" cy="559967"/>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grpSp>
        <p:nvGrpSpPr>
          <p:cNvPr id="82" name="Group 81">
            <a:extLst>
              <a:ext uri="{FF2B5EF4-FFF2-40B4-BE49-F238E27FC236}">
                <a16:creationId xmlns:a16="http://schemas.microsoft.com/office/drawing/2014/main" id="{1F688FA2-6C85-4965-894A-0B3C338FBB26}"/>
              </a:ext>
            </a:extLst>
          </p:cNvPr>
          <p:cNvGrpSpPr/>
          <p:nvPr/>
        </p:nvGrpSpPr>
        <p:grpSpPr>
          <a:xfrm>
            <a:off x="568149" y="4907131"/>
            <a:ext cx="306241" cy="306241"/>
            <a:chOff x="8221059" y="2537711"/>
            <a:chExt cx="529476" cy="529476"/>
          </a:xfrm>
        </p:grpSpPr>
        <p:sp>
          <p:nvSpPr>
            <p:cNvPr id="83" name="Freeform 537">
              <a:extLst>
                <a:ext uri="{FF2B5EF4-FFF2-40B4-BE49-F238E27FC236}">
                  <a16:creationId xmlns:a16="http://schemas.microsoft.com/office/drawing/2014/main" id="{8EEA0DF9-F864-435C-921D-39C9407C04F8}"/>
                </a:ext>
              </a:extLst>
            </p:cNvPr>
            <p:cNvSpPr>
              <a:spLocks noEditPoints="1"/>
            </p:cNvSpPr>
            <p:nvPr/>
          </p:nvSpPr>
          <p:spPr bwMode="auto">
            <a:xfrm>
              <a:off x="8221059" y="2537711"/>
              <a:ext cx="529476" cy="52947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84" name="Freeform 538">
              <a:extLst>
                <a:ext uri="{FF2B5EF4-FFF2-40B4-BE49-F238E27FC236}">
                  <a16:creationId xmlns:a16="http://schemas.microsoft.com/office/drawing/2014/main" id="{937AF1FC-21D3-4471-B3EF-048C101C713B}"/>
                </a:ext>
              </a:extLst>
            </p:cNvPr>
            <p:cNvSpPr>
              <a:spLocks noEditPoints="1"/>
            </p:cNvSpPr>
            <p:nvPr/>
          </p:nvSpPr>
          <p:spPr bwMode="auto">
            <a:xfrm>
              <a:off x="8342527" y="2637377"/>
              <a:ext cx="298998" cy="330144"/>
            </a:xfrm>
            <a:custGeom>
              <a:avLst/>
              <a:gdLst>
                <a:gd name="T0" fmla="*/ 211 w 289"/>
                <a:gd name="T1" fmla="*/ 132 h 319"/>
                <a:gd name="T2" fmla="*/ 257 w 289"/>
                <a:gd name="T3" fmla="*/ 153 h 319"/>
                <a:gd name="T4" fmla="*/ 286 w 289"/>
                <a:gd name="T5" fmla="*/ 107 h 319"/>
                <a:gd name="T6" fmla="*/ 267 w 289"/>
                <a:gd name="T7" fmla="*/ 97 h 319"/>
                <a:gd name="T8" fmla="*/ 149 w 289"/>
                <a:gd name="T9" fmla="*/ 32 h 319"/>
                <a:gd name="T10" fmla="*/ 139 w 289"/>
                <a:gd name="T11" fmla="*/ 0 h 319"/>
                <a:gd name="T12" fmla="*/ 128 w 289"/>
                <a:gd name="T13" fmla="*/ 128 h 319"/>
                <a:gd name="T14" fmla="*/ 107 w 289"/>
                <a:gd name="T15" fmla="*/ 160 h 319"/>
                <a:gd name="T16" fmla="*/ 43 w 289"/>
                <a:gd name="T17" fmla="*/ 206 h 319"/>
                <a:gd name="T18" fmla="*/ 56 w 289"/>
                <a:gd name="T19" fmla="*/ 93 h 319"/>
                <a:gd name="T20" fmla="*/ 68 w 289"/>
                <a:gd name="T21" fmla="*/ 122 h 319"/>
                <a:gd name="T22" fmla="*/ 78 w 289"/>
                <a:gd name="T23" fmla="*/ 111 h 319"/>
                <a:gd name="T24" fmla="*/ 64 w 289"/>
                <a:gd name="T25" fmla="*/ 55 h 319"/>
                <a:gd name="T26" fmla="*/ 9 w 289"/>
                <a:gd name="T27" fmla="*/ 70 h 319"/>
                <a:gd name="T28" fmla="*/ 20 w 289"/>
                <a:gd name="T29" fmla="*/ 80 h 319"/>
                <a:gd name="T30" fmla="*/ 11 w 289"/>
                <a:gd name="T31" fmla="*/ 160 h 319"/>
                <a:gd name="T32" fmla="*/ 7 w 289"/>
                <a:gd name="T33" fmla="*/ 227 h 319"/>
                <a:gd name="T34" fmla="*/ 12 w 289"/>
                <a:gd name="T35" fmla="*/ 247 h 319"/>
                <a:gd name="T36" fmla="*/ 119 w 289"/>
                <a:gd name="T37" fmla="*/ 185 h 319"/>
                <a:gd name="T38" fmla="*/ 159 w 289"/>
                <a:gd name="T39" fmla="*/ 184 h 319"/>
                <a:gd name="T40" fmla="*/ 139 w 289"/>
                <a:gd name="T41" fmla="*/ 266 h 319"/>
                <a:gd name="T42" fmla="*/ 138 w 289"/>
                <a:gd name="T43" fmla="*/ 254 h 319"/>
                <a:gd name="T44" fmla="*/ 126 w 289"/>
                <a:gd name="T45" fmla="*/ 237 h 319"/>
                <a:gd name="T46" fmla="*/ 89 w 289"/>
                <a:gd name="T47" fmla="*/ 262 h 319"/>
                <a:gd name="T48" fmla="*/ 111 w 289"/>
                <a:gd name="T49" fmla="*/ 314 h 319"/>
                <a:gd name="T50" fmla="*/ 125 w 289"/>
                <a:gd name="T51" fmla="*/ 317 h 319"/>
                <a:gd name="T52" fmla="*/ 118 w 289"/>
                <a:gd name="T53" fmla="*/ 286 h 319"/>
                <a:gd name="T54" fmla="*/ 243 w 289"/>
                <a:gd name="T55" fmla="*/ 234 h 319"/>
                <a:gd name="T56" fmla="*/ 267 w 289"/>
                <a:gd name="T57" fmla="*/ 247 h 319"/>
                <a:gd name="T58" fmla="*/ 272 w 289"/>
                <a:gd name="T59" fmla="*/ 227 h 319"/>
                <a:gd name="T60" fmla="*/ 171 w 289"/>
                <a:gd name="T61" fmla="*/ 160 h 319"/>
                <a:gd name="T62" fmla="*/ 149 w 289"/>
                <a:gd name="T63" fmla="*/ 128 h 319"/>
                <a:gd name="T64" fmla="*/ 238 w 289"/>
                <a:gd name="T65" fmla="*/ 121 h 319"/>
                <a:gd name="T66" fmla="*/ 207 w 289"/>
                <a:gd name="T67" fmla="*/ 118 h 319"/>
                <a:gd name="T68" fmla="*/ 139 w 289"/>
                <a:gd name="T69" fmla="*/ 170 h 319"/>
                <a:gd name="T70" fmla="*/ 139 w 289"/>
                <a:gd name="T71" fmla="*/ 149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9" h="319">
                  <a:moveTo>
                    <a:pt x="207" y="118"/>
                  </a:moveTo>
                  <a:cubicBezTo>
                    <a:pt x="204" y="123"/>
                    <a:pt x="206" y="129"/>
                    <a:pt x="211" y="132"/>
                  </a:cubicBezTo>
                  <a:cubicBezTo>
                    <a:pt x="252" y="152"/>
                    <a:pt x="252" y="152"/>
                    <a:pt x="252" y="152"/>
                  </a:cubicBezTo>
                  <a:cubicBezTo>
                    <a:pt x="253" y="153"/>
                    <a:pt x="255" y="153"/>
                    <a:pt x="257" y="153"/>
                  </a:cubicBezTo>
                  <a:cubicBezTo>
                    <a:pt x="261" y="153"/>
                    <a:pt x="264" y="151"/>
                    <a:pt x="266" y="147"/>
                  </a:cubicBezTo>
                  <a:cubicBezTo>
                    <a:pt x="286" y="107"/>
                    <a:pt x="286" y="107"/>
                    <a:pt x="286" y="107"/>
                  </a:cubicBezTo>
                  <a:cubicBezTo>
                    <a:pt x="289" y="101"/>
                    <a:pt x="287" y="95"/>
                    <a:pt x="282" y="92"/>
                  </a:cubicBezTo>
                  <a:cubicBezTo>
                    <a:pt x="276" y="90"/>
                    <a:pt x="270" y="92"/>
                    <a:pt x="267" y="97"/>
                  </a:cubicBezTo>
                  <a:cubicBezTo>
                    <a:pt x="259" y="115"/>
                    <a:pt x="259" y="115"/>
                    <a:pt x="259" y="115"/>
                  </a:cubicBezTo>
                  <a:cubicBezTo>
                    <a:pt x="241" y="69"/>
                    <a:pt x="199" y="36"/>
                    <a:pt x="149" y="32"/>
                  </a:cubicBezTo>
                  <a:cubicBezTo>
                    <a:pt x="149" y="10"/>
                    <a:pt x="149" y="10"/>
                    <a:pt x="149" y="10"/>
                  </a:cubicBezTo>
                  <a:cubicBezTo>
                    <a:pt x="149" y="4"/>
                    <a:pt x="145" y="0"/>
                    <a:pt x="139" y="0"/>
                  </a:cubicBezTo>
                  <a:cubicBezTo>
                    <a:pt x="133" y="0"/>
                    <a:pt x="128" y="4"/>
                    <a:pt x="128" y="10"/>
                  </a:cubicBezTo>
                  <a:cubicBezTo>
                    <a:pt x="128" y="128"/>
                    <a:pt x="128" y="128"/>
                    <a:pt x="128" y="128"/>
                  </a:cubicBezTo>
                  <a:cubicBezTo>
                    <a:pt x="128" y="128"/>
                    <a:pt x="128" y="129"/>
                    <a:pt x="128" y="130"/>
                  </a:cubicBezTo>
                  <a:cubicBezTo>
                    <a:pt x="116" y="134"/>
                    <a:pt x="107" y="146"/>
                    <a:pt x="107" y="160"/>
                  </a:cubicBezTo>
                  <a:cubicBezTo>
                    <a:pt x="107" y="162"/>
                    <a:pt x="107" y="165"/>
                    <a:pt x="108" y="167"/>
                  </a:cubicBezTo>
                  <a:cubicBezTo>
                    <a:pt x="43" y="206"/>
                    <a:pt x="43" y="206"/>
                    <a:pt x="43" y="206"/>
                  </a:cubicBezTo>
                  <a:cubicBezTo>
                    <a:pt x="36" y="191"/>
                    <a:pt x="32" y="176"/>
                    <a:pt x="32" y="160"/>
                  </a:cubicBezTo>
                  <a:cubicBezTo>
                    <a:pt x="32" y="135"/>
                    <a:pt x="41" y="111"/>
                    <a:pt x="56" y="93"/>
                  </a:cubicBezTo>
                  <a:cubicBezTo>
                    <a:pt x="57" y="112"/>
                    <a:pt x="57" y="112"/>
                    <a:pt x="57" y="112"/>
                  </a:cubicBezTo>
                  <a:cubicBezTo>
                    <a:pt x="57" y="118"/>
                    <a:pt x="62" y="122"/>
                    <a:pt x="68" y="122"/>
                  </a:cubicBezTo>
                  <a:cubicBezTo>
                    <a:pt x="68" y="122"/>
                    <a:pt x="68" y="122"/>
                    <a:pt x="68" y="122"/>
                  </a:cubicBezTo>
                  <a:cubicBezTo>
                    <a:pt x="74" y="121"/>
                    <a:pt x="79" y="116"/>
                    <a:pt x="78" y="111"/>
                  </a:cubicBezTo>
                  <a:cubicBezTo>
                    <a:pt x="75" y="65"/>
                    <a:pt x="75" y="65"/>
                    <a:pt x="75" y="65"/>
                  </a:cubicBezTo>
                  <a:cubicBezTo>
                    <a:pt x="75" y="59"/>
                    <a:pt x="70" y="55"/>
                    <a:pt x="64" y="55"/>
                  </a:cubicBezTo>
                  <a:cubicBezTo>
                    <a:pt x="19" y="58"/>
                    <a:pt x="19" y="58"/>
                    <a:pt x="19" y="58"/>
                  </a:cubicBezTo>
                  <a:cubicBezTo>
                    <a:pt x="13" y="59"/>
                    <a:pt x="9" y="64"/>
                    <a:pt x="9" y="70"/>
                  </a:cubicBezTo>
                  <a:cubicBezTo>
                    <a:pt x="9" y="75"/>
                    <a:pt x="14" y="80"/>
                    <a:pt x="20" y="80"/>
                  </a:cubicBezTo>
                  <a:cubicBezTo>
                    <a:pt x="20" y="80"/>
                    <a:pt x="20" y="80"/>
                    <a:pt x="20" y="80"/>
                  </a:cubicBezTo>
                  <a:cubicBezTo>
                    <a:pt x="40" y="78"/>
                    <a:pt x="40" y="78"/>
                    <a:pt x="40" y="78"/>
                  </a:cubicBezTo>
                  <a:cubicBezTo>
                    <a:pt x="21" y="101"/>
                    <a:pt x="11" y="130"/>
                    <a:pt x="11" y="160"/>
                  </a:cubicBezTo>
                  <a:cubicBezTo>
                    <a:pt x="11" y="180"/>
                    <a:pt x="16" y="199"/>
                    <a:pt x="24" y="217"/>
                  </a:cubicBezTo>
                  <a:cubicBezTo>
                    <a:pt x="7" y="227"/>
                    <a:pt x="7" y="227"/>
                    <a:pt x="7" y="227"/>
                  </a:cubicBezTo>
                  <a:cubicBezTo>
                    <a:pt x="2" y="230"/>
                    <a:pt x="0" y="237"/>
                    <a:pt x="3" y="242"/>
                  </a:cubicBezTo>
                  <a:cubicBezTo>
                    <a:pt x="5" y="245"/>
                    <a:pt x="9" y="247"/>
                    <a:pt x="12" y="247"/>
                  </a:cubicBezTo>
                  <a:cubicBezTo>
                    <a:pt x="14" y="247"/>
                    <a:pt x="16" y="246"/>
                    <a:pt x="18" y="245"/>
                  </a:cubicBezTo>
                  <a:cubicBezTo>
                    <a:pt x="119" y="185"/>
                    <a:pt x="119" y="185"/>
                    <a:pt x="119" y="185"/>
                  </a:cubicBezTo>
                  <a:cubicBezTo>
                    <a:pt x="125" y="189"/>
                    <a:pt x="131" y="192"/>
                    <a:pt x="139" y="192"/>
                  </a:cubicBezTo>
                  <a:cubicBezTo>
                    <a:pt x="146" y="192"/>
                    <a:pt x="153" y="189"/>
                    <a:pt x="159" y="184"/>
                  </a:cubicBezTo>
                  <a:cubicBezTo>
                    <a:pt x="224" y="223"/>
                    <a:pt x="224" y="223"/>
                    <a:pt x="224" y="223"/>
                  </a:cubicBezTo>
                  <a:cubicBezTo>
                    <a:pt x="204" y="250"/>
                    <a:pt x="173" y="266"/>
                    <a:pt x="139" y="266"/>
                  </a:cubicBezTo>
                  <a:cubicBezTo>
                    <a:pt x="133" y="266"/>
                    <a:pt x="128" y="266"/>
                    <a:pt x="122" y="265"/>
                  </a:cubicBezTo>
                  <a:cubicBezTo>
                    <a:pt x="138" y="254"/>
                    <a:pt x="138" y="254"/>
                    <a:pt x="138" y="254"/>
                  </a:cubicBezTo>
                  <a:cubicBezTo>
                    <a:pt x="143" y="251"/>
                    <a:pt x="144" y="244"/>
                    <a:pt x="141" y="240"/>
                  </a:cubicBezTo>
                  <a:cubicBezTo>
                    <a:pt x="138" y="235"/>
                    <a:pt x="131" y="233"/>
                    <a:pt x="126" y="237"/>
                  </a:cubicBezTo>
                  <a:cubicBezTo>
                    <a:pt x="89" y="262"/>
                    <a:pt x="89" y="262"/>
                    <a:pt x="89" y="262"/>
                  </a:cubicBezTo>
                  <a:cubicBezTo>
                    <a:pt x="89" y="262"/>
                    <a:pt x="89" y="262"/>
                    <a:pt x="89" y="262"/>
                  </a:cubicBezTo>
                  <a:cubicBezTo>
                    <a:pt x="84" y="265"/>
                    <a:pt x="82" y="271"/>
                    <a:pt x="86" y="276"/>
                  </a:cubicBezTo>
                  <a:cubicBezTo>
                    <a:pt x="111" y="314"/>
                    <a:pt x="111" y="314"/>
                    <a:pt x="111" y="314"/>
                  </a:cubicBezTo>
                  <a:cubicBezTo>
                    <a:pt x="113" y="317"/>
                    <a:pt x="116" y="319"/>
                    <a:pt x="120" y="319"/>
                  </a:cubicBezTo>
                  <a:cubicBezTo>
                    <a:pt x="122" y="319"/>
                    <a:pt x="124" y="318"/>
                    <a:pt x="125" y="317"/>
                  </a:cubicBezTo>
                  <a:cubicBezTo>
                    <a:pt x="130" y="314"/>
                    <a:pt x="132" y="307"/>
                    <a:pt x="128" y="302"/>
                  </a:cubicBezTo>
                  <a:cubicBezTo>
                    <a:pt x="118" y="286"/>
                    <a:pt x="118" y="286"/>
                    <a:pt x="118" y="286"/>
                  </a:cubicBezTo>
                  <a:cubicBezTo>
                    <a:pt x="125" y="287"/>
                    <a:pt x="132" y="288"/>
                    <a:pt x="139" y="288"/>
                  </a:cubicBezTo>
                  <a:cubicBezTo>
                    <a:pt x="180" y="288"/>
                    <a:pt x="219" y="267"/>
                    <a:pt x="243" y="234"/>
                  </a:cubicBezTo>
                  <a:cubicBezTo>
                    <a:pt x="261" y="245"/>
                    <a:pt x="261" y="245"/>
                    <a:pt x="261" y="245"/>
                  </a:cubicBezTo>
                  <a:cubicBezTo>
                    <a:pt x="263" y="246"/>
                    <a:pt x="265" y="247"/>
                    <a:pt x="267" y="247"/>
                  </a:cubicBezTo>
                  <a:cubicBezTo>
                    <a:pt x="271" y="247"/>
                    <a:pt x="274" y="245"/>
                    <a:pt x="276" y="242"/>
                  </a:cubicBezTo>
                  <a:cubicBezTo>
                    <a:pt x="279" y="237"/>
                    <a:pt x="277" y="230"/>
                    <a:pt x="272" y="227"/>
                  </a:cubicBezTo>
                  <a:cubicBezTo>
                    <a:pt x="170" y="166"/>
                    <a:pt x="170" y="166"/>
                    <a:pt x="170" y="166"/>
                  </a:cubicBezTo>
                  <a:cubicBezTo>
                    <a:pt x="170" y="164"/>
                    <a:pt x="171" y="162"/>
                    <a:pt x="171" y="160"/>
                  </a:cubicBezTo>
                  <a:cubicBezTo>
                    <a:pt x="171" y="146"/>
                    <a:pt x="162" y="134"/>
                    <a:pt x="149" y="130"/>
                  </a:cubicBezTo>
                  <a:cubicBezTo>
                    <a:pt x="149" y="129"/>
                    <a:pt x="149" y="128"/>
                    <a:pt x="149" y="128"/>
                  </a:cubicBezTo>
                  <a:cubicBezTo>
                    <a:pt x="149" y="54"/>
                    <a:pt x="149" y="54"/>
                    <a:pt x="149" y="54"/>
                  </a:cubicBezTo>
                  <a:cubicBezTo>
                    <a:pt x="190" y="58"/>
                    <a:pt x="224" y="84"/>
                    <a:pt x="238" y="121"/>
                  </a:cubicBezTo>
                  <a:cubicBezTo>
                    <a:pt x="221" y="113"/>
                    <a:pt x="221" y="113"/>
                    <a:pt x="221" y="113"/>
                  </a:cubicBezTo>
                  <a:cubicBezTo>
                    <a:pt x="216" y="110"/>
                    <a:pt x="209" y="112"/>
                    <a:pt x="207" y="118"/>
                  </a:cubicBezTo>
                  <a:close/>
                  <a:moveTo>
                    <a:pt x="149" y="160"/>
                  </a:moveTo>
                  <a:cubicBezTo>
                    <a:pt x="149" y="166"/>
                    <a:pt x="145" y="170"/>
                    <a:pt x="139" y="170"/>
                  </a:cubicBezTo>
                  <a:cubicBezTo>
                    <a:pt x="133" y="170"/>
                    <a:pt x="128" y="166"/>
                    <a:pt x="128" y="160"/>
                  </a:cubicBezTo>
                  <a:cubicBezTo>
                    <a:pt x="128" y="154"/>
                    <a:pt x="133" y="149"/>
                    <a:pt x="139" y="149"/>
                  </a:cubicBezTo>
                  <a:cubicBezTo>
                    <a:pt x="145" y="149"/>
                    <a:pt x="149" y="154"/>
                    <a:pt x="149" y="16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grpSp>
        <p:nvGrpSpPr>
          <p:cNvPr id="85" name="Group 84">
            <a:extLst>
              <a:ext uri="{FF2B5EF4-FFF2-40B4-BE49-F238E27FC236}">
                <a16:creationId xmlns:a16="http://schemas.microsoft.com/office/drawing/2014/main" id="{DEAB914F-E9B6-4B02-A18B-22A8BFF3B553}"/>
              </a:ext>
            </a:extLst>
          </p:cNvPr>
          <p:cNvGrpSpPr/>
          <p:nvPr/>
        </p:nvGrpSpPr>
        <p:grpSpPr>
          <a:xfrm>
            <a:off x="3078536" y="4885566"/>
            <a:ext cx="335195" cy="336183"/>
            <a:chOff x="7326576" y="2050670"/>
            <a:chExt cx="522233" cy="523770"/>
          </a:xfrm>
        </p:grpSpPr>
        <p:sp>
          <p:nvSpPr>
            <p:cNvPr id="86" name="Freeform 579">
              <a:extLst>
                <a:ext uri="{FF2B5EF4-FFF2-40B4-BE49-F238E27FC236}">
                  <a16:creationId xmlns:a16="http://schemas.microsoft.com/office/drawing/2014/main" id="{4CC6DFCB-6D2D-4E57-9AE3-8B411DA5EB3A}"/>
                </a:ext>
              </a:extLst>
            </p:cNvPr>
            <p:cNvSpPr>
              <a:spLocks noEditPoints="1"/>
            </p:cNvSpPr>
            <p:nvPr/>
          </p:nvSpPr>
          <p:spPr bwMode="auto">
            <a:xfrm>
              <a:off x="7424879" y="2236524"/>
              <a:ext cx="325628" cy="195070"/>
            </a:xfrm>
            <a:custGeom>
              <a:avLst/>
              <a:gdLst>
                <a:gd name="T0" fmla="*/ 287 w 320"/>
                <a:gd name="T1" fmla="*/ 9 h 192"/>
                <a:gd name="T2" fmla="*/ 277 w 320"/>
                <a:gd name="T3" fmla="*/ 0 h 192"/>
                <a:gd name="T4" fmla="*/ 213 w 320"/>
                <a:gd name="T5" fmla="*/ 0 h 192"/>
                <a:gd name="T6" fmla="*/ 202 w 320"/>
                <a:gd name="T7" fmla="*/ 9 h 192"/>
                <a:gd name="T8" fmla="*/ 190 w 320"/>
                <a:gd name="T9" fmla="*/ 107 h 192"/>
                <a:gd name="T10" fmla="*/ 112 w 320"/>
                <a:gd name="T11" fmla="*/ 55 h 192"/>
                <a:gd name="T12" fmla="*/ 101 w 320"/>
                <a:gd name="T13" fmla="*/ 55 h 192"/>
                <a:gd name="T14" fmla="*/ 96 w 320"/>
                <a:gd name="T15" fmla="*/ 64 h 192"/>
                <a:gd name="T16" fmla="*/ 96 w 320"/>
                <a:gd name="T17" fmla="*/ 108 h 192"/>
                <a:gd name="T18" fmla="*/ 16 w 320"/>
                <a:gd name="T19" fmla="*/ 55 h 192"/>
                <a:gd name="T20" fmla="*/ 5 w 320"/>
                <a:gd name="T21" fmla="*/ 55 h 192"/>
                <a:gd name="T22" fmla="*/ 0 w 320"/>
                <a:gd name="T23" fmla="*/ 64 h 192"/>
                <a:gd name="T24" fmla="*/ 0 w 320"/>
                <a:gd name="T25" fmla="*/ 181 h 192"/>
                <a:gd name="T26" fmla="*/ 10 w 320"/>
                <a:gd name="T27" fmla="*/ 192 h 192"/>
                <a:gd name="T28" fmla="*/ 309 w 320"/>
                <a:gd name="T29" fmla="*/ 192 h 192"/>
                <a:gd name="T30" fmla="*/ 317 w 320"/>
                <a:gd name="T31" fmla="*/ 188 h 192"/>
                <a:gd name="T32" fmla="*/ 319 w 320"/>
                <a:gd name="T33" fmla="*/ 179 h 192"/>
                <a:gd name="T34" fmla="*/ 287 w 320"/>
                <a:gd name="T35" fmla="*/ 9 h 192"/>
                <a:gd name="T36" fmla="*/ 187 w 320"/>
                <a:gd name="T37" fmla="*/ 131 h 192"/>
                <a:gd name="T38" fmla="*/ 182 w 320"/>
                <a:gd name="T39" fmla="*/ 171 h 192"/>
                <a:gd name="T40" fmla="*/ 117 w 320"/>
                <a:gd name="T41" fmla="*/ 171 h 192"/>
                <a:gd name="T42" fmla="*/ 117 w 320"/>
                <a:gd name="T43" fmla="*/ 84 h 192"/>
                <a:gd name="T44" fmla="*/ 187 w 320"/>
                <a:gd name="T45" fmla="*/ 131 h 192"/>
                <a:gd name="T46" fmla="*/ 96 w 320"/>
                <a:gd name="T47" fmla="*/ 134 h 192"/>
                <a:gd name="T48" fmla="*/ 96 w 320"/>
                <a:gd name="T49" fmla="*/ 171 h 192"/>
                <a:gd name="T50" fmla="*/ 21 w 320"/>
                <a:gd name="T51" fmla="*/ 171 h 192"/>
                <a:gd name="T52" fmla="*/ 21 w 320"/>
                <a:gd name="T53" fmla="*/ 84 h 192"/>
                <a:gd name="T54" fmla="*/ 96 w 320"/>
                <a:gd name="T55" fmla="*/ 134 h 192"/>
                <a:gd name="T56" fmla="*/ 204 w 320"/>
                <a:gd name="T57" fmla="*/ 171 h 192"/>
                <a:gd name="T58" fmla="*/ 222 w 320"/>
                <a:gd name="T59" fmla="*/ 21 h 192"/>
                <a:gd name="T60" fmla="*/ 268 w 320"/>
                <a:gd name="T61" fmla="*/ 21 h 192"/>
                <a:gd name="T62" fmla="*/ 296 w 320"/>
                <a:gd name="T63" fmla="*/ 171 h 192"/>
                <a:gd name="T64" fmla="*/ 204 w 320"/>
                <a:gd name="T65" fmla="*/ 1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192">
                  <a:moveTo>
                    <a:pt x="287" y="9"/>
                  </a:moveTo>
                  <a:cubicBezTo>
                    <a:pt x="287" y="4"/>
                    <a:pt x="282" y="0"/>
                    <a:pt x="277" y="0"/>
                  </a:cubicBezTo>
                  <a:cubicBezTo>
                    <a:pt x="213" y="0"/>
                    <a:pt x="213" y="0"/>
                    <a:pt x="213" y="0"/>
                  </a:cubicBezTo>
                  <a:cubicBezTo>
                    <a:pt x="208" y="0"/>
                    <a:pt x="203" y="4"/>
                    <a:pt x="202" y="9"/>
                  </a:cubicBezTo>
                  <a:cubicBezTo>
                    <a:pt x="190" y="107"/>
                    <a:pt x="190" y="107"/>
                    <a:pt x="190" y="107"/>
                  </a:cubicBezTo>
                  <a:cubicBezTo>
                    <a:pt x="112" y="55"/>
                    <a:pt x="112" y="55"/>
                    <a:pt x="112" y="55"/>
                  </a:cubicBezTo>
                  <a:cubicBezTo>
                    <a:pt x="109" y="53"/>
                    <a:pt x="105" y="53"/>
                    <a:pt x="101" y="55"/>
                  </a:cubicBezTo>
                  <a:cubicBezTo>
                    <a:pt x="98" y="56"/>
                    <a:pt x="96" y="60"/>
                    <a:pt x="96" y="64"/>
                  </a:cubicBezTo>
                  <a:cubicBezTo>
                    <a:pt x="96" y="108"/>
                    <a:pt x="96" y="108"/>
                    <a:pt x="96" y="108"/>
                  </a:cubicBezTo>
                  <a:cubicBezTo>
                    <a:pt x="16" y="55"/>
                    <a:pt x="16" y="55"/>
                    <a:pt x="16" y="55"/>
                  </a:cubicBezTo>
                  <a:cubicBezTo>
                    <a:pt x="13" y="53"/>
                    <a:pt x="9" y="53"/>
                    <a:pt x="5" y="55"/>
                  </a:cubicBezTo>
                  <a:cubicBezTo>
                    <a:pt x="2" y="56"/>
                    <a:pt x="0" y="60"/>
                    <a:pt x="0" y="64"/>
                  </a:cubicBezTo>
                  <a:cubicBezTo>
                    <a:pt x="0" y="181"/>
                    <a:pt x="0" y="181"/>
                    <a:pt x="0" y="181"/>
                  </a:cubicBezTo>
                  <a:cubicBezTo>
                    <a:pt x="0" y="187"/>
                    <a:pt x="4" y="192"/>
                    <a:pt x="10" y="192"/>
                  </a:cubicBezTo>
                  <a:cubicBezTo>
                    <a:pt x="309" y="192"/>
                    <a:pt x="309" y="192"/>
                    <a:pt x="309" y="192"/>
                  </a:cubicBezTo>
                  <a:cubicBezTo>
                    <a:pt x="312" y="192"/>
                    <a:pt x="315" y="191"/>
                    <a:pt x="317" y="188"/>
                  </a:cubicBezTo>
                  <a:cubicBezTo>
                    <a:pt x="319" y="186"/>
                    <a:pt x="320" y="182"/>
                    <a:pt x="319" y="179"/>
                  </a:cubicBezTo>
                  <a:lnTo>
                    <a:pt x="287" y="9"/>
                  </a:lnTo>
                  <a:close/>
                  <a:moveTo>
                    <a:pt x="187" y="131"/>
                  </a:moveTo>
                  <a:cubicBezTo>
                    <a:pt x="182" y="171"/>
                    <a:pt x="182" y="171"/>
                    <a:pt x="182" y="171"/>
                  </a:cubicBezTo>
                  <a:cubicBezTo>
                    <a:pt x="117" y="171"/>
                    <a:pt x="117" y="171"/>
                    <a:pt x="117" y="171"/>
                  </a:cubicBezTo>
                  <a:cubicBezTo>
                    <a:pt x="117" y="84"/>
                    <a:pt x="117" y="84"/>
                    <a:pt x="117" y="84"/>
                  </a:cubicBezTo>
                  <a:lnTo>
                    <a:pt x="187" y="131"/>
                  </a:lnTo>
                  <a:close/>
                  <a:moveTo>
                    <a:pt x="96" y="134"/>
                  </a:moveTo>
                  <a:cubicBezTo>
                    <a:pt x="96" y="171"/>
                    <a:pt x="96" y="171"/>
                    <a:pt x="96" y="171"/>
                  </a:cubicBezTo>
                  <a:cubicBezTo>
                    <a:pt x="21" y="171"/>
                    <a:pt x="21" y="171"/>
                    <a:pt x="21" y="171"/>
                  </a:cubicBezTo>
                  <a:cubicBezTo>
                    <a:pt x="21" y="84"/>
                    <a:pt x="21" y="84"/>
                    <a:pt x="21" y="84"/>
                  </a:cubicBezTo>
                  <a:lnTo>
                    <a:pt x="96" y="134"/>
                  </a:lnTo>
                  <a:close/>
                  <a:moveTo>
                    <a:pt x="204" y="171"/>
                  </a:moveTo>
                  <a:cubicBezTo>
                    <a:pt x="222" y="21"/>
                    <a:pt x="222" y="21"/>
                    <a:pt x="222" y="21"/>
                  </a:cubicBezTo>
                  <a:cubicBezTo>
                    <a:pt x="268" y="21"/>
                    <a:pt x="268" y="21"/>
                    <a:pt x="268" y="21"/>
                  </a:cubicBezTo>
                  <a:cubicBezTo>
                    <a:pt x="296" y="171"/>
                    <a:pt x="296" y="171"/>
                    <a:pt x="296" y="171"/>
                  </a:cubicBezTo>
                  <a:lnTo>
                    <a:pt x="204" y="171"/>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87" name="Freeform 580">
              <a:extLst>
                <a:ext uri="{FF2B5EF4-FFF2-40B4-BE49-F238E27FC236}">
                  <a16:creationId xmlns:a16="http://schemas.microsoft.com/office/drawing/2014/main" id="{B328243F-CA7F-4DD5-B15D-9F8A1575E720}"/>
                </a:ext>
              </a:extLst>
            </p:cNvPr>
            <p:cNvSpPr>
              <a:spLocks/>
            </p:cNvSpPr>
            <p:nvPr/>
          </p:nvSpPr>
          <p:spPr bwMode="auto">
            <a:xfrm>
              <a:off x="7636844" y="2147437"/>
              <a:ext cx="30720" cy="67583"/>
            </a:xfrm>
            <a:custGeom>
              <a:avLst/>
              <a:gdLst>
                <a:gd name="T0" fmla="*/ 8 w 31"/>
                <a:gd name="T1" fmla="*/ 46 h 65"/>
                <a:gd name="T2" fmla="*/ 8 w 31"/>
                <a:gd name="T3" fmla="*/ 61 h 65"/>
                <a:gd name="T4" fmla="*/ 16 w 31"/>
                <a:gd name="T5" fmla="*/ 65 h 65"/>
                <a:gd name="T6" fmla="*/ 23 w 31"/>
                <a:gd name="T7" fmla="*/ 62 h 65"/>
                <a:gd name="T8" fmla="*/ 31 w 31"/>
                <a:gd name="T9" fmla="*/ 43 h 65"/>
                <a:gd name="T10" fmla="*/ 23 w 31"/>
                <a:gd name="T11" fmla="*/ 25 h 65"/>
                <a:gd name="T12" fmla="*/ 23 w 31"/>
                <a:gd name="T13" fmla="*/ 19 h 65"/>
                <a:gd name="T14" fmla="*/ 23 w 31"/>
                <a:gd name="T15" fmla="*/ 4 h 65"/>
                <a:gd name="T16" fmla="*/ 8 w 31"/>
                <a:gd name="T17" fmla="*/ 4 h 65"/>
                <a:gd name="T18" fmla="*/ 0 w 31"/>
                <a:gd name="T19" fmla="*/ 22 h 65"/>
                <a:gd name="T20" fmla="*/ 8 w 31"/>
                <a:gd name="T21" fmla="*/ 40 h 65"/>
                <a:gd name="T22" fmla="*/ 8 w 31"/>
                <a:gd name="T23" fmla="*/ 4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65">
                  <a:moveTo>
                    <a:pt x="8" y="46"/>
                  </a:moveTo>
                  <a:cubicBezTo>
                    <a:pt x="4" y="50"/>
                    <a:pt x="4" y="57"/>
                    <a:pt x="8" y="61"/>
                  </a:cubicBezTo>
                  <a:cubicBezTo>
                    <a:pt x="10" y="64"/>
                    <a:pt x="13" y="65"/>
                    <a:pt x="16" y="65"/>
                  </a:cubicBezTo>
                  <a:cubicBezTo>
                    <a:pt x="18" y="65"/>
                    <a:pt x="21" y="64"/>
                    <a:pt x="23" y="62"/>
                  </a:cubicBezTo>
                  <a:cubicBezTo>
                    <a:pt x="24" y="60"/>
                    <a:pt x="31" y="53"/>
                    <a:pt x="31" y="43"/>
                  </a:cubicBezTo>
                  <a:cubicBezTo>
                    <a:pt x="31" y="39"/>
                    <a:pt x="30" y="32"/>
                    <a:pt x="23" y="25"/>
                  </a:cubicBezTo>
                  <a:cubicBezTo>
                    <a:pt x="22" y="24"/>
                    <a:pt x="20" y="22"/>
                    <a:pt x="23" y="19"/>
                  </a:cubicBezTo>
                  <a:cubicBezTo>
                    <a:pt x="27" y="15"/>
                    <a:pt x="27" y="8"/>
                    <a:pt x="23" y="4"/>
                  </a:cubicBezTo>
                  <a:cubicBezTo>
                    <a:pt x="19" y="0"/>
                    <a:pt x="12" y="0"/>
                    <a:pt x="8" y="4"/>
                  </a:cubicBezTo>
                  <a:cubicBezTo>
                    <a:pt x="7" y="5"/>
                    <a:pt x="0" y="12"/>
                    <a:pt x="0" y="22"/>
                  </a:cubicBezTo>
                  <a:cubicBezTo>
                    <a:pt x="0" y="27"/>
                    <a:pt x="2" y="34"/>
                    <a:pt x="8" y="40"/>
                  </a:cubicBezTo>
                  <a:cubicBezTo>
                    <a:pt x="9" y="41"/>
                    <a:pt x="11" y="43"/>
                    <a:pt x="8" y="46"/>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88" name="Freeform 581">
              <a:extLst>
                <a:ext uri="{FF2B5EF4-FFF2-40B4-BE49-F238E27FC236}">
                  <a16:creationId xmlns:a16="http://schemas.microsoft.com/office/drawing/2014/main" id="{AC3F82B5-6A4A-4C5E-AADD-39FA1D10003B}"/>
                </a:ext>
              </a:extLst>
            </p:cNvPr>
            <p:cNvSpPr>
              <a:spLocks/>
            </p:cNvSpPr>
            <p:nvPr/>
          </p:nvSpPr>
          <p:spPr bwMode="auto">
            <a:xfrm>
              <a:off x="7679851" y="2147437"/>
              <a:ext cx="32256" cy="67583"/>
            </a:xfrm>
            <a:custGeom>
              <a:avLst/>
              <a:gdLst>
                <a:gd name="T0" fmla="*/ 8 w 31"/>
                <a:gd name="T1" fmla="*/ 46 h 65"/>
                <a:gd name="T2" fmla="*/ 8 w 31"/>
                <a:gd name="T3" fmla="*/ 61 h 65"/>
                <a:gd name="T4" fmla="*/ 15 w 31"/>
                <a:gd name="T5" fmla="*/ 65 h 65"/>
                <a:gd name="T6" fmla="*/ 23 w 31"/>
                <a:gd name="T7" fmla="*/ 62 h 65"/>
                <a:gd name="T8" fmla="*/ 31 w 31"/>
                <a:gd name="T9" fmla="*/ 43 h 65"/>
                <a:gd name="T10" fmla="*/ 23 w 31"/>
                <a:gd name="T11" fmla="*/ 25 h 65"/>
                <a:gd name="T12" fmla="*/ 23 w 31"/>
                <a:gd name="T13" fmla="*/ 19 h 65"/>
                <a:gd name="T14" fmla="*/ 23 w 31"/>
                <a:gd name="T15" fmla="*/ 4 h 65"/>
                <a:gd name="T16" fmla="*/ 8 w 31"/>
                <a:gd name="T17" fmla="*/ 4 h 65"/>
                <a:gd name="T18" fmla="*/ 0 w 31"/>
                <a:gd name="T19" fmla="*/ 22 h 65"/>
                <a:gd name="T20" fmla="*/ 8 w 31"/>
                <a:gd name="T21" fmla="*/ 40 h 65"/>
                <a:gd name="T22" fmla="*/ 8 w 31"/>
                <a:gd name="T23" fmla="*/ 4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65">
                  <a:moveTo>
                    <a:pt x="8" y="46"/>
                  </a:moveTo>
                  <a:cubicBezTo>
                    <a:pt x="4" y="50"/>
                    <a:pt x="4" y="57"/>
                    <a:pt x="8" y="61"/>
                  </a:cubicBezTo>
                  <a:cubicBezTo>
                    <a:pt x="10" y="64"/>
                    <a:pt x="13" y="65"/>
                    <a:pt x="15" y="65"/>
                  </a:cubicBezTo>
                  <a:cubicBezTo>
                    <a:pt x="18" y="65"/>
                    <a:pt x="21" y="64"/>
                    <a:pt x="23" y="62"/>
                  </a:cubicBezTo>
                  <a:cubicBezTo>
                    <a:pt x="24" y="60"/>
                    <a:pt x="31" y="53"/>
                    <a:pt x="31" y="43"/>
                  </a:cubicBezTo>
                  <a:cubicBezTo>
                    <a:pt x="31" y="39"/>
                    <a:pt x="30" y="32"/>
                    <a:pt x="23" y="25"/>
                  </a:cubicBezTo>
                  <a:cubicBezTo>
                    <a:pt x="22" y="24"/>
                    <a:pt x="20" y="22"/>
                    <a:pt x="23" y="19"/>
                  </a:cubicBezTo>
                  <a:cubicBezTo>
                    <a:pt x="27" y="15"/>
                    <a:pt x="27" y="8"/>
                    <a:pt x="23" y="4"/>
                  </a:cubicBezTo>
                  <a:cubicBezTo>
                    <a:pt x="19" y="0"/>
                    <a:pt x="12" y="0"/>
                    <a:pt x="8" y="4"/>
                  </a:cubicBezTo>
                  <a:cubicBezTo>
                    <a:pt x="7" y="5"/>
                    <a:pt x="0" y="12"/>
                    <a:pt x="0" y="22"/>
                  </a:cubicBezTo>
                  <a:cubicBezTo>
                    <a:pt x="0" y="27"/>
                    <a:pt x="1" y="34"/>
                    <a:pt x="8" y="40"/>
                  </a:cubicBezTo>
                  <a:cubicBezTo>
                    <a:pt x="9" y="41"/>
                    <a:pt x="11" y="43"/>
                    <a:pt x="8" y="46"/>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sp>
          <p:nvSpPr>
            <p:cNvPr id="89" name="Freeform 582">
              <a:extLst>
                <a:ext uri="{FF2B5EF4-FFF2-40B4-BE49-F238E27FC236}">
                  <a16:creationId xmlns:a16="http://schemas.microsoft.com/office/drawing/2014/main" id="{E4C0E2B3-2100-4886-B489-736FDA0C6720}"/>
                </a:ext>
              </a:extLst>
            </p:cNvPr>
            <p:cNvSpPr>
              <a:spLocks noEditPoints="1"/>
            </p:cNvSpPr>
            <p:nvPr/>
          </p:nvSpPr>
          <p:spPr bwMode="auto">
            <a:xfrm>
              <a:off x="7326576" y="2050670"/>
              <a:ext cx="522233" cy="52377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0" cap="none" spc="0" normalizeH="0" baseline="0" noProof="0">
                <a:ln>
                  <a:noFill/>
                </a:ln>
                <a:solidFill>
                  <a:prstClr val="black"/>
                </a:solidFill>
                <a:effectLst/>
                <a:uLnTx/>
                <a:uFillTx/>
                <a:latin typeface="Calibri"/>
                <a:ea typeface="+mn-ea"/>
                <a:cs typeface="+mn-cs"/>
              </a:endParaRPr>
            </a:p>
          </p:txBody>
        </p:sp>
      </p:grpSp>
      <p:pic>
        <p:nvPicPr>
          <p:cNvPr id="90" name="Picture 22" descr="https://www.cisl.cam.ac.uk/about/leadership-hub/leadership-inquiry-images/table-images/adb-logo.jpg/image">
            <a:extLst>
              <a:ext uri="{FF2B5EF4-FFF2-40B4-BE49-F238E27FC236}">
                <a16:creationId xmlns:a16="http://schemas.microsoft.com/office/drawing/2014/main" id="{382D21E6-46F7-4D27-B491-927C08E74AB4}"/>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26739" r="27004"/>
          <a:stretch/>
        </p:blipFill>
        <p:spPr bwMode="auto">
          <a:xfrm>
            <a:off x="9152372" y="1165900"/>
            <a:ext cx="382097" cy="330392"/>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91" name="Picture 24" descr="https://encrypted-tbn0.gstatic.com/images?q=tbn:ANd9GcRgpIN7P9_e5ly2up9PgtYvTQzecGIGXKdUrMTQYgYGcKRziZNX">
            <a:extLst>
              <a:ext uri="{FF2B5EF4-FFF2-40B4-BE49-F238E27FC236}">
                <a16:creationId xmlns:a16="http://schemas.microsoft.com/office/drawing/2014/main" id="{9D928AB3-7FFE-41C3-95BE-325EC53C2CF4}"/>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9247" r="8995"/>
          <a:stretch/>
        </p:blipFill>
        <p:spPr bwMode="auto">
          <a:xfrm>
            <a:off x="6042133" y="1156817"/>
            <a:ext cx="428240" cy="344492"/>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92" name="Picture 91">
            <a:extLst>
              <a:ext uri="{FF2B5EF4-FFF2-40B4-BE49-F238E27FC236}">
                <a16:creationId xmlns:a16="http://schemas.microsoft.com/office/drawing/2014/main" id="{73342F03-7966-4DAD-8226-FAF3A9B50460}"/>
              </a:ext>
            </a:extLst>
          </p:cNvPr>
          <p:cNvPicPr>
            <a:picLocks noChangeAspect="1"/>
          </p:cNvPicPr>
          <p:nvPr/>
        </p:nvPicPr>
        <p:blipFill>
          <a:blip r:embed="rId8"/>
          <a:stretch>
            <a:fillRect/>
          </a:stretch>
        </p:blipFill>
        <p:spPr>
          <a:xfrm>
            <a:off x="6005752" y="2284731"/>
            <a:ext cx="572733" cy="197346"/>
          </a:xfrm>
          <a:prstGeom prst="rect">
            <a:avLst/>
          </a:prstGeom>
          <a:ln>
            <a:noFill/>
          </a:ln>
        </p:spPr>
      </p:pic>
      <p:pic>
        <p:nvPicPr>
          <p:cNvPr id="93" name="Picture 2" descr="http://newswirelawandevents.com/wp-content/uploads/2017/12/World-Bank-Logo-e1512416907359.jpg">
            <a:extLst>
              <a:ext uri="{FF2B5EF4-FFF2-40B4-BE49-F238E27FC236}">
                <a16:creationId xmlns:a16="http://schemas.microsoft.com/office/drawing/2014/main" id="{CE746710-DF52-4A33-B363-FA7169102F08}"/>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173295" y="2227175"/>
            <a:ext cx="477497" cy="244330"/>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94" name="Picture 22" descr="https://www.cisl.cam.ac.uk/about/leadership-hub/leadership-inquiry-images/table-images/adb-logo.jpg/image">
            <a:extLst>
              <a:ext uri="{FF2B5EF4-FFF2-40B4-BE49-F238E27FC236}">
                <a16:creationId xmlns:a16="http://schemas.microsoft.com/office/drawing/2014/main" id="{9449BFE1-B68D-4F86-853F-391C4B651D1F}"/>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26739" r="27004"/>
          <a:stretch/>
        </p:blipFill>
        <p:spPr bwMode="auto">
          <a:xfrm>
            <a:off x="5982058" y="3210872"/>
            <a:ext cx="382097" cy="388474"/>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97" name="Picture 22" descr="Image result for ongc logo">
            <a:extLst>
              <a:ext uri="{FF2B5EF4-FFF2-40B4-BE49-F238E27FC236}">
                <a16:creationId xmlns:a16="http://schemas.microsoft.com/office/drawing/2014/main" id="{1123F158-01EE-4AA6-9341-7C66970CFC39}"/>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l="6442" r="5969"/>
          <a:stretch/>
        </p:blipFill>
        <p:spPr bwMode="auto">
          <a:xfrm>
            <a:off x="9192465" y="3185397"/>
            <a:ext cx="382097" cy="436237"/>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98" name="Picture 2" descr="Image result for maharashtra energy development agency">
            <a:extLst>
              <a:ext uri="{FF2B5EF4-FFF2-40B4-BE49-F238E27FC236}">
                <a16:creationId xmlns:a16="http://schemas.microsoft.com/office/drawing/2014/main" id="{277D9E1D-222F-4E30-B289-A6A7F10A215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969348" y="4290513"/>
            <a:ext cx="262600" cy="403218"/>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99" name="Picture 20" descr="Image result for gtz logo">
            <a:extLst>
              <a:ext uri="{FF2B5EF4-FFF2-40B4-BE49-F238E27FC236}">
                <a16:creationId xmlns:a16="http://schemas.microsoft.com/office/drawing/2014/main" id="{99428D3C-948C-4A68-B2E1-AB0437994E36}"/>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169133" y="4302549"/>
            <a:ext cx="348574" cy="348574"/>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105" name="Half Frame 104">
            <a:extLst>
              <a:ext uri="{FF2B5EF4-FFF2-40B4-BE49-F238E27FC236}">
                <a16:creationId xmlns:a16="http://schemas.microsoft.com/office/drawing/2014/main" id="{0F2D4AA3-EFAD-4959-A1C1-5C7AAA8EFFC6}"/>
              </a:ext>
            </a:extLst>
          </p:cNvPr>
          <p:cNvSpPr/>
          <p:nvPr/>
        </p:nvSpPr>
        <p:spPr bwMode="gray">
          <a:xfrm rot="10800000">
            <a:off x="8140663" y="5046679"/>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06" name="Half Frame 105">
            <a:extLst>
              <a:ext uri="{FF2B5EF4-FFF2-40B4-BE49-F238E27FC236}">
                <a16:creationId xmlns:a16="http://schemas.microsoft.com/office/drawing/2014/main" id="{784CC28A-7F34-4CBD-86A7-B551F1DB8C0C}"/>
              </a:ext>
            </a:extLst>
          </p:cNvPr>
          <p:cNvSpPr/>
          <p:nvPr/>
        </p:nvSpPr>
        <p:spPr bwMode="gray">
          <a:xfrm rot="16200000">
            <a:off x="5919957" y="5048934"/>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07" name="Half Frame 106">
            <a:extLst>
              <a:ext uri="{FF2B5EF4-FFF2-40B4-BE49-F238E27FC236}">
                <a16:creationId xmlns:a16="http://schemas.microsoft.com/office/drawing/2014/main" id="{35061BD0-B089-427E-8823-F4E60235A29E}"/>
              </a:ext>
            </a:extLst>
          </p:cNvPr>
          <p:cNvSpPr/>
          <p:nvPr/>
        </p:nvSpPr>
        <p:spPr bwMode="gray">
          <a:xfrm rot="10800000">
            <a:off x="11209647" y="5041839"/>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08" name="Half Frame 107">
            <a:extLst>
              <a:ext uri="{FF2B5EF4-FFF2-40B4-BE49-F238E27FC236}">
                <a16:creationId xmlns:a16="http://schemas.microsoft.com/office/drawing/2014/main" id="{58ABFBFC-0D23-46D6-AE49-7FFEFC5C44B1}"/>
              </a:ext>
            </a:extLst>
          </p:cNvPr>
          <p:cNvSpPr/>
          <p:nvPr/>
        </p:nvSpPr>
        <p:spPr bwMode="gray">
          <a:xfrm rot="16200000">
            <a:off x="9040043" y="5044095"/>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100" name="TextBox 99">
            <a:extLst>
              <a:ext uri="{FF2B5EF4-FFF2-40B4-BE49-F238E27FC236}">
                <a16:creationId xmlns:a16="http://schemas.microsoft.com/office/drawing/2014/main" id="{26920377-8D49-4E8A-89E9-1F64A31B96B1}"/>
              </a:ext>
            </a:extLst>
          </p:cNvPr>
          <p:cNvSpPr txBox="1"/>
          <p:nvPr/>
        </p:nvSpPr>
        <p:spPr>
          <a:xfrm>
            <a:off x="1992514" y="2802414"/>
            <a:ext cx="1840041" cy="288147"/>
          </a:xfrm>
          <a:prstGeom prst="rect">
            <a:avLst/>
          </a:prstGeom>
          <a:noFill/>
        </p:spPr>
        <p:txBody>
          <a:bodyPr wrap="square" lIns="36000" tIns="36000" rIns="36000" b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D8390"/>
                </a:solidFill>
                <a:effectLst/>
                <a:uLnTx/>
                <a:uFillTx/>
                <a:latin typeface="Calibri"/>
                <a:ea typeface="+mn-ea"/>
                <a:cs typeface="+mn-cs"/>
              </a:rPr>
              <a:t>Strategy preparation</a:t>
            </a:r>
          </a:p>
        </p:txBody>
      </p:sp>
      <p:grpSp>
        <p:nvGrpSpPr>
          <p:cNvPr id="101" name="Group 100">
            <a:extLst>
              <a:ext uri="{FF2B5EF4-FFF2-40B4-BE49-F238E27FC236}">
                <a16:creationId xmlns:a16="http://schemas.microsoft.com/office/drawing/2014/main" id="{8517AE31-74BA-4DFE-9F7B-994334E1D342}"/>
              </a:ext>
            </a:extLst>
          </p:cNvPr>
          <p:cNvGrpSpPr/>
          <p:nvPr/>
        </p:nvGrpSpPr>
        <p:grpSpPr>
          <a:xfrm>
            <a:off x="2362523" y="1695113"/>
            <a:ext cx="1132852" cy="1114129"/>
            <a:chOff x="4083526" y="1739860"/>
            <a:chExt cx="1354384" cy="1332000"/>
          </a:xfrm>
        </p:grpSpPr>
        <p:grpSp>
          <p:nvGrpSpPr>
            <p:cNvPr id="102" name="Group 101">
              <a:extLst>
                <a:ext uri="{FF2B5EF4-FFF2-40B4-BE49-F238E27FC236}">
                  <a16:creationId xmlns:a16="http://schemas.microsoft.com/office/drawing/2014/main" id="{A1FFFDD0-EC7C-466E-A51F-79A65621AAB1}"/>
                </a:ext>
              </a:extLst>
            </p:cNvPr>
            <p:cNvGrpSpPr/>
            <p:nvPr/>
          </p:nvGrpSpPr>
          <p:grpSpPr>
            <a:xfrm>
              <a:off x="4653110" y="1739860"/>
              <a:ext cx="784800" cy="1332000"/>
              <a:chOff x="8989748" y="663576"/>
              <a:chExt cx="1191799" cy="1931759"/>
            </a:xfrm>
          </p:grpSpPr>
          <p:sp>
            <p:nvSpPr>
              <p:cNvPr id="104" name="Diagonal Stripe 103">
                <a:extLst>
                  <a:ext uri="{FF2B5EF4-FFF2-40B4-BE49-F238E27FC236}">
                    <a16:creationId xmlns:a16="http://schemas.microsoft.com/office/drawing/2014/main" id="{A7FCC7B6-04B3-42DA-8B3A-831F2CAF722E}"/>
                  </a:ext>
                </a:extLst>
              </p:cNvPr>
              <p:cNvSpPr/>
              <p:nvPr/>
            </p:nvSpPr>
            <p:spPr>
              <a:xfrm>
                <a:off x="8989748" y="1650596"/>
                <a:ext cx="1191799" cy="944739"/>
              </a:xfrm>
              <a:prstGeom prst="diagStripe">
                <a:avLst/>
              </a:prstGeom>
              <a:solidFill>
                <a:srgbClr val="007CB0"/>
              </a:solidFill>
              <a:ln w="12700" cap="flat" cmpd="sng" algn="ctr">
                <a:noFill/>
                <a:prstDash val="solid"/>
              </a:ln>
              <a:effectLst/>
            </p:spPr>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err="1">
                  <a:ln>
                    <a:noFill/>
                  </a:ln>
                  <a:solidFill>
                    <a:srgbClr val="53565A"/>
                  </a:solidFill>
                  <a:effectLst/>
                  <a:uLnTx/>
                  <a:uFillTx/>
                  <a:latin typeface="Calibri"/>
                  <a:ea typeface="+mn-ea"/>
                  <a:cs typeface="+mn-cs"/>
                </a:endParaRPr>
              </a:p>
            </p:txBody>
          </p:sp>
          <p:sp>
            <p:nvSpPr>
              <p:cNvPr id="109" name="Diagonal Stripe 108">
                <a:extLst>
                  <a:ext uri="{FF2B5EF4-FFF2-40B4-BE49-F238E27FC236}">
                    <a16:creationId xmlns:a16="http://schemas.microsoft.com/office/drawing/2014/main" id="{4A062DD2-DE24-4F01-9CF3-50F1DEF09510}"/>
                  </a:ext>
                </a:extLst>
              </p:cNvPr>
              <p:cNvSpPr/>
              <p:nvPr/>
            </p:nvSpPr>
            <p:spPr>
              <a:xfrm flipV="1">
                <a:off x="8989748" y="663576"/>
                <a:ext cx="1191799" cy="944739"/>
              </a:xfrm>
              <a:prstGeom prst="diagStripe">
                <a:avLst/>
              </a:prstGeom>
              <a:solidFill>
                <a:srgbClr val="0D8390"/>
              </a:solidFill>
              <a:ln w="12700" cap="flat" cmpd="sng" algn="ctr">
                <a:noFill/>
                <a:prstDash val="solid"/>
              </a:ln>
              <a:effectLst/>
            </p:spPr>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err="1">
                  <a:ln>
                    <a:noFill/>
                  </a:ln>
                  <a:solidFill>
                    <a:srgbClr val="53565A"/>
                  </a:solidFill>
                  <a:effectLst/>
                  <a:uLnTx/>
                  <a:uFillTx/>
                  <a:latin typeface="Calibri"/>
                  <a:ea typeface="+mn-ea"/>
                  <a:cs typeface="+mn-cs"/>
                </a:endParaRPr>
              </a:p>
            </p:txBody>
          </p:sp>
        </p:grpSp>
        <p:sp>
          <p:nvSpPr>
            <p:cNvPr id="103" name="Freeform 940">
              <a:extLst>
                <a:ext uri="{FF2B5EF4-FFF2-40B4-BE49-F238E27FC236}">
                  <a16:creationId xmlns:a16="http://schemas.microsoft.com/office/drawing/2014/main" id="{84EFE52E-B75A-4797-8684-DB5E2BC0DE1E}"/>
                </a:ext>
              </a:extLst>
            </p:cNvPr>
            <p:cNvSpPr>
              <a:spLocks noChangeAspect="1" noEditPoints="1"/>
            </p:cNvSpPr>
            <p:nvPr/>
          </p:nvSpPr>
          <p:spPr bwMode="auto">
            <a:xfrm>
              <a:off x="4083526" y="2098519"/>
              <a:ext cx="655078" cy="655078"/>
            </a:xfrm>
            <a:custGeom>
              <a:avLst/>
              <a:gdLst>
                <a:gd name="T0" fmla="*/ 361 w 512"/>
                <a:gd name="T1" fmla="*/ 188 h 512"/>
                <a:gd name="T2" fmla="*/ 391 w 512"/>
                <a:gd name="T3" fmla="*/ 309 h 512"/>
                <a:gd name="T4" fmla="*/ 324 w 512"/>
                <a:gd name="T5" fmla="*/ 309 h 512"/>
                <a:gd name="T6" fmla="*/ 361 w 512"/>
                <a:gd name="T7" fmla="*/ 188 h 512"/>
                <a:gd name="T8" fmla="*/ 121 w 512"/>
                <a:gd name="T9" fmla="*/ 309 h 512"/>
                <a:gd name="T10" fmla="*/ 189 w 512"/>
                <a:gd name="T11" fmla="*/ 309 h 512"/>
                <a:gd name="T12" fmla="*/ 159 w 512"/>
                <a:gd name="T13" fmla="*/ 188 h 512"/>
                <a:gd name="T14" fmla="*/ 121 w 512"/>
                <a:gd name="T15" fmla="*/ 309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415 w 512"/>
                <a:gd name="T27" fmla="*/ 317 h 512"/>
                <a:gd name="T28" fmla="*/ 373 w 512"/>
                <a:gd name="T29" fmla="*/ 146 h 512"/>
                <a:gd name="T30" fmla="*/ 372 w 512"/>
                <a:gd name="T31" fmla="*/ 146 h 512"/>
                <a:gd name="T32" fmla="*/ 372 w 512"/>
                <a:gd name="T33" fmla="*/ 144 h 512"/>
                <a:gd name="T34" fmla="*/ 370 w 512"/>
                <a:gd name="T35" fmla="*/ 142 h 512"/>
                <a:gd name="T36" fmla="*/ 369 w 512"/>
                <a:gd name="T37" fmla="*/ 141 h 512"/>
                <a:gd name="T38" fmla="*/ 367 w 512"/>
                <a:gd name="T39" fmla="*/ 140 h 512"/>
                <a:gd name="T40" fmla="*/ 366 w 512"/>
                <a:gd name="T41" fmla="*/ 139 h 512"/>
                <a:gd name="T42" fmla="*/ 363 w 512"/>
                <a:gd name="T43" fmla="*/ 138 h 512"/>
                <a:gd name="T44" fmla="*/ 362 w 512"/>
                <a:gd name="T45" fmla="*/ 138 h 512"/>
                <a:gd name="T46" fmla="*/ 362 w 512"/>
                <a:gd name="T47" fmla="*/ 138 h 512"/>
                <a:gd name="T48" fmla="*/ 266 w 512"/>
                <a:gd name="T49" fmla="*/ 138 h 512"/>
                <a:gd name="T50" fmla="*/ 266 w 512"/>
                <a:gd name="T51" fmla="*/ 106 h 512"/>
                <a:gd name="T52" fmla="*/ 256 w 512"/>
                <a:gd name="T53" fmla="*/ 96 h 512"/>
                <a:gd name="T54" fmla="*/ 245 w 512"/>
                <a:gd name="T55" fmla="*/ 106 h 512"/>
                <a:gd name="T56" fmla="*/ 245 w 512"/>
                <a:gd name="T57" fmla="*/ 138 h 512"/>
                <a:gd name="T58" fmla="*/ 160 w 512"/>
                <a:gd name="T59" fmla="*/ 138 h 512"/>
                <a:gd name="T60" fmla="*/ 159 w 512"/>
                <a:gd name="T61" fmla="*/ 138 h 512"/>
                <a:gd name="T62" fmla="*/ 156 w 512"/>
                <a:gd name="T63" fmla="*/ 139 h 512"/>
                <a:gd name="T64" fmla="*/ 155 w 512"/>
                <a:gd name="T65" fmla="*/ 140 h 512"/>
                <a:gd name="T66" fmla="*/ 153 w 512"/>
                <a:gd name="T67" fmla="*/ 141 h 512"/>
                <a:gd name="T68" fmla="*/ 152 w 512"/>
                <a:gd name="T69" fmla="*/ 142 h 512"/>
                <a:gd name="T70" fmla="*/ 150 w 512"/>
                <a:gd name="T71" fmla="*/ 144 h 512"/>
                <a:gd name="T72" fmla="*/ 150 w 512"/>
                <a:gd name="T73" fmla="*/ 145 h 512"/>
                <a:gd name="T74" fmla="*/ 149 w 512"/>
                <a:gd name="T75" fmla="*/ 146 h 512"/>
                <a:gd name="T76" fmla="*/ 96 w 512"/>
                <a:gd name="T77" fmla="*/ 316 h 512"/>
                <a:gd name="T78" fmla="*/ 98 w 512"/>
                <a:gd name="T79" fmla="*/ 326 h 512"/>
                <a:gd name="T80" fmla="*/ 106 w 512"/>
                <a:gd name="T81" fmla="*/ 330 h 512"/>
                <a:gd name="T82" fmla="*/ 202 w 512"/>
                <a:gd name="T83" fmla="*/ 330 h 512"/>
                <a:gd name="T84" fmla="*/ 211 w 512"/>
                <a:gd name="T85" fmla="*/ 326 h 512"/>
                <a:gd name="T86" fmla="*/ 213 w 512"/>
                <a:gd name="T87" fmla="*/ 317 h 512"/>
                <a:gd name="T88" fmla="*/ 173 w 512"/>
                <a:gd name="T89" fmla="*/ 160 h 512"/>
                <a:gd name="T90" fmla="*/ 245 w 512"/>
                <a:gd name="T91" fmla="*/ 160 h 512"/>
                <a:gd name="T92" fmla="*/ 245 w 512"/>
                <a:gd name="T93" fmla="*/ 394 h 512"/>
                <a:gd name="T94" fmla="*/ 192 w 512"/>
                <a:gd name="T95" fmla="*/ 394 h 512"/>
                <a:gd name="T96" fmla="*/ 181 w 512"/>
                <a:gd name="T97" fmla="*/ 405 h 512"/>
                <a:gd name="T98" fmla="*/ 192 w 512"/>
                <a:gd name="T99" fmla="*/ 416 h 512"/>
                <a:gd name="T100" fmla="*/ 320 w 512"/>
                <a:gd name="T101" fmla="*/ 416 h 512"/>
                <a:gd name="T102" fmla="*/ 330 w 512"/>
                <a:gd name="T103" fmla="*/ 405 h 512"/>
                <a:gd name="T104" fmla="*/ 320 w 512"/>
                <a:gd name="T105" fmla="*/ 394 h 512"/>
                <a:gd name="T106" fmla="*/ 266 w 512"/>
                <a:gd name="T107" fmla="*/ 394 h 512"/>
                <a:gd name="T108" fmla="*/ 266 w 512"/>
                <a:gd name="T109" fmla="*/ 160 h 512"/>
                <a:gd name="T110" fmla="*/ 348 w 512"/>
                <a:gd name="T111" fmla="*/ 160 h 512"/>
                <a:gd name="T112" fmla="*/ 299 w 512"/>
                <a:gd name="T113" fmla="*/ 316 h 512"/>
                <a:gd name="T114" fmla="*/ 300 w 512"/>
                <a:gd name="T115" fmla="*/ 326 h 512"/>
                <a:gd name="T116" fmla="*/ 309 w 512"/>
                <a:gd name="T117" fmla="*/ 330 h 512"/>
                <a:gd name="T118" fmla="*/ 405 w 512"/>
                <a:gd name="T119" fmla="*/ 330 h 512"/>
                <a:gd name="T120" fmla="*/ 413 w 512"/>
                <a:gd name="T121" fmla="*/ 326 h 512"/>
                <a:gd name="T122" fmla="*/ 415 w 512"/>
                <a:gd name="T123" fmla="*/ 31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61" y="188"/>
                  </a:moveTo>
                  <a:cubicBezTo>
                    <a:pt x="391" y="309"/>
                    <a:pt x="391" y="309"/>
                    <a:pt x="391" y="309"/>
                  </a:cubicBezTo>
                  <a:cubicBezTo>
                    <a:pt x="324" y="309"/>
                    <a:pt x="324" y="309"/>
                    <a:pt x="324" y="309"/>
                  </a:cubicBezTo>
                  <a:lnTo>
                    <a:pt x="361" y="188"/>
                  </a:lnTo>
                  <a:close/>
                  <a:moveTo>
                    <a:pt x="121" y="309"/>
                  </a:moveTo>
                  <a:cubicBezTo>
                    <a:pt x="189" y="309"/>
                    <a:pt x="189" y="309"/>
                    <a:pt x="189" y="309"/>
                  </a:cubicBezTo>
                  <a:cubicBezTo>
                    <a:pt x="159" y="188"/>
                    <a:pt x="159" y="188"/>
                    <a:pt x="159" y="188"/>
                  </a:cubicBezTo>
                  <a:lnTo>
                    <a:pt x="121" y="30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5" y="317"/>
                  </a:moveTo>
                  <a:cubicBezTo>
                    <a:pt x="373" y="146"/>
                    <a:pt x="373" y="146"/>
                    <a:pt x="373" y="146"/>
                  </a:cubicBezTo>
                  <a:cubicBezTo>
                    <a:pt x="373" y="146"/>
                    <a:pt x="372" y="146"/>
                    <a:pt x="372" y="146"/>
                  </a:cubicBezTo>
                  <a:cubicBezTo>
                    <a:pt x="372" y="145"/>
                    <a:pt x="372" y="145"/>
                    <a:pt x="372" y="144"/>
                  </a:cubicBezTo>
                  <a:cubicBezTo>
                    <a:pt x="371" y="143"/>
                    <a:pt x="371" y="143"/>
                    <a:pt x="370" y="142"/>
                  </a:cubicBezTo>
                  <a:cubicBezTo>
                    <a:pt x="370" y="142"/>
                    <a:pt x="370" y="141"/>
                    <a:pt x="369" y="141"/>
                  </a:cubicBezTo>
                  <a:cubicBezTo>
                    <a:pt x="369" y="141"/>
                    <a:pt x="368" y="140"/>
                    <a:pt x="367" y="140"/>
                  </a:cubicBezTo>
                  <a:cubicBezTo>
                    <a:pt x="367" y="139"/>
                    <a:pt x="367" y="139"/>
                    <a:pt x="366" y="139"/>
                  </a:cubicBezTo>
                  <a:cubicBezTo>
                    <a:pt x="365" y="139"/>
                    <a:pt x="364" y="138"/>
                    <a:pt x="363" y="138"/>
                  </a:cubicBezTo>
                  <a:cubicBezTo>
                    <a:pt x="363" y="138"/>
                    <a:pt x="363" y="138"/>
                    <a:pt x="362" y="138"/>
                  </a:cubicBezTo>
                  <a:cubicBezTo>
                    <a:pt x="362" y="138"/>
                    <a:pt x="362" y="138"/>
                    <a:pt x="362" y="138"/>
                  </a:cubicBezTo>
                  <a:cubicBezTo>
                    <a:pt x="266" y="138"/>
                    <a:pt x="266" y="138"/>
                    <a:pt x="266" y="138"/>
                  </a:cubicBezTo>
                  <a:cubicBezTo>
                    <a:pt x="266" y="106"/>
                    <a:pt x="266" y="106"/>
                    <a:pt x="266" y="106"/>
                  </a:cubicBezTo>
                  <a:cubicBezTo>
                    <a:pt x="266" y="100"/>
                    <a:pt x="262" y="96"/>
                    <a:pt x="256" y="96"/>
                  </a:cubicBezTo>
                  <a:cubicBezTo>
                    <a:pt x="250" y="96"/>
                    <a:pt x="245" y="100"/>
                    <a:pt x="245" y="106"/>
                  </a:cubicBezTo>
                  <a:cubicBezTo>
                    <a:pt x="245" y="138"/>
                    <a:pt x="245" y="138"/>
                    <a:pt x="245" y="138"/>
                  </a:cubicBezTo>
                  <a:cubicBezTo>
                    <a:pt x="160" y="138"/>
                    <a:pt x="160" y="138"/>
                    <a:pt x="160" y="138"/>
                  </a:cubicBezTo>
                  <a:cubicBezTo>
                    <a:pt x="159" y="138"/>
                    <a:pt x="159" y="138"/>
                    <a:pt x="159" y="138"/>
                  </a:cubicBezTo>
                  <a:cubicBezTo>
                    <a:pt x="158" y="139"/>
                    <a:pt x="157" y="139"/>
                    <a:pt x="156" y="139"/>
                  </a:cubicBezTo>
                  <a:cubicBezTo>
                    <a:pt x="156" y="139"/>
                    <a:pt x="155" y="139"/>
                    <a:pt x="155" y="140"/>
                  </a:cubicBezTo>
                  <a:cubicBezTo>
                    <a:pt x="154" y="140"/>
                    <a:pt x="153" y="141"/>
                    <a:pt x="153" y="141"/>
                  </a:cubicBezTo>
                  <a:cubicBezTo>
                    <a:pt x="152" y="141"/>
                    <a:pt x="152" y="142"/>
                    <a:pt x="152" y="142"/>
                  </a:cubicBezTo>
                  <a:cubicBezTo>
                    <a:pt x="151" y="143"/>
                    <a:pt x="151" y="143"/>
                    <a:pt x="150" y="144"/>
                  </a:cubicBezTo>
                  <a:cubicBezTo>
                    <a:pt x="150" y="145"/>
                    <a:pt x="150" y="145"/>
                    <a:pt x="150" y="145"/>
                  </a:cubicBezTo>
                  <a:cubicBezTo>
                    <a:pt x="150" y="145"/>
                    <a:pt x="150" y="146"/>
                    <a:pt x="149" y="146"/>
                  </a:cubicBezTo>
                  <a:cubicBezTo>
                    <a:pt x="96" y="316"/>
                    <a:pt x="96" y="316"/>
                    <a:pt x="96" y="316"/>
                  </a:cubicBezTo>
                  <a:cubicBezTo>
                    <a:pt x="95" y="320"/>
                    <a:pt x="96" y="323"/>
                    <a:pt x="98" y="326"/>
                  </a:cubicBezTo>
                  <a:cubicBezTo>
                    <a:pt x="100" y="329"/>
                    <a:pt x="103" y="330"/>
                    <a:pt x="106" y="330"/>
                  </a:cubicBezTo>
                  <a:cubicBezTo>
                    <a:pt x="202" y="330"/>
                    <a:pt x="202" y="330"/>
                    <a:pt x="202" y="330"/>
                  </a:cubicBezTo>
                  <a:cubicBezTo>
                    <a:pt x="206" y="330"/>
                    <a:pt x="209" y="329"/>
                    <a:pt x="211" y="326"/>
                  </a:cubicBezTo>
                  <a:cubicBezTo>
                    <a:pt x="213" y="324"/>
                    <a:pt x="213" y="320"/>
                    <a:pt x="213" y="317"/>
                  </a:cubicBezTo>
                  <a:cubicBezTo>
                    <a:pt x="173" y="160"/>
                    <a:pt x="173" y="160"/>
                    <a:pt x="173" y="160"/>
                  </a:cubicBezTo>
                  <a:cubicBezTo>
                    <a:pt x="245" y="160"/>
                    <a:pt x="245" y="160"/>
                    <a:pt x="245" y="160"/>
                  </a:cubicBezTo>
                  <a:cubicBezTo>
                    <a:pt x="245" y="394"/>
                    <a:pt x="245" y="394"/>
                    <a:pt x="245" y="394"/>
                  </a:cubicBezTo>
                  <a:cubicBezTo>
                    <a:pt x="192" y="394"/>
                    <a:pt x="192" y="394"/>
                    <a:pt x="192" y="394"/>
                  </a:cubicBezTo>
                  <a:cubicBezTo>
                    <a:pt x="186" y="394"/>
                    <a:pt x="181" y="399"/>
                    <a:pt x="181" y="405"/>
                  </a:cubicBezTo>
                  <a:cubicBezTo>
                    <a:pt x="181" y="411"/>
                    <a:pt x="186" y="416"/>
                    <a:pt x="192" y="416"/>
                  </a:cubicBezTo>
                  <a:cubicBezTo>
                    <a:pt x="320" y="416"/>
                    <a:pt x="320" y="416"/>
                    <a:pt x="320" y="416"/>
                  </a:cubicBezTo>
                  <a:cubicBezTo>
                    <a:pt x="326" y="416"/>
                    <a:pt x="330" y="411"/>
                    <a:pt x="330" y="405"/>
                  </a:cubicBezTo>
                  <a:cubicBezTo>
                    <a:pt x="330" y="399"/>
                    <a:pt x="326" y="394"/>
                    <a:pt x="320" y="394"/>
                  </a:cubicBezTo>
                  <a:cubicBezTo>
                    <a:pt x="266" y="394"/>
                    <a:pt x="266" y="394"/>
                    <a:pt x="266" y="394"/>
                  </a:cubicBezTo>
                  <a:cubicBezTo>
                    <a:pt x="266" y="160"/>
                    <a:pt x="266" y="160"/>
                    <a:pt x="266" y="160"/>
                  </a:cubicBezTo>
                  <a:cubicBezTo>
                    <a:pt x="348" y="160"/>
                    <a:pt x="348" y="160"/>
                    <a:pt x="348" y="160"/>
                  </a:cubicBezTo>
                  <a:cubicBezTo>
                    <a:pt x="299" y="316"/>
                    <a:pt x="299" y="316"/>
                    <a:pt x="299" y="316"/>
                  </a:cubicBezTo>
                  <a:cubicBezTo>
                    <a:pt x="298" y="320"/>
                    <a:pt x="298" y="323"/>
                    <a:pt x="300" y="326"/>
                  </a:cubicBezTo>
                  <a:cubicBezTo>
                    <a:pt x="302" y="329"/>
                    <a:pt x="306" y="330"/>
                    <a:pt x="309" y="330"/>
                  </a:cubicBezTo>
                  <a:cubicBezTo>
                    <a:pt x="405" y="330"/>
                    <a:pt x="405" y="330"/>
                    <a:pt x="405" y="330"/>
                  </a:cubicBezTo>
                  <a:cubicBezTo>
                    <a:pt x="408" y="330"/>
                    <a:pt x="411" y="329"/>
                    <a:pt x="413" y="326"/>
                  </a:cubicBezTo>
                  <a:cubicBezTo>
                    <a:pt x="415" y="324"/>
                    <a:pt x="416" y="320"/>
                    <a:pt x="415" y="317"/>
                  </a:cubicBezTo>
                  <a:close/>
                </a:path>
              </a:pathLst>
            </a:custGeom>
            <a:solidFill>
              <a:srgbClr val="007CB0"/>
            </a:solidFill>
            <a:ln w="12700" cap="flat" cmpd="sng" algn="ctr">
              <a:noFill/>
              <a:prstDash val="solid"/>
            </a:ln>
            <a:effectLst/>
          </p:spPr>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53565A"/>
                </a:solidFill>
                <a:effectLst/>
                <a:uLnTx/>
                <a:uFillTx/>
                <a:latin typeface="Calibri"/>
                <a:ea typeface="+mn-ea"/>
                <a:cs typeface="+mn-cs"/>
              </a:endParaRPr>
            </a:p>
          </p:txBody>
        </p:sp>
      </p:grpSp>
      <p:sp>
        <p:nvSpPr>
          <p:cNvPr id="4" name="Rectangle 3">
            <a:extLst>
              <a:ext uri="{FF2B5EF4-FFF2-40B4-BE49-F238E27FC236}">
                <a16:creationId xmlns:a16="http://schemas.microsoft.com/office/drawing/2014/main" id="{92E1985F-2458-1F5B-E56E-1743138AE158}"/>
              </a:ext>
            </a:extLst>
          </p:cNvPr>
          <p:cNvSpPr/>
          <p:nvPr/>
        </p:nvSpPr>
        <p:spPr bwMode="gray">
          <a:xfrm>
            <a:off x="5922414" y="5411835"/>
            <a:ext cx="2452561" cy="403218"/>
          </a:xfrm>
          <a:prstGeom prst="rect">
            <a:avLst/>
          </a:prstGeom>
          <a:solidFill>
            <a:srgbClr val="007680"/>
          </a:solidFill>
          <a:ln w="19050" algn="ctr">
            <a:noFill/>
            <a:miter lim="800000"/>
            <a:headEnd/>
            <a:tailEnd/>
          </a:ln>
        </p:spPr>
        <p:txBody>
          <a:bodyPr wrap="square" lIns="88900" tIns="88900" rIns="88900" bIns="88900" rtlCol="0" anchor="ctr"/>
          <a:lstStyle/>
          <a:p>
            <a:pPr marL="0" marR="0" lvl="0" indent="0" algn="r"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0" cap="none" spc="0" normalizeH="0" baseline="0" noProof="0" err="1">
                <a:ln>
                  <a:noFill/>
                </a:ln>
                <a:solidFill>
                  <a:prstClr val="white"/>
                </a:solidFill>
                <a:effectLst/>
                <a:uLnTx/>
                <a:uFillTx/>
              </a:rPr>
              <a:t>Ambuja</a:t>
            </a:r>
            <a:r>
              <a:rPr kumimoji="0" lang="en-US" sz="1050" b="1" i="0" u="none" strike="noStrike" kern="0" cap="none" spc="0" normalizeH="0" baseline="0" noProof="0">
                <a:ln>
                  <a:noFill/>
                </a:ln>
                <a:solidFill>
                  <a:prstClr val="white"/>
                </a:solidFill>
                <a:effectLst/>
                <a:uLnTx/>
                <a:uFillTx/>
              </a:rPr>
              <a:t> Cements Limited</a:t>
            </a:r>
          </a:p>
        </p:txBody>
      </p:sp>
      <p:sp>
        <p:nvSpPr>
          <p:cNvPr id="5" name="Rectangle 4">
            <a:extLst>
              <a:ext uri="{FF2B5EF4-FFF2-40B4-BE49-F238E27FC236}">
                <a16:creationId xmlns:a16="http://schemas.microsoft.com/office/drawing/2014/main" id="{47CDAC60-2838-D7D3-C496-73F261C89DCC}"/>
              </a:ext>
            </a:extLst>
          </p:cNvPr>
          <p:cNvSpPr/>
          <p:nvPr/>
        </p:nvSpPr>
        <p:spPr bwMode="gray">
          <a:xfrm>
            <a:off x="5936075" y="5837504"/>
            <a:ext cx="2425239"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1" i="1" u="none" strike="noStrike" kern="0" cap="none" spc="0" normalizeH="0" baseline="0" noProof="0">
                <a:ln>
                  <a:noFill/>
                </a:ln>
                <a:solidFill>
                  <a:prstClr val="black"/>
                </a:solidFill>
                <a:effectLst/>
                <a:uLnTx/>
                <a:uFillTx/>
              </a:rPr>
              <a:t>Assistance in preparing RPO strategy roadmap and REC portfolio management</a:t>
            </a:r>
          </a:p>
        </p:txBody>
      </p:sp>
      <p:sp>
        <p:nvSpPr>
          <p:cNvPr id="14" name="Half Frame 13">
            <a:extLst>
              <a:ext uri="{FF2B5EF4-FFF2-40B4-BE49-F238E27FC236}">
                <a16:creationId xmlns:a16="http://schemas.microsoft.com/office/drawing/2014/main" id="{65E629D0-B843-6394-099F-7C270861FA70}"/>
              </a:ext>
            </a:extLst>
          </p:cNvPr>
          <p:cNvSpPr/>
          <p:nvPr/>
        </p:nvSpPr>
        <p:spPr bwMode="gray">
          <a:xfrm rot="10800000">
            <a:off x="11040053" y="599800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30" name="Rectangle 29">
            <a:extLst>
              <a:ext uri="{FF2B5EF4-FFF2-40B4-BE49-F238E27FC236}">
                <a16:creationId xmlns:a16="http://schemas.microsoft.com/office/drawing/2014/main" id="{A2CC2E9A-C3AD-0CF6-7A03-E73BF8334B1F}"/>
              </a:ext>
            </a:extLst>
          </p:cNvPr>
          <p:cNvSpPr/>
          <p:nvPr/>
        </p:nvSpPr>
        <p:spPr bwMode="gray">
          <a:xfrm>
            <a:off x="9021363" y="5411835"/>
            <a:ext cx="2492653" cy="403218"/>
          </a:xfrm>
          <a:prstGeom prst="rect">
            <a:avLst/>
          </a:prstGeom>
          <a:solidFill>
            <a:srgbClr val="007680"/>
          </a:solidFill>
          <a:ln w="19050" algn="ctr">
            <a:no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Shell India</a:t>
            </a:r>
          </a:p>
        </p:txBody>
      </p:sp>
      <p:sp>
        <p:nvSpPr>
          <p:cNvPr id="33" name="Rectangle 32">
            <a:extLst>
              <a:ext uri="{FF2B5EF4-FFF2-40B4-BE49-F238E27FC236}">
                <a16:creationId xmlns:a16="http://schemas.microsoft.com/office/drawing/2014/main" id="{32FDB54E-DE6A-4FB9-9B63-DA7DE7EA22BC}"/>
              </a:ext>
            </a:extLst>
          </p:cNvPr>
          <p:cNvSpPr/>
          <p:nvPr/>
        </p:nvSpPr>
        <p:spPr bwMode="gray">
          <a:xfrm>
            <a:off x="8969180" y="5837504"/>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1" i="1" u="none" strike="noStrike" kern="0" cap="none" spc="0" normalizeH="0" baseline="0" noProof="0">
                <a:ln>
                  <a:noFill/>
                </a:ln>
                <a:solidFill>
                  <a:prstClr val="black"/>
                </a:solidFill>
                <a:effectLst/>
                <a:uLnTx/>
                <a:uFillTx/>
              </a:rPr>
              <a:t>Go and No-go strategy for Shell India in the Power Trading Business </a:t>
            </a:r>
          </a:p>
        </p:txBody>
      </p:sp>
      <p:sp>
        <p:nvSpPr>
          <p:cNvPr id="51" name="Half Frame 50">
            <a:extLst>
              <a:ext uri="{FF2B5EF4-FFF2-40B4-BE49-F238E27FC236}">
                <a16:creationId xmlns:a16="http://schemas.microsoft.com/office/drawing/2014/main" id="{48DD68CA-2EDA-B4CC-60E9-AF8FA44BC47E}"/>
              </a:ext>
            </a:extLst>
          </p:cNvPr>
          <p:cNvSpPr/>
          <p:nvPr/>
        </p:nvSpPr>
        <p:spPr bwMode="gray">
          <a:xfrm rot="10800000">
            <a:off x="8105759" y="6171829"/>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2" name="Half Frame 51">
            <a:extLst>
              <a:ext uri="{FF2B5EF4-FFF2-40B4-BE49-F238E27FC236}">
                <a16:creationId xmlns:a16="http://schemas.microsoft.com/office/drawing/2014/main" id="{0688B33B-31B5-FF48-06E0-F39991F83AB9}"/>
              </a:ext>
            </a:extLst>
          </p:cNvPr>
          <p:cNvSpPr/>
          <p:nvPr/>
        </p:nvSpPr>
        <p:spPr bwMode="gray">
          <a:xfrm rot="16200000">
            <a:off x="5885053" y="6174084"/>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3" name="Half Frame 52">
            <a:extLst>
              <a:ext uri="{FF2B5EF4-FFF2-40B4-BE49-F238E27FC236}">
                <a16:creationId xmlns:a16="http://schemas.microsoft.com/office/drawing/2014/main" id="{A45497ED-D585-D51D-E129-74D3A26A1CE0}"/>
              </a:ext>
            </a:extLst>
          </p:cNvPr>
          <p:cNvSpPr/>
          <p:nvPr/>
        </p:nvSpPr>
        <p:spPr bwMode="gray">
          <a:xfrm rot="10800000">
            <a:off x="11174743" y="6166989"/>
            <a:ext cx="269381" cy="282900"/>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4" name="Half Frame 53">
            <a:extLst>
              <a:ext uri="{FF2B5EF4-FFF2-40B4-BE49-F238E27FC236}">
                <a16:creationId xmlns:a16="http://schemas.microsoft.com/office/drawing/2014/main" id="{852EE8EA-7DB7-5A2C-0AB1-ADDA8C381151}"/>
              </a:ext>
            </a:extLst>
          </p:cNvPr>
          <p:cNvSpPr/>
          <p:nvPr/>
        </p:nvSpPr>
        <p:spPr bwMode="gray">
          <a:xfrm rot="16200000">
            <a:off x="9005139" y="6169245"/>
            <a:ext cx="261750" cy="257238"/>
          </a:xfrm>
          <a:prstGeom prst="halfFrame">
            <a:avLst>
              <a:gd name="adj1" fmla="val 7553"/>
              <a:gd name="adj2" fmla="val 8442"/>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55" name="Picture 2" descr="Ambuja Cements - Wikipedia">
            <a:extLst>
              <a:ext uri="{FF2B5EF4-FFF2-40B4-BE49-F238E27FC236}">
                <a16:creationId xmlns:a16="http://schemas.microsoft.com/office/drawing/2014/main" id="{468C9F57-0705-8F69-7334-2C7E899CE77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969348" y="5451854"/>
            <a:ext cx="273260" cy="324419"/>
          </a:xfrm>
          <a:prstGeom prst="rect">
            <a:avLst/>
          </a:prstGeom>
          <a:solidFill>
            <a:schemeClr val="bg1"/>
          </a:solidFill>
        </p:spPr>
      </p:pic>
      <p:pic>
        <p:nvPicPr>
          <p:cNvPr id="110" name="Picture 109">
            <a:extLst>
              <a:ext uri="{FF2B5EF4-FFF2-40B4-BE49-F238E27FC236}">
                <a16:creationId xmlns:a16="http://schemas.microsoft.com/office/drawing/2014/main" id="{1F743292-0B86-0AB0-50DB-A631E329CE44}"/>
              </a:ext>
            </a:extLst>
          </p:cNvPr>
          <p:cNvPicPr>
            <a:picLocks noChangeAspect="1"/>
          </p:cNvPicPr>
          <p:nvPr/>
        </p:nvPicPr>
        <p:blipFill rotWithShape="1">
          <a:blip r:embed="rId14"/>
          <a:srcRect l="8367" r="21833" b="10939"/>
          <a:stretch/>
        </p:blipFill>
        <p:spPr>
          <a:xfrm>
            <a:off x="9103938" y="5451568"/>
            <a:ext cx="317256" cy="276760"/>
          </a:xfrm>
          <a:prstGeom prst="rect">
            <a:avLst/>
          </a:prstGeom>
        </p:spPr>
      </p:pic>
      <p:sp>
        <p:nvSpPr>
          <p:cNvPr id="111" name="TextBox 110">
            <a:extLst>
              <a:ext uri="{FF2B5EF4-FFF2-40B4-BE49-F238E27FC236}">
                <a16:creationId xmlns:a16="http://schemas.microsoft.com/office/drawing/2014/main" id="{CA95D02A-01AC-F061-C9AC-055428590FC3}"/>
              </a:ext>
            </a:extLst>
          </p:cNvPr>
          <p:cNvSpPr txBox="1"/>
          <p:nvPr/>
        </p:nvSpPr>
        <p:spPr>
          <a:xfrm>
            <a:off x="469900" y="1132039"/>
            <a:ext cx="5026417" cy="331765"/>
          </a:xfrm>
          <a:prstGeom prst="rect">
            <a:avLst/>
          </a:prstGeom>
          <a:solidFill>
            <a:srgbClr val="43B02A"/>
          </a:solidFill>
          <a:ln>
            <a:noFill/>
          </a:ln>
        </p:spPr>
        <p:style>
          <a:lnRef idx="2">
            <a:schemeClr val="accent1"/>
          </a:lnRef>
          <a:fillRef idx="1">
            <a:schemeClr val="lt1"/>
          </a:fillRef>
          <a:effectRef idx="0">
            <a:schemeClr val="accent1"/>
          </a:effectRef>
          <a:fontRef idx="minor">
            <a:schemeClr val="dk1"/>
          </a:fontRef>
        </p:style>
        <p:txBody>
          <a:bodyPr wrap="none" lIns="0" tIns="0" rIns="0" bIns="0" rtlCol="0" anchor="ctr">
            <a:noAutofit/>
          </a:bodyPr>
          <a:lstStyle/>
          <a:p>
            <a:pPr marL="182563" marR="0" lvl="0" indent="0" algn="ctr" defTabSz="914400" rtl="0" eaLnBrk="1" fontAlgn="auto" latinLnBrk="0" hangingPunct="1">
              <a:lnSpc>
                <a:spcPct val="100000"/>
              </a:lnSpc>
              <a:spcBef>
                <a:spcPts val="0"/>
              </a:spcBef>
              <a:spcAft>
                <a:spcPts val="1333"/>
              </a:spcAft>
              <a:buClrTx/>
              <a:buSzPct val="100000"/>
              <a:buFontTx/>
              <a:buNone/>
              <a:tabLst/>
              <a:defRPr/>
            </a:pPr>
            <a:r>
              <a:rPr lang="en-US" sz="1200" b="1" dirty="0">
                <a:solidFill>
                  <a:prstClr val="white"/>
                </a:solidFill>
                <a:latin typeface="Calibri"/>
              </a:rPr>
              <a:t>Orchestrating end-to-end success</a:t>
            </a:r>
          </a:p>
        </p:txBody>
      </p:sp>
      <p:sp>
        <p:nvSpPr>
          <p:cNvPr id="112" name="Rectangle 24">
            <a:extLst>
              <a:ext uri="{FF2B5EF4-FFF2-40B4-BE49-F238E27FC236}">
                <a16:creationId xmlns:a16="http://schemas.microsoft.com/office/drawing/2014/main" id="{6AA3E844-F251-3842-9FDA-AB8251182480}"/>
              </a:ext>
            </a:extLst>
          </p:cNvPr>
          <p:cNvSpPr/>
          <p:nvPr/>
        </p:nvSpPr>
        <p:spPr bwMode="gray">
          <a:xfrm>
            <a:off x="1828103" y="-1090"/>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Eminence &amp; Thought Leadership</a:t>
            </a:r>
          </a:p>
        </p:txBody>
      </p:sp>
      <p:sp>
        <p:nvSpPr>
          <p:cNvPr id="113" name="Freeform 15">
            <a:extLst>
              <a:ext uri="{FF2B5EF4-FFF2-40B4-BE49-F238E27FC236}">
                <a16:creationId xmlns:a16="http://schemas.microsoft.com/office/drawing/2014/main" id="{F9284C1E-1453-8009-18BD-983D6439380B}"/>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14" name="Freeform 16">
            <a:extLst>
              <a:ext uri="{FF2B5EF4-FFF2-40B4-BE49-F238E27FC236}">
                <a16:creationId xmlns:a16="http://schemas.microsoft.com/office/drawing/2014/main" id="{13F02D70-053C-6549-9D28-F54B73AD06BF}"/>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15" name="Freeform 6">
            <a:extLst>
              <a:ext uri="{FF2B5EF4-FFF2-40B4-BE49-F238E27FC236}">
                <a16:creationId xmlns:a16="http://schemas.microsoft.com/office/drawing/2014/main" id="{63FE6D11-07F6-1E9A-FC8A-1034F9C8A805}"/>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16" name="Freeform 6">
            <a:extLst>
              <a:ext uri="{FF2B5EF4-FFF2-40B4-BE49-F238E27FC236}">
                <a16:creationId xmlns:a16="http://schemas.microsoft.com/office/drawing/2014/main" id="{32D38848-D1C3-28B8-EE06-2F346A66D9B7}"/>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17" name="Freeform 15">
            <a:extLst>
              <a:ext uri="{FF2B5EF4-FFF2-40B4-BE49-F238E27FC236}">
                <a16:creationId xmlns:a16="http://schemas.microsoft.com/office/drawing/2014/main" id="{3737741C-4594-A0F4-A9DD-0D18F3B46FD2}"/>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18" name="Freeform 16">
            <a:extLst>
              <a:ext uri="{FF2B5EF4-FFF2-40B4-BE49-F238E27FC236}">
                <a16:creationId xmlns:a16="http://schemas.microsoft.com/office/drawing/2014/main" id="{18D1F73D-2866-DCF0-EE94-D55D84230090}"/>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19" name="Freeform 6">
            <a:extLst>
              <a:ext uri="{FF2B5EF4-FFF2-40B4-BE49-F238E27FC236}">
                <a16:creationId xmlns:a16="http://schemas.microsoft.com/office/drawing/2014/main" id="{66203686-A155-F7A2-51FE-D372DC39666B}"/>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20" name="Freeform 6">
            <a:extLst>
              <a:ext uri="{FF2B5EF4-FFF2-40B4-BE49-F238E27FC236}">
                <a16:creationId xmlns:a16="http://schemas.microsoft.com/office/drawing/2014/main" id="{5CDEBD31-F50A-0019-FDE2-E4CCEBEDB14C}"/>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1135431370"/>
      </p:ext>
    </p:extLst>
  </p:cSld>
  <p:clrMapOvr>
    <a:masterClrMapping/>
  </p:clrMapOvr>
  <p:transition>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5" name="Object 9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en-US" sz="2400"/>
              <a:t>Future of Utility / Emerging Technologies</a:t>
            </a:r>
            <a:endParaRPr lang="en-IN" sz="2400"/>
          </a:p>
        </p:txBody>
      </p:sp>
      <p:sp>
        <p:nvSpPr>
          <p:cNvPr id="3" name="Text Placeholder 2"/>
          <p:cNvSpPr>
            <a:spLocks noGrp="1"/>
          </p:cNvSpPr>
          <p:nvPr>
            <p:ph type="body" sz="quarter" idx="13"/>
          </p:nvPr>
        </p:nvSpPr>
        <p:spPr>
          <a:xfrm>
            <a:off x="469900" y="736688"/>
            <a:ext cx="11252200" cy="757255"/>
          </a:xfrm>
        </p:spPr>
        <p:txBody>
          <a:bodyPr/>
          <a:lstStyle/>
          <a:p>
            <a:r>
              <a:rPr lang="en-IN" sz="1800"/>
              <a:t>Our Service Offerings and Credentials</a:t>
            </a:r>
          </a:p>
        </p:txBody>
      </p:sp>
      <p:sp>
        <p:nvSpPr>
          <p:cNvPr id="10" name="object 24">
            <a:extLst>
              <a:ext uri="{FF2B5EF4-FFF2-40B4-BE49-F238E27FC236}">
                <a16:creationId xmlns:a16="http://schemas.microsoft.com/office/drawing/2014/main" id="{D0B7D90A-026E-404B-8208-DB227AB7218D}"/>
              </a:ext>
            </a:extLst>
          </p:cNvPr>
          <p:cNvSpPr txBox="1"/>
          <p:nvPr/>
        </p:nvSpPr>
        <p:spPr>
          <a:xfrm>
            <a:off x="469900" y="1352120"/>
            <a:ext cx="2510348" cy="731520"/>
          </a:xfrm>
          <a:prstGeom prst="rect">
            <a:avLst/>
          </a:prstGeom>
          <a:solidFill>
            <a:schemeClr val="bg1">
              <a:lumMod val="95000"/>
            </a:schemeClr>
          </a:solidFill>
        </p:spPr>
        <p:txBody>
          <a:bodyPr vert="horz" wrap="square" lIns="0" tIns="0" rIns="0" bIns="0" rtlCol="0" anchor="ctr">
            <a:noAutofit/>
          </a:bodyPr>
          <a:lstStyle/>
          <a:p>
            <a:pPr marL="0" marR="0" lvl="0" indent="0" algn="ctr" defTabSz="914400" rtl="0" eaLnBrk="1" fontAlgn="auto" latinLnBrk="0" hangingPunct="1">
              <a:lnSpc>
                <a:spcPct val="100000"/>
              </a:lnSpc>
              <a:spcBef>
                <a:spcPts val="400"/>
              </a:spcBef>
              <a:spcAft>
                <a:spcPts val="400"/>
              </a:spcAft>
              <a:buClrTx/>
              <a:buSzTx/>
              <a:buFontTx/>
              <a:buNone/>
              <a:tabLst/>
              <a:defRPr/>
            </a:pPr>
            <a:r>
              <a:rPr kumimoji="0" lang="en-US" sz="1100" b="0" i="0" u="none" strike="noStrike" kern="0" cap="none" spc="0" normalizeH="0" baseline="0" noProof="0">
                <a:ln>
                  <a:noFill/>
                </a:ln>
                <a:solidFill>
                  <a:prstClr val="black"/>
                </a:solidFill>
                <a:effectLst/>
                <a:uLnTx/>
                <a:uFillTx/>
                <a:latin typeface="Calibri"/>
                <a:ea typeface="+mn-ea"/>
                <a:cs typeface="+mn-cs"/>
              </a:rPr>
              <a:t>Generation  will evolve toward a </a:t>
            </a:r>
            <a:r>
              <a:rPr kumimoji="0" lang="en-US" sz="1100" b="1" i="0" u="none" strike="noStrike" kern="0" cap="none" spc="0" normalizeH="0" baseline="0" noProof="0">
                <a:ln>
                  <a:noFill/>
                </a:ln>
                <a:solidFill>
                  <a:prstClr val="black"/>
                </a:solidFill>
                <a:effectLst/>
                <a:uLnTx/>
                <a:uFillTx/>
                <a:latin typeface="Calibri"/>
                <a:ea typeface="+mn-ea"/>
                <a:cs typeface="+mn-cs"/>
              </a:rPr>
              <a:t>more diverse and decentralized network of lower capacity</a:t>
            </a:r>
            <a:r>
              <a:rPr kumimoji="0" lang="en-US" sz="1100" b="0" i="0" u="none" strike="noStrike" kern="0" cap="none" spc="0" normalizeH="0" baseline="0" noProof="0">
                <a:ln>
                  <a:noFill/>
                </a:ln>
                <a:solidFill>
                  <a:prstClr val="black"/>
                </a:solidFill>
                <a:effectLst/>
                <a:uLnTx/>
                <a:uFillTx/>
                <a:latin typeface="Calibri"/>
                <a:ea typeface="+mn-ea"/>
                <a:cs typeface="+mn-cs"/>
              </a:rPr>
              <a:t>, </a:t>
            </a:r>
            <a:r>
              <a:rPr kumimoji="0" lang="en-US" sz="1100" b="1" i="0" u="none" strike="noStrike" kern="0" cap="none" spc="0" normalizeH="0" baseline="0" noProof="0">
                <a:ln>
                  <a:noFill/>
                </a:ln>
                <a:solidFill>
                  <a:prstClr val="black"/>
                </a:solidFill>
                <a:effectLst/>
                <a:uLnTx/>
                <a:uFillTx/>
                <a:latin typeface="Calibri"/>
                <a:ea typeface="+mn-ea"/>
                <a:cs typeface="+mn-cs"/>
              </a:rPr>
              <a:t>more flexible units with intelligence</a:t>
            </a:r>
            <a:endParaRPr kumimoji="0" lang="en-US" sz="1100" b="0" i="0" u="none" strike="noStrike" kern="0" cap="none" spc="0" normalizeH="0" baseline="0" noProof="0">
              <a:ln>
                <a:noFill/>
              </a:ln>
              <a:solidFill>
                <a:prstClr val="black"/>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951F2ABB-5200-4B1A-AA4D-33F91D61435F}"/>
              </a:ext>
            </a:extLst>
          </p:cNvPr>
          <p:cNvSpPr txBox="1"/>
          <p:nvPr/>
        </p:nvSpPr>
        <p:spPr>
          <a:xfrm>
            <a:off x="469900" y="1132039"/>
            <a:ext cx="2510347" cy="184666"/>
          </a:xfrm>
          <a:prstGeom prst="rect">
            <a:avLst/>
          </a:prstGeom>
          <a:solidFill>
            <a:schemeClr val="accent2"/>
          </a:solidFill>
          <a:ln w="12700">
            <a:noFill/>
          </a:ln>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Generation</a:t>
            </a:r>
          </a:p>
        </p:txBody>
      </p:sp>
      <p:sp>
        <p:nvSpPr>
          <p:cNvPr id="18" name="object 24">
            <a:extLst>
              <a:ext uri="{FF2B5EF4-FFF2-40B4-BE49-F238E27FC236}">
                <a16:creationId xmlns:a16="http://schemas.microsoft.com/office/drawing/2014/main" id="{41A684D2-D3E5-4B73-8B98-9F28D8B4B23C}"/>
              </a:ext>
            </a:extLst>
          </p:cNvPr>
          <p:cNvSpPr txBox="1"/>
          <p:nvPr/>
        </p:nvSpPr>
        <p:spPr>
          <a:xfrm>
            <a:off x="3158110" y="1352120"/>
            <a:ext cx="2510348" cy="731520"/>
          </a:xfrm>
          <a:prstGeom prst="rect">
            <a:avLst/>
          </a:prstGeom>
          <a:solidFill>
            <a:schemeClr val="bg1">
              <a:lumMod val="95000"/>
            </a:schemeClr>
          </a:solidFill>
        </p:spPr>
        <p:txBody>
          <a:bodyPr vert="horz"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a:ln>
                  <a:noFill/>
                </a:ln>
                <a:solidFill>
                  <a:prstClr val="black"/>
                </a:solidFill>
                <a:effectLst/>
                <a:uLnTx/>
                <a:uFillTx/>
                <a:latin typeface="Calibri"/>
                <a:ea typeface="+mn-ea"/>
                <a:cs typeface="+mn-cs"/>
              </a:rPr>
              <a:t>The future grid will be a </a:t>
            </a:r>
            <a:r>
              <a:rPr kumimoji="0" lang="en-US" sz="1100" b="1" i="0" u="none" strike="noStrike" kern="0" cap="none" spc="0" normalizeH="0" baseline="0" noProof="0">
                <a:ln>
                  <a:noFill/>
                </a:ln>
                <a:solidFill>
                  <a:prstClr val="black"/>
                </a:solidFill>
                <a:effectLst/>
                <a:uLnTx/>
                <a:uFillTx/>
                <a:latin typeface="Calibri"/>
                <a:ea typeface="+mn-ea"/>
                <a:cs typeface="+mn-cs"/>
              </a:rPr>
              <a:t>communications-enabled self-healing network, able to increasingly act as a balancing entity</a:t>
            </a:r>
            <a:endParaRPr kumimoji="0" lang="en-US" sz="1100" b="0" i="0" u="none" strike="noStrike" kern="0" cap="none" spc="0" normalizeH="0" baseline="0" noProof="0">
              <a:ln>
                <a:noFill/>
              </a:ln>
              <a:solidFill>
                <a:prstClr val="black"/>
              </a:solidFill>
              <a:effectLst/>
              <a:uLnTx/>
              <a:uFillTx/>
              <a:latin typeface="Calibri"/>
              <a:ea typeface="+mn-ea"/>
              <a:cs typeface="+mn-cs"/>
            </a:endParaRPr>
          </a:p>
        </p:txBody>
      </p:sp>
      <p:sp>
        <p:nvSpPr>
          <p:cNvPr id="19" name="TextBox 18">
            <a:extLst>
              <a:ext uri="{FF2B5EF4-FFF2-40B4-BE49-F238E27FC236}">
                <a16:creationId xmlns:a16="http://schemas.microsoft.com/office/drawing/2014/main" id="{97911BED-67C0-47EA-A6AB-A5CC9BF56842}"/>
              </a:ext>
            </a:extLst>
          </p:cNvPr>
          <p:cNvSpPr txBox="1"/>
          <p:nvPr/>
        </p:nvSpPr>
        <p:spPr>
          <a:xfrm>
            <a:off x="3158110" y="1132039"/>
            <a:ext cx="2510347" cy="184666"/>
          </a:xfrm>
          <a:prstGeom prst="rect">
            <a:avLst/>
          </a:prstGeom>
          <a:solidFill>
            <a:schemeClr val="accent2"/>
          </a:solidFill>
          <a:ln w="12700">
            <a:noFill/>
          </a:ln>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The Future Grid</a:t>
            </a:r>
          </a:p>
        </p:txBody>
      </p:sp>
      <p:sp>
        <p:nvSpPr>
          <p:cNvPr id="22" name="object 24">
            <a:extLst>
              <a:ext uri="{FF2B5EF4-FFF2-40B4-BE49-F238E27FC236}">
                <a16:creationId xmlns:a16="http://schemas.microsoft.com/office/drawing/2014/main" id="{BC85ED42-EA62-4C28-A8C6-0E3DFAC53712}"/>
              </a:ext>
            </a:extLst>
          </p:cNvPr>
          <p:cNvSpPr txBox="1"/>
          <p:nvPr/>
        </p:nvSpPr>
        <p:spPr>
          <a:xfrm>
            <a:off x="469898" y="2524061"/>
            <a:ext cx="2510348" cy="731520"/>
          </a:xfrm>
          <a:prstGeom prst="rect">
            <a:avLst/>
          </a:prstGeom>
          <a:solidFill>
            <a:schemeClr val="bg1">
              <a:lumMod val="95000"/>
            </a:schemeClr>
          </a:solidFill>
        </p:spPr>
        <p:txBody>
          <a:bodyPr vert="horz"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a:ln>
                  <a:noFill/>
                </a:ln>
                <a:solidFill>
                  <a:prstClr val="black"/>
                </a:solidFill>
                <a:effectLst/>
                <a:uLnTx/>
                <a:uFillTx/>
                <a:latin typeface="Calibri"/>
                <a:ea typeface="+mn-ea"/>
                <a:cs typeface="+mn-cs"/>
              </a:rPr>
              <a:t>Energy storage </a:t>
            </a:r>
            <a:r>
              <a:rPr kumimoji="0" lang="en-US" sz="1100" b="0" i="0" u="none" strike="noStrike" kern="0" cap="none" spc="0" normalizeH="0" baseline="0" noProof="0">
                <a:ln>
                  <a:noFill/>
                </a:ln>
                <a:solidFill>
                  <a:prstClr val="black"/>
                </a:solidFill>
                <a:effectLst/>
                <a:uLnTx/>
                <a:uFillTx/>
                <a:latin typeface="Calibri"/>
                <a:ea typeface="+mn-ea"/>
                <a:cs typeface="+mn-cs"/>
              </a:rPr>
              <a:t>is key to enable current energy transition towards </a:t>
            </a:r>
            <a:r>
              <a:rPr kumimoji="0" lang="en-US" sz="1100" b="1" i="0" u="none" strike="noStrike" kern="0" cap="none" spc="0" normalizeH="0" baseline="0" noProof="0">
                <a:ln>
                  <a:noFill/>
                </a:ln>
                <a:solidFill>
                  <a:prstClr val="black"/>
                </a:solidFill>
                <a:effectLst/>
                <a:uLnTx/>
                <a:uFillTx/>
                <a:latin typeface="Calibri"/>
                <a:ea typeface="+mn-ea"/>
                <a:cs typeface="+mn-cs"/>
              </a:rPr>
              <a:t>electric mobility</a:t>
            </a:r>
            <a:r>
              <a:rPr kumimoji="0" lang="en-US" sz="1100" b="0" i="0" u="none" strike="noStrike" kern="0" cap="none" spc="0" normalizeH="0" baseline="0" noProof="0">
                <a:ln>
                  <a:noFill/>
                </a:ln>
                <a:solidFill>
                  <a:prstClr val="black"/>
                </a:solidFill>
                <a:effectLst/>
                <a:uLnTx/>
                <a:uFillTx/>
                <a:latin typeface="Calibri"/>
                <a:ea typeface="+mn-ea"/>
                <a:cs typeface="+mn-cs"/>
              </a:rPr>
              <a:t>, </a:t>
            </a:r>
            <a:r>
              <a:rPr kumimoji="0" lang="en-US" sz="1100" b="1" i="0" u="none" strike="noStrike" kern="0" cap="none" spc="0" normalizeH="0" baseline="0" noProof="0">
                <a:ln>
                  <a:noFill/>
                </a:ln>
                <a:solidFill>
                  <a:prstClr val="black"/>
                </a:solidFill>
                <a:effectLst/>
                <a:uLnTx/>
                <a:uFillTx/>
                <a:latin typeface="Calibri"/>
                <a:ea typeface="+mn-ea"/>
                <a:cs typeface="+mn-cs"/>
              </a:rPr>
              <a:t>integration of cleaner fuels and increase energy access</a:t>
            </a:r>
            <a:r>
              <a:rPr kumimoji="0" lang="en-US" sz="1100" b="0" i="0" u="none" strike="noStrike" kern="0" cap="none" spc="0" normalizeH="0" baseline="0" noProof="0">
                <a:ln>
                  <a:noFill/>
                </a:ln>
                <a:solidFill>
                  <a:prstClr val="black"/>
                </a:solidFill>
                <a:effectLst/>
                <a:uLnTx/>
                <a:uFillTx/>
                <a:latin typeface="Calibri"/>
                <a:ea typeface="+mn-ea"/>
                <a:cs typeface="+mn-cs"/>
              </a:rPr>
              <a:t> around the world</a:t>
            </a:r>
          </a:p>
        </p:txBody>
      </p:sp>
      <p:sp>
        <p:nvSpPr>
          <p:cNvPr id="23" name="TextBox 22">
            <a:extLst>
              <a:ext uri="{FF2B5EF4-FFF2-40B4-BE49-F238E27FC236}">
                <a16:creationId xmlns:a16="http://schemas.microsoft.com/office/drawing/2014/main" id="{674AF797-FA9F-4800-A1FB-4530BA40099F}"/>
              </a:ext>
            </a:extLst>
          </p:cNvPr>
          <p:cNvSpPr txBox="1"/>
          <p:nvPr/>
        </p:nvSpPr>
        <p:spPr>
          <a:xfrm>
            <a:off x="469899" y="2303980"/>
            <a:ext cx="2510347" cy="184666"/>
          </a:xfrm>
          <a:prstGeom prst="rect">
            <a:avLst/>
          </a:prstGeom>
          <a:solidFill>
            <a:schemeClr val="accent2"/>
          </a:solidFill>
          <a:ln w="12700">
            <a:noFill/>
          </a:ln>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Storage and Urban Mobility</a:t>
            </a:r>
          </a:p>
        </p:txBody>
      </p:sp>
      <p:sp>
        <p:nvSpPr>
          <p:cNvPr id="24" name="object 24">
            <a:extLst>
              <a:ext uri="{FF2B5EF4-FFF2-40B4-BE49-F238E27FC236}">
                <a16:creationId xmlns:a16="http://schemas.microsoft.com/office/drawing/2014/main" id="{A7000559-3FF5-49D3-9FBB-8C04E516619C}"/>
              </a:ext>
            </a:extLst>
          </p:cNvPr>
          <p:cNvSpPr txBox="1"/>
          <p:nvPr/>
        </p:nvSpPr>
        <p:spPr>
          <a:xfrm>
            <a:off x="3158109" y="2524061"/>
            <a:ext cx="2510348" cy="731520"/>
          </a:xfrm>
          <a:prstGeom prst="rect">
            <a:avLst/>
          </a:prstGeom>
          <a:solidFill>
            <a:schemeClr val="bg1">
              <a:lumMod val="95000"/>
            </a:schemeClr>
          </a:solidFill>
        </p:spPr>
        <p:txBody>
          <a:bodyPr vert="horz"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a:ln>
                  <a:noFill/>
                </a:ln>
                <a:solidFill>
                  <a:prstClr val="black"/>
                </a:solidFill>
                <a:effectLst/>
                <a:uLnTx/>
                <a:uFillTx/>
                <a:latin typeface="Calibri"/>
                <a:ea typeface="+mn-ea"/>
                <a:cs typeface="+mn-cs"/>
              </a:rPr>
              <a:t>The utility will be a </a:t>
            </a:r>
            <a:r>
              <a:rPr kumimoji="0" lang="en-US" sz="1100" b="1" i="0" u="none" strike="noStrike" kern="0" cap="none" spc="0" normalizeH="0" baseline="0" noProof="0">
                <a:ln>
                  <a:noFill/>
                </a:ln>
                <a:solidFill>
                  <a:prstClr val="black"/>
                </a:solidFill>
                <a:effectLst/>
                <a:uLnTx/>
                <a:uFillTx/>
                <a:latin typeface="Calibri"/>
                <a:ea typeface="+mn-ea"/>
                <a:cs typeface="+mn-cs"/>
              </a:rPr>
              <a:t>digitally-enabled shared services organization that will provide fully automated and integrated corporate services</a:t>
            </a:r>
            <a:endParaRPr kumimoji="0" lang="en-US" sz="1100" b="0" i="0" u="none" strike="noStrike" kern="0" cap="none" spc="0" normalizeH="0" baseline="0" noProof="0">
              <a:ln>
                <a:noFill/>
              </a:ln>
              <a:solidFill>
                <a:prstClr val="black"/>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A203BF4F-4015-4BAE-8482-427566BB33F5}"/>
              </a:ext>
            </a:extLst>
          </p:cNvPr>
          <p:cNvSpPr txBox="1"/>
          <p:nvPr/>
        </p:nvSpPr>
        <p:spPr>
          <a:xfrm>
            <a:off x="3158109" y="2303980"/>
            <a:ext cx="2510347" cy="184666"/>
          </a:xfrm>
          <a:prstGeom prst="rect">
            <a:avLst/>
          </a:prstGeom>
          <a:solidFill>
            <a:schemeClr val="accent2"/>
          </a:solidFill>
          <a:ln w="12700">
            <a:noFill/>
          </a:ln>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Digital Utility</a:t>
            </a:r>
          </a:p>
        </p:txBody>
      </p:sp>
      <p:grpSp>
        <p:nvGrpSpPr>
          <p:cNvPr id="27" name="Group 26">
            <a:extLst>
              <a:ext uri="{FF2B5EF4-FFF2-40B4-BE49-F238E27FC236}">
                <a16:creationId xmlns:a16="http://schemas.microsoft.com/office/drawing/2014/main" id="{65BEC2ED-D923-4117-B690-08A6DD1E1944}"/>
              </a:ext>
            </a:extLst>
          </p:cNvPr>
          <p:cNvGrpSpPr/>
          <p:nvPr/>
        </p:nvGrpSpPr>
        <p:grpSpPr>
          <a:xfrm>
            <a:off x="469898" y="3675977"/>
            <a:ext cx="5198559" cy="2450943"/>
            <a:chOff x="3942875" y="1583782"/>
            <a:chExt cx="5741103" cy="2861219"/>
          </a:xfrm>
        </p:grpSpPr>
        <p:sp>
          <p:nvSpPr>
            <p:cNvPr id="28" name="Freeform 9">
              <a:extLst>
                <a:ext uri="{FF2B5EF4-FFF2-40B4-BE49-F238E27FC236}">
                  <a16:creationId xmlns:a16="http://schemas.microsoft.com/office/drawing/2014/main" id="{24FAA2AC-DDD2-4730-A44E-7716C8B28B58}"/>
                </a:ext>
              </a:extLst>
            </p:cNvPr>
            <p:cNvSpPr>
              <a:spLocks/>
            </p:cNvSpPr>
            <p:nvPr/>
          </p:nvSpPr>
          <p:spPr bwMode="auto">
            <a:xfrm>
              <a:off x="8245741" y="1583782"/>
              <a:ext cx="1438237" cy="1810944"/>
            </a:xfrm>
            <a:custGeom>
              <a:avLst/>
              <a:gdLst>
                <a:gd name="T0" fmla="*/ 0 w 769"/>
                <a:gd name="T1" fmla="*/ 0 h 968"/>
                <a:gd name="T2" fmla="*/ 940 w 769"/>
                <a:gd name="T3" fmla="*/ 0 h 968"/>
                <a:gd name="T4" fmla="*/ 940 w 769"/>
                <a:gd name="T5" fmla="*/ 798 h 968"/>
                <a:gd name="T6" fmla="*/ 589 w 769"/>
                <a:gd name="T7" fmla="*/ 796 h 968"/>
                <a:gd name="T8" fmla="*/ 622 w 769"/>
                <a:gd name="T9" fmla="*/ 896 h 968"/>
                <a:gd name="T10" fmla="*/ 480 w 769"/>
                <a:gd name="T11" fmla="*/ 1008 h 968"/>
                <a:gd name="T12" fmla="*/ 306 w 769"/>
                <a:gd name="T13" fmla="*/ 902 h 968"/>
                <a:gd name="T14" fmla="*/ 339 w 769"/>
                <a:gd name="T15" fmla="*/ 794 h 968"/>
                <a:gd name="T16" fmla="*/ 0 w 769"/>
                <a:gd name="T17" fmla="*/ 798 h 968"/>
                <a:gd name="T18" fmla="*/ 0 w 769"/>
                <a:gd name="T19" fmla="*/ 0 h 9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9"/>
                <a:gd name="T31" fmla="*/ 0 h 968"/>
                <a:gd name="T32" fmla="*/ 769 w 769"/>
                <a:gd name="T33" fmla="*/ 968 h 9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9" h="968">
                  <a:moveTo>
                    <a:pt x="0" y="0"/>
                  </a:moveTo>
                  <a:lnTo>
                    <a:pt x="769" y="0"/>
                  </a:ln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chemeClr val="accent2">
                <a:lumMod val="75000"/>
              </a:schemeClr>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a:ln>
                  <a:noFill/>
                </a:ln>
                <a:solidFill>
                  <a:srgbClr val="002776"/>
                </a:solidFill>
                <a:effectLst/>
                <a:uLnTx/>
                <a:uFillTx/>
                <a:latin typeface="Calibri"/>
                <a:ea typeface="+mn-ea"/>
                <a:cs typeface="Arial" pitchFamily="34" charset="0"/>
              </a:endParaRPr>
            </a:p>
          </p:txBody>
        </p:sp>
        <p:sp>
          <p:nvSpPr>
            <p:cNvPr id="29" name="Freeform 25">
              <a:extLst>
                <a:ext uri="{FF2B5EF4-FFF2-40B4-BE49-F238E27FC236}">
                  <a16:creationId xmlns:a16="http://schemas.microsoft.com/office/drawing/2014/main" id="{D7578DA0-6B20-4E08-8DE5-DB43E3BE299E}"/>
                </a:ext>
              </a:extLst>
            </p:cNvPr>
            <p:cNvSpPr>
              <a:spLocks/>
            </p:cNvSpPr>
            <p:nvPr/>
          </p:nvSpPr>
          <p:spPr bwMode="auto">
            <a:xfrm>
              <a:off x="8245741" y="3011642"/>
              <a:ext cx="1438237" cy="1433359"/>
            </a:xfrm>
            <a:custGeom>
              <a:avLst/>
              <a:gdLst>
                <a:gd name="T0" fmla="*/ 0 w 769"/>
                <a:gd name="T1" fmla="*/ 832 h 766"/>
                <a:gd name="T2" fmla="*/ 1148 w 769"/>
                <a:gd name="T3" fmla="*/ 832 h 766"/>
                <a:gd name="T4" fmla="*/ 1148 w 769"/>
                <a:gd name="T5" fmla="*/ 0 h 766"/>
                <a:gd name="T6" fmla="*/ 726 w 769"/>
                <a:gd name="T7" fmla="*/ 0 h 766"/>
                <a:gd name="T8" fmla="*/ 756 w 769"/>
                <a:gd name="T9" fmla="*/ 108 h 766"/>
                <a:gd name="T10" fmla="*/ 578 w 769"/>
                <a:gd name="T11" fmla="*/ 217 h 766"/>
                <a:gd name="T12" fmla="*/ 384 w 769"/>
                <a:gd name="T13" fmla="*/ 93 h 766"/>
                <a:gd name="T14" fmla="*/ 422 w 769"/>
                <a:gd name="T15" fmla="*/ 0 h 766"/>
                <a:gd name="T16" fmla="*/ 0 w 769"/>
                <a:gd name="T17" fmla="*/ 0 h 766"/>
                <a:gd name="T18" fmla="*/ 0 w 769"/>
                <a:gd name="T19" fmla="*/ 832 h 7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9"/>
                <a:gd name="T31" fmla="*/ 0 h 766"/>
                <a:gd name="T32" fmla="*/ 769 w 769"/>
                <a:gd name="T33" fmla="*/ 766 h 7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9" h="766">
                  <a:moveTo>
                    <a:pt x="0" y="766"/>
                  </a:moveTo>
                  <a:lnTo>
                    <a:pt x="769" y="766"/>
                  </a:lnTo>
                  <a:lnTo>
                    <a:pt x="769" y="0"/>
                  </a:lnTo>
                  <a:lnTo>
                    <a:pt x="486" y="0"/>
                  </a:lnTo>
                  <a:cubicBezTo>
                    <a:pt x="442" y="17"/>
                    <a:pt x="508" y="37"/>
                    <a:pt x="507" y="100"/>
                  </a:cubicBezTo>
                  <a:cubicBezTo>
                    <a:pt x="505" y="164"/>
                    <a:pt x="458" y="202"/>
                    <a:pt x="387" y="201"/>
                  </a:cubicBezTo>
                  <a:cubicBezTo>
                    <a:pt x="315" y="201"/>
                    <a:pt x="257" y="149"/>
                    <a:pt x="257" y="85"/>
                  </a:cubicBezTo>
                  <a:cubicBezTo>
                    <a:pt x="257" y="21"/>
                    <a:pt x="324" y="13"/>
                    <a:pt x="283" y="0"/>
                  </a:cubicBezTo>
                  <a:lnTo>
                    <a:pt x="0" y="0"/>
                  </a:lnTo>
                  <a:lnTo>
                    <a:pt x="0" y="766"/>
                  </a:lnTo>
                  <a:close/>
                </a:path>
              </a:pathLst>
            </a:custGeom>
            <a:solidFill>
              <a:srgbClr val="004F59"/>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dirty="0">
                <a:ln>
                  <a:noFill/>
                </a:ln>
                <a:solidFill>
                  <a:srgbClr val="002776"/>
                </a:solidFill>
                <a:effectLst/>
                <a:uLnTx/>
                <a:uFillTx/>
                <a:latin typeface="Calibri"/>
                <a:ea typeface="+mn-ea"/>
                <a:cs typeface="Arial" pitchFamily="34" charset="0"/>
              </a:endParaRPr>
            </a:p>
          </p:txBody>
        </p:sp>
        <p:sp>
          <p:nvSpPr>
            <p:cNvPr id="30" name="Freeform 26">
              <a:extLst>
                <a:ext uri="{FF2B5EF4-FFF2-40B4-BE49-F238E27FC236}">
                  <a16:creationId xmlns:a16="http://schemas.microsoft.com/office/drawing/2014/main" id="{CE0DE2D5-5731-4B3C-9DC9-87A614AABE2A}"/>
                </a:ext>
              </a:extLst>
            </p:cNvPr>
            <p:cNvSpPr>
              <a:spLocks/>
            </p:cNvSpPr>
            <p:nvPr/>
          </p:nvSpPr>
          <p:spPr bwMode="auto">
            <a:xfrm>
              <a:off x="6812581" y="1583782"/>
              <a:ext cx="1825715" cy="1810944"/>
            </a:xfrm>
            <a:custGeom>
              <a:avLst/>
              <a:gdLst>
                <a:gd name="T0" fmla="*/ 0 w 976"/>
                <a:gd name="T1" fmla="*/ 0 h 968"/>
                <a:gd name="T2" fmla="*/ 1149 w 976"/>
                <a:gd name="T3" fmla="*/ 0 h 968"/>
                <a:gd name="T4" fmla="*/ 1149 w 976"/>
                <a:gd name="T5" fmla="*/ 306 h 968"/>
                <a:gd name="T6" fmla="*/ 1275 w 976"/>
                <a:gd name="T7" fmla="*/ 276 h 968"/>
                <a:gd name="T8" fmla="*/ 1456 w 976"/>
                <a:gd name="T9" fmla="*/ 419 h 968"/>
                <a:gd name="T10" fmla="*/ 1298 w 976"/>
                <a:gd name="T11" fmla="*/ 548 h 968"/>
                <a:gd name="T12" fmla="*/ 1149 w 976"/>
                <a:gd name="T13" fmla="*/ 528 h 968"/>
                <a:gd name="T14" fmla="*/ 1149 w 976"/>
                <a:gd name="T15" fmla="*/ 831 h 968"/>
                <a:gd name="T16" fmla="*/ 720 w 976"/>
                <a:gd name="T17" fmla="*/ 829 h 968"/>
                <a:gd name="T18" fmla="*/ 761 w 976"/>
                <a:gd name="T19" fmla="*/ 934 h 968"/>
                <a:gd name="T20" fmla="*/ 587 w 976"/>
                <a:gd name="T21" fmla="*/ 1050 h 968"/>
                <a:gd name="T22" fmla="*/ 374 w 976"/>
                <a:gd name="T23" fmla="*/ 940 h 968"/>
                <a:gd name="T24" fmla="*/ 415 w 976"/>
                <a:gd name="T25" fmla="*/ 827 h 968"/>
                <a:gd name="T26" fmla="*/ 0 w 976"/>
                <a:gd name="T27" fmla="*/ 831 h 968"/>
                <a:gd name="T28" fmla="*/ 0 w 976"/>
                <a:gd name="T29" fmla="*/ 0 h 9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76"/>
                <a:gd name="T46" fmla="*/ 0 h 968"/>
                <a:gd name="T47" fmla="*/ 976 w 976"/>
                <a:gd name="T48" fmla="*/ 968 h 9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76" h="968">
                  <a:moveTo>
                    <a:pt x="0" y="0"/>
                  </a:moveTo>
                  <a:lnTo>
                    <a:pt x="769" y="0"/>
                  </a:lnTo>
                  <a:lnTo>
                    <a:pt x="769" y="282"/>
                  </a:lnTo>
                  <a:cubicBezTo>
                    <a:pt x="783" y="324"/>
                    <a:pt x="794" y="257"/>
                    <a:pt x="853" y="255"/>
                  </a:cubicBezTo>
                  <a:cubicBezTo>
                    <a:pt x="911" y="252"/>
                    <a:pt x="976" y="310"/>
                    <a:pt x="974" y="387"/>
                  </a:cubicBezTo>
                  <a:cubicBezTo>
                    <a:pt x="973" y="464"/>
                    <a:pt x="926" y="502"/>
                    <a:pt x="869" y="505"/>
                  </a:cubicBezTo>
                  <a:cubicBezTo>
                    <a:pt x="811" y="509"/>
                    <a:pt x="787" y="442"/>
                    <a:pt x="769" y="487"/>
                  </a:cubicBez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rgbClr val="007680"/>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a:ln>
                  <a:noFill/>
                </a:ln>
                <a:solidFill>
                  <a:srgbClr val="002776"/>
                </a:solidFill>
                <a:effectLst/>
                <a:uLnTx/>
                <a:uFillTx/>
                <a:latin typeface="Calibri"/>
                <a:ea typeface="+mn-ea"/>
                <a:cs typeface="Arial" pitchFamily="34" charset="0"/>
              </a:endParaRPr>
            </a:p>
          </p:txBody>
        </p:sp>
        <p:sp>
          <p:nvSpPr>
            <p:cNvPr id="31" name="Freeform 12">
              <a:extLst>
                <a:ext uri="{FF2B5EF4-FFF2-40B4-BE49-F238E27FC236}">
                  <a16:creationId xmlns:a16="http://schemas.microsoft.com/office/drawing/2014/main" id="{A0EC2A22-B9F6-47DF-9C9D-7DFE915DD953}"/>
                </a:ext>
              </a:extLst>
            </p:cNvPr>
            <p:cNvSpPr>
              <a:spLocks/>
            </p:cNvSpPr>
            <p:nvPr/>
          </p:nvSpPr>
          <p:spPr bwMode="auto">
            <a:xfrm flipV="1">
              <a:off x="6810889" y="3011642"/>
              <a:ext cx="1825715" cy="1433359"/>
            </a:xfrm>
            <a:custGeom>
              <a:avLst/>
              <a:gdLst>
                <a:gd name="T0" fmla="*/ 0 w 2312"/>
                <a:gd name="T1" fmla="*/ 0 h 1823"/>
                <a:gd name="T2" fmla="*/ 397 w 2312"/>
                <a:gd name="T3" fmla="*/ 0 h 1823"/>
                <a:gd name="T4" fmla="*/ 397 w 2312"/>
                <a:gd name="T5" fmla="*/ 124 h 1823"/>
                <a:gd name="T6" fmla="*/ 440 w 2312"/>
                <a:gd name="T7" fmla="*/ 112 h 1823"/>
                <a:gd name="T8" fmla="*/ 503 w 2312"/>
                <a:gd name="T9" fmla="*/ 169 h 1823"/>
                <a:gd name="T10" fmla="*/ 448 w 2312"/>
                <a:gd name="T11" fmla="*/ 221 h 1823"/>
                <a:gd name="T12" fmla="*/ 397 w 2312"/>
                <a:gd name="T13" fmla="*/ 213 h 1823"/>
                <a:gd name="T14" fmla="*/ 397 w 2312"/>
                <a:gd name="T15" fmla="*/ 335 h 1823"/>
                <a:gd name="T16" fmla="*/ 251 w 2312"/>
                <a:gd name="T17" fmla="*/ 335 h 1823"/>
                <a:gd name="T18" fmla="*/ 261 w 2312"/>
                <a:gd name="T19" fmla="*/ 291 h 1823"/>
                <a:gd name="T20" fmla="*/ 199 w 2312"/>
                <a:gd name="T21" fmla="*/ 248 h 1823"/>
                <a:gd name="T22" fmla="*/ 133 w 2312"/>
                <a:gd name="T23" fmla="*/ 298 h 1823"/>
                <a:gd name="T24" fmla="*/ 146 w 2312"/>
                <a:gd name="T25" fmla="*/ 335 h 1823"/>
                <a:gd name="T26" fmla="*/ 0 w 2312"/>
                <a:gd name="T27" fmla="*/ 335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046A38"/>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a:ln>
                  <a:noFill/>
                </a:ln>
                <a:solidFill>
                  <a:srgbClr val="002776"/>
                </a:solidFill>
                <a:effectLst/>
                <a:uLnTx/>
                <a:uFillTx/>
                <a:latin typeface="Calibri"/>
                <a:ea typeface="+mn-ea"/>
                <a:cs typeface="Arial" pitchFamily="34" charset="0"/>
              </a:endParaRPr>
            </a:p>
          </p:txBody>
        </p:sp>
        <p:sp>
          <p:nvSpPr>
            <p:cNvPr id="32" name="Freeform 13">
              <a:extLst>
                <a:ext uri="{FF2B5EF4-FFF2-40B4-BE49-F238E27FC236}">
                  <a16:creationId xmlns:a16="http://schemas.microsoft.com/office/drawing/2014/main" id="{3AA8E627-497E-42CD-A290-3A23A833D7F8}"/>
                </a:ext>
              </a:extLst>
            </p:cNvPr>
            <p:cNvSpPr>
              <a:spLocks/>
            </p:cNvSpPr>
            <p:nvPr/>
          </p:nvSpPr>
          <p:spPr bwMode="auto">
            <a:xfrm>
              <a:off x="5377726" y="1583782"/>
              <a:ext cx="1824023" cy="1810944"/>
            </a:xfrm>
            <a:custGeom>
              <a:avLst/>
              <a:gdLst>
                <a:gd name="T0" fmla="*/ 0 w 976"/>
                <a:gd name="T1" fmla="*/ 0 h 968"/>
                <a:gd name="T2" fmla="*/ 938 w 976"/>
                <a:gd name="T3" fmla="*/ 0 h 968"/>
                <a:gd name="T4" fmla="*/ 938 w 976"/>
                <a:gd name="T5" fmla="*/ 294 h 968"/>
                <a:gd name="T6" fmla="*/ 1040 w 976"/>
                <a:gd name="T7" fmla="*/ 265 h 968"/>
                <a:gd name="T8" fmla="*/ 1188 w 976"/>
                <a:gd name="T9" fmla="*/ 403 h 968"/>
                <a:gd name="T10" fmla="*/ 1060 w 976"/>
                <a:gd name="T11" fmla="*/ 526 h 968"/>
                <a:gd name="T12" fmla="*/ 938 w 976"/>
                <a:gd name="T13" fmla="*/ 507 h 968"/>
                <a:gd name="T14" fmla="*/ 938 w 976"/>
                <a:gd name="T15" fmla="*/ 798 h 968"/>
                <a:gd name="T16" fmla="*/ 588 w 976"/>
                <a:gd name="T17" fmla="*/ 796 h 968"/>
                <a:gd name="T18" fmla="*/ 621 w 976"/>
                <a:gd name="T19" fmla="*/ 896 h 968"/>
                <a:gd name="T20" fmla="*/ 479 w 976"/>
                <a:gd name="T21" fmla="*/ 1008 h 968"/>
                <a:gd name="T22" fmla="*/ 306 w 976"/>
                <a:gd name="T23" fmla="*/ 902 h 968"/>
                <a:gd name="T24" fmla="*/ 339 w 976"/>
                <a:gd name="T25" fmla="*/ 794 h 968"/>
                <a:gd name="T26" fmla="*/ 0 w 976"/>
                <a:gd name="T27" fmla="*/ 798 h 968"/>
                <a:gd name="T28" fmla="*/ 0 w 976"/>
                <a:gd name="T29" fmla="*/ 0 h 9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76"/>
                <a:gd name="T46" fmla="*/ 0 h 968"/>
                <a:gd name="T47" fmla="*/ 976 w 976"/>
                <a:gd name="T48" fmla="*/ 968 h 9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76" h="968">
                  <a:moveTo>
                    <a:pt x="0" y="0"/>
                  </a:moveTo>
                  <a:lnTo>
                    <a:pt x="769" y="0"/>
                  </a:lnTo>
                  <a:lnTo>
                    <a:pt x="769" y="282"/>
                  </a:lnTo>
                  <a:cubicBezTo>
                    <a:pt x="783" y="324"/>
                    <a:pt x="794" y="257"/>
                    <a:pt x="853" y="255"/>
                  </a:cubicBezTo>
                  <a:cubicBezTo>
                    <a:pt x="911" y="252"/>
                    <a:pt x="976" y="310"/>
                    <a:pt x="974" y="387"/>
                  </a:cubicBezTo>
                  <a:cubicBezTo>
                    <a:pt x="973" y="464"/>
                    <a:pt x="926" y="502"/>
                    <a:pt x="869" y="505"/>
                  </a:cubicBezTo>
                  <a:cubicBezTo>
                    <a:pt x="811" y="509"/>
                    <a:pt x="787" y="442"/>
                    <a:pt x="769" y="487"/>
                  </a:cubicBez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rgbClr val="009A44"/>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a:ln>
                  <a:noFill/>
                </a:ln>
                <a:solidFill>
                  <a:srgbClr val="002776"/>
                </a:solidFill>
                <a:effectLst/>
                <a:uLnTx/>
                <a:uFillTx/>
                <a:latin typeface="Calibri"/>
                <a:ea typeface="+mn-ea"/>
                <a:cs typeface="Arial" pitchFamily="34" charset="0"/>
              </a:endParaRPr>
            </a:p>
          </p:txBody>
        </p:sp>
        <p:sp>
          <p:nvSpPr>
            <p:cNvPr id="33" name="Freeform 29">
              <a:extLst>
                <a:ext uri="{FF2B5EF4-FFF2-40B4-BE49-F238E27FC236}">
                  <a16:creationId xmlns:a16="http://schemas.microsoft.com/office/drawing/2014/main" id="{6B7DD293-2952-4175-9B2A-D836EE7B1B4E}"/>
                </a:ext>
              </a:extLst>
            </p:cNvPr>
            <p:cNvSpPr>
              <a:spLocks/>
            </p:cNvSpPr>
            <p:nvPr/>
          </p:nvSpPr>
          <p:spPr bwMode="auto">
            <a:xfrm flipV="1">
              <a:off x="5377726" y="3011642"/>
              <a:ext cx="1824023" cy="1433359"/>
            </a:xfrm>
            <a:custGeom>
              <a:avLst/>
              <a:gdLst>
                <a:gd name="T0" fmla="*/ 0 w 2312"/>
                <a:gd name="T1" fmla="*/ 0 h 1823"/>
                <a:gd name="T2" fmla="*/ 86 w 2312"/>
                <a:gd name="T3" fmla="*/ 0 h 1823"/>
                <a:gd name="T4" fmla="*/ 86 w 2312"/>
                <a:gd name="T5" fmla="*/ 23 h 1823"/>
                <a:gd name="T6" fmla="*/ 96 w 2312"/>
                <a:gd name="T7" fmla="*/ 21 h 1823"/>
                <a:gd name="T8" fmla="*/ 109 w 2312"/>
                <a:gd name="T9" fmla="*/ 31 h 1823"/>
                <a:gd name="T10" fmla="*/ 97 w 2312"/>
                <a:gd name="T11" fmla="*/ 41 h 1823"/>
                <a:gd name="T12" fmla="*/ 86 w 2312"/>
                <a:gd name="T13" fmla="*/ 39 h 1823"/>
                <a:gd name="T14" fmla="*/ 86 w 2312"/>
                <a:gd name="T15" fmla="*/ 62 h 1823"/>
                <a:gd name="T16" fmla="*/ 55 w 2312"/>
                <a:gd name="T17" fmla="*/ 62 h 1823"/>
                <a:gd name="T18" fmla="*/ 57 w 2312"/>
                <a:gd name="T19" fmla="*/ 54 h 1823"/>
                <a:gd name="T20" fmla="*/ 43 w 2312"/>
                <a:gd name="T21" fmla="*/ 45 h 1823"/>
                <a:gd name="T22" fmla="*/ 29 w 2312"/>
                <a:gd name="T23" fmla="*/ 55 h 1823"/>
                <a:gd name="T24" fmla="*/ 32 w 2312"/>
                <a:gd name="T25" fmla="*/ 62 h 1823"/>
                <a:gd name="T26" fmla="*/ 0 w 2312"/>
                <a:gd name="T27" fmla="*/ 62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6FC2B4"/>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a:ln>
                  <a:noFill/>
                </a:ln>
                <a:solidFill>
                  <a:srgbClr val="002776"/>
                </a:solidFill>
                <a:effectLst/>
                <a:uLnTx/>
                <a:uFillTx/>
                <a:latin typeface="Calibri"/>
                <a:ea typeface="+mn-ea"/>
                <a:cs typeface="Arial" pitchFamily="34" charset="0"/>
              </a:endParaRPr>
            </a:p>
          </p:txBody>
        </p:sp>
        <p:sp>
          <p:nvSpPr>
            <p:cNvPr id="34" name="Freeform 30">
              <a:extLst>
                <a:ext uri="{FF2B5EF4-FFF2-40B4-BE49-F238E27FC236}">
                  <a16:creationId xmlns:a16="http://schemas.microsoft.com/office/drawing/2014/main" id="{F7339323-09EB-423D-BE40-848D6B564A78}"/>
                </a:ext>
              </a:extLst>
            </p:cNvPr>
            <p:cNvSpPr>
              <a:spLocks/>
            </p:cNvSpPr>
            <p:nvPr/>
          </p:nvSpPr>
          <p:spPr bwMode="auto">
            <a:xfrm>
              <a:off x="3942875" y="1583782"/>
              <a:ext cx="1825715" cy="1810944"/>
            </a:xfrm>
            <a:custGeom>
              <a:avLst/>
              <a:gdLst>
                <a:gd name="T0" fmla="*/ 0 w 976"/>
                <a:gd name="T1" fmla="*/ 0 h 968"/>
                <a:gd name="T2" fmla="*/ 1149 w 976"/>
                <a:gd name="T3" fmla="*/ 0 h 968"/>
                <a:gd name="T4" fmla="*/ 1149 w 976"/>
                <a:gd name="T5" fmla="*/ 306 h 968"/>
                <a:gd name="T6" fmla="*/ 1275 w 976"/>
                <a:gd name="T7" fmla="*/ 276 h 968"/>
                <a:gd name="T8" fmla="*/ 1456 w 976"/>
                <a:gd name="T9" fmla="*/ 419 h 968"/>
                <a:gd name="T10" fmla="*/ 1298 w 976"/>
                <a:gd name="T11" fmla="*/ 548 h 968"/>
                <a:gd name="T12" fmla="*/ 1149 w 976"/>
                <a:gd name="T13" fmla="*/ 528 h 968"/>
                <a:gd name="T14" fmla="*/ 1149 w 976"/>
                <a:gd name="T15" fmla="*/ 831 h 968"/>
                <a:gd name="T16" fmla="*/ 720 w 976"/>
                <a:gd name="T17" fmla="*/ 829 h 968"/>
                <a:gd name="T18" fmla="*/ 761 w 976"/>
                <a:gd name="T19" fmla="*/ 934 h 968"/>
                <a:gd name="T20" fmla="*/ 587 w 976"/>
                <a:gd name="T21" fmla="*/ 1050 h 968"/>
                <a:gd name="T22" fmla="*/ 374 w 976"/>
                <a:gd name="T23" fmla="*/ 940 h 968"/>
                <a:gd name="T24" fmla="*/ 415 w 976"/>
                <a:gd name="T25" fmla="*/ 827 h 968"/>
                <a:gd name="T26" fmla="*/ 0 w 976"/>
                <a:gd name="T27" fmla="*/ 831 h 968"/>
                <a:gd name="T28" fmla="*/ 0 w 976"/>
                <a:gd name="T29" fmla="*/ 0 h 9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76"/>
                <a:gd name="T46" fmla="*/ 0 h 968"/>
                <a:gd name="T47" fmla="*/ 976 w 976"/>
                <a:gd name="T48" fmla="*/ 968 h 9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76" h="968">
                  <a:moveTo>
                    <a:pt x="0" y="0"/>
                  </a:moveTo>
                  <a:lnTo>
                    <a:pt x="769" y="0"/>
                  </a:lnTo>
                  <a:lnTo>
                    <a:pt x="769" y="282"/>
                  </a:lnTo>
                  <a:cubicBezTo>
                    <a:pt x="783" y="324"/>
                    <a:pt x="794" y="257"/>
                    <a:pt x="853" y="255"/>
                  </a:cubicBezTo>
                  <a:cubicBezTo>
                    <a:pt x="911" y="252"/>
                    <a:pt x="976" y="310"/>
                    <a:pt x="974" y="387"/>
                  </a:cubicBezTo>
                  <a:cubicBezTo>
                    <a:pt x="973" y="464"/>
                    <a:pt x="926" y="502"/>
                    <a:pt x="869" y="505"/>
                  </a:cubicBezTo>
                  <a:cubicBezTo>
                    <a:pt x="811" y="509"/>
                    <a:pt x="787" y="442"/>
                    <a:pt x="769" y="487"/>
                  </a:cubicBezTo>
                  <a:lnTo>
                    <a:pt x="769" y="766"/>
                  </a:lnTo>
                  <a:lnTo>
                    <a:pt x="482" y="764"/>
                  </a:lnTo>
                  <a:cubicBezTo>
                    <a:pt x="439" y="780"/>
                    <a:pt x="510" y="813"/>
                    <a:pt x="509" y="860"/>
                  </a:cubicBezTo>
                  <a:cubicBezTo>
                    <a:pt x="508" y="907"/>
                    <a:pt x="464" y="967"/>
                    <a:pt x="393" y="968"/>
                  </a:cubicBezTo>
                  <a:cubicBezTo>
                    <a:pt x="321" y="968"/>
                    <a:pt x="251" y="932"/>
                    <a:pt x="251" y="866"/>
                  </a:cubicBezTo>
                  <a:cubicBezTo>
                    <a:pt x="251" y="800"/>
                    <a:pt x="320" y="779"/>
                    <a:pt x="278" y="762"/>
                  </a:cubicBezTo>
                  <a:lnTo>
                    <a:pt x="0" y="766"/>
                  </a:lnTo>
                  <a:lnTo>
                    <a:pt x="0" y="0"/>
                  </a:lnTo>
                  <a:close/>
                </a:path>
              </a:pathLst>
            </a:custGeom>
            <a:solidFill>
              <a:srgbClr val="00ABAB"/>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a:ln>
                  <a:noFill/>
                </a:ln>
                <a:solidFill>
                  <a:srgbClr val="002776"/>
                </a:solidFill>
                <a:effectLst/>
                <a:uLnTx/>
                <a:uFillTx/>
                <a:latin typeface="Calibri"/>
                <a:ea typeface="+mn-ea"/>
                <a:cs typeface="Arial" pitchFamily="34" charset="0"/>
              </a:endParaRPr>
            </a:p>
          </p:txBody>
        </p:sp>
        <p:sp>
          <p:nvSpPr>
            <p:cNvPr id="35" name="Freeform 16">
              <a:extLst>
                <a:ext uri="{FF2B5EF4-FFF2-40B4-BE49-F238E27FC236}">
                  <a16:creationId xmlns:a16="http://schemas.microsoft.com/office/drawing/2014/main" id="{899B43BB-8171-41E4-862D-B698B0CB28DB}"/>
                </a:ext>
              </a:extLst>
            </p:cNvPr>
            <p:cNvSpPr>
              <a:spLocks/>
            </p:cNvSpPr>
            <p:nvPr/>
          </p:nvSpPr>
          <p:spPr bwMode="auto">
            <a:xfrm flipV="1">
              <a:off x="3942875" y="3011642"/>
              <a:ext cx="1825715" cy="1433359"/>
            </a:xfrm>
            <a:custGeom>
              <a:avLst/>
              <a:gdLst>
                <a:gd name="T0" fmla="*/ 0 w 2312"/>
                <a:gd name="T1" fmla="*/ 0 h 1823"/>
                <a:gd name="T2" fmla="*/ 397 w 2312"/>
                <a:gd name="T3" fmla="*/ 0 h 1823"/>
                <a:gd name="T4" fmla="*/ 397 w 2312"/>
                <a:gd name="T5" fmla="*/ 124 h 1823"/>
                <a:gd name="T6" fmla="*/ 440 w 2312"/>
                <a:gd name="T7" fmla="*/ 112 h 1823"/>
                <a:gd name="T8" fmla="*/ 503 w 2312"/>
                <a:gd name="T9" fmla="*/ 169 h 1823"/>
                <a:gd name="T10" fmla="*/ 448 w 2312"/>
                <a:gd name="T11" fmla="*/ 221 h 1823"/>
                <a:gd name="T12" fmla="*/ 397 w 2312"/>
                <a:gd name="T13" fmla="*/ 213 h 1823"/>
                <a:gd name="T14" fmla="*/ 397 w 2312"/>
                <a:gd name="T15" fmla="*/ 335 h 1823"/>
                <a:gd name="T16" fmla="*/ 251 w 2312"/>
                <a:gd name="T17" fmla="*/ 335 h 1823"/>
                <a:gd name="T18" fmla="*/ 261 w 2312"/>
                <a:gd name="T19" fmla="*/ 291 h 1823"/>
                <a:gd name="T20" fmla="*/ 199 w 2312"/>
                <a:gd name="T21" fmla="*/ 248 h 1823"/>
                <a:gd name="T22" fmla="*/ 133 w 2312"/>
                <a:gd name="T23" fmla="*/ 298 h 1823"/>
                <a:gd name="T24" fmla="*/ 146 w 2312"/>
                <a:gd name="T25" fmla="*/ 335 h 1823"/>
                <a:gd name="T26" fmla="*/ 0 w 2312"/>
                <a:gd name="T27" fmla="*/ 335 h 1823"/>
                <a:gd name="T28" fmla="*/ 0 w 2312"/>
                <a:gd name="T29" fmla="*/ 0 h 18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823"/>
                <a:gd name="T47" fmla="*/ 2312 w 2312"/>
                <a:gd name="T48" fmla="*/ 1823 h 18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823">
                  <a:moveTo>
                    <a:pt x="0" y="0"/>
                  </a:moveTo>
                  <a:lnTo>
                    <a:pt x="1822" y="0"/>
                  </a:lnTo>
                  <a:lnTo>
                    <a:pt x="1822" y="672"/>
                  </a:lnTo>
                  <a:cubicBezTo>
                    <a:pt x="1854" y="772"/>
                    <a:pt x="1882" y="612"/>
                    <a:pt x="2020" y="606"/>
                  </a:cubicBezTo>
                  <a:cubicBezTo>
                    <a:pt x="2158" y="600"/>
                    <a:pt x="2312" y="738"/>
                    <a:pt x="2308" y="921"/>
                  </a:cubicBezTo>
                  <a:cubicBezTo>
                    <a:pt x="2304" y="1105"/>
                    <a:pt x="2194" y="1195"/>
                    <a:pt x="2058" y="1203"/>
                  </a:cubicBezTo>
                  <a:cubicBezTo>
                    <a:pt x="1922" y="1211"/>
                    <a:pt x="1864" y="1053"/>
                    <a:pt x="1822" y="1159"/>
                  </a:cubicBezTo>
                  <a:lnTo>
                    <a:pt x="1822" y="1823"/>
                  </a:lnTo>
                  <a:lnTo>
                    <a:pt x="1151" y="1823"/>
                  </a:lnTo>
                  <a:cubicBezTo>
                    <a:pt x="1047" y="1783"/>
                    <a:pt x="1204" y="1736"/>
                    <a:pt x="1200" y="1584"/>
                  </a:cubicBezTo>
                  <a:cubicBezTo>
                    <a:pt x="1196" y="1432"/>
                    <a:pt x="1085" y="1343"/>
                    <a:pt x="916" y="1344"/>
                  </a:cubicBezTo>
                  <a:cubicBezTo>
                    <a:pt x="747" y="1345"/>
                    <a:pt x="608" y="1468"/>
                    <a:pt x="608" y="1620"/>
                  </a:cubicBezTo>
                  <a:cubicBezTo>
                    <a:pt x="608" y="1772"/>
                    <a:pt x="767" y="1791"/>
                    <a:pt x="671" y="1823"/>
                  </a:cubicBezTo>
                  <a:lnTo>
                    <a:pt x="0" y="1823"/>
                  </a:lnTo>
                  <a:lnTo>
                    <a:pt x="0" y="0"/>
                  </a:lnTo>
                  <a:close/>
                </a:path>
              </a:pathLst>
            </a:custGeom>
            <a:solidFill>
              <a:srgbClr val="43B02A"/>
            </a:solidFill>
            <a:ln w="19050">
              <a:solidFill>
                <a:schemeClr val="bg1"/>
              </a:solidFill>
              <a:round/>
              <a:headEnd/>
              <a:tailEnd/>
            </a:ln>
          </p:spPr>
          <p:txBody>
            <a:bodyPr wrap="none" lIns="0" tIns="0" rIns="0" bIns="0"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GB" sz="1100" b="1" i="0" u="none" strike="noStrike" kern="1200" cap="none" spc="0" normalizeH="0" baseline="0" noProof="0">
                <a:ln>
                  <a:noFill/>
                </a:ln>
                <a:solidFill>
                  <a:srgbClr val="002776"/>
                </a:solidFill>
                <a:effectLst/>
                <a:uLnTx/>
                <a:uFillTx/>
                <a:latin typeface="Calibri"/>
                <a:ea typeface="+mn-ea"/>
                <a:cs typeface="Arial" pitchFamily="34" charset="0"/>
              </a:endParaRPr>
            </a:p>
          </p:txBody>
        </p:sp>
      </p:grpSp>
      <p:sp>
        <p:nvSpPr>
          <p:cNvPr id="8" name="Trapezoid 7">
            <a:extLst>
              <a:ext uri="{FF2B5EF4-FFF2-40B4-BE49-F238E27FC236}">
                <a16:creationId xmlns:a16="http://schemas.microsoft.com/office/drawing/2014/main" id="{AE7241DA-B990-4B5F-AFA8-289DDF860B8A}"/>
              </a:ext>
            </a:extLst>
          </p:cNvPr>
          <p:cNvSpPr/>
          <p:nvPr/>
        </p:nvSpPr>
        <p:spPr bwMode="gray">
          <a:xfrm rot="10800000">
            <a:off x="469896" y="3324132"/>
            <a:ext cx="5197027" cy="271497"/>
          </a:xfrm>
          <a:prstGeom prst="trapezoid">
            <a:avLst>
              <a:gd name="adj" fmla="val 281108"/>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mn-cs"/>
            </a:endParaRPr>
          </a:p>
        </p:txBody>
      </p:sp>
      <p:sp>
        <p:nvSpPr>
          <p:cNvPr id="26" name="Rectangle 25">
            <a:extLst>
              <a:ext uri="{FF2B5EF4-FFF2-40B4-BE49-F238E27FC236}">
                <a16:creationId xmlns:a16="http://schemas.microsoft.com/office/drawing/2014/main" id="{70B3C470-01ED-4E36-8DEC-FA03A463EDF6}"/>
              </a:ext>
            </a:extLst>
          </p:cNvPr>
          <p:cNvSpPr/>
          <p:nvPr/>
        </p:nvSpPr>
        <p:spPr bwMode="gray">
          <a:xfrm>
            <a:off x="1924459" y="3360323"/>
            <a:ext cx="2284835" cy="140617"/>
          </a:xfrm>
          <a:prstGeom prst="rect">
            <a:avLst/>
          </a:prstGeom>
          <a:no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b="1" i="1" u="none" strike="noStrike" kern="1200" cap="none" spc="0" normalizeH="0" baseline="0" noProof="0">
                <a:ln>
                  <a:noFill/>
                </a:ln>
                <a:solidFill>
                  <a:prstClr val="white"/>
                </a:solidFill>
                <a:effectLst/>
                <a:uLnTx/>
                <a:uFillTx/>
                <a:latin typeface="Calibri"/>
                <a:ea typeface="+mn-ea"/>
                <a:cs typeface="+mn-cs"/>
              </a:rPr>
              <a:t>Key Offerings</a:t>
            </a:r>
          </a:p>
        </p:txBody>
      </p:sp>
      <p:sp>
        <p:nvSpPr>
          <p:cNvPr id="39" name="Rectangle 38">
            <a:extLst>
              <a:ext uri="{FF2B5EF4-FFF2-40B4-BE49-F238E27FC236}">
                <a16:creationId xmlns:a16="http://schemas.microsoft.com/office/drawing/2014/main" id="{68776F6C-8ECD-4B39-8A19-18B3ED324AB9}"/>
              </a:ext>
            </a:extLst>
          </p:cNvPr>
          <p:cNvSpPr/>
          <p:nvPr/>
        </p:nvSpPr>
        <p:spPr bwMode="gray">
          <a:xfrm>
            <a:off x="6098289" y="2489357"/>
            <a:ext cx="2492653" cy="403218"/>
          </a:xfrm>
          <a:prstGeom prst="rect">
            <a:avLst/>
          </a:prstGeom>
          <a:solidFill>
            <a:srgbClr val="009A4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	Ministry of Environment and Energy, Maldives </a:t>
            </a:r>
          </a:p>
        </p:txBody>
      </p:sp>
      <p:sp>
        <p:nvSpPr>
          <p:cNvPr id="40" name="Rectangle 39">
            <a:extLst>
              <a:ext uri="{FF2B5EF4-FFF2-40B4-BE49-F238E27FC236}">
                <a16:creationId xmlns:a16="http://schemas.microsoft.com/office/drawing/2014/main" id="{4C0E95DA-5865-4625-BFE7-F14A2285FEF9}"/>
              </a:ext>
            </a:extLst>
          </p:cNvPr>
          <p:cNvSpPr/>
          <p:nvPr/>
        </p:nvSpPr>
        <p:spPr bwMode="gray">
          <a:xfrm>
            <a:off x="6098288" y="291502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Greater Male’ Region Renewable Energy Integration Strategy Plan</a:t>
            </a:r>
          </a:p>
        </p:txBody>
      </p:sp>
      <p:sp>
        <p:nvSpPr>
          <p:cNvPr id="41" name="Half Frame 40">
            <a:extLst>
              <a:ext uri="{FF2B5EF4-FFF2-40B4-BE49-F238E27FC236}">
                <a16:creationId xmlns:a16="http://schemas.microsoft.com/office/drawing/2014/main" id="{0985837B-1506-40B4-922F-5A799434A357}"/>
              </a:ext>
            </a:extLst>
          </p:cNvPr>
          <p:cNvSpPr/>
          <p:nvPr/>
        </p:nvSpPr>
        <p:spPr bwMode="gray">
          <a:xfrm rot="10800000">
            <a:off x="8321561" y="327199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42" name="Half Frame 41">
            <a:extLst>
              <a:ext uri="{FF2B5EF4-FFF2-40B4-BE49-F238E27FC236}">
                <a16:creationId xmlns:a16="http://schemas.microsoft.com/office/drawing/2014/main" id="{3ADB01A4-510B-4A59-884A-794203BA7DF8}"/>
              </a:ext>
            </a:extLst>
          </p:cNvPr>
          <p:cNvSpPr/>
          <p:nvPr/>
        </p:nvSpPr>
        <p:spPr bwMode="gray">
          <a:xfrm rot="16200000">
            <a:off x="6055940" y="327425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43" name="Rectangle 42">
            <a:extLst>
              <a:ext uri="{FF2B5EF4-FFF2-40B4-BE49-F238E27FC236}">
                <a16:creationId xmlns:a16="http://schemas.microsoft.com/office/drawing/2014/main" id="{74DF350B-0A27-4BD0-8B95-0502D109D61A}"/>
              </a:ext>
            </a:extLst>
          </p:cNvPr>
          <p:cNvSpPr/>
          <p:nvPr/>
        </p:nvSpPr>
        <p:spPr bwMode="gray">
          <a:xfrm>
            <a:off x="9158494" y="1134416"/>
            <a:ext cx="2492653" cy="453799"/>
          </a:xfrm>
          <a:prstGeom prst="rect">
            <a:avLst/>
          </a:prstGeom>
          <a:solidFill>
            <a:srgbClr val="43B02A"/>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	The World Bank	</a:t>
            </a:r>
          </a:p>
        </p:txBody>
      </p:sp>
      <p:sp>
        <p:nvSpPr>
          <p:cNvPr id="44" name="Rectangle 43">
            <a:extLst>
              <a:ext uri="{FF2B5EF4-FFF2-40B4-BE49-F238E27FC236}">
                <a16:creationId xmlns:a16="http://schemas.microsoft.com/office/drawing/2014/main" id="{A976779E-C58A-426C-B63B-B767BE5D8EBF}"/>
              </a:ext>
            </a:extLst>
          </p:cNvPr>
          <p:cNvSpPr/>
          <p:nvPr/>
        </p:nvSpPr>
        <p:spPr bwMode="gray">
          <a:xfrm>
            <a:off x="9158493" y="1626551"/>
            <a:ext cx="2492653" cy="552256"/>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Assess impact of major policy and energy transition disruptive events on a utility in India</a:t>
            </a:r>
          </a:p>
        </p:txBody>
      </p:sp>
      <p:sp>
        <p:nvSpPr>
          <p:cNvPr id="45" name="Half Frame 44">
            <a:extLst>
              <a:ext uri="{FF2B5EF4-FFF2-40B4-BE49-F238E27FC236}">
                <a16:creationId xmlns:a16="http://schemas.microsoft.com/office/drawing/2014/main" id="{185EE829-4625-4C34-B28E-A6E2E875F826}"/>
              </a:ext>
            </a:extLst>
          </p:cNvPr>
          <p:cNvSpPr/>
          <p:nvPr/>
        </p:nvSpPr>
        <p:spPr bwMode="gray">
          <a:xfrm rot="10800000">
            <a:off x="11381765" y="1917057"/>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46" name="Half Frame 45">
            <a:extLst>
              <a:ext uri="{FF2B5EF4-FFF2-40B4-BE49-F238E27FC236}">
                <a16:creationId xmlns:a16="http://schemas.microsoft.com/office/drawing/2014/main" id="{9A38BFB0-D7F5-409C-BD24-FA5E4280E991}"/>
              </a:ext>
            </a:extLst>
          </p:cNvPr>
          <p:cNvSpPr/>
          <p:nvPr/>
        </p:nvSpPr>
        <p:spPr bwMode="gray">
          <a:xfrm rot="16200000">
            <a:off x="9116144" y="1919312"/>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9335BF18-A7E0-4C6D-9275-2D3751BA261B}"/>
              </a:ext>
            </a:extLst>
          </p:cNvPr>
          <p:cNvSpPr/>
          <p:nvPr/>
        </p:nvSpPr>
        <p:spPr bwMode="gray">
          <a:xfrm>
            <a:off x="6187550" y="1132039"/>
            <a:ext cx="2492653" cy="403218"/>
          </a:xfrm>
          <a:prstGeom prst="rect">
            <a:avLst/>
          </a:prstGeom>
          <a:solidFill>
            <a:srgbClr val="43B02A"/>
          </a:solidFill>
          <a:ln w="19050" algn="ctr">
            <a:solidFill>
              <a:schemeClr val="accent4"/>
            </a:solidFill>
            <a:miter lim="800000"/>
            <a:headEnd/>
            <a:tailEnd/>
          </a:ln>
        </p:spPr>
        <p:txBody>
          <a:bodyPr wrap="square" lIns="88900" tIns="88900" rIns="88900" bIns="88900" rtlCol="0" anchor="ctr"/>
          <a:lstStyle/>
          <a:p>
            <a:pPr marL="457200" marR="0" lvl="1" indent="0" algn="r" defTabSz="914400" rtl="0" eaLnBrk="1" fontAlgn="auto" latinLnBrk="0" hangingPunct="1">
              <a:lnSpc>
                <a:spcPct val="106000"/>
              </a:lnSpc>
              <a:spcBef>
                <a:spcPts val="0"/>
              </a:spcBef>
              <a:spcAft>
                <a:spcPts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Calibri"/>
                <a:ea typeface="+mn-ea"/>
                <a:cs typeface="+mn-cs"/>
              </a:rPr>
              <a:t>USAID / </a:t>
            </a:r>
          </a:p>
          <a:p>
            <a:pPr marL="457200" marR="0" lvl="1" indent="0" algn="r" defTabSz="914400" rtl="0" eaLnBrk="1" fontAlgn="auto" latinLnBrk="0" hangingPunct="1">
              <a:lnSpc>
                <a:spcPct val="106000"/>
              </a:lnSpc>
              <a:spcBef>
                <a:spcPts val="0"/>
              </a:spcBef>
              <a:spcAft>
                <a:spcPts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Calibri"/>
                <a:ea typeface="+mn-ea"/>
                <a:cs typeface="+mn-cs"/>
              </a:rPr>
              <a:t>Ministry of Power, GOI</a:t>
            </a:r>
          </a:p>
        </p:txBody>
      </p:sp>
      <p:sp>
        <p:nvSpPr>
          <p:cNvPr id="49" name="Rectangle 48">
            <a:extLst>
              <a:ext uri="{FF2B5EF4-FFF2-40B4-BE49-F238E27FC236}">
                <a16:creationId xmlns:a16="http://schemas.microsoft.com/office/drawing/2014/main" id="{246E1801-EC25-47B4-99FD-6C092C8E20A1}"/>
              </a:ext>
            </a:extLst>
          </p:cNvPr>
          <p:cNvSpPr/>
          <p:nvPr/>
        </p:nvSpPr>
        <p:spPr bwMode="gray">
          <a:xfrm>
            <a:off x="6187549" y="1557708"/>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dirty="0">
                <a:ln>
                  <a:noFill/>
                </a:ln>
                <a:solidFill>
                  <a:prstClr val="black"/>
                </a:solidFill>
                <a:effectLst/>
                <a:uLnTx/>
                <a:uFillTx/>
                <a:latin typeface="Calibri"/>
                <a:ea typeface="+mn-ea"/>
                <a:cs typeface="+mn-cs"/>
              </a:rPr>
              <a:t>Development and implementation of grid applications – Integration/BESS/EVs </a:t>
            </a:r>
          </a:p>
        </p:txBody>
      </p:sp>
      <p:sp>
        <p:nvSpPr>
          <p:cNvPr id="50" name="Half Frame 49">
            <a:extLst>
              <a:ext uri="{FF2B5EF4-FFF2-40B4-BE49-F238E27FC236}">
                <a16:creationId xmlns:a16="http://schemas.microsoft.com/office/drawing/2014/main" id="{E6FDAE30-C789-4144-9CF0-44D083FABEAE}"/>
              </a:ext>
            </a:extLst>
          </p:cNvPr>
          <p:cNvSpPr/>
          <p:nvPr/>
        </p:nvSpPr>
        <p:spPr bwMode="gray">
          <a:xfrm rot="10800000">
            <a:off x="8410822" y="1914681"/>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1" name="Half Frame 50">
            <a:extLst>
              <a:ext uri="{FF2B5EF4-FFF2-40B4-BE49-F238E27FC236}">
                <a16:creationId xmlns:a16="http://schemas.microsoft.com/office/drawing/2014/main" id="{26AB49DA-AE84-49F8-94AC-D8F935D9B490}"/>
              </a:ext>
            </a:extLst>
          </p:cNvPr>
          <p:cNvSpPr/>
          <p:nvPr/>
        </p:nvSpPr>
        <p:spPr bwMode="gray">
          <a:xfrm rot="16200000">
            <a:off x="6145201" y="1916936"/>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6" name="Rectangle 55">
            <a:extLst>
              <a:ext uri="{FF2B5EF4-FFF2-40B4-BE49-F238E27FC236}">
                <a16:creationId xmlns:a16="http://schemas.microsoft.com/office/drawing/2014/main" id="{BD7BCB6E-DF7C-4735-9E21-1879CA98850E}"/>
              </a:ext>
            </a:extLst>
          </p:cNvPr>
          <p:cNvSpPr/>
          <p:nvPr/>
        </p:nvSpPr>
        <p:spPr bwMode="gray">
          <a:xfrm>
            <a:off x="9153984" y="2489357"/>
            <a:ext cx="2492653" cy="403218"/>
          </a:xfrm>
          <a:prstGeom prst="rect">
            <a:avLst/>
          </a:prstGeom>
          <a:solidFill>
            <a:srgbClr val="009A4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	Forum of Regulators, India</a:t>
            </a:r>
          </a:p>
        </p:txBody>
      </p:sp>
      <p:sp>
        <p:nvSpPr>
          <p:cNvPr id="57" name="Rectangle 56">
            <a:extLst>
              <a:ext uri="{FF2B5EF4-FFF2-40B4-BE49-F238E27FC236}">
                <a16:creationId xmlns:a16="http://schemas.microsoft.com/office/drawing/2014/main" id="{7DF3A13E-B799-495C-89D8-258329E0E5A8}"/>
              </a:ext>
            </a:extLst>
          </p:cNvPr>
          <p:cNvSpPr/>
          <p:nvPr/>
        </p:nvSpPr>
        <p:spPr bwMode="gray">
          <a:xfrm>
            <a:off x="9153983" y="291502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Evolving measures for effective implementation of pre-paid metering in the Country</a:t>
            </a:r>
          </a:p>
        </p:txBody>
      </p:sp>
      <p:sp>
        <p:nvSpPr>
          <p:cNvPr id="58" name="Half Frame 57">
            <a:extLst>
              <a:ext uri="{FF2B5EF4-FFF2-40B4-BE49-F238E27FC236}">
                <a16:creationId xmlns:a16="http://schemas.microsoft.com/office/drawing/2014/main" id="{D5DCA538-6CA5-4FCB-8EA4-1EED05B5EE81}"/>
              </a:ext>
            </a:extLst>
          </p:cNvPr>
          <p:cNvSpPr/>
          <p:nvPr/>
        </p:nvSpPr>
        <p:spPr bwMode="gray">
          <a:xfrm rot="10800000">
            <a:off x="11377256" y="327199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59" name="Half Frame 58">
            <a:extLst>
              <a:ext uri="{FF2B5EF4-FFF2-40B4-BE49-F238E27FC236}">
                <a16:creationId xmlns:a16="http://schemas.microsoft.com/office/drawing/2014/main" id="{2698BD67-64BB-409F-A4F4-3E05ACA382E4}"/>
              </a:ext>
            </a:extLst>
          </p:cNvPr>
          <p:cNvSpPr/>
          <p:nvPr/>
        </p:nvSpPr>
        <p:spPr bwMode="gray">
          <a:xfrm rot="16200000">
            <a:off x="9111635" y="327425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CE14EA62-6E6F-4BBC-BBA3-D8640E73635A}"/>
              </a:ext>
            </a:extLst>
          </p:cNvPr>
          <p:cNvSpPr/>
          <p:nvPr/>
        </p:nvSpPr>
        <p:spPr bwMode="gray">
          <a:xfrm>
            <a:off x="6070968" y="3804042"/>
            <a:ext cx="2492653" cy="403218"/>
          </a:xfrm>
          <a:prstGeom prst="rect">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International Finance </a:t>
            </a:r>
          </a:p>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Corporation</a:t>
            </a:r>
          </a:p>
        </p:txBody>
      </p:sp>
      <p:sp>
        <p:nvSpPr>
          <p:cNvPr id="62" name="Rectangle 61">
            <a:extLst>
              <a:ext uri="{FF2B5EF4-FFF2-40B4-BE49-F238E27FC236}">
                <a16:creationId xmlns:a16="http://schemas.microsoft.com/office/drawing/2014/main" id="{66D4E2B7-57B7-475C-9FE7-8D0164E8303A}"/>
              </a:ext>
            </a:extLst>
          </p:cNvPr>
          <p:cNvSpPr/>
          <p:nvPr/>
        </p:nvSpPr>
        <p:spPr bwMode="gray">
          <a:xfrm>
            <a:off x="6070967" y="4229711"/>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Future of Urban Mobility in India</a:t>
            </a:r>
          </a:p>
        </p:txBody>
      </p:sp>
      <p:sp>
        <p:nvSpPr>
          <p:cNvPr id="63" name="Half Frame 62">
            <a:extLst>
              <a:ext uri="{FF2B5EF4-FFF2-40B4-BE49-F238E27FC236}">
                <a16:creationId xmlns:a16="http://schemas.microsoft.com/office/drawing/2014/main" id="{E4242DA2-3C0E-4CAC-84D5-DA31E4BEDCC5}"/>
              </a:ext>
            </a:extLst>
          </p:cNvPr>
          <p:cNvSpPr/>
          <p:nvPr/>
        </p:nvSpPr>
        <p:spPr bwMode="gray">
          <a:xfrm rot="10800000">
            <a:off x="8294240" y="4586684"/>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4" name="Half Frame 63">
            <a:extLst>
              <a:ext uri="{FF2B5EF4-FFF2-40B4-BE49-F238E27FC236}">
                <a16:creationId xmlns:a16="http://schemas.microsoft.com/office/drawing/2014/main" id="{4D799456-4938-4C60-9B7D-7D464D4AE9AB}"/>
              </a:ext>
            </a:extLst>
          </p:cNvPr>
          <p:cNvSpPr/>
          <p:nvPr/>
        </p:nvSpPr>
        <p:spPr bwMode="gray">
          <a:xfrm rot="16200000">
            <a:off x="6028619" y="4588939"/>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pic>
        <p:nvPicPr>
          <p:cNvPr id="65" name="Picture 84" descr="IFC - International Finance Corporation">
            <a:extLst>
              <a:ext uri="{FF2B5EF4-FFF2-40B4-BE49-F238E27FC236}">
                <a16:creationId xmlns:a16="http://schemas.microsoft.com/office/drawing/2014/main" id="{4CF552D5-F65A-44CB-BDFF-E9F0144533E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00931" y="3846650"/>
            <a:ext cx="1090957" cy="275791"/>
          </a:xfrm>
          <a:prstGeom prst="rect">
            <a:avLst/>
          </a:prstGeom>
          <a:noFill/>
          <a:extLst>
            <a:ext uri="{909E8E84-426E-40DD-AFC4-6F175D3DCCD1}">
              <a14:hiddenFill xmlns:a14="http://schemas.microsoft.com/office/drawing/2010/main">
                <a:solidFill>
                  <a:srgbClr val="FFFFFF"/>
                </a:solidFill>
              </a14:hiddenFill>
            </a:ext>
          </a:extLst>
        </p:spPr>
      </p:pic>
      <p:sp>
        <p:nvSpPr>
          <p:cNvPr id="66" name="Rectangle 65">
            <a:extLst>
              <a:ext uri="{FF2B5EF4-FFF2-40B4-BE49-F238E27FC236}">
                <a16:creationId xmlns:a16="http://schemas.microsoft.com/office/drawing/2014/main" id="{BC0D3AFB-D61B-41C1-8C1C-2C224AEB7CEE}"/>
              </a:ext>
            </a:extLst>
          </p:cNvPr>
          <p:cNvSpPr/>
          <p:nvPr/>
        </p:nvSpPr>
        <p:spPr bwMode="gray">
          <a:xfrm>
            <a:off x="6030875" y="5115337"/>
            <a:ext cx="2492653" cy="403218"/>
          </a:xfrm>
          <a:prstGeom prst="rect">
            <a:avLst/>
          </a:prstGeom>
          <a:solidFill>
            <a:srgbClr val="007680"/>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The World Bank</a:t>
            </a:r>
          </a:p>
        </p:txBody>
      </p:sp>
      <p:sp>
        <p:nvSpPr>
          <p:cNvPr id="67" name="Rectangle 66">
            <a:extLst>
              <a:ext uri="{FF2B5EF4-FFF2-40B4-BE49-F238E27FC236}">
                <a16:creationId xmlns:a16="http://schemas.microsoft.com/office/drawing/2014/main" id="{EA118458-73DF-4BC1-ACB2-EB27F0C02673}"/>
              </a:ext>
            </a:extLst>
          </p:cNvPr>
          <p:cNvSpPr/>
          <p:nvPr/>
        </p:nvSpPr>
        <p:spPr bwMode="gray">
          <a:xfrm>
            <a:off x="6030874" y="554100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DPR for Smart Grid Deployment in Udaipur Smart City</a:t>
            </a:r>
          </a:p>
        </p:txBody>
      </p:sp>
      <p:sp>
        <p:nvSpPr>
          <p:cNvPr id="68" name="Half Frame 67">
            <a:extLst>
              <a:ext uri="{FF2B5EF4-FFF2-40B4-BE49-F238E27FC236}">
                <a16:creationId xmlns:a16="http://schemas.microsoft.com/office/drawing/2014/main" id="{819FE43C-DD14-4A35-8009-3C66B94D3612}"/>
              </a:ext>
            </a:extLst>
          </p:cNvPr>
          <p:cNvSpPr/>
          <p:nvPr/>
        </p:nvSpPr>
        <p:spPr bwMode="gray">
          <a:xfrm rot="10800000">
            <a:off x="11125002" y="574557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9" name="Half Frame 68">
            <a:extLst>
              <a:ext uri="{FF2B5EF4-FFF2-40B4-BE49-F238E27FC236}">
                <a16:creationId xmlns:a16="http://schemas.microsoft.com/office/drawing/2014/main" id="{CD10F88D-B9F9-4F9F-B012-AB6C6C48F138}"/>
              </a:ext>
            </a:extLst>
          </p:cNvPr>
          <p:cNvSpPr/>
          <p:nvPr/>
        </p:nvSpPr>
        <p:spPr bwMode="gray">
          <a:xfrm rot="16200000">
            <a:off x="5988526" y="590023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70" name="Rectangle 69">
            <a:extLst>
              <a:ext uri="{FF2B5EF4-FFF2-40B4-BE49-F238E27FC236}">
                <a16:creationId xmlns:a16="http://schemas.microsoft.com/office/drawing/2014/main" id="{7CCF3499-B517-4933-8731-09EC6AFA4F74}"/>
              </a:ext>
            </a:extLst>
          </p:cNvPr>
          <p:cNvSpPr/>
          <p:nvPr/>
        </p:nvSpPr>
        <p:spPr bwMode="gray">
          <a:xfrm>
            <a:off x="9054130" y="5115337"/>
            <a:ext cx="2492653" cy="403218"/>
          </a:xfrm>
          <a:prstGeom prst="rect">
            <a:avLst/>
          </a:prstGeom>
          <a:solidFill>
            <a:srgbClr val="007680"/>
          </a:solidFill>
          <a:ln w="19050" algn="ctr">
            <a:solidFill>
              <a:schemeClr val="accent4"/>
            </a:solidFill>
            <a:miter lim="800000"/>
            <a:headEnd/>
            <a:tailEnd/>
          </a:ln>
        </p:spPr>
        <p:txBody>
          <a:bodyPr wrap="square" lIns="88900" tIns="88900" rIns="88900" bIns="88900" rtlCol="0" anchor="ctr"/>
          <a:lstStyle/>
          <a:p>
            <a:pPr marL="457200" marR="0" lvl="1" indent="0" algn="r" defTabSz="914400" rtl="0" eaLnBrk="1" fontAlgn="auto" latinLnBrk="0" hangingPunct="1">
              <a:lnSpc>
                <a:spcPct val="106000"/>
              </a:lnSpc>
              <a:spcBef>
                <a:spcPts val="0"/>
              </a:spcBef>
              <a:spcAft>
                <a:spcPts val="0"/>
              </a:spcAft>
              <a:buClrTx/>
              <a:buSzTx/>
              <a:buFontTx/>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Power Cell, Government of Bangladesh</a:t>
            </a:r>
          </a:p>
        </p:txBody>
      </p:sp>
      <p:sp>
        <p:nvSpPr>
          <p:cNvPr id="71" name="Rectangle 70">
            <a:extLst>
              <a:ext uri="{FF2B5EF4-FFF2-40B4-BE49-F238E27FC236}">
                <a16:creationId xmlns:a16="http://schemas.microsoft.com/office/drawing/2014/main" id="{3B1CC37D-AB09-40B3-B35E-3647248AC26B}"/>
              </a:ext>
            </a:extLst>
          </p:cNvPr>
          <p:cNvSpPr/>
          <p:nvPr/>
        </p:nvSpPr>
        <p:spPr bwMode="gray">
          <a:xfrm>
            <a:off x="9054129" y="5541006"/>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ICT Roadmap for all the power utilities in Bangladesh</a:t>
            </a:r>
          </a:p>
        </p:txBody>
      </p:sp>
      <p:sp>
        <p:nvSpPr>
          <p:cNvPr id="72" name="Half Frame 71">
            <a:extLst>
              <a:ext uri="{FF2B5EF4-FFF2-40B4-BE49-F238E27FC236}">
                <a16:creationId xmlns:a16="http://schemas.microsoft.com/office/drawing/2014/main" id="{511E5952-F8F3-482A-A423-23C5A0801868}"/>
              </a:ext>
            </a:extLst>
          </p:cNvPr>
          <p:cNvSpPr/>
          <p:nvPr/>
        </p:nvSpPr>
        <p:spPr bwMode="gray">
          <a:xfrm rot="10800000">
            <a:off x="11277402" y="5897979"/>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73" name="Half Frame 72">
            <a:extLst>
              <a:ext uri="{FF2B5EF4-FFF2-40B4-BE49-F238E27FC236}">
                <a16:creationId xmlns:a16="http://schemas.microsoft.com/office/drawing/2014/main" id="{4A31D218-B8F4-42DD-A7A0-4A38351E02E6}"/>
              </a:ext>
            </a:extLst>
          </p:cNvPr>
          <p:cNvSpPr/>
          <p:nvPr/>
        </p:nvSpPr>
        <p:spPr bwMode="gray">
          <a:xfrm rot="16200000">
            <a:off x="9011781" y="5900234"/>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74" name="Rectangle 73">
            <a:extLst>
              <a:ext uri="{FF2B5EF4-FFF2-40B4-BE49-F238E27FC236}">
                <a16:creationId xmlns:a16="http://schemas.microsoft.com/office/drawing/2014/main" id="{1B398D98-9B52-405C-BBF8-02BB28189F94}"/>
              </a:ext>
            </a:extLst>
          </p:cNvPr>
          <p:cNvSpPr/>
          <p:nvPr/>
        </p:nvSpPr>
        <p:spPr bwMode="gray">
          <a:xfrm>
            <a:off x="9113891" y="3799202"/>
            <a:ext cx="2492653" cy="403218"/>
          </a:xfrm>
          <a:prstGeom prst="rect">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b="1" i="0" u="none" strike="noStrike" kern="1200" cap="none" spc="0" normalizeH="0" baseline="0" noProof="0">
                <a:ln>
                  <a:noFill/>
                </a:ln>
                <a:solidFill>
                  <a:prstClr val="white"/>
                </a:solidFill>
                <a:effectLst/>
                <a:uLnTx/>
                <a:uFillTx/>
                <a:latin typeface="Calibri"/>
                <a:ea typeface="+mn-ea"/>
                <a:cs typeface="+mn-cs"/>
              </a:rPr>
              <a:t>USAID, India</a:t>
            </a:r>
          </a:p>
        </p:txBody>
      </p:sp>
      <p:sp>
        <p:nvSpPr>
          <p:cNvPr id="75" name="Rectangle 74">
            <a:extLst>
              <a:ext uri="{FF2B5EF4-FFF2-40B4-BE49-F238E27FC236}">
                <a16:creationId xmlns:a16="http://schemas.microsoft.com/office/drawing/2014/main" id="{37353447-1CA9-42C7-87D3-4D5D3EEDFFB0}"/>
              </a:ext>
            </a:extLst>
          </p:cNvPr>
          <p:cNvSpPr/>
          <p:nvPr/>
        </p:nvSpPr>
        <p:spPr bwMode="gray">
          <a:xfrm>
            <a:off x="9113890" y="4224871"/>
            <a:ext cx="2492653" cy="583638"/>
          </a:xfrm>
          <a:prstGeom prst="rect">
            <a:avLst/>
          </a:prstGeom>
          <a:pattFill prst="pct10">
            <a:fgClr>
              <a:srgbClr val="E3E48D"/>
            </a:fgClr>
            <a:bgClr>
              <a:schemeClr val="bg1"/>
            </a:bgClr>
          </a:patt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prstClr val="black"/>
                </a:solidFill>
                <a:effectLst/>
                <a:uLnTx/>
                <a:uFillTx/>
                <a:latin typeface="Calibri"/>
                <a:ea typeface="+mn-ea"/>
                <a:cs typeface="+mn-cs"/>
              </a:rPr>
              <a:t>Electric vehicle Charging Infrastructure and Impacts on Distribution Network</a:t>
            </a:r>
          </a:p>
        </p:txBody>
      </p:sp>
      <p:sp>
        <p:nvSpPr>
          <p:cNvPr id="76" name="Half Frame 75">
            <a:extLst>
              <a:ext uri="{FF2B5EF4-FFF2-40B4-BE49-F238E27FC236}">
                <a16:creationId xmlns:a16="http://schemas.microsoft.com/office/drawing/2014/main" id="{4373D1F7-E1A7-4611-BCAD-60B42F469F90}"/>
              </a:ext>
            </a:extLst>
          </p:cNvPr>
          <p:cNvSpPr/>
          <p:nvPr/>
        </p:nvSpPr>
        <p:spPr bwMode="gray">
          <a:xfrm rot="10800000">
            <a:off x="11337163" y="4581844"/>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77" name="Half Frame 76">
            <a:extLst>
              <a:ext uri="{FF2B5EF4-FFF2-40B4-BE49-F238E27FC236}">
                <a16:creationId xmlns:a16="http://schemas.microsoft.com/office/drawing/2014/main" id="{8BA09915-7D80-4BB6-8BFB-0C79EB903984}"/>
              </a:ext>
            </a:extLst>
          </p:cNvPr>
          <p:cNvSpPr/>
          <p:nvPr/>
        </p:nvSpPr>
        <p:spPr bwMode="gray">
          <a:xfrm rot="16200000">
            <a:off x="9071542" y="4584099"/>
            <a:ext cx="261750" cy="257238"/>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8EFE0C84-58B4-42FE-8596-B68C86849B68}"/>
              </a:ext>
            </a:extLst>
          </p:cNvPr>
          <p:cNvSpPr/>
          <p:nvPr/>
        </p:nvSpPr>
        <p:spPr>
          <a:xfrm>
            <a:off x="501954" y="3947279"/>
            <a:ext cx="1211837" cy="76944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Studies to support seamless renewables and DER integration</a:t>
            </a:r>
            <a:endParaRPr kumimoji="0" lang="en-US" sz="1100" b="0" i="0" u="none" strike="noStrike" kern="1200" cap="none" spc="0" normalizeH="0" baseline="0" noProof="0">
              <a:ln>
                <a:noFill/>
              </a:ln>
              <a:solidFill>
                <a:prstClr val="black"/>
              </a:solidFill>
              <a:effectLst/>
              <a:uLnTx/>
              <a:uFillTx/>
              <a:latin typeface="Calibri"/>
              <a:ea typeface="+mn-ea"/>
              <a:cs typeface="+mn-cs"/>
            </a:endParaRPr>
          </a:p>
        </p:txBody>
      </p:sp>
      <p:sp>
        <p:nvSpPr>
          <p:cNvPr id="83" name="Rectangle 82">
            <a:extLst>
              <a:ext uri="{FF2B5EF4-FFF2-40B4-BE49-F238E27FC236}">
                <a16:creationId xmlns:a16="http://schemas.microsoft.com/office/drawing/2014/main" id="{8E7B7B09-154C-4302-8350-A6C95706A920}"/>
              </a:ext>
            </a:extLst>
          </p:cNvPr>
          <p:cNvSpPr/>
          <p:nvPr/>
        </p:nvSpPr>
        <p:spPr>
          <a:xfrm>
            <a:off x="1990616" y="3940981"/>
            <a:ext cx="1211837" cy="76944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Benefits modelling and simulation of ESS value streams</a:t>
            </a:r>
          </a:p>
        </p:txBody>
      </p:sp>
      <p:sp>
        <p:nvSpPr>
          <p:cNvPr id="84" name="Rectangle 83">
            <a:extLst>
              <a:ext uri="{FF2B5EF4-FFF2-40B4-BE49-F238E27FC236}">
                <a16:creationId xmlns:a16="http://schemas.microsoft.com/office/drawing/2014/main" id="{0C6D0D33-5BFC-4C57-BD6E-41A8512543D7}"/>
              </a:ext>
            </a:extLst>
          </p:cNvPr>
          <p:cNvSpPr/>
          <p:nvPr/>
        </p:nvSpPr>
        <p:spPr>
          <a:xfrm>
            <a:off x="3285821" y="3947279"/>
            <a:ext cx="1211837" cy="6001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Cost efficiency through digital tools</a:t>
            </a:r>
            <a:endParaRPr kumimoji="0" lang="en-US" sz="1100" b="0" i="0" u="none" strike="noStrike" kern="1200" cap="none" spc="0" normalizeH="0" baseline="0" noProof="0">
              <a:ln>
                <a:noFill/>
              </a:ln>
              <a:solidFill>
                <a:prstClr val="black"/>
              </a:solidFill>
              <a:effectLst/>
              <a:uLnTx/>
              <a:uFillTx/>
              <a:latin typeface="Calibri"/>
              <a:ea typeface="+mn-ea"/>
              <a:cs typeface="+mn-cs"/>
            </a:endParaRPr>
          </a:p>
        </p:txBody>
      </p:sp>
      <p:sp>
        <p:nvSpPr>
          <p:cNvPr id="85" name="Rectangle 84">
            <a:extLst>
              <a:ext uri="{FF2B5EF4-FFF2-40B4-BE49-F238E27FC236}">
                <a16:creationId xmlns:a16="http://schemas.microsoft.com/office/drawing/2014/main" id="{00E5719E-D3EA-4BCA-939A-B043CD2C5681}"/>
              </a:ext>
            </a:extLst>
          </p:cNvPr>
          <p:cNvSpPr/>
          <p:nvPr/>
        </p:nvSpPr>
        <p:spPr>
          <a:xfrm>
            <a:off x="4634070" y="3968199"/>
            <a:ext cx="1101670"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Consumer centric business models</a:t>
            </a:r>
            <a:endParaRPr kumimoji="0" lang="en-US" sz="1100" b="0" i="0" u="none" strike="noStrike" kern="1200" cap="none" spc="0" normalizeH="0" baseline="0" noProof="0">
              <a:ln>
                <a:noFill/>
              </a:ln>
              <a:solidFill>
                <a:prstClr val="black"/>
              </a:solidFill>
              <a:effectLst/>
              <a:uLnTx/>
              <a:uFillTx/>
              <a:latin typeface="Calibri"/>
              <a:ea typeface="+mn-ea"/>
              <a:cs typeface="+mn-cs"/>
            </a:endParaRPr>
          </a:p>
        </p:txBody>
      </p:sp>
      <p:sp>
        <p:nvSpPr>
          <p:cNvPr id="86" name="Rectangle 85">
            <a:extLst>
              <a:ext uri="{FF2B5EF4-FFF2-40B4-BE49-F238E27FC236}">
                <a16:creationId xmlns:a16="http://schemas.microsoft.com/office/drawing/2014/main" id="{208CC1BD-963A-4308-8B7C-17A24A9441F4}"/>
              </a:ext>
            </a:extLst>
          </p:cNvPr>
          <p:cNvSpPr/>
          <p:nvPr/>
        </p:nvSpPr>
        <p:spPr>
          <a:xfrm>
            <a:off x="511479" y="5225376"/>
            <a:ext cx="1211837" cy="6001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Support seamless communication with consumers</a:t>
            </a:r>
            <a:endParaRPr kumimoji="0" lang="en-US" sz="1100" b="0" i="0" u="none" strike="noStrike" kern="1200" cap="none" spc="0" normalizeH="0" baseline="0" noProof="0">
              <a:ln>
                <a:noFill/>
              </a:ln>
              <a:solidFill>
                <a:prstClr val="black"/>
              </a:solidFill>
              <a:effectLst/>
              <a:uLnTx/>
              <a:uFillTx/>
              <a:latin typeface="Calibri"/>
              <a:ea typeface="+mn-ea"/>
              <a:cs typeface="+mn-cs"/>
            </a:endParaRPr>
          </a:p>
        </p:txBody>
      </p:sp>
      <p:sp>
        <p:nvSpPr>
          <p:cNvPr id="87" name="Rectangle 86">
            <a:extLst>
              <a:ext uri="{FF2B5EF4-FFF2-40B4-BE49-F238E27FC236}">
                <a16:creationId xmlns:a16="http://schemas.microsoft.com/office/drawing/2014/main" id="{CA1568AB-5BDC-40CA-A489-E7A84DC5B7A0}"/>
              </a:ext>
            </a:extLst>
          </p:cNvPr>
          <p:cNvSpPr/>
          <p:nvPr/>
        </p:nvSpPr>
        <p:spPr>
          <a:xfrm>
            <a:off x="1955797" y="5225376"/>
            <a:ext cx="1211837" cy="6001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Planning for emerging technologies</a:t>
            </a:r>
            <a:endParaRPr kumimoji="0" lang="en-US" sz="1100" b="0" i="0" u="none" strike="noStrike" kern="1200" cap="none" spc="0" normalizeH="0" baseline="0" noProof="0">
              <a:ln>
                <a:noFill/>
              </a:ln>
              <a:solidFill>
                <a:prstClr val="black"/>
              </a:solidFill>
              <a:effectLst/>
              <a:uLnTx/>
              <a:uFillTx/>
              <a:latin typeface="Calibri"/>
              <a:ea typeface="+mn-ea"/>
              <a:cs typeface="+mn-cs"/>
            </a:endParaRPr>
          </a:p>
        </p:txBody>
      </p:sp>
      <p:sp>
        <p:nvSpPr>
          <p:cNvPr id="88" name="Rectangle 87">
            <a:extLst>
              <a:ext uri="{FF2B5EF4-FFF2-40B4-BE49-F238E27FC236}">
                <a16:creationId xmlns:a16="http://schemas.microsoft.com/office/drawing/2014/main" id="{E11E835B-4BB7-40A1-8BE8-9ABE74ADB2BB}"/>
              </a:ext>
            </a:extLst>
          </p:cNvPr>
          <p:cNvSpPr/>
          <p:nvPr/>
        </p:nvSpPr>
        <p:spPr>
          <a:xfrm>
            <a:off x="3301100" y="5312170"/>
            <a:ext cx="1211837"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Developing EV ecosystem</a:t>
            </a:r>
            <a:endParaRPr kumimoji="0" lang="en-US" sz="1100" b="0" i="0" u="none" strike="noStrike" kern="1200" cap="none" spc="0" normalizeH="0" baseline="0" noProof="0">
              <a:ln>
                <a:noFill/>
              </a:ln>
              <a:solidFill>
                <a:prstClr val="black"/>
              </a:solidFill>
              <a:effectLst/>
              <a:uLnTx/>
              <a:uFillTx/>
              <a:latin typeface="Calibri"/>
              <a:ea typeface="+mn-ea"/>
              <a:cs typeface="+mn-cs"/>
            </a:endParaRPr>
          </a:p>
        </p:txBody>
      </p:sp>
      <p:sp>
        <p:nvSpPr>
          <p:cNvPr id="89" name="Rectangle 88">
            <a:extLst>
              <a:ext uri="{FF2B5EF4-FFF2-40B4-BE49-F238E27FC236}">
                <a16:creationId xmlns:a16="http://schemas.microsoft.com/office/drawing/2014/main" id="{694B598E-44C5-4FE5-AA55-24437C37AEEF}"/>
              </a:ext>
            </a:extLst>
          </p:cNvPr>
          <p:cNvSpPr/>
          <p:nvPr/>
        </p:nvSpPr>
        <p:spPr>
          <a:xfrm>
            <a:off x="4566459" y="5288340"/>
            <a:ext cx="1211837" cy="6001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Calibri"/>
                <a:ea typeface="+mn-ea"/>
                <a:cs typeface="+mn-cs"/>
              </a:rPr>
              <a:t>Digital &amp; Technology Roadmap</a:t>
            </a:r>
            <a:endParaRPr kumimoji="0" lang="en-US" sz="1100" b="0" i="0" u="none" strike="noStrike" kern="1200" cap="none" spc="0" normalizeH="0" baseline="0" noProof="0">
              <a:ln>
                <a:noFill/>
              </a:ln>
              <a:solidFill>
                <a:prstClr val="black"/>
              </a:solidFill>
              <a:effectLst/>
              <a:uLnTx/>
              <a:uFillTx/>
              <a:latin typeface="Calibri"/>
              <a:ea typeface="+mn-ea"/>
              <a:cs typeface="+mn-cs"/>
            </a:endParaRPr>
          </a:p>
        </p:txBody>
      </p:sp>
      <p:pic>
        <p:nvPicPr>
          <p:cNvPr id="90" name="Picture 89">
            <a:extLst>
              <a:ext uri="{FF2B5EF4-FFF2-40B4-BE49-F238E27FC236}">
                <a16:creationId xmlns:a16="http://schemas.microsoft.com/office/drawing/2014/main" id="{5E5D8F21-A59D-444D-A14C-024F72E68F5E}"/>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bwMode="gray">
          <a:xfrm>
            <a:off x="9202417" y="1220987"/>
            <a:ext cx="1343953" cy="283051"/>
          </a:xfrm>
          <a:prstGeom prst="rect">
            <a:avLst/>
          </a:prstGeom>
        </p:spPr>
      </p:pic>
      <p:pic>
        <p:nvPicPr>
          <p:cNvPr id="91" name="Picture 90">
            <a:extLst>
              <a:ext uri="{FF2B5EF4-FFF2-40B4-BE49-F238E27FC236}">
                <a16:creationId xmlns:a16="http://schemas.microsoft.com/office/drawing/2014/main" id="{79CB9255-3AAF-4413-B0D5-99F6C5193368}"/>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bwMode="gray">
          <a:xfrm>
            <a:off x="6098288" y="5170320"/>
            <a:ext cx="1343953" cy="283051"/>
          </a:xfrm>
          <a:prstGeom prst="rect">
            <a:avLst/>
          </a:prstGeom>
        </p:spPr>
      </p:pic>
      <p:pic>
        <p:nvPicPr>
          <p:cNvPr id="92" name="Picture 91">
            <a:extLst>
              <a:ext uri="{FF2B5EF4-FFF2-40B4-BE49-F238E27FC236}">
                <a16:creationId xmlns:a16="http://schemas.microsoft.com/office/drawing/2014/main" id="{23829873-2F12-4117-A8EC-CFC304983BB5}"/>
              </a:ext>
            </a:extLst>
          </p:cNvPr>
          <p:cNvPicPr>
            <a:picLocks noChangeAspect="1"/>
          </p:cNvPicPr>
          <p:nvPr/>
        </p:nvPicPr>
        <p:blipFill>
          <a:blip r:embed="rId8"/>
          <a:stretch>
            <a:fillRect/>
          </a:stretch>
        </p:blipFill>
        <p:spPr>
          <a:xfrm>
            <a:off x="6219769" y="1184003"/>
            <a:ext cx="758359" cy="295772"/>
          </a:xfrm>
          <a:prstGeom prst="rect">
            <a:avLst/>
          </a:prstGeom>
        </p:spPr>
      </p:pic>
      <p:pic>
        <p:nvPicPr>
          <p:cNvPr id="93" name="Picture 92">
            <a:extLst>
              <a:ext uri="{FF2B5EF4-FFF2-40B4-BE49-F238E27FC236}">
                <a16:creationId xmlns:a16="http://schemas.microsoft.com/office/drawing/2014/main" id="{58F8B4F4-D328-47A1-875D-1C5E94D90626}"/>
              </a:ext>
            </a:extLst>
          </p:cNvPr>
          <p:cNvPicPr>
            <a:picLocks noChangeAspect="1"/>
          </p:cNvPicPr>
          <p:nvPr/>
        </p:nvPicPr>
        <p:blipFill>
          <a:blip r:embed="rId8"/>
          <a:stretch>
            <a:fillRect/>
          </a:stretch>
        </p:blipFill>
        <p:spPr>
          <a:xfrm>
            <a:off x="9202417" y="3852925"/>
            <a:ext cx="758359" cy="295772"/>
          </a:xfrm>
          <a:prstGeom prst="rect">
            <a:avLst/>
          </a:prstGeom>
        </p:spPr>
      </p:pic>
      <p:pic>
        <p:nvPicPr>
          <p:cNvPr id="59401" name="Picture 9" descr="Power Cell - About | Facebook">
            <a:extLst>
              <a:ext uri="{FF2B5EF4-FFF2-40B4-BE49-F238E27FC236}">
                <a16:creationId xmlns:a16="http://schemas.microsoft.com/office/drawing/2014/main" id="{34FFB0AB-59CD-43C6-A4CC-AC9F49633B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131556" y="5125085"/>
            <a:ext cx="385459" cy="385459"/>
          </a:xfrm>
          <a:prstGeom prst="rect">
            <a:avLst/>
          </a:prstGeom>
          <a:noFill/>
          <a:extLst>
            <a:ext uri="{909E8E84-426E-40DD-AFC4-6F175D3DCCD1}">
              <a14:hiddenFill xmlns:a14="http://schemas.microsoft.com/office/drawing/2010/main">
                <a:solidFill>
                  <a:srgbClr val="FFFFFF"/>
                </a:solidFill>
              </a14:hiddenFill>
            </a:ext>
          </a:extLst>
        </p:spPr>
      </p:pic>
      <p:pic>
        <p:nvPicPr>
          <p:cNvPr id="59405" name="Picture 13" descr="Ministry of Environment and Energy | LinkedIn">
            <a:extLst>
              <a:ext uri="{FF2B5EF4-FFF2-40B4-BE49-F238E27FC236}">
                <a16:creationId xmlns:a16="http://schemas.microsoft.com/office/drawing/2014/main" id="{132759E8-F1B5-475D-8585-79F53B3FD1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78338" y="2499639"/>
            <a:ext cx="376894" cy="376894"/>
          </a:xfrm>
          <a:prstGeom prst="rect">
            <a:avLst/>
          </a:prstGeom>
          <a:noFill/>
          <a:extLst>
            <a:ext uri="{909E8E84-426E-40DD-AFC4-6F175D3DCCD1}">
              <a14:hiddenFill xmlns:a14="http://schemas.microsoft.com/office/drawing/2010/main">
                <a:solidFill>
                  <a:srgbClr val="FFFFFF"/>
                </a:solidFill>
              </a14:hiddenFill>
            </a:ext>
          </a:extLst>
        </p:spPr>
      </p:pic>
      <p:pic>
        <p:nvPicPr>
          <p:cNvPr id="59409" name="Picture 17" descr="FORUM OF REGULATORS">
            <a:extLst>
              <a:ext uri="{FF2B5EF4-FFF2-40B4-BE49-F238E27FC236}">
                <a16:creationId xmlns:a16="http://schemas.microsoft.com/office/drawing/2014/main" id="{81F9B05B-EEDB-4E7E-9D6F-7720C0B32DE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71275" y="2494743"/>
            <a:ext cx="385459" cy="385459"/>
          </a:xfrm>
          <a:prstGeom prst="rect">
            <a:avLst/>
          </a:prstGeom>
          <a:noFill/>
          <a:extLst>
            <a:ext uri="{909E8E84-426E-40DD-AFC4-6F175D3DCCD1}">
              <a14:hiddenFill xmlns:a14="http://schemas.microsoft.com/office/drawing/2010/main">
                <a:solidFill>
                  <a:srgbClr val="FFFFFF"/>
                </a:solidFill>
              </a14:hiddenFill>
            </a:ext>
          </a:extLst>
        </p:spPr>
      </p:pic>
      <p:sp>
        <p:nvSpPr>
          <p:cNvPr id="78" name="Half Frame 77">
            <a:extLst>
              <a:ext uri="{FF2B5EF4-FFF2-40B4-BE49-F238E27FC236}">
                <a16:creationId xmlns:a16="http://schemas.microsoft.com/office/drawing/2014/main" id="{AF0DDC55-0B55-49BD-A289-16F5475C8070}"/>
              </a:ext>
            </a:extLst>
          </p:cNvPr>
          <p:cNvSpPr/>
          <p:nvPr/>
        </p:nvSpPr>
        <p:spPr bwMode="gray">
          <a:xfrm rot="10800000">
            <a:off x="8254147" y="5887030"/>
            <a:ext cx="269381" cy="282900"/>
          </a:xfrm>
          <a:prstGeom prst="halfFrame">
            <a:avLst>
              <a:gd name="adj1" fmla="val 7553"/>
              <a:gd name="adj2" fmla="val 8442"/>
            </a:avLst>
          </a:prstGeom>
          <a:solidFill>
            <a:schemeClr val="accent4"/>
          </a:solidFill>
          <a:ln w="19050" algn="ctr">
            <a:solidFill>
              <a:schemeClr val="accent4"/>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050" b="1" i="0" u="none" strike="noStrike" kern="1200" cap="none" spc="0" normalizeH="0" baseline="0" noProof="0" err="1">
              <a:ln>
                <a:noFill/>
              </a:ln>
              <a:solidFill>
                <a:prstClr val="white"/>
              </a:solidFill>
              <a:effectLst/>
              <a:uLnTx/>
              <a:uFillTx/>
              <a:latin typeface="Calibri"/>
              <a:ea typeface="+mn-ea"/>
              <a:cs typeface="+mn-cs"/>
            </a:endParaRPr>
          </a:p>
        </p:txBody>
      </p:sp>
      <p:sp>
        <p:nvSpPr>
          <p:cNvPr id="6" name="Rectangle 24">
            <a:extLst>
              <a:ext uri="{FF2B5EF4-FFF2-40B4-BE49-F238E27FC236}">
                <a16:creationId xmlns:a16="http://schemas.microsoft.com/office/drawing/2014/main" id="{7A9AC774-CC2D-1C10-5D88-5A75BEFA3398}"/>
              </a:ext>
            </a:extLst>
          </p:cNvPr>
          <p:cNvSpPr/>
          <p:nvPr/>
        </p:nvSpPr>
        <p:spPr bwMode="gray">
          <a:xfrm>
            <a:off x="1828103" y="-1090"/>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Eminence &amp; Thought Leadership</a:t>
            </a:r>
          </a:p>
        </p:txBody>
      </p:sp>
      <p:sp>
        <p:nvSpPr>
          <p:cNvPr id="7" name="Freeform 15">
            <a:extLst>
              <a:ext uri="{FF2B5EF4-FFF2-40B4-BE49-F238E27FC236}">
                <a16:creationId xmlns:a16="http://schemas.microsoft.com/office/drawing/2014/main" id="{85D6E24D-0634-A3EF-F3AE-9C55CF273452}"/>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1" name="Freeform 16">
            <a:extLst>
              <a:ext uri="{FF2B5EF4-FFF2-40B4-BE49-F238E27FC236}">
                <a16:creationId xmlns:a16="http://schemas.microsoft.com/office/drawing/2014/main" id="{8CEF0066-EDC5-E3FC-9BD0-3DD9D0CCAAA7}"/>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2" name="Freeform 6">
            <a:extLst>
              <a:ext uri="{FF2B5EF4-FFF2-40B4-BE49-F238E27FC236}">
                <a16:creationId xmlns:a16="http://schemas.microsoft.com/office/drawing/2014/main" id="{D164179D-C3D9-9CF4-CFD0-4F277DD3218A}"/>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3" name="Freeform 6">
            <a:extLst>
              <a:ext uri="{FF2B5EF4-FFF2-40B4-BE49-F238E27FC236}">
                <a16:creationId xmlns:a16="http://schemas.microsoft.com/office/drawing/2014/main" id="{6835E263-0E3F-ED38-7421-E9F2AA7ED465}"/>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5" name="Freeform 15">
            <a:extLst>
              <a:ext uri="{FF2B5EF4-FFF2-40B4-BE49-F238E27FC236}">
                <a16:creationId xmlns:a16="http://schemas.microsoft.com/office/drawing/2014/main" id="{6D8899CC-8C8F-83A7-BDB6-F93ADA3C8BB0}"/>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6" name="Freeform 16">
            <a:extLst>
              <a:ext uri="{FF2B5EF4-FFF2-40B4-BE49-F238E27FC236}">
                <a16:creationId xmlns:a16="http://schemas.microsoft.com/office/drawing/2014/main" id="{15121331-6C82-FF0E-82CB-8CC02F27B718}"/>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7" name="Freeform 6">
            <a:extLst>
              <a:ext uri="{FF2B5EF4-FFF2-40B4-BE49-F238E27FC236}">
                <a16:creationId xmlns:a16="http://schemas.microsoft.com/office/drawing/2014/main" id="{E2CEB80B-FFDC-0499-9136-F199C4C2A0A2}"/>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20" name="Freeform 6">
            <a:extLst>
              <a:ext uri="{FF2B5EF4-FFF2-40B4-BE49-F238E27FC236}">
                <a16:creationId xmlns:a16="http://schemas.microsoft.com/office/drawing/2014/main" id="{F7F483AE-145B-AC87-6F51-6E15F9815351}"/>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1378646774"/>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Case Studies</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3" y="3429000"/>
            <a:ext cx="7106888" cy="400110"/>
          </a:xfrm>
          <a:prstGeom prst="rect">
            <a:avLst/>
          </a:prstGeom>
          <a:noFill/>
        </p:spPr>
        <p:txBody>
          <a:bodyPr wrap="square">
            <a:spAutoFit/>
          </a:bodyPr>
          <a:lstStyle/>
          <a:p>
            <a:r>
              <a:rPr lang="en-US" sz="2000" dirty="0">
                <a:solidFill>
                  <a:schemeClr val="bg1"/>
                </a:solidFill>
              </a:rPr>
              <a:t>Deloitte has helped Power Utility client with different  </a:t>
            </a:r>
          </a:p>
        </p:txBody>
      </p:sp>
    </p:spTree>
    <p:extLst>
      <p:ext uri="{BB962C8B-B14F-4D97-AF65-F5344CB8AC3E}">
        <p14:creationId xmlns:p14="http://schemas.microsoft.com/office/powerpoint/2010/main" val="1683992889"/>
      </p:ext>
    </p:extLst>
  </p:cSld>
  <p:clrMapOvr>
    <a:masterClrMapping/>
  </p:clrMapOvr>
  <p:transition>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9193FE14-86F1-37A1-7145-00DE88BE6ABB}"/>
              </a:ext>
            </a:extLst>
          </p:cNvPr>
          <p:cNvGraphicFramePr>
            <a:graphicFrameLocks noChangeAspect="1"/>
          </p:cNvGraphicFramePr>
          <p:nvPr>
            <p:custDataLst>
              <p:tags r:id="rId3"/>
            </p:custDataLst>
            <p:extLst>
              <p:ext uri="{D42A27DB-BD31-4B8C-83A1-F6EECF244321}">
                <p14:modId xmlns:p14="http://schemas.microsoft.com/office/powerpoint/2010/main" val="258023264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84" imgH="484" progId="TCLayout.ActiveDocument.1">
                  <p:embed/>
                </p:oleObj>
              </mc:Choice>
              <mc:Fallback>
                <p:oleObj name="think-cell Slide" r:id="rId5" imgW="484" imgH="484" progId="TCLayout.ActiveDocument.1">
                  <p:embed/>
                  <p:pic>
                    <p:nvPicPr>
                      <p:cNvPr id="5" name="Object 4" hidden="1">
                        <a:extLst>
                          <a:ext uri="{FF2B5EF4-FFF2-40B4-BE49-F238E27FC236}">
                            <a16:creationId xmlns:a16="http://schemas.microsoft.com/office/drawing/2014/main" id="{9193FE14-86F1-37A1-7145-00DE88BE6AB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Title 2"/>
          <p:cNvSpPr>
            <a:spLocks noGrp="1"/>
          </p:cNvSpPr>
          <p:nvPr>
            <p:ph type="title"/>
          </p:nvPr>
        </p:nvSpPr>
        <p:spPr>
          <a:xfrm>
            <a:off x="469900" y="317819"/>
            <a:ext cx="11188700" cy="334099"/>
          </a:xfrm>
        </p:spPr>
        <p:txBody>
          <a:bodyPr vert="horz"/>
          <a:lstStyle/>
          <a:p>
            <a:r>
              <a:rPr lang="en-US" sz="2400" dirty="0"/>
              <a:t>Regulatory Information Management System</a:t>
            </a:r>
          </a:p>
        </p:txBody>
      </p:sp>
      <p:sp>
        <p:nvSpPr>
          <p:cNvPr id="14" name="Text Placeholder 65">
            <a:extLst>
              <a:ext uri="{FF2B5EF4-FFF2-40B4-BE49-F238E27FC236}">
                <a16:creationId xmlns:a16="http://schemas.microsoft.com/office/drawing/2014/main" id="{5FD3980B-0528-CED2-CB7B-379F960DE42E}"/>
              </a:ext>
            </a:extLst>
          </p:cNvPr>
          <p:cNvSpPr txBox="1">
            <a:spLocks/>
          </p:cNvSpPr>
          <p:nvPr/>
        </p:nvSpPr>
        <p:spPr>
          <a:xfrm>
            <a:off x="472353" y="1470444"/>
            <a:ext cx="10197268" cy="4754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200"/>
              <a:t>The Central Electricity Regulatory Commission (CERC) is a statutory body in India established under the Electricity Regulatory Commissions Act. </a:t>
            </a:r>
            <a:r>
              <a:rPr lang="en-US" sz="1200" dirty="0"/>
              <a:t>CERC's key responsibilities include formulating regulations related to tariffs, licensing, and grid operations. Deloitte acted as a Domain Expert and IT Strategy Consultant, the role involved defining information and system requirements, selecting vendors, and overseeing the project's three-phase execution. Responsibilities extended to developing Requirement Specifications, preparing Tender Documents, and actively supporting CERC throughout the tendering process. Successfully managed the RIMS implementation and subsequent 12-month trial operation, showcasing expertise in both the electricity industry and information technology for seamless project development and execution</a:t>
            </a:r>
          </a:p>
        </p:txBody>
      </p:sp>
      <p:pic>
        <p:nvPicPr>
          <p:cNvPr id="2052" name="Picture 4">
            <a:extLst>
              <a:ext uri="{FF2B5EF4-FFF2-40B4-BE49-F238E27FC236}">
                <a16:creationId xmlns:a16="http://schemas.microsoft.com/office/drawing/2014/main" id="{16B02E61-7AFF-93B4-C66D-706EB63543B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90766" y="164661"/>
            <a:ext cx="481804" cy="642405"/>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a:extLst>
              <a:ext uri="{FF2B5EF4-FFF2-40B4-BE49-F238E27FC236}">
                <a16:creationId xmlns:a16="http://schemas.microsoft.com/office/drawing/2014/main" id="{3DDC3876-D39D-A3E2-C527-05F295E7EAC3}"/>
              </a:ext>
            </a:extLst>
          </p:cNvPr>
          <p:cNvPicPr>
            <a:picLocks noChangeAspect="1"/>
          </p:cNvPicPr>
          <p:nvPr/>
        </p:nvPicPr>
        <p:blipFill>
          <a:blip r:embed="rId8"/>
          <a:stretch>
            <a:fillRect/>
          </a:stretch>
        </p:blipFill>
        <p:spPr>
          <a:xfrm>
            <a:off x="9220617" y="267908"/>
            <a:ext cx="2893100" cy="345108"/>
          </a:xfrm>
          <a:prstGeom prst="rect">
            <a:avLst/>
          </a:prstGeom>
        </p:spPr>
      </p:pic>
      <p:graphicFrame>
        <p:nvGraphicFramePr>
          <p:cNvPr id="49" name="Table 48">
            <a:extLst>
              <a:ext uri="{FF2B5EF4-FFF2-40B4-BE49-F238E27FC236}">
                <a16:creationId xmlns:a16="http://schemas.microsoft.com/office/drawing/2014/main" id="{559F84C1-5349-049B-8EF9-B1B18D88DF76}"/>
              </a:ext>
            </a:extLst>
          </p:cNvPr>
          <p:cNvGraphicFramePr>
            <a:graphicFrameLocks noGrp="1"/>
          </p:cNvGraphicFramePr>
          <p:nvPr>
            <p:extLst>
              <p:ext uri="{D42A27DB-BD31-4B8C-83A1-F6EECF244321}">
                <p14:modId xmlns:p14="http://schemas.microsoft.com/office/powerpoint/2010/main" val="1532365988"/>
              </p:ext>
            </p:extLst>
          </p:nvPr>
        </p:nvGraphicFramePr>
        <p:xfrm>
          <a:off x="493482" y="2541530"/>
          <a:ext cx="6468409" cy="3912496"/>
        </p:xfrm>
        <a:graphic>
          <a:graphicData uri="http://schemas.openxmlformats.org/drawingml/2006/table">
            <a:tbl>
              <a:tblPr bandRow="1">
                <a:tableStyleId>{7E9639D4-E3E2-4D34-9284-5A2195B3D0D7}</a:tableStyleId>
              </a:tblPr>
              <a:tblGrid>
                <a:gridCol w="633263">
                  <a:extLst>
                    <a:ext uri="{9D8B030D-6E8A-4147-A177-3AD203B41FA5}">
                      <a16:colId xmlns:a16="http://schemas.microsoft.com/office/drawing/2014/main" val="20000"/>
                    </a:ext>
                  </a:extLst>
                </a:gridCol>
                <a:gridCol w="1535654">
                  <a:extLst>
                    <a:ext uri="{9D8B030D-6E8A-4147-A177-3AD203B41FA5}">
                      <a16:colId xmlns:a16="http://schemas.microsoft.com/office/drawing/2014/main" val="20001"/>
                    </a:ext>
                  </a:extLst>
                </a:gridCol>
                <a:gridCol w="4299492">
                  <a:extLst>
                    <a:ext uri="{9D8B030D-6E8A-4147-A177-3AD203B41FA5}">
                      <a16:colId xmlns:a16="http://schemas.microsoft.com/office/drawing/2014/main" val="20002"/>
                    </a:ext>
                  </a:extLst>
                </a:gridCol>
              </a:tblGrid>
              <a:tr h="819761">
                <a:tc>
                  <a:txBody>
                    <a:bodyPr/>
                    <a:lstStyle/>
                    <a:p>
                      <a:endParaRPr lang="en-US" sz="1200" b="1">
                        <a:solidFill>
                          <a:schemeClr val="tx2"/>
                        </a:solidFill>
                        <a:latin typeface="+mn-lt"/>
                        <a:cs typeface="Open Sans"/>
                      </a:endParaRPr>
                    </a:p>
                  </a:txBody>
                  <a:tcPr marL="36576" marR="36576" marT="36576" marB="36576"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b="1">
                          <a:solidFill>
                            <a:schemeClr val="tx1"/>
                          </a:solidFill>
                          <a:latin typeface="+mn-lt"/>
                          <a:cs typeface="Open Sans"/>
                        </a:rPr>
                        <a:t>Develop preliminary System Requirements</a:t>
                      </a:r>
                    </a:p>
                  </a:txBody>
                  <a:tcPr marL="36576" marR="36576" marT="36576" marB="36576"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1219170" rtl="0" eaLnBrk="1" latinLnBrk="0" hangingPunct="1">
                        <a:defRPr sz="2400" kern="1200">
                          <a:solidFill>
                            <a:schemeClr val="tx1"/>
                          </a:solidFill>
                          <a:latin typeface="Calibri"/>
                        </a:defRPr>
                      </a:lvl1pPr>
                      <a:lvl2pPr marL="609585" algn="l" defTabSz="1219170" rtl="0" eaLnBrk="1" latinLnBrk="0" hangingPunct="1">
                        <a:defRPr sz="2400" kern="1200">
                          <a:solidFill>
                            <a:schemeClr val="tx1"/>
                          </a:solidFill>
                          <a:latin typeface="Calibri"/>
                        </a:defRPr>
                      </a:lvl2pPr>
                      <a:lvl3pPr marL="1219170" algn="l" defTabSz="1219170" rtl="0" eaLnBrk="1" latinLnBrk="0" hangingPunct="1">
                        <a:defRPr sz="2400" kern="1200">
                          <a:solidFill>
                            <a:schemeClr val="tx1"/>
                          </a:solidFill>
                          <a:latin typeface="Calibri"/>
                        </a:defRPr>
                      </a:lvl3pPr>
                      <a:lvl4pPr marL="1828754" algn="l" defTabSz="1219170" rtl="0" eaLnBrk="1" latinLnBrk="0" hangingPunct="1">
                        <a:defRPr sz="2400" kern="1200">
                          <a:solidFill>
                            <a:schemeClr val="tx1"/>
                          </a:solidFill>
                          <a:latin typeface="Calibri"/>
                        </a:defRPr>
                      </a:lvl4pPr>
                      <a:lvl5pPr marL="2438339" algn="l" defTabSz="1219170" rtl="0" eaLnBrk="1" latinLnBrk="0" hangingPunct="1">
                        <a:defRPr sz="2400" kern="1200">
                          <a:solidFill>
                            <a:schemeClr val="tx1"/>
                          </a:solidFill>
                          <a:latin typeface="Calibri"/>
                        </a:defRPr>
                      </a:lvl5pPr>
                      <a:lvl6pPr marL="3047924" algn="l" defTabSz="1219170" rtl="0" eaLnBrk="1" latinLnBrk="0" hangingPunct="1">
                        <a:defRPr sz="2400" kern="1200">
                          <a:solidFill>
                            <a:schemeClr val="tx1"/>
                          </a:solidFill>
                          <a:latin typeface="Calibri"/>
                        </a:defRPr>
                      </a:lvl6pPr>
                      <a:lvl7pPr marL="3657509" algn="l" defTabSz="1219170" rtl="0" eaLnBrk="1" latinLnBrk="0" hangingPunct="1">
                        <a:defRPr sz="2400" kern="1200">
                          <a:solidFill>
                            <a:schemeClr val="tx1"/>
                          </a:solidFill>
                          <a:latin typeface="Calibri"/>
                        </a:defRPr>
                      </a:lvl7pPr>
                      <a:lvl8pPr marL="4267093" algn="l" defTabSz="1219170" rtl="0" eaLnBrk="1" latinLnBrk="0" hangingPunct="1">
                        <a:defRPr sz="2400" kern="1200">
                          <a:solidFill>
                            <a:schemeClr val="tx1"/>
                          </a:solidFill>
                          <a:latin typeface="Calibri"/>
                        </a:defRPr>
                      </a:lvl8pPr>
                      <a:lvl9pPr marL="4876678" algn="l" defTabSz="1219170" rtl="0" eaLnBrk="1" latinLnBrk="0" hangingPunct="1">
                        <a:defRPr sz="24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US" sz="1200" u="none" strike="noStrike" kern="1200" cap="none" spc="0" normalizeH="0" baseline="0">
                          <a:ln>
                            <a:noFill/>
                          </a:ln>
                          <a:solidFill>
                            <a:schemeClr val="tx1"/>
                          </a:solidFill>
                          <a:effectLst/>
                          <a:uLnTx/>
                          <a:uFillTx/>
                          <a:latin typeface="+mn-lt"/>
                          <a:ea typeface="Verdana" panose="020B0604030504040204" pitchFamily="34" charset="0"/>
                          <a:cs typeface="Verdana" panose="020B0604030504040204" pitchFamily="34" charset="0"/>
                        </a:rPr>
                        <a:t>Defining information requirement, defining the system (software and hardware) requirement, selection of the vendor for development and implementation of RIMS and subsequent support to CERC during implementation of RIMS</a:t>
                      </a:r>
                    </a:p>
                  </a:txBody>
                  <a:tcPr marL="36576" marR="36576" marT="36576" marB="36576"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1839945"/>
                  </a:ext>
                </a:extLst>
              </a:tr>
              <a:tr h="819761">
                <a:tc>
                  <a:txBody>
                    <a:bodyPr/>
                    <a:lstStyle/>
                    <a:p>
                      <a:endParaRPr lang="en-US" sz="1200" b="1">
                        <a:solidFill>
                          <a:schemeClr val="tx2"/>
                        </a:solidFill>
                        <a:latin typeface="+mn-lt"/>
                        <a:cs typeface="Open Sans"/>
                      </a:endParaRPr>
                    </a:p>
                  </a:txBody>
                  <a:tcPr marL="36576" marR="36576" marT="36576" marB="36576"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b="1">
                          <a:solidFill>
                            <a:schemeClr val="tx1"/>
                          </a:solidFill>
                          <a:latin typeface="+mn-lt"/>
                          <a:cs typeface="Open Sans"/>
                        </a:rPr>
                        <a:t>Development &amp; Digitization</a:t>
                      </a:r>
                    </a:p>
                  </a:txBody>
                  <a:tcPr marL="36576" marR="36576" marT="36576" marB="36576"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1219170" rtl="0" eaLnBrk="1" latinLnBrk="0" hangingPunct="1">
                        <a:defRPr sz="2400" kern="1200">
                          <a:solidFill>
                            <a:schemeClr val="tx1"/>
                          </a:solidFill>
                          <a:latin typeface="Calibri"/>
                        </a:defRPr>
                      </a:lvl1pPr>
                      <a:lvl2pPr marL="609585" algn="l" defTabSz="1219170" rtl="0" eaLnBrk="1" latinLnBrk="0" hangingPunct="1">
                        <a:defRPr sz="2400" kern="1200">
                          <a:solidFill>
                            <a:schemeClr val="tx1"/>
                          </a:solidFill>
                          <a:latin typeface="Calibri"/>
                        </a:defRPr>
                      </a:lvl2pPr>
                      <a:lvl3pPr marL="1219170" algn="l" defTabSz="1219170" rtl="0" eaLnBrk="1" latinLnBrk="0" hangingPunct="1">
                        <a:defRPr sz="2400" kern="1200">
                          <a:solidFill>
                            <a:schemeClr val="tx1"/>
                          </a:solidFill>
                          <a:latin typeface="Calibri"/>
                        </a:defRPr>
                      </a:lvl3pPr>
                      <a:lvl4pPr marL="1828754" algn="l" defTabSz="1219170" rtl="0" eaLnBrk="1" latinLnBrk="0" hangingPunct="1">
                        <a:defRPr sz="2400" kern="1200">
                          <a:solidFill>
                            <a:schemeClr val="tx1"/>
                          </a:solidFill>
                          <a:latin typeface="Calibri"/>
                        </a:defRPr>
                      </a:lvl4pPr>
                      <a:lvl5pPr marL="2438339" algn="l" defTabSz="1219170" rtl="0" eaLnBrk="1" latinLnBrk="0" hangingPunct="1">
                        <a:defRPr sz="2400" kern="1200">
                          <a:solidFill>
                            <a:schemeClr val="tx1"/>
                          </a:solidFill>
                          <a:latin typeface="Calibri"/>
                        </a:defRPr>
                      </a:lvl5pPr>
                      <a:lvl6pPr marL="3047924" algn="l" defTabSz="1219170" rtl="0" eaLnBrk="1" latinLnBrk="0" hangingPunct="1">
                        <a:defRPr sz="2400" kern="1200">
                          <a:solidFill>
                            <a:schemeClr val="tx1"/>
                          </a:solidFill>
                          <a:latin typeface="Calibri"/>
                        </a:defRPr>
                      </a:lvl6pPr>
                      <a:lvl7pPr marL="3657509" algn="l" defTabSz="1219170" rtl="0" eaLnBrk="1" latinLnBrk="0" hangingPunct="1">
                        <a:defRPr sz="2400" kern="1200">
                          <a:solidFill>
                            <a:schemeClr val="tx1"/>
                          </a:solidFill>
                          <a:latin typeface="Calibri"/>
                        </a:defRPr>
                      </a:lvl7pPr>
                      <a:lvl8pPr marL="4267093" algn="l" defTabSz="1219170" rtl="0" eaLnBrk="1" latinLnBrk="0" hangingPunct="1">
                        <a:defRPr sz="2400" kern="1200">
                          <a:solidFill>
                            <a:schemeClr val="tx1"/>
                          </a:solidFill>
                          <a:latin typeface="Calibri"/>
                        </a:defRPr>
                      </a:lvl8pPr>
                      <a:lvl9pPr marL="4876678" algn="l" defTabSz="1219170" rtl="0" eaLnBrk="1" latinLnBrk="0" hangingPunct="1">
                        <a:defRPr sz="24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US" sz="1200" u="none" strike="noStrike" kern="1200" cap="none" spc="0" normalizeH="0" baseline="0">
                          <a:ln>
                            <a:noFill/>
                          </a:ln>
                          <a:solidFill>
                            <a:schemeClr val="tx1"/>
                          </a:solidFill>
                          <a:effectLst/>
                          <a:uLnTx/>
                          <a:uFillTx/>
                          <a:latin typeface="+mn-lt"/>
                          <a:ea typeface="Verdana" panose="020B0604030504040204" pitchFamily="34" charset="0"/>
                          <a:cs typeface="Verdana" panose="020B0604030504040204" pitchFamily="34" charset="0"/>
                        </a:rPr>
                        <a:t>Acting as a Domain Expert and IT Strategy Consultant with in-depth knowledge of both the electricity industry as well as information technology and being responsible for overall development of RIMS</a:t>
                      </a:r>
                    </a:p>
                  </a:txBody>
                  <a:tcPr marL="36576" marR="36576" marT="36576" marB="36576"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3837555"/>
                  </a:ext>
                </a:extLst>
              </a:tr>
              <a:tr h="819761">
                <a:tc>
                  <a:txBody>
                    <a:bodyPr/>
                    <a:lstStyle/>
                    <a:p>
                      <a:endParaRPr lang="en-US" sz="1200" b="1">
                        <a:solidFill>
                          <a:schemeClr val="tx2"/>
                        </a:solidFill>
                        <a:latin typeface="+mn-lt"/>
                        <a:cs typeface="Open Sans"/>
                      </a:endParaRPr>
                    </a:p>
                  </a:txBody>
                  <a:tcPr marL="36576" marR="36576" marT="36576" marB="36576"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b="1" dirty="0">
                          <a:solidFill>
                            <a:schemeClr val="tx1"/>
                          </a:solidFill>
                          <a:latin typeface="+mn-lt"/>
                          <a:cs typeface="Open Sans"/>
                        </a:rPr>
                        <a:t>System Specification &amp; Procurement</a:t>
                      </a:r>
                    </a:p>
                  </a:txBody>
                  <a:tcPr marL="36576" marR="36576" marT="36576" marB="36576"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1219170" rtl="0" eaLnBrk="1" latinLnBrk="0" hangingPunct="1">
                        <a:defRPr sz="2400" kern="1200">
                          <a:solidFill>
                            <a:schemeClr val="tx1"/>
                          </a:solidFill>
                          <a:latin typeface="Calibri"/>
                        </a:defRPr>
                      </a:lvl1pPr>
                      <a:lvl2pPr marL="609585" algn="l" defTabSz="1219170" rtl="0" eaLnBrk="1" latinLnBrk="0" hangingPunct="1">
                        <a:defRPr sz="2400" kern="1200">
                          <a:solidFill>
                            <a:schemeClr val="tx1"/>
                          </a:solidFill>
                          <a:latin typeface="Calibri"/>
                        </a:defRPr>
                      </a:lvl2pPr>
                      <a:lvl3pPr marL="1219170" algn="l" defTabSz="1219170" rtl="0" eaLnBrk="1" latinLnBrk="0" hangingPunct="1">
                        <a:defRPr sz="2400" kern="1200">
                          <a:solidFill>
                            <a:schemeClr val="tx1"/>
                          </a:solidFill>
                          <a:latin typeface="Calibri"/>
                        </a:defRPr>
                      </a:lvl3pPr>
                      <a:lvl4pPr marL="1828754" algn="l" defTabSz="1219170" rtl="0" eaLnBrk="1" latinLnBrk="0" hangingPunct="1">
                        <a:defRPr sz="2400" kern="1200">
                          <a:solidFill>
                            <a:schemeClr val="tx1"/>
                          </a:solidFill>
                          <a:latin typeface="Calibri"/>
                        </a:defRPr>
                      </a:lvl4pPr>
                      <a:lvl5pPr marL="2438339" algn="l" defTabSz="1219170" rtl="0" eaLnBrk="1" latinLnBrk="0" hangingPunct="1">
                        <a:defRPr sz="2400" kern="1200">
                          <a:solidFill>
                            <a:schemeClr val="tx1"/>
                          </a:solidFill>
                          <a:latin typeface="Calibri"/>
                        </a:defRPr>
                      </a:lvl5pPr>
                      <a:lvl6pPr marL="3047924" algn="l" defTabSz="1219170" rtl="0" eaLnBrk="1" latinLnBrk="0" hangingPunct="1">
                        <a:defRPr sz="2400" kern="1200">
                          <a:solidFill>
                            <a:schemeClr val="tx1"/>
                          </a:solidFill>
                          <a:latin typeface="Calibri"/>
                        </a:defRPr>
                      </a:lvl6pPr>
                      <a:lvl7pPr marL="3657509" algn="l" defTabSz="1219170" rtl="0" eaLnBrk="1" latinLnBrk="0" hangingPunct="1">
                        <a:defRPr sz="2400" kern="1200">
                          <a:solidFill>
                            <a:schemeClr val="tx1"/>
                          </a:solidFill>
                          <a:latin typeface="Calibri"/>
                        </a:defRPr>
                      </a:lvl7pPr>
                      <a:lvl8pPr marL="4267093" algn="l" defTabSz="1219170" rtl="0" eaLnBrk="1" latinLnBrk="0" hangingPunct="1">
                        <a:defRPr sz="2400" kern="1200">
                          <a:solidFill>
                            <a:schemeClr val="tx1"/>
                          </a:solidFill>
                          <a:latin typeface="Calibri"/>
                        </a:defRPr>
                      </a:lvl8pPr>
                      <a:lvl9pPr marL="4876678" algn="l" defTabSz="1219170" rtl="0" eaLnBrk="1" latinLnBrk="0" hangingPunct="1">
                        <a:defRPr sz="24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US" sz="1200" u="none" strike="noStrike" kern="1200" cap="none" spc="0" normalizeH="0" baseline="0">
                          <a:ln>
                            <a:noFill/>
                          </a:ln>
                          <a:solidFill>
                            <a:schemeClr val="tx1"/>
                          </a:solidFill>
                          <a:effectLst/>
                          <a:uLnTx/>
                          <a:uFillTx/>
                          <a:latin typeface="+mn-lt"/>
                          <a:ea typeface="Verdana" panose="020B0604030504040204" pitchFamily="34" charset="0"/>
                          <a:cs typeface="Verdana" panose="020B0604030504040204" pitchFamily="34" charset="0"/>
                        </a:rPr>
                        <a:t>Developing the Requirements Specifications and preparing the Tender Documents for invitation of bids and assisting CERC during the tendering process including negotiations and final selection of the software vendor / developer</a:t>
                      </a:r>
                    </a:p>
                  </a:txBody>
                  <a:tcPr marL="36576" marR="36576" marT="36576" marB="36576"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67396588"/>
                  </a:ext>
                </a:extLst>
              </a:tr>
              <a:tr h="633452">
                <a:tc>
                  <a:txBody>
                    <a:bodyPr/>
                    <a:lstStyle/>
                    <a:p>
                      <a:endParaRPr lang="en-US" sz="1200" b="1">
                        <a:solidFill>
                          <a:schemeClr val="tx1"/>
                        </a:solidFill>
                        <a:latin typeface="+mn-lt"/>
                        <a:cs typeface="Open Sans"/>
                      </a:endParaRPr>
                    </a:p>
                  </a:txBody>
                  <a:tcPr marL="36576" marR="36576" marT="36576" marB="36576"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b="1">
                          <a:solidFill>
                            <a:schemeClr val="tx1"/>
                          </a:solidFill>
                          <a:latin typeface="+mn-lt"/>
                          <a:cs typeface="Open Sans"/>
                        </a:rPr>
                        <a:t>Implementation of RIMS</a:t>
                      </a:r>
                    </a:p>
                  </a:txBody>
                  <a:tcPr marL="36576" marR="36576" marT="36576" marB="36576"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1219170" rtl="0" eaLnBrk="1" latinLnBrk="0" hangingPunct="1">
                        <a:defRPr sz="2400" kern="1200">
                          <a:solidFill>
                            <a:schemeClr val="tx1"/>
                          </a:solidFill>
                          <a:latin typeface="Calibri"/>
                        </a:defRPr>
                      </a:lvl1pPr>
                      <a:lvl2pPr marL="609585" algn="l" defTabSz="1219170" rtl="0" eaLnBrk="1" latinLnBrk="0" hangingPunct="1">
                        <a:defRPr sz="2400" kern="1200">
                          <a:solidFill>
                            <a:schemeClr val="tx1"/>
                          </a:solidFill>
                          <a:latin typeface="Calibri"/>
                        </a:defRPr>
                      </a:lvl2pPr>
                      <a:lvl3pPr marL="1219170" algn="l" defTabSz="1219170" rtl="0" eaLnBrk="1" latinLnBrk="0" hangingPunct="1">
                        <a:defRPr sz="2400" kern="1200">
                          <a:solidFill>
                            <a:schemeClr val="tx1"/>
                          </a:solidFill>
                          <a:latin typeface="Calibri"/>
                        </a:defRPr>
                      </a:lvl3pPr>
                      <a:lvl4pPr marL="1828754" algn="l" defTabSz="1219170" rtl="0" eaLnBrk="1" latinLnBrk="0" hangingPunct="1">
                        <a:defRPr sz="2400" kern="1200">
                          <a:solidFill>
                            <a:schemeClr val="tx1"/>
                          </a:solidFill>
                          <a:latin typeface="Calibri"/>
                        </a:defRPr>
                      </a:lvl4pPr>
                      <a:lvl5pPr marL="2438339" algn="l" defTabSz="1219170" rtl="0" eaLnBrk="1" latinLnBrk="0" hangingPunct="1">
                        <a:defRPr sz="2400" kern="1200">
                          <a:solidFill>
                            <a:schemeClr val="tx1"/>
                          </a:solidFill>
                          <a:latin typeface="Calibri"/>
                        </a:defRPr>
                      </a:lvl5pPr>
                      <a:lvl6pPr marL="3047924" algn="l" defTabSz="1219170" rtl="0" eaLnBrk="1" latinLnBrk="0" hangingPunct="1">
                        <a:defRPr sz="2400" kern="1200">
                          <a:solidFill>
                            <a:schemeClr val="tx1"/>
                          </a:solidFill>
                          <a:latin typeface="Calibri"/>
                        </a:defRPr>
                      </a:lvl6pPr>
                      <a:lvl7pPr marL="3657509" algn="l" defTabSz="1219170" rtl="0" eaLnBrk="1" latinLnBrk="0" hangingPunct="1">
                        <a:defRPr sz="2400" kern="1200">
                          <a:solidFill>
                            <a:schemeClr val="tx1"/>
                          </a:solidFill>
                          <a:latin typeface="Calibri"/>
                        </a:defRPr>
                      </a:lvl7pPr>
                      <a:lvl8pPr marL="4267093" algn="l" defTabSz="1219170" rtl="0" eaLnBrk="1" latinLnBrk="0" hangingPunct="1">
                        <a:defRPr sz="2400" kern="1200">
                          <a:solidFill>
                            <a:schemeClr val="tx1"/>
                          </a:solidFill>
                          <a:latin typeface="Calibri"/>
                        </a:defRPr>
                      </a:lvl8pPr>
                      <a:lvl9pPr marL="4876678" algn="l" defTabSz="1219170" rtl="0" eaLnBrk="1" latinLnBrk="0" hangingPunct="1">
                        <a:defRPr sz="24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US" sz="1200" u="none" strike="noStrike" kern="1200" cap="none" spc="0" normalizeH="0" baseline="0">
                          <a:ln>
                            <a:noFill/>
                          </a:ln>
                          <a:solidFill>
                            <a:schemeClr val="tx1"/>
                          </a:solidFill>
                          <a:effectLst/>
                          <a:uLnTx/>
                          <a:uFillTx/>
                          <a:latin typeface="+mn-lt"/>
                          <a:ea typeface="Verdana" panose="020B0604030504040204" pitchFamily="34" charset="0"/>
                          <a:cs typeface="Verdana" panose="020B0604030504040204" pitchFamily="34" charset="0"/>
                        </a:rPr>
                        <a:t>Also being responsible for management of the implementation of the RIMS and subsequent trial operation for a period of 12 months</a:t>
                      </a:r>
                    </a:p>
                  </a:txBody>
                  <a:tcPr marL="36576" marR="36576" marT="36576" marB="36576"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819761">
                <a:tc>
                  <a:txBody>
                    <a:bodyPr/>
                    <a:lstStyle/>
                    <a:p>
                      <a:endParaRPr lang="en-US" sz="1200" b="1">
                        <a:solidFill>
                          <a:schemeClr val="tx1"/>
                        </a:solidFill>
                        <a:latin typeface="+mn-lt"/>
                        <a:cs typeface="Open Sans"/>
                      </a:endParaRPr>
                    </a:p>
                  </a:txBody>
                  <a:tcPr marL="36576" marR="36576" marT="36576" marB="36576"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lang="en-US" sz="1200" b="1">
                          <a:solidFill>
                            <a:schemeClr val="tx1"/>
                          </a:solidFill>
                          <a:latin typeface="+mn-lt"/>
                          <a:cs typeface="Open Sans"/>
                        </a:rPr>
                        <a:t>Capacity Building &amp; Training </a:t>
                      </a:r>
                    </a:p>
                  </a:txBody>
                  <a:tcPr marL="36576" marR="36576" marT="36576" marB="36576"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1219170" rtl="0" eaLnBrk="1" latinLnBrk="0" hangingPunct="1">
                        <a:defRPr sz="2400" kern="1200">
                          <a:solidFill>
                            <a:schemeClr val="tx1"/>
                          </a:solidFill>
                          <a:latin typeface="Calibri"/>
                        </a:defRPr>
                      </a:lvl1pPr>
                      <a:lvl2pPr marL="609585" algn="l" defTabSz="1219170" rtl="0" eaLnBrk="1" latinLnBrk="0" hangingPunct="1">
                        <a:defRPr sz="2400" kern="1200">
                          <a:solidFill>
                            <a:schemeClr val="tx1"/>
                          </a:solidFill>
                          <a:latin typeface="Calibri"/>
                        </a:defRPr>
                      </a:lvl2pPr>
                      <a:lvl3pPr marL="1219170" algn="l" defTabSz="1219170" rtl="0" eaLnBrk="1" latinLnBrk="0" hangingPunct="1">
                        <a:defRPr sz="2400" kern="1200">
                          <a:solidFill>
                            <a:schemeClr val="tx1"/>
                          </a:solidFill>
                          <a:latin typeface="Calibri"/>
                        </a:defRPr>
                      </a:lvl3pPr>
                      <a:lvl4pPr marL="1828754" algn="l" defTabSz="1219170" rtl="0" eaLnBrk="1" latinLnBrk="0" hangingPunct="1">
                        <a:defRPr sz="2400" kern="1200">
                          <a:solidFill>
                            <a:schemeClr val="tx1"/>
                          </a:solidFill>
                          <a:latin typeface="Calibri"/>
                        </a:defRPr>
                      </a:lvl4pPr>
                      <a:lvl5pPr marL="2438339" algn="l" defTabSz="1219170" rtl="0" eaLnBrk="1" latinLnBrk="0" hangingPunct="1">
                        <a:defRPr sz="2400" kern="1200">
                          <a:solidFill>
                            <a:schemeClr val="tx1"/>
                          </a:solidFill>
                          <a:latin typeface="Calibri"/>
                        </a:defRPr>
                      </a:lvl5pPr>
                      <a:lvl6pPr marL="3047924" algn="l" defTabSz="1219170" rtl="0" eaLnBrk="1" latinLnBrk="0" hangingPunct="1">
                        <a:defRPr sz="2400" kern="1200">
                          <a:solidFill>
                            <a:schemeClr val="tx1"/>
                          </a:solidFill>
                          <a:latin typeface="Calibri"/>
                        </a:defRPr>
                      </a:lvl6pPr>
                      <a:lvl7pPr marL="3657509" algn="l" defTabSz="1219170" rtl="0" eaLnBrk="1" latinLnBrk="0" hangingPunct="1">
                        <a:defRPr sz="2400" kern="1200">
                          <a:solidFill>
                            <a:schemeClr val="tx1"/>
                          </a:solidFill>
                          <a:latin typeface="Calibri"/>
                        </a:defRPr>
                      </a:lvl7pPr>
                      <a:lvl8pPr marL="4267093" algn="l" defTabSz="1219170" rtl="0" eaLnBrk="1" latinLnBrk="0" hangingPunct="1">
                        <a:defRPr sz="2400" kern="1200">
                          <a:solidFill>
                            <a:schemeClr val="tx1"/>
                          </a:solidFill>
                          <a:latin typeface="Calibri"/>
                        </a:defRPr>
                      </a:lvl8pPr>
                      <a:lvl9pPr marL="4876678" algn="l" defTabSz="1219170" rtl="0" eaLnBrk="1" latinLnBrk="0" hangingPunct="1">
                        <a:defRPr sz="24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0" lang="en-US" sz="1200" u="none" strike="noStrike" kern="1200" cap="none" spc="0" normalizeH="0" baseline="0" dirty="0">
                          <a:ln>
                            <a:noFill/>
                          </a:ln>
                          <a:solidFill>
                            <a:schemeClr val="tx1"/>
                          </a:solidFill>
                          <a:effectLst/>
                          <a:uLnTx/>
                          <a:uFillTx/>
                          <a:latin typeface="+mn-lt"/>
                          <a:ea typeface="Verdana" panose="020B0604030504040204" pitchFamily="34" charset="0"/>
                          <a:cs typeface="Verdana" panose="020B0604030504040204" pitchFamily="34" charset="0"/>
                        </a:rPr>
                        <a:t>Executing the entire assignment in three phases as outlines by CERC and performs all tasks required for successful implementation of the RIMS and providing Capacity Building and Trainings to the identified resources</a:t>
                      </a:r>
                    </a:p>
                  </a:txBody>
                  <a:tcPr marL="36576" marR="36576" marT="36576" marB="36576"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85000"/>
                        </a:schemeClr>
                      </a:solidFill>
                      <a:prstDash val="sysDot"/>
                      <a:round/>
                      <a:headEnd type="none" w="med" len="med"/>
                      <a:tailEnd type="none" w="med" len="med"/>
                    </a:lnT>
                    <a:lnB w="12700" cap="flat" cmpd="sng" algn="ctr">
                      <a:solidFill>
                        <a:schemeClr val="bg1">
                          <a:lumMod val="8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31775"/>
                  </a:ext>
                </a:extLst>
              </a:tr>
            </a:tbl>
          </a:graphicData>
        </a:graphic>
      </p:graphicFrame>
      <p:grpSp>
        <p:nvGrpSpPr>
          <p:cNvPr id="50" name="Group 49">
            <a:extLst>
              <a:ext uri="{FF2B5EF4-FFF2-40B4-BE49-F238E27FC236}">
                <a16:creationId xmlns:a16="http://schemas.microsoft.com/office/drawing/2014/main" id="{1D458B3A-048D-3434-BD80-AF611F734662}"/>
              </a:ext>
            </a:extLst>
          </p:cNvPr>
          <p:cNvGrpSpPr/>
          <p:nvPr/>
        </p:nvGrpSpPr>
        <p:grpSpPr>
          <a:xfrm>
            <a:off x="675310" y="2756388"/>
            <a:ext cx="365760" cy="368489"/>
            <a:chOff x="4814559" y="4725429"/>
            <a:chExt cx="365760" cy="368489"/>
          </a:xfrm>
        </p:grpSpPr>
        <p:sp>
          <p:nvSpPr>
            <p:cNvPr id="51" name="Oval 50">
              <a:extLst>
                <a:ext uri="{FF2B5EF4-FFF2-40B4-BE49-F238E27FC236}">
                  <a16:creationId xmlns:a16="http://schemas.microsoft.com/office/drawing/2014/main" id="{2A11D8C7-BDEA-C696-3A5A-6D55F83B6699}"/>
                </a:ext>
              </a:extLst>
            </p:cNvPr>
            <p:cNvSpPr/>
            <p:nvPr/>
          </p:nvSpPr>
          <p:spPr bwMode="gray">
            <a:xfrm>
              <a:off x="4814559" y="4725429"/>
              <a:ext cx="365760" cy="368489"/>
            </a:xfrm>
            <a:prstGeom prst="ellipse">
              <a:avLst/>
            </a:prstGeom>
            <a:solidFill>
              <a:srgbClr val="63666A"/>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52" name="Graphic 4">
              <a:extLst>
                <a:ext uri="{FF2B5EF4-FFF2-40B4-BE49-F238E27FC236}">
                  <a16:creationId xmlns:a16="http://schemas.microsoft.com/office/drawing/2014/main" id="{EAADE8C2-80A4-0CCC-4694-1BD1ACD55539}"/>
                </a:ext>
              </a:extLst>
            </p:cNvPr>
            <p:cNvGrpSpPr>
              <a:grpSpLocks noChangeAspect="1"/>
            </p:cNvGrpSpPr>
            <p:nvPr/>
          </p:nvGrpSpPr>
          <p:grpSpPr>
            <a:xfrm>
              <a:off x="4860150" y="4772513"/>
              <a:ext cx="274579" cy="274320"/>
              <a:chOff x="3607758" y="918179"/>
              <a:chExt cx="362313" cy="361971"/>
            </a:xfrm>
            <a:solidFill>
              <a:schemeClr val="bg1"/>
            </a:solidFill>
          </p:grpSpPr>
          <p:sp>
            <p:nvSpPr>
              <p:cNvPr id="53" name="Graphic 4">
                <a:extLst>
                  <a:ext uri="{FF2B5EF4-FFF2-40B4-BE49-F238E27FC236}">
                    <a16:creationId xmlns:a16="http://schemas.microsoft.com/office/drawing/2014/main" id="{611367FF-9EB7-D782-66DC-784FA64DF9F7}"/>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grpFill/>
              <a:ln w="6390" cap="flat">
                <a:noFill/>
                <a:prstDash val="solid"/>
                <a:miter/>
              </a:ln>
            </p:spPr>
            <p:txBody>
              <a:bodyPr rtlCol="0" anchor="ctr"/>
              <a:lstStyle/>
              <a:p>
                <a:endParaRPr lang="en-US"/>
              </a:p>
            </p:txBody>
          </p:sp>
          <p:sp>
            <p:nvSpPr>
              <p:cNvPr id="54" name="Graphic 4">
                <a:extLst>
                  <a:ext uri="{FF2B5EF4-FFF2-40B4-BE49-F238E27FC236}">
                    <a16:creationId xmlns:a16="http://schemas.microsoft.com/office/drawing/2014/main" id="{DB6B11EE-DBAF-9301-2D42-42B66729D012}"/>
                  </a:ext>
                </a:extLst>
              </p:cNvPr>
              <p:cNvSpPr/>
              <p:nvPr/>
            </p:nvSpPr>
            <p:spPr>
              <a:xfrm>
                <a:off x="3684412" y="1162047"/>
                <a:ext cx="67784" cy="38942"/>
              </a:xfrm>
              <a:custGeom>
                <a:avLst/>
                <a:gdLst>
                  <a:gd name="connsiteX0" fmla="*/ 41560 w 67784"/>
                  <a:gd name="connsiteY0" fmla="*/ 0 h 38942"/>
                  <a:gd name="connsiteX1" fmla="*/ 26224 w 67784"/>
                  <a:gd name="connsiteY1" fmla="*/ 0 h 38942"/>
                  <a:gd name="connsiteX2" fmla="*/ 25 w 67784"/>
                  <a:gd name="connsiteY2" fmla="*/ 28090 h 38942"/>
                  <a:gd name="connsiteX3" fmla="*/ 25 w 67784"/>
                  <a:gd name="connsiteY3" fmla="*/ 32558 h 38942"/>
                  <a:gd name="connsiteX4" fmla="*/ 6415 w 67784"/>
                  <a:gd name="connsiteY4" fmla="*/ 38942 h 38942"/>
                  <a:gd name="connsiteX5" fmla="*/ 12805 w 67784"/>
                  <a:gd name="connsiteY5" fmla="*/ 32558 h 38942"/>
                  <a:gd name="connsiteX6" fmla="*/ 12805 w 67784"/>
                  <a:gd name="connsiteY6" fmla="*/ 28090 h 38942"/>
                  <a:gd name="connsiteX7" fmla="*/ 26224 w 67784"/>
                  <a:gd name="connsiteY7" fmla="*/ 12768 h 38942"/>
                  <a:gd name="connsiteX8" fmla="*/ 41560 w 67784"/>
                  <a:gd name="connsiteY8" fmla="*/ 12768 h 38942"/>
                  <a:gd name="connsiteX9" fmla="*/ 54979 w 67784"/>
                  <a:gd name="connsiteY9" fmla="*/ 28090 h 38942"/>
                  <a:gd name="connsiteX10" fmla="*/ 54979 w 67784"/>
                  <a:gd name="connsiteY10" fmla="*/ 32558 h 38942"/>
                  <a:gd name="connsiteX11" fmla="*/ 61369 w 67784"/>
                  <a:gd name="connsiteY11" fmla="*/ 38942 h 38942"/>
                  <a:gd name="connsiteX12" fmla="*/ 67759 w 67784"/>
                  <a:gd name="connsiteY12" fmla="*/ 32558 h 38942"/>
                  <a:gd name="connsiteX13" fmla="*/ 67759 w 67784"/>
                  <a:gd name="connsiteY13" fmla="*/ 28090 h 38942"/>
                  <a:gd name="connsiteX14" fmla="*/ 41560 w 67784"/>
                  <a:gd name="connsiteY14"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4" h="38942">
                    <a:moveTo>
                      <a:pt x="41560" y="0"/>
                    </a:moveTo>
                    <a:lnTo>
                      <a:pt x="26224" y="0"/>
                    </a:lnTo>
                    <a:cubicBezTo>
                      <a:pt x="10888" y="638"/>
                      <a:pt x="-613" y="12768"/>
                      <a:pt x="25" y="28090"/>
                    </a:cubicBezTo>
                    <a:lnTo>
                      <a:pt x="25" y="32558"/>
                    </a:lnTo>
                    <a:cubicBezTo>
                      <a:pt x="25" y="36389"/>
                      <a:pt x="2581" y="38942"/>
                      <a:pt x="6415" y="38942"/>
                    </a:cubicBezTo>
                    <a:cubicBezTo>
                      <a:pt x="10249" y="38942"/>
                      <a:pt x="12805" y="36389"/>
                      <a:pt x="12805" y="32558"/>
                    </a:cubicBezTo>
                    <a:lnTo>
                      <a:pt x="12805" y="28090"/>
                    </a:lnTo>
                    <a:cubicBezTo>
                      <a:pt x="12166" y="20429"/>
                      <a:pt x="18556" y="13406"/>
                      <a:pt x="26224" y="12768"/>
                    </a:cubicBezTo>
                    <a:lnTo>
                      <a:pt x="41560" y="12768"/>
                    </a:lnTo>
                    <a:cubicBezTo>
                      <a:pt x="49228" y="13406"/>
                      <a:pt x="55618" y="19790"/>
                      <a:pt x="54979" y="28090"/>
                    </a:cubicBezTo>
                    <a:lnTo>
                      <a:pt x="54979" y="32558"/>
                    </a:lnTo>
                    <a:cubicBezTo>
                      <a:pt x="54979" y="36389"/>
                      <a:pt x="57535" y="38942"/>
                      <a:pt x="61369" y="38942"/>
                    </a:cubicBezTo>
                    <a:cubicBezTo>
                      <a:pt x="65203" y="38942"/>
                      <a:pt x="67759" y="36389"/>
                      <a:pt x="67759" y="32558"/>
                    </a:cubicBezTo>
                    <a:lnTo>
                      <a:pt x="67759" y="28090"/>
                    </a:lnTo>
                    <a:cubicBezTo>
                      <a:pt x="68398" y="12768"/>
                      <a:pt x="56896" y="638"/>
                      <a:pt x="41560" y="0"/>
                    </a:cubicBezTo>
                    <a:close/>
                  </a:path>
                </a:pathLst>
              </a:custGeom>
              <a:grpFill/>
              <a:ln w="6390" cap="flat">
                <a:noFill/>
                <a:prstDash val="solid"/>
                <a:miter/>
              </a:ln>
            </p:spPr>
            <p:txBody>
              <a:bodyPr rtlCol="0" anchor="ctr"/>
              <a:lstStyle/>
              <a:p>
                <a:endParaRPr lang="en-US"/>
              </a:p>
            </p:txBody>
          </p:sp>
          <p:sp>
            <p:nvSpPr>
              <p:cNvPr id="55" name="Graphic 4">
                <a:extLst>
                  <a:ext uri="{FF2B5EF4-FFF2-40B4-BE49-F238E27FC236}">
                    <a16:creationId xmlns:a16="http://schemas.microsoft.com/office/drawing/2014/main" id="{E5885CCD-2C14-D9F4-3329-0D6D7006E6C8}"/>
                  </a:ext>
                </a:extLst>
              </p:cNvPr>
              <p:cNvSpPr/>
              <p:nvPr/>
            </p:nvSpPr>
            <p:spPr>
              <a:xfrm>
                <a:off x="3697217" y="1113529"/>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close/>
                  </a:path>
                </a:pathLst>
              </a:custGeom>
              <a:grpFill/>
              <a:ln w="6390" cap="flat">
                <a:noFill/>
                <a:prstDash val="solid"/>
                <a:miter/>
              </a:ln>
            </p:spPr>
            <p:txBody>
              <a:bodyPr rtlCol="0" anchor="ctr"/>
              <a:lstStyle/>
              <a:p>
                <a:endParaRPr lang="en-US"/>
              </a:p>
            </p:txBody>
          </p:sp>
          <p:sp>
            <p:nvSpPr>
              <p:cNvPr id="56" name="Graphic 4">
                <a:extLst>
                  <a:ext uri="{FF2B5EF4-FFF2-40B4-BE49-F238E27FC236}">
                    <a16:creationId xmlns:a16="http://schemas.microsoft.com/office/drawing/2014/main" id="{2243D109-CFAF-CC2D-FA75-04DE3A50587A}"/>
                  </a:ext>
                </a:extLst>
              </p:cNvPr>
              <p:cNvSpPr/>
              <p:nvPr/>
            </p:nvSpPr>
            <p:spPr>
              <a:xfrm>
                <a:off x="3754701" y="1033090"/>
                <a:ext cx="67783" cy="38942"/>
              </a:xfrm>
              <a:custGeom>
                <a:avLst/>
                <a:gdLst>
                  <a:gd name="connsiteX0" fmla="*/ 6415 w 67783"/>
                  <a:gd name="connsiteY0" fmla="*/ 38942 h 38942"/>
                  <a:gd name="connsiteX1" fmla="*/ 12805 w 67783"/>
                  <a:gd name="connsiteY1" fmla="*/ 32558 h 38942"/>
                  <a:gd name="connsiteX2" fmla="*/ 12805 w 67783"/>
                  <a:gd name="connsiteY2" fmla="*/ 28090 h 38942"/>
                  <a:gd name="connsiteX3" fmla="*/ 26224 w 67783"/>
                  <a:gd name="connsiteY3" fmla="*/ 12768 h 38942"/>
                  <a:gd name="connsiteX4" fmla="*/ 41560 w 67783"/>
                  <a:gd name="connsiteY4" fmla="*/ 12768 h 38942"/>
                  <a:gd name="connsiteX5" fmla="*/ 54979 w 67783"/>
                  <a:gd name="connsiteY5" fmla="*/ 28090 h 38942"/>
                  <a:gd name="connsiteX6" fmla="*/ 54979 w 67783"/>
                  <a:gd name="connsiteY6" fmla="*/ 32558 h 38942"/>
                  <a:gd name="connsiteX7" fmla="*/ 61369 w 67783"/>
                  <a:gd name="connsiteY7" fmla="*/ 38942 h 38942"/>
                  <a:gd name="connsiteX8" fmla="*/ 67759 w 67783"/>
                  <a:gd name="connsiteY8" fmla="*/ 32558 h 38942"/>
                  <a:gd name="connsiteX9" fmla="*/ 67759 w 67783"/>
                  <a:gd name="connsiteY9" fmla="*/ 28090 h 38942"/>
                  <a:gd name="connsiteX10" fmla="*/ 41560 w 67783"/>
                  <a:gd name="connsiteY10" fmla="*/ 0 h 38942"/>
                  <a:gd name="connsiteX11" fmla="*/ 26224 w 67783"/>
                  <a:gd name="connsiteY11" fmla="*/ 0 h 38942"/>
                  <a:gd name="connsiteX12" fmla="*/ 25 w 67783"/>
                  <a:gd name="connsiteY12" fmla="*/ 28090 h 38942"/>
                  <a:gd name="connsiteX13" fmla="*/ 25 w 67783"/>
                  <a:gd name="connsiteY13" fmla="*/ 32558 h 38942"/>
                  <a:gd name="connsiteX14" fmla="*/ 6415 w 67783"/>
                  <a:gd name="connsiteY14" fmla="*/ 38942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3" h="38942">
                    <a:moveTo>
                      <a:pt x="6415" y="38942"/>
                    </a:moveTo>
                    <a:cubicBezTo>
                      <a:pt x="10249" y="38942"/>
                      <a:pt x="12805" y="36389"/>
                      <a:pt x="12805" y="32558"/>
                    </a:cubicBezTo>
                    <a:lnTo>
                      <a:pt x="12805" y="28090"/>
                    </a:lnTo>
                    <a:cubicBezTo>
                      <a:pt x="12166" y="20429"/>
                      <a:pt x="18556" y="13406"/>
                      <a:pt x="26224" y="12768"/>
                    </a:cubicBezTo>
                    <a:lnTo>
                      <a:pt x="41560" y="12768"/>
                    </a:lnTo>
                    <a:cubicBezTo>
                      <a:pt x="49228" y="13406"/>
                      <a:pt x="55618" y="19790"/>
                      <a:pt x="54979" y="28090"/>
                    </a:cubicBezTo>
                    <a:lnTo>
                      <a:pt x="54979" y="32558"/>
                    </a:lnTo>
                    <a:cubicBezTo>
                      <a:pt x="54979" y="36389"/>
                      <a:pt x="57535" y="38942"/>
                      <a:pt x="61369" y="38942"/>
                    </a:cubicBezTo>
                    <a:cubicBezTo>
                      <a:pt x="65203" y="38942"/>
                      <a:pt x="67759" y="36389"/>
                      <a:pt x="67759" y="32558"/>
                    </a:cubicBezTo>
                    <a:lnTo>
                      <a:pt x="67759" y="28090"/>
                    </a:lnTo>
                    <a:cubicBezTo>
                      <a:pt x="68398" y="12768"/>
                      <a:pt x="56257" y="638"/>
                      <a:pt x="41560" y="0"/>
                    </a:cubicBezTo>
                    <a:lnTo>
                      <a:pt x="26224" y="0"/>
                    </a:lnTo>
                    <a:cubicBezTo>
                      <a:pt x="10888" y="638"/>
                      <a:pt x="-613" y="12768"/>
                      <a:pt x="25" y="28090"/>
                    </a:cubicBezTo>
                    <a:lnTo>
                      <a:pt x="25" y="32558"/>
                    </a:lnTo>
                    <a:cubicBezTo>
                      <a:pt x="25" y="35750"/>
                      <a:pt x="3220" y="38942"/>
                      <a:pt x="6415" y="38942"/>
                    </a:cubicBezTo>
                    <a:close/>
                  </a:path>
                </a:pathLst>
              </a:custGeom>
              <a:grpFill/>
              <a:ln w="6390" cap="flat">
                <a:noFill/>
                <a:prstDash val="solid"/>
                <a:miter/>
              </a:ln>
            </p:spPr>
            <p:txBody>
              <a:bodyPr rtlCol="0" anchor="ctr"/>
              <a:lstStyle/>
              <a:p>
                <a:endParaRPr lang="en-US"/>
              </a:p>
            </p:txBody>
          </p:sp>
          <p:sp>
            <p:nvSpPr>
              <p:cNvPr id="57" name="Graphic 4">
                <a:extLst>
                  <a:ext uri="{FF2B5EF4-FFF2-40B4-BE49-F238E27FC236}">
                    <a16:creationId xmlns:a16="http://schemas.microsoft.com/office/drawing/2014/main" id="{9D578CEA-B8D3-C4F8-E20C-0141CF71D791}"/>
                  </a:ext>
                </a:extLst>
              </p:cNvPr>
              <p:cNvSpPr/>
              <p:nvPr/>
            </p:nvSpPr>
            <p:spPr>
              <a:xfrm>
                <a:off x="3768145" y="983934"/>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21087 w 42173"/>
                  <a:gd name="connsiteY10"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33197"/>
                      <a:pt x="9585" y="42134"/>
                      <a:pt x="21087" y="42134"/>
                    </a:cubicBezTo>
                    <a:cubicBezTo>
                      <a:pt x="21087" y="42134"/>
                      <a:pt x="21087"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16598"/>
                      <a:pt x="16614" y="12768"/>
                      <a:pt x="21087" y="12768"/>
                    </a:cubicBezTo>
                    <a:close/>
                  </a:path>
                </a:pathLst>
              </a:custGeom>
              <a:grpFill/>
              <a:ln w="6390" cap="flat">
                <a:noFill/>
                <a:prstDash val="solid"/>
                <a:miter/>
              </a:ln>
            </p:spPr>
            <p:txBody>
              <a:bodyPr rtlCol="0" anchor="ctr"/>
              <a:lstStyle/>
              <a:p>
                <a:endParaRPr lang="en-US"/>
              </a:p>
            </p:txBody>
          </p:sp>
          <p:sp>
            <p:nvSpPr>
              <p:cNvPr id="58" name="Graphic 4">
                <a:extLst>
                  <a:ext uri="{FF2B5EF4-FFF2-40B4-BE49-F238E27FC236}">
                    <a16:creationId xmlns:a16="http://schemas.microsoft.com/office/drawing/2014/main" id="{BBDD5783-A549-7D9A-9EE6-7D3797A6B7CD}"/>
                  </a:ext>
                </a:extLst>
              </p:cNvPr>
              <p:cNvSpPr/>
              <p:nvPr/>
            </p:nvSpPr>
            <p:spPr>
              <a:xfrm>
                <a:off x="3825630" y="1162047"/>
                <a:ext cx="67782" cy="38942"/>
              </a:xfrm>
              <a:custGeom>
                <a:avLst/>
                <a:gdLst>
                  <a:gd name="connsiteX0" fmla="*/ 41560 w 67782"/>
                  <a:gd name="connsiteY0" fmla="*/ 0 h 38942"/>
                  <a:gd name="connsiteX1" fmla="*/ 26224 w 67782"/>
                  <a:gd name="connsiteY1" fmla="*/ 0 h 38942"/>
                  <a:gd name="connsiteX2" fmla="*/ 25 w 67782"/>
                  <a:gd name="connsiteY2" fmla="*/ 28090 h 38942"/>
                  <a:gd name="connsiteX3" fmla="*/ 25 w 67782"/>
                  <a:gd name="connsiteY3" fmla="*/ 32558 h 38942"/>
                  <a:gd name="connsiteX4" fmla="*/ 6415 w 67782"/>
                  <a:gd name="connsiteY4" fmla="*/ 38942 h 38942"/>
                  <a:gd name="connsiteX5" fmla="*/ 12805 w 67782"/>
                  <a:gd name="connsiteY5" fmla="*/ 32558 h 38942"/>
                  <a:gd name="connsiteX6" fmla="*/ 12805 w 67782"/>
                  <a:gd name="connsiteY6" fmla="*/ 28090 h 38942"/>
                  <a:gd name="connsiteX7" fmla="*/ 26224 w 67782"/>
                  <a:gd name="connsiteY7" fmla="*/ 12768 h 38942"/>
                  <a:gd name="connsiteX8" fmla="*/ 41560 w 67782"/>
                  <a:gd name="connsiteY8" fmla="*/ 12768 h 38942"/>
                  <a:gd name="connsiteX9" fmla="*/ 54979 w 67782"/>
                  <a:gd name="connsiteY9" fmla="*/ 28090 h 38942"/>
                  <a:gd name="connsiteX10" fmla="*/ 54979 w 67782"/>
                  <a:gd name="connsiteY10" fmla="*/ 32558 h 38942"/>
                  <a:gd name="connsiteX11" fmla="*/ 61369 w 67782"/>
                  <a:gd name="connsiteY11" fmla="*/ 38942 h 38942"/>
                  <a:gd name="connsiteX12" fmla="*/ 67759 w 67782"/>
                  <a:gd name="connsiteY12" fmla="*/ 32558 h 38942"/>
                  <a:gd name="connsiteX13" fmla="*/ 67759 w 67782"/>
                  <a:gd name="connsiteY13" fmla="*/ 28090 h 38942"/>
                  <a:gd name="connsiteX14" fmla="*/ 41560 w 67782"/>
                  <a:gd name="connsiteY14"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2" h="38942">
                    <a:moveTo>
                      <a:pt x="41560" y="0"/>
                    </a:moveTo>
                    <a:lnTo>
                      <a:pt x="26224" y="0"/>
                    </a:lnTo>
                    <a:cubicBezTo>
                      <a:pt x="10888" y="638"/>
                      <a:pt x="-614" y="12768"/>
                      <a:pt x="25" y="28090"/>
                    </a:cubicBezTo>
                    <a:lnTo>
                      <a:pt x="25" y="32558"/>
                    </a:lnTo>
                    <a:cubicBezTo>
                      <a:pt x="25" y="36389"/>
                      <a:pt x="2581" y="38942"/>
                      <a:pt x="6415" y="38942"/>
                    </a:cubicBezTo>
                    <a:cubicBezTo>
                      <a:pt x="10249" y="38942"/>
                      <a:pt x="12805" y="36389"/>
                      <a:pt x="12805" y="32558"/>
                    </a:cubicBezTo>
                    <a:lnTo>
                      <a:pt x="12805" y="28090"/>
                    </a:lnTo>
                    <a:cubicBezTo>
                      <a:pt x="12166" y="20429"/>
                      <a:pt x="18556" y="13406"/>
                      <a:pt x="26224" y="12768"/>
                    </a:cubicBezTo>
                    <a:lnTo>
                      <a:pt x="41560" y="12768"/>
                    </a:lnTo>
                    <a:cubicBezTo>
                      <a:pt x="49228" y="13406"/>
                      <a:pt x="55618" y="19790"/>
                      <a:pt x="54979" y="28090"/>
                    </a:cubicBezTo>
                    <a:lnTo>
                      <a:pt x="54979" y="32558"/>
                    </a:lnTo>
                    <a:cubicBezTo>
                      <a:pt x="54979" y="36389"/>
                      <a:pt x="57535" y="38942"/>
                      <a:pt x="61369" y="38942"/>
                    </a:cubicBezTo>
                    <a:cubicBezTo>
                      <a:pt x="65203" y="38942"/>
                      <a:pt x="67759" y="36389"/>
                      <a:pt x="67759" y="32558"/>
                    </a:cubicBezTo>
                    <a:lnTo>
                      <a:pt x="67759" y="28090"/>
                    </a:lnTo>
                    <a:cubicBezTo>
                      <a:pt x="68398" y="12768"/>
                      <a:pt x="56257" y="638"/>
                      <a:pt x="41560" y="0"/>
                    </a:cubicBezTo>
                    <a:close/>
                  </a:path>
                </a:pathLst>
              </a:custGeom>
              <a:grp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1E46F4C7-4349-DEAD-F8A3-56241C705E73}"/>
                  </a:ext>
                </a:extLst>
              </p:cNvPr>
              <p:cNvSpPr/>
              <p:nvPr/>
            </p:nvSpPr>
            <p:spPr>
              <a:xfrm>
                <a:off x="3838435" y="1113529"/>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close/>
                  </a:path>
                </a:pathLst>
              </a:custGeom>
              <a:grpFill/>
              <a:ln w="6390" cap="flat">
                <a:noFill/>
                <a:prstDash val="solid"/>
                <a:miter/>
              </a:ln>
            </p:spPr>
            <p:txBody>
              <a:bodyPr rtlCol="0" anchor="ctr"/>
              <a:lstStyle/>
              <a:p>
                <a:endParaRPr lang="en-US"/>
              </a:p>
            </p:txBody>
          </p:sp>
          <p:sp>
            <p:nvSpPr>
              <p:cNvPr id="60" name="Graphic 4">
                <a:extLst>
                  <a:ext uri="{FF2B5EF4-FFF2-40B4-BE49-F238E27FC236}">
                    <a16:creationId xmlns:a16="http://schemas.microsoft.com/office/drawing/2014/main" id="{12C9E29D-C133-C10C-3E37-97DF7E1AE16D}"/>
                  </a:ext>
                </a:extLst>
              </p:cNvPr>
              <p:cNvSpPr/>
              <p:nvPr/>
            </p:nvSpPr>
            <p:spPr>
              <a:xfrm>
                <a:off x="3751695" y="1080970"/>
                <a:ext cx="74948" cy="68308"/>
              </a:xfrm>
              <a:custGeom>
                <a:avLst/>
                <a:gdLst>
                  <a:gd name="connsiteX0" fmla="*/ 72682 w 74948"/>
                  <a:gd name="connsiteY0" fmla="*/ 56818 h 68308"/>
                  <a:gd name="connsiteX1" fmla="*/ 43927 w 74948"/>
                  <a:gd name="connsiteY1" fmla="*/ 33197 h 68308"/>
                  <a:gd name="connsiteX2" fmla="*/ 43927 w 74948"/>
                  <a:gd name="connsiteY2" fmla="*/ 6384 h 68308"/>
                  <a:gd name="connsiteX3" fmla="*/ 37537 w 74948"/>
                  <a:gd name="connsiteY3" fmla="*/ 0 h 68308"/>
                  <a:gd name="connsiteX4" fmla="*/ 31147 w 74948"/>
                  <a:gd name="connsiteY4" fmla="*/ 6384 h 68308"/>
                  <a:gd name="connsiteX5" fmla="*/ 31147 w 74948"/>
                  <a:gd name="connsiteY5" fmla="*/ 33197 h 68308"/>
                  <a:gd name="connsiteX6" fmla="*/ 2393 w 74948"/>
                  <a:gd name="connsiteY6" fmla="*/ 55541 h 68308"/>
                  <a:gd name="connsiteX7" fmla="*/ 1115 w 74948"/>
                  <a:gd name="connsiteY7" fmla="*/ 64478 h 68308"/>
                  <a:gd name="connsiteX8" fmla="*/ 6226 w 74948"/>
                  <a:gd name="connsiteY8" fmla="*/ 67032 h 68308"/>
                  <a:gd name="connsiteX9" fmla="*/ 10061 w 74948"/>
                  <a:gd name="connsiteY9" fmla="*/ 65755 h 68308"/>
                  <a:gd name="connsiteX10" fmla="*/ 37537 w 74948"/>
                  <a:gd name="connsiteY10" fmla="*/ 44688 h 68308"/>
                  <a:gd name="connsiteX11" fmla="*/ 64375 w 74948"/>
                  <a:gd name="connsiteY11" fmla="*/ 67032 h 68308"/>
                  <a:gd name="connsiteX12" fmla="*/ 68209 w 74948"/>
                  <a:gd name="connsiteY12" fmla="*/ 68309 h 68308"/>
                  <a:gd name="connsiteX13" fmla="*/ 73321 w 74948"/>
                  <a:gd name="connsiteY13" fmla="*/ 65755 h 68308"/>
                  <a:gd name="connsiteX14" fmla="*/ 72682 w 74948"/>
                  <a:gd name="connsiteY14" fmla="*/ 56818 h 68308"/>
                  <a:gd name="connsiteX15" fmla="*/ 72682 w 74948"/>
                  <a:gd name="connsiteY15" fmla="*/ 56818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948" h="68308">
                    <a:moveTo>
                      <a:pt x="72682" y="56818"/>
                    </a:moveTo>
                    <a:lnTo>
                      <a:pt x="43927" y="33197"/>
                    </a:lnTo>
                    <a:lnTo>
                      <a:pt x="43927" y="6384"/>
                    </a:lnTo>
                    <a:cubicBezTo>
                      <a:pt x="43927" y="2554"/>
                      <a:pt x="41371" y="0"/>
                      <a:pt x="37537" y="0"/>
                    </a:cubicBezTo>
                    <a:cubicBezTo>
                      <a:pt x="33704" y="0"/>
                      <a:pt x="31147" y="2554"/>
                      <a:pt x="31147" y="6384"/>
                    </a:cubicBezTo>
                    <a:lnTo>
                      <a:pt x="31147" y="33197"/>
                    </a:lnTo>
                    <a:lnTo>
                      <a:pt x="2393" y="55541"/>
                    </a:lnTo>
                    <a:cubicBezTo>
                      <a:pt x="-163" y="57456"/>
                      <a:pt x="-802" y="61925"/>
                      <a:pt x="1115" y="64478"/>
                    </a:cubicBezTo>
                    <a:cubicBezTo>
                      <a:pt x="2393" y="65755"/>
                      <a:pt x="4310" y="67032"/>
                      <a:pt x="6226" y="67032"/>
                    </a:cubicBezTo>
                    <a:cubicBezTo>
                      <a:pt x="7505" y="67032"/>
                      <a:pt x="8783" y="66393"/>
                      <a:pt x="10061" y="65755"/>
                    </a:cubicBezTo>
                    <a:lnTo>
                      <a:pt x="37537" y="44688"/>
                    </a:lnTo>
                    <a:lnTo>
                      <a:pt x="64375" y="67032"/>
                    </a:lnTo>
                    <a:cubicBezTo>
                      <a:pt x="65653" y="67670"/>
                      <a:pt x="66931" y="68309"/>
                      <a:pt x="68209" y="68309"/>
                    </a:cubicBezTo>
                    <a:cubicBezTo>
                      <a:pt x="70126" y="68309"/>
                      <a:pt x="72043" y="67670"/>
                      <a:pt x="73321" y="65755"/>
                    </a:cubicBezTo>
                    <a:cubicBezTo>
                      <a:pt x="75877" y="62563"/>
                      <a:pt x="75238" y="58733"/>
                      <a:pt x="72682" y="56818"/>
                    </a:cubicBezTo>
                    <a:cubicBezTo>
                      <a:pt x="72682" y="56818"/>
                      <a:pt x="72682" y="56818"/>
                      <a:pt x="72682" y="56818"/>
                    </a:cubicBezTo>
                    <a:close/>
                  </a:path>
                </a:pathLst>
              </a:custGeom>
              <a:grpFill/>
              <a:ln w="6390" cap="flat">
                <a:noFill/>
                <a:prstDash val="solid"/>
                <a:miter/>
              </a:ln>
            </p:spPr>
            <p:txBody>
              <a:bodyPr rtlCol="0" anchor="ctr"/>
              <a:lstStyle/>
              <a:p>
                <a:endParaRPr lang="en-US"/>
              </a:p>
            </p:txBody>
          </p:sp>
        </p:grpSp>
      </p:grpSp>
      <p:grpSp>
        <p:nvGrpSpPr>
          <p:cNvPr id="61" name="Group 60">
            <a:extLst>
              <a:ext uri="{FF2B5EF4-FFF2-40B4-BE49-F238E27FC236}">
                <a16:creationId xmlns:a16="http://schemas.microsoft.com/office/drawing/2014/main" id="{FE8B0931-F232-257D-7400-2BC8552539EE}"/>
              </a:ext>
            </a:extLst>
          </p:cNvPr>
          <p:cNvGrpSpPr/>
          <p:nvPr/>
        </p:nvGrpSpPr>
        <p:grpSpPr>
          <a:xfrm>
            <a:off x="676932" y="3592748"/>
            <a:ext cx="365760" cy="368489"/>
            <a:chOff x="4814559" y="2175518"/>
            <a:chExt cx="365760" cy="368489"/>
          </a:xfrm>
        </p:grpSpPr>
        <p:sp>
          <p:nvSpPr>
            <p:cNvPr id="62" name="Oval 61">
              <a:extLst>
                <a:ext uri="{FF2B5EF4-FFF2-40B4-BE49-F238E27FC236}">
                  <a16:creationId xmlns:a16="http://schemas.microsoft.com/office/drawing/2014/main" id="{9BD0C3C7-3DC4-68AF-6739-8102E557F626}"/>
                </a:ext>
              </a:extLst>
            </p:cNvPr>
            <p:cNvSpPr/>
            <p:nvPr/>
          </p:nvSpPr>
          <p:spPr bwMode="gray">
            <a:xfrm>
              <a:off x="4814559" y="2175518"/>
              <a:ext cx="365760" cy="368489"/>
            </a:xfrm>
            <a:prstGeom prst="ellipse">
              <a:avLst/>
            </a:prstGeom>
            <a:solidFill>
              <a:srgbClr val="86BC25"/>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63" name="Graphic 4">
              <a:extLst>
                <a:ext uri="{FF2B5EF4-FFF2-40B4-BE49-F238E27FC236}">
                  <a16:creationId xmlns:a16="http://schemas.microsoft.com/office/drawing/2014/main" id="{0868042A-F910-2349-062A-2BDA723DB814}"/>
                </a:ext>
              </a:extLst>
            </p:cNvPr>
            <p:cNvGrpSpPr>
              <a:grpSpLocks noChangeAspect="1"/>
            </p:cNvGrpSpPr>
            <p:nvPr/>
          </p:nvGrpSpPr>
          <p:grpSpPr>
            <a:xfrm>
              <a:off x="4860279" y="2222602"/>
              <a:ext cx="274320" cy="274320"/>
              <a:chOff x="3607758" y="1402723"/>
              <a:chExt cx="362309" cy="361971"/>
            </a:xfrm>
            <a:solidFill>
              <a:schemeClr val="bg1"/>
            </a:solidFill>
          </p:grpSpPr>
          <p:sp>
            <p:nvSpPr>
              <p:cNvPr id="1024" name="Graphic 4">
                <a:extLst>
                  <a:ext uri="{FF2B5EF4-FFF2-40B4-BE49-F238E27FC236}">
                    <a16:creationId xmlns:a16="http://schemas.microsoft.com/office/drawing/2014/main" id="{BE4494DB-48F5-8041-2EB2-00F112C762CB}"/>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grpFill/>
              <a:ln w="6390" cap="flat">
                <a:noFill/>
                <a:prstDash val="solid"/>
                <a:miter/>
              </a:ln>
            </p:spPr>
            <p:txBody>
              <a:bodyPr rtlCol="0" anchor="ctr"/>
              <a:lstStyle/>
              <a:p>
                <a:endParaRPr lang="en-US"/>
              </a:p>
            </p:txBody>
          </p:sp>
          <p:sp>
            <p:nvSpPr>
              <p:cNvPr id="1025" name="Graphic 4">
                <a:extLst>
                  <a:ext uri="{FF2B5EF4-FFF2-40B4-BE49-F238E27FC236}">
                    <a16:creationId xmlns:a16="http://schemas.microsoft.com/office/drawing/2014/main" id="{0206F026-A4A1-904D-C282-3558B286BDE5}"/>
                  </a:ext>
                </a:extLst>
              </p:cNvPr>
              <p:cNvSpPr/>
              <p:nvPr/>
            </p:nvSpPr>
            <p:spPr>
              <a:xfrm>
                <a:off x="3700412" y="1494652"/>
                <a:ext cx="177640" cy="177474"/>
              </a:xfrm>
              <a:custGeom>
                <a:avLst/>
                <a:gdLst>
                  <a:gd name="connsiteX0" fmla="*/ 88820 w 177640"/>
                  <a:gd name="connsiteY0" fmla="*/ 0 h 177474"/>
                  <a:gd name="connsiteX1" fmla="*/ 0 w 177640"/>
                  <a:gd name="connsiteY1" fmla="*/ 88737 h 177474"/>
                  <a:gd name="connsiteX2" fmla="*/ 88820 w 177640"/>
                  <a:gd name="connsiteY2" fmla="*/ 177475 h 177474"/>
                  <a:gd name="connsiteX3" fmla="*/ 177641 w 177640"/>
                  <a:gd name="connsiteY3" fmla="*/ 88737 h 177474"/>
                  <a:gd name="connsiteX4" fmla="*/ 177641 w 177640"/>
                  <a:gd name="connsiteY4" fmla="*/ 88737 h 177474"/>
                  <a:gd name="connsiteX5" fmla="*/ 88820 w 177640"/>
                  <a:gd name="connsiteY5" fmla="*/ 0 h 177474"/>
                  <a:gd name="connsiteX6" fmla="*/ 88820 w 177640"/>
                  <a:gd name="connsiteY6" fmla="*/ 164707 h 177474"/>
                  <a:gd name="connsiteX7" fmla="*/ 12780 w 177640"/>
                  <a:gd name="connsiteY7" fmla="*/ 88737 h 177474"/>
                  <a:gd name="connsiteX8" fmla="*/ 88820 w 177640"/>
                  <a:gd name="connsiteY8" fmla="*/ 12768 h 177474"/>
                  <a:gd name="connsiteX9" fmla="*/ 164861 w 177640"/>
                  <a:gd name="connsiteY9" fmla="*/ 88737 h 177474"/>
                  <a:gd name="connsiteX10" fmla="*/ 164861 w 177640"/>
                  <a:gd name="connsiteY10" fmla="*/ 88737 h 177474"/>
                  <a:gd name="connsiteX11" fmla="*/ 88820 w 177640"/>
                  <a:gd name="connsiteY11" fmla="*/ 164707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640" h="177474">
                    <a:moveTo>
                      <a:pt x="88820" y="0"/>
                    </a:moveTo>
                    <a:cubicBezTo>
                      <a:pt x="39618" y="0"/>
                      <a:pt x="0" y="39581"/>
                      <a:pt x="0" y="88737"/>
                    </a:cubicBezTo>
                    <a:cubicBezTo>
                      <a:pt x="0" y="137894"/>
                      <a:pt x="39618" y="177475"/>
                      <a:pt x="88820" y="177475"/>
                    </a:cubicBezTo>
                    <a:cubicBezTo>
                      <a:pt x="138023" y="177475"/>
                      <a:pt x="177641" y="137894"/>
                      <a:pt x="177641" y="88737"/>
                    </a:cubicBezTo>
                    <a:cubicBezTo>
                      <a:pt x="177641" y="88737"/>
                      <a:pt x="177641" y="88737"/>
                      <a:pt x="177641" y="88737"/>
                    </a:cubicBezTo>
                    <a:cubicBezTo>
                      <a:pt x="177641" y="39581"/>
                      <a:pt x="138023" y="0"/>
                      <a:pt x="88820" y="0"/>
                    </a:cubicBezTo>
                    <a:close/>
                    <a:moveTo>
                      <a:pt x="88820" y="164707"/>
                    </a:moveTo>
                    <a:cubicBezTo>
                      <a:pt x="46647" y="164707"/>
                      <a:pt x="12780" y="130872"/>
                      <a:pt x="12780" y="88737"/>
                    </a:cubicBezTo>
                    <a:cubicBezTo>
                      <a:pt x="12780" y="46603"/>
                      <a:pt x="46647" y="12768"/>
                      <a:pt x="88820" y="12768"/>
                    </a:cubicBezTo>
                    <a:cubicBezTo>
                      <a:pt x="130994" y="12768"/>
                      <a:pt x="164861" y="46603"/>
                      <a:pt x="164861" y="88737"/>
                    </a:cubicBezTo>
                    <a:cubicBezTo>
                      <a:pt x="164861" y="88737"/>
                      <a:pt x="164861" y="88737"/>
                      <a:pt x="164861" y="88737"/>
                    </a:cubicBezTo>
                    <a:cubicBezTo>
                      <a:pt x="164861" y="130233"/>
                      <a:pt x="130994" y="164707"/>
                      <a:pt x="88820" y="164707"/>
                    </a:cubicBezTo>
                    <a:close/>
                  </a:path>
                </a:pathLst>
              </a:custGeom>
              <a:grpFill/>
              <a:ln w="6390" cap="flat">
                <a:noFill/>
                <a:prstDash val="solid"/>
                <a:miter/>
              </a:ln>
            </p:spPr>
            <p:txBody>
              <a:bodyPr rtlCol="0" anchor="ctr"/>
              <a:lstStyle/>
              <a:p>
                <a:endParaRPr lang="en-US"/>
              </a:p>
            </p:txBody>
          </p:sp>
          <p:sp>
            <p:nvSpPr>
              <p:cNvPr id="1027" name="Graphic 4">
                <a:extLst>
                  <a:ext uri="{FF2B5EF4-FFF2-40B4-BE49-F238E27FC236}">
                    <a16:creationId xmlns:a16="http://schemas.microsoft.com/office/drawing/2014/main" id="{7D7A20B4-C5D7-B868-9EFE-DC63BEAD81B0}"/>
                  </a:ext>
                </a:extLst>
              </p:cNvPr>
              <p:cNvSpPr/>
              <p:nvPr/>
            </p:nvSpPr>
            <p:spPr>
              <a:xfrm>
                <a:off x="3669900" y="1497206"/>
                <a:ext cx="45847" cy="172367"/>
              </a:xfrm>
              <a:custGeom>
                <a:avLst/>
                <a:gdLst>
                  <a:gd name="connsiteX0" fmla="*/ 43931 w 45847"/>
                  <a:gd name="connsiteY0" fmla="*/ 10853 h 172367"/>
                  <a:gd name="connsiteX1" fmla="*/ 43931 w 45847"/>
                  <a:gd name="connsiteY1" fmla="*/ 1915 h 172367"/>
                  <a:gd name="connsiteX2" fmla="*/ 34985 w 45847"/>
                  <a:gd name="connsiteY2" fmla="*/ 1915 h 172367"/>
                  <a:gd name="connsiteX3" fmla="*/ 34985 w 45847"/>
                  <a:gd name="connsiteY3" fmla="*/ 1915 h 172367"/>
                  <a:gd name="connsiteX4" fmla="*/ 34985 w 45847"/>
                  <a:gd name="connsiteY4" fmla="*/ 170452 h 172367"/>
                  <a:gd name="connsiteX5" fmla="*/ 39458 w 45847"/>
                  <a:gd name="connsiteY5" fmla="*/ 172367 h 172367"/>
                  <a:gd name="connsiteX6" fmla="*/ 43931 w 45847"/>
                  <a:gd name="connsiteY6" fmla="*/ 170452 h 172367"/>
                  <a:gd name="connsiteX7" fmla="*/ 43931 w 45847"/>
                  <a:gd name="connsiteY7" fmla="*/ 161515 h 172367"/>
                  <a:gd name="connsiteX8" fmla="*/ 42653 w 45847"/>
                  <a:gd name="connsiteY8" fmla="*/ 10853 h 172367"/>
                  <a:gd name="connsiteX9" fmla="*/ 43931 w 45847"/>
                  <a:gd name="connsiteY9" fmla="*/ 10853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47" h="172367">
                    <a:moveTo>
                      <a:pt x="43931" y="10853"/>
                    </a:moveTo>
                    <a:cubicBezTo>
                      <a:pt x="46487" y="8299"/>
                      <a:pt x="46487" y="4469"/>
                      <a:pt x="43931" y="1915"/>
                    </a:cubicBezTo>
                    <a:cubicBezTo>
                      <a:pt x="41375" y="-638"/>
                      <a:pt x="37541" y="-638"/>
                      <a:pt x="34985" y="1915"/>
                    </a:cubicBezTo>
                    <a:lnTo>
                      <a:pt x="34985" y="1915"/>
                    </a:lnTo>
                    <a:cubicBezTo>
                      <a:pt x="-11662" y="48518"/>
                      <a:pt x="-11662" y="123849"/>
                      <a:pt x="34985" y="170452"/>
                    </a:cubicBezTo>
                    <a:cubicBezTo>
                      <a:pt x="36263" y="171729"/>
                      <a:pt x="37541" y="172367"/>
                      <a:pt x="39458" y="172367"/>
                    </a:cubicBezTo>
                    <a:cubicBezTo>
                      <a:pt x="41375" y="172367"/>
                      <a:pt x="42653" y="171729"/>
                      <a:pt x="43931" y="170452"/>
                    </a:cubicBezTo>
                    <a:cubicBezTo>
                      <a:pt x="46487" y="167899"/>
                      <a:pt x="46487" y="164068"/>
                      <a:pt x="43931" y="161515"/>
                    </a:cubicBezTo>
                    <a:cubicBezTo>
                      <a:pt x="1757" y="120019"/>
                      <a:pt x="1118" y="52987"/>
                      <a:pt x="42653" y="10853"/>
                    </a:cubicBezTo>
                    <a:cubicBezTo>
                      <a:pt x="42653" y="10853"/>
                      <a:pt x="42653" y="10853"/>
                      <a:pt x="43931" y="10853"/>
                    </a:cubicBezTo>
                    <a:close/>
                  </a:path>
                </a:pathLst>
              </a:custGeom>
              <a:grpFill/>
              <a:ln w="6390" cap="flat">
                <a:noFill/>
                <a:prstDash val="solid"/>
                <a:miter/>
              </a:ln>
            </p:spPr>
            <p:txBody>
              <a:bodyPr rtlCol="0" anchor="ctr"/>
              <a:lstStyle/>
              <a:p>
                <a:endParaRPr lang="en-US"/>
              </a:p>
            </p:txBody>
          </p:sp>
          <p:sp>
            <p:nvSpPr>
              <p:cNvPr id="1028" name="Graphic 4">
                <a:extLst>
                  <a:ext uri="{FF2B5EF4-FFF2-40B4-BE49-F238E27FC236}">
                    <a16:creationId xmlns:a16="http://schemas.microsoft.com/office/drawing/2014/main" id="{F1B86CB8-6193-A5FF-C81F-88C584007706}"/>
                  </a:ext>
                </a:extLst>
              </p:cNvPr>
              <p:cNvSpPr/>
              <p:nvPr/>
            </p:nvSpPr>
            <p:spPr>
              <a:xfrm>
                <a:off x="3862717" y="1497206"/>
                <a:ext cx="45847" cy="172367"/>
              </a:xfrm>
              <a:custGeom>
                <a:avLst/>
                <a:gdLst>
                  <a:gd name="connsiteX0" fmla="*/ 10863 w 45847"/>
                  <a:gd name="connsiteY0" fmla="*/ 1915 h 172367"/>
                  <a:gd name="connsiteX1" fmla="*/ 1917 w 45847"/>
                  <a:gd name="connsiteY1" fmla="*/ 1915 h 172367"/>
                  <a:gd name="connsiteX2" fmla="*/ 1917 w 45847"/>
                  <a:gd name="connsiteY2" fmla="*/ 10853 h 172367"/>
                  <a:gd name="connsiteX3" fmla="*/ 1917 w 45847"/>
                  <a:gd name="connsiteY3" fmla="*/ 10853 h 172367"/>
                  <a:gd name="connsiteX4" fmla="*/ 1917 w 45847"/>
                  <a:gd name="connsiteY4" fmla="*/ 161515 h 172367"/>
                  <a:gd name="connsiteX5" fmla="*/ 1917 w 45847"/>
                  <a:gd name="connsiteY5" fmla="*/ 161515 h 172367"/>
                  <a:gd name="connsiteX6" fmla="*/ 1917 w 45847"/>
                  <a:gd name="connsiteY6" fmla="*/ 170452 h 172367"/>
                  <a:gd name="connsiteX7" fmla="*/ 10863 w 45847"/>
                  <a:gd name="connsiteY7" fmla="*/ 170452 h 172367"/>
                  <a:gd name="connsiteX8" fmla="*/ 10863 w 45847"/>
                  <a:gd name="connsiteY8" fmla="*/ 1915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847" h="172367">
                    <a:moveTo>
                      <a:pt x="10863" y="1915"/>
                    </a:moveTo>
                    <a:cubicBezTo>
                      <a:pt x="8307" y="-638"/>
                      <a:pt x="4473" y="-638"/>
                      <a:pt x="1917" y="1915"/>
                    </a:cubicBezTo>
                    <a:cubicBezTo>
                      <a:pt x="-639" y="4469"/>
                      <a:pt x="-639" y="8299"/>
                      <a:pt x="1917" y="10853"/>
                    </a:cubicBezTo>
                    <a:cubicBezTo>
                      <a:pt x="1917" y="10853"/>
                      <a:pt x="1917" y="10853"/>
                      <a:pt x="1917" y="10853"/>
                    </a:cubicBezTo>
                    <a:cubicBezTo>
                      <a:pt x="43451" y="52349"/>
                      <a:pt x="43451" y="120019"/>
                      <a:pt x="1917" y="161515"/>
                    </a:cubicBezTo>
                    <a:cubicBezTo>
                      <a:pt x="1917" y="161515"/>
                      <a:pt x="1917" y="161515"/>
                      <a:pt x="1917" y="161515"/>
                    </a:cubicBezTo>
                    <a:cubicBezTo>
                      <a:pt x="-639" y="164068"/>
                      <a:pt x="-639" y="167899"/>
                      <a:pt x="1917" y="170452"/>
                    </a:cubicBezTo>
                    <a:cubicBezTo>
                      <a:pt x="4473" y="173006"/>
                      <a:pt x="8307" y="173006"/>
                      <a:pt x="10863" y="170452"/>
                    </a:cubicBezTo>
                    <a:cubicBezTo>
                      <a:pt x="57509" y="123849"/>
                      <a:pt x="57509" y="48518"/>
                      <a:pt x="10863" y="1915"/>
                    </a:cubicBezTo>
                    <a:close/>
                  </a:path>
                </a:pathLst>
              </a:custGeom>
              <a:grpFill/>
              <a:ln w="6390" cap="flat">
                <a:noFill/>
                <a:prstDash val="solid"/>
                <a:miter/>
              </a:ln>
            </p:spPr>
            <p:txBody>
              <a:bodyPr rtlCol="0" anchor="ctr"/>
              <a:lstStyle/>
              <a:p>
                <a:endParaRPr lang="en-US"/>
              </a:p>
            </p:txBody>
          </p:sp>
          <p:sp>
            <p:nvSpPr>
              <p:cNvPr id="1029" name="Graphic 4">
                <a:extLst>
                  <a:ext uri="{FF2B5EF4-FFF2-40B4-BE49-F238E27FC236}">
                    <a16:creationId xmlns:a16="http://schemas.microsoft.com/office/drawing/2014/main" id="{3A2E8430-2B98-3B10-4585-D2AB43E2DA99}"/>
                  </a:ext>
                </a:extLst>
              </p:cNvPr>
              <p:cNvSpPr/>
              <p:nvPr/>
            </p:nvSpPr>
            <p:spPr>
              <a:xfrm>
                <a:off x="3773257" y="1613394"/>
                <a:ext cx="31949" cy="32558"/>
              </a:xfrm>
              <a:custGeom>
                <a:avLst/>
                <a:gdLst>
                  <a:gd name="connsiteX0" fmla="*/ 15975 w 31949"/>
                  <a:gd name="connsiteY0" fmla="*/ 0 h 32558"/>
                  <a:gd name="connsiteX1" fmla="*/ 0 w 31949"/>
                  <a:gd name="connsiteY1" fmla="*/ 15960 h 32558"/>
                  <a:gd name="connsiteX2" fmla="*/ 15975 w 31949"/>
                  <a:gd name="connsiteY2" fmla="*/ 32558 h 32558"/>
                  <a:gd name="connsiteX3" fmla="*/ 31950 w 31949"/>
                  <a:gd name="connsiteY3" fmla="*/ 16598 h 32558"/>
                  <a:gd name="connsiteX4" fmla="*/ 31950 w 31949"/>
                  <a:gd name="connsiteY4" fmla="*/ 16598 h 32558"/>
                  <a:gd name="connsiteX5" fmla="*/ 15975 w 31949"/>
                  <a:gd name="connsiteY5" fmla="*/ 0 h 32558"/>
                  <a:gd name="connsiteX6" fmla="*/ 15975 w 31949"/>
                  <a:gd name="connsiteY6" fmla="*/ 19790 h 32558"/>
                  <a:gd name="connsiteX7" fmla="*/ 12780 w 31949"/>
                  <a:gd name="connsiteY7" fmla="*/ 15960 h 32558"/>
                  <a:gd name="connsiteX8" fmla="*/ 15975 w 31949"/>
                  <a:gd name="connsiteY8" fmla="*/ 12130 h 32558"/>
                  <a:gd name="connsiteX9" fmla="*/ 19170 w 31949"/>
                  <a:gd name="connsiteY9" fmla="*/ 15322 h 32558"/>
                  <a:gd name="connsiteX10" fmla="*/ 19170 w 31949"/>
                  <a:gd name="connsiteY10" fmla="*/ 15322 h 32558"/>
                  <a:gd name="connsiteX11" fmla="*/ 15975 w 31949"/>
                  <a:gd name="connsiteY11" fmla="*/ 19790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949" h="32558">
                    <a:moveTo>
                      <a:pt x="15975" y="0"/>
                    </a:moveTo>
                    <a:cubicBezTo>
                      <a:pt x="7029" y="0"/>
                      <a:pt x="0" y="7022"/>
                      <a:pt x="0" y="15960"/>
                    </a:cubicBezTo>
                    <a:cubicBezTo>
                      <a:pt x="0" y="24897"/>
                      <a:pt x="7029" y="32558"/>
                      <a:pt x="15975" y="32558"/>
                    </a:cubicBezTo>
                    <a:cubicBezTo>
                      <a:pt x="24921" y="32558"/>
                      <a:pt x="31950" y="25536"/>
                      <a:pt x="31950" y="16598"/>
                    </a:cubicBezTo>
                    <a:cubicBezTo>
                      <a:pt x="31950" y="16598"/>
                      <a:pt x="31950" y="16598"/>
                      <a:pt x="31950" y="16598"/>
                    </a:cubicBezTo>
                    <a:cubicBezTo>
                      <a:pt x="31950" y="7661"/>
                      <a:pt x="24921" y="0"/>
                      <a:pt x="15975" y="0"/>
                    </a:cubicBezTo>
                    <a:close/>
                    <a:moveTo>
                      <a:pt x="15975" y="19790"/>
                    </a:moveTo>
                    <a:cubicBezTo>
                      <a:pt x="14058" y="19790"/>
                      <a:pt x="12780" y="18514"/>
                      <a:pt x="12780" y="15960"/>
                    </a:cubicBezTo>
                    <a:cubicBezTo>
                      <a:pt x="12780" y="13406"/>
                      <a:pt x="14058" y="12130"/>
                      <a:pt x="15975" y="12130"/>
                    </a:cubicBezTo>
                    <a:cubicBezTo>
                      <a:pt x="17892" y="12130"/>
                      <a:pt x="19170" y="13406"/>
                      <a:pt x="19170" y="15322"/>
                    </a:cubicBezTo>
                    <a:cubicBezTo>
                      <a:pt x="19170" y="15322"/>
                      <a:pt x="19170" y="15322"/>
                      <a:pt x="19170" y="15322"/>
                    </a:cubicBezTo>
                    <a:cubicBezTo>
                      <a:pt x="19170" y="18514"/>
                      <a:pt x="17892" y="19790"/>
                      <a:pt x="15975" y="19790"/>
                    </a:cubicBezTo>
                    <a:close/>
                  </a:path>
                </a:pathLst>
              </a:custGeom>
              <a:grpFill/>
              <a:ln w="6390" cap="flat">
                <a:noFill/>
                <a:prstDash val="solid"/>
                <a:miter/>
              </a:ln>
            </p:spPr>
            <p:txBody>
              <a:bodyPr rtlCol="0" anchor="ctr"/>
              <a:lstStyle/>
              <a:p>
                <a:endParaRPr lang="en-US"/>
              </a:p>
            </p:txBody>
          </p:sp>
          <p:sp>
            <p:nvSpPr>
              <p:cNvPr id="1030" name="Graphic 4">
                <a:extLst>
                  <a:ext uri="{FF2B5EF4-FFF2-40B4-BE49-F238E27FC236}">
                    <a16:creationId xmlns:a16="http://schemas.microsoft.com/office/drawing/2014/main" id="{5B4B7AF4-7F2A-82CC-7FB8-F8192C58262E}"/>
                  </a:ext>
                </a:extLst>
              </p:cNvPr>
              <p:cNvSpPr/>
              <p:nvPr/>
            </p:nvSpPr>
            <p:spPr>
              <a:xfrm>
                <a:off x="3769424" y="1520827"/>
                <a:ext cx="39047" cy="84967"/>
              </a:xfrm>
              <a:custGeom>
                <a:avLst/>
                <a:gdLst>
                  <a:gd name="connsiteX0" fmla="*/ 30032 w 39047"/>
                  <a:gd name="connsiteY0" fmla="*/ 0 h 84967"/>
                  <a:gd name="connsiteX1" fmla="*/ 8946 w 39047"/>
                  <a:gd name="connsiteY1" fmla="*/ 0 h 84967"/>
                  <a:gd name="connsiteX2" fmla="*/ 2556 w 39047"/>
                  <a:gd name="connsiteY2" fmla="*/ 3192 h 84967"/>
                  <a:gd name="connsiteX3" fmla="*/ 0 w 39047"/>
                  <a:gd name="connsiteY3" fmla="*/ 10214 h 84967"/>
                  <a:gd name="connsiteX4" fmla="*/ 3195 w 39047"/>
                  <a:gd name="connsiteY4" fmla="*/ 75969 h 84967"/>
                  <a:gd name="connsiteX5" fmla="*/ 12780 w 39047"/>
                  <a:gd name="connsiteY5" fmla="*/ 84907 h 84967"/>
                  <a:gd name="connsiteX6" fmla="*/ 26199 w 39047"/>
                  <a:gd name="connsiteY6" fmla="*/ 84907 h 84967"/>
                  <a:gd name="connsiteX7" fmla="*/ 35783 w 39047"/>
                  <a:gd name="connsiteY7" fmla="*/ 75969 h 84967"/>
                  <a:gd name="connsiteX8" fmla="*/ 38978 w 39047"/>
                  <a:gd name="connsiteY8" fmla="*/ 10214 h 84967"/>
                  <a:gd name="connsiteX9" fmla="*/ 30032 w 39047"/>
                  <a:gd name="connsiteY9" fmla="*/ 0 h 84967"/>
                  <a:gd name="connsiteX10" fmla="*/ 23004 w 39047"/>
                  <a:gd name="connsiteY10" fmla="*/ 72139 h 84967"/>
                  <a:gd name="connsiteX11" fmla="*/ 15336 w 39047"/>
                  <a:gd name="connsiteY11" fmla="*/ 72139 h 84967"/>
                  <a:gd name="connsiteX12" fmla="*/ 12141 w 39047"/>
                  <a:gd name="connsiteY12" fmla="*/ 12130 h 84967"/>
                  <a:gd name="connsiteX13" fmla="*/ 25560 w 39047"/>
                  <a:gd name="connsiteY13" fmla="*/ 12130 h 84967"/>
                  <a:gd name="connsiteX14" fmla="*/ 23004 w 39047"/>
                  <a:gd name="connsiteY14" fmla="*/ 72139 h 8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 h="84967">
                    <a:moveTo>
                      <a:pt x="30032" y="0"/>
                    </a:moveTo>
                    <a:lnTo>
                      <a:pt x="8946" y="0"/>
                    </a:lnTo>
                    <a:cubicBezTo>
                      <a:pt x="6390" y="0"/>
                      <a:pt x="3834" y="1277"/>
                      <a:pt x="2556" y="3192"/>
                    </a:cubicBezTo>
                    <a:cubicBezTo>
                      <a:pt x="639" y="5107"/>
                      <a:pt x="0" y="7661"/>
                      <a:pt x="0" y="10214"/>
                    </a:cubicBezTo>
                    <a:lnTo>
                      <a:pt x="3195" y="75969"/>
                    </a:lnTo>
                    <a:cubicBezTo>
                      <a:pt x="3195" y="81077"/>
                      <a:pt x="7668" y="85545"/>
                      <a:pt x="12780" y="84907"/>
                    </a:cubicBezTo>
                    <a:lnTo>
                      <a:pt x="26199" y="84907"/>
                    </a:lnTo>
                    <a:cubicBezTo>
                      <a:pt x="31310" y="84907"/>
                      <a:pt x="35783" y="81077"/>
                      <a:pt x="35783" y="75969"/>
                    </a:cubicBezTo>
                    <a:lnTo>
                      <a:pt x="38978" y="10214"/>
                    </a:lnTo>
                    <a:cubicBezTo>
                      <a:pt x="39617" y="4469"/>
                      <a:pt x="35783" y="0"/>
                      <a:pt x="30032" y="0"/>
                    </a:cubicBezTo>
                    <a:close/>
                    <a:moveTo>
                      <a:pt x="23004" y="72139"/>
                    </a:moveTo>
                    <a:lnTo>
                      <a:pt x="15336" y="72139"/>
                    </a:lnTo>
                    <a:lnTo>
                      <a:pt x="12141" y="12130"/>
                    </a:lnTo>
                    <a:lnTo>
                      <a:pt x="25560" y="12130"/>
                    </a:lnTo>
                    <a:lnTo>
                      <a:pt x="23004" y="72139"/>
                    </a:lnTo>
                    <a:close/>
                  </a:path>
                </a:pathLst>
              </a:custGeom>
              <a:grpFill/>
              <a:ln w="6390" cap="flat">
                <a:noFill/>
                <a:prstDash val="solid"/>
                <a:miter/>
              </a:ln>
            </p:spPr>
            <p:txBody>
              <a:bodyPr rtlCol="0" anchor="ctr"/>
              <a:lstStyle/>
              <a:p>
                <a:endParaRPr lang="en-US"/>
              </a:p>
            </p:txBody>
          </p:sp>
        </p:grpSp>
      </p:grpSp>
      <p:grpSp>
        <p:nvGrpSpPr>
          <p:cNvPr id="1031" name="Group 1030">
            <a:extLst>
              <a:ext uri="{FF2B5EF4-FFF2-40B4-BE49-F238E27FC236}">
                <a16:creationId xmlns:a16="http://schemas.microsoft.com/office/drawing/2014/main" id="{E02A9916-9EB4-9BF5-31DE-EE6832E99EDB}"/>
              </a:ext>
            </a:extLst>
          </p:cNvPr>
          <p:cNvGrpSpPr/>
          <p:nvPr/>
        </p:nvGrpSpPr>
        <p:grpSpPr>
          <a:xfrm>
            <a:off x="675310" y="4420144"/>
            <a:ext cx="365760" cy="368489"/>
            <a:chOff x="4814559" y="3397922"/>
            <a:chExt cx="365760" cy="368489"/>
          </a:xfrm>
        </p:grpSpPr>
        <p:sp>
          <p:nvSpPr>
            <p:cNvPr id="1032" name="Oval 1031">
              <a:extLst>
                <a:ext uri="{FF2B5EF4-FFF2-40B4-BE49-F238E27FC236}">
                  <a16:creationId xmlns:a16="http://schemas.microsoft.com/office/drawing/2014/main" id="{E4727754-35B1-6575-420A-F7BB77A3BF58}"/>
                </a:ext>
              </a:extLst>
            </p:cNvPr>
            <p:cNvSpPr/>
            <p:nvPr/>
          </p:nvSpPr>
          <p:spPr bwMode="gray">
            <a:xfrm>
              <a:off x="4814559" y="3397922"/>
              <a:ext cx="365760" cy="368489"/>
            </a:xfrm>
            <a:prstGeom prst="ellipse">
              <a:avLst/>
            </a:prstGeom>
            <a:solidFill>
              <a:srgbClr val="046A38"/>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1033" name="Graphic 4">
              <a:extLst>
                <a:ext uri="{FF2B5EF4-FFF2-40B4-BE49-F238E27FC236}">
                  <a16:creationId xmlns:a16="http://schemas.microsoft.com/office/drawing/2014/main" id="{5F325FF0-22F9-F894-C857-C6A5A7B38128}"/>
                </a:ext>
              </a:extLst>
            </p:cNvPr>
            <p:cNvGrpSpPr>
              <a:grpSpLocks noChangeAspect="1"/>
            </p:cNvGrpSpPr>
            <p:nvPr/>
          </p:nvGrpSpPr>
          <p:grpSpPr>
            <a:xfrm>
              <a:off x="4860150" y="3445006"/>
              <a:ext cx="274579" cy="274320"/>
              <a:chOff x="2559808" y="2855717"/>
              <a:chExt cx="362313" cy="361971"/>
            </a:xfrm>
            <a:solidFill>
              <a:schemeClr val="bg1"/>
            </a:solidFill>
          </p:grpSpPr>
          <p:sp>
            <p:nvSpPr>
              <p:cNvPr id="1034" name="Graphic 4">
                <a:extLst>
                  <a:ext uri="{FF2B5EF4-FFF2-40B4-BE49-F238E27FC236}">
                    <a16:creationId xmlns:a16="http://schemas.microsoft.com/office/drawing/2014/main" id="{47CCFE7F-CA19-9A1A-E296-C495E7CBB55D}"/>
                  </a:ext>
                </a:extLst>
              </p:cNvPr>
              <p:cNvSpPr/>
              <p:nvPr/>
            </p:nvSpPr>
            <p:spPr>
              <a:xfrm>
                <a:off x="2559808"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234"/>
                      <a:pt x="274767" y="348565"/>
                      <a:pt x="181474" y="349204"/>
                    </a:cubicBezTo>
                    <a:close/>
                  </a:path>
                </a:pathLst>
              </a:custGeom>
              <a:grpFill/>
              <a:ln w="6390" cap="flat">
                <a:noFill/>
                <a:prstDash val="solid"/>
                <a:miter/>
              </a:ln>
            </p:spPr>
            <p:txBody>
              <a:bodyPr rtlCol="0" anchor="ctr"/>
              <a:lstStyle/>
              <a:p>
                <a:endParaRPr lang="en-US"/>
              </a:p>
            </p:txBody>
          </p:sp>
          <p:sp>
            <p:nvSpPr>
              <p:cNvPr id="1035" name="Graphic 4">
                <a:extLst>
                  <a:ext uri="{FF2B5EF4-FFF2-40B4-BE49-F238E27FC236}">
                    <a16:creationId xmlns:a16="http://schemas.microsoft.com/office/drawing/2014/main" id="{B8CD8B05-C147-39F2-9B80-373D2B03081E}"/>
                  </a:ext>
                </a:extLst>
              </p:cNvPr>
              <p:cNvSpPr/>
              <p:nvPr/>
            </p:nvSpPr>
            <p:spPr>
              <a:xfrm>
                <a:off x="2642878" y="2955307"/>
                <a:ext cx="197798" cy="162153"/>
              </a:xfrm>
              <a:custGeom>
                <a:avLst/>
                <a:gdLst>
                  <a:gd name="connsiteX0" fmla="*/ 187225 w 197798"/>
                  <a:gd name="connsiteY0" fmla="*/ 15960 h 162153"/>
                  <a:gd name="connsiteX1" fmla="*/ 162304 w 197798"/>
                  <a:gd name="connsiteY1" fmla="*/ 37666 h 162153"/>
                  <a:gd name="connsiteX2" fmla="*/ 162304 w 197798"/>
                  <a:gd name="connsiteY2" fmla="*/ 6384 h 162153"/>
                  <a:gd name="connsiteX3" fmla="*/ 155914 w 197798"/>
                  <a:gd name="connsiteY3" fmla="*/ 0 h 162153"/>
                  <a:gd name="connsiteX4" fmla="*/ 6390 w 197798"/>
                  <a:gd name="connsiteY4" fmla="*/ 0 h 162153"/>
                  <a:gd name="connsiteX5" fmla="*/ 0 w 197798"/>
                  <a:gd name="connsiteY5" fmla="*/ 6384 h 162153"/>
                  <a:gd name="connsiteX6" fmla="*/ 0 w 197798"/>
                  <a:gd name="connsiteY6" fmla="*/ 155769 h 162153"/>
                  <a:gd name="connsiteX7" fmla="*/ 6390 w 197798"/>
                  <a:gd name="connsiteY7" fmla="*/ 162153 h 162153"/>
                  <a:gd name="connsiteX8" fmla="*/ 155914 w 197798"/>
                  <a:gd name="connsiteY8" fmla="*/ 162153 h 162153"/>
                  <a:gd name="connsiteX9" fmla="*/ 162304 w 197798"/>
                  <a:gd name="connsiteY9" fmla="*/ 155769 h 162153"/>
                  <a:gd name="connsiteX10" fmla="*/ 162304 w 197798"/>
                  <a:gd name="connsiteY10" fmla="*/ 54264 h 162153"/>
                  <a:gd name="connsiteX11" fmla="*/ 195532 w 197798"/>
                  <a:gd name="connsiteY11" fmla="*/ 24898 h 162153"/>
                  <a:gd name="connsiteX12" fmla="*/ 196171 w 197798"/>
                  <a:gd name="connsiteY12" fmla="*/ 15960 h 162153"/>
                  <a:gd name="connsiteX13" fmla="*/ 196171 w 197798"/>
                  <a:gd name="connsiteY13" fmla="*/ 15960 h 162153"/>
                  <a:gd name="connsiteX14" fmla="*/ 187225 w 197798"/>
                  <a:gd name="connsiteY14" fmla="*/ 15960 h 162153"/>
                  <a:gd name="connsiteX15" fmla="*/ 187225 w 197798"/>
                  <a:gd name="connsiteY15" fmla="*/ 15960 h 162153"/>
                  <a:gd name="connsiteX16" fmla="*/ 149524 w 197798"/>
                  <a:gd name="connsiteY16" fmla="*/ 149385 h 162153"/>
                  <a:gd name="connsiteX17" fmla="*/ 12780 w 197798"/>
                  <a:gd name="connsiteY17" fmla="*/ 149385 h 162153"/>
                  <a:gd name="connsiteX18" fmla="*/ 12780 w 197798"/>
                  <a:gd name="connsiteY18" fmla="*/ 12768 h 162153"/>
                  <a:gd name="connsiteX19" fmla="*/ 149524 w 197798"/>
                  <a:gd name="connsiteY19" fmla="*/ 12768 h 162153"/>
                  <a:gd name="connsiteX20" fmla="*/ 149524 w 197798"/>
                  <a:gd name="connsiteY20" fmla="*/ 49157 h 162153"/>
                  <a:gd name="connsiteX21" fmla="*/ 78596 w 197798"/>
                  <a:gd name="connsiteY21" fmla="*/ 111720 h 162153"/>
                  <a:gd name="connsiteX22" fmla="*/ 47285 w 197798"/>
                  <a:gd name="connsiteY22" fmla="*/ 74054 h 162153"/>
                  <a:gd name="connsiteX23" fmla="*/ 38340 w 197798"/>
                  <a:gd name="connsiteY23" fmla="*/ 73416 h 162153"/>
                  <a:gd name="connsiteX24" fmla="*/ 37701 w 197798"/>
                  <a:gd name="connsiteY24" fmla="*/ 82354 h 162153"/>
                  <a:gd name="connsiteX25" fmla="*/ 73484 w 197798"/>
                  <a:gd name="connsiteY25" fmla="*/ 125126 h 162153"/>
                  <a:gd name="connsiteX26" fmla="*/ 73484 w 197798"/>
                  <a:gd name="connsiteY26" fmla="*/ 125126 h 162153"/>
                  <a:gd name="connsiteX27" fmla="*/ 74762 w 197798"/>
                  <a:gd name="connsiteY27" fmla="*/ 126403 h 162153"/>
                  <a:gd name="connsiteX28" fmla="*/ 75401 w 197798"/>
                  <a:gd name="connsiteY28" fmla="*/ 127041 h 162153"/>
                  <a:gd name="connsiteX29" fmla="*/ 77957 w 197798"/>
                  <a:gd name="connsiteY29" fmla="*/ 127680 h 162153"/>
                  <a:gd name="connsiteX30" fmla="*/ 77957 w 197798"/>
                  <a:gd name="connsiteY30" fmla="*/ 127680 h 162153"/>
                  <a:gd name="connsiteX31" fmla="*/ 79874 w 197798"/>
                  <a:gd name="connsiteY31" fmla="*/ 127041 h 162153"/>
                  <a:gd name="connsiteX32" fmla="*/ 80513 w 197798"/>
                  <a:gd name="connsiteY32" fmla="*/ 126403 h 162153"/>
                  <a:gd name="connsiteX33" fmla="*/ 81791 w 197798"/>
                  <a:gd name="connsiteY33" fmla="*/ 125765 h 162153"/>
                  <a:gd name="connsiteX34" fmla="*/ 81791 w 197798"/>
                  <a:gd name="connsiteY34" fmla="*/ 125765 h 162153"/>
                  <a:gd name="connsiteX35" fmla="*/ 149524 w 197798"/>
                  <a:gd name="connsiteY35" fmla="*/ 66394 h 162153"/>
                  <a:gd name="connsiteX36" fmla="*/ 149524 w 197798"/>
                  <a:gd name="connsiteY36" fmla="*/ 149385 h 1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798" h="162153">
                    <a:moveTo>
                      <a:pt x="187225" y="15960"/>
                    </a:moveTo>
                    <a:lnTo>
                      <a:pt x="162304" y="37666"/>
                    </a:lnTo>
                    <a:lnTo>
                      <a:pt x="162304" y="6384"/>
                    </a:lnTo>
                    <a:cubicBezTo>
                      <a:pt x="162304" y="2554"/>
                      <a:pt x="159748" y="0"/>
                      <a:pt x="155914" y="0"/>
                    </a:cubicBezTo>
                    <a:lnTo>
                      <a:pt x="6390" y="0"/>
                    </a:lnTo>
                    <a:cubicBezTo>
                      <a:pt x="2556" y="0"/>
                      <a:pt x="0" y="2554"/>
                      <a:pt x="0" y="6384"/>
                    </a:cubicBezTo>
                    <a:lnTo>
                      <a:pt x="0" y="155769"/>
                    </a:lnTo>
                    <a:cubicBezTo>
                      <a:pt x="0" y="159600"/>
                      <a:pt x="2556" y="162153"/>
                      <a:pt x="6390" y="162153"/>
                    </a:cubicBezTo>
                    <a:lnTo>
                      <a:pt x="155914" y="162153"/>
                    </a:lnTo>
                    <a:cubicBezTo>
                      <a:pt x="159748" y="162153"/>
                      <a:pt x="162304" y="159600"/>
                      <a:pt x="162304" y="155769"/>
                    </a:cubicBezTo>
                    <a:lnTo>
                      <a:pt x="162304" y="54264"/>
                    </a:lnTo>
                    <a:lnTo>
                      <a:pt x="195532" y="24898"/>
                    </a:lnTo>
                    <a:cubicBezTo>
                      <a:pt x="198088" y="22344"/>
                      <a:pt x="198727" y="18514"/>
                      <a:pt x="196171" y="15960"/>
                    </a:cubicBezTo>
                    <a:cubicBezTo>
                      <a:pt x="196171" y="15960"/>
                      <a:pt x="196171" y="15960"/>
                      <a:pt x="196171" y="15960"/>
                    </a:cubicBezTo>
                    <a:cubicBezTo>
                      <a:pt x="194254" y="13406"/>
                      <a:pt x="189781" y="13406"/>
                      <a:pt x="187225" y="15960"/>
                    </a:cubicBezTo>
                    <a:cubicBezTo>
                      <a:pt x="187225" y="15960"/>
                      <a:pt x="187225" y="15960"/>
                      <a:pt x="187225" y="15960"/>
                    </a:cubicBezTo>
                    <a:close/>
                    <a:moveTo>
                      <a:pt x="149524" y="149385"/>
                    </a:moveTo>
                    <a:lnTo>
                      <a:pt x="12780" y="149385"/>
                    </a:lnTo>
                    <a:lnTo>
                      <a:pt x="12780" y="12768"/>
                    </a:lnTo>
                    <a:lnTo>
                      <a:pt x="149524" y="12768"/>
                    </a:lnTo>
                    <a:lnTo>
                      <a:pt x="149524" y="49157"/>
                    </a:lnTo>
                    <a:lnTo>
                      <a:pt x="78596" y="111720"/>
                    </a:lnTo>
                    <a:lnTo>
                      <a:pt x="47285" y="74054"/>
                    </a:lnTo>
                    <a:cubicBezTo>
                      <a:pt x="44730" y="71501"/>
                      <a:pt x="40896" y="70862"/>
                      <a:pt x="38340" y="73416"/>
                    </a:cubicBezTo>
                    <a:cubicBezTo>
                      <a:pt x="35784" y="75970"/>
                      <a:pt x="35145" y="79800"/>
                      <a:pt x="37701" y="82354"/>
                    </a:cubicBezTo>
                    <a:lnTo>
                      <a:pt x="73484" y="125126"/>
                    </a:lnTo>
                    <a:lnTo>
                      <a:pt x="73484" y="125126"/>
                    </a:lnTo>
                    <a:cubicBezTo>
                      <a:pt x="74123" y="125765"/>
                      <a:pt x="74123" y="125765"/>
                      <a:pt x="74762" y="126403"/>
                    </a:cubicBezTo>
                    <a:lnTo>
                      <a:pt x="75401" y="127041"/>
                    </a:lnTo>
                    <a:cubicBezTo>
                      <a:pt x="76040" y="127680"/>
                      <a:pt x="77318" y="127680"/>
                      <a:pt x="77957" y="127680"/>
                    </a:cubicBezTo>
                    <a:lnTo>
                      <a:pt x="77957" y="127680"/>
                    </a:lnTo>
                    <a:cubicBezTo>
                      <a:pt x="78596" y="127680"/>
                      <a:pt x="79235" y="127680"/>
                      <a:pt x="79874" y="127041"/>
                    </a:cubicBezTo>
                    <a:lnTo>
                      <a:pt x="80513" y="126403"/>
                    </a:lnTo>
                    <a:cubicBezTo>
                      <a:pt x="81152" y="126403"/>
                      <a:pt x="81152" y="125765"/>
                      <a:pt x="81791" y="125765"/>
                    </a:cubicBezTo>
                    <a:lnTo>
                      <a:pt x="81791" y="125765"/>
                    </a:lnTo>
                    <a:lnTo>
                      <a:pt x="149524" y="66394"/>
                    </a:lnTo>
                    <a:lnTo>
                      <a:pt x="149524" y="149385"/>
                    </a:lnTo>
                    <a:close/>
                  </a:path>
                </a:pathLst>
              </a:custGeom>
              <a:grpFill/>
              <a:ln w="6390" cap="flat">
                <a:noFill/>
                <a:prstDash val="solid"/>
                <a:miter/>
              </a:ln>
            </p:spPr>
            <p:txBody>
              <a:bodyPr rtlCol="0" anchor="ctr"/>
              <a:lstStyle/>
              <a:p>
                <a:endParaRPr lang="en-US"/>
              </a:p>
            </p:txBody>
          </p:sp>
        </p:grpSp>
      </p:grpSp>
      <p:grpSp>
        <p:nvGrpSpPr>
          <p:cNvPr id="1036" name="Group 1035">
            <a:extLst>
              <a:ext uri="{FF2B5EF4-FFF2-40B4-BE49-F238E27FC236}">
                <a16:creationId xmlns:a16="http://schemas.microsoft.com/office/drawing/2014/main" id="{7EDD93B9-0B3B-6992-6577-2D1ACA204038}"/>
              </a:ext>
            </a:extLst>
          </p:cNvPr>
          <p:cNvGrpSpPr/>
          <p:nvPr/>
        </p:nvGrpSpPr>
        <p:grpSpPr>
          <a:xfrm>
            <a:off x="675066" y="5144126"/>
            <a:ext cx="365760" cy="368489"/>
            <a:chOff x="4814559" y="2818252"/>
            <a:chExt cx="365760" cy="368489"/>
          </a:xfrm>
        </p:grpSpPr>
        <p:sp>
          <p:nvSpPr>
            <p:cNvPr id="1037" name="Oval 1036">
              <a:extLst>
                <a:ext uri="{FF2B5EF4-FFF2-40B4-BE49-F238E27FC236}">
                  <a16:creationId xmlns:a16="http://schemas.microsoft.com/office/drawing/2014/main" id="{6F48B90A-5C72-3D9B-8A54-21FB152F5282}"/>
                </a:ext>
              </a:extLst>
            </p:cNvPr>
            <p:cNvSpPr/>
            <p:nvPr/>
          </p:nvSpPr>
          <p:spPr bwMode="gray">
            <a:xfrm>
              <a:off x="4814559" y="2818252"/>
              <a:ext cx="365760" cy="368489"/>
            </a:xfrm>
            <a:prstGeom prst="ellipse">
              <a:avLst/>
            </a:prstGeom>
            <a:solidFill>
              <a:srgbClr val="0097A9"/>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1038" name="Graphic 4">
              <a:extLst>
                <a:ext uri="{FF2B5EF4-FFF2-40B4-BE49-F238E27FC236}">
                  <a16:creationId xmlns:a16="http://schemas.microsoft.com/office/drawing/2014/main" id="{327D16FC-CC66-1A83-AC03-F0A05417929D}"/>
                </a:ext>
              </a:extLst>
            </p:cNvPr>
            <p:cNvGrpSpPr>
              <a:grpSpLocks noChangeAspect="1"/>
            </p:cNvGrpSpPr>
            <p:nvPr/>
          </p:nvGrpSpPr>
          <p:grpSpPr>
            <a:xfrm>
              <a:off x="4860393" y="2865336"/>
              <a:ext cx="274092" cy="274320"/>
              <a:chOff x="467104" y="2371173"/>
              <a:chExt cx="362309" cy="362610"/>
            </a:xfrm>
            <a:solidFill>
              <a:schemeClr val="bg1"/>
            </a:solidFill>
          </p:grpSpPr>
          <p:sp>
            <p:nvSpPr>
              <p:cNvPr id="1039" name="Graphic 4">
                <a:extLst>
                  <a:ext uri="{FF2B5EF4-FFF2-40B4-BE49-F238E27FC236}">
                    <a16:creationId xmlns:a16="http://schemas.microsoft.com/office/drawing/2014/main" id="{052B7D30-06FD-F99A-FF48-9F11F6B78675}"/>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grpFill/>
              <a:ln w="6390" cap="flat">
                <a:noFill/>
                <a:prstDash val="solid"/>
                <a:miter/>
              </a:ln>
            </p:spPr>
            <p:txBody>
              <a:bodyPr rtlCol="0" anchor="ctr"/>
              <a:lstStyle/>
              <a:p>
                <a:endParaRPr lang="en-US"/>
              </a:p>
            </p:txBody>
          </p:sp>
          <p:sp>
            <p:nvSpPr>
              <p:cNvPr id="1040" name="Graphic 4">
                <a:extLst>
                  <a:ext uri="{FF2B5EF4-FFF2-40B4-BE49-F238E27FC236}">
                    <a16:creationId xmlns:a16="http://schemas.microsoft.com/office/drawing/2014/main" id="{643C4A89-04B8-09F9-3439-07CA0F13CEBE}"/>
                  </a:ext>
                </a:extLst>
              </p:cNvPr>
              <p:cNvSpPr/>
              <p:nvPr/>
            </p:nvSpPr>
            <p:spPr>
              <a:xfrm>
                <a:off x="537393" y="2456080"/>
                <a:ext cx="221380" cy="192157"/>
              </a:xfrm>
              <a:custGeom>
                <a:avLst/>
                <a:gdLst>
                  <a:gd name="connsiteX0" fmla="*/ 215980 w 221380"/>
                  <a:gd name="connsiteY0" fmla="*/ 30005 h 192157"/>
                  <a:gd name="connsiteX1" fmla="*/ 147608 w 221380"/>
                  <a:gd name="connsiteY1" fmla="*/ 30005 h 192157"/>
                  <a:gd name="connsiteX2" fmla="*/ 147608 w 221380"/>
                  <a:gd name="connsiteY2" fmla="*/ 6384 h 192157"/>
                  <a:gd name="connsiteX3" fmla="*/ 141218 w 221380"/>
                  <a:gd name="connsiteY3" fmla="*/ 0 h 192157"/>
                  <a:gd name="connsiteX4" fmla="*/ 81791 w 221380"/>
                  <a:gd name="connsiteY4" fmla="*/ 0 h 192157"/>
                  <a:gd name="connsiteX5" fmla="*/ 75401 w 221380"/>
                  <a:gd name="connsiteY5" fmla="*/ 6384 h 192157"/>
                  <a:gd name="connsiteX6" fmla="*/ 75401 w 221380"/>
                  <a:gd name="connsiteY6" fmla="*/ 30005 h 192157"/>
                  <a:gd name="connsiteX7" fmla="*/ 6390 w 221380"/>
                  <a:gd name="connsiteY7" fmla="*/ 30005 h 192157"/>
                  <a:gd name="connsiteX8" fmla="*/ 0 w 221380"/>
                  <a:gd name="connsiteY8" fmla="*/ 36389 h 192157"/>
                  <a:gd name="connsiteX9" fmla="*/ 0 w 221380"/>
                  <a:gd name="connsiteY9" fmla="*/ 111081 h 192157"/>
                  <a:gd name="connsiteX10" fmla="*/ 6390 w 221380"/>
                  <a:gd name="connsiteY10" fmla="*/ 117465 h 192157"/>
                  <a:gd name="connsiteX11" fmla="*/ 14697 w 221380"/>
                  <a:gd name="connsiteY11" fmla="*/ 117465 h 192157"/>
                  <a:gd name="connsiteX12" fmla="*/ 14697 w 221380"/>
                  <a:gd name="connsiteY12" fmla="*/ 185774 h 192157"/>
                  <a:gd name="connsiteX13" fmla="*/ 21087 w 221380"/>
                  <a:gd name="connsiteY13" fmla="*/ 192158 h 192157"/>
                  <a:gd name="connsiteX14" fmla="*/ 200005 w 221380"/>
                  <a:gd name="connsiteY14" fmla="*/ 192158 h 192157"/>
                  <a:gd name="connsiteX15" fmla="*/ 206395 w 221380"/>
                  <a:gd name="connsiteY15" fmla="*/ 185774 h 192157"/>
                  <a:gd name="connsiteX16" fmla="*/ 206395 w 221380"/>
                  <a:gd name="connsiteY16" fmla="*/ 117465 h 192157"/>
                  <a:gd name="connsiteX17" fmla="*/ 214702 w 221380"/>
                  <a:gd name="connsiteY17" fmla="*/ 117465 h 192157"/>
                  <a:gd name="connsiteX18" fmla="*/ 221092 w 221380"/>
                  <a:gd name="connsiteY18" fmla="*/ 111081 h 192157"/>
                  <a:gd name="connsiteX19" fmla="*/ 221092 w 221380"/>
                  <a:gd name="connsiteY19" fmla="*/ 36389 h 192157"/>
                  <a:gd name="connsiteX20" fmla="*/ 215980 w 221380"/>
                  <a:gd name="connsiteY20" fmla="*/ 30005 h 192157"/>
                  <a:gd name="connsiteX21" fmla="*/ 88181 w 221380"/>
                  <a:gd name="connsiteY21" fmla="*/ 12768 h 192157"/>
                  <a:gd name="connsiteX22" fmla="*/ 134828 w 221380"/>
                  <a:gd name="connsiteY22" fmla="*/ 12768 h 192157"/>
                  <a:gd name="connsiteX23" fmla="*/ 134828 w 221380"/>
                  <a:gd name="connsiteY23" fmla="*/ 30005 h 192157"/>
                  <a:gd name="connsiteX24" fmla="*/ 87542 w 221380"/>
                  <a:gd name="connsiteY24" fmla="*/ 30005 h 192157"/>
                  <a:gd name="connsiteX25" fmla="*/ 88181 w 221380"/>
                  <a:gd name="connsiteY25" fmla="*/ 12768 h 192157"/>
                  <a:gd name="connsiteX26" fmla="*/ 194893 w 221380"/>
                  <a:gd name="connsiteY26" fmla="*/ 179390 h 192157"/>
                  <a:gd name="connsiteX27" fmla="*/ 28755 w 221380"/>
                  <a:gd name="connsiteY27" fmla="*/ 179390 h 192157"/>
                  <a:gd name="connsiteX28" fmla="*/ 28755 w 221380"/>
                  <a:gd name="connsiteY28" fmla="*/ 117465 h 192157"/>
                  <a:gd name="connsiteX29" fmla="*/ 60704 w 221380"/>
                  <a:gd name="connsiteY29" fmla="*/ 117465 h 192157"/>
                  <a:gd name="connsiteX30" fmla="*/ 60704 w 221380"/>
                  <a:gd name="connsiteY30" fmla="*/ 125764 h 192157"/>
                  <a:gd name="connsiteX31" fmla="*/ 67094 w 221380"/>
                  <a:gd name="connsiteY31" fmla="*/ 132148 h 192157"/>
                  <a:gd name="connsiteX32" fmla="*/ 73484 w 221380"/>
                  <a:gd name="connsiteY32" fmla="*/ 125764 h 192157"/>
                  <a:gd name="connsiteX33" fmla="*/ 73484 w 221380"/>
                  <a:gd name="connsiteY33" fmla="*/ 117465 h 192157"/>
                  <a:gd name="connsiteX34" fmla="*/ 150164 w 221380"/>
                  <a:gd name="connsiteY34" fmla="*/ 117465 h 192157"/>
                  <a:gd name="connsiteX35" fmla="*/ 150164 w 221380"/>
                  <a:gd name="connsiteY35" fmla="*/ 125764 h 192157"/>
                  <a:gd name="connsiteX36" fmla="*/ 156553 w 221380"/>
                  <a:gd name="connsiteY36" fmla="*/ 132148 h 192157"/>
                  <a:gd name="connsiteX37" fmla="*/ 162943 w 221380"/>
                  <a:gd name="connsiteY37" fmla="*/ 125764 h 192157"/>
                  <a:gd name="connsiteX38" fmla="*/ 162943 w 221380"/>
                  <a:gd name="connsiteY38" fmla="*/ 117465 h 192157"/>
                  <a:gd name="connsiteX39" fmla="*/ 194893 w 221380"/>
                  <a:gd name="connsiteY39" fmla="*/ 117465 h 192157"/>
                  <a:gd name="connsiteX40" fmla="*/ 194893 w 221380"/>
                  <a:gd name="connsiteY40" fmla="*/ 179390 h 192157"/>
                  <a:gd name="connsiteX41" fmla="*/ 209590 w 221380"/>
                  <a:gd name="connsiteY41" fmla="*/ 104697 h 192157"/>
                  <a:gd name="connsiteX42" fmla="*/ 162943 w 221380"/>
                  <a:gd name="connsiteY42" fmla="*/ 104697 h 192157"/>
                  <a:gd name="connsiteX43" fmla="*/ 162943 w 221380"/>
                  <a:gd name="connsiteY43" fmla="*/ 96398 h 192157"/>
                  <a:gd name="connsiteX44" fmla="*/ 156553 w 221380"/>
                  <a:gd name="connsiteY44" fmla="*/ 90014 h 192157"/>
                  <a:gd name="connsiteX45" fmla="*/ 150164 w 221380"/>
                  <a:gd name="connsiteY45" fmla="*/ 96398 h 192157"/>
                  <a:gd name="connsiteX46" fmla="*/ 150164 w 221380"/>
                  <a:gd name="connsiteY46" fmla="*/ 104697 h 192157"/>
                  <a:gd name="connsiteX47" fmla="*/ 73484 w 221380"/>
                  <a:gd name="connsiteY47" fmla="*/ 104697 h 192157"/>
                  <a:gd name="connsiteX48" fmla="*/ 73484 w 221380"/>
                  <a:gd name="connsiteY48" fmla="*/ 96398 h 192157"/>
                  <a:gd name="connsiteX49" fmla="*/ 67094 w 221380"/>
                  <a:gd name="connsiteY49" fmla="*/ 90014 h 192157"/>
                  <a:gd name="connsiteX50" fmla="*/ 60704 w 221380"/>
                  <a:gd name="connsiteY50" fmla="*/ 96398 h 192157"/>
                  <a:gd name="connsiteX51" fmla="*/ 60704 w 221380"/>
                  <a:gd name="connsiteY51" fmla="*/ 104697 h 192157"/>
                  <a:gd name="connsiteX52" fmla="*/ 13419 w 221380"/>
                  <a:gd name="connsiteY52" fmla="*/ 104697 h 192157"/>
                  <a:gd name="connsiteX53" fmla="*/ 13419 w 221380"/>
                  <a:gd name="connsiteY53" fmla="*/ 42773 h 192157"/>
                  <a:gd name="connsiteX54" fmla="*/ 209590 w 221380"/>
                  <a:gd name="connsiteY54" fmla="*/ 42773 h 192157"/>
                  <a:gd name="connsiteX55" fmla="*/ 209590 w 221380"/>
                  <a:gd name="connsiteY55" fmla="*/ 104697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21380" h="192157">
                    <a:moveTo>
                      <a:pt x="215980" y="30005"/>
                    </a:moveTo>
                    <a:lnTo>
                      <a:pt x="147608" y="30005"/>
                    </a:lnTo>
                    <a:lnTo>
                      <a:pt x="147608" y="6384"/>
                    </a:lnTo>
                    <a:cubicBezTo>
                      <a:pt x="147608" y="2554"/>
                      <a:pt x="145052" y="0"/>
                      <a:pt x="141218" y="0"/>
                    </a:cubicBezTo>
                    <a:lnTo>
                      <a:pt x="81791" y="0"/>
                    </a:lnTo>
                    <a:cubicBezTo>
                      <a:pt x="77957" y="0"/>
                      <a:pt x="75401" y="2554"/>
                      <a:pt x="75401" y="6384"/>
                    </a:cubicBezTo>
                    <a:lnTo>
                      <a:pt x="75401" y="30005"/>
                    </a:lnTo>
                    <a:lnTo>
                      <a:pt x="6390" y="30005"/>
                    </a:lnTo>
                    <a:cubicBezTo>
                      <a:pt x="2556" y="30005"/>
                      <a:pt x="0" y="32558"/>
                      <a:pt x="0" y="36389"/>
                    </a:cubicBezTo>
                    <a:lnTo>
                      <a:pt x="0" y="111081"/>
                    </a:lnTo>
                    <a:cubicBezTo>
                      <a:pt x="0" y="114912"/>
                      <a:pt x="2556" y="117465"/>
                      <a:pt x="6390" y="117465"/>
                    </a:cubicBezTo>
                    <a:lnTo>
                      <a:pt x="14697" y="117465"/>
                    </a:lnTo>
                    <a:lnTo>
                      <a:pt x="14697" y="185774"/>
                    </a:lnTo>
                    <a:cubicBezTo>
                      <a:pt x="14697" y="189604"/>
                      <a:pt x="17253" y="192158"/>
                      <a:pt x="21087" y="192158"/>
                    </a:cubicBezTo>
                    <a:lnTo>
                      <a:pt x="200005" y="192158"/>
                    </a:lnTo>
                    <a:cubicBezTo>
                      <a:pt x="203839" y="192158"/>
                      <a:pt x="206395" y="189604"/>
                      <a:pt x="206395" y="185774"/>
                    </a:cubicBezTo>
                    <a:lnTo>
                      <a:pt x="206395" y="117465"/>
                    </a:lnTo>
                    <a:lnTo>
                      <a:pt x="214702" y="117465"/>
                    </a:lnTo>
                    <a:cubicBezTo>
                      <a:pt x="218536" y="117465"/>
                      <a:pt x="221092" y="114912"/>
                      <a:pt x="221092" y="111081"/>
                    </a:cubicBezTo>
                    <a:lnTo>
                      <a:pt x="221092" y="36389"/>
                    </a:lnTo>
                    <a:cubicBezTo>
                      <a:pt x="222370" y="32558"/>
                      <a:pt x="219175" y="30005"/>
                      <a:pt x="215980" y="30005"/>
                    </a:cubicBezTo>
                    <a:close/>
                    <a:moveTo>
                      <a:pt x="88181" y="12768"/>
                    </a:moveTo>
                    <a:lnTo>
                      <a:pt x="134828" y="12768"/>
                    </a:lnTo>
                    <a:lnTo>
                      <a:pt x="134828" y="30005"/>
                    </a:lnTo>
                    <a:lnTo>
                      <a:pt x="87542" y="30005"/>
                    </a:lnTo>
                    <a:lnTo>
                      <a:pt x="88181" y="12768"/>
                    </a:lnTo>
                    <a:close/>
                    <a:moveTo>
                      <a:pt x="194893" y="179390"/>
                    </a:moveTo>
                    <a:lnTo>
                      <a:pt x="28755" y="179390"/>
                    </a:lnTo>
                    <a:lnTo>
                      <a:pt x="28755" y="117465"/>
                    </a:lnTo>
                    <a:lnTo>
                      <a:pt x="60704" y="117465"/>
                    </a:lnTo>
                    <a:lnTo>
                      <a:pt x="60704" y="125764"/>
                    </a:lnTo>
                    <a:cubicBezTo>
                      <a:pt x="60704" y="129595"/>
                      <a:pt x="63260" y="132148"/>
                      <a:pt x="67094" y="132148"/>
                    </a:cubicBezTo>
                    <a:cubicBezTo>
                      <a:pt x="70928" y="132148"/>
                      <a:pt x="73484" y="129595"/>
                      <a:pt x="73484" y="125764"/>
                    </a:cubicBezTo>
                    <a:lnTo>
                      <a:pt x="73484" y="117465"/>
                    </a:lnTo>
                    <a:lnTo>
                      <a:pt x="150164" y="117465"/>
                    </a:lnTo>
                    <a:lnTo>
                      <a:pt x="150164" y="125764"/>
                    </a:lnTo>
                    <a:cubicBezTo>
                      <a:pt x="150164" y="129595"/>
                      <a:pt x="152720" y="132148"/>
                      <a:pt x="156553" y="132148"/>
                    </a:cubicBezTo>
                    <a:cubicBezTo>
                      <a:pt x="160387" y="132148"/>
                      <a:pt x="162943" y="129595"/>
                      <a:pt x="162943" y="125764"/>
                    </a:cubicBezTo>
                    <a:lnTo>
                      <a:pt x="162943" y="117465"/>
                    </a:lnTo>
                    <a:lnTo>
                      <a:pt x="194893" y="117465"/>
                    </a:lnTo>
                    <a:lnTo>
                      <a:pt x="194893" y="179390"/>
                    </a:lnTo>
                    <a:close/>
                    <a:moveTo>
                      <a:pt x="209590" y="104697"/>
                    </a:moveTo>
                    <a:lnTo>
                      <a:pt x="162943" y="104697"/>
                    </a:lnTo>
                    <a:lnTo>
                      <a:pt x="162943" y="96398"/>
                    </a:lnTo>
                    <a:cubicBezTo>
                      <a:pt x="162943" y="92568"/>
                      <a:pt x="160387" y="90014"/>
                      <a:pt x="156553" y="90014"/>
                    </a:cubicBezTo>
                    <a:cubicBezTo>
                      <a:pt x="152720" y="90014"/>
                      <a:pt x="150164" y="92568"/>
                      <a:pt x="150164" y="96398"/>
                    </a:cubicBezTo>
                    <a:lnTo>
                      <a:pt x="150164" y="104697"/>
                    </a:lnTo>
                    <a:lnTo>
                      <a:pt x="73484" y="104697"/>
                    </a:lnTo>
                    <a:lnTo>
                      <a:pt x="73484" y="96398"/>
                    </a:lnTo>
                    <a:cubicBezTo>
                      <a:pt x="73484" y="92568"/>
                      <a:pt x="70928" y="90014"/>
                      <a:pt x="67094" y="90014"/>
                    </a:cubicBezTo>
                    <a:cubicBezTo>
                      <a:pt x="63260" y="90014"/>
                      <a:pt x="60704" y="92568"/>
                      <a:pt x="60704" y="96398"/>
                    </a:cubicBezTo>
                    <a:lnTo>
                      <a:pt x="60704" y="104697"/>
                    </a:lnTo>
                    <a:lnTo>
                      <a:pt x="13419" y="104697"/>
                    </a:lnTo>
                    <a:lnTo>
                      <a:pt x="13419" y="42773"/>
                    </a:lnTo>
                    <a:lnTo>
                      <a:pt x="209590" y="42773"/>
                    </a:lnTo>
                    <a:lnTo>
                      <a:pt x="209590" y="104697"/>
                    </a:lnTo>
                    <a:close/>
                  </a:path>
                </a:pathLst>
              </a:custGeom>
              <a:grpFill/>
              <a:ln w="6390" cap="flat">
                <a:noFill/>
                <a:prstDash val="solid"/>
                <a:miter/>
              </a:ln>
            </p:spPr>
            <p:txBody>
              <a:bodyPr rtlCol="0" anchor="ctr"/>
              <a:lstStyle/>
              <a:p>
                <a:endParaRPr lang="en-US"/>
              </a:p>
            </p:txBody>
          </p:sp>
        </p:grpSp>
      </p:grpSp>
      <p:grpSp>
        <p:nvGrpSpPr>
          <p:cNvPr id="1041" name="Group 1040">
            <a:extLst>
              <a:ext uri="{FF2B5EF4-FFF2-40B4-BE49-F238E27FC236}">
                <a16:creationId xmlns:a16="http://schemas.microsoft.com/office/drawing/2014/main" id="{937BA54A-09A8-AF4A-01E6-4CE973533625}"/>
              </a:ext>
            </a:extLst>
          </p:cNvPr>
          <p:cNvGrpSpPr/>
          <p:nvPr/>
        </p:nvGrpSpPr>
        <p:grpSpPr>
          <a:xfrm>
            <a:off x="673848" y="5843487"/>
            <a:ext cx="365760" cy="368489"/>
            <a:chOff x="4814559" y="4009126"/>
            <a:chExt cx="365760" cy="368489"/>
          </a:xfrm>
        </p:grpSpPr>
        <p:sp>
          <p:nvSpPr>
            <p:cNvPr id="1042" name="Oval 1041">
              <a:extLst>
                <a:ext uri="{FF2B5EF4-FFF2-40B4-BE49-F238E27FC236}">
                  <a16:creationId xmlns:a16="http://schemas.microsoft.com/office/drawing/2014/main" id="{C6290841-752C-FDE3-C64B-C6508252248B}"/>
                </a:ext>
              </a:extLst>
            </p:cNvPr>
            <p:cNvSpPr/>
            <p:nvPr/>
          </p:nvSpPr>
          <p:spPr bwMode="gray">
            <a:xfrm>
              <a:off x="4814559" y="4009126"/>
              <a:ext cx="365760" cy="368489"/>
            </a:xfrm>
            <a:prstGeom prst="ellipse">
              <a:avLst/>
            </a:prstGeom>
            <a:solidFill>
              <a:schemeClr val="bg1">
                <a:lumMod val="6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1043" name="Graphic 4">
              <a:extLst>
                <a:ext uri="{FF2B5EF4-FFF2-40B4-BE49-F238E27FC236}">
                  <a16:creationId xmlns:a16="http://schemas.microsoft.com/office/drawing/2014/main" id="{6A316711-2275-128E-7E35-9F73D96E3B7A}"/>
                </a:ext>
              </a:extLst>
            </p:cNvPr>
            <p:cNvGrpSpPr>
              <a:grpSpLocks noChangeAspect="1"/>
            </p:cNvGrpSpPr>
            <p:nvPr/>
          </p:nvGrpSpPr>
          <p:grpSpPr>
            <a:xfrm>
              <a:off x="4860151" y="4056210"/>
              <a:ext cx="274576" cy="274320"/>
              <a:chOff x="3607758" y="4793256"/>
              <a:chExt cx="362309" cy="361971"/>
            </a:xfrm>
            <a:solidFill>
              <a:schemeClr val="bg1"/>
            </a:solidFill>
          </p:grpSpPr>
          <p:sp>
            <p:nvSpPr>
              <p:cNvPr id="1044" name="Graphic 4">
                <a:extLst>
                  <a:ext uri="{FF2B5EF4-FFF2-40B4-BE49-F238E27FC236}">
                    <a16:creationId xmlns:a16="http://schemas.microsoft.com/office/drawing/2014/main" id="{693F9FB5-A936-FC82-04BB-B82AFCAC3BB5}"/>
                  </a:ext>
                </a:extLst>
              </p:cNvPr>
              <p:cNvSpPr/>
              <p:nvPr/>
            </p:nvSpPr>
            <p:spPr>
              <a:xfrm>
                <a:off x="3607758"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6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6" y="12129"/>
                    </a:cubicBezTo>
                    <a:cubicBezTo>
                      <a:pt x="274128" y="12129"/>
                      <a:pt x="349530" y="87461"/>
                      <a:pt x="349530" y="180028"/>
                    </a:cubicBezTo>
                    <a:lnTo>
                      <a:pt x="349530" y="180028"/>
                    </a:lnTo>
                    <a:cubicBezTo>
                      <a:pt x="349530" y="273234"/>
                      <a:pt x="274128" y="348565"/>
                      <a:pt x="181474" y="348565"/>
                    </a:cubicBezTo>
                    <a:close/>
                  </a:path>
                </a:pathLst>
              </a:custGeom>
              <a:grpFill/>
              <a:ln w="6390" cap="flat">
                <a:noFill/>
                <a:prstDash val="solid"/>
                <a:miter/>
              </a:ln>
            </p:spPr>
            <p:txBody>
              <a:bodyPr rtlCol="0" anchor="ctr"/>
              <a:lstStyle/>
              <a:p>
                <a:endParaRPr lang="en-US"/>
              </a:p>
            </p:txBody>
          </p:sp>
          <p:sp>
            <p:nvSpPr>
              <p:cNvPr id="1045" name="Graphic 4">
                <a:extLst>
                  <a:ext uri="{FF2B5EF4-FFF2-40B4-BE49-F238E27FC236}">
                    <a16:creationId xmlns:a16="http://schemas.microsoft.com/office/drawing/2014/main" id="{EE0A52A3-AA85-F194-1824-784F7F9EB85B}"/>
                  </a:ext>
                </a:extLst>
              </p:cNvPr>
              <p:cNvSpPr/>
              <p:nvPr/>
            </p:nvSpPr>
            <p:spPr>
              <a:xfrm>
                <a:off x="3723579" y="4918891"/>
                <a:ext cx="133222" cy="115679"/>
              </a:xfrm>
              <a:custGeom>
                <a:avLst/>
                <a:gdLst>
                  <a:gd name="connsiteX0" fmla="*/ 126357 w 133222"/>
                  <a:gd name="connsiteY0" fmla="*/ 94612 h 115679"/>
                  <a:gd name="connsiteX1" fmla="*/ 109744 w 133222"/>
                  <a:gd name="connsiteY1" fmla="*/ 85674 h 115679"/>
                  <a:gd name="connsiteX2" fmla="*/ 96964 w 133222"/>
                  <a:gd name="connsiteY2" fmla="*/ 84398 h 115679"/>
                  <a:gd name="connsiteX3" fmla="*/ 89935 w 133222"/>
                  <a:gd name="connsiteY3" fmla="*/ 80567 h 115679"/>
                  <a:gd name="connsiteX4" fmla="*/ 98881 w 133222"/>
                  <a:gd name="connsiteY4" fmla="*/ 19919 h 115679"/>
                  <a:gd name="connsiteX5" fmla="*/ 66931 w 133222"/>
                  <a:gd name="connsiteY5" fmla="*/ 129 h 115679"/>
                  <a:gd name="connsiteX6" fmla="*/ 34342 w 133222"/>
                  <a:gd name="connsiteY6" fmla="*/ 19281 h 115679"/>
                  <a:gd name="connsiteX7" fmla="*/ 45205 w 133222"/>
                  <a:gd name="connsiteY7" fmla="*/ 80567 h 115679"/>
                  <a:gd name="connsiteX8" fmla="*/ 38176 w 133222"/>
                  <a:gd name="connsiteY8" fmla="*/ 84398 h 115679"/>
                  <a:gd name="connsiteX9" fmla="*/ 25396 w 133222"/>
                  <a:gd name="connsiteY9" fmla="*/ 85674 h 115679"/>
                  <a:gd name="connsiteX10" fmla="*/ 8782 w 133222"/>
                  <a:gd name="connsiteY10" fmla="*/ 94612 h 115679"/>
                  <a:gd name="connsiteX11" fmla="*/ 1115 w 133222"/>
                  <a:gd name="connsiteY11" fmla="*/ 104826 h 115679"/>
                  <a:gd name="connsiteX12" fmla="*/ 2392 w 133222"/>
                  <a:gd name="connsiteY12" fmla="*/ 113764 h 115679"/>
                  <a:gd name="connsiteX13" fmla="*/ 11339 w 133222"/>
                  <a:gd name="connsiteY13" fmla="*/ 112487 h 115679"/>
                  <a:gd name="connsiteX14" fmla="*/ 19007 w 133222"/>
                  <a:gd name="connsiteY14" fmla="*/ 102273 h 115679"/>
                  <a:gd name="connsiteX15" fmla="*/ 26035 w 133222"/>
                  <a:gd name="connsiteY15" fmla="*/ 98442 h 115679"/>
                  <a:gd name="connsiteX16" fmla="*/ 38815 w 133222"/>
                  <a:gd name="connsiteY16" fmla="*/ 97165 h 115679"/>
                  <a:gd name="connsiteX17" fmla="*/ 56707 w 133222"/>
                  <a:gd name="connsiteY17" fmla="*/ 85674 h 115679"/>
                  <a:gd name="connsiteX18" fmla="*/ 54790 w 133222"/>
                  <a:gd name="connsiteY18" fmla="*/ 72906 h 115679"/>
                  <a:gd name="connsiteX19" fmla="*/ 45205 w 133222"/>
                  <a:gd name="connsiteY19" fmla="*/ 24388 h 115679"/>
                  <a:gd name="connsiteX20" fmla="*/ 65653 w 133222"/>
                  <a:gd name="connsiteY20" fmla="*/ 13535 h 115679"/>
                  <a:gd name="connsiteX21" fmla="*/ 85462 w 133222"/>
                  <a:gd name="connsiteY21" fmla="*/ 25027 h 115679"/>
                  <a:gd name="connsiteX22" fmla="*/ 78433 w 133222"/>
                  <a:gd name="connsiteY22" fmla="*/ 73545 h 115679"/>
                  <a:gd name="connsiteX23" fmla="*/ 76516 w 133222"/>
                  <a:gd name="connsiteY23" fmla="*/ 86313 h 115679"/>
                  <a:gd name="connsiteX24" fmla="*/ 94408 w 133222"/>
                  <a:gd name="connsiteY24" fmla="*/ 97804 h 115679"/>
                  <a:gd name="connsiteX25" fmla="*/ 107188 w 133222"/>
                  <a:gd name="connsiteY25" fmla="*/ 99081 h 115679"/>
                  <a:gd name="connsiteX26" fmla="*/ 114216 w 133222"/>
                  <a:gd name="connsiteY26" fmla="*/ 102911 h 115679"/>
                  <a:gd name="connsiteX27" fmla="*/ 121884 w 133222"/>
                  <a:gd name="connsiteY27" fmla="*/ 113125 h 115679"/>
                  <a:gd name="connsiteX28" fmla="*/ 126996 w 133222"/>
                  <a:gd name="connsiteY28" fmla="*/ 115679 h 115679"/>
                  <a:gd name="connsiteX29" fmla="*/ 130830 w 133222"/>
                  <a:gd name="connsiteY29" fmla="*/ 114402 h 115679"/>
                  <a:gd name="connsiteX30" fmla="*/ 132109 w 133222"/>
                  <a:gd name="connsiteY30" fmla="*/ 105465 h 115679"/>
                  <a:gd name="connsiteX31" fmla="*/ 132109 w 133222"/>
                  <a:gd name="connsiteY31" fmla="*/ 105465 h 115679"/>
                  <a:gd name="connsiteX32" fmla="*/ 126357 w 133222"/>
                  <a:gd name="connsiteY32" fmla="*/ 94612 h 11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3222" h="115679">
                    <a:moveTo>
                      <a:pt x="126357" y="94612"/>
                    </a:moveTo>
                    <a:cubicBezTo>
                      <a:pt x="122524" y="89505"/>
                      <a:pt x="116134" y="85674"/>
                      <a:pt x="109744" y="85674"/>
                    </a:cubicBezTo>
                    <a:lnTo>
                      <a:pt x="96964" y="84398"/>
                    </a:lnTo>
                    <a:cubicBezTo>
                      <a:pt x="94408" y="84398"/>
                      <a:pt x="91852" y="83121"/>
                      <a:pt x="89935" y="80567"/>
                    </a:cubicBezTo>
                    <a:cubicBezTo>
                      <a:pt x="97603" y="70991"/>
                      <a:pt x="107188" y="40348"/>
                      <a:pt x="98881" y="19919"/>
                    </a:cubicBezTo>
                    <a:cubicBezTo>
                      <a:pt x="93769" y="7151"/>
                      <a:pt x="80989" y="-1148"/>
                      <a:pt x="66931" y="129"/>
                    </a:cubicBezTo>
                    <a:cubicBezTo>
                      <a:pt x="46483" y="129"/>
                      <a:pt x="38176" y="10343"/>
                      <a:pt x="34342" y="19281"/>
                    </a:cubicBezTo>
                    <a:cubicBezTo>
                      <a:pt x="26035" y="40348"/>
                      <a:pt x="38176" y="70991"/>
                      <a:pt x="45205" y="80567"/>
                    </a:cubicBezTo>
                    <a:cubicBezTo>
                      <a:pt x="43288" y="82482"/>
                      <a:pt x="40732" y="83759"/>
                      <a:pt x="38176" y="84398"/>
                    </a:cubicBezTo>
                    <a:lnTo>
                      <a:pt x="25396" y="85674"/>
                    </a:lnTo>
                    <a:cubicBezTo>
                      <a:pt x="19007" y="86313"/>
                      <a:pt x="12617" y="89505"/>
                      <a:pt x="8782" y="94612"/>
                    </a:cubicBezTo>
                    <a:lnTo>
                      <a:pt x="1115" y="104826"/>
                    </a:lnTo>
                    <a:cubicBezTo>
                      <a:pt x="-802" y="107380"/>
                      <a:pt x="-163" y="111849"/>
                      <a:pt x="2392" y="113764"/>
                    </a:cubicBezTo>
                    <a:cubicBezTo>
                      <a:pt x="4949" y="115679"/>
                      <a:pt x="9422" y="115041"/>
                      <a:pt x="11339" y="112487"/>
                    </a:cubicBezTo>
                    <a:lnTo>
                      <a:pt x="19007" y="102273"/>
                    </a:lnTo>
                    <a:cubicBezTo>
                      <a:pt x="20923" y="99719"/>
                      <a:pt x="23480" y="98442"/>
                      <a:pt x="26035" y="98442"/>
                    </a:cubicBezTo>
                    <a:lnTo>
                      <a:pt x="38815" y="97165"/>
                    </a:lnTo>
                    <a:cubicBezTo>
                      <a:pt x="46483" y="96527"/>
                      <a:pt x="52873" y="92058"/>
                      <a:pt x="56707" y="85674"/>
                    </a:cubicBezTo>
                    <a:cubicBezTo>
                      <a:pt x="59263" y="81206"/>
                      <a:pt x="58624" y="76098"/>
                      <a:pt x="54790" y="72906"/>
                    </a:cubicBezTo>
                    <a:cubicBezTo>
                      <a:pt x="50317" y="69076"/>
                      <a:pt x="38815" y="40348"/>
                      <a:pt x="45205" y="24388"/>
                    </a:cubicBezTo>
                    <a:cubicBezTo>
                      <a:pt x="48400" y="16727"/>
                      <a:pt x="54790" y="13535"/>
                      <a:pt x="65653" y="13535"/>
                    </a:cubicBezTo>
                    <a:cubicBezTo>
                      <a:pt x="73960" y="12259"/>
                      <a:pt x="82267" y="17366"/>
                      <a:pt x="85462" y="25027"/>
                    </a:cubicBezTo>
                    <a:cubicBezTo>
                      <a:pt x="92491" y="41625"/>
                      <a:pt x="82267" y="69714"/>
                      <a:pt x="78433" y="73545"/>
                    </a:cubicBezTo>
                    <a:cubicBezTo>
                      <a:pt x="74599" y="76737"/>
                      <a:pt x="73960" y="81844"/>
                      <a:pt x="76516" y="86313"/>
                    </a:cubicBezTo>
                    <a:cubicBezTo>
                      <a:pt x="80350" y="92697"/>
                      <a:pt x="86740" y="97165"/>
                      <a:pt x="94408" y="97804"/>
                    </a:cubicBezTo>
                    <a:lnTo>
                      <a:pt x="107188" y="99081"/>
                    </a:lnTo>
                    <a:cubicBezTo>
                      <a:pt x="110383" y="99081"/>
                      <a:pt x="112939" y="100996"/>
                      <a:pt x="114216" y="102911"/>
                    </a:cubicBezTo>
                    <a:lnTo>
                      <a:pt x="121884" y="113125"/>
                    </a:lnTo>
                    <a:cubicBezTo>
                      <a:pt x="123162" y="115041"/>
                      <a:pt x="125079" y="115679"/>
                      <a:pt x="126996" y="115679"/>
                    </a:cubicBezTo>
                    <a:cubicBezTo>
                      <a:pt x="128274" y="115679"/>
                      <a:pt x="129552" y="115041"/>
                      <a:pt x="130830" y="114402"/>
                    </a:cubicBezTo>
                    <a:cubicBezTo>
                      <a:pt x="133386" y="112487"/>
                      <a:pt x="134025" y="108018"/>
                      <a:pt x="132109" y="105465"/>
                    </a:cubicBezTo>
                    <a:cubicBezTo>
                      <a:pt x="132109" y="105465"/>
                      <a:pt x="132109" y="105465"/>
                      <a:pt x="132109" y="105465"/>
                    </a:cubicBezTo>
                    <a:lnTo>
                      <a:pt x="126357" y="94612"/>
                    </a:lnTo>
                    <a:close/>
                  </a:path>
                </a:pathLst>
              </a:custGeom>
              <a:grpFill/>
              <a:ln w="6390" cap="flat">
                <a:noFill/>
                <a:prstDash val="solid"/>
                <a:miter/>
              </a:ln>
            </p:spPr>
            <p:txBody>
              <a:bodyPr rtlCol="0" anchor="ctr"/>
              <a:lstStyle/>
              <a:p>
                <a:endParaRPr lang="en-US"/>
              </a:p>
            </p:txBody>
          </p:sp>
          <p:sp>
            <p:nvSpPr>
              <p:cNvPr id="1046" name="Graphic 4">
                <a:extLst>
                  <a:ext uri="{FF2B5EF4-FFF2-40B4-BE49-F238E27FC236}">
                    <a16:creationId xmlns:a16="http://schemas.microsoft.com/office/drawing/2014/main" id="{A7DC1A98-0E01-5253-FBFF-B3AB23707CE7}"/>
                  </a:ext>
                </a:extLst>
              </p:cNvPr>
              <p:cNvSpPr/>
              <p:nvPr/>
            </p:nvSpPr>
            <p:spPr>
              <a:xfrm>
                <a:off x="3827490" y="4913869"/>
                <a:ext cx="96311" cy="94526"/>
              </a:xfrm>
              <a:custGeom>
                <a:avLst/>
                <a:gdLst>
                  <a:gd name="connsiteX0" fmla="*/ 95292 w 96311"/>
                  <a:gd name="connsiteY0" fmla="*/ 84951 h 94526"/>
                  <a:gd name="connsiteX1" fmla="*/ 88902 w 96311"/>
                  <a:gd name="connsiteY1" fmla="*/ 76652 h 94526"/>
                  <a:gd name="connsiteX2" fmla="*/ 74845 w 96311"/>
                  <a:gd name="connsiteY2" fmla="*/ 68991 h 94526"/>
                  <a:gd name="connsiteX3" fmla="*/ 64620 w 96311"/>
                  <a:gd name="connsiteY3" fmla="*/ 68352 h 94526"/>
                  <a:gd name="connsiteX4" fmla="*/ 60148 w 96311"/>
                  <a:gd name="connsiteY4" fmla="*/ 66437 h 94526"/>
                  <a:gd name="connsiteX5" fmla="*/ 66538 w 96311"/>
                  <a:gd name="connsiteY5" fmla="*/ 16642 h 94526"/>
                  <a:gd name="connsiteX6" fmla="*/ 39700 w 96311"/>
                  <a:gd name="connsiteY6" fmla="*/ 44 h 94526"/>
                  <a:gd name="connsiteX7" fmla="*/ 12223 w 96311"/>
                  <a:gd name="connsiteY7" fmla="*/ 16004 h 94526"/>
                  <a:gd name="connsiteX8" fmla="*/ 20530 w 96311"/>
                  <a:gd name="connsiteY8" fmla="*/ 65799 h 94526"/>
                  <a:gd name="connsiteX9" fmla="*/ 16057 w 96311"/>
                  <a:gd name="connsiteY9" fmla="*/ 67714 h 94526"/>
                  <a:gd name="connsiteX10" fmla="*/ 5833 w 96311"/>
                  <a:gd name="connsiteY10" fmla="*/ 68352 h 94526"/>
                  <a:gd name="connsiteX11" fmla="*/ 82 w 96311"/>
                  <a:gd name="connsiteY11" fmla="*/ 75375 h 94526"/>
                  <a:gd name="connsiteX12" fmla="*/ 7111 w 96311"/>
                  <a:gd name="connsiteY12" fmla="*/ 81120 h 94526"/>
                  <a:gd name="connsiteX13" fmla="*/ 17335 w 96311"/>
                  <a:gd name="connsiteY13" fmla="*/ 80482 h 94526"/>
                  <a:gd name="connsiteX14" fmla="*/ 32671 w 96311"/>
                  <a:gd name="connsiteY14" fmla="*/ 70268 h 94526"/>
                  <a:gd name="connsiteX15" fmla="*/ 30754 w 96311"/>
                  <a:gd name="connsiteY15" fmla="*/ 58776 h 94526"/>
                  <a:gd name="connsiteX16" fmla="*/ 23086 w 96311"/>
                  <a:gd name="connsiteY16" fmla="*/ 20473 h 94526"/>
                  <a:gd name="connsiteX17" fmla="*/ 38422 w 96311"/>
                  <a:gd name="connsiteY17" fmla="*/ 12173 h 94526"/>
                  <a:gd name="connsiteX18" fmla="*/ 53119 w 96311"/>
                  <a:gd name="connsiteY18" fmla="*/ 20473 h 94526"/>
                  <a:gd name="connsiteX19" fmla="*/ 48007 w 96311"/>
                  <a:gd name="connsiteY19" fmla="*/ 58776 h 94526"/>
                  <a:gd name="connsiteX20" fmla="*/ 46090 w 96311"/>
                  <a:gd name="connsiteY20" fmla="*/ 70268 h 94526"/>
                  <a:gd name="connsiteX21" fmla="*/ 61425 w 96311"/>
                  <a:gd name="connsiteY21" fmla="*/ 80482 h 94526"/>
                  <a:gd name="connsiteX22" fmla="*/ 71650 w 96311"/>
                  <a:gd name="connsiteY22" fmla="*/ 81120 h 94526"/>
                  <a:gd name="connsiteX23" fmla="*/ 76761 w 96311"/>
                  <a:gd name="connsiteY23" fmla="*/ 83674 h 94526"/>
                  <a:gd name="connsiteX24" fmla="*/ 83151 w 96311"/>
                  <a:gd name="connsiteY24" fmla="*/ 91973 h 94526"/>
                  <a:gd name="connsiteX25" fmla="*/ 88263 w 96311"/>
                  <a:gd name="connsiteY25" fmla="*/ 94527 h 94526"/>
                  <a:gd name="connsiteX26" fmla="*/ 92097 w 96311"/>
                  <a:gd name="connsiteY26" fmla="*/ 93250 h 94526"/>
                  <a:gd name="connsiteX27" fmla="*/ 95292 w 96311"/>
                  <a:gd name="connsiteY27" fmla="*/ 84951 h 94526"/>
                  <a:gd name="connsiteX28" fmla="*/ 95292 w 96311"/>
                  <a:gd name="connsiteY28" fmla="*/ 84951 h 9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311" h="94526">
                    <a:moveTo>
                      <a:pt x="95292" y="84951"/>
                    </a:moveTo>
                    <a:lnTo>
                      <a:pt x="88902" y="76652"/>
                    </a:lnTo>
                    <a:cubicBezTo>
                      <a:pt x="85708" y="72183"/>
                      <a:pt x="80595" y="68991"/>
                      <a:pt x="74845" y="68991"/>
                    </a:cubicBezTo>
                    <a:lnTo>
                      <a:pt x="64620" y="68352"/>
                    </a:lnTo>
                    <a:cubicBezTo>
                      <a:pt x="63343" y="68352"/>
                      <a:pt x="61425" y="67714"/>
                      <a:pt x="60148" y="66437"/>
                    </a:cubicBezTo>
                    <a:cubicBezTo>
                      <a:pt x="66538" y="57500"/>
                      <a:pt x="73566" y="33241"/>
                      <a:pt x="66538" y="16642"/>
                    </a:cubicBezTo>
                    <a:cubicBezTo>
                      <a:pt x="62065" y="5789"/>
                      <a:pt x="51202" y="-594"/>
                      <a:pt x="39700" y="44"/>
                    </a:cubicBezTo>
                    <a:cubicBezTo>
                      <a:pt x="22447" y="44"/>
                      <a:pt x="15418" y="8981"/>
                      <a:pt x="12223" y="16004"/>
                    </a:cubicBezTo>
                    <a:cubicBezTo>
                      <a:pt x="5833" y="32602"/>
                      <a:pt x="14779" y="57500"/>
                      <a:pt x="20530" y="65799"/>
                    </a:cubicBezTo>
                    <a:cubicBezTo>
                      <a:pt x="19252" y="67076"/>
                      <a:pt x="17974" y="67714"/>
                      <a:pt x="16057" y="67714"/>
                    </a:cubicBezTo>
                    <a:lnTo>
                      <a:pt x="5833" y="68352"/>
                    </a:lnTo>
                    <a:cubicBezTo>
                      <a:pt x="2638" y="68352"/>
                      <a:pt x="-557" y="71544"/>
                      <a:pt x="82" y="75375"/>
                    </a:cubicBezTo>
                    <a:cubicBezTo>
                      <a:pt x="82" y="78567"/>
                      <a:pt x="3277" y="81759"/>
                      <a:pt x="7111" y="81120"/>
                    </a:cubicBezTo>
                    <a:lnTo>
                      <a:pt x="17335" y="80482"/>
                    </a:lnTo>
                    <a:cubicBezTo>
                      <a:pt x="23725" y="79844"/>
                      <a:pt x="29476" y="76013"/>
                      <a:pt x="32671" y="70268"/>
                    </a:cubicBezTo>
                    <a:cubicBezTo>
                      <a:pt x="34588" y="66437"/>
                      <a:pt x="33949" y="61968"/>
                      <a:pt x="30754" y="58776"/>
                    </a:cubicBezTo>
                    <a:cubicBezTo>
                      <a:pt x="27559" y="55584"/>
                      <a:pt x="17974" y="32602"/>
                      <a:pt x="23086" y="20473"/>
                    </a:cubicBezTo>
                    <a:cubicBezTo>
                      <a:pt x="24364" y="17281"/>
                      <a:pt x="27559" y="12173"/>
                      <a:pt x="38422" y="12173"/>
                    </a:cubicBezTo>
                    <a:cubicBezTo>
                      <a:pt x="44812" y="11535"/>
                      <a:pt x="50563" y="14727"/>
                      <a:pt x="53119" y="20473"/>
                    </a:cubicBezTo>
                    <a:cubicBezTo>
                      <a:pt x="58230" y="33241"/>
                      <a:pt x="50563" y="55584"/>
                      <a:pt x="48007" y="58776"/>
                    </a:cubicBezTo>
                    <a:cubicBezTo>
                      <a:pt x="44812" y="61968"/>
                      <a:pt x="44173" y="66437"/>
                      <a:pt x="46090" y="70268"/>
                    </a:cubicBezTo>
                    <a:cubicBezTo>
                      <a:pt x="49285" y="76013"/>
                      <a:pt x="55036" y="79844"/>
                      <a:pt x="61425" y="80482"/>
                    </a:cubicBezTo>
                    <a:lnTo>
                      <a:pt x="71650" y="81120"/>
                    </a:lnTo>
                    <a:cubicBezTo>
                      <a:pt x="73566" y="81120"/>
                      <a:pt x="75483" y="82397"/>
                      <a:pt x="76761" y="83674"/>
                    </a:cubicBezTo>
                    <a:lnTo>
                      <a:pt x="83151" y="91973"/>
                    </a:lnTo>
                    <a:cubicBezTo>
                      <a:pt x="84429" y="93888"/>
                      <a:pt x="86346" y="94527"/>
                      <a:pt x="88263" y="94527"/>
                    </a:cubicBezTo>
                    <a:cubicBezTo>
                      <a:pt x="89541" y="94527"/>
                      <a:pt x="90819" y="93888"/>
                      <a:pt x="92097" y="93250"/>
                    </a:cubicBezTo>
                    <a:cubicBezTo>
                      <a:pt x="96570" y="91973"/>
                      <a:pt x="97209" y="88143"/>
                      <a:pt x="95292" y="84951"/>
                    </a:cubicBezTo>
                    <a:cubicBezTo>
                      <a:pt x="95292" y="84951"/>
                      <a:pt x="95292" y="84951"/>
                      <a:pt x="95292" y="84951"/>
                    </a:cubicBezTo>
                    <a:close/>
                  </a:path>
                </a:pathLst>
              </a:custGeom>
              <a:grpFill/>
              <a:ln w="6390" cap="flat">
                <a:noFill/>
                <a:prstDash val="solid"/>
                <a:miter/>
              </a:ln>
            </p:spPr>
            <p:txBody>
              <a:bodyPr rtlCol="0" anchor="ctr"/>
              <a:lstStyle/>
              <a:p>
                <a:endParaRPr lang="en-US"/>
              </a:p>
            </p:txBody>
          </p:sp>
          <p:sp>
            <p:nvSpPr>
              <p:cNvPr id="1047" name="Graphic 4">
                <a:extLst>
                  <a:ext uri="{FF2B5EF4-FFF2-40B4-BE49-F238E27FC236}">
                    <a16:creationId xmlns:a16="http://schemas.microsoft.com/office/drawing/2014/main" id="{F803226B-39ED-36CB-7589-8605860EC245}"/>
                  </a:ext>
                </a:extLst>
              </p:cNvPr>
              <p:cNvSpPr/>
              <p:nvPr/>
            </p:nvSpPr>
            <p:spPr>
              <a:xfrm>
                <a:off x="3653929" y="4914508"/>
                <a:ext cx="96324" cy="95164"/>
              </a:xfrm>
              <a:custGeom>
                <a:avLst/>
                <a:gdLst>
                  <a:gd name="connsiteX0" fmla="*/ 89296 w 96324"/>
                  <a:gd name="connsiteY0" fmla="*/ 81120 h 95164"/>
                  <a:gd name="connsiteX1" fmla="*/ 96325 w 96324"/>
                  <a:gd name="connsiteY1" fmla="*/ 75375 h 95164"/>
                  <a:gd name="connsiteX2" fmla="*/ 90574 w 96324"/>
                  <a:gd name="connsiteY2" fmla="*/ 68352 h 95164"/>
                  <a:gd name="connsiteX3" fmla="*/ 90574 w 96324"/>
                  <a:gd name="connsiteY3" fmla="*/ 68352 h 95164"/>
                  <a:gd name="connsiteX4" fmla="*/ 80350 w 96324"/>
                  <a:gd name="connsiteY4" fmla="*/ 67714 h 95164"/>
                  <a:gd name="connsiteX5" fmla="*/ 75877 w 96324"/>
                  <a:gd name="connsiteY5" fmla="*/ 65799 h 95164"/>
                  <a:gd name="connsiteX6" fmla="*/ 84184 w 96324"/>
                  <a:gd name="connsiteY6" fmla="*/ 16004 h 95164"/>
                  <a:gd name="connsiteX7" fmla="*/ 56707 w 96324"/>
                  <a:gd name="connsiteY7" fmla="*/ 44 h 95164"/>
                  <a:gd name="connsiteX8" fmla="*/ 29869 w 96324"/>
                  <a:gd name="connsiteY8" fmla="*/ 16642 h 95164"/>
                  <a:gd name="connsiteX9" fmla="*/ 36259 w 96324"/>
                  <a:gd name="connsiteY9" fmla="*/ 66437 h 95164"/>
                  <a:gd name="connsiteX10" fmla="*/ 31786 w 96324"/>
                  <a:gd name="connsiteY10" fmla="*/ 68352 h 95164"/>
                  <a:gd name="connsiteX11" fmla="*/ 21562 w 96324"/>
                  <a:gd name="connsiteY11" fmla="*/ 68991 h 95164"/>
                  <a:gd name="connsiteX12" fmla="*/ 7505 w 96324"/>
                  <a:gd name="connsiteY12" fmla="*/ 76652 h 95164"/>
                  <a:gd name="connsiteX13" fmla="*/ 1115 w 96324"/>
                  <a:gd name="connsiteY13" fmla="*/ 84951 h 95164"/>
                  <a:gd name="connsiteX14" fmla="*/ 2393 w 96324"/>
                  <a:gd name="connsiteY14" fmla="*/ 93888 h 95164"/>
                  <a:gd name="connsiteX15" fmla="*/ 2393 w 96324"/>
                  <a:gd name="connsiteY15" fmla="*/ 93888 h 95164"/>
                  <a:gd name="connsiteX16" fmla="*/ 6226 w 96324"/>
                  <a:gd name="connsiteY16" fmla="*/ 95165 h 95164"/>
                  <a:gd name="connsiteX17" fmla="*/ 11338 w 96324"/>
                  <a:gd name="connsiteY17" fmla="*/ 92612 h 95164"/>
                  <a:gd name="connsiteX18" fmla="*/ 17728 w 96324"/>
                  <a:gd name="connsiteY18" fmla="*/ 84312 h 95164"/>
                  <a:gd name="connsiteX19" fmla="*/ 22841 w 96324"/>
                  <a:gd name="connsiteY19" fmla="*/ 81759 h 95164"/>
                  <a:gd name="connsiteX20" fmla="*/ 33064 w 96324"/>
                  <a:gd name="connsiteY20" fmla="*/ 81120 h 95164"/>
                  <a:gd name="connsiteX21" fmla="*/ 48400 w 96324"/>
                  <a:gd name="connsiteY21" fmla="*/ 71544 h 95164"/>
                  <a:gd name="connsiteX22" fmla="*/ 46483 w 96324"/>
                  <a:gd name="connsiteY22" fmla="*/ 60053 h 95164"/>
                  <a:gd name="connsiteX23" fmla="*/ 41371 w 96324"/>
                  <a:gd name="connsiteY23" fmla="*/ 21749 h 95164"/>
                  <a:gd name="connsiteX24" fmla="*/ 56068 w 96324"/>
                  <a:gd name="connsiteY24" fmla="*/ 13450 h 95164"/>
                  <a:gd name="connsiteX25" fmla="*/ 71404 w 96324"/>
                  <a:gd name="connsiteY25" fmla="*/ 21749 h 95164"/>
                  <a:gd name="connsiteX26" fmla="*/ 63736 w 96324"/>
                  <a:gd name="connsiteY26" fmla="*/ 60053 h 95164"/>
                  <a:gd name="connsiteX27" fmla="*/ 61819 w 96324"/>
                  <a:gd name="connsiteY27" fmla="*/ 71544 h 95164"/>
                  <a:gd name="connsiteX28" fmla="*/ 77155 w 96324"/>
                  <a:gd name="connsiteY28" fmla="*/ 81759 h 95164"/>
                  <a:gd name="connsiteX29" fmla="*/ 89296 w 96324"/>
                  <a:gd name="connsiteY29" fmla="*/ 81120 h 9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324" h="95164">
                    <a:moveTo>
                      <a:pt x="89296" y="81120"/>
                    </a:moveTo>
                    <a:cubicBezTo>
                      <a:pt x="93130" y="81120"/>
                      <a:pt x="95686" y="78567"/>
                      <a:pt x="96325" y="75375"/>
                    </a:cubicBezTo>
                    <a:cubicBezTo>
                      <a:pt x="96325" y="71544"/>
                      <a:pt x="93769" y="68991"/>
                      <a:pt x="90574" y="68352"/>
                    </a:cubicBezTo>
                    <a:lnTo>
                      <a:pt x="90574" y="68352"/>
                    </a:lnTo>
                    <a:lnTo>
                      <a:pt x="80350" y="67714"/>
                    </a:lnTo>
                    <a:cubicBezTo>
                      <a:pt x="79072" y="67714"/>
                      <a:pt x="77155" y="67076"/>
                      <a:pt x="75877" y="65799"/>
                    </a:cubicBezTo>
                    <a:cubicBezTo>
                      <a:pt x="82267" y="56861"/>
                      <a:pt x="91213" y="32602"/>
                      <a:pt x="84184" y="16004"/>
                    </a:cubicBezTo>
                    <a:cubicBezTo>
                      <a:pt x="80989" y="8343"/>
                      <a:pt x="73960" y="44"/>
                      <a:pt x="56707" y="44"/>
                    </a:cubicBezTo>
                    <a:cubicBezTo>
                      <a:pt x="45205" y="-595"/>
                      <a:pt x="34342" y="5789"/>
                      <a:pt x="29869" y="16642"/>
                    </a:cubicBezTo>
                    <a:cubicBezTo>
                      <a:pt x="23479" y="33241"/>
                      <a:pt x="30508" y="57500"/>
                      <a:pt x="36259" y="66437"/>
                    </a:cubicBezTo>
                    <a:cubicBezTo>
                      <a:pt x="34981" y="67714"/>
                      <a:pt x="33703" y="68352"/>
                      <a:pt x="31786" y="68352"/>
                    </a:cubicBezTo>
                    <a:lnTo>
                      <a:pt x="21562" y="68991"/>
                    </a:lnTo>
                    <a:cubicBezTo>
                      <a:pt x="15811" y="69629"/>
                      <a:pt x="10700" y="72183"/>
                      <a:pt x="7505" y="76652"/>
                    </a:cubicBezTo>
                    <a:lnTo>
                      <a:pt x="1115" y="84951"/>
                    </a:lnTo>
                    <a:cubicBezTo>
                      <a:pt x="-802" y="87504"/>
                      <a:pt x="-163" y="91973"/>
                      <a:pt x="2393" y="93888"/>
                    </a:cubicBezTo>
                    <a:cubicBezTo>
                      <a:pt x="2393" y="93888"/>
                      <a:pt x="2393" y="93888"/>
                      <a:pt x="2393" y="93888"/>
                    </a:cubicBezTo>
                    <a:cubicBezTo>
                      <a:pt x="3671" y="94527"/>
                      <a:pt x="4948" y="95165"/>
                      <a:pt x="6226" y="95165"/>
                    </a:cubicBezTo>
                    <a:cubicBezTo>
                      <a:pt x="8143" y="95165"/>
                      <a:pt x="10061" y="93888"/>
                      <a:pt x="11338" y="92612"/>
                    </a:cubicBezTo>
                    <a:lnTo>
                      <a:pt x="17728" y="84312"/>
                    </a:lnTo>
                    <a:cubicBezTo>
                      <a:pt x="19006" y="82397"/>
                      <a:pt x="20923" y="81759"/>
                      <a:pt x="22841" y="81759"/>
                    </a:cubicBezTo>
                    <a:lnTo>
                      <a:pt x="33064" y="81120"/>
                    </a:lnTo>
                    <a:cubicBezTo>
                      <a:pt x="39454" y="80482"/>
                      <a:pt x="45205" y="76652"/>
                      <a:pt x="48400" y="71544"/>
                    </a:cubicBezTo>
                    <a:cubicBezTo>
                      <a:pt x="50317" y="67714"/>
                      <a:pt x="49678" y="62607"/>
                      <a:pt x="46483" y="60053"/>
                    </a:cubicBezTo>
                    <a:cubicBezTo>
                      <a:pt x="43288" y="56861"/>
                      <a:pt x="35620" y="34517"/>
                      <a:pt x="41371" y="21749"/>
                    </a:cubicBezTo>
                    <a:cubicBezTo>
                      <a:pt x="43927" y="16004"/>
                      <a:pt x="49678" y="12812"/>
                      <a:pt x="56068" y="13450"/>
                    </a:cubicBezTo>
                    <a:cubicBezTo>
                      <a:pt x="66931" y="13450"/>
                      <a:pt x="70126" y="17919"/>
                      <a:pt x="71404" y="21749"/>
                    </a:cubicBezTo>
                    <a:cubicBezTo>
                      <a:pt x="76516" y="33879"/>
                      <a:pt x="67570" y="56861"/>
                      <a:pt x="63736" y="60053"/>
                    </a:cubicBezTo>
                    <a:cubicBezTo>
                      <a:pt x="60541" y="63245"/>
                      <a:pt x="59902" y="67714"/>
                      <a:pt x="61819" y="71544"/>
                    </a:cubicBezTo>
                    <a:cubicBezTo>
                      <a:pt x="65014" y="77290"/>
                      <a:pt x="70765" y="81120"/>
                      <a:pt x="77155" y="81759"/>
                    </a:cubicBezTo>
                    <a:lnTo>
                      <a:pt x="89296" y="81120"/>
                    </a:lnTo>
                    <a:close/>
                  </a:path>
                </a:pathLst>
              </a:custGeom>
              <a:grpFill/>
              <a:ln w="6390" cap="flat">
                <a:noFill/>
                <a:prstDash val="solid"/>
                <a:miter/>
              </a:ln>
            </p:spPr>
            <p:txBody>
              <a:bodyPr rtlCol="0" anchor="ctr"/>
              <a:lstStyle/>
              <a:p>
                <a:endParaRPr lang="en-US"/>
              </a:p>
            </p:txBody>
          </p:sp>
        </p:grpSp>
      </p:grpSp>
      <p:sp>
        <p:nvSpPr>
          <p:cNvPr id="1051" name="Rectangle: Diagonal Corners Snipped 1050">
            <a:extLst>
              <a:ext uri="{FF2B5EF4-FFF2-40B4-BE49-F238E27FC236}">
                <a16:creationId xmlns:a16="http://schemas.microsoft.com/office/drawing/2014/main" id="{CA5A3134-7F75-9115-C9B5-EF3A53E435BF}"/>
              </a:ext>
            </a:extLst>
          </p:cNvPr>
          <p:cNvSpPr/>
          <p:nvPr/>
        </p:nvSpPr>
        <p:spPr bwMode="gray">
          <a:xfrm>
            <a:off x="7007993" y="3769636"/>
            <a:ext cx="4446457" cy="393192"/>
          </a:xfrm>
          <a:prstGeom prst="snip2DiagRect">
            <a:avLst/>
          </a:prstGeom>
          <a:solidFill>
            <a:srgbClr val="43B02A"/>
          </a:solidFill>
          <a:ln w="19050" algn="ctr">
            <a:noFill/>
            <a:miter lim="800000"/>
            <a:headEnd/>
            <a:tailEnd/>
          </a:ln>
        </p:spPr>
        <p:txBody>
          <a:bodyPr wrap="square" lIns="457200" tIns="100013" rIns="100013" bIns="100013" rtlCol="0" anchor="ctr"/>
          <a:lstStyle/>
          <a:p>
            <a:pPr marL="0" marR="0" lvl="0" indent="0" algn="l" defTabSz="914400" rtl="0" eaLnBrk="1" fontAlgn="auto" latinLnBrk="0" hangingPunct="1">
              <a:lnSpc>
                <a:spcPct val="100000"/>
              </a:lnSpc>
              <a:spcBef>
                <a:spcPts val="0"/>
              </a:spcBef>
              <a:spcAft>
                <a:spcPts val="669"/>
              </a:spcAft>
              <a:buClrTx/>
              <a:buSzTx/>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Value Delivered</a:t>
            </a:r>
          </a:p>
        </p:txBody>
      </p:sp>
      <p:grpSp>
        <p:nvGrpSpPr>
          <p:cNvPr id="1052" name="Group 367">
            <a:extLst>
              <a:ext uri="{FF2B5EF4-FFF2-40B4-BE49-F238E27FC236}">
                <a16:creationId xmlns:a16="http://schemas.microsoft.com/office/drawing/2014/main" id="{398B653B-4DE8-C881-2D3D-87722C6D87AE}"/>
              </a:ext>
            </a:extLst>
          </p:cNvPr>
          <p:cNvGrpSpPr>
            <a:grpSpLocks noChangeAspect="1"/>
          </p:cNvGrpSpPr>
          <p:nvPr/>
        </p:nvGrpSpPr>
        <p:grpSpPr bwMode="gray">
          <a:xfrm>
            <a:off x="7058747" y="3811128"/>
            <a:ext cx="309298" cy="310208"/>
            <a:chOff x="4383" y="2091"/>
            <a:chExt cx="340" cy="341"/>
          </a:xfrm>
          <a:solidFill>
            <a:schemeClr val="bg1"/>
          </a:solidFill>
        </p:grpSpPr>
        <p:sp>
          <p:nvSpPr>
            <p:cNvPr id="1053" name="Freeform 58">
              <a:extLst>
                <a:ext uri="{FF2B5EF4-FFF2-40B4-BE49-F238E27FC236}">
                  <a16:creationId xmlns:a16="http://schemas.microsoft.com/office/drawing/2014/main" id="{6B595994-A651-5B0A-7336-E81D46B34207}"/>
                </a:ext>
              </a:extLst>
            </p:cNvPr>
            <p:cNvSpPr>
              <a:spLocks noEditPoints="1"/>
            </p:cNvSpPr>
            <p:nvPr/>
          </p:nvSpPr>
          <p:spPr bwMode="gray">
            <a:xfrm>
              <a:off x="4445" y="2169"/>
              <a:ext cx="214" cy="170"/>
            </a:xfrm>
            <a:custGeom>
              <a:avLst/>
              <a:gdLst>
                <a:gd name="T0" fmla="*/ 23 w 300"/>
                <a:gd name="T1" fmla="*/ 245 h 256"/>
                <a:gd name="T2" fmla="*/ 2 w 300"/>
                <a:gd name="T3" fmla="*/ 245 h 256"/>
                <a:gd name="T4" fmla="*/ 12 w 300"/>
                <a:gd name="T5" fmla="*/ 213 h 256"/>
                <a:gd name="T6" fmla="*/ 55 w 300"/>
                <a:gd name="T7" fmla="*/ 192 h 256"/>
                <a:gd name="T8" fmla="*/ 44 w 300"/>
                <a:gd name="T9" fmla="*/ 245 h 256"/>
                <a:gd name="T10" fmla="*/ 66 w 300"/>
                <a:gd name="T11" fmla="*/ 245 h 256"/>
                <a:gd name="T12" fmla="*/ 55 w 300"/>
                <a:gd name="T13" fmla="*/ 192 h 256"/>
                <a:gd name="T14" fmla="*/ 87 w 300"/>
                <a:gd name="T15" fmla="*/ 171 h 256"/>
                <a:gd name="T16" fmla="*/ 98 w 300"/>
                <a:gd name="T17" fmla="*/ 256 h 256"/>
                <a:gd name="T18" fmla="*/ 108 w 300"/>
                <a:gd name="T19" fmla="*/ 171 h 256"/>
                <a:gd name="T20" fmla="*/ 140 w 300"/>
                <a:gd name="T21" fmla="*/ 149 h 256"/>
                <a:gd name="T22" fmla="*/ 130 w 300"/>
                <a:gd name="T23" fmla="*/ 245 h 256"/>
                <a:gd name="T24" fmla="*/ 151 w 300"/>
                <a:gd name="T25" fmla="*/ 245 h 256"/>
                <a:gd name="T26" fmla="*/ 140 w 300"/>
                <a:gd name="T27" fmla="*/ 149 h 256"/>
                <a:gd name="T28" fmla="*/ 172 w 300"/>
                <a:gd name="T29" fmla="*/ 160 h 256"/>
                <a:gd name="T30" fmla="*/ 183 w 300"/>
                <a:gd name="T31" fmla="*/ 256 h 256"/>
                <a:gd name="T32" fmla="*/ 194 w 300"/>
                <a:gd name="T33" fmla="*/ 160 h 256"/>
                <a:gd name="T34" fmla="*/ 226 w 300"/>
                <a:gd name="T35" fmla="*/ 117 h 256"/>
                <a:gd name="T36" fmla="*/ 215 w 300"/>
                <a:gd name="T37" fmla="*/ 245 h 256"/>
                <a:gd name="T38" fmla="*/ 236 w 300"/>
                <a:gd name="T39" fmla="*/ 245 h 256"/>
                <a:gd name="T40" fmla="*/ 226 w 300"/>
                <a:gd name="T41" fmla="*/ 117 h 256"/>
                <a:gd name="T42" fmla="*/ 258 w 300"/>
                <a:gd name="T43" fmla="*/ 96 h 256"/>
                <a:gd name="T44" fmla="*/ 268 w 300"/>
                <a:gd name="T45" fmla="*/ 256 h 256"/>
                <a:gd name="T46" fmla="*/ 279 w 300"/>
                <a:gd name="T47" fmla="*/ 96 h 256"/>
                <a:gd name="T48" fmla="*/ 300 w 300"/>
                <a:gd name="T49" fmla="*/ 7 h 256"/>
                <a:gd name="T50" fmla="*/ 290 w 300"/>
                <a:gd name="T51" fmla="*/ 0 h 256"/>
                <a:gd name="T52" fmla="*/ 236 w 300"/>
                <a:gd name="T53" fmla="*/ 11 h 256"/>
                <a:gd name="T54" fmla="*/ 264 w 300"/>
                <a:gd name="T55" fmla="*/ 21 h 256"/>
                <a:gd name="T56" fmla="*/ 98 w 300"/>
                <a:gd name="T57" fmla="*/ 107 h 256"/>
                <a:gd name="T58" fmla="*/ 6 w 300"/>
                <a:gd name="T59" fmla="*/ 173 h 256"/>
                <a:gd name="T60" fmla="*/ 12 w 300"/>
                <a:gd name="T61" fmla="*/ 192 h 256"/>
                <a:gd name="T62" fmla="*/ 101 w 300"/>
                <a:gd name="T63" fmla="*/ 128 h 256"/>
                <a:gd name="T64" fmla="*/ 191 w 300"/>
                <a:gd name="T65" fmla="*/ 125 h 256"/>
                <a:gd name="T66" fmla="*/ 279 w 300"/>
                <a:gd name="T67" fmla="*/ 53 h 256"/>
                <a:gd name="T68" fmla="*/ 300 w 300"/>
                <a:gd name="T69" fmla="*/ 53 h 256"/>
                <a:gd name="T70" fmla="*/ 300 w 300"/>
                <a:gd name="T71" fmla="*/ 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0" h="256">
                  <a:moveTo>
                    <a:pt x="23" y="224"/>
                  </a:moveTo>
                  <a:cubicBezTo>
                    <a:pt x="23" y="245"/>
                    <a:pt x="23" y="245"/>
                    <a:pt x="23" y="245"/>
                  </a:cubicBezTo>
                  <a:cubicBezTo>
                    <a:pt x="23" y="251"/>
                    <a:pt x="18" y="256"/>
                    <a:pt x="12" y="256"/>
                  </a:cubicBezTo>
                  <a:cubicBezTo>
                    <a:pt x="6" y="256"/>
                    <a:pt x="2" y="251"/>
                    <a:pt x="2" y="245"/>
                  </a:cubicBezTo>
                  <a:cubicBezTo>
                    <a:pt x="2" y="224"/>
                    <a:pt x="2" y="224"/>
                    <a:pt x="2" y="224"/>
                  </a:cubicBezTo>
                  <a:cubicBezTo>
                    <a:pt x="2" y="218"/>
                    <a:pt x="6" y="213"/>
                    <a:pt x="12" y="213"/>
                  </a:cubicBezTo>
                  <a:cubicBezTo>
                    <a:pt x="18" y="213"/>
                    <a:pt x="23" y="218"/>
                    <a:pt x="23" y="224"/>
                  </a:cubicBezTo>
                  <a:close/>
                  <a:moveTo>
                    <a:pt x="55" y="192"/>
                  </a:moveTo>
                  <a:cubicBezTo>
                    <a:pt x="49" y="192"/>
                    <a:pt x="44" y="197"/>
                    <a:pt x="44" y="203"/>
                  </a:cubicBezTo>
                  <a:cubicBezTo>
                    <a:pt x="44" y="245"/>
                    <a:pt x="44" y="245"/>
                    <a:pt x="44" y="245"/>
                  </a:cubicBezTo>
                  <a:cubicBezTo>
                    <a:pt x="44" y="251"/>
                    <a:pt x="49" y="256"/>
                    <a:pt x="55" y="256"/>
                  </a:cubicBezTo>
                  <a:cubicBezTo>
                    <a:pt x="61" y="256"/>
                    <a:pt x="66" y="251"/>
                    <a:pt x="66" y="245"/>
                  </a:cubicBezTo>
                  <a:cubicBezTo>
                    <a:pt x="66" y="203"/>
                    <a:pt x="66" y="203"/>
                    <a:pt x="66" y="203"/>
                  </a:cubicBezTo>
                  <a:cubicBezTo>
                    <a:pt x="66" y="197"/>
                    <a:pt x="61" y="192"/>
                    <a:pt x="55" y="192"/>
                  </a:cubicBezTo>
                  <a:close/>
                  <a:moveTo>
                    <a:pt x="98" y="160"/>
                  </a:moveTo>
                  <a:cubicBezTo>
                    <a:pt x="92" y="160"/>
                    <a:pt x="87" y="165"/>
                    <a:pt x="87" y="171"/>
                  </a:cubicBezTo>
                  <a:cubicBezTo>
                    <a:pt x="87" y="245"/>
                    <a:pt x="87" y="245"/>
                    <a:pt x="87" y="245"/>
                  </a:cubicBezTo>
                  <a:cubicBezTo>
                    <a:pt x="87" y="251"/>
                    <a:pt x="92" y="256"/>
                    <a:pt x="98" y="256"/>
                  </a:cubicBezTo>
                  <a:cubicBezTo>
                    <a:pt x="104" y="256"/>
                    <a:pt x="108" y="251"/>
                    <a:pt x="108" y="245"/>
                  </a:cubicBezTo>
                  <a:cubicBezTo>
                    <a:pt x="108" y="171"/>
                    <a:pt x="108" y="171"/>
                    <a:pt x="108" y="171"/>
                  </a:cubicBezTo>
                  <a:cubicBezTo>
                    <a:pt x="108" y="165"/>
                    <a:pt x="104" y="160"/>
                    <a:pt x="98" y="160"/>
                  </a:cubicBezTo>
                  <a:close/>
                  <a:moveTo>
                    <a:pt x="140" y="149"/>
                  </a:moveTo>
                  <a:cubicBezTo>
                    <a:pt x="134" y="149"/>
                    <a:pt x="130" y="154"/>
                    <a:pt x="130" y="160"/>
                  </a:cubicBezTo>
                  <a:cubicBezTo>
                    <a:pt x="130" y="245"/>
                    <a:pt x="130" y="245"/>
                    <a:pt x="130" y="245"/>
                  </a:cubicBezTo>
                  <a:cubicBezTo>
                    <a:pt x="130" y="251"/>
                    <a:pt x="134" y="256"/>
                    <a:pt x="140" y="256"/>
                  </a:cubicBezTo>
                  <a:cubicBezTo>
                    <a:pt x="146" y="256"/>
                    <a:pt x="151" y="251"/>
                    <a:pt x="151" y="245"/>
                  </a:cubicBezTo>
                  <a:cubicBezTo>
                    <a:pt x="151" y="160"/>
                    <a:pt x="151" y="160"/>
                    <a:pt x="151" y="160"/>
                  </a:cubicBezTo>
                  <a:cubicBezTo>
                    <a:pt x="151" y="154"/>
                    <a:pt x="146" y="149"/>
                    <a:pt x="140" y="149"/>
                  </a:cubicBezTo>
                  <a:close/>
                  <a:moveTo>
                    <a:pt x="183" y="149"/>
                  </a:moveTo>
                  <a:cubicBezTo>
                    <a:pt x="177" y="149"/>
                    <a:pt x="172" y="154"/>
                    <a:pt x="172" y="160"/>
                  </a:cubicBezTo>
                  <a:cubicBezTo>
                    <a:pt x="172" y="245"/>
                    <a:pt x="172" y="245"/>
                    <a:pt x="172" y="245"/>
                  </a:cubicBezTo>
                  <a:cubicBezTo>
                    <a:pt x="172" y="251"/>
                    <a:pt x="177" y="256"/>
                    <a:pt x="183" y="256"/>
                  </a:cubicBezTo>
                  <a:cubicBezTo>
                    <a:pt x="189" y="256"/>
                    <a:pt x="194" y="251"/>
                    <a:pt x="194" y="245"/>
                  </a:cubicBezTo>
                  <a:cubicBezTo>
                    <a:pt x="194" y="160"/>
                    <a:pt x="194" y="160"/>
                    <a:pt x="194" y="160"/>
                  </a:cubicBezTo>
                  <a:cubicBezTo>
                    <a:pt x="194" y="154"/>
                    <a:pt x="189" y="149"/>
                    <a:pt x="183" y="149"/>
                  </a:cubicBezTo>
                  <a:close/>
                  <a:moveTo>
                    <a:pt x="226" y="117"/>
                  </a:moveTo>
                  <a:cubicBezTo>
                    <a:pt x="220" y="117"/>
                    <a:pt x="215" y="122"/>
                    <a:pt x="215" y="128"/>
                  </a:cubicBezTo>
                  <a:cubicBezTo>
                    <a:pt x="215" y="245"/>
                    <a:pt x="215" y="245"/>
                    <a:pt x="215" y="245"/>
                  </a:cubicBezTo>
                  <a:cubicBezTo>
                    <a:pt x="215" y="251"/>
                    <a:pt x="220" y="256"/>
                    <a:pt x="226" y="256"/>
                  </a:cubicBezTo>
                  <a:cubicBezTo>
                    <a:pt x="232" y="256"/>
                    <a:pt x="236" y="251"/>
                    <a:pt x="236" y="245"/>
                  </a:cubicBezTo>
                  <a:cubicBezTo>
                    <a:pt x="236" y="128"/>
                    <a:pt x="236" y="128"/>
                    <a:pt x="236" y="128"/>
                  </a:cubicBezTo>
                  <a:cubicBezTo>
                    <a:pt x="236" y="122"/>
                    <a:pt x="232" y="117"/>
                    <a:pt x="226" y="117"/>
                  </a:cubicBezTo>
                  <a:close/>
                  <a:moveTo>
                    <a:pt x="268" y="85"/>
                  </a:moveTo>
                  <a:cubicBezTo>
                    <a:pt x="262" y="85"/>
                    <a:pt x="258" y="90"/>
                    <a:pt x="258" y="96"/>
                  </a:cubicBezTo>
                  <a:cubicBezTo>
                    <a:pt x="258" y="245"/>
                    <a:pt x="258" y="245"/>
                    <a:pt x="258" y="245"/>
                  </a:cubicBezTo>
                  <a:cubicBezTo>
                    <a:pt x="258" y="251"/>
                    <a:pt x="262" y="256"/>
                    <a:pt x="268" y="256"/>
                  </a:cubicBezTo>
                  <a:cubicBezTo>
                    <a:pt x="274" y="256"/>
                    <a:pt x="279" y="251"/>
                    <a:pt x="279" y="245"/>
                  </a:cubicBezTo>
                  <a:cubicBezTo>
                    <a:pt x="279" y="96"/>
                    <a:pt x="279" y="96"/>
                    <a:pt x="279" y="96"/>
                  </a:cubicBezTo>
                  <a:cubicBezTo>
                    <a:pt x="279" y="90"/>
                    <a:pt x="274" y="85"/>
                    <a:pt x="268" y="85"/>
                  </a:cubicBezTo>
                  <a:close/>
                  <a:moveTo>
                    <a:pt x="300" y="7"/>
                  </a:moveTo>
                  <a:cubicBezTo>
                    <a:pt x="298" y="4"/>
                    <a:pt x="296" y="2"/>
                    <a:pt x="294" y="1"/>
                  </a:cubicBezTo>
                  <a:cubicBezTo>
                    <a:pt x="292" y="0"/>
                    <a:pt x="291" y="0"/>
                    <a:pt x="290" y="0"/>
                  </a:cubicBezTo>
                  <a:cubicBezTo>
                    <a:pt x="247" y="0"/>
                    <a:pt x="247" y="0"/>
                    <a:pt x="247" y="0"/>
                  </a:cubicBezTo>
                  <a:cubicBezTo>
                    <a:pt x="241" y="0"/>
                    <a:pt x="236" y="5"/>
                    <a:pt x="236" y="11"/>
                  </a:cubicBezTo>
                  <a:cubicBezTo>
                    <a:pt x="236" y="17"/>
                    <a:pt x="241" y="21"/>
                    <a:pt x="247" y="21"/>
                  </a:cubicBezTo>
                  <a:cubicBezTo>
                    <a:pt x="264" y="21"/>
                    <a:pt x="264" y="21"/>
                    <a:pt x="264" y="21"/>
                  </a:cubicBezTo>
                  <a:cubicBezTo>
                    <a:pt x="179" y="107"/>
                    <a:pt x="179" y="107"/>
                    <a:pt x="179" y="107"/>
                  </a:cubicBezTo>
                  <a:cubicBezTo>
                    <a:pt x="98" y="107"/>
                    <a:pt x="98" y="107"/>
                    <a:pt x="98" y="107"/>
                  </a:cubicBezTo>
                  <a:cubicBezTo>
                    <a:pt x="95" y="107"/>
                    <a:pt x="93" y="107"/>
                    <a:pt x="91" y="109"/>
                  </a:cubicBezTo>
                  <a:cubicBezTo>
                    <a:pt x="6" y="173"/>
                    <a:pt x="6" y="173"/>
                    <a:pt x="6" y="173"/>
                  </a:cubicBezTo>
                  <a:cubicBezTo>
                    <a:pt x="1" y="176"/>
                    <a:pt x="0" y="183"/>
                    <a:pt x="4" y="188"/>
                  </a:cubicBezTo>
                  <a:cubicBezTo>
                    <a:pt x="6" y="191"/>
                    <a:pt x="9" y="192"/>
                    <a:pt x="12" y="192"/>
                  </a:cubicBezTo>
                  <a:cubicBezTo>
                    <a:pt x="15" y="192"/>
                    <a:pt x="17" y="191"/>
                    <a:pt x="19" y="190"/>
                  </a:cubicBezTo>
                  <a:cubicBezTo>
                    <a:pt x="101" y="128"/>
                    <a:pt x="101" y="128"/>
                    <a:pt x="101" y="128"/>
                  </a:cubicBezTo>
                  <a:cubicBezTo>
                    <a:pt x="183" y="128"/>
                    <a:pt x="183" y="128"/>
                    <a:pt x="183" y="128"/>
                  </a:cubicBezTo>
                  <a:cubicBezTo>
                    <a:pt x="186" y="128"/>
                    <a:pt x="189" y="127"/>
                    <a:pt x="191" y="125"/>
                  </a:cubicBezTo>
                  <a:cubicBezTo>
                    <a:pt x="279" y="36"/>
                    <a:pt x="279" y="36"/>
                    <a:pt x="279" y="36"/>
                  </a:cubicBezTo>
                  <a:cubicBezTo>
                    <a:pt x="279" y="53"/>
                    <a:pt x="279" y="53"/>
                    <a:pt x="279" y="53"/>
                  </a:cubicBezTo>
                  <a:cubicBezTo>
                    <a:pt x="279" y="59"/>
                    <a:pt x="284" y="64"/>
                    <a:pt x="290" y="64"/>
                  </a:cubicBezTo>
                  <a:cubicBezTo>
                    <a:pt x="296" y="64"/>
                    <a:pt x="300" y="59"/>
                    <a:pt x="300" y="53"/>
                  </a:cubicBezTo>
                  <a:cubicBezTo>
                    <a:pt x="300" y="11"/>
                    <a:pt x="300" y="11"/>
                    <a:pt x="300" y="11"/>
                  </a:cubicBezTo>
                  <a:cubicBezTo>
                    <a:pt x="300" y="9"/>
                    <a:pt x="300" y="8"/>
                    <a:pt x="300" y="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8664" tIns="49332" rIns="98664" bIns="49332" numCol="1" anchor="t" anchorCtr="0" compatLnSpc="1">
              <a:prstTxWarp prst="textNoShape">
                <a:avLst/>
              </a:prstTxWarp>
            </a:bodyPr>
            <a:lstStyle/>
            <a:p>
              <a:pPr marL="0" marR="0" lvl="0" indent="0" algn="l" defTabSz="906226"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prstClr val="black"/>
                </a:solidFill>
                <a:effectLst/>
                <a:uLnTx/>
                <a:uFillTx/>
                <a:latin typeface="Calibri" panose="020F0502020204030204" pitchFamily="34" charset="0"/>
                <a:ea typeface="Verdana" panose="020B0604030504040204" pitchFamily="34" charset="0"/>
                <a:cs typeface="Calibri" panose="020F0502020204030204" pitchFamily="34" charset="0"/>
              </a:endParaRPr>
            </a:p>
          </p:txBody>
        </p:sp>
        <p:sp>
          <p:nvSpPr>
            <p:cNvPr id="1054" name="Freeform 59">
              <a:extLst>
                <a:ext uri="{FF2B5EF4-FFF2-40B4-BE49-F238E27FC236}">
                  <a16:creationId xmlns:a16="http://schemas.microsoft.com/office/drawing/2014/main" id="{AA5E825B-2E59-9C66-A5E3-54080844F054}"/>
                </a:ext>
              </a:extLst>
            </p:cNvPr>
            <p:cNvSpPr>
              <a:spLocks noEditPoints="1"/>
            </p:cNvSpPr>
            <p:nvPr/>
          </p:nvSpPr>
          <p:spPr bwMode="gray">
            <a:xfrm>
              <a:off x="4383" y="2091"/>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8664" tIns="49332" rIns="98664" bIns="49332" numCol="1" anchor="t" anchorCtr="0" compatLnSpc="1">
              <a:prstTxWarp prst="textNoShape">
                <a:avLst/>
              </a:prstTxWarp>
            </a:bodyPr>
            <a:lstStyle/>
            <a:p>
              <a:pPr marL="0" marR="0" lvl="0" indent="0" algn="l" defTabSz="906226"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prstClr val="black"/>
                </a:solidFill>
                <a:effectLst/>
                <a:uLnTx/>
                <a:uFillTx/>
                <a:latin typeface="Calibri" panose="020F0502020204030204" pitchFamily="34" charset="0"/>
                <a:ea typeface="Verdana" panose="020B0604030504040204" pitchFamily="34" charset="0"/>
                <a:cs typeface="Calibri" panose="020F0502020204030204" pitchFamily="34" charset="0"/>
              </a:endParaRPr>
            </a:p>
          </p:txBody>
        </p:sp>
      </p:grpSp>
      <p:sp>
        <p:nvSpPr>
          <p:cNvPr id="1058" name="Rectangle: Diagonal Corners Snipped 1057">
            <a:extLst>
              <a:ext uri="{FF2B5EF4-FFF2-40B4-BE49-F238E27FC236}">
                <a16:creationId xmlns:a16="http://schemas.microsoft.com/office/drawing/2014/main" id="{B2508C91-DD0F-1765-199C-0D6ED85334F7}"/>
              </a:ext>
            </a:extLst>
          </p:cNvPr>
          <p:cNvSpPr/>
          <p:nvPr/>
        </p:nvSpPr>
        <p:spPr bwMode="gray">
          <a:xfrm>
            <a:off x="7007993" y="5428251"/>
            <a:ext cx="4416501" cy="408359"/>
          </a:xfrm>
          <a:prstGeom prst="snip2DiagRect">
            <a:avLst/>
          </a:prstGeom>
          <a:solidFill>
            <a:schemeClr val="accent2">
              <a:lumMod val="75000"/>
            </a:schemeClr>
          </a:solidFill>
          <a:ln w="19050" algn="ctr">
            <a:noFill/>
            <a:miter lim="800000"/>
            <a:headEnd/>
            <a:tailEnd/>
          </a:ln>
        </p:spPr>
        <p:txBody>
          <a:bodyPr wrap="square" lIns="457200" tIns="100013" rIns="100013" bIns="100013" rtlCol="0" anchor="ctr"/>
          <a:lstStyle/>
          <a:p>
            <a:pPr marL="0" marR="0" lvl="0" indent="0" algn="l" defTabSz="914400" rtl="0" eaLnBrk="1" fontAlgn="auto" latinLnBrk="0" hangingPunct="1">
              <a:lnSpc>
                <a:spcPct val="100000"/>
              </a:lnSpc>
              <a:spcBef>
                <a:spcPts val="0"/>
              </a:spcBef>
              <a:spcAft>
                <a:spcPts val="669"/>
              </a:spcAft>
              <a:buClrTx/>
              <a:buSzTx/>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Key learnings</a:t>
            </a:r>
          </a:p>
        </p:txBody>
      </p:sp>
      <p:sp>
        <p:nvSpPr>
          <p:cNvPr id="1060" name="Freeform 684">
            <a:extLst>
              <a:ext uri="{FF2B5EF4-FFF2-40B4-BE49-F238E27FC236}">
                <a16:creationId xmlns:a16="http://schemas.microsoft.com/office/drawing/2014/main" id="{C1599AF6-5B1B-F0AF-0058-1068C2EF7428}"/>
              </a:ext>
            </a:extLst>
          </p:cNvPr>
          <p:cNvSpPr>
            <a:spLocks noEditPoints="1"/>
          </p:cNvSpPr>
          <p:nvPr/>
        </p:nvSpPr>
        <p:spPr bwMode="gray">
          <a:xfrm flipH="1">
            <a:off x="7057164" y="5790754"/>
            <a:ext cx="310896" cy="31089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8664" tIns="49332" rIns="98664" bIns="49332" numCol="1" anchor="t" anchorCtr="0" compatLnSpc="1">
            <a:prstTxWarp prst="textNoShape">
              <a:avLst/>
            </a:prstTxWarp>
          </a:bodyPr>
          <a:lstStyle/>
          <a:p>
            <a:pPr marL="0" marR="0" lvl="0" indent="0" algn="l" defTabSz="906226"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prstClr val="black"/>
              </a:solidFill>
              <a:effectLst/>
              <a:uLnTx/>
              <a:uFillTx/>
              <a:latin typeface="Calibri" panose="020F0502020204030204" pitchFamily="34" charset="0"/>
              <a:ea typeface="Verdana" panose="020B0604030504040204" pitchFamily="34" charset="0"/>
              <a:cs typeface="Calibri" panose="020F0502020204030204" pitchFamily="34" charset="0"/>
            </a:endParaRPr>
          </a:p>
        </p:txBody>
      </p:sp>
      <p:sp>
        <p:nvSpPr>
          <p:cNvPr id="1061" name="Freeform 685">
            <a:extLst>
              <a:ext uri="{FF2B5EF4-FFF2-40B4-BE49-F238E27FC236}">
                <a16:creationId xmlns:a16="http://schemas.microsoft.com/office/drawing/2014/main" id="{27ADD36D-1C35-2A1F-C521-F44D0DA164A3}"/>
              </a:ext>
            </a:extLst>
          </p:cNvPr>
          <p:cNvSpPr>
            <a:spLocks noEditPoints="1"/>
          </p:cNvSpPr>
          <p:nvPr/>
        </p:nvSpPr>
        <p:spPr bwMode="gray">
          <a:xfrm flipH="1">
            <a:off x="7115865" y="5874879"/>
            <a:ext cx="210312" cy="168250"/>
          </a:xfrm>
          <a:custGeom>
            <a:avLst/>
            <a:gdLst>
              <a:gd name="T0" fmla="*/ 277 w 278"/>
              <a:gd name="T1" fmla="*/ 71 h 278"/>
              <a:gd name="T2" fmla="*/ 211 w 278"/>
              <a:gd name="T3" fmla="*/ 3 h 278"/>
              <a:gd name="T4" fmla="*/ 203 w 278"/>
              <a:gd name="T5" fmla="*/ 0 h 278"/>
              <a:gd name="T6" fmla="*/ 75 w 278"/>
              <a:gd name="T7" fmla="*/ 11 h 278"/>
              <a:gd name="T8" fmla="*/ 86 w 278"/>
              <a:gd name="T9" fmla="*/ 54 h 278"/>
              <a:gd name="T10" fmla="*/ 97 w 278"/>
              <a:gd name="T11" fmla="*/ 22 h 278"/>
              <a:gd name="T12" fmla="*/ 193 w 278"/>
              <a:gd name="T13" fmla="*/ 75 h 278"/>
              <a:gd name="T14" fmla="*/ 257 w 278"/>
              <a:gd name="T15" fmla="*/ 86 h 278"/>
              <a:gd name="T16" fmla="*/ 97 w 278"/>
              <a:gd name="T17" fmla="*/ 256 h 278"/>
              <a:gd name="T18" fmla="*/ 86 w 278"/>
              <a:gd name="T19" fmla="*/ 203 h 278"/>
              <a:gd name="T20" fmla="*/ 75 w 278"/>
              <a:gd name="T21" fmla="*/ 267 h 278"/>
              <a:gd name="T22" fmla="*/ 267 w 278"/>
              <a:gd name="T23" fmla="*/ 278 h 278"/>
              <a:gd name="T24" fmla="*/ 278 w 278"/>
              <a:gd name="T25" fmla="*/ 75 h 278"/>
              <a:gd name="T26" fmla="*/ 214 w 278"/>
              <a:gd name="T27" fmla="*/ 64 h 278"/>
              <a:gd name="T28" fmla="*/ 242 w 278"/>
              <a:gd name="T29" fmla="*/ 64 h 278"/>
              <a:gd name="T30" fmla="*/ 105 w 278"/>
              <a:gd name="T31" fmla="*/ 192 h 278"/>
              <a:gd name="T32" fmla="*/ 150 w 278"/>
              <a:gd name="T33" fmla="*/ 203 h 278"/>
              <a:gd name="T34" fmla="*/ 160 w 278"/>
              <a:gd name="T35" fmla="*/ 190 h 278"/>
              <a:gd name="T36" fmla="*/ 147 w 278"/>
              <a:gd name="T37" fmla="*/ 142 h 278"/>
              <a:gd name="T38" fmla="*/ 36 w 278"/>
              <a:gd name="T39" fmla="*/ 46 h 278"/>
              <a:gd name="T40" fmla="*/ 4 w 278"/>
              <a:gd name="T41" fmla="*/ 93 h 278"/>
              <a:gd name="T42" fmla="*/ 105 w 278"/>
              <a:gd name="T43" fmla="*/ 192 h 278"/>
              <a:gd name="T44" fmla="*/ 135 w 278"/>
              <a:gd name="T45" fmla="*/ 178 h 278"/>
              <a:gd name="T46" fmla="*/ 131 w 278"/>
              <a:gd name="T47" fmla="*/ 162 h 278"/>
              <a:gd name="T48" fmla="*/ 119 w 278"/>
              <a:gd name="T49" fmla="*/ 144 h 278"/>
              <a:gd name="T50" fmla="*/ 26 w 278"/>
              <a:gd name="T51" fmla="*/ 86 h 278"/>
              <a:gd name="T52" fmla="*/ 235 w 278"/>
              <a:gd name="T53" fmla="*/ 192 h 278"/>
              <a:gd name="T54" fmla="*/ 193 w 278"/>
              <a:gd name="T55" fmla="*/ 203 h 278"/>
              <a:gd name="T56" fmla="*/ 193 w 278"/>
              <a:gd name="T57" fmla="*/ 182 h 278"/>
              <a:gd name="T58" fmla="*/ 235 w 278"/>
              <a:gd name="T59" fmla="*/ 192 h 278"/>
              <a:gd name="T60" fmla="*/ 225 w 278"/>
              <a:gd name="T61" fmla="*/ 160 h 278"/>
              <a:gd name="T62" fmla="*/ 171 w 278"/>
              <a:gd name="T63" fmla="*/ 150 h 278"/>
              <a:gd name="T64" fmla="*/ 225 w 278"/>
              <a:gd name="T65" fmla="*/ 13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8" h="278">
                <a:moveTo>
                  <a:pt x="278" y="75"/>
                </a:moveTo>
                <a:cubicBezTo>
                  <a:pt x="278" y="73"/>
                  <a:pt x="278" y="72"/>
                  <a:pt x="277" y="71"/>
                </a:cubicBezTo>
                <a:cubicBezTo>
                  <a:pt x="277" y="70"/>
                  <a:pt x="276" y="68"/>
                  <a:pt x="275" y="67"/>
                </a:cubicBezTo>
                <a:cubicBezTo>
                  <a:pt x="211" y="3"/>
                  <a:pt x="211" y="3"/>
                  <a:pt x="211" y="3"/>
                </a:cubicBezTo>
                <a:cubicBezTo>
                  <a:pt x="210" y="2"/>
                  <a:pt x="209" y="2"/>
                  <a:pt x="207" y="1"/>
                </a:cubicBezTo>
                <a:cubicBezTo>
                  <a:pt x="206" y="1"/>
                  <a:pt x="205" y="0"/>
                  <a:pt x="203" y="0"/>
                </a:cubicBezTo>
                <a:cubicBezTo>
                  <a:pt x="86" y="0"/>
                  <a:pt x="86" y="0"/>
                  <a:pt x="86" y="0"/>
                </a:cubicBezTo>
                <a:cubicBezTo>
                  <a:pt x="80" y="0"/>
                  <a:pt x="75" y="5"/>
                  <a:pt x="75" y="11"/>
                </a:cubicBezTo>
                <a:cubicBezTo>
                  <a:pt x="75" y="43"/>
                  <a:pt x="75" y="43"/>
                  <a:pt x="75" y="43"/>
                </a:cubicBezTo>
                <a:cubicBezTo>
                  <a:pt x="75" y="49"/>
                  <a:pt x="80" y="54"/>
                  <a:pt x="86" y="54"/>
                </a:cubicBezTo>
                <a:cubicBezTo>
                  <a:pt x="92" y="54"/>
                  <a:pt x="97" y="49"/>
                  <a:pt x="97" y="43"/>
                </a:cubicBezTo>
                <a:cubicBezTo>
                  <a:pt x="97" y="22"/>
                  <a:pt x="97" y="22"/>
                  <a:pt x="97" y="22"/>
                </a:cubicBezTo>
                <a:cubicBezTo>
                  <a:pt x="193" y="22"/>
                  <a:pt x="193" y="22"/>
                  <a:pt x="193" y="22"/>
                </a:cubicBezTo>
                <a:cubicBezTo>
                  <a:pt x="193" y="75"/>
                  <a:pt x="193" y="75"/>
                  <a:pt x="193" y="75"/>
                </a:cubicBezTo>
                <a:cubicBezTo>
                  <a:pt x="193" y="81"/>
                  <a:pt x="197" y="86"/>
                  <a:pt x="203" y="86"/>
                </a:cubicBezTo>
                <a:cubicBezTo>
                  <a:pt x="257" y="86"/>
                  <a:pt x="257" y="86"/>
                  <a:pt x="257" y="86"/>
                </a:cubicBezTo>
                <a:cubicBezTo>
                  <a:pt x="257" y="256"/>
                  <a:pt x="257" y="256"/>
                  <a:pt x="257" y="256"/>
                </a:cubicBezTo>
                <a:cubicBezTo>
                  <a:pt x="97" y="256"/>
                  <a:pt x="97" y="256"/>
                  <a:pt x="97" y="256"/>
                </a:cubicBezTo>
                <a:cubicBezTo>
                  <a:pt x="97" y="214"/>
                  <a:pt x="97" y="214"/>
                  <a:pt x="97" y="214"/>
                </a:cubicBezTo>
                <a:cubicBezTo>
                  <a:pt x="97" y="208"/>
                  <a:pt x="92" y="203"/>
                  <a:pt x="86" y="203"/>
                </a:cubicBezTo>
                <a:cubicBezTo>
                  <a:pt x="80" y="203"/>
                  <a:pt x="75" y="208"/>
                  <a:pt x="75" y="214"/>
                </a:cubicBezTo>
                <a:cubicBezTo>
                  <a:pt x="75" y="267"/>
                  <a:pt x="75" y="267"/>
                  <a:pt x="75" y="267"/>
                </a:cubicBezTo>
                <a:cubicBezTo>
                  <a:pt x="75" y="273"/>
                  <a:pt x="80" y="278"/>
                  <a:pt x="86" y="278"/>
                </a:cubicBezTo>
                <a:cubicBezTo>
                  <a:pt x="267" y="278"/>
                  <a:pt x="267" y="278"/>
                  <a:pt x="267" y="278"/>
                </a:cubicBezTo>
                <a:cubicBezTo>
                  <a:pt x="273" y="278"/>
                  <a:pt x="278" y="273"/>
                  <a:pt x="278" y="267"/>
                </a:cubicBezTo>
                <a:cubicBezTo>
                  <a:pt x="278" y="75"/>
                  <a:pt x="278" y="75"/>
                  <a:pt x="278" y="75"/>
                </a:cubicBezTo>
                <a:cubicBezTo>
                  <a:pt x="278" y="75"/>
                  <a:pt x="278" y="75"/>
                  <a:pt x="278" y="75"/>
                </a:cubicBezTo>
                <a:close/>
                <a:moveTo>
                  <a:pt x="214" y="64"/>
                </a:moveTo>
                <a:cubicBezTo>
                  <a:pt x="214" y="37"/>
                  <a:pt x="214" y="37"/>
                  <a:pt x="214" y="37"/>
                </a:cubicBezTo>
                <a:cubicBezTo>
                  <a:pt x="242" y="64"/>
                  <a:pt x="242" y="64"/>
                  <a:pt x="242" y="64"/>
                </a:cubicBezTo>
                <a:lnTo>
                  <a:pt x="214" y="64"/>
                </a:lnTo>
                <a:close/>
                <a:moveTo>
                  <a:pt x="105" y="192"/>
                </a:moveTo>
                <a:cubicBezTo>
                  <a:pt x="147" y="203"/>
                  <a:pt x="147" y="203"/>
                  <a:pt x="147" y="203"/>
                </a:cubicBezTo>
                <a:cubicBezTo>
                  <a:pt x="148" y="203"/>
                  <a:pt x="149" y="203"/>
                  <a:pt x="150" y="203"/>
                </a:cubicBezTo>
                <a:cubicBezTo>
                  <a:pt x="153" y="203"/>
                  <a:pt x="156" y="202"/>
                  <a:pt x="158" y="200"/>
                </a:cubicBezTo>
                <a:cubicBezTo>
                  <a:pt x="160" y="197"/>
                  <a:pt x="161" y="193"/>
                  <a:pt x="160" y="190"/>
                </a:cubicBezTo>
                <a:cubicBezTo>
                  <a:pt x="150" y="147"/>
                  <a:pt x="150" y="147"/>
                  <a:pt x="150" y="147"/>
                </a:cubicBezTo>
                <a:cubicBezTo>
                  <a:pt x="149" y="145"/>
                  <a:pt x="148" y="143"/>
                  <a:pt x="147" y="142"/>
                </a:cubicBezTo>
                <a:cubicBezTo>
                  <a:pt x="51" y="46"/>
                  <a:pt x="51" y="46"/>
                  <a:pt x="51" y="46"/>
                </a:cubicBezTo>
                <a:cubicBezTo>
                  <a:pt x="47" y="42"/>
                  <a:pt x="40" y="42"/>
                  <a:pt x="36" y="46"/>
                </a:cubicBezTo>
                <a:cubicBezTo>
                  <a:pt x="4" y="78"/>
                  <a:pt x="4" y="78"/>
                  <a:pt x="4" y="78"/>
                </a:cubicBezTo>
                <a:cubicBezTo>
                  <a:pt x="0" y="82"/>
                  <a:pt x="0" y="89"/>
                  <a:pt x="4" y="93"/>
                </a:cubicBezTo>
                <a:cubicBezTo>
                  <a:pt x="100" y="189"/>
                  <a:pt x="100" y="189"/>
                  <a:pt x="100" y="189"/>
                </a:cubicBezTo>
                <a:cubicBezTo>
                  <a:pt x="101" y="191"/>
                  <a:pt x="103" y="192"/>
                  <a:pt x="105" y="192"/>
                </a:cubicBezTo>
                <a:close/>
                <a:moveTo>
                  <a:pt x="131" y="162"/>
                </a:moveTo>
                <a:cubicBezTo>
                  <a:pt x="135" y="178"/>
                  <a:pt x="135" y="178"/>
                  <a:pt x="135" y="178"/>
                </a:cubicBezTo>
                <a:cubicBezTo>
                  <a:pt x="120" y="174"/>
                  <a:pt x="120" y="174"/>
                  <a:pt x="120" y="174"/>
                </a:cubicBezTo>
                <a:lnTo>
                  <a:pt x="131" y="162"/>
                </a:lnTo>
                <a:close/>
                <a:moveTo>
                  <a:pt x="43" y="69"/>
                </a:moveTo>
                <a:cubicBezTo>
                  <a:pt x="119" y="144"/>
                  <a:pt x="119" y="144"/>
                  <a:pt x="119" y="144"/>
                </a:cubicBezTo>
                <a:cubicBezTo>
                  <a:pt x="102" y="161"/>
                  <a:pt x="102" y="161"/>
                  <a:pt x="102" y="161"/>
                </a:cubicBezTo>
                <a:cubicBezTo>
                  <a:pt x="26" y="86"/>
                  <a:pt x="26" y="86"/>
                  <a:pt x="26" y="86"/>
                </a:cubicBezTo>
                <a:lnTo>
                  <a:pt x="43" y="69"/>
                </a:lnTo>
                <a:close/>
                <a:moveTo>
                  <a:pt x="235" y="192"/>
                </a:moveTo>
                <a:cubicBezTo>
                  <a:pt x="235" y="198"/>
                  <a:pt x="231" y="203"/>
                  <a:pt x="225" y="203"/>
                </a:cubicBezTo>
                <a:cubicBezTo>
                  <a:pt x="193" y="203"/>
                  <a:pt x="193" y="203"/>
                  <a:pt x="193" y="203"/>
                </a:cubicBezTo>
                <a:cubicBezTo>
                  <a:pt x="187" y="203"/>
                  <a:pt x="182" y="198"/>
                  <a:pt x="182" y="192"/>
                </a:cubicBezTo>
                <a:cubicBezTo>
                  <a:pt x="182" y="186"/>
                  <a:pt x="187" y="182"/>
                  <a:pt x="193" y="182"/>
                </a:cubicBezTo>
                <a:cubicBezTo>
                  <a:pt x="225" y="182"/>
                  <a:pt x="225" y="182"/>
                  <a:pt x="225" y="182"/>
                </a:cubicBezTo>
                <a:cubicBezTo>
                  <a:pt x="231" y="182"/>
                  <a:pt x="235" y="186"/>
                  <a:pt x="235" y="192"/>
                </a:cubicBezTo>
                <a:close/>
                <a:moveTo>
                  <a:pt x="235" y="150"/>
                </a:moveTo>
                <a:cubicBezTo>
                  <a:pt x="235" y="156"/>
                  <a:pt x="231" y="160"/>
                  <a:pt x="225" y="160"/>
                </a:cubicBezTo>
                <a:cubicBezTo>
                  <a:pt x="182" y="160"/>
                  <a:pt x="182" y="160"/>
                  <a:pt x="182" y="160"/>
                </a:cubicBezTo>
                <a:cubicBezTo>
                  <a:pt x="176" y="160"/>
                  <a:pt x="171" y="156"/>
                  <a:pt x="171" y="150"/>
                </a:cubicBezTo>
                <a:cubicBezTo>
                  <a:pt x="171" y="144"/>
                  <a:pt x="176" y="139"/>
                  <a:pt x="182" y="139"/>
                </a:cubicBezTo>
                <a:cubicBezTo>
                  <a:pt x="225" y="139"/>
                  <a:pt x="225" y="139"/>
                  <a:pt x="225" y="139"/>
                </a:cubicBezTo>
                <a:cubicBezTo>
                  <a:pt x="231" y="139"/>
                  <a:pt x="235" y="144"/>
                  <a:pt x="235" y="150"/>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8664" tIns="49332" rIns="98664" bIns="49332" numCol="1" anchor="t" anchorCtr="0" compatLnSpc="1">
            <a:prstTxWarp prst="textNoShape">
              <a:avLst/>
            </a:prstTxWarp>
          </a:bodyPr>
          <a:lstStyle/>
          <a:p>
            <a:pPr marL="0" marR="0" lvl="0" indent="0" algn="l" defTabSz="906226"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prstClr val="black"/>
              </a:solidFill>
              <a:effectLst/>
              <a:uLnTx/>
              <a:uFillTx/>
              <a:latin typeface="Calibri" panose="020F0502020204030204" pitchFamily="34" charset="0"/>
              <a:ea typeface="Verdana" panose="020B0604030504040204" pitchFamily="34" charset="0"/>
              <a:cs typeface="Calibri" panose="020F0502020204030204" pitchFamily="34" charset="0"/>
            </a:endParaRPr>
          </a:p>
        </p:txBody>
      </p:sp>
      <p:sp>
        <p:nvSpPr>
          <p:cNvPr id="1063" name="TextBox 1062">
            <a:extLst>
              <a:ext uri="{FF2B5EF4-FFF2-40B4-BE49-F238E27FC236}">
                <a16:creationId xmlns:a16="http://schemas.microsoft.com/office/drawing/2014/main" id="{E2B6AACB-A59A-4636-9182-25082ACA5B00}"/>
              </a:ext>
            </a:extLst>
          </p:cNvPr>
          <p:cNvSpPr txBox="1"/>
          <p:nvPr/>
        </p:nvSpPr>
        <p:spPr bwMode="gray">
          <a:xfrm>
            <a:off x="7038452" y="2969362"/>
            <a:ext cx="4616506" cy="1275619"/>
          </a:xfrm>
          <a:prstGeom prst="rect">
            <a:avLst/>
          </a:prstGeom>
        </p:spPr>
        <p:txBody>
          <a:bodyPr vert="horz" wrap="square" lIns="0" tIns="0" rIns="0" bIns="0" rtlCol="0" anchor="t" anchorCtr="0">
            <a:noAutofit/>
          </a:bodyPr>
          <a:lstStyle/>
          <a:p>
            <a:pPr marR="0" lvl="0" algn="l" defTabSz="914400" rtl="0" eaLnBrk="1" fontAlgn="auto" latinLnBrk="0" hangingPunct="1">
              <a:lnSpc>
                <a:spcPct val="100000"/>
              </a:lnSpc>
              <a:spcBef>
                <a:spcPts val="300"/>
              </a:spcBef>
              <a:spcAft>
                <a:spcPts val="300"/>
              </a:spcAft>
              <a:buClrTx/>
              <a:buSzTx/>
              <a:tabLst/>
              <a:defRPr/>
            </a:pPr>
            <a:r>
              <a:rPr kumimoji="0" lang="en-US" sz="1200" b="0" i="0" u="none" strike="noStrike" kern="0" cap="none" spc="0" normalizeH="0" baseline="0" noProof="0">
                <a:ln>
                  <a:noFill/>
                </a:ln>
                <a:solidFill>
                  <a:srgbClr val="000000"/>
                </a:solidFill>
                <a:effectLst/>
                <a:uLnTx/>
                <a:uFillTx/>
                <a:ea typeface="+mn-ea"/>
                <a:cs typeface="Arial" panose="020B0604020202020204" pitchFamily="34" charset="0"/>
              </a:rPr>
              <a:t>The approach involved a meticulous three-phase strategy, focusing on defining information and system requirements, </a:t>
            </a:r>
            <a:r>
              <a:rPr kumimoji="0" lang="en-US" sz="1200" b="1" i="0" u="none" strike="noStrike" kern="0" cap="none" spc="0" normalizeH="0" baseline="0" noProof="0">
                <a:ln>
                  <a:noFill/>
                </a:ln>
                <a:solidFill>
                  <a:srgbClr val="000000"/>
                </a:solidFill>
                <a:effectLst/>
                <a:uLnTx/>
                <a:uFillTx/>
                <a:ea typeface="+mn-ea"/>
                <a:cs typeface="Arial" panose="020B0604020202020204" pitchFamily="34" charset="0"/>
              </a:rPr>
              <a:t>vendor selection, and comprehensive oversight throughout implementation</a:t>
            </a:r>
            <a:r>
              <a:rPr kumimoji="0" lang="en-US" sz="1200" b="0" i="0" u="none" strike="noStrike" kern="0" cap="none" spc="0" normalizeH="0" baseline="0" noProof="0">
                <a:ln>
                  <a:noFill/>
                </a:ln>
                <a:solidFill>
                  <a:srgbClr val="000000"/>
                </a:solidFill>
                <a:effectLst/>
                <a:uLnTx/>
                <a:uFillTx/>
                <a:ea typeface="+mn-ea"/>
                <a:cs typeface="Arial" panose="020B0604020202020204" pitchFamily="34" charset="0"/>
              </a:rPr>
              <a:t>. </a:t>
            </a:r>
          </a:p>
        </p:txBody>
      </p:sp>
      <p:sp>
        <p:nvSpPr>
          <p:cNvPr id="1065" name="Rectangle: Diagonal Corners Snipped 1064">
            <a:extLst>
              <a:ext uri="{FF2B5EF4-FFF2-40B4-BE49-F238E27FC236}">
                <a16:creationId xmlns:a16="http://schemas.microsoft.com/office/drawing/2014/main" id="{46CC108B-9D16-7DFA-79FA-0A0CBEF0D640}"/>
              </a:ext>
            </a:extLst>
          </p:cNvPr>
          <p:cNvSpPr/>
          <p:nvPr/>
        </p:nvSpPr>
        <p:spPr bwMode="gray">
          <a:xfrm>
            <a:off x="7047767" y="2541529"/>
            <a:ext cx="4391203" cy="394827"/>
          </a:xfrm>
          <a:prstGeom prst="snip2DiagRect">
            <a:avLst/>
          </a:prstGeom>
          <a:solidFill>
            <a:srgbClr val="0097A9"/>
          </a:solidFill>
          <a:ln w="19050" algn="ctr">
            <a:noFill/>
            <a:miter lim="800000"/>
            <a:headEnd/>
            <a:tailEnd/>
          </a:ln>
        </p:spPr>
        <p:txBody>
          <a:bodyPr wrap="square" lIns="457200" tIns="100013" rIns="100013" bIns="100013" rtlCol="0" anchor="ctr"/>
          <a:lstStyle/>
          <a:p>
            <a:pPr marL="0" marR="0" lvl="0" indent="0" algn="l" defTabSz="914400" rtl="0" eaLnBrk="1" fontAlgn="auto" latinLnBrk="0" hangingPunct="1">
              <a:lnSpc>
                <a:spcPct val="100000"/>
              </a:lnSpc>
              <a:spcBef>
                <a:spcPts val="0"/>
              </a:spcBef>
              <a:spcAft>
                <a:spcPts val="669"/>
              </a:spcAft>
              <a:buClrTx/>
              <a:buSzTx/>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Approach</a:t>
            </a:r>
            <a:endParaRPr kumimoji="0" lang="en-US" sz="1000" b="1" i="0" u="none" strike="noStrike" kern="1200" cap="none" spc="0" normalizeH="0" baseline="0" noProof="0">
              <a:ln>
                <a:noFill/>
              </a:ln>
              <a:solidFill>
                <a:prstClr val="white"/>
              </a:solidFill>
              <a:effectLst/>
              <a:uLnTx/>
              <a:uFillTx/>
              <a:latin typeface="Calibri"/>
              <a:ea typeface="+mn-ea"/>
              <a:cs typeface="+mn-cs"/>
            </a:endParaRPr>
          </a:p>
        </p:txBody>
      </p:sp>
      <p:grpSp>
        <p:nvGrpSpPr>
          <p:cNvPr id="1066" name="Graphic 4">
            <a:extLst>
              <a:ext uri="{FF2B5EF4-FFF2-40B4-BE49-F238E27FC236}">
                <a16:creationId xmlns:a16="http://schemas.microsoft.com/office/drawing/2014/main" id="{1C1AF916-EBD7-70A8-B9F4-BBBA75059A09}"/>
              </a:ext>
            </a:extLst>
          </p:cNvPr>
          <p:cNvGrpSpPr>
            <a:grpSpLocks noChangeAspect="1"/>
          </p:cNvGrpSpPr>
          <p:nvPr/>
        </p:nvGrpSpPr>
        <p:grpSpPr bwMode="gray">
          <a:xfrm>
            <a:off x="7098533" y="2588868"/>
            <a:ext cx="309950" cy="310208"/>
            <a:chOff x="467743" y="4793256"/>
            <a:chExt cx="361670" cy="361971"/>
          </a:xfrm>
          <a:solidFill>
            <a:schemeClr val="bg1"/>
          </a:solidFill>
        </p:grpSpPr>
        <p:sp>
          <p:nvSpPr>
            <p:cNvPr id="1067" name="Graphic 4">
              <a:extLst>
                <a:ext uri="{FF2B5EF4-FFF2-40B4-BE49-F238E27FC236}">
                  <a16:creationId xmlns:a16="http://schemas.microsoft.com/office/drawing/2014/main" id="{5E3B583A-F1AC-ED43-4FC6-D7284E44BCA3}"/>
                </a:ext>
              </a:extLst>
            </p:cNvPr>
            <p:cNvSpPr/>
            <p:nvPr/>
          </p:nvSpPr>
          <p:spPr bwMode="gray">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grpFill/>
            <a:ln w="639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alibri"/>
                <a:ea typeface="+mn-ea"/>
                <a:cs typeface="+mn-cs"/>
              </a:endParaRPr>
            </a:p>
          </p:txBody>
        </p:sp>
        <p:sp>
          <p:nvSpPr>
            <p:cNvPr id="1068" name="Graphic 4">
              <a:extLst>
                <a:ext uri="{FF2B5EF4-FFF2-40B4-BE49-F238E27FC236}">
                  <a16:creationId xmlns:a16="http://schemas.microsoft.com/office/drawing/2014/main" id="{79A5F9B6-C5D1-0065-B929-7957A93D0D5A}"/>
                </a:ext>
              </a:extLst>
            </p:cNvPr>
            <p:cNvSpPr/>
            <p:nvPr/>
          </p:nvSpPr>
          <p:spPr bwMode="gray">
            <a:xfrm>
              <a:off x="540176" y="4865395"/>
              <a:ext cx="217670" cy="217055"/>
            </a:xfrm>
            <a:custGeom>
              <a:avLst/>
              <a:gdLst>
                <a:gd name="connsiteX0" fmla="*/ 210641 w 217670"/>
                <a:gd name="connsiteY0" fmla="*/ 24259 h 217055"/>
                <a:gd name="connsiteX1" fmla="*/ 192750 w 217670"/>
                <a:gd name="connsiteY1" fmla="*/ 24259 h 217055"/>
                <a:gd name="connsiteX2" fmla="*/ 192750 w 217670"/>
                <a:gd name="connsiteY2" fmla="*/ 6384 h 217055"/>
                <a:gd name="connsiteX3" fmla="*/ 186360 w 217670"/>
                <a:gd name="connsiteY3" fmla="*/ 0 h 217055"/>
                <a:gd name="connsiteX4" fmla="*/ 179970 w 217670"/>
                <a:gd name="connsiteY4" fmla="*/ 6384 h 217055"/>
                <a:gd name="connsiteX5" fmla="*/ 179970 w 217670"/>
                <a:gd name="connsiteY5" fmla="*/ 28090 h 217055"/>
                <a:gd name="connsiteX6" fmla="*/ 173580 w 217670"/>
                <a:gd name="connsiteY6" fmla="*/ 34474 h 217055"/>
                <a:gd name="connsiteX7" fmla="*/ 25972 w 217670"/>
                <a:gd name="connsiteY7" fmla="*/ 44050 h 217055"/>
                <a:gd name="connsiteX8" fmla="*/ 34279 w 217670"/>
                <a:gd name="connsiteY8" fmla="*/ 190243 h 217055"/>
                <a:gd name="connsiteX9" fmla="*/ 18304 w 217670"/>
                <a:gd name="connsiteY9" fmla="*/ 206203 h 217055"/>
                <a:gd name="connsiteX10" fmla="*/ 18304 w 217670"/>
                <a:gd name="connsiteY10" fmla="*/ 215140 h 217055"/>
                <a:gd name="connsiteX11" fmla="*/ 18304 w 217670"/>
                <a:gd name="connsiteY11" fmla="*/ 215140 h 217055"/>
                <a:gd name="connsiteX12" fmla="*/ 22777 w 217670"/>
                <a:gd name="connsiteY12" fmla="*/ 217055 h 217055"/>
                <a:gd name="connsiteX13" fmla="*/ 27250 w 217670"/>
                <a:gd name="connsiteY13" fmla="*/ 215140 h 217055"/>
                <a:gd name="connsiteX14" fmla="*/ 43864 w 217670"/>
                <a:gd name="connsiteY14" fmla="*/ 198542 h 217055"/>
                <a:gd name="connsiteX15" fmla="*/ 44503 w 217670"/>
                <a:gd name="connsiteY15" fmla="*/ 197265 h 217055"/>
                <a:gd name="connsiteX16" fmla="*/ 165273 w 217670"/>
                <a:gd name="connsiteY16" fmla="*/ 197265 h 217055"/>
                <a:gd name="connsiteX17" fmla="*/ 165912 w 217670"/>
                <a:gd name="connsiteY17" fmla="*/ 198542 h 217055"/>
                <a:gd name="connsiteX18" fmla="*/ 182526 w 217670"/>
                <a:gd name="connsiteY18" fmla="*/ 215140 h 217055"/>
                <a:gd name="connsiteX19" fmla="*/ 186999 w 217670"/>
                <a:gd name="connsiteY19" fmla="*/ 217055 h 217055"/>
                <a:gd name="connsiteX20" fmla="*/ 191472 w 217670"/>
                <a:gd name="connsiteY20" fmla="*/ 215140 h 217055"/>
                <a:gd name="connsiteX21" fmla="*/ 191472 w 217670"/>
                <a:gd name="connsiteY21" fmla="*/ 206203 h 217055"/>
                <a:gd name="connsiteX22" fmla="*/ 191472 w 217670"/>
                <a:gd name="connsiteY22" fmla="*/ 206203 h 217055"/>
                <a:gd name="connsiteX23" fmla="*/ 174858 w 217670"/>
                <a:gd name="connsiteY23" fmla="*/ 190243 h 217055"/>
                <a:gd name="connsiteX24" fmla="*/ 183165 w 217670"/>
                <a:gd name="connsiteY24" fmla="*/ 43411 h 217055"/>
                <a:gd name="connsiteX25" fmla="*/ 189555 w 217670"/>
                <a:gd name="connsiteY25" fmla="*/ 37027 h 217055"/>
                <a:gd name="connsiteX26" fmla="*/ 211280 w 217670"/>
                <a:gd name="connsiteY26" fmla="*/ 37027 h 217055"/>
                <a:gd name="connsiteX27" fmla="*/ 217670 w 217670"/>
                <a:gd name="connsiteY27" fmla="*/ 30643 h 217055"/>
                <a:gd name="connsiteX28" fmla="*/ 210641 w 217670"/>
                <a:gd name="connsiteY28" fmla="*/ 24259 h 217055"/>
                <a:gd name="connsiteX29" fmla="*/ 210641 w 217670"/>
                <a:gd name="connsiteY29" fmla="*/ 24259 h 217055"/>
                <a:gd name="connsiteX30" fmla="*/ 195945 w 217670"/>
                <a:gd name="connsiteY30" fmla="*/ 112358 h 217055"/>
                <a:gd name="connsiteX31" fmla="*/ 103929 w 217670"/>
                <a:gd name="connsiteY31" fmla="*/ 204926 h 217055"/>
                <a:gd name="connsiteX32" fmla="*/ 11275 w 217670"/>
                <a:gd name="connsiteY32" fmla="*/ 112997 h 217055"/>
                <a:gd name="connsiteX33" fmla="*/ 103290 w 217670"/>
                <a:gd name="connsiteY33" fmla="*/ 20429 h 217055"/>
                <a:gd name="connsiteX34" fmla="*/ 163995 w 217670"/>
                <a:gd name="connsiteY34" fmla="*/ 42773 h 217055"/>
                <a:gd name="connsiteX35" fmla="*/ 149937 w 217670"/>
                <a:gd name="connsiteY35" fmla="*/ 56818 h 217055"/>
                <a:gd name="connsiteX36" fmla="*/ 48337 w 217670"/>
                <a:gd name="connsiteY36" fmla="*/ 65755 h 217055"/>
                <a:gd name="connsiteX37" fmla="*/ 57283 w 217670"/>
                <a:gd name="connsiteY37" fmla="*/ 167260 h 217055"/>
                <a:gd name="connsiteX38" fmla="*/ 158883 w 217670"/>
                <a:gd name="connsiteY38" fmla="*/ 158323 h 217055"/>
                <a:gd name="connsiteX39" fmla="*/ 158883 w 217670"/>
                <a:gd name="connsiteY39" fmla="*/ 65755 h 217055"/>
                <a:gd name="connsiteX40" fmla="*/ 172941 w 217670"/>
                <a:gd name="connsiteY40" fmla="*/ 51710 h 217055"/>
                <a:gd name="connsiteX41" fmla="*/ 195945 w 217670"/>
                <a:gd name="connsiteY41" fmla="*/ 112358 h 217055"/>
                <a:gd name="connsiteX42" fmla="*/ 130767 w 217670"/>
                <a:gd name="connsiteY42" fmla="*/ 112358 h 217055"/>
                <a:gd name="connsiteX43" fmla="*/ 104568 w 217670"/>
                <a:gd name="connsiteY43" fmla="*/ 139171 h 217055"/>
                <a:gd name="connsiteX44" fmla="*/ 77731 w 217670"/>
                <a:gd name="connsiteY44" fmla="*/ 112997 h 217055"/>
                <a:gd name="connsiteX45" fmla="*/ 103929 w 217670"/>
                <a:gd name="connsiteY45" fmla="*/ 86184 h 217055"/>
                <a:gd name="connsiteX46" fmla="*/ 117987 w 217670"/>
                <a:gd name="connsiteY46" fmla="*/ 90014 h 217055"/>
                <a:gd name="connsiteX47" fmla="*/ 100095 w 217670"/>
                <a:gd name="connsiteY47" fmla="*/ 107889 h 217055"/>
                <a:gd name="connsiteX48" fmla="*/ 100095 w 217670"/>
                <a:gd name="connsiteY48" fmla="*/ 116827 h 217055"/>
                <a:gd name="connsiteX49" fmla="*/ 104568 w 217670"/>
                <a:gd name="connsiteY49" fmla="*/ 118742 h 217055"/>
                <a:gd name="connsiteX50" fmla="*/ 109041 w 217670"/>
                <a:gd name="connsiteY50" fmla="*/ 116827 h 217055"/>
                <a:gd name="connsiteX51" fmla="*/ 126933 w 217670"/>
                <a:gd name="connsiteY51" fmla="*/ 98952 h 217055"/>
                <a:gd name="connsiteX52" fmla="*/ 130767 w 217670"/>
                <a:gd name="connsiteY52" fmla="*/ 112358 h 217055"/>
                <a:gd name="connsiteX53" fmla="*/ 130767 w 217670"/>
                <a:gd name="connsiteY53" fmla="*/ 112358 h 217055"/>
                <a:gd name="connsiteX54" fmla="*/ 126933 w 217670"/>
                <a:gd name="connsiteY54" fmla="*/ 80438 h 217055"/>
                <a:gd name="connsiteX55" fmla="*/ 72619 w 217670"/>
                <a:gd name="connsiteY55" fmla="*/ 89376 h 217055"/>
                <a:gd name="connsiteX56" fmla="*/ 81565 w 217670"/>
                <a:gd name="connsiteY56" fmla="*/ 143640 h 217055"/>
                <a:gd name="connsiteX57" fmla="*/ 135879 w 217670"/>
                <a:gd name="connsiteY57" fmla="*/ 134702 h 217055"/>
                <a:gd name="connsiteX58" fmla="*/ 135879 w 217670"/>
                <a:gd name="connsiteY58" fmla="*/ 89376 h 217055"/>
                <a:gd name="connsiteX59" fmla="*/ 149937 w 217670"/>
                <a:gd name="connsiteY59" fmla="*/ 75331 h 217055"/>
                <a:gd name="connsiteX60" fmla="*/ 140991 w 217670"/>
                <a:gd name="connsiteY60" fmla="*/ 158323 h 217055"/>
                <a:gd name="connsiteX61" fmla="*/ 57922 w 217670"/>
                <a:gd name="connsiteY61" fmla="*/ 149385 h 217055"/>
                <a:gd name="connsiteX62" fmla="*/ 66868 w 217670"/>
                <a:gd name="connsiteY62" fmla="*/ 66394 h 217055"/>
                <a:gd name="connsiteX63" fmla="*/ 140991 w 217670"/>
                <a:gd name="connsiteY63" fmla="*/ 66394 h 217055"/>
                <a:gd name="connsiteX64" fmla="*/ 126933 w 217670"/>
                <a:gd name="connsiteY64" fmla="*/ 80438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17670" h="217055">
                  <a:moveTo>
                    <a:pt x="210641" y="24259"/>
                  </a:moveTo>
                  <a:lnTo>
                    <a:pt x="192750" y="24259"/>
                  </a:lnTo>
                  <a:lnTo>
                    <a:pt x="192750" y="6384"/>
                  </a:lnTo>
                  <a:cubicBezTo>
                    <a:pt x="192750" y="2554"/>
                    <a:pt x="190194" y="0"/>
                    <a:pt x="186360" y="0"/>
                  </a:cubicBezTo>
                  <a:cubicBezTo>
                    <a:pt x="182526" y="0"/>
                    <a:pt x="179970" y="2554"/>
                    <a:pt x="179970" y="6384"/>
                  </a:cubicBezTo>
                  <a:lnTo>
                    <a:pt x="179970" y="28090"/>
                  </a:lnTo>
                  <a:lnTo>
                    <a:pt x="173580" y="34474"/>
                  </a:lnTo>
                  <a:cubicBezTo>
                    <a:pt x="130128" y="-3830"/>
                    <a:pt x="64312" y="638"/>
                    <a:pt x="25972" y="44050"/>
                  </a:cubicBezTo>
                  <a:cubicBezTo>
                    <a:pt x="-11728" y="86822"/>
                    <a:pt x="-7894" y="151939"/>
                    <a:pt x="34279" y="190243"/>
                  </a:cubicBezTo>
                  <a:lnTo>
                    <a:pt x="18304" y="206203"/>
                  </a:lnTo>
                  <a:cubicBezTo>
                    <a:pt x="15748" y="208756"/>
                    <a:pt x="15748" y="212587"/>
                    <a:pt x="18304" y="215140"/>
                  </a:cubicBezTo>
                  <a:cubicBezTo>
                    <a:pt x="18304" y="215140"/>
                    <a:pt x="18304" y="215140"/>
                    <a:pt x="18304" y="215140"/>
                  </a:cubicBezTo>
                  <a:cubicBezTo>
                    <a:pt x="19582" y="216417"/>
                    <a:pt x="20860" y="217055"/>
                    <a:pt x="22777" y="217055"/>
                  </a:cubicBezTo>
                  <a:cubicBezTo>
                    <a:pt x="24694" y="217055"/>
                    <a:pt x="25972" y="216417"/>
                    <a:pt x="27250" y="215140"/>
                  </a:cubicBezTo>
                  <a:lnTo>
                    <a:pt x="43864" y="198542"/>
                  </a:lnTo>
                  <a:cubicBezTo>
                    <a:pt x="43864" y="198542"/>
                    <a:pt x="44503" y="197903"/>
                    <a:pt x="44503" y="197265"/>
                  </a:cubicBezTo>
                  <a:cubicBezTo>
                    <a:pt x="80926" y="222801"/>
                    <a:pt x="128850" y="222801"/>
                    <a:pt x="165273" y="197265"/>
                  </a:cubicBezTo>
                  <a:cubicBezTo>
                    <a:pt x="165273" y="197903"/>
                    <a:pt x="165912" y="197903"/>
                    <a:pt x="165912" y="198542"/>
                  </a:cubicBezTo>
                  <a:lnTo>
                    <a:pt x="182526" y="215140"/>
                  </a:lnTo>
                  <a:cubicBezTo>
                    <a:pt x="183804" y="216417"/>
                    <a:pt x="185082" y="217055"/>
                    <a:pt x="186999" y="217055"/>
                  </a:cubicBezTo>
                  <a:cubicBezTo>
                    <a:pt x="188916" y="217055"/>
                    <a:pt x="190194" y="216417"/>
                    <a:pt x="191472" y="215140"/>
                  </a:cubicBezTo>
                  <a:cubicBezTo>
                    <a:pt x="194028" y="212587"/>
                    <a:pt x="194028" y="208756"/>
                    <a:pt x="191472" y="206203"/>
                  </a:cubicBezTo>
                  <a:cubicBezTo>
                    <a:pt x="191472" y="206203"/>
                    <a:pt x="191472" y="206203"/>
                    <a:pt x="191472" y="206203"/>
                  </a:cubicBezTo>
                  <a:lnTo>
                    <a:pt x="174858" y="190243"/>
                  </a:lnTo>
                  <a:cubicBezTo>
                    <a:pt x="217670" y="151939"/>
                    <a:pt x="221504" y="86184"/>
                    <a:pt x="183165" y="43411"/>
                  </a:cubicBezTo>
                  <a:lnTo>
                    <a:pt x="189555" y="37027"/>
                  </a:lnTo>
                  <a:lnTo>
                    <a:pt x="211280" y="37027"/>
                  </a:lnTo>
                  <a:cubicBezTo>
                    <a:pt x="215114" y="37027"/>
                    <a:pt x="217670" y="34474"/>
                    <a:pt x="217670" y="30643"/>
                  </a:cubicBezTo>
                  <a:cubicBezTo>
                    <a:pt x="217670" y="26813"/>
                    <a:pt x="214475" y="24259"/>
                    <a:pt x="210641" y="24259"/>
                  </a:cubicBezTo>
                  <a:lnTo>
                    <a:pt x="210641" y="24259"/>
                  </a:lnTo>
                  <a:close/>
                  <a:moveTo>
                    <a:pt x="195945" y="112358"/>
                  </a:moveTo>
                  <a:cubicBezTo>
                    <a:pt x="195945" y="163430"/>
                    <a:pt x="155049" y="204926"/>
                    <a:pt x="103929" y="204926"/>
                  </a:cubicBezTo>
                  <a:cubicBezTo>
                    <a:pt x="52810" y="204926"/>
                    <a:pt x="11275" y="164068"/>
                    <a:pt x="11275" y="112997"/>
                  </a:cubicBezTo>
                  <a:cubicBezTo>
                    <a:pt x="11275" y="61925"/>
                    <a:pt x="52171" y="20429"/>
                    <a:pt x="103290" y="20429"/>
                  </a:cubicBezTo>
                  <a:cubicBezTo>
                    <a:pt x="125655" y="20429"/>
                    <a:pt x="147381" y="28090"/>
                    <a:pt x="163995" y="42773"/>
                  </a:cubicBezTo>
                  <a:lnTo>
                    <a:pt x="149937" y="56818"/>
                  </a:lnTo>
                  <a:cubicBezTo>
                    <a:pt x="119265" y="31282"/>
                    <a:pt x="73897" y="35112"/>
                    <a:pt x="48337" y="65755"/>
                  </a:cubicBezTo>
                  <a:cubicBezTo>
                    <a:pt x="22777" y="96398"/>
                    <a:pt x="26611" y="141724"/>
                    <a:pt x="57283" y="167260"/>
                  </a:cubicBezTo>
                  <a:cubicBezTo>
                    <a:pt x="87955" y="192796"/>
                    <a:pt x="133323" y="188966"/>
                    <a:pt x="158883" y="158323"/>
                  </a:cubicBezTo>
                  <a:cubicBezTo>
                    <a:pt x="181248" y="131510"/>
                    <a:pt x="181248" y="92568"/>
                    <a:pt x="158883" y="65755"/>
                  </a:cubicBezTo>
                  <a:lnTo>
                    <a:pt x="172941" y="51710"/>
                  </a:lnTo>
                  <a:cubicBezTo>
                    <a:pt x="188277" y="68947"/>
                    <a:pt x="195945" y="90653"/>
                    <a:pt x="195945" y="112358"/>
                  </a:cubicBezTo>
                  <a:close/>
                  <a:moveTo>
                    <a:pt x="130767" y="112358"/>
                  </a:moveTo>
                  <a:cubicBezTo>
                    <a:pt x="130767" y="127041"/>
                    <a:pt x="119265" y="139171"/>
                    <a:pt x="104568" y="139171"/>
                  </a:cubicBezTo>
                  <a:cubicBezTo>
                    <a:pt x="89872" y="139171"/>
                    <a:pt x="77731" y="127680"/>
                    <a:pt x="77731" y="112997"/>
                  </a:cubicBezTo>
                  <a:cubicBezTo>
                    <a:pt x="77731" y="98313"/>
                    <a:pt x="89233" y="86184"/>
                    <a:pt x="103929" y="86184"/>
                  </a:cubicBezTo>
                  <a:cubicBezTo>
                    <a:pt x="109041" y="86184"/>
                    <a:pt x="113514" y="87461"/>
                    <a:pt x="117987" y="90014"/>
                  </a:cubicBezTo>
                  <a:lnTo>
                    <a:pt x="100095" y="107889"/>
                  </a:lnTo>
                  <a:cubicBezTo>
                    <a:pt x="97540" y="110443"/>
                    <a:pt x="97540" y="114273"/>
                    <a:pt x="100095" y="116827"/>
                  </a:cubicBezTo>
                  <a:cubicBezTo>
                    <a:pt x="101373" y="118104"/>
                    <a:pt x="102651" y="118742"/>
                    <a:pt x="104568" y="118742"/>
                  </a:cubicBezTo>
                  <a:cubicBezTo>
                    <a:pt x="106485" y="118742"/>
                    <a:pt x="107763" y="118104"/>
                    <a:pt x="109041" y="116827"/>
                  </a:cubicBezTo>
                  <a:lnTo>
                    <a:pt x="126933" y="98952"/>
                  </a:lnTo>
                  <a:cubicBezTo>
                    <a:pt x="129489" y="103421"/>
                    <a:pt x="130767" y="107889"/>
                    <a:pt x="130767" y="112358"/>
                  </a:cubicBezTo>
                  <a:lnTo>
                    <a:pt x="130767" y="112358"/>
                  </a:lnTo>
                  <a:close/>
                  <a:moveTo>
                    <a:pt x="126933" y="80438"/>
                  </a:moveTo>
                  <a:cubicBezTo>
                    <a:pt x="109680" y="68309"/>
                    <a:pt x="84760" y="72139"/>
                    <a:pt x="72619" y="89376"/>
                  </a:cubicBezTo>
                  <a:cubicBezTo>
                    <a:pt x="60478" y="106613"/>
                    <a:pt x="64312" y="131510"/>
                    <a:pt x="81565" y="143640"/>
                  </a:cubicBezTo>
                  <a:cubicBezTo>
                    <a:pt x="98817" y="155769"/>
                    <a:pt x="123738" y="151939"/>
                    <a:pt x="135879" y="134702"/>
                  </a:cubicBezTo>
                  <a:cubicBezTo>
                    <a:pt x="145464" y="121296"/>
                    <a:pt x="145464" y="102782"/>
                    <a:pt x="135879" y="89376"/>
                  </a:cubicBezTo>
                  <a:lnTo>
                    <a:pt x="149937" y="75331"/>
                  </a:lnTo>
                  <a:cubicBezTo>
                    <a:pt x="170385" y="100867"/>
                    <a:pt x="166551" y="137894"/>
                    <a:pt x="140991" y="158323"/>
                  </a:cubicBezTo>
                  <a:cubicBezTo>
                    <a:pt x="115431" y="178752"/>
                    <a:pt x="78370" y="174921"/>
                    <a:pt x="57922" y="149385"/>
                  </a:cubicBezTo>
                  <a:cubicBezTo>
                    <a:pt x="37474" y="123849"/>
                    <a:pt x="41308" y="86822"/>
                    <a:pt x="66868" y="66394"/>
                  </a:cubicBezTo>
                  <a:cubicBezTo>
                    <a:pt x="88594" y="49157"/>
                    <a:pt x="119265" y="49157"/>
                    <a:pt x="140991" y="66394"/>
                  </a:cubicBezTo>
                  <a:lnTo>
                    <a:pt x="126933" y="80438"/>
                  </a:lnTo>
                  <a:close/>
                </a:path>
              </a:pathLst>
            </a:custGeom>
            <a:grpFill/>
            <a:ln w="639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alibri"/>
                <a:ea typeface="+mn-ea"/>
                <a:cs typeface="+mn-cs"/>
              </a:endParaRPr>
            </a:p>
          </p:txBody>
        </p:sp>
      </p:grpSp>
      <p:sp>
        <p:nvSpPr>
          <p:cNvPr id="1069" name="TextBox 1068">
            <a:extLst>
              <a:ext uri="{FF2B5EF4-FFF2-40B4-BE49-F238E27FC236}">
                <a16:creationId xmlns:a16="http://schemas.microsoft.com/office/drawing/2014/main" id="{666A5D5F-2CD9-FC12-40B4-3BCF4FD81B7C}"/>
              </a:ext>
            </a:extLst>
          </p:cNvPr>
          <p:cNvSpPr txBox="1"/>
          <p:nvPr/>
        </p:nvSpPr>
        <p:spPr>
          <a:xfrm>
            <a:off x="7007992" y="4148960"/>
            <a:ext cx="4586549" cy="1015663"/>
          </a:xfrm>
          <a:prstGeom prst="rect">
            <a:avLst/>
          </a:prstGeom>
          <a:noFill/>
        </p:spPr>
        <p:txBody>
          <a:bodyPr wrap="square" rtlCol="0">
            <a:spAutoFit/>
          </a:bodyPr>
          <a:lstStyle/>
          <a:p>
            <a:r>
              <a:rPr lang="en-US" sz="1200" b="1"/>
              <a:t>Tailored Solution:</a:t>
            </a:r>
            <a:r>
              <a:rPr lang="en-US" sz="1200"/>
              <a:t> Crafted a Regulatory Information Management System (RIMS) tailored to the unique requirements of CERC</a:t>
            </a:r>
          </a:p>
          <a:p>
            <a:r>
              <a:rPr lang="en-US" sz="1200" b="1"/>
              <a:t>Efficient Vendor Selection:</a:t>
            </a:r>
            <a:r>
              <a:rPr lang="en-US" sz="1200"/>
              <a:t> Successful vendor selection through a strategic approach, which involved developing comprehensive tender documents, active involvement in negotiations, and final selection</a:t>
            </a:r>
            <a:endParaRPr lang="en-ZA" sz="1200"/>
          </a:p>
        </p:txBody>
      </p:sp>
      <p:sp>
        <p:nvSpPr>
          <p:cNvPr id="1070" name="TextBox 1069">
            <a:extLst>
              <a:ext uri="{FF2B5EF4-FFF2-40B4-BE49-F238E27FC236}">
                <a16:creationId xmlns:a16="http://schemas.microsoft.com/office/drawing/2014/main" id="{E512E37D-ED22-2F8E-066A-F1D8D879FF83}"/>
              </a:ext>
            </a:extLst>
          </p:cNvPr>
          <p:cNvSpPr txBox="1"/>
          <p:nvPr/>
        </p:nvSpPr>
        <p:spPr>
          <a:xfrm>
            <a:off x="7023223" y="5813482"/>
            <a:ext cx="4384386" cy="461665"/>
          </a:xfrm>
          <a:prstGeom prst="rect">
            <a:avLst/>
          </a:prstGeom>
          <a:noFill/>
        </p:spPr>
        <p:txBody>
          <a:bodyPr wrap="square" rtlCol="0">
            <a:spAutoFit/>
          </a:bodyPr>
          <a:lstStyle/>
          <a:p>
            <a:r>
              <a:rPr lang="en-US" sz="1200"/>
              <a:t>Balancing Industry and IT Expertise, Stakeholder Collaboration, Strategic Vendor Management, Adaptability in Project Execution</a:t>
            </a:r>
            <a:endParaRPr lang="en-ZA" sz="1200"/>
          </a:p>
        </p:txBody>
      </p:sp>
      <p:sp>
        <p:nvSpPr>
          <p:cNvPr id="19" name="Rectangle 18">
            <a:extLst>
              <a:ext uri="{FF2B5EF4-FFF2-40B4-BE49-F238E27FC236}">
                <a16:creationId xmlns:a16="http://schemas.microsoft.com/office/drawing/2014/main" id="{DE2168B8-95E2-5390-CE35-123AFAC2903C}"/>
              </a:ext>
            </a:extLst>
          </p:cNvPr>
          <p:cNvSpPr/>
          <p:nvPr/>
        </p:nvSpPr>
        <p:spPr>
          <a:xfrm>
            <a:off x="469900" y="1066032"/>
            <a:ext cx="10197267" cy="2557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Calibri"/>
                <a:ea typeface="+mn-ea"/>
                <a:cs typeface="+mn-cs"/>
              </a:rPr>
              <a:t>Designing and Implementing Regulatory Information Management System (RIMS) for Central Electricity Regulatory Commission (CERC) </a:t>
            </a:r>
            <a:endParaRPr kumimoji="0" lang="en-ZA" sz="1200" b="1"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Text Placeholder 2">
            <a:extLst>
              <a:ext uri="{FF2B5EF4-FFF2-40B4-BE49-F238E27FC236}">
                <a16:creationId xmlns:a16="http://schemas.microsoft.com/office/drawing/2014/main" id="{AD69D92D-836F-0ABC-6FC7-11631E4D8360}"/>
              </a:ext>
            </a:extLst>
          </p:cNvPr>
          <p:cNvSpPr>
            <a:spLocks noGrp="1"/>
          </p:cNvSpPr>
          <p:nvPr>
            <p:ph type="body" sz="quarter" idx="13"/>
          </p:nvPr>
        </p:nvSpPr>
        <p:spPr>
          <a:xfrm>
            <a:off x="469900" y="736689"/>
            <a:ext cx="11252200" cy="292522"/>
          </a:xfrm>
        </p:spPr>
        <p:txBody>
          <a:bodyPr/>
          <a:lstStyle/>
          <a:p>
            <a:r>
              <a:rPr lang="en-US" sz="1800" dirty="0"/>
              <a:t>Development and Deployment of a Regulatory Information Management System (RIMS)</a:t>
            </a:r>
            <a:endParaRPr lang="en-IN" sz="1800" dirty="0"/>
          </a:p>
        </p:txBody>
      </p:sp>
      <p:sp>
        <p:nvSpPr>
          <p:cNvPr id="25" name="Rectangle 24">
            <a:extLst>
              <a:ext uri="{FF2B5EF4-FFF2-40B4-BE49-F238E27FC236}">
                <a16:creationId xmlns:a16="http://schemas.microsoft.com/office/drawing/2014/main" id="{69F2D93D-BCBD-3A0A-70BB-D1F99AFCE785}"/>
              </a:ext>
            </a:extLst>
          </p:cNvPr>
          <p:cNvSpPr/>
          <p:nvPr/>
        </p:nvSpPr>
        <p:spPr bwMode="gray">
          <a:xfrm>
            <a:off x="2065542" y="-4101"/>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Case Studies</a:t>
            </a:r>
          </a:p>
        </p:txBody>
      </p:sp>
      <p:sp>
        <p:nvSpPr>
          <p:cNvPr id="26" name="Freeform 15">
            <a:extLst>
              <a:ext uri="{FF2B5EF4-FFF2-40B4-BE49-F238E27FC236}">
                <a16:creationId xmlns:a16="http://schemas.microsoft.com/office/drawing/2014/main" id="{55CC10C6-9CC7-1DBC-57A0-8A367571FF11}"/>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27" name="Freeform 16">
            <a:extLst>
              <a:ext uri="{FF2B5EF4-FFF2-40B4-BE49-F238E27FC236}">
                <a16:creationId xmlns:a16="http://schemas.microsoft.com/office/drawing/2014/main" id="{1504E771-45C0-6239-15AC-1234D343E0EF}"/>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28" name="Freeform 6">
            <a:extLst>
              <a:ext uri="{FF2B5EF4-FFF2-40B4-BE49-F238E27FC236}">
                <a16:creationId xmlns:a16="http://schemas.microsoft.com/office/drawing/2014/main" id="{9F36B426-B897-E300-EDE2-97AA41A715A7}"/>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29" name="Freeform 6">
            <a:extLst>
              <a:ext uri="{FF2B5EF4-FFF2-40B4-BE49-F238E27FC236}">
                <a16:creationId xmlns:a16="http://schemas.microsoft.com/office/drawing/2014/main" id="{23CD34A4-074C-5451-A682-B22413203534}"/>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30" name="Freeform 15">
            <a:extLst>
              <a:ext uri="{FF2B5EF4-FFF2-40B4-BE49-F238E27FC236}">
                <a16:creationId xmlns:a16="http://schemas.microsoft.com/office/drawing/2014/main" id="{5A1370C2-C0E6-9BAB-8225-1C40D23D0DD6}"/>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31" name="Freeform 16">
            <a:extLst>
              <a:ext uri="{FF2B5EF4-FFF2-40B4-BE49-F238E27FC236}">
                <a16:creationId xmlns:a16="http://schemas.microsoft.com/office/drawing/2014/main" id="{0A8765B8-5CCD-81F2-C398-F1002ED7E572}"/>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32" name="Freeform 6">
            <a:extLst>
              <a:ext uri="{FF2B5EF4-FFF2-40B4-BE49-F238E27FC236}">
                <a16:creationId xmlns:a16="http://schemas.microsoft.com/office/drawing/2014/main" id="{655BFD42-955B-3447-6D1B-B0C8CCF0AF37}"/>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33" name="Freeform 6">
            <a:extLst>
              <a:ext uri="{FF2B5EF4-FFF2-40B4-BE49-F238E27FC236}">
                <a16:creationId xmlns:a16="http://schemas.microsoft.com/office/drawing/2014/main" id="{11D57344-F14B-0F68-07DE-32B39B1DEE7B}"/>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custDataLst>
      <p:custData r:id="rId1"/>
      <p:custData r:id="rId2"/>
    </p:custDataLst>
    <p:extLst>
      <p:ext uri="{BB962C8B-B14F-4D97-AF65-F5344CB8AC3E}">
        <p14:creationId xmlns:p14="http://schemas.microsoft.com/office/powerpoint/2010/main" val="3157776791"/>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9193FE14-86F1-37A1-7145-00DE88BE6ABB}"/>
              </a:ext>
            </a:extLst>
          </p:cNvPr>
          <p:cNvGraphicFramePr>
            <a:graphicFrameLocks noChangeAspect="1"/>
          </p:cNvGraphicFramePr>
          <p:nvPr>
            <p:custDataLst>
              <p:tags r:id="rId3"/>
            </p:custDataLst>
            <p:extLst>
              <p:ext uri="{D42A27DB-BD31-4B8C-83A1-F6EECF244321}">
                <p14:modId xmlns:p14="http://schemas.microsoft.com/office/powerpoint/2010/main" val="28335381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84" imgH="484" progId="TCLayout.ActiveDocument.1">
                  <p:embed/>
                </p:oleObj>
              </mc:Choice>
              <mc:Fallback>
                <p:oleObj name="think-cell Slide" r:id="rId6" imgW="484" imgH="484" progId="TCLayout.ActiveDocument.1">
                  <p:embed/>
                  <p:pic>
                    <p:nvPicPr>
                      <p:cNvPr id="5" name="Object 4" hidden="1">
                        <a:extLst>
                          <a:ext uri="{FF2B5EF4-FFF2-40B4-BE49-F238E27FC236}">
                            <a16:creationId xmlns:a16="http://schemas.microsoft.com/office/drawing/2014/main" id="{9193FE14-86F1-37A1-7145-00DE88BE6ABB}"/>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110" name="Text Placeholder 1">
            <a:extLst>
              <a:ext uri="{FF2B5EF4-FFF2-40B4-BE49-F238E27FC236}">
                <a16:creationId xmlns:a16="http://schemas.microsoft.com/office/drawing/2014/main" id="{D2F6AB09-B4D1-61C3-03C6-B078E86EF131}"/>
              </a:ext>
            </a:extLst>
          </p:cNvPr>
          <p:cNvSpPr txBox="1"/>
          <p:nvPr/>
        </p:nvSpPr>
        <p:spPr>
          <a:xfrm>
            <a:off x="4731848" y="3205166"/>
            <a:ext cx="1321446" cy="1091197"/>
          </a:xfrm>
          <a:prstGeom prst="rect">
            <a:avLst/>
          </a:prstGeom>
          <a:noFill/>
          <a:ln w="19050">
            <a:gradFill>
              <a:gsLst>
                <a:gs pos="0">
                  <a:srgbClr val="62B5E5"/>
                </a:gs>
                <a:gs pos="100000">
                  <a:srgbClr val="86BC25"/>
                </a:gs>
              </a:gsLst>
              <a:lin ang="5400000" scaled="1"/>
            </a:gradFill>
            <a:miter lim="800000"/>
          </a:ln>
        </p:spPr>
        <p:txBody>
          <a:bodyPr vert="horz" lIns="45720" tIns="45720" rIns="45720" bIns="45720" rtlCol="0" anchor="ctr" anchorCtr="0">
            <a:noAutofit/>
          </a:bodyPr>
          <a:lstStyle>
            <a:defPPr>
              <a:defRPr lang="en-US"/>
            </a:defPPr>
            <a:lvl1pPr marL="228600" indent="-228600" algn="l" defTabSz="914400" rtl="0" eaLnBrk="1" latinLnBrk="0" hangingPunct="1">
              <a:lnSpc>
                <a:spcPct val="90000"/>
              </a:lnSpc>
              <a:spcBef>
                <a:spcPts val="1000"/>
              </a:spcBef>
              <a:buFont typeface="Arial" panose="020B0604020202020204" pitchFamily="34" charset="0"/>
              <a:buChar char="•"/>
              <a:defRPr lang="en-US" sz="1400" kern="1200">
                <a:solidFill>
                  <a:schemeClr val="accent6"/>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lang="en-US"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6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ct val="0"/>
              </a:spcBef>
              <a:spcAft>
                <a:spcPts val="1000"/>
              </a:spcAft>
              <a:buNone/>
            </a:pPr>
            <a:endParaRPr lang="en-US" sz="1000">
              <a:solidFill>
                <a:prstClr val="black"/>
              </a:solidFill>
              <a:latin typeface="+mn-lt"/>
              <a:ea typeface="Open Sans Light" panose="020B0306030504020204" pitchFamily="34" charset="0"/>
              <a:cs typeface="Open Sans Light" panose="020B0306030504020204" pitchFamily="34" charset="0"/>
            </a:endParaRPr>
          </a:p>
          <a:p>
            <a:pPr marL="0" indent="0" algn="ctr">
              <a:lnSpc>
                <a:spcPct val="100000"/>
              </a:lnSpc>
              <a:spcBef>
                <a:spcPct val="0"/>
              </a:spcBef>
              <a:spcAft>
                <a:spcPts val="1000"/>
              </a:spcAft>
              <a:buNone/>
            </a:pPr>
            <a:r>
              <a:rPr lang="en-US" sz="1000">
                <a:solidFill>
                  <a:prstClr val="black"/>
                </a:solidFill>
                <a:latin typeface="+mn-lt"/>
                <a:ea typeface="Open Sans Light" panose="020B0306030504020204" pitchFamily="34" charset="0"/>
                <a:cs typeface="Open Sans Light" panose="020B0306030504020204" pitchFamily="34" charset="0"/>
              </a:rPr>
              <a:t>Host workshops, offer power utility process maps for SAP S4HANA implementation</a:t>
            </a:r>
            <a:endParaRPr lang="en-US" sz="1100">
              <a:solidFill>
                <a:prstClr val="black"/>
              </a:solidFill>
              <a:latin typeface="+mn-lt"/>
              <a:ea typeface="Open Sans Light" panose="020B0306030504020204" pitchFamily="34" charset="0"/>
              <a:cs typeface="Open Sans Light" panose="020B0306030504020204" pitchFamily="34" charset="0"/>
            </a:endParaRPr>
          </a:p>
        </p:txBody>
      </p:sp>
      <p:sp>
        <p:nvSpPr>
          <p:cNvPr id="2109" name="Text Placeholder 1">
            <a:extLst>
              <a:ext uri="{FF2B5EF4-FFF2-40B4-BE49-F238E27FC236}">
                <a16:creationId xmlns:a16="http://schemas.microsoft.com/office/drawing/2014/main" id="{D86661BC-8290-1A49-FE47-DB5C805A2A76}"/>
              </a:ext>
            </a:extLst>
          </p:cNvPr>
          <p:cNvSpPr txBox="1"/>
          <p:nvPr/>
        </p:nvSpPr>
        <p:spPr>
          <a:xfrm>
            <a:off x="3366477" y="3205236"/>
            <a:ext cx="1321446" cy="1091197"/>
          </a:xfrm>
          <a:prstGeom prst="rect">
            <a:avLst/>
          </a:prstGeom>
          <a:noFill/>
          <a:ln w="19050">
            <a:gradFill>
              <a:gsLst>
                <a:gs pos="0">
                  <a:srgbClr val="62B5E5"/>
                </a:gs>
                <a:gs pos="100000">
                  <a:srgbClr val="86BC25"/>
                </a:gs>
              </a:gsLst>
              <a:lin ang="5400000" scaled="1"/>
            </a:gradFill>
            <a:miter lim="800000"/>
          </a:ln>
        </p:spPr>
        <p:txBody>
          <a:bodyPr vert="horz" lIns="45720" tIns="45720" rIns="45720" bIns="45720" rtlCol="0" anchor="b" anchorCtr="0">
            <a:noAutofit/>
          </a:bodyPr>
          <a:lstStyle>
            <a:defPPr>
              <a:defRPr lang="en-US"/>
            </a:defPPr>
            <a:lvl1pPr marL="228600" indent="-228600" algn="l" defTabSz="914400" rtl="0" eaLnBrk="1" latinLnBrk="0" hangingPunct="1">
              <a:lnSpc>
                <a:spcPct val="90000"/>
              </a:lnSpc>
              <a:spcBef>
                <a:spcPts val="1000"/>
              </a:spcBef>
              <a:buFont typeface="Arial" panose="020B0604020202020204" pitchFamily="34" charset="0"/>
              <a:buChar char="•"/>
              <a:defRPr lang="en-US" sz="1400" kern="1200">
                <a:solidFill>
                  <a:schemeClr val="accent6"/>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lang="en-US"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6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ct val="0"/>
              </a:spcBef>
              <a:spcAft>
                <a:spcPts val="1000"/>
              </a:spcAft>
              <a:buNone/>
            </a:pPr>
            <a:r>
              <a:rPr lang="en-US" sz="1000">
                <a:solidFill>
                  <a:prstClr val="black"/>
                </a:solidFill>
                <a:latin typeface="+mn-lt"/>
                <a:ea typeface="Open Sans Light" panose="020B0306030504020204" pitchFamily="34" charset="0"/>
                <a:cs typeface="Open Sans Light" panose="020B0306030504020204" pitchFamily="34" charset="0"/>
              </a:rPr>
              <a:t>Comprehend the current digitization and aid transition for future business state</a:t>
            </a:r>
          </a:p>
        </p:txBody>
      </p:sp>
      <p:sp>
        <p:nvSpPr>
          <p:cNvPr id="21" name="Rectangle 20">
            <a:extLst>
              <a:ext uri="{FF2B5EF4-FFF2-40B4-BE49-F238E27FC236}">
                <a16:creationId xmlns:a16="http://schemas.microsoft.com/office/drawing/2014/main" id="{B681BFC6-4336-1398-A0AD-8F4F8C9773E8}"/>
              </a:ext>
            </a:extLst>
          </p:cNvPr>
          <p:cNvSpPr/>
          <p:nvPr/>
        </p:nvSpPr>
        <p:spPr>
          <a:xfrm>
            <a:off x="469900" y="1063874"/>
            <a:ext cx="10197267" cy="2557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a:t>Establishment of Corporate Management System for Tanzania Electricity Supply Company</a:t>
            </a:r>
            <a:endParaRPr lang="en-ZA" sz="1200" b="1"/>
          </a:p>
        </p:txBody>
      </p:sp>
      <p:sp>
        <p:nvSpPr>
          <p:cNvPr id="14" name="Text Placeholder 65">
            <a:extLst>
              <a:ext uri="{FF2B5EF4-FFF2-40B4-BE49-F238E27FC236}">
                <a16:creationId xmlns:a16="http://schemas.microsoft.com/office/drawing/2014/main" id="{5FD3980B-0528-CED2-CB7B-379F960DE42E}"/>
              </a:ext>
            </a:extLst>
          </p:cNvPr>
          <p:cNvSpPr txBox="1">
            <a:spLocks/>
          </p:cNvSpPr>
          <p:nvPr/>
        </p:nvSpPr>
        <p:spPr>
          <a:xfrm>
            <a:off x="440603" y="1369864"/>
            <a:ext cx="10197268" cy="4754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200"/>
              <a:t>Tanzania Electric Supply Company Limited (TANESCO) is a Tanzanian government-owned parastatal organization founded in 1964. It operates under the complete ownership of the Tanzanian government, and its activities are regulated by the Ministry of Energy and Minerals. Deloitte was contracted by Tanzania National Electric Supply Company Limited to assist in enterprise transformation through implementation of a Corporate-wide Management System aimed to implement a fully integrated Enterprise Resource Planning system (ERP) to enhance ICT delivery towards addressing current and future demands of the business</a:t>
            </a:r>
          </a:p>
        </p:txBody>
      </p:sp>
      <p:pic>
        <p:nvPicPr>
          <p:cNvPr id="3074" name="Picture 2" descr="TANESCO - Wikipedia">
            <a:extLst>
              <a:ext uri="{FF2B5EF4-FFF2-40B4-BE49-F238E27FC236}">
                <a16:creationId xmlns:a16="http://schemas.microsoft.com/office/drawing/2014/main" id="{C35EC0C5-1299-1B43-99C2-A8961FA8A47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025446" y="268504"/>
            <a:ext cx="1554641" cy="734401"/>
          </a:xfrm>
          <a:prstGeom prst="rect">
            <a:avLst/>
          </a:prstGeom>
          <a:noFill/>
          <a:extLst>
            <a:ext uri="{909E8E84-426E-40DD-AFC4-6F175D3DCCD1}">
              <a14:hiddenFill xmlns:a14="http://schemas.microsoft.com/office/drawing/2010/main">
                <a:solidFill>
                  <a:srgbClr val="FFFFFF"/>
                </a:solidFill>
              </a14:hiddenFill>
            </a:ext>
          </a:extLst>
        </p:spPr>
      </p:pic>
      <p:pic>
        <p:nvPicPr>
          <p:cNvPr id="2106" name="Picture 2105">
            <a:extLst>
              <a:ext uri="{FF2B5EF4-FFF2-40B4-BE49-F238E27FC236}">
                <a16:creationId xmlns:a16="http://schemas.microsoft.com/office/drawing/2014/main" id="{F324B3C0-FB39-CDF5-7476-335C4F3F9855}"/>
              </a:ext>
            </a:extLst>
          </p:cNvPr>
          <p:cNvPicPr>
            <a:picLocks noChangeAspect="1"/>
          </p:cNvPicPr>
          <p:nvPr/>
        </p:nvPicPr>
        <p:blipFill>
          <a:blip r:embed="rId9">
            <a:extLst>
              <a:ext uri="{28A0092B-C50C-407E-A947-70E740481C1C}">
                <a14:useLocalDpi xmlns:a14="http://schemas.microsoft.com/office/drawing/2010/main"/>
              </a:ext>
            </a:extLst>
          </a:blip>
          <a:stretch>
            <a:fillRect/>
          </a:stretch>
        </p:blipFill>
        <p:spPr>
          <a:xfrm>
            <a:off x="6351963" y="3269768"/>
            <a:ext cx="772171" cy="511258"/>
          </a:xfrm>
          <a:prstGeom prst="rect">
            <a:avLst/>
          </a:prstGeom>
          <a:ln>
            <a:noFill/>
          </a:ln>
        </p:spPr>
      </p:pic>
      <p:pic>
        <p:nvPicPr>
          <p:cNvPr id="2107" name="Picture 2106">
            <a:extLst>
              <a:ext uri="{FF2B5EF4-FFF2-40B4-BE49-F238E27FC236}">
                <a16:creationId xmlns:a16="http://schemas.microsoft.com/office/drawing/2014/main" id="{4F6DC952-59FC-A62A-2B01-D1E52B31B8EA}"/>
              </a:ext>
            </a:extLst>
          </p:cNvPr>
          <p:cNvPicPr/>
          <p:nvPr/>
        </p:nvPicPr>
        <p:blipFill>
          <a:blip r:embed="rId10">
            <a:extLst>
              <a:ext uri="{28A0092B-C50C-407E-A947-70E740481C1C}">
                <a14:useLocalDpi xmlns:a14="http://schemas.microsoft.com/office/drawing/2010/main"/>
              </a:ext>
            </a:extLst>
          </a:blip>
          <a:stretch>
            <a:fillRect/>
          </a:stretch>
        </p:blipFill>
        <p:spPr>
          <a:xfrm>
            <a:off x="3656067" y="3264422"/>
            <a:ext cx="752195" cy="347379"/>
          </a:xfrm>
          <a:prstGeom prst="rect">
            <a:avLst/>
          </a:prstGeom>
          <a:ln w="12700">
            <a:noFill/>
          </a:ln>
        </p:spPr>
      </p:pic>
      <p:pic>
        <p:nvPicPr>
          <p:cNvPr id="2108" name="Picture 2107">
            <a:extLst>
              <a:ext uri="{FF2B5EF4-FFF2-40B4-BE49-F238E27FC236}">
                <a16:creationId xmlns:a16="http://schemas.microsoft.com/office/drawing/2014/main" id="{2B9CD2A1-BFB9-44F1-2309-5E3ECC1E80D3}"/>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4918262" y="3309171"/>
            <a:ext cx="969069" cy="188168"/>
          </a:xfrm>
          <a:prstGeom prst="rect">
            <a:avLst/>
          </a:prstGeom>
        </p:spPr>
      </p:pic>
      <p:sp>
        <p:nvSpPr>
          <p:cNvPr id="2111" name="Text Placeholder 1">
            <a:extLst>
              <a:ext uri="{FF2B5EF4-FFF2-40B4-BE49-F238E27FC236}">
                <a16:creationId xmlns:a16="http://schemas.microsoft.com/office/drawing/2014/main" id="{22DB95A8-038D-2213-4083-E5D36E5B7034}"/>
              </a:ext>
            </a:extLst>
          </p:cNvPr>
          <p:cNvSpPr txBox="1"/>
          <p:nvPr/>
        </p:nvSpPr>
        <p:spPr>
          <a:xfrm>
            <a:off x="6108917" y="3205166"/>
            <a:ext cx="1321446" cy="1091197"/>
          </a:xfrm>
          <a:prstGeom prst="rect">
            <a:avLst/>
          </a:prstGeom>
          <a:noFill/>
          <a:ln w="19050">
            <a:gradFill>
              <a:gsLst>
                <a:gs pos="0">
                  <a:srgbClr val="62B5E5"/>
                </a:gs>
                <a:gs pos="100000">
                  <a:srgbClr val="86BC25"/>
                </a:gs>
              </a:gsLst>
              <a:lin ang="5400000" scaled="1"/>
            </a:gradFill>
            <a:miter lim="800000"/>
          </a:ln>
        </p:spPr>
        <p:txBody>
          <a:bodyPr vert="horz" lIns="45720" tIns="45720" rIns="45720" bIns="45720" rtlCol="0" anchor="b" anchorCtr="0">
            <a:noAutofit/>
          </a:bodyPr>
          <a:lstStyle>
            <a:defPPr>
              <a:defRPr lang="en-US"/>
            </a:defPPr>
            <a:lvl1pPr marL="228600" indent="-228600" algn="l" defTabSz="914400" rtl="0" eaLnBrk="1" latinLnBrk="0" hangingPunct="1">
              <a:lnSpc>
                <a:spcPct val="90000"/>
              </a:lnSpc>
              <a:spcBef>
                <a:spcPts val="1000"/>
              </a:spcBef>
              <a:buFont typeface="Arial" panose="020B0604020202020204" pitchFamily="34" charset="0"/>
              <a:buChar char="•"/>
              <a:defRPr lang="en-US" sz="1400" kern="1200">
                <a:solidFill>
                  <a:schemeClr val="accent6"/>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lang="en-US"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6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ct val="0"/>
              </a:spcBef>
              <a:spcAft>
                <a:spcPts val="1000"/>
              </a:spcAft>
              <a:buNone/>
            </a:pPr>
            <a:r>
              <a:rPr lang="en-US" sz="1000">
                <a:solidFill>
                  <a:prstClr val="black"/>
                </a:solidFill>
                <a:latin typeface="+mn-lt"/>
                <a:ea typeface="Open Sans Light" panose="020B0306030504020204" pitchFamily="34" charset="0"/>
                <a:cs typeface="Open Sans Light" panose="020B0306030504020204" pitchFamily="34" charset="0"/>
              </a:rPr>
              <a:t>Fit-gap analysis to identify key in-scope processes</a:t>
            </a:r>
          </a:p>
        </p:txBody>
      </p:sp>
      <p:sp>
        <p:nvSpPr>
          <p:cNvPr id="3072" name="AutoShape 2">
            <a:extLst>
              <a:ext uri="{FF2B5EF4-FFF2-40B4-BE49-F238E27FC236}">
                <a16:creationId xmlns:a16="http://schemas.microsoft.com/office/drawing/2014/main" id="{9CA7F564-2536-C86E-0CB3-14A7D5FE4EC4}"/>
              </a:ext>
            </a:extLst>
          </p:cNvPr>
          <p:cNvSpPr>
            <a:spLocks noChangeArrowheads="1"/>
          </p:cNvSpPr>
          <p:nvPr/>
        </p:nvSpPr>
        <p:spPr bwMode="auto">
          <a:xfrm rot="16200000">
            <a:off x="463398" y="2357713"/>
            <a:ext cx="2875584" cy="286258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FFFFFF">
              <a:lumMod val="95000"/>
            </a:srgbClr>
          </a:solidFill>
          <a:ln w="19050" algn="ctr">
            <a:noFill/>
            <a:miter lim="800000"/>
          </a:ln>
        </p:spPr>
        <p:txBody>
          <a:bodyPr wrap="square" lIns="75627" tIns="37812" rIns="75627" bIns="37812"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842325">
              <a:defRPr/>
            </a:pPr>
            <a:endParaRPr lang="en-US" sz="1852">
              <a:solidFill>
                <a:prstClr val="black"/>
              </a:solidFill>
              <a:ea typeface="Open Sans" panose="020B0606030504020204" pitchFamily="34" charset="0"/>
              <a:cs typeface="Open Sans" panose="020B0606030504020204" pitchFamily="34" charset="0"/>
            </a:endParaRPr>
          </a:p>
        </p:txBody>
      </p:sp>
      <p:sp>
        <p:nvSpPr>
          <p:cNvPr id="3073" name="Title 1">
            <a:extLst>
              <a:ext uri="{FF2B5EF4-FFF2-40B4-BE49-F238E27FC236}">
                <a16:creationId xmlns:a16="http://schemas.microsoft.com/office/drawing/2014/main" id="{3B98FE00-A9F8-4BA0-9EBF-DE7507A99C8B}"/>
              </a:ext>
            </a:extLst>
          </p:cNvPr>
          <p:cNvSpPr txBox="1"/>
          <p:nvPr/>
        </p:nvSpPr>
        <p:spPr bwMode="gray">
          <a:xfrm flipH="1">
            <a:off x="512898" y="2726528"/>
            <a:ext cx="1768690" cy="1107996"/>
          </a:xfrm>
          <a:prstGeom prst="rect">
            <a:avLst/>
          </a:prstGeom>
          <a:noFill/>
          <a:ln w="9525">
            <a:noFill/>
            <a:miter lim="800000"/>
          </a:ln>
        </p:spPr>
        <p:txBody>
          <a:bodyPr vert="horz" wrap="square" lIns="0" tIns="0" rIns="0" bIns="0" numCol="1" anchor="t" anchorCtr="0" compatLnSpc="1">
            <a:prstTxWarp prst="textNoShape">
              <a:avLst/>
            </a:prstTxWarp>
            <a:spAutoFit/>
          </a:bodyPr>
          <a:lstStyle>
            <a:defPPr>
              <a:defRPr lang="en-US"/>
            </a:defPPr>
            <a:lvl1pPr marL="0" algn="l" defTabSz="914400" rtl="0" eaLnBrk="0" fontAlgn="base" latinLnBrk="0" hangingPunct="0">
              <a:lnSpc>
                <a:spcPct val="106000"/>
              </a:lnSpc>
              <a:spcBef>
                <a:spcPct val="0"/>
              </a:spcBef>
              <a:spcAft>
                <a:spcPct val="0"/>
              </a:spcAft>
              <a:defRPr sz="1800" b="1" kern="1200">
                <a:solidFill>
                  <a:schemeClr val="tx1"/>
                </a:solidFill>
                <a:latin typeface="Calibri" pitchFamily="34" charset="0"/>
                <a:ea typeface="+mj-ea"/>
                <a:cs typeface="+mj-cs"/>
              </a:defRPr>
            </a:lvl1pPr>
            <a:lvl2pPr marL="4572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2pPr>
            <a:lvl3pPr marL="9144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3pPr>
            <a:lvl4pPr marL="13716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4pPr>
            <a:lvl5pPr marL="18288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5pPr>
            <a:lvl6pPr marL="4572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6pPr>
            <a:lvl7pPr marL="9144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7pPr>
            <a:lvl8pPr marL="13716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8pPr>
            <a:lvl9pPr marL="18288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9pPr>
          </a:lstStyle>
          <a:p>
            <a:pPr marL="171450" indent="-171450" defTabSz="1129586">
              <a:lnSpc>
                <a:spcPct val="100000"/>
              </a:lnSpc>
              <a:spcBef>
                <a:spcPct val="0"/>
              </a:spcBef>
              <a:spcAft>
                <a:spcPts val="600"/>
              </a:spcAft>
              <a:buFont typeface="Arial" panose="020B0604020202020204" pitchFamily="34" charset="0"/>
              <a:buChar char="•"/>
            </a:pPr>
            <a:r>
              <a:rPr lang="en-US" sz="1200" b="0">
                <a:solidFill>
                  <a:prstClr val="black"/>
                </a:solidFill>
                <a:latin typeface="+mn-lt"/>
                <a:ea typeface="Open Sans Light" panose="020B0306030504020204" pitchFamily="34" charset="0"/>
                <a:cs typeface="Open Sans Light" panose="020B0306030504020204" pitchFamily="34" charset="0"/>
              </a:rPr>
              <a:t>Evaluate and enhance SCM, CRM, GRC, and DMS business processes for optimal performance within the CMS framework</a:t>
            </a:r>
          </a:p>
        </p:txBody>
      </p:sp>
      <p:sp>
        <p:nvSpPr>
          <p:cNvPr id="3077" name="Title 1">
            <a:extLst>
              <a:ext uri="{FF2B5EF4-FFF2-40B4-BE49-F238E27FC236}">
                <a16:creationId xmlns:a16="http://schemas.microsoft.com/office/drawing/2014/main" id="{0943AF07-971E-6C02-5E19-5E00ADEDF56B}"/>
              </a:ext>
            </a:extLst>
          </p:cNvPr>
          <p:cNvSpPr txBox="1"/>
          <p:nvPr/>
        </p:nvSpPr>
        <p:spPr bwMode="gray">
          <a:xfrm flipH="1">
            <a:off x="512898" y="3871153"/>
            <a:ext cx="1768690" cy="923330"/>
          </a:xfrm>
          <a:prstGeom prst="rect">
            <a:avLst/>
          </a:prstGeom>
          <a:noFill/>
          <a:ln w="9525">
            <a:noFill/>
            <a:miter lim="800000"/>
          </a:ln>
        </p:spPr>
        <p:txBody>
          <a:bodyPr vert="horz" wrap="square" lIns="0" tIns="0" rIns="0" bIns="0" numCol="1" anchor="t" anchorCtr="0" compatLnSpc="1">
            <a:prstTxWarp prst="textNoShape">
              <a:avLst/>
            </a:prstTxWarp>
            <a:spAutoFit/>
          </a:bodyPr>
          <a:lstStyle>
            <a:defPPr>
              <a:defRPr lang="en-US"/>
            </a:defPPr>
            <a:lvl1pPr marL="0" algn="l" defTabSz="914400" rtl="0" eaLnBrk="0" fontAlgn="base" latinLnBrk="0" hangingPunct="0">
              <a:lnSpc>
                <a:spcPct val="106000"/>
              </a:lnSpc>
              <a:spcBef>
                <a:spcPct val="0"/>
              </a:spcBef>
              <a:spcAft>
                <a:spcPct val="0"/>
              </a:spcAft>
              <a:defRPr sz="1800" b="1" kern="1200">
                <a:solidFill>
                  <a:schemeClr val="tx1"/>
                </a:solidFill>
                <a:latin typeface="Calibri" pitchFamily="34" charset="0"/>
                <a:ea typeface="+mj-ea"/>
                <a:cs typeface="+mj-cs"/>
              </a:defRPr>
            </a:lvl1pPr>
            <a:lvl2pPr marL="4572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2pPr>
            <a:lvl3pPr marL="9144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3pPr>
            <a:lvl4pPr marL="13716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4pPr>
            <a:lvl5pPr marL="18288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5pPr>
            <a:lvl6pPr marL="4572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6pPr>
            <a:lvl7pPr marL="9144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7pPr>
            <a:lvl8pPr marL="13716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8pPr>
            <a:lvl9pPr marL="18288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9pPr>
          </a:lstStyle>
          <a:p>
            <a:pPr marL="171450" indent="-171450" defTabSz="1129586">
              <a:lnSpc>
                <a:spcPct val="100000"/>
              </a:lnSpc>
              <a:spcBef>
                <a:spcPct val="0"/>
              </a:spcBef>
              <a:spcAft>
                <a:spcPts val="0"/>
              </a:spcAft>
              <a:buFont typeface="Arial" panose="020B0604020202020204" pitchFamily="34" charset="0"/>
              <a:buChar char="•"/>
            </a:pPr>
            <a:r>
              <a:rPr lang="en-US" sz="1200" b="0">
                <a:solidFill>
                  <a:prstClr val="black"/>
                </a:solidFill>
                <a:latin typeface="+mn-lt"/>
                <a:ea typeface="Open Sans Light" panose="020B0306030504020204" pitchFamily="34" charset="0"/>
                <a:cs typeface="Open Sans Light" panose="020B0306030504020204" pitchFamily="34" charset="0"/>
              </a:rPr>
              <a:t>S/4HANA preconfigured solution for best practice</a:t>
            </a:r>
          </a:p>
          <a:p>
            <a:pPr marL="171450" indent="-171450" defTabSz="1129586">
              <a:lnSpc>
                <a:spcPct val="100000"/>
              </a:lnSpc>
              <a:spcBef>
                <a:spcPct val="0"/>
              </a:spcBef>
              <a:spcAft>
                <a:spcPts val="0"/>
              </a:spcAft>
              <a:buFont typeface="Arial" panose="020B0604020202020204" pitchFamily="34" charset="0"/>
              <a:buChar char="•"/>
            </a:pPr>
            <a:r>
              <a:rPr lang="en-US" sz="1200" b="0">
                <a:solidFill>
                  <a:prstClr val="black"/>
                </a:solidFill>
                <a:latin typeface="+mn-lt"/>
                <a:ea typeface="Open Sans Light" panose="020B0306030504020204" pitchFamily="34" charset="0"/>
                <a:cs typeface="Open Sans Light" panose="020B0306030504020204" pitchFamily="34" charset="0"/>
              </a:rPr>
              <a:t>Supporting design documentation</a:t>
            </a:r>
          </a:p>
          <a:p>
            <a:pPr marL="171450" indent="-171450" defTabSz="1129586">
              <a:lnSpc>
                <a:spcPct val="100000"/>
              </a:lnSpc>
              <a:spcBef>
                <a:spcPct val="0"/>
              </a:spcBef>
              <a:spcAft>
                <a:spcPts val="0"/>
              </a:spcAft>
              <a:buFont typeface="Arial" panose="020B0604020202020204" pitchFamily="34" charset="0"/>
              <a:buChar char="•"/>
            </a:pPr>
            <a:r>
              <a:rPr lang="en-US" sz="1200" b="0">
                <a:solidFill>
                  <a:prstClr val="black"/>
                </a:solidFill>
                <a:latin typeface="+mn-lt"/>
                <a:ea typeface="Open Sans Light" panose="020B0306030504020204" pitchFamily="34" charset="0"/>
                <a:cs typeface="Open Sans Light" panose="020B0306030504020204" pitchFamily="34" charset="0"/>
              </a:rPr>
              <a:t>Innovation repository</a:t>
            </a:r>
          </a:p>
        </p:txBody>
      </p:sp>
      <p:pic>
        <p:nvPicPr>
          <p:cNvPr id="3078" name="Picture 3077">
            <a:extLst>
              <a:ext uri="{FF2B5EF4-FFF2-40B4-BE49-F238E27FC236}">
                <a16:creationId xmlns:a16="http://schemas.microsoft.com/office/drawing/2014/main" id="{B13E2066-35C1-236A-D717-EBBC904C41FC}"/>
              </a:ext>
            </a:extLst>
          </p:cNvPr>
          <p:cNvPicPr>
            <a:picLocks noChangeAspect="1"/>
          </p:cNvPicPr>
          <p:nvPr/>
        </p:nvPicPr>
        <p:blipFill>
          <a:blip r:embed="rId12">
            <a:extLst>
              <a:ext uri="{28A0092B-C50C-407E-A947-70E740481C1C}">
                <a14:useLocalDpi xmlns:a14="http://schemas.microsoft.com/office/drawing/2010/main"/>
              </a:ext>
            </a:extLst>
          </a:blip>
          <a:stretch>
            <a:fillRect/>
          </a:stretch>
        </p:blipFill>
        <p:spPr>
          <a:xfrm>
            <a:off x="2348813" y="3074513"/>
            <a:ext cx="836373" cy="553392"/>
          </a:xfrm>
          <a:prstGeom prst="rect">
            <a:avLst/>
          </a:prstGeom>
          <a:ln>
            <a:solidFill>
              <a:schemeClr val="bg1"/>
            </a:solidFill>
          </a:ln>
        </p:spPr>
      </p:pic>
      <p:pic>
        <p:nvPicPr>
          <p:cNvPr id="3079" name="Picture 4" descr="image009">
            <a:extLst>
              <a:ext uri="{FF2B5EF4-FFF2-40B4-BE49-F238E27FC236}">
                <a16:creationId xmlns:a16="http://schemas.microsoft.com/office/drawing/2014/main" id="{D213EA1E-39B8-185D-F85C-B7314BA95C39}"/>
              </a:ext>
            </a:extLst>
          </p:cNvPr>
          <p:cNvPicPr>
            <a:picLocks noChangeAspect="1" noChangeArrowheads="1"/>
          </p:cNvPicPr>
          <p:nvPr/>
        </p:nvPicPr>
        <p:blipFill>
          <a:blip r:embed="rId13">
            <a:extLst>
              <a:ext uri="{28A0092B-C50C-407E-A947-70E740481C1C}">
                <a14:useLocalDpi xmlns:a14="http://schemas.microsoft.com/office/drawing/2010/main"/>
              </a:ext>
            </a:extLst>
          </a:blip>
          <a:stretch>
            <a:fillRect/>
          </a:stretch>
        </p:blipFill>
        <p:spPr bwMode="auto">
          <a:xfrm>
            <a:off x="2468082" y="4279890"/>
            <a:ext cx="640268" cy="276798"/>
          </a:xfrm>
          <a:prstGeom prst="rect">
            <a:avLst/>
          </a:prstGeom>
          <a:noFill/>
          <a:ln w="9525">
            <a:solidFill>
              <a:schemeClr val="bg1"/>
            </a:solidFill>
            <a:miter lim="800000"/>
          </a:ln>
          <a:effectLst/>
          <a:extLst>
            <a:ext uri="{909E8E84-426E-40DD-AFC4-6F175D3DCCD1}">
              <a14:hiddenFill xmlns:a14="http://schemas.microsoft.com/office/drawing/2010/main">
                <a:solidFill>
                  <a:srgbClr val="FFFFFF"/>
                </a:solidFill>
              </a14:hiddenFill>
            </a:ext>
          </a:extLst>
        </p:spPr>
      </p:pic>
      <p:pic>
        <p:nvPicPr>
          <p:cNvPr id="3080" name="Picture 3079">
            <a:extLst>
              <a:ext uri="{FF2B5EF4-FFF2-40B4-BE49-F238E27FC236}">
                <a16:creationId xmlns:a16="http://schemas.microsoft.com/office/drawing/2014/main" id="{F8391D28-70BD-9B85-C8FD-D5DDD1746643}"/>
              </a:ext>
            </a:extLst>
          </p:cNvPr>
          <p:cNvPicPr>
            <a:picLocks noChangeAspect="1"/>
          </p:cNvPicPr>
          <p:nvPr/>
        </p:nvPicPr>
        <p:blipFill>
          <a:blip r:embed="rId14">
            <a:extLst>
              <a:ext uri="{28A0092B-C50C-407E-A947-70E740481C1C}">
                <a14:useLocalDpi xmlns:a14="http://schemas.microsoft.com/office/drawing/2010/main"/>
              </a:ext>
            </a:extLst>
          </a:blip>
          <a:stretch>
            <a:fillRect/>
          </a:stretch>
        </p:blipFill>
        <p:spPr>
          <a:xfrm>
            <a:off x="2529990" y="3686346"/>
            <a:ext cx="516452" cy="524540"/>
          </a:xfrm>
          <a:prstGeom prst="rect">
            <a:avLst/>
          </a:prstGeom>
        </p:spPr>
      </p:pic>
      <p:sp>
        <p:nvSpPr>
          <p:cNvPr id="3081" name="AutoShape 2">
            <a:extLst>
              <a:ext uri="{FF2B5EF4-FFF2-40B4-BE49-F238E27FC236}">
                <a16:creationId xmlns:a16="http://schemas.microsoft.com/office/drawing/2014/main" id="{F5CA8F77-5F5B-E05A-BED5-1ED5AC15D6C9}"/>
              </a:ext>
            </a:extLst>
          </p:cNvPr>
          <p:cNvSpPr>
            <a:spLocks noChangeArrowheads="1"/>
          </p:cNvSpPr>
          <p:nvPr/>
        </p:nvSpPr>
        <p:spPr bwMode="auto">
          <a:xfrm rot="5400000" flipH="1">
            <a:off x="7665206" y="2208759"/>
            <a:ext cx="2875584" cy="3251529"/>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FFFFFF">
              <a:lumMod val="95000"/>
            </a:srgbClr>
          </a:solidFill>
          <a:ln w="19050" algn="ctr">
            <a:noFill/>
            <a:miter lim="800000"/>
          </a:ln>
        </p:spPr>
        <p:txBody>
          <a:bodyPr wrap="square" lIns="75627" tIns="37812" rIns="75627" bIns="37812"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842325">
              <a:defRPr/>
            </a:pPr>
            <a:endParaRPr lang="en-US" sz="1852">
              <a:solidFill>
                <a:prstClr val="black"/>
              </a:solidFill>
              <a:ea typeface="Open Sans" panose="020B0606030504020204" pitchFamily="34" charset="0"/>
              <a:cs typeface="Open Sans" panose="020B0606030504020204" pitchFamily="34" charset="0"/>
            </a:endParaRPr>
          </a:p>
        </p:txBody>
      </p:sp>
      <p:pic>
        <p:nvPicPr>
          <p:cNvPr id="3082" name="Picture 3081">
            <a:extLst>
              <a:ext uri="{FF2B5EF4-FFF2-40B4-BE49-F238E27FC236}">
                <a16:creationId xmlns:a16="http://schemas.microsoft.com/office/drawing/2014/main" id="{FE910559-8169-399E-DD99-3A930B0CC5A7}"/>
              </a:ext>
            </a:extLst>
          </p:cNvPr>
          <p:cNvPicPr/>
          <p:nvPr/>
        </p:nvPicPr>
        <p:blipFill>
          <a:blip r:embed="rId15">
            <a:extLst>
              <a:ext uri="{BEBA8EAE-BF5A-486C-A8C5-ECC9F3942E4B}">
                <a14:imgProps xmlns:a14="http://schemas.microsoft.com/office/drawing/2010/main">
                  <a14:imgLayer r:embed="rId16">
                    <a14:imgEffect>
                      <a14:colorTemperature colorTemp="4700"/>
                    </a14:imgEffect>
                  </a14:imgLayer>
                </a14:imgProps>
              </a:ext>
              <a:ext uri="{28A0092B-C50C-407E-A947-70E740481C1C}">
                <a14:useLocalDpi xmlns:a14="http://schemas.microsoft.com/office/drawing/2010/main"/>
              </a:ext>
            </a:extLst>
          </a:blip>
          <a:stretch>
            <a:fillRect/>
          </a:stretch>
        </p:blipFill>
        <p:spPr>
          <a:xfrm>
            <a:off x="7508507" y="3252554"/>
            <a:ext cx="901509" cy="487688"/>
          </a:xfrm>
          <a:prstGeom prst="rect">
            <a:avLst/>
          </a:prstGeom>
          <a:ln w="12700">
            <a:solidFill>
              <a:schemeClr val="bg1"/>
            </a:solidFill>
          </a:ln>
        </p:spPr>
      </p:pic>
      <p:sp>
        <p:nvSpPr>
          <p:cNvPr id="3084" name="Title 1">
            <a:extLst>
              <a:ext uri="{FF2B5EF4-FFF2-40B4-BE49-F238E27FC236}">
                <a16:creationId xmlns:a16="http://schemas.microsoft.com/office/drawing/2014/main" id="{2D0E3A28-B7C2-6685-8F89-3A11B0F671CF}"/>
              </a:ext>
            </a:extLst>
          </p:cNvPr>
          <p:cNvSpPr txBox="1"/>
          <p:nvPr/>
        </p:nvSpPr>
        <p:spPr bwMode="gray">
          <a:xfrm flipH="1">
            <a:off x="8446078" y="2849257"/>
            <a:ext cx="2282684" cy="2108269"/>
          </a:xfrm>
          <a:prstGeom prst="rect">
            <a:avLst/>
          </a:prstGeom>
          <a:noFill/>
          <a:ln w="9525">
            <a:noFill/>
            <a:miter lim="800000"/>
          </a:ln>
        </p:spPr>
        <p:txBody>
          <a:bodyPr vert="horz" wrap="square" lIns="0" tIns="0" rIns="0" bIns="0" numCol="1" anchor="t" anchorCtr="0" compatLnSpc="1">
            <a:prstTxWarp prst="textNoShape">
              <a:avLst/>
            </a:prstTxWarp>
            <a:spAutoFit/>
          </a:bodyPr>
          <a:lstStyle>
            <a:defPPr>
              <a:defRPr lang="en-US"/>
            </a:defPPr>
            <a:lvl1pPr marL="0" algn="l" defTabSz="914400" rtl="0" eaLnBrk="0" fontAlgn="base" latinLnBrk="0" hangingPunct="0">
              <a:lnSpc>
                <a:spcPct val="106000"/>
              </a:lnSpc>
              <a:spcBef>
                <a:spcPct val="0"/>
              </a:spcBef>
              <a:spcAft>
                <a:spcPct val="0"/>
              </a:spcAft>
              <a:defRPr sz="1800" b="1" kern="1200">
                <a:solidFill>
                  <a:schemeClr val="tx1"/>
                </a:solidFill>
                <a:latin typeface="Calibri" pitchFamily="34" charset="0"/>
                <a:ea typeface="+mj-ea"/>
                <a:cs typeface="+mj-cs"/>
              </a:defRPr>
            </a:lvl1pPr>
            <a:lvl2pPr marL="4572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2pPr>
            <a:lvl3pPr marL="9144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3pPr>
            <a:lvl4pPr marL="13716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4pPr>
            <a:lvl5pPr marL="1828800" algn="l" defTabSz="914400" rtl="0" eaLnBrk="0" fontAlgn="base" latinLnBrk="0" hangingPunct="0">
              <a:lnSpc>
                <a:spcPct val="106000"/>
              </a:lnSpc>
              <a:spcBef>
                <a:spcPct val="0"/>
              </a:spcBef>
              <a:spcAft>
                <a:spcPct val="0"/>
              </a:spcAft>
              <a:defRPr sz="1600" b="1" kern="1200">
                <a:solidFill>
                  <a:schemeClr val="tx1"/>
                </a:solidFill>
                <a:latin typeface="Arial"/>
                <a:ea typeface="+mn-ea"/>
                <a:cs typeface="+mn-cs"/>
              </a:defRPr>
            </a:lvl5pPr>
            <a:lvl6pPr marL="4572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6pPr>
            <a:lvl7pPr marL="9144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7pPr>
            <a:lvl8pPr marL="13716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8pPr>
            <a:lvl9pPr marL="1828800" algn="l" defTabSz="914400" rtl="0" eaLnBrk="1" fontAlgn="base" latinLnBrk="0" hangingPunct="1">
              <a:lnSpc>
                <a:spcPct val="106000"/>
              </a:lnSpc>
              <a:spcBef>
                <a:spcPct val="0"/>
              </a:spcBef>
              <a:spcAft>
                <a:spcPct val="0"/>
              </a:spcAft>
              <a:defRPr sz="1600" b="1" kern="1200">
                <a:solidFill>
                  <a:schemeClr val="tx1"/>
                </a:solidFill>
                <a:latin typeface="Arial"/>
                <a:ea typeface="+mn-ea"/>
                <a:cs typeface="+mn-cs"/>
              </a:defRPr>
            </a:lvl9pPr>
          </a:lstStyle>
          <a:p>
            <a:pPr marL="171450" indent="-171450" defTabSz="1129586">
              <a:lnSpc>
                <a:spcPct val="100000"/>
              </a:lnSpc>
              <a:spcBef>
                <a:spcPct val="0"/>
              </a:spcBef>
              <a:spcAft>
                <a:spcPts val="0"/>
              </a:spcAft>
              <a:buFont typeface="Arial" panose="020B0604020202020204" pitchFamily="34" charset="0"/>
              <a:buChar char="•"/>
            </a:pPr>
            <a:r>
              <a:rPr lang="en-US" sz="1200" b="0">
                <a:solidFill>
                  <a:prstClr val="black"/>
                </a:solidFill>
                <a:latin typeface="+mn-lt"/>
                <a:ea typeface="Open Sans Light" panose="020B0306030504020204" pitchFamily="34" charset="0"/>
                <a:cs typeface="Open Sans Light" panose="020B0306030504020204" pitchFamily="34" charset="0"/>
              </a:rPr>
              <a:t>Examine documentation to comprehend the current state business processes, conducting gap analyses against best practices and TANESCO requirements</a:t>
            </a:r>
          </a:p>
          <a:p>
            <a:pPr marL="171450" indent="-171450" defTabSz="1129586">
              <a:lnSpc>
                <a:spcPct val="100000"/>
              </a:lnSpc>
              <a:spcBef>
                <a:spcPct val="0"/>
              </a:spcBef>
              <a:spcAft>
                <a:spcPts val="600"/>
              </a:spcAft>
              <a:buFont typeface="Arial" panose="020B0604020202020204" pitchFamily="34" charset="0"/>
              <a:buChar char="•"/>
            </a:pPr>
            <a:r>
              <a:rPr lang="en-US" sz="1200" b="0">
                <a:solidFill>
                  <a:prstClr val="black"/>
                </a:solidFill>
                <a:latin typeface="+mn-lt"/>
                <a:ea typeface="Open Sans Light" panose="020B0306030504020204" pitchFamily="34" charset="0"/>
                <a:cs typeface="Open Sans Light" panose="020B0306030504020204" pitchFamily="34" charset="0"/>
              </a:rPr>
              <a:t>Review system architecture and configuration documents, support User Acceptance Testing (UAT), and guide data preparation and migration activities</a:t>
            </a:r>
          </a:p>
        </p:txBody>
      </p:sp>
      <p:cxnSp>
        <p:nvCxnSpPr>
          <p:cNvPr id="3085" name="iBar:31/138">
            <a:extLst>
              <a:ext uri="{FF2B5EF4-FFF2-40B4-BE49-F238E27FC236}">
                <a16:creationId xmlns:a16="http://schemas.microsoft.com/office/drawing/2014/main" id="{7630FE1C-E121-8E48-30B2-2C0805EF9E0C}"/>
              </a:ext>
            </a:extLst>
          </p:cNvPr>
          <p:cNvCxnSpPr>
            <a:cxnSpLocks/>
          </p:cNvCxnSpPr>
          <p:nvPr/>
        </p:nvCxnSpPr>
        <p:spPr>
          <a:xfrm>
            <a:off x="522936" y="2261170"/>
            <a:ext cx="2809545" cy="733882"/>
          </a:xfrm>
          <a:prstGeom prst="line">
            <a:avLst/>
          </a:prstGeom>
          <a:ln w="19050">
            <a:solidFill>
              <a:srgbClr val="62B5E5"/>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086" name="TxtBox:31/138">
            <a:extLst>
              <a:ext uri="{FF2B5EF4-FFF2-40B4-BE49-F238E27FC236}">
                <a16:creationId xmlns:a16="http://schemas.microsoft.com/office/drawing/2014/main" id="{C90E0BFE-81C2-1EBA-A9E8-E80CB58F49A7}"/>
              </a:ext>
            </a:extLst>
          </p:cNvPr>
          <p:cNvSpPr/>
          <p:nvPr/>
        </p:nvSpPr>
        <p:spPr bwMode="gray">
          <a:xfrm rot="937417">
            <a:off x="1377912" y="2534320"/>
            <a:ext cx="1223198" cy="155427"/>
          </a:xfrm>
          <a:prstGeom prst="rect">
            <a:avLst/>
          </a:prstGeom>
          <a:solidFill>
            <a:srgbClr val="FFFFFF"/>
          </a:solidFill>
          <a:ln w="19050" algn="ctr">
            <a:noFill/>
            <a:miter lim="800000"/>
          </a:ln>
        </p:spPr>
        <p:txBody>
          <a:bodyPr wrap="square" lIns="84716" tIns="0" rIns="84716" bIns="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129586">
              <a:lnSpc>
                <a:spcPct val="106000"/>
              </a:lnSpc>
            </a:pPr>
            <a:r>
              <a:rPr lang="en-US" sz="1000" b="1">
                <a:solidFill>
                  <a:prstClr val="black"/>
                </a:solidFill>
                <a:ea typeface="Open Sans" panose="020B0606030504020204" pitchFamily="34" charset="0"/>
                <a:cs typeface="Open Sans" panose="020B0606030504020204" pitchFamily="34" charset="0"/>
              </a:rPr>
              <a:t>Process Maps</a:t>
            </a:r>
          </a:p>
        </p:txBody>
      </p:sp>
      <p:cxnSp>
        <p:nvCxnSpPr>
          <p:cNvPr id="3088" name="iBar:31/138">
            <a:extLst>
              <a:ext uri="{FF2B5EF4-FFF2-40B4-BE49-F238E27FC236}">
                <a16:creationId xmlns:a16="http://schemas.microsoft.com/office/drawing/2014/main" id="{729E8BCA-A7EB-FB45-1388-B354A94B76D4}"/>
              </a:ext>
            </a:extLst>
          </p:cNvPr>
          <p:cNvCxnSpPr>
            <a:cxnSpLocks/>
          </p:cNvCxnSpPr>
          <p:nvPr/>
        </p:nvCxnSpPr>
        <p:spPr>
          <a:xfrm flipV="1">
            <a:off x="7465760" y="2287995"/>
            <a:ext cx="3189935" cy="738704"/>
          </a:xfrm>
          <a:prstGeom prst="line">
            <a:avLst/>
          </a:prstGeom>
          <a:ln w="19050">
            <a:solidFill>
              <a:srgbClr val="62B5E5"/>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089" name="TxtBox:31/138">
            <a:extLst>
              <a:ext uri="{FF2B5EF4-FFF2-40B4-BE49-F238E27FC236}">
                <a16:creationId xmlns:a16="http://schemas.microsoft.com/office/drawing/2014/main" id="{AA454943-5D68-AA12-CF6C-0B8ED4174CCC}"/>
              </a:ext>
            </a:extLst>
          </p:cNvPr>
          <p:cNvSpPr/>
          <p:nvPr/>
        </p:nvSpPr>
        <p:spPr bwMode="gray">
          <a:xfrm rot="20799855">
            <a:off x="8473759" y="2543436"/>
            <a:ext cx="1223198" cy="155427"/>
          </a:xfrm>
          <a:prstGeom prst="rect">
            <a:avLst/>
          </a:prstGeom>
          <a:solidFill>
            <a:srgbClr val="FFFFFF"/>
          </a:solidFill>
          <a:ln w="19050" algn="ctr">
            <a:noFill/>
            <a:miter lim="800000"/>
          </a:ln>
        </p:spPr>
        <p:txBody>
          <a:bodyPr wrap="square" lIns="84716" tIns="0" rIns="84716" bIns="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129586">
              <a:lnSpc>
                <a:spcPct val="106000"/>
              </a:lnSpc>
            </a:pPr>
            <a:r>
              <a:rPr lang="en-US" sz="1000" b="1">
                <a:solidFill>
                  <a:prstClr val="black"/>
                </a:solidFill>
                <a:ea typeface="Open Sans" panose="020B0606030504020204" pitchFamily="34" charset="0"/>
                <a:cs typeface="Open Sans" panose="020B0606030504020204" pitchFamily="34" charset="0"/>
              </a:rPr>
              <a:t>Client Support</a:t>
            </a:r>
          </a:p>
        </p:txBody>
      </p:sp>
      <p:cxnSp>
        <p:nvCxnSpPr>
          <p:cNvPr id="3095" name="iBar:31/138">
            <a:extLst>
              <a:ext uri="{FF2B5EF4-FFF2-40B4-BE49-F238E27FC236}">
                <a16:creationId xmlns:a16="http://schemas.microsoft.com/office/drawing/2014/main" id="{0D83D86F-F6A9-5299-FA1C-60BB011D3D32}"/>
              </a:ext>
            </a:extLst>
          </p:cNvPr>
          <p:cNvCxnSpPr>
            <a:cxnSpLocks/>
          </p:cNvCxnSpPr>
          <p:nvPr/>
        </p:nvCxnSpPr>
        <p:spPr>
          <a:xfrm>
            <a:off x="3361664" y="3023930"/>
            <a:ext cx="4063886" cy="0"/>
          </a:xfrm>
          <a:prstGeom prst="line">
            <a:avLst/>
          </a:prstGeom>
          <a:ln w="19050">
            <a:solidFill>
              <a:srgbClr val="62B5E5"/>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096" name="TxtBox:31/138">
            <a:extLst>
              <a:ext uri="{FF2B5EF4-FFF2-40B4-BE49-F238E27FC236}">
                <a16:creationId xmlns:a16="http://schemas.microsoft.com/office/drawing/2014/main" id="{2343177A-F076-81F1-500D-C0A8796D847A}"/>
              </a:ext>
            </a:extLst>
          </p:cNvPr>
          <p:cNvSpPr/>
          <p:nvPr/>
        </p:nvSpPr>
        <p:spPr bwMode="gray">
          <a:xfrm>
            <a:off x="4235727" y="2938570"/>
            <a:ext cx="2533913" cy="156197"/>
          </a:xfrm>
          <a:prstGeom prst="rect">
            <a:avLst/>
          </a:prstGeom>
          <a:solidFill>
            <a:srgbClr val="FFFFFF"/>
          </a:solidFill>
          <a:ln w="19050" algn="ctr">
            <a:noFill/>
            <a:miter lim="800000"/>
          </a:ln>
        </p:spPr>
        <p:txBody>
          <a:bodyPr wrap="none" lIns="84716" tIns="0" rIns="84716" bIns="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129586">
              <a:lnSpc>
                <a:spcPct val="106000"/>
              </a:lnSpc>
            </a:pPr>
            <a:r>
              <a:rPr lang="en-US" sz="1000" b="1">
                <a:solidFill>
                  <a:prstClr val="black"/>
                </a:solidFill>
                <a:ea typeface="Open Sans" panose="020B0606030504020204" pitchFamily="34" charset="0"/>
                <a:cs typeface="Open Sans" panose="020B0606030504020204" pitchFamily="34" charset="0"/>
              </a:rPr>
              <a:t>Standard Solutions &amp; Industry Best Practices</a:t>
            </a:r>
            <a:endParaRPr lang="en-US" sz="1000">
              <a:solidFill>
                <a:prstClr val="black"/>
              </a:solidFill>
              <a:ea typeface="Open Sans" panose="020B0606030504020204" pitchFamily="34" charset="0"/>
              <a:cs typeface="Open Sans" panose="020B0606030504020204" pitchFamily="34" charset="0"/>
            </a:endParaRPr>
          </a:p>
        </p:txBody>
      </p:sp>
      <p:sp>
        <p:nvSpPr>
          <p:cNvPr id="3099" name="Rounded Rectangle 183">
            <a:extLst>
              <a:ext uri="{FF2B5EF4-FFF2-40B4-BE49-F238E27FC236}">
                <a16:creationId xmlns:a16="http://schemas.microsoft.com/office/drawing/2014/main" id="{DD10C935-C86A-1624-A0FA-6053701231C7}"/>
              </a:ext>
            </a:extLst>
          </p:cNvPr>
          <p:cNvSpPr/>
          <p:nvPr/>
        </p:nvSpPr>
        <p:spPr>
          <a:xfrm>
            <a:off x="2090006" y="2301641"/>
            <a:ext cx="1576698" cy="3693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defPPr>
              <a:defRPr lang="en-US"/>
            </a:defPPr>
            <a:lvl1pPr marL="0" algn="l" defTabSz="914400" rtl="0" eaLnBrk="1" latinLnBrk="0" hangingPunct="1">
              <a:defRPr sz="1800" kern="1200">
                <a:solidFill>
                  <a:srgbClr val="FFFFFF"/>
                </a:solidFill>
                <a:latin typeface="Open Sans"/>
                <a:ea typeface="+mn-ea"/>
                <a:cs typeface="+mn-cs"/>
              </a:defRPr>
            </a:lvl1pPr>
            <a:lvl2pPr marL="457200" algn="l" defTabSz="914400" rtl="0" eaLnBrk="1" latinLnBrk="0" hangingPunct="1">
              <a:defRPr sz="1800" kern="1200">
                <a:solidFill>
                  <a:srgbClr val="FFFFFF"/>
                </a:solidFill>
                <a:latin typeface="Open Sans"/>
                <a:ea typeface="+mn-ea"/>
                <a:cs typeface="+mn-cs"/>
              </a:defRPr>
            </a:lvl2pPr>
            <a:lvl3pPr marL="914400" algn="l" defTabSz="914400" rtl="0" eaLnBrk="1" latinLnBrk="0" hangingPunct="1">
              <a:defRPr sz="1800" kern="1200">
                <a:solidFill>
                  <a:srgbClr val="FFFFFF"/>
                </a:solidFill>
                <a:latin typeface="Open Sans"/>
                <a:ea typeface="+mn-ea"/>
                <a:cs typeface="+mn-cs"/>
              </a:defRPr>
            </a:lvl3pPr>
            <a:lvl4pPr marL="1371600" algn="l" defTabSz="914400" rtl="0" eaLnBrk="1" latinLnBrk="0" hangingPunct="1">
              <a:defRPr sz="1800" kern="1200">
                <a:solidFill>
                  <a:srgbClr val="FFFFFF"/>
                </a:solidFill>
                <a:latin typeface="Open Sans"/>
                <a:ea typeface="+mn-ea"/>
                <a:cs typeface="+mn-cs"/>
              </a:defRPr>
            </a:lvl4pPr>
            <a:lvl5pPr marL="1828800" algn="l" defTabSz="914400" rtl="0" eaLnBrk="1" latinLnBrk="0" hangingPunct="1">
              <a:defRPr sz="1800" kern="1200">
                <a:solidFill>
                  <a:srgbClr val="FFFFFF"/>
                </a:solidFill>
                <a:latin typeface="Open Sans"/>
                <a:ea typeface="+mn-ea"/>
                <a:cs typeface="+mn-cs"/>
              </a:defRPr>
            </a:lvl5pPr>
            <a:lvl6pPr marL="2286000" algn="l" defTabSz="914400" rtl="0" eaLnBrk="1" latinLnBrk="0" hangingPunct="1">
              <a:defRPr sz="1800" kern="1200">
                <a:solidFill>
                  <a:srgbClr val="FFFFFF"/>
                </a:solidFill>
                <a:latin typeface="Open Sans"/>
                <a:ea typeface="+mn-ea"/>
                <a:cs typeface="+mn-cs"/>
              </a:defRPr>
            </a:lvl6pPr>
            <a:lvl7pPr marL="2743200" algn="l" defTabSz="914400" rtl="0" eaLnBrk="1" latinLnBrk="0" hangingPunct="1">
              <a:defRPr sz="1800" kern="1200">
                <a:solidFill>
                  <a:srgbClr val="FFFFFF"/>
                </a:solidFill>
                <a:latin typeface="Open Sans"/>
                <a:ea typeface="+mn-ea"/>
                <a:cs typeface="+mn-cs"/>
              </a:defRPr>
            </a:lvl7pPr>
            <a:lvl8pPr marL="3200400" algn="l" defTabSz="914400" rtl="0" eaLnBrk="1" latinLnBrk="0" hangingPunct="1">
              <a:defRPr sz="1800" kern="1200">
                <a:solidFill>
                  <a:srgbClr val="FFFFFF"/>
                </a:solidFill>
                <a:latin typeface="Open Sans"/>
                <a:ea typeface="+mn-ea"/>
                <a:cs typeface="+mn-cs"/>
              </a:defRPr>
            </a:lvl8pPr>
            <a:lvl9pPr marL="3657600" algn="l" defTabSz="914400" rtl="0" eaLnBrk="1" latinLnBrk="0" hangingPunct="1">
              <a:defRPr sz="1800" kern="1200">
                <a:solidFill>
                  <a:srgbClr val="FFFFFF"/>
                </a:solidFill>
                <a:latin typeface="Open Sans"/>
                <a:ea typeface="+mn-ea"/>
                <a:cs typeface="+mn-cs"/>
              </a:defRPr>
            </a:lvl9pPr>
          </a:lstStyle>
          <a:p>
            <a:pPr algn="ctr" defTabSz="1129586"/>
            <a:r>
              <a:rPr lang="en-US" sz="1200">
                <a:solidFill>
                  <a:schemeClr val="tx1"/>
                </a:solidFill>
                <a:latin typeface="+mn-lt"/>
                <a:ea typeface="Open Sans Light" panose="020B0306030504020204" pitchFamily="34" charset="0"/>
                <a:cs typeface="Open Sans Light" panose="020B0306030504020204" pitchFamily="34" charset="0"/>
              </a:rPr>
              <a:t>Quality Assurance Support</a:t>
            </a:r>
          </a:p>
        </p:txBody>
      </p:sp>
      <p:sp>
        <p:nvSpPr>
          <p:cNvPr id="3100" name="Rounded Rectangle 183">
            <a:extLst>
              <a:ext uri="{FF2B5EF4-FFF2-40B4-BE49-F238E27FC236}">
                <a16:creationId xmlns:a16="http://schemas.microsoft.com/office/drawing/2014/main" id="{1198F5B0-4979-3999-0116-40D6F4579961}"/>
              </a:ext>
            </a:extLst>
          </p:cNvPr>
          <p:cNvSpPr/>
          <p:nvPr/>
        </p:nvSpPr>
        <p:spPr>
          <a:xfrm>
            <a:off x="3601831" y="2301641"/>
            <a:ext cx="1576698" cy="3693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defPPr>
              <a:defRPr lang="en-US"/>
            </a:defPPr>
            <a:lvl1pPr marL="0" algn="l" defTabSz="914400" rtl="0" eaLnBrk="1" latinLnBrk="0" hangingPunct="1">
              <a:defRPr sz="1800" kern="1200">
                <a:solidFill>
                  <a:srgbClr val="FFFFFF"/>
                </a:solidFill>
                <a:latin typeface="Open Sans"/>
                <a:ea typeface="+mn-ea"/>
                <a:cs typeface="+mn-cs"/>
              </a:defRPr>
            </a:lvl1pPr>
            <a:lvl2pPr marL="457200" algn="l" defTabSz="914400" rtl="0" eaLnBrk="1" latinLnBrk="0" hangingPunct="1">
              <a:defRPr sz="1800" kern="1200">
                <a:solidFill>
                  <a:srgbClr val="FFFFFF"/>
                </a:solidFill>
                <a:latin typeface="Open Sans"/>
                <a:ea typeface="+mn-ea"/>
                <a:cs typeface="+mn-cs"/>
              </a:defRPr>
            </a:lvl2pPr>
            <a:lvl3pPr marL="914400" algn="l" defTabSz="914400" rtl="0" eaLnBrk="1" latinLnBrk="0" hangingPunct="1">
              <a:defRPr sz="1800" kern="1200">
                <a:solidFill>
                  <a:srgbClr val="FFFFFF"/>
                </a:solidFill>
                <a:latin typeface="Open Sans"/>
                <a:ea typeface="+mn-ea"/>
                <a:cs typeface="+mn-cs"/>
              </a:defRPr>
            </a:lvl3pPr>
            <a:lvl4pPr marL="1371600" algn="l" defTabSz="914400" rtl="0" eaLnBrk="1" latinLnBrk="0" hangingPunct="1">
              <a:defRPr sz="1800" kern="1200">
                <a:solidFill>
                  <a:srgbClr val="FFFFFF"/>
                </a:solidFill>
                <a:latin typeface="Open Sans"/>
                <a:ea typeface="+mn-ea"/>
                <a:cs typeface="+mn-cs"/>
              </a:defRPr>
            </a:lvl4pPr>
            <a:lvl5pPr marL="1828800" algn="l" defTabSz="914400" rtl="0" eaLnBrk="1" latinLnBrk="0" hangingPunct="1">
              <a:defRPr sz="1800" kern="1200">
                <a:solidFill>
                  <a:srgbClr val="FFFFFF"/>
                </a:solidFill>
                <a:latin typeface="Open Sans"/>
                <a:ea typeface="+mn-ea"/>
                <a:cs typeface="+mn-cs"/>
              </a:defRPr>
            </a:lvl5pPr>
            <a:lvl6pPr marL="2286000" algn="l" defTabSz="914400" rtl="0" eaLnBrk="1" latinLnBrk="0" hangingPunct="1">
              <a:defRPr sz="1800" kern="1200">
                <a:solidFill>
                  <a:srgbClr val="FFFFFF"/>
                </a:solidFill>
                <a:latin typeface="Open Sans"/>
                <a:ea typeface="+mn-ea"/>
                <a:cs typeface="+mn-cs"/>
              </a:defRPr>
            </a:lvl6pPr>
            <a:lvl7pPr marL="2743200" algn="l" defTabSz="914400" rtl="0" eaLnBrk="1" latinLnBrk="0" hangingPunct="1">
              <a:defRPr sz="1800" kern="1200">
                <a:solidFill>
                  <a:srgbClr val="FFFFFF"/>
                </a:solidFill>
                <a:latin typeface="Open Sans"/>
                <a:ea typeface="+mn-ea"/>
                <a:cs typeface="+mn-cs"/>
              </a:defRPr>
            </a:lvl7pPr>
            <a:lvl8pPr marL="3200400" algn="l" defTabSz="914400" rtl="0" eaLnBrk="1" latinLnBrk="0" hangingPunct="1">
              <a:defRPr sz="1800" kern="1200">
                <a:solidFill>
                  <a:srgbClr val="FFFFFF"/>
                </a:solidFill>
                <a:latin typeface="Open Sans"/>
                <a:ea typeface="+mn-ea"/>
                <a:cs typeface="+mn-cs"/>
              </a:defRPr>
            </a:lvl8pPr>
            <a:lvl9pPr marL="3657600" algn="l" defTabSz="914400" rtl="0" eaLnBrk="1" latinLnBrk="0" hangingPunct="1">
              <a:defRPr sz="1800" kern="1200">
                <a:solidFill>
                  <a:srgbClr val="FFFFFF"/>
                </a:solidFill>
                <a:latin typeface="Open Sans"/>
                <a:ea typeface="+mn-ea"/>
                <a:cs typeface="+mn-cs"/>
              </a:defRPr>
            </a:lvl9pPr>
          </a:lstStyle>
          <a:p>
            <a:pPr algn="ctr" defTabSz="1129586"/>
            <a:r>
              <a:rPr lang="en-US" sz="1200">
                <a:solidFill>
                  <a:schemeClr val="tx1"/>
                </a:solidFill>
                <a:latin typeface="+mn-lt"/>
                <a:ea typeface="Open Sans Light" panose="020B0306030504020204" pitchFamily="34" charset="0"/>
                <a:cs typeface="Open Sans Light" panose="020B0306030504020204" pitchFamily="34" charset="0"/>
              </a:rPr>
              <a:t>Support to client during Testing</a:t>
            </a:r>
          </a:p>
        </p:txBody>
      </p:sp>
      <p:sp>
        <p:nvSpPr>
          <p:cNvPr id="3101" name="Rounded Rectangle 183">
            <a:extLst>
              <a:ext uri="{FF2B5EF4-FFF2-40B4-BE49-F238E27FC236}">
                <a16:creationId xmlns:a16="http://schemas.microsoft.com/office/drawing/2014/main" id="{CCD06D25-D885-A603-69DB-0AD5DC198EA9}"/>
              </a:ext>
            </a:extLst>
          </p:cNvPr>
          <p:cNvSpPr/>
          <p:nvPr/>
        </p:nvSpPr>
        <p:spPr>
          <a:xfrm>
            <a:off x="5365713" y="2295432"/>
            <a:ext cx="1576698" cy="3693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defPPr>
              <a:defRPr lang="en-US"/>
            </a:defPPr>
            <a:lvl1pPr marL="0" algn="l" defTabSz="914400" rtl="0" eaLnBrk="1" latinLnBrk="0" hangingPunct="1">
              <a:defRPr sz="1800" kern="1200">
                <a:solidFill>
                  <a:srgbClr val="FFFFFF"/>
                </a:solidFill>
                <a:latin typeface="Open Sans"/>
                <a:ea typeface="+mn-ea"/>
                <a:cs typeface="+mn-cs"/>
              </a:defRPr>
            </a:lvl1pPr>
            <a:lvl2pPr marL="457200" algn="l" defTabSz="914400" rtl="0" eaLnBrk="1" latinLnBrk="0" hangingPunct="1">
              <a:defRPr sz="1800" kern="1200">
                <a:solidFill>
                  <a:srgbClr val="FFFFFF"/>
                </a:solidFill>
                <a:latin typeface="Open Sans"/>
                <a:ea typeface="+mn-ea"/>
                <a:cs typeface="+mn-cs"/>
              </a:defRPr>
            </a:lvl2pPr>
            <a:lvl3pPr marL="914400" algn="l" defTabSz="914400" rtl="0" eaLnBrk="1" latinLnBrk="0" hangingPunct="1">
              <a:defRPr sz="1800" kern="1200">
                <a:solidFill>
                  <a:srgbClr val="FFFFFF"/>
                </a:solidFill>
                <a:latin typeface="Open Sans"/>
                <a:ea typeface="+mn-ea"/>
                <a:cs typeface="+mn-cs"/>
              </a:defRPr>
            </a:lvl3pPr>
            <a:lvl4pPr marL="1371600" algn="l" defTabSz="914400" rtl="0" eaLnBrk="1" latinLnBrk="0" hangingPunct="1">
              <a:defRPr sz="1800" kern="1200">
                <a:solidFill>
                  <a:srgbClr val="FFFFFF"/>
                </a:solidFill>
                <a:latin typeface="Open Sans"/>
                <a:ea typeface="+mn-ea"/>
                <a:cs typeface="+mn-cs"/>
              </a:defRPr>
            </a:lvl4pPr>
            <a:lvl5pPr marL="1828800" algn="l" defTabSz="914400" rtl="0" eaLnBrk="1" latinLnBrk="0" hangingPunct="1">
              <a:defRPr sz="1800" kern="1200">
                <a:solidFill>
                  <a:srgbClr val="FFFFFF"/>
                </a:solidFill>
                <a:latin typeface="Open Sans"/>
                <a:ea typeface="+mn-ea"/>
                <a:cs typeface="+mn-cs"/>
              </a:defRPr>
            </a:lvl5pPr>
            <a:lvl6pPr marL="2286000" algn="l" defTabSz="914400" rtl="0" eaLnBrk="1" latinLnBrk="0" hangingPunct="1">
              <a:defRPr sz="1800" kern="1200">
                <a:solidFill>
                  <a:srgbClr val="FFFFFF"/>
                </a:solidFill>
                <a:latin typeface="Open Sans"/>
                <a:ea typeface="+mn-ea"/>
                <a:cs typeface="+mn-cs"/>
              </a:defRPr>
            </a:lvl6pPr>
            <a:lvl7pPr marL="2743200" algn="l" defTabSz="914400" rtl="0" eaLnBrk="1" latinLnBrk="0" hangingPunct="1">
              <a:defRPr sz="1800" kern="1200">
                <a:solidFill>
                  <a:srgbClr val="FFFFFF"/>
                </a:solidFill>
                <a:latin typeface="Open Sans"/>
                <a:ea typeface="+mn-ea"/>
                <a:cs typeface="+mn-cs"/>
              </a:defRPr>
            </a:lvl7pPr>
            <a:lvl8pPr marL="3200400" algn="l" defTabSz="914400" rtl="0" eaLnBrk="1" latinLnBrk="0" hangingPunct="1">
              <a:defRPr sz="1800" kern="1200">
                <a:solidFill>
                  <a:srgbClr val="FFFFFF"/>
                </a:solidFill>
                <a:latin typeface="Open Sans"/>
                <a:ea typeface="+mn-ea"/>
                <a:cs typeface="+mn-cs"/>
              </a:defRPr>
            </a:lvl8pPr>
            <a:lvl9pPr marL="3657600" algn="l" defTabSz="914400" rtl="0" eaLnBrk="1" latinLnBrk="0" hangingPunct="1">
              <a:defRPr sz="1800" kern="1200">
                <a:solidFill>
                  <a:srgbClr val="FFFFFF"/>
                </a:solidFill>
                <a:latin typeface="Open Sans"/>
                <a:ea typeface="+mn-ea"/>
                <a:cs typeface="+mn-cs"/>
              </a:defRPr>
            </a:lvl9pPr>
          </a:lstStyle>
          <a:p>
            <a:pPr algn="ctr" defTabSz="1129586"/>
            <a:r>
              <a:rPr lang="en-US" sz="1200">
                <a:solidFill>
                  <a:schemeClr val="tx1"/>
                </a:solidFill>
                <a:latin typeface="+mn-lt"/>
                <a:ea typeface="Open Sans Light" panose="020B0306030504020204" pitchFamily="34" charset="0"/>
                <a:cs typeface="Open Sans Light" panose="020B0306030504020204" pitchFamily="34" charset="0"/>
              </a:rPr>
              <a:t>Recommendations on areas of improvement</a:t>
            </a:r>
          </a:p>
        </p:txBody>
      </p:sp>
      <p:sp>
        <p:nvSpPr>
          <p:cNvPr id="3102" name="Rounded Rectangle 183">
            <a:extLst>
              <a:ext uri="{FF2B5EF4-FFF2-40B4-BE49-F238E27FC236}">
                <a16:creationId xmlns:a16="http://schemas.microsoft.com/office/drawing/2014/main" id="{65C1B0D7-9102-5682-E457-B470C5B9873D}"/>
              </a:ext>
            </a:extLst>
          </p:cNvPr>
          <p:cNvSpPr/>
          <p:nvPr/>
        </p:nvSpPr>
        <p:spPr>
          <a:xfrm>
            <a:off x="6999060" y="2313537"/>
            <a:ext cx="1576698" cy="369332"/>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defPPr>
              <a:defRPr lang="en-US"/>
            </a:defPPr>
            <a:lvl1pPr marL="0" algn="l" defTabSz="914400" rtl="0" eaLnBrk="1" latinLnBrk="0" hangingPunct="1">
              <a:defRPr sz="1800" kern="1200">
                <a:solidFill>
                  <a:srgbClr val="FFFFFF"/>
                </a:solidFill>
                <a:latin typeface="Open Sans"/>
                <a:ea typeface="+mn-ea"/>
                <a:cs typeface="+mn-cs"/>
              </a:defRPr>
            </a:lvl1pPr>
            <a:lvl2pPr marL="457200" algn="l" defTabSz="914400" rtl="0" eaLnBrk="1" latinLnBrk="0" hangingPunct="1">
              <a:defRPr sz="1800" kern="1200">
                <a:solidFill>
                  <a:srgbClr val="FFFFFF"/>
                </a:solidFill>
                <a:latin typeface="Open Sans"/>
                <a:ea typeface="+mn-ea"/>
                <a:cs typeface="+mn-cs"/>
              </a:defRPr>
            </a:lvl2pPr>
            <a:lvl3pPr marL="914400" algn="l" defTabSz="914400" rtl="0" eaLnBrk="1" latinLnBrk="0" hangingPunct="1">
              <a:defRPr sz="1800" kern="1200">
                <a:solidFill>
                  <a:srgbClr val="FFFFFF"/>
                </a:solidFill>
                <a:latin typeface="Open Sans"/>
                <a:ea typeface="+mn-ea"/>
                <a:cs typeface="+mn-cs"/>
              </a:defRPr>
            </a:lvl3pPr>
            <a:lvl4pPr marL="1371600" algn="l" defTabSz="914400" rtl="0" eaLnBrk="1" latinLnBrk="0" hangingPunct="1">
              <a:defRPr sz="1800" kern="1200">
                <a:solidFill>
                  <a:srgbClr val="FFFFFF"/>
                </a:solidFill>
                <a:latin typeface="Open Sans"/>
                <a:ea typeface="+mn-ea"/>
                <a:cs typeface="+mn-cs"/>
              </a:defRPr>
            </a:lvl4pPr>
            <a:lvl5pPr marL="1828800" algn="l" defTabSz="914400" rtl="0" eaLnBrk="1" latinLnBrk="0" hangingPunct="1">
              <a:defRPr sz="1800" kern="1200">
                <a:solidFill>
                  <a:srgbClr val="FFFFFF"/>
                </a:solidFill>
                <a:latin typeface="Open Sans"/>
                <a:ea typeface="+mn-ea"/>
                <a:cs typeface="+mn-cs"/>
              </a:defRPr>
            </a:lvl5pPr>
            <a:lvl6pPr marL="2286000" algn="l" defTabSz="914400" rtl="0" eaLnBrk="1" latinLnBrk="0" hangingPunct="1">
              <a:defRPr sz="1800" kern="1200">
                <a:solidFill>
                  <a:srgbClr val="FFFFFF"/>
                </a:solidFill>
                <a:latin typeface="Open Sans"/>
                <a:ea typeface="+mn-ea"/>
                <a:cs typeface="+mn-cs"/>
              </a:defRPr>
            </a:lvl6pPr>
            <a:lvl7pPr marL="2743200" algn="l" defTabSz="914400" rtl="0" eaLnBrk="1" latinLnBrk="0" hangingPunct="1">
              <a:defRPr sz="1800" kern="1200">
                <a:solidFill>
                  <a:srgbClr val="FFFFFF"/>
                </a:solidFill>
                <a:latin typeface="Open Sans"/>
                <a:ea typeface="+mn-ea"/>
                <a:cs typeface="+mn-cs"/>
              </a:defRPr>
            </a:lvl7pPr>
            <a:lvl8pPr marL="3200400" algn="l" defTabSz="914400" rtl="0" eaLnBrk="1" latinLnBrk="0" hangingPunct="1">
              <a:defRPr sz="1800" kern="1200">
                <a:solidFill>
                  <a:srgbClr val="FFFFFF"/>
                </a:solidFill>
                <a:latin typeface="Open Sans"/>
                <a:ea typeface="+mn-ea"/>
                <a:cs typeface="+mn-cs"/>
              </a:defRPr>
            </a:lvl8pPr>
            <a:lvl9pPr marL="3657600" algn="l" defTabSz="914400" rtl="0" eaLnBrk="1" latinLnBrk="0" hangingPunct="1">
              <a:defRPr sz="1800" kern="1200">
                <a:solidFill>
                  <a:srgbClr val="FFFFFF"/>
                </a:solidFill>
                <a:latin typeface="Open Sans"/>
                <a:ea typeface="+mn-ea"/>
                <a:cs typeface="+mn-cs"/>
              </a:defRPr>
            </a:lvl9pPr>
          </a:lstStyle>
          <a:p>
            <a:pPr algn="ctr" defTabSz="1129586"/>
            <a:r>
              <a:rPr lang="en-US" sz="1200">
                <a:solidFill>
                  <a:schemeClr val="tx1"/>
                </a:solidFill>
                <a:latin typeface="+mn-lt"/>
                <a:ea typeface="Open Sans Light" panose="020B0306030504020204" pitchFamily="34" charset="0"/>
                <a:cs typeface="Open Sans Light" panose="020B0306030504020204" pitchFamily="34" charset="0"/>
              </a:rPr>
              <a:t>Design for standard functionality</a:t>
            </a:r>
          </a:p>
        </p:txBody>
      </p:sp>
      <p:sp>
        <p:nvSpPr>
          <p:cNvPr id="3103" name="Rectangle 3102">
            <a:extLst>
              <a:ext uri="{FF2B5EF4-FFF2-40B4-BE49-F238E27FC236}">
                <a16:creationId xmlns:a16="http://schemas.microsoft.com/office/drawing/2014/main" id="{865F8E0B-4D7F-5250-9315-241B5EFE118E}"/>
              </a:ext>
            </a:extLst>
          </p:cNvPr>
          <p:cNvSpPr/>
          <p:nvPr/>
        </p:nvSpPr>
        <p:spPr>
          <a:xfrm>
            <a:off x="512898" y="5300016"/>
            <a:ext cx="10124973" cy="13471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a:solidFill>
                  <a:schemeClr val="tx1"/>
                </a:solidFill>
              </a:rPr>
              <a:t>Conducting comprehensive business and system analysis for TANESCO, including process evaluation, infrastructure recommendations, requirement gathering of standard as well as customized solutions and assistance for strategic system implementation. Coordination of informative site visits and guidance on technology and software aspects, ensuring alignment with TANESCO's objectives</a:t>
            </a:r>
          </a:p>
          <a:p>
            <a:pPr marL="171450" indent="-171450">
              <a:buFont typeface="Arial" panose="020B0604020202020204" pitchFamily="34" charset="0"/>
              <a:buChar char="•"/>
            </a:pPr>
            <a:r>
              <a:rPr lang="en-US" sz="1200">
                <a:solidFill>
                  <a:schemeClr val="tx1"/>
                </a:solidFill>
              </a:rPr>
              <a:t>Review and recommend the appropriate technology infrastructure, including Local and Wide Area Network, essential for the successful implementation of selected systems</a:t>
            </a:r>
          </a:p>
          <a:p>
            <a:pPr marL="171450" indent="-171450">
              <a:buFont typeface="Arial" panose="020B0604020202020204" pitchFamily="34" charset="0"/>
              <a:buChar char="•"/>
            </a:pPr>
            <a:r>
              <a:rPr lang="en-US" sz="1200">
                <a:solidFill>
                  <a:schemeClr val="tx1"/>
                </a:solidFill>
              </a:rPr>
              <a:t>Provide direction and guidance regarding software requirements to meet TANESCO's needs. Offer expertise in IT Quality Assurance to ensure the reliability and performance of the CMS</a:t>
            </a:r>
            <a:endParaRPr lang="en-ZA" sz="1200">
              <a:solidFill>
                <a:schemeClr val="tx1"/>
              </a:solidFill>
            </a:endParaRPr>
          </a:p>
        </p:txBody>
      </p:sp>
      <p:pic>
        <p:nvPicPr>
          <p:cNvPr id="3108" name="Picture 4">
            <a:extLst>
              <a:ext uri="{FF2B5EF4-FFF2-40B4-BE49-F238E27FC236}">
                <a16:creationId xmlns:a16="http://schemas.microsoft.com/office/drawing/2014/main" id="{A33C4534-D5AE-B04E-DFDC-CCB475628B24}"/>
              </a:ext>
            </a:extLst>
          </p:cNvPr>
          <p:cNvPicPr>
            <a:picLocks noChangeAspect="1" noChangeArrowheads="1"/>
          </p:cNvPicPr>
          <p:nvPr/>
        </p:nvPicPr>
        <p:blipFill rotWithShape="1">
          <a:blip r:embed="rId17" cstate="email">
            <a:extLst>
              <a:ext uri="{28A0092B-C50C-407E-A947-70E740481C1C}">
                <a14:useLocalDpi xmlns:a14="http://schemas.microsoft.com/office/drawing/2010/main" val="0"/>
              </a:ext>
            </a:extLst>
          </a:blip>
          <a:srcRect/>
          <a:stretch/>
        </p:blipFill>
        <p:spPr bwMode="auto">
          <a:xfrm>
            <a:off x="7502537" y="3893606"/>
            <a:ext cx="901508" cy="424396"/>
          </a:xfrm>
          <a:prstGeom prst="rect">
            <a:avLst/>
          </a:prstGeom>
          <a:noFill/>
          <a:ln>
            <a:noFill/>
          </a:ln>
        </p:spPr>
      </p:pic>
      <p:sp>
        <p:nvSpPr>
          <p:cNvPr id="3109" name="Round Same Side Corner Rectangle 64">
            <a:extLst>
              <a:ext uri="{FF2B5EF4-FFF2-40B4-BE49-F238E27FC236}">
                <a16:creationId xmlns:a16="http://schemas.microsoft.com/office/drawing/2014/main" id="{30F5BEF5-32C7-3F09-463D-F9866A42793D}"/>
              </a:ext>
            </a:extLst>
          </p:cNvPr>
          <p:cNvSpPr/>
          <p:nvPr/>
        </p:nvSpPr>
        <p:spPr>
          <a:xfrm>
            <a:off x="506046" y="5031889"/>
            <a:ext cx="10124974" cy="237744"/>
          </a:xfrm>
          <a:prstGeom prst="round2SameRect">
            <a:avLst>
              <a:gd name="adj1" fmla="val 50000"/>
              <a:gd name="adj2" fmla="val 0"/>
            </a:avLst>
          </a:prstGeom>
          <a:solidFill>
            <a:schemeClr val="accent4"/>
          </a:solidFill>
        </p:spPr>
        <p:txBody>
          <a:bodyPr wrap="square" tIns="0" bIns="0" anchor="ctr" anchorCtr="1">
            <a:noAutofit/>
          </a:bodyPr>
          <a:lstStyle/>
          <a:p>
            <a:pPr marL="0" marR="0" lvl="0" indent="0" algn="ctr" defTabSz="914422" rtl="0" eaLnBrk="1" fontAlgn="auto" latinLnBrk="0" hangingPunct="1">
              <a:lnSpc>
                <a:spcPct val="100000"/>
              </a:lnSpc>
              <a:spcBef>
                <a:spcPts val="0"/>
              </a:spcBef>
              <a:spcAft>
                <a:spcPts val="0"/>
              </a:spcAft>
              <a:buClrTx/>
              <a:buSzTx/>
              <a:buFontTx/>
              <a:buNone/>
              <a:tabLst/>
              <a:defRPr/>
            </a:pPr>
            <a:r>
              <a:rPr kumimoji="0" lang="en-US" sz="1200" b="1" i="0" u="none" strike="noStrike" kern="1200" spc="132" normalizeH="0" baseline="0" noProof="0">
                <a:ln>
                  <a:noFill/>
                </a:ln>
                <a:solidFill>
                  <a:prstClr val="white"/>
                </a:solidFill>
                <a:effectLst/>
                <a:uLnTx/>
                <a:uFillTx/>
                <a:ea typeface="Open Sans" panose="020B0606030504020204" pitchFamily="34" charset="0"/>
                <a:cs typeface="Open Sans" panose="020B0606030504020204" pitchFamily="34" charset="0"/>
              </a:rPr>
              <a:t>Description Of Services Provided</a:t>
            </a:r>
            <a:endParaRPr kumimoji="0" lang="en-US" sz="1200" b="0" i="0" u="none" strike="noStrike" kern="1200" cap="none" spc="132" normalizeH="0" baseline="0" noProof="0">
              <a:ln>
                <a:noFill/>
              </a:ln>
              <a:solidFill>
                <a:prstClr val="white"/>
              </a:solidFill>
              <a:effectLst/>
              <a:uLnTx/>
              <a:uFillTx/>
              <a:ea typeface="+mn-ea"/>
              <a:cs typeface="+mn-cs"/>
            </a:endParaRPr>
          </a:p>
        </p:txBody>
      </p:sp>
      <p:sp>
        <p:nvSpPr>
          <p:cNvPr id="10" name="Title 1">
            <a:extLst>
              <a:ext uri="{FF2B5EF4-FFF2-40B4-BE49-F238E27FC236}">
                <a16:creationId xmlns:a16="http://schemas.microsoft.com/office/drawing/2014/main" id="{30542D6B-FDE5-CBC8-D7D1-59B488DBD128}"/>
              </a:ext>
            </a:extLst>
          </p:cNvPr>
          <p:cNvSpPr>
            <a:spLocks noGrp="1"/>
          </p:cNvSpPr>
          <p:nvPr>
            <p:ph type="title"/>
          </p:nvPr>
        </p:nvSpPr>
        <p:spPr>
          <a:xfrm>
            <a:off x="469900" y="329473"/>
            <a:ext cx="11252200" cy="390371"/>
          </a:xfrm>
        </p:spPr>
        <p:txBody>
          <a:bodyPr vert="horz"/>
          <a:lstStyle/>
          <a:p>
            <a:r>
              <a:rPr lang="en-US" sz="2400" kern="1200" dirty="0">
                <a:solidFill>
                  <a:srgbClr val="000000"/>
                </a:solidFill>
                <a:effectLst/>
                <a:latin typeface="Calibri" panose="020F0502020204030204" pitchFamily="34" charset="0"/>
                <a:ea typeface="+mj-ea"/>
                <a:cs typeface="Calibri Light" panose="020F0302020204030204" pitchFamily="34" charset="0"/>
              </a:rPr>
              <a:t>Corporate Management System (CMS)</a:t>
            </a:r>
            <a:endParaRPr lang="en-IN" sz="2400" dirty="0"/>
          </a:p>
        </p:txBody>
      </p:sp>
      <p:sp>
        <p:nvSpPr>
          <p:cNvPr id="11" name="Text Placeholder 2">
            <a:extLst>
              <a:ext uri="{FF2B5EF4-FFF2-40B4-BE49-F238E27FC236}">
                <a16:creationId xmlns:a16="http://schemas.microsoft.com/office/drawing/2014/main" id="{3490194B-9748-3FA6-B4AF-3AD74D51F2F9}"/>
              </a:ext>
            </a:extLst>
          </p:cNvPr>
          <p:cNvSpPr>
            <a:spLocks noGrp="1"/>
          </p:cNvSpPr>
          <p:nvPr>
            <p:ph type="body" sz="quarter" idx="13"/>
          </p:nvPr>
        </p:nvSpPr>
        <p:spPr>
          <a:xfrm>
            <a:off x="469900" y="736689"/>
            <a:ext cx="11252200" cy="292522"/>
          </a:xfrm>
        </p:spPr>
        <p:txBody>
          <a:bodyPr/>
          <a:lstStyle/>
          <a:p>
            <a:r>
              <a:rPr lang="en-US" sz="1800" dirty="0"/>
              <a:t>Implementation of an Integrated Corporate Management System</a:t>
            </a:r>
            <a:endParaRPr lang="en-IN" sz="1800" dirty="0"/>
          </a:p>
        </p:txBody>
      </p:sp>
      <p:sp>
        <p:nvSpPr>
          <p:cNvPr id="13" name="Rectangle 12">
            <a:extLst>
              <a:ext uri="{FF2B5EF4-FFF2-40B4-BE49-F238E27FC236}">
                <a16:creationId xmlns:a16="http://schemas.microsoft.com/office/drawing/2014/main" id="{074F6A0E-2507-0974-ECA1-418B16CB913D}"/>
              </a:ext>
            </a:extLst>
          </p:cNvPr>
          <p:cNvSpPr/>
          <p:nvPr/>
        </p:nvSpPr>
        <p:spPr bwMode="gray">
          <a:xfrm>
            <a:off x="2065542" y="-4101"/>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Case Studies</a:t>
            </a:r>
          </a:p>
        </p:txBody>
      </p:sp>
      <p:sp>
        <p:nvSpPr>
          <p:cNvPr id="15" name="Freeform 15">
            <a:extLst>
              <a:ext uri="{FF2B5EF4-FFF2-40B4-BE49-F238E27FC236}">
                <a16:creationId xmlns:a16="http://schemas.microsoft.com/office/drawing/2014/main" id="{A2FEEAC6-CFE2-44E4-CB1B-119D94BDF1F9}"/>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6" name="Freeform 16">
            <a:extLst>
              <a:ext uri="{FF2B5EF4-FFF2-40B4-BE49-F238E27FC236}">
                <a16:creationId xmlns:a16="http://schemas.microsoft.com/office/drawing/2014/main" id="{DC2BA511-A5D6-C6FE-1D1A-B4042DF031D7}"/>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7" name="Freeform 6">
            <a:extLst>
              <a:ext uri="{FF2B5EF4-FFF2-40B4-BE49-F238E27FC236}">
                <a16:creationId xmlns:a16="http://schemas.microsoft.com/office/drawing/2014/main" id="{6AFEE6A5-276E-433A-F8F1-9C6EF6CBC0B8}"/>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8" name="Freeform 6">
            <a:extLst>
              <a:ext uri="{FF2B5EF4-FFF2-40B4-BE49-F238E27FC236}">
                <a16:creationId xmlns:a16="http://schemas.microsoft.com/office/drawing/2014/main" id="{4862A4B7-D0EF-DBB0-E736-5F85AB54ACAA}"/>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9" name="Freeform 15">
            <a:extLst>
              <a:ext uri="{FF2B5EF4-FFF2-40B4-BE49-F238E27FC236}">
                <a16:creationId xmlns:a16="http://schemas.microsoft.com/office/drawing/2014/main" id="{81474E35-9085-1487-B93C-19B97C9A0E10}"/>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22" name="Freeform 16">
            <a:extLst>
              <a:ext uri="{FF2B5EF4-FFF2-40B4-BE49-F238E27FC236}">
                <a16:creationId xmlns:a16="http://schemas.microsoft.com/office/drawing/2014/main" id="{119E252E-51D9-2D4D-724A-5F13F8141D78}"/>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23" name="Freeform 6">
            <a:extLst>
              <a:ext uri="{FF2B5EF4-FFF2-40B4-BE49-F238E27FC236}">
                <a16:creationId xmlns:a16="http://schemas.microsoft.com/office/drawing/2014/main" id="{1AAC249F-8015-63EF-FAC3-4EFE69419251}"/>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24" name="Freeform 6">
            <a:extLst>
              <a:ext uri="{FF2B5EF4-FFF2-40B4-BE49-F238E27FC236}">
                <a16:creationId xmlns:a16="http://schemas.microsoft.com/office/drawing/2014/main" id="{D5B013FD-2E87-9927-64BB-8398742665C2}"/>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custDataLst>
      <p:custData r:id="rId1"/>
      <p:custData r:id="rId2"/>
    </p:custDataLst>
    <p:extLst>
      <p:ext uri="{BB962C8B-B14F-4D97-AF65-F5344CB8AC3E}">
        <p14:creationId xmlns:p14="http://schemas.microsoft.com/office/powerpoint/2010/main" val="4193850831"/>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extLst>
              <p:ext uri="{D42A27DB-BD31-4B8C-83A1-F6EECF244321}">
                <p14:modId xmlns:p14="http://schemas.microsoft.com/office/powerpoint/2010/main" val="7990665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5" name="Object 9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en-US" sz="2400" dirty="0"/>
              <a:t>National Feeder Monitoring System for India</a:t>
            </a:r>
            <a:endParaRPr lang="en-IN" sz="2400" dirty="0"/>
          </a:p>
        </p:txBody>
      </p:sp>
      <p:sp>
        <p:nvSpPr>
          <p:cNvPr id="3" name="Text Placeholder 2"/>
          <p:cNvSpPr>
            <a:spLocks noGrp="1"/>
          </p:cNvSpPr>
          <p:nvPr>
            <p:ph type="body" sz="quarter" idx="13"/>
          </p:nvPr>
        </p:nvSpPr>
        <p:spPr>
          <a:xfrm>
            <a:off x="469900" y="736688"/>
            <a:ext cx="11252200" cy="757255"/>
          </a:xfrm>
        </p:spPr>
        <p:txBody>
          <a:bodyPr/>
          <a:lstStyle/>
          <a:p>
            <a:r>
              <a:rPr lang="en-US" sz="1800" dirty="0"/>
              <a:t>Central IT Solution for Feeder Monitoring and Data Acquisition</a:t>
            </a:r>
            <a:endParaRPr lang="en-IN" sz="1800" dirty="0"/>
          </a:p>
        </p:txBody>
      </p:sp>
      <p:pic>
        <p:nvPicPr>
          <p:cNvPr id="7" name="Picture 2">
            <a:extLst>
              <a:ext uri="{FF2B5EF4-FFF2-40B4-BE49-F238E27FC236}">
                <a16:creationId xmlns:a16="http://schemas.microsoft.com/office/drawing/2014/main" id="{4B83595E-40F6-D689-5951-F9435992D940}"/>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11581" b="26117"/>
          <a:stretch/>
        </p:blipFill>
        <p:spPr bwMode="auto">
          <a:xfrm>
            <a:off x="10025446" y="320711"/>
            <a:ext cx="1565034" cy="411720"/>
          </a:xfrm>
          <a:prstGeom prst="rect">
            <a:avLst/>
          </a:prstGeom>
          <a:noFill/>
          <a:extLst>
            <a:ext uri="{909E8E84-426E-40DD-AFC4-6F175D3DCCD1}">
              <a14:hiddenFill xmlns:a14="http://schemas.microsoft.com/office/drawing/2010/main">
                <a:solidFill>
                  <a:srgbClr val="FFFFFF"/>
                </a:solidFill>
              </a14:hiddenFill>
            </a:ext>
          </a:extLst>
        </p:spPr>
      </p:pic>
      <p:sp>
        <p:nvSpPr>
          <p:cNvPr id="12" name="Text Placeholder 65">
            <a:extLst>
              <a:ext uri="{FF2B5EF4-FFF2-40B4-BE49-F238E27FC236}">
                <a16:creationId xmlns:a16="http://schemas.microsoft.com/office/drawing/2014/main" id="{9768F9F4-C0AE-3B90-49BB-FD677DAD247A}"/>
              </a:ext>
            </a:extLst>
          </p:cNvPr>
          <p:cNvSpPr txBox="1">
            <a:spLocks/>
          </p:cNvSpPr>
          <p:nvPr/>
        </p:nvSpPr>
        <p:spPr>
          <a:xfrm>
            <a:off x="362323" y="3531924"/>
            <a:ext cx="10197268" cy="4754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endParaRPr lang="en-US" sz="1200" dirty="0"/>
          </a:p>
        </p:txBody>
      </p:sp>
      <p:sp>
        <p:nvSpPr>
          <p:cNvPr id="13" name="TextBox 12">
            <a:extLst>
              <a:ext uri="{FF2B5EF4-FFF2-40B4-BE49-F238E27FC236}">
                <a16:creationId xmlns:a16="http://schemas.microsoft.com/office/drawing/2014/main" id="{1B388B14-7133-2764-92E8-8C8B6E768EAC}"/>
              </a:ext>
            </a:extLst>
          </p:cNvPr>
          <p:cNvSpPr txBox="1"/>
          <p:nvPr/>
        </p:nvSpPr>
        <p:spPr>
          <a:xfrm>
            <a:off x="501650" y="2655206"/>
            <a:ext cx="6513870" cy="646331"/>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9170">
              <a:spcAft>
                <a:spcPts val="300"/>
              </a:spcAft>
              <a:defRPr/>
            </a:pPr>
            <a:r>
              <a:rPr lang="en-US" sz="1200">
                <a:ea typeface="STKaiti"/>
              </a:rPr>
              <a:t>Deloitte team was responsible for all the activities of the PMU i.e. Co-ordination and monitoring for timely implementation of the project plan &amp; Fortnightly MIS reporting with respect to overall project progress, project milestones and onboarding status for requisite intervention</a:t>
            </a:r>
          </a:p>
        </p:txBody>
      </p:sp>
      <p:sp>
        <p:nvSpPr>
          <p:cNvPr id="15" name="TextBox 14">
            <a:extLst>
              <a:ext uri="{FF2B5EF4-FFF2-40B4-BE49-F238E27FC236}">
                <a16:creationId xmlns:a16="http://schemas.microsoft.com/office/drawing/2014/main" id="{769EC0C0-3594-88CC-AE07-F3B84670DCF5}"/>
              </a:ext>
            </a:extLst>
          </p:cNvPr>
          <p:cNvSpPr txBox="1"/>
          <p:nvPr/>
        </p:nvSpPr>
        <p:spPr>
          <a:xfrm>
            <a:off x="517770" y="3304742"/>
            <a:ext cx="6497749" cy="1569660"/>
          </a:xfrm>
          <a:prstGeom prst="rect">
            <a:avLst/>
          </a:prstGeom>
          <a:noFill/>
        </p:spPr>
        <p:txBody>
          <a:bodyPr wrap="square" numCol="2">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defTabSz="1219170">
              <a:buFont typeface="Arial" panose="020B0604020202020204" pitchFamily="34" charset="0"/>
              <a:buChar char="•"/>
              <a:defRPr/>
            </a:pPr>
            <a:r>
              <a:rPr lang="en-US" sz="1200">
                <a:ea typeface="STKaiti"/>
              </a:rPr>
              <a:t>Preparation of RFP document for onboarding System Integrator</a:t>
            </a:r>
          </a:p>
          <a:p>
            <a:pPr marL="171450" indent="-171450" defTabSz="1219170">
              <a:buFont typeface="Arial" panose="020B0604020202020204" pitchFamily="34" charset="0"/>
              <a:buChar char="•"/>
              <a:defRPr/>
            </a:pPr>
            <a:r>
              <a:rPr lang="en-US" sz="1200">
                <a:ea typeface="STKaiti"/>
              </a:rPr>
              <a:t>Support to client with Bid Management  activities</a:t>
            </a:r>
          </a:p>
          <a:p>
            <a:pPr marL="171450" indent="-171450" defTabSz="1219170">
              <a:buFont typeface="Arial" panose="020B0604020202020204" pitchFamily="34" charset="0"/>
              <a:buChar char="•"/>
              <a:defRPr/>
            </a:pPr>
            <a:r>
              <a:rPr lang="en-US" sz="1200">
                <a:ea typeface="STKaiti"/>
              </a:rPr>
              <a:t>Evaluation of system architecture</a:t>
            </a:r>
          </a:p>
          <a:p>
            <a:pPr marL="171450" indent="-171450" defTabSz="1219170">
              <a:buFont typeface="Arial" panose="020B0604020202020204" pitchFamily="34" charset="0"/>
              <a:buChar char="•"/>
              <a:defRPr/>
            </a:pPr>
            <a:r>
              <a:rPr lang="en-US" sz="1200">
                <a:ea typeface="STKaiti"/>
              </a:rPr>
              <a:t>Review of the Data Structure based on divergent formats and data shared by the Utilities</a:t>
            </a:r>
          </a:p>
          <a:p>
            <a:pPr marL="171450" indent="-171450" defTabSz="1219170">
              <a:buFont typeface="Arial" panose="020B0604020202020204" pitchFamily="34" charset="0"/>
              <a:buChar char="•"/>
              <a:defRPr/>
            </a:pPr>
            <a:r>
              <a:rPr lang="en-US" sz="1200">
                <a:ea typeface="STKaiti"/>
              </a:rPr>
              <a:t>Review Network &amp; Communication framework</a:t>
            </a:r>
          </a:p>
          <a:p>
            <a:pPr marL="171450" indent="-171450" defTabSz="1219170">
              <a:buFont typeface="Arial" panose="020B0604020202020204" pitchFamily="34" charset="0"/>
              <a:buChar char="•"/>
              <a:defRPr/>
            </a:pPr>
            <a:r>
              <a:rPr lang="en-US" sz="1200">
                <a:ea typeface="STKaiti"/>
              </a:rPr>
              <a:t>Provide insights on the tools and technologies</a:t>
            </a:r>
          </a:p>
          <a:p>
            <a:pPr marL="171450" indent="-171450" defTabSz="1219170">
              <a:buFont typeface="Arial" panose="020B0604020202020204" pitchFamily="34" charset="0"/>
              <a:buChar char="•"/>
              <a:defRPr/>
            </a:pPr>
            <a:r>
              <a:rPr lang="en-US" sz="1200">
                <a:ea typeface="STKaiti"/>
              </a:rPr>
              <a:t>Review of IT &amp; Cloud framework</a:t>
            </a:r>
          </a:p>
          <a:p>
            <a:pPr marL="171450" indent="-171450" defTabSz="1219170">
              <a:buFont typeface="Arial" panose="020B0604020202020204" pitchFamily="34" charset="0"/>
              <a:buChar char="•"/>
              <a:defRPr/>
            </a:pPr>
            <a:r>
              <a:rPr lang="en-US" sz="1200">
                <a:ea typeface="STKaiti"/>
              </a:rPr>
              <a:t>Support, monitoring, reporting and follow-up with utilities for data collection, bridge gaps in integration, providing functional support and supporting with best practices</a:t>
            </a:r>
          </a:p>
        </p:txBody>
      </p:sp>
      <p:sp>
        <p:nvSpPr>
          <p:cNvPr id="16" name="Rounded Rectangle 60">
            <a:extLst>
              <a:ext uri="{FF2B5EF4-FFF2-40B4-BE49-F238E27FC236}">
                <a16:creationId xmlns:a16="http://schemas.microsoft.com/office/drawing/2014/main" id="{4DBD24DE-174F-A113-0198-6155C9F6D108}"/>
              </a:ext>
            </a:extLst>
          </p:cNvPr>
          <p:cNvSpPr/>
          <p:nvPr/>
        </p:nvSpPr>
        <p:spPr bwMode="gray">
          <a:xfrm>
            <a:off x="501652" y="2381314"/>
            <a:ext cx="6402376" cy="270129"/>
          </a:xfrm>
          <a:prstGeom prst="roundRect">
            <a:avLst>
              <a:gd name="adj" fmla="val 50000"/>
            </a:avLst>
          </a:prstGeom>
          <a:solidFill>
            <a:srgbClr val="007680"/>
          </a:solidFill>
          <a:ln w="19050" algn="ctr">
            <a:noFill/>
            <a:miter lim="800000"/>
            <a:headEnd/>
            <a:tailEnd/>
          </a:ln>
        </p:spPr>
        <p:txBody>
          <a:bodyPr wrap="square" lIns="88900" tIns="88900" rIns="88900" bIns="889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pPr>
            <a:r>
              <a:rPr lang="en-US" sz="1200" b="1">
                <a:solidFill>
                  <a:schemeClr val="bg1"/>
                </a:solidFill>
              </a:rPr>
              <a:t>Overview</a:t>
            </a:r>
          </a:p>
        </p:txBody>
      </p:sp>
      <p:pic>
        <p:nvPicPr>
          <p:cNvPr id="17" name="Picture 16">
            <a:extLst>
              <a:ext uri="{FF2B5EF4-FFF2-40B4-BE49-F238E27FC236}">
                <a16:creationId xmlns:a16="http://schemas.microsoft.com/office/drawing/2014/main" id="{C849C91A-1161-18EF-C4DF-6C6B2F95E235}"/>
              </a:ext>
            </a:extLst>
          </p:cNvPr>
          <p:cNvPicPr>
            <a:picLocks noChangeAspect="1"/>
          </p:cNvPicPr>
          <p:nvPr/>
        </p:nvPicPr>
        <p:blipFill>
          <a:blip r:embed="rId7"/>
          <a:stretch>
            <a:fillRect/>
          </a:stretch>
        </p:blipFill>
        <p:spPr>
          <a:xfrm>
            <a:off x="7060162" y="2691185"/>
            <a:ext cx="3671926" cy="1821400"/>
          </a:xfrm>
          <a:prstGeom prst="rect">
            <a:avLst/>
          </a:prstGeom>
        </p:spPr>
      </p:pic>
      <p:pic>
        <p:nvPicPr>
          <p:cNvPr id="20" name="Picture 19">
            <a:extLst>
              <a:ext uri="{FF2B5EF4-FFF2-40B4-BE49-F238E27FC236}">
                <a16:creationId xmlns:a16="http://schemas.microsoft.com/office/drawing/2014/main" id="{62638EF8-C495-4D4D-D231-7384FE929BAB}"/>
              </a:ext>
            </a:extLst>
          </p:cNvPr>
          <p:cNvPicPr>
            <a:picLocks noChangeAspect="1"/>
          </p:cNvPicPr>
          <p:nvPr/>
        </p:nvPicPr>
        <p:blipFill>
          <a:blip r:embed="rId8"/>
          <a:stretch>
            <a:fillRect/>
          </a:stretch>
        </p:blipFill>
        <p:spPr>
          <a:xfrm>
            <a:off x="7060162" y="4742972"/>
            <a:ext cx="3671926" cy="1767311"/>
          </a:xfrm>
          <a:prstGeom prst="rect">
            <a:avLst/>
          </a:prstGeom>
          <a:ln w="12700">
            <a:solidFill>
              <a:schemeClr val="accent1"/>
            </a:solidFill>
          </a:ln>
        </p:spPr>
      </p:pic>
      <p:sp>
        <p:nvSpPr>
          <p:cNvPr id="21" name="Rounded Rectangle 60">
            <a:extLst>
              <a:ext uri="{FF2B5EF4-FFF2-40B4-BE49-F238E27FC236}">
                <a16:creationId xmlns:a16="http://schemas.microsoft.com/office/drawing/2014/main" id="{6D9B8508-C2F9-A705-D806-67F2CAFF6FB3}"/>
              </a:ext>
            </a:extLst>
          </p:cNvPr>
          <p:cNvSpPr/>
          <p:nvPr/>
        </p:nvSpPr>
        <p:spPr bwMode="gray">
          <a:xfrm>
            <a:off x="7060162" y="2381313"/>
            <a:ext cx="3638756" cy="270129"/>
          </a:xfrm>
          <a:prstGeom prst="roundRect">
            <a:avLst>
              <a:gd name="adj" fmla="val 50000"/>
            </a:avLst>
          </a:prstGeom>
          <a:solidFill>
            <a:srgbClr val="007680"/>
          </a:solidFill>
          <a:ln w="19050" algn="ctr">
            <a:noFill/>
            <a:miter lim="800000"/>
            <a:headEnd/>
            <a:tailEnd/>
          </a:ln>
        </p:spPr>
        <p:txBody>
          <a:bodyPr wrap="square" lIns="88900" tIns="88900" rIns="88900" bIns="889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pPr>
            <a:r>
              <a:rPr lang="en-US" sz="1200" b="1">
                <a:solidFill>
                  <a:schemeClr val="bg1"/>
                </a:solidFill>
              </a:rPr>
              <a:t>NFMS Architecture</a:t>
            </a:r>
          </a:p>
        </p:txBody>
      </p:sp>
      <p:sp>
        <p:nvSpPr>
          <p:cNvPr id="36" name="Rounded Rectangle 60">
            <a:extLst>
              <a:ext uri="{FF2B5EF4-FFF2-40B4-BE49-F238E27FC236}">
                <a16:creationId xmlns:a16="http://schemas.microsoft.com/office/drawing/2014/main" id="{A15208DB-7671-21E6-B736-8CD70F87A2B1}"/>
              </a:ext>
            </a:extLst>
          </p:cNvPr>
          <p:cNvSpPr/>
          <p:nvPr/>
        </p:nvSpPr>
        <p:spPr bwMode="gray">
          <a:xfrm>
            <a:off x="501652" y="4832291"/>
            <a:ext cx="6402376" cy="270129"/>
          </a:xfrm>
          <a:prstGeom prst="roundRect">
            <a:avLst>
              <a:gd name="adj" fmla="val 50000"/>
            </a:avLst>
          </a:prstGeom>
          <a:solidFill>
            <a:srgbClr val="0097A9"/>
          </a:solidFill>
          <a:ln w="19050" algn="ctr">
            <a:noFill/>
            <a:miter lim="800000"/>
            <a:headEnd/>
            <a:tailEnd/>
          </a:ln>
        </p:spPr>
        <p:txBody>
          <a:bodyPr wrap="square" lIns="88900" tIns="88900" rIns="88900" bIns="889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106000"/>
              </a:lnSpc>
            </a:pPr>
            <a:r>
              <a:rPr lang="en-US" sz="1200" b="1">
                <a:solidFill>
                  <a:schemeClr val="bg1"/>
                </a:solidFill>
              </a:rPr>
              <a:t>Project Impact &amp; Benefits to Client</a:t>
            </a:r>
          </a:p>
        </p:txBody>
      </p:sp>
      <p:sp>
        <p:nvSpPr>
          <p:cNvPr id="37" name="TextBox 36">
            <a:extLst>
              <a:ext uri="{FF2B5EF4-FFF2-40B4-BE49-F238E27FC236}">
                <a16:creationId xmlns:a16="http://schemas.microsoft.com/office/drawing/2014/main" id="{6E0E176F-10B9-D297-38C4-8F899078A33C}"/>
              </a:ext>
            </a:extLst>
          </p:cNvPr>
          <p:cNvSpPr txBox="1"/>
          <p:nvPr/>
        </p:nvSpPr>
        <p:spPr>
          <a:xfrm>
            <a:off x="495483" y="5165000"/>
            <a:ext cx="6513870" cy="1461939"/>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defTabSz="1219170">
              <a:spcAft>
                <a:spcPts val="300"/>
              </a:spcAft>
              <a:buFont typeface="Arial" panose="020B0604020202020204" pitchFamily="34" charset="0"/>
              <a:buChar char="•"/>
              <a:defRPr/>
            </a:pPr>
            <a:r>
              <a:rPr lang="en-US" sz="1200">
                <a:ea typeface="STKaiti"/>
              </a:rPr>
              <a:t>Enhanced Monitoring and Coordination - Improved coordination through the centralization of information, enabling timely interventions and adjustments as needed</a:t>
            </a:r>
          </a:p>
          <a:p>
            <a:pPr marL="171450" indent="-171450" defTabSz="1219170">
              <a:spcAft>
                <a:spcPts val="300"/>
              </a:spcAft>
              <a:buFont typeface="Arial" panose="020B0604020202020204" pitchFamily="34" charset="0"/>
              <a:buChar char="•"/>
              <a:defRPr/>
            </a:pPr>
            <a:r>
              <a:rPr lang="en-US" sz="1200">
                <a:ea typeface="STKaiti"/>
              </a:rPr>
              <a:t>Optimized Data Analytics - Improved data structures based on diverse utility formats ensured effective utilization of data</a:t>
            </a:r>
          </a:p>
          <a:p>
            <a:pPr marL="171450" indent="-171450" defTabSz="1219170">
              <a:spcAft>
                <a:spcPts val="300"/>
              </a:spcAft>
              <a:buFont typeface="Arial" panose="020B0604020202020204" pitchFamily="34" charset="0"/>
              <a:buChar char="•"/>
              <a:defRPr/>
            </a:pPr>
            <a:r>
              <a:rPr lang="en-US" sz="1200">
                <a:ea typeface="STKaiti"/>
              </a:rPr>
              <a:t>Informed Decision-Making - Deliverables related to Data Analytics, including use cases and relevant algorithms, provided valuable insights for informed decision-making. User-friendly visualizations contributed to a clearer understanding of project dynamics</a:t>
            </a:r>
          </a:p>
        </p:txBody>
      </p:sp>
      <p:sp>
        <p:nvSpPr>
          <p:cNvPr id="4" name="Rectangle 3">
            <a:extLst>
              <a:ext uri="{FF2B5EF4-FFF2-40B4-BE49-F238E27FC236}">
                <a16:creationId xmlns:a16="http://schemas.microsoft.com/office/drawing/2014/main" id="{463B8F22-BD0E-9406-5C97-14186B4B47FE}"/>
              </a:ext>
            </a:extLst>
          </p:cNvPr>
          <p:cNvSpPr/>
          <p:nvPr/>
        </p:nvSpPr>
        <p:spPr>
          <a:xfrm>
            <a:off x="469901" y="1062850"/>
            <a:ext cx="10197267" cy="2557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l" rtl="0" eaLnBrk="1" latinLnBrk="0" hangingPunct="1">
              <a:spcBef>
                <a:spcPts val="0"/>
              </a:spcBef>
              <a:spcAft>
                <a:spcPts val="0"/>
              </a:spcAft>
            </a:pPr>
            <a:r>
              <a:rPr lang="en-US" sz="1200" b="1" kern="1200" dirty="0">
                <a:solidFill>
                  <a:srgbClr val="FFFFFF"/>
                </a:solidFill>
                <a:effectLst/>
                <a:latin typeface="Calibri" panose="020F0502020204030204" pitchFamily="34" charset="0"/>
                <a:ea typeface="+mn-ea"/>
                <a:cs typeface="+mn-cs"/>
              </a:rPr>
              <a:t>Central IT Solution for Feeder Monitoring and Data Acquisition from all  Distribution Utilities of India </a:t>
            </a:r>
            <a:endParaRPr lang="en-IN" sz="1200" dirty="0">
              <a:effectLst/>
            </a:endParaRPr>
          </a:p>
        </p:txBody>
      </p:sp>
      <p:sp>
        <p:nvSpPr>
          <p:cNvPr id="8" name="TextBox 7">
            <a:extLst>
              <a:ext uri="{FF2B5EF4-FFF2-40B4-BE49-F238E27FC236}">
                <a16:creationId xmlns:a16="http://schemas.microsoft.com/office/drawing/2014/main" id="{AF52FDB5-D755-D24C-F5DE-BF23E8E486D5}"/>
              </a:ext>
            </a:extLst>
          </p:cNvPr>
          <p:cNvSpPr txBox="1"/>
          <p:nvPr/>
        </p:nvSpPr>
        <p:spPr>
          <a:xfrm>
            <a:off x="462903" y="1317546"/>
            <a:ext cx="10197267" cy="1015663"/>
          </a:xfrm>
          <a:prstGeom prst="rect">
            <a:avLst/>
          </a:prstGeom>
          <a:noFill/>
          <a:ln>
            <a:solidFill>
              <a:srgbClr val="0A626C"/>
            </a:solidFill>
          </a:ln>
        </p:spPr>
        <p:txBody>
          <a:bodyPr wrap="square" rtlCol="0">
            <a:spAutoFit/>
          </a:bodyPr>
          <a:lstStyle/>
          <a:p>
            <a:pPr marL="0" indent="0">
              <a:buNone/>
            </a:pPr>
            <a:r>
              <a:rPr lang="en-US" sz="1200" dirty="0"/>
              <a:t>The project aimed to develop Information Management System that centrally monitors the reliability and quality of power on all distribution feeders across the country through Machine to Machine (M2M) integration. This included real-time and batch integration with various feeder monitoring systems at the Electricity Distribution Level. Additionally, the project involved evaluating the Architecture, Data Analytics framework, reviewing Data Structures in divergent formats from Utilities, and delivering outcomes related to Data Analytics, such as reviewing use cases, relevant algorithms, and user-friendly visualizations. Coordination and guidance on communication issues between Utilities' Data systems and the Central IT solution are integral aspects of the project.</a:t>
            </a:r>
          </a:p>
        </p:txBody>
      </p:sp>
      <p:sp>
        <p:nvSpPr>
          <p:cNvPr id="9" name="Rectangle 8">
            <a:extLst>
              <a:ext uri="{FF2B5EF4-FFF2-40B4-BE49-F238E27FC236}">
                <a16:creationId xmlns:a16="http://schemas.microsoft.com/office/drawing/2014/main" id="{FA405279-E12B-CD28-86E6-01171CC0E508}"/>
              </a:ext>
            </a:extLst>
          </p:cNvPr>
          <p:cNvSpPr/>
          <p:nvPr/>
        </p:nvSpPr>
        <p:spPr bwMode="gray">
          <a:xfrm>
            <a:off x="2065542" y="-4101"/>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Case Studies</a:t>
            </a:r>
          </a:p>
        </p:txBody>
      </p:sp>
      <p:sp>
        <p:nvSpPr>
          <p:cNvPr id="10" name="Freeform 15">
            <a:extLst>
              <a:ext uri="{FF2B5EF4-FFF2-40B4-BE49-F238E27FC236}">
                <a16:creationId xmlns:a16="http://schemas.microsoft.com/office/drawing/2014/main" id="{635E5702-99F2-7F16-04FD-D653EC55AE57}"/>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4" name="Freeform 16">
            <a:extLst>
              <a:ext uri="{FF2B5EF4-FFF2-40B4-BE49-F238E27FC236}">
                <a16:creationId xmlns:a16="http://schemas.microsoft.com/office/drawing/2014/main" id="{719DECCB-FA9A-CBFF-1C91-DB48842DD93B}"/>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8" name="Freeform 6">
            <a:extLst>
              <a:ext uri="{FF2B5EF4-FFF2-40B4-BE49-F238E27FC236}">
                <a16:creationId xmlns:a16="http://schemas.microsoft.com/office/drawing/2014/main" id="{0C894A67-D90E-E492-5370-0FEE3606A623}"/>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9" name="Freeform 6">
            <a:extLst>
              <a:ext uri="{FF2B5EF4-FFF2-40B4-BE49-F238E27FC236}">
                <a16:creationId xmlns:a16="http://schemas.microsoft.com/office/drawing/2014/main" id="{C35A1C68-9D2F-2B1C-6D8B-A7A5A21E20BA}"/>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22" name="Freeform 15">
            <a:extLst>
              <a:ext uri="{FF2B5EF4-FFF2-40B4-BE49-F238E27FC236}">
                <a16:creationId xmlns:a16="http://schemas.microsoft.com/office/drawing/2014/main" id="{AAFF39CC-0D57-91EB-7230-FEC20205FF38}"/>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23" name="Freeform 16">
            <a:extLst>
              <a:ext uri="{FF2B5EF4-FFF2-40B4-BE49-F238E27FC236}">
                <a16:creationId xmlns:a16="http://schemas.microsoft.com/office/drawing/2014/main" id="{9B25742A-5AD6-ABD2-CFDD-6DDBE798B1DD}"/>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24" name="Freeform 6">
            <a:extLst>
              <a:ext uri="{FF2B5EF4-FFF2-40B4-BE49-F238E27FC236}">
                <a16:creationId xmlns:a16="http://schemas.microsoft.com/office/drawing/2014/main" id="{BDD01FEF-5E41-61DC-939A-F91B9A846A5A}"/>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25" name="Freeform 6">
            <a:extLst>
              <a:ext uri="{FF2B5EF4-FFF2-40B4-BE49-F238E27FC236}">
                <a16:creationId xmlns:a16="http://schemas.microsoft.com/office/drawing/2014/main" id="{65EFD94C-2E72-9187-2DA7-6C82F6CB5A18}"/>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1801721225"/>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extLst>
              <p:ext uri="{D42A27DB-BD31-4B8C-83A1-F6EECF244321}">
                <p14:modId xmlns:p14="http://schemas.microsoft.com/office/powerpoint/2010/main" val="38198694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30" imgH="531" progId="TCLayout.ActiveDocument.1">
                  <p:embed/>
                </p:oleObj>
              </mc:Choice>
              <mc:Fallback>
                <p:oleObj name="think-cell Slide" r:id="rId4" imgW="530" imgH="531" progId="TCLayout.ActiveDocument.1">
                  <p:embed/>
                  <p:pic>
                    <p:nvPicPr>
                      <p:cNvPr id="95" name="Object 94"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en-US" sz="2400" dirty="0"/>
              <a:t>Technology Service Provider for Digital Transformation</a:t>
            </a:r>
            <a:endParaRPr lang="en-IN" sz="2400" dirty="0"/>
          </a:p>
        </p:txBody>
      </p:sp>
      <p:sp>
        <p:nvSpPr>
          <p:cNvPr id="3" name="Text Placeholder 2"/>
          <p:cNvSpPr>
            <a:spLocks noGrp="1"/>
          </p:cNvSpPr>
          <p:nvPr>
            <p:ph type="body" sz="quarter" idx="13"/>
          </p:nvPr>
        </p:nvSpPr>
        <p:spPr>
          <a:xfrm>
            <a:off x="469900" y="736688"/>
            <a:ext cx="11252200" cy="757255"/>
          </a:xfrm>
        </p:spPr>
        <p:txBody>
          <a:bodyPr/>
          <a:lstStyle/>
          <a:p>
            <a:r>
              <a:rPr lang="en-US" sz="1800" dirty="0"/>
              <a:t>Digital business model to enhance revenue and cut down cost while enhancing customer experience</a:t>
            </a:r>
            <a:endParaRPr lang="en-IN" sz="1800" dirty="0"/>
          </a:p>
        </p:txBody>
      </p:sp>
      <p:pic>
        <p:nvPicPr>
          <p:cNvPr id="5" name="Picture 4" descr="A blue and yellow logo&#10;&#10;Description automatically generated">
            <a:extLst>
              <a:ext uri="{FF2B5EF4-FFF2-40B4-BE49-F238E27FC236}">
                <a16:creationId xmlns:a16="http://schemas.microsoft.com/office/drawing/2014/main" id="{F9480440-3238-26FD-214D-F83202E143D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025446" y="313458"/>
            <a:ext cx="533008" cy="539597"/>
          </a:xfrm>
          <a:prstGeom prst="rect">
            <a:avLst/>
          </a:prstGeom>
        </p:spPr>
      </p:pic>
      <p:sp>
        <p:nvSpPr>
          <p:cNvPr id="6" name="Rectangle 5">
            <a:extLst>
              <a:ext uri="{FF2B5EF4-FFF2-40B4-BE49-F238E27FC236}">
                <a16:creationId xmlns:a16="http://schemas.microsoft.com/office/drawing/2014/main" id="{6FFC14CF-712B-7B99-F620-5A6B992688FF}"/>
              </a:ext>
            </a:extLst>
          </p:cNvPr>
          <p:cNvSpPr/>
          <p:nvPr/>
        </p:nvSpPr>
        <p:spPr>
          <a:xfrm>
            <a:off x="469900" y="1068901"/>
            <a:ext cx="10197267" cy="255722"/>
          </a:xfrm>
          <a:prstGeom prst="rect">
            <a:avLst/>
          </a:prstGeom>
          <a:solidFill>
            <a:srgbClr val="0097A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dirty="0"/>
              <a:t>Designing and Identify Digital business model to enhance revenue and cut down cost while enhancing customer experience</a:t>
            </a:r>
          </a:p>
        </p:txBody>
      </p:sp>
      <p:sp>
        <p:nvSpPr>
          <p:cNvPr id="9" name="object 59">
            <a:extLst>
              <a:ext uri="{FF2B5EF4-FFF2-40B4-BE49-F238E27FC236}">
                <a16:creationId xmlns:a16="http://schemas.microsoft.com/office/drawing/2014/main" id="{1172863B-B1F5-0060-6567-91B8C57662EC}"/>
              </a:ext>
            </a:extLst>
          </p:cNvPr>
          <p:cNvSpPr txBox="1"/>
          <p:nvPr/>
        </p:nvSpPr>
        <p:spPr>
          <a:xfrm>
            <a:off x="7072501" y="2494921"/>
            <a:ext cx="886111" cy="352273"/>
          </a:xfrm>
          <a:prstGeom prst="rect">
            <a:avLst/>
          </a:prstGeom>
        </p:spPr>
        <p:txBody>
          <a:bodyPr vert="horz" wrap="square" lIns="0" tIns="0" rIns="0" bIns="0" rtlCol="0">
            <a:spAutoFit/>
          </a:bodyPr>
          <a:lstStyle/>
          <a:p>
            <a:pPr marL="12700" marR="5080">
              <a:lnSpc>
                <a:spcPct val="100000"/>
              </a:lnSpc>
            </a:pPr>
            <a:r>
              <a:rPr sz="1000" b="1">
                <a:solidFill>
                  <a:srgbClr val="FFFFFF"/>
                </a:solidFill>
                <a:ea typeface="Open Sans" panose="020B0606030504020204" pitchFamily="34" charset="0"/>
                <a:cs typeface="Open Sans" panose="020B0606030504020204" pitchFamily="34" charset="0"/>
              </a:rPr>
              <a:t>T</a:t>
            </a:r>
            <a:r>
              <a:rPr sz="1000" b="1" spc="-10">
                <a:solidFill>
                  <a:srgbClr val="FFFFFF"/>
                </a:solidFill>
                <a:ea typeface="Open Sans" panose="020B0606030504020204" pitchFamily="34" charset="0"/>
                <a:cs typeface="Open Sans" panose="020B0606030504020204" pitchFamily="34" charset="0"/>
              </a:rPr>
              <a:t>e</a:t>
            </a:r>
            <a:r>
              <a:rPr sz="1000" b="1">
                <a:solidFill>
                  <a:srgbClr val="FFFFFF"/>
                </a:solidFill>
                <a:ea typeface="Open Sans" panose="020B0606030504020204" pitchFamily="34" charset="0"/>
                <a:cs typeface="Open Sans" panose="020B0606030504020204" pitchFamily="34" charset="0"/>
              </a:rPr>
              <a:t>chn</a:t>
            </a:r>
            <a:r>
              <a:rPr sz="1000" b="1" spc="-5">
                <a:solidFill>
                  <a:srgbClr val="FFFFFF"/>
                </a:solidFill>
                <a:ea typeface="Open Sans" panose="020B0606030504020204" pitchFamily="34" charset="0"/>
                <a:cs typeface="Open Sans" panose="020B0606030504020204" pitchFamily="34" charset="0"/>
              </a:rPr>
              <a:t>i</a:t>
            </a:r>
            <a:r>
              <a:rPr sz="1000" b="1">
                <a:solidFill>
                  <a:srgbClr val="FFFFFF"/>
                </a:solidFill>
                <a:ea typeface="Open Sans" panose="020B0606030504020204" pitchFamily="34" charset="0"/>
                <a:cs typeface="Open Sans" panose="020B0606030504020204" pitchFamily="34" charset="0"/>
              </a:rPr>
              <a:t>c</a:t>
            </a:r>
            <a:r>
              <a:rPr sz="1000" b="1" spc="-10">
                <a:solidFill>
                  <a:srgbClr val="FFFFFF"/>
                </a:solidFill>
                <a:ea typeface="Open Sans" panose="020B0606030504020204" pitchFamily="34" charset="0"/>
                <a:cs typeface="Open Sans" panose="020B0606030504020204" pitchFamily="34" charset="0"/>
              </a:rPr>
              <a:t>a</a:t>
            </a:r>
            <a:r>
              <a:rPr sz="1000" b="1">
                <a:solidFill>
                  <a:srgbClr val="FFFFFF"/>
                </a:solidFill>
                <a:ea typeface="Open Sans" panose="020B0606030504020204" pitchFamily="34" charset="0"/>
                <a:cs typeface="Open Sans" panose="020B0606030504020204" pitchFamily="34" charset="0"/>
              </a:rPr>
              <a:t>l  </a:t>
            </a:r>
            <a:r>
              <a:rPr sz="1000" b="1" spc="-5">
                <a:solidFill>
                  <a:srgbClr val="FFFFFF"/>
                </a:solidFill>
                <a:ea typeface="Open Sans" panose="020B0606030504020204" pitchFamily="34" charset="0"/>
                <a:cs typeface="Open Sans" panose="020B0606030504020204" pitchFamily="34" charset="0"/>
              </a:rPr>
              <a:t>Health</a:t>
            </a:r>
            <a:endParaRPr sz="1000">
              <a:ea typeface="Open Sans" panose="020B0606030504020204" pitchFamily="34" charset="0"/>
              <a:cs typeface="Open Sans" panose="020B0606030504020204" pitchFamily="34" charset="0"/>
            </a:endParaRPr>
          </a:p>
        </p:txBody>
      </p:sp>
      <p:sp>
        <p:nvSpPr>
          <p:cNvPr id="10" name="Rectangle: Diagonal Corners Snipped 9">
            <a:extLst>
              <a:ext uri="{FF2B5EF4-FFF2-40B4-BE49-F238E27FC236}">
                <a16:creationId xmlns:a16="http://schemas.microsoft.com/office/drawing/2014/main" id="{EA355D8C-2DD6-09DC-4F6D-EC59BE4FE2E1}"/>
              </a:ext>
            </a:extLst>
          </p:cNvPr>
          <p:cNvSpPr/>
          <p:nvPr/>
        </p:nvSpPr>
        <p:spPr bwMode="gray">
          <a:xfrm>
            <a:off x="469900" y="4947542"/>
            <a:ext cx="7709892" cy="211668"/>
          </a:xfrm>
          <a:prstGeom prst="snip2DiagRect">
            <a:avLst/>
          </a:prstGeom>
          <a:solidFill>
            <a:srgbClr val="009A44"/>
          </a:solidFill>
          <a:ln w="19050" algn="ctr">
            <a:noFill/>
            <a:miter lim="800000"/>
            <a:headEnd/>
            <a:tailEnd/>
          </a:ln>
        </p:spPr>
        <p:txBody>
          <a:bodyPr wrap="square" lIns="457200" tIns="100013" rIns="100013" bIns="100013" rtlCol="0" anchor="ctr"/>
          <a:lstStyle/>
          <a:p>
            <a:pPr marL="0" marR="0" lvl="0" indent="0" algn="l" defTabSz="914400" rtl="0" eaLnBrk="1" fontAlgn="auto" latinLnBrk="0" hangingPunct="1">
              <a:lnSpc>
                <a:spcPct val="100000"/>
              </a:lnSpc>
              <a:spcBef>
                <a:spcPts val="0"/>
              </a:spcBef>
              <a:spcAft>
                <a:spcPts val="669"/>
              </a:spcAft>
              <a:buClrTx/>
              <a:buSzTx/>
              <a:buFontTx/>
              <a:buNone/>
              <a:tabLst/>
              <a:defRPr/>
            </a:pPr>
            <a:r>
              <a:rPr kumimoji="0" lang="en-US" sz="1200" b="1" i="0" u="none" strike="noStrike" kern="1200" cap="none" spc="0" normalizeH="0" baseline="0" noProof="0">
                <a:ln>
                  <a:noFill/>
                </a:ln>
                <a:solidFill>
                  <a:prstClr val="white"/>
                </a:solidFill>
                <a:effectLst/>
                <a:uLnTx/>
                <a:uFillTx/>
                <a:latin typeface="Calibri"/>
                <a:ea typeface="+mn-ea"/>
                <a:cs typeface="+mn-cs"/>
              </a:rPr>
              <a:t>Value Delivered</a:t>
            </a:r>
          </a:p>
        </p:txBody>
      </p:sp>
      <p:sp>
        <p:nvSpPr>
          <p:cNvPr id="14" name="TextBox 13">
            <a:extLst>
              <a:ext uri="{FF2B5EF4-FFF2-40B4-BE49-F238E27FC236}">
                <a16:creationId xmlns:a16="http://schemas.microsoft.com/office/drawing/2014/main" id="{5C68CBCC-69F3-F486-C5BF-3D0725854C7D}"/>
              </a:ext>
            </a:extLst>
          </p:cNvPr>
          <p:cNvSpPr txBox="1"/>
          <p:nvPr/>
        </p:nvSpPr>
        <p:spPr>
          <a:xfrm>
            <a:off x="469900" y="5143576"/>
            <a:ext cx="8830993" cy="1451679"/>
          </a:xfrm>
          <a:prstGeom prst="rect">
            <a:avLst/>
          </a:prstGeom>
          <a:noFill/>
          <a:ln w="28575">
            <a:solidFill>
              <a:srgbClr val="009A44"/>
            </a:solidFill>
          </a:ln>
        </p:spPr>
        <p:txBody>
          <a:bodyPr wrap="square" rtlCol="0">
            <a:spAutoFit/>
          </a:bodyPr>
          <a:lstStyle/>
          <a:p>
            <a:pPr marL="171450" marR="0" lvl="0" indent="-171450" algn="just" defTabSz="121917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IN" sz="1000" u="none" strike="noStrike" kern="1200" cap="none" spc="0" normalizeH="0" baseline="0" noProof="0" dirty="0">
                <a:ln>
                  <a:noFill/>
                </a:ln>
                <a:solidFill>
                  <a:srgbClr val="313131"/>
                </a:solidFill>
                <a:effectLst/>
                <a:uLnTx/>
                <a:uFillTx/>
                <a:latin typeface="Verdana"/>
                <a:ea typeface="+mn-ea"/>
                <a:cs typeface="+mn-cs"/>
              </a:rPr>
              <a:t>launched 13+ solutions to transform customer connect and customer experience. </a:t>
            </a:r>
          </a:p>
          <a:p>
            <a:pPr marL="171450" marR="0" lvl="0" indent="-171450" algn="just" defTabSz="121917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IN" sz="1000" u="none" strike="noStrike" kern="1200" cap="none" spc="0" normalizeH="0" baseline="0" noProof="0" dirty="0">
                <a:ln>
                  <a:noFill/>
                </a:ln>
                <a:solidFill>
                  <a:srgbClr val="313131"/>
                </a:solidFill>
                <a:effectLst/>
                <a:uLnTx/>
                <a:uFillTx/>
                <a:latin typeface="Verdana"/>
                <a:ea typeface="+mn-ea"/>
                <a:cs typeface="+mn-cs"/>
              </a:rPr>
              <a:t>Laid the foundation for single interface for BPCL customers and is now processing more than 20k LPG (propane bottle) orders every day; it Registered ~50k mechanics onto the platform who are encashing 20k cash coupons every day since launch. </a:t>
            </a:r>
          </a:p>
          <a:p>
            <a:pPr marL="171450" marR="0" lvl="0" indent="-171450" algn="just" defTabSz="121917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IN" sz="1000" u="none" strike="noStrike" kern="1200" cap="none" spc="0" normalizeH="0" baseline="0" noProof="0" dirty="0">
                <a:ln>
                  <a:noFill/>
                </a:ln>
                <a:solidFill>
                  <a:srgbClr val="313131"/>
                </a:solidFill>
                <a:effectLst/>
                <a:uLnTx/>
                <a:uFillTx/>
                <a:latin typeface="Verdana"/>
                <a:ea typeface="+mn-ea"/>
                <a:cs typeface="+mn-cs"/>
              </a:rPr>
              <a:t>A B2B ordering platform for industrial customers with 10k+ B2B indents placed. </a:t>
            </a:r>
          </a:p>
          <a:p>
            <a:pPr marL="171450" marR="0" lvl="0" indent="-171450" algn="just" defTabSz="121917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IN" sz="1000" u="none" strike="noStrike" kern="1200" cap="none" spc="0" normalizeH="0" baseline="0" noProof="0" dirty="0">
                <a:ln>
                  <a:noFill/>
                </a:ln>
                <a:solidFill>
                  <a:srgbClr val="313131"/>
                </a:solidFill>
                <a:effectLst/>
                <a:uLnTx/>
                <a:uFillTx/>
                <a:latin typeface="Verdana"/>
                <a:ea typeface="+mn-ea"/>
                <a:cs typeface="+mn-cs"/>
              </a:rPr>
              <a:t>Fleet and consumer loyalty with 120k+ fleet cards driving 20+% of diesel sales </a:t>
            </a:r>
          </a:p>
          <a:p>
            <a:pPr marL="171450" marR="0" lvl="0" indent="-171450" algn="just" defTabSz="121917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IN" sz="1000" u="none" strike="noStrike" kern="1200" cap="none" spc="0" normalizeH="0" baseline="0" noProof="0" dirty="0">
                <a:ln>
                  <a:noFill/>
                </a:ln>
                <a:solidFill>
                  <a:srgbClr val="313131"/>
                </a:solidFill>
                <a:effectLst/>
                <a:uLnTx/>
                <a:uFillTx/>
                <a:latin typeface="Verdana"/>
                <a:ea typeface="+mn-ea"/>
                <a:cs typeface="+mn-cs"/>
              </a:rPr>
              <a:t>Providing fleet owners and customers full control and visibility over spends and delivering loyalty benefits for the drivers and the owners. </a:t>
            </a:r>
          </a:p>
          <a:p>
            <a:pPr marL="171450" marR="0" lvl="0" indent="-171450" algn="just" defTabSz="121917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IN" sz="1000" u="none" strike="noStrike" kern="1200" cap="none" spc="0" normalizeH="0" baseline="0" noProof="0" dirty="0">
                <a:ln>
                  <a:noFill/>
                </a:ln>
                <a:solidFill>
                  <a:srgbClr val="313131"/>
                </a:solidFill>
                <a:effectLst/>
                <a:uLnTx/>
                <a:uFillTx/>
                <a:latin typeface="Verdana"/>
                <a:ea typeface="+mn-ea"/>
                <a:cs typeface="+mn-cs"/>
              </a:rPr>
              <a:t>A bespoke pre-paid voucher using native cloud components reducing payment time at retail outlets.</a:t>
            </a:r>
          </a:p>
        </p:txBody>
      </p:sp>
      <p:grpSp>
        <p:nvGrpSpPr>
          <p:cNvPr id="18" name="Group 17">
            <a:extLst>
              <a:ext uri="{FF2B5EF4-FFF2-40B4-BE49-F238E27FC236}">
                <a16:creationId xmlns:a16="http://schemas.microsoft.com/office/drawing/2014/main" id="{4CF4F666-1ABC-0CA6-6DE9-4ACE87485CE0}"/>
              </a:ext>
            </a:extLst>
          </p:cNvPr>
          <p:cNvGrpSpPr/>
          <p:nvPr/>
        </p:nvGrpSpPr>
        <p:grpSpPr>
          <a:xfrm>
            <a:off x="469900" y="1854817"/>
            <a:ext cx="2078525" cy="3034250"/>
            <a:chOff x="472352" y="2157884"/>
            <a:chExt cx="2515015" cy="3604260"/>
          </a:xfrm>
        </p:grpSpPr>
        <p:sp>
          <p:nvSpPr>
            <p:cNvPr id="19" name="iBar:42/100/7/22/2013 3:03:32 PM">
              <a:extLst>
                <a:ext uri="{FF2B5EF4-FFF2-40B4-BE49-F238E27FC236}">
                  <a16:creationId xmlns:a16="http://schemas.microsoft.com/office/drawing/2014/main" id="{67EC0544-9E74-EEF0-B735-8FA7FD98B2B2}"/>
                </a:ext>
              </a:extLst>
            </p:cNvPr>
            <p:cNvSpPr/>
            <p:nvPr/>
          </p:nvSpPr>
          <p:spPr bwMode="gray">
            <a:xfrm>
              <a:off x="472352" y="2322701"/>
              <a:ext cx="2515015" cy="3439443"/>
            </a:xfrm>
            <a:prstGeom prst="rect">
              <a:avLst/>
            </a:prstGeom>
            <a:noFill/>
            <a:ln w="28575" cap="rnd" algn="ctr">
              <a:solidFill>
                <a:srgbClr val="007680"/>
              </a:solidFill>
              <a:miter lim="800000"/>
              <a:headEnd/>
              <a:tailEnd/>
            </a:ln>
            <a:extLst>
              <a:ext uri="{909E8E84-426E-40DD-AFC4-6F175D3DCCD1}">
                <a14:hiddenFill xmlns:a14="http://schemas.microsoft.com/office/drawing/2010/main">
                  <a:solidFill>
                    <a:schemeClr val="tx2"/>
                  </a:solidFill>
                </a14:hiddenFill>
              </a:ext>
            </a:extLst>
          </p:spPr>
          <p:txBody>
            <a:bodyPr lIns="182880" rtlCol="0" anchor="ctr" anchorCtr="1"/>
            <a:lstStyle/>
            <a:p>
              <a:pPr marL="0" marR="0" lvl="0" indent="0" algn="ctr" defTabSz="914400" rtl="0" eaLnBrk="0" fontAlgn="auto" latinLnBrk="0" hangingPunct="0">
                <a:lnSpc>
                  <a:spcPct val="106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white"/>
                </a:solidFill>
                <a:effectLst/>
                <a:uLnTx/>
                <a:uFillTx/>
                <a:latin typeface="+mj-lt"/>
                <a:ea typeface="Open Sans" panose="020B0606030504020204" pitchFamily="34" charset="0"/>
                <a:cs typeface="Calibri" panose="020F0502020204030204" pitchFamily="34" charset="0"/>
              </a:endParaRPr>
            </a:p>
          </p:txBody>
        </p:sp>
        <p:sp>
          <p:nvSpPr>
            <p:cNvPr id="22" name="Parallelogram 21">
              <a:extLst>
                <a:ext uri="{FF2B5EF4-FFF2-40B4-BE49-F238E27FC236}">
                  <a16:creationId xmlns:a16="http://schemas.microsoft.com/office/drawing/2014/main" id="{1CC1C5F7-F0C6-94DC-497B-249725B9706B}"/>
                </a:ext>
              </a:extLst>
            </p:cNvPr>
            <p:cNvSpPr/>
            <p:nvPr/>
          </p:nvSpPr>
          <p:spPr>
            <a:xfrm>
              <a:off x="889208" y="2157884"/>
              <a:ext cx="1681301" cy="327881"/>
            </a:xfrm>
            <a:prstGeom prst="parallelogram">
              <a:avLst>
                <a:gd name="adj" fmla="val 0"/>
              </a:avLst>
            </a:prstGeom>
            <a:solidFill>
              <a:srgbClr val="0076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ZA" sz="1100" dirty="0">
                  <a:solidFill>
                    <a:schemeClr val="bg1"/>
                  </a:solidFill>
                </a:rPr>
                <a:t>Phase -1</a:t>
              </a:r>
            </a:p>
          </p:txBody>
        </p:sp>
      </p:grpSp>
      <p:sp>
        <p:nvSpPr>
          <p:cNvPr id="23" name="object 62">
            <a:extLst>
              <a:ext uri="{FF2B5EF4-FFF2-40B4-BE49-F238E27FC236}">
                <a16:creationId xmlns:a16="http://schemas.microsoft.com/office/drawing/2014/main" id="{E071F4F2-0F4A-963C-DE5B-EF3FFEE1929E}"/>
              </a:ext>
            </a:extLst>
          </p:cNvPr>
          <p:cNvSpPr txBox="1"/>
          <p:nvPr/>
        </p:nvSpPr>
        <p:spPr>
          <a:xfrm>
            <a:off x="624002" y="2132902"/>
            <a:ext cx="1817637" cy="2718693"/>
          </a:xfrm>
          <a:prstGeom prst="rect">
            <a:avLst/>
          </a:prstGeom>
        </p:spPr>
        <p:txBody>
          <a:bodyPr vert="horz" wrap="square" lIns="0" tIns="0" rIns="0" bIns="0" rtlCol="0">
            <a:spAutoFit/>
          </a:bodyPr>
          <a:lstStyle/>
          <a:p>
            <a:pPr marL="184150" marR="170815" lvl="0" indent="-171450" fontAlgn="auto">
              <a:lnSpc>
                <a:spcPct val="100000"/>
              </a:lnSpc>
              <a:spcBef>
                <a:spcPts val="200"/>
              </a:spcBef>
              <a:spcAft>
                <a:spcPts val="0"/>
              </a:spcAft>
              <a:buClrTx/>
              <a:buSzPct val="100000"/>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Assessed the digital maturity of business processes; mapped their issues and pain points</a:t>
            </a:r>
          </a:p>
          <a:p>
            <a:pPr marL="184150" marR="170815" lvl="0" indent="-171450" fontAlgn="auto">
              <a:lnSpc>
                <a:spcPct val="100000"/>
              </a:lnSpc>
              <a:spcBef>
                <a:spcPts val="200"/>
              </a:spcBef>
              <a:spcAft>
                <a:spcPts val="0"/>
              </a:spcAft>
              <a:buClrTx/>
              <a:buSzPct val="100000"/>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Assessed the IT Architecture, the IT Organization &amp; capabilities</a:t>
            </a:r>
          </a:p>
          <a:p>
            <a:pPr marL="184150" marR="170815" lvl="0" indent="-171450" fontAlgn="auto">
              <a:lnSpc>
                <a:spcPct val="100000"/>
              </a:lnSpc>
              <a:spcBef>
                <a:spcPts val="200"/>
              </a:spcBef>
              <a:spcAft>
                <a:spcPts val="0"/>
              </a:spcAft>
              <a:buClrTx/>
              <a:buSzPct val="100000"/>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Defined business objectives and priorities ,Business imperatives, Future market evolution</a:t>
            </a:r>
          </a:p>
          <a:p>
            <a:pPr marL="184150" marR="170815" lvl="0" indent="-171450" fontAlgn="auto">
              <a:lnSpc>
                <a:spcPct val="100000"/>
              </a:lnSpc>
              <a:spcBef>
                <a:spcPts val="200"/>
              </a:spcBef>
              <a:spcAft>
                <a:spcPts val="0"/>
              </a:spcAft>
              <a:buClrTx/>
              <a:buSzPct val="100000"/>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Created a digital vision and mission through a Digital immersion workshop</a:t>
            </a:r>
          </a:p>
          <a:p>
            <a:pPr marL="184150" marR="170815" lvl="0" indent="-171450" fontAlgn="auto">
              <a:lnSpc>
                <a:spcPct val="100000"/>
              </a:lnSpc>
              <a:spcBef>
                <a:spcPts val="200"/>
              </a:spcBef>
              <a:spcAft>
                <a:spcPts val="0"/>
              </a:spcAft>
              <a:buClrTx/>
              <a:buSzPct val="100000"/>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Developed change readiness approach, tools and infrastructure</a:t>
            </a:r>
          </a:p>
        </p:txBody>
      </p:sp>
      <p:grpSp>
        <p:nvGrpSpPr>
          <p:cNvPr id="24" name="Group 23">
            <a:extLst>
              <a:ext uri="{FF2B5EF4-FFF2-40B4-BE49-F238E27FC236}">
                <a16:creationId xmlns:a16="http://schemas.microsoft.com/office/drawing/2014/main" id="{0B73B84D-FBD8-944B-7C6A-58BAC40FBD72}"/>
              </a:ext>
            </a:extLst>
          </p:cNvPr>
          <p:cNvGrpSpPr/>
          <p:nvPr/>
        </p:nvGrpSpPr>
        <p:grpSpPr>
          <a:xfrm>
            <a:off x="2817478" y="1838084"/>
            <a:ext cx="2647160" cy="3035349"/>
            <a:chOff x="4477227" y="1876719"/>
            <a:chExt cx="2078525" cy="3035349"/>
          </a:xfrm>
        </p:grpSpPr>
        <p:grpSp>
          <p:nvGrpSpPr>
            <p:cNvPr id="25" name="Group 24">
              <a:extLst>
                <a:ext uri="{FF2B5EF4-FFF2-40B4-BE49-F238E27FC236}">
                  <a16:creationId xmlns:a16="http://schemas.microsoft.com/office/drawing/2014/main" id="{028A00C8-993C-DCF8-16CB-9E9B06957C07}"/>
                </a:ext>
              </a:extLst>
            </p:cNvPr>
            <p:cNvGrpSpPr/>
            <p:nvPr/>
          </p:nvGrpSpPr>
          <p:grpSpPr>
            <a:xfrm>
              <a:off x="4477227" y="1876719"/>
              <a:ext cx="2078525" cy="3035349"/>
              <a:chOff x="472352" y="2156579"/>
              <a:chExt cx="2515015" cy="3605565"/>
            </a:xfrm>
          </p:grpSpPr>
          <p:sp>
            <p:nvSpPr>
              <p:cNvPr id="27" name="iBar:42/100/7/22/2013 3:03:32 PM">
                <a:extLst>
                  <a:ext uri="{FF2B5EF4-FFF2-40B4-BE49-F238E27FC236}">
                    <a16:creationId xmlns:a16="http://schemas.microsoft.com/office/drawing/2014/main" id="{82DA0628-4AED-9EFF-F863-0989A45C8611}"/>
                  </a:ext>
                </a:extLst>
              </p:cNvPr>
              <p:cNvSpPr/>
              <p:nvPr/>
            </p:nvSpPr>
            <p:spPr bwMode="gray">
              <a:xfrm>
                <a:off x="472352" y="2322701"/>
                <a:ext cx="2515015" cy="3439443"/>
              </a:xfrm>
              <a:prstGeom prst="rect">
                <a:avLst/>
              </a:prstGeom>
              <a:noFill/>
              <a:ln w="28575" cap="rnd" algn="ctr">
                <a:solidFill>
                  <a:srgbClr val="007680"/>
                </a:solidFill>
                <a:miter lim="800000"/>
                <a:headEnd/>
                <a:tailEnd/>
              </a:ln>
              <a:extLst>
                <a:ext uri="{909E8E84-426E-40DD-AFC4-6F175D3DCCD1}">
                  <a14:hiddenFill xmlns:a14="http://schemas.microsoft.com/office/drawing/2010/main">
                    <a:solidFill>
                      <a:schemeClr val="tx2"/>
                    </a:solidFill>
                  </a14:hiddenFill>
                </a:ext>
              </a:extLst>
            </p:spPr>
            <p:txBody>
              <a:bodyPr lIns="182880" rtlCol="0" anchor="ctr" anchorCtr="1"/>
              <a:lstStyle/>
              <a:p>
                <a:pPr marL="0" marR="0" lvl="0" indent="0" algn="ctr" defTabSz="914400" rtl="0" eaLnBrk="0" fontAlgn="auto" latinLnBrk="0" hangingPunct="0">
                  <a:lnSpc>
                    <a:spcPct val="106000"/>
                  </a:lnSpc>
                  <a:spcBef>
                    <a:spcPts val="0"/>
                  </a:spcBef>
                  <a:spcAft>
                    <a:spcPts val="0"/>
                  </a:spcAft>
                  <a:buClrTx/>
                  <a:buSzTx/>
                  <a:buFontTx/>
                  <a:buNone/>
                  <a:tabLst/>
                  <a:defRPr/>
                </a:pPr>
                <a:endParaRPr kumimoji="0" lang="en-US" sz="1800" b="1" i="0" u="none" strike="noStrike" kern="1200" cap="none" spc="0" normalizeH="0" baseline="0" noProof="0">
                  <a:ln>
                    <a:noFill/>
                  </a:ln>
                  <a:solidFill>
                    <a:prstClr val="white"/>
                  </a:solidFill>
                  <a:effectLst/>
                  <a:uLnTx/>
                  <a:uFillTx/>
                  <a:latin typeface="+mj-lt"/>
                  <a:ea typeface="Open Sans" panose="020B0606030504020204" pitchFamily="34" charset="0"/>
                  <a:cs typeface="Calibri" panose="020F0502020204030204" pitchFamily="34" charset="0"/>
                </a:endParaRPr>
              </a:p>
            </p:txBody>
          </p:sp>
          <p:sp>
            <p:nvSpPr>
              <p:cNvPr id="28" name="Parallelogram 27">
                <a:extLst>
                  <a:ext uri="{FF2B5EF4-FFF2-40B4-BE49-F238E27FC236}">
                    <a16:creationId xmlns:a16="http://schemas.microsoft.com/office/drawing/2014/main" id="{516F3172-4C30-CE2B-C17D-7AA30E5B04A3}"/>
                  </a:ext>
                </a:extLst>
              </p:cNvPr>
              <p:cNvSpPr/>
              <p:nvPr/>
            </p:nvSpPr>
            <p:spPr>
              <a:xfrm>
                <a:off x="889208" y="2156579"/>
                <a:ext cx="1681301" cy="327881"/>
              </a:xfrm>
              <a:prstGeom prst="parallelogram">
                <a:avLst>
                  <a:gd name="adj" fmla="val 0"/>
                </a:avLst>
              </a:prstGeom>
              <a:solidFill>
                <a:srgbClr val="0076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ZA" sz="1100" dirty="0">
                    <a:solidFill>
                      <a:schemeClr val="bg1"/>
                    </a:solidFill>
                  </a:rPr>
                  <a:t>Phase - 2</a:t>
                </a:r>
              </a:p>
            </p:txBody>
          </p:sp>
        </p:grpSp>
        <p:sp>
          <p:nvSpPr>
            <p:cNvPr id="26" name="object 62">
              <a:extLst>
                <a:ext uri="{FF2B5EF4-FFF2-40B4-BE49-F238E27FC236}">
                  <a16:creationId xmlns:a16="http://schemas.microsoft.com/office/drawing/2014/main" id="{E43AD83C-0EDF-7E6E-DCC4-ABBF01D278C3}"/>
                </a:ext>
              </a:extLst>
            </p:cNvPr>
            <p:cNvSpPr txBox="1"/>
            <p:nvPr/>
          </p:nvSpPr>
          <p:spPr>
            <a:xfrm>
              <a:off x="4607669" y="2187156"/>
              <a:ext cx="1817637" cy="2616101"/>
            </a:xfrm>
            <a:prstGeom prst="rect">
              <a:avLst/>
            </a:prstGeom>
            <a:ln>
              <a:noFill/>
            </a:ln>
          </p:spPr>
          <p:txBody>
            <a:bodyPr vert="horz" wrap="square" lIns="0" tIns="0" rIns="0" bIns="0" rtlCol="0">
              <a:spAutoFit/>
            </a:bodyPr>
            <a:lstStyle/>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Mapped project charters with scope,  efforts, timelines, high level costs and detailed business case</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Short-listed 20 initiatives for implementation</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Defined the platform design and architecture</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Envisioned future state IT security landscape, the Future state of Digital/ IT organization &amp; capabilities</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Implemented strategy and roadmap</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Designed Training curriculum and delivery approach</a:t>
              </a:r>
            </a:p>
          </p:txBody>
        </p:sp>
      </p:grpSp>
      <p:sp>
        <p:nvSpPr>
          <p:cNvPr id="29" name="iBar:42/100/7/22/2013 3:03:32 PM">
            <a:extLst>
              <a:ext uri="{FF2B5EF4-FFF2-40B4-BE49-F238E27FC236}">
                <a16:creationId xmlns:a16="http://schemas.microsoft.com/office/drawing/2014/main" id="{30024FD8-38BC-5159-2D34-DD179259038A}"/>
              </a:ext>
            </a:extLst>
          </p:cNvPr>
          <p:cNvSpPr/>
          <p:nvPr/>
        </p:nvSpPr>
        <p:spPr bwMode="gray">
          <a:xfrm>
            <a:off x="5636150" y="1986601"/>
            <a:ext cx="3607930" cy="2886832"/>
          </a:xfrm>
          <a:prstGeom prst="rect">
            <a:avLst/>
          </a:prstGeom>
          <a:noFill/>
          <a:ln w="28575" cap="rnd" algn="ctr">
            <a:solidFill>
              <a:srgbClr val="007680"/>
            </a:solidFill>
            <a:miter lim="800000"/>
            <a:headEnd/>
            <a:tailEnd/>
          </a:ln>
          <a:extLst>
            <a:ext uri="{909E8E84-426E-40DD-AFC4-6F175D3DCCD1}">
              <a14:hiddenFill xmlns:a14="http://schemas.microsoft.com/office/drawing/2010/main">
                <a:solidFill>
                  <a:schemeClr val="tx2"/>
                </a:solidFill>
              </a14:hiddenFill>
            </a:ext>
          </a:extLst>
        </p:spPr>
        <p:txBody>
          <a:bodyPr lIns="182880" rtlCol="0" anchor="ctr" anchorCtr="1"/>
          <a:lstStyle/>
          <a:p>
            <a:pPr marL="0" marR="0" lvl="0" indent="0" algn="ctr" defTabSz="914400" rtl="0" eaLnBrk="0" fontAlgn="auto" latinLnBrk="0" hangingPunct="0">
              <a:lnSpc>
                <a:spcPct val="106000"/>
              </a:lnSpc>
              <a:spcBef>
                <a:spcPts val="0"/>
              </a:spcBef>
              <a:spcAft>
                <a:spcPts val="0"/>
              </a:spcAft>
              <a:buClrTx/>
              <a:buSzTx/>
              <a:buFontTx/>
              <a:buNone/>
              <a:tabLst/>
              <a:defRPr/>
            </a:pPr>
            <a:endParaRPr kumimoji="0" lang="en-US" sz="1800" b="1" i="0" u="none" strike="noStrike" kern="1200" cap="none" spc="0" normalizeH="0" baseline="0" noProof="0">
              <a:ln>
                <a:noFill/>
              </a:ln>
              <a:solidFill>
                <a:prstClr val="white"/>
              </a:solidFill>
              <a:effectLst/>
              <a:uLnTx/>
              <a:uFillTx/>
              <a:latin typeface="+mj-lt"/>
              <a:ea typeface="Open Sans" panose="020B0606030504020204" pitchFamily="34" charset="0"/>
              <a:cs typeface="Calibri" panose="020F0502020204030204" pitchFamily="34" charset="0"/>
            </a:endParaRPr>
          </a:p>
        </p:txBody>
      </p:sp>
      <p:sp>
        <p:nvSpPr>
          <p:cNvPr id="30" name="Parallelogram 29">
            <a:extLst>
              <a:ext uri="{FF2B5EF4-FFF2-40B4-BE49-F238E27FC236}">
                <a16:creationId xmlns:a16="http://schemas.microsoft.com/office/drawing/2014/main" id="{85EBCC45-2636-B7D2-9CE7-9C1A03055B0E}"/>
              </a:ext>
            </a:extLst>
          </p:cNvPr>
          <p:cNvSpPr/>
          <p:nvPr/>
        </p:nvSpPr>
        <p:spPr>
          <a:xfrm>
            <a:off x="5777434" y="1828803"/>
            <a:ext cx="1689976" cy="275201"/>
          </a:xfrm>
          <a:prstGeom prst="parallelogram">
            <a:avLst>
              <a:gd name="adj" fmla="val 0"/>
            </a:avLst>
          </a:prstGeom>
          <a:solidFill>
            <a:srgbClr val="0076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ZA" sz="1100">
                <a:solidFill>
                  <a:schemeClr val="bg1"/>
                </a:solidFill>
              </a:rPr>
              <a:t>Phase - 3</a:t>
            </a:r>
          </a:p>
        </p:txBody>
      </p:sp>
      <p:sp>
        <p:nvSpPr>
          <p:cNvPr id="31" name="object 62">
            <a:extLst>
              <a:ext uri="{FF2B5EF4-FFF2-40B4-BE49-F238E27FC236}">
                <a16:creationId xmlns:a16="http://schemas.microsoft.com/office/drawing/2014/main" id="{4518BCA4-945F-7E49-0406-116ADEFC1BB5}"/>
              </a:ext>
            </a:extLst>
          </p:cNvPr>
          <p:cNvSpPr txBox="1"/>
          <p:nvPr/>
        </p:nvSpPr>
        <p:spPr>
          <a:xfrm>
            <a:off x="5777434" y="2162479"/>
            <a:ext cx="3239902" cy="2608270"/>
          </a:xfrm>
          <a:prstGeom prst="rect">
            <a:avLst/>
          </a:prstGeom>
        </p:spPr>
        <p:txBody>
          <a:bodyPr vert="horz" wrap="square" lIns="0" tIns="0" rIns="0" bIns="0" rtlCol="0">
            <a:spAutoFit/>
          </a:bodyPr>
          <a:lstStyle/>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Setup the Digital factory</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Program management and  implementation of Pilot initiatives </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Conducted training programs &amp; evaluated their effectiveness</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Implemented maintenance strategy, support and system implementation</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Implementation of Initiatives like, Finalizing Min. viable offerings; roll-out plan; Setting-up initiative teams ;PMO support</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On-boarding of the BPCL team; joint  working for on-job training </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Deploying Digital factory portal &amp;  uploading required documentation</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Assessing &amp; administering the additional trainings</a:t>
            </a:r>
          </a:p>
          <a:p>
            <a:pPr marL="184150" marR="170815" lvl="0" indent="-171450" fontAlgn="auto">
              <a:lnSpc>
                <a:spcPct val="100000"/>
              </a:lnSpc>
              <a:spcBef>
                <a:spcPts val="0"/>
              </a:spcBef>
              <a:spcAft>
                <a:spcPts val="0"/>
              </a:spcAft>
              <a:buClrTx/>
              <a:buSzTx/>
              <a:buFont typeface="Arial" panose="020B0604020202020204" pitchFamily="34" charset="0"/>
              <a:buChar char="•"/>
              <a:tabLst>
                <a:tab pos="184785" algn="l"/>
                <a:tab pos="185420" algn="l"/>
              </a:tabLst>
              <a:defRPr/>
            </a:pPr>
            <a:r>
              <a:rPr lang="en-US" sz="1000" dirty="0">
                <a:ea typeface="Open Sans" panose="020B0606030504020204" pitchFamily="34" charset="0"/>
                <a:cs typeface="Open Sans" panose="020B0606030504020204" pitchFamily="34" charset="0"/>
              </a:rPr>
              <a:t>Regularly assessing the reports and change effectiveness</a:t>
            </a:r>
          </a:p>
        </p:txBody>
      </p:sp>
      <p:sp>
        <p:nvSpPr>
          <p:cNvPr id="32" name="Rectangle 31">
            <a:extLst>
              <a:ext uri="{FF2B5EF4-FFF2-40B4-BE49-F238E27FC236}">
                <a16:creationId xmlns:a16="http://schemas.microsoft.com/office/drawing/2014/main" id="{1AEB5CB6-7BD9-2F5A-E9FE-0BFFAA1ACC09}"/>
              </a:ext>
            </a:extLst>
          </p:cNvPr>
          <p:cNvSpPr/>
          <p:nvPr/>
        </p:nvSpPr>
        <p:spPr>
          <a:xfrm>
            <a:off x="9415592" y="1828803"/>
            <a:ext cx="2057560" cy="4780409"/>
          </a:xfrm>
          <a:prstGeom prst="rect">
            <a:avLst/>
          </a:prstGeom>
          <a:solidFill>
            <a:srgbClr val="6FC2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ea typeface="+mn-ea"/>
              <a:cs typeface="Arial" pitchFamily="34" charset="0"/>
            </a:endParaRPr>
          </a:p>
        </p:txBody>
      </p:sp>
      <p:pic>
        <p:nvPicPr>
          <p:cNvPr id="33" name="Picture 32">
            <a:extLst>
              <a:ext uri="{FF2B5EF4-FFF2-40B4-BE49-F238E27FC236}">
                <a16:creationId xmlns:a16="http://schemas.microsoft.com/office/drawing/2014/main" id="{62EE0879-AC37-FBA1-CDD8-AF2923042CC3}"/>
              </a:ext>
            </a:extLst>
          </p:cNvPr>
          <p:cNvPicPr>
            <a:picLocks/>
          </p:cNvPicPr>
          <p:nvPr/>
        </p:nvPicPr>
        <p:blipFill rotWithShape="1">
          <a:blip r:embed="rId7"/>
          <a:srcRect l="7296" r="7892" b="5371"/>
          <a:stretch/>
        </p:blipFill>
        <p:spPr>
          <a:xfrm>
            <a:off x="9518831" y="1884361"/>
            <a:ext cx="1839622" cy="1088600"/>
          </a:xfrm>
          <a:prstGeom prst="rect">
            <a:avLst/>
          </a:prstGeom>
          <a:ln>
            <a:solidFill>
              <a:schemeClr val="accent6"/>
            </a:solidFill>
          </a:ln>
          <a:effectLst/>
        </p:spPr>
      </p:pic>
      <p:pic>
        <p:nvPicPr>
          <p:cNvPr id="34" name="Picture 33">
            <a:extLst>
              <a:ext uri="{FF2B5EF4-FFF2-40B4-BE49-F238E27FC236}">
                <a16:creationId xmlns:a16="http://schemas.microsoft.com/office/drawing/2014/main" id="{3AF5F494-14C3-2A9F-74A6-8D18DD856DB7}"/>
              </a:ext>
            </a:extLst>
          </p:cNvPr>
          <p:cNvPicPr>
            <a:picLocks/>
          </p:cNvPicPr>
          <p:nvPr/>
        </p:nvPicPr>
        <p:blipFill>
          <a:blip r:embed="rId8"/>
          <a:stretch>
            <a:fillRect/>
          </a:stretch>
        </p:blipFill>
        <p:spPr>
          <a:xfrm>
            <a:off x="9518831" y="3047460"/>
            <a:ext cx="1839622" cy="1088600"/>
          </a:xfrm>
          <a:prstGeom prst="rect">
            <a:avLst/>
          </a:prstGeom>
          <a:ln>
            <a:solidFill>
              <a:schemeClr val="accent6"/>
            </a:solidFill>
          </a:ln>
          <a:effectLst/>
        </p:spPr>
      </p:pic>
      <p:pic>
        <p:nvPicPr>
          <p:cNvPr id="35" name="Picture 34">
            <a:extLst>
              <a:ext uri="{FF2B5EF4-FFF2-40B4-BE49-F238E27FC236}">
                <a16:creationId xmlns:a16="http://schemas.microsoft.com/office/drawing/2014/main" id="{41CB170E-5D98-C9F9-F431-F530288B2F6B}"/>
              </a:ext>
            </a:extLst>
          </p:cNvPr>
          <p:cNvPicPr>
            <a:picLocks/>
          </p:cNvPicPr>
          <p:nvPr/>
        </p:nvPicPr>
        <p:blipFill rotWithShape="1">
          <a:blip r:embed="rId9"/>
          <a:srcRect b="3542"/>
          <a:stretch/>
        </p:blipFill>
        <p:spPr>
          <a:xfrm>
            <a:off x="9518831" y="4231482"/>
            <a:ext cx="1839623" cy="1088600"/>
          </a:xfrm>
          <a:prstGeom prst="rect">
            <a:avLst/>
          </a:prstGeom>
          <a:ln>
            <a:solidFill>
              <a:schemeClr val="accent6"/>
            </a:solidFill>
          </a:ln>
          <a:effectLst/>
        </p:spPr>
      </p:pic>
      <p:pic>
        <p:nvPicPr>
          <p:cNvPr id="38" name="Picture 37">
            <a:extLst>
              <a:ext uri="{FF2B5EF4-FFF2-40B4-BE49-F238E27FC236}">
                <a16:creationId xmlns:a16="http://schemas.microsoft.com/office/drawing/2014/main" id="{457EE95B-65B0-298E-E354-AB8151D845D1}"/>
              </a:ext>
            </a:extLst>
          </p:cNvPr>
          <p:cNvPicPr>
            <a:picLocks noChangeAspect="1"/>
          </p:cNvPicPr>
          <p:nvPr/>
        </p:nvPicPr>
        <p:blipFill>
          <a:blip r:embed="rId10"/>
          <a:stretch>
            <a:fillRect/>
          </a:stretch>
        </p:blipFill>
        <p:spPr>
          <a:xfrm>
            <a:off x="9518830" y="5432414"/>
            <a:ext cx="1839623" cy="1097556"/>
          </a:xfrm>
          <a:prstGeom prst="rect">
            <a:avLst/>
          </a:prstGeom>
          <a:ln>
            <a:solidFill>
              <a:schemeClr val="accent6"/>
            </a:solidFill>
          </a:ln>
          <a:effectLst/>
        </p:spPr>
      </p:pic>
      <p:sp>
        <p:nvSpPr>
          <p:cNvPr id="4" name="TextBox 3">
            <a:extLst>
              <a:ext uri="{FF2B5EF4-FFF2-40B4-BE49-F238E27FC236}">
                <a16:creationId xmlns:a16="http://schemas.microsoft.com/office/drawing/2014/main" id="{8628474C-C91A-4FF8-2361-4D80F19B3E0D}"/>
              </a:ext>
            </a:extLst>
          </p:cNvPr>
          <p:cNvSpPr txBox="1"/>
          <p:nvPr/>
        </p:nvSpPr>
        <p:spPr>
          <a:xfrm>
            <a:off x="462903" y="1326511"/>
            <a:ext cx="10197267" cy="461665"/>
          </a:xfrm>
          <a:prstGeom prst="rect">
            <a:avLst/>
          </a:prstGeom>
          <a:noFill/>
          <a:ln>
            <a:solidFill>
              <a:srgbClr val="0A626C"/>
            </a:solidFill>
          </a:ln>
        </p:spPr>
        <p:txBody>
          <a:bodyPr wrap="square" rtlCol="0">
            <a:spAutoFit/>
          </a:bodyPr>
          <a:lstStyle/>
          <a:p>
            <a:pPr marL="0" indent="0">
              <a:buNone/>
            </a:pPr>
            <a:r>
              <a:rPr lang="en-US" sz="1200" dirty="0"/>
              <a:t>The Client wanted to enhance their customer experience and improve their outreach. to identify a digital business model, that would Enhance Revenue, cut down their costs; all the while prioritizing Environmental Health and Safety and good governance.</a:t>
            </a:r>
          </a:p>
        </p:txBody>
      </p:sp>
      <p:sp>
        <p:nvSpPr>
          <p:cNvPr id="13" name="Rectangle 12">
            <a:extLst>
              <a:ext uri="{FF2B5EF4-FFF2-40B4-BE49-F238E27FC236}">
                <a16:creationId xmlns:a16="http://schemas.microsoft.com/office/drawing/2014/main" id="{279E41FF-5C37-759F-3977-06DE4DEEACCF}"/>
              </a:ext>
            </a:extLst>
          </p:cNvPr>
          <p:cNvSpPr/>
          <p:nvPr/>
        </p:nvSpPr>
        <p:spPr bwMode="gray">
          <a:xfrm>
            <a:off x="2065542" y="-4101"/>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Case Studies</a:t>
            </a:r>
          </a:p>
        </p:txBody>
      </p:sp>
      <p:sp>
        <p:nvSpPr>
          <p:cNvPr id="15" name="Freeform 15">
            <a:extLst>
              <a:ext uri="{FF2B5EF4-FFF2-40B4-BE49-F238E27FC236}">
                <a16:creationId xmlns:a16="http://schemas.microsoft.com/office/drawing/2014/main" id="{1AA6036C-25A5-E302-4432-F9CA62520E5C}"/>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16" name="Freeform 16">
            <a:extLst>
              <a:ext uri="{FF2B5EF4-FFF2-40B4-BE49-F238E27FC236}">
                <a16:creationId xmlns:a16="http://schemas.microsoft.com/office/drawing/2014/main" id="{C00F87D8-E4AF-7361-81D5-509DC4085B1E}"/>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7" name="Freeform 6">
            <a:extLst>
              <a:ext uri="{FF2B5EF4-FFF2-40B4-BE49-F238E27FC236}">
                <a16:creationId xmlns:a16="http://schemas.microsoft.com/office/drawing/2014/main" id="{E6B3E03C-7BE7-B110-A250-5F12A6499325}"/>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20" name="Freeform 6">
            <a:extLst>
              <a:ext uri="{FF2B5EF4-FFF2-40B4-BE49-F238E27FC236}">
                <a16:creationId xmlns:a16="http://schemas.microsoft.com/office/drawing/2014/main" id="{7B7849D0-5A2D-3007-9673-CFAF63C13077}"/>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21" name="Freeform 15">
            <a:extLst>
              <a:ext uri="{FF2B5EF4-FFF2-40B4-BE49-F238E27FC236}">
                <a16:creationId xmlns:a16="http://schemas.microsoft.com/office/drawing/2014/main" id="{4F5319DC-A9BC-A6B8-A650-2792F9310622}"/>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36" name="Freeform 16">
            <a:extLst>
              <a:ext uri="{FF2B5EF4-FFF2-40B4-BE49-F238E27FC236}">
                <a16:creationId xmlns:a16="http://schemas.microsoft.com/office/drawing/2014/main" id="{8BDE9FFA-D94C-867F-726E-C5763D1BE6AD}"/>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37" name="Freeform 6">
            <a:extLst>
              <a:ext uri="{FF2B5EF4-FFF2-40B4-BE49-F238E27FC236}">
                <a16:creationId xmlns:a16="http://schemas.microsoft.com/office/drawing/2014/main" id="{933B4FCA-8D3A-E3D8-E380-EF4131C64C5B}"/>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39" name="Freeform 6">
            <a:extLst>
              <a:ext uri="{FF2B5EF4-FFF2-40B4-BE49-F238E27FC236}">
                <a16:creationId xmlns:a16="http://schemas.microsoft.com/office/drawing/2014/main" id="{008208AF-E4B1-3119-7E99-3EF0DC5003BC}"/>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3465006578"/>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Object 94" hidden="1"/>
          <p:cNvGraphicFramePr>
            <a:graphicFrameLocks noChangeAspect="1"/>
          </p:cNvGraphicFramePr>
          <p:nvPr>
            <p:custDataLst>
              <p:tags r:id="rId1"/>
            </p:custDataLst>
            <p:extLst>
              <p:ext uri="{D42A27DB-BD31-4B8C-83A1-F6EECF244321}">
                <p14:modId xmlns:p14="http://schemas.microsoft.com/office/powerpoint/2010/main" val="38326695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30" imgH="531" progId="TCLayout.ActiveDocument.1">
                  <p:embed/>
                </p:oleObj>
              </mc:Choice>
              <mc:Fallback>
                <p:oleObj name="think-cell Slide" r:id="rId6" imgW="530" imgH="531" progId="TCLayout.ActiveDocument.1">
                  <p:embed/>
                  <p:pic>
                    <p:nvPicPr>
                      <p:cNvPr id="95" name="Object 9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96" name="Rectangle 95" hidden="1"/>
          <p:cNvSpPr/>
          <p:nvPr>
            <p:custDataLst>
              <p:tags r:id="rId2"/>
            </p:custDataLst>
          </p:nvPr>
        </p:nvSpPr>
        <p:spPr bwMode="gray">
          <a:xfrm>
            <a:off x="0" y="0"/>
            <a:ext cx="158750" cy="158750"/>
          </a:xfrm>
          <a:prstGeom prst="rect">
            <a:avLst/>
          </a:prstGeom>
          <a:solidFill>
            <a:schemeClr val="accent3"/>
          </a:solidFill>
          <a:ln w="19050" algn="ctr">
            <a:solidFill>
              <a:schemeClr val="accent3"/>
            </a:solidFill>
            <a:miter lim="800000"/>
            <a:headEnd/>
            <a:tailEnd/>
          </a:ln>
        </p:spPr>
        <p:txBody>
          <a:bodyPr wrap="none" lIns="0" tIns="0" rIns="0" bIns="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2000" b="0" i="0" u="none" strike="noStrike" kern="1200" cap="none" spc="0" normalizeH="0" baseline="0" noProof="0" err="1">
              <a:ln>
                <a:noFill/>
              </a:ln>
              <a:solidFill>
                <a:prstClr val="white"/>
              </a:solidFill>
              <a:effectLst/>
              <a:uLnTx/>
              <a:uFillTx/>
              <a:latin typeface="Verdana" panose="020B0604030504040204" pitchFamily="34" charset="0"/>
              <a:ea typeface="+mn-ea"/>
              <a:cs typeface="+mn-cs"/>
              <a:sym typeface="Verdana" panose="020B0604030504040204" pitchFamily="34" charset="0"/>
            </a:endParaRPr>
          </a:p>
        </p:txBody>
      </p:sp>
      <p:sp>
        <p:nvSpPr>
          <p:cNvPr id="2" name="Title 1"/>
          <p:cNvSpPr>
            <a:spLocks noGrp="1"/>
          </p:cNvSpPr>
          <p:nvPr>
            <p:ph type="title"/>
          </p:nvPr>
        </p:nvSpPr>
        <p:spPr>
          <a:xfrm>
            <a:off x="469900" y="329473"/>
            <a:ext cx="11252200" cy="698501"/>
          </a:xfrm>
        </p:spPr>
        <p:txBody>
          <a:bodyPr vert="horz"/>
          <a:lstStyle/>
          <a:p>
            <a:r>
              <a:rPr lang="da-DK" sz="2400" dirty="0"/>
              <a:t>Information Management System for JBVNL</a:t>
            </a:r>
            <a:endParaRPr lang="en-IN" sz="2400" dirty="0"/>
          </a:p>
        </p:txBody>
      </p:sp>
      <p:sp>
        <p:nvSpPr>
          <p:cNvPr id="3" name="Text Placeholder 2"/>
          <p:cNvSpPr>
            <a:spLocks noGrp="1"/>
          </p:cNvSpPr>
          <p:nvPr>
            <p:ph type="body" sz="quarter" idx="13"/>
          </p:nvPr>
        </p:nvSpPr>
        <p:spPr>
          <a:xfrm>
            <a:off x="469900" y="736688"/>
            <a:ext cx="11252200" cy="757255"/>
          </a:xfrm>
        </p:spPr>
        <p:txBody>
          <a:bodyPr/>
          <a:lstStyle/>
          <a:p>
            <a:r>
              <a:rPr lang="en-US" sz="1800" dirty="0"/>
              <a:t>IT application development activities under the scope of Central Project Monitoring Unit</a:t>
            </a:r>
            <a:endParaRPr lang="en-IN" sz="1800" dirty="0"/>
          </a:p>
        </p:txBody>
      </p:sp>
      <p:pic>
        <p:nvPicPr>
          <p:cNvPr id="11" name="Picture 4" descr="Jharkhand Bijli Vitran Nigam Limited - JBVNL | Ranchi">
            <a:extLst>
              <a:ext uri="{FF2B5EF4-FFF2-40B4-BE49-F238E27FC236}">
                <a16:creationId xmlns:a16="http://schemas.microsoft.com/office/drawing/2014/main" id="{CA9CE894-4125-CF8C-0C3B-E1B29983D6C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025446" y="339858"/>
            <a:ext cx="526143" cy="466764"/>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563A1489-32A8-4048-D836-301AD9DB7588}"/>
              </a:ext>
            </a:extLst>
          </p:cNvPr>
          <p:cNvSpPr txBox="1"/>
          <p:nvPr/>
        </p:nvSpPr>
        <p:spPr>
          <a:xfrm>
            <a:off x="462903" y="1326511"/>
            <a:ext cx="10197267" cy="830997"/>
          </a:xfrm>
          <a:prstGeom prst="rect">
            <a:avLst/>
          </a:prstGeom>
          <a:noFill/>
          <a:ln>
            <a:solidFill>
              <a:srgbClr val="0A626C"/>
            </a:solidFill>
          </a:ln>
        </p:spPr>
        <p:txBody>
          <a:bodyPr wrap="square" rtlCol="0">
            <a:spAutoFit/>
          </a:bodyPr>
          <a:lstStyle/>
          <a:p>
            <a:pPr algn="just"/>
            <a:r>
              <a:rPr lang="en-US" sz="1200"/>
              <a:t>Deloitte was responsible for commercial, revenue-related, and regulatory and energy-related MIS and strategic support. Key tasks included generating indicative MIS reports on metering, billing, and collection; division-ranking based on predefined KPIs such as consumer metering and billing efficiency; and generating division-wise reports on investment versus improvement in loss reduction. Additionally, circle-wise profitability reports are created with the goal of establishing each circle as a Profit Center, gradually extending this to the division and sub-division levels.</a:t>
            </a:r>
          </a:p>
        </p:txBody>
      </p:sp>
      <p:sp>
        <p:nvSpPr>
          <p:cNvPr id="15" name="Rectangle 14">
            <a:extLst>
              <a:ext uri="{FF2B5EF4-FFF2-40B4-BE49-F238E27FC236}">
                <a16:creationId xmlns:a16="http://schemas.microsoft.com/office/drawing/2014/main" id="{A3076F74-5B50-242B-74CF-0952782C6D52}"/>
              </a:ext>
            </a:extLst>
          </p:cNvPr>
          <p:cNvSpPr/>
          <p:nvPr/>
        </p:nvSpPr>
        <p:spPr bwMode="gray">
          <a:xfrm>
            <a:off x="764970" y="2791026"/>
            <a:ext cx="2379906" cy="3254828"/>
          </a:xfrm>
          <a:prstGeom prst="rect">
            <a:avLst/>
          </a:prstGeom>
          <a:solidFill>
            <a:schemeClr val="bg1"/>
          </a:solidFill>
          <a:ln w="19050" algn="ctr">
            <a:noFill/>
            <a:miter lim="800000"/>
            <a:headEnd/>
            <a:tailEnd/>
          </a:ln>
        </p:spPr>
        <p:txBody>
          <a:bodyPr wrap="square" lIns="88900" tIns="88900" rIns="88900" bIns="88900" rtlCol="0" anchor="t"/>
          <a:lstStyle/>
          <a:p>
            <a:pPr>
              <a:lnSpc>
                <a:spcPct val="106000"/>
              </a:lnSpc>
              <a:buFont typeface="Wingdings 2" pitchFamily="18" charset="2"/>
              <a:buNone/>
            </a:pPr>
            <a:r>
              <a:rPr lang="en-AU" sz="1050" b="1" kern="0" dirty="0">
                <a:solidFill>
                  <a:srgbClr val="438E86"/>
                </a:solidFill>
                <a:ea typeface="Open Sans Light" panose="020B0306030504020204" pitchFamily="34" charset="0"/>
                <a:cs typeface="Arial" panose="020B0604020202020204" pitchFamily="34" charset="0"/>
              </a:rPr>
              <a:t>Indicative MIS reports</a:t>
            </a:r>
            <a:endParaRPr lang="en-AU" sz="1050" b="1" kern="0" dirty="0">
              <a:solidFill>
                <a:prstClr val="black">
                  <a:lumMod val="65000"/>
                  <a:lumOff val="35000"/>
                </a:prstClr>
              </a:solidFill>
              <a:ea typeface="Open Sans Light" panose="020B0306030504020204" pitchFamily="34" charset="0"/>
              <a:cs typeface="Arial" panose="020B0604020202020204" pitchFamily="34" charset="0"/>
            </a:endParaRPr>
          </a:p>
          <a:p>
            <a:pPr marL="171450" marR="0" lvl="0" indent="-171450" fontAlgn="auto">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Development and integration of 'Bulk Energy Bill Payment System' module in consumer Portal.</a:t>
            </a:r>
          </a:p>
          <a:p>
            <a:pPr marL="171450" marR="0" lvl="0" indent="-171450" fontAlgn="auto">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Development and web-integration of Live Feeder Tracking System.</a:t>
            </a:r>
          </a:p>
          <a:p>
            <a:pPr marL="171450" marR="0" lvl="0" indent="-171450" fontAlgn="auto">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Creation of PSS login, dashboard for Power Sub-Station</a:t>
            </a:r>
          </a:p>
          <a:p>
            <a:pPr marL="171450" marR="0" lvl="0" indent="-171450" fontAlgn="auto">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Development of applications like 'Know your </a:t>
            </a:r>
            <a:r>
              <a:rPr lang="en-US" sz="1100" dirty="0" err="1">
                <a:solidFill>
                  <a:srgbClr val="374151"/>
                </a:solidFill>
              </a:rPr>
              <a:t>Urja</a:t>
            </a:r>
            <a:r>
              <a:rPr lang="en-US" sz="1100" dirty="0">
                <a:solidFill>
                  <a:srgbClr val="374151"/>
                </a:solidFill>
              </a:rPr>
              <a:t> Mitra' and 'Consumer KYC updating’.</a:t>
            </a:r>
          </a:p>
          <a:p>
            <a:pPr marL="171450" marR="0" lvl="0" indent="-171450" fontAlgn="auto">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database migration of Rural Consumers from 2018 to 2021</a:t>
            </a:r>
          </a:p>
          <a:p>
            <a:pPr marL="171450" marR="0" lvl="0" indent="-171450" fontAlgn="auto">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Enhancing JBVNL website with various plug-ins and UI enhancement</a:t>
            </a:r>
          </a:p>
          <a:p>
            <a:pPr marL="171450" marR="0" lvl="0" indent="-171450" fontAlgn="auto">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Maintenance support to 'Suvidha', the New Connection Portal of JBVNL.</a:t>
            </a:r>
          </a:p>
          <a:p>
            <a:pPr marL="171450" marR="0" lvl="0" indent="-171450" fontAlgn="auto">
              <a:lnSpc>
                <a:spcPct val="106000"/>
              </a:lnSpc>
              <a:spcBef>
                <a:spcPts val="0"/>
              </a:spcBef>
              <a:spcAft>
                <a:spcPts val="0"/>
              </a:spcAft>
              <a:buClrTx/>
              <a:buSzTx/>
              <a:buFont typeface="Arial" panose="020B0604020202020204" pitchFamily="34" charset="0"/>
              <a:buChar char="•"/>
              <a:tabLst/>
              <a:defRPr/>
            </a:pPr>
            <a:endParaRPr lang="en-US" sz="1100" dirty="0">
              <a:solidFill>
                <a:srgbClr val="374151"/>
              </a:solidFill>
            </a:endParaRPr>
          </a:p>
        </p:txBody>
      </p:sp>
      <p:sp>
        <p:nvSpPr>
          <p:cNvPr id="16" name="Rounded Rectangle 36">
            <a:extLst>
              <a:ext uri="{FF2B5EF4-FFF2-40B4-BE49-F238E27FC236}">
                <a16:creationId xmlns:a16="http://schemas.microsoft.com/office/drawing/2014/main" id="{434E3428-0F36-D2F8-D125-DDBAFC44C0C3}"/>
              </a:ext>
            </a:extLst>
          </p:cNvPr>
          <p:cNvSpPr/>
          <p:nvPr>
            <p:custDataLst>
              <p:tags r:id="rId3"/>
            </p:custDataLst>
          </p:nvPr>
        </p:nvSpPr>
        <p:spPr bwMode="auto">
          <a:xfrm>
            <a:off x="670758" y="2400033"/>
            <a:ext cx="2399977" cy="420880"/>
          </a:xfrm>
          <a:prstGeom prst="roundRect">
            <a:avLst/>
          </a:prstGeom>
          <a:solidFill>
            <a:schemeClr val="bg1"/>
          </a:solidFill>
          <a:ln w="12700" cap="rnd" cmpd="sng" algn="ctr">
            <a:solidFill>
              <a:schemeClr val="accent2"/>
            </a:solidFill>
            <a:prstDash val="solid"/>
          </a:ln>
          <a:effectLst/>
        </p:spPr>
        <p:txBody>
          <a:bodyPr lIns="288000" tIns="37070" rIns="37070" bIns="37070" rtlCol="0" anchor="ctr"/>
          <a:lstStyle/>
          <a:p>
            <a:pPr eaLnBrk="0" fontAlgn="base" hangingPunct="0">
              <a:lnSpc>
                <a:spcPct val="106000"/>
              </a:lnSpc>
              <a:spcBef>
                <a:spcPct val="50000"/>
              </a:spcBef>
              <a:spcAft>
                <a:spcPct val="0"/>
              </a:spcAft>
              <a:buSzPct val="100000"/>
              <a:buFont typeface="Wingdings 2" pitchFamily="18" charset="2"/>
              <a:buNone/>
              <a:defRPr/>
            </a:pPr>
            <a:r>
              <a:rPr lang="en-IN" sz="1200" b="1" kern="0">
                <a:solidFill>
                  <a:prstClr val="black">
                    <a:lumMod val="75000"/>
                    <a:lumOff val="25000"/>
                  </a:prstClr>
                </a:solidFill>
                <a:ea typeface="Open Sans Light" panose="020B0306030504020204" pitchFamily="34" charset="0"/>
                <a:cs typeface="Open Sans Light" panose="020B0306030504020204" pitchFamily="34" charset="0"/>
              </a:rPr>
              <a:t>Scope of Work</a:t>
            </a:r>
            <a:endParaRPr lang="en-US" sz="1200" b="1" kern="0">
              <a:solidFill>
                <a:prstClr val="black">
                  <a:lumMod val="75000"/>
                  <a:lumOff val="25000"/>
                </a:prstClr>
              </a:solidFill>
              <a:ea typeface="Open Sans Light" panose="020B0306030504020204" pitchFamily="34" charset="0"/>
              <a:cs typeface="Open Sans Light" panose="020B0306030504020204" pitchFamily="34" charset="0"/>
            </a:endParaRPr>
          </a:p>
        </p:txBody>
      </p:sp>
      <p:sp>
        <p:nvSpPr>
          <p:cNvPr id="17" name="Rectangle 16">
            <a:extLst>
              <a:ext uri="{FF2B5EF4-FFF2-40B4-BE49-F238E27FC236}">
                <a16:creationId xmlns:a16="http://schemas.microsoft.com/office/drawing/2014/main" id="{AC1D0EE4-7E81-5E1A-E318-A8080B069C43}"/>
              </a:ext>
            </a:extLst>
          </p:cNvPr>
          <p:cNvSpPr/>
          <p:nvPr/>
        </p:nvSpPr>
        <p:spPr bwMode="gray">
          <a:xfrm>
            <a:off x="3476752" y="2787033"/>
            <a:ext cx="2826367" cy="3618733"/>
          </a:xfrm>
          <a:prstGeom prst="rect">
            <a:avLst/>
          </a:prstGeom>
          <a:solidFill>
            <a:schemeClr val="bg1"/>
          </a:solidFill>
          <a:ln w="19050" algn="ctr">
            <a:noFill/>
            <a:miter lim="800000"/>
            <a:headEnd/>
            <a:tailEnd/>
          </a:ln>
        </p:spPr>
        <p:txBody>
          <a:bodyPr wrap="square" lIns="88900" tIns="88900" rIns="88900" bIns="88900" rtlCol="0" anchor="t"/>
          <a:lstStyle/>
          <a:p>
            <a:pPr>
              <a:lnSpc>
                <a:spcPct val="106000"/>
              </a:lnSpc>
              <a:buFont typeface="Wingdings 2" pitchFamily="18" charset="2"/>
              <a:buNone/>
            </a:pPr>
            <a:r>
              <a:rPr lang="en-US" sz="1100" b="1" kern="0" dirty="0">
                <a:solidFill>
                  <a:srgbClr val="438E86"/>
                </a:solidFill>
                <a:ea typeface="Open Sans Light" panose="020B0306030504020204" pitchFamily="34" charset="0"/>
                <a:cs typeface="Arial" panose="020B0604020202020204" pitchFamily="34" charset="0"/>
              </a:rPr>
              <a:t>Indicative MIS Dashboard &amp; Reporting</a:t>
            </a:r>
          </a:p>
          <a:p>
            <a:pPr>
              <a:lnSpc>
                <a:spcPct val="106000"/>
              </a:lnSpc>
              <a:buFont typeface="Wingdings 2" pitchFamily="18" charset="2"/>
              <a:buNone/>
            </a:pPr>
            <a:r>
              <a:rPr lang="en-US" sz="1100" dirty="0">
                <a:solidFill>
                  <a:srgbClr val="374151"/>
                </a:solidFill>
              </a:rPr>
              <a:t>Regular collation and analysis of MIS-related data, aiding in document and presentation preparation for internal and external reviews, including central agencies.</a:t>
            </a:r>
          </a:p>
          <a:p>
            <a:pPr>
              <a:lnSpc>
                <a:spcPct val="106000"/>
              </a:lnSpc>
              <a:buFont typeface="Wingdings 2" pitchFamily="18" charset="2"/>
              <a:buNone/>
            </a:pPr>
            <a:r>
              <a:rPr lang="en-US" sz="1100" dirty="0">
                <a:solidFill>
                  <a:srgbClr val="374151"/>
                </a:solidFill>
              </a:rPr>
              <a:t>Some of the modules that were covered: </a:t>
            </a:r>
          </a:p>
          <a:p>
            <a:pPr marL="171450" indent="-171450">
              <a:lnSpc>
                <a:spcPct val="106000"/>
              </a:lnSpc>
              <a:buFont typeface="Arial" panose="020B0604020202020204" pitchFamily="34" charset="0"/>
              <a:buChar char="•"/>
              <a:defRPr/>
            </a:pPr>
            <a:r>
              <a:rPr lang="en-US" sz="1100" dirty="0">
                <a:solidFill>
                  <a:srgbClr val="374151"/>
                </a:solidFill>
              </a:rPr>
              <a:t>Camp (New Connection, Modification, Bill Collection, Grievances), Feeder meter status, DT metering status , Theft, Online New Services connection, Complain management, CMS Website</a:t>
            </a:r>
          </a:p>
          <a:p>
            <a:pPr marR="0" lvl="0" fontAlgn="auto">
              <a:lnSpc>
                <a:spcPct val="106000"/>
              </a:lnSpc>
              <a:spcBef>
                <a:spcPts val="0"/>
              </a:spcBef>
              <a:spcAft>
                <a:spcPts val="0"/>
              </a:spcAft>
              <a:buClrTx/>
              <a:buSzTx/>
              <a:tabLst/>
              <a:defRPr/>
            </a:pPr>
            <a:r>
              <a:rPr lang="en-US" sz="1100" b="1" kern="0" dirty="0">
                <a:solidFill>
                  <a:srgbClr val="438E86"/>
                </a:solidFill>
                <a:ea typeface="Open Sans Light" panose="020B0306030504020204" pitchFamily="34" charset="0"/>
                <a:cs typeface="Arial" panose="020B0604020202020204" pitchFamily="34" charset="0"/>
              </a:rPr>
              <a:t>Training and</a:t>
            </a:r>
            <a:r>
              <a:rPr kumimoji="0" lang="en-US" sz="1100" b="0" i="0" u="none" strike="noStrike" kern="0" cap="none" spc="0" normalizeH="0" baseline="0" noProof="0" dirty="0">
                <a:ln>
                  <a:noFill/>
                </a:ln>
                <a:solidFill>
                  <a:prstClr val="black">
                    <a:lumMod val="65000"/>
                    <a:lumOff val="35000"/>
                  </a:prstClr>
                </a:solidFill>
                <a:effectLst/>
                <a:uLnTx/>
                <a:uFillTx/>
                <a:ea typeface="Open Sans Light" panose="020B0306030504020204" pitchFamily="34" charset="0"/>
                <a:cs typeface="Arial" panose="020B0604020202020204" pitchFamily="34" charset="0"/>
              </a:rPr>
              <a:t> </a:t>
            </a:r>
            <a:r>
              <a:rPr lang="en-US" sz="1100" b="1" kern="0" dirty="0">
                <a:solidFill>
                  <a:srgbClr val="438E86"/>
                </a:solidFill>
                <a:ea typeface="Open Sans Light" panose="020B0306030504020204" pitchFamily="34" charset="0"/>
                <a:cs typeface="Arial" panose="020B0604020202020204" pitchFamily="34" charset="0"/>
              </a:rPr>
              <a:t>Development</a:t>
            </a:r>
          </a:p>
          <a:p>
            <a:pPr marL="171450" marR="0" lvl="0" indent="-171450" algn="l" defTabSz="457200"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Identification and suggestion of training themes for employees based on class and functions.</a:t>
            </a:r>
          </a:p>
          <a:p>
            <a:pPr marL="171450" marR="0" lvl="0" indent="-171450" algn="l" defTabSz="457200"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Formulation of training calendars and collaboration with partner training institutes.</a:t>
            </a:r>
          </a:p>
          <a:p>
            <a:pPr marL="171450" marR="0" lvl="0" indent="-171450" algn="l" defTabSz="457200"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dirty="0">
                <a:solidFill>
                  <a:srgbClr val="374151"/>
                </a:solidFill>
              </a:rPr>
              <a:t>Monitoring the program execution as per the established training calendar.</a:t>
            </a:r>
          </a:p>
        </p:txBody>
      </p:sp>
      <p:sp>
        <p:nvSpPr>
          <p:cNvPr id="20" name="Rounded Rectangle 36">
            <a:extLst>
              <a:ext uri="{FF2B5EF4-FFF2-40B4-BE49-F238E27FC236}">
                <a16:creationId xmlns:a16="http://schemas.microsoft.com/office/drawing/2014/main" id="{70B77BBC-2D61-E78A-CBF6-37FE9BBC08C6}"/>
              </a:ext>
            </a:extLst>
          </p:cNvPr>
          <p:cNvSpPr/>
          <p:nvPr>
            <p:custDataLst>
              <p:tags r:id="rId4"/>
            </p:custDataLst>
          </p:nvPr>
        </p:nvSpPr>
        <p:spPr bwMode="auto">
          <a:xfrm>
            <a:off x="3450249" y="2396041"/>
            <a:ext cx="2714174" cy="420880"/>
          </a:xfrm>
          <a:prstGeom prst="roundRect">
            <a:avLst/>
          </a:prstGeom>
          <a:solidFill>
            <a:schemeClr val="bg1"/>
          </a:solidFill>
          <a:ln w="12700" cap="rnd" cmpd="sng" algn="ctr">
            <a:solidFill>
              <a:schemeClr val="accent2"/>
            </a:solidFill>
            <a:prstDash val="solid"/>
          </a:ln>
          <a:effectLst/>
        </p:spPr>
        <p:txBody>
          <a:bodyPr lIns="288000" tIns="37070" rIns="37070" bIns="37070" rtlCol="0" anchor="ctr"/>
          <a:lstStyle/>
          <a:p>
            <a:pPr eaLnBrk="0" fontAlgn="base" hangingPunct="0">
              <a:lnSpc>
                <a:spcPct val="106000"/>
              </a:lnSpc>
              <a:spcBef>
                <a:spcPct val="50000"/>
              </a:spcBef>
              <a:spcAft>
                <a:spcPct val="0"/>
              </a:spcAft>
              <a:buSzPct val="100000"/>
              <a:buFont typeface="Wingdings 2" pitchFamily="18" charset="2"/>
              <a:buNone/>
              <a:defRPr/>
            </a:pPr>
            <a:r>
              <a:rPr lang="en-US" sz="1200" b="1" kern="0" dirty="0">
                <a:solidFill>
                  <a:prstClr val="black">
                    <a:lumMod val="75000"/>
                    <a:lumOff val="25000"/>
                  </a:prstClr>
                </a:solidFill>
                <a:ea typeface="Open Sans Light" panose="020B0306030504020204" pitchFamily="34" charset="0"/>
                <a:cs typeface="Open Sans Light" panose="020B0306030504020204" pitchFamily="34" charset="0"/>
              </a:rPr>
              <a:t>MIS Dashboard development</a:t>
            </a:r>
          </a:p>
        </p:txBody>
      </p:sp>
      <p:cxnSp>
        <p:nvCxnSpPr>
          <p:cNvPr id="21" name="Straight Connector 20">
            <a:extLst>
              <a:ext uri="{FF2B5EF4-FFF2-40B4-BE49-F238E27FC236}">
                <a16:creationId xmlns:a16="http://schemas.microsoft.com/office/drawing/2014/main" id="{2C86F8AB-6107-BF79-0F5D-521FBEF020C8}"/>
              </a:ext>
            </a:extLst>
          </p:cNvPr>
          <p:cNvCxnSpPr>
            <a:cxnSpLocks/>
          </p:cNvCxnSpPr>
          <p:nvPr/>
        </p:nvCxnSpPr>
        <p:spPr>
          <a:xfrm>
            <a:off x="696389" y="2845396"/>
            <a:ext cx="1" cy="3525760"/>
          </a:xfrm>
          <a:prstGeom prst="line">
            <a:avLst/>
          </a:prstGeom>
          <a:ln>
            <a:solidFill>
              <a:srgbClr val="428C84"/>
            </a:solidFill>
            <a:prstDash val="sysDash"/>
          </a:ln>
        </p:spPr>
        <p:style>
          <a:lnRef idx="1">
            <a:schemeClr val="accent1"/>
          </a:lnRef>
          <a:fillRef idx="0">
            <a:schemeClr val="accent1"/>
          </a:fillRef>
          <a:effectRef idx="0">
            <a:schemeClr val="accent1"/>
          </a:effectRef>
          <a:fontRef idx="minor">
            <a:schemeClr val="tx1"/>
          </a:fontRef>
        </p:style>
      </p:cxnSp>
      <p:sp>
        <p:nvSpPr>
          <p:cNvPr id="36" name="Flowchart: Connector 35">
            <a:extLst>
              <a:ext uri="{FF2B5EF4-FFF2-40B4-BE49-F238E27FC236}">
                <a16:creationId xmlns:a16="http://schemas.microsoft.com/office/drawing/2014/main" id="{20F117D7-FB50-0968-ADAF-23DEE76F8FA4}"/>
              </a:ext>
            </a:extLst>
          </p:cNvPr>
          <p:cNvSpPr/>
          <p:nvPr/>
        </p:nvSpPr>
        <p:spPr bwMode="gray">
          <a:xfrm>
            <a:off x="627809" y="6233996"/>
            <a:ext cx="137160" cy="137160"/>
          </a:xfrm>
          <a:prstGeom prst="flowChartConnector">
            <a:avLst/>
          </a:prstGeom>
          <a:solidFill>
            <a:schemeClr val="bg1"/>
          </a:solidFill>
          <a:ln w="19050" algn="ctr">
            <a:solidFill>
              <a:srgbClr val="428C84"/>
            </a:solidFill>
            <a:miter lim="800000"/>
            <a:headEnd/>
            <a:tailEnd/>
          </a:ln>
        </p:spPr>
        <p:txBody>
          <a:bodyPr wrap="square" lIns="88900" tIns="88900" rIns="88900" bIns="88900"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lnSpc>
                <a:spcPct val="106000"/>
              </a:lnSpc>
              <a:buFont typeface="Wingdings 2" pitchFamily="18" charset="2"/>
              <a:buNone/>
            </a:pPr>
            <a:endParaRPr lang="en-US" sz="1600" b="1">
              <a:solidFill>
                <a:prstClr val="white"/>
              </a:solidFill>
            </a:endParaRPr>
          </a:p>
        </p:txBody>
      </p:sp>
      <p:cxnSp>
        <p:nvCxnSpPr>
          <p:cNvPr id="37" name="Straight Connector 36">
            <a:extLst>
              <a:ext uri="{FF2B5EF4-FFF2-40B4-BE49-F238E27FC236}">
                <a16:creationId xmlns:a16="http://schemas.microsoft.com/office/drawing/2014/main" id="{DCCC6B4F-E6BB-9CC1-2888-46859B99ED9A}"/>
              </a:ext>
            </a:extLst>
          </p:cNvPr>
          <p:cNvCxnSpPr>
            <a:cxnSpLocks/>
          </p:cNvCxnSpPr>
          <p:nvPr/>
        </p:nvCxnSpPr>
        <p:spPr>
          <a:xfrm>
            <a:off x="3458693" y="2842119"/>
            <a:ext cx="1" cy="3525760"/>
          </a:xfrm>
          <a:prstGeom prst="line">
            <a:avLst/>
          </a:prstGeom>
          <a:ln>
            <a:solidFill>
              <a:srgbClr val="428C84"/>
            </a:solidFill>
            <a:prstDash val="sysDash"/>
          </a:ln>
        </p:spPr>
        <p:style>
          <a:lnRef idx="1">
            <a:schemeClr val="accent1"/>
          </a:lnRef>
          <a:fillRef idx="0">
            <a:schemeClr val="accent1"/>
          </a:fillRef>
          <a:effectRef idx="0">
            <a:schemeClr val="accent1"/>
          </a:effectRef>
          <a:fontRef idx="minor">
            <a:schemeClr val="tx1"/>
          </a:fontRef>
        </p:style>
      </p:cxnSp>
      <p:sp>
        <p:nvSpPr>
          <p:cNvPr id="39" name="Flowchart: Connector 38">
            <a:extLst>
              <a:ext uri="{FF2B5EF4-FFF2-40B4-BE49-F238E27FC236}">
                <a16:creationId xmlns:a16="http://schemas.microsoft.com/office/drawing/2014/main" id="{96B05B9C-E9FD-9AC2-6427-FA5297717D43}"/>
              </a:ext>
            </a:extLst>
          </p:cNvPr>
          <p:cNvSpPr/>
          <p:nvPr/>
        </p:nvSpPr>
        <p:spPr bwMode="gray">
          <a:xfrm>
            <a:off x="3390113" y="6230719"/>
            <a:ext cx="137160" cy="137160"/>
          </a:xfrm>
          <a:prstGeom prst="flowChartConnector">
            <a:avLst/>
          </a:prstGeom>
          <a:solidFill>
            <a:schemeClr val="bg1"/>
          </a:solidFill>
          <a:ln w="19050" algn="ctr">
            <a:solidFill>
              <a:srgbClr val="428C84"/>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prstClr val="white"/>
              </a:solidFill>
            </a:endParaRPr>
          </a:p>
        </p:txBody>
      </p:sp>
      <p:sp>
        <p:nvSpPr>
          <p:cNvPr id="40" name="Oval 39">
            <a:extLst>
              <a:ext uri="{FF2B5EF4-FFF2-40B4-BE49-F238E27FC236}">
                <a16:creationId xmlns:a16="http://schemas.microsoft.com/office/drawing/2014/main" id="{0C657D7B-FC71-1C5B-6DD9-336BE184887B}"/>
              </a:ext>
            </a:extLst>
          </p:cNvPr>
          <p:cNvSpPr>
            <a:spLocks noChangeAspect="1"/>
          </p:cNvSpPr>
          <p:nvPr/>
        </p:nvSpPr>
        <p:spPr>
          <a:xfrm>
            <a:off x="441984" y="2405596"/>
            <a:ext cx="430147" cy="459916"/>
          </a:xfrm>
          <a:prstGeom prst="ellipse">
            <a:avLst/>
          </a:prstGeom>
          <a:solidFill>
            <a:srgbClr val="FFFFFF"/>
          </a:solidFill>
          <a:ln w="12700" cap="rnd" cmpd="sng" algn="ctr">
            <a:solidFill>
              <a:schemeClr val="accent2"/>
            </a:solidFill>
            <a:prstDash val="solid"/>
          </a:ln>
          <a:effectLst/>
        </p:spPr>
        <p:txBody>
          <a:bodyPr lIns="45688" tIns="45688" rIns="45688" bIns="45688" rtlCol="0" anchor="ctr"/>
          <a:lstStyle/>
          <a:p>
            <a:pPr algn="ctr" defTabSz="387745" fontAlgn="base">
              <a:spcBef>
                <a:spcPct val="50000"/>
              </a:spcBef>
              <a:spcAft>
                <a:spcPct val="0"/>
              </a:spcAft>
              <a:defRPr/>
            </a:pPr>
            <a:endParaRPr lang="en-AU" sz="500" kern="0">
              <a:solidFill>
                <a:prstClr val="black">
                  <a:lumMod val="75000"/>
                  <a:lumOff val="25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41" name="Picture 3" descr="C:\Users\pkanaran\Documents\My Work\CREATIVE\Icons\Maintenance.png">
            <a:hlinkClick r:id="" action="ppaction://noaction"/>
            <a:extLst>
              <a:ext uri="{FF2B5EF4-FFF2-40B4-BE49-F238E27FC236}">
                <a16:creationId xmlns:a16="http://schemas.microsoft.com/office/drawing/2014/main" id="{9F3292B0-155C-5DE5-9717-E406B128D03B}"/>
              </a:ext>
            </a:extLst>
          </p:cNvPr>
          <p:cNvPicPr>
            <a:picLocks noChangeAspect="1" noChangeArrowheads="1"/>
          </p:cNvPicPr>
          <p:nvPr/>
        </p:nvPicPr>
        <p:blipFill>
          <a:blip r:embed="rId9" cstate="screen">
            <a:extLst>
              <a:ext uri="{28A0092B-C50C-407E-A947-70E740481C1C}">
                <a14:useLocalDpi xmlns:a14="http://schemas.microsoft.com/office/drawing/2010/main" val="0"/>
              </a:ext>
            </a:extLst>
          </a:blip>
          <a:srcRect/>
          <a:stretch>
            <a:fillRect/>
          </a:stretch>
        </p:blipFill>
        <p:spPr bwMode="auto">
          <a:xfrm>
            <a:off x="527398" y="2487272"/>
            <a:ext cx="268026" cy="280587"/>
          </a:xfrm>
          <a:prstGeom prst="rect">
            <a:avLst/>
          </a:prstGeom>
          <a:noFill/>
          <a:ln>
            <a:solidFill>
              <a:schemeClr val="accent2"/>
            </a:solidFill>
          </a:ln>
          <a:extLst>
            <a:ext uri="{909E8E84-426E-40dd-AFC4-6F175D3DCCD1}">
              <a14:hiddenFill xmlns:a14="http://schemas.microsoft.com/office/drawing/2010/main" xmlns="">
                <a:solidFill>
                  <a:srgbClr val="FFFFFF"/>
                </a:solidFill>
              </a14:hiddenFill>
            </a:ext>
          </a:extLst>
        </p:spPr>
      </p:pic>
      <p:sp>
        <p:nvSpPr>
          <p:cNvPr id="42" name="Oval 41">
            <a:extLst>
              <a:ext uri="{FF2B5EF4-FFF2-40B4-BE49-F238E27FC236}">
                <a16:creationId xmlns:a16="http://schemas.microsoft.com/office/drawing/2014/main" id="{883D974E-5DA9-2F11-5C80-DCA20F0A9F6B}"/>
              </a:ext>
            </a:extLst>
          </p:cNvPr>
          <p:cNvSpPr>
            <a:spLocks noChangeAspect="1"/>
          </p:cNvSpPr>
          <p:nvPr/>
        </p:nvSpPr>
        <p:spPr>
          <a:xfrm>
            <a:off x="3185087" y="2411446"/>
            <a:ext cx="473467" cy="459916"/>
          </a:xfrm>
          <a:prstGeom prst="ellipse">
            <a:avLst/>
          </a:prstGeom>
          <a:solidFill>
            <a:srgbClr val="FFFFFF"/>
          </a:solidFill>
          <a:ln w="12700" cap="rnd" cmpd="sng" algn="ctr">
            <a:solidFill>
              <a:schemeClr val="accent2"/>
            </a:solidFill>
            <a:prstDash val="solid"/>
          </a:ln>
          <a:effectLst/>
        </p:spPr>
        <p:txBody>
          <a:bodyPr lIns="45688" tIns="45688" rIns="45688" bIns="45688" rtlCol="0" anchor="ctr"/>
          <a:lstStyle/>
          <a:p>
            <a:pPr algn="ctr" defTabSz="387745" fontAlgn="base">
              <a:spcBef>
                <a:spcPct val="50000"/>
              </a:spcBef>
              <a:spcAft>
                <a:spcPct val="0"/>
              </a:spcAft>
              <a:defRPr/>
            </a:pPr>
            <a:endParaRPr lang="en-AU" sz="500" kern="0">
              <a:solidFill>
                <a:prstClr val="black">
                  <a:lumMod val="75000"/>
                  <a:lumOff val="25000"/>
                </a:prst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43" name="Picture 7" descr="C:\Users\pkanaran\Documents\My Work\CREATIVE\Icons\User.png">
            <a:hlinkClick r:id="" action="ppaction://noaction"/>
            <a:extLst>
              <a:ext uri="{FF2B5EF4-FFF2-40B4-BE49-F238E27FC236}">
                <a16:creationId xmlns:a16="http://schemas.microsoft.com/office/drawing/2014/main" id="{FD971F90-F546-56BC-2DE3-5C68047A8C0F}"/>
              </a:ext>
            </a:extLst>
          </p:cNvPr>
          <p:cNvPicPr>
            <a:picLocks noChangeAspect="1" noChangeArrowheads="1"/>
          </p:cNvPicPr>
          <p:nvPr/>
        </p:nvPicPr>
        <p:blipFill>
          <a:blip r:embed="rId10" cstate="screen">
            <a:extLst>
              <a:ext uri="{28A0092B-C50C-407E-A947-70E740481C1C}">
                <a14:useLocalDpi xmlns:a14="http://schemas.microsoft.com/office/drawing/2010/main" val="0"/>
              </a:ext>
            </a:extLst>
          </a:blip>
          <a:srcRect/>
          <a:stretch>
            <a:fillRect/>
          </a:stretch>
        </p:blipFill>
        <p:spPr bwMode="auto">
          <a:xfrm>
            <a:off x="3313965" y="2533730"/>
            <a:ext cx="245455" cy="216000"/>
          </a:xfrm>
          <a:prstGeom prst="rect">
            <a:avLst/>
          </a:prstGeom>
          <a:noFill/>
          <a:extLst>
            <a:ext uri="{909E8E84-426E-40dd-AFC4-6F175D3DCCD1}">
              <a14:hiddenFill xmlns:a14="http://schemas.microsoft.com/office/drawing/2010/main" xmlns="">
                <a:solidFill>
                  <a:srgbClr val="FFFFFF"/>
                </a:solidFill>
              </a14:hiddenFill>
            </a:ext>
          </a:extLst>
        </p:spPr>
      </p:pic>
      <p:pic>
        <p:nvPicPr>
          <p:cNvPr id="44" name="Picture 43">
            <a:extLst>
              <a:ext uri="{FF2B5EF4-FFF2-40B4-BE49-F238E27FC236}">
                <a16:creationId xmlns:a16="http://schemas.microsoft.com/office/drawing/2014/main" id="{6330D5A0-5246-438A-EFE4-89D447249B43}"/>
              </a:ext>
            </a:extLst>
          </p:cNvPr>
          <p:cNvPicPr>
            <a:picLocks noChangeAspect="1"/>
          </p:cNvPicPr>
          <p:nvPr/>
        </p:nvPicPr>
        <p:blipFill rotWithShape="1">
          <a:blip r:embed="rId11"/>
          <a:srcRect t="4669"/>
          <a:stretch/>
        </p:blipFill>
        <p:spPr>
          <a:xfrm>
            <a:off x="6285352" y="2405597"/>
            <a:ext cx="4773316" cy="2455166"/>
          </a:xfrm>
          <a:prstGeom prst="rect">
            <a:avLst/>
          </a:prstGeom>
        </p:spPr>
      </p:pic>
      <p:pic>
        <p:nvPicPr>
          <p:cNvPr id="45" name="Picture 44">
            <a:extLst>
              <a:ext uri="{FF2B5EF4-FFF2-40B4-BE49-F238E27FC236}">
                <a16:creationId xmlns:a16="http://schemas.microsoft.com/office/drawing/2014/main" id="{A1D31014-C973-3DC1-9DF0-321D1E19D6F2}"/>
              </a:ext>
            </a:extLst>
          </p:cNvPr>
          <p:cNvPicPr>
            <a:picLocks noChangeAspect="1"/>
          </p:cNvPicPr>
          <p:nvPr/>
        </p:nvPicPr>
        <p:blipFill>
          <a:blip r:embed="rId12"/>
          <a:stretch>
            <a:fillRect/>
          </a:stretch>
        </p:blipFill>
        <p:spPr>
          <a:xfrm>
            <a:off x="6350661" y="4860763"/>
            <a:ext cx="4660464" cy="1475534"/>
          </a:xfrm>
          <a:prstGeom prst="rect">
            <a:avLst/>
          </a:prstGeom>
        </p:spPr>
      </p:pic>
      <p:sp>
        <p:nvSpPr>
          <p:cNvPr id="4" name="Rectangle 3">
            <a:extLst>
              <a:ext uri="{FF2B5EF4-FFF2-40B4-BE49-F238E27FC236}">
                <a16:creationId xmlns:a16="http://schemas.microsoft.com/office/drawing/2014/main" id="{C582C4E4-CDB3-0381-11FB-FF9A0C778902}"/>
              </a:ext>
            </a:extLst>
          </p:cNvPr>
          <p:cNvSpPr/>
          <p:nvPr/>
        </p:nvSpPr>
        <p:spPr>
          <a:xfrm>
            <a:off x="469900" y="1068901"/>
            <a:ext cx="10197267" cy="255722"/>
          </a:xfrm>
          <a:prstGeom prst="rect">
            <a:avLst/>
          </a:prstGeom>
          <a:solidFill>
            <a:srgbClr val="0097A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dirty="0"/>
              <a:t>Assisting JBVNL in undertaking various IT application development activities under the scope of Central Project Monitoring Unit </a:t>
            </a:r>
          </a:p>
        </p:txBody>
      </p:sp>
      <p:sp>
        <p:nvSpPr>
          <p:cNvPr id="7" name="Rectangle 6">
            <a:extLst>
              <a:ext uri="{FF2B5EF4-FFF2-40B4-BE49-F238E27FC236}">
                <a16:creationId xmlns:a16="http://schemas.microsoft.com/office/drawing/2014/main" id="{BDA536E9-D2E2-9703-6390-67E905DAD358}"/>
              </a:ext>
            </a:extLst>
          </p:cNvPr>
          <p:cNvSpPr/>
          <p:nvPr/>
        </p:nvSpPr>
        <p:spPr bwMode="gray">
          <a:xfrm>
            <a:off x="2065542" y="-4101"/>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Case Studies</a:t>
            </a:r>
          </a:p>
        </p:txBody>
      </p:sp>
      <p:sp>
        <p:nvSpPr>
          <p:cNvPr id="8" name="Freeform 15">
            <a:extLst>
              <a:ext uri="{FF2B5EF4-FFF2-40B4-BE49-F238E27FC236}">
                <a16:creationId xmlns:a16="http://schemas.microsoft.com/office/drawing/2014/main" id="{50FDCE12-4D55-5C1A-5F71-F0FFB35463D9}"/>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9" name="Freeform 16">
            <a:extLst>
              <a:ext uri="{FF2B5EF4-FFF2-40B4-BE49-F238E27FC236}">
                <a16:creationId xmlns:a16="http://schemas.microsoft.com/office/drawing/2014/main" id="{7C4F6CFB-481E-751C-C2EF-82E7D744388D}"/>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0" name="Freeform 6">
            <a:extLst>
              <a:ext uri="{FF2B5EF4-FFF2-40B4-BE49-F238E27FC236}">
                <a16:creationId xmlns:a16="http://schemas.microsoft.com/office/drawing/2014/main" id="{F980DD31-1860-0818-7147-09FB8499DF43}"/>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4" name="Freeform 6">
            <a:extLst>
              <a:ext uri="{FF2B5EF4-FFF2-40B4-BE49-F238E27FC236}">
                <a16:creationId xmlns:a16="http://schemas.microsoft.com/office/drawing/2014/main" id="{09ED11CF-44D7-A475-C912-65053494D552}"/>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8" name="Freeform 15">
            <a:extLst>
              <a:ext uri="{FF2B5EF4-FFF2-40B4-BE49-F238E27FC236}">
                <a16:creationId xmlns:a16="http://schemas.microsoft.com/office/drawing/2014/main" id="{F2D767E7-FD05-3FED-86FD-0204A0FA1D77}"/>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9" name="Freeform 16">
            <a:extLst>
              <a:ext uri="{FF2B5EF4-FFF2-40B4-BE49-F238E27FC236}">
                <a16:creationId xmlns:a16="http://schemas.microsoft.com/office/drawing/2014/main" id="{A32D9292-CDB1-93C7-0A9C-537ED377BC02}"/>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22" name="Freeform 6">
            <a:extLst>
              <a:ext uri="{FF2B5EF4-FFF2-40B4-BE49-F238E27FC236}">
                <a16:creationId xmlns:a16="http://schemas.microsoft.com/office/drawing/2014/main" id="{0C7962AA-46B5-9316-FAF7-9F501BDFFDEC}"/>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23" name="Freeform 6">
            <a:extLst>
              <a:ext uri="{FF2B5EF4-FFF2-40B4-BE49-F238E27FC236}">
                <a16:creationId xmlns:a16="http://schemas.microsoft.com/office/drawing/2014/main" id="{01F6A566-5CD1-623A-CD1C-9F1BCC1DE3CA}"/>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1494811365"/>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think-cell data - do not delete" hidden="1">
            <a:extLst>
              <a:ext uri="{FF2B5EF4-FFF2-40B4-BE49-F238E27FC236}">
                <a16:creationId xmlns:a16="http://schemas.microsoft.com/office/drawing/2014/main" id="{682F9AB3-4A66-72EB-ECDD-AB8D6D0FA61D}"/>
              </a:ext>
            </a:extLst>
          </p:cNvPr>
          <p:cNvGraphicFramePr>
            <a:graphicFrameLocks noChangeAspect="1"/>
          </p:cNvGraphicFramePr>
          <p:nvPr>
            <p:custDataLst>
              <p:tags r:id="rId1"/>
            </p:custDataLst>
            <p:extLst>
              <p:ext uri="{D42A27DB-BD31-4B8C-83A1-F6EECF244321}">
                <p14:modId xmlns:p14="http://schemas.microsoft.com/office/powerpoint/2010/main" val="14243999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3" imgH="473" progId="TCLayout.ActiveDocument.1">
                  <p:embed/>
                </p:oleObj>
              </mc:Choice>
              <mc:Fallback>
                <p:oleObj name="think-cell Slide" r:id="rId3" imgW="473" imgH="473" progId="TCLayout.ActiveDocument.1">
                  <p:embed/>
                  <p:pic>
                    <p:nvPicPr>
                      <p:cNvPr id="13" name="think-cell data - do not delete" hidden="1">
                        <a:extLst>
                          <a:ext uri="{FF2B5EF4-FFF2-40B4-BE49-F238E27FC236}">
                            <a16:creationId xmlns:a16="http://schemas.microsoft.com/office/drawing/2014/main" id="{682F9AB3-4A66-72EB-ECDD-AB8D6D0FA61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Box 4">
            <a:extLst>
              <a:ext uri="{FF2B5EF4-FFF2-40B4-BE49-F238E27FC236}">
                <a16:creationId xmlns:a16="http://schemas.microsoft.com/office/drawing/2014/main" id="{6D6285E0-2199-B688-4A9E-18E907D155BF}"/>
              </a:ext>
            </a:extLst>
          </p:cNvPr>
          <p:cNvSpPr txBox="1"/>
          <p:nvPr/>
        </p:nvSpPr>
        <p:spPr>
          <a:xfrm>
            <a:off x="447121" y="1143905"/>
            <a:ext cx="11086547" cy="461665"/>
          </a:xfrm>
          <a:prstGeom prst="rect">
            <a:avLst/>
          </a:prstGeom>
          <a:solidFill>
            <a:schemeClr val="bg1"/>
          </a:solidFill>
          <a:ln w="9525">
            <a:noFill/>
          </a:ln>
        </p:spPr>
        <p:style>
          <a:lnRef idx="2">
            <a:schemeClr val="dk1"/>
          </a:lnRef>
          <a:fillRef idx="1">
            <a:schemeClr val="lt1"/>
          </a:fillRef>
          <a:effectRef idx="0">
            <a:schemeClr val="dk1"/>
          </a:effectRef>
          <a:fontRef idx="minor">
            <a:schemeClr val="dk1"/>
          </a:fontRef>
        </p:style>
        <p:txBody>
          <a:bodyPr wrap="square">
            <a:spAutoFit/>
          </a:bodyPr>
          <a:lstStyle/>
          <a:p>
            <a:pPr rtl="0"/>
            <a:r>
              <a:rPr lang="en-US" sz="1200" dirty="0">
                <a:effectLst/>
              </a:rPr>
              <a:t>Standard Feature, Functionalities and Reports of SAP applicable to GRIDCO's business function as identified and agreed for implementation during requirement study/AS-IS-TO-BE study phase.</a:t>
            </a:r>
          </a:p>
        </p:txBody>
      </p:sp>
      <p:sp>
        <p:nvSpPr>
          <p:cNvPr id="6" name="TextBox 5">
            <a:extLst>
              <a:ext uri="{FF2B5EF4-FFF2-40B4-BE49-F238E27FC236}">
                <a16:creationId xmlns:a16="http://schemas.microsoft.com/office/drawing/2014/main" id="{A2E51AC0-9A46-CC29-B491-B68CE3730F1C}"/>
              </a:ext>
            </a:extLst>
          </p:cNvPr>
          <p:cNvSpPr txBox="1"/>
          <p:nvPr/>
        </p:nvSpPr>
        <p:spPr>
          <a:xfrm>
            <a:off x="8595481" y="4639891"/>
            <a:ext cx="2938187" cy="1277273"/>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wrap="square">
            <a:spAutoFit/>
          </a:bodyPr>
          <a:lstStyle/>
          <a:p>
            <a:pPr rtl="0"/>
            <a:r>
              <a:rPr lang="en-US" sz="1200" b="1">
                <a:effectLst/>
              </a:rPr>
              <a:t>Document Management System</a:t>
            </a:r>
            <a:endParaRPr lang="en-US" sz="1200">
              <a:effectLst/>
            </a:endParaRPr>
          </a:p>
          <a:p>
            <a:pPr rtl="0">
              <a:spcBef>
                <a:spcPts val="600"/>
              </a:spcBef>
            </a:pPr>
            <a:r>
              <a:rPr lang="en-US" sz="1200">
                <a:effectLst/>
              </a:rPr>
              <a:t>All the modules were integrated with Document Management System available in SAP S4 HANA to effectively manage and maintain official documents of GRIDCO.</a:t>
            </a:r>
            <a:br>
              <a:rPr lang="en-US" sz="1200"/>
            </a:br>
            <a:endParaRPr lang="en-US" sz="1200">
              <a:effectLst/>
            </a:endParaRPr>
          </a:p>
        </p:txBody>
      </p:sp>
      <p:sp>
        <p:nvSpPr>
          <p:cNvPr id="7" name="TextBox 6">
            <a:extLst>
              <a:ext uri="{FF2B5EF4-FFF2-40B4-BE49-F238E27FC236}">
                <a16:creationId xmlns:a16="http://schemas.microsoft.com/office/drawing/2014/main" id="{F7690C86-FD50-A513-52E7-E9B9B06722ED}"/>
              </a:ext>
            </a:extLst>
          </p:cNvPr>
          <p:cNvSpPr txBox="1"/>
          <p:nvPr/>
        </p:nvSpPr>
        <p:spPr>
          <a:xfrm>
            <a:off x="5023884" y="1898594"/>
            <a:ext cx="6509784" cy="2677656"/>
          </a:xfrm>
          <a:prstGeom prst="rect">
            <a:avLst/>
          </a:prstGeom>
          <a:solidFill>
            <a:schemeClr val="accent3">
              <a:lumMod val="20000"/>
              <a:lumOff val="80000"/>
            </a:schemeClr>
          </a:solidFill>
        </p:spPr>
        <p:style>
          <a:lnRef idx="2">
            <a:schemeClr val="accent2"/>
          </a:lnRef>
          <a:fillRef idx="1">
            <a:schemeClr val="lt1"/>
          </a:fillRef>
          <a:effectRef idx="0">
            <a:schemeClr val="accent2"/>
          </a:effectRef>
          <a:fontRef idx="minor">
            <a:schemeClr val="dk1"/>
          </a:fontRef>
        </p:style>
        <p:txBody>
          <a:bodyPr wrap="square">
            <a:spAutoFit/>
          </a:bodyPr>
          <a:lstStyle/>
          <a:p>
            <a:pPr rtl="0"/>
            <a:r>
              <a:rPr lang="en-US" sz="1200" b="1">
                <a:effectLst/>
              </a:rPr>
              <a:t>Capacity Building &amp; Change Management</a:t>
            </a:r>
            <a:endParaRPr lang="en-US" sz="1200">
              <a:effectLst/>
            </a:endParaRPr>
          </a:p>
          <a:p>
            <a:pPr rtl="0"/>
            <a:r>
              <a:rPr lang="en-US" sz="1200">
                <a:effectLst/>
              </a:rPr>
              <a:t>Ensured successful capacity building and smooth change management by flowing industry standard methodology. The exercise included the following:</a:t>
            </a:r>
          </a:p>
          <a:p>
            <a:r>
              <a:rPr lang="en-US" sz="1200" b="1">
                <a:effectLst/>
              </a:rPr>
              <a:t>Trainings</a:t>
            </a:r>
          </a:p>
          <a:p>
            <a:pPr marL="742950" lvl="1" indent="-285750">
              <a:buFont typeface="Wingdings" panose="05000000000000000000" pitchFamily="2" charset="2"/>
              <a:buChar char="q"/>
            </a:pPr>
            <a:r>
              <a:rPr lang="en-US" sz="1200">
                <a:effectLst/>
              </a:rPr>
              <a:t>Standard functional training to functional and IT team.</a:t>
            </a:r>
          </a:p>
          <a:p>
            <a:pPr marL="742950" lvl="1" indent="-285750">
              <a:buFont typeface="Wingdings" panose="05000000000000000000" pitchFamily="2" charset="2"/>
              <a:buChar char="q"/>
            </a:pPr>
            <a:r>
              <a:rPr lang="en-US" sz="1200">
                <a:effectLst/>
              </a:rPr>
              <a:t>Solution configuration training to functional and IT team</a:t>
            </a:r>
          </a:p>
          <a:p>
            <a:pPr marL="742950" lvl="1" indent="-285750">
              <a:buFont typeface="Wingdings" panose="05000000000000000000" pitchFamily="2" charset="2"/>
              <a:buChar char="q"/>
            </a:pPr>
            <a:r>
              <a:rPr lang="en-US" sz="1200">
                <a:effectLst/>
              </a:rPr>
              <a:t>End user training to all users of GRIDCO for operation of software.</a:t>
            </a:r>
          </a:p>
          <a:p>
            <a:pPr marL="742950" lvl="1" indent="-285750">
              <a:buFont typeface="Wingdings" panose="05000000000000000000" pitchFamily="2" charset="2"/>
              <a:buChar char="q"/>
            </a:pPr>
            <a:r>
              <a:rPr lang="en-US" sz="1200">
                <a:effectLst/>
              </a:rPr>
              <a:t>Technical training and system administration training to IT team.</a:t>
            </a:r>
          </a:p>
          <a:p>
            <a:pPr marL="742950" lvl="1" indent="-285750">
              <a:buFont typeface="Wingdings" panose="05000000000000000000" pitchFamily="2" charset="2"/>
              <a:buChar char="q"/>
            </a:pPr>
            <a:r>
              <a:rPr lang="en-US" sz="1200">
                <a:effectLst/>
              </a:rPr>
              <a:t>Overview training of ABAP and BASIC to IT team</a:t>
            </a:r>
          </a:p>
          <a:p>
            <a:pPr marL="285750" indent="-285750">
              <a:buFont typeface="Arial" panose="020B0604020202020204" pitchFamily="34" charset="0"/>
              <a:buChar char="•"/>
            </a:pPr>
            <a:r>
              <a:rPr lang="en-US" sz="1200" b="1">
                <a:effectLst/>
              </a:rPr>
              <a:t>Go-Live &amp; Stabilization</a:t>
            </a:r>
          </a:p>
          <a:p>
            <a:pPr rtl="0"/>
            <a:r>
              <a:rPr lang="en-US" sz="1200">
                <a:effectLst/>
              </a:rPr>
              <a:t>After successful migration following action were performed:</a:t>
            </a:r>
          </a:p>
          <a:p>
            <a:pPr marL="285750" indent="-285750" rtl="0">
              <a:buFont typeface="Wingdings" panose="05000000000000000000" pitchFamily="2" charset="2"/>
              <a:buChar char="q"/>
            </a:pPr>
            <a:r>
              <a:rPr lang="en-US" sz="1200">
                <a:effectLst/>
              </a:rPr>
              <a:t>Demonstration of all modules with real-time and live data (Including master data) of GRIDCO.</a:t>
            </a:r>
          </a:p>
          <a:p>
            <a:pPr marL="285750" indent="-285750" rtl="0">
              <a:buFont typeface="Wingdings" panose="05000000000000000000" pitchFamily="2" charset="2"/>
              <a:buChar char="q"/>
            </a:pPr>
            <a:r>
              <a:rPr lang="en-US" sz="1200">
                <a:effectLst/>
              </a:rPr>
              <a:t>Perform stabilization testing for a week.</a:t>
            </a:r>
          </a:p>
          <a:p>
            <a:pPr marL="285750" indent="-285750" rtl="0">
              <a:buFont typeface="Wingdings" panose="05000000000000000000" pitchFamily="2" charset="2"/>
              <a:buChar char="q"/>
            </a:pPr>
            <a:r>
              <a:rPr lang="en-US" sz="1200">
                <a:effectLst/>
              </a:rPr>
              <a:t>Post implementation support after end of stabilization period. </a:t>
            </a:r>
            <a:endParaRPr lang="en-US" sz="1200"/>
          </a:p>
        </p:txBody>
      </p:sp>
      <p:graphicFrame>
        <p:nvGraphicFramePr>
          <p:cNvPr id="8" name="Diagram 7">
            <a:extLst>
              <a:ext uri="{FF2B5EF4-FFF2-40B4-BE49-F238E27FC236}">
                <a16:creationId xmlns:a16="http://schemas.microsoft.com/office/drawing/2014/main" id="{C7058C09-3D18-3595-D14B-02DD95FADD62}"/>
              </a:ext>
            </a:extLst>
          </p:cNvPr>
          <p:cNvGraphicFramePr/>
          <p:nvPr>
            <p:extLst>
              <p:ext uri="{D42A27DB-BD31-4B8C-83A1-F6EECF244321}">
                <p14:modId xmlns:p14="http://schemas.microsoft.com/office/powerpoint/2010/main" val="2952479631"/>
              </p:ext>
            </p:extLst>
          </p:nvPr>
        </p:nvGraphicFramePr>
        <p:xfrm>
          <a:off x="469900" y="1900193"/>
          <a:ext cx="4412974" cy="3860252"/>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2" name="TextBox 1">
            <a:extLst>
              <a:ext uri="{FF2B5EF4-FFF2-40B4-BE49-F238E27FC236}">
                <a16:creationId xmlns:a16="http://schemas.microsoft.com/office/drawing/2014/main" id="{3D7210B5-A854-78DA-C231-2355E3BFE965}"/>
              </a:ext>
            </a:extLst>
          </p:cNvPr>
          <p:cNvSpPr txBox="1"/>
          <p:nvPr/>
        </p:nvSpPr>
        <p:spPr>
          <a:xfrm>
            <a:off x="5023884" y="4639890"/>
            <a:ext cx="3519487" cy="1277273"/>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wrap="square">
            <a:spAutoFit/>
          </a:bodyPr>
          <a:lstStyle/>
          <a:p>
            <a:pPr rtl="0">
              <a:spcAft>
                <a:spcPts val="600"/>
              </a:spcAft>
            </a:pPr>
            <a:r>
              <a:rPr lang="en-US" sz="1200" b="1" dirty="0">
                <a:effectLst/>
              </a:rPr>
              <a:t>Hosting &amp; Deployment</a:t>
            </a:r>
            <a:endParaRPr lang="en-US" sz="1200" dirty="0">
              <a:effectLst/>
            </a:endParaRPr>
          </a:p>
          <a:p>
            <a:pPr rtl="0">
              <a:buFont typeface="Arial" panose="020B0604020202020204" pitchFamily="34" charset="0"/>
              <a:buChar char="•"/>
            </a:pPr>
            <a:r>
              <a:rPr lang="en-US" sz="1200" dirty="0">
                <a:effectLst/>
              </a:rPr>
              <a:t>The software solution was hosted on-premises designated data center of GRIDCO.</a:t>
            </a:r>
          </a:p>
          <a:p>
            <a:pPr rtl="0">
              <a:buFont typeface="Arial" panose="020B0604020202020204" pitchFamily="34" charset="0"/>
              <a:buChar char="•"/>
            </a:pPr>
            <a:r>
              <a:rPr lang="en-US" sz="1200" dirty="0">
                <a:effectLst/>
              </a:rPr>
              <a:t>Develop and customized the software as per the requirement of GRIDCO in its own hosting infrastructure/cloud infrastructure.</a:t>
            </a:r>
          </a:p>
        </p:txBody>
      </p:sp>
      <p:sp>
        <p:nvSpPr>
          <p:cNvPr id="10" name="Text Placeholder 2">
            <a:extLst>
              <a:ext uri="{FF2B5EF4-FFF2-40B4-BE49-F238E27FC236}">
                <a16:creationId xmlns:a16="http://schemas.microsoft.com/office/drawing/2014/main" id="{A1E1F47A-0706-5865-2EB3-B2451D2CB197}"/>
              </a:ext>
            </a:extLst>
          </p:cNvPr>
          <p:cNvSpPr>
            <a:spLocks noGrp="1"/>
          </p:cNvSpPr>
          <p:nvPr>
            <p:ph type="body" sz="quarter" idx="13"/>
          </p:nvPr>
        </p:nvSpPr>
        <p:spPr>
          <a:xfrm>
            <a:off x="469900" y="736689"/>
            <a:ext cx="11252200" cy="407216"/>
          </a:xfrm>
        </p:spPr>
        <p:txBody>
          <a:bodyPr/>
          <a:lstStyle/>
          <a:p>
            <a:r>
              <a:rPr lang="en-US" sz="1800" dirty="0"/>
              <a:t>Implementing SAP-ERP System to Automate Processes and Facilitate Data Exchange for GRIDCO</a:t>
            </a:r>
            <a:endParaRPr lang="en-IN" sz="1800" dirty="0"/>
          </a:p>
        </p:txBody>
      </p:sp>
      <p:sp>
        <p:nvSpPr>
          <p:cNvPr id="11" name="Title 1">
            <a:extLst>
              <a:ext uri="{FF2B5EF4-FFF2-40B4-BE49-F238E27FC236}">
                <a16:creationId xmlns:a16="http://schemas.microsoft.com/office/drawing/2014/main" id="{FD00D3BD-0331-1E5A-B718-63D7E0BDD261}"/>
              </a:ext>
            </a:extLst>
          </p:cNvPr>
          <p:cNvSpPr>
            <a:spLocks noGrp="1"/>
          </p:cNvSpPr>
          <p:nvPr>
            <p:ph type="title"/>
          </p:nvPr>
        </p:nvSpPr>
        <p:spPr>
          <a:xfrm>
            <a:off x="469900" y="329473"/>
            <a:ext cx="11252200" cy="407215"/>
          </a:xfrm>
        </p:spPr>
        <p:txBody>
          <a:bodyPr vert="horz"/>
          <a:lstStyle/>
          <a:p>
            <a:r>
              <a:rPr lang="en-US" sz="2400" kern="1200" dirty="0">
                <a:solidFill>
                  <a:srgbClr val="000000"/>
                </a:solidFill>
                <a:effectLst/>
                <a:latin typeface="Calibri" panose="020F0502020204030204" pitchFamily="34" charset="0"/>
                <a:ea typeface="+mj-ea"/>
                <a:cs typeface="Calibri Light" panose="020F0302020204030204" pitchFamily="34" charset="0"/>
              </a:rPr>
              <a:t>Enhancing Power Trading Efficiency</a:t>
            </a:r>
            <a:endParaRPr lang="en-IN" sz="2400" dirty="0"/>
          </a:p>
        </p:txBody>
      </p:sp>
      <p:sp>
        <p:nvSpPr>
          <p:cNvPr id="18" name="Rectangle 17">
            <a:extLst>
              <a:ext uri="{FF2B5EF4-FFF2-40B4-BE49-F238E27FC236}">
                <a16:creationId xmlns:a16="http://schemas.microsoft.com/office/drawing/2014/main" id="{BFB973B7-1433-C90E-8BDB-1A89744BB00B}"/>
              </a:ext>
            </a:extLst>
          </p:cNvPr>
          <p:cNvSpPr/>
          <p:nvPr/>
        </p:nvSpPr>
        <p:spPr bwMode="gray">
          <a:xfrm>
            <a:off x="2065542" y="-4101"/>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Case Studies</a:t>
            </a:r>
          </a:p>
        </p:txBody>
      </p:sp>
      <p:sp>
        <p:nvSpPr>
          <p:cNvPr id="19" name="Freeform 15">
            <a:extLst>
              <a:ext uri="{FF2B5EF4-FFF2-40B4-BE49-F238E27FC236}">
                <a16:creationId xmlns:a16="http://schemas.microsoft.com/office/drawing/2014/main" id="{DB417DBA-2DF4-6404-65F1-97DFFB38F743}"/>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20" name="Freeform 16">
            <a:extLst>
              <a:ext uri="{FF2B5EF4-FFF2-40B4-BE49-F238E27FC236}">
                <a16:creationId xmlns:a16="http://schemas.microsoft.com/office/drawing/2014/main" id="{099A0A00-5A55-24D0-FB91-6CCA284996C9}"/>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21" name="Freeform 6">
            <a:extLst>
              <a:ext uri="{FF2B5EF4-FFF2-40B4-BE49-F238E27FC236}">
                <a16:creationId xmlns:a16="http://schemas.microsoft.com/office/drawing/2014/main" id="{68BB1385-D958-E6EC-E29A-FA9249F00F44}"/>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22" name="Freeform 6">
            <a:extLst>
              <a:ext uri="{FF2B5EF4-FFF2-40B4-BE49-F238E27FC236}">
                <a16:creationId xmlns:a16="http://schemas.microsoft.com/office/drawing/2014/main" id="{FFD8CABC-8DFA-838B-0A2C-B328057E76A2}"/>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23" name="Freeform 15">
            <a:extLst>
              <a:ext uri="{FF2B5EF4-FFF2-40B4-BE49-F238E27FC236}">
                <a16:creationId xmlns:a16="http://schemas.microsoft.com/office/drawing/2014/main" id="{BDF746D4-3533-4360-4C4C-C78AA9BF131B}"/>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24" name="Freeform 16">
            <a:extLst>
              <a:ext uri="{FF2B5EF4-FFF2-40B4-BE49-F238E27FC236}">
                <a16:creationId xmlns:a16="http://schemas.microsoft.com/office/drawing/2014/main" id="{872279F1-77D4-9D14-91C6-9D3F1FE9947C}"/>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25" name="Freeform 6">
            <a:extLst>
              <a:ext uri="{FF2B5EF4-FFF2-40B4-BE49-F238E27FC236}">
                <a16:creationId xmlns:a16="http://schemas.microsoft.com/office/drawing/2014/main" id="{66B6C277-BE33-A076-C6B1-0B01C72CDDDA}"/>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26" name="Freeform 6">
            <a:extLst>
              <a:ext uri="{FF2B5EF4-FFF2-40B4-BE49-F238E27FC236}">
                <a16:creationId xmlns:a16="http://schemas.microsoft.com/office/drawing/2014/main" id="{A2D2B2D5-4681-D06A-3DE9-F2581EC16A68}"/>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2907117000"/>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think-cell data - do not delete" hidden="1">
            <a:extLst>
              <a:ext uri="{FF2B5EF4-FFF2-40B4-BE49-F238E27FC236}">
                <a16:creationId xmlns:a16="http://schemas.microsoft.com/office/drawing/2014/main" id="{2F04B137-8D4E-8AA6-BFB3-F2F66441BBA6}"/>
              </a:ext>
            </a:extLst>
          </p:cNvPr>
          <p:cNvGraphicFramePr>
            <a:graphicFrameLocks noChangeAspect="1"/>
          </p:cNvGraphicFramePr>
          <p:nvPr>
            <p:custDataLst>
              <p:tags r:id="rId1"/>
            </p:custDataLst>
            <p:extLst>
              <p:ext uri="{D42A27DB-BD31-4B8C-83A1-F6EECF244321}">
                <p14:modId xmlns:p14="http://schemas.microsoft.com/office/powerpoint/2010/main" val="13582443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73" imgH="473" progId="TCLayout.ActiveDocument.1">
                  <p:embed/>
                </p:oleObj>
              </mc:Choice>
              <mc:Fallback>
                <p:oleObj name="think-cell Slide" r:id="rId3" imgW="473" imgH="473" progId="TCLayout.ActiveDocument.1">
                  <p:embed/>
                  <p:pic>
                    <p:nvPicPr>
                      <p:cNvPr id="16" name="think-cell data - do not delete" hidden="1">
                        <a:extLst>
                          <a:ext uri="{FF2B5EF4-FFF2-40B4-BE49-F238E27FC236}">
                            <a16:creationId xmlns:a16="http://schemas.microsoft.com/office/drawing/2014/main" id="{2F04B137-8D4E-8AA6-BFB3-F2F66441BBA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Rectangle 6">
            <a:extLst>
              <a:ext uri="{FF2B5EF4-FFF2-40B4-BE49-F238E27FC236}">
                <a16:creationId xmlns:a16="http://schemas.microsoft.com/office/drawing/2014/main" id="{528181EE-7275-7F9C-5D06-543370ACB08D}"/>
              </a:ext>
            </a:extLst>
          </p:cNvPr>
          <p:cNvSpPr/>
          <p:nvPr/>
        </p:nvSpPr>
        <p:spPr>
          <a:xfrm>
            <a:off x="469900" y="1092005"/>
            <a:ext cx="10197267" cy="25572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a:t>Implementation of Data Analytics Platform for Bureau of Indian Standards (BIS)</a:t>
            </a:r>
            <a:endParaRPr lang="en-ZA" sz="1200" b="1"/>
          </a:p>
        </p:txBody>
      </p:sp>
      <p:graphicFrame>
        <p:nvGraphicFramePr>
          <p:cNvPr id="5" name="Diagram 4">
            <a:extLst>
              <a:ext uri="{FF2B5EF4-FFF2-40B4-BE49-F238E27FC236}">
                <a16:creationId xmlns:a16="http://schemas.microsoft.com/office/drawing/2014/main" id="{BE4C340B-3CD4-9842-1A85-0B3659CFCCE8}"/>
              </a:ext>
            </a:extLst>
          </p:cNvPr>
          <p:cNvGraphicFramePr/>
          <p:nvPr>
            <p:extLst>
              <p:ext uri="{D42A27DB-BD31-4B8C-83A1-F6EECF244321}">
                <p14:modId xmlns:p14="http://schemas.microsoft.com/office/powerpoint/2010/main" val="2124241916"/>
              </p:ext>
            </p:extLst>
          </p:nvPr>
        </p:nvGraphicFramePr>
        <p:xfrm>
          <a:off x="514939" y="1490672"/>
          <a:ext cx="3690014" cy="484301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pic>
        <p:nvPicPr>
          <p:cNvPr id="21" name="Picture 20">
            <a:extLst>
              <a:ext uri="{FF2B5EF4-FFF2-40B4-BE49-F238E27FC236}">
                <a16:creationId xmlns:a16="http://schemas.microsoft.com/office/drawing/2014/main" id="{756F748D-17FC-34B7-ECE4-F0C2A0792C21}"/>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4548146" y="1921368"/>
            <a:ext cx="4176226" cy="2252860"/>
          </a:xfrm>
          <a:prstGeom prst="rect">
            <a:avLst/>
          </a:prstGeom>
        </p:spPr>
      </p:pic>
      <p:sp>
        <p:nvSpPr>
          <p:cNvPr id="22" name="TextBox 2">
            <a:extLst>
              <a:ext uri="{FF2B5EF4-FFF2-40B4-BE49-F238E27FC236}">
                <a16:creationId xmlns:a16="http://schemas.microsoft.com/office/drawing/2014/main" id="{15479A6F-CE9B-BB2E-6907-B3B041BFE80C}"/>
              </a:ext>
            </a:extLst>
          </p:cNvPr>
          <p:cNvSpPr txBox="1"/>
          <p:nvPr/>
        </p:nvSpPr>
        <p:spPr>
          <a:xfrm>
            <a:off x="5234532" y="1547996"/>
            <a:ext cx="2312942" cy="427326"/>
          </a:xfrm>
          <a:prstGeom prst="rect">
            <a:avLst/>
          </a:prstGeom>
          <a:noFill/>
        </p:spPr>
        <p:txBody>
          <a:bodyPr wrap="square" rtlCol="0">
            <a:spAutoFit/>
          </a:bodyPr>
          <a:lstStyle/>
          <a:p>
            <a:pPr marL="0" marR="0" algn="ctr">
              <a:lnSpc>
                <a:spcPct val="107000"/>
              </a:lnSpc>
              <a:spcBef>
                <a:spcPts val="0"/>
              </a:spcBef>
              <a:spcAft>
                <a:spcPts val="800"/>
              </a:spcAft>
            </a:pPr>
            <a:r>
              <a:rPr lang="en-US" sz="14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RTS Portal</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23" name="Picture 22">
            <a:extLst>
              <a:ext uri="{FF2B5EF4-FFF2-40B4-BE49-F238E27FC236}">
                <a16:creationId xmlns:a16="http://schemas.microsoft.com/office/drawing/2014/main" id="{DC261B1A-E723-EF7C-045E-8C01D84329E1}"/>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8997993" y="1966192"/>
            <a:ext cx="1955293" cy="2269891"/>
          </a:xfrm>
          <a:prstGeom prst="rect">
            <a:avLst/>
          </a:prstGeom>
        </p:spPr>
      </p:pic>
      <p:sp>
        <p:nvSpPr>
          <p:cNvPr id="24" name="TextBox 7">
            <a:extLst>
              <a:ext uri="{FF2B5EF4-FFF2-40B4-BE49-F238E27FC236}">
                <a16:creationId xmlns:a16="http://schemas.microsoft.com/office/drawing/2014/main" id="{B81788E4-CD79-94ED-AA0E-ECB3796FF4EF}"/>
              </a:ext>
            </a:extLst>
          </p:cNvPr>
          <p:cNvSpPr txBox="1"/>
          <p:nvPr/>
        </p:nvSpPr>
        <p:spPr>
          <a:xfrm>
            <a:off x="8724372" y="1655572"/>
            <a:ext cx="2396896" cy="427326"/>
          </a:xfrm>
          <a:prstGeom prst="rect">
            <a:avLst/>
          </a:prstGeom>
          <a:noFill/>
        </p:spPr>
        <p:txBody>
          <a:bodyPr wrap="square">
            <a:spAutoFit/>
          </a:bodyPr>
          <a:lstStyle/>
          <a:p>
            <a:pPr marL="0" marR="0" algn="ctr">
              <a:lnSpc>
                <a:spcPct val="107000"/>
              </a:lnSpc>
              <a:spcBef>
                <a:spcPts val="0"/>
              </a:spcBef>
              <a:spcAft>
                <a:spcPts val="800"/>
              </a:spcAft>
            </a:pPr>
            <a:r>
              <a:rPr lang="en-US" sz="1400" b="1" kern="1200" dirty="0" err="1">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Himurja</a:t>
            </a:r>
            <a:r>
              <a:rPr lang="en-US" sz="14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 solar mobile app</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25" name="Picture 24">
            <a:extLst>
              <a:ext uri="{FF2B5EF4-FFF2-40B4-BE49-F238E27FC236}">
                <a16:creationId xmlns:a16="http://schemas.microsoft.com/office/drawing/2014/main" id="{96E9D517-B40E-AED5-BDF0-9F10C7EBDC38}"/>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4548146" y="4516737"/>
            <a:ext cx="4178718" cy="2089328"/>
          </a:xfrm>
          <a:prstGeom prst="rect">
            <a:avLst/>
          </a:prstGeom>
        </p:spPr>
      </p:pic>
      <p:sp>
        <p:nvSpPr>
          <p:cNvPr id="26" name="TextBox 9">
            <a:extLst>
              <a:ext uri="{FF2B5EF4-FFF2-40B4-BE49-F238E27FC236}">
                <a16:creationId xmlns:a16="http://schemas.microsoft.com/office/drawing/2014/main" id="{D1EBB1FA-7516-8DA1-4C48-E6AAFC9F11D6}"/>
              </a:ext>
            </a:extLst>
          </p:cNvPr>
          <p:cNvSpPr txBox="1"/>
          <p:nvPr/>
        </p:nvSpPr>
        <p:spPr>
          <a:xfrm>
            <a:off x="5437564" y="4206122"/>
            <a:ext cx="2396896" cy="427326"/>
          </a:xfrm>
          <a:prstGeom prst="rect">
            <a:avLst/>
          </a:prstGeom>
          <a:noFill/>
        </p:spPr>
        <p:txBody>
          <a:bodyPr wrap="square">
            <a:spAutoFit/>
          </a:bodyPr>
          <a:lstStyle/>
          <a:p>
            <a:pPr marL="0" marR="0" algn="ctr">
              <a:lnSpc>
                <a:spcPct val="107000"/>
              </a:lnSpc>
              <a:spcBef>
                <a:spcPts val="0"/>
              </a:spcBef>
              <a:spcAft>
                <a:spcPts val="800"/>
              </a:spcAft>
            </a:pPr>
            <a:r>
              <a:rPr lang="en-US" sz="14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Dashboard</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27" name="Picture 26">
            <a:extLst>
              <a:ext uri="{FF2B5EF4-FFF2-40B4-BE49-F238E27FC236}">
                <a16:creationId xmlns:a16="http://schemas.microsoft.com/office/drawing/2014/main" id="{70D2798A-2FEA-5F57-3C9E-0D40FA4FF274}"/>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9003833" y="4558280"/>
            <a:ext cx="1949452" cy="2089328"/>
          </a:xfrm>
          <a:prstGeom prst="rect">
            <a:avLst/>
          </a:prstGeom>
        </p:spPr>
      </p:pic>
      <p:sp>
        <p:nvSpPr>
          <p:cNvPr id="28" name="TextBox 11">
            <a:extLst>
              <a:ext uri="{FF2B5EF4-FFF2-40B4-BE49-F238E27FC236}">
                <a16:creationId xmlns:a16="http://schemas.microsoft.com/office/drawing/2014/main" id="{08655CEB-3EA2-BC55-A815-34681AB906CB}"/>
              </a:ext>
            </a:extLst>
          </p:cNvPr>
          <p:cNvSpPr txBox="1"/>
          <p:nvPr/>
        </p:nvSpPr>
        <p:spPr>
          <a:xfrm>
            <a:off x="8904100" y="4233134"/>
            <a:ext cx="2049185" cy="427326"/>
          </a:xfrm>
          <a:prstGeom prst="rect">
            <a:avLst/>
          </a:prstGeom>
          <a:noFill/>
        </p:spPr>
        <p:txBody>
          <a:bodyPr wrap="square">
            <a:spAutoFit/>
          </a:bodyPr>
          <a:lstStyle/>
          <a:p>
            <a:pPr marL="0" marR="0" algn="ctr">
              <a:lnSpc>
                <a:spcPct val="107000"/>
              </a:lnSpc>
              <a:spcBef>
                <a:spcPts val="0"/>
              </a:spcBef>
              <a:spcAft>
                <a:spcPts val="800"/>
              </a:spcAft>
            </a:pPr>
            <a:r>
              <a:rPr lang="en-US" sz="14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Google Play Store</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1030" name="Picture 6" descr="Coop Logo with GIZ Logo, Implemented by – Sector Network Natural Resources  and Rural Development Asia">
            <a:extLst>
              <a:ext uri="{FF2B5EF4-FFF2-40B4-BE49-F238E27FC236}">
                <a16:creationId xmlns:a16="http://schemas.microsoft.com/office/drawing/2014/main" id="{55514D07-B5E7-3297-E867-9D560EBFBEE2}"/>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949535" y="1007766"/>
            <a:ext cx="2168387" cy="653705"/>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2">
            <a:extLst>
              <a:ext uri="{FF2B5EF4-FFF2-40B4-BE49-F238E27FC236}">
                <a16:creationId xmlns:a16="http://schemas.microsoft.com/office/drawing/2014/main" id="{42B2DAC2-868D-B28B-2F3E-4166587CB4C2}"/>
              </a:ext>
            </a:extLst>
          </p:cNvPr>
          <p:cNvSpPr>
            <a:spLocks noGrp="1"/>
          </p:cNvSpPr>
          <p:nvPr>
            <p:ph type="body" sz="quarter" idx="13"/>
          </p:nvPr>
        </p:nvSpPr>
        <p:spPr>
          <a:xfrm>
            <a:off x="469900" y="736689"/>
            <a:ext cx="11252200" cy="407216"/>
          </a:xfrm>
        </p:spPr>
        <p:txBody>
          <a:bodyPr/>
          <a:lstStyle/>
          <a:p>
            <a:r>
              <a:rPr lang="en-US" sz="1800" dirty="0"/>
              <a:t>Data Analytics Platform</a:t>
            </a:r>
            <a:r>
              <a:rPr lang="en-US" sz="1800"/>
              <a:t> </a:t>
            </a:r>
            <a:r>
              <a:rPr lang="en-US" sz="1800" dirty="0"/>
              <a:t>Implementation</a:t>
            </a:r>
            <a:endParaRPr lang="en-IN" sz="1800" dirty="0"/>
          </a:p>
        </p:txBody>
      </p:sp>
      <p:sp>
        <p:nvSpPr>
          <p:cNvPr id="3" name="Title 1">
            <a:extLst>
              <a:ext uri="{FF2B5EF4-FFF2-40B4-BE49-F238E27FC236}">
                <a16:creationId xmlns:a16="http://schemas.microsoft.com/office/drawing/2014/main" id="{4C7ADB04-8265-7358-ED1E-CAC58838A511}"/>
              </a:ext>
            </a:extLst>
          </p:cNvPr>
          <p:cNvSpPr txBox="1">
            <a:spLocks/>
          </p:cNvSpPr>
          <p:nvPr/>
        </p:nvSpPr>
        <p:spPr bwMode="gray">
          <a:xfrm>
            <a:off x="469900" y="329473"/>
            <a:ext cx="11252200" cy="407215"/>
          </a:xfrm>
          <a:prstGeom prst="rect">
            <a:avLst/>
          </a:prstGeom>
        </p:spPr>
        <p:txBody>
          <a:bodyPr vert="horz" lIns="0" tIns="0" rIns="0" bIns="0" rtlCol="0" anchor="t" anchorCtr="0">
            <a:noAutofit/>
          </a:bodyPr>
          <a:lstStyle>
            <a:lvl1pPr algn="l" defTabSz="6858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r>
              <a:rPr lang="en-US" sz="2400" dirty="0" err="1">
                <a:solidFill>
                  <a:srgbClr val="000000"/>
                </a:solidFill>
                <a:latin typeface="Calibri" panose="020F0502020204030204" pitchFamily="34" charset="0"/>
              </a:rPr>
              <a:t>Himurja</a:t>
            </a:r>
            <a:r>
              <a:rPr lang="en-US" sz="2400" dirty="0">
                <a:solidFill>
                  <a:srgbClr val="000000"/>
                </a:solidFill>
                <a:latin typeface="Calibri" panose="020F0502020204030204" pitchFamily="34" charset="0"/>
              </a:rPr>
              <a:t> Roof Top Solar Application (Single Window Clearance System)</a:t>
            </a:r>
            <a:endParaRPr lang="en-IN" sz="2400" dirty="0"/>
          </a:p>
        </p:txBody>
      </p:sp>
      <p:sp>
        <p:nvSpPr>
          <p:cNvPr id="6" name="Rectangle 5">
            <a:extLst>
              <a:ext uri="{FF2B5EF4-FFF2-40B4-BE49-F238E27FC236}">
                <a16:creationId xmlns:a16="http://schemas.microsoft.com/office/drawing/2014/main" id="{9A14B196-5DE1-E140-C690-A2485FBD8262}"/>
              </a:ext>
            </a:extLst>
          </p:cNvPr>
          <p:cNvSpPr/>
          <p:nvPr/>
        </p:nvSpPr>
        <p:spPr bwMode="gray">
          <a:xfrm>
            <a:off x="2065542" y="-4101"/>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Case Studies</a:t>
            </a:r>
          </a:p>
        </p:txBody>
      </p:sp>
      <p:sp>
        <p:nvSpPr>
          <p:cNvPr id="8" name="Freeform 15">
            <a:extLst>
              <a:ext uri="{FF2B5EF4-FFF2-40B4-BE49-F238E27FC236}">
                <a16:creationId xmlns:a16="http://schemas.microsoft.com/office/drawing/2014/main" id="{CDBBE353-E87D-7A9D-195C-A00490195DEE}"/>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9" name="Freeform 16">
            <a:extLst>
              <a:ext uri="{FF2B5EF4-FFF2-40B4-BE49-F238E27FC236}">
                <a16:creationId xmlns:a16="http://schemas.microsoft.com/office/drawing/2014/main" id="{217FB3FF-B872-46AD-7239-EE96282A3777}"/>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10" name="Freeform 6">
            <a:extLst>
              <a:ext uri="{FF2B5EF4-FFF2-40B4-BE49-F238E27FC236}">
                <a16:creationId xmlns:a16="http://schemas.microsoft.com/office/drawing/2014/main" id="{9EFA806A-272F-B9A5-958E-3AEC8D071F55}"/>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11" name="Freeform 6">
            <a:extLst>
              <a:ext uri="{FF2B5EF4-FFF2-40B4-BE49-F238E27FC236}">
                <a16:creationId xmlns:a16="http://schemas.microsoft.com/office/drawing/2014/main" id="{F20A4AAE-0C70-5038-FA86-8020209A2CB7}"/>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12" name="Freeform 15">
            <a:extLst>
              <a:ext uri="{FF2B5EF4-FFF2-40B4-BE49-F238E27FC236}">
                <a16:creationId xmlns:a16="http://schemas.microsoft.com/office/drawing/2014/main" id="{06AC1EDD-B0B7-B669-70F4-3B23BB7EC7CD}"/>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13" name="Freeform 16">
            <a:extLst>
              <a:ext uri="{FF2B5EF4-FFF2-40B4-BE49-F238E27FC236}">
                <a16:creationId xmlns:a16="http://schemas.microsoft.com/office/drawing/2014/main" id="{AA04476C-D4AD-7658-5186-621D635DB2AE}"/>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14" name="Freeform 6">
            <a:extLst>
              <a:ext uri="{FF2B5EF4-FFF2-40B4-BE49-F238E27FC236}">
                <a16:creationId xmlns:a16="http://schemas.microsoft.com/office/drawing/2014/main" id="{6EE2CEEE-3704-3BFD-3606-5BC3C1EB7EBF}"/>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15" name="Freeform 6">
            <a:extLst>
              <a:ext uri="{FF2B5EF4-FFF2-40B4-BE49-F238E27FC236}">
                <a16:creationId xmlns:a16="http://schemas.microsoft.com/office/drawing/2014/main" id="{4699AEAE-3F36-94B3-1557-9CD849DFE530}"/>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4164719801"/>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07C9912-34B5-05F6-F818-34D048A8F8A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98" imgH="499" progId="TCLayout.ActiveDocument.1">
                  <p:embed/>
                </p:oleObj>
              </mc:Choice>
              <mc:Fallback>
                <p:oleObj name="think-cell Slide" r:id="rId4" imgW="498" imgH="499" progId="TCLayout.ActiveDocument.1">
                  <p:embed/>
                  <p:pic>
                    <p:nvPicPr>
                      <p:cNvPr id="4" name="think-cell data - do not delete" hidden="1">
                        <a:extLst>
                          <a:ext uri="{FF2B5EF4-FFF2-40B4-BE49-F238E27FC236}">
                            <a16:creationId xmlns:a16="http://schemas.microsoft.com/office/drawing/2014/main" id="{D07C9912-34B5-05F6-F818-34D048A8F8A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1" name="Grafik 10">
            <a:extLst>
              <a:ext uri="{FF2B5EF4-FFF2-40B4-BE49-F238E27FC236}">
                <a16:creationId xmlns:a16="http://schemas.microsoft.com/office/drawing/2014/main" id="{947E12B4-4B60-D8CF-3FFC-BA5C46A0FA4D}"/>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Lst>
          </a:blip>
          <a:stretch>
            <a:fillRect/>
          </a:stretch>
        </p:blipFill>
        <p:spPr>
          <a:xfrm>
            <a:off x="16042" y="0"/>
            <a:ext cx="12206176" cy="6858000"/>
          </a:xfrm>
          <a:prstGeom prst="rect">
            <a:avLst/>
          </a:prstGeom>
        </p:spPr>
      </p:pic>
      <p:sp>
        <p:nvSpPr>
          <p:cNvPr id="7" name="Rectangle 28">
            <a:extLst>
              <a:ext uri="{FF2B5EF4-FFF2-40B4-BE49-F238E27FC236}">
                <a16:creationId xmlns:a16="http://schemas.microsoft.com/office/drawing/2014/main" id="{4E159F29-BA4D-AEDD-7950-64302D2FD581}"/>
              </a:ext>
            </a:extLst>
          </p:cNvPr>
          <p:cNvSpPr>
            <a:spLocks/>
          </p:cNvSpPr>
          <p:nvPr/>
        </p:nvSpPr>
        <p:spPr bwMode="gray">
          <a:xfrm>
            <a:off x="32084" y="2743200"/>
            <a:ext cx="9334500" cy="1766036"/>
          </a:xfrm>
          <a:prstGeom prst="rect">
            <a:avLst/>
          </a:prstGeom>
          <a:solidFill>
            <a:schemeClr val="accent1">
              <a:alpha val="75000"/>
            </a:schemeClr>
          </a:solidFill>
          <a:ln w="6350" algn="ctr">
            <a:noFill/>
            <a:miter lim="800000"/>
            <a:headEnd/>
            <a:tailEnd/>
          </a:ln>
        </p:spPr>
        <p:txBody>
          <a:bodyPr rot="0" spcFirstLastPara="0" vertOverflow="overflow" horzOverflow="overflow" vert="horz" wrap="square" lIns="720000" tIns="72000" rIns="72000" bIns="72000" numCol="1" spcCol="0" rtlCol="0" fromWordArt="0" anchor="t" anchorCtr="0" forceAA="0" compatLnSpc="1">
            <a:prstTxWarp prst="textNoShape">
              <a:avLst/>
            </a:prstTxWarp>
            <a:noAutofit/>
          </a:bodyPr>
          <a:lstStyle/>
          <a:p>
            <a:pPr lvl="0">
              <a:spcBef>
                <a:spcPts val="300"/>
              </a:spcBef>
              <a:defRPr/>
            </a:pPr>
            <a:r>
              <a:rPr lang="en-US" sz="3600" dirty="0">
                <a:solidFill>
                  <a:schemeClr val="bg1"/>
                </a:solidFill>
              </a:rPr>
              <a:t>| Partner Profiles</a:t>
            </a:r>
          </a:p>
        </p:txBody>
      </p:sp>
      <p:sp>
        <p:nvSpPr>
          <p:cNvPr id="6" name="TextBox 5">
            <a:extLst>
              <a:ext uri="{FF2B5EF4-FFF2-40B4-BE49-F238E27FC236}">
                <a16:creationId xmlns:a16="http://schemas.microsoft.com/office/drawing/2014/main" id="{1C1DED30-3ABE-7C97-FC74-EE242E24A1C2}"/>
              </a:ext>
            </a:extLst>
          </p:cNvPr>
          <p:cNvSpPr txBox="1"/>
          <p:nvPr/>
        </p:nvSpPr>
        <p:spPr>
          <a:xfrm>
            <a:off x="629652" y="3429000"/>
            <a:ext cx="8340611" cy="1015663"/>
          </a:xfrm>
          <a:prstGeom prst="rect">
            <a:avLst/>
          </a:prstGeom>
          <a:noFill/>
        </p:spPr>
        <p:txBody>
          <a:bodyPr wrap="square">
            <a:spAutoFit/>
          </a:bodyPr>
          <a:lstStyle/>
          <a:p>
            <a:r>
              <a:rPr lang="en-US" sz="2000" dirty="0">
                <a:solidFill>
                  <a:schemeClr val="bg1"/>
                </a:solidFill>
              </a:rPr>
              <a:t>Deloitte brings a pool of experts with extensive experience in the Power Utilities and Renewables sector, offering comprehensive solutions to address the industry's unique challenges and opportunities. </a:t>
            </a:r>
          </a:p>
        </p:txBody>
      </p:sp>
    </p:spTree>
    <p:extLst>
      <p:ext uri="{BB962C8B-B14F-4D97-AF65-F5344CB8AC3E}">
        <p14:creationId xmlns:p14="http://schemas.microsoft.com/office/powerpoint/2010/main" val="758022968"/>
      </p:ext>
    </p:extLst>
  </p:cSld>
  <p:clrMapOvr>
    <a:masterClrMapping/>
  </p:clrMapOvr>
  <p:transition>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 name="think-cell data - do not delete" hidden="1">
            <a:extLst>
              <a:ext uri="{FF2B5EF4-FFF2-40B4-BE49-F238E27FC236}">
                <a16:creationId xmlns:a16="http://schemas.microsoft.com/office/drawing/2014/main" id="{19CDD5D8-B048-D320-EA8E-84C41FE0B004}"/>
              </a:ext>
            </a:extLst>
          </p:cNvPr>
          <p:cNvGraphicFramePr>
            <a:graphicFrameLocks noChangeAspect="1"/>
          </p:cNvGraphicFramePr>
          <p:nvPr>
            <p:custDataLst>
              <p:tags r:id="rId1"/>
            </p:custDataLst>
            <p:extLst>
              <p:ext uri="{D42A27DB-BD31-4B8C-83A1-F6EECF244321}">
                <p14:modId xmlns:p14="http://schemas.microsoft.com/office/powerpoint/2010/main" val="19901469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73" imgH="473" progId="TCLayout.ActiveDocument.1">
                  <p:embed/>
                </p:oleObj>
              </mc:Choice>
              <mc:Fallback>
                <p:oleObj name="think-cell Slide" r:id="rId4" imgW="473" imgH="473" progId="TCLayout.ActiveDocument.1">
                  <p:embed/>
                  <p:pic>
                    <p:nvPicPr>
                      <p:cNvPr id="38" name="think-cell data - do not delete" hidden="1">
                        <a:extLst>
                          <a:ext uri="{FF2B5EF4-FFF2-40B4-BE49-F238E27FC236}">
                            <a16:creationId xmlns:a16="http://schemas.microsoft.com/office/drawing/2014/main" id="{19CDD5D8-B048-D320-EA8E-84C41FE0B004}"/>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5" name="Rectangle: Rounded Corners 4">
            <a:extLst>
              <a:ext uri="{FF2B5EF4-FFF2-40B4-BE49-F238E27FC236}">
                <a16:creationId xmlns:a16="http://schemas.microsoft.com/office/drawing/2014/main" id="{5A0E8B3F-3183-161A-C87E-591F528365BE}"/>
              </a:ext>
            </a:extLst>
          </p:cNvPr>
          <p:cNvSpPr/>
          <p:nvPr/>
        </p:nvSpPr>
        <p:spPr bwMode="gray">
          <a:xfrm>
            <a:off x="501652" y="2825894"/>
            <a:ext cx="3479153" cy="1206211"/>
          </a:xfrm>
          <a:prstGeom prst="roundRect">
            <a:avLst>
              <a:gd name="adj" fmla="val 9635"/>
            </a:avLst>
          </a:prstGeom>
          <a:solidFill>
            <a:sysClr val="window" lastClr="FFFFFF">
              <a:lumMod val="95000"/>
            </a:sysClr>
          </a:solidFill>
          <a:ln w="6350" algn="ctr">
            <a:solidFill>
              <a:srgbClr val="53565A">
                <a:lumMod val="60000"/>
                <a:lumOff val="40000"/>
              </a:srgbClr>
            </a:solidFill>
            <a:miter lim="800000"/>
            <a:headEnd/>
            <a:tailEnd/>
          </a:ln>
        </p:spPr>
        <p:txBody>
          <a:bodyPr wrap="square" lIns="88900" tIns="88900" rIns="88900" bIns="88900" rtlCol="0" anchor="ctr"/>
          <a:lstStyle/>
          <a:p>
            <a:pPr marL="102870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rPr>
              <a:t>Shubhranshu Patnaik </a:t>
            </a:r>
          </a:p>
          <a:p>
            <a:pPr marL="102870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0" i="0" u="none" strike="noStrike" kern="0" cap="none" spc="0" normalizeH="0" baseline="0" noProof="0" dirty="0">
                <a:ln>
                  <a:noFill/>
                </a:ln>
                <a:solidFill>
                  <a:prstClr val="black"/>
                </a:solidFill>
                <a:effectLst/>
                <a:uLnTx/>
                <a:uFillTx/>
              </a:rPr>
              <a:t>Core Business Operation Leader</a:t>
            </a:r>
          </a:p>
          <a:p>
            <a:pPr marL="102870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0" i="0" u="none" strike="noStrike" kern="0" cap="none" spc="0" normalizeH="0" baseline="0" noProof="0" dirty="0">
                <a:ln>
                  <a:noFill/>
                </a:ln>
                <a:solidFill>
                  <a:prstClr val="black"/>
                </a:solidFill>
                <a:effectLst/>
                <a:uLnTx/>
                <a:uFillTx/>
              </a:rPr>
              <a:t>Contact: spatnaik@deloitte.com</a:t>
            </a:r>
          </a:p>
        </p:txBody>
      </p:sp>
      <p:sp>
        <p:nvSpPr>
          <p:cNvPr id="10" name="Rectangle: Rounded Corners 9">
            <a:extLst>
              <a:ext uri="{FF2B5EF4-FFF2-40B4-BE49-F238E27FC236}">
                <a16:creationId xmlns:a16="http://schemas.microsoft.com/office/drawing/2014/main" id="{67D72746-6157-C965-AEE1-92794087AF80}"/>
              </a:ext>
            </a:extLst>
          </p:cNvPr>
          <p:cNvSpPr/>
          <p:nvPr/>
        </p:nvSpPr>
        <p:spPr bwMode="gray">
          <a:xfrm>
            <a:off x="8010602" y="2825894"/>
            <a:ext cx="3479153" cy="1206211"/>
          </a:xfrm>
          <a:prstGeom prst="roundRect">
            <a:avLst>
              <a:gd name="adj" fmla="val 9635"/>
            </a:avLst>
          </a:prstGeom>
          <a:solidFill>
            <a:sysClr val="window" lastClr="FFFFFF">
              <a:lumMod val="95000"/>
            </a:sysClr>
          </a:solidFill>
          <a:ln w="6350" algn="ctr">
            <a:solidFill>
              <a:srgbClr val="53565A">
                <a:lumMod val="60000"/>
                <a:lumOff val="40000"/>
              </a:srgbClr>
            </a:solidFill>
            <a:miter lim="800000"/>
            <a:headEnd/>
            <a:tailEnd/>
          </a:ln>
        </p:spPr>
        <p:txBody>
          <a:bodyPr wrap="square" lIns="88900" tIns="88900" rIns="88900" bIns="88900" rtlCol="0" anchor="ctr"/>
          <a:lstStyle/>
          <a:p>
            <a:pPr marL="1028700" marR="0" lvl="0" indent="0" defTabSz="914400" eaLnBrk="1" fontAlgn="auto" latinLnBrk="0" hangingPunct="1">
              <a:lnSpc>
                <a:spcPct val="106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rPr>
              <a:t>Amitabh Saha</a:t>
            </a:r>
          </a:p>
          <a:p>
            <a:pPr marL="1028700" marR="0" lvl="0" indent="0" defTabSz="914400" eaLnBrk="1" fontAlgn="auto" latinLnBrk="0" hangingPunct="1">
              <a:lnSpc>
                <a:spcPct val="106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rPr>
              <a:t>Partner – Power &amp; Utilities</a:t>
            </a:r>
          </a:p>
          <a:p>
            <a:pPr marL="1028700" marR="0" lvl="0" indent="0" defTabSz="914400" eaLnBrk="1" fontAlgn="auto" latinLnBrk="0" hangingPunct="1">
              <a:lnSpc>
                <a:spcPct val="106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rPr>
              <a:t>Contact: amitabhsaha@deloitte.com</a:t>
            </a:r>
          </a:p>
        </p:txBody>
      </p:sp>
      <p:sp>
        <p:nvSpPr>
          <p:cNvPr id="11" name="Rectangle: Rounded Corners 10">
            <a:extLst>
              <a:ext uri="{FF2B5EF4-FFF2-40B4-BE49-F238E27FC236}">
                <a16:creationId xmlns:a16="http://schemas.microsoft.com/office/drawing/2014/main" id="{DE9FCB92-A755-9AC4-1C59-7FD69591E9D1}"/>
              </a:ext>
            </a:extLst>
          </p:cNvPr>
          <p:cNvSpPr/>
          <p:nvPr/>
        </p:nvSpPr>
        <p:spPr bwMode="gray">
          <a:xfrm>
            <a:off x="4330850" y="2825894"/>
            <a:ext cx="3479153" cy="1206211"/>
          </a:xfrm>
          <a:prstGeom prst="roundRect">
            <a:avLst>
              <a:gd name="adj" fmla="val 9635"/>
            </a:avLst>
          </a:prstGeom>
          <a:solidFill>
            <a:sysClr val="window" lastClr="FFFFFF">
              <a:lumMod val="95000"/>
            </a:sysClr>
          </a:solidFill>
          <a:ln w="6350" algn="ctr">
            <a:solidFill>
              <a:srgbClr val="53565A">
                <a:lumMod val="60000"/>
                <a:lumOff val="40000"/>
              </a:srgbClr>
            </a:solidFill>
            <a:miter lim="800000"/>
            <a:headEnd/>
            <a:tailEnd/>
          </a:ln>
        </p:spPr>
        <p:txBody>
          <a:bodyPr wrap="square" lIns="88900" tIns="88900" rIns="88900" bIns="88900" rtlCol="0" anchor="ctr"/>
          <a:lstStyle/>
          <a:p>
            <a:pPr marL="1028700" marR="0" lvl="0" indent="0" defTabSz="914400" eaLnBrk="1" fontAlgn="auto" latinLnBrk="0" hangingPunct="1">
              <a:lnSpc>
                <a:spcPct val="106000"/>
              </a:lnSpc>
              <a:spcBef>
                <a:spcPts val="0"/>
              </a:spcBef>
              <a:spcAft>
                <a:spcPts val="0"/>
              </a:spcAft>
              <a:buClrTx/>
              <a:buSzTx/>
              <a:buFontTx/>
              <a:buNone/>
              <a:tabLst/>
              <a:defRPr/>
            </a:pPr>
            <a:r>
              <a:rPr kumimoji="0" lang="en-US" sz="1400" b="1" i="0" u="none" strike="noStrike" kern="0" cap="none" spc="0" normalizeH="0" baseline="0" noProof="0" err="1">
                <a:ln>
                  <a:noFill/>
                </a:ln>
                <a:solidFill>
                  <a:prstClr val="black"/>
                </a:solidFill>
                <a:effectLst/>
                <a:uLnTx/>
                <a:uFillTx/>
              </a:rPr>
              <a:t>Anujesh</a:t>
            </a:r>
            <a:r>
              <a:rPr kumimoji="0" lang="en-US" sz="1400" b="1" i="0" u="none" strike="noStrike" kern="0" cap="none" spc="0" normalizeH="0" baseline="0" noProof="0">
                <a:ln>
                  <a:noFill/>
                </a:ln>
                <a:solidFill>
                  <a:prstClr val="black"/>
                </a:solidFill>
                <a:effectLst/>
                <a:uLnTx/>
                <a:uFillTx/>
              </a:rPr>
              <a:t> Dwivedi</a:t>
            </a:r>
          </a:p>
          <a:p>
            <a:pPr marL="1028700" marR="0" lvl="0" indent="0" defTabSz="914400" eaLnBrk="1" fontAlgn="auto" latinLnBrk="0" hangingPunct="1">
              <a:lnSpc>
                <a:spcPct val="106000"/>
              </a:lnSpc>
              <a:spcBef>
                <a:spcPts val="0"/>
              </a:spcBef>
              <a:spcAft>
                <a:spcPts val="0"/>
              </a:spcAft>
              <a:buClrTx/>
              <a:buSzTx/>
              <a:buFontTx/>
              <a:buNone/>
              <a:tabLst/>
              <a:defRPr/>
            </a:pPr>
            <a:r>
              <a:rPr kumimoji="0" lang="en-US" sz="1200" b="0" i="0" u="none" strike="noStrike" kern="0" cap="none" spc="0" normalizeH="0" baseline="0" noProof="0">
                <a:ln>
                  <a:noFill/>
                </a:ln>
                <a:solidFill>
                  <a:prstClr val="black"/>
                </a:solidFill>
                <a:effectLst/>
                <a:uLnTx/>
                <a:uFillTx/>
              </a:rPr>
              <a:t>Partner – Power &amp; Utilities</a:t>
            </a:r>
          </a:p>
          <a:p>
            <a:pPr marL="1028700" marR="0" lvl="0" indent="0" defTabSz="914400" eaLnBrk="1" fontAlgn="auto" latinLnBrk="0" hangingPunct="1">
              <a:lnSpc>
                <a:spcPct val="106000"/>
              </a:lnSpc>
              <a:spcBef>
                <a:spcPts val="0"/>
              </a:spcBef>
              <a:spcAft>
                <a:spcPts val="0"/>
              </a:spcAft>
              <a:buClrTx/>
              <a:buSzTx/>
              <a:buFontTx/>
              <a:buNone/>
              <a:tabLst/>
              <a:defRPr/>
            </a:pPr>
            <a:r>
              <a:rPr kumimoji="0" lang="en-US" sz="1200" b="0" i="0" u="none" strike="noStrike" kern="0" cap="none" spc="0" normalizeH="0" baseline="0" noProof="0">
                <a:ln>
                  <a:noFill/>
                </a:ln>
                <a:solidFill>
                  <a:prstClr val="black"/>
                </a:solidFill>
                <a:effectLst/>
                <a:uLnTx/>
                <a:uFillTx/>
              </a:rPr>
              <a:t>Contact: anudwivedi@deloitte.com </a:t>
            </a:r>
          </a:p>
        </p:txBody>
      </p:sp>
      <p:sp>
        <p:nvSpPr>
          <p:cNvPr id="14" name="Trapezoid 13">
            <a:extLst>
              <a:ext uri="{FF2B5EF4-FFF2-40B4-BE49-F238E27FC236}">
                <a16:creationId xmlns:a16="http://schemas.microsoft.com/office/drawing/2014/main" id="{8D5F1743-DAEC-15DE-99E7-39C71EB8E63A}"/>
              </a:ext>
            </a:extLst>
          </p:cNvPr>
          <p:cNvSpPr/>
          <p:nvPr/>
        </p:nvSpPr>
        <p:spPr bwMode="gray">
          <a:xfrm rot="16200000">
            <a:off x="3517888" y="3369382"/>
            <a:ext cx="806599" cy="119232"/>
          </a:xfrm>
          <a:prstGeom prst="trapezoid">
            <a:avLst>
              <a:gd name="adj" fmla="val 53845"/>
            </a:avLst>
          </a:prstGeom>
          <a:gradFill>
            <a:gsLst>
              <a:gs pos="0">
                <a:srgbClr val="86BC25"/>
              </a:gs>
              <a:gs pos="100000">
                <a:srgbClr val="0097A9"/>
              </a:gs>
            </a:gsLst>
            <a:lin ang="2700000" scaled="1"/>
          </a:gradFill>
          <a:ln w="19050" algn="ctr">
            <a:noFill/>
            <a:miter lim="800000"/>
            <a:headEnd/>
            <a:tailEnd/>
          </a:ln>
        </p:spPr>
        <p:txBody>
          <a:bodyPr wrap="square" lIns="88900" tIns="88900" rIns="88900" bIns="88900" rtlCol="0" anchor="ctr"/>
          <a:lstStyle/>
          <a:p>
            <a:pPr marL="0" marR="0" lvl="0" indent="0" algn="ctr" defTabSz="91440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0" cap="none" spc="0" normalizeH="0" baseline="0" noProof="0">
              <a:ln>
                <a:noFill/>
              </a:ln>
              <a:solidFill>
                <a:prstClr val="white"/>
              </a:solidFill>
              <a:effectLst/>
              <a:uLnTx/>
              <a:uFillTx/>
            </a:endParaRPr>
          </a:p>
        </p:txBody>
      </p:sp>
      <p:sp>
        <p:nvSpPr>
          <p:cNvPr id="20" name="Trapezoid 19">
            <a:extLst>
              <a:ext uri="{FF2B5EF4-FFF2-40B4-BE49-F238E27FC236}">
                <a16:creationId xmlns:a16="http://schemas.microsoft.com/office/drawing/2014/main" id="{7C089AAB-BC48-BEB0-7F4A-27D6E47492B2}"/>
              </a:ext>
            </a:extLst>
          </p:cNvPr>
          <p:cNvSpPr/>
          <p:nvPr/>
        </p:nvSpPr>
        <p:spPr bwMode="gray">
          <a:xfrm rot="16200000">
            <a:off x="7347087" y="3369382"/>
            <a:ext cx="806599" cy="119232"/>
          </a:xfrm>
          <a:prstGeom prst="trapezoid">
            <a:avLst>
              <a:gd name="adj" fmla="val 53845"/>
            </a:avLst>
          </a:prstGeom>
          <a:gradFill>
            <a:gsLst>
              <a:gs pos="0">
                <a:srgbClr val="86BC25"/>
              </a:gs>
              <a:gs pos="100000">
                <a:srgbClr val="0097A9"/>
              </a:gs>
            </a:gsLst>
            <a:lin ang="2700000" scaled="1"/>
          </a:gradFill>
          <a:ln w="19050" algn="ctr">
            <a:noFill/>
            <a:miter lim="800000"/>
            <a:headEnd/>
            <a:tailEnd/>
          </a:ln>
        </p:spPr>
        <p:txBody>
          <a:bodyPr wrap="square" lIns="88900" tIns="88900" rIns="88900" bIns="88900" rtlCol="0" anchor="ctr"/>
          <a:lstStyle/>
          <a:p>
            <a:pPr marL="0" marR="0" lvl="0" indent="0" algn="ctr" defTabSz="91440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0" cap="none" spc="0" normalizeH="0" baseline="0" noProof="0">
              <a:ln>
                <a:noFill/>
              </a:ln>
              <a:solidFill>
                <a:prstClr val="white"/>
              </a:solidFill>
              <a:effectLst/>
              <a:uLnTx/>
              <a:uFillTx/>
            </a:endParaRPr>
          </a:p>
        </p:txBody>
      </p:sp>
      <p:pic>
        <p:nvPicPr>
          <p:cNvPr id="23" name="Picture 22">
            <a:extLst>
              <a:ext uri="{FF2B5EF4-FFF2-40B4-BE49-F238E27FC236}">
                <a16:creationId xmlns:a16="http://schemas.microsoft.com/office/drawing/2014/main" id="{AB911BEC-277B-944A-1CF0-1D1363AA2C1B}"/>
              </a:ext>
            </a:extLst>
          </p:cNvPr>
          <p:cNvPicPr>
            <a:picLocks noChangeAspect="1"/>
          </p:cNvPicPr>
          <p:nvPr/>
        </p:nvPicPr>
        <p:blipFill>
          <a:blip r:embed="rId6"/>
          <a:stretch>
            <a:fillRect/>
          </a:stretch>
        </p:blipFill>
        <p:spPr>
          <a:xfrm>
            <a:off x="592993" y="2920072"/>
            <a:ext cx="880487" cy="1017852"/>
          </a:xfrm>
          <a:prstGeom prst="roundRect">
            <a:avLst>
              <a:gd name="adj" fmla="val 5729"/>
            </a:avLst>
          </a:prstGeom>
          <a:ln w="25400">
            <a:gradFill flip="none" rotWithShape="1">
              <a:gsLst>
                <a:gs pos="0">
                  <a:srgbClr val="86BC25"/>
                </a:gs>
                <a:gs pos="100000">
                  <a:srgbClr val="0097A9"/>
                </a:gs>
              </a:gsLst>
              <a:lin ang="2700000" scaled="1"/>
              <a:tileRect/>
            </a:gradFill>
          </a:ln>
        </p:spPr>
      </p:pic>
      <p:pic>
        <p:nvPicPr>
          <p:cNvPr id="25" name="Picture 24">
            <a:extLst>
              <a:ext uri="{FF2B5EF4-FFF2-40B4-BE49-F238E27FC236}">
                <a16:creationId xmlns:a16="http://schemas.microsoft.com/office/drawing/2014/main" id="{6529754D-0AFC-1F68-7D92-CB876E0430B1}"/>
              </a:ext>
            </a:extLst>
          </p:cNvPr>
          <p:cNvPicPr>
            <a:picLocks noChangeAspect="1"/>
          </p:cNvPicPr>
          <p:nvPr/>
        </p:nvPicPr>
        <p:blipFill>
          <a:blip r:embed="rId7"/>
          <a:stretch>
            <a:fillRect/>
          </a:stretch>
        </p:blipFill>
        <p:spPr>
          <a:xfrm>
            <a:off x="4473819" y="2920071"/>
            <a:ext cx="871495" cy="1017852"/>
          </a:xfrm>
          <a:prstGeom prst="roundRect">
            <a:avLst>
              <a:gd name="adj" fmla="val 4427"/>
            </a:avLst>
          </a:prstGeom>
          <a:ln w="25400">
            <a:gradFill flip="none" rotWithShape="1">
              <a:gsLst>
                <a:gs pos="0">
                  <a:srgbClr val="86BC25"/>
                </a:gs>
                <a:gs pos="100000">
                  <a:srgbClr val="0097A9"/>
                </a:gs>
              </a:gsLst>
              <a:lin ang="2700000" scaled="1"/>
              <a:tileRect/>
            </a:gradFill>
          </a:ln>
        </p:spPr>
      </p:pic>
      <p:sp>
        <p:nvSpPr>
          <p:cNvPr id="27" name="AutoShape 6" descr="Boreddy, Chandra">
            <a:extLst>
              <a:ext uri="{FF2B5EF4-FFF2-40B4-BE49-F238E27FC236}">
                <a16:creationId xmlns:a16="http://schemas.microsoft.com/office/drawing/2014/main" id="{6D24777F-363E-C510-EA51-1EE694EF5541}"/>
              </a:ext>
            </a:extLst>
          </p:cNvPr>
          <p:cNvSpPr>
            <a:spLocks noChangeAspect="1" noChangeArrowheads="1"/>
          </p:cNvSpPr>
          <p:nvPr/>
        </p:nvSpPr>
        <p:spPr bwMode="auto">
          <a:xfrm>
            <a:off x="5854821" y="3454921"/>
            <a:ext cx="293496" cy="33928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pic>
        <p:nvPicPr>
          <p:cNvPr id="31" name="Picture 30">
            <a:extLst>
              <a:ext uri="{FF2B5EF4-FFF2-40B4-BE49-F238E27FC236}">
                <a16:creationId xmlns:a16="http://schemas.microsoft.com/office/drawing/2014/main" id="{F315DBE1-156D-6D6B-C18A-BB0FE5F6568F}"/>
              </a:ext>
            </a:extLst>
          </p:cNvPr>
          <p:cNvPicPr>
            <a:picLocks noChangeAspect="1"/>
          </p:cNvPicPr>
          <p:nvPr/>
        </p:nvPicPr>
        <p:blipFill>
          <a:blip r:embed="rId8"/>
          <a:stretch>
            <a:fillRect/>
          </a:stretch>
        </p:blipFill>
        <p:spPr>
          <a:xfrm>
            <a:off x="8110300" y="2920073"/>
            <a:ext cx="880487" cy="1017852"/>
          </a:xfrm>
          <a:prstGeom prst="roundRect">
            <a:avLst>
              <a:gd name="adj" fmla="val 5903"/>
            </a:avLst>
          </a:prstGeom>
          <a:ln w="25400">
            <a:gradFill flip="none" rotWithShape="1">
              <a:gsLst>
                <a:gs pos="0">
                  <a:srgbClr val="86BC25"/>
                </a:gs>
                <a:gs pos="100000">
                  <a:srgbClr val="0097A9"/>
                </a:gs>
              </a:gsLst>
              <a:lin ang="2700000" scaled="1"/>
              <a:tileRect/>
            </a:gradFill>
          </a:ln>
        </p:spPr>
      </p:pic>
      <p:sp>
        <p:nvSpPr>
          <p:cNvPr id="33" name="Text Placeholder 1">
            <a:extLst>
              <a:ext uri="{FF2B5EF4-FFF2-40B4-BE49-F238E27FC236}">
                <a16:creationId xmlns:a16="http://schemas.microsoft.com/office/drawing/2014/main" id="{660764BC-6DE3-A4BE-2E39-ACA9CE121942}"/>
              </a:ext>
            </a:extLst>
          </p:cNvPr>
          <p:cNvSpPr>
            <a:spLocks noGrp="1"/>
          </p:cNvSpPr>
          <p:nvPr>
            <p:ph type="body" sz="quarter" idx="13"/>
          </p:nvPr>
        </p:nvSpPr>
        <p:spPr>
          <a:xfrm>
            <a:off x="501652" y="651600"/>
            <a:ext cx="11188700" cy="757255"/>
          </a:xfrm>
        </p:spPr>
        <p:txBody>
          <a:bodyPr/>
          <a:lstStyle/>
          <a:p>
            <a:r>
              <a:rPr lang="en-US" dirty="0"/>
              <a:t>Dynamic and experienced group of professionals dedicated to providing exceptional services and solutions in PU&amp;R</a:t>
            </a:r>
          </a:p>
        </p:txBody>
      </p:sp>
      <p:sp>
        <p:nvSpPr>
          <p:cNvPr id="34" name="Title 2">
            <a:extLst>
              <a:ext uri="{FF2B5EF4-FFF2-40B4-BE49-F238E27FC236}">
                <a16:creationId xmlns:a16="http://schemas.microsoft.com/office/drawing/2014/main" id="{0AE45619-A3F7-8C4A-12A9-562BC6A8E5F9}"/>
              </a:ext>
            </a:extLst>
          </p:cNvPr>
          <p:cNvSpPr>
            <a:spLocks noGrp="1"/>
          </p:cNvSpPr>
          <p:nvPr>
            <p:ph type="title"/>
          </p:nvPr>
        </p:nvSpPr>
        <p:spPr>
          <a:xfrm>
            <a:off x="501652" y="317504"/>
            <a:ext cx="11188700" cy="334099"/>
          </a:xfrm>
        </p:spPr>
        <p:txBody>
          <a:bodyPr vert="horz"/>
          <a:lstStyle/>
          <a:p>
            <a:r>
              <a:rPr lang="en-US" dirty="0"/>
              <a:t>Our Team</a:t>
            </a:r>
          </a:p>
        </p:txBody>
      </p:sp>
      <p:sp>
        <p:nvSpPr>
          <p:cNvPr id="2" name="Rectangle 1">
            <a:extLst>
              <a:ext uri="{FF2B5EF4-FFF2-40B4-BE49-F238E27FC236}">
                <a16:creationId xmlns:a16="http://schemas.microsoft.com/office/drawing/2014/main" id="{047CD891-0581-3028-A154-293F32B71B93}"/>
              </a:ext>
            </a:extLst>
          </p:cNvPr>
          <p:cNvSpPr/>
          <p:nvPr/>
        </p:nvSpPr>
        <p:spPr bwMode="gray">
          <a:xfrm>
            <a:off x="2263542" y="-4574"/>
            <a:ext cx="1332000" cy="288000"/>
          </a:xfrm>
          <a:prstGeom prst="rect">
            <a:avLst/>
          </a:prstGeom>
          <a:solidFill>
            <a:schemeClr val="accent1">
              <a:lumMod val="40000"/>
              <a:lumOff val="60000"/>
            </a:schemeClr>
          </a:solidFill>
          <a:ln w="9525"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a:t>Partner Profiles</a:t>
            </a:r>
            <a:endParaRPr lang="en-US" sz="900" dirty="0"/>
          </a:p>
        </p:txBody>
      </p:sp>
      <p:sp>
        <p:nvSpPr>
          <p:cNvPr id="3" name="Freeform 15">
            <a:extLst>
              <a:ext uri="{FF2B5EF4-FFF2-40B4-BE49-F238E27FC236}">
                <a16:creationId xmlns:a16="http://schemas.microsoft.com/office/drawing/2014/main" id="{6376D99A-E148-04E7-FA97-D0AA8FD7E6E0}"/>
              </a:ext>
            </a:extLst>
          </p:cNvPr>
          <p:cNvSpPr>
            <a:spLocks/>
          </p:cNvSpPr>
          <p:nvPr/>
        </p:nvSpPr>
        <p:spPr bwMode="gray">
          <a:xfrm>
            <a:off x="640908"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35" name="Freeform 16">
            <a:extLst>
              <a:ext uri="{FF2B5EF4-FFF2-40B4-BE49-F238E27FC236}">
                <a16:creationId xmlns:a16="http://schemas.microsoft.com/office/drawing/2014/main" id="{A201B707-7879-CBBB-9D9C-7FE9CB4CC3BC}"/>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36" name="Freeform 6">
            <a:extLst>
              <a:ext uri="{FF2B5EF4-FFF2-40B4-BE49-F238E27FC236}">
                <a16:creationId xmlns:a16="http://schemas.microsoft.com/office/drawing/2014/main" id="{125493EC-8701-9491-4F5F-93A60F64FBAC}"/>
              </a:ext>
            </a:extLst>
          </p:cNvPr>
          <p:cNvSpPr>
            <a:spLocks/>
          </p:cNvSpPr>
          <p:nvPr/>
        </p:nvSpPr>
        <p:spPr bwMode="gray">
          <a:xfrm>
            <a:off x="878347"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37" name="Freeform 6">
            <a:extLst>
              <a:ext uri="{FF2B5EF4-FFF2-40B4-BE49-F238E27FC236}">
                <a16:creationId xmlns:a16="http://schemas.microsoft.com/office/drawing/2014/main" id="{0F65A327-0789-C69E-976F-4DC27724A3B8}"/>
              </a:ext>
            </a:extLst>
          </p:cNvPr>
          <p:cNvSpPr>
            <a:spLocks/>
          </p:cNvSpPr>
          <p:nvPr/>
        </p:nvSpPr>
        <p:spPr bwMode="gray">
          <a:xfrm>
            <a:off x="1115786" y="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39" name="Freeform 15">
            <a:extLst>
              <a:ext uri="{FF2B5EF4-FFF2-40B4-BE49-F238E27FC236}">
                <a16:creationId xmlns:a16="http://schemas.microsoft.com/office/drawing/2014/main" id="{7F7F845B-BD57-4B42-623B-06AA4649F5DB}"/>
              </a:ext>
            </a:extLst>
          </p:cNvPr>
          <p:cNvSpPr>
            <a:spLocks/>
          </p:cNvSpPr>
          <p:nvPr/>
        </p:nvSpPr>
        <p:spPr bwMode="gray">
          <a:xfrm>
            <a:off x="1590664" y="-2710"/>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40" name="Freeform 16">
            <a:extLst>
              <a:ext uri="{FF2B5EF4-FFF2-40B4-BE49-F238E27FC236}">
                <a16:creationId xmlns:a16="http://schemas.microsoft.com/office/drawing/2014/main" id="{807E8817-7536-5CFF-8BFF-517808A5C16A}"/>
              </a:ext>
            </a:extLst>
          </p:cNvPr>
          <p:cNvSpPr>
            <a:spLocks/>
          </p:cNvSpPr>
          <p:nvPr/>
        </p:nvSpPr>
        <p:spPr bwMode="gray">
          <a:xfrm>
            <a:off x="1828103" y="-250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41" name="Freeform 6">
            <a:extLst>
              <a:ext uri="{FF2B5EF4-FFF2-40B4-BE49-F238E27FC236}">
                <a16:creationId xmlns:a16="http://schemas.microsoft.com/office/drawing/2014/main" id="{4FD17EED-4BB2-DA0D-6821-F696A2B0B67F}"/>
              </a:ext>
            </a:extLst>
          </p:cNvPr>
          <p:cNvSpPr>
            <a:spLocks/>
          </p:cNvSpPr>
          <p:nvPr/>
        </p:nvSpPr>
        <p:spPr bwMode="gray">
          <a:xfrm>
            <a:off x="2065542" y="-2842"/>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42" name="Freeform 6">
            <a:extLst>
              <a:ext uri="{FF2B5EF4-FFF2-40B4-BE49-F238E27FC236}">
                <a16:creationId xmlns:a16="http://schemas.microsoft.com/office/drawing/2014/main" id="{27389E71-FBF8-6F31-5F14-7C5449C3CD5F}"/>
              </a:ext>
            </a:extLst>
          </p:cNvPr>
          <p:cNvSpPr>
            <a:spLocks/>
          </p:cNvSpPr>
          <p:nvPr/>
        </p:nvSpPr>
        <p:spPr bwMode="gray">
          <a:xfrm>
            <a:off x="1353225" y="-2091"/>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Tree>
    <p:extLst>
      <p:ext uri="{BB962C8B-B14F-4D97-AF65-F5344CB8AC3E}">
        <p14:creationId xmlns:p14="http://schemas.microsoft.com/office/powerpoint/2010/main" val="3710298845"/>
      </p:ext>
    </p:extLst>
  </p:cSld>
  <p:clrMapOvr>
    <a:masterClrMapping/>
  </p:clrMapOvr>
  <p:transition>
    <p:fade/>
  </p:transition>
  <p:extLst>
    <p:ext uri="{6950BFC3-D8DA-4A85-94F7-54DA5524770B}">
      <p188:commentRel xmlns:p188="http://schemas.microsoft.com/office/powerpoint/2018/8/main" r:id="rId3"/>
    </p:ext>
  </p:extLs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CAA7B39F-C099-59B1-CB2B-683FA97CCD3A}"/>
              </a:ext>
            </a:extLst>
          </p:cNvPr>
          <p:cNvGraphicFramePr>
            <a:graphicFrameLocks noChangeAspect="1"/>
          </p:cNvGraphicFramePr>
          <p:nvPr>
            <p:custDataLst>
              <p:tags r:id="rId2"/>
            </p:custDataLst>
            <p:extLst>
              <p:ext uri="{D42A27DB-BD31-4B8C-83A1-F6EECF244321}">
                <p14:modId xmlns:p14="http://schemas.microsoft.com/office/powerpoint/2010/main" val="26523083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05" imgH="405" progId="TCLayout.ActiveDocument.1">
                  <p:embed/>
                </p:oleObj>
              </mc:Choice>
              <mc:Fallback>
                <p:oleObj name="think-cell Slide" r:id="rId5" imgW="405" imgH="405" progId="TCLayout.ActiveDocument.1">
                  <p:embed/>
                  <p:pic>
                    <p:nvPicPr>
                      <p:cNvPr id="2" name="think-cell data - do not delete" hidden="1">
                        <a:extLst>
                          <a:ext uri="{FF2B5EF4-FFF2-40B4-BE49-F238E27FC236}">
                            <a16:creationId xmlns:a16="http://schemas.microsoft.com/office/drawing/2014/main" id="{CAA7B39F-C099-59B1-CB2B-683FA97CCD3A}"/>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Text Placeholder 2"/>
          <p:cNvSpPr>
            <a:spLocks noGrp="1"/>
          </p:cNvSpPr>
          <p:nvPr>
            <p:ph type="body" sz="quarter" idx="13"/>
          </p:nvPr>
        </p:nvSpPr>
        <p:spPr/>
        <p:txBody>
          <a:bodyPr>
            <a:noAutofit/>
          </a:bodyPr>
          <a:lstStyle/>
          <a:p>
            <a:endParaRPr lang="en-US" dirty="0"/>
          </a:p>
          <a:p>
            <a:endParaRPr lang="en-US" dirty="0"/>
          </a:p>
          <a:p>
            <a:endParaRPr lang="en-US" dirty="0"/>
          </a:p>
          <a:p>
            <a:endParaRPr lang="en-US" dirty="0"/>
          </a:p>
          <a:p>
            <a:endParaRPr lang="en-US" dirty="0"/>
          </a:p>
          <a:p>
            <a:r>
              <a:rPr lang="en-US" dirty="0"/>
              <a:t>Deloitte refers to one or more of Deloitte </a:t>
            </a:r>
            <a:r>
              <a:rPr lang="en-US" dirty="0" err="1"/>
              <a:t>Touche</a:t>
            </a:r>
            <a:r>
              <a:rPr lang="en-US" dirty="0"/>
              <a:t> Tohmatsu Limited (DTTL), its global network of member firms, and their related entities (collectively, the “Deloitte organization”). DTTL (also referred to as “Deloitte Global”) and each of its member firms and related entities are legally separate and independent entities, which cannot obligate or bind each other in respect of third parties. DTTL and each DTTL member firm and related entity is liable only for its own acts and omissions, and not those of each other. DTTL does not provide services to clients. Please see </a:t>
            </a:r>
            <a:r>
              <a:rPr lang="en-US" dirty="0">
                <a:hlinkClick r:id="rId7"/>
              </a:rPr>
              <a:t>www.deloitte.com/de/UeberUns</a:t>
            </a:r>
            <a:r>
              <a:rPr lang="en-US" dirty="0"/>
              <a:t> to learn more.</a:t>
            </a:r>
          </a:p>
          <a:p>
            <a:r>
              <a:rPr lang="en-US" dirty="0"/>
              <a:t>Deloitte provides industry-leading audit and assurance, tax and legal, consulting, financial advisory, and risk advisory services to nearly 90% of the Fortune Global 500® and thousands of private companies; legal advisory services in Germany are provided by Deloitte Legal. Our professionals deliver measurable and lasting results that help reinforce public trust in capital markets, enable clients to transform and thrive, and lead the way toward a stronger economy, a more equitable society and a sustainable world. Building on its 175-plus year history, Deloitte spans more than 150 countries and territories. Learn how Deloitte’s approximately 457,000 people worldwide make an impact that matters at </a:t>
            </a:r>
            <a:r>
              <a:rPr lang="en-US" dirty="0">
                <a:hlinkClick r:id="rId8"/>
              </a:rPr>
              <a:t>www.deloitte.com/de</a:t>
            </a:r>
            <a:r>
              <a:rPr lang="en-US" dirty="0"/>
              <a:t>.</a:t>
            </a:r>
          </a:p>
          <a:p>
            <a:r>
              <a:rPr lang="en-US" dirty="0"/>
              <a:t>This proposal has been solely prepared for the internal use of the company/companies named in the proposal. Any disclosure to third parties – in whole or in part – is subject to our prior written consent.</a:t>
            </a:r>
          </a:p>
        </p:txBody>
      </p:sp>
    </p:spTree>
    <p:custDataLst>
      <p:tags r:id="rId1"/>
    </p:custDataLst>
    <p:extLst>
      <p:ext uri="{BB962C8B-B14F-4D97-AF65-F5344CB8AC3E}">
        <p14:creationId xmlns:p14="http://schemas.microsoft.com/office/powerpoint/2010/main" val="3953439686"/>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think-cell data - do not delete" hidden="1">
            <a:extLst>
              <a:ext uri="{FF2B5EF4-FFF2-40B4-BE49-F238E27FC236}">
                <a16:creationId xmlns:a16="http://schemas.microsoft.com/office/drawing/2014/main" id="{223B7B44-BFA4-9F43-E86B-B8D6B593490C}"/>
              </a:ext>
            </a:extLst>
          </p:cNvPr>
          <p:cNvGraphicFramePr>
            <a:graphicFrameLocks noChangeAspect="1"/>
          </p:cNvGraphicFramePr>
          <p:nvPr>
            <p:custDataLst>
              <p:tags r:id="rId1"/>
            </p:custDataLst>
            <p:extLst>
              <p:ext uri="{D42A27DB-BD31-4B8C-83A1-F6EECF244321}">
                <p14:modId xmlns:p14="http://schemas.microsoft.com/office/powerpoint/2010/main" val="235865203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98" imgH="499" progId="TCLayout.ActiveDocument.1">
                  <p:embed/>
                </p:oleObj>
              </mc:Choice>
              <mc:Fallback>
                <p:oleObj name="think-cell Slide" r:id="rId5" imgW="498" imgH="499" progId="TCLayout.ActiveDocument.1">
                  <p:embed/>
                  <p:pic>
                    <p:nvPicPr>
                      <p:cNvPr id="44" name="think-cell data - do not delete" hidden="1">
                        <a:extLst>
                          <a:ext uri="{FF2B5EF4-FFF2-40B4-BE49-F238E27FC236}">
                            <a16:creationId xmlns:a16="http://schemas.microsoft.com/office/drawing/2014/main" id="{223B7B44-BFA4-9F43-E86B-B8D6B593490C}"/>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p:cNvSpPr/>
          <p:nvPr/>
        </p:nvSpPr>
        <p:spPr bwMode="gray">
          <a:xfrm>
            <a:off x="2512827" y="1538671"/>
            <a:ext cx="7166345" cy="2599430"/>
          </a:xfrm>
          <a:prstGeom prst="roundRect">
            <a:avLst>
              <a:gd name="adj" fmla="val 10228"/>
            </a:avLst>
          </a:prstGeom>
          <a:solidFill>
            <a:schemeClr val="bg1"/>
          </a:solidFill>
          <a:ln w="12700" algn="ctr">
            <a:solidFill>
              <a:schemeClr val="tx2">
                <a:lumMod val="60000"/>
                <a:lumOff val="40000"/>
              </a:schemeClr>
            </a:solidFill>
            <a:miter lim="800000"/>
            <a:headEnd/>
            <a:tailEnd/>
          </a:ln>
          <a:effectLst>
            <a:outerShdw blurRad="50800" dist="38100" dir="2700000" algn="tl" rotWithShape="0">
              <a:prstClr val="black">
                <a:alpha val="40000"/>
              </a:prstClr>
            </a:outerShdw>
          </a:effectLst>
        </p:spPr>
        <p:txBody>
          <a:bodyPr wrap="square" lIns="36000" tIns="72000" rIns="36000" bIns="88900" rtlCol="0" anchor="t"/>
          <a:lstStyle/>
          <a:p>
            <a:pPr algn="ctr"/>
            <a:r>
              <a:rPr lang="en-US" sz="1400" b="1" spc="300" dirty="0">
                <a:latin typeface="+mj-lt"/>
              </a:rPr>
              <a:t>MARQUEE PROJECTS</a:t>
            </a:r>
          </a:p>
        </p:txBody>
      </p:sp>
      <p:sp>
        <p:nvSpPr>
          <p:cNvPr id="3" name="Text Placeholder 2"/>
          <p:cNvSpPr>
            <a:spLocks noGrp="1"/>
          </p:cNvSpPr>
          <p:nvPr>
            <p:ph type="body" sz="quarter" idx="22"/>
          </p:nvPr>
        </p:nvSpPr>
        <p:spPr>
          <a:xfrm>
            <a:off x="463295" y="682940"/>
            <a:ext cx="11277600" cy="757255"/>
          </a:xfrm>
        </p:spPr>
        <p:txBody>
          <a:bodyPr/>
          <a:lstStyle/>
          <a:p>
            <a:r>
              <a:rPr lang="en-US" dirty="0"/>
              <a:t>We focus to address critical challenges impacting country performance, economic competitiveness, and citizen service</a:t>
            </a:r>
          </a:p>
        </p:txBody>
      </p:sp>
      <p:sp>
        <p:nvSpPr>
          <p:cNvPr id="2" name="Title 1"/>
          <p:cNvSpPr>
            <a:spLocks noGrp="1"/>
          </p:cNvSpPr>
          <p:nvPr>
            <p:ph type="title"/>
          </p:nvPr>
        </p:nvSpPr>
        <p:spPr>
          <a:xfrm>
            <a:off x="463295" y="345992"/>
            <a:ext cx="11277600" cy="334099"/>
          </a:xfrm>
        </p:spPr>
        <p:txBody>
          <a:bodyPr vert="horz"/>
          <a:lstStyle/>
          <a:p>
            <a:r>
              <a:rPr lang="en-US" dirty="0"/>
              <a:t>Key Offerings across Power &amp; Utility Segment</a:t>
            </a:r>
          </a:p>
        </p:txBody>
      </p:sp>
      <p:sp>
        <p:nvSpPr>
          <p:cNvPr id="15" name="Rectangle 14"/>
          <p:cNvSpPr/>
          <p:nvPr/>
        </p:nvSpPr>
        <p:spPr bwMode="gray">
          <a:xfrm>
            <a:off x="4335564" y="2260983"/>
            <a:ext cx="1687563"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Demand Forecasting Tool</a:t>
            </a:r>
          </a:p>
        </p:txBody>
      </p:sp>
      <p:sp>
        <p:nvSpPr>
          <p:cNvPr id="16" name="Rectangle 15"/>
          <p:cNvSpPr/>
          <p:nvPr/>
        </p:nvSpPr>
        <p:spPr bwMode="gray">
          <a:xfrm>
            <a:off x="2613926" y="2260961"/>
            <a:ext cx="1687563"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Generation Expansion Planning Tool</a:t>
            </a:r>
          </a:p>
        </p:txBody>
      </p:sp>
      <p:sp>
        <p:nvSpPr>
          <p:cNvPr id="17" name="Rectangle 16"/>
          <p:cNvSpPr/>
          <p:nvPr/>
        </p:nvSpPr>
        <p:spPr bwMode="gray">
          <a:xfrm>
            <a:off x="2622284" y="2857003"/>
            <a:ext cx="1687563"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Integrated Resource &amp; Resilience Planning (IRRP)</a:t>
            </a:r>
          </a:p>
        </p:txBody>
      </p:sp>
      <p:sp>
        <p:nvSpPr>
          <p:cNvPr id="18" name="Rectangle 17"/>
          <p:cNvSpPr/>
          <p:nvPr/>
        </p:nvSpPr>
        <p:spPr bwMode="gray">
          <a:xfrm>
            <a:off x="2613925" y="3468901"/>
            <a:ext cx="1687563" cy="536794"/>
          </a:xfrm>
          <a:prstGeom prst="roundRect">
            <a:avLst/>
          </a:prstGeom>
          <a:solidFill>
            <a:schemeClr val="accent4">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EV &amp; E-Cooking Grid Impact Assessment</a:t>
            </a:r>
          </a:p>
        </p:txBody>
      </p:sp>
      <p:sp>
        <p:nvSpPr>
          <p:cNvPr id="35" name="Rectangle 34"/>
          <p:cNvSpPr/>
          <p:nvPr/>
        </p:nvSpPr>
        <p:spPr bwMode="gray">
          <a:xfrm>
            <a:off x="2868650" y="2062775"/>
            <a:ext cx="2933828" cy="145533"/>
          </a:xfrm>
          <a:prstGeom prst="rect">
            <a:avLst/>
          </a:prstGeom>
          <a:noFill/>
          <a:ln w="19050" algn="ctr">
            <a:noFill/>
            <a:miter lim="800000"/>
            <a:headEnd/>
            <a:tailEnd/>
          </a:ln>
        </p:spPr>
        <p:txBody>
          <a:bodyPr wrap="square" lIns="36000" tIns="88900" rIns="36000" bIns="88900" rtlCol="0" anchor="ctr"/>
          <a:lstStyle/>
          <a:p>
            <a:pPr algn="ctr"/>
            <a:r>
              <a:rPr lang="en-US" sz="1400" b="1" i="1" dirty="0">
                <a:latin typeface="+mj-lt"/>
              </a:rPr>
              <a:t>USAID </a:t>
            </a:r>
            <a:r>
              <a:rPr lang="en-US" sz="1400" b="1" i="1" dirty="0" err="1">
                <a:latin typeface="+mj-lt"/>
              </a:rPr>
              <a:t>Urja</a:t>
            </a:r>
            <a:r>
              <a:rPr lang="en-US" sz="1400" b="1" i="1" dirty="0">
                <a:latin typeface="+mj-lt"/>
              </a:rPr>
              <a:t> Nepal</a:t>
            </a:r>
          </a:p>
        </p:txBody>
      </p:sp>
      <p:sp>
        <p:nvSpPr>
          <p:cNvPr id="37" name="Rectangle 36"/>
          <p:cNvSpPr/>
          <p:nvPr/>
        </p:nvSpPr>
        <p:spPr bwMode="gray">
          <a:xfrm>
            <a:off x="6367012" y="2066325"/>
            <a:ext cx="2933828" cy="145533"/>
          </a:xfrm>
          <a:prstGeom prst="rect">
            <a:avLst/>
          </a:prstGeom>
          <a:noFill/>
          <a:ln w="19050" algn="ctr">
            <a:noFill/>
            <a:miter lim="800000"/>
            <a:headEnd/>
            <a:tailEnd/>
          </a:ln>
        </p:spPr>
        <p:txBody>
          <a:bodyPr wrap="square" lIns="36000" tIns="88900" rIns="36000" bIns="88900" rtlCol="0" anchor="ctr"/>
          <a:lstStyle/>
          <a:p>
            <a:pPr algn="ctr"/>
            <a:r>
              <a:rPr lang="en-US" sz="1400" b="1" i="1" dirty="0">
                <a:latin typeface="+mj-lt"/>
              </a:rPr>
              <a:t>DVC </a:t>
            </a:r>
          </a:p>
        </p:txBody>
      </p:sp>
      <p:sp>
        <p:nvSpPr>
          <p:cNvPr id="63" name="Rectangle 62"/>
          <p:cNvSpPr/>
          <p:nvPr/>
        </p:nvSpPr>
        <p:spPr bwMode="gray">
          <a:xfrm>
            <a:off x="4335564" y="2857003"/>
            <a:ext cx="1687563"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Project Prioritization Tool</a:t>
            </a:r>
          </a:p>
        </p:txBody>
      </p:sp>
      <p:sp>
        <p:nvSpPr>
          <p:cNvPr id="77" name="Rectangle 17">
            <a:extLst>
              <a:ext uri="{FF2B5EF4-FFF2-40B4-BE49-F238E27FC236}">
                <a16:creationId xmlns:a16="http://schemas.microsoft.com/office/drawing/2014/main" id="{3210DB6C-4934-8BD8-FE40-2840D5BA812A}"/>
              </a:ext>
            </a:extLst>
          </p:cNvPr>
          <p:cNvSpPr/>
          <p:nvPr/>
        </p:nvSpPr>
        <p:spPr bwMode="gray">
          <a:xfrm>
            <a:off x="4335564" y="3468901"/>
            <a:ext cx="1687563" cy="536794"/>
          </a:xfrm>
          <a:prstGeom prst="roundRect">
            <a:avLst/>
          </a:prstGeom>
          <a:solidFill>
            <a:srgbClr val="A0DCFF"/>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Change Management &amp; Capacity Building</a:t>
            </a:r>
          </a:p>
        </p:txBody>
      </p:sp>
      <p:sp>
        <p:nvSpPr>
          <p:cNvPr id="78" name="Rectangle 14">
            <a:extLst>
              <a:ext uri="{FF2B5EF4-FFF2-40B4-BE49-F238E27FC236}">
                <a16:creationId xmlns:a16="http://schemas.microsoft.com/office/drawing/2014/main" id="{D2152BF0-92DD-B000-A930-221358518AF1}"/>
              </a:ext>
            </a:extLst>
          </p:cNvPr>
          <p:cNvSpPr/>
          <p:nvPr/>
        </p:nvSpPr>
        <p:spPr bwMode="gray">
          <a:xfrm>
            <a:off x="7859643" y="2255155"/>
            <a:ext cx="1687563"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Network Studies</a:t>
            </a:r>
          </a:p>
        </p:txBody>
      </p:sp>
      <p:sp>
        <p:nvSpPr>
          <p:cNvPr id="79" name="Rectangle 15">
            <a:extLst>
              <a:ext uri="{FF2B5EF4-FFF2-40B4-BE49-F238E27FC236}">
                <a16:creationId xmlns:a16="http://schemas.microsoft.com/office/drawing/2014/main" id="{2E8D6FAD-6275-22F1-7D44-C568AADA8E2D}"/>
              </a:ext>
            </a:extLst>
          </p:cNvPr>
          <p:cNvSpPr/>
          <p:nvPr/>
        </p:nvSpPr>
        <p:spPr bwMode="gray">
          <a:xfrm>
            <a:off x="6138005" y="2255133"/>
            <a:ext cx="1687563"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Least-Cost Capacity Expansion Models (IRP)</a:t>
            </a:r>
          </a:p>
        </p:txBody>
      </p:sp>
      <p:sp>
        <p:nvSpPr>
          <p:cNvPr id="80" name="Rectangle 16">
            <a:extLst>
              <a:ext uri="{FF2B5EF4-FFF2-40B4-BE49-F238E27FC236}">
                <a16:creationId xmlns:a16="http://schemas.microsoft.com/office/drawing/2014/main" id="{8A94BD51-93F5-B4C7-9BF0-C28D3F673271}"/>
              </a:ext>
            </a:extLst>
          </p:cNvPr>
          <p:cNvSpPr/>
          <p:nvPr/>
        </p:nvSpPr>
        <p:spPr bwMode="gray">
          <a:xfrm>
            <a:off x="6146363" y="2851175"/>
            <a:ext cx="1687563" cy="536794"/>
          </a:xfrm>
          <a:prstGeom prst="roundRect">
            <a:avLst/>
          </a:prstGeom>
          <a:solidFill>
            <a:schemeClr val="bg1">
              <a:lumMod val="75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Business Process Reengineering</a:t>
            </a:r>
          </a:p>
        </p:txBody>
      </p:sp>
      <p:sp>
        <p:nvSpPr>
          <p:cNvPr id="81" name="Rectangle 17">
            <a:extLst>
              <a:ext uri="{FF2B5EF4-FFF2-40B4-BE49-F238E27FC236}">
                <a16:creationId xmlns:a16="http://schemas.microsoft.com/office/drawing/2014/main" id="{562211C8-B0E8-B49A-E36D-5418855CB898}"/>
              </a:ext>
            </a:extLst>
          </p:cNvPr>
          <p:cNvSpPr/>
          <p:nvPr/>
        </p:nvSpPr>
        <p:spPr bwMode="gray">
          <a:xfrm>
            <a:off x="6138004" y="3463073"/>
            <a:ext cx="3409202" cy="536794"/>
          </a:xfrm>
          <a:prstGeom prst="roundRect">
            <a:avLst/>
          </a:prstGeom>
          <a:pattFill prst="ltUpDiag">
            <a:fgClr>
              <a:schemeClr val="accent1">
                <a:lumMod val="60000"/>
                <a:lumOff val="40000"/>
              </a:schemeClr>
            </a:fgClr>
            <a:bgClr>
              <a:schemeClr val="bg1"/>
            </a:bgClr>
          </a:patt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Tariff &amp; Regulatory Support</a:t>
            </a:r>
          </a:p>
        </p:txBody>
      </p:sp>
      <p:sp>
        <p:nvSpPr>
          <p:cNvPr id="82" name="Rectangle 62">
            <a:extLst>
              <a:ext uri="{FF2B5EF4-FFF2-40B4-BE49-F238E27FC236}">
                <a16:creationId xmlns:a16="http://schemas.microsoft.com/office/drawing/2014/main" id="{860D8866-DE2B-E26B-E191-36DC2731ACD8}"/>
              </a:ext>
            </a:extLst>
          </p:cNvPr>
          <p:cNvSpPr/>
          <p:nvPr/>
        </p:nvSpPr>
        <p:spPr bwMode="gray">
          <a:xfrm>
            <a:off x="7859643" y="2851175"/>
            <a:ext cx="1687563" cy="536794"/>
          </a:xfrm>
          <a:prstGeom prst="roundRect">
            <a:avLst/>
          </a:prstGeom>
          <a:solidFill>
            <a:schemeClr val="accent3">
              <a:lumMod val="40000"/>
              <a:lumOff val="6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ERP Implementation</a:t>
            </a:r>
          </a:p>
        </p:txBody>
      </p:sp>
      <p:sp>
        <p:nvSpPr>
          <p:cNvPr id="84" name="Rectangle 4">
            <a:extLst>
              <a:ext uri="{FF2B5EF4-FFF2-40B4-BE49-F238E27FC236}">
                <a16:creationId xmlns:a16="http://schemas.microsoft.com/office/drawing/2014/main" id="{A2FB022E-A1E0-3B8A-BAA8-C684C460ADA9}"/>
              </a:ext>
            </a:extLst>
          </p:cNvPr>
          <p:cNvSpPr/>
          <p:nvPr/>
        </p:nvSpPr>
        <p:spPr bwMode="gray">
          <a:xfrm>
            <a:off x="291041" y="1538671"/>
            <a:ext cx="2040618" cy="4636389"/>
          </a:xfrm>
          <a:prstGeom prst="roundRect">
            <a:avLst/>
          </a:prstGeom>
          <a:solidFill>
            <a:schemeClr val="bg1"/>
          </a:solidFill>
          <a:ln w="12700" algn="ctr">
            <a:solidFill>
              <a:schemeClr val="tx2">
                <a:lumMod val="60000"/>
                <a:lumOff val="40000"/>
              </a:schemeClr>
            </a:solidFill>
            <a:miter lim="800000"/>
            <a:headEnd/>
            <a:tailEnd/>
          </a:ln>
          <a:effectLst>
            <a:outerShdw blurRad="50800" dist="38100" dir="2700000" algn="tl" rotWithShape="0">
              <a:prstClr val="black">
                <a:alpha val="40000"/>
              </a:prstClr>
            </a:outerShdw>
          </a:effectLst>
        </p:spPr>
        <p:txBody>
          <a:bodyPr wrap="square" lIns="36000" tIns="72000" rIns="36000" bIns="88900" rtlCol="0" anchor="t"/>
          <a:lstStyle/>
          <a:p>
            <a:pPr algn="ctr">
              <a:buFont typeface="Wingdings 2" pitchFamily="18" charset="2"/>
              <a:buNone/>
            </a:pPr>
            <a:r>
              <a:rPr lang="en-US" sz="1400" b="1" spc="300" dirty="0"/>
              <a:t>DIGITALIZATION</a:t>
            </a:r>
          </a:p>
        </p:txBody>
      </p:sp>
      <p:sp>
        <p:nvSpPr>
          <p:cNvPr id="91" name="Rectangle 15">
            <a:extLst>
              <a:ext uri="{FF2B5EF4-FFF2-40B4-BE49-F238E27FC236}">
                <a16:creationId xmlns:a16="http://schemas.microsoft.com/office/drawing/2014/main" id="{F2E49713-8178-F855-4468-8610AD83772F}"/>
              </a:ext>
            </a:extLst>
          </p:cNvPr>
          <p:cNvSpPr/>
          <p:nvPr/>
        </p:nvSpPr>
        <p:spPr bwMode="gray">
          <a:xfrm>
            <a:off x="391012" y="2091595"/>
            <a:ext cx="1844581" cy="536794"/>
          </a:xfrm>
          <a:prstGeom prst="roundRect">
            <a:avLst/>
          </a:prstGeom>
          <a:solidFill>
            <a:schemeClr val="accent3">
              <a:lumMod val="40000"/>
              <a:lumOff val="6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Regulatory Information Management System (RIMS)</a:t>
            </a:r>
          </a:p>
        </p:txBody>
      </p:sp>
      <p:sp>
        <p:nvSpPr>
          <p:cNvPr id="92" name="Rectangle 15">
            <a:extLst>
              <a:ext uri="{FF2B5EF4-FFF2-40B4-BE49-F238E27FC236}">
                <a16:creationId xmlns:a16="http://schemas.microsoft.com/office/drawing/2014/main" id="{F153BBBC-0786-AE55-DD8D-C0A03A4009C2}"/>
              </a:ext>
            </a:extLst>
          </p:cNvPr>
          <p:cNvSpPr/>
          <p:nvPr/>
        </p:nvSpPr>
        <p:spPr bwMode="gray">
          <a:xfrm>
            <a:off x="389058" y="2682244"/>
            <a:ext cx="1844581" cy="536794"/>
          </a:xfrm>
          <a:prstGeom prst="roundRect">
            <a:avLst/>
          </a:prstGeom>
          <a:solidFill>
            <a:schemeClr val="accent3">
              <a:lumMod val="40000"/>
              <a:lumOff val="6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Project Monitoring Tools</a:t>
            </a:r>
          </a:p>
        </p:txBody>
      </p:sp>
      <p:sp>
        <p:nvSpPr>
          <p:cNvPr id="93" name="Rectangle 15">
            <a:extLst>
              <a:ext uri="{FF2B5EF4-FFF2-40B4-BE49-F238E27FC236}">
                <a16:creationId xmlns:a16="http://schemas.microsoft.com/office/drawing/2014/main" id="{E464F452-D3A2-837D-E3B9-E8AC792C342E}"/>
              </a:ext>
            </a:extLst>
          </p:cNvPr>
          <p:cNvSpPr/>
          <p:nvPr/>
        </p:nvSpPr>
        <p:spPr bwMode="gray">
          <a:xfrm>
            <a:off x="389057" y="3279586"/>
            <a:ext cx="1844581" cy="536794"/>
          </a:xfrm>
          <a:prstGeom prst="roundRect">
            <a:avLst/>
          </a:prstGeom>
          <a:solidFill>
            <a:schemeClr val="accent3">
              <a:lumMod val="40000"/>
              <a:lumOff val="6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AVEVA PI System</a:t>
            </a:r>
          </a:p>
        </p:txBody>
      </p:sp>
      <p:sp>
        <p:nvSpPr>
          <p:cNvPr id="94" name="Rectangle 15">
            <a:extLst>
              <a:ext uri="{FF2B5EF4-FFF2-40B4-BE49-F238E27FC236}">
                <a16:creationId xmlns:a16="http://schemas.microsoft.com/office/drawing/2014/main" id="{29ABE253-CA93-5DD4-901E-EA01759EA259}"/>
              </a:ext>
            </a:extLst>
          </p:cNvPr>
          <p:cNvSpPr/>
          <p:nvPr/>
        </p:nvSpPr>
        <p:spPr bwMode="gray">
          <a:xfrm>
            <a:off x="383296" y="3879298"/>
            <a:ext cx="1844581" cy="536794"/>
          </a:xfrm>
          <a:prstGeom prst="roundRect">
            <a:avLst/>
          </a:prstGeom>
          <a:solidFill>
            <a:schemeClr val="tx2">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IT Infrastructure Evaluation</a:t>
            </a:r>
          </a:p>
        </p:txBody>
      </p:sp>
      <p:sp>
        <p:nvSpPr>
          <p:cNvPr id="96" name="Rectangle 15">
            <a:extLst>
              <a:ext uri="{FF2B5EF4-FFF2-40B4-BE49-F238E27FC236}">
                <a16:creationId xmlns:a16="http://schemas.microsoft.com/office/drawing/2014/main" id="{1E77EB28-F1B4-20F1-A5EC-1F42F596DAB5}"/>
              </a:ext>
            </a:extLst>
          </p:cNvPr>
          <p:cNvSpPr/>
          <p:nvPr/>
        </p:nvSpPr>
        <p:spPr bwMode="gray">
          <a:xfrm>
            <a:off x="383295" y="4487080"/>
            <a:ext cx="1844581" cy="536794"/>
          </a:xfrm>
          <a:prstGeom prst="roundRect">
            <a:avLst/>
          </a:prstGeom>
          <a:solidFill>
            <a:schemeClr val="accent3">
              <a:lumMod val="40000"/>
              <a:lumOff val="6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Implementation Support of ERP systems</a:t>
            </a:r>
          </a:p>
        </p:txBody>
      </p:sp>
      <p:sp>
        <p:nvSpPr>
          <p:cNvPr id="97" name="Rectangle 15">
            <a:extLst>
              <a:ext uri="{FF2B5EF4-FFF2-40B4-BE49-F238E27FC236}">
                <a16:creationId xmlns:a16="http://schemas.microsoft.com/office/drawing/2014/main" id="{F7A26662-11D9-8ACB-6DC1-44D1E9285AC3}"/>
              </a:ext>
            </a:extLst>
          </p:cNvPr>
          <p:cNvSpPr/>
          <p:nvPr/>
        </p:nvSpPr>
        <p:spPr bwMode="gray">
          <a:xfrm>
            <a:off x="383294" y="5094862"/>
            <a:ext cx="1844581" cy="599712"/>
          </a:xfrm>
          <a:prstGeom prst="roundRect">
            <a:avLst/>
          </a:prstGeom>
          <a:solidFill>
            <a:schemeClr val="accent3">
              <a:lumMod val="40000"/>
              <a:lumOff val="6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Development of Data Analytics Platforms and Dashboards</a:t>
            </a:r>
          </a:p>
        </p:txBody>
      </p:sp>
      <p:sp>
        <p:nvSpPr>
          <p:cNvPr id="98" name="Rectangle 4">
            <a:extLst>
              <a:ext uri="{FF2B5EF4-FFF2-40B4-BE49-F238E27FC236}">
                <a16:creationId xmlns:a16="http://schemas.microsoft.com/office/drawing/2014/main" id="{D1230C6C-5D07-8608-0DDD-17E451BBF576}"/>
              </a:ext>
            </a:extLst>
          </p:cNvPr>
          <p:cNvSpPr/>
          <p:nvPr/>
        </p:nvSpPr>
        <p:spPr bwMode="gray">
          <a:xfrm>
            <a:off x="9780016" y="1527232"/>
            <a:ext cx="2040618" cy="2610869"/>
          </a:xfrm>
          <a:prstGeom prst="roundRect">
            <a:avLst/>
          </a:prstGeom>
          <a:solidFill>
            <a:schemeClr val="bg1"/>
          </a:solidFill>
          <a:ln w="12700" algn="ctr">
            <a:solidFill>
              <a:schemeClr val="tx2">
                <a:lumMod val="60000"/>
                <a:lumOff val="40000"/>
              </a:schemeClr>
            </a:solidFill>
            <a:miter lim="800000"/>
            <a:headEnd/>
            <a:tailEnd/>
          </a:ln>
          <a:effectLst>
            <a:outerShdw blurRad="50800" dist="38100" dir="2700000" algn="tl" rotWithShape="0">
              <a:prstClr val="black">
                <a:alpha val="40000"/>
              </a:prstClr>
            </a:outerShdw>
          </a:effectLst>
        </p:spPr>
        <p:txBody>
          <a:bodyPr wrap="square" lIns="36000" tIns="72000" rIns="36000" bIns="88900" rtlCol="0" anchor="t"/>
          <a:lstStyle/>
          <a:p>
            <a:pPr algn="ctr">
              <a:buFont typeface="Wingdings 2" pitchFamily="18" charset="2"/>
              <a:buNone/>
            </a:pPr>
            <a:r>
              <a:rPr lang="en-US" sz="1400" b="1" spc="300" dirty="0"/>
              <a:t>PROCESS BIONICS</a:t>
            </a:r>
          </a:p>
        </p:txBody>
      </p:sp>
      <p:sp>
        <p:nvSpPr>
          <p:cNvPr id="101" name="Rectangle 15">
            <a:extLst>
              <a:ext uri="{FF2B5EF4-FFF2-40B4-BE49-F238E27FC236}">
                <a16:creationId xmlns:a16="http://schemas.microsoft.com/office/drawing/2014/main" id="{386145F6-CB89-37E9-B538-7F87F0FCA921}"/>
              </a:ext>
            </a:extLst>
          </p:cNvPr>
          <p:cNvSpPr/>
          <p:nvPr/>
        </p:nvSpPr>
        <p:spPr bwMode="gray">
          <a:xfrm>
            <a:off x="9891007" y="2741215"/>
            <a:ext cx="1844581" cy="536794"/>
          </a:xfrm>
          <a:prstGeom prst="roundRect">
            <a:avLst/>
          </a:prstGeom>
          <a:solidFill>
            <a:schemeClr val="tx2">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Enterprise Architecture Evaluation</a:t>
            </a:r>
          </a:p>
        </p:txBody>
      </p:sp>
      <p:sp>
        <p:nvSpPr>
          <p:cNvPr id="102" name="Rectangle 15">
            <a:extLst>
              <a:ext uri="{FF2B5EF4-FFF2-40B4-BE49-F238E27FC236}">
                <a16:creationId xmlns:a16="http://schemas.microsoft.com/office/drawing/2014/main" id="{8E781C85-4712-C142-6E9F-CB2CDE07D06C}"/>
              </a:ext>
            </a:extLst>
          </p:cNvPr>
          <p:cNvSpPr/>
          <p:nvPr/>
        </p:nvSpPr>
        <p:spPr bwMode="gray">
          <a:xfrm>
            <a:off x="9885246" y="3340927"/>
            <a:ext cx="1844581" cy="536794"/>
          </a:xfrm>
          <a:prstGeom prst="roundRect">
            <a:avLst/>
          </a:prstGeom>
          <a:solidFill>
            <a:schemeClr val="tx2">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ERP Readiness Evaluation</a:t>
            </a:r>
          </a:p>
        </p:txBody>
      </p:sp>
      <p:sp>
        <p:nvSpPr>
          <p:cNvPr id="105" name="Rectangle 4">
            <a:extLst>
              <a:ext uri="{FF2B5EF4-FFF2-40B4-BE49-F238E27FC236}">
                <a16:creationId xmlns:a16="http://schemas.microsoft.com/office/drawing/2014/main" id="{4BAAF3C8-F8A0-D85F-1C34-6DF714D5B511}"/>
              </a:ext>
            </a:extLst>
          </p:cNvPr>
          <p:cNvSpPr/>
          <p:nvPr/>
        </p:nvSpPr>
        <p:spPr bwMode="gray">
          <a:xfrm>
            <a:off x="8623005" y="4219336"/>
            <a:ext cx="3197629" cy="1946931"/>
          </a:xfrm>
          <a:prstGeom prst="roundRect">
            <a:avLst/>
          </a:prstGeom>
          <a:solidFill>
            <a:schemeClr val="bg1"/>
          </a:solidFill>
          <a:ln w="12700" algn="ctr">
            <a:solidFill>
              <a:schemeClr val="tx2">
                <a:lumMod val="60000"/>
                <a:lumOff val="40000"/>
              </a:schemeClr>
            </a:solidFill>
            <a:miter lim="800000"/>
            <a:headEnd/>
            <a:tailEnd/>
          </a:ln>
          <a:effectLst>
            <a:outerShdw blurRad="50800" dist="38100" dir="2700000" algn="tl" rotWithShape="0">
              <a:prstClr val="black">
                <a:alpha val="40000"/>
              </a:prstClr>
            </a:outerShdw>
          </a:effectLst>
        </p:spPr>
        <p:txBody>
          <a:bodyPr wrap="square" lIns="36000" tIns="72000" rIns="36000" bIns="88900" rtlCol="0" anchor="t"/>
          <a:lstStyle/>
          <a:p>
            <a:pPr algn="ctr">
              <a:buFont typeface="Wingdings 2" pitchFamily="18" charset="2"/>
              <a:buNone/>
            </a:pPr>
            <a:r>
              <a:rPr lang="en-US" sz="1400" b="1" spc="300" dirty="0"/>
              <a:t>RESOURCE PLANNING &amp; NETWORK MODELLING</a:t>
            </a:r>
          </a:p>
        </p:txBody>
      </p:sp>
      <p:sp>
        <p:nvSpPr>
          <p:cNvPr id="106" name="Rectangle 15">
            <a:extLst>
              <a:ext uri="{FF2B5EF4-FFF2-40B4-BE49-F238E27FC236}">
                <a16:creationId xmlns:a16="http://schemas.microsoft.com/office/drawing/2014/main" id="{E963873D-AD6D-A747-D1A0-1DB873842C3D}"/>
              </a:ext>
            </a:extLst>
          </p:cNvPr>
          <p:cNvSpPr/>
          <p:nvPr/>
        </p:nvSpPr>
        <p:spPr bwMode="gray">
          <a:xfrm>
            <a:off x="10258462" y="4835977"/>
            <a:ext cx="1477127"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Generation Expansion Planning</a:t>
            </a:r>
          </a:p>
        </p:txBody>
      </p:sp>
      <p:sp>
        <p:nvSpPr>
          <p:cNvPr id="107" name="Rectangle 15">
            <a:extLst>
              <a:ext uri="{FF2B5EF4-FFF2-40B4-BE49-F238E27FC236}">
                <a16:creationId xmlns:a16="http://schemas.microsoft.com/office/drawing/2014/main" id="{A118FB5E-7766-A22C-7BAD-EAC7F8586EAC}"/>
              </a:ext>
            </a:extLst>
          </p:cNvPr>
          <p:cNvSpPr/>
          <p:nvPr/>
        </p:nvSpPr>
        <p:spPr bwMode="gray">
          <a:xfrm>
            <a:off x="10258461" y="5433319"/>
            <a:ext cx="1477127"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Integrated Resource and Resilience Planning</a:t>
            </a:r>
          </a:p>
        </p:txBody>
      </p:sp>
      <p:sp>
        <p:nvSpPr>
          <p:cNvPr id="109" name="Rectangle 15">
            <a:extLst>
              <a:ext uri="{FF2B5EF4-FFF2-40B4-BE49-F238E27FC236}">
                <a16:creationId xmlns:a16="http://schemas.microsoft.com/office/drawing/2014/main" id="{D57169EA-990E-C48A-E472-EFA2E6AFF512}"/>
              </a:ext>
            </a:extLst>
          </p:cNvPr>
          <p:cNvSpPr/>
          <p:nvPr/>
        </p:nvSpPr>
        <p:spPr bwMode="gray">
          <a:xfrm>
            <a:off x="8708825" y="4857924"/>
            <a:ext cx="1477127"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Demand Forecasting</a:t>
            </a:r>
          </a:p>
        </p:txBody>
      </p:sp>
      <p:sp>
        <p:nvSpPr>
          <p:cNvPr id="110" name="Rectangle 15">
            <a:extLst>
              <a:ext uri="{FF2B5EF4-FFF2-40B4-BE49-F238E27FC236}">
                <a16:creationId xmlns:a16="http://schemas.microsoft.com/office/drawing/2014/main" id="{D67697C2-EF60-1A42-5E2B-700AD66E3C78}"/>
              </a:ext>
            </a:extLst>
          </p:cNvPr>
          <p:cNvSpPr/>
          <p:nvPr/>
        </p:nvSpPr>
        <p:spPr bwMode="gray">
          <a:xfrm>
            <a:off x="8708824" y="5455266"/>
            <a:ext cx="1477127" cy="536794"/>
          </a:xfrm>
          <a:prstGeom prst="roundRect">
            <a:avLst/>
          </a:prstGeom>
          <a:solidFill>
            <a:schemeClr val="accent5">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Load Flow Studies</a:t>
            </a:r>
          </a:p>
        </p:txBody>
      </p:sp>
      <p:sp>
        <p:nvSpPr>
          <p:cNvPr id="111" name="Rectangle 4">
            <a:extLst>
              <a:ext uri="{FF2B5EF4-FFF2-40B4-BE49-F238E27FC236}">
                <a16:creationId xmlns:a16="http://schemas.microsoft.com/office/drawing/2014/main" id="{87E308A4-3DE7-8648-C3C0-065806C38BED}"/>
              </a:ext>
            </a:extLst>
          </p:cNvPr>
          <p:cNvSpPr/>
          <p:nvPr/>
        </p:nvSpPr>
        <p:spPr bwMode="gray">
          <a:xfrm>
            <a:off x="6486338" y="4228129"/>
            <a:ext cx="2040618" cy="1946931"/>
          </a:xfrm>
          <a:prstGeom prst="roundRect">
            <a:avLst/>
          </a:prstGeom>
          <a:solidFill>
            <a:schemeClr val="bg1"/>
          </a:solidFill>
          <a:ln w="12700" algn="ctr">
            <a:solidFill>
              <a:schemeClr val="tx2">
                <a:lumMod val="60000"/>
                <a:lumOff val="40000"/>
              </a:schemeClr>
            </a:solidFill>
            <a:miter lim="800000"/>
            <a:headEnd/>
            <a:tailEnd/>
          </a:ln>
          <a:effectLst>
            <a:outerShdw blurRad="50800" dist="38100" dir="2700000" algn="tl" rotWithShape="0">
              <a:prstClr val="black">
                <a:alpha val="40000"/>
              </a:prstClr>
            </a:outerShdw>
          </a:effectLst>
        </p:spPr>
        <p:txBody>
          <a:bodyPr wrap="square" lIns="36000" tIns="72000" rIns="36000" bIns="88900" rtlCol="0" anchor="t"/>
          <a:lstStyle/>
          <a:p>
            <a:pPr algn="ctr">
              <a:buFont typeface="Wingdings 2" pitchFamily="18" charset="2"/>
              <a:buNone/>
            </a:pPr>
            <a:r>
              <a:rPr lang="en-US" sz="1400" b="1" spc="300" dirty="0"/>
              <a:t>POWER PURCHASE</a:t>
            </a:r>
          </a:p>
        </p:txBody>
      </p:sp>
      <p:sp>
        <p:nvSpPr>
          <p:cNvPr id="117" name="Rectangle 4">
            <a:extLst>
              <a:ext uri="{FF2B5EF4-FFF2-40B4-BE49-F238E27FC236}">
                <a16:creationId xmlns:a16="http://schemas.microsoft.com/office/drawing/2014/main" id="{6DC534C1-D4F7-2779-D575-C3023F48E93E}"/>
              </a:ext>
            </a:extLst>
          </p:cNvPr>
          <p:cNvSpPr/>
          <p:nvPr/>
        </p:nvSpPr>
        <p:spPr bwMode="gray">
          <a:xfrm>
            <a:off x="2512828" y="4219336"/>
            <a:ext cx="3888464" cy="1946931"/>
          </a:xfrm>
          <a:prstGeom prst="roundRect">
            <a:avLst/>
          </a:prstGeom>
          <a:solidFill>
            <a:schemeClr val="bg1"/>
          </a:solidFill>
          <a:ln w="12700" algn="ctr">
            <a:solidFill>
              <a:schemeClr val="tx2">
                <a:lumMod val="60000"/>
                <a:lumOff val="40000"/>
              </a:schemeClr>
            </a:solidFill>
            <a:miter lim="800000"/>
            <a:headEnd/>
            <a:tailEnd/>
          </a:ln>
          <a:effectLst>
            <a:outerShdw blurRad="50800" dist="38100" dir="2700000" algn="tl" rotWithShape="0">
              <a:prstClr val="black">
                <a:alpha val="40000"/>
              </a:prstClr>
            </a:outerShdw>
          </a:effectLst>
        </p:spPr>
        <p:txBody>
          <a:bodyPr wrap="square" lIns="36000" tIns="72000" rIns="36000" bIns="88900" rtlCol="0" anchor="t"/>
          <a:lstStyle/>
          <a:p>
            <a:pPr algn="ctr">
              <a:buFont typeface="Wingdings 2" pitchFamily="18" charset="2"/>
              <a:buNone/>
            </a:pPr>
            <a:r>
              <a:rPr lang="en-US" sz="1400" b="1" spc="300" dirty="0"/>
              <a:t>ENERGY TRANSITION</a:t>
            </a:r>
          </a:p>
        </p:txBody>
      </p:sp>
      <p:sp>
        <p:nvSpPr>
          <p:cNvPr id="118" name="Rectangle 15">
            <a:extLst>
              <a:ext uri="{FF2B5EF4-FFF2-40B4-BE49-F238E27FC236}">
                <a16:creationId xmlns:a16="http://schemas.microsoft.com/office/drawing/2014/main" id="{2C754B0B-7D7F-8F22-791F-43B972F3F506}"/>
              </a:ext>
            </a:extLst>
          </p:cNvPr>
          <p:cNvSpPr/>
          <p:nvPr/>
        </p:nvSpPr>
        <p:spPr bwMode="gray">
          <a:xfrm>
            <a:off x="4471664" y="4835977"/>
            <a:ext cx="1844581" cy="536794"/>
          </a:xfrm>
          <a:prstGeom prst="roundRect">
            <a:avLst/>
          </a:prstGeom>
          <a:solidFill>
            <a:schemeClr val="accent4">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Renewable Energy Integration</a:t>
            </a:r>
          </a:p>
        </p:txBody>
      </p:sp>
      <p:sp>
        <p:nvSpPr>
          <p:cNvPr id="119" name="Rectangle 15">
            <a:extLst>
              <a:ext uri="{FF2B5EF4-FFF2-40B4-BE49-F238E27FC236}">
                <a16:creationId xmlns:a16="http://schemas.microsoft.com/office/drawing/2014/main" id="{F63BC0A5-317B-4646-ED25-C1BD59EB44A7}"/>
              </a:ext>
            </a:extLst>
          </p:cNvPr>
          <p:cNvSpPr/>
          <p:nvPr/>
        </p:nvSpPr>
        <p:spPr bwMode="gray">
          <a:xfrm>
            <a:off x="4471663" y="5433319"/>
            <a:ext cx="1844581" cy="536794"/>
          </a:xfrm>
          <a:prstGeom prst="roundRect">
            <a:avLst/>
          </a:prstGeom>
          <a:solidFill>
            <a:schemeClr val="accent4">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Energy Efficiency &amp; Demand Management</a:t>
            </a:r>
          </a:p>
        </p:txBody>
      </p:sp>
      <p:sp>
        <p:nvSpPr>
          <p:cNvPr id="121" name="Rectangle 15">
            <a:extLst>
              <a:ext uri="{FF2B5EF4-FFF2-40B4-BE49-F238E27FC236}">
                <a16:creationId xmlns:a16="http://schemas.microsoft.com/office/drawing/2014/main" id="{B6CF0512-4F17-EBA8-3925-419994981179}"/>
              </a:ext>
            </a:extLst>
          </p:cNvPr>
          <p:cNvSpPr/>
          <p:nvPr/>
        </p:nvSpPr>
        <p:spPr bwMode="gray">
          <a:xfrm>
            <a:off x="2580579" y="4858037"/>
            <a:ext cx="1844581" cy="536794"/>
          </a:xfrm>
          <a:prstGeom prst="roundRect">
            <a:avLst/>
          </a:prstGeom>
          <a:solidFill>
            <a:schemeClr val="accent4">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Policy and Regulatory Framework Development</a:t>
            </a:r>
          </a:p>
        </p:txBody>
      </p:sp>
      <p:sp>
        <p:nvSpPr>
          <p:cNvPr id="122" name="Rectangle 15">
            <a:extLst>
              <a:ext uri="{FF2B5EF4-FFF2-40B4-BE49-F238E27FC236}">
                <a16:creationId xmlns:a16="http://schemas.microsoft.com/office/drawing/2014/main" id="{AF47BD05-D7BA-C1B3-8675-04B0E8BACBFB}"/>
              </a:ext>
            </a:extLst>
          </p:cNvPr>
          <p:cNvSpPr/>
          <p:nvPr/>
        </p:nvSpPr>
        <p:spPr bwMode="gray">
          <a:xfrm>
            <a:off x="2595638" y="5433319"/>
            <a:ext cx="1844581" cy="536794"/>
          </a:xfrm>
          <a:prstGeom prst="roundRect">
            <a:avLst/>
          </a:prstGeom>
          <a:solidFill>
            <a:schemeClr val="accent4">
              <a:lumMod val="20000"/>
              <a:lumOff val="80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Financial Modelling and Economic Analysis</a:t>
            </a:r>
          </a:p>
        </p:txBody>
      </p:sp>
      <p:sp>
        <p:nvSpPr>
          <p:cNvPr id="22" name="Rectangle 24">
            <a:extLst>
              <a:ext uri="{FF2B5EF4-FFF2-40B4-BE49-F238E27FC236}">
                <a16:creationId xmlns:a16="http://schemas.microsoft.com/office/drawing/2014/main" id="{F3240112-33FA-B31B-65B1-A10D8D680684}"/>
              </a:ext>
            </a:extLst>
          </p:cNvPr>
          <p:cNvSpPr/>
          <p:nvPr/>
        </p:nvSpPr>
        <p:spPr bwMode="gray">
          <a:xfrm>
            <a:off x="877740" y="-9000"/>
            <a:ext cx="1332000" cy="288000"/>
          </a:xfrm>
          <a:prstGeom prst="rect">
            <a:avLst/>
          </a:prstGeom>
          <a:solidFill>
            <a:schemeClr val="accent1">
              <a:lumMod val="40000"/>
              <a:lumOff val="60000"/>
            </a:schemeClr>
          </a:solidFill>
          <a:ln w="9525" algn="ctr">
            <a:solidFill>
              <a:schemeClr val="bg2"/>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900" dirty="0"/>
              <a:t>Our Offerings</a:t>
            </a:r>
          </a:p>
        </p:txBody>
      </p:sp>
      <p:sp>
        <p:nvSpPr>
          <p:cNvPr id="23" name="Freeform 15">
            <a:extLst>
              <a:ext uri="{FF2B5EF4-FFF2-40B4-BE49-F238E27FC236}">
                <a16:creationId xmlns:a16="http://schemas.microsoft.com/office/drawing/2014/main" id="{69A7DAA9-36F0-B900-C0D9-A5266622D70A}"/>
              </a:ext>
            </a:extLst>
          </p:cNvPr>
          <p:cNvSpPr>
            <a:spLocks/>
          </p:cNvSpPr>
          <p:nvPr/>
        </p:nvSpPr>
        <p:spPr bwMode="gray">
          <a:xfrm>
            <a:off x="2249786"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3</a:t>
            </a:r>
          </a:p>
        </p:txBody>
      </p:sp>
      <p:sp>
        <p:nvSpPr>
          <p:cNvPr id="24" name="Freeform 16">
            <a:extLst>
              <a:ext uri="{FF2B5EF4-FFF2-40B4-BE49-F238E27FC236}">
                <a16:creationId xmlns:a16="http://schemas.microsoft.com/office/drawing/2014/main" id="{ADC15A6D-7CBD-CE3C-4F93-8FAEA532819C}"/>
              </a:ext>
            </a:extLst>
          </p:cNvPr>
          <p:cNvSpPr>
            <a:spLocks/>
          </p:cNvSpPr>
          <p:nvPr/>
        </p:nvSpPr>
        <p:spPr bwMode="gray">
          <a:xfrm>
            <a:off x="403469"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1</a:t>
            </a:r>
          </a:p>
        </p:txBody>
      </p:sp>
      <p:sp>
        <p:nvSpPr>
          <p:cNvPr id="25" name="Freeform 6">
            <a:extLst>
              <a:ext uri="{FF2B5EF4-FFF2-40B4-BE49-F238E27FC236}">
                <a16:creationId xmlns:a16="http://schemas.microsoft.com/office/drawing/2014/main" id="{0C271031-934E-C67B-3D19-139DFC691C3B}"/>
              </a:ext>
            </a:extLst>
          </p:cNvPr>
          <p:cNvSpPr>
            <a:spLocks/>
          </p:cNvSpPr>
          <p:nvPr/>
        </p:nvSpPr>
        <p:spPr bwMode="gray">
          <a:xfrm>
            <a:off x="2487225"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4</a:t>
            </a:r>
          </a:p>
        </p:txBody>
      </p:sp>
      <p:sp>
        <p:nvSpPr>
          <p:cNvPr id="26" name="Freeform 6">
            <a:extLst>
              <a:ext uri="{FF2B5EF4-FFF2-40B4-BE49-F238E27FC236}">
                <a16:creationId xmlns:a16="http://schemas.microsoft.com/office/drawing/2014/main" id="{C9DE2AA1-5BA1-1FB6-C37C-D984C48B698E}"/>
              </a:ext>
            </a:extLst>
          </p:cNvPr>
          <p:cNvSpPr>
            <a:spLocks/>
          </p:cNvSpPr>
          <p:nvPr/>
        </p:nvSpPr>
        <p:spPr bwMode="gray">
          <a:xfrm>
            <a:off x="640908" y="-1148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accent1"/>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2</a:t>
            </a:r>
          </a:p>
        </p:txBody>
      </p:sp>
      <p:sp>
        <p:nvSpPr>
          <p:cNvPr id="27" name="Freeform 15">
            <a:extLst>
              <a:ext uri="{FF2B5EF4-FFF2-40B4-BE49-F238E27FC236}">
                <a16:creationId xmlns:a16="http://schemas.microsoft.com/office/drawing/2014/main" id="{5C90A5C1-0EAC-BA4F-9257-0B93628D2769}"/>
              </a:ext>
            </a:extLst>
          </p:cNvPr>
          <p:cNvSpPr>
            <a:spLocks/>
          </p:cNvSpPr>
          <p:nvPr/>
        </p:nvSpPr>
        <p:spPr bwMode="gray">
          <a:xfrm>
            <a:off x="2962103"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6</a:t>
            </a:r>
          </a:p>
        </p:txBody>
      </p:sp>
      <p:sp>
        <p:nvSpPr>
          <p:cNvPr id="28" name="Freeform 16">
            <a:extLst>
              <a:ext uri="{FF2B5EF4-FFF2-40B4-BE49-F238E27FC236}">
                <a16:creationId xmlns:a16="http://schemas.microsoft.com/office/drawing/2014/main" id="{54C88A21-783F-BF0E-CC6F-A0D749E8158B}"/>
              </a:ext>
            </a:extLst>
          </p:cNvPr>
          <p:cNvSpPr>
            <a:spLocks/>
          </p:cNvSpPr>
          <p:nvPr/>
        </p:nvSpPr>
        <p:spPr bwMode="gray">
          <a:xfrm>
            <a:off x="3199542"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no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7</a:t>
            </a:r>
          </a:p>
        </p:txBody>
      </p:sp>
      <p:sp>
        <p:nvSpPr>
          <p:cNvPr id="29" name="Freeform 6">
            <a:extLst>
              <a:ext uri="{FF2B5EF4-FFF2-40B4-BE49-F238E27FC236}">
                <a16:creationId xmlns:a16="http://schemas.microsoft.com/office/drawing/2014/main" id="{5F2A8C8C-3D77-9714-D1A6-2BED1032A77E}"/>
              </a:ext>
            </a:extLst>
          </p:cNvPr>
          <p:cNvSpPr>
            <a:spLocks/>
          </p:cNvSpPr>
          <p:nvPr/>
        </p:nvSpPr>
        <p:spPr bwMode="gray">
          <a:xfrm>
            <a:off x="3436981"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1">
                <a:lumMod val="85000"/>
              </a:schemeClr>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8</a:t>
            </a:r>
          </a:p>
        </p:txBody>
      </p:sp>
      <p:sp>
        <p:nvSpPr>
          <p:cNvPr id="30" name="Freeform 6">
            <a:extLst>
              <a:ext uri="{FF2B5EF4-FFF2-40B4-BE49-F238E27FC236}">
                <a16:creationId xmlns:a16="http://schemas.microsoft.com/office/drawing/2014/main" id="{0B02064B-3BF0-E521-418B-F8C9090EA8C8}"/>
              </a:ext>
            </a:extLst>
          </p:cNvPr>
          <p:cNvSpPr>
            <a:spLocks/>
          </p:cNvSpPr>
          <p:nvPr/>
        </p:nvSpPr>
        <p:spPr bwMode="gray">
          <a:xfrm>
            <a:off x="2724664" y="-1346"/>
            <a:ext cx="198000" cy="198000"/>
          </a:xfrm>
          <a:custGeom>
            <a:avLst/>
            <a:gdLst>
              <a:gd name="T0" fmla="*/ 1565275 w 1310"/>
              <a:gd name="T1" fmla="*/ 0 h 460"/>
              <a:gd name="T2" fmla="*/ 1565275 w 1310"/>
              <a:gd name="T3" fmla="*/ 728663 h 460"/>
              <a:gd name="T4" fmla="*/ 0 w 1310"/>
              <a:gd name="T5" fmla="*/ 730250 h 460"/>
              <a:gd name="T6" fmla="*/ 1195 w 1310"/>
              <a:gd name="T7" fmla="*/ 0 h 460"/>
              <a:gd name="T8" fmla="*/ 1565275 w 1310"/>
              <a:gd name="T9" fmla="*/ 0 h 4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0" h="460">
                <a:moveTo>
                  <a:pt x="1310" y="0"/>
                </a:moveTo>
                <a:lnTo>
                  <a:pt x="1310" y="459"/>
                </a:lnTo>
                <a:lnTo>
                  <a:pt x="0" y="460"/>
                </a:lnTo>
                <a:lnTo>
                  <a:pt x="1" y="0"/>
                </a:lnTo>
                <a:lnTo>
                  <a:pt x="1310" y="0"/>
                </a:lnTo>
                <a:close/>
              </a:path>
            </a:pathLst>
          </a:custGeom>
          <a:solidFill>
            <a:schemeClr val="bg2"/>
          </a:solidFill>
          <a:ln w="9525">
            <a:solidFill>
              <a:schemeClr val="bg2"/>
            </a:solidFill>
            <a:miter lim="800000"/>
            <a:headEnd/>
            <a:tailEnd/>
          </a:ln>
          <a:effectLst/>
        </p:spPr>
        <p:txBody>
          <a:bodyPr lIns="0" tIns="0" rIns="0" bIns="0" anchor="ctr"/>
          <a:lstStyle/>
          <a:p>
            <a:pPr algn="ctr">
              <a:lnSpc>
                <a:spcPct val="105000"/>
              </a:lnSpc>
              <a:spcAft>
                <a:spcPct val="55000"/>
              </a:spcAft>
            </a:pPr>
            <a:r>
              <a:rPr lang="en-US" sz="1000" b="1" dirty="0">
                <a:solidFill>
                  <a:schemeClr val="bg1"/>
                </a:solidFill>
              </a:rPr>
              <a:t>5</a:t>
            </a:r>
          </a:p>
        </p:txBody>
      </p:sp>
      <p:sp>
        <p:nvSpPr>
          <p:cNvPr id="4" name="Rectangle 16">
            <a:extLst>
              <a:ext uri="{FF2B5EF4-FFF2-40B4-BE49-F238E27FC236}">
                <a16:creationId xmlns:a16="http://schemas.microsoft.com/office/drawing/2014/main" id="{7671EF01-F3A2-898D-734D-2E4F1EB9A8DA}"/>
              </a:ext>
            </a:extLst>
          </p:cNvPr>
          <p:cNvSpPr/>
          <p:nvPr/>
        </p:nvSpPr>
        <p:spPr bwMode="gray">
          <a:xfrm>
            <a:off x="9885246" y="2123186"/>
            <a:ext cx="1844581" cy="536794"/>
          </a:xfrm>
          <a:prstGeom prst="roundRect">
            <a:avLst/>
          </a:prstGeom>
          <a:solidFill>
            <a:schemeClr val="bg1">
              <a:lumMod val="75000"/>
            </a:schemeClr>
          </a:solid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Business Process Reengineering</a:t>
            </a:r>
          </a:p>
        </p:txBody>
      </p:sp>
      <p:sp>
        <p:nvSpPr>
          <p:cNvPr id="5" name="Rectangle 17">
            <a:extLst>
              <a:ext uri="{FF2B5EF4-FFF2-40B4-BE49-F238E27FC236}">
                <a16:creationId xmlns:a16="http://schemas.microsoft.com/office/drawing/2014/main" id="{6F4E5828-A3CE-5FB4-B539-342DE3D34DC9}"/>
              </a:ext>
            </a:extLst>
          </p:cNvPr>
          <p:cNvSpPr/>
          <p:nvPr/>
        </p:nvSpPr>
        <p:spPr bwMode="gray">
          <a:xfrm>
            <a:off x="6582461" y="4850450"/>
            <a:ext cx="1852137" cy="523201"/>
          </a:xfrm>
          <a:prstGeom prst="roundRect">
            <a:avLst/>
          </a:prstGeom>
          <a:pattFill prst="ltUpDiag">
            <a:fgClr>
              <a:schemeClr val="accent1">
                <a:lumMod val="60000"/>
                <a:lumOff val="40000"/>
              </a:schemeClr>
            </a:fgClr>
            <a:bgClr>
              <a:schemeClr val="bg1"/>
            </a:bgClr>
          </a:patt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Short Term Power Purchase</a:t>
            </a:r>
          </a:p>
        </p:txBody>
      </p:sp>
      <p:sp>
        <p:nvSpPr>
          <p:cNvPr id="8" name="Rectangle 17">
            <a:extLst>
              <a:ext uri="{FF2B5EF4-FFF2-40B4-BE49-F238E27FC236}">
                <a16:creationId xmlns:a16="http://schemas.microsoft.com/office/drawing/2014/main" id="{2BC127E6-8EF6-3B03-B3BC-79ECE4F54AFA}"/>
              </a:ext>
            </a:extLst>
          </p:cNvPr>
          <p:cNvSpPr/>
          <p:nvPr/>
        </p:nvSpPr>
        <p:spPr bwMode="gray">
          <a:xfrm>
            <a:off x="6582461" y="5460044"/>
            <a:ext cx="1852137" cy="523201"/>
          </a:xfrm>
          <a:prstGeom prst="roundRect">
            <a:avLst/>
          </a:prstGeom>
          <a:pattFill prst="ltUpDiag">
            <a:fgClr>
              <a:schemeClr val="accent1">
                <a:lumMod val="60000"/>
                <a:lumOff val="40000"/>
              </a:schemeClr>
            </a:fgClr>
            <a:bgClr>
              <a:schemeClr val="bg1"/>
            </a:bgClr>
          </a:pattFill>
          <a:ln w="12803" cap="sq" cmpd="sng" algn="ctr">
            <a:noFill/>
            <a:prstDash val="solid"/>
            <a:miter lim="800000"/>
            <a:headEnd type="none" w="sm" len="sm"/>
            <a:tailEnd type="none" w="sm" len="sm"/>
          </a:ln>
        </p:spPr>
        <p:txBody>
          <a:bodyPr lIns="0" tIns="40212" rIns="0" bIns="40212" anchor="ctr"/>
          <a:lstStyle/>
          <a:p>
            <a:pPr algn="ctr" defTabSz="914411" fontAlgn="base">
              <a:spcBef>
                <a:spcPct val="0"/>
              </a:spcBef>
              <a:spcAft>
                <a:spcPct val="0"/>
              </a:spcAft>
            </a:pPr>
            <a:r>
              <a:rPr lang="en-US" sz="1200" i="1" dirty="0">
                <a:solidFill>
                  <a:prstClr val="black"/>
                </a:solidFill>
                <a:latin typeface="+mj-lt"/>
                <a:cs typeface="Arial" charset="0"/>
              </a:rPr>
              <a:t>Scheduling and Dispatch Optimization</a:t>
            </a:r>
          </a:p>
        </p:txBody>
      </p:sp>
    </p:spTree>
    <p:extLst>
      <p:ext uri="{BB962C8B-B14F-4D97-AF65-F5344CB8AC3E}">
        <p14:creationId xmlns:p14="http://schemas.microsoft.com/office/powerpoint/2010/main" val="1959245432"/>
      </p:ext>
    </p:extLst>
  </p:cSld>
  <p:clrMapOvr>
    <a:masterClrMapping/>
  </p:clrMapOvr>
  <p:transition>
    <p:fade/>
  </p:transition>
  <p:extLst>
    <p:ext uri="{6950BFC3-D8DA-4A85-94F7-54DA5524770B}">
      <p188:commentRel xmlns:p188="http://schemas.microsoft.com/office/powerpoint/2018/8/main" r:id="rId4"/>
    </p:ext>
  </p:extLst>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4.xml><?xml version="1.0" encoding="utf-8"?>
<p:tagLst xmlns:a="http://schemas.openxmlformats.org/drawingml/2006/main" xmlns:r="http://schemas.openxmlformats.org/officeDocument/2006/relationships" xmlns:p="http://schemas.openxmlformats.org/presentationml/2006/main">
  <p:tag name="MIO_HDS" val="True"/>
  <p:tag name="MIO_SKIPVERSION" val="01.01.0001 00:00:00"/>
  <p:tag name="MIO_EKGUID" val="00000000-0000-0000-0000-000000000000"/>
  <p:tag name="MIO_UPDATE" val="True"/>
  <p:tag name="MIO_VERSION" val="01.01.0001 00:00:00"/>
  <p:tag name="MIO_DBID" val=""/>
  <p:tag name="MIO_LASTDOWNLOADED" val="01.01.0001 00:00:00.000"/>
  <p:tag name="MIO_FALLBACK_LAYOUT" val="32"/>
  <p:tag name="MIO_SHOW_DATE" val="False"/>
  <p:tag name="MIO_SHOW_FOOTER" val="False"/>
  <p:tag name="MIO_SHOW_PAGENUMBER" val="False"/>
  <p:tag name="MIO_AVOID_BLANK_LAYOUT" val="False"/>
  <p:tag name="MIO_CD_LAYOUT_VALID_AREA" val="False"/>
  <p:tag name="MIO_NUMBER_OF_VALID_LAYOUTS" val="50"/>
</p:tagLst>
</file>

<file path=ppt/tags/tag5.xml><?xml version="1.0" encoding="utf-8"?>
<p:tagLst xmlns:a="http://schemas.openxmlformats.org/drawingml/2006/main" xmlns:r="http://schemas.openxmlformats.org/officeDocument/2006/relationships" xmlns:p="http://schemas.openxmlformats.org/presentationml/2006/main">
  <p:tag name="MIO_HDS" val="True"/>
  <p:tag name="MIO_SKIPVERSION" val="01.01.0001 00:00:00"/>
  <p:tag name="MIO_EKGUID" val="a4fc2127-e6ee-4e73-b2a0-71faa570fb8a"/>
  <p:tag name="MIO_UPDATE" val="True"/>
  <p:tag name="MIO_VERSION" val="06.10.2022 06:33:37"/>
  <p:tag name="MIO_DBID" val="fede6900-895c-4459-b97c-72b2b9dac459"/>
  <p:tag name="MIO_LASTDOWNLOADED" val="02.01.2023 09:36:06.749"/>
  <p:tag name="MIO_OBJECTNAME" val="01 Deloitte 16:9 (2022) long"/>
  <p:tag name="MIO_CDID" val="b832c4bc-5070-4232-bfdb-3d42c9da7c2d"/>
  <p:tag name="MIO_FALLBACK_LAYOUT" val="31"/>
  <p:tag name="MIO_SHOW_DATE" val="False"/>
  <p:tag name="MIO_SHOW_FOOTER" val="False"/>
  <p:tag name="MIO_SHOW_PAGENUMBER" val="False"/>
  <p:tag name="MIO_AVOID_BLANK_LAYOUT" val="False"/>
  <p:tag name="MIO_CD_LAYOUT_VALID_AREA" val="False"/>
  <p:tag name="MIO_EMBED_FONT" val="False"/>
  <p:tag name="MIO_MATCH_COLOR_SCHEME" val="False"/>
  <p:tag name="MIO_NUMBER_OF_VALID_LAYOUTS" val="46"/>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13.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16.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19.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22.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25.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28.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31.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34.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37.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xml><?xml version="1.0" encoding="utf-8"?>
<p:tagLst xmlns:a="http://schemas.openxmlformats.org/drawingml/2006/main" xmlns:r="http://schemas.openxmlformats.org/officeDocument/2006/relationships" xmlns:p="http://schemas.openxmlformats.org/presentationml/2006/main">
  <p:tag name="MIO_USER_INPUT_REQUIRED" val="Please add a presentation title;"/>
  <p:tag name="MIO_USER_INPUT_OPTIONAL" val=" "/>
  <p:tag name="MIO_USER_INPUT_TEXT" val=" "/>
</p:tagLst>
</file>

<file path=ppt/tags/tag57.xml><?xml version="1.0" encoding="utf-8"?>
<p:tagLst xmlns:a="http://schemas.openxmlformats.org/drawingml/2006/main" xmlns:r="http://schemas.openxmlformats.org/officeDocument/2006/relationships" xmlns:p="http://schemas.openxmlformats.org/presentationml/2006/main">
  <p:tag name="MIO_USER_INPUT_REQUIRED" val="Member firms and DTTL;Insert appropriate copyright (do not change or delete)"/>
  <p:tag name="MIO_USER_INPUT_OPTIONAL" val=" "/>
  <p:tag name="MIO_USER_INPUT_TEXT" val=" "/>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xF1g99XWR7Gs0J0a3HAw0Q"/>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2e_cdSnaRcSnTjWM3IxSaA"/>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iImcRZBM3vkBCWybHW1pWA"/>
</p:tagLst>
</file>

<file path=ppt/tags/tag70.xml><?xml version="1.0" encoding="utf-8"?>
<p:tagLst xmlns:a="http://schemas.openxmlformats.org/drawingml/2006/main" xmlns:r="http://schemas.openxmlformats.org/officeDocument/2006/relationships" xmlns:p="http://schemas.openxmlformats.org/presentationml/2006/main">
  <p:tag name="MIO_GUID" val="8f707732-cccf-4ffb-9ff7-f72711abda3e"/>
  <p:tag name="MIO_EKGUID" val="8e0ec61b-f1e7-480b-b471-c9214584c259"/>
  <p:tag name="MIO_UPDATE" val="True"/>
  <p:tag name="MIO_VERSION" val="22.01.2024 13:07:48"/>
  <p:tag name="MIO_DBID" val="fede6900-895c-4459-b97c-72b2b9dac459"/>
  <p:tag name="MIO_OBJECTNAME" val="Project nameShort project description (2)"/>
  <p:tag name="MIO_LASTEDITORNAME" val="Magdalena Alles"/>
  <p:tag name="MIO_LASTDOWNLOADED" val="13.06.2024 19:13:30.549"/>
  <p:tag name="MIO_CONTENTTAG" val="AhefHOdESkKXyXsS9K/F3Q=="/>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pN9_AyNuXb0CpoxZECXAfMw"/>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My5UFZAOKdzDCvbnBvLWlQ"/>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km4KAc52rUu60DKIoFU.Xw"/>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km4KAc52rUu60DKIoFU.Xw"/>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9.xml><?xml version="1.0" encoding="utf-8"?>
<p:tagLst xmlns:a="http://schemas.openxmlformats.org/drawingml/2006/main" xmlns:r="http://schemas.openxmlformats.org/officeDocument/2006/relationships" xmlns:p="http://schemas.openxmlformats.org/presentationml/2006/main">
  <p:tag name="MIO_GUID" val="b3f14cf1-9708-4c8c-b403-4ba7d342322d"/>
  <p:tag name="MIO_EKGUID" val="ef994cc8-460d-4f21-880f-77c592237763"/>
  <p:tag name="MIO_UPDATE" val="True"/>
  <p:tag name="MIO_VERSION" val="22.01.2024 13:07:50"/>
  <p:tag name="MIO_DBID" val="fede6900-895c-4459-b97c-72b2b9dac459"/>
  <p:tag name="MIO_LASTDOWNLOADED" val="05.03.2024 14:09:26.762"/>
  <p:tag name="MIO_OBJECTNAME" val="Deloitte refers to one or more of Deloitte Touche Tohmatsu Limited (“DTTL”), its global network of member firms, and their related entities (collectively, the “Deloitte organization”). DTTL (also referred to as “Deloitte Global”) and each of its member fi"/>
  <p:tag name="MIO_LASTEDITORNAME" val="Magdalena Alles"/>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Deloitte Brand Theme">
  <a:themeElements>
    <a:clrScheme name="Custom 3">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1">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Deloitte Brand Theme" id="{972A7D9C-18DC-4C7E-B0B0-8CB2BACBD213}" vid="{74D8C047-D6F0-4173-A7A0-106B89DA9CA6}"/>
    </a:ext>
  </a:extLst>
</a:theme>
</file>

<file path=ppt/theme/theme2.xml><?xml version="1.0" encoding="utf-8"?>
<a:theme xmlns:a="http://schemas.openxmlformats.org/drawingml/2006/main" name="Mercedes-Benz black">
  <a:themeElements>
    <a:clrScheme name="Benutzerdefiniert 1">
      <a:dk1>
        <a:sysClr val="windowText" lastClr="000000"/>
      </a:dk1>
      <a:lt1>
        <a:sysClr val="window" lastClr="FFFFFF"/>
      </a:lt1>
      <a:dk2>
        <a:srgbClr val="EAEAEA"/>
      </a:dk2>
      <a:lt2>
        <a:srgbClr val="B6BBC1"/>
      </a:lt2>
      <a:accent1>
        <a:srgbClr val="9E9E9E"/>
      </a:accent1>
      <a:accent2>
        <a:srgbClr val="E6E6E6"/>
      </a:accent2>
      <a:accent3>
        <a:srgbClr val="C8C8C8"/>
      </a:accent3>
      <a:accent4>
        <a:srgbClr val="707070"/>
      </a:accent4>
      <a:accent5>
        <a:srgbClr val="444444"/>
      </a:accent5>
      <a:accent6>
        <a:srgbClr val="00ADEF"/>
      </a:accent6>
      <a:hlink>
        <a:srgbClr val="FFFFFF"/>
      </a:hlink>
      <a:folHlink>
        <a:srgbClr val="00ADEF"/>
      </a:folHlink>
    </a:clrScheme>
    <a:fontScheme name="© Mercedes-Benz">
      <a:majorFont>
        <a:latin typeface="CorpoA"/>
        <a:ea typeface=""/>
        <a:cs typeface=""/>
      </a:majorFont>
      <a:minorFont>
        <a:latin typeface="CorpoS"/>
        <a:ea typeface=""/>
        <a:cs typeface=""/>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dirty="0" err="1" smtClean="0">
            <a:solidFill>
              <a:srgbClr val="FFFFFF"/>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defRPr sz="2000" dirty="0" err="1" smtClean="0"/>
        </a:defPPr>
      </a:lstStyle>
    </a:txDef>
  </a:objectDefaults>
  <a:extraClrSchemeLst/>
  <a:custClrLst>
    <a:custClr name="Light Grey 100%">
      <a:srgbClr val="E6E6E6"/>
    </a:custClr>
    <a:custClr name="Light Grey +20 K">
      <a:srgbClr val="C8C8C8"/>
    </a:custClr>
    <a:custClr name="Light Grey +40 K">
      <a:srgbClr val="9E9E9E"/>
    </a:custClr>
    <a:custClr name="Light Grey +60 K">
      <a:srgbClr val="707070"/>
    </a:custClr>
    <a:custClr name="Light Grey +80 K">
      <a:srgbClr val="444444"/>
    </a:custClr>
    <a:custClr>
      <a:srgbClr val="FFFFFF"/>
    </a:custClr>
    <a:custClr>
      <a:srgbClr val="FFFFFF"/>
    </a:custClr>
    <a:custClr>
      <a:srgbClr val="FFFFFF"/>
    </a:custClr>
    <a:custClr>
      <a:srgbClr val="FFFFFF"/>
    </a:custClr>
    <a:custClr>
      <a:srgbClr val="FFFFFF"/>
    </a:custClr>
    <a:custClr name="Pure Blue 100%">
      <a:srgbClr val="00ADEF"/>
    </a:custClr>
    <a:custClr name="Pure Blue +">
      <a:srgbClr val="0082E6"/>
    </a:custClr>
    <a:custClr name="Pure Blue ++">
      <a:srgbClr val="003366"/>
    </a:custClr>
    <a:custClr>
      <a:srgbClr val="FFFFFF"/>
    </a:custClr>
    <a:custClr>
      <a:srgbClr val="FFFFFF"/>
    </a:custClr>
    <a:custClr>
      <a:srgbClr val="FFFFFF"/>
    </a:custClr>
    <a:custClr>
      <a:srgbClr val="FFFFFF"/>
    </a:custClr>
    <a:custClr>
      <a:srgbClr val="FFFFFF"/>
    </a:custClr>
    <a:custClr>
      <a:srgbClr val="FFFFFF"/>
    </a:custClr>
    <a:custClr>
      <a:srgbClr val="FFFFFF"/>
    </a:custClr>
    <a:custClr name="Red">
      <a:srgbClr val="9F0002"/>
    </a:custClr>
    <a:custClr>
      <a:srgbClr val="FFFFFF"/>
    </a:custClr>
    <a:custClr>
      <a:srgbClr val="FFFFFF"/>
    </a:custClr>
    <a:custClr>
      <a:srgbClr val="FFFFFF"/>
    </a:custClr>
    <a:custClr>
      <a:srgbClr val="FFFFFF"/>
    </a:custClr>
    <a:custClr>
      <a:srgbClr val="FFFFFF"/>
    </a:custClr>
    <a:custClr>
      <a:srgbClr val="FFFFFF"/>
    </a:custClr>
    <a:custClr>
      <a:srgbClr val="FFFFFF"/>
    </a:custClr>
    <a:custClr>
      <a:srgbClr val="FFFFFF"/>
    </a:custClr>
    <a:custClr>
      <a:srgbClr val="FFFFFF"/>
    </a:custClr>
  </a:custClrLst>
  <a:extLst>
    <a:ext uri="{05A4C25C-085E-4340-85A3-A5531E510DB2}">
      <thm15:themeFamily xmlns:thm15="http://schemas.microsoft.com/office/thememl/2012/main" name="PPT-Master_PDM-Linie_v_1_0_UNITY.potx" id="{089F4E75-40AF-40B0-970F-839B8372BE7F}" vid="{86C016BD-5381-464B-A6A5-BE75EDA6721F}"/>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_rels/item6.xml.rels><?xml version="1.0" encoding="UTF-8" standalone="yes"?>
<Relationships xmlns="http://schemas.openxmlformats.org/package/2006/relationships"><Relationship Id="rId1" Type="http://schemas.openxmlformats.org/officeDocument/2006/relationships/customXmlProps" Target="itemProps6.xml"/></Relationships>
</file>

<file path=customXml/_rels/item7.xml.rels><?xml version="1.0" encoding="UTF-8" standalone="yes"?>
<Relationships xmlns="http://schemas.openxmlformats.org/package/2006/relationships"><Relationship Id="rId1" Type="http://schemas.openxmlformats.org/officeDocument/2006/relationships/customXmlProps" Target="itemProps7.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46EABACCD3B39C49923CC76F9A3899B0" ma:contentTypeVersion="10" ma:contentTypeDescription="Create a new document." ma:contentTypeScope="" ma:versionID="888edbca11eac38050b29462c56b3d83">
  <xsd:schema xmlns:xsd="http://www.w3.org/2001/XMLSchema" xmlns:xs="http://www.w3.org/2001/XMLSchema" xmlns:p="http://schemas.microsoft.com/office/2006/metadata/properties" xmlns:ns2="88ac10d5-d499-482e-8b56-6ab71e10844d" xmlns:ns3="b34fac16-a9a4-4d97-96d6-3d67277b3bbb" targetNamespace="http://schemas.microsoft.com/office/2006/metadata/properties" ma:root="true" ma:fieldsID="b2578cae4076c3a00574eaa070b195d6" ns2:_="" ns3:_="">
    <xsd:import namespace="88ac10d5-d499-482e-8b56-6ab71e10844d"/>
    <xsd:import namespace="b34fac16-a9a4-4d97-96d6-3d67277b3bb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8ac10d5-d499-482e-8b56-6ab71e10844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798d900d-0589-4081-96eb-513de833a50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4fac16-a9a4-4d97-96d6-3d67277b3bb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b26a010e-ed09-4f8f-afe2-969c013c94e7}" ma:internalName="TaxCatchAll" ma:showField="CatchAllData" ma:web="b34fac16-a9a4-4d97-96d6-3d67277b3bb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TemplafySlideFormConfiguration><![CDATA[{"formFields":[],"formDataEntries":[]}]]></TemplafySlideFormConfiguration>
</file>

<file path=customXml/item4.xml><?xml version="1.0" encoding="utf-8"?>
<TemplafySlideTemplateConfiguration><![CDATA[{"slideVersion":1,"isValidatorEnabled":false,"isLocked":false,"elementsMetadata":[],"slideId":"637932978387126621","enableDocumentContentUpdater":false,"version":"2.0"}]]></TemplafySlideTemplateConfiguration>
</file>

<file path=customXml/item5.xml><?xml version="1.0" encoding="utf-8"?>
<TemplafySlideFormConfiguration><![CDATA[{"formFields":[],"formDataEntries":[]}]]></TemplafySlideFormConfiguration>
</file>

<file path=customXml/item6.xml><?xml version="1.0" encoding="utf-8"?>
<TemplafySlideTemplateConfiguration><![CDATA[{"slideVersion":1,"isValidatorEnabled":false,"isLocked":false,"elementsMetadata":[],"slideId":"637932978387126621","enableDocumentContentUpdater":false,"version":"2.0"}]]></TemplafySlideTemplateConfiguration>
</file>

<file path=customXml/item7.xml><?xml version="1.0" encoding="utf-8"?>
<p:properties xmlns:p="http://schemas.microsoft.com/office/2006/metadata/properties" xmlns:xsi="http://www.w3.org/2001/XMLSchema-instance" xmlns:pc="http://schemas.microsoft.com/office/infopath/2007/PartnerControls">
  <documentManagement>
    <lcf76f155ced4ddcb4097134ff3c332f xmlns="88ac10d5-d499-482e-8b56-6ab71e10844d">
      <Terms xmlns="http://schemas.microsoft.com/office/infopath/2007/PartnerControls"/>
    </lcf76f155ced4ddcb4097134ff3c332f>
    <TaxCatchAll xmlns="b34fac16-a9a4-4d97-96d6-3d67277b3bbb" xsi:nil="true"/>
  </documentManagement>
</p:properties>
</file>

<file path=customXml/itemProps1.xml><?xml version="1.0" encoding="utf-8"?>
<ds:datastoreItem xmlns:ds="http://schemas.openxmlformats.org/officeDocument/2006/customXml" ds:itemID="{5E560403-F888-42D5-90EF-33CA813EC9FC}">
  <ds:schemaRefs>
    <ds:schemaRef ds:uri="http://schemas.microsoft.com/sharepoint/v3/contenttype/forms"/>
  </ds:schemaRefs>
</ds:datastoreItem>
</file>

<file path=customXml/itemProps2.xml><?xml version="1.0" encoding="utf-8"?>
<ds:datastoreItem xmlns:ds="http://schemas.openxmlformats.org/officeDocument/2006/customXml" ds:itemID="{9E1C4BF1-8A45-450E-B449-614367276407}"/>
</file>

<file path=customXml/itemProps3.xml><?xml version="1.0" encoding="utf-8"?>
<ds:datastoreItem xmlns:ds="http://schemas.openxmlformats.org/officeDocument/2006/customXml" ds:itemID="{6CE53D5C-32BF-4001-B1F2-ACA191CE171A}">
  <ds:schemaRefs/>
</ds:datastoreItem>
</file>

<file path=customXml/itemProps4.xml><?xml version="1.0" encoding="utf-8"?>
<ds:datastoreItem xmlns:ds="http://schemas.openxmlformats.org/officeDocument/2006/customXml" ds:itemID="{4D642CE7-FAE6-4812-A8DE-604ECD17CA4B}">
  <ds:schemaRefs/>
</ds:datastoreItem>
</file>

<file path=customXml/itemProps5.xml><?xml version="1.0" encoding="utf-8"?>
<ds:datastoreItem xmlns:ds="http://schemas.openxmlformats.org/officeDocument/2006/customXml" ds:itemID="{734A42DB-551D-4627-9A62-9FAABAABA820}">
  <ds:schemaRefs/>
</ds:datastoreItem>
</file>

<file path=customXml/itemProps6.xml><?xml version="1.0" encoding="utf-8"?>
<ds:datastoreItem xmlns:ds="http://schemas.openxmlformats.org/officeDocument/2006/customXml" ds:itemID="{A650081A-74A7-47A8-9D7B-E97B80039DA3}">
  <ds:schemaRefs/>
</ds:datastoreItem>
</file>

<file path=customXml/itemProps7.xml><?xml version="1.0" encoding="utf-8"?>
<ds:datastoreItem xmlns:ds="http://schemas.openxmlformats.org/officeDocument/2006/customXml" ds:itemID="{87CB9ABD-CF3E-4B0C-BE57-F949A778754E}"/>
</file>

<file path=docProps/app.xml><?xml version="1.0" encoding="utf-8"?>
<Properties xmlns="http://schemas.openxmlformats.org/officeDocument/2006/extended-properties" xmlns:vt="http://schemas.openxmlformats.org/officeDocument/2006/docPropsVTypes">
  <Template/>
  <TotalTime>0</TotalTime>
  <Words>8096</Words>
  <Application>Microsoft Office PowerPoint</Application>
  <PresentationFormat>Widescreen</PresentationFormat>
  <Paragraphs>1296</Paragraphs>
  <Slides>40</Slides>
  <Notes>18</Notes>
  <HiddenSlides>0</HiddenSlides>
  <MMClips>0</MMClips>
  <ScaleCrop>false</ScaleCrop>
  <HeadingPairs>
    <vt:vector size="8" baseType="variant">
      <vt:variant>
        <vt:lpstr>Fonts Used</vt:lpstr>
      </vt:variant>
      <vt:variant>
        <vt:i4>22</vt:i4>
      </vt:variant>
      <vt:variant>
        <vt:lpstr>Theme</vt:lpstr>
      </vt:variant>
      <vt:variant>
        <vt:i4>2</vt:i4>
      </vt:variant>
      <vt:variant>
        <vt:lpstr>Embedded OLE Servers</vt:lpstr>
      </vt:variant>
      <vt:variant>
        <vt:i4>1</vt:i4>
      </vt:variant>
      <vt:variant>
        <vt:lpstr>Slide Titles</vt:lpstr>
      </vt:variant>
      <vt:variant>
        <vt:i4>40</vt:i4>
      </vt:variant>
    </vt:vector>
  </HeadingPairs>
  <TitlesOfParts>
    <vt:vector size="65" baseType="lpstr">
      <vt:lpstr>Microsoft YaHei</vt:lpstr>
      <vt:lpstr>STKaiti</vt:lpstr>
      <vt:lpstr>.Lucida Grande UI Regular</vt:lpstr>
      <vt:lpstr>Arial</vt:lpstr>
      <vt:lpstr>Avenir Next</vt:lpstr>
      <vt:lpstr>Calibri</vt:lpstr>
      <vt:lpstr>Calibri Light</vt:lpstr>
      <vt:lpstr>Chronicle Display Black</vt:lpstr>
      <vt:lpstr>CorpoA</vt:lpstr>
      <vt:lpstr>CorpoS</vt:lpstr>
      <vt:lpstr>Futura Com Light</vt:lpstr>
      <vt:lpstr>Futura Std Book</vt:lpstr>
      <vt:lpstr>Lucida Grande</vt:lpstr>
      <vt:lpstr>Nexa Black</vt:lpstr>
      <vt:lpstr>Open Sans</vt:lpstr>
      <vt:lpstr>Open Sans Light</vt:lpstr>
      <vt:lpstr>Symbol</vt:lpstr>
      <vt:lpstr>Trebuchet MS</vt:lpstr>
      <vt:lpstr>Verdana</vt:lpstr>
      <vt:lpstr>Wingdings</vt:lpstr>
      <vt:lpstr>Wingdings 2</vt:lpstr>
      <vt:lpstr>ヒラギノ角ゴ ProN W3</vt:lpstr>
      <vt:lpstr>Deloitte Brand Theme</vt:lpstr>
      <vt:lpstr>Mercedes-Benz black</vt:lpstr>
      <vt:lpstr>think-cell Slide</vt:lpstr>
      <vt:lpstr>Power Utilities &amp; Renewables Capabilities Deck</vt:lpstr>
      <vt:lpstr>Contents</vt:lpstr>
      <vt:lpstr>PowerPoint Presentation</vt:lpstr>
      <vt:lpstr>Utility of Future</vt:lpstr>
      <vt:lpstr>Key “Megatrends” shaping up the energy sector</vt:lpstr>
      <vt:lpstr>Power &amp; Utilities Practice in India</vt:lpstr>
      <vt:lpstr>PowerPoint Presentation</vt:lpstr>
      <vt:lpstr>Categorization of Power &amp; Utility Offerings </vt:lpstr>
      <vt:lpstr>Our Offerings </vt:lpstr>
      <vt:lpstr>Our Offerings </vt:lpstr>
      <vt:lpstr>Our Offerings </vt:lpstr>
      <vt:lpstr>PowerPoint Presentation</vt:lpstr>
      <vt:lpstr>Service Offerings &amp; Proprietary Tools [1/3] </vt:lpstr>
      <vt:lpstr>Service Offerings &amp; Proprietary Tools [2/3]</vt:lpstr>
      <vt:lpstr>Service Offerings &amp; Proprietary Tools [3/3]</vt:lpstr>
      <vt:lpstr>PowerPoint Presentation</vt:lpstr>
      <vt:lpstr>Our Alliances </vt:lpstr>
      <vt:lpstr>Overview of AWS &amp; Oracle Capabilities</vt:lpstr>
      <vt:lpstr>Overview of SAP Capabilities in India</vt:lpstr>
      <vt:lpstr>PowerPoint Presentation</vt:lpstr>
      <vt:lpstr>Our Publications in Power &amp; Utilities Sector [1/2]</vt:lpstr>
      <vt:lpstr>Our Publications in Power &amp; Utilities Sector [2/2]</vt:lpstr>
      <vt:lpstr>PowerPoint Presentation</vt:lpstr>
      <vt:lpstr>Reforms, Restructuring and Private Sector Participation (1/2)</vt:lpstr>
      <vt:lpstr>Reforms, Restructuring and Private Sector Participation (2/2)</vt:lpstr>
      <vt:lpstr>Renewable Energy and Decarbonization Initiatives (1/2)</vt:lpstr>
      <vt:lpstr>Renewable Energy and Decarbonization Initiatives (2/2)</vt:lpstr>
      <vt:lpstr>Future of Utility / Emerging Technologies</vt:lpstr>
      <vt:lpstr>PowerPoint Presentation</vt:lpstr>
      <vt:lpstr>Regulatory Information Management System</vt:lpstr>
      <vt:lpstr>Corporate Management System (CMS)</vt:lpstr>
      <vt:lpstr>National Feeder Monitoring System for India</vt:lpstr>
      <vt:lpstr>Technology Service Provider for Digital Transformation</vt:lpstr>
      <vt:lpstr>Information Management System for JBVNL</vt:lpstr>
      <vt:lpstr>Enhancing Power Trading Efficiency</vt:lpstr>
      <vt:lpstr>PowerPoint Presentation</vt:lpstr>
      <vt:lpstr>PowerPoint Presentation</vt:lpstr>
      <vt:lpstr>Our Team</vt:lpstr>
      <vt:lpstr>PowerPoint Presentation</vt:lpstr>
      <vt:lpstr>Key Offerings across Power &amp; Utility Segment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2024-10-09T07:16:42Z</dcterms:created>
  <dcterms:modified xsi:type="dcterms:W3CDTF">2025-01-22T16:08:27Z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ea60d57e-af5b-4752-ac57-3e4f28ca11dc_Enabled">
    <vt:lpwstr>true</vt:lpwstr>
  </property>
  <property fmtid="{D5CDD505-2E9C-101B-9397-08002B2CF9AE}" pid="3" name="MSIP_Label_ea60d57e-af5b-4752-ac57-3e4f28ca11dc_SetDate">
    <vt:lpwstr>2024-10-09T07:16:47Z</vt:lpwstr>
  </property>
  <property fmtid="{D5CDD505-2E9C-101B-9397-08002B2CF9AE}" pid="4" name="MSIP_Label_ea60d57e-af5b-4752-ac57-3e4f28ca11dc_Method">
    <vt:lpwstr>Standard</vt:lpwstr>
  </property>
  <property fmtid="{D5CDD505-2E9C-101B-9397-08002B2CF9AE}" pid="5" name="MSIP_Label_ea60d57e-af5b-4752-ac57-3e4f28ca11dc_Name">
    <vt:lpwstr>ea60d57e-af5b-4752-ac57-3e4f28ca11dc</vt:lpwstr>
  </property>
  <property fmtid="{D5CDD505-2E9C-101B-9397-08002B2CF9AE}" pid="6" name="MSIP_Label_ea60d57e-af5b-4752-ac57-3e4f28ca11dc_SiteId">
    <vt:lpwstr>36da45f1-dd2c-4d1f-af13-5abe46b99921</vt:lpwstr>
  </property>
  <property fmtid="{D5CDD505-2E9C-101B-9397-08002B2CF9AE}" pid="7" name="MSIP_Label_ea60d57e-af5b-4752-ac57-3e4f28ca11dc_ActionId">
    <vt:lpwstr>2ed79d1f-09da-4e28-a8e2-a76f02893c90</vt:lpwstr>
  </property>
  <property fmtid="{D5CDD505-2E9C-101B-9397-08002B2CF9AE}" pid="8" name="MSIP_Label_ea60d57e-af5b-4752-ac57-3e4f28ca11dc_ContentBits">
    <vt:lpwstr>0</vt:lpwstr>
  </property>
  <property fmtid="{D5CDD505-2E9C-101B-9397-08002B2CF9AE}" pid="9" name="ContentTypeId">
    <vt:lpwstr>0x01010046EABACCD3B39C49923CC76F9A3899B0</vt:lpwstr>
  </property>
</Properties>
</file>